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0.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1.xml" ContentType="application/vnd.openxmlformats-officedocument.presentationml.notesSlide+xml"/>
  <Override PartName="/ppt/charts/chart4.xml" ContentType="application/vnd.openxmlformats-officedocument.drawingml.chart+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9"/>
  </p:notesMasterIdLst>
  <p:handoutMasterIdLst>
    <p:handoutMasterId r:id="rId60"/>
  </p:handoutMasterIdLst>
  <p:sldIdLst>
    <p:sldId id="1092" r:id="rId2"/>
    <p:sldId id="1066" r:id="rId3"/>
    <p:sldId id="3892" r:id="rId4"/>
    <p:sldId id="3891" r:id="rId5"/>
    <p:sldId id="297" r:id="rId6"/>
    <p:sldId id="1093" r:id="rId7"/>
    <p:sldId id="1094" r:id="rId8"/>
    <p:sldId id="1107" r:id="rId9"/>
    <p:sldId id="1133" r:id="rId10"/>
    <p:sldId id="1048" r:id="rId11"/>
    <p:sldId id="1095" r:id="rId12"/>
    <p:sldId id="1096" r:id="rId13"/>
    <p:sldId id="1099" r:id="rId14"/>
    <p:sldId id="1122" r:id="rId15"/>
    <p:sldId id="1123" r:id="rId16"/>
    <p:sldId id="1100" r:id="rId17"/>
    <p:sldId id="1101" r:id="rId18"/>
    <p:sldId id="1132" r:id="rId19"/>
    <p:sldId id="1097" r:id="rId20"/>
    <p:sldId id="1103" r:id="rId21"/>
    <p:sldId id="1109" r:id="rId22"/>
    <p:sldId id="1124" r:id="rId23"/>
    <p:sldId id="1106" r:id="rId24"/>
    <p:sldId id="1111" r:id="rId25"/>
    <p:sldId id="1112" r:id="rId26"/>
    <p:sldId id="1130" r:id="rId27"/>
    <p:sldId id="1113" r:id="rId28"/>
    <p:sldId id="1125" r:id="rId29"/>
    <p:sldId id="1126" r:id="rId30"/>
    <p:sldId id="1116" r:id="rId31"/>
    <p:sldId id="1117" r:id="rId32"/>
    <p:sldId id="1041" r:id="rId33"/>
    <p:sldId id="1131" r:id="rId34"/>
    <p:sldId id="1050" r:id="rId35"/>
    <p:sldId id="291" r:id="rId36"/>
    <p:sldId id="1075" r:id="rId37"/>
    <p:sldId id="300" r:id="rId38"/>
    <p:sldId id="309" r:id="rId39"/>
    <p:sldId id="305" r:id="rId40"/>
    <p:sldId id="1135" r:id="rId41"/>
    <p:sldId id="3882" r:id="rId42"/>
    <p:sldId id="1076" r:id="rId43"/>
    <p:sldId id="3883" r:id="rId44"/>
    <p:sldId id="3886" r:id="rId45"/>
    <p:sldId id="3884" r:id="rId46"/>
    <p:sldId id="1054" r:id="rId47"/>
    <p:sldId id="1055" r:id="rId48"/>
    <p:sldId id="3887" r:id="rId49"/>
    <p:sldId id="3888" r:id="rId50"/>
    <p:sldId id="316" r:id="rId51"/>
    <p:sldId id="1077" r:id="rId52"/>
    <p:sldId id="3890" r:id="rId53"/>
    <p:sldId id="311" r:id="rId54"/>
    <p:sldId id="3889" r:id="rId55"/>
    <p:sldId id="1038" r:id="rId56"/>
    <p:sldId id="1089" r:id="rId57"/>
    <p:sldId id="1087" r:id="rId58"/>
  </p:sldIdLst>
  <p:sldSz cx="12192000" cy="6858000"/>
  <p:notesSz cx="7102475" cy="9388475"/>
  <p:custDataLst>
    <p:tags r:id="rId61"/>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72BFA4FA-E9C1-4A4A-9117-0C60F1A3ACAA}">
          <p14:sldIdLst>
            <p14:sldId id="1092"/>
            <p14:sldId id="1066"/>
            <p14:sldId id="3892"/>
            <p14:sldId id="3891"/>
            <p14:sldId id="297"/>
            <p14:sldId id="1093"/>
            <p14:sldId id="1094"/>
            <p14:sldId id="1107"/>
          </p14:sldIdLst>
        </p14:section>
        <p14:section name="Standard Layouts" id="{A39B2FF2-E832-42E1-8144-669217EB0FCA}">
          <p14:sldIdLst>
            <p14:sldId id="1133"/>
            <p14:sldId id="1048"/>
            <p14:sldId id="1095"/>
            <p14:sldId id="1096"/>
            <p14:sldId id="1099"/>
            <p14:sldId id="1122"/>
            <p14:sldId id="1123"/>
            <p14:sldId id="1100"/>
            <p14:sldId id="1101"/>
          </p14:sldIdLst>
        </p14:section>
        <p14:section name="Impact Layouts" id="{982A9921-A111-4A64-8A55-431245361B84}">
          <p14:sldIdLst>
            <p14:sldId id="1132"/>
            <p14:sldId id="1097"/>
            <p14:sldId id="1103"/>
            <p14:sldId id="1109"/>
            <p14:sldId id="1124"/>
            <p14:sldId id="1106"/>
            <p14:sldId id="1111"/>
            <p14:sldId id="1112"/>
            <p14:sldId id="1130"/>
            <p14:sldId id="1113"/>
            <p14:sldId id="1125"/>
            <p14:sldId id="1126"/>
            <p14:sldId id="1116"/>
            <p14:sldId id="1117"/>
            <p14:sldId id="1041"/>
            <p14:sldId id="1131"/>
            <p14:sldId id="1050"/>
            <p14:sldId id="291"/>
          </p14:sldIdLst>
        </p14:section>
        <p14:section name="Data" id="{A6808018-2185-414D-A909-5CC1238A1DE2}">
          <p14:sldIdLst>
            <p14:sldId id="1075"/>
            <p14:sldId id="300"/>
            <p14:sldId id="309"/>
            <p14:sldId id="305"/>
            <p14:sldId id="1135"/>
            <p14:sldId id="3882"/>
          </p14:sldIdLst>
        </p14:section>
        <p14:section name="Diagrams" id="{F9E7016E-2F85-4682-8992-6F4B99C8AE90}">
          <p14:sldIdLst>
            <p14:sldId id="1076"/>
            <p14:sldId id="3883"/>
            <p14:sldId id="3886"/>
            <p14:sldId id="3884"/>
            <p14:sldId id="1054"/>
            <p14:sldId id="1055"/>
            <p14:sldId id="3887"/>
            <p14:sldId id="3888"/>
            <p14:sldId id="316"/>
          </p14:sldIdLst>
        </p14:section>
        <p14:section name="Design Toolkit" id="{9732ED76-94BB-4F66-B8A5-30118A013CC4}">
          <p14:sldIdLst>
            <p14:sldId id="1077"/>
            <p14:sldId id="3890"/>
            <p14:sldId id="311"/>
            <p14:sldId id="3889"/>
            <p14:sldId id="1038"/>
            <p14:sldId id="1089"/>
          </p14:sldIdLst>
        </p14:section>
        <p14:section name="Closing" id="{F0A06121-A762-4185-AB09-8C9A148CEF55}">
          <p14:sldIdLst>
            <p14:sldId id="1087"/>
          </p14:sldIdLst>
        </p14:section>
      </p14:sectionLst>
    </p:ext>
    <p:ext uri="{EFAFB233-063F-42B5-8137-9DF3F51BA10A}">
      <p15:sldGuideLst xmlns:p15="http://schemas.microsoft.com/office/powerpoint/2012/main">
        <p15:guide id="2" orient="horz" pos="2160">
          <p15:clr>
            <a:srgbClr val="A4A3A4"/>
          </p15:clr>
        </p15:guide>
        <p15:guide id="3" pos="3840">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Chariti Canny" initials="CC" lastIdx="94" clrIdx="0">
    <p:extLst>
      <p:ext uri="{19B8F6BF-5375-455C-9EA6-DF929625EA0E}">
        <p15:presenceInfo xmlns:p15="http://schemas.microsoft.com/office/powerpoint/2012/main" userId="Chariti Canny" providerId="None"/>
      </p:ext>
    </p:extLst>
  </p:cmAuthor>
  <p:cmAuthor id="2" name="Haley Rich" initials="HR" lastIdx="20" clrIdx="1">
    <p:extLst>
      <p:ext uri="{19B8F6BF-5375-455C-9EA6-DF929625EA0E}">
        <p15:presenceInfo xmlns:p15="http://schemas.microsoft.com/office/powerpoint/2012/main" userId="S::rich@duarte.com::37b6e05a-5d72-457c-9a4a-6dab9a89bed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B5AC"/>
    <a:srgbClr val="00BDB4"/>
    <a:srgbClr val="A6A6A6"/>
    <a:srgbClr val="F06400"/>
    <a:srgbClr val="0C8BCC"/>
    <a:srgbClr val="F0AD34"/>
    <a:srgbClr val="7FBB25"/>
    <a:srgbClr val="545E65"/>
    <a:srgbClr val="F38800"/>
    <a:srgbClr val="D9D9D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7043" autoAdjust="0"/>
    <p:restoredTop sz="93605" autoAdjust="0"/>
  </p:normalViewPr>
  <p:slideViewPr>
    <p:cSldViewPr snapToGrid="0" snapToObjects="1">
      <p:cViewPr varScale="1">
        <p:scale>
          <a:sx n="143" d="100"/>
          <a:sy n="143" d="100"/>
        </p:scale>
        <p:origin x="536" y="92"/>
      </p:cViewPr>
      <p:guideLst>
        <p:guide orient="horz" pos="2160"/>
        <p:guide pos="3840"/>
      </p:guideLst>
    </p:cSldViewPr>
  </p:slideViewPr>
  <p:outlineViewPr>
    <p:cViewPr>
      <p:scale>
        <a:sx n="33" d="100"/>
        <a:sy n="33" d="100"/>
      </p:scale>
      <p:origin x="0" y="-57426"/>
    </p:cViewPr>
    <p:sldLst>
      <p:sld r:id="rId1" collapse="1"/>
    </p:sldLst>
  </p:outlineViewPr>
  <p:notesTextViewPr>
    <p:cViewPr>
      <p:scale>
        <a:sx n="1" d="1"/>
        <a:sy n="1" d="1"/>
      </p:scale>
      <p:origin x="0" y="0"/>
    </p:cViewPr>
  </p:notesTextViewPr>
  <p:sorterViewPr>
    <p:cViewPr varScale="1">
      <p:scale>
        <a:sx n="1" d="1"/>
        <a:sy n="1" d="1"/>
      </p:scale>
      <p:origin x="0" y="0"/>
    </p:cViewPr>
  </p:sorterViewPr>
  <p:notesViewPr>
    <p:cSldViewPr snapToGrid="0" snapToObjects="1">
      <p:cViewPr varScale="1">
        <p:scale>
          <a:sx n="113" d="100"/>
          <a:sy n="113" d="100"/>
        </p:scale>
        <p:origin x="3964" y="76"/>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presProps" Target="pres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tags" Target="tags/tag1.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handoutMaster" Target="handoutMasters/handoutMaster1.xml"/><Relationship Id="rId65"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_rels/viewProps.xml.rels><?xml version="1.0" encoding="UTF-8" standalone="yes"?>
<Relationships xmlns="http://schemas.openxmlformats.org/package/2006/relationships"><Relationship Id="rId1" Type="http://schemas.openxmlformats.org/officeDocument/2006/relationships/slide" Target="slides/slide4.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1200</c:v>
                </c:pt>
                <c:pt idx="1">
                  <c:v>1091</c:v>
                </c:pt>
                <c:pt idx="2">
                  <c:v>1091</c:v>
                </c:pt>
                <c:pt idx="3">
                  <c:v>1002</c:v>
                </c:pt>
                <c:pt idx="4">
                  <c:v>1091</c:v>
                </c:pt>
                <c:pt idx="5">
                  <c:v>1091</c:v>
                </c:pt>
              </c:numCache>
            </c:numRef>
          </c:val>
          <c:extLst>
            <c:ext xmlns:c16="http://schemas.microsoft.com/office/drawing/2014/chart" uri="{C3380CC4-5D6E-409C-BE32-E72D297353CC}">
              <c16:uniqueId val="{00000000-28CE-9846-AFAC-6A3C3C668BCF}"/>
            </c:ext>
          </c:extLst>
        </c:ser>
        <c:ser>
          <c:idx val="1"/>
          <c:order val="1"/>
          <c:tx>
            <c:strRef>
              <c:f>Sheet1!$C$1</c:f>
              <c:strCache>
                <c:ptCount val="1"/>
                <c:pt idx="0">
                  <c:v>Series 2</c:v>
                </c:pt>
              </c:strCache>
            </c:strRef>
          </c:tx>
          <c:spPr>
            <a:solidFill>
              <a:schemeClr val="accent2"/>
            </a:solidFill>
            <a:ln>
              <a:noFill/>
            </a:ln>
            <a:effectLst/>
          </c:spPr>
          <c:invertIfNegative val="0"/>
          <c:cat>
            <c:strRef>
              <c:f>Sheet1!$A$2:$A$7</c:f>
              <c:strCache>
                <c:ptCount val="6"/>
                <c:pt idx="0">
                  <c:v>Category 1</c:v>
                </c:pt>
                <c:pt idx="1">
                  <c:v>Category 2</c:v>
                </c:pt>
                <c:pt idx="2">
                  <c:v>Category 3</c:v>
                </c:pt>
                <c:pt idx="3">
                  <c:v>Category 4</c:v>
                </c:pt>
                <c:pt idx="4">
                  <c:v>Category 5</c:v>
                </c:pt>
                <c:pt idx="5">
                  <c:v>Category 6</c:v>
                </c:pt>
              </c:strCache>
            </c:strRef>
          </c:cat>
          <c:val>
            <c:numRef>
              <c:f>Sheet1!$C$2:$C$7</c:f>
              <c:numCache>
                <c:formatCode>General</c:formatCode>
                <c:ptCount val="6"/>
                <c:pt idx="0">
                  <c:v>1400</c:v>
                </c:pt>
                <c:pt idx="1">
                  <c:v>1356</c:v>
                </c:pt>
                <c:pt idx="2">
                  <c:v>1275</c:v>
                </c:pt>
                <c:pt idx="3">
                  <c:v>1220</c:v>
                </c:pt>
                <c:pt idx="4">
                  <c:v>1100</c:v>
                </c:pt>
                <c:pt idx="5">
                  <c:v>1000</c:v>
                </c:pt>
              </c:numCache>
            </c:numRef>
          </c:val>
          <c:extLst>
            <c:ext xmlns:c16="http://schemas.microsoft.com/office/drawing/2014/chart" uri="{C3380CC4-5D6E-409C-BE32-E72D297353CC}">
              <c16:uniqueId val="{00000001-28CE-9846-AFAC-6A3C3C668BCF}"/>
            </c:ext>
          </c:extLst>
        </c:ser>
        <c:ser>
          <c:idx val="2"/>
          <c:order val="2"/>
          <c:tx>
            <c:strRef>
              <c:f>Sheet1!$D$1</c:f>
              <c:strCache>
                <c:ptCount val="1"/>
                <c:pt idx="0">
                  <c:v>Series 3</c:v>
                </c:pt>
              </c:strCache>
            </c:strRef>
          </c:tx>
          <c:spPr>
            <a:solidFill>
              <a:schemeClr val="accent3"/>
            </a:solidFill>
            <a:ln>
              <a:noFill/>
            </a:ln>
            <a:effectLst/>
          </c:spPr>
          <c:invertIfNegative val="0"/>
          <c:dPt>
            <c:idx val="0"/>
            <c:invertIfNegative val="0"/>
            <c:bubble3D val="0"/>
            <c:extLst>
              <c:ext xmlns:c16="http://schemas.microsoft.com/office/drawing/2014/chart" uri="{C3380CC4-5D6E-409C-BE32-E72D297353CC}">
                <c16:uniqueId val="{00000002-28CE-9846-AFAC-6A3C3C668BCF}"/>
              </c:ext>
            </c:extLst>
          </c:dPt>
          <c:dPt>
            <c:idx val="1"/>
            <c:invertIfNegative val="0"/>
            <c:bubble3D val="0"/>
            <c:extLst>
              <c:ext xmlns:c16="http://schemas.microsoft.com/office/drawing/2014/chart" uri="{C3380CC4-5D6E-409C-BE32-E72D297353CC}">
                <c16:uniqueId val="{00000003-28CE-9846-AFAC-6A3C3C668BCF}"/>
              </c:ext>
            </c:extLst>
          </c:dPt>
          <c:dPt>
            <c:idx val="2"/>
            <c:invertIfNegative val="0"/>
            <c:bubble3D val="0"/>
            <c:extLst>
              <c:ext xmlns:c16="http://schemas.microsoft.com/office/drawing/2014/chart" uri="{C3380CC4-5D6E-409C-BE32-E72D297353CC}">
                <c16:uniqueId val="{00000004-28CE-9846-AFAC-6A3C3C668BCF}"/>
              </c:ext>
            </c:extLst>
          </c:dPt>
          <c:dPt>
            <c:idx val="3"/>
            <c:invertIfNegative val="0"/>
            <c:bubble3D val="0"/>
            <c:extLst>
              <c:ext xmlns:c16="http://schemas.microsoft.com/office/drawing/2014/chart" uri="{C3380CC4-5D6E-409C-BE32-E72D297353CC}">
                <c16:uniqueId val="{00000005-28CE-9846-AFAC-6A3C3C668BCF}"/>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Sheet1!$D$2:$D$7</c:f>
              <c:numCache>
                <c:formatCode>General</c:formatCode>
                <c:ptCount val="6"/>
                <c:pt idx="0">
                  <c:v>350</c:v>
                </c:pt>
                <c:pt idx="1">
                  <c:v>500</c:v>
                </c:pt>
                <c:pt idx="2">
                  <c:v>660</c:v>
                </c:pt>
                <c:pt idx="3">
                  <c:v>870</c:v>
                </c:pt>
                <c:pt idx="4">
                  <c:v>975</c:v>
                </c:pt>
                <c:pt idx="5">
                  <c:v>1250</c:v>
                </c:pt>
              </c:numCache>
            </c:numRef>
          </c:val>
          <c:extLst>
            <c:ext xmlns:c16="http://schemas.microsoft.com/office/drawing/2014/chart" uri="{C3380CC4-5D6E-409C-BE32-E72D297353CC}">
              <c16:uniqueId val="{00000006-28CE-9846-AFAC-6A3C3C668BCF}"/>
            </c:ext>
          </c:extLst>
        </c:ser>
        <c:dLbls>
          <c:showLegendKey val="0"/>
          <c:showVal val="0"/>
          <c:showCatName val="0"/>
          <c:showSerName val="0"/>
          <c:showPercent val="0"/>
          <c:showBubbleSize val="0"/>
        </c:dLbls>
        <c:gapWidth val="76"/>
        <c:overlap val="100"/>
        <c:axId val="12656784"/>
        <c:axId val="8322416"/>
      </c:barChart>
      <c:catAx>
        <c:axId val="12656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8322416"/>
        <c:crosses val="autoZero"/>
        <c:auto val="1"/>
        <c:lblAlgn val="ctr"/>
        <c:lblOffset val="100"/>
        <c:noMultiLvlLbl val="0"/>
      </c:catAx>
      <c:valAx>
        <c:axId val="83224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2656784"/>
        <c:crosses val="autoZero"/>
        <c:crossBetween val="between"/>
        <c:majorUnit val="10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numRef>
              <c:f>Sheet1!$A$2:$A$28</c:f>
              <c:numCache>
                <c:formatCode>General</c:formatCode>
                <c:ptCount val="27"/>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pt idx="21">
                  <c:v>2015</c:v>
                </c:pt>
                <c:pt idx="22">
                  <c:v>2016</c:v>
                </c:pt>
                <c:pt idx="23">
                  <c:v>2017</c:v>
                </c:pt>
                <c:pt idx="24">
                  <c:v>2018</c:v>
                </c:pt>
                <c:pt idx="25">
                  <c:v>2019</c:v>
                </c:pt>
                <c:pt idx="26">
                  <c:v>2020</c:v>
                </c:pt>
              </c:numCache>
            </c:numRef>
          </c:cat>
          <c:val>
            <c:numRef>
              <c:f>Sheet1!$B$2:$B$28</c:f>
              <c:numCache>
                <c:formatCode>General</c:formatCode>
                <c:ptCount val="27"/>
                <c:pt idx="0">
                  <c:v>2.1999999999999999E-2</c:v>
                </c:pt>
                <c:pt idx="1">
                  <c:v>0.03</c:v>
                </c:pt>
                <c:pt idx="2">
                  <c:v>0.04</c:v>
                </c:pt>
                <c:pt idx="3">
                  <c:v>0.05</c:v>
                </c:pt>
                <c:pt idx="4">
                  <c:v>6.6000000000000003E-2</c:v>
                </c:pt>
                <c:pt idx="5">
                  <c:v>0.05</c:v>
                </c:pt>
                <c:pt idx="6">
                  <c:v>0.04</c:v>
                </c:pt>
                <c:pt idx="7">
                  <c:v>0.06</c:v>
                </c:pt>
                <c:pt idx="8">
                  <c:v>0.09</c:v>
                </c:pt>
                <c:pt idx="9">
                  <c:v>0.06</c:v>
                </c:pt>
                <c:pt idx="10">
                  <c:v>6.9000000000000006E-2</c:v>
                </c:pt>
                <c:pt idx="11">
                  <c:v>5.1999999999999998E-2</c:v>
                </c:pt>
                <c:pt idx="12">
                  <c:v>0.04</c:v>
                </c:pt>
                <c:pt idx="13">
                  <c:v>7.0000000000000007E-2</c:v>
                </c:pt>
                <c:pt idx="14">
                  <c:v>0.09</c:v>
                </c:pt>
                <c:pt idx="15">
                  <c:v>0.09</c:v>
                </c:pt>
                <c:pt idx="16">
                  <c:v>0.112</c:v>
                </c:pt>
                <c:pt idx="17">
                  <c:v>9.9000000000000005E-2</c:v>
                </c:pt>
                <c:pt idx="18">
                  <c:v>0.17</c:v>
                </c:pt>
                <c:pt idx="19">
                  <c:v>0.14000000000000001</c:v>
                </c:pt>
                <c:pt idx="20">
                  <c:v>0.12</c:v>
                </c:pt>
                <c:pt idx="21">
                  <c:v>0.17100000000000001</c:v>
                </c:pt>
                <c:pt idx="22">
                  <c:v>0.28499999999999998</c:v>
                </c:pt>
                <c:pt idx="23">
                  <c:v>0.24</c:v>
                </c:pt>
                <c:pt idx="24">
                  <c:v>0.31</c:v>
                </c:pt>
                <c:pt idx="25">
                  <c:v>0.36</c:v>
                </c:pt>
                <c:pt idx="26">
                  <c:v>0.39</c:v>
                </c:pt>
              </c:numCache>
            </c:numRef>
          </c:val>
          <c:smooth val="0"/>
          <c:extLst>
            <c:ext xmlns:c16="http://schemas.microsoft.com/office/drawing/2014/chart" uri="{C3380CC4-5D6E-409C-BE32-E72D297353CC}">
              <c16:uniqueId val="{00000000-F493-4F3B-BA84-7CB3D2F70347}"/>
            </c:ext>
          </c:extLst>
        </c:ser>
        <c:ser>
          <c:idx val="1"/>
          <c:order val="1"/>
          <c:tx>
            <c:strRef>
              <c:f>Sheet1!$C$1</c:f>
              <c:strCache>
                <c:ptCount val="1"/>
                <c:pt idx="0">
                  <c:v>Series 2</c:v>
                </c:pt>
              </c:strCache>
            </c:strRef>
          </c:tx>
          <c:spPr>
            <a:ln w="28575" cap="rnd">
              <a:solidFill>
                <a:schemeClr val="accent2"/>
              </a:solidFill>
              <a:round/>
            </a:ln>
            <a:effectLst/>
          </c:spPr>
          <c:marker>
            <c:symbol val="none"/>
          </c:marker>
          <c:cat>
            <c:numRef>
              <c:f>Sheet1!$A$2:$A$28</c:f>
              <c:numCache>
                <c:formatCode>General</c:formatCode>
                <c:ptCount val="27"/>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pt idx="21">
                  <c:v>2015</c:v>
                </c:pt>
                <c:pt idx="22">
                  <c:v>2016</c:v>
                </c:pt>
                <c:pt idx="23">
                  <c:v>2017</c:v>
                </c:pt>
                <c:pt idx="24">
                  <c:v>2018</c:v>
                </c:pt>
                <c:pt idx="25">
                  <c:v>2019</c:v>
                </c:pt>
                <c:pt idx="26">
                  <c:v>2020</c:v>
                </c:pt>
              </c:numCache>
            </c:numRef>
          </c:cat>
          <c:val>
            <c:numRef>
              <c:f>Sheet1!$C$2:$C$28</c:f>
              <c:numCache>
                <c:formatCode>General</c:formatCode>
                <c:ptCount val="27"/>
                <c:pt idx="0">
                  <c:v>7.0999999999999994E-2</c:v>
                </c:pt>
                <c:pt idx="1">
                  <c:v>7.0000000000000007E-2</c:v>
                </c:pt>
                <c:pt idx="2">
                  <c:v>0.1</c:v>
                </c:pt>
                <c:pt idx="3">
                  <c:v>9.7000000000000003E-2</c:v>
                </c:pt>
                <c:pt idx="4">
                  <c:v>0.09</c:v>
                </c:pt>
                <c:pt idx="5">
                  <c:v>0.14000000000000001</c:v>
                </c:pt>
                <c:pt idx="6">
                  <c:v>7.0000000000000007E-2</c:v>
                </c:pt>
                <c:pt idx="7">
                  <c:v>0.06</c:v>
                </c:pt>
                <c:pt idx="8">
                  <c:v>0.06</c:v>
                </c:pt>
                <c:pt idx="9">
                  <c:v>0.08</c:v>
                </c:pt>
                <c:pt idx="10">
                  <c:v>0.11799999999999999</c:v>
                </c:pt>
                <c:pt idx="11">
                  <c:v>0.10199999999999999</c:v>
                </c:pt>
                <c:pt idx="12">
                  <c:v>0.11</c:v>
                </c:pt>
                <c:pt idx="13">
                  <c:v>0.16</c:v>
                </c:pt>
                <c:pt idx="14">
                  <c:v>0.17</c:v>
                </c:pt>
                <c:pt idx="15">
                  <c:v>0.22</c:v>
                </c:pt>
                <c:pt idx="16">
                  <c:v>0.224</c:v>
                </c:pt>
                <c:pt idx="17">
                  <c:v>0.23699999999999999</c:v>
                </c:pt>
                <c:pt idx="18">
                  <c:v>0.23699999999999999</c:v>
                </c:pt>
                <c:pt idx="19">
                  <c:v>0.32</c:v>
                </c:pt>
                <c:pt idx="20">
                  <c:v>0.25</c:v>
                </c:pt>
                <c:pt idx="21">
                  <c:v>0.314</c:v>
                </c:pt>
                <c:pt idx="22">
                  <c:v>0.36099999999999999</c:v>
                </c:pt>
                <c:pt idx="23">
                  <c:v>0.36099999999999999</c:v>
                </c:pt>
                <c:pt idx="24">
                  <c:v>0.45</c:v>
                </c:pt>
                <c:pt idx="25">
                  <c:v>0.43</c:v>
                </c:pt>
                <c:pt idx="26">
                  <c:v>0.49199999999999999</c:v>
                </c:pt>
              </c:numCache>
            </c:numRef>
          </c:val>
          <c:smooth val="0"/>
          <c:extLst>
            <c:ext xmlns:c16="http://schemas.microsoft.com/office/drawing/2014/chart" uri="{C3380CC4-5D6E-409C-BE32-E72D297353CC}">
              <c16:uniqueId val="{00000001-F493-4F3B-BA84-7CB3D2F70347}"/>
            </c:ext>
          </c:extLst>
        </c:ser>
        <c:ser>
          <c:idx val="2"/>
          <c:order val="2"/>
          <c:tx>
            <c:strRef>
              <c:f>Sheet1!$D$1</c:f>
              <c:strCache>
                <c:ptCount val="1"/>
                <c:pt idx="0">
                  <c:v>Series 3</c:v>
                </c:pt>
              </c:strCache>
            </c:strRef>
          </c:tx>
          <c:spPr>
            <a:ln w="28575" cap="rnd">
              <a:solidFill>
                <a:schemeClr val="accent3"/>
              </a:solidFill>
              <a:round/>
            </a:ln>
            <a:effectLst/>
          </c:spPr>
          <c:marker>
            <c:symbol val="none"/>
          </c:marker>
          <c:cat>
            <c:numRef>
              <c:f>Sheet1!$A$2:$A$28</c:f>
              <c:numCache>
                <c:formatCode>General</c:formatCode>
                <c:ptCount val="27"/>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pt idx="21">
                  <c:v>2015</c:v>
                </c:pt>
                <c:pt idx="22">
                  <c:v>2016</c:v>
                </c:pt>
                <c:pt idx="23">
                  <c:v>2017</c:v>
                </c:pt>
                <c:pt idx="24">
                  <c:v>2018</c:v>
                </c:pt>
                <c:pt idx="25">
                  <c:v>2019</c:v>
                </c:pt>
                <c:pt idx="26">
                  <c:v>2020</c:v>
                </c:pt>
              </c:numCache>
            </c:numRef>
          </c:cat>
          <c:val>
            <c:numRef>
              <c:f>Sheet1!$D$2:$D$28</c:f>
              <c:numCache>
                <c:formatCode>General</c:formatCode>
                <c:ptCount val="27"/>
                <c:pt idx="0">
                  <c:v>9.4E-2</c:v>
                </c:pt>
                <c:pt idx="1">
                  <c:v>0.12</c:v>
                </c:pt>
                <c:pt idx="2">
                  <c:v>0.11</c:v>
                </c:pt>
                <c:pt idx="3">
                  <c:v>9.7000000000000003E-2</c:v>
                </c:pt>
                <c:pt idx="4">
                  <c:v>0.13900000000000001</c:v>
                </c:pt>
                <c:pt idx="5">
                  <c:v>0.13</c:v>
                </c:pt>
                <c:pt idx="6">
                  <c:v>0.14000000000000001</c:v>
                </c:pt>
                <c:pt idx="7">
                  <c:v>0.16</c:v>
                </c:pt>
                <c:pt idx="8">
                  <c:v>0.18</c:v>
                </c:pt>
                <c:pt idx="9">
                  <c:v>0.14000000000000001</c:v>
                </c:pt>
                <c:pt idx="10">
                  <c:v>0.16300000000000001</c:v>
                </c:pt>
                <c:pt idx="11">
                  <c:v>0.122</c:v>
                </c:pt>
                <c:pt idx="12">
                  <c:v>0.18</c:v>
                </c:pt>
                <c:pt idx="13">
                  <c:v>0.32</c:v>
                </c:pt>
                <c:pt idx="14">
                  <c:v>0.22</c:v>
                </c:pt>
                <c:pt idx="15">
                  <c:v>0.24</c:v>
                </c:pt>
                <c:pt idx="16">
                  <c:v>0.246</c:v>
                </c:pt>
                <c:pt idx="17">
                  <c:v>0.26200000000000001</c:v>
                </c:pt>
                <c:pt idx="18">
                  <c:v>0.34</c:v>
                </c:pt>
                <c:pt idx="19">
                  <c:v>0.28000000000000003</c:v>
                </c:pt>
                <c:pt idx="20">
                  <c:v>0.31</c:v>
                </c:pt>
                <c:pt idx="21">
                  <c:v>0.372</c:v>
                </c:pt>
                <c:pt idx="22">
                  <c:v>0.42499999999999999</c:v>
                </c:pt>
                <c:pt idx="23">
                  <c:v>0.44</c:v>
                </c:pt>
                <c:pt idx="24">
                  <c:v>0.46</c:v>
                </c:pt>
                <c:pt idx="25">
                  <c:v>0.51</c:v>
                </c:pt>
                <c:pt idx="26">
                  <c:v>0.57699999999999996</c:v>
                </c:pt>
              </c:numCache>
            </c:numRef>
          </c:val>
          <c:smooth val="0"/>
          <c:extLst>
            <c:ext xmlns:c16="http://schemas.microsoft.com/office/drawing/2014/chart" uri="{C3380CC4-5D6E-409C-BE32-E72D297353CC}">
              <c16:uniqueId val="{00000002-F493-4F3B-BA84-7CB3D2F70347}"/>
            </c:ext>
          </c:extLst>
        </c:ser>
        <c:ser>
          <c:idx val="3"/>
          <c:order val="3"/>
          <c:tx>
            <c:strRef>
              <c:f>Sheet1!$E$1</c:f>
              <c:strCache>
                <c:ptCount val="1"/>
                <c:pt idx="0">
                  <c:v>Series 4</c:v>
                </c:pt>
              </c:strCache>
            </c:strRef>
          </c:tx>
          <c:spPr>
            <a:ln w="28575" cap="rnd">
              <a:solidFill>
                <a:schemeClr val="accent5"/>
              </a:solidFill>
              <a:round/>
            </a:ln>
            <a:effectLst/>
          </c:spPr>
          <c:marker>
            <c:symbol val="none"/>
          </c:marker>
          <c:cat>
            <c:numRef>
              <c:f>Sheet1!$A$2:$A$28</c:f>
              <c:numCache>
                <c:formatCode>General</c:formatCode>
                <c:ptCount val="27"/>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pt idx="21">
                  <c:v>2015</c:v>
                </c:pt>
                <c:pt idx="22">
                  <c:v>2016</c:v>
                </c:pt>
                <c:pt idx="23">
                  <c:v>2017</c:v>
                </c:pt>
                <c:pt idx="24">
                  <c:v>2018</c:v>
                </c:pt>
                <c:pt idx="25">
                  <c:v>2019</c:v>
                </c:pt>
                <c:pt idx="26">
                  <c:v>2020</c:v>
                </c:pt>
              </c:numCache>
            </c:numRef>
          </c:cat>
          <c:val>
            <c:numRef>
              <c:f>Sheet1!$E$2:$E$28</c:f>
              <c:numCache>
                <c:formatCode>General</c:formatCode>
                <c:ptCount val="27"/>
                <c:pt idx="0">
                  <c:v>0.17499999999999999</c:v>
                </c:pt>
                <c:pt idx="1">
                  <c:v>0.19</c:v>
                </c:pt>
                <c:pt idx="2">
                  <c:v>0.23</c:v>
                </c:pt>
                <c:pt idx="3">
                  <c:v>0.21</c:v>
                </c:pt>
                <c:pt idx="4">
                  <c:v>0.187</c:v>
                </c:pt>
                <c:pt idx="5">
                  <c:v>0.08</c:v>
                </c:pt>
                <c:pt idx="6">
                  <c:v>0.17499999999999999</c:v>
                </c:pt>
                <c:pt idx="7">
                  <c:v>0.18</c:v>
                </c:pt>
                <c:pt idx="8">
                  <c:v>0.14000000000000001</c:v>
                </c:pt>
                <c:pt idx="9">
                  <c:v>0.16</c:v>
                </c:pt>
                <c:pt idx="10">
                  <c:v>0.184</c:v>
                </c:pt>
                <c:pt idx="11">
                  <c:v>0.16900000000000001</c:v>
                </c:pt>
                <c:pt idx="12">
                  <c:v>0.17</c:v>
                </c:pt>
                <c:pt idx="13">
                  <c:v>0.26</c:v>
                </c:pt>
                <c:pt idx="14">
                  <c:v>0.28499999999999998</c:v>
                </c:pt>
                <c:pt idx="15">
                  <c:v>0.36</c:v>
                </c:pt>
                <c:pt idx="16">
                  <c:v>0.372</c:v>
                </c:pt>
                <c:pt idx="17">
                  <c:v>0.36499999999999999</c:v>
                </c:pt>
                <c:pt idx="18">
                  <c:v>0.4</c:v>
                </c:pt>
                <c:pt idx="19">
                  <c:v>0.28999999999999998</c:v>
                </c:pt>
                <c:pt idx="20">
                  <c:v>0.4</c:v>
                </c:pt>
                <c:pt idx="21">
                  <c:v>0.49299999999999999</c:v>
                </c:pt>
                <c:pt idx="22">
                  <c:v>0.51900000000000002</c:v>
                </c:pt>
                <c:pt idx="23">
                  <c:v>0.55000000000000004</c:v>
                </c:pt>
                <c:pt idx="24">
                  <c:v>0.63</c:v>
                </c:pt>
                <c:pt idx="25">
                  <c:v>0.66</c:v>
                </c:pt>
                <c:pt idx="26">
                  <c:v>0.70099999999999996</c:v>
                </c:pt>
              </c:numCache>
            </c:numRef>
          </c:val>
          <c:smooth val="0"/>
          <c:extLst>
            <c:ext xmlns:c16="http://schemas.microsoft.com/office/drawing/2014/chart" uri="{C3380CC4-5D6E-409C-BE32-E72D297353CC}">
              <c16:uniqueId val="{00000003-F493-4F3B-BA84-7CB3D2F70347}"/>
            </c:ext>
          </c:extLst>
        </c:ser>
        <c:dLbls>
          <c:showLegendKey val="0"/>
          <c:showVal val="0"/>
          <c:showCatName val="0"/>
          <c:showSerName val="0"/>
          <c:showPercent val="0"/>
          <c:showBubbleSize val="0"/>
        </c:dLbls>
        <c:smooth val="0"/>
        <c:axId val="247678015"/>
        <c:axId val="270064399"/>
      </c:lineChart>
      <c:catAx>
        <c:axId val="247678015"/>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270064399"/>
        <c:crosses val="autoZero"/>
        <c:auto val="1"/>
        <c:lblAlgn val="ctr"/>
        <c:lblOffset val="100"/>
        <c:tickLblSkip val="5"/>
        <c:noMultiLvlLbl val="0"/>
      </c:catAx>
      <c:valAx>
        <c:axId val="270064399"/>
        <c:scaling>
          <c:orientation val="minMax"/>
        </c:scaling>
        <c:delete val="0"/>
        <c:axPos val="l"/>
        <c:majorGridlines>
          <c:spPr>
            <a:ln w="9525" cap="flat" cmpd="sng" algn="ctr">
              <a:solidFill>
                <a:schemeClr val="tx1">
                  <a:lumMod val="15000"/>
                  <a:lumOff val="8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247678015"/>
        <c:crosses val="autoZero"/>
        <c:crossBetween val="between"/>
        <c:majorUnit val="0.5"/>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1200</c:v>
                </c:pt>
                <c:pt idx="1">
                  <c:v>1091</c:v>
                </c:pt>
                <c:pt idx="2">
                  <c:v>1091</c:v>
                </c:pt>
                <c:pt idx="3">
                  <c:v>1002</c:v>
                </c:pt>
                <c:pt idx="4">
                  <c:v>1091</c:v>
                </c:pt>
                <c:pt idx="5">
                  <c:v>1091</c:v>
                </c:pt>
              </c:numCache>
            </c:numRef>
          </c:val>
          <c:extLst>
            <c:ext xmlns:c16="http://schemas.microsoft.com/office/drawing/2014/chart" uri="{C3380CC4-5D6E-409C-BE32-E72D297353CC}">
              <c16:uniqueId val="{00000000-0A50-5643-8B7A-40C3FF4D2922}"/>
            </c:ext>
          </c:extLst>
        </c:ser>
        <c:ser>
          <c:idx val="1"/>
          <c:order val="1"/>
          <c:tx>
            <c:strRef>
              <c:f>Sheet1!$C$1</c:f>
              <c:strCache>
                <c:ptCount val="1"/>
                <c:pt idx="0">
                  <c:v>Series 2</c:v>
                </c:pt>
              </c:strCache>
            </c:strRef>
          </c:tx>
          <c:spPr>
            <a:solidFill>
              <a:schemeClr val="accent2"/>
            </a:solidFill>
            <a:ln>
              <a:noFill/>
            </a:ln>
            <a:effectLst/>
          </c:spPr>
          <c:invertIfNegative val="0"/>
          <c:cat>
            <c:strRef>
              <c:f>Sheet1!$A$2:$A$7</c:f>
              <c:strCache>
                <c:ptCount val="6"/>
                <c:pt idx="0">
                  <c:v>Category 1</c:v>
                </c:pt>
                <c:pt idx="1">
                  <c:v>Category 2</c:v>
                </c:pt>
                <c:pt idx="2">
                  <c:v>Category 3</c:v>
                </c:pt>
                <c:pt idx="3">
                  <c:v>Category 4</c:v>
                </c:pt>
                <c:pt idx="4">
                  <c:v>Category 5</c:v>
                </c:pt>
                <c:pt idx="5">
                  <c:v>Category 6</c:v>
                </c:pt>
              </c:strCache>
            </c:strRef>
          </c:cat>
          <c:val>
            <c:numRef>
              <c:f>Sheet1!$C$2:$C$7</c:f>
              <c:numCache>
                <c:formatCode>General</c:formatCode>
                <c:ptCount val="6"/>
                <c:pt idx="0">
                  <c:v>1400</c:v>
                </c:pt>
                <c:pt idx="1">
                  <c:v>1356</c:v>
                </c:pt>
                <c:pt idx="2">
                  <c:v>1275</c:v>
                </c:pt>
                <c:pt idx="3">
                  <c:v>1220</c:v>
                </c:pt>
                <c:pt idx="4">
                  <c:v>1100</c:v>
                </c:pt>
                <c:pt idx="5">
                  <c:v>1000</c:v>
                </c:pt>
              </c:numCache>
            </c:numRef>
          </c:val>
          <c:extLst>
            <c:ext xmlns:c16="http://schemas.microsoft.com/office/drawing/2014/chart" uri="{C3380CC4-5D6E-409C-BE32-E72D297353CC}">
              <c16:uniqueId val="{00000001-0A50-5643-8B7A-40C3FF4D2922}"/>
            </c:ext>
          </c:extLst>
        </c:ser>
        <c:ser>
          <c:idx val="2"/>
          <c:order val="2"/>
          <c:tx>
            <c:strRef>
              <c:f>Sheet1!$D$1</c:f>
              <c:strCache>
                <c:ptCount val="1"/>
                <c:pt idx="0">
                  <c:v>Series 3</c:v>
                </c:pt>
              </c:strCache>
            </c:strRef>
          </c:tx>
          <c:spPr>
            <a:solidFill>
              <a:schemeClr val="accent3"/>
            </a:solidFill>
            <a:ln>
              <a:noFill/>
            </a:ln>
            <a:effectLst/>
          </c:spPr>
          <c:invertIfNegative val="0"/>
          <c:dPt>
            <c:idx val="0"/>
            <c:invertIfNegative val="0"/>
            <c:bubble3D val="0"/>
            <c:extLst>
              <c:ext xmlns:c16="http://schemas.microsoft.com/office/drawing/2014/chart" uri="{C3380CC4-5D6E-409C-BE32-E72D297353CC}">
                <c16:uniqueId val="{00000002-0A50-5643-8B7A-40C3FF4D2922}"/>
              </c:ext>
            </c:extLst>
          </c:dPt>
          <c:dPt>
            <c:idx val="1"/>
            <c:invertIfNegative val="0"/>
            <c:bubble3D val="0"/>
            <c:extLst>
              <c:ext xmlns:c16="http://schemas.microsoft.com/office/drawing/2014/chart" uri="{C3380CC4-5D6E-409C-BE32-E72D297353CC}">
                <c16:uniqueId val="{00000003-0A50-5643-8B7A-40C3FF4D2922}"/>
              </c:ext>
            </c:extLst>
          </c:dPt>
          <c:dPt>
            <c:idx val="2"/>
            <c:invertIfNegative val="0"/>
            <c:bubble3D val="0"/>
            <c:extLst>
              <c:ext xmlns:c16="http://schemas.microsoft.com/office/drawing/2014/chart" uri="{C3380CC4-5D6E-409C-BE32-E72D297353CC}">
                <c16:uniqueId val="{00000004-0A50-5643-8B7A-40C3FF4D2922}"/>
              </c:ext>
            </c:extLst>
          </c:dPt>
          <c:dPt>
            <c:idx val="3"/>
            <c:invertIfNegative val="0"/>
            <c:bubble3D val="0"/>
            <c:extLst>
              <c:ext xmlns:c16="http://schemas.microsoft.com/office/drawing/2014/chart" uri="{C3380CC4-5D6E-409C-BE32-E72D297353CC}">
                <c16:uniqueId val="{00000005-0A50-5643-8B7A-40C3FF4D2922}"/>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Sheet1!$D$2:$D$7</c:f>
              <c:numCache>
                <c:formatCode>General</c:formatCode>
                <c:ptCount val="6"/>
                <c:pt idx="0">
                  <c:v>350</c:v>
                </c:pt>
                <c:pt idx="1">
                  <c:v>500</c:v>
                </c:pt>
                <c:pt idx="2">
                  <c:v>660</c:v>
                </c:pt>
                <c:pt idx="3">
                  <c:v>870</c:v>
                </c:pt>
                <c:pt idx="4">
                  <c:v>975</c:v>
                </c:pt>
                <c:pt idx="5">
                  <c:v>1250</c:v>
                </c:pt>
              </c:numCache>
            </c:numRef>
          </c:val>
          <c:extLst>
            <c:ext xmlns:c16="http://schemas.microsoft.com/office/drawing/2014/chart" uri="{C3380CC4-5D6E-409C-BE32-E72D297353CC}">
              <c16:uniqueId val="{00000006-0A50-5643-8B7A-40C3FF4D2922}"/>
            </c:ext>
          </c:extLst>
        </c:ser>
        <c:dLbls>
          <c:showLegendKey val="0"/>
          <c:showVal val="0"/>
          <c:showCatName val="0"/>
          <c:showSerName val="0"/>
          <c:showPercent val="0"/>
          <c:showBubbleSize val="0"/>
        </c:dLbls>
        <c:gapWidth val="76"/>
        <c:overlap val="100"/>
        <c:axId val="12656784"/>
        <c:axId val="8322416"/>
      </c:barChart>
      <c:catAx>
        <c:axId val="12656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8322416"/>
        <c:crosses val="autoZero"/>
        <c:auto val="1"/>
        <c:lblAlgn val="ctr"/>
        <c:lblOffset val="100"/>
        <c:noMultiLvlLbl val="0"/>
      </c:catAx>
      <c:valAx>
        <c:axId val="83224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2656784"/>
        <c:crosses val="autoZero"/>
        <c:crossBetween val="between"/>
        <c:majorUnit val="10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a:noFill/>
              </a:ln>
              <a:effectLst/>
            </c:spPr>
            <c:extLst>
              <c:ext xmlns:c16="http://schemas.microsoft.com/office/drawing/2014/chart" uri="{C3380CC4-5D6E-409C-BE32-E72D297353CC}">
                <c16:uniqueId val="{00000001-5BAB-4B06-8E0C-B3E0586DCCB9}"/>
              </c:ext>
            </c:extLst>
          </c:dPt>
          <c:dPt>
            <c:idx val="1"/>
            <c:bubble3D val="0"/>
            <c:spPr>
              <a:solidFill>
                <a:schemeClr val="accent2"/>
              </a:solidFill>
              <a:ln>
                <a:noFill/>
              </a:ln>
              <a:effectLst/>
            </c:spPr>
            <c:extLst>
              <c:ext xmlns:c16="http://schemas.microsoft.com/office/drawing/2014/chart" uri="{C3380CC4-5D6E-409C-BE32-E72D297353CC}">
                <c16:uniqueId val="{00000003-5BAB-4B06-8E0C-B3E0586DCCB9}"/>
              </c:ext>
            </c:extLst>
          </c:dPt>
          <c:dPt>
            <c:idx val="2"/>
            <c:bubble3D val="0"/>
            <c:spPr>
              <a:solidFill>
                <a:schemeClr val="accent3"/>
              </a:solidFill>
              <a:ln>
                <a:noFill/>
              </a:ln>
              <a:effectLst/>
            </c:spPr>
            <c:extLst>
              <c:ext xmlns:c16="http://schemas.microsoft.com/office/drawing/2014/chart" uri="{C3380CC4-5D6E-409C-BE32-E72D297353CC}">
                <c16:uniqueId val="{00000005-5BAB-4B06-8E0C-B3E0586DCCB9}"/>
              </c:ext>
            </c:extLst>
          </c:dPt>
          <c:dPt>
            <c:idx val="3"/>
            <c:bubble3D val="0"/>
            <c:spPr>
              <a:solidFill>
                <a:schemeClr val="accent4"/>
              </a:solidFill>
              <a:ln>
                <a:noFill/>
              </a:ln>
              <a:effectLst/>
            </c:spPr>
            <c:extLst>
              <c:ext xmlns:c16="http://schemas.microsoft.com/office/drawing/2014/chart" uri="{C3380CC4-5D6E-409C-BE32-E72D297353CC}">
                <c16:uniqueId val="{00000007-7DE5-41AF-A75D-8F7C67D8E752}"/>
              </c:ext>
            </c:extLst>
          </c:dPt>
          <c:dPt>
            <c:idx val="4"/>
            <c:bubble3D val="0"/>
            <c:spPr>
              <a:solidFill>
                <a:schemeClr val="accent5"/>
              </a:solidFill>
              <a:ln>
                <a:noFill/>
              </a:ln>
              <a:effectLst/>
            </c:spPr>
            <c:extLst>
              <c:ext xmlns:c16="http://schemas.microsoft.com/office/drawing/2014/chart" uri="{C3380CC4-5D6E-409C-BE32-E72D297353CC}">
                <c16:uniqueId val="{00000009-7DE5-41AF-A75D-8F7C67D8E752}"/>
              </c:ext>
            </c:extLst>
          </c:dPt>
          <c:cat>
            <c:strRef>
              <c:f>Sheet1!$A$2:$A$6</c:f>
              <c:strCache>
                <c:ptCount val="5"/>
                <c:pt idx="0">
                  <c:v>Category 4</c:v>
                </c:pt>
                <c:pt idx="1">
                  <c:v>Category 3</c:v>
                </c:pt>
                <c:pt idx="2">
                  <c:v>Category 2</c:v>
                </c:pt>
                <c:pt idx="3">
                  <c:v>Category 1</c:v>
                </c:pt>
                <c:pt idx="4">
                  <c:v>Category 5</c:v>
                </c:pt>
              </c:strCache>
            </c:strRef>
          </c:cat>
          <c:val>
            <c:numRef>
              <c:f>Sheet1!$B$2:$B$6</c:f>
              <c:numCache>
                <c:formatCode>General</c:formatCode>
                <c:ptCount val="5"/>
                <c:pt idx="0">
                  <c:v>95</c:v>
                </c:pt>
                <c:pt idx="1">
                  <c:v>86</c:v>
                </c:pt>
                <c:pt idx="2">
                  <c:v>46</c:v>
                </c:pt>
                <c:pt idx="3">
                  <c:v>32</c:v>
                </c:pt>
                <c:pt idx="4">
                  <c:v>18</c:v>
                </c:pt>
              </c:numCache>
            </c:numRef>
          </c:val>
          <c:extLst>
            <c:ext xmlns:c16="http://schemas.microsoft.com/office/drawing/2014/chart" uri="{C3380CC4-5D6E-409C-BE32-E72D297353CC}">
              <c16:uniqueId val="{00000006-5BAB-4B06-8E0C-B3E0586DCCB9}"/>
            </c:ext>
          </c:extLst>
        </c:ser>
        <c:dLbls>
          <c:showLegendKey val="0"/>
          <c:showVal val="0"/>
          <c:showCatName val="0"/>
          <c:showSerName val="0"/>
          <c:showPercent val="0"/>
          <c:showBubbleSize val="0"/>
          <c:showLeaderLines val="0"/>
        </c:dLbls>
        <c:firstSliceAng val="0"/>
        <c:holeSize val="3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prstDash val="solid"/>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E7DBC6CA-7983-4521-A786-5996FE8A6972}"/>
              </a:ext>
            </a:extLst>
          </p:cNvPr>
          <p:cNvSpPr>
            <a:spLocks noGrp="1"/>
          </p:cNvSpPr>
          <p:nvPr>
            <p:ph type="hdr" sz="quarter"/>
          </p:nvPr>
        </p:nvSpPr>
        <p:spPr>
          <a:xfrm>
            <a:off x="464889" y="284499"/>
            <a:ext cx="3077739" cy="471054"/>
          </a:xfrm>
          <a:prstGeom prst="rect">
            <a:avLst/>
          </a:prstGeom>
        </p:spPr>
        <p:txBody>
          <a:bodyPr vert="horz" lIns="94229" tIns="47114" rIns="94229" bIns="47114" rtlCol="0"/>
          <a:lstStyle>
            <a:lvl1pPr algn="l">
              <a:defRPr sz="1200"/>
            </a:lvl1pPr>
          </a:lstStyle>
          <a:p>
            <a:endParaRPr lang="en-US" b="1">
              <a:latin typeface="Montserrat" panose="00000500000000000000" pitchFamily="2" charset="0"/>
              <a:cs typeface="Montserrat" panose="00000500000000000000" pitchFamily="2" charset="0"/>
            </a:endParaRPr>
          </a:p>
        </p:txBody>
      </p:sp>
      <p:sp>
        <p:nvSpPr>
          <p:cNvPr id="3" name="Date Placeholder 2">
            <a:extLst>
              <a:ext uri="{FF2B5EF4-FFF2-40B4-BE49-F238E27FC236}">
                <a16:creationId xmlns:a16="http://schemas.microsoft.com/office/drawing/2014/main" id="{7A96295F-6455-4ECC-93DC-6242C8DB6217}"/>
              </a:ext>
            </a:extLst>
          </p:cNvPr>
          <p:cNvSpPr>
            <a:spLocks noGrp="1"/>
          </p:cNvSpPr>
          <p:nvPr>
            <p:ph type="dt" sz="quarter" idx="1"/>
          </p:nvPr>
        </p:nvSpPr>
        <p:spPr>
          <a:xfrm>
            <a:off x="3542628" y="284499"/>
            <a:ext cx="3077739" cy="471054"/>
          </a:xfrm>
          <a:prstGeom prst="rect">
            <a:avLst/>
          </a:prstGeom>
        </p:spPr>
        <p:txBody>
          <a:bodyPr vert="horz" lIns="94229" tIns="47114" rIns="94229" bIns="47114" rtlCol="0"/>
          <a:lstStyle>
            <a:lvl1pPr algn="r">
              <a:defRPr sz="1200"/>
            </a:lvl1pPr>
          </a:lstStyle>
          <a:p>
            <a:fld id="{45D528A5-CC22-4C5A-A88C-DC5D9532FC79}" type="datetimeFigureOut">
              <a:rPr lang="en-US" sz="1000">
                <a:latin typeface="Montserrat" panose="00000500000000000000" pitchFamily="2" charset="0"/>
                <a:cs typeface="Montserrat" panose="00000500000000000000" pitchFamily="2" charset="0"/>
              </a:rPr>
              <a:t>5/16/2024</a:t>
            </a:fld>
            <a:endParaRPr lang="en-US">
              <a:latin typeface="Montserrat" panose="00000500000000000000" pitchFamily="2" charset="0"/>
              <a:cs typeface="Montserrat" panose="00000500000000000000" pitchFamily="2" charset="0"/>
            </a:endParaRPr>
          </a:p>
        </p:txBody>
      </p:sp>
      <p:sp>
        <p:nvSpPr>
          <p:cNvPr id="4" name="Footer Placeholder 3">
            <a:extLst>
              <a:ext uri="{FF2B5EF4-FFF2-40B4-BE49-F238E27FC236}">
                <a16:creationId xmlns:a16="http://schemas.microsoft.com/office/drawing/2014/main" id="{4B379691-1807-4866-A86E-1E08E5793487}"/>
              </a:ext>
            </a:extLst>
          </p:cNvPr>
          <p:cNvSpPr>
            <a:spLocks noGrp="1"/>
          </p:cNvSpPr>
          <p:nvPr>
            <p:ph type="ftr" sz="quarter" idx="2"/>
          </p:nvPr>
        </p:nvSpPr>
        <p:spPr>
          <a:xfrm>
            <a:off x="464889" y="8667063"/>
            <a:ext cx="5534191" cy="250359"/>
          </a:xfrm>
          <a:prstGeom prst="rect">
            <a:avLst/>
          </a:prstGeom>
        </p:spPr>
        <p:txBody>
          <a:bodyPr vert="horz" lIns="94229" tIns="47114" rIns="94229" bIns="47114" rtlCol="0" anchor="b"/>
          <a:lstStyle>
            <a:lvl1pPr algn="l">
              <a:defRPr sz="1200"/>
            </a:lvl1pPr>
          </a:lstStyle>
          <a:p>
            <a:pPr algn="r"/>
            <a:endParaRPr lang="en-US" sz="700">
              <a:latin typeface="Montserrat" panose="00000500000000000000" pitchFamily="2" charset="0"/>
              <a:cs typeface="Montserrat" panose="00000500000000000000" pitchFamily="2" charset="0"/>
            </a:endParaRPr>
          </a:p>
        </p:txBody>
      </p:sp>
      <p:sp>
        <p:nvSpPr>
          <p:cNvPr id="5" name="Slide Number Placeholder 4">
            <a:extLst>
              <a:ext uri="{FF2B5EF4-FFF2-40B4-BE49-F238E27FC236}">
                <a16:creationId xmlns:a16="http://schemas.microsoft.com/office/drawing/2014/main" id="{86ACBC24-190A-4AE7-A5C2-6A5416B2BC3A}"/>
              </a:ext>
            </a:extLst>
          </p:cNvPr>
          <p:cNvSpPr>
            <a:spLocks noGrp="1"/>
          </p:cNvSpPr>
          <p:nvPr>
            <p:ph type="sldNum" sz="quarter" idx="3"/>
          </p:nvPr>
        </p:nvSpPr>
        <p:spPr>
          <a:xfrm>
            <a:off x="6085380" y="8667063"/>
            <a:ext cx="534988" cy="250359"/>
          </a:xfrm>
          <a:prstGeom prst="rect">
            <a:avLst/>
          </a:prstGeom>
        </p:spPr>
        <p:txBody>
          <a:bodyPr vert="horz" lIns="94229" tIns="47114" rIns="94229" bIns="47114" rtlCol="0" anchor="b"/>
          <a:lstStyle>
            <a:lvl1pPr algn="r">
              <a:defRPr sz="1200"/>
            </a:lvl1pPr>
          </a:lstStyle>
          <a:p>
            <a:fld id="{28FBCD3C-C7AC-4E33-9217-6C64CC67DC7F}" type="slidenum">
              <a:rPr lang="en-US" sz="700">
                <a:latin typeface="Montserrat" panose="00000500000000000000" pitchFamily="2" charset="0"/>
                <a:cs typeface="Montserrat" panose="00000500000000000000" pitchFamily="2" charset="0"/>
              </a:rPr>
              <a:t>‹#›</a:t>
            </a:fld>
            <a:endParaRPr lang="en-US" sz="700">
              <a:latin typeface="Montserrat" panose="00000500000000000000" pitchFamily="2" charset="0"/>
              <a:cs typeface="Montserrat" panose="00000500000000000000" pitchFamily="2" charset="0"/>
            </a:endParaRPr>
          </a:p>
        </p:txBody>
      </p:sp>
    </p:spTree>
    <p:extLst>
      <p:ext uri="{BB962C8B-B14F-4D97-AF65-F5344CB8AC3E}">
        <p14:creationId xmlns:p14="http://schemas.microsoft.com/office/powerpoint/2010/main" val="150615948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556719" y="235527"/>
            <a:ext cx="3077739" cy="471054"/>
          </a:xfrm>
          <a:prstGeom prst="rect">
            <a:avLst/>
          </a:prstGeom>
        </p:spPr>
        <p:txBody>
          <a:bodyPr vert="horz" lIns="94229" tIns="47114" rIns="94229" bIns="47114" rtlCol="0"/>
          <a:lstStyle>
            <a:lvl1pPr algn="l">
              <a:defRPr sz="1200" b="1">
                <a:solidFill>
                  <a:schemeClr val="tx1"/>
                </a:solidFill>
                <a:latin typeface="Montserrat" panose="00000500000000000000" pitchFamily="2" charset="0"/>
              </a:defRPr>
            </a:lvl1pPr>
          </a:lstStyle>
          <a:p>
            <a:endParaRPr lang="en-US"/>
          </a:p>
        </p:txBody>
      </p:sp>
      <p:sp>
        <p:nvSpPr>
          <p:cNvPr id="3" name="Date Placeholder 2"/>
          <p:cNvSpPr>
            <a:spLocks noGrp="1"/>
          </p:cNvSpPr>
          <p:nvPr>
            <p:ph type="dt" idx="1"/>
          </p:nvPr>
        </p:nvSpPr>
        <p:spPr>
          <a:xfrm>
            <a:off x="3437677" y="235527"/>
            <a:ext cx="3077739" cy="471054"/>
          </a:xfrm>
          <a:prstGeom prst="rect">
            <a:avLst/>
          </a:prstGeom>
        </p:spPr>
        <p:txBody>
          <a:bodyPr vert="horz" lIns="94229" tIns="47114" rIns="94229" bIns="47114" rtlCol="0"/>
          <a:lstStyle>
            <a:lvl1pPr algn="r">
              <a:defRPr sz="1000">
                <a:solidFill>
                  <a:schemeClr val="tx1"/>
                </a:solidFill>
                <a:latin typeface="Montserrat" panose="00000500000000000000" pitchFamily="2" charset="0"/>
              </a:defRPr>
            </a:lvl1pPr>
          </a:lstStyle>
          <a:p>
            <a:fld id="{A20443EA-0A02-4B89-8533-47772358691F}" type="datetimeFigureOut">
              <a:rPr lang="en-US" smtClean="0"/>
              <a:pPr/>
              <a:t>5/16/2024</a:t>
            </a:fld>
            <a:endParaRPr lang="en-US"/>
          </a:p>
        </p:txBody>
      </p:sp>
      <p:sp>
        <p:nvSpPr>
          <p:cNvPr id="4" name="Slide Image Placeholder 3"/>
          <p:cNvSpPr>
            <a:spLocks noGrp="1" noRot="1" noChangeAspect="1"/>
          </p:cNvSpPr>
          <p:nvPr>
            <p:ph type="sldImg" idx="2"/>
          </p:nvPr>
        </p:nvSpPr>
        <p:spPr>
          <a:xfrm>
            <a:off x="735013" y="1173163"/>
            <a:ext cx="5632450" cy="3168650"/>
          </a:xfrm>
          <a:prstGeom prst="rect">
            <a:avLst/>
          </a:prstGeom>
          <a:noFill/>
          <a:ln w="12700">
            <a:solidFill>
              <a:prstClr val="black"/>
            </a:solidFill>
          </a:ln>
        </p:spPr>
        <p:txBody>
          <a:bodyPr vert="horz" lIns="94229" tIns="47114" rIns="94229" bIns="47114" rtlCol="0" anchor="ctr"/>
          <a:lstStyle/>
          <a:p>
            <a:endParaRPr lang="en-US"/>
          </a:p>
        </p:txBody>
      </p:sp>
      <p:sp>
        <p:nvSpPr>
          <p:cNvPr id="5" name="Notes Placeholder 4"/>
          <p:cNvSpPr>
            <a:spLocks noGrp="1"/>
          </p:cNvSpPr>
          <p:nvPr>
            <p:ph type="body" sz="quarter" idx="3"/>
          </p:nvPr>
        </p:nvSpPr>
        <p:spPr>
          <a:xfrm>
            <a:off x="710248" y="4518204"/>
            <a:ext cx="5681980" cy="3696712"/>
          </a:xfrm>
          <a:prstGeom prst="rect">
            <a:avLst/>
          </a:prstGeom>
        </p:spPr>
        <p:txBody>
          <a:bodyPr vert="horz" lIns="94229" tIns="47114" rIns="94229" bIns="47114"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710248" y="8643087"/>
            <a:ext cx="5105173" cy="233289"/>
          </a:xfrm>
          <a:prstGeom prst="rect">
            <a:avLst/>
          </a:prstGeom>
        </p:spPr>
        <p:txBody>
          <a:bodyPr vert="horz" lIns="94229" tIns="47114" rIns="94229" bIns="47114" rtlCol="0" anchor="b"/>
          <a:lstStyle>
            <a:lvl1pPr algn="r">
              <a:defRPr sz="700">
                <a:solidFill>
                  <a:schemeClr val="tx1"/>
                </a:solidFill>
                <a:latin typeface="Montserrat" panose="00000500000000000000" pitchFamily="2" charset="0"/>
              </a:defRPr>
            </a:lvl1pPr>
          </a:lstStyle>
          <a:p>
            <a:endParaRPr lang="en-US"/>
          </a:p>
        </p:txBody>
      </p:sp>
      <p:sp>
        <p:nvSpPr>
          <p:cNvPr id="7" name="Slide Number Placeholder 6"/>
          <p:cNvSpPr>
            <a:spLocks noGrp="1"/>
          </p:cNvSpPr>
          <p:nvPr>
            <p:ph type="sldNum" sz="quarter" idx="5"/>
          </p:nvPr>
        </p:nvSpPr>
        <p:spPr>
          <a:xfrm>
            <a:off x="5945991" y="8643087"/>
            <a:ext cx="402982" cy="233289"/>
          </a:xfrm>
          <a:prstGeom prst="rect">
            <a:avLst/>
          </a:prstGeom>
        </p:spPr>
        <p:txBody>
          <a:bodyPr vert="horz" lIns="94229" tIns="47114" rIns="94229" bIns="47114" rtlCol="0" anchor="b"/>
          <a:lstStyle>
            <a:lvl1pPr algn="r">
              <a:defRPr sz="700">
                <a:solidFill>
                  <a:schemeClr val="tx1"/>
                </a:solidFill>
                <a:latin typeface="Montserrat" panose="00000500000000000000" pitchFamily="2" charset="0"/>
              </a:defRPr>
            </a:lvl1pPr>
          </a:lstStyle>
          <a:p>
            <a:fld id="{E431F5CC-7451-43A1-9EE2-852561F891A9}" type="slidenum">
              <a:rPr lang="en-US" smtClean="0"/>
              <a:pPr/>
              <a:t>‹#›</a:t>
            </a:fld>
            <a:endParaRPr lang="en-US"/>
          </a:p>
        </p:txBody>
      </p:sp>
    </p:spTree>
    <p:extLst>
      <p:ext uri="{BB962C8B-B14F-4D97-AF65-F5344CB8AC3E}">
        <p14:creationId xmlns:p14="http://schemas.microsoft.com/office/powerpoint/2010/main" val="947666372"/>
      </p:ext>
    </p:extLst>
  </p:cSld>
  <p:clrMap bg1="lt1" tx1="dk1" bg2="lt2" tx2="dk2" accent1="accent1" accent2="accent2" accent3="accent3" accent4="accent4" accent5="accent5" accent6="accent6" hlink="hlink" folHlink="folHlink"/>
  <p:notesStyle>
    <a:lvl1pPr marL="0" algn="l" defTabSz="914400" rtl="0" eaLnBrk="1" latinLnBrk="0" hangingPunct="1">
      <a:defRPr sz="1000" kern="1200">
        <a:solidFill>
          <a:schemeClr val="tx1"/>
        </a:solidFill>
        <a:latin typeface="Montserrat" panose="00000500000000000000" pitchFamily="2" charset="0"/>
        <a:ea typeface="+mn-ea"/>
        <a:cs typeface="+mn-cs"/>
      </a:defRPr>
    </a:lvl1pPr>
    <a:lvl2pPr marL="457200" algn="l" defTabSz="914400" rtl="0" eaLnBrk="1" latinLnBrk="0" hangingPunct="1">
      <a:defRPr sz="1000" kern="1200">
        <a:solidFill>
          <a:schemeClr val="tx1"/>
        </a:solidFill>
        <a:latin typeface="Montserrat" panose="00000500000000000000" pitchFamily="2" charset="0"/>
        <a:ea typeface="+mn-ea"/>
        <a:cs typeface="+mn-cs"/>
      </a:defRPr>
    </a:lvl2pPr>
    <a:lvl3pPr marL="914400" algn="l" defTabSz="914400" rtl="0" eaLnBrk="1" latinLnBrk="0" hangingPunct="1">
      <a:defRPr sz="1000" kern="1200">
        <a:solidFill>
          <a:schemeClr val="tx1"/>
        </a:solidFill>
        <a:latin typeface="Montserrat" panose="00000500000000000000" pitchFamily="2" charset="0"/>
        <a:ea typeface="+mn-ea"/>
        <a:cs typeface="+mn-cs"/>
      </a:defRPr>
    </a:lvl3pPr>
    <a:lvl4pPr marL="1371600" algn="l" defTabSz="914400" rtl="0" eaLnBrk="1" latinLnBrk="0" hangingPunct="1">
      <a:defRPr sz="1000" kern="1200">
        <a:solidFill>
          <a:schemeClr val="tx1"/>
        </a:solidFill>
        <a:latin typeface="Montserrat" panose="00000500000000000000" pitchFamily="2" charset="0"/>
        <a:ea typeface="+mn-ea"/>
        <a:cs typeface="+mn-cs"/>
      </a:defRPr>
    </a:lvl4pPr>
    <a:lvl5pPr marL="1828800" algn="l" defTabSz="914400" rtl="0" eaLnBrk="1" latinLnBrk="0" hangingPunct="1">
      <a:defRPr sz="1000" kern="1200">
        <a:solidFill>
          <a:schemeClr val="tx1"/>
        </a:solidFill>
        <a:latin typeface="Montserrat" panose="00000500000000000000" pitchFamily="2"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431F5CC-7451-43A1-9EE2-852561F891A9}" type="slidenum">
              <a:rPr lang="en-US" smtClean="0"/>
              <a:pPr/>
              <a:t>1</a:t>
            </a:fld>
            <a:endParaRPr lang="en-US"/>
          </a:p>
        </p:txBody>
      </p:sp>
    </p:spTree>
    <p:extLst>
      <p:ext uri="{BB962C8B-B14F-4D97-AF65-F5344CB8AC3E}">
        <p14:creationId xmlns:p14="http://schemas.microsoft.com/office/powerpoint/2010/main" val="41316914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2</a:t>
            </a:fld>
            <a:endParaRPr lang="en-US"/>
          </a:p>
        </p:txBody>
      </p:sp>
    </p:spTree>
    <p:extLst>
      <p:ext uri="{BB962C8B-B14F-4D97-AF65-F5344CB8AC3E}">
        <p14:creationId xmlns:p14="http://schemas.microsoft.com/office/powerpoint/2010/main" val="123044241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7</a:t>
            </a:fld>
            <a:endParaRPr lang="en-US"/>
          </a:p>
        </p:txBody>
      </p:sp>
    </p:spTree>
    <p:extLst>
      <p:ext uri="{BB962C8B-B14F-4D97-AF65-F5344CB8AC3E}">
        <p14:creationId xmlns:p14="http://schemas.microsoft.com/office/powerpoint/2010/main" val="153037102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10</a:t>
            </a:fld>
            <a:endParaRPr lang="en-US"/>
          </a:p>
        </p:txBody>
      </p:sp>
    </p:spTree>
    <p:extLst>
      <p:ext uri="{BB962C8B-B14F-4D97-AF65-F5344CB8AC3E}">
        <p14:creationId xmlns:p14="http://schemas.microsoft.com/office/powerpoint/2010/main" val="97275055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14</a:t>
            </a:fld>
            <a:endParaRPr lang="en-US"/>
          </a:p>
        </p:txBody>
      </p:sp>
    </p:spTree>
    <p:extLst>
      <p:ext uri="{BB962C8B-B14F-4D97-AF65-F5344CB8AC3E}">
        <p14:creationId xmlns:p14="http://schemas.microsoft.com/office/powerpoint/2010/main" val="295494603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34</a:t>
            </a:fld>
            <a:endParaRPr lang="en-US"/>
          </a:p>
        </p:txBody>
      </p:sp>
    </p:spTree>
    <p:extLst>
      <p:ext uri="{BB962C8B-B14F-4D97-AF65-F5344CB8AC3E}">
        <p14:creationId xmlns:p14="http://schemas.microsoft.com/office/powerpoint/2010/main" val="18425540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Date Placeholder 3"/>
          <p:cNvSpPr>
            <a:spLocks noGrp="1"/>
          </p:cNvSpPr>
          <p:nvPr>
            <p:ph type="dt" idx="1"/>
          </p:nvPr>
        </p:nvSpPr>
        <p:spPr/>
        <p:txBody>
          <a:bodyPr/>
          <a:lstStyle/>
          <a:p>
            <a:fld id="{4FBCD512-AC3C-4765-9956-4233476CEAF6}" type="datetime3">
              <a:rPr lang="en-US" smtClean="0"/>
              <a:pPr/>
              <a:t>16 May 2024</a:t>
            </a:fld>
            <a:endParaRPr lang="en-US"/>
          </a:p>
        </p:txBody>
      </p:sp>
      <p:sp>
        <p:nvSpPr>
          <p:cNvPr id="5" name="Slide Number Placeholder 4"/>
          <p:cNvSpPr>
            <a:spLocks noGrp="1"/>
          </p:cNvSpPr>
          <p:nvPr>
            <p:ph type="sldNum" sz="quarter" idx="5"/>
          </p:nvPr>
        </p:nvSpPr>
        <p:spPr/>
        <p:txBody>
          <a:bodyPr/>
          <a:lstStyle/>
          <a:p>
            <a:fld id="{E431F5CC-7451-43A1-9EE2-852561F891A9}" type="slidenum">
              <a:rPr lang="en-US" smtClean="0"/>
              <a:pPr/>
              <a:t>37</a:t>
            </a:fld>
            <a:endParaRPr lang="en-US"/>
          </a:p>
        </p:txBody>
      </p:sp>
    </p:spTree>
    <p:extLst>
      <p:ext uri="{BB962C8B-B14F-4D97-AF65-F5344CB8AC3E}">
        <p14:creationId xmlns:p14="http://schemas.microsoft.com/office/powerpoint/2010/main" val="27381084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Date Placeholder 3"/>
          <p:cNvSpPr>
            <a:spLocks noGrp="1"/>
          </p:cNvSpPr>
          <p:nvPr>
            <p:ph type="dt" idx="1"/>
          </p:nvPr>
        </p:nvSpPr>
        <p:spPr/>
        <p:txBody>
          <a:bodyPr/>
          <a:lstStyle/>
          <a:p>
            <a:fld id="{4FBCD512-AC3C-4765-9956-4233476CEAF6}" type="datetime3">
              <a:rPr lang="en-US" smtClean="0"/>
              <a:pPr/>
              <a:t>16 May 2024</a:t>
            </a:fld>
            <a:endParaRPr lang="en-US"/>
          </a:p>
        </p:txBody>
      </p:sp>
      <p:sp>
        <p:nvSpPr>
          <p:cNvPr id="5" name="Slide Number Placeholder 4"/>
          <p:cNvSpPr>
            <a:spLocks noGrp="1"/>
          </p:cNvSpPr>
          <p:nvPr>
            <p:ph type="sldNum" sz="quarter" idx="5"/>
          </p:nvPr>
        </p:nvSpPr>
        <p:spPr/>
        <p:txBody>
          <a:bodyPr/>
          <a:lstStyle/>
          <a:p>
            <a:fld id="{E431F5CC-7451-43A1-9EE2-852561F891A9}" type="slidenum">
              <a:rPr lang="en-US" smtClean="0"/>
              <a:pPr/>
              <a:t>38</a:t>
            </a:fld>
            <a:endParaRPr lang="en-US"/>
          </a:p>
        </p:txBody>
      </p:sp>
    </p:spTree>
    <p:extLst>
      <p:ext uri="{BB962C8B-B14F-4D97-AF65-F5344CB8AC3E}">
        <p14:creationId xmlns:p14="http://schemas.microsoft.com/office/powerpoint/2010/main" val="363768330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39</a:t>
            </a:fld>
            <a:endParaRPr lang="en-US"/>
          </a:p>
        </p:txBody>
      </p:sp>
      <p:sp>
        <p:nvSpPr>
          <p:cNvPr id="5" name="Date Placeholder 4">
            <a:extLst>
              <a:ext uri="{FF2B5EF4-FFF2-40B4-BE49-F238E27FC236}">
                <a16:creationId xmlns:a16="http://schemas.microsoft.com/office/drawing/2014/main" id="{EECC1A7A-5AEF-4C92-BB5B-E7B8EE07E8DE}"/>
              </a:ext>
            </a:extLst>
          </p:cNvPr>
          <p:cNvSpPr>
            <a:spLocks noGrp="1"/>
          </p:cNvSpPr>
          <p:nvPr>
            <p:ph type="dt" idx="1"/>
          </p:nvPr>
        </p:nvSpPr>
        <p:spPr/>
        <p:txBody>
          <a:bodyPr/>
          <a:lstStyle/>
          <a:p>
            <a:fld id="{ED73BF93-AA7D-41F9-A1FA-BA5C22B7EA30}" type="datetime3">
              <a:rPr lang="en-US" smtClean="0"/>
              <a:t>16 May 2024</a:t>
            </a:fld>
            <a:endParaRPr lang="en-US"/>
          </a:p>
        </p:txBody>
      </p:sp>
    </p:spTree>
    <p:extLst>
      <p:ext uri="{BB962C8B-B14F-4D97-AF65-F5344CB8AC3E}">
        <p14:creationId xmlns:p14="http://schemas.microsoft.com/office/powerpoint/2010/main" val="33307554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Date Placeholder 3"/>
          <p:cNvSpPr>
            <a:spLocks noGrp="1"/>
          </p:cNvSpPr>
          <p:nvPr>
            <p:ph type="dt" idx="1"/>
          </p:nvPr>
        </p:nvSpPr>
        <p:spPr/>
        <p:txBody>
          <a:bodyPr/>
          <a:lstStyle/>
          <a:p>
            <a:fld id="{4FBCD512-AC3C-4765-9956-4233476CEAF6}" type="datetime3">
              <a:rPr lang="en-US" smtClean="0"/>
              <a:pPr/>
              <a:t>16 May 2024</a:t>
            </a:fld>
            <a:endParaRPr lang="en-US"/>
          </a:p>
        </p:txBody>
      </p:sp>
      <p:sp>
        <p:nvSpPr>
          <p:cNvPr id="5" name="Slide Number Placeholder 4"/>
          <p:cNvSpPr>
            <a:spLocks noGrp="1"/>
          </p:cNvSpPr>
          <p:nvPr>
            <p:ph type="sldNum" sz="quarter" idx="5"/>
          </p:nvPr>
        </p:nvSpPr>
        <p:spPr/>
        <p:txBody>
          <a:bodyPr/>
          <a:lstStyle/>
          <a:p>
            <a:fld id="{E431F5CC-7451-43A1-9EE2-852561F891A9}" type="slidenum">
              <a:rPr lang="en-US" smtClean="0"/>
              <a:pPr/>
              <a:t>40</a:t>
            </a:fld>
            <a:endParaRPr lang="en-US"/>
          </a:p>
        </p:txBody>
      </p:sp>
    </p:spTree>
    <p:extLst>
      <p:ext uri="{BB962C8B-B14F-4D97-AF65-F5344CB8AC3E}">
        <p14:creationId xmlns:p14="http://schemas.microsoft.com/office/powerpoint/2010/main" val="13687176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Date Placeholder 3"/>
          <p:cNvSpPr>
            <a:spLocks noGrp="1"/>
          </p:cNvSpPr>
          <p:nvPr>
            <p:ph type="dt" idx="1"/>
          </p:nvPr>
        </p:nvSpPr>
        <p:spPr/>
        <p:txBody>
          <a:bodyPr/>
          <a:lstStyle/>
          <a:p>
            <a:fld id="{4FBCD512-AC3C-4765-9956-4233476CEAF6}" type="datetime3">
              <a:rPr lang="en-US" smtClean="0"/>
              <a:pPr/>
              <a:t>16 May 2024</a:t>
            </a:fld>
            <a:endParaRPr lang="en-US"/>
          </a:p>
        </p:txBody>
      </p:sp>
      <p:sp>
        <p:nvSpPr>
          <p:cNvPr id="5" name="Slide Number Placeholder 4"/>
          <p:cNvSpPr>
            <a:spLocks noGrp="1"/>
          </p:cNvSpPr>
          <p:nvPr>
            <p:ph type="sldNum" sz="quarter" idx="5"/>
          </p:nvPr>
        </p:nvSpPr>
        <p:spPr/>
        <p:txBody>
          <a:bodyPr/>
          <a:lstStyle/>
          <a:p>
            <a:fld id="{E431F5CC-7451-43A1-9EE2-852561F891A9}" type="slidenum">
              <a:rPr lang="en-US" smtClean="0"/>
              <a:pPr/>
              <a:t>41</a:t>
            </a:fld>
            <a:endParaRPr lang="en-US"/>
          </a:p>
        </p:txBody>
      </p:sp>
    </p:spTree>
    <p:extLst>
      <p:ext uri="{BB962C8B-B14F-4D97-AF65-F5344CB8AC3E}">
        <p14:creationId xmlns:p14="http://schemas.microsoft.com/office/powerpoint/2010/main" val="103626657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44</a:t>
            </a:fld>
            <a:endParaRPr lang="en-US"/>
          </a:p>
        </p:txBody>
      </p:sp>
    </p:spTree>
    <p:extLst>
      <p:ext uri="{BB962C8B-B14F-4D97-AF65-F5344CB8AC3E}">
        <p14:creationId xmlns:p14="http://schemas.microsoft.com/office/powerpoint/2010/main" val="389252050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431F5CC-7451-43A1-9EE2-852561F891A9}" type="slidenum">
              <a:rPr lang="en-US" smtClean="0"/>
              <a:pPr/>
              <a:t>50</a:t>
            </a:fld>
            <a:endParaRPr lang="en-US"/>
          </a:p>
        </p:txBody>
      </p:sp>
    </p:spTree>
    <p:extLst>
      <p:ext uri="{BB962C8B-B14F-4D97-AF65-F5344CB8AC3E}">
        <p14:creationId xmlns:p14="http://schemas.microsoft.com/office/powerpoint/2010/main" val="12505397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asic">
    <p:spTree>
      <p:nvGrpSpPr>
        <p:cNvPr id="1" name=""/>
        <p:cNvGrpSpPr/>
        <p:nvPr/>
      </p:nvGrpSpPr>
      <p:grpSpPr>
        <a:xfrm>
          <a:off x="0" y="0"/>
          <a:ext cx="0" cy="0"/>
          <a:chOff x="0" y="0"/>
          <a:chExt cx="0" cy="0"/>
        </a:xfrm>
      </p:grpSpPr>
      <p:sp>
        <p:nvSpPr>
          <p:cNvPr id="6" name="Subtitle 2">
            <a:extLst>
              <a:ext uri="{FF2B5EF4-FFF2-40B4-BE49-F238E27FC236}">
                <a16:creationId xmlns:a16="http://schemas.microsoft.com/office/drawing/2014/main" id="{CB88EC35-D522-430F-9EB0-3F470994C80E}"/>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09783325-6104-4561-93C0-8C9ED4F31EC8}"/>
              </a:ext>
            </a:extLst>
          </p:cNvPr>
          <p:cNvSpPr>
            <a:spLocks noGrp="1"/>
          </p:cNvSpPr>
          <p:nvPr>
            <p:ph type="title" hasCustomPrompt="1"/>
          </p:nvPr>
        </p:nvSpPr>
        <p:spPr/>
        <p:txBody>
          <a:bodyPr/>
          <a:lstStyle>
            <a:lvl1pPr>
              <a:defRPr/>
            </a:lvl1pPr>
          </a:lstStyle>
          <a:p>
            <a:r>
              <a:rPr lang="en-US" dirty="0"/>
              <a:t>Click to edit Title</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lvl1pPr>
              <a:defRPr>
                <a:solidFill>
                  <a:schemeClr val="bg1">
                    <a:lumMod val="50000"/>
                  </a:schemeClr>
                </a:solidFill>
              </a:defRPr>
            </a:lvl1pPr>
          </a:lstStyle>
          <a:p>
            <a:endParaRPr lang="en-US"/>
          </a:p>
        </p:txBody>
      </p:sp>
    </p:spTree>
    <p:extLst>
      <p:ext uri="{BB962C8B-B14F-4D97-AF65-F5344CB8AC3E}">
        <p14:creationId xmlns:p14="http://schemas.microsoft.com/office/powerpoint/2010/main" val="248825477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asic Blue">
    <p:bg>
      <p:bgPr>
        <a:solidFill>
          <a:schemeClr val="accent2"/>
        </a:solidFill>
        <a:effectLst/>
      </p:bgPr>
    </p:bg>
    <p:spTree>
      <p:nvGrpSpPr>
        <p:cNvPr id="1" name=""/>
        <p:cNvGrpSpPr/>
        <p:nvPr/>
      </p:nvGrpSpPr>
      <p:grpSpPr>
        <a:xfrm>
          <a:off x="0" y="0"/>
          <a:ext cx="0" cy="0"/>
          <a:chOff x="0" y="0"/>
          <a:chExt cx="0" cy="0"/>
        </a:xfrm>
      </p:grpSpPr>
      <p:sp>
        <p:nvSpPr>
          <p:cNvPr id="5" name="Subtitle 2">
            <a:extLst>
              <a:ext uri="{FF2B5EF4-FFF2-40B4-BE49-F238E27FC236}">
                <a16:creationId xmlns:a16="http://schemas.microsoft.com/office/drawing/2014/main" id="{B32B0684-43E7-47A4-8B87-CF9B3E722BBD}"/>
              </a:ext>
            </a:extLst>
          </p:cNvPr>
          <p:cNvSpPr>
            <a:spLocks noGrp="1"/>
          </p:cNvSpPr>
          <p:nvPr>
            <p:ph type="subTitle" idx="15" hasCustomPrompt="1"/>
          </p:nvPr>
        </p:nvSpPr>
        <p:spPr>
          <a:xfrm>
            <a:off x="923544" y="851567"/>
            <a:ext cx="6309360" cy="238207"/>
          </a:xfrm>
        </p:spPr>
        <p:txBody>
          <a:bodyPr wrap="none">
            <a:noAutofit/>
          </a:bodyPr>
          <a:lstStyle>
            <a:lvl1pPr marL="0" indent="0" algn="l">
              <a:buNone/>
              <a:defRPr sz="1400">
                <a:solidFill>
                  <a:schemeClr val="accent4"/>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4" name="Title 3">
            <a:extLst>
              <a:ext uri="{FF2B5EF4-FFF2-40B4-BE49-F238E27FC236}">
                <a16:creationId xmlns:a16="http://schemas.microsoft.com/office/drawing/2014/main" id="{0F6A2015-055F-44C6-B2AF-AE184394FED0}"/>
              </a:ext>
            </a:extLst>
          </p:cNvPr>
          <p:cNvSpPr>
            <a:spLocks noGrp="1"/>
          </p:cNvSpPr>
          <p:nvPr>
            <p:ph type="title" hasCustomPrompt="1"/>
          </p:nvPr>
        </p:nvSpPr>
        <p:spPr/>
        <p:txBody>
          <a:bodyPr/>
          <a:lstStyle>
            <a:lvl1pPr>
              <a:defRPr>
                <a:solidFill>
                  <a:schemeClr val="bg1"/>
                </a:solidFill>
              </a:defRPr>
            </a:lvl1pPr>
          </a:lstStyle>
          <a:p>
            <a:r>
              <a:rPr lang="en-US" dirty="0"/>
              <a:t>Click to edit Title</a:t>
            </a:r>
          </a:p>
        </p:txBody>
      </p:sp>
      <p:sp>
        <p:nvSpPr>
          <p:cNvPr id="2" name="Footer Placeholder 1">
            <a:extLst>
              <a:ext uri="{FF2B5EF4-FFF2-40B4-BE49-F238E27FC236}">
                <a16:creationId xmlns:a16="http://schemas.microsoft.com/office/drawing/2014/main" id="{6852913C-E6A2-4018-B40C-5A67A25C9C96}"/>
              </a:ext>
            </a:extLst>
          </p:cNvPr>
          <p:cNvSpPr>
            <a:spLocks noGrp="1"/>
          </p:cNvSpPr>
          <p:nvPr>
            <p:ph type="ftr" sz="quarter" idx="10"/>
          </p:nvPr>
        </p:nvSpPr>
        <p:spPr/>
        <p:txBody>
          <a:bodyPr/>
          <a:lstStyle/>
          <a:p>
            <a:endParaRPr lang="en-US"/>
          </a:p>
        </p:txBody>
      </p:sp>
    </p:spTree>
    <p:extLst>
      <p:ext uri="{BB962C8B-B14F-4D97-AF65-F5344CB8AC3E}">
        <p14:creationId xmlns:p14="http://schemas.microsoft.com/office/powerpoint/2010/main" val="135295020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wo">
    <p:bg>
      <p:bgPr>
        <a:solidFill>
          <a:schemeClr val="bg1"/>
        </a:solidFill>
        <a:effectLst/>
      </p:bgPr>
    </p:bg>
    <p:spTree>
      <p:nvGrpSpPr>
        <p:cNvPr id="1" name=""/>
        <p:cNvGrpSpPr/>
        <p:nvPr/>
      </p:nvGrpSpPr>
      <p:grpSpPr>
        <a:xfrm>
          <a:off x="0" y="0"/>
          <a:ext cx="0" cy="0"/>
          <a:chOff x="0" y="0"/>
          <a:chExt cx="0" cy="0"/>
        </a:xfrm>
      </p:grpSpPr>
      <p:sp>
        <p:nvSpPr>
          <p:cNvPr id="7" name="Subtitle 2">
            <a:extLst>
              <a:ext uri="{FF2B5EF4-FFF2-40B4-BE49-F238E27FC236}">
                <a16:creationId xmlns:a16="http://schemas.microsoft.com/office/drawing/2014/main" id="{E8977E0D-5869-435A-B8D1-194A2E5AE8A6}"/>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4" name="Title 3">
            <a:extLst>
              <a:ext uri="{FF2B5EF4-FFF2-40B4-BE49-F238E27FC236}">
                <a16:creationId xmlns:a16="http://schemas.microsoft.com/office/drawing/2014/main" id="{9AE4E4E8-AAD4-49C7-8847-BA49DDC4E470}"/>
              </a:ext>
            </a:extLst>
          </p:cNvPr>
          <p:cNvSpPr>
            <a:spLocks noGrp="1"/>
          </p:cNvSpPr>
          <p:nvPr>
            <p:ph type="title" hasCustomPrompt="1"/>
          </p:nvPr>
        </p:nvSpPr>
        <p:spPr/>
        <p:txBody>
          <a:bodyPr/>
          <a:lstStyle>
            <a:lvl1pPr>
              <a:defRPr/>
            </a:lvl1pPr>
          </a:lstStyle>
          <a:p>
            <a:r>
              <a:rPr lang="en-US" dirty="0"/>
              <a:t>Click to edit Title</a:t>
            </a:r>
          </a:p>
        </p:txBody>
      </p:sp>
      <p:sp>
        <p:nvSpPr>
          <p:cNvPr id="3" name="Content Placeholder 2">
            <a:extLst>
              <a:ext uri="{FF2B5EF4-FFF2-40B4-BE49-F238E27FC236}">
                <a16:creationId xmlns:a16="http://schemas.microsoft.com/office/drawing/2014/main" id="{92079426-262C-452F-A3C1-F9CFECEC28BD}"/>
              </a:ext>
            </a:extLst>
          </p:cNvPr>
          <p:cNvSpPr>
            <a:spLocks noGrp="1"/>
          </p:cNvSpPr>
          <p:nvPr userDrawn="1">
            <p:ph idx="1" hasCustomPrompt="1"/>
          </p:nvPr>
        </p:nvSpPr>
        <p:spPr>
          <a:xfrm>
            <a:off x="923544" y="2514600"/>
            <a:ext cx="4061591"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vl5pPr>
              <a:defRPr/>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a:p>
            <a:pPr lvl="4"/>
            <a:endParaRPr lang="en-US" dirty="0"/>
          </a:p>
        </p:txBody>
      </p:sp>
      <p:sp>
        <p:nvSpPr>
          <p:cNvPr id="35" name="Content Placeholder 2">
            <a:extLst>
              <a:ext uri="{FF2B5EF4-FFF2-40B4-BE49-F238E27FC236}">
                <a16:creationId xmlns:a16="http://schemas.microsoft.com/office/drawing/2014/main" id="{AA3B26A7-5C63-4A8B-90B2-FB9644362E5D}"/>
              </a:ext>
            </a:extLst>
          </p:cNvPr>
          <p:cNvSpPr>
            <a:spLocks noGrp="1"/>
          </p:cNvSpPr>
          <p:nvPr userDrawn="1">
            <p:ph idx="14" hasCustomPrompt="1"/>
          </p:nvPr>
        </p:nvSpPr>
        <p:spPr>
          <a:xfrm>
            <a:off x="5413248" y="2514600"/>
            <a:ext cx="4061035"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userDrawn="1">
            <p:ph type="ftr" sz="quarter" idx="11"/>
          </p:nvPr>
        </p:nvSpPr>
        <p:spPr/>
        <p:txBody>
          <a:bodyPr/>
          <a:lstStyle/>
          <a:p>
            <a:endParaRPr lang="en-US"/>
          </a:p>
        </p:txBody>
      </p:sp>
    </p:spTree>
    <p:extLst>
      <p:ext uri="{BB962C8B-B14F-4D97-AF65-F5344CB8AC3E}">
        <p14:creationId xmlns:p14="http://schemas.microsoft.com/office/powerpoint/2010/main" val="184818380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hree">
    <p:spTree>
      <p:nvGrpSpPr>
        <p:cNvPr id="1" name=""/>
        <p:cNvGrpSpPr/>
        <p:nvPr/>
      </p:nvGrpSpPr>
      <p:grpSpPr>
        <a:xfrm>
          <a:off x="0" y="0"/>
          <a:ext cx="0" cy="0"/>
          <a:chOff x="0" y="0"/>
          <a:chExt cx="0" cy="0"/>
        </a:xfrm>
      </p:grpSpPr>
      <p:sp>
        <p:nvSpPr>
          <p:cNvPr id="8" name="Subtitle 2">
            <a:extLst>
              <a:ext uri="{FF2B5EF4-FFF2-40B4-BE49-F238E27FC236}">
                <a16:creationId xmlns:a16="http://schemas.microsoft.com/office/drawing/2014/main" id="{46EF65B8-45C7-4D89-8424-EDC25BB4AA77}"/>
              </a:ext>
            </a:extLst>
          </p:cNvPr>
          <p:cNvSpPr>
            <a:spLocks noGrp="1"/>
          </p:cNvSpPr>
          <p:nvPr>
            <p:ph type="subTitle" idx="16"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0A97C3B0-4B6F-4319-9FDD-20CCF8E87D88}"/>
              </a:ext>
            </a:extLst>
          </p:cNvPr>
          <p:cNvSpPr>
            <a:spLocks noGrp="1"/>
          </p:cNvSpPr>
          <p:nvPr>
            <p:ph type="title" hasCustomPrompt="1"/>
          </p:nvPr>
        </p:nvSpPr>
        <p:spPr/>
        <p:txBody>
          <a:bodyPr/>
          <a:lstStyle>
            <a:lvl1pPr>
              <a:defRPr/>
            </a:lvl1pPr>
          </a:lstStyle>
          <a:p>
            <a:r>
              <a:rPr lang="en-US" dirty="0"/>
              <a:t>Click to edit Title</a:t>
            </a:r>
          </a:p>
        </p:txBody>
      </p:sp>
      <p:sp>
        <p:nvSpPr>
          <p:cNvPr id="3" name="Content Placeholder 2">
            <a:extLst>
              <a:ext uri="{FF2B5EF4-FFF2-40B4-BE49-F238E27FC236}">
                <a16:creationId xmlns:a16="http://schemas.microsoft.com/office/drawing/2014/main" id="{92079426-262C-452F-A3C1-F9CFECEC28BD}"/>
              </a:ext>
            </a:extLst>
          </p:cNvPr>
          <p:cNvSpPr>
            <a:spLocks noGrp="1"/>
          </p:cNvSpPr>
          <p:nvPr>
            <p:ph idx="1" hasCustomPrompt="1"/>
          </p:nvPr>
        </p:nvSpPr>
        <p:spPr>
          <a:xfrm>
            <a:off x="923544" y="2512464"/>
            <a:ext cx="3163824"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5" name="Content Placeholder 2">
            <a:extLst>
              <a:ext uri="{FF2B5EF4-FFF2-40B4-BE49-F238E27FC236}">
                <a16:creationId xmlns:a16="http://schemas.microsoft.com/office/drawing/2014/main" id="{AA3B26A7-5C63-4A8B-90B2-FB9644362E5D}"/>
              </a:ext>
            </a:extLst>
          </p:cNvPr>
          <p:cNvSpPr>
            <a:spLocks noGrp="1"/>
          </p:cNvSpPr>
          <p:nvPr>
            <p:ph idx="14" hasCustomPrompt="1"/>
          </p:nvPr>
        </p:nvSpPr>
        <p:spPr>
          <a:xfrm>
            <a:off x="4514088" y="2512464"/>
            <a:ext cx="3163824"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6" name="Content Placeholder 2">
            <a:extLst>
              <a:ext uri="{FF2B5EF4-FFF2-40B4-BE49-F238E27FC236}">
                <a16:creationId xmlns:a16="http://schemas.microsoft.com/office/drawing/2014/main" id="{0B12D1B1-A8A2-4DAB-B723-DB120CFCE871}"/>
              </a:ext>
            </a:extLst>
          </p:cNvPr>
          <p:cNvSpPr>
            <a:spLocks noGrp="1"/>
          </p:cNvSpPr>
          <p:nvPr>
            <p:ph idx="15" hasCustomPrompt="1"/>
          </p:nvPr>
        </p:nvSpPr>
        <p:spPr>
          <a:xfrm>
            <a:off x="8107683" y="2512464"/>
            <a:ext cx="3163824"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41043555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Four">
    <p:bg>
      <p:bgPr>
        <a:solidFill>
          <a:schemeClr val="bg1"/>
        </a:solidFill>
        <a:effectLst/>
      </p:bgPr>
    </p:bg>
    <p:spTree>
      <p:nvGrpSpPr>
        <p:cNvPr id="1" name=""/>
        <p:cNvGrpSpPr/>
        <p:nvPr/>
      </p:nvGrpSpPr>
      <p:grpSpPr>
        <a:xfrm>
          <a:off x="0" y="0"/>
          <a:ext cx="0" cy="0"/>
          <a:chOff x="0" y="0"/>
          <a:chExt cx="0" cy="0"/>
        </a:xfrm>
      </p:grpSpPr>
      <p:sp>
        <p:nvSpPr>
          <p:cNvPr id="12" name="Subtitle 2">
            <a:extLst>
              <a:ext uri="{FF2B5EF4-FFF2-40B4-BE49-F238E27FC236}">
                <a16:creationId xmlns:a16="http://schemas.microsoft.com/office/drawing/2014/main" id="{A5FD5E63-2064-4F69-88A7-CA7BB75A1687}"/>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AED2270A-B851-4D38-9458-9BCA931C4B76}"/>
              </a:ext>
            </a:extLst>
          </p:cNvPr>
          <p:cNvSpPr>
            <a:spLocks noGrp="1"/>
          </p:cNvSpPr>
          <p:nvPr>
            <p:ph type="title" hasCustomPrompt="1"/>
          </p:nvPr>
        </p:nvSpPr>
        <p:spPr/>
        <p:txBody>
          <a:bodyPr/>
          <a:lstStyle>
            <a:lvl1pPr>
              <a:defRPr/>
            </a:lvl1pPr>
          </a:lstStyle>
          <a:p>
            <a:r>
              <a:rPr lang="en-US" dirty="0"/>
              <a:t>Click to edit Title</a:t>
            </a:r>
          </a:p>
        </p:txBody>
      </p:sp>
      <p:sp>
        <p:nvSpPr>
          <p:cNvPr id="3" name="Text Placeholder 2">
            <a:extLst>
              <a:ext uri="{FF2B5EF4-FFF2-40B4-BE49-F238E27FC236}">
                <a16:creationId xmlns:a16="http://schemas.microsoft.com/office/drawing/2014/main" id="{1A10ABA8-CD13-4EE4-8A0F-762405EC6DAE}"/>
              </a:ext>
            </a:extLst>
          </p:cNvPr>
          <p:cNvSpPr>
            <a:spLocks noGrp="1"/>
          </p:cNvSpPr>
          <p:nvPr>
            <p:ph type="body" sz="quarter" idx="17" hasCustomPrompt="1"/>
          </p:nvPr>
        </p:nvSpPr>
        <p:spPr>
          <a:xfrm>
            <a:off x="923544" y="2512464"/>
            <a:ext cx="2267712"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Text Placeholder 2">
            <a:extLst>
              <a:ext uri="{FF2B5EF4-FFF2-40B4-BE49-F238E27FC236}">
                <a16:creationId xmlns:a16="http://schemas.microsoft.com/office/drawing/2014/main" id="{41E155C5-1430-4052-8B66-C5201E7277FB}"/>
              </a:ext>
            </a:extLst>
          </p:cNvPr>
          <p:cNvSpPr>
            <a:spLocks noGrp="1"/>
          </p:cNvSpPr>
          <p:nvPr>
            <p:ph type="body" sz="quarter" idx="18" hasCustomPrompt="1"/>
          </p:nvPr>
        </p:nvSpPr>
        <p:spPr>
          <a:xfrm>
            <a:off x="3616961" y="2512464"/>
            <a:ext cx="2267712"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2">
            <a:extLst>
              <a:ext uri="{FF2B5EF4-FFF2-40B4-BE49-F238E27FC236}">
                <a16:creationId xmlns:a16="http://schemas.microsoft.com/office/drawing/2014/main" id="{40ADB67D-D513-4116-AD37-075F52D90E6A}"/>
              </a:ext>
            </a:extLst>
          </p:cNvPr>
          <p:cNvSpPr>
            <a:spLocks noGrp="1"/>
          </p:cNvSpPr>
          <p:nvPr>
            <p:ph type="body" sz="quarter" idx="19" hasCustomPrompt="1"/>
          </p:nvPr>
        </p:nvSpPr>
        <p:spPr>
          <a:xfrm>
            <a:off x="6310378" y="2512464"/>
            <a:ext cx="2267712"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2">
            <a:extLst>
              <a:ext uri="{FF2B5EF4-FFF2-40B4-BE49-F238E27FC236}">
                <a16:creationId xmlns:a16="http://schemas.microsoft.com/office/drawing/2014/main" id="{B841E8F8-CA16-40C0-AB83-F3E196BCDA0B}"/>
              </a:ext>
            </a:extLst>
          </p:cNvPr>
          <p:cNvSpPr>
            <a:spLocks noGrp="1"/>
          </p:cNvSpPr>
          <p:nvPr>
            <p:ph type="body" sz="quarter" idx="20" hasCustomPrompt="1"/>
          </p:nvPr>
        </p:nvSpPr>
        <p:spPr>
          <a:xfrm>
            <a:off x="9003796" y="2512464"/>
            <a:ext cx="2267712"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26201240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3">
    <p:spTree>
      <p:nvGrpSpPr>
        <p:cNvPr id="1" name=""/>
        <p:cNvGrpSpPr/>
        <p:nvPr/>
      </p:nvGrpSpPr>
      <p:grpSpPr>
        <a:xfrm>
          <a:off x="0" y="0"/>
          <a:ext cx="0" cy="0"/>
          <a:chOff x="0" y="0"/>
          <a:chExt cx="0" cy="0"/>
        </a:xfrm>
      </p:grpSpPr>
      <p:sp>
        <p:nvSpPr>
          <p:cNvPr id="9" name="Subtitle 2">
            <a:extLst>
              <a:ext uri="{FF2B5EF4-FFF2-40B4-BE49-F238E27FC236}">
                <a16:creationId xmlns:a16="http://schemas.microsoft.com/office/drawing/2014/main" id="{1C09DF7B-75DA-412E-8CFA-C6B3F828C363}"/>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240E1BAA-A7E2-4047-9F01-5D3E18867189}"/>
              </a:ext>
            </a:extLst>
          </p:cNvPr>
          <p:cNvSpPr>
            <a:spLocks noGrp="1"/>
          </p:cNvSpPr>
          <p:nvPr>
            <p:ph type="title" hasCustomPrompt="1"/>
          </p:nvPr>
        </p:nvSpPr>
        <p:spPr/>
        <p:txBody>
          <a:bodyPr/>
          <a:lstStyle>
            <a:lvl1pPr>
              <a:defRPr/>
            </a:lvl1pPr>
          </a:lstStyle>
          <a:p>
            <a:r>
              <a:rPr lang="en-US" dirty="0"/>
              <a:t>Click to edit Title</a:t>
            </a:r>
          </a:p>
        </p:txBody>
      </p:sp>
      <p:sp>
        <p:nvSpPr>
          <p:cNvPr id="4" name="Text Placeholder 3">
            <a:extLst>
              <a:ext uri="{FF2B5EF4-FFF2-40B4-BE49-F238E27FC236}">
                <a16:creationId xmlns:a16="http://schemas.microsoft.com/office/drawing/2014/main" id="{4C43C8FF-084A-4003-BD32-CB522E6F4154}"/>
              </a:ext>
            </a:extLst>
          </p:cNvPr>
          <p:cNvSpPr>
            <a:spLocks noGrp="1"/>
          </p:cNvSpPr>
          <p:nvPr>
            <p:ph type="body" sz="quarter" idx="16" hasCustomPrompt="1"/>
          </p:nvPr>
        </p:nvSpPr>
        <p:spPr>
          <a:xfrm>
            <a:off x="923544" y="2514600"/>
            <a:ext cx="2688336"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6" name="Content Placeholder 2">
            <a:extLst>
              <a:ext uri="{FF2B5EF4-FFF2-40B4-BE49-F238E27FC236}">
                <a16:creationId xmlns:a16="http://schemas.microsoft.com/office/drawing/2014/main" id="{A116BF6C-77F7-42F8-BC08-01A177EED7E9}"/>
              </a:ext>
            </a:extLst>
          </p:cNvPr>
          <p:cNvSpPr>
            <a:spLocks noGrp="1"/>
          </p:cNvSpPr>
          <p:nvPr>
            <p:ph idx="14" hasCustomPrompt="1"/>
          </p:nvPr>
        </p:nvSpPr>
        <p:spPr>
          <a:xfrm>
            <a:off x="4985139" y="2514600"/>
            <a:ext cx="6289413"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02062036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3">
    <p:spTree>
      <p:nvGrpSpPr>
        <p:cNvPr id="1" name=""/>
        <p:cNvGrpSpPr/>
        <p:nvPr/>
      </p:nvGrpSpPr>
      <p:grpSpPr>
        <a:xfrm>
          <a:off x="0" y="0"/>
          <a:ext cx="0" cy="0"/>
          <a:chOff x="0" y="0"/>
          <a:chExt cx="0" cy="0"/>
        </a:xfrm>
      </p:grpSpPr>
      <p:sp>
        <p:nvSpPr>
          <p:cNvPr id="9" name="Subtitle 2">
            <a:extLst>
              <a:ext uri="{FF2B5EF4-FFF2-40B4-BE49-F238E27FC236}">
                <a16:creationId xmlns:a16="http://schemas.microsoft.com/office/drawing/2014/main" id="{AF709A96-9B45-4983-A484-4E4A93DE9FD4}"/>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0DCE1707-4E5A-4304-B596-765CA602F6B9}"/>
              </a:ext>
            </a:extLst>
          </p:cNvPr>
          <p:cNvSpPr>
            <a:spLocks noGrp="1"/>
          </p:cNvSpPr>
          <p:nvPr>
            <p:ph type="title" hasCustomPrompt="1"/>
          </p:nvPr>
        </p:nvSpPr>
        <p:spPr/>
        <p:txBody>
          <a:bodyPr/>
          <a:lstStyle>
            <a:lvl1pPr>
              <a:defRPr/>
            </a:lvl1pPr>
          </a:lstStyle>
          <a:p>
            <a:r>
              <a:rPr lang="en-US" dirty="0"/>
              <a:t>Click to edit Title</a:t>
            </a:r>
          </a:p>
        </p:txBody>
      </p:sp>
      <p:sp>
        <p:nvSpPr>
          <p:cNvPr id="43" name="Content Placeholder 2">
            <a:extLst>
              <a:ext uri="{FF2B5EF4-FFF2-40B4-BE49-F238E27FC236}">
                <a16:creationId xmlns:a16="http://schemas.microsoft.com/office/drawing/2014/main" id="{196BB499-F89E-4E0D-ACBB-083F82A3D421}"/>
              </a:ext>
            </a:extLst>
          </p:cNvPr>
          <p:cNvSpPr>
            <a:spLocks noGrp="1"/>
          </p:cNvSpPr>
          <p:nvPr>
            <p:ph idx="17" hasCustomPrompt="1"/>
          </p:nvPr>
        </p:nvSpPr>
        <p:spPr>
          <a:xfrm>
            <a:off x="922338" y="2514600"/>
            <a:ext cx="6289413"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2" name="Text Placeholder 3">
            <a:extLst>
              <a:ext uri="{FF2B5EF4-FFF2-40B4-BE49-F238E27FC236}">
                <a16:creationId xmlns:a16="http://schemas.microsoft.com/office/drawing/2014/main" id="{9F9398EB-1FC4-4724-8ADC-CE1E1A0AA1CF}"/>
              </a:ext>
            </a:extLst>
          </p:cNvPr>
          <p:cNvSpPr>
            <a:spLocks noGrp="1"/>
          </p:cNvSpPr>
          <p:nvPr>
            <p:ph type="body" sz="quarter" idx="16" hasCustomPrompt="1"/>
          </p:nvPr>
        </p:nvSpPr>
        <p:spPr>
          <a:xfrm>
            <a:off x="8583169" y="2514600"/>
            <a:ext cx="2688336"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20608109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hart/Table">
    <p:bg>
      <p:bgPr>
        <a:solidFill>
          <a:schemeClr val="bg1"/>
        </a:solidFill>
        <a:effectLst/>
      </p:bgPr>
    </p:bg>
    <p:spTree>
      <p:nvGrpSpPr>
        <p:cNvPr id="1" name=""/>
        <p:cNvGrpSpPr/>
        <p:nvPr/>
      </p:nvGrpSpPr>
      <p:grpSpPr>
        <a:xfrm>
          <a:off x="0" y="0"/>
          <a:ext cx="0" cy="0"/>
          <a:chOff x="0" y="0"/>
          <a:chExt cx="0" cy="0"/>
        </a:xfrm>
      </p:grpSpPr>
      <p:sp>
        <p:nvSpPr>
          <p:cNvPr id="7" name="Subtitle 2">
            <a:extLst>
              <a:ext uri="{FF2B5EF4-FFF2-40B4-BE49-F238E27FC236}">
                <a16:creationId xmlns:a16="http://schemas.microsoft.com/office/drawing/2014/main" id="{C601B603-0A03-45F5-B3DE-92B8AB8CF4D9}"/>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1307244F-2FCB-4EB4-A40A-C283CF39E34B}"/>
              </a:ext>
            </a:extLst>
          </p:cNvPr>
          <p:cNvSpPr>
            <a:spLocks noGrp="1"/>
          </p:cNvSpPr>
          <p:nvPr>
            <p:ph type="title" hasCustomPrompt="1"/>
          </p:nvPr>
        </p:nvSpPr>
        <p:spPr/>
        <p:txBody>
          <a:bodyPr/>
          <a:lstStyle>
            <a:lvl1pPr>
              <a:defRPr/>
            </a:lvl1pPr>
          </a:lstStyle>
          <a:p>
            <a:r>
              <a:rPr lang="en-US" dirty="0"/>
              <a:t>Click to edit Title</a:t>
            </a:r>
          </a:p>
        </p:txBody>
      </p:sp>
      <p:sp>
        <p:nvSpPr>
          <p:cNvPr id="42" name="Content Placeholder 41">
            <a:extLst>
              <a:ext uri="{FF2B5EF4-FFF2-40B4-BE49-F238E27FC236}">
                <a16:creationId xmlns:a16="http://schemas.microsoft.com/office/drawing/2014/main" id="{0603B332-682D-4F95-A440-CBA149E1CE38}"/>
              </a:ext>
            </a:extLst>
          </p:cNvPr>
          <p:cNvSpPr>
            <a:spLocks noGrp="1"/>
          </p:cNvSpPr>
          <p:nvPr>
            <p:ph sz="quarter" idx="12" hasCustomPrompt="1"/>
          </p:nvPr>
        </p:nvSpPr>
        <p:spPr>
          <a:xfrm>
            <a:off x="923544" y="2512464"/>
            <a:ext cx="10346134" cy="3659736"/>
          </a:xfrm>
        </p:spPr>
        <p:txBody>
          <a:bodyPr anchor="ctr"/>
          <a:lstStyle>
            <a:lvl1pPr algn="ctr">
              <a:buNone/>
              <a:defRPr b="1"/>
            </a:lvl1pPr>
            <a:lvl2pPr marL="0" indent="0">
              <a:buNone/>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insert chart or table</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47367929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hort Text">
    <p:spTree>
      <p:nvGrpSpPr>
        <p:cNvPr id="1" name=""/>
        <p:cNvGrpSpPr/>
        <p:nvPr/>
      </p:nvGrpSpPr>
      <p:grpSpPr>
        <a:xfrm>
          <a:off x="0" y="0"/>
          <a:ext cx="0" cy="0"/>
          <a:chOff x="0" y="0"/>
          <a:chExt cx="0" cy="0"/>
        </a:xfrm>
      </p:grpSpPr>
      <p:sp>
        <p:nvSpPr>
          <p:cNvPr id="8" name="Subtitle 2">
            <a:extLst>
              <a:ext uri="{FF2B5EF4-FFF2-40B4-BE49-F238E27FC236}">
                <a16:creationId xmlns:a16="http://schemas.microsoft.com/office/drawing/2014/main" id="{C7858456-9691-454F-8EAA-6DAB8CE7EF83}"/>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spc="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6" name="Title 5">
            <a:extLst>
              <a:ext uri="{FF2B5EF4-FFF2-40B4-BE49-F238E27FC236}">
                <a16:creationId xmlns:a16="http://schemas.microsoft.com/office/drawing/2014/main" id="{984C3475-97F1-3847-8F9C-C54F5EDB06EF}"/>
              </a:ext>
            </a:extLst>
          </p:cNvPr>
          <p:cNvSpPr>
            <a:spLocks noGrp="1"/>
          </p:cNvSpPr>
          <p:nvPr>
            <p:ph type="title" hasCustomPrompt="1"/>
          </p:nvPr>
        </p:nvSpPr>
        <p:spPr>
          <a:xfrm>
            <a:off x="923544" y="2516365"/>
            <a:ext cx="5385264" cy="1094970"/>
          </a:xfrm>
          <a:prstGeom prst="rect">
            <a:avLst/>
          </a:prstGeom>
        </p:spPr>
        <p:txBody>
          <a:bodyPr/>
          <a:lstStyle>
            <a:lvl1pPr>
              <a:defRPr sz="4000">
                <a:latin typeface="+mj-lt"/>
              </a:defRPr>
            </a:lvl1pPr>
          </a:lstStyle>
          <a:p>
            <a:r>
              <a:rPr lang="en-US" dirty="0"/>
              <a:t>Click to edit Title</a:t>
            </a:r>
          </a:p>
        </p:txBody>
      </p:sp>
      <p:sp>
        <p:nvSpPr>
          <p:cNvPr id="4" name="Text Placeholder 3">
            <a:extLst>
              <a:ext uri="{FF2B5EF4-FFF2-40B4-BE49-F238E27FC236}">
                <a16:creationId xmlns:a16="http://schemas.microsoft.com/office/drawing/2014/main" id="{871342CA-3B1A-4C31-866E-D19156F9EF0F}"/>
              </a:ext>
            </a:extLst>
          </p:cNvPr>
          <p:cNvSpPr>
            <a:spLocks noGrp="1"/>
          </p:cNvSpPr>
          <p:nvPr>
            <p:ph type="body" sz="quarter" idx="16" hasCustomPrompt="1"/>
          </p:nvPr>
        </p:nvSpPr>
        <p:spPr>
          <a:xfrm>
            <a:off x="923544" y="3639548"/>
            <a:ext cx="3587495" cy="252924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3">
            <a:extLst>
              <a:ext uri="{FF2B5EF4-FFF2-40B4-BE49-F238E27FC236}">
                <a16:creationId xmlns:a16="http://schemas.microsoft.com/office/drawing/2014/main" id="{41A72F60-35B8-C641-A1E3-232988649435}"/>
              </a:ext>
            </a:extLst>
          </p:cNvPr>
          <p:cNvSpPr>
            <a:spLocks noGrp="1"/>
          </p:cNvSpPr>
          <p:nvPr>
            <p:ph type="body" sz="quarter" idx="17" hasCustomPrompt="1"/>
          </p:nvPr>
        </p:nvSpPr>
        <p:spPr>
          <a:xfrm>
            <a:off x="5413030" y="3639548"/>
            <a:ext cx="3587494" cy="252924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99520941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Middle">
    <p:spTree>
      <p:nvGrpSpPr>
        <p:cNvPr id="1" name=""/>
        <p:cNvGrpSpPr/>
        <p:nvPr/>
      </p:nvGrpSpPr>
      <p:grpSpPr>
        <a:xfrm>
          <a:off x="0" y="0"/>
          <a:ext cx="0" cy="0"/>
          <a:chOff x="0" y="0"/>
          <a:chExt cx="0" cy="0"/>
        </a:xfrm>
      </p:grpSpPr>
      <p:sp>
        <p:nvSpPr>
          <p:cNvPr id="9" name="Subtitle 2">
            <a:extLst>
              <a:ext uri="{FF2B5EF4-FFF2-40B4-BE49-F238E27FC236}">
                <a16:creationId xmlns:a16="http://schemas.microsoft.com/office/drawing/2014/main" id="{0CD7FB5B-E33A-44AE-AA9B-9252FF26D778}"/>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6" name="Title 5">
            <a:extLst>
              <a:ext uri="{FF2B5EF4-FFF2-40B4-BE49-F238E27FC236}">
                <a16:creationId xmlns:a16="http://schemas.microsoft.com/office/drawing/2014/main" id="{EB09D2E1-AFA5-48C0-8C53-8D509A85F00F}"/>
              </a:ext>
            </a:extLst>
          </p:cNvPr>
          <p:cNvSpPr>
            <a:spLocks noGrp="1"/>
          </p:cNvSpPr>
          <p:nvPr>
            <p:ph type="title" hasCustomPrompt="1"/>
          </p:nvPr>
        </p:nvSpPr>
        <p:spPr>
          <a:xfrm>
            <a:off x="923544" y="1179319"/>
            <a:ext cx="4059936" cy="1085317"/>
          </a:xfrm>
          <a:prstGeom prst="rect">
            <a:avLst/>
          </a:prstGeom>
        </p:spPr>
        <p:txBody>
          <a:bodyPr anchor="t" anchorCtr="0"/>
          <a:lstStyle>
            <a:lvl1pPr>
              <a:defRPr sz="2800"/>
            </a:lvl1pPr>
          </a:lstStyle>
          <a:p>
            <a:r>
              <a:rPr lang="en-US" dirty="0"/>
              <a:t>Click to edit Title</a:t>
            </a:r>
          </a:p>
        </p:txBody>
      </p:sp>
      <p:sp>
        <p:nvSpPr>
          <p:cNvPr id="49" name="Text Placeholder 3">
            <a:extLst>
              <a:ext uri="{FF2B5EF4-FFF2-40B4-BE49-F238E27FC236}">
                <a16:creationId xmlns:a16="http://schemas.microsoft.com/office/drawing/2014/main" id="{D40BB11C-770C-4091-891F-F4B6BA0B7695}"/>
              </a:ext>
            </a:extLst>
          </p:cNvPr>
          <p:cNvSpPr>
            <a:spLocks noGrp="1"/>
          </p:cNvSpPr>
          <p:nvPr>
            <p:ph type="body" sz="quarter" idx="19" hasCustomPrompt="1"/>
          </p:nvPr>
        </p:nvSpPr>
        <p:spPr>
          <a:xfrm>
            <a:off x="923544" y="4205288"/>
            <a:ext cx="4059936" cy="1953105"/>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7" name="Text Placeholder 3">
            <a:extLst>
              <a:ext uri="{FF2B5EF4-FFF2-40B4-BE49-F238E27FC236}">
                <a16:creationId xmlns:a16="http://schemas.microsoft.com/office/drawing/2014/main" id="{9F0D0667-187C-4446-8B14-90A890A817CE}"/>
              </a:ext>
            </a:extLst>
          </p:cNvPr>
          <p:cNvSpPr>
            <a:spLocks noGrp="1"/>
          </p:cNvSpPr>
          <p:nvPr>
            <p:ph type="body" sz="quarter" idx="18" hasCustomPrompt="1"/>
          </p:nvPr>
        </p:nvSpPr>
        <p:spPr>
          <a:xfrm>
            <a:off x="6309360" y="1495515"/>
            <a:ext cx="2267712" cy="467668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D4C549CC-23F6-4AE1-A3C6-DB5A62A12DBF}"/>
              </a:ext>
            </a:extLst>
          </p:cNvPr>
          <p:cNvSpPr>
            <a:spLocks noGrp="1"/>
          </p:cNvSpPr>
          <p:nvPr>
            <p:ph type="body" sz="quarter" idx="17" hasCustomPrompt="1"/>
          </p:nvPr>
        </p:nvSpPr>
        <p:spPr>
          <a:xfrm>
            <a:off x="9006840" y="1495514"/>
            <a:ext cx="2267712" cy="4676687"/>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a:extLst>
              <a:ext uri="{FF2B5EF4-FFF2-40B4-BE49-F238E27FC236}">
                <a16:creationId xmlns:a16="http://schemas.microsoft.com/office/drawing/2014/main" id="{21D1B2D5-DFA1-41A6-85A8-75AC5E9C0D9E}"/>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250063626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White">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3CBA470D-C9E2-A5CB-A73A-91F1204BF084}"/>
              </a:ext>
            </a:extLst>
          </p:cNvPr>
          <p:cNvSpPr>
            <a:spLocks noGrp="1"/>
          </p:cNvSpPr>
          <p:nvPr>
            <p:ph type="title" hasCustomPrompt="1"/>
          </p:nvPr>
        </p:nvSpPr>
        <p:spPr>
          <a:xfrm>
            <a:off x="922338" y="-960506"/>
            <a:ext cx="5861304" cy="786335"/>
          </a:xfrm>
        </p:spPr>
        <p:txBody>
          <a:bodyPr/>
          <a:lstStyle>
            <a:lvl1pPr>
              <a:defRPr/>
            </a:lvl1pPr>
          </a:lstStyle>
          <a:p>
            <a:r>
              <a:rPr lang="en-US" dirty="0"/>
              <a:t>Click to edit Title to meet accessibility standards</a:t>
            </a:r>
          </a:p>
        </p:txBody>
      </p:sp>
      <p:sp>
        <p:nvSpPr>
          <p:cNvPr id="3" name="Footer Placeholder 2">
            <a:extLst>
              <a:ext uri="{FF2B5EF4-FFF2-40B4-BE49-F238E27FC236}">
                <a16:creationId xmlns:a16="http://schemas.microsoft.com/office/drawing/2014/main" id="{48CC0AF2-EC7C-2943-A11D-7E5579B899BB}"/>
              </a:ext>
            </a:extLst>
          </p:cNvPr>
          <p:cNvSpPr>
            <a:spLocks noGrp="1"/>
          </p:cNvSpPr>
          <p:nvPr>
            <p:ph type="ftr" sz="quarter" idx="10"/>
          </p:nvPr>
        </p:nvSpPr>
        <p:spPr/>
        <p:txBody>
          <a:bodyPr/>
          <a:lstStyle/>
          <a:p>
            <a:endParaRPr lang="en-US"/>
          </a:p>
        </p:txBody>
      </p:sp>
    </p:spTree>
    <p:extLst>
      <p:ext uri="{BB962C8B-B14F-4D97-AF65-F5344CB8AC3E}">
        <p14:creationId xmlns:p14="http://schemas.microsoft.com/office/powerpoint/2010/main" val="39705317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Blue">
    <p:bg>
      <p:bgPr>
        <a:solidFill>
          <a:schemeClr val="accent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ED291369-C82E-36EA-1365-7E175D96F721}"/>
              </a:ext>
            </a:extLst>
          </p:cNvPr>
          <p:cNvSpPr>
            <a:spLocks noGrp="1"/>
          </p:cNvSpPr>
          <p:nvPr>
            <p:ph type="title" hasCustomPrompt="1"/>
          </p:nvPr>
        </p:nvSpPr>
        <p:spPr>
          <a:xfrm>
            <a:off x="922338" y="-960506"/>
            <a:ext cx="5861304" cy="786335"/>
          </a:xfrm>
        </p:spPr>
        <p:txBody>
          <a:bodyPr/>
          <a:lstStyle>
            <a:lvl1pPr>
              <a:defRPr/>
            </a:lvl1pPr>
          </a:lstStyle>
          <a:p>
            <a:r>
              <a:rPr lang="en-US" dirty="0"/>
              <a:t>Click to edit Title to meet accessibility standards</a:t>
            </a:r>
          </a:p>
        </p:txBody>
      </p:sp>
      <p:sp>
        <p:nvSpPr>
          <p:cNvPr id="3" name="Footer Placeholder 2">
            <a:extLst>
              <a:ext uri="{FF2B5EF4-FFF2-40B4-BE49-F238E27FC236}">
                <a16:creationId xmlns:a16="http://schemas.microsoft.com/office/drawing/2014/main" id="{84229FB9-8483-42FC-8880-F43E16001A5F}"/>
              </a:ext>
            </a:extLst>
          </p:cNvPr>
          <p:cNvSpPr>
            <a:spLocks noGrp="1"/>
          </p:cNvSpPr>
          <p:nvPr>
            <p:ph type="ftr" sz="quarter" idx="11"/>
          </p:nvPr>
        </p:nvSpPr>
        <p:spPr/>
        <p:txBody>
          <a:bodyPr/>
          <a:lstStyle>
            <a:lvl1pPr>
              <a:defRPr>
                <a:solidFill>
                  <a:schemeClr val="bg1"/>
                </a:solidFill>
              </a:defRPr>
            </a:lvl1pPr>
          </a:lstStyle>
          <a:p>
            <a:endParaRPr lang="en-US"/>
          </a:p>
        </p:txBody>
      </p:sp>
      <p:sp>
        <p:nvSpPr>
          <p:cNvPr id="4" name="TextBox 3">
            <a:extLst>
              <a:ext uri="{FF2B5EF4-FFF2-40B4-BE49-F238E27FC236}">
                <a16:creationId xmlns:a16="http://schemas.microsoft.com/office/drawing/2014/main" id="{0AC34469-916F-5249-8D5E-53C54918E260}"/>
              </a:ext>
              <a:ext uri="{C183D7F6-B498-43B3-948B-1728B52AA6E4}">
                <adec:decorative xmlns:adec="http://schemas.microsoft.com/office/drawing/2017/decorative" val="1"/>
              </a:ext>
            </a:extLst>
          </p:cNvPr>
          <p:cNvSpPr txBox="1"/>
          <p:nvPr userDrawn="1"/>
        </p:nvSpPr>
        <p:spPr>
          <a:xfrm>
            <a:off x="10995660" y="6325655"/>
            <a:ext cx="487680" cy="297180"/>
          </a:xfrm>
          <a:prstGeom prst="rect">
            <a:avLst/>
          </a:prstGeom>
        </p:spPr>
        <p:txBody>
          <a:bodyPr vert="horz" wrap="square" lIns="0" tIns="0" rIns="0" bIns="0" rtlCol="0">
            <a:noAutofit/>
          </a:bodyPr>
          <a:lstStyle/>
          <a:p>
            <a:pPr marL="0" algn="r" defTabSz="914400" rtl="0" eaLnBrk="1" latinLnBrk="0" hangingPunct="1"/>
            <a:fld id="{208997C6-AED8-4153-89E3-7FC682DCDBBA}" type="slidenum">
              <a:rPr lang="en-US" sz="900" kern="1200" smtClean="0">
                <a:solidFill>
                  <a:schemeClr val="bg1"/>
                </a:solidFill>
                <a:latin typeface="+mn-lt"/>
                <a:ea typeface="+mn-ea"/>
                <a:cs typeface="+mn-cs"/>
              </a:rPr>
              <a:pPr marL="0" algn="r" defTabSz="914400" rtl="0" eaLnBrk="1" latinLnBrk="0" hangingPunct="1"/>
              <a:t>‹#›</a:t>
            </a:fld>
            <a:endParaRPr lang="en-US" sz="900" kern="1200">
              <a:solidFill>
                <a:schemeClr val="bg1"/>
              </a:solidFill>
              <a:latin typeface="+mn-lt"/>
              <a:ea typeface="+mn-ea"/>
              <a:cs typeface="+mn-cs"/>
            </a:endParaRPr>
          </a:p>
        </p:txBody>
      </p:sp>
    </p:spTree>
    <p:extLst>
      <p:ext uri="{BB962C8B-B14F-4D97-AF65-F5344CB8AC3E}">
        <p14:creationId xmlns:p14="http://schemas.microsoft.com/office/powerpoint/2010/main" val="43180044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Blue-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E781CD-5817-92C2-74A3-A0BCCC4A4DC5}"/>
              </a:ext>
            </a:extLst>
          </p:cNvPr>
          <p:cNvSpPr>
            <a:spLocks noGrp="1"/>
          </p:cNvSpPr>
          <p:nvPr>
            <p:ph type="title" hasCustomPrompt="1"/>
          </p:nvPr>
        </p:nvSpPr>
        <p:spPr>
          <a:xfrm>
            <a:off x="922338" y="-960506"/>
            <a:ext cx="5861304" cy="786335"/>
          </a:xfrm>
        </p:spPr>
        <p:txBody>
          <a:bodyPr/>
          <a:lstStyle>
            <a:lvl1pPr>
              <a:defRPr/>
            </a:lvl1pPr>
          </a:lstStyle>
          <a:p>
            <a:r>
              <a:rPr lang="en-US" dirty="0"/>
              <a:t>Click to edit Title to meet accessibility standards</a:t>
            </a:r>
          </a:p>
        </p:txBody>
      </p:sp>
      <p:sp>
        <p:nvSpPr>
          <p:cNvPr id="3" name="Footer Placeholder 2">
            <a:extLst>
              <a:ext uri="{FF2B5EF4-FFF2-40B4-BE49-F238E27FC236}">
                <a16:creationId xmlns:a16="http://schemas.microsoft.com/office/drawing/2014/main" id="{84229FB9-8483-42FC-8880-F43E16001A5F}"/>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60095441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anel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DF9A28B2-4BBF-4646-B96F-AF93285DDEF5}"/>
              </a:ext>
              <a:ext uri="{C183D7F6-B498-43B3-948B-1728B52AA6E4}">
                <adec:decorative xmlns:adec="http://schemas.microsoft.com/office/drawing/2017/decorative" val="1"/>
              </a:ext>
            </a:extLst>
          </p:cNvPr>
          <p:cNvSpPr/>
          <p:nvPr userDrawn="1"/>
        </p:nvSpPr>
        <p:spPr bwMode="ltGray">
          <a:xfrm>
            <a:off x="0" y="0"/>
            <a:ext cx="5219700" cy="68580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tx1"/>
              </a:solidFill>
            </a:endParaRPr>
          </a:p>
        </p:txBody>
      </p:sp>
      <p:sp>
        <p:nvSpPr>
          <p:cNvPr id="11" name="Subtitle 2">
            <a:extLst>
              <a:ext uri="{FF2B5EF4-FFF2-40B4-BE49-F238E27FC236}">
                <a16:creationId xmlns:a16="http://schemas.microsoft.com/office/drawing/2014/main" id="{D5D5EB92-4C78-4280-BAC5-551823416877}"/>
              </a:ext>
            </a:extLst>
          </p:cNvPr>
          <p:cNvSpPr>
            <a:spLocks noGrp="1"/>
          </p:cNvSpPr>
          <p:nvPr>
            <p:ph type="subTitle" idx="15" hasCustomPrompt="1"/>
          </p:nvPr>
        </p:nvSpPr>
        <p:spPr>
          <a:xfrm>
            <a:off x="923544" y="834900"/>
            <a:ext cx="3588635" cy="238207"/>
          </a:xfrm>
        </p:spPr>
        <p:txBody>
          <a:bodyPr wrap="none" anchor="b">
            <a:noAutofit/>
          </a:bodyPr>
          <a:lstStyle>
            <a:lvl1pPr marL="0" indent="0" algn="l">
              <a:buNone/>
              <a:defRPr sz="1400">
                <a:solidFill>
                  <a:schemeClr val="accent4"/>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FE2480E9-28DE-4085-9A6B-F6F7BED0F260}"/>
              </a:ext>
            </a:extLst>
          </p:cNvPr>
          <p:cNvSpPr>
            <a:spLocks noGrp="1"/>
          </p:cNvSpPr>
          <p:nvPr>
            <p:ph type="title" hasCustomPrompt="1"/>
          </p:nvPr>
        </p:nvSpPr>
        <p:spPr>
          <a:xfrm>
            <a:off x="923544" y="1177641"/>
            <a:ext cx="3588635" cy="786335"/>
          </a:xfrm>
          <a:prstGeom prst="rect">
            <a:avLst/>
          </a:prstGeom>
        </p:spPr>
        <p:txBody>
          <a:bodyPr/>
          <a:lstStyle>
            <a:lvl1pPr>
              <a:defRPr>
                <a:solidFill>
                  <a:schemeClr val="bg1"/>
                </a:solidFill>
              </a:defRPr>
            </a:lvl1pPr>
          </a:lstStyle>
          <a:p>
            <a:r>
              <a:rPr lang="en-US" dirty="0"/>
              <a:t>Click to edit Title</a:t>
            </a:r>
          </a:p>
        </p:txBody>
      </p:sp>
      <p:sp>
        <p:nvSpPr>
          <p:cNvPr id="10" name="Text Placeholder 9">
            <a:extLst>
              <a:ext uri="{FF2B5EF4-FFF2-40B4-BE49-F238E27FC236}">
                <a16:creationId xmlns:a16="http://schemas.microsoft.com/office/drawing/2014/main" id="{4A5A2D98-8C0B-4D24-97AB-43B46BF4FB4E}"/>
              </a:ext>
            </a:extLst>
          </p:cNvPr>
          <p:cNvSpPr>
            <a:spLocks noGrp="1"/>
          </p:cNvSpPr>
          <p:nvPr>
            <p:ph type="body" sz="quarter" idx="16" hasCustomPrompt="1"/>
          </p:nvPr>
        </p:nvSpPr>
        <p:spPr>
          <a:xfrm>
            <a:off x="920750" y="2512464"/>
            <a:ext cx="3591429" cy="365973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accent4"/>
                </a:solidFill>
              </a:defRPr>
            </a:lvl4pPr>
            <a:lvl5pPr>
              <a:buNone/>
              <a:defRPr>
                <a:solidFill>
                  <a:schemeClr val="bg1"/>
                </a:solidFill>
              </a:defRPr>
            </a:lvl5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F3DB7DAB-6321-47DC-869A-091B2C71920F}"/>
              </a:ext>
            </a:extLst>
          </p:cNvPr>
          <p:cNvSpPr>
            <a:spLocks noGrp="1"/>
          </p:cNvSpPr>
          <p:nvPr>
            <p:ph type="body" sz="quarter" idx="20" hasCustomPrompt="1"/>
          </p:nvPr>
        </p:nvSpPr>
        <p:spPr>
          <a:xfrm>
            <a:off x="6310378" y="2512464"/>
            <a:ext cx="2267712" cy="365954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ext Placeholder 4">
            <a:extLst>
              <a:ext uri="{FF2B5EF4-FFF2-40B4-BE49-F238E27FC236}">
                <a16:creationId xmlns:a16="http://schemas.microsoft.com/office/drawing/2014/main" id="{CA398ACC-A809-4FE1-9122-B9BCC20B7155}"/>
              </a:ext>
            </a:extLst>
          </p:cNvPr>
          <p:cNvSpPr>
            <a:spLocks noGrp="1"/>
          </p:cNvSpPr>
          <p:nvPr>
            <p:ph type="body" sz="quarter" idx="21" hasCustomPrompt="1"/>
          </p:nvPr>
        </p:nvSpPr>
        <p:spPr>
          <a:xfrm>
            <a:off x="9003795" y="2512464"/>
            <a:ext cx="2267712" cy="365954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1" name="Footer Placeholder 40">
            <a:extLst>
              <a:ext uri="{FF2B5EF4-FFF2-40B4-BE49-F238E27FC236}">
                <a16:creationId xmlns:a16="http://schemas.microsoft.com/office/drawing/2014/main" id="{D98E8B68-E0C2-4364-BAAB-C8BA87BD895C}"/>
              </a:ext>
            </a:extLst>
          </p:cNvPr>
          <p:cNvSpPr>
            <a:spLocks noGrp="1"/>
          </p:cNvSpPr>
          <p:nvPr>
            <p:ph type="ftr" sz="quarter" idx="19"/>
          </p:nvPr>
        </p:nvSpPr>
        <p:spPr>
          <a:xfrm>
            <a:off x="6310378" y="6327648"/>
            <a:ext cx="4059936" cy="109728"/>
          </a:xfrm>
        </p:spPr>
        <p:txBody>
          <a:bodyPr/>
          <a:lstStyle/>
          <a:p>
            <a:endParaRPr lang="en-US"/>
          </a:p>
        </p:txBody>
      </p:sp>
    </p:spTree>
    <p:extLst>
      <p:ext uri="{BB962C8B-B14F-4D97-AF65-F5344CB8AC3E}">
        <p14:creationId xmlns:p14="http://schemas.microsoft.com/office/powerpoint/2010/main" val="2523265048"/>
      </p:ext>
    </p:extLst>
  </p:cSld>
  <p:clrMapOvr>
    <a:masterClrMapping/>
  </p:clrMapOvr>
  <p:extLst>
    <p:ext uri="{DCECCB84-F9BA-43D5-87BE-67443E8EF086}">
      <p15:sldGuideLst xmlns:p15="http://schemas.microsoft.com/office/powerpoint/2012/main">
        <p15:guide id="1" pos="2976"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Panel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DF9A28B2-4BBF-4646-B96F-AF93285DDEF5}"/>
              </a:ext>
              <a:ext uri="{C183D7F6-B498-43B3-948B-1728B52AA6E4}">
                <adec:decorative xmlns:adec="http://schemas.microsoft.com/office/drawing/2017/decorative" val="1"/>
              </a:ext>
            </a:extLst>
          </p:cNvPr>
          <p:cNvSpPr/>
          <p:nvPr userDrawn="1"/>
        </p:nvSpPr>
        <p:spPr bwMode="ltGray">
          <a:xfrm>
            <a:off x="7870004" y="0"/>
            <a:ext cx="4321996" cy="68580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tx1"/>
              </a:solidFill>
            </a:endParaRPr>
          </a:p>
        </p:txBody>
      </p:sp>
      <p:sp>
        <p:nvSpPr>
          <p:cNvPr id="83" name="TextBox 82">
            <a:extLst>
              <a:ext uri="{FF2B5EF4-FFF2-40B4-BE49-F238E27FC236}">
                <a16:creationId xmlns:a16="http://schemas.microsoft.com/office/drawing/2014/main" id="{2E8F09A1-A5CC-4061-A93D-716D71BA1571}"/>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solidFill>
              </a:rPr>
              <a:pPr lvl="0" algn="r"/>
              <a:t>‹#›</a:t>
            </a:fld>
            <a:endParaRPr lang="en-US">
              <a:solidFill>
                <a:schemeClr val="bg1"/>
              </a:solidFill>
            </a:endParaRPr>
          </a:p>
        </p:txBody>
      </p:sp>
      <p:sp>
        <p:nvSpPr>
          <p:cNvPr id="12" name="Subtitle 2">
            <a:extLst>
              <a:ext uri="{FF2B5EF4-FFF2-40B4-BE49-F238E27FC236}">
                <a16:creationId xmlns:a16="http://schemas.microsoft.com/office/drawing/2014/main" id="{1171BF22-71B3-4DA4-AA64-39E4F52857B9}"/>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890F10BE-CE14-46F4-BF9C-656095D9D244}"/>
              </a:ext>
            </a:extLst>
          </p:cNvPr>
          <p:cNvSpPr>
            <a:spLocks noGrp="1"/>
          </p:cNvSpPr>
          <p:nvPr>
            <p:ph type="title" hasCustomPrompt="1"/>
          </p:nvPr>
        </p:nvSpPr>
        <p:spPr/>
        <p:txBody>
          <a:bodyPr/>
          <a:lstStyle>
            <a:lvl1pPr>
              <a:defRPr/>
            </a:lvl1pPr>
          </a:lstStyle>
          <a:p>
            <a:r>
              <a:rPr lang="en-US" dirty="0"/>
              <a:t>Click to edit Title</a:t>
            </a:r>
          </a:p>
        </p:txBody>
      </p:sp>
      <p:sp>
        <p:nvSpPr>
          <p:cNvPr id="14" name="Text Placeholder 4">
            <a:extLst>
              <a:ext uri="{FF2B5EF4-FFF2-40B4-BE49-F238E27FC236}">
                <a16:creationId xmlns:a16="http://schemas.microsoft.com/office/drawing/2014/main" id="{283B869C-76D6-4D37-B6EB-68525135FF70}"/>
              </a:ext>
            </a:extLst>
          </p:cNvPr>
          <p:cNvSpPr>
            <a:spLocks noGrp="1"/>
          </p:cNvSpPr>
          <p:nvPr>
            <p:ph type="body" sz="quarter" idx="20" hasCustomPrompt="1"/>
          </p:nvPr>
        </p:nvSpPr>
        <p:spPr>
          <a:xfrm>
            <a:off x="923544" y="2512465"/>
            <a:ext cx="2688336"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ext Placeholder 4">
            <a:extLst>
              <a:ext uri="{FF2B5EF4-FFF2-40B4-BE49-F238E27FC236}">
                <a16:creationId xmlns:a16="http://schemas.microsoft.com/office/drawing/2014/main" id="{30081BCB-B45E-45A2-9740-326BDA699350}"/>
              </a:ext>
            </a:extLst>
          </p:cNvPr>
          <p:cNvSpPr>
            <a:spLocks noGrp="1"/>
          </p:cNvSpPr>
          <p:nvPr>
            <p:ph type="body" sz="quarter" idx="21" hasCustomPrompt="1"/>
          </p:nvPr>
        </p:nvSpPr>
        <p:spPr>
          <a:xfrm>
            <a:off x="4087087" y="2512465"/>
            <a:ext cx="2688336"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7" name="Text Placeholder 2">
            <a:extLst>
              <a:ext uri="{FF2B5EF4-FFF2-40B4-BE49-F238E27FC236}">
                <a16:creationId xmlns:a16="http://schemas.microsoft.com/office/drawing/2014/main" id="{BDCB82B8-0F2E-45BB-87EC-6A3B7C3FB7BF}"/>
              </a:ext>
            </a:extLst>
          </p:cNvPr>
          <p:cNvSpPr>
            <a:spLocks noGrp="1"/>
          </p:cNvSpPr>
          <p:nvPr>
            <p:ph type="body" sz="quarter" idx="18" hasCustomPrompt="1"/>
          </p:nvPr>
        </p:nvSpPr>
        <p:spPr>
          <a:xfrm>
            <a:off x="8577347" y="2512465"/>
            <a:ext cx="2694157" cy="3542225"/>
          </a:xfrm>
        </p:spPr>
        <p:txBody>
          <a:bodyPr/>
          <a:lstStyle>
            <a:lvl1pPr>
              <a:lnSpc>
                <a:spcPct val="90000"/>
              </a:lnSpc>
              <a:defRPr sz="2400" b="1">
                <a:solidFill>
                  <a:schemeClr val="bg1"/>
                </a:solidFill>
                <a:latin typeface="+mj-lt"/>
              </a:defRPr>
            </a:lvl1pPr>
            <a:lvl2pPr marL="0" indent="0">
              <a:buFont typeface="Montserrat" panose="00000500000000000000" pitchFamily="2" charset="0"/>
              <a:buChar char="​"/>
              <a:defRPr sz="1400">
                <a:solidFill>
                  <a:schemeClr val="bg1"/>
                </a:solidFill>
                <a:latin typeface="+mj-lt"/>
              </a:defRPr>
            </a:lvl2pPr>
            <a:lvl3pPr marL="284163" indent="-118872">
              <a:buFont typeface="Montserrat" panose="00000500000000000000" pitchFamily="2" charset="0"/>
              <a:buChar char="◦"/>
              <a:defRPr sz="1200">
                <a:solidFill>
                  <a:schemeClr val="bg1"/>
                </a:solidFill>
              </a:defRPr>
            </a:lvl3pPr>
            <a:lvl4pPr>
              <a:defRPr>
                <a:solidFill>
                  <a:schemeClr val="accent4"/>
                </a:solidFill>
              </a:defRPr>
            </a:lvl4pPr>
            <a:lvl5pPr>
              <a:buNone/>
              <a:defRPr>
                <a:solidFill>
                  <a:schemeClr val="bg1"/>
                </a:solidFill>
              </a:defRPr>
            </a:lvl5pPr>
            <a:lvl6pPr>
              <a:buNone/>
              <a:defRPr/>
            </a:lvl6pPr>
            <a:lvl7pPr>
              <a:defRPr>
                <a:solidFill>
                  <a:schemeClr val="bg1"/>
                </a:solidFill>
              </a:defRPr>
            </a:lvl7pPr>
            <a:lvl8pPr>
              <a:defRPr>
                <a:solidFill>
                  <a:schemeClr val="bg1"/>
                </a:solidFill>
              </a:defRPr>
            </a:lvl8pPr>
          </a:lstStyle>
          <a:p>
            <a:pPr lvl="0"/>
            <a:r>
              <a:rPr lang="en-US" dirty="0"/>
              <a:t>Click to edit text</a:t>
            </a:r>
          </a:p>
          <a:p>
            <a:pPr lvl="1"/>
            <a:r>
              <a:rPr lang="en-US" dirty="0"/>
              <a:t>Second Level</a:t>
            </a:r>
          </a:p>
          <a:p>
            <a:pPr lvl="2"/>
            <a:r>
              <a:rPr lang="en-US" dirty="0"/>
              <a:t>Third Level</a:t>
            </a:r>
          </a:p>
          <a:p>
            <a:pPr lvl="3"/>
            <a:r>
              <a:rPr lang="en-US" dirty="0"/>
              <a:t>Fourth</a:t>
            </a:r>
          </a:p>
          <a:p>
            <a:pPr lvl="4"/>
            <a:r>
              <a:rPr lang="en-US" dirty="0"/>
              <a:t>Fifth</a:t>
            </a:r>
          </a:p>
        </p:txBody>
      </p:sp>
      <p:sp>
        <p:nvSpPr>
          <p:cNvPr id="5" name="Footer Placeholder 4">
            <a:extLst>
              <a:ext uri="{FF2B5EF4-FFF2-40B4-BE49-F238E27FC236}">
                <a16:creationId xmlns:a16="http://schemas.microsoft.com/office/drawing/2014/main" id="{4421C274-02BF-124D-BA08-881E8BC23023}"/>
              </a:ext>
            </a:extLst>
          </p:cNvPr>
          <p:cNvSpPr>
            <a:spLocks noGrp="1"/>
          </p:cNvSpPr>
          <p:nvPr>
            <p:ph type="ftr" sz="quarter" idx="16"/>
          </p:nvPr>
        </p:nvSpPr>
        <p:spPr>
          <a:xfrm>
            <a:off x="923544" y="6327648"/>
            <a:ext cx="6309360" cy="109728"/>
          </a:xfrm>
        </p:spPr>
        <p:txBody>
          <a:bodyPr/>
          <a:lstStyle/>
          <a:p>
            <a:endParaRPr lang="en-US"/>
          </a:p>
        </p:txBody>
      </p:sp>
    </p:spTree>
    <p:extLst>
      <p:ext uri="{BB962C8B-B14F-4D97-AF65-F5344CB8AC3E}">
        <p14:creationId xmlns:p14="http://schemas.microsoft.com/office/powerpoint/2010/main" val="27724141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Image Left">
    <p:spTree>
      <p:nvGrpSpPr>
        <p:cNvPr id="1" name=""/>
        <p:cNvGrpSpPr/>
        <p:nvPr/>
      </p:nvGrpSpPr>
      <p:grpSpPr>
        <a:xfrm>
          <a:off x="0" y="0"/>
          <a:ext cx="0" cy="0"/>
          <a:chOff x="0" y="0"/>
          <a:chExt cx="0" cy="0"/>
        </a:xfrm>
      </p:grpSpPr>
      <p:sp>
        <p:nvSpPr>
          <p:cNvPr id="7" name="Subtitle 2">
            <a:extLst>
              <a:ext uri="{FF2B5EF4-FFF2-40B4-BE49-F238E27FC236}">
                <a16:creationId xmlns:a16="http://schemas.microsoft.com/office/drawing/2014/main" id="{59F85BD0-5291-4889-AA3C-2864BB787235}"/>
              </a:ext>
            </a:extLst>
          </p:cNvPr>
          <p:cNvSpPr>
            <a:spLocks noGrp="1"/>
          </p:cNvSpPr>
          <p:nvPr>
            <p:ph type="subTitle" idx="15" hasCustomPrompt="1"/>
          </p:nvPr>
        </p:nvSpPr>
        <p:spPr>
          <a:xfrm>
            <a:off x="7205472" y="834900"/>
            <a:ext cx="4059936"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A37A3B21-BF38-49C9-AE2B-E08025D99930}"/>
              </a:ext>
            </a:extLst>
          </p:cNvPr>
          <p:cNvSpPr>
            <a:spLocks noGrp="1"/>
          </p:cNvSpPr>
          <p:nvPr>
            <p:ph type="title" hasCustomPrompt="1"/>
          </p:nvPr>
        </p:nvSpPr>
        <p:spPr>
          <a:xfrm>
            <a:off x="7205472" y="1182433"/>
            <a:ext cx="4059936" cy="786335"/>
          </a:xfrm>
        </p:spPr>
        <p:txBody>
          <a:bodyPr/>
          <a:lstStyle>
            <a:lvl1pPr>
              <a:defRPr/>
            </a:lvl1pPr>
          </a:lstStyle>
          <a:p>
            <a:r>
              <a:rPr lang="en-US" dirty="0"/>
              <a:t>Click to edit Title</a:t>
            </a:r>
          </a:p>
        </p:txBody>
      </p:sp>
      <p:sp>
        <p:nvSpPr>
          <p:cNvPr id="3" name="Content Placeholder 2">
            <a:extLst>
              <a:ext uri="{FF2B5EF4-FFF2-40B4-BE49-F238E27FC236}">
                <a16:creationId xmlns:a16="http://schemas.microsoft.com/office/drawing/2014/main" id="{92079426-262C-452F-A3C1-F9CFECEC28BD}"/>
              </a:ext>
            </a:extLst>
          </p:cNvPr>
          <p:cNvSpPr>
            <a:spLocks noGrp="1"/>
          </p:cNvSpPr>
          <p:nvPr>
            <p:ph idx="1" hasCustomPrompt="1"/>
          </p:nvPr>
        </p:nvSpPr>
        <p:spPr>
          <a:xfrm>
            <a:off x="7205472" y="2512464"/>
            <a:ext cx="4059936"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9" name="Picture Placeholder 78">
            <a:extLst>
              <a:ext uri="{FF2B5EF4-FFF2-40B4-BE49-F238E27FC236}">
                <a16:creationId xmlns:a16="http://schemas.microsoft.com/office/drawing/2014/main" id="{09887627-DFF0-4B97-8074-3F2289CFA992}"/>
              </a:ext>
            </a:extLst>
          </p:cNvPr>
          <p:cNvSpPr>
            <a:spLocks noGrp="1"/>
          </p:cNvSpPr>
          <p:nvPr>
            <p:ph type="pic" sz="quarter" idx="18" hasCustomPrompt="1"/>
          </p:nvPr>
        </p:nvSpPr>
        <p:spPr>
          <a:xfrm>
            <a:off x="0" y="0"/>
            <a:ext cx="6308725" cy="6858000"/>
          </a:xfrm>
          <a:solidFill>
            <a:schemeClr val="accent3">
              <a:lumMod val="20000"/>
              <a:lumOff val="80000"/>
            </a:schemeClr>
          </a:solidFill>
        </p:spPr>
        <p:txBody>
          <a:bodyPr anchor="ctr"/>
          <a:lstStyle>
            <a:lvl1pPr algn="ctr">
              <a:buNone/>
              <a:defRPr/>
            </a:lvl1pPr>
          </a:lstStyle>
          <a:p>
            <a:r>
              <a:rPr lang="en-US"/>
              <a:t> </a:t>
            </a:r>
          </a:p>
        </p:txBody>
      </p:sp>
      <p:sp>
        <p:nvSpPr>
          <p:cNvPr id="80" name="Footer Placeholder 79">
            <a:extLst>
              <a:ext uri="{FF2B5EF4-FFF2-40B4-BE49-F238E27FC236}">
                <a16:creationId xmlns:a16="http://schemas.microsoft.com/office/drawing/2014/main" id="{3C54476B-FD06-453C-A92C-3B2B2360431C}"/>
              </a:ext>
            </a:extLst>
          </p:cNvPr>
          <p:cNvSpPr>
            <a:spLocks noGrp="1"/>
          </p:cNvSpPr>
          <p:nvPr>
            <p:ph type="ftr" sz="quarter" idx="19"/>
          </p:nvPr>
        </p:nvSpPr>
        <p:spPr>
          <a:xfrm>
            <a:off x="923544" y="6327648"/>
            <a:ext cx="4487212" cy="109728"/>
          </a:xfrm>
        </p:spPr>
        <p:txBody>
          <a:bodyPr/>
          <a:lstStyle/>
          <a:p>
            <a:endParaRPr lang="en-US"/>
          </a:p>
        </p:txBody>
      </p:sp>
    </p:spTree>
    <p:extLst>
      <p:ext uri="{BB962C8B-B14F-4D97-AF65-F5344CB8AC3E}">
        <p14:creationId xmlns:p14="http://schemas.microsoft.com/office/powerpoint/2010/main" val="7362600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Image Right">
    <p:spTree>
      <p:nvGrpSpPr>
        <p:cNvPr id="1" name=""/>
        <p:cNvGrpSpPr/>
        <p:nvPr/>
      </p:nvGrpSpPr>
      <p:grpSpPr>
        <a:xfrm>
          <a:off x="0" y="0"/>
          <a:ext cx="0" cy="0"/>
          <a:chOff x="0" y="0"/>
          <a:chExt cx="0" cy="0"/>
        </a:xfrm>
      </p:grpSpPr>
      <p:sp>
        <p:nvSpPr>
          <p:cNvPr id="8" name="Subtitle 2">
            <a:extLst>
              <a:ext uri="{FF2B5EF4-FFF2-40B4-BE49-F238E27FC236}">
                <a16:creationId xmlns:a16="http://schemas.microsoft.com/office/drawing/2014/main" id="{8C11D3FA-492E-4CF9-9270-B9120D3796DD}"/>
              </a:ext>
            </a:extLst>
          </p:cNvPr>
          <p:cNvSpPr>
            <a:spLocks noGrp="1"/>
          </p:cNvSpPr>
          <p:nvPr>
            <p:ph type="subTitle" idx="15" hasCustomPrompt="1"/>
          </p:nvPr>
        </p:nvSpPr>
        <p:spPr>
          <a:xfrm>
            <a:off x="923544" y="834900"/>
            <a:ext cx="4059936"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A26BDFD9-DA12-4B1A-881A-5A2F1AB1FFD2}"/>
              </a:ext>
            </a:extLst>
          </p:cNvPr>
          <p:cNvSpPr>
            <a:spLocks noGrp="1"/>
          </p:cNvSpPr>
          <p:nvPr>
            <p:ph type="title" hasCustomPrompt="1"/>
          </p:nvPr>
        </p:nvSpPr>
        <p:spPr>
          <a:xfrm>
            <a:off x="922338" y="1182433"/>
            <a:ext cx="4059936" cy="786335"/>
          </a:xfrm>
        </p:spPr>
        <p:txBody>
          <a:bodyPr/>
          <a:lstStyle>
            <a:lvl1pPr>
              <a:defRPr/>
            </a:lvl1pPr>
          </a:lstStyle>
          <a:p>
            <a:r>
              <a:rPr lang="en-US" dirty="0"/>
              <a:t>Click to edit Title</a:t>
            </a:r>
          </a:p>
        </p:txBody>
      </p:sp>
      <p:sp>
        <p:nvSpPr>
          <p:cNvPr id="3" name="Content Placeholder 2">
            <a:extLst>
              <a:ext uri="{FF2B5EF4-FFF2-40B4-BE49-F238E27FC236}">
                <a16:creationId xmlns:a16="http://schemas.microsoft.com/office/drawing/2014/main" id="{92079426-262C-452F-A3C1-F9CFECEC28BD}"/>
              </a:ext>
            </a:extLst>
          </p:cNvPr>
          <p:cNvSpPr>
            <a:spLocks noGrp="1"/>
          </p:cNvSpPr>
          <p:nvPr>
            <p:ph idx="1" hasCustomPrompt="1"/>
          </p:nvPr>
        </p:nvSpPr>
        <p:spPr>
          <a:xfrm>
            <a:off x="923544" y="2512464"/>
            <a:ext cx="4059936" cy="365973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5" name="TextBox 114">
            <a:extLst>
              <a:ext uri="{FF2B5EF4-FFF2-40B4-BE49-F238E27FC236}">
                <a16:creationId xmlns:a16="http://schemas.microsoft.com/office/drawing/2014/main" id="{5764425F-3CAA-4B02-8F36-606E3D3A17DF}"/>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pPr lvl="0" algn="r"/>
              <a:t>‹#›</a:t>
            </a:fld>
            <a:endParaRPr lang="en-US"/>
          </a:p>
        </p:txBody>
      </p:sp>
      <p:sp>
        <p:nvSpPr>
          <p:cNvPr id="79" name="Picture Placeholder 78">
            <a:extLst>
              <a:ext uri="{FF2B5EF4-FFF2-40B4-BE49-F238E27FC236}">
                <a16:creationId xmlns:a16="http://schemas.microsoft.com/office/drawing/2014/main" id="{09887627-DFF0-4B97-8074-3F2289CFA992}"/>
              </a:ext>
            </a:extLst>
          </p:cNvPr>
          <p:cNvSpPr>
            <a:spLocks noGrp="1"/>
          </p:cNvSpPr>
          <p:nvPr>
            <p:ph type="pic" sz="quarter" idx="18" hasCustomPrompt="1"/>
          </p:nvPr>
        </p:nvSpPr>
        <p:spPr>
          <a:xfrm>
            <a:off x="5883275" y="0"/>
            <a:ext cx="6308725" cy="6858000"/>
          </a:xfrm>
          <a:solidFill>
            <a:schemeClr val="accent3">
              <a:lumMod val="20000"/>
              <a:lumOff val="80000"/>
            </a:schemeClr>
          </a:solidFill>
        </p:spPr>
        <p:txBody>
          <a:bodyPr anchor="ctr"/>
          <a:lstStyle>
            <a:lvl1pPr algn="ctr">
              <a:buNone/>
              <a:defRPr/>
            </a:lvl1pPr>
          </a:lstStyle>
          <a:p>
            <a:r>
              <a:rPr lang="en-US"/>
              <a:t> </a:t>
            </a:r>
          </a:p>
        </p:txBody>
      </p:sp>
      <p:sp>
        <p:nvSpPr>
          <p:cNvPr id="80" name="Footer Placeholder 79">
            <a:extLst>
              <a:ext uri="{FF2B5EF4-FFF2-40B4-BE49-F238E27FC236}">
                <a16:creationId xmlns:a16="http://schemas.microsoft.com/office/drawing/2014/main" id="{3C54476B-FD06-453C-A92C-3B2B2360431C}"/>
              </a:ext>
            </a:extLst>
          </p:cNvPr>
          <p:cNvSpPr>
            <a:spLocks noGrp="1"/>
          </p:cNvSpPr>
          <p:nvPr>
            <p:ph type="ftr" sz="quarter" idx="19"/>
          </p:nvPr>
        </p:nvSpPr>
        <p:spPr>
          <a:xfrm>
            <a:off x="923544" y="6327648"/>
            <a:ext cx="4487212" cy="109728"/>
          </a:xfrm>
        </p:spPr>
        <p:txBody>
          <a:bodyPr/>
          <a:lstStyle/>
          <a:p>
            <a:endParaRPr lang="en-US"/>
          </a:p>
        </p:txBody>
      </p:sp>
    </p:spTree>
    <p:extLst>
      <p:ext uri="{BB962C8B-B14F-4D97-AF65-F5344CB8AC3E}">
        <p14:creationId xmlns:p14="http://schemas.microsoft.com/office/powerpoint/2010/main" val="228193193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Key Box">
    <p:spTree>
      <p:nvGrpSpPr>
        <p:cNvPr id="1" name=""/>
        <p:cNvGrpSpPr/>
        <p:nvPr/>
      </p:nvGrpSpPr>
      <p:grpSpPr>
        <a:xfrm>
          <a:off x="0" y="0"/>
          <a:ext cx="0" cy="0"/>
          <a:chOff x="0" y="0"/>
          <a:chExt cx="0" cy="0"/>
        </a:xfrm>
      </p:grpSpPr>
      <p:sp>
        <p:nvSpPr>
          <p:cNvPr id="12" name="Subtitle 2">
            <a:extLst>
              <a:ext uri="{FF2B5EF4-FFF2-40B4-BE49-F238E27FC236}">
                <a16:creationId xmlns:a16="http://schemas.microsoft.com/office/drawing/2014/main" id="{E7FC57A8-715A-4841-906C-B3B27823D4FB}"/>
              </a:ext>
            </a:extLst>
          </p:cNvPr>
          <p:cNvSpPr>
            <a:spLocks noGrp="1"/>
          </p:cNvSpPr>
          <p:nvPr>
            <p:ph type="subTitle" idx="15" hasCustomPrompt="1"/>
          </p:nvPr>
        </p:nvSpPr>
        <p:spPr>
          <a:xfrm>
            <a:off x="923544" y="834900"/>
            <a:ext cx="6309360" cy="238207"/>
          </a:xfrm>
        </p:spPr>
        <p:txBody>
          <a:bodyPr wrap="none" anchor="b">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4" name="Title 3">
            <a:extLst>
              <a:ext uri="{FF2B5EF4-FFF2-40B4-BE49-F238E27FC236}">
                <a16:creationId xmlns:a16="http://schemas.microsoft.com/office/drawing/2014/main" id="{F538101D-685A-4B5E-9682-8B5A42FFD8B7}"/>
              </a:ext>
            </a:extLst>
          </p:cNvPr>
          <p:cNvSpPr>
            <a:spLocks noGrp="1"/>
          </p:cNvSpPr>
          <p:nvPr>
            <p:ph type="title" hasCustomPrompt="1"/>
          </p:nvPr>
        </p:nvSpPr>
        <p:spPr/>
        <p:txBody>
          <a:bodyPr/>
          <a:lstStyle>
            <a:lvl1pPr>
              <a:defRPr/>
            </a:lvl1pPr>
          </a:lstStyle>
          <a:p>
            <a:r>
              <a:rPr lang="en-US" dirty="0"/>
              <a:t>Click to edit Title</a:t>
            </a:r>
          </a:p>
        </p:txBody>
      </p:sp>
      <p:sp>
        <p:nvSpPr>
          <p:cNvPr id="14" name="TextBox 13">
            <a:extLst>
              <a:ext uri="{FF2B5EF4-FFF2-40B4-BE49-F238E27FC236}">
                <a16:creationId xmlns:a16="http://schemas.microsoft.com/office/drawing/2014/main" id="{5E1D5E1C-7B32-EF43-BDA5-5F6FB151FC50}"/>
              </a:ext>
              <a:ext uri="{C183D7F6-B498-43B3-948B-1728B52AA6E4}">
                <adec:decorative xmlns:adec="http://schemas.microsoft.com/office/drawing/2017/decorative" val="1"/>
              </a:ext>
            </a:extLst>
          </p:cNvPr>
          <p:cNvSpPr txBox="1"/>
          <p:nvPr userDrawn="1"/>
        </p:nvSpPr>
        <p:spPr>
          <a:xfrm>
            <a:off x="10995660" y="6325655"/>
            <a:ext cx="487680" cy="297180"/>
          </a:xfrm>
          <a:prstGeom prst="rect">
            <a:avLst/>
          </a:prstGeom>
        </p:spPr>
        <p:txBody>
          <a:bodyPr vert="horz" wrap="square" lIns="0" tIns="0" rIns="0" bIns="0" rtlCol="0">
            <a:noAutofit/>
          </a:bodyPr>
          <a:lstStyle/>
          <a:p>
            <a:pPr marL="0" algn="r" defTabSz="914400" rtl="0" eaLnBrk="1" latinLnBrk="0" hangingPunct="1"/>
            <a:fld id="{208997C6-AED8-4153-89E3-7FC682DCDBBA}" type="slidenum">
              <a:rPr lang="en-US" sz="900" kern="1200" smtClean="0">
                <a:solidFill>
                  <a:schemeClr val="bg1"/>
                </a:solidFill>
                <a:latin typeface="+mn-lt"/>
                <a:ea typeface="+mn-ea"/>
                <a:cs typeface="+mn-cs"/>
              </a:rPr>
              <a:pPr marL="0" algn="r" defTabSz="914400" rtl="0" eaLnBrk="1" latinLnBrk="0" hangingPunct="1"/>
              <a:t>‹#›</a:t>
            </a:fld>
            <a:endParaRPr lang="en-US" sz="900" kern="1200">
              <a:solidFill>
                <a:schemeClr val="bg1"/>
              </a:solidFill>
              <a:latin typeface="+mn-lt"/>
              <a:ea typeface="+mn-ea"/>
              <a:cs typeface="+mn-cs"/>
            </a:endParaRPr>
          </a:p>
        </p:txBody>
      </p:sp>
      <p:sp>
        <p:nvSpPr>
          <p:cNvPr id="58" name="Content Placeholder 57">
            <a:extLst>
              <a:ext uri="{FF2B5EF4-FFF2-40B4-BE49-F238E27FC236}">
                <a16:creationId xmlns:a16="http://schemas.microsoft.com/office/drawing/2014/main" id="{651FEBA6-BA7B-4F0F-A008-EB64D8C996C7}"/>
              </a:ext>
            </a:extLst>
          </p:cNvPr>
          <p:cNvSpPr>
            <a:spLocks noGrp="1"/>
          </p:cNvSpPr>
          <p:nvPr>
            <p:ph sz="quarter" idx="20" hasCustomPrompt="1"/>
          </p:nvPr>
        </p:nvSpPr>
        <p:spPr>
          <a:xfrm>
            <a:off x="923544" y="2514600"/>
            <a:ext cx="4480560" cy="3657600"/>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9">
            <a:extLst>
              <a:ext uri="{FF2B5EF4-FFF2-40B4-BE49-F238E27FC236}">
                <a16:creationId xmlns:a16="http://schemas.microsoft.com/office/drawing/2014/main" id="{1BC65534-C537-421D-81FA-F246F9A7AA2A}"/>
              </a:ext>
            </a:extLst>
          </p:cNvPr>
          <p:cNvSpPr>
            <a:spLocks noGrp="1"/>
          </p:cNvSpPr>
          <p:nvPr>
            <p:ph type="body" sz="quarter" idx="18" hasCustomPrompt="1"/>
          </p:nvPr>
        </p:nvSpPr>
        <p:spPr>
          <a:xfrm>
            <a:off x="6302901" y="2514600"/>
            <a:ext cx="3592513" cy="1300676"/>
          </a:xfrm>
        </p:spPr>
        <p:txBody>
          <a:bodyPr/>
          <a:lstStyle>
            <a:lvl1pPr>
              <a:defRPr/>
            </a:lvl1pPr>
            <a:lvl2pPr>
              <a:defRPr>
                <a:solidFill>
                  <a:schemeClr val="tx1">
                    <a:lumMod val="65000"/>
                    <a:lumOff val="35000"/>
                  </a:schemeClr>
                </a:solidFill>
              </a:defRPr>
            </a:lvl2pPr>
            <a:lvl3pPr>
              <a:defRPr>
                <a:solidFill>
                  <a:schemeClr val="tx1">
                    <a:lumMod val="65000"/>
                    <a:lumOff val="35000"/>
                  </a:schemeClr>
                </a:solidFill>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8">
            <a:extLst>
              <a:ext uri="{FF2B5EF4-FFF2-40B4-BE49-F238E27FC236}">
                <a16:creationId xmlns:a16="http://schemas.microsoft.com/office/drawing/2014/main" id="{DDD6A5EB-EC82-48D6-A75A-10380839B2BB}"/>
              </a:ext>
            </a:extLst>
          </p:cNvPr>
          <p:cNvSpPr>
            <a:spLocks noGrp="1"/>
          </p:cNvSpPr>
          <p:nvPr>
            <p:ph type="body" sz="quarter" idx="16" hasCustomPrompt="1"/>
          </p:nvPr>
        </p:nvSpPr>
        <p:spPr bwMode="hidden">
          <a:xfrm>
            <a:off x="5888736" y="4343399"/>
            <a:ext cx="5388869" cy="1828801"/>
          </a:xfrm>
          <a:solidFill>
            <a:schemeClr val="bg1">
              <a:lumMod val="95000"/>
            </a:schemeClr>
          </a:solidFill>
        </p:spPr>
        <p:txBody>
          <a:bodyPr lIns="393192" tIns="182880" rIns="274320" bIns="182880" anchor="ctr">
            <a:normAutofit/>
          </a:bodyPr>
          <a:lstStyle>
            <a:lvl1pPr algn="l">
              <a:lnSpc>
                <a:spcPct val="105000"/>
              </a:lnSpc>
              <a:defRPr sz="2800" b="1">
                <a:solidFill>
                  <a:schemeClr val="accent2"/>
                </a:solidFill>
                <a:latin typeface="+mj-lt"/>
              </a:defRPr>
            </a:lvl1pPr>
            <a:lvl2pPr marL="0" indent="0">
              <a:buFont typeface="Montserrat" panose="00000500000000000000" pitchFamily="2" charset="0"/>
              <a:buChar char="​"/>
              <a:defRPr sz="1800">
                <a:solidFill>
                  <a:schemeClr val="bg1"/>
                </a:solidFill>
              </a:defRPr>
            </a:lvl2pPr>
            <a:lvl3pPr marL="0" indent="0">
              <a:buFont typeface="Montserrat" panose="00000500000000000000" pitchFamily="2" charset="0"/>
              <a:buChar char="​"/>
              <a:defRPr sz="1800">
                <a:solidFill>
                  <a:schemeClr val="bg1"/>
                </a:solidFill>
              </a:defRPr>
            </a:lvl3pPr>
          </a:lstStyle>
          <a:p>
            <a:pPr lvl="0"/>
            <a:r>
              <a:rPr lang="en-US" dirty="0"/>
              <a:t>Click to edit text</a:t>
            </a:r>
          </a:p>
        </p:txBody>
      </p:sp>
      <p:sp>
        <p:nvSpPr>
          <p:cNvPr id="56" name="Footer Placeholder 55">
            <a:extLst>
              <a:ext uri="{FF2B5EF4-FFF2-40B4-BE49-F238E27FC236}">
                <a16:creationId xmlns:a16="http://schemas.microsoft.com/office/drawing/2014/main" id="{B3E581BC-2D9F-4FCE-B2C1-53B4B1065EA3}"/>
              </a:ext>
            </a:extLst>
          </p:cNvPr>
          <p:cNvSpPr>
            <a:spLocks noGrp="1"/>
          </p:cNvSpPr>
          <p:nvPr>
            <p:ph type="ftr" sz="quarter" idx="19"/>
          </p:nvPr>
        </p:nvSpPr>
        <p:spPr/>
        <p:txBody>
          <a:bodyPr/>
          <a:lstStyle/>
          <a:p>
            <a:endParaRPr lang="en-US"/>
          </a:p>
        </p:txBody>
      </p:sp>
    </p:spTree>
    <p:extLst>
      <p:ext uri="{BB962C8B-B14F-4D97-AF65-F5344CB8AC3E}">
        <p14:creationId xmlns:p14="http://schemas.microsoft.com/office/powerpoint/2010/main" val="4147502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Section">
    <p:bg>
      <p:bgPr>
        <a:solidFill>
          <a:schemeClr val="accent2"/>
        </a:solidFill>
        <a:effectLst/>
      </p:bgPr>
    </p:bg>
    <p:spTree>
      <p:nvGrpSpPr>
        <p:cNvPr id="1" name=""/>
        <p:cNvGrpSpPr/>
        <p:nvPr/>
      </p:nvGrpSpPr>
      <p:grpSpPr>
        <a:xfrm>
          <a:off x="0" y="0"/>
          <a:ext cx="0" cy="0"/>
          <a:chOff x="0" y="0"/>
          <a:chExt cx="0" cy="0"/>
        </a:xfrm>
      </p:grpSpPr>
      <p:sp>
        <p:nvSpPr>
          <p:cNvPr id="41" name="TextBox 40">
            <a:extLst>
              <a:ext uri="{FF2B5EF4-FFF2-40B4-BE49-F238E27FC236}">
                <a16:creationId xmlns:a16="http://schemas.microsoft.com/office/drawing/2014/main" id="{929196C1-529C-40EA-8947-1BFC94F5EFC1}"/>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solidFill>
              </a:rPr>
              <a:pPr lvl="0" algn="r"/>
              <a:t>‹#›</a:t>
            </a:fld>
            <a:endParaRPr lang="en-US">
              <a:solidFill>
                <a:schemeClr val="bg1"/>
              </a:solidFill>
            </a:endParaRPr>
          </a:p>
        </p:txBody>
      </p:sp>
      <p:sp>
        <p:nvSpPr>
          <p:cNvPr id="39" name="Subtitle 2">
            <a:extLst>
              <a:ext uri="{FF2B5EF4-FFF2-40B4-BE49-F238E27FC236}">
                <a16:creationId xmlns:a16="http://schemas.microsoft.com/office/drawing/2014/main" id="{569297CA-A43D-4520-9E1D-1BBBBFB05F61}"/>
              </a:ext>
            </a:extLst>
          </p:cNvPr>
          <p:cNvSpPr>
            <a:spLocks noGrp="1"/>
          </p:cNvSpPr>
          <p:nvPr>
            <p:ph type="subTitle" idx="15" hasCustomPrompt="1"/>
          </p:nvPr>
        </p:nvSpPr>
        <p:spPr>
          <a:xfrm>
            <a:off x="923544" y="2575889"/>
            <a:ext cx="4487212" cy="238207"/>
          </a:xfrm>
        </p:spPr>
        <p:txBody>
          <a:bodyPr wrap="none">
            <a:noAutofit/>
          </a:bodyPr>
          <a:lstStyle>
            <a:lvl1pPr marL="0" indent="0" algn="l">
              <a:buNone/>
              <a:defRPr sz="1400">
                <a:solidFill>
                  <a:schemeClr val="accent4"/>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44" name="Text Placeholder 13">
            <a:extLst>
              <a:ext uri="{FF2B5EF4-FFF2-40B4-BE49-F238E27FC236}">
                <a16:creationId xmlns:a16="http://schemas.microsoft.com/office/drawing/2014/main" id="{4D823358-6FA4-4509-9F3F-9DC89A82FD76}"/>
              </a:ext>
            </a:extLst>
          </p:cNvPr>
          <p:cNvSpPr>
            <a:spLocks noGrp="1"/>
          </p:cNvSpPr>
          <p:nvPr>
            <p:ph type="body" sz="quarter" idx="14" hasCustomPrompt="1"/>
          </p:nvPr>
        </p:nvSpPr>
        <p:spPr>
          <a:xfrm>
            <a:off x="923544" y="4343400"/>
            <a:ext cx="4487212" cy="1822832"/>
          </a:xfrm>
        </p:spPr>
        <p:txBody>
          <a:bodyPr anchor="t"/>
          <a:lstStyle>
            <a:lvl1pPr marL="0" indent="0">
              <a:lnSpc>
                <a:spcPct val="85000"/>
              </a:lnSpc>
              <a:buFont typeface="Montserrat" panose="00000500000000000000" pitchFamily="2" charset="0"/>
              <a:buChar char="​"/>
              <a:defRPr sz="1400" b="1">
                <a:solidFill>
                  <a:schemeClr val="bg1"/>
                </a:solidFill>
                <a:latin typeface="+mj-lt"/>
              </a:defRPr>
            </a:lvl1pPr>
            <a:lvl2pPr marL="0" indent="0">
              <a:buFont typeface="Montserrat" panose="00000500000000000000" pitchFamily="2" charset="0"/>
              <a:buNone/>
              <a:defRPr sz="1400" b="0">
                <a:solidFill>
                  <a:schemeClr val="bg1"/>
                </a:solidFill>
                <a:latin typeface="+mj-lt"/>
              </a:defRPr>
            </a:lvl2pPr>
            <a:lvl3pPr marL="0" indent="0">
              <a:buNone/>
              <a:defRPr sz="1200">
                <a:solidFill>
                  <a:schemeClr val="bg1"/>
                </a:solidFill>
              </a:defRPr>
            </a:lvl3pPr>
          </a:lstStyle>
          <a:p>
            <a:pPr lvl="0"/>
            <a:r>
              <a:rPr lang="en-US" dirty="0"/>
              <a:t>Click to edit text</a:t>
            </a:r>
          </a:p>
          <a:p>
            <a:pPr lvl="1"/>
            <a:r>
              <a:rPr lang="en-US" dirty="0"/>
              <a:t>Second level</a:t>
            </a:r>
          </a:p>
        </p:txBody>
      </p:sp>
      <p:sp>
        <p:nvSpPr>
          <p:cNvPr id="40" name="Footer Placeholder 3">
            <a:extLst>
              <a:ext uri="{FF2B5EF4-FFF2-40B4-BE49-F238E27FC236}">
                <a16:creationId xmlns:a16="http://schemas.microsoft.com/office/drawing/2014/main" id="{566FC8B7-783F-483B-8872-9939BF16EA7B}"/>
              </a:ext>
            </a:extLst>
          </p:cNvPr>
          <p:cNvSpPr>
            <a:spLocks noGrp="1"/>
          </p:cNvSpPr>
          <p:nvPr>
            <p:ph type="ftr" sz="quarter" idx="17"/>
          </p:nvPr>
        </p:nvSpPr>
        <p:spPr>
          <a:xfrm>
            <a:off x="923544" y="6327648"/>
            <a:ext cx="6757416" cy="109728"/>
          </a:xfrm>
        </p:spPr>
        <p:txBody>
          <a:bodyPr/>
          <a:lstStyle>
            <a:lvl1pPr>
              <a:defRPr>
                <a:solidFill>
                  <a:schemeClr val="bg1"/>
                </a:solidFill>
              </a:defRPr>
            </a:lvl1pPr>
          </a:lstStyle>
          <a:p>
            <a:endParaRPr lang="en-US"/>
          </a:p>
        </p:txBody>
      </p:sp>
      <p:sp>
        <p:nvSpPr>
          <p:cNvPr id="4" name="Text Placeholder 3">
            <a:extLst>
              <a:ext uri="{FF2B5EF4-FFF2-40B4-BE49-F238E27FC236}">
                <a16:creationId xmlns:a16="http://schemas.microsoft.com/office/drawing/2014/main" id="{58E080FF-8C73-3C05-073C-E7A61589659B}"/>
              </a:ext>
            </a:extLst>
          </p:cNvPr>
          <p:cNvSpPr>
            <a:spLocks noGrp="1"/>
          </p:cNvSpPr>
          <p:nvPr>
            <p:ph type="body" sz="quarter" idx="18" hasCustomPrompt="1"/>
          </p:nvPr>
        </p:nvSpPr>
        <p:spPr>
          <a:xfrm>
            <a:off x="5726926" y="-1445558"/>
            <a:ext cx="6553076" cy="10772180"/>
          </a:xfrm>
        </p:spPr>
        <p:txBody>
          <a:bodyPr wrap="none">
            <a:spAutoFit/>
          </a:bodyPr>
          <a:lstStyle>
            <a:lvl1pPr marL="0" algn="ctr" defTabSz="914400" rtl="0" eaLnBrk="1" latinLnBrk="0" hangingPunct="1">
              <a:lnSpc>
                <a:spcPct val="100000"/>
              </a:lnSpc>
              <a:spcBef>
                <a:spcPct val="0"/>
              </a:spcBef>
              <a:buNone/>
              <a:defRPr lang="en-US" sz="70000" b="0" i="0" kern="1200" baseline="0" dirty="0">
                <a:solidFill>
                  <a:schemeClr val="tx1"/>
                </a:solidFill>
                <a:effectLst/>
                <a:latin typeface="Montserrat ExtraBold" panose="00000900000000000000" pitchFamily="2" charset="0"/>
                <a:ea typeface="+mj-ea"/>
                <a:cs typeface="Montserrat" panose="00000500000000000000" pitchFamily="2" charset="0"/>
              </a:defRPr>
            </a:lvl1pPr>
          </a:lstStyle>
          <a:p>
            <a:pPr lvl="0"/>
            <a:r>
              <a:rPr lang="en-US" dirty="0"/>
              <a:t>#</a:t>
            </a:r>
          </a:p>
        </p:txBody>
      </p:sp>
      <p:sp>
        <p:nvSpPr>
          <p:cNvPr id="3" name="Title 2">
            <a:extLst>
              <a:ext uri="{FF2B5EF4-FFF2-40B4-BE49-F238E27FC236}">
                <a16:creationId xmlns:a16="http://schemas.microsoft.com/office/drawing/2014/main" id="{665F574A-18AC-1B45-9BCD-58015777B8CC}"/>
              </a:ext>
            </a:extLst>
          </p:cNvPr>
          <p:cNvSpPr>
            <a:spLocks noGrp="1"/>
          </p:cNvSpPr>
          <p:nvPr>
            <p:ph type="title" hasCustomPrompt="1"/>
          </p:nvPr>
        </p:nvSpPr>
        <p:spPr>
          <a:xfrm>
            <a:off x="922338" y="3035833"/>
            <a:ext cx="4488418" cy="786335"/>
          </a:xfrm>
        </p:spPr>
        <p:txBody>
          <a:bodyPr/>
          <a:lstStyle>
            <a:lvl1pPr>
              <a:defRPr sz="4400">
                <a:solidFill>
                  <a:schemeClr val="bg1"/>
                </a:solidFill>
              </a:defRPr>
            </a:lvl1pPr>
          </a:lstStyle>
          <a:p>
            <a:r>
              <a:rPr lang="en-US" dirty="0"/>
              <a:t>Click to edit Title</a:t>
            </a:r>
          </a:p>
        </p:txBody>
      </p:sp>
    </p:spTree>
    <p:extLst>
      <p:ext uri="{BB962C8B-B14F-4D97-AF65-F5344CB8AC3E}">
        <p14:creationId xmlns:p14="http://schemas.microsoft.com/office/powerpoint/2010/main" val="3945114988"/>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Statement Gray">
    <p:bg>
      <p:bgPr>
        <a:solidFill>
          <a:schemeClr val="bg1">
            <a:lumMod val="95000"/>
          </a:schemeClr>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9462F287-0BFB-3D3B-3734-37A813C38EDC}"/>
              </a:ext>
              <a:ext uri="{C183D7F6-B498-43B3-948B-1728B52AA6E4}">
                <adec:decorative xmlns:adec="http://schemas.microsoft.com/office/drawing/2017/decorative" val="1"/>
              </a:ext>
            </a:extLst>
          </p:cNvPr>
          <p:cNvGrpSpPr/>
          <p:nvPr userDrawn="1"/>
        </p:nvGrpSpPr>
        <p:grpSpPr>
          <a:xfrm>
            <a:off x="-12891" y="2059912"/>
            <a:ext cx="8595871" cy="4821155"/>
            <a:chOff x="-12891" y="2059912"/>
            <a:chExt cx="8595871" cy="4821155"/>
          </a:xfrm>
        </p:grpSpPr>
        <p:sp>
          <p:nvSpPr>
            <p:cNvPr id="56" name="Freeform: Shape 55">
              <a:extLst>
                <a:ext uri="{FF2B5EF4-FFF2-40B4-BE49-F238E27FC236}">
                  <a16:creationId xmlns:a16="http://schemas.microsoft.com/office/drawing/2014/main" id="{CFB0B645-9570-4F48-BEEF-03DC95C0C9DA}"/>
                </a:ext>
                <a:ext uri="{C183D7F6-B498-43B3-948B-1728B52AA6E4}">
                  <adec:decorative xmlns:adec="http://schemas.microsoft.com/office/drawing/2017/decorative" val="1"/>
                </a:ext>
              </a:extLst>
            </p:cNvPr>
            <p:cNvSpPr/>
            <p:nvPr/>
          </p:nvSpPr>
          <p:spPr>
            <a:xfrm>
              <a:off x="-12891" y="2059912"/>
              <a:ext cx="936435" cy="4821155"/>
            </a:xfrm>
            <a:custGeom>
              <a:avLst/>
              <a:gdLst>
                <a:gd name="connsiteX0" fmla="*/ 936435 w 936435"/>
                <a:gd name="connsiteY0" fmla="*/ 0 h 4821155"/>
                <a:gd name="connsiteX1" fmla="*/ 936435 w 936435"/>
                <a:gd name="connsiteY1" fmla="*/ 4182713 h 4821155"/>
                <a:gd name="connsiteX2" fmla="*/ 936435 w 936435"/>
                <a:gd name="connsiteY2" fmla="*/ 4821155 h 4821155"/>
                <a:gd name="connsiteX3" fmla="*/ 0 w 936435"/>
                <a:gd name="connsiteY3" fmla="*/ 4821155 h 4821155"/>
                <a:gd name="connsiteX4" fmla="*/ 0 w 936435"/>
                <a:gd name="connsiteY4" fmla="*/ 1301651 h 482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35" h="4821155">
                  <a:moveTo>
                    <a:pt x="936435" y="0"/>
                  </a:moveTo>
                  <a:lnTo>
                    <a:pt x="936435" y="4182713"/>
                  </a:lnTo>
                  <a:lnTo>
                    <a:pt x="936435" y="4821155"/>
                  </a:lnTo>
                  <a:lnTo>
                    <a:pt x="0" y="4821155"/>
                  </a:lnTo>
                  <a:lnTo>
                    <a:pt x="0" y="1301651"/>
                  </a:lnTo>
                  <a:close/>
                </a:path>
              </a:pathLst>
            </a:custGeom>
            <a:solidFill>
              <a:srgbClr val="E2E2E2"/>
            </a:solidFill>
            <a:ln w="11521"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F1EDB82-F6AF-4E59-9FDC-10557CD2CDB9}"/>
                </a:ext>
                <a:ext uri="{C183D7F6-B498-43B3-948B-1728B52AA6E4}">
                  <adec:decorative xmlns:adec="http://schemas.microsoft.com/office/drawing/2017/decorative" val="1"/>
                </a:ext>
              </a:extLst>
            </p:cNvPr>
            <p:cNvSpPr/>
            <p:nvPr/>
          </p:nvSpPr>
          <p:spPr>
            <a:xfrm>
              <a:off x="727732" y="5366075"/>
              <a:ext cx="7855248" cy="1495958"/>
            </a:xfrm>
            <a:custGeom>
              <a:avLst/>
              <a:gdLst>
                <a:gd name="connsiteX0" fmla="*/ 0 w 7855248"/>
                <a:gd name="connsiteY0" fmla="*/ 0 h 1495958"/>
                <a:gd name="connsiteX1" fmla="*/ 0 w 7855248"/>
                <a:gd name="connsiteY1" fmla="*/ 0 h 1495958"/>
                <a:gd name="connsiteX2" fmla="*/ 7855249 w 7855248"/>
                <a:gd name="connsiteY2" fmla="*/ 0 h 1495958"/>
                <a:gd name="connsiteX3" fmla="*/ 6803549 w 7855248"/>
                <a:gd name="connsiteY3" fmla="*/ 1495958 h 1495958"/>
                <a:gd name="connsiteX4" fmla="*/ 0 w 7855248"/>
                <a:gd name="connsiteY4" fmla="*/ 1495958 h 149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248" h="1495958">
                  <a:moveTo>
                    <a:pt x="0" y="0"/>
                  </a:moveTo>
                  <a:lnTo>
                    <a:pt x="0" y="0"/>
                  </a:lnTo>
                  <a:lnTo>
                    <a:pt x="7855249" y="0"/>
                  </a:lnTo>
                  <a:lnTo>
                    <a:pt x="6803549" y="1495958"/>
                  </a:lnTo>
                  <a:lnTo>
                    <a:pt x="0" y="1495958"/>
                  </a:lnTo>
                  <a:close/>
                </a:path>
              </a:pathLst>
            </a:custGeom>
            <a:solidFill>
              <a:srgbClr val="E2E2E2"/>
            </a:solidFill>
            <a:ln w="11521" cap="flat">
              <a:noFill/>
              <a:prstDash val="solid"/>
              <a:miter/>
            </a:ln>
          </p:spPr>
          <p:txBody>
            <a:bodyPr rtlCol="0" anchor="ctr"/>
            <a:lstStyle/>
            <a:p>
              <a:endParaRPr lang="en-US"/>
            </a:p>
          </p:txBody>
        </p:sp>
      </p:grpSp>
      <p:sp>
        <p:nvSpPr>
          <p:cNvPr id="47" name="Rectangle 46">
            <a:extLst>
              <a:ext uri="{FF2B5EF4-FFF2-40B4-BE49-F238E27FC236}">
                <a16:creationId xmlns:a16="http://schemas.microsoft.com/office/drawing/2014/main" id="{686BE261-67B6-4B8F-B681-E0F2E955A5ED}"/>
              </a:ext>
              <a:ext uri="{C183D7F6-B498-43B3-948B-1728B52AA6E4}">
                <adec:decorative xmlns:adec="http://schemas.microsoft.com/office/drawing/2017/decorative" val="1"/>
              </a:ext>
            </a:extLst>
          </p:cNvPr>
          <p:cNvSpPr/>
          <p:nvPr userDrawn="1"/>
        </p:nvSpPr>
        <p:spPr>
          <a:xfrm>
            <a:off x="923543" y="2059912"/>
            <a:ext cx="7653528" cy="33192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sp>
        <p:nvSpPr>
          <p:cNvPr id="9" name="Text Placeholder 8">
            <a:extLst>
              <a:ext uri="{FF2B5EF4-FFF2-40B4-BE49-F238E27FC236}">
                <a16:creationId xmlns:a16="http://schemas.microsoft.com/office/drawing/2014/main" id="{CC2C3ACA-6D05-4EAE-8BB4-67523D139870}"/>
              </a:ext>
            </a:extLst>
          </p:cNvPr>
          <p:cNvSpPr>
            <a:spLocks noGrp="1"/>
          </p:cNvSpPr>
          <p:nvPr>
            <p:ph type="body" sz="quarter" idx="20" hasCustomPrompt="1"/>
          </p:nvPr>
        </p:nvSpPr>
        <p:spPr>
          <a:xfrm>
            <a:off x="9002963" y="2514600"/>
            <a:ext cx="2267845" cy="3035962"/>
          </a:xfrm>
        </p:spPr>
        <p:txBody>
          <a:bodyPr anchor="t" anchorCtr="0"/>
          <a:lstStyle>
            <a:lvl1pPr>
              <a:defRPr/>
            </a:lvl1pPr>
            <a:lvl2pPr>
              <a:defRPr>
                <a:solidFill>
                  <a:schemeClr val="tx1">
                    <a:lumMod val="65000"/>
                    <a:lumOff val="35000"/>
                  </a:schemeClr>
                </a:solidFill>
              </a:defRPr>
            </a:lvl2pPr>
            <a:lvl3pPr>
              <a:defRPr>
                <a:solidFill>
                  <a:schemeClr val="tx1">
                    <a:lumMod val="65000"/>
                    <a:lumOff val="35000"/>
                  </a:schemeClr>
                </a:solidFill>
              </a:defRPr>
            </a:lvl3pPr>
            <a:lvl6pPr>
              <a:defRPr/>
            </a:lvl6pPr>
            <a:lvl7pPr>
              <a:defRPr/>
            </a:lvl7pPr>
            <a:lvl8pPr>
              <a:defRPr>
                <a:latin typeface="+mj-lt"/>
              </a:defRPr>
            </a:lvl8pPr>
            <a:lvl9pPr>
              <a:defRPr>
                <a:solidFill>
                  <a:schemeClr val="accent3"/>
                </a:solidFill>
                <a:latin typeface="+mj-lt"/>
              </a:defRPr>
            </a:lvl9pPr>
          </a:lstStyle>
          <a:p>
            <a:pPr lvl="0"/>
            <a:r>
              <a:rPr lang="en-US" dirty="0"/>
              <a:t>Click to edit text</a:t>
            </a:r>
          </a:p>
          <a:p>
            <a:pPr lvl="1"/>
            <a:r>
              <a:rPr lang="en-US" dirty="0"/>
              <a:t>Level two</a:t>
            </a:r>
          </a:p>
          <a:p>
            <a:pPr lvl="2"/>
            <a:r>
              <a:rPr lang="en-US" dirty="0"/>
              <a:t>Level three</a:t>
            </a:r>
          </a:p>
          <a:p>
            <a:pPr lvl="3"/>
            <a:r>
              <a:rPr lang="en-US" dirty="0"/>
              <a:t>Level four</a:t>
            </a:r>
          </a:p>
          <a:p>
            <a:pPr lvl="4"/>
            <a:r>
              <a:rPr lang="en-US" dirty="0"/>
              <a:t>Level five</a:t>
            </a:r>
          </a:p>
          <a:p>
            <a:pPr lvl="5"/>
            <a:r>
              <a:rPr lang="en-US" dirty="0"/>
              <a:t>Six</a:t>
            </a:r>
          </a:p>
          <a:p>
            <a:pPr lvl="6"/>
            <a:r>
              <a:rPr lang="en-US" dirty="0"/>
              <a:t>Seven</a:t>
            </a:r>
          </a:p>
          <a:p>
            <a:pPr lvl="7"/>
            <a:r>
              <a:rPr lang="en-US" dirty="0"/>
              <a:t>Eight</a:t>
            </a:r>
          </a:p>
          <a:p>
            <a:pPr lvl="8"/>
            <a:r>
              <a:rPr lang="en-US" dirty="0"/>
              <a:t>Nine</a:t>
            </a:r>
          </a:p>
        </p:txBody>
      </p:sp>
      <p:sp>
        <p:nvSpPr>
          <p:cNvPr id="7" name="Footer Placeholder 6">
            <a:extLst>
              <a:ext uri="{FF2B5EF4-FFF2-40B4-BE49-F238E27FC236}">
                <a16:creationId xmlns:a16="http://schemas.microsoft.com/office/drawing/2014/main" id="{FBF5FDDC-1C0A-49D3-BDC7-8CCAF77D67CC}"/>
              </a:ext>
            </a:extLst>
          </p:cNvPr>
          <p:cNvSpPr>
            <a:spLocks noGrp="1"/>
          </p:cNvSpPr>
          <p:nvPr>
            <p:ph type="ftr" sz="quarter" idx="19"/>
          </p:nvPr>
        </p:nvSpPr>
        <p:spPr/>
        <p:txBody>
          <a:bodyPr/>
          <a:lstStyle/>
          <a:p>
            <a:endParaRPr lang="en-US"/>
          </a:p>
        </p:txBody>
      </p:sp>
      <p:sp>
        <p:nvSpPr>
          <p:cNvPr id="11" name="Title 1">
            <a:extLst>
              <a:ext uri="{FF2B5EF4-FFF2-40B4-BE49-F238E27FC236}">
                <a16:creationId xmlns:a16="http://schemas.microsoft.com/office/drawing/2014/main" id="{08184D5F-FB2F-5AA9-08D8-830D4E9AFE6D}"/>
              </a:ext>
            </a:extLst>
          </p:cNvPr>
          <p:cNvSpPr>
            <a:spLocks noGrp="1"/>
          </p:cNvSpPr>
          <p:nvPr>
            <p:ph type="title" hasCustomPrompt="1"/>
          </p:nvPr>
        </p:nvSpPr>
        <p:spPr>
          <a:xfrm>
            <a:off x="9000613" y="1526478"/>
            <a:ext cx="2267845" cy="786335"/>
          </a:xfrm>
        </p:spPr>
        <p:txBody>
          <a:bodyPr anchor="b"/>
          <a:lstStyle>
            <a:lvl1pPr marL="0" algn="l" defTabSz="914400" rtl="0" eaLnBrk="1" latinLnBrk="0" hangingPunct="1">
              <a:lnSpc>
                <a:spcPct val="95000"/>
              </a:lnSpc>
              <a:spcBef>
                <a:spcPct val="0"/>
              </a:spcBef>
              <a:buNone/>
              <a:defRPr lang="en-US" sz="2000" b="1" i="0" kern="1200" baseline="0" dirty="0">
                <a:solidFill>
                  <a:schemeClr val="accent2"/>
                </a:solidFill>
                <a:latin typeface="+mj-lt"/>
                <a:ea typeface="+mj-ea"/>
                <a:cs typeface="+mj-cs"/>
              </a:defRPr>
            </a:lvl1pPr>
          </a:lstStyle>
          <a:p>
            <a:r>
              <a:rPr lang="en-US" dirty="0"/>
              <a:t>Click to edit Title</a:t>
            </a:r>
          </a:p>
        </p:txBody>
      </p:sp>
      <p:sp>
        <p:nvSpPr>
          <p:cNvPr id="12" name="Text Placeholder 2">
            <a:extLst>
              <a:ext uri="{FF2B5EF4-FFF2-40B4-BE49-F238E27FC236}">
                <a16:creationId xmlns:a16="http://schemas.microsoft.com/office/drawing/2014/main" id="{B70C53F8-8B9E-46AA-3656-AE1C8040E17E}"/>
              </a:ext>
            </a:extLst>
          </p:cNvPr>
          <p:cNvSpPr>
            <a:spLocks noGrp="1"/>
          </p:cNvSpPr>
          <p:nvPr>
            <p:ph type="body" sz="quarter" idx="21" hasCustomPrompt="1"/>
          </p:nvPr>
        </p:nvSpPr>
        <p:spPr>
          <a:xfrm>
            <a:off x="1815964" y="2485724"/>
            <a:ext cx="6283316" cy="2467648"/>
          </a:xfrm>
        </p:spPr>
        <p:txBody>
          <a:bodyPr anchor="ctr"/>
          <a:lstStyle>
            <a:lvl1pPr>
              <a:defRPr lang="en-US" sz="3200" b="1" i="0" kern="1200" baseline="0" dirty="0" smtClean="0">
                <a:solidFill>
                  <a:schemeClr val="tx1"/>
                </a:solidFill>
                <a:latin typeface="+mj-lt"/>
                <a:ea typeface="+mj-ea"/>
                <a:cs typeface="+mj-cs"/>
              </a:defRPr>
            </a:lvl1pPr>
            <a:lvl2pPr>
              <a:defRPr lang="en-US" sz="3200" b="1" i="0" kern="1200" baseline="0" dirty="0" smtClean="0">
                <a:solidFill>
                  <a:schemeClr val="tx1"/>
                </a:solidFill>
                <a:latin typeface="+mj-lt"/>
                <a:ea typeface="+mj-ea"/>
                <a:cs typeface="+mj-cs"/>
              </a:defRPr>
            </a:lvl2pPr>
            <a:lvl3pPr>
              <a:defRPr lang="en-US" sz="3200" b="1" i="0" kern="1200" baseline="0" dirty="0" smtClean="0">
                <a:solidFill>
                  <a:schemeClr val="tx1"/>
                </a:solidFill>
                <a:latin typeface="+mj-lt"/>
                <a:ea typeface="+mj-ea"/>
                <a:cs typeface="+mj-cs"/>
              </a:defRPr>
            </a:lvl3pPr>
            <a:lvl4pPr>
              <a:defRPr lang="en-US" sz="3200" b="1" i="0" kern="1200" baseline="0" dirty="0" smtClean="0">
                <a:solidFill>
                  <a:schemeClr val="tx1"/>
                </a:solidFill>
                <a:latin typeface="+mj-lt"/>
                <a:ea typeface="+mj-ea"/>
                <a:cs typeface="+mj-cs"/>
              </a:defRPr>
            </a:lvl4pPr>
            <a:lvl5pPr>
              <a:defRPr lang="en-US" sz="3200" b="1" i="0" kern="1200" baseline="0" dirty="0">
                <a:solidFill>
                  <a:schemeClr val="tx1"/>
                </a:solidFill>
                <a:latin typeface="+mj-lt"/>
                <a:ea typeface="+mj-ea"/>
                <a:cs typeface="+mj-cs"/>
              </a:defRPr>
            </a:lvl5pPr>
          </a:lstStyle>
          <a:p>
            <a:pPr lvl="0"/>
            <a:r>
              <a:rPr lang="en-US" dirty="0"/>
              <a:t>Click to edit text</a:t>
            </a:r>
          </a:p>
        </p:txBody>
      </p:sp>
    </p:spTree>
    <p:extLst>
      <p:ext uri="{BB962C8B-B14F-4D97-AF65-F5344CB8AC3E}">
        <p14:creationId xmlns:p14="http://schemas.microsoft.com/office/powerpoint/2010/main" val="23213887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tatement Blue">
    <p:bg>
      <p:bgPr>
        <a:solidFill>
          <a:schemeClr val="accent2"/>
        </a:solidFill>
        <a:effectLst/>
      </p:bgPr>
    </p:bg>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A45F8891-17BA-4041-BEF8-B2209CDEE081}"/>
              </a:ext>
              <a:ext uri="{C183D7F6-B498-43B3-948B-1728B52AA6E4}">
                <adec:decorative xmlns:adec="http://schemas.microsoft.com/office/drawing/2017/decorative" val="1"/>
              </a:ext>
            </a:extLst>
          </p:cNvPr>
          <p:cNvGrpSpPr/>
          <p:nvPr userDrawn="1"/>
        </p:nvGrpSpPr>
        <p:grpSpPr bwMode="ltGray">
          <a:xfrm>
            <a:off x="-12891" y="2059911"/>
            <a:ext cx="8595871" cy="4802122"/>
            <a:chOff x="-12891" y="2059911"/>
            <a:chExt cx="8595871" cy="4802122"/>
          </a:xfrm>
          <a:solidFill>
            <a:srgbClr val="1017C0"/>
          </a:solidFill>
        </p:grpSpPr>
        <p:sp>
          <p:nvSpPr>
            <p:cNvPr id="56" name="Freeform: Shape 55">
              <a:extLst>
                <a:ext uri="{FF2B5EF4-FFF2-40B4-BE49-F238E27FC236}">
                  <a16:creationId xmlns:a16="http://schemas.microsoft.com/office/drawing/2014/main" id="{CFB0B645-9570-4F48-BEEF-03DC95C0C9DA}"/>
                </a:ext>
              </a:extLst>
            </p:cNvPr>
            <p:cNvSpPr/>
            <p:nvPr/>
          </p:nvSpPr>
          <p:spPr bwMode="ltGray">
            <a:xfrm>
              <a:off x="-12891" y="2059911"/>
              <a:ext cx="936435" cy="4802122"/>
            </a:xfrm>
            <a:custGeom>
              <a:avLst/>
              <a:gdLst>
                <a:gd name="connsiteX0" fmla="*/ 936435 w 936435"/>
                <a:gd name="connsiteY0" fmla="*/ 0 h 4821155"/>
                <a:gd name="connsiteX1" fmla="*/ 936435 w 936435"/>
                <a:gd name="connsiteY1" fmla="*/ 4182713 h 4821155"/>
                <a:gd name="connsiteX2" fmla="*/ 936435 w 936435"/>
                <a:gd name="connsiteY2" fmla="*/ 4821155 h 4821155"/>
                <a:gd name="connsiteX3" fmla="*/ 0 w 936435"/>
                <a:gd name="connsiteY3" fmla="*/ 4821155 h 4821155"/>
                <a:gd name="connsiteX4" fmla="*/ 0 w 936435"/>
                <a:gd name="connsiteY4" fmla="*/ 1301651 h 482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35" h="4821155">
                  <a:moveTo>
                    <a:pt x="936435" y="0"/>
                  </a:moveTo>
                  <a:lnTo>
                    <a:pt x="936435" y="4182713"/>
                  </a:lnTo>
                  <a:lnTo>
                    <a:pt x="936435" y="4821155"/>
                  </a:lnTo>
                  <a:lnTo>
                    <a:pt x="0" y="4821155"/>
                  </a:lnTo>
                  <a:lnTo>
                    <a:pt x="0" y="1301651"/>
                  </a:lnTo>
                  <a:close/>
                </a:path>
              </a:pathLst>
            </a:custGeom>
            <a:solidFill>
              <a:schemeClr val="accent2">
                <a:lumMod val="75000"/>
              </a:schemeClr>
            </a:solidFill>
            <a:ln w="11521"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F1EDB82-F6AF-4E59-9FDC-10557CD2CDB9}"/>
                </a:ext>
              </a:extLst>
            </p:cNvPr>
            <p:cNvSpPr/>
            <p:nvPr/>
          </p:nvSpPr>
          <p:spPr bwMode="ltGray">
            <a:xfrm>
              <a:off x="727732" y="5366075"/>
              <a:ext cx="7855248" cy="1495958"/>
            </a:xfrm>
            <a:custGeom>
              <a:avLst/>
              <a:gdLst>
                <a:gd name="connsiteX0" fmla="*/ 0 w 7855248"/>
                <a:gd name="connsiteY0" fmla="*/ 0 h 1495958"/>
                <a:gd name="connsiteX1" fmla="*/ 0 w 7855248"/>
                <a:gd name="connsiteY1" fmla="*/ 0 h 1495958"/>
                <a:gd name="connsiteX2" fmla="*/ 7855249 w 7855248"/>
                <a:gd name="connsiteY2" fmla="*/ 0 h 1495958"/>
                <a:gd name="connsiteX3" fmla="*/ 6803549 w 7855248"/>
                <a:gd name="connsiteY3" fmla="*/ 1495958 h 1495958"/>
                <a:gd name="connsiteX4" fmla="*/ 0 w 7855248"/>
                <a:gd name="connsiteY4" fmla="*/ 1495958 h 149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248" h="1495958">
                  <a:moveTo>
                    <a:pt x="0" y="0"/>
                  </a:moveTo>
                  <a:lnTo>
                    <a:pt x="0" y="0"/>
                  </a:lnTo>
                  <a:lnTo>
                    <a:pt x="7855249" y="0"/>
                  </a:lnTo>
                  <a:lnTo>
                    <a:pt x="6803549" y="1495958"/>
                  </a:lnTo>
                  <a:lnTo>
                    <a:pt x="0" y="1495958"/>
                  </a:lnTo>
                  <a:close/>
                </a:path>
              </a:pathLst>
            </a:custGeom>
            <a:solidFill>
              <a:schemeClr val="accent2">
                <a:lumMod val="75000"/>
              </a:schemeClr>
            </a:solidFill>
            <a:ln w="11521" cap="flat">
              <a:noFill/>
              <a:prstDash val="solid"/>
              <a:miter/>
            </a:ln>
          </p:spPr>
          <p:txBody>
            <a:bodyPr rtlCol="0" anchor="ctr"/>
            <a:lstStyle/>
            <a:p>
              <a:endParaRPr lang="en-US"/>
            </a:p>
          </p:txBody>
        </p:sp>
      </p:grpSp>
      <p:sp>
        <p:nvSpPr>
          <p:cNvPr id="47" name="Rectangle 46">
            <a:extLst>
              <a:ext uri="{FF2B5EF4-FFF2-40B4-BE49-F238E27FC236}">
                <a16:creationId xmlns:a16="http://schemas.microsoft.com/office/drawing/2014/main" id="{686BE261-67B6-4B8F-B681-E0F2E955A5ED}"/>
              </a:ext>
              <a:ext uri="{C183D7F6-B498-43B3-948B-1728B52AA6E4}">
                <adec:decorative xmlns:adec="http://schemas.microsoft.com/office/drawing/2017/decorative" val="1"/>
              </a:ext>
            </a:extLst>
          </p:cNvPr>
          <p:cNvSpPr/>
          <p:nvPr userDrawn="1"/>
        </p:nvSpPr>
        <p:spPr>
          <a:xfrm>
            <a:off x="923543" y="2059912"/>
            <a:ext cx="7653528" cy="33192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sp>
        <p:nvSpPr>
          <p:cNvPr id="12" name="Title 1">
            <a:extLst>
              <a:ext uri="{FF2B5EF4-FFF2-40B4-BE49-F238E27FC236}">
                <a16:creationId xmlns:a16="http://schemas.microsoft.com/office/drawing/2014/main" id="{EEB708E8-51FF-A67B-CF3B-D7D17EDDFEC2}"/>
              </a:ext>
            </a:extLst>
          </p:cNvPr>
          <p:cNvSpPr>
            <a:spLocks noGrp="1"/>
          </p:cNvSpPr>
          <p:nvPr>
            <p:ph type="title" hasCustomPrompt="1"/>
          </p:nvPr>
        </p:nvSpPr>
        <p:spPr>
          <a:xfrm>
            <a:off x="9000613" y="1526478"/>
            <a:ext cx="2267845" cy="786335"/>
          </a:xfrm>
        </p:spPr>
        <p:txBody>
          <a:bodyPr anchor="b"/>
          <a:lstStyle>
            <a:lvl1pPr marL="0" algn="l" defTabSz="914400" rtl="0" eaLnBrk="1" latinLnBrk="0" hangingPunct="1">
              <a:lnSpc>
                <a:spcPct val="95000"/>
              </a:lnSpc>
              <a:spcBef>
                <a:spcPct val="0"/>
              </a:spcBef>
              <a:buNone/>
              <a:defRPr lang="en-US" sz="2000" b="1" i="0" kern="1200" baseline="0" dirty="0">
                <a:solidFill>
                  <a:schemeClr val="accent6"/>
                </a:solidFill>
                <a:latin typeface="+mj-lt"/>
                <a:ea typeface="+mj-ea"/>
                <a:cs typeface="+mj-cs"/>
              </a:defRPr>
            </a:lvl1pPr>
          </a:lstStyle>
          <a:p>
            <a:r>
              <a:rPr lang="en-US" dirty="0"/>
              <a:t>Click to edit Title</a:t>
            </a:r>
          </a:p>
        </p:txBody>
      </p:sp>
      <p:sp>
        <p:nvSpPr>
          <p:cNvPr id="9" name="Text Placeholder 8">
            <a:extLst>
              <a:ext uri="{FF2B5EF4-FFF2-40B4-BE49-F238E27FC236}">
                <a16:creationId xmlns:a16="http://schemas.microsoft.com/office/drawing/2014/main" id="{CC2C3ACA-6D05-4EAE-8BB4-67523D139870}"/>
              </a:ext>
            </a:extLst>
          </p:cNvPr>
          <p:cNvSpPr>
            <a:spLocks noGrp="1"/>
          </p:cNvSpPr>
          <p:nvPr>
            <p:ph type="body" sz="quarter" idx="20" hasCustomPrompt="1"/>
          </p:nvPr>
        </p:nvSpPr>
        <p:spPr>
          <a:xfrm>
            <a:off x="9002963" y="2514600"/>
            <a:ext cx="2267845" cy="3035962"/>
          </a:xfrm>
        </p:spPr>
        <p:txBody>
          <a:bodyPr anchor="t" anchorCtr="0"/>
          <a:lstStyle>
            <a:lvl1pPr>
              <a:defRPr>
                <a:solidFill>
                  <a:schemeClr val="bg1"/>
                </a:solidFill>
              </a:defRPr>
            </a:lvl1pPr>
            <a:lvl2pPr>
              <a:defRPr>
                <a:solidFill>
                  <a:schemeClr val="bg1"/>
                </a:solidFill>
              </a:defRPr>
            </a:lvl2pPr>
            <a:lvl3pPr>
              <a:defRPr>
                <a:solidFill>
                  <a:schemeClr val="bg1"/>
                </a:solidFill>
              </a:defRPr>
            </a:lvl3pPr>
            <a:lvl4pPr>
              <a:defRPr>
                <a:solidFill>
                  <a:schemeClr val="accent6"/>
                </a:solidFill>
              </a:defRPr>
            </a:lvl4pPr>
            <a:lvl5pPr>
              <a:defRPr>
                <a:solidFill>
                  <a:schemeClr val="bg1"/>
                </a:solidFill>
              </a:defRPr>
            </a:lvl5pPr>
            <a:lvl6pPr>
              <a:defRPr>
                <a:solidFill>
                  <a:schemeClr val="bg1"/>
                </a:solidFill>
              </a:defRPr>
            </a:lvl6pPr>
            <a:lvl7pPr>
              <a:defRPr>
                <a:solidFill>
                  <a:schemeClr val="accent6"/>
                </a:solidFill>
              </a:defRPr>
            </a:lvl7pPr>
            <a:lvl8pPr>
              <a:defRPr>
                <a:solidFill>
                  <a:schemeClr val="accent6"/>
                </a:solidFill>
              </a:defRPr>
            </a:lvl8pPr>
            <a:lvl9pPr>
              <a:defRPr>
                <a:solidFill>
                  <a:schemeClr val="accent4"/>
                </a:solidFill>
                <a:latin typeface="+mj-lt"/>
              </a:defRPr>
            </a:lvl9pPr>
          </a:lstStyle>
          <a:p>
            <a:pPr lvl="0"/>
            <a:r>
              <a:rPr lang="en-US" dirty="0"/>
              <a:t>Click to edit text</a:t>
            </a:r>
          </a:p>
          <a:p>
            <a:pPr lvl="1"/>
            <a:r>
              <a:rPr lang="en-US" dirty="0"/>
              <a:t>Level two</a:t>
            </a:r>
          </a:p>
          <a:p>
            <a:pPr lvl="2"/>
            <a:r>
              <a:rPr lang="en-US" dirty="0"/>
              <a:t>Level three</a:t>
            </a:r>
          </a:p>
          <a:p>
            <a:pPr lvl="3"/>
            <a:r>
              <a:rPr lang="en-US" dirty="0"/>
              <a:t>Level four</a:t>
            </a:r>
          </a:p>
          <a:p>
            <a:pPr lvl="4"/>
            <a:r>
              <a:rPr lang="en-US" dirty="0"/>
              <a:t>Level five</a:t>
            </a:r>
          </a:p>
          <a:p>
            <a:pPr lvl="5"/>
            <a:r>
              <a:rPr lang="en-US" dirty="0"/>
              <a:t>Six</a:t>
            </a:r>
          </a:p>
          <a:p>
            <a:pPr lvl="6"/>
            <a:r>
              <a:rPr lang="en-US" dirty="0"/>
              <a:t>Seven</a:t>
            </a:r>
          </a:p>
          <a:p>
            <a:pPr lvl="7"/>
            <a:r>
              <a:rPr lang="en-US" dirty="0"/>
              <a:t>Eight</a:t>
            </a:r>
          </a:p>
          <a:p>
            <a:pPr lvl="8"/>
            <a:r>
              <a:rPr lang="en-US" dirty="0"/>
              <a:t>Nine</a:t>
            </a:r>
          </a:p>
        </p:txBody>
      </p:sp>
      <p:sp>
        <p:nvSpPr>
          <p:cNvPr id="7" name="Footer Placeholder 6">
            <a:extLst>
              <a:ext uri="{FF2B5EF4-FFF2-40B4-BE49-F238E27FC236}">
                <a16:creationId xmlns:a16="http://schemas.microsoft.com/office/drawing/2014/main" id="{FBF5FDDC-1C0A-49D3-BDC7-8CCAF77D67CC}"/>
              </a:ext>
            </a:extLst>
          </p:cNvPr>
          <p:cNvSpPr>
            <a:spLocks noGrp="1"/>
          </p:cNvSpPr>
          <p:nvPr>
            <p:ph type="ftr" sz="quarter" idx="19"/>
          </p:nvPr>
        </p:nvSpPr>
        <p:spPr/>
        <p:txBody>
          <a:bodyPr/>
          <a:lstStyle/>
          <a:p>
            <a:endParaRPr lang="en-US"/>
          </a:p>
        </p:txBody>
      </p:sp>
      <p:sp>
        <p:nvSpPr>
          <p:cNvPr id="3" name="Text Placeholder 2">
            <a:extLst>
              <a:ext uri="{FF2B5EF4-FFF2-40B4-BE49-F238E27FC236}">
                <a16:creationId xmlns:a16="http://schemas.microsoft.com/office/drawing/2014/main" id="{B5B82148-F20B-F43E-4EEE-91C700394544}"/>
              </a:ext>
            </a:extLst>
          </p:cNvPr>
          <p:cNvSpPr>
            <a:spLocks noGrp="1"/>
          </p:cNvSpPr>
          <p:nvPr>
            <p:ph type="body" sz="quarter" idx="21" hasCustomPrompt="1"/>
          </p:nvPr>
        </p:nvSpPr>
        <p:spPr>
          <a:xfrm>
            <a:off x="1815964" y="2485724"/>
            <a:ext cx="6283316" cy="2467648"/>
          </a:xfrm>
        </p:spPr>
        <p:txBody>
          <a:bodyPr anchor="ctr"/>
          <a:lstStyle>
            <a:lvl1pPr>
              <a:defRPr lang="en-US" sz="3200" b="1" i="0" kern="1200" baseline="0" dirty="0" smtClean="0">
                <a:solidFill>
                  <a:schemeClr val="tx1"/>
                </a:solidFill>
                <a:latin typeface="+mj-lt"/>
                <a:ea typeface="+mj-ea"/>
                <a:cs typeface="+mj-cs"/>
              </a:defRPr>
            </a:lvl1pPr>
            <a:lvl2pPr>
              <a:defRPr lang="en-US" sz="3200" b="1" i="0" kern="1200" baseline="0" dirty="0" smtClean="0">
                <a:solidFill>
                  <a:schemeClr val="tx1"/>
                </a:solidFill>
                <a:latin typeface="+mj-lt"/>
                <a:ea typeface="+mj-ea"/>
                <a:cs typeface="+mj-cs"/>
              </a:defRPr>
            </a:lvl2pPr>
            <a:lvl3pPr>
              <a:defRPr lang="en-US" sz="3200" b="1" i="0" kern="1200" baseline="0" dirty="0" smtClean="0">
                <a:solidFill>
                  <a:schemeClr val="tx1"/>
                </a:solidFill>
                <a:latin typeface="+mj-lt"/>
                <a:ea typeface="+mj-ea"/>
                <a:cs typeface="+mj-cs"/>
              </a:defRPr>
            </a:lvl3pPr>
            <a:lvl4pPr>
              <a:defRPr lang="en-US" sz="3200" b="1" i="0" kern="1200" baseline="0" dirty="0" smtClean="0">
                <a:solidFill>
                  <a:schemeClr val="tx1"/>
                </a:solidFill>
                <a:latin typeface="+mj-lt"/>
                <a:ea typeface="+mj-ea"/>
                <a:cs typeface="+mj-cs"/>
              </a:defRPr>
            </a:lvl4pPr>
            <a:lvl5pPr>
              <a:defRPr lang="en-US" sz="3200" b="1" i="0" kern="1200" baseline="0" dirty="0">
                <a:solidFill>
                  <a:schemeClr val="tx1"/>
                </a:solidFill>
                <a:latin typeface="+mj-lt"/>
                <a:ea typeface="+mj-ea"/>
                <a:cs typeface="+mj-cs"/>
              </a:defRPr>
            </a:lvl5pPr>
          </a:lstStyle>
          <a:p>
            <a:pPr lvl="0"/>
            <a:r>
              <a:rPr lang="en-US" dirty="0"/>
              <a:t>Click to edit text</a:t>
            </a:r>
          </a:p>
        </p:txBody>
      </p:sp>
    </p:spTree>
    <p:extLst>
      <p:ext uri="{BB962C8B-B14F-4D97-AF65-F5344CB8AC3E}">
        <p14:creationId xmlns:p14="http://schemas.microsoft.com/office/powerpoint/2010/main" val="27225252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tatement Blue-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7A5104CE-815F-43D3-8154-CF29B6D25F69}"/>
              </a:ext>
              <a:ext uri="{C183D7F6-B498-43B3-948B-1728B52AA6E4}">
                <adec:decorative xmlns:adec="http://schemas.microsoft.com/office/drawing/2017/decorative" val="1"/>
              </a:ext>
            </a:extLst>
          </p:cNvPr>
          <p:cNvSpPr/>
          <p:nvPr/>
        </p:nvSpPr>
        <p:spPr bwMode="ltGray">
          <a:xfrm>
            <a:off x="0" y="2040879"/>
            <a:ext cx="8582980" cy="4821155"/>
          </a:xfrm>
          <a:custGeom>
            <a:avLst/>
            <a:gdLst>
              <a:gd name="connsiteX0" fmla="*/ 936435 w 8582980"/>
              <a:gd name="connsiteY0" fmla="*/ 0 h 4821155"/>
              <a:gd name="connsiteX1" fmla="*/ 936435 w 8582980"/>
              <a:gd name="connsiteY1" fmla="*/ 3325196 h 4821155"/>
              <a:gd name="connsiteX2" fmla="*/ 8582980 w 8582980"/>
              <a:gd name="connsiteY2" fmla="*/ 3325196 h 4821155"/>
              <a:gd name="connsiteX3" fmla="*/ 7531280 w 8582980"/>
              <a:gd name="connsiteY3" fmla="*/ 4821154 h 4821155"/>
              <a:gd name="connsiteX4" fmla="*/ 936435 w 8582980"/>
              <a:gd name="connsiteY4" fmla="*/ 4821154 h 4821155"/>
              <a:gd name="connsiteX5" fmla="*/ 936435 w 8582980"/>
              <a:gd name="connsiteY5" fmla="*/ 4821155 h 4821155"/>
              <a:gd name="connsiteX6" fmla="*/ 0 w 8582980"/>
              <a:gd name="connsiteY6" fmla="*/ 4821155 h 4821155"/>
              <a:gd name="connsiteX7" fmla="*/ 0 w 8582980"/>
              <a:gd name="connsiteY7" fmla="*/ 1301651 h 482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82980" h="4821155">
                <a:moveTo>
                  <a:pt x="936435" y="0"/>
                </a:moveTo>
                <a:lnTo>
                  <a:pt x="936435" y="3325196"/>
                </a:lnTo>
                <a:lnTo>
                  <a:pt x="8582980" y="3325196"/>
                </a:lnTo>
                <a:lnTo>
                  <a:pt x="7531280" y="4821154"/>
                </a:lnTo>
                <a:lnTo>
                  <a:pt x="936435" y="4821154"/>
                </a:lnTo>
                <a:lnTo>
                  <a:pt x="936435" y="4821155"/>
                </a:lnTo>
                <a:lnTo>
                  <a:pt x="0" y="4821155"/>
                </a:lnTo>
                <a:lnTo>
                  <a:pt x="0" y="1301651"/>
                </a:lnTo>
                <a:close/>
              </a:path>
            </a:pathLst>
          </a:custGeom>
          <a:solidFill>
            <a:schemeClr val="accent3"/>
          </a:solidFill>
          <a:ln w="11521" cap="flat">
            <a:noFill/>
            <a:prstDash val="solid"/>
            <a:miter/>
          </a:ln>
        </p:spPr>
        <p:txBody>
          <a:bodyPr rtlCol="0" anchor="ctr"/>
          <a:lstStyle/>
          <a:p>
            <a:endParaRPr lang="en-US" dirty="0"/>
          </a:p>
        </p:txBody>
      </p:sp>
      <p:sp>
        <p:nvSpPr>
          <p:cNvPr id="47" name="Rectangle 46">
            <a:extLst>
              <a:ext uri="{FF2B5EF4-FFF2-40B4-BE49-F238E27FC236}">
                <a16:creationId xmlns:a16="http://schemas.microsoft.com/office/drawing/2014/main" id="{686BE261-67B6-4B8F-B681-E0F2E955A5ED}"/>
              </a:ext>
              <a:ext uri="{C183D7F6-B498-43B3-948B-1728B52AA6E4}">
                <adec:decorative xmlns:adec="http://schemas.microsoft.com/office/drawing/2017/decorative" val="1"/>
              </a:ext>
            </a:extLst>
          </p:cNvPr>
          <p:cNvSpPr/>
          <p:nvPr userDrawn="1"/>
        </p:nvSpPr>
        <p:spPr>
          <a:xfrm>
            <a:off x="923543" y="2059912"/>
            <a:ext cx="7653528" cy="33192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sp>
        <p:nvSpPr>
          <p:cNvPr id="2" name="Title 1">
            <a:extLst>
              <a:ext uri="{FF2B5EF4-FFF2-40B4-BE49-F238E27FC236}">
                <a16:creationId xmlns:a16="http://schemas.microsoft.com/office/drawing/2014/main" id="{62DA1994-C0CF-2A00-5FEF-B5382C314C59}"/>
              </a:ext>
            </a:extLst>
          </p:cNvPr>
          <p:cNvSpPr>
            <a:spLocks noGrp="1"/>
          </p:cNvSpPr>
          <p:nvPr>
            <p:ph type="title" hasCustomPrompt="1"/>
          </p:nvPr>
        </p:nvSpPr>
        <p:spPr>
          <a:xfrm>
            <a:off x="9000613" y="1526478"/>
            <a:ext cx="2267845" cy="786335"/>
          </a:xfrm>
        </p:spPr>
        <p:txBody>
          <a:bodyPr anchor="b"/>
          <a:lstStyle>
            <a:lvl1pPr marL="0" algn="l" defTabSz="914400" rtl="0" eaLnBrk="1" latinLnBrk="0" hangingPunct="1">
              <a:lnSpc>
                <a:spcPct val="95000"/>
              </a:lnSpc>
              <a:spcBef>
                <a:spcPct val="0"/>
              </a:spcBef>
              <a:buNone/>
              <a:defRPr lang="en-US" sz="2000" b="1" i="0" kern="1200" baseline="0" dirty="0">
                <a:solidFill>
                  <a:schemeClr val="accent2"/>
                </a:solidFill>
                <a:latin typeface="+mj-lt"/>
                <a:ea typeface="+mj-ea"/>
                <a:cs typeface="+mj-cs"/>
              </a:defRPr>
            </a:lvl1pPr>
          </a:lstStyle>
          <a:p>
            <a:r>
              <a:rPr lang="en-US" dirty="0"/>
              <a:t>Click to edit Title</a:t>
            </a:r>
          </a:p>
        </p:txBody>
      </p:sp>
      <p:sp>
        <p:nvSpPr>
          <p:cNvPr id="9" name="Text Placeholder 8">
            <a:extLst>
              <a:ext uri="{FF2B5EF4-FFF2-40B4-BE49-F238E27FC236}">
                <a16:creationId xmlns:a16="http://schemas.microsoft.com/office/drawing/2014/main" id="{CC2C3ACA-6D05-4EAE-8BB4-67523D139870}"/>
              </a:ext>
            </a:extLst>
          </p:cNvPr>
          <p:cNvSpPr>
            <a:spLocks noGrp="1"/>
          </p:cNvSpPr>
          <p:nvPr>
            <p:ph type="body" sz="quarter" idx="20" hasCustomPrompt="1"/>
          </p:nvPr>
        </p:nvSpPr>
        <p:spPr>
          <a:xfrm>
            <a:off x="9002963" y="2519363"/>
            <a:ext cx="2267845" cy="3035962"/>
          </a:xfrm>
        </p:spPr>
        <p:txBody>
          <a:bodyPr anchor="t" anchorCtr="0"/>
          <a:lstStyle>
            <a:lvl1pPr>
              <a:defRPr/>
            </a:lvl1pPr>
            <a:lvl2pPr>
              <a:defRPr>
                <a:solidFill>
                  <a:schemeClr val="tx1">
                    <a:lumMod val="65000"/>
                    <a:lumOff val="35000"/>
                  </a:schemeClr>
                </a:solidFill>
              </a:defRPr>
            </a:lvl2pPr>
            <a:lvl3pPr>
              <a:defRPr>
                <a:solidFill>
                  <a:schemeClr val="tx1">
                    <a:lumMod val="65000"/>
                    <a:lumOff val="35000"/>
                  </a:schemeClr>
                </a:solidFill>
              </a:defRPr>
            </a:lvl3pPr>
            <a:lvl9pPr>
              <a:defRPr>
                <a:solidFill>
                  <a:schemeClr val="accent2"/>
                </a:solidFill>
                <a:latin typeface="+mj-lt"/>
              </a:defRPr>
            </a:lvl9pPr>
          </a:lstStyle>
          <a:p>
            <a:pPr lvl="0"/>
            <a:r>
              <a:rPr lang="en-US" dirty="0"/>
              <a:t>Click to edit text</a:t>
            </a:r>
          </a:p>
          <a:p>
            <a:pPr lvl="1"/>
            <a:r>
              <a:rPr lang="en-US" dirty="0"/>
              <a:t>Level two</a:t>
            </a:r>
          </a:p>
          <a:p>
            <a:pPr lvl="2"/>
            <a:r>
              <a:rPr lang="en-US" dirty="0"/>
              <a:t>Level three</a:t>
            </a:r>
          </a:p>
          <a:p>
            <a:pPr lvl="3"/>
            <a:r>
              <a:rPr lang="en-US" dirty="0"/>
              <a:t>Level four</a:t>
            </a:r>
          </a:p>
          <a:p>
            <a:pPr lvl="4"/>
            <a:r>
              <a:rPr lang="en-US" dirty="0"/>
              <a:t>Level five</a:t>
            </a:r>
          </a:p>
          <a:p>
            <a:pPr lvl="5"/>
            <a:r>
              <a:rPr lang="en-US" dirty="0"/>
              <a:t>Six</a:t>
            </a:r>
          </a:p>
          <a:p>
            <a:pPr lvl="6"/>
            <a:r>
              <a:rPr lang="en-US" dirty="0"/>
              <a:t>Seven</a:t>
            </a:r>
          </a:p>
          <a:p>
            <a:pPr lvl="7"/>
            <a:r>
              <a:rPr lang="en-US" dirty="0"/>
              <a:t>Eight</a:t>
            </a:r>
          </a:p>
          <a:p>
            <a:pPr lvl="8"/>
            <a:r>
              <a:rPr lang="en-US" dirty="0"/>
              <a:t>Nine</a:t>
            </a:r>
          </a:p>
        </p:txBody>
      </p:sp>
      <p:sp>
        <p:nvSpPr>
          <p:cNvPr id="13" name="Text Placeholder 2">
            <a:extLst>
              <a:ext uri="{FF2B5EF4-FFF2-40B4-BE49-F238E27FC236}">
                <a16:creationId xmlns:a16="http://schemas.microsoft.com/office/drawing/2014/main" id="{4CE019FD-9851-9961-CBC8-44902B600B36}"/>
              </a:ext>
            </a:extLst>
          </p:cNvPr>
          <p:cNvSpPr>
            <a:spLocks noGrp="1"/>
          </p:cNvSpPr>
          <p:nvPr>
            <p:ph type="body" sz="quarter" idx="22" hasCustomPrompt="1"/>
          </p:nvPr>
        </p:nvSpPr>
        <p:spPr>
          <a:xfrm>
            <a:off x="1815964" y="2485724"/>
            <a:ext cx="6283316" cy="2467648"/>
          </a:xfrm>
        </p:spPr>
        <p:txBody>
          <a:bodyPr anchor="ctr"/>
          <a:lstStyle>
            <a:lvl1pPr>
              <a:defRPr lang="en-US" sz="3200" b="1" i="0" kern="1200" baseline="0" dirty="0" smtClean="0">
                <a:solidFill>
                  <a:schemeClr val="tx1"/>
                </a:solidFill>
                <a:latin typeface="+mj-lt"/>
                <a:ea typeface="+mj-ea"/>
                <a:cs typeface="+mj-cs"/>
              </a:defRPr>
            </a:lvl1pPr>
            <a:lvl2pPr>
              <a:defRPr lang="en-US" sz="3200" b="1" i="0" kern="1200" baseline="0" dirty="0" smtClean="0">
                <a:solidFill>
                  <a:schemeClr val="tx1"/>
                </a:solidFill>
                <a:latin typeface="+mj-lt"/>
                <a:ea typeface="+mj-ea"/>
                <a:cs typeface="+mj-cs"/>
              </a:defRPr>
            </a:lvl2pPr>
            <a:lvl3pPr>
              <a:defRPr lang="en-US" sz="3200" b="1" i="0" kern="1200" baseline="0" dirty="0" smtClean="0">
                <a:solidFill>
                  <a:schemeClr val="tx1"/>
                </a:solidFill>
                <a:latin typeface="+mj-lt"/>
                <a:ea typeface="+mj-ea"/>
                <a:cs typeface="+mj-cs"/>
              </a:defRPr>
            </a:lvl3pPr>
            <a:lvl4pPr>
              <a:defRPr lang="en-US" sz="3200" b="1" i="0" kern="1200" baseline="0" dirty="0" smtClean="0">
                <a:solidFill>
                  <a:schemeClr val="tx1"/>
                </a:solidFill>
                <a:latin typeface="+mj-lt"/>
                <a:ea typeface="+mj-ea"/>
                <a:cs typeface="+mj-cs"/>
              </a:defRPr>
            </a:lvl4pPr>
            <a:lvl5pPr>
              <a:defRPr lang="en-US" sz="3200" b="1" i="0" kern="1200" baseline="0" dirty="0">
                <a:solidFill>
                  <a:schemeClr val="tx1"/>
                </a:solidFill>
                <a:latin typeface="+mj-lt"/>
                <a:ea typeface="+mj-ea"/>
                <a:cs typeface="+mj-cs"/>
              </a:defRPr>
            </a:lvl5pPr>
          </a:lstStyle>
          <a:p>
            <a:pPr lvl="0"/>
            <a:r>
              <a:rPr lang="en-US" dirty="0"/>
              <a:t>Click to edit text</a:t>
            </a:r>
          </a:p>
        </p:txBody>
      </p:sp>
      <p:sp>
        <p:nvSpPr>
          <p:cNvPr id="7" name="Footer Placeholder 6">
            <a:extLst>
              <a:ext uri="{FF2B5EF4-FFF2-40B4-BE49-F238E27FC236}">
                <a16:creationId xmlns:a16="http://schemas.microsoft.com/office/drawing/2014/main" id="{FBF5FDDC-1C0A-49D3-BDC7-8CCAF77D67CC}"/>
              </a:ext>
            </a:extLst>
          </p:cNvPr>
          <p:cNvSpPr>
            <a:spLocks noGrp="1"/>
          </p:cNvSpPr>
          <p:nvPr>
            <p:ph type="ftr" sz="quarter" idx="19"/>
          </p:nvPr>
        </p:nvSpPr>
        <p:spPr/>
        <p:txBody>
          <a:bodyPr/>
          <a:lstStyle/>
          <a:p>
            <a:endParaRPr lang="en-US"/>
          </a:p>
        </p:txBody>
      </p:sp>
    </p:spTree>
    <p:extLst>
      <p:ext uri="{BB962C8B-B14F-4D97-AF65-F5344CB8AC3E}">
        <p14:creationId xmlns:p14="http://schemas.microsoft.com/office/powerpoint/2010/main" val="393146143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tat Gray">
    <p:bg>
      <p:bgPr>
        <a:solidFill>
          <a:schemeClr val="bg1">
            <a:lumMod val="95000"/>
          </a:schemeClr>
        </a:solidFill>
        <a:effectLst/>
      </p:bgPr>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E3837B9-3B1D-C4EE-3342-CB7C86B36D9E}"/>
              </a:ext>
              <a:ext uri="{C183D7F6-B498-43B3-948B-1728B52AA6E4}">
                <adec:decorative xmlns:adec="http://schemas.microsoft.com/office/drawing/2017/decorative" val="1"/>
              </a:ext>
            </a:extLst>
          </p:cNvPr>
          <p:cNvGrpSpPr/>
          <p:nvPr userDrawn="1"/>
        </p:nvGrpSpPr>
        <p:grpSpPr>
          <a:xfrm>
            <a:off x="-3050" y="1268635"/>
            <a:ext cx="5399902" cy="5589365"/>
            <a:chOff x="-3050" y="1268635"/>
            <a:chExt cx="5399902" cy="5589365"/>
          </a:xfrm>
          <a:solidFill>
            <a:schemeClr val="bg1">
              <a:lumMod val="85000"/>
            </a:schemeClr>
          </a:solidFill>
        </p:grpSpPr>
        <p:sp>
          <p:nvSpPr>
            <p:cNvPr id="15" name="Freeform 14">
              <a:extLst>
                <a:ext uri="{FF2B5EF4-FFF2-40B4-BE49-F238E27FC236}">
                  <a16:creationId xmlns:a16="http://schemas.microsoft.com/office/drawing/2014/main" id="{5CF66D05-6FF3-C822-D250-E712896919EE}"/>
                </a:ext>
              </a:extLst>
            </p:cNvPr>
            <p:cNvSpPr/>
            <p:nvPr userDrawn="1"/>
          </p:nvSpPr>
          <p:spPr>
            <a:xfrm>
              <a:off x="-3050" y="1268635"/>
              <a:ext cx="943467" cy="5589365"/>
            </a:xfrm>
            <a:custGeom>
              <a:avLst/>
              <a:gdLst>
                <a:gd name="connsiteX0" fmla="*/ 943467 w 943467"/>
                <a:gd name="connsiteY0" fmla="*/ 0 h 5589365"/>
                <a:gd name="connsiteX1" fmla="*/ 943467 w 943467"/>
                <a:gd name="connsiteY1" fmla="*/ 5589365 h 5589365"/>
                <a:gd name="connsiteX2" fmla="*/ 0 w 943467"/>
                <a:gd name="connsiteY2" fmla="*/ 5589365 h 5589365"/>
                <a:gd name="connsiteX3" fmla="*/ 0 w 943467"/>
                <a:gd name="connsiteY3" fmla="*/ 1308171 h 5589365"/>
              </a:gdLst>
              <a:ahLst/>
              <a:cxnLst>
                <a:cxn ang="0">
                  <a:pos x="connsiteX0" y="connsiteY0"/>
                </a:cxn>
                <a:cxn ang="0">
                  <a:pos x="connsiteX1" y="connsiteY1"/>
                </a:cxn>
                <a:cxn ang="0">
                  <a:pos x="connsiteX2" y="connsiteY2"/>
                </a:cxn>
                <a:cxn ang="0">
                  <a:pos x="connsiteX3" y="connsiteY3"/>
                </a:cxn>
              </a:cxnLst>
              <a:rect l="l" t="t" r="r" b="b"/>
              <a:pathLst>
                <a:path w="943467" h="5589365">
                  <a:moveTo>
                    <a:pt x="943467" y="0"/>
                  </a:moveTo>
                  <a:lnTo>
                    <a:pt x="943467" y="5589365"/>
                  </a:lnTo>
                  <a:lnTo>
                    <a:pt x="0" y="5589365"/>
                  </a:lnTo>
                  <a:lnTo>
                    <a:pt x="0" y="1308171"/>
                  </a:lnTo>
                  <a:close/>
                </a:path>
              </a:pathLst>
            </a:custGeom>
            <a:grp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6" name="Rectangle 15">
              <a:extLst>
                <a:ext uri="{FF2B5EF4-FFF2-40B4-BE49-F238E27FC236}">
                  <a16:creationId xmlns:a16="http://schemas.microsoft.com/office/drawing/2014/main" id="{A5E99CF5-4A76-9D4B-3007-D9530523DB50}"/>
                </a:ext>
              </a:extLst>
            </p:cNvPr>
            <p:cNvSpPr/>
            <p:nvPr userDrawn="1"/>
          </p:nvSpPr>
          <p:spPr>
            <a:xfrm>
              <a:off x="100952" y="5721686"/>
              <a:ext cx="4291856" cy="1136314"/>
            </a:xfrm>
            <a:prstGeom prst="rect">
              <a:avLst/>
            </a:prstGeom>
            <a:grp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7" name="Freeform: Shape 17">
              <a:extLst>
                <a:ext uri="{FF2B5EF4-FFF2-40B4-BE49-F238E27FC236}">
                  <a16:creationId xmlns:a16="http://schemas.microsoft.com/office/drawing/2014/main" id="{51BFA2BA-30E7-01D1-856F-0339CD95CCFE}"/>
                </a:ext>
              </a:extLst>
            </p:cNvPr>
            <p:cNvSpPr/>
            <p:nvPr userDrawn="1"/>
          </p:nvSpPr>
          <p:spPr>
            <a:xfrm>
              <a:off x="4356168" y="5721686"/>
              <a:ext cx="1040684" cy="1136314"/>
            </a:xfrm>
            <a:custGeom>
              <a:avLst/>
              <a:gdLst>
                <a:gd name="connsiteX0" fmla="*/ 0 w 1087645"/>
                <a:gd name="connsiteY0" fmla="*/ 0 h 1187590"/>
                <a:gd name="connsiteX1" fmla="*/ 1087645 w 1087645"/>
                <a:gd name="connsiteY1" fmla="*/ 0 h 1187590"/>
                <a:gd name="connsiteX2" fmla="*/ 231142 w 1087645"/>
                <a:gd name="connsiteY2" fmla="*/ 1187590 h 1187590"/>
                <a:gd name="connsiteX3" fmla="*/ 0 w 1087645"/>
                <a:gd name="connsiteY3" fmla="*/ 1187590 h 1187590"/>
                <a:gd name="connsiteX4" fmla="*/ 0 w 1087645"/>
                <a:gd name="connsiteY4" fmla="*/ 0 h 1187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645" h="1187590">
                  <a:moveTo>
                    <a:pt x="0" y="0"/>
                  </a:moveTo>
                  <a:lnTo>
                    <a:pt x="1087645" y="0"/>
                  </a:lnTo>
                  <a:lnTo>
                    <a:pt x="231142" y="1187590"/>
                  </a:lnTo>
                  <a:lnTo>
                    <a:pt x="0" y="1187590"/>
                  </a:lnTo>
                  <a:lnTo>
                    <a:pt x="0" y="0"/>
                  </a:lnTo>
                  <a:close/>
                </a:path>
              </a:pathLst>
            </a:custGeom>
            <a:grp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grpSp>
      <p:sp>
        <p:nvSpPr>
          <p:cNvPr id="18" name="Rectangle 17">
            <a:extLst>
              <a:ext uri="{FF2B5EF4-FFF2-40B4-BE49-F238E27FC236}">
                <a16:creationId xmlns:a16="http://schemas.microsoft.com/office/drawing/2014/main" id="{66CE18EB-435B-6355-BF13-02AB5C8958D5}"/>
              </a:ext>
              <a:ext uri="{C183D7F6-B498-43B3-948B-1728B52AA6E4}">
                <adec:decorative xmlns:adec="http://schemas.microsoft.com/office/drawing/2017/decorative" val="1"/>
              </a:ext>
            </a:extLst>
          </p:cNvPr>
          <p:cNvSpPr/>
          <p:nvPr userDrawn="1"/>
        </p:nvSpPr>
        <p:spPr bwMode="grayWhite">
          <a:xfrm>
            <a:off x="941942" y="1268636"/>
            <a:ext cx="4446364" cy="44463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algn="l">
              <a:spcAft>
                <a:spcPts val="900"/>
              </a:spcAft>
              <a:buFont typeface="Montserrat" panose="00000500000000000000" pitchFamily="2" charset="0"/>
              <a:buChar char="​"/>
            </a:pPr>
            <a:endParaRPr lang="en-US" sz="1200">
              <a:solidFill>
                <a:schemeClr val="accent2"/>
              </a:solidFill>
            </a:endParaRPr>
          </a:p>
        </p:txBody>
      </p:sp>
      <p:sp>
        <p:nvSpPr>
          <p:cNvPr id="12" name="Title 1">
            <a:extLst>
              <a:ext uri="{FF2B5EF4-FFF2-40B4-BE49-F238E27FC236}">
                <a16:creationId xmlns:a16="http://schemas.microsoft.com/office/drawing/2014/main" id="{7AC96350-4445-E190-B98F-79350CFE573C}"/>
              </a:ext>
              <a:ext uri="{C183D7F6-B498-43B3-948B-1728B52AA6E4}">
                <adec:decorative xmlns:adec="http://schemas.microsoft.com/office/drawing/2017/decorative" val="0"/>
              </a:ext>
            </a:extLst>
          </p:cNvPr>
          <p:cNvSpPr>
            <a:spLocks noGrp="1"/>
          </p:cNvSpPr>
          <p:nvPr>
            <p:ph type="title" hasCustomPrompt="1"/>
          </p:nvPr>
        </p:nvSpPr>
        <p:spPr>
          <a:xfrm>
            <a:off x="6308808" y="2939144"/>
            <a:ext cx="4965192" cy="786335"/>
          </a:xfrm>
        </p:spPr>
        <p:txBody>
          <a:bodyPr/>
          <a:lstStyle>
            <a:lvl1pPr>
              <a:defRPr/>
            </a:lvl1pPr>
          </a:lstStyle>
          <a:p>
            <a:r>
              <a:rPr lang="en-US" dirty="0"/>
              <a:t>Click to edit Title</a:t>
            </a:r>
          </a:p>
        </p:txBody>
      </p:sp>
      <p:sp>
        <p:nvSpPr>
          <p:cNvPr id="19" name="Text Placeholder 13">
            <a:extLst>
              <a:ext uri="{FF2B5EF4-FFF2-40B4-BE49-F238E27FC236}">
                <a16:creationId xmlns:a16="http://schemas.microsoft.com/office/drawing/2014/main" id="{FF3ECEFC-0B7D-87C8-EC75-E637F52B42CC}"/>
              </a:ext>
            </a:extLst>
          </p:cNvPr>
          <p:cNvSpPr>
            <a:spLocks noGrp="1"/>
          </p:cNvSpPr>
          <p:nvPr>
            <p:ph type="body" sz="quarter" idx="16" hasCustomPrompt="1"/>
          </p:nvPr>
        </p:nvSpPr>
        <p:spPr bwMode="black">
          <a:xfrm>
            <a:off x="1303208" y="2369598"/>
            <a:ext cx="3723832" cy="2118805"/>
          </a:xfrm>
        </p:spPr>
        <p:txBody>
          <a:bodyPr wrap="none" anchor="ctr"/>
          <a:lstStyle>
            <a:lvl1pPr algn="ctr">
              <a:buNone/>
              <a:defRPr sz="10800" b="0">
                <a:solidFill>
                  <a:schemeClr val="accent2"/>
                </a:solidFill>
                <a:latin typeface="Montserrat ExtraBold" panose="00000900000000000000" pitchFamily="2" charset="0"/>
              </a:defRPr>
            </a:lvl1pPr>
          </a:lstStyle>
          <a:p>
            <a:pPr lvl="0"/>
            <a:r>
              <a:rPr lang="en-US" dirty="0"/>
              <a:t>##%</a:t>
            </a:r>
          </a:p>
        </p:txBody>
      </p:sp>
      <p:sp>
        <p:nvSpPr>
          <p:cNvPr id="147" name="Text Placeholder 13">
            <a:extLst>
              <a:ext uri="{FF2B5EF4-FFF2-40B4-BE49-F238E27FC236}">
                <a16:creationId xmlns:a16="http://schemas.microsoft.com/office/drawing/2014/main" id="{D0CEFAC8-FFBE-4501-8677-1FFBAE6EC7F0}"/>
              </a:ext>
            </a:extLst>
          </p:cNvPr>
          <p:cNvSpPr>
            <a:spLocks noGrp="1"/>
          </p:cNvSpPr>
          <p:nvPr>
            <p:ph type="body" sz="quarter" idx="14" hasCustomPrompt="1"/>
          </p:nvPr>
        </p:nvSpPr>
        <p:spPr>
          <a:xfrm>
            <a:off x="6308808" y="3911601"/>
            <a:ext cx="4962696" cy="2260600"/>
          </a:xfrm>
        </p:spPr>
        <p:txBody>
          <a:bodyPr anchor="t"/>
          <a:lstStyle>
            <a:lvl1pPr marL="0" indent="0">
              <a:lnSpc>
                <a:spcPct val="95000"/>
              </a:lnSpc>
              <a:buFont typeface="Montserrat" panose="00000500000000000000" pitchFamily="2" charset="0"/>
              <a:buChar char="​"/>
              <a:defRPr sz="1400" b="1">
                <a:solidFill>
                  <a:schemeClr val="tx1"/>
                </a:solidFill>
                <a:latin typeface="+mj-lt"/>
              </a:defRPr>
            </a:lvl1pPr>
            <a:lvl2pPr marL="0" indent="0">
              <a:buFont typeface="Montserrat" panose="00000500000000000000" pitchFamily="2" charset="0"/>
              <a:buChar char="​"/>
              <a:defRPr sz="1400" b="0">
                <a:solidFill>
                  <a:schemeClr val="tx1"/>
                </a:solidFill>
                <a:latin typeface="+mj-lt"/>
              </a:defRPr>
            </a:lvl2pPr>
            <a:lvl3pPr marL="341313" indent="-174625">
              <a:buFont typeface="Montserrat" panose="00000500000000000000" pitchFamily="2" charset="0"/>
              <a:buChar char="•"/>
              <a:defRPr sz="1400">
                <a:solidFill>
                  <a:schemeClr val="tx1"/>
                </a:solidFill>
              </a:defRPr>
            </a:lvl3pPr>
          </a:lstStyle>
          <a:p>
            <a:pPr lvl="0"/>
            <a:r>
              <a:rPr lang="en-US" dirty="0"/>
              <a:t>Click to edit text</a:t>
            </a:r>
          </a:p>
          <a:p>
            <a:pPr lvl="1"/>
            <a:r>
              <a:rPr lang="en-US" dirty="0"/>
              <a:t>Second level</a:t>
            </a:r>
          </a:p>
          <a:p>
            <a:pPr lvl="2"/>
            <a:r>
              <a:rPr lang="en-US" dirty="0"/>
              <a:t>Third level</a:t>
            </a:r>
          </a:p>
        </p:txBody>
      </p:sp>
      <p:sp>
        <p:nvSpPr>
          <p:cNvPr id="4" name="Footer Placeholder 3">
            <a:extLst>
              <a:ext uri="{FF2B5EF4-FFF2-40B4-BE49-F238E27FC236}">
                <a16:creationId xmlns:a16="http://schemas.microsoft.com/office/drawing/2014/main" id="{8C022B56-9E6F-45D2-ACBA-5D0008B55BAF}"/>
              </a:ext>
            </a:extLst>
          </p:cNvPr>
          <p:cNvSpPr>
            <a:spLocks noGrp="1"/>
          </p:cNvSpPr>
          <p:nvPr userDrawn="1">
            <p:ph type="ftr" sz="quarter" idx="17"/>
          </p:nvPr>
        </p:nvSpPr>
        <p:spPr/>
        <p:txBody>
          <a:bodyPr/>
          <a:lstStyle/>
          <a:p>
            <a:endParaRPr lang="en-US"/>
          </a:p>
        </p:txBody>
      </p:sp>
    </p:spTree>
    <p:extLst>
      <p:ext uri="{BB962C8B-B14F-4D97-AF65-F5344CB8AC3E}">
        <p14:creationId xmlns:p14="http://schemas.microsoft.com/office/powerpoint/2010/main" val="4137395561"/>
      </p:ext>
    </p:extLst>
  </p:cSld>
  <p:clrMapOvr>
    <a:masterClrMapping/>
  </p:clrMapOvr>
  <p:extLst>
    <p:ext uri="{DCECCB84-F9BA-43D5-87BE-67443E8EF086}">
      <p15:sldGuideLst xmlns:p15="http://schemas.microsoft.com/office/powerpoint/2012/main">
        <p15:guide id="1" pos="3528" userDrawn="1">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Stat Blue">
    <p:bg>
      <p:bgPr>
        <a:solidFill>
          <a:schemeClr val="accent2"/>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40A45583-D1C5-9DC5-F6AC-B864027475CC}"/>
              </a:ext>
              <a:ext uri="{C183D7F6-B498-43B3-948B-1728B52AA6E4}">
                <adec:decorative xmlns:adec="http://schemas.microsoft.com/office/drawing/2017/decorative" val="1"/>
              </a:ext>
            </a:extLst>
          </p:cNvPr>
          <p:cNvGrpSpPr/>
          <p:nvPr userDrawn="1"/>
        </p:nvGrpSpPr>
        <p:grpSpPr>
          <a:xfrm>
            <a:off x="-3050" y="1268635"/>
            <a:ext cx="5399902" cy="5589365"/>
            <a:chOff x="-3050" y="1268635"/>
            <a:chExt cx="5399902" cy="5589365"/>
          </a:xfrm>
        </p:grpSpPr>
        <p:sp>
          <p:nvSpPr>
            <p:cNvPr id="51" name="Freeform 50">
              <a:extLst>
                <a:ext uri="{FF2B5EF4-FFF2-40B4-BE49-F238E27FC236}">
                  <a16:creationId xmlns:a16="http://schemas.microsoft.com/office/drawing/2014/main" id="{3F6DA71F-5549-A757-8CEF-939131154E8E}"/>
                </a:ext>
              </a:extLst>
            </p:cNvPr>
            <p:cNvSpPr/>
            <p:nvPr userDrawn="1"/>
          </p:nvSpPr>
          <p:spPr>
            <a:xfrm>
              <a:off x="-3050" y="1268635"/>
              <a:ext cx="943467" cy="5589365"/>
            </a:xfrm>
            <a:custGeom>
              <a:avLst/>
              <a:gdLst>
                <a:gd name="connsiteX0" fmla="*/ 943467 w 943467"/>
                <a:gd name="connsiteY0" fmla="*/ 0 h 5589365"/>
                <a:gd name="connsiteX1" fmla="*/ 943467 w 943467"/>
                <a:gd name="connsiteY1" fmla="*/ 5589365 h 5589365"/>
                <a:gd name="connsiteX2" fmla="*/ 0 w 943467"/>
                <a:gd name="connsiteY2" fmla="*/ 5589365 h 5589365"/>
                <a:gd name="connsiteX3" fmla="*/ 0 w 943467"/>
                <a:gd name="connsiteY3" fmla="*/ 1308171 h 5589365"/>
              </a:gdLst>
              <a:ahLst/>
              <a:cxnLst>
                <a:cxn ang="0">
                  <a:pos x="connsiteX0" y="connsiteY0"/>
                </a:cxn>
                <a:cxn ang="0">
                  <a:pos x="connsiteX1" y="connsiteY1"/>
                </a:cxn>
                <a:cxn ang="0">
                  <a:pos x="connsiteX2" y="connsiteY2"/>
                </a:cxn>
                <a:cxn ang="0">
                  <a:pos x="connsiteX3" y="connsiteY3"/>
                </a:cxn>
              </a:cxnLst>
              <a:rect l="l" t="t" r="r" b="b"/>
              <a:pathLst>
                <a:path w="943467" h="5589365">
                  <a:moveTo>
                    <a:pt x="943467" y="0"/>
                  </a:moveTo>
                  <a:lnTo>
                    <a:pt x="943467" y="5589365"/>
                  </a:lnTo>
                  <a:lnTo>
                    <a:pt x="0" y="5589365"/>
                  </a:lnTo>
                  <a:lnTo>
                    <a:pt x="0" y="1308171"/>
                  </a:lnTo>
                  <a:close/>
                </a:path>
              </a:pathLst>
            </a:custGeom>
            <a:solidFill>
              <a:schemeClr val="accent2">
                <a:lumMod val="75000"/>
              </a:schemeClr>
            </a:solid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7" name="Rectangle 16">
              <a:extLst>
                <a:ext uri="{FF2B5EF4-FFF2-40B4-BE49-F238E27FC236}">
                  <a16:creationId xmlns:a16="http://schemas.microsoft.com/office/drawing/2014/main" id="{1498A857-2FA2-4AB6-BB0C-5F2F850ED1E8}"/>
                </a:ext>
              </a:extLst>
            </p:cNvPr>
            <p:cNvSpPr/>
            <p:nvPr userDrawn="1"/>
          </p:nvSpPr>
          <p:spPr>
            <a:xfrm>
              <a:off x="100952" y="5721686"/>
              <a:ext cx="4291856" cy="1136314"/>
            </a:xfrm>
            <a:prstGeom prst="rect">
              <a:avLst/>
            </a:prstGeom>
            <a:solidFill>
              <a:schemeClr val="accent2">
                <a:lumMod val="75000"/>
              </a:schemeClr>
            </a:solid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sp>
          <p:nvSpPr>
            <p:cNvPr id="18" name="Freeform: Shape 17">
              <a:extLst>
                <a:ext uri="{FF2B5EF4-FFF2-40B4-BE49-F238E27FC236}">
                  <a16:creationId xmlns:a16="http://schemas.microsoft.com/office/drawing/2014/main" id="{DE48B8D7-8AC4-4042-AA3B-56BA2BFD7E98}"/>
                </a:ext>
              </a:extLst>
            </p:cNvPr>
            <p:cNvSpPr/>
            <p:nvPr userDrawn="1"/>
          </p:nvSpPr>
          <p:spPr>
            <a:xfrm>
              <a:off x="4356168" y="5721686"/>
              <a:ext cx="1040684" cy="1136314"/>
            </a:xfrm>
            <a:custGeom>
              <a:avLst/>
              <a:gdLst>
                <a:gd name="connsiteX0" fmla="*/ 0 w 1087645"/>
                <a:gd name="connsiteY0" fmla="*/ 0 h 1187590"/>
                <a:gd name="connsiteX1" fmla="*/ 1087645 w 1087645"/>
                <a:gd name="connsiteY1" fmla="*/ 0 h 1187590"/>
                <a:gd name="connsiteX2" fmla="*/ 231142 w 1087645"/>
                <a:gd name="connsiteY2" fmla="*/ 1187590 h 1187590"/>
                <a:gd name="connsiteX3" fmla="*/ 0 w 1087645"/>
                <a:gd name="connsiteY3" fmla="*/ 1187590 h 1187590"/>
                <a:gd name="connsiteX4" fmla="*/ 0 w 1087645"/>
                <a:gd name="connsiteY4" fmla="*/ 0 h 1187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645" h="1187590">
                  <a:moveTo>
                    <a:pt x="0" y="0"/>
                  </a:moveTo>
                  <a:lnTo>
                    <a:pt x="1087645" y="0"/>
                  </a:lnTo>
                  <a:lnTo>
                    <a:pt x="231142" y="1187590"/>
                  </a:lnTo>
                  <a:lnTo>
                    <a:pt x="0" y="1187590"/>
                  </a:lnTo>
                  <a:lnTo>
                    <a:pt x="0" y="0"/>
                  </a:lnTo>
                  <a:close/>
                </a:path>
              </a:pathLst>
            </a:custGeom>
            <a:solidFill>
              <a:schemeClr val="accent2">
                <a:lumMod val="75000"/>
              </a:schemeClr>
            </a:solidFill>
            <a:ln w="11521"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a:solidFill>
                  <a:schemeClr val="tx1"/>
                </a:solidFill>
              </a:endParaRPr>
            </a:p>
          </p:txBody>
        </p:sp>
      </p:grpSp>
      <p:sp>
        <p:nvSpPr>
          <p:cNvPr id="3" name="Rectangle 2">
            <a:extLst>
              <a:ext uri="{FF2B5EF4-FFF2-40B4-BE49-F238E27FC236}">
                <a16:creationId xmlns:a16="http://schemas.microsoft.com/office/drawing/2014/main" id="{2AA7E505-5C1A-490B-BCAD-A2C943607BC8}"/>
              </a:ext>
              <a:ext uri="{C183D7F6-B498-43B3-948B-1728B52AA6E4}">
                <adec:decorative xmlns:adec="http://schemas.microsoft.com/office/drawing/2017/decorative" val="1"/>
              </a:ext>
            </a:extLst>
          </p:cNvPr>
          <p:cNvSpPr/>
          <p:nvPr userDrawn="1"/>
        </p:nvSpPr>
        <p:spPr bwMode="grayWhite">
          <a:xfrm>
            <a:off x="937129" y="1273449"/>
            <a:ext cx="4446364" cy="444636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algn="l">
              <a:spcAft>
                <a:spcPts val="900"/>
              </a:spcAft>
              <a:buFont typeface="Montserrat" panose="00000500000000000000" pitchFamily="2" charset="0"/>
              <a:buChar char="​"/>
            </a:pPr>
            <a:endParaRPr lang="en-US" sz="1200">
              <a:solidFill>
                <a:schemeClr val="accent2"/>
              </a:solidFill>
            </a:endParaRPr>
          </a:p>
        </p:txBody>
      </p:sp>
      <p:sp>
        <p:nvSpPr>
          <p:cNvPr id="55" name="TextBox 54">
            <a:extLst>
              <a:ext uri="{FF2B5EF4-FFF2-40B4-BE49-F238E27FC236}">
                <a16:creationId xmlns:a16="http://schemas.microsoft.com/office/drawing/2014/main" id="{EF194CC8-6A22-422F-B744-A28838D310FF}"/>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solidFill>
              </a:rPr>
              <a:pPr lvl="0" algn="r"/>
              <a:t>‹#›</a:t>
            </a:fld>
            <a:endParaRPr lang="en-US">
              <a:solidFill>
                <a:schemeClr val="bg1"/>
              </a:solidFill>
            </a:endParaRPr>
          </a:p>
        </p:txBody>
      </p:sp>
      <p:sp>
        <p:nvSpPr>
          <p:cNvPr id="36" name="Text Placeholder 13">
            <a:extLst>
              <a:ext uri="{FF2B5EF4-FFF2-40B4-BE49-F238E27FC236}">
                <a16:creationId xmlns:a16="http://schemas.microsoft.com/office/drawing/2014/main" id="{491776B0-BA4A-47C9-BDDC-EC235347EF56}"/>
              </a:ext>
            </a:extLst>
          </p:cNvPr>
          <p:cNvSpPr>
            <a:spLocks noGrp="1"/>
          </p:cNvSpPr>
          <p:nvPr>
            <p:ph type="body" sz="quarter" idx="16" hasCustomPrompt="1"/>
          </p:nvPr>
        </p:nvSpPr>
        <p:spPr>
          <a:xfrm>
            <a:off x="1303208" y="2369598"/>
            <a:ext cx="3723832" cy="2118805"/>
          </a:xfrm>
        </p:spPr>
        <p:txBody>
          <a:bodyPr wrap="none" anchor="ctr"/>
          <a:lstStyle>
            <a:lvl1pPr algn="ctr">
              <a:buNone/>
              <a:defRPr sz="10800" b="0">
                <a:solidFill>
                  <a:schemeClr val="accent4"/>
                </a:solidFill>
                <a:latin typeface="Montserrat ExtraBold" panose="00000900000000000000" pitchFamily="2" charset="0"/>
              </a:defRPr>
            </a:lvl1pPr>
          </a:lstStyle>
          <a:p>
            <a:pPr lvl="0"/>
            <a:r>
              <a:rPr lang="en-US" dirty="0"/>
              <a:t>##%</a:t>
            </a:r>
          </a:p>
        </p:txBody>
      </p:sp>
      <p:sp>
        <p:nvSpPr>
          <p:cNvPr id="4" name="Footer Placeholder 3">
            <a:extLst>
              <a:ext uri="{FF2B5EF4-FFF2-40B4-BE49-F238E27FC236}">
                <a16:creationId xmlns:a16="http://schemas.microsoft.com/office/drawing/2014/main" id="{AC61BAB0-B3F4-41DD-8F57-42206DE3F867}"/>
              </a:ext>
            </a:extLst>
          </p:cNvPr>
          <p:cNvSpPr>
            <a:spLocks noGrp="1"/>
          </p:cNvSpPr>
          <p:nvPr>
            <p:ph type="ftr" sz="quarter" idx="17"/>
          </p:nvPr>
        </p:nvSpPr>
        <p:spPr/>
        <p:txBody>
          <a:bodyPr/>
          <a:lstStyle>
            <a:lvl1pPr>
              <a:defRPr>
                <a:solidFill>
                  <a:schemeClr val="bg1"/>
                </a:solidFill>
              </a:defRPr>
            </a:lvl1pPr>
          </a:lstStyle>
          <a:p>
            <a:endParaRPr lang="en-US"/>
          </a:p>
        </p:txBody>
      </p:sp>
      <p:sp>
        <p:nvSpPr>
          <p:cNvPr id="15" name="Title 1">
            <a:extLst>
              <a:ext uri="{FF2B5EF4-FFF2-40B4-BE49-F238E27FC236}">
                <a16:creationId xmlns:a16="http://schemas.microsoft.com/office/drawing/2014/main" id="{4D6DB5A8-A8B0-B274-46FB-F0A710FE0FF3}"/>
              </a:ext>
              <a:ext uri="{C183D7F6-B498-43B3-948B-1728B52AA6E4}">
                <adec:decorative xmlns:adec="http://schemas.microsoft.com/office/drawing/2017/decorative" val="0"/>
              </a:ext>
            </a:extLst>
          </p:cNvPr>
          <p:cNvSpPr>
            <a:spLocks noGrp="1"/>
          </p:cNvSpPr>
          <p:nvPr>
            <p:ph type="title" hasCustomPrompt="1"/>
          </p:nvPr>
        </p:nvSpPr>
        <p:spPr>
          <a:xfrm>
            <a:off x="6308808" y="2939144"/>
            <a:ext cx="4965192" cy="786335"/>
          </a:xfrm>
        </p:spPr>
        <p:txBody>
          <a:bodyPr/>
          <a:lstStyle>
            <a:lvl1pPr>
              <a:defRPr>
                <a:solidFill>
                  <a:schemeClr val="bg1"/>
                </a:solidFill>
              </a:defRPr>
            </a:lvl1pPr>
          </a:lstStyle>
          <a:p>
            <a:r>
              <a:rPr lang="en-US" dirty="0"/>
              <a:t>Click to edit Title</a:t>
            </a:r>
          </a:p>
        </p:txBody>
      </p:sp>
      <p:sp>
        <p:nvSpPr>
          <p:cNvPr id="16" name="Text Placeholder 13">
            <a:extLst>
              <a:ext uri="{FF2B5EF4-FFF2-40B4-BE49-F238E27FC236}">
                <a16:creationId xmlns:a16="http://schemas.microsoft.com/office/drawing/2014/main" id="{6FC477EB-E66F-2C6A-084B-1B410DB67D00}"/>
              </a:ext>
            </a:extLst>
          </p:cNvPr>
          <p:cNvSpPr>
            <a:spLocks noGrp="1"/>
          </p:cNvSpPr>
          <p:nvPr>
            <p:ph type="body" sz="quarter" idx="14" hasCustomPrompt="1"/>
          </p:nvPr>
        </p:nvSpPr>
        <p:spPr>
          <a:xfrm>
            <a:off x="6308808" y="3911601"/>
            <a:ext cx="4962696" cy="2260600"/>
          </a:xfrm>
        </p:spPr>
        <p:txBody>
          <a:bodyPr anchor="t"/>
          <a:lstStyle>
            <a:lvl1pPr marL="0" indent="0">
              <a:lnSpc>
                <a:spcPct val="95000"/>
              </a:lnSpc>
              <a:buFont typeface="Montserrat" panose="00000500000000000000" pitchFamily="2" charset="0"/>
              <a:buChar char="​"/>
              <a:defRPr sz="1400" b="1">
                <a:solidFill>
                  <a:schemeClr val="bg1"/>
                </a:solidFill>
                <a:latin typeface="+mj-lt"/>
              </a:defRPr>
            </a:lvl1pPr>
            <a:lvl2pPr marL="0" indent="0">
              <a:buFont typeface="Montserrat" panose="00000500000000000000" pitchFamily="2" charset="0"/>
              <a:buChar char="​"/>
              <a:defRPr sz="1400" b="0">
                <a:solidFill>
                  <a:schemeClr val="bg1"/>
                </a:solidFill>
                <a:latin typeface="+mj-lt"/>
              </a:defRPr>
            </a:lvl2pPr>
            <a:lvl3pPr marL="341313" indent="-174625">
              <a:buFont typeface="Montserrat" panose="00000500000000000000" pitchFamily="2" charset="0"/>
              <a:buChar char="•"/>
              <a:defRPr sz="1400">
                <a:solidFill>
                  <a:schemeClr val="bg1"/>
                </a:solidFill>
              </a:defRPr>
            </a:lvl3pPr>
          </a:lstStyle>
          <a:p>
            <a:pPr lvl="0"/>
            <a:r>
              <a:rPr lang="en-US" dirty="0"/>
              <a:t>Click to edit text</a:t>
            </a:r>
          </a:p>
          <a:p>
            <a:pPr lvl="1"/>
            <a:r>
              <a:rPr lang="en-US" dirty="0"/>
              <a:t>Second level</a:t>
            </a:r>
          </a:p>
          <a:p>
            <a:pPr lvl="2"/>
            <a:r>
              <a:rPr lang="en-US" dirty="0"/>
              <a:t>Third level</a:t>
            </a:r>
          </a:p>
        </p:txBody>
      </p:sp>
    </p:spTree>
    <p:extLst>
      <p:ext uri="{BB962C8B-B14F-4D97-AF65-F5344CB8AC3E}">
        <p14:creationId xmlns:p14="http://schemas.microsoft.com/office/powerpoint/2010/main" val="2494077910"/>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Quote">
    <p:bg>
      <p:bgPr>
        <a:solidFill>
          <a:schemeClr val="accent2"/>
        </a:solidFill>
        <a:effectLst/>
      </p:bgPr>
    </p:bg>
    <p:spTree>
      <p:nvGrpSpPr>
        <p:cNvPr id="1" name=""/>
        <p:cNvGrpSpPr/>
        <p:nvPr/>
      </p:nvGrpSpPr>
      <p:grpSpPr>
        <a:xfrm>
          <a:off x="0" y="0"/>
          <a:ext cx="0" cy="0"/>
          <a:chOff x="0" y="0"/>
          <a:chExt cx="0" cy="0"/>
        </a:xfrm>
      </p:grpSpPr>
      <p:sp>
        <p:nvSpPr>
          <p:cNvPr id="19" name="Freeform: Shape 18">
            <a:extLst>
              <a:ext uri="{FF2B5EF4-FFF2-40B4-BE49-F238E27FC236}">
                <a16:creationId xmlns:a16="http://schemas.microsoft.com/office/drawing/2014/main" id="{5890FC21-4DAB-4C6A-A5FF-CB043BA456AE}"/>
              </a:ext>
              <a:ext uri="{C183D7F6-B498-43B3-948B-1728B52AA6E4}">
                <adec:decorative xmlns:adec="http://schemas.microsoft.com/office/drawing/2017/decorative" val="1"/>
              </a:ext>
            </a:extLst>
          </p:cNvPr>
          <p:cNvSpPr/>
          <p:nvPr userDrawn="1"/>
        </p:nvSpPr>
        <p:spPr bwMode="ltGray">
          <a:xfrm>
            <a:off x="-100" y="4339772"/>
            <a:ext cx="2748456" cy="2518234"/>
          </a:xfrm>
          <a:custGeom>
            <a:avLst/>
            <a:gdLst>
              <a:gd name="connsiteX0" fmla="*/ 0 w 2748456"/>
              <a:gd name="connsiteY0" fmla="*/ 0 h 2518234"/>
              <a:gd name="connsiteX1" fmla="*/ 2748456 w 2748456"/>
              <a:gd name="connsiteY1" fmla="*/ 0 h 2518234"/>
              <a:gd name="connsiteX2" fmla="*/ 980699 w 2748456"/>
              <a:gd name="connsiteY2" fmla="*/ 2518234 h 2518234"/>
              <a:gd name="connsiteX3" fmla="*/ 0 w 2748456"/>
              <a:gd name="connsiteY3" fmla="*/ 2518234 h 2518234"/>
              <a:gd name="connsiteX4" fmla="*/ 0 w 2748456"/>
              <a:gd name="connsiteY4" fmla="*/ 0 h 2518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8456" h="2518234">
                <a:moveTo>
                  <a:pt x="0" y="0"/>
                </a:moveTo>
                <a:lnTo>
                  <a:pt x="2748456" y="0"/>
                </a:lnTo>
                <a:lnTo>
                  <a:pt x="980699" y="2518234"/>
                </a:lnTo>
                <a:lnTo>
                  <a:pt x="0" y="2518234"/>
                </a:lnTo>
                <a:lnTo>
                  <a:pt x="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spcAft>
                <a:spcPts val="900"/>
              </a:spcAft>
              <a:buFont typeface="Montserrat" panose="00000500000000000000" pitchFamily="2" charset="0"/>
              <a:buChar char="​"/>
            </a:pPr>
            <a:endParaRPr lang="en-US" sz="1200" err="1">
              <a:solidFill>
                <a:schemeClr val="accent2"/>
              </a:solidFill>
            </a:endParaRPr>
          </a:p>
        </p:txBody>
      </p:sp>
      <p:sp>
        <p:nvSpPr>
          <p:cNvPr id="15" name="Freeform: Shape 14">
            <a:extLst>
              <a:ext uri="{FF2B5EF4-FFF2-40B4-BE49-F238E27FC236}">
                <a16:creationId xmlns:a16="http://schemas.microsoft.com/office/drawing/2014/main" id="{5018F822-6DE0-4E3C-BABB-67D499B00657}"/>
              </a:ext>
              <a:ext uri="{C183D7F6-B498-43B3-948B-1728B52AA6E4}">
                <adec:decorative xmlns:adec="http://schemas.microsoft.com/office/drawing/2017/decorative" val="1"/>
              </a:ext>
            </a:extLst>
          </p:cNvPr>
          <p:cNvSpPr/>
          <p:nvPr userDrawn="1"/>
        </p:nvSpPr>
        <p:spPr bwMode="ltGray">
          <a:xfrm>
            <a:off x="0" y="2508217"/>
            <a:ext cx="919450" cy="2019792"/>
          </a:xfrm>
          <a:custGeom>
            <a:avLst/>
            <a:gdLst>
              <a:gd name="connsiteX0" fmla="*/ 919450 w 919450"/>
              <a:gd name="connsiteY0" fmla="*/ 0 h 2019792"/>
              <a:gd name="connsiteX1" fmla="*/ 919450 w 919450"/>
              <a:gd name="connsiteY1" fmla="*/ 2019792 h 2019792"/>
              <a:gd name="connsiteX2" fmla="*/ 0 w 919450"/>
              <a:gd name="connsiteY2" fmla="*/ 2019792 h 2019792"/>
              <a:gd name="connsiteX3" fmla="*/ 0 w 919450"/>
              <a:gd name="connsiteY3" fmla="*/ 1279479 h 2019792"/>
              <a:gd name="connsiteX4" fmla="*/ 919450 w 919450"/>
              <a:gd name="connsiteY4" fmla="*/ 0 h 2019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450" h="2019792">
                <a:moveTo>
                  <a:pt x="919450" y="0"/>
                </a:moveTo>
                <a:lnTo>
                  <a:pt x="919450" y="2019792"/>
                </a:lnTo>
                <a:lnTo>
                  <a:pt x="0" y="2019792"/>
                </a:lnTo>
                <a:lnTo>
                  <a:pt x="0" y="1279479"/>
                </a:lnTo>
                <a:lnTo>
                  <a:pt x="91945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spcAft>
                <a:spcPts val="900"/>
              </a:spcAft>
              <a:buFont typeface="Montserrat" panose="00000500000000000000" pitchFamily="2" charset="0"/>
              <a:buChar char="​"/>
            </a:pPr>
            <a:endParaRPr lang="en-US" sz="1200" err="1">
              <a:solidFill>
                <a:schemeClr val="accent2"/>
              </a:solidFill>
            </a:endParaRPr>
          </a:p>
        </p:txBody>
      </p:sp>
      <p:grpSp>
        <p:nvGrpSpPr>
          <p:cNvPr id="2" name="Group 1">
            <a:extLst>
              <a:ext uri="{FF2B5EF4-FFF2-40B4-BE49-F238E27FC236}">
                <a16:creationId xmlns:a16="http://schemas.microsoft.com/office/drawing/2014/main" id="{65DAD601-BC3C-4546-8290-DD5E7929C1FF}"/>
              </a:ext>
              <a:ext uri="{C183D7F6-B498-43B3-948B-1728B52AA6E4}">
                <adec:decorative xmlns:adec="http://schemas.microsoft.com/office/drawing/2017/decorative" val="1"/>
              </a:ext>
            </a:extLst>
          </p:cNvPr>
          <p:cNvGrpSpPr/>
          <p:nvPr userDrawn="1"/>
        </p:nvGrpSpPr>
        <p:grpSpPr>
          <a:xfrm>
            <a:off x="919550" y="2510972"/>
            <a:ext cx="1828800" cy="1828800"/>
            <a:chOff x="887800" y="2510972"/>
            <a:chExt cx="1828800" cy="1828800"/>
          </a:xfrm>
        </p:grpSpPr>
        <p:sp>
          <p:nvSpPr>
            <p:cNvPr id="10" name="Rectangle 9">
              <a:extLst>
                <a:ext uri="{FF2B5EF4-FFF2-40B4-BE49-F238E27FC236}">
                  <a16:creationId xmlns:a16="http://schemas.microsoft.com/office/drawing/2014/main" id="{43C3DDB2-8A35-4E2A-B8FA-27C45E6866A8}"/>
                </a:ext>
              </a:extLst>
            </p:cNvPr>
            <p:cNvSpPr/>
            <p:nvPr userDrawn="1"/>
          </p:nvSpPr>
          <p:spPr>
            <a:xfrm>
              <a:off x="887800" y="2510972"/>
              <a:ext cx="1828800" cy="18288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algn="l" defTabSz="914400" rtl="0" eaLnBrk="1" latinLnBrk="0" hangingPunct="1">
                <a:spcAft>
                  <a:spcPts val="900"/>
                </a:spcAft>
                <a:buFont typeface="Montserrat" panose="00000500000000000000" pitchFamily="2" charset="0"/>
                <a:buChar char="​"/>
              </a:pPr>
              <a:endParaRPr lang="en-US" sz="13800" b="1" kern="1200">
                <a:solidFill>
                  <a:schemeClr val="bg1"/>
                </a:solidFill>
                <a:latin typeface="+mn-lt"/>
                <a:ea typeface="+mn-ea"/>
                <a:cs typeface="+mn-cs"/>
              </a:endParaRPr>
            </a:p>
          </p:txBody>
        </p:sp>
        <p:sp>
          <p:nvSpPr>
            <p:cNvPr id="57" name="Freeform: Shape 56">
              <a:extLst>
                <a:ext uri="{FF2B5EF4-FFF2-40B4-BE49-F238E27FC236}">
                  <a16:creationId xmlns:a16="http://schemas.microsoft.com/office/drawing/2014/main" id="{0ADA5916-04BA-4910-889C-2D780E468467}"/>
                </a:ext>
              </a:extLst>
            </p:cNvPr>
            <p:cNvSpPr/>
            <p:nvPr userDrawn="1"/>
          </p:nvSpPr>
          <p:spPr>
            <a:xfrm>
              <a:off x="1414451" y="3074708"/>
              <a:ext cx="751866" cy="595884"/>
            </a:xfrm>
            <a:custGeom>
              <a:avLst/>
              <a:gdLst/>
              <a:ahLst/>
              <a:cxnLst/>
              <a:rect l="l" t="t" r="r" b="b"/>
              <a:pathLst>
                <a:path w="751866" h="595884">
                  <a:moveTo>
                    <a:pt x="562585" y="0"/>
                  </a:moveTo>
                  <a:lnTo>
                    <a:pt x="736093" y="0"/>
                  </a:lnTo>
                  <a:lnTo>
                    <a:pt x="658978" y="278663"/>
                  </a:lnTo>
                  <a:cubicBezTo>
                    <a:pt x="688188" y="291516"/>
                    <a:pt x="710972" y="310794"/>
                    <a:pt x="727330" y="336499"/>
                  </a:cubicBezTo>
                  <a:cubicBezTo>
                    <a:pt x="743687" y="362204"/>
                    <a:pt x="751866" y="392582"/>
                    <a:pt x="751866" y="427634"/>
                  </a:cubicBezTo>
                  <a:cubicBezTo>
                    <a:pt x="751866" y="477876"/>
                    <a:pt x="736093" y="518477"/>
                    <a:pt x="704546" y="549440"/>
                  </a:cubicBezTo>
                  <a:cubicBezTo>
                    <a:pt x="672999" y="580403"/>
                    <a:pt x="632689" y="595884"/>
                    <a:pt x="583616" y="595884"/>
                  </a:cubicBezTo>
                  <a:cubicBezTo>
                    <a:pt x="534543" y="595884"/>
                    <a:pt x="493942" y="580111"/>
                    <a:pt x="461811" y="548564"/>
                  </a:cubicBezTo>
                  <a:cubicBezTo>
                    <a:pt x="429680" y="517017"/>
                    <a:pt x="413614" y="476707"/>
                    <a:pt x="413614" y="427634"/>
                  </a:cubicBezTo>
                  <a:cubicBezTo>
                    <a:pt x="413614" y="404266"/>
                    <a:pt x="416535" y="380898"/>
                    <a:pt x="422377" y="357530"/>
                  </a:cubicBezTo>
                  <a:cubicBezTo>
                    <a:pt x="428219" y="334162"/>
                    <a:pt x="441071" y="299110"/>
                    <a:pt x="460934" y="252374"/>
                  </a:cubicBezTo>
                  <a:close/>
                  <a:moveTo>
                    <a:pt x="148971" y="0"/>
                  </a:moveTo>
                  <a:lnTo>
                    <a:pt x="322479" y="0"/>
                  </a:lnTo>
                  <a:lnTo>
                    <a:pt x="245364" y="278663"/>
                  </a:lnTo>
                  <a:cubicBezTo>
                    <a:pt x="274574" y="291516"/>
                    <a:pt x="297358" y="310794"/>
                    <a:pt x="313716" y="336499"/>
                  </a:cubicBezTo>
                  <a:cubicBezTo>
                    <a:pt x="330073" y="362204"/>
                    <a:pt x="338252" y="392582"/>
                    <a:pt x="338252" y="427634"/>
                  </a:cubicBezTo>
                  <a:cubicBezTo>
                    <a:pt x="338252" y="477876"/>
                    <a:pt x="322479" y="518477"/>
                    <a:pt x="290932" y="549440"/>
                  </a:cubicBezTo>
                  <a:cubicBezTo>
                    <a:pt x="259385" y="580403"/>
                    <a:pt x="219076" y="595884"/>
                    <a:pt x="170003" y="595884"/>
                  </a:cubicBezTo>
                  <a:cubicBezTo>
                    <a:pt x="120930" y="595884"/>
                    <a:pt x="80328" y="580111"/>
                    <a:pt x="48197" y="548564"/>
                  </a:cubicBezTo>
                  <a:cubicBezTo>
                    <a:pt x="16066" y="517017"/>
                    <a:pt x="0" y="476707"/>
                    <a:pt x="0" y="427634"/>
                  </a:cubicBezTo>
                  <a:cubicBezTo>
                    <a:pt x="0" y="404266"/>
                    <a:pt x="2921" y="380898"/>
                    <a:pt x="8763" y="357530"/>
                  </a:cubicBezTo>
                  <a:cubicBezTo>
                    <a:pt x="14605" y="334162"/>
                    <a:pt x="27458" y="299110"/>
                    <a:pt x="47321" y="252374"/>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grpSp>
      <p:sp>
        <p:nvSpPr>
          <p:cNvPr id="14" name="Text Placeholder 13">
            <a:extLst>
              <a:ext uri="{FF2B5EF4-FFF2-40B4-BE49-F238E27FC236}">
                <a16:creationId xmlns:a16="http://schemas.microsoft.com/office/drawing/2014/main" id="{D2A87D98-D457-45CE-A256-B30C370CFC77}"/>
              </a:ext>
            </a:extLst>
          </p:cNvPr>
          <p:cNvSpPr>
            <a:spLocks noGrp="1"/>
          </p:cNvSpPr>
          <p:nvPr userDrawn="1">
            <p:ph type="body" sz="quarter" idx="14" hasCustomPrompt="1"/>
          </p:nvPr>
        </p:nvSpPr>
        <p:spPr>
          <a:xfrm>
            <a:off x="3621024" y="1520263"/>
            <a:ext cx="7644384" cy="2926080"/>
          </a:xfrm>
        </p:spPr>
        <p:txBody>
          <a:bodyPr anchor="b"/>
          <a:lstStyle>
            <a:lvl1pPr marL="0" indent="0">
              <a:lnSpc>
                <a:spcPct val="100000"/>
              </a:lnSpc>
              <a:buSzPct val="110000"/>
              <a:buFont typeface="Montserrat" panose="00000500000000000000" pitchFamily="2" charset="0"/>
              <a:buNone/>
              <a:defRPr sz="3200" b="1">
                <a:solidFill>
                  <a:schemeClr val="bg1"/>
                </a:solidFill>
                <a:latin typeface="+mj-lt"/>
              </a:defRPr>
            </a:lvl1pPr>
          </a:lstStyle>
          <a:p>
            <a:pPr lvl="0"/>
            <a:r>
              <a:rPr lang="en-US" dirty="0"/>
              <a:t>Click to insert quote</a:t>
            </a:r>
          </a:p>
        </p:txBody>
      </p:sp>
      <p:sp>
        <p:nvSpPr>
          <p:cNvPr id="18" name="Text Placeholder 17">
            <a:extLst>
              <a:ext uri="{FF2B5EF4-FFF2-40B4-BE49-F238E27FC236}">
                <a16:creationId xmlns:a16="http://schemas.microsoft.com/office/drawing/2014/main" id="{08B6156B-0C00-495C-87C3-E8E326761A07}"/>
              </a:ext>
            </a:extLst>
          </p:cNvPr>
          <p:cNvSpPr>
            <a:spLocks noGrp="1"/>
          </p:cNvSpPr>
          <p:nvPr userDrawn="1">
            <p:ph type="body" sz="quarter" idx="15" hasCustomPrompt="1"/>
          </p:nvPr>
        </p:nvSpPr>
        <p:spPr>
          <a:xfrm>
            <a:off x="3621024" y="4621341"/>
            <a:ext cx="5852160" cy="914400"/>
          </a:xfrm>
        </p:spPr>
        <p:txBody>
          <a:bodyPr/>
          <a:lstStyle>
            <a:lvl1pPr>
              <a:spcAft>
                <a:spcPts val="600"/>
              </a:spcAft>
              <a:defRPr sz="1400" b="1">
                <a:solidFill>
                  <a:schemeClr val="accent4"/>
                </a:solidFill>
                <a:latin typeface="+mj-lt"/>
                <a:ea typeface="Montserrat" panose="00000500000000000000" pitchFamily="2" charset="0"/>
              </a:defRPr>
            </a:lvl1pPr>
            <a:lvl2pPr marL="0" indent="0">
              <a:lnSpc>
                <a:spcPct val="80000"/>
              </a:lnSpc>
              <a:spcAft>
                <a:spcPts val="300"/>
              </a:spcAft>
              <a:buFont typeface="Montserrat" panose="00000500000000000000" pitchFamily="2" charset="0"/>
              <a:buChar char="​"/>
              <a:defRPr sz="1400">
                <a:solidFill>
                  <a:schemeClr val="accent4"/>
                </a:solidFill>
                <a:latin typeface="+mj-lt"/>
                <a:ea typeface="Montserrat" panose="00000500000000000000" pitchFamily="2" charset="0"/>
              </a:defRPr>
            </a:lvl2pPr>
            <a:lvl3pPr marL="0" indent="0">
              <a:buNone/>
              <a:defRPr>
                <a:solidFill>
                  <a:schemeClr val="accent4"/>
                </a:solidFill>
                <a:latin typeface="+mj-lt"/>
                <a:ea typeface="Montserrat" panose="00000500000000000000" pitchFamily="2" charset="0"/>
              </a:defRPr>
            </a:lvl3pPr>
          </a:lstStyle>
          <a:p>
            <a:r>
              <a:rPr lang="en-US" dirty="0"/>
              <a:t>Click to edit text</a:t>
            </a:r>
          </a:p>
          <a:p>
            <a:pPr lvl="1"/>
            <a:r>
              <a:rPr lang="en-US" dirty="0"/>
              <a:t>Second level</a:t>
            </a:r>
          </a:p>
          <a:p>
            <a:pPr lvl="2"/>
            <a:r>
              <a:rPr lang="en-US" dirty="0"/>
              <a:t>Third level</a:t>
            </a:r>
          </a:p>
        </p:txBody>
      </p:sp>
      <p:sp>
        <p:nvSpPr>
          <p:cNvPr id="60" name="Footer Placeholder 3">
            <a:extLst>
              <a:ext uri="{FF2B5EF4-FFF2-40B4-BE49-F238E27FC236}">
                <a16:creationId xmlns:a16="http://schemas.microsoft.com/office/drawing/2014/main" id="{E4D85C9F-97AF-4A7B-9305-A0AC8D74B4DC}"/>
              </a:ext>
            </a:extLst>
          </p:cNvPr>
          <p:cNvSpPr>
            <a:spLocks noGrp="1"/>
          </p:cNvSpPr>
          <p:nvPr>
            <p:ph type="ftr" sz="quarter" idx="17"/>
          </p:nvPr>
        </p:nvSpPr>
        <p:spPr>
          <a:xfrm>
            <a:off x="923544" y="6327648"/>
            <a:ext cx="6757416" cy="109728"/>
          </a:xfrm>
        </p:spPr>
        <p:txBody>
          <a:bodyPr/>
          <a:lstStyle>
            <a:lvl1pPr>
              <a:defRPr>
                <a:solidFill>
                  <a:schemeClr val="bg1"/>
                </a:solidFill>
              </a:defRPr>
            </a:lvl1pPr>
          </a:lstStyle>
          <a:p>
            <a:endParaRPr lang="en-US"/>
          </a:p>
        </p:txBody>
      </p:sp>
      <p:sp>
        <p:nvSpPr>
          <p:cNvPr id="61" name="TextBox 60">
            <a:extLst>
              <a:ext uri="{FF2B5EF4-FFF2-40B4-BE49-F238E27FC236}">
                <a16:creationId xmlns:a16="http://schemas.microsoft.com/office/drawing/2014/main" id="{4A8F60E0-E2A0-4387-80F9-A955791CA34B}"/>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solidFill>
              </a:rPr>
              <a:pPr lvl="0" algn="r"/>
              <a:t>‹#›</a:t>
            </a:fld>
            <a:endParaRPr lang="en-US">
              <a:solidFill>
                <a:schemeClr val="bg1"/>
              </a:solidFill>
            </a:endParaRPr>
          </a:p>
        </p:txBody>
      </p:sp>
      <p:sp>
        <p:nvSpPr>
          <p:cNvPr id="3" name="Title 2">
            <a:extLst>
              <a:ext uri="{FF2B5EF4-FFF2-40B4-BE49-F238E27FC236}">
                <a16:creationId xmlns:a16="http://schemas.microsoft.com/office/drawing/2014/main" id="{13067EF0-17DE-879E-DD30-BE45A94DF0E0}"/>
              </a:ext>
            </a:extLst>
          </p:cNvPr>
          <p:cNvSpPr>
            <a:spLocks noGrp="1"/>
          </p:cNvSpPr>
          <p:nvPr>
            <p:ph type="title" hasCustomPrompt="1"/>
          </p:nvPr>
        </p:nvSpPr>
        <p:spPr/>
        <p:txBody>
          <a:bodyPr/>
          <a:lstStyle>
            <a:lvl1pPr>
              <a:defRPr/>
            </a:lvl1pPr>
          </a:lstStyle>
          <a:p>
            <a:r>
              <a:rPr lang="en-US" dirty="0"/>
              <a:t>Click to edit title</a:t>
            </a:r>
          </a:p>
        </p:txBody>
      </p:sp>
    </p:spTree>
    <p:extLst>
      <p:ext uri="{BB962C8B-B14F-4D97-AF65-F5344CB8AC3E}">
        <p14:creationId xmlns:p14="http://schemas.microsoft.com/office/powerpoint/2010/main" val="63822143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Quote+">
    <p:bg>
      <p:bgPr>
        <a:solidFill>
          <a:schemeClr val="accent2"/>
        </a:solidFill>
        <a:effectLst/>
      </p:bgPr>
    </p:bg>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0EF5F3EF-42DA-73A0-C91F-6A794AF7C136}"/>
              </a:ext>
            </a:extLst>
          </p:cNvPr>
          <p:cNvSpPr>
            <a:spLocks noGrp="1"/>
          </p:cNvSpPr>
          <p:nvPr>
            <p:ph type="title" hasCustomPrompt="1"/>
          </p:nvPr>
        </p:nvSpPr>
        <p:spPr>
          <a:xfrm>
            <a:off x="8105775" y="1511166"/>
            <a:ext cx="3165033" cy="786335"/>
          </a:xfrm>
        </p:spPr>
        <p:txBody>
          <a:bodyPr anchor="b"/>
          <a:lstStyle>
            <a:lvl1pPr>
              <a:defRPr>
                <a:solidFill>
                  <a:schemeClr val="bg1"/>
                </a:solidFill>
              </a:defRPr>
            </a:lvl1pPr>
          </a:lstStyle>
          <a:p>
            <a:r>
              <a:rPr lang="en-US" dirty="0"/>
              <a:t>Click to edit Title</a:t>
            </a:r>
          </a:p>
        </p:txBody>
      </p:sp>
      <p:sp>
        <p:nvSpPr>
          <p:cNvPr id="14" name="Text Placeholder 13">
            <a:extLst>
              <a:ext uri="{FF2B5EF4-FFF2-40B4-BE49-F238E27FC236}">
                <a16:creationId xmlns:a16="http://schemas.microsoft.com/office/drawing/2014/main" id="{D2A87D98-D457-45CE-A256-B30C370CFC77}"/>
              </a:ext>
            </a:extLst>
          </p:cNvPr>
          <p:cNvSpPr>
            <a:spLocks noGrp="1"/>
          </p:cNvSpPr>
          <p:nvPr userDrawn="1">
            <p:ph type="body" sz="quarter" idx="14" hasCustomPrompt="1"/>
          </p:nvPr>
        </p:nvSpPr>
        <p:spPr>
          <a:xfrm>
            <a:off x="2245534" y="2520911"/>
            <a:ext cx="4987370" cy="3194088"/>
          </a:xfrm>
        </p:spPr>
        <p:txBody>
          <a:bodyPr anchor="t"/>
          <a:lstStyle>
            <a:lvl1pPr marL="0" indent="0">
              <a:lnSpc>
                <a:spcPct val="90000"/>
              </a:lnSpc>
              <a:spcBef>
                <a:spcPts val="0"/>
              </a:spcBef>
              <a:spcAft>
                <a:spcPts val="1600"/>
              </a:spcAft>
              <a:buSzPct val="110000"/>
              <a:buFont typeface="Montserrat" panose="00000500000000000000" pitchFamily="2" charset="0"/>
              <a:buChar char="​"/>
              <a:defRPr sz="2400" b="1">
                <a:solidFill>
                  <a:schemeClr val="bg1"/>
                </a:solidFill>
                <a:latin typeface="+mj-lt"/>
              </a:defRPr>
            </a:lvl1pPr>
            <a:lvl2pPr marL="0" indent="0">
              <a:spcBef>
                <a:spcPts val="200"/>
              </a:spcBef>
              <a:spcAft>
                <a:spcPts val="0"/>
              </a:spcAft>
              <a:buFont typeface="Montserrat" panose="00000500000000000000" pitchFamily="2" charset="0"/>
              <a:buNone/>
              <a:defRPr sz="1200" b="1">
                <a:solidFill>
                  <a:schemeClr val="accent4"/>
                </a:solidFill>
                <a:latin typeface="+mj-lt"/>
                <a:ea typeface="Montserrat" panose="00000500000000000000" pitchFamily="2" charset="0"/>
              </a:defRPr>
            </a:lvl2pPr>
          </a:lstStyle>
          <a:p>
            <a:pPr lvl="0"/>
            <a:r>
              <a:rPr lang="en-US" dirty="0"/>
              <a:t>Click to insert quote</a:t>
            </a:r>
          </a:p>
          <a:p>
            <a:pPr lvl="1"/>
            <a:r>
              <a:rPr lang="en-US" dirty="0"/>
              <a:t>Source</a:t>
            </a:r>
          </a:p>
        </p:txBody>
      </p:sp>
      <p:sp>
        <p:nvSpPr>
          <p:cNvPr id="15" name="Text Placeholder 8">
            <a:extLst>
              <a:ext uri="{FF2B5EF4-FFF2-40B4-BE49-F238E27FC236}">
                <a16:creationId xmlns:a16="http://schemas.microsoft.com/office/drawing/2014/main" id="{D695C95D-A9A5-413C-99E9-5FD7DA1D1149}"/>
              </a:ext>
            </a:extLst>
          </p:cNvPr>
          <p:cNvSpPr>
            <a:spLocks noGrp="1"/>
          </p:cNvSpPr>
          <p:nvPr>
            <p:ph type="body" sz="quarter" idx="20" hasCustomPrompt="1"/>
          </p:nvPr>
        </p:nvSpPr>
        <p:spPr>
          <a:xfrm>
            <a:off x="8105775" y="2516982"/>
            <a:ext cx="3165033" cy="3198018"/>
          </a:xfrm>
        </p:spPr>
        <p:txBody>
          <a:bodyPr anchor="t"/>
          <a:lstStyle>
            <a:lvl1pPr>
              <a:defRPr>
                <a:solidFill>
                  <a:schemeClr val="bg1"/>
                </a:solidFill>
              </a:defRPr>
            </a:lvl1pPr>
            <a:lvl2pPr>
              <a:defRPr>
                <a:solidFill>
                  <a:schemeClr val="bg1"/>
                </a:solidFill>
              </a:defRPr>
            </a:lvl2pPr>
            <a:lvl3pPr>
              <a:defRPr>
                <a:solidFill>
                  <a:schemeClr val="bg1"/>
                </a:solidFill>
              </a:defRPr>
            </a:lvl3pPr>
            <a:lvl4pPr>
              <a:defRPr>
                <a:solidFill>
                  <a:schemeClr val="accent6"/>
                </a:solidFill>
              </a:defRPr>
            </a:lvl4pPr>
            <a:lvl5pPr>
              <a:defRPr>
                <a:solidFill>
                  <a:schemeClr val="bg1"/>
                </a:solidFill>
              </a:defRPr>
            </a:lvl5pPr>
            <a:lvl6pPr>
              <a:defRPr>
                <a:solidFill>
                  <a:schemeClr val="bg1"/>
                </a:solidFill>
              </a:defRPr>
            </a:lvl6pPr>
            <a:lvl7pPr>
              <a:defRPr>
                <a:solidFill>
                  <a:schemeClr val="accent6"/>
                </a:solidFill>
              </a:defRPr>
            </a:lvl7pPr>
            <a:lvl8pPr>
              <a:defRPr>
                <a:solidFill>
                  <a:schemeClr val="accent6"/>
                </a:solidFill>
              </a:defRPr>
            </a:lvl8pPr>
            <a:lvl9pPr>
              <a:defRPr>
                <a:solidFill>
                  <a:schemeClr val="bg1"/>
                </a:solidFill>
                <a:latin typeface="+mj-lt"/>
              </a:defRPr>
            </a:lvl9pPr>
          </a:lstStyle>
          <a:p>
            <a:pPr lvl="0"/>
            <a:r>
              <a:rPr lang="en-US" dirty="0"/>
              <a:t>Click to edit text</a:t>
            </a:r>
          </a:p>
          <a:p>
            <a:pPr lvl="1"/>
            <a:r>
              <a:rPr lang="en-US" dirty="0"/>
              <a:t>Level two</a:t>
            </a:r>
          </a:p>
          <a:p>
            <a:pPr lvl="2"/>
            <a:r>
              <a:rPr lang="en-US" dirty="0"/>
              <a:t>Level three</a:t>
            </a:r>
          </a:p>
          <a:p>
            <a:pPr lvl="3"/>
            <a:r>
              <a:rPr lang="en-US" dirty="0"/>
              <a:t>Level four</a:t>
            </a:r>
          </a:p>
          <a:p>
            <a:pPr lvl="4"/>
            <a:r>
              <a:rPr lang="en-US" dirty="0"/>
              <a:t>Level five</a:t>
            </a:r>
          </a:p>
          <a:p>
            <a:pPr lvl="5"/>
            <a:r>
              <a:rPr lang="en-US" dirty="0"/>
              <a:t>Six</a:t>
            </a:r>
          </a:p>
          <a:p>
            <a:pPr lvl="6"/>
            <a:r>
              <a:rPr lang="en-US" dirty="0"/>
              <a:t>Seven</a:t>
            </a:r>
          </a:p>
          <a:p>
            <a:pPr lvl="7"/>
            <a:r>
              <a:rPr lang="en-US" dirty="0"/>
              <a:t>Eight</a:t>
            </a:r>
          </a:p>
          <a:p>
            <a:pPr lvl="8"/>
            <a:r>
              <a:rPr lang="en-US" dirty="0"/>
              <a:t>Nine</a:t>
            </a:r>
          </a:p>
        </p:txBody>
      </p:sp>
      <p:sp>
        <p:nvSpPr>
          <p:cNvPr id="60" name="Footer Placeholder 3">
            <a:extLst>
              <a:ext uri="{FF2B5EF4-FFF2-40B4-BE49-F238E27FC236}">
                <a16:creationId xmlns:a16="http://schemas.microsoft.com/office/drawing/2014/main" id="{E4D85C9F-97AF-4A7B-9305-A0AC8D74B4DC}"/>
              </a:ext>
            </a:extLst>
          </p:cNvPr>
          <p:cNvSpPr>
            <a:spLocks noGrp="1"/>
          </p:cNvSpPr>
          <p:nvPr>
            <p:ph type="ftr" sz="quarter" idx="17"/>
          </p:nvPr>
        </p:nvSpPr>
        <p:spPr>
          <a:xfrm>
            <a:off x="923544" y="6327648"/>
            <a:ext cx="6757416" cy="109728"/>
          </a:xfrm>
        </p:spPr>
        <p:txBody>
          <a:bodyPr/>
          <a:lstStyle>
            <a:lvl1pPr>
              <a:defRPr>
                <a:solidFill>
                  <a:schemeClr val="bg1"/>
                </a:solidFill>
              </a:defRPr>
            </a:lvl1pPr>
          </a:lstStyle>
          <a:p>
            <a:endParaRPr lang="en-US"/>
          </a:p>
        </p:txBody>
      </p:sp>
      <p:sp>
        <p:nvSpPr>
          <p:cNvPr id="61" name="TextBox 60">
            <a:extLst>
              <a:ext uri="{FF2B5EF4-FFF2-40B4-BE49-F238E27FC236}">
                <a16:creationId xmlns:a16="http://schemas.microsoft.com/office/drawing/2014/main" id="{4A8F60E0-E2A0-4387-80F9-A955791CA34B}"/>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solidFill>
              </a:rPr>
              <a:pPr lvl="0" algn="r"/>
              <a:t>‹#›</a:t>
            </a:fld>
            <a:endParaRPr lang="en-US">
              <a:solidFill>
                <a:schemeClr val="bg1"/>
              </a:solidFill>
            </a:endParaRPr>
          </a:p>
        </p:txBody>
      </p:sp>
      <p:sp>
        <p:nvSpPr>
          <p:cNvPr id="19" name="Freeform 18">
            <a:extLst>
              <a:ext uri="{FF2B5EF4-FFF2-40B4-BE49-F238E27FC236}">
                <a16:creationId xmlns:a16="http://schemas.microsoft.com/office/drawing/2014/main" id="{87B423DB-78F7-2451-3CF3-A17AF2EF11C1}"/>
              </a:ext>
              <a:ext uri="{C183D7F6-B498-43B3-948B-1728B52AA6E4}">
                <adec:decorative xmlns:adec="http://schemas.microsoft.com/office/drawing/2017/decorative" val="1"/>
              </a:ext>
            </a:extLst>
          </p:cNvPr>
          <p:cNvSpPr/>
          <p:nvPr userDrawn="1"/>
        </p:nvSpPr>
        <p:spPr bwMode="ltGray">
          <a:xfrm>
            <a:off x="1" y="3577320"/>
            <a:ext cx="1941961" cy="2766394"/>
          </a:xfrm>
          <a:custGeom>
            <a:avLst/>
            <a:gdLst>
              <a:gd name="connsiteX0" fmla="*/ 185850 w 1941961"/>
              <a:gd name="connsiteY0" fmla="*/ 0 h 2766394"/>
              <a:gd name="connsiteX1" fmla="*/ 1941961 w 1941961"/>
              <a:gd name="connsiteY1" fmla="*/ 0 h 2766394"/>
              <a:gd name="connsiteX2" fmla="*/ 0 w 1941961"/>
              <a:gd name="connsiteY2" fmla="*/ 2766394 h 2766394"/>
              <a:gd name="connsiteX3" fmla="*/ 0 w 1941961"/>
              <a:gd name="connsiteY3" fmla="*/ 258623 h 2766394"/>
            </a:gdLst>
            <a:ahLst/>
            <a:cxnLst>
              <a:cxn ang="0">
                <a:pos x="connsiteX0" y="connsiteY0"/>
              </a:cxn>
              <a:cxn ang="0">
                <a:pos x="connsiteX1" y="connsiteY1"/>
              </a:cxn>
              <a:cxn ang="0">
                <a:pos x="connsiteX2" y="connsiteY2"/>
              </a:cxn>
              <a:cxn ang="0">
                <a:pos x="connsiteX3" y="connsiteY3"/>
              </a:cxn>
            </a:cxnLst>
            <a:rect l="l" t="t" r="r" b="b"/>
            <a:pathLst>
              <a:path w="1941961" h="2766394">
                <a:moveTo>
                  <a:pt x="185850" y="0"/>
                </a:moveTo>
                <a:lnTo>
                  <a:pt x="1941961" y="0"/>
                </a:lnTo>
                <a:lnTo>
                  <a:pt x="0" y="2766394"/>
                </a:lnTo>
                <a:lnTo>
                  <a:pt x="0" y="258623"/>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spcAft>
                <a:spcPts val="900"/>
              </a:spcAft>
              <a:buFont typeface="Montserrat" panose="00000500000000000000" pitchFamily="2" charset="0"/>
              <a:buChar char="​"/>
            </a:pPr>
            <a:endParaRPr lang="en-US" sz="1200" err="1">
              <a:solidFill>
                <a:schemeClr val="accent2"/>
              </a:solidFill>
            </a:endParaRPr>
          </a:p>
        </p:txBody>
      </p:sp>
      <p:sp>
        <p:nvSpPr>
          <p:cNvPr id="13" name="Freeform: Shape 14">
            <a:extLst>
              <a:ext uri="{FF2B5EF4-FFF2-40B4-BE49-F238E27FC236}">
                <a16:creationId xmlns:a16="http://schemas.microsoft.com/office/drawing/2014/main" id="{060A1A52-01CA-C89D-3FED-EF6D6F2CA4C1}"/>
              </a:ext>
              <a:ext uri="{C183D7F6-B498-43B3-948B-1728B52AA6E4}">
                <adec:decorative xmlns:adec="http://schemas.microsoft.com/office/drawing/2017/decorative" val="1"/>
              </a:ext>
            </a:extLst>
          </p:cNvPr>
          <p:cNvSpPr/>
          <p:nvPr userDrawn="1"/>
        </p:nvSpPr>
        <p:spPr bwMode="ltGray">
          <a:xfrm>
            <a:off x="545" y="2525880"/>
            <a:ext cx="887254" cy="1949066"/>
          </a:xfrm>
          <a:custGeom>
            <a:avLst/>
            <a:gdLst>
              <a:gd name="connsiteX0" fmla="*/ 919450 w 919450"/>
              <a:gd name="connsiteY0" fmla="*/ 0 h 2019792"/>
              <a:gd name="connsiteX1" fmla="*/ 919450 w 919450"/>
              <a:gd name="connsiteY1" fmla="*/ 2019792 h 2019792"/>
              <a:gd name="connsiteX2" fmla="*/ 0 w 919450"/>
              <a:gd name="connsiteY2" fmla="*/ 2019792 h 2019792"/>
              <a:gd name="connsiteX3" fmla="*/ 0 w 919450"/>
              <a:gd name="connsiteY3" fmla="*/ 1279479 h 2019792"/>
              <a:gd name="connsiteX4" fmla="*/ 919450 w 919450"/>
              <a:gd name="connsiteY4" fmla="*/ 0 h 2019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450" h="2019792">
                <a:moveTo>
                  <a:pt x="919450" y="0"/>
                </a:moveTo>
                <a:lnTo>
                  <a:pt x="919450" y="2019792"/>
                </a:lnTo>
                <a:lnTo>
                  <a:pt x="0" y="2019792"/>
                </a:lnTo>
                <a:lnTo>
                  <a:pt x="0" y="1279479"/>
                </a:lnTo>
                <a:lnTo>
                  <a:pt x="91945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spcAft>
                <a:spcPts val="900"/>
              </a:spcAft>
              <a:buFont typeface="Montserrat" panose="00000500000000000000" pitchFamily="2" charset="0"/>
              <a:buChar char="​"/>
            </a:pPr>
            <a:endParaRPr lang="en-US" sz="1200" err="1">
              <a:solidFill>
                <a:schemeClr val="accent2"/>
              </a:solidFill>
            </a:endParaRPr>
          </a:p>
        </p:txBody>
      </p:sp>
      <p:sp>
        <p:nvSpPr>
          <p:cNvPr id="10" name="Rectangle 9">
            <a:extLst>
              <a:ext uri="{FF2B5EF4-FFF2-40B4-BE49-F238E27FC236}">
                <a16:creationId xmlns:a16="http://schemas.microsoft.com/office/drawing/2014/main" id="{43C3DDB2-8A35-4E2A-B8FA-27C45E6866A8}"/>
              </a:ext>
              <a:ext uri="{C183D7F6-B498-43B3-948B-1728B52AA6E4}">
                <adec:decorative xmlns:adec="http://schemas.microsoft.com/office/drawing/2017/decorative" val="1"/>
              </a:ext>
            </a:extLst>
          </p:cNvPr>
          <p:cNvSpPr/>
          <p:nvPr userDrawn="1"/>
        </p:nvSpPr>
        <p:spPr>
          <a:xfrm>
            <a:off x="887800" y="2525880"/>
            <a:ext cx="1054161" cy="105416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algn="l" defTabSz="914400" rtl="0" eaLnBrk="1" latinLnBrk="0" hangingPunct="1">
              <a:spcAft>
                <a:spcPts val="900"/>
              </a:spcAft>
              <a:buFont typeface="Montserrat" panose="00000500000000000000" pitchFamily="2" charset="0"/>
              <a:buChar char="​"/>
            </a:pPr>
            <a:endParaRPr lang="en-US" sz="13800" b="1" kern="1200">
              <a:solidFill>
                <a:schemeClr val="bg1"/>
              </a:solidFill>
              <a:latin typeface="+mn-lt"/>
              <a:ea typeface="+mn-ea"/>
              <a:cs typeface="+mn-cs"/>
            </a:endParaRPr>
          </a:p>
        </p:txBody>
      </p:sp>
      <p:sp>
        <p:nvSpPr>
          <p:cNvPr id="57" name="Freeform: Shape 56">
            <a:extLst>
              <a:ext uri="{FF2B5EF4-FFF2-40B4-BE49-F238E27FC236}">
                <a16:creationId xmlns:a16="http://schemas.microsoft.com/office/drawing/2014/main" id="{0ADA5916-04BA-4910-889C-2D780E468467}"/>
              </a:ext>
              <a:ext uri="{C183D7F6-B498-43B3-948B-1728B52AA6E4}">
                <adec:decorative xmlns:adec="http://schemas.microsoft.com/office/drawing/2017/decorative" val="1"/>
              </a:ext>
            </a:extLst>
          </p:cNvPr>
          <p:cNvSpPr/>
          <p:nvPr userDrawn="1"/>
        </p:nvSpPr>
        <p:spPr>
          <a:xfrm>
            <a:off x="1191373" y="2850830"/>
            <a:ext cx="433392" cy="343481"/>
          </a:xfrm>
          <a:custGeom>
            <a:avLst/>
            <a:gdLst/>
            <a:ahLst/>
            <a:cxnLst/>
            <a:rect l="l" t="t" r="r" b="b"/>
            <a:pathLst>
              <a:path w="751866" h="595884">
                <a:moveTo>
                  <a:pt x="562585" y="0"/>
                </a:moveTo>
                <a:lnTo>
                  <a:pt x="736093" y="0"/>
                </a:lnTo>
                <a:lnTo>
                  <a:pt x="658978" y="278663"/>
                </a:lnTo>
                <a:cubicBezTo>
                  <a:pt x="688188" y="291516"/>
                  <a:pt x="710972" y="310794"/>
                  <a:pt x="727330" y="336499"/>
                </a:cubicBezTo>
                <a:cubicBezTo>
                  <a:pt x="743687" y="362204"/>
                  <a:pt x="751866" y="392582"/>
                  <a:pt x="751866" y="427634"/>
                </a:cubicBezTo>
                <a:cubicBezTo>
                  <a:pt x="751866" y="477876"/>
                  <a:pt x="736093" y="518477"/>
                  <a:pt x="704546" y="549440"/>
                </a:cubicBezTo>
                <a:cubicBezTo>
                  <a:pt x="672999" y="580403"/>
                  <a:pt x="632689" y="595884"/>
                  <a:pt x="583616" y="595884"/>
                </a:cubicBezTo>
                <a:cubicBezTo>
                  <a:pt x="534543" y="595884"/>
                  <a:pt x="493942" y="580111"/>
                  <a:pt x="461811" y="548564"/>
                </a:cubicBezTo>
                <a:cubicBezTo>
                  <a:pt x="429680" y="517017"/>
                  <a:pt x="413614" y="476707"/>
                  <a:pt x="413614" y="427634"/>
                </a:cubicBezTo>
                <a:cubicBezTo>
                  <a:pt x="413614" y="404266"/>
                  <a:pt x="416535" y="380898"/>
                  <a:pt x="422377" y="357530"/>
                </a:cubicBezTo>
                <a:cubicBezTo>
                  <a:pt x="428219" y="334162"/>
                  <a:pt x="441071" y="299110"/>
                  <a:pt x="460934" y="252374"/>
                </a:cubicBezTo>
                <a:close/>
                <a:moveTo>
                  <a:pt x="148971" y="0"/>
                </a:moveTo>
                <a:lnTo>
                  <a:pt x="322479" y="0"/>
                </a:lnTo>
                <a:lnTo>
                  <a:pt x="245364" y="278663"/>
                </a:lnTo>
                <a:cubicBezTo>
                  <a:pt x="274574" y="291516"/>
                  <a:pt x="297358" y="310794"/>
                  <a:pt x="313716" y="336499"/>
                </a:cubicBezTo>
                <a:cubicBezTo>
                  <a:pt x="330073" y="362204"/>
                  <a:pt x="338252" y="392582"/>
                  <a:pt x="338252" y="427634"/>
                </a:cubicBezTo>
                <a:cubicBezTo>
                  <a:pt x="338252" y="477876"/>
                  <a:pt x="322479" y="518477"/>
                  <a:pt x="290932" y="549440"/>
                </a:cubicBezTo>
                <a:cubicBezTo>
                  <a:pt x="259385" y="580403"/>
                  <a:pt x="219076" y="595884"/>
                  <a:pt x="170003" y="595884"/>
                </a:cubicBezTo>
                <a:cubicBezTo>
                  <a:pt x="120930" y="595884"/>
                  <a:pt x="80328" y="580111"/>
                  <a:pt x="48197" y="548564"/>
                </a:cubicBezTo>
                <a:cubicBezTo>
                  <a:pt x="16066" y="517017"/>
                  <a:pt x="0" y="476707"/>
                  <a:pt x="0" y="427634"/>
                </a:cubicBezTo>
                <a:cubicBezTo>
                  <a:pt x="0" y="404266"/>
                  <a:pt x="2921" y="380898"/>
                  <a:pt x="8763" y="357530"/>
                </a:cubicBezTo>
                <a:cubicBezTo>
                  <a:pt x="14605" y="334162"/>
                  <a:pt x="27458" y="299110"/>
                  <a:pt x="47321" y="252374"/>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spTree>
    <p:extLst>
      <p:ext uri="{BB962C8B-B14F-4D97-AF65-F5344CB8AC3E}">
        <p14:creationId xmlns:p14="http://schemas.microsoft.com/office/powerpoint/2010/main" val="3437809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TOC">
    <p:bg>
      <p:bgPr>
        <a:solidFill>
          <a:schemeClr val="bg1">
            <a:lumMod val="95000"/>
          </a:schemeClr>
        </a:solidFill>
        <a:effectLst/>
      </p:bgPr>
    </p:bg>
    <p:spTree>
      <p:nvGrpSpPr>
        <p:cNvPr id="1" name=""/>
        <p:cNvGrpSpPr/>
        <p:nvPr/>
      </p:nvGrpSpPr>
      <p:grpSpPr>
        <a:xfrm>
          <a:off x="0" y="0"/>
          <a:ext cx="0" cy="0"/>
          <a:chOff x="0" y="0"/>
          <a:chExt cx="0" cy="0"/>
        </a:xfrm>
      </p:grpSpPr>
      <p:sp>
        <p:nvSpPr>
          <p:cNvPr id="69" name="Subtitle 2">
            <a:extLst>
              <a:ext uri="{FF2B5EF4-FFF2-40B4-BE49-F238E27FC236}">
                <a16:creationId xmlns:a16="http://schemas.microsoft.com/office/drawing/2014/main" id="{37D7C032-99DC-42CF-B6D3-2AB7FEA84747}"/>
              </a:ext>
            </a:extLst>
          </p:cNvPr>
          <p:cNvSpPr>
            <a:spLocks noGrp="1"/>
          </p:cNvSpPr>
          <p:nvPr>
            <p:ph type="subTitle" idx="64" hasCustomPrompt="1"/>
          </p:nvPr>
        </p:nvSpPr>
        <p:spPr>
          <a:xfrm>
            <a:off x="923544" y="850354"/>
            <a:ext cx="6309360" cy="238207"/>
          </a:xfrm>
        </p:spPr>
        <p:txBody>
          <a:bodyPr wrap="none">
            <a:noAutofit/>
          </a:bodyPr>
          <a:lstStyle>
            <a:lvl1pPr marL="0" indent="0" algn="l">
              <a:buNone/>
              <a:defRPr sz="1400">
                <a:solidFill>
                  <a:schemeClr val="accent2"/>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text</a:t>
            </a:r>
          </a:p>
        </p:txBody>
      </p:sp>
      <p:sp>
        <p:nvSpPr>
          <p:cNvPr id="2" name="Title 1">
            <a:extLst>
              <a:ext uri="{FF2B5EF4-FFF2-40B4-BE49-F238E27FC236}">
                <a16:creationId xmlns:a16="http://schemas.microsoft.com/office/drawing/2014/main" id="{837F7B71-D676-FE4F-83B5-A128DAA48F69}"/>
              </a:ext>
            </a:extLst>
          </p:cNvPr>
          <p:cNvSpPr>
            <a:spLocks noGrp="1"/>
          </p:cNvSpPr>
          <p:nvPr>
            <p:ph type="title" hasCustomPrompt="1"/>
          </p:nvPr>
        </p:nvSpPr>
        <p:spPr>
          <a:xfrm>
            <a:off x="923543" y="1181125"/>
            <a:ext cx="6309351" cy="467413"/>
          </a:xfrm>
          <a:prstGeom prst="rect">
            <a:avLst/>
          </a:prstGeom>
        </p:spPr>
        <p:txBody>
          <a:bodyPr/>
          <a:lstStyle>
            <a:lvl1pPr>
              <a:defRPr/>
            </a:lvl1pPr>
          </a:lstStyle>
          <a:p>
            <a:r>
              <a:rPr lang="en-US" dirty="0"/>
              <a:t>Click to edit Title</a:t>
            </a:r>
          </a:p>
        </p:txBody>
      </p:sp>
      <p:sp>
        <p:nvSpPr>
          <p:cNvPr id="41" name="Text Placeholder 2">
            <a:extLst>
              <a:ext uri="{FF2B5EF4-FFF2-40B4-BE49-F238E27FC236}">
                <a16:creationId xmlns:a16="http://schemas.microsoft.com/office/drawing/2014/main" id="{5033DC20-8B65-40B5-80A7-9607D59736E7}"/>
              </a:ext>
            </a:extLst>
          </p:cNvPr>
          <p:cNvSpPr>
            <a:spLocks noGrp="1"/>
          </p:cNvSpPr>
          <p:nvPr>
            <p:ph type="body" idx="31" hasCustomPrompt="1"/>
          </p:nvPr>
        </p:nvSpPr>
        <p:spPr>
          <a:xfrm>
            <a:off x="923544" y="2527237"/>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72" name="Text Placeholder 2">
            <a:extLst>
              <a:ext uri="{FF2B5EF4-FFF2-40B4-BE49-F238E27FC236}">
                <a16:creationId xmlns:a16="http://schemas.microsoft.com/office/drawing/2014/main" id="{C6721644-F780-4E21-A611-0533637E0AE8}"/>
              </a:ext>
            </a:extLst>
          </p:cNvPr>
          <p:cNvSpPr>
            <a:spLocks noGrp="1"/>
          </p:cNvSpPr>
          <p:nvPr>
            <p:ph type="body" idx="66" hasCustomPrompt="1"/>
          </p:nvPr>
        </p:nvSpPr>
        <p:spPr>
          <a:xfrm>
            <a:off x="3616961" y="2527237"/>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73" name="Text Placeholder 2">
            <a:extLst>
              <a:ext uri="{FF2B5EF4-FFF2-40B4-BE49-F238E27FC236}">
                <a16:creationId xmlns:a16="http://schemas.microsoft.com/office/drawing/2014/main" id="{E980FBF1-4D90-4380-8826-FB811F3D2E0F}"/>
              </a:ext>
            </a:extLst>
          </p:cNvPr>
          <p:cNvSpPr>
            <a:spLocks noGrp="1"/>
          </p:cNvSpPr>
          <p:nvPr>
            <p:ph type="body" idx="67" hasCustomPrompt="1"/>
          </p:nvPr>
        </p:nvSpPr>
        <p:spPr>
          <a:xfrm>
            <a:off x="6310378" y="2527237"/>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None/>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74" name="Text Placeholder 2">
            <a:extLst>
              <a:ext uri="{FF2B5EF4-FFF2-40B4-BE49-F238E27FC236}">
                <a16:creationId xmlns:a16="http://schemas.microsoft.com/office/drawing/2014/main" id="{3CBBD94C-D45D-4BF1-8592-C5CFB356163C}"/>
              </a:ext>
            </a:extLst>
          </p:cNvPr>
          <p:cNvSpPr>
            <a:spLocks noGrp="1"/>
          </p:cNvSpPr>
          <p:nvPr>
            <p:ph type="body" idx="68"/>
          </p:nvPr>
        </p:nvSpPr>
        <p:spPr>
          <a:xfrm>
            <a:off x="9003795" y="2527237"/>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a:t>
            </a:r>
          </a:p>
          <a:p>
            <a:pPr lvl="1"/>
            <a:r>
              <a:rPr lang="en-US" dirty="0"/>
              <a:t>2nd Level</a:t>
            </a:r>
          </a:p>
        </p:txBody>
      </p:sp>
      <p:sp>
        <p:nvSpPr>
          <p:cNvPr id="76" name="Text Placeholder 13">
            <a:extLst>
              <a:ext uri="{FF2B5EF4-FFF2-40B4-BE49-F238E27FC236}">
                <a16:creationId xmlns:a16="http://schemas.microsoft.com/office/drawing/2014/main" id="{0B6636CC-A8C2-294A-8738-352E4B5A7390}"/>
              </a:ext>
              <a:ext uri="{C183D7F6-B498-43B3-948B-1728B52AA6E4}">
                <adec:decorative xmlns:adec="http://schemas.microsoft.com/office/drawing/2017/decorative" val="1"/>
              </a:ext>
            </a:extLst>
          </p:cNvPr>
          <p:cNvSpPr>
            <a:spLocks noGrp="1"/>
          </p:cNvSpPr>
          <p:nvPr>
            <p:ph type="body" sz="quarter" idx="49" hasCustomPrompt="1"/>
          </p:nvPr>
        </p:nvSpPr>
        <p:spPr>
          <a:xfrm>
            <a:off x="923544" y="2527237"/>
            <a:ext cx="685480"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77" name="Text Placeholder 13">
            <a:extLst>
              <a:ext uri="{FF2B5EF4-FFF2-40B4-BE49-F238E27FC236}">
                <a16:creationId xmlns:a16="http://schemas.microsoft.com/office/drawing/2014/main" id="{AFA40539-06E2-3644-B94E-4AE07289A600}"/>
              </a:ext>
              <a:ext uri="{C183D7F6-B498-43B3-948B-1728B52AA6E4}">
                <adec:decorative xmlns:adec="http://schemas.microsoft.com/office/drawing/2017/decorative" val="1"/>
              </a:ext>
            </a:extLst>
          </p:cNvPr>
          <p:cNvSpPr>
            <a:spLocks noGrp="1"/>
          </p:cNvSpPr>
          <p:nvPr>
            <p:ph type="body" sz="quarter" idx="50" hasCustomPrompt="1"/>
          </p:nvPr>
        </p:nvSpPr>
        <p:spPr>
          <a:xfrm>
            <a:off x="3616961" y="2527237"/>
            <a:ext cx="679461"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78" name="Text Placeholder 13">
            <a:extLst>
              <a:ext uri="{FF2B5EF4-FFF2-40B4-BE49-F238E27FC236}">
                <a16:creationId xmlns:a16="http://schemas.microsoft.com/office/drawing/2014/main" id="{DBEA4CD8-45D1-A648-8BA1-1BA3797C7F17}"/>
              </a:ext>
              <a:ext uri="{C183D7F6-B498-43B3-948B-1728B52AA6E4}">
                <adec:decorative xmlns:adec="http://schemas.microsoft.com/office/drawing/2017/decorative" val="1"/>
              </a:ext>
            </a:extLst>
          </p:cNvPr>
          <p:cNvSpPr>
            <a:spLocks noGrp="1"/>
          </p:cNvSpPr>
          <p:nvPr>
            <p:ph type="body" sz="quarter" idx="51" hasCustomPrompt="1"/>
          </p:nvPr>
        </p:nvSpPr>
        <p:spPr>
          <a:xfrm>
            <a:off x="6310378" y="2527237"/>
            <a:ext cx="669933"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82" name="Text Placeholder 13">
            <a:extLst>
              <a:ext uri="{FF2B5EF4-FFF2-40B4-BE49-F238E27FC236}">
                <a16:creationId xmlns:a16="http://schemas.microsoft.com/office/drawing/2014/main" id="{076C66CE-CB33-7043-B165-931D8F0B01D3}"/>
              </a:ext>
              <a:ext uri="{C183D7F6-B498-43B3-948B-1728B52AA6E4}">
                <adec:decorative xmlns:adec="http://schemas.microsoft.com/office/drawing/2017/decorative" val="1"/>
              </a:ext>
            </a:extLst>
          </p:cNvPr>
          <p:cNvSpPr>
            <a:spLocks noGrp="1"/>
          </p:cNvSpPr>
          <p:nvPr>
            <p:ph type="body" sz="quarter" idx="55" hasCustomPrompt="1"/>
          </p:nvPr>
        </p:nvSpPr>
        <p:spPr>
          <a:xfrm>
            <a:off x="9003795" y="2527237"/>
            <a:ext cx="660405"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75" name="Text Placeholder 2">
            <a:extLst>
              <a:ext uri="{FF2B5EF4-FFF2-40B4-BE49-F238E27FC236}">
                <a16:creationId xmlns:a16="http://schemas.microsoft.com/office/drawing/2014/main" id="{2B4D1866-A1D3-47B2-B5D9-B0894D30AFCD}"/>
              </a:ext>
            </a:extLst>
          </p:cNvPr>
          <p:cNvSpPr>
            <a:spLocks noGrp="1"/>
          </p:cNvSpPr>
          <p:nvPr>
            <p:ph type="body" idx="69" hasCustomPrompt="1"/>
          </p:nvPr>
        </p:nvSpPr>
        <p:spPr>
          <a:xfrm>
            <a:off x="923544" y="4520938"/>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84" name="Text Placeholder 2">
            <a:extLst>
              <a:ext uri="{FF2B5EF4-FFF2-40B4-BE49-F238E27FC236}">
                <a16:creationId xmlns:a16="http://schemas.microsoft.com/office/drawing/2014/main" id="{1F2E038D-0A2C-4680-8D9D-726E5C05BE86}"/>
              </a:ext>
            </a:extLst>
          </p:cNvPr>
          <p:cNvSpPr>
            <a:spLocks noGrp="1"/>
          </p:cNvSpPr>
          <p:nvPr>
            <p:ph type="body" idx="70" hasCustomPrompt="1"/>
          </p:nvPr>
        </p:nvSpPr>
        <p:spPr>
          <a:xfrm>
            <a:off x="3616961" y="4520938"/>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85" name="Text Placeholder 2">
            <a:extLst>
              <a:ext uri="{FF2B5EF4-FFF2-40B4-BE49-F238E27FC236}">
                <a16:creationId xmlns:a16="http://schemas.microsoft.com/office/drawing/2014/main" id="{9B1980DF-5053-4203-8B5B-5737CD63BD55}"/>
              </a:ext>
            </a:extLst>
          </p:cNvPr>
          <p:cNvSpPr>
            <a:spLocks noGrp="1"/>
          </p:cNvSpPr>
          <p:nvPr>
            <p:ph type="body" idx="71" hasCustomPrompt="1"/>
          </p:nvPr>
        </p:nvSpPr>
        <p:spPr>
          <a:xfrm>
            <a:off x="6310378" y="4520938"/>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86" name="Text Placeholder 2">
            <a:extLst>
              <a:ext uri="{FF2B5EF4-FFF2-40B4-BE49-F238E27FC236}">
                <a16:creationId xmlns:a16="http://schemas.microsoft.com/office/drawing/2014/main" id="{2F7EE1AD-0E39-4A58-A346-4AEFFBD85AF8}"/>
              </a:ext>
            </a:extLst>
          </p:cNvPr>
          <p:cNvSpPr>
            <a:spLocks noGrp="1"/>
          </p:cNvSpPr>
          <p:nvPr>
            <p:ph type="body" idx="72" hasCustomPrompt="1"/>
          </p:nvPr>
        </p:nvSpPr>
        <p:spPr>
          <a:xfrm>
            <a:off x="9003795" y="4520938"/>
            <a:ext cx="2267712" cy="1655824"/>
          </a:xfrm>
          <a:solidFill>
            <a:schemeClr val="bg1"/>
          </a:solidFill>
        </p:spPr>
        <p:txBody>
          <a:bodyPr lIns="137160" tIns="822960" rIns="182880" anchor="t"/>
          <a:lstStyle>
            <a:lvl1pPr marL="0" indent="0">
              <a:buFont typeface="Montserrat" panose="00000500000000000000" pitchFamily="2" charset="0"/>
              <a:buChar char="​"/>
              <a:defRPr sz="1000">
                <a:solidFill>
                  <a:schemeClr val="tx1"/>
                </a:solidFill>
              </a:defRPr>
            </a:lvl1pPr>
            <a:lvl2pPr marL="0" indent="0">
              <a:buFont typeface="Montserrat" panose="00000500000000000000" pitchFamily="2" charset="0"/>
              <a:buChar char="​"/>
              <a:defRPr sz="1400">
                <a:solidFill>
                  <a:schemeClr val="accent2"/>
                </a:solidFill>
              </a:defRPr>
            </a:lvl2pPr>
            <a:lvl3pPr marL="0" indent="0">
              <a:buNone/>
              <a:defRPr sz="1400">
                <a:solidFill>
                  <a:schemeClr val="accent2"/>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text</a:t>
            </a:r>
          </a:p>
          <a:p>
            <a:pPr lvl="1"/>
            <a:r>
              <a:rPr lang="en-US" dirty="0"/>
              <a:t>2nd Level</a:t>
            </a:r>
          </a:p>
        </p:txBody>
      </p:sp>
      <p:sp>
        <p:nvSpPr>
          <p:cNvPr id="87" name="Text Placeholder 13">
            <a:extLst>
              <a:ext uri="{FF2B5EF4-FFF2-40B4-BE49-F238E27FC236}">
                <a16:creationId xmlns:a16="http://schemas.microsoft.com/office/drawing/2014/main" id="{8B81D3BE-9D02-4BAB-A156-0B989A137998}"/>
              </a:ext>
              <a:ext uri="{C183D7F6-B498-43B3-948B-1728B52AA6E4}">
                <adec:decorative xmlns:adec="http://schemas.microsoft.com/office/drawing/2017/decorative" val="1"/>
              </a:ext>
            </a:extLst>
          </p:cNvPr>
          <p:cNvSpPr>
            <a:spLocks noGrp="1"/>
          </p:cNvSpPr>
          <p:nvPr>
            <p:ph type="body" sz="quarter" idx="73" hasCustomPrompt="1"/>
          </p:nvPr>
        </p:nvSpPr>
        <p:spPr>
          <a:xfrm>
            <a:off x="923544" y="4520938"/>
            <a:ext cx="685480"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88" name="Text Placeholder 13">
            <a:extLst>
              <a:ext uri="{FF2B5EF4-FFF2-40B4-BE49-F238E27FC236}">
                <a16:creationId xmlns:a16="http://schemas.microsoft.com/office/drawing/2014/main" id="{CEBFC946-0D2E-496E-BF6F-B828BF2A718F}"/>
              </a:ext>
              <a:ext uri="{C183D7F6-B498-43B3-948B-1728B52AA6E4}">
                <adec:decorative xmlns:adec="http://schemas.microsoft.com/office/drawing/2017/decorative" val="1"/>
              </a:ext>
            </a:extLst>
          </p:cNvPr>
          <p:cNvSpPr>
            <a:spLocks noGrp="1"/>
          </p:cNvSpPr>
          <p:nvPr>
            <p:ph type="body" sz="quarter" idx="74" hasCustomPrompt="1"/>
          </p:nvPr>
        </p:nvSpPr>
        <p:spPr>
          <a:xfrm>
            <a:off x="3616961" y="4520938"/>
            <a:ext cx="679461"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89" name="Text Placeholder 13">
            <a:extLst>
              <a:ext uri="{FF2B5EF4-FFF2-40B4-BE49-F238E27FC236}">
                <a16:creationId xmlns:a16="http://schemas.microsoft.com/office/drawing/2014/main" id="{485E4755-C4C9-4416-B1E0-1127E4B3E666}"/>
              </a:ext>
              <a:ext uri="{C183D7F6-B498-43B3-948B-1728B52AA6E4}">
                <adec:decorative xmlns:adec="http://schemas.microsoft.com/office/drawing/2017/decorative" val="1"/>
              </a:ext>
            </a:extLst>
          </p:cNvPr>
          <p:cNvSpPr>
            <a:spLocks noGrp="1"/>
          </p:cNvSpPr>
          <p:nvPr>
            <p:ph type="body" sz="quarter" idx="75" hasCustomPrompt="1"/>
          </p:nvPr>
        </p:nvSpPr>
        <p:spPr>
          <a:xfrm>
            <a:off x="6310378" y="4520938"/>
            <a:ext cx="669933"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
        <p:nvSpPr>
          <p:cNvPr id="90" name="Text Placeholder 13">
            <a:extLst>
              <a:ext uri="{FF2B5EF4-FFF2-40B4-BE49-F238E27FC236}">
                <a16:creationId xmlns:a16="http://schemas.microsoft.com/office/drawing/2014/main" id="{C4397BED-BD6D-494C-90E3-3593F8A737B0}"/>
              </a:ext>
              <a:ext uri="{C183D7F6-B498-43B3-948B-1728B52AA6E4}">
                <adec:decorative xmlns:adec="http://schemas.microsoft.com/office/drawing/2017/decorative" val="1"/>
              </a:ext>
            </a:extLst>
          </p:cNvPr>
          <p:cNvSpPr>
            <a:spLocks noGrp="1"/>
          </p:cNvSpPr>
          <p:nvPr>
            <p:ph type="body" sz="quarter" idx="76" hasCustomPrompt="1"/>
          </p:nvPr>
        </p:nvSpPr>
        <p:spPr>
          <a:xfrm>
            <a:off x="9003795" y="4520938"/>
            <a:ext cx="660405" cy="685800"/>
          </a:xfrm>
          <a:solidFill>
            <a:schemeClr val="tx1"/>
          </a:solidFill>
        </p:spPr>
        <p:txBody>
          <a:bodyPr wrap="none" lIns="0" rIns="0" anchor="ctr"/>
          <a:lstStyle>
            <a:lvl1pPr algn="ctr">
              <a:defRPr sz="2800" b="0" i="0">
                <a:solidFill>
                  <a:schemeClr val="bg1"/>
                </a:solidFill>
                <a:latin typeface="Montserrat ExtraBold" pitchFamily="2" charset="77"/>
              </a:defRPr>
            </a:lvl1pPr>
          </a:lstStyle>
          <a:p>
            <a:pPr lvl="0"/>
            <a:r>
              <a:rPr lang="en-US" dirty="0"/>
              <a:t>#</a:t>
            </a:r>
          </a:p>
        </p:txBody>
      </p:sp>
    </p:spTree>
    <p:extLst>
      <p:ext uri="{BB962C8B-B14F-4D97-AF65-F5344CB8AC3E}">
        <p14:creationId xmlns:p14="http://schemas.microsoft.com/office/powerpoint/2010/main" val="30596100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Cover">
    <p:bg>
      <p:bgPr>
        <a:solidFill>
          <a:schemeClr val="accent2"/>
        </a:solidFill>
        <a:effectLst/>
      </p:bgPr>
    </p:bg>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209D3815-2C3D-E599-BDBA-26087E3FCF63}"/>
              </a:ext>
              <a:ext uri="{C183D7F6-B498-43B3-948B-1728B52AA6E4}">
                <adec:decorative xmlns:adec="http://schemas.microsoft.com/office/drawing/2017/decorative" val="1"/>
              </a:ext>
            </a:extLst>
          </p:cNvPr>
          <p:cNvGrpSpPr/>
          <p:nvPr userDrawn="1"/>
        </p:nvGrpSpPr>
        <p:grpSpPr bwMode="ltGray">
          <a:xfrm>
            <a:off x="3997" y="1622354"/>
            <a:ext cx="4988701" cy="5235647"/>
            <a:chOff x="3997" y="1622354"/>
            <a:chExt cx="4988701" cy="5235647"/>
          </a:xfrm>
        </p:grpSpPr>
        <p:sp>
          <p:nvSpPr>
            <p:cNvPr id="8" name="Rectangle 7">
              <a:extLst>
                <a:ext uri="{FF2B5EF4-FFF2-40B4-BE49-F238E27FC236}">
                  <a16:creationId xmlns:a16="http://schemas.microsoft.com/office/drawing/2014/main" id="{923AD899-30BE-C940-8FA4-3A466DF7ACB0}"/>
                </a:ext>
              </a:extLst>
            </p:cNvPr>
            <p:cNvSpPr/>
            <p:nvPr userDrawn="1"/>
          </p:nvSpPr>
          <p:spPr bwMode="ltGray">
            <a:xfrm>
              <a:off x="1316048" y="4795906"/>
              <a:ext cx="2085177" cy="206209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44" name="Freeform 43">
              <a:extLst>
                <a:ext uri="{FF2B5EF4-FFF2-40B4-BE49-F238E27FC236}">
                  <a16:creationId xmlns:a16="http://schemas.microsoft.com/office/drawing/2014/main" id="{830B4BEA-F2C8-C0F6-7240-D958ED17B11D}"/>
                </a:ext>
              </a:extLst>
            </p:cNvPr>
            <p:cNvSpPr/>
            <p:nvPr userDrawn="1"/>
          </p:nvSpPr>
          <p:spPr bwMode="ltGray">
            <a:xfrm rot="16200000">
              <a:off x="-1686603" y="3312954"/>
              <a:ext cx="5235645" cy="1854446"/>
            </a:xfrm>
            <a:custGeom>
              <a:avLst/>
              <a:gdLst>
                <a:gd name="connsiteX0" fmla="*/ 5235645 w 5235645"/>
                <a:gd name="connsiteY0" fmla="*/ 1854446 h 1854446"/>
                <a:gd name="connsiteX1" fmla="*/ 0 w 5235645"/>
                <a:gd name="connsiteY1" fmla="*/ 1854446 h 1854446"/>
                <a:gd name="connsiteX2" fmla="*/ 0 w 5235645"/>
                <a:gd name="connsiteY2" fmla="*/ 0 h 1854446"/>
                <a:gd name="connsiteX3" fmla="*/ 2664351 w 5235645"/>
                <a:gd name="connsiteY3" fmla="*/ 1 h 1854446"/>
              </a:gdLst>
              <a:ahLst/>
              <a:cxnLst>
                <a:cxn ang="0">
                  <a:pos x="connsiteX0" y="connsiteY0"/>
                </a:cxn>
                <a:cxn ang="0">
                  <a:pos x="connsiteX1" y="connsiteY1"/>
                </a:cxn>
                <a:cxn ang="0">
                  <a:pos x="connsiteX2" y="connsiteY2"/>
                </a:cxn>
                <a:cxn ang="0">
                  <a:pos x="connsiteX3" y="connsiteY3"/>
                </a:cxn>
              </a:cxnLst>
              <a:rect l="l" t="t" r="r" b="b"/>
              <a:pathLst>
                <a:path w="5235645" h="1854446">
                  <a:moveTo>
                    <a:pt x="5235645" y="1854446"/>
                  </a:moveTo>
                  <a:lnTo>
                    <a:pt x="0" y="1854446"/>
                  </a:lnTo>
                  <a:lnTo>
                    <a:pt x="0" y="0"/>
                  </a:lnTo>
                  <a:lnTo>
                    <a:pt x="2664351" y="1"/>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l">
                <a:spcAft>
                  <a:spcPts val="900"/>
                </a:spcAft>
                <a:buFont typeface="Montserrat" panose="00000500000000000000" pitchFamily="2" charset="0"/>
                <a:buChar char="​"/>
              </a:pPr>
              <a:endParaRPr lang="en-US" sz="1200">
                <a:solidFill>
                  <a:schemeClr val="accent2"/>
                </a:solidFill>
              </a:endParaRPr>
            </a:p>
          </p:txBody>
        </p:sp>
        <p:sp>
          <p:nvSpPr>
            <p:cNvPr id="13" name="Freeform: Shape 12">
              <a:extLst>
                <a:ext uri="{FF2B5EF4-FFF2-40B4-BE49-F238E27FC236}">
                  <a16:creationId xmlns:a16="http://schemas.microsoft.com/office/drawing/2014/main" id="{11D93BA1-EDDB-4955-BAF5-79F45E1D6F69}"/>
                </a:ext>
              </a:extLst>
            </p:cNvPr>
            <p:cNvSpPr/>
            <p:nvPr userDrawn="1"/>
          </p:nvSpPr>
          <p:spPr bwMode="ltGray">
            <a:xfrm rot="16200000" flipH="1" flipV="1">
              <a:off x="3125401" y="4990703"/>
              <a:ext cx="2062094" cy="1672501"/>
            </a:xfrm>
            <a:custGeom>
              <a:avLst/>
              <a:gdLst>
                <a:gd name="connsiteX0" fmla="*/ 0 w 2514602"/>
                <a:gd name="connsiteY0" fmla="*/ 2039516 h 2039516"/>
                <a:gd name="connsiteX1" fmla="*/ 0 w 2514602"/>
                <a:gd name="connsiteY1" fmla="*/ 0 h 2039516"/>
                <a:gd name="connsiteX2" fmla="*/ 2514602 w 2514602"/>
                <a:gd name="connsiteY2" fmla="*/ 1813559 h 2039516"/>
                <a:gd name="connsiteX3" fmla="*/ 2514602 w 2514602"/>
                <a:gd name="connsiteY3" fmla="*/ 2039516 h 2039516"/>
              </a:gdLst>
              <a:ahLst/>
              <a:cxnLst>
                <a:cxn ang="0">
                  <a:pos x="connsiteX0" y="connsiteY0"/>
                </a:cxn>
                <a:cxn ang="0">
                  <a:pos x="connsiteX1" y="connsiteY1"/>
                </a:cxn>
                <a:cxn ang="0">
                  <a:pos x="connsiteX2" y="connsiteY2"/>
                </a:cxn>
                <a:cxn ang="0">
                  <a:pos x="connsiteX3" y="connsiteY3"/>
                </a:cxn>
              </a:cxnLst>
              <a:rect l="l" t="t" r="r" b="b"/>
              <a:pathLst>
                <a:path w="2514602" h="2039516">
                  <a:moveTo>
                    <a:pt x="0" y="2039516"/>
                  </a:moveTo>
                  <a:lnTo>
                    <a:pt x="0" y="0"/>
                  </a:lnTo>
                  <a:lnTo>
                    <a:pt x="2514602" y="1813559"/>
                  </a:lnTo>
                  <a:lnTo>
                    <a:pt x="2514602" y="2039516"/>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l">
                <a:spcAft>
                  <a:spcPts val="900"/>
                </a:spcAft>
                <a:buFont typeface="Montserrat" panose="00000500000000000000" pitchFamily="2" charset="0"/>
                <a:buChar char="​"/>
              </a:pPr>
              <a:r>
                <a:rPr lang="en-US" sz="1200">
                  <a:solidFill>
                    <a:schemeClr val="accent2"/>
                  </a:solidFill>
                </a:rPr>
                <a:t> </a:t>
              </a:r>
            </a:p>
          </p:txBody>
        </p:sp>
      </p:grpSp>
      <p:sp>
        <p:nvSpPr>
          <p:cNvPr id="5" name="Rectangle 4">
            <a:extLst>
              <a:ext uri="{FF2B5EF4-FFF2-40B4-BE49-F238E27FC236}">
                <a16:creationId xmlns:a16="http://schemas.microsoft.com/office/drawing/2014/main" id="{E58B3942-CDC2-DE43-927E-C60A9AE149BD}"/>
              </a:ext>
              <a:ext uri="{C183D7F6-B498-43B3-948B-1728B52AA6E4}">
                <adec:decorative xmlns:adec="http://schemas.microsoft.com/office/drawing/2017/decorative" val="1"/>
              </a:ext>
            </a:extLst>
          </p:cNvPr>
          <p:cNvSpPr/>
          <p:nvPr userDrawn="1"/>
        </p:nvSpPr>
        <p:spPr>
          <a:xfrm>
            <a:off x="1821595" y="1627049"/>
            <a:ext cx="3171105" cy="316885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2" name="Title 1">
            <a:extLst>
              <a:ext uri="{FF2B5EF4-FFF2-40B4-BE49-F238E27FC236}">
                <a16:creationId xmlns:a16="http://schemas.microsoft.com/office/drawing/2014/main" id="{747F71D9-C769-46F7-8E46-DE541623725C}"/>
              </a:ext>
            </a:extLst>
          </p:cNvPr>
          <p:cNvSpPr>
            <a:spLocks noGrp="1"/>
          </p:cNvSpPr>
          <p:nvPr userDrawn="1">
            <p:ph type="title" hasCustomPrompt="1"/>
          </p:nvPr>
        </p:nvSpPr>
        <p:spPr>
          <a:xfrm>
            <a:off x="6095999" y="1157028"/>
            <a:ext cx="5172451" cy="3374998"/>
          </a:xfrm>
          <a:prstGeom prst="rect">
            <a:avLst/>
          </a:prstGeom>
        </p:spPr>
        <p:txBody>
          <a:bodyPr anchor="b"/>
          <a:lstStyle>
            <a:lvl1pPr>
              <a:lnSpc>
                <a:spcPct val="95000"/>
              </a:lnSpc>
              <a:defRPr sz="6000">
                <a:solidFill>
                  <a:schemeClr val="bg1"/>
                </a:solidFill>
              </a:defRPr>
            </a:lvl1pPr>
          </a:lstStyle>
          <a:p>
            <a:r>
              <a:rPr lang="en-US" dirty="0"/>
              <a:t>Click to edit Title</a:t>
            </a:r>
          </a:p>
        </p:txBody>
      </p:sp>
      <p:sp>
        <p:nvSpPr>
          <p:cNvPr id="78" name="Subtitle 2">
            <a:extLst>
              <a:ext uri="{FF2B5EF4-FFF2-40B4-BE49-F238E27FC236}">
                <a16:creationId xmlns:a16="http://schemas.microsoft.com/office/drawing/2014/main" id="{F923C69A-5420-47A6-8221-D8FC97BC310A}"/>
              </a:ext>
            </a:extLst>
          </p:cNvPr>
          <p:cNvSpPr>
            <a:spLocks noGrp="1"/>
          </p:cNvSpPr>
          <p:nvPr userDrawn="1">
            <p:ph type="subTitle" idx="1" hasCustomPrompt="1"/>
          </p:nvPr>
        </p:nvSpPr>
        <p:spPr>
          <a:xfrm>
            <a:off x="6095999" y="4573531"/>
            <a:ext cx="5172451" cy="741362"/>
          </a:xfrm>
        </p:spPr>
        <p:txBody>
          <a:bodyPr/>
          <a:lstStyle>
            <a:lvl1pPr marL="0" indent="0" algn="l">
              <a:lnSpc>
                <a:spcPct val="105000"/>
              </a:lnSpc>
              <a:buNone/>
              <a:defRPr sz="2000">
                <a:solidFill>
                  <a:schemeClr val="accent4"/>
                </a:solidFill>
                <a:latin typeface="+mj-lt"/>
                <a:ea typeface="Montserrat" panose="00000500000000000000"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a:t>
            </a:r>
          </a:p>
        </p:txBody>
      </p:sp>
      <p:sp>
        <p:nvSpPr>
          <p:cNvPr id="6" name="Picture Placeholder 5">
            <a:extLst>
              <a:ext uri="{FF2B5EF4-FFF2-40B4-BE49-F238E27FC236}">
                <a16:creationId xmlns:a16="http://schemas.microsoft.com/office/drawing/2014/main" id="{CA6CD43E-FDFD-B365-3DF9-BA40533FD13F}"/>
              </a:ext>
            </a:extLst>
          </p:cNvPr>
          <p:cNvSpPr>
            <a:spLocks noGrp="1"/>
          </p:cNvSpPr>
          <p:nvPr>
            <p:ph type="pic" sz="quarter" idx="10" hasCustomPrompt="1"/>
          </p:nvPr>
        </p:nvSpPr>
        <p:spPr>
          <a:xfrm>
            <a:off x="2494239" y="2280062"/>
            <a:ext cx="1862832" cy="1862830"/>
          </a:xfrm>
        </p:spPr>
        <p:txBody>
          <a:bodyPr tIns="274320"/>
          <a:lstStyle>
            <a:lvl1pPr algn="ctr">
              <a:defRPr>
                <a:solidFill>
                  <a:schemeClr val="bg1"/>
                </a:solidFill>
              </a:defRPr>
            </a:lvl1pPr>
          </a:lstStyle>
          <a:p>
            <a:r>
              <a:rPr lang="en-US"/>
              <a:t>Click to insert logo</a:t>
            </a:r>
          </a:p>
        </p:txBody>
      </p:sp>
    </p:spTree>
    <p:extLst>
      <p:ext uri="{BB962C8B-B14F-4D97-AF65-F5344CB8AC3E}">
        <p14:creationId xmlns:p14="http://schemas.microsoft.com/office/powerpoint/2010/main" val="2861295456"/>
      </p:ext>
    </p:extLst>
  </p:cSld>
  <p:clrMapOvr>
    <a:masterClrMapping/>
  </p:clrMapOvr>
  <p:extLst>
    <p:ext uri="{DCECCB84-F9BA-43D5-87BE-67443E8EF086}">
      <p15:sldGuideLst xmlns:p15="http://schemas.microsoft.com/office/powerpoint/2012/main">
        <p15:guide id="1" pos="3840"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Thank You">
    <p:bg>
      <p:bgPr>
        <a:solidFill>
          <a:schemeClr val="accent2"/>
        </a:solidFill>
        <a:effectLst/>
      </p:bgPr>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4E90EDA2-07E6-95DA-D539-5D69880EBE4A}"/>
              </a:ext>
              <a:ext uri="{C183D7F6-B498-43B3-948B-1728B52AA6E4}">
                <adec:decorative xmlns:adec="http://schemas.microsoft.com/office/drawing/2017/decorative" val="1"/>
              </a:ext>
            </a:extLst>
          </p:cNvPr>
          <p:cNvGrpSpPr/>
          <p:nvPr userDrawn="1"/>
        </p:nvGrpSpPr>
        <p:grpSpPr bwMode="ltGray">
          <a:xfrm>
            <a:off x="3997" y="1622354"/>
            <a:ext cx="4988701" cy="5235647"/>
            <a:chOff x="3997" y="1622354"/>
            <a:chExt cx="4988701" cy="5235647"/>
          </a:xfrm>
        </p:grpSpPr>
        <p:sp>
          <p:nvSpPr>
            <p:cNvPr id="10" name="Rectangle 9">
              <a:extLst>
                <a:ext uri="{FF2B5EF4-FFF2-40B4-BE49-F238E27FC236}">
                  <a16:creationId xmlns:a16="http://schemas.microsoft.com/office/drawing/2014/main" id="{1B69F858-E8CF-F4C7-F9C5-882752BE3D43}"/>
                </a:ext>
              </a:extLst>
            </p:cNvPr>
            <p:cNvSpPr/>
            <p:nvPr userDrawn="1"/>
          </p:nvSpPr>
          <p:spPr bwMode="ltGray">
            <a:xfrm>
              <a:off x="1316048" y="4795906"/>
              <a:ext cx="2085177" cy="206209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11" name="Freeform 10">
              <a:extLst>
                <a:ext uri="{FF2B5EF4-FFF2-40B4-BE49-F238E27FC236}">
                  <a16:creationId xmlns:a16="http://schemas.microsoft.com/office/drawing/2014/main" id="{1E1B08E7-2C0F-7FEE-CD07-D22917798B3D}"/>
                </a:ext>
              </a:extLst>
            </p:cNvPr>
            <p:cNvSpPr/>
            <p:nvPr userDrawn="1"/>
          </p:nvSpPr>
          <p:spPr bwMode="ltGray">
            <a:xfrm rot="16200000">
              <a:off x="-1686603" y="3312954"/>
              <a:ext cx="5235645" cy="1854446"/>
            </a:xfrm>
            <a:custGeom>
              <a:avLst/>
              <a:gdLst>
                <a:gd name="connsiteX0" fmla="*/ 5235645 w 5235645"/>
                <a:gd name="connsiteY0" fmla="*/ 1854446 h 1854446"/>
                <a:gd name="connsiteX1" fmla="*/ 0 w 5235645"/>
                <a:gd name="connsiteY1" fmla="*/ 1854446 h 1854446"/>
                <a:gd name="connsiteX2" fmla="*/ 0 w 5235645"/>
                <a:gd name="connsiteY2" fmla="*/ 0 h 1854446"/>
                <a:gd name="connsiteX3" fmla="*/ 2664351 w 5235645"/>
                <a:gd name="connsiteY3" fmla="*/ 1 h 1854446"/>
              </a:gdLst>
              <a:ahLst/>
              <a:cxnLst>
                <a:cxn ang="0">
                  <a:pos x="connsiteX0" y="connsiteY0"/>
                </a:cxn>
                <a:cxn ang="0">
                  <a:pos x="connsiteX1" y="connsiteY1"/>
                </a:cxn>
                <a:cxn ang="0">
                  <a:pos x="connsiteX2" y="connsiteY2"/>
                </a:cxn>
                <a:cxn ang="0">
                  <a:pos x="connsiteX3" y="connsiteY3"/>
                </a:cxn>
              </a:cxnLst>
              <a:rect l="l" t="t" r="r" b="b"/>
              <a:pathLst>
                <a:path w="5235645" h="1854446">
                  <a:moveTo>
                    <a:pt x="5235645" y="1854446"/>
                  </a:moveTo>
                  <a:lnTo>
                    <a:pt x="0" y="1854446"/>
                  </a:lnTo>
                  <a:lnTo>
                    <a:pt x="0" y="0"/>
                  </a:lnTo>
                  <a:lnTo>
                    <a:pt x="2664351" y="1"/>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l">
                <a:spcAft>
                  <a:spcPts val="900"/>
                </a:spcAft>
                <a:buFont typeface="Montserrat" panose="00000500000000000000" pitchFamily="2" charset="0"/>
                <a:buChar char="​"/>
              </a:pPr>
              <a:endParaRPr lang="en-US" sz="1200">
                <a:solidFill>
                  <a:schemeClr val="accent2"/>
                </a:solidFill>
              </a:endParaRPr>
            </a:p>
          </p:txBody>
        </p:sp>
        <p:sp>
          <p:nvSpPr>
            <p:cNvPr id="13" name="Freeform: Shape 12">
              <a:extLst>
                <a:ext uri="{FF2B5EF4-FFF2-40B4-BE49-F238E27FC236}">
                  <a16:creationId xmlns:a16="http://schemas.microsoft.com/office/drawing/2014/main" id="{1AD7451B-5740-EF77-B472-B687741F7DD7}"/>
                </a:ext>
              </a:extLst>
            </p:cNvPr>
            <p:cNvSpPr/>
            <p:nvPr userDrawn="1"/>
          </p:nvSpPr>
          <p:spPr bwMode="ltGray">
            <a:xfrm rot="16200000" flipH="1" flipV="1">
              <a:off x="3125401" y="4990703"/>
              <a:ext cx="2062094" cy="1672501"/>
            </a:xfrm>
            <a:custGeom>
              <a:avLst/>
              <a:gdLst>
                <a:gd name="connsiteX0" fmla="*/ 0 w 2514602"/>
                <a:gd name="connsiteY0" fmla="*/ 2039516 h 2039516"/>
                <a:gd name="connsiteX1" fmla="*/ 0 w 2514602"/>
                <a:gd name="connsiteY1" fmla="*/ 0 h 2039516"/>
                <a:gd name="connsiteX2" fmla="*/ 2514602 w 2514602"/>
                <a:gd name="connsiteY2" fmla="*/ 1813559 h 2039516"/>
                <a:gd name="connsiteX3" fmla="*/ 2514602 w 2514602"/>
                <a:gd name="connsiteY3" fmla="*/ 2039516 h 2039516"/>
              </a:gdLst>
              <a:ahLst/>
              <a:cxnLst>
                <a:cxn ang="0">
                  <a:pos x="connsiteX0" y="connsiteY0"/>
                </a:cxn>
                <a:cxn ang="0">
                  <a:pos x="connsiteX1" y="connsiteY1"/>
                </a:cxn>
                <a:cxn ang="0">
                  <a:pos x="connsiteX2" y="connsiteY2"/>
                </a:cxn>
                <a:cxn ang="0">
                  <a:pos x="connsiteX3" y="connsiteY3"/>
                </a:cxn>
              </a:cxnLst>
              <a:rect l="l" t="t" r="r" b="b"/>
              <a:pathLst>
                <a:path w="2514602" h="2039516">
                  <a:moveTo>
                    <a:pt x="0" y="2039516"/>
                  </a:moveTo>
                  <a:lnTo>
                    <a:pt x="0" y="0"/>
                  </a:lnTo>
                  <a:lnTo>
                    <a:pt x="2514602" y="1813559"/>
                  </a:lnTo>
                  <a:lnTo>
                    <a:pt x="2514602" y="2039516"/>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l">
                <a:spcAft>
                  <a:spcPts val="900"/>
                </a:spcAft>
                <a:buFont typeface="Montserrat" panose="00000500000000000000" pitchFamily="2" charset="0"/>
                <a:buChar char="​"/>
              </a:pPr>
              <a:r>
                <a:rPr lang="en-US" sz="1200">
                  <a:solidFill>
                    <a:schemeClr val="accent2"/>
                  </a:solidFill>
                </a:rPr>
                <a:t> </a:t>
              </a:r>
            </a:p>
          </p:txBody>
        </p:sp>
      </p:grpSp>
      <p:sp>
        <p:nvSpPr>
          <p:cNvPr id="14" name="Rectangle 13">
            <a:extLst>
              <a:ext uri="{FF2B5EF4-FFF2-40B4-BE49-F238E27FC236}">
                <a16:creationId xmlns:a16="http://schemas.microsoft.com/office/drawing/2014/main" id="{6B8BABD5-1D2F-97F7-879A-72FF93958C79}"/>
              </a:ext>
              <a:ext uri="{C183D7F6-B498-43B3-948B-1728B52AA6E4}">
                <adec:decorative xmlns:adec="http://schemas.microsoft.com/office/drawing/2017/decorative" val="1"/>
              </a:ext>
            </a:extLst>
          </p:cNvPr>
          <p:cNvSpPr/>
          <p:nvPr userDrawn="1"/>
        </p:nvSpPr>
        <p:spPr>
          <a:xfrm>
            <a:off x="1821595" y="1627049"/>
            <a:ext cx="3171105" cy="316885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15" name="Title 1">
            <a:extLst>
              <a:ext uri="{FF2B5EF4-FFF2-40B4-BE49-F238E27FC236}">
                <a16:creationId xmlns:a16="http://schemas.microsoft.com/office/drawing/2014/main" id="{1AF115E2-6974-1B15-1DD9-426EBA6B11B0}"/>
              </a:ext>
            </a:extLst>
          </p:cNvPr>
          <p:cNvSpPr>
            <a:spLocks noGrp="1"/>
          </p:cNvSpPr>
          <p:nvPr>
            <p:ph type="title" hasCustomPrompt="1"/>
          </p:nvPr>
        </p:nvSpPr>
        <p:spPr>
          <a:xfrm>
            <a:off x="922338" y="-960506"/>
            <a:ext cx="5861304" cy="786335"/>
          </a:xfrm>
        </p:spPr>
        <p:txBody>
          <a:bodyPr/>
          <a:lstStyle>
            <a:lvl1pPr>
              <a:defRPr/>
            </a:lvl1pPr>
          </a:lstStyle>
          <a:p>
            <a:r>
              <a:rPr lang="en-US" dirty="0"/>
              <a:t>Click to edit Title to meet accessibility standards</a:t>
            </a:r>
          </a:p>
        </p:txBody>
      </p:sp>
      <p:sp>
        <p:nvSpPr>
          <p:cNvPr id="12" name="Text Placeholder 11">
            <a:extLst>
              <a:ext uri="{FF2B5EF4-FFF2-40B4-BE49-F238E27FC236}">
                <a16:creationId xmlns:a16="http://schemas.microsoft.com/office/drawing/2014/main" id="{6366D640-A2E4-41D1-8AA4-D7BB772CE4A3}"/>
              </a:ext>
            </a:extLst>
          </p:cNvPr>
          <p:cNvSpPr>
            <a:spLocks noGrp="1"/>
          </p:cNvSpPr>
          <p:nvPr>
            <p:ph type="body" sz="quarter" idx="11" hasCustomPrompt="1"/>
          </p:nvPr>
        </p:nvSpPr>
        <p:spPr bwMode="white">
          <a:xfrm>
            <a:off x="2123717" y="2669010"/>
            <a:ext cx="2392959" cy="2081794"/>
          </a:xfrm>
          <a:ln w="38100">
            <a:noFill/>
            <a:miter lim="800000"/>
          </a:ln>
        </p:spPr>
        <p:txBody>
          <a:bodyPr lIns="0" tIns="182880" rIns="182880" bIns="182880" anchor="b">
            <a:noAutofit/>
          </a:bodyPr>
          <a:lstStyle>
            <a:lvl1pPr>
              <a:lnSpc>
                <a:spcPct val="90000"/>
              </a:lnSpc>
              <a:defRPr sz="2000" b="1">
                <a:solidFill>
                  <a:schemeClr val="bg1"/>
                </a:solidFill>
              </a:defRPr>
            </a:lvl1pPr>
            <a:lvl2pPr marL="0" indent="0">
              <a:spcAft>
                <a:spcPts val="300"/>
              </a:spcAft>
              <a:buFont typeface="Montserrat" panose="00000500000000000000" pitchFamily="2" charset="0"/>
              <a:buChar char="​"/>
              <a:defRPr sz="1400">
                <a:solidFill>
                  <a:schemeClr val="bg1"/>
                </a:solidFill>
              </a:defRPr>
            </a:lvl2pPr>
            <a:lvl3pPr>
              <a:spcAft>
                <a:spcPts val="300"/>
              </a:spcAft>
              <a:defRPr sz="1400" b="0">
                <a:solidFill>
                  <a:schemeClr val="bg1"/>
                </a:solidFill>
              </a:defRPr>
            </a:lvl3pPr>
            <a:lvl4pPr>
              <a:defRPr>
                <a:solidFill>
                  <a:schemeClr val="bg1"/>
                </a:solidFill>
              </a:defRPr>
            </a:lvl4pPr>
            <a:lvl5pPr>
              <a:defRPr>
                <a:solidFill>
                  <a:schemeClr val="bg1"/>
                </a:solidFill>
              </a:defRPr>
            </a:lvl5pPr>
          </a:lstStyle>
          <a:p>
            <a:pPr lvl="0"/>
            <a:r>
              <a:rPr lang="en-US" dirty="0"/>
              <a:t>Click to edit contact information</a:t>
            </a:r>
          </a:p>
        </p:txBody>
      </p:sp>
      <p:sp>
        <p:nvSpPr>
          <p:cNvPr id="4" name="TextBox 3">
            <a:extLst>
              <a:ext uri="{FF2B5EF4-FFF2-40B4-BE49-F238E27FC236}">
                <a16:creationId xmlns:a16="http://schemas.microsoft.com/office/drawing/2014/main" id="{6C0E0534-2B87-402B-8E6B-ED38B1F49C01}"/>
              </a:ext>
            </a:extLst>
          </p:cNvPr>
          <p:cNvSpPr txBox="1"/>
          <p:nvPr userDrawn="1"/>
        </p:nvSpPr>
        <p:spPr>
          <a:xfrm>
            <a:off x="5881972" y="2603694"/>
            <a:ext cx="4434744" cy="2741255"/>
          </a:xfrm>
          <a:prstGeom prst="rect">
            <a:avLst/>
          </a:prstGeom>
          <a:noFill/>
          <a:ln>
            <a:noFill/>
          </a:ln>
        </p:spPr>
        <p:txBody>
          <a:bodyPr wrap="square" lIns="0" tIns="0" rIns="0" bIns="0" rtlCol="0" anchor="t" anchorCtr="0">
            <a:noAutofit/>
          </a:bodyPr>
          <a:lstStyle/>
          <a:p>
            <a:pPr algn="l">
              <a:lnSpc>
                <a:spcPct val="75000"/>
              </a:lnSpc>
              <a:defRPr/>
            </a:pPr>
            <a:r>
              <a:rPr lang="en-US" sz="9600" b="1" kern="1200" spc="-150">
                <a:solidFill>
                  <a:schemeClr val="bg1"/>
                </a:solidFill>
                <a:latin typeface="+mn-lt"/>
                <a:ea typeface="+mn-ea"/>
                <a:cs typeface="+mn-cs"/>
              </a:rPr>
              <a:t>Thank You!</a:t>
            </a:r>
          </a:p>
        </p:txBody>
      </p:sp>
    </p:spTree>
    <p:extLst>
      <p:ext uri="{BB962C8B-B14F-4D97-AF65-F5344CB8AC3E}">
        <p14:creationId xmlns:p14="http://schemas.microsoft.com/office/powerpoint/2010/main" val="1777331252"/>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Gri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6C329C52-5168-4CCD-A572-DA8834008759}"/>
              </a:ext>
              <a:ext uri="{C183D7F6-B498-43B3-948B-1728B52AA6E4}">
                <adec:decorative xmlns:adec="http://schemas.microsoft.com/office/drawing/2017/decorative" val="1"/>
              </a:ext>
            </a:extLst>
          </p:cNvPr>
          <p:cNvGrpSpPr/>
          <p:nvPr userDrawn="1"/>
        </p:nvGrpSpPr>
        <p:grpSpPr>
          <a:xfrm>
            <a:off x="0" y="0"/>
            <a:ext cx="12192000" cy="6858000"/>
            <a:chOff x="0" y="0"/>
            <a:chExt cx="12192000" cy="6858000"/>
          </a:xfrm>
        </p:grpSpPr>
        <p:cxnSp>
          <p:nvCxnSpPr>
            <p:cNvPr id="36" name="Straight Connector 35">
              <a:extLst>
                <a:ext uri="{FF2B5EF4-FFF2-40B4-BE49-F238E27FC236}">
                  <a16:creationId xmlns:a16="http://schemas.microsoft.com/office/drawing/2014/main" id="{4AABA807-3D52-45EB-8833-C6685B0F1E0B}"/>
                </a:ext>
              </a:extLst>
            </p:cNvPr>
            <p:cNvCxnSpPr/>
            <p:nvPr/>
          </p:nvCxnSpPr>
          <p:spPr>
            <a:xfrm>
              <a:off x="0" y="6172200"/>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5CC6F5E-C7D2-48BB-BDBF-10006AE927C4}"/>
                </a:ext>
              </a:extLst>
            </p:cNvPr>
            <p:cNvCxnSpPr/>
            <p:nvPr/>
          </p:nvCxnSpPr>
          <p:spPr>
            <a:xfrm>
              <a:off x="0" y="2514600"/>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B7ABD468-9910-4320-9971-A83BB41686CD}"/>
                </a:ext>
              </a:extLst>
            </p:cNvPr>
            <p:cNvGrpSpPr/>
            <p:nvPr userDrawn="1"/>
          </p:nvGrpSpPr>
          <p:grpSpPr>
            <a:xfrm>
              <a:off x="923544" y="2514600"/>
              <a:ext cx="10347960" cy="3657600"/>
              <a:chOff x="923544" y="2514600"/>
              <a:chExt cx="10347960" cy="3657600"/>
            </a:xfrm>
          </p:grpSpPr>
          <p:sp>
            <p:nvSpPr>
              <p:cNvPr id="54" name="Rectangle 53">
                <a:extLst>
                  <a:ext uri="{FF2B5EF4-FFF2-40B4-BE49-F238E27FC236}">
                    <a16:creationId xmlns:a16="http://schemas.microsoft.com/office/drawing/2014/main" id="{9A19C9F3-2D26-4CE1-87EE-8FADA824D0BF}"/>
                  </a:ext>
                </a:extLst>
              </p:cNvPr>
              <p:cNvSpPr/>
              <p:nvPr/>
            </p:nvSpPr>
            <p:spPr>
              <a:xfrm>
                <a:off x="92354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Rectangle 54">
                <a:extLst>
                  <a:ext uri="{FF2B5EF4-FFF2-40B4-BE49-F238E27FC236}">
                    <a16:creationId xmlns:a16="http://schemas.microsoft.com/office/drawing/2014/main" id="{C9A439F0-1674-4EAE-83ED-A34E30992E16}"/>
                  </a:ext>
                </a:extLst>
              </p:cNvPr>
              <p:cNvSpPr/>
              <p:nvPr/>
            </p:nvSpPr>
            <p:spPr>
              <a:xfrm>
                <a:off x="1818548"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6" name="Rectangle 55">
                <a:extLst>
                  <a:ext uri="{FF2B5EF4-FFF2-40B4-BE49-F238E27FC236}">
                    <a16:creationId xmlns:a16="http://schemas.microsoft.com/office/drawing/2014/main" id="{E7641C7C-096C-434F-A924-6BA16D64A05C}"/>
                  </a:ext>
                </a:extLst>
              </p:cNvPr>
              <p:cNvSpPr/>
              <p:nvPr/>
            </p:nvSpPr>
            <p:spPr>
              <a:xfrm>
                <a:off x="2716600"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Rectangle 56">
                <a:extLst>
                  <a:ext uri="{FF2B5EF4-FFF2-40B4-BE49-F238E27FC236}">
                    <a16:creationId xmlns:a16="http://schemas.microsoft.com/office/drawing/2014/main" id="{A68583ED-9036-4222-BFFC-DF7858523F7D}"/>
                  </a:ext>
                </a:extLst>
              </p:cNvPr>
              <p:cNvSpPr/>
              <p:nvPr/>
            </p:nvSpPr>
            <p:spPr>
              <a:xfrm>
                <a:off x="3614652"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Rectangle 57">
                <a:extLst>
                  <a:ext uri="{FF2B5EF4-FFF2-40B4-BE49-F238E27FC236}">
                    <a16:creationId xmlns:a16="http://schemas.microsoft.com/office/drawing/2014/main" id="{418D2F83-EC3F-44B9-A01B-A89F3F91F095}"/>
                  </a:ext>
                </a:extLst>
              </p:cNvPr>
              <p:cNvSpPr/>
              <p:nvPr/>
            </p:nvSpPr>
            <p:spPr>
              <a:xfrm>
                <a:off x="451270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Rectangle 58">
                <a:extLst>
                  <a:ext uri="{FF2B5EF4-FFF2-40B4-BE49-F238E27FC236}">
                    <a16:creationId xmlns:a16="http://schemas.microsoft.com/office/drawing/2014/main" id="{1EFBC7C1-AD00-4DBB-8DA0-C61AF17850E0}"/>
                  </a:ext>
                </a:extLst>
              </p:cNvPr>
              <p:cNvSpPr/>
              <p:nvPr/>
            </p:nvSpPr>
            <p:spPr>
              <a:xfrm>
                <a:off x="5410756"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0" name="Rectangle 59">
                <a:extLst>
                  <a:ext uri="{FF2B5EF4-FFF2-40B4-BE49-F238E27FC236}">
                    <a16:creationId xmlns:a16="http://schemas.microsoft.com/office/drawing/2014/main" id="{10C6C783-BC8D-4EC2-8424-7D354452C397}"/>
                  </a:ext>
                </a:extLst>
              </p:cNvPr>
              <p:cNvSpPr/>
              <p:nvPr/>
            </p:nvSpPr>
            <p:spPr>
              <a:xfrm>
                <a:off x="6308808"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1" name="Rectangle 60">
                <a:extLst>
                  <a:ext uri="{FF2B5EF4-FFF2-40B4-BE49-F238E27FC236}">
                    <a16:creationId xmlns:a16="http://schemas.microsoft.com/office/drawing/2014/main" id="{26D78973-C7A6-4142-B4AA-D0F0AC1AC108}"/>
                  </a:ext>
                </a:extLst>
              </p:cNvPr>
              <p:cNvSpPr/>
              <p:nvPr/>
            </p:nvSpPr>
            <p:spPr>
              <a:xfrm>
                <a:off x="7206861"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2" name="Rectangle 61">
                <a:extLst>
                  <a:ext uri="{FF2B5EF4-FFF2-40B4-BE49-F238E27FC236}">
                    <a16:creationId xmlns:a16="http://schemas.microsoft.com/office/drawing/2014/main" id="{16834E14-5775-44C9-AA5E-098F6241FA05}"/>
                  </a:ext>
                </a:extLst>
              </p:cNvPr>
              <p:cNvSpPr/>
              <p:nvPr/>
            </p:nvSpPr>
            <p:spPr>
              <a:xfrm>
                <a:off x="8104912"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3" name="Rectangle 62">
                <a:extLst>
                  <a:ext uri="{FF2B5EF4-FFF2-40B4-BE49-F238E27FC236}">
                    <a16:creationId xmlns:a16="http://schemas.microsoft.com/office/drawing/2014/main" id="{082E5DC6-CE6F-47C8-98E8-8C08FCD9D8FB}"/>
                  </a:ext>
                </a:extLst>
              </p:cNvPr>
              <p:cNvSpPr/>
              <p:nvPr/>
            </p:nvSpPr>
            <p:spPr>
              <a:xfrm>
                <a:off x="900296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4" name="Rectangle 63">
                <a:extLst>
                  <a:ext uri="{FF2B5EF4-FFF2-40B4-BE49-F238E27FC236}">
                    <a16:creationId xmlns:a16="http://schemas.microsoft.com/office/drawing/2014/main" id="{9D536BE6-629B-4622-A211-0BC12F540287}"/>
                  </a:ext>
                </a:extLst>
              </p:cNvPr>
              <p:cNvSpPr/>
              <p:nvPr/>
            </p:nvSpPr>
            <p:spPr>
              <a:xfrm>
                <a:off x="9901016"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5" name="Rectangle 64">
                <a:extLst>
                  <a:ext uri="{FF2B5EF4-FFF2-40B4-BE49-F238E27FC236}">
                    <a16:creationId xmlns:a16="http://schemas.microsoft.com/office/drawing/2014/main" id="{6C06FB34-4EDD-4D14-BB54-9990CA4977D9}"/>
                  </a:ext>
                </a:extLst>
              </p:cNvPr>
              <p:cNvSpPr/>
              <p:nvPr/>
            </p:nvSpPr>
            <p:spPr>
              <a:xfrm>
                <a:off x="10799069"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grpSp>
          <p:nvGrpSpPr>
            <p:cNvPr id="39" name="Group 38">
              <a:extLst>
                <a:ext uri="{FF2B5EF4-FFF2-40B4-BE49-F238E27FC236}">
                  <a16:creationId xmlns:a16="http://schemas.microsoft.com/office/drawing/2014/main" id="{3905280B-8C81-4C72-9D56-C7E6CD895233}"/>
                </a:ext>
              </a:extLst>
            </p:cNvPr>
            <p:cNvGrpSpPr/>
            <p:nvPr userDrawn="1"/>
          </p:nvGrpSpPr>
          <p:grpSpPr>
            <a:xfrm>
              <a:off x="0" y="0"/>
              <a:ext cx="12192000" cy="6858000"/>
              <a:chOff x="0" y="0"/>
              <a:chExt cx="12192000" cy="6858000"/>
            </a:xfrm>
          </p:grpSpPr>
          <p:cxnSp>
            <p:nvCxnSpPr>
              <p:cNvPr id="51" name="Straight Connector 50">
                <a:extLst>
                  <a:ext uri="{FF2B5EF4-FFF2-40B4-BE49-F238E27FC236}">
                    <a16:creationId xmlns:a16="http://schemas.microsoft.com/office/drawing/2014/main" id="{2346D42B-E44E-494E-B7C8-4EBD221233C6}"/>
                  </a:ext>
                </a:extLst>
              </p:cNvPr>
              <p:cNvCxnSpPr/>
              <p:nvPr/>
            </p:nvCxnSpPr>
            <p:spPr>
              <a:xfrm>
                <a:off x="0" y="466344"/>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0B3B5D0-5EEE-45B9-940A-1587EF479FA0}"/>
                  </a:ext>
                </a:extLst>
              </p:cNvPr>
              <p:cNvCxnSpPr/>
              <p:nvPr/>
            </p:nvCxnSpPr>
            <p:spPr>
              <a:xfrm>
                <a:off x="923544" y="0"/>
                <a:ext cx="0" cy="685800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3D5AB8A-B4B8-4813-B3F6-6D354C140509}"/>
                  </a:ext>
                </a:extLst>
              </p:cNvPr>
              <p:cNvCxnSpPr/>
              <p:nvPr/>
            </p:nvCxnSpPr>
            <p:spPr>
              <a:xfrm>
                <a:off x="11271504" y="0"/>
                <a:ext cx="0" cy="685800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7E50A4C3-511E-4537-B1DB-8AFA084364DC}"/>
                </a:ext>
              </a:extLst>
            </p:cNvPr>
            <p:cNvGrpSpPr/>
            <p:nvPr userDrawn="1"/>
          </p:nvGrpSpPr>
          <p:grpSpPr>
            <a:xfrm>
              <a:off x="0" y="1031651"/>
              <a:ext cx="12192000" cy="4683349"/>
              <a:chOff x="0" y="1031651"/>
              <a:chExt cx="12192000" cy="4683349"/>
            </a:xfrm>
          </p:grpSpPr>
          <p:cxnSp>
            <p:nvCxnSpPr>
              <p:cNvPr id="41" name="Straight Connector 40">
                <a:extLst>
                  <a:ext uri="{FF2B5EF4-FFF2-40B4-BE49-F238E27FC236}">
                    <a16:creationId xmlns:a16="http://schemas.microsoft.com/office/drawing/2014/main" id="{4619F0F3-6DC5-41C2-AAB4-29F211735AD5}"/>
                  </a:ext>
                </a:extLst>
              </p:cNvPr>
              <p:cNvCxnSpPr/>
              <p:nvPr/>
            </p:nvCxnSpPr>
            <p:spPr>
              <a:xfrm>
                <a:off x="0" y="34290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90E0D56A-5100-4DB2-BC94-45FC1E572E5F}"/>
                  </a:ext>
                </a:extLst>
              </p:cNvPr>
              <p:cNvCxnSpPr/>
              <p:nvPr/>
            </p:nvCxnSpPr>
            <p:spPr>
              <a:xfrm>
                <a:off x="0" y="48006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0053647-5888-41FA-AC32-E8B094A9D2D0}"/>
                  </a:ext>
                </a:extLst>
              </p:cNvPr>
              <p:cNvCxnSpPr/>
              <p:nvPr/>
            </p:nvCxnSpPr>
            <p:spPr>
              <a:xfrm>
                <a:off x="0" y="38862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1137E21-8637-4494-A33E-51255896AE77}"/>
                  </a:ext>
                </a:extLst>
              </p:cNvPr>
              <p:cNvCxnSpPr/>
              <p:nvPr/>
            </p:nvCxnSpPr>
            <p:spPr>
              <a:xfrm>
                <a:off x="0" y="52578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C1B08A2-23CF-4EAD-855D-6A26C09E759C}"/>
                  </a:ext>
                </a:extLst>
              </p:cNvPr>
              <p:cNvCxnSpPr/>
              <p:nvPr/>
            </p:nvCxnSpPr>
            <p:spPr>
              <a:xfrm>
                <a:off x="0" y="1499172"/>
                <a:ext cx="12192000" cy="0"/>
              </a:xfrm>
              <a:prstGeom prst="line">
                <a:avLst/>
              </a:prstGeom>
              <a:ln>
                <a:solidFill>
                  <a:srgbClr val="92D050">
                    <a:alpha val="50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DE418B4-26CD-47B9-B49D-4DA2F04BCB44}"/>
                  </a:ext>
                </a:extLst>
              </p:cNvPr>
              <p:cNvCxnSpPr/>
              <p:nvPr/>
            </p:nvCxnSpPr>
            <p:spPr>
              <a:xfrm>
                <a:off x="0" y="43434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0FE6D2C-E91D-44B1-B2B8-670DD5957271}"/>
                  </a:ext>
                </a:extLst>
              </p:cNvPr>
              <p:cNvCxnSpPr/>
              <p:nvPr/>
            </p:nvCxnSpPr>
            <p:spPr>
              <a:xfrm>
                <a:off x="0" y="57150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D111770-FCA6-4488-BC86-8F7CBEEFA792}"/>
                  </a:ext>
                </a:extLst>
              </p:cNvPr>
              <p:cNvCxnSpPr/>
              <p:nvPr/>
            </p:nvCxnSpPr>
            <p:spPr>
              <a:xfrm>
                <a:off x="0" y="29718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C521FBF-E90B-447E-ABEF-EF8BCAA13621}"/>
                  </a:ext>
                </a:extLst>
              </p:cNvPr>
              <p:cNvCxnSpPr/>
              <p:nvPr/>
            </p:nvCxnSpPr>
            <p:spPr>
              <a:xfrm>
                <a:off x="0" y="1031651"/>
                <a:ext cx="12192000" cy="0"/>
              </a:xfrm>
              <a:prstGeom prst="line">
                <a:avLst/>
              </a:prstGeom>
              <a:ln>
                <a:solidFill>
                  <a:srgbClr val="92D050">
                    <a:alpha val="50000"/>
                  </a:srgb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91856EE9-00CE-4CAE-B1EC-8093E6ACBF12}"/>
                  </a:ext>
                </a:extLst>
              </p:cNvPr>
              <p:cNvCxnSpPr/>
              <p:nvPr userDrawn="1"/>
            </p:nvCxnSpPr>
            <p:spPr>
              <a:xfrm>
                <a:off x="0" y="1179956"/>
                <a:ext cx="12192000" cy="0"/>
              </a:xfrm>
              <a:prstGeom prst="line">
                <a:avLst/>
              </a:prstGeom>
              <a:ln>
                <a:solidFill>
                  <a:schemeClr val="bg1">
                    <a:lumMod val="65000"/>
                    <a:alpha val="50000"/>
                  </a:schemeClr>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7506314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F2FCE16-7C06-4F1C-B022-4D0D1A4B79C8}"/>
              </a:ext>
            </a:extLst>
          </p:cNvPr>
          <p:cNvSpPr>
            <a:spLocks noGrp="1"/>
          </p:cNvSpPr>
          <p:nvPr>
            <p:ph type="title"/>
          </p:nvPr>
        </p:nvSpPr>
        <p:spPr>
          <a:xfrm>
            <a:off x="922338" y="1182433"/>
            <a:ext cx="5861304" cy="786335"/>
          </a:xfrm>
          <a:prstGeom prst="rect">
            <a:avLst/>
          </a:prstGeom>
        </p:spPr>
        <p:txBody>
          <a:bodyPr vert="horz" lIns="0" tIns="0" rIns="0" bIns="0" rtlCol="0" anchor="t">
            <a:noAutofit/>
          </a:bodyPr>
          <a:lstStyle/>
          <a:p>
            <a:r>
              <a:rPr lang="en-US" dirty="0"/>
              <a:t>Click to edit Title</a:t>
            </a:r>
          </a:p>
        </p:txBody>
      </p:sp>
      <p:sp>
        <p:nvSpPr>
          <p:cNvPr id="3" name="Text Placeholder 2">
            <a:extLst>
              <a:ext uri="{FF2B5EF4-FFF2-40B4-BE49-F238E27FC236}">
                <a16:creationId xmlns:a16="http://schemas.microsoft.com/office/drawing/2014/main" id="{DD85D7FB-693A-45DC-8B41-73D676C37DA2}"/>
              </a:ext>
            </a:extLst>
          </p:cNvPr>
          <p:cNvSpPr>
            <a:spLocks noGrp="1"/>
          </p:cNvSpPr>
          <p:nvPr userDrawn="1">
            <p:ph type="body" idx="1"/>
          </p:nvPr>
        </p:nvSpPr>
        <p:spPr>
          <a:xfrm>
            <a:off x="923544" y="2514600"/>
            <a:ext cx="6757416" cy="3657600"/>
          </a:xfrm>
          <a:prstGeom prst="rect">
            <a:avLst/>
          </a:prstGeom>
        </p:spPr>
        <p:txBody>
          <a:bodyPr vert="horz" lIns="0" tIns="0" rIns="0" bIns="0" rtlCol="0">
            <a:noAutofit/>
          </a:body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5" name="Footer Placeholder 4">
            <a:extLst>
              <a:ext uri="{FF2B5EF4-FFF2-40B4-BE49-F238E27FC236}">
                <a16:creationId xmlns:a16="http://schemas.microsoft.com/office/drawing/2014/main" id="{E5152091-C22B-4666-9A9A-70C796733141}"/>
              </a:ext>
            </a:extLst>
          </p:cNvPr>
          <p:cNvSpPr>
            <a:spLocks noGrp="1"/>
          </p:cNvSpPr>
          <p:nvPr userDrawn="1">
            <p:ph type="ftr" sz="quarter" idx="3"/>
          </p:nvPr>
        </p:nvSpPr>
        <p:spPr>
          <a:xfrm>
            <a:off x="923544" y="6327648"/>
            <a:ext cx="6757416" cy="109728"/>
          </a:xfrm>
          <a:prstGeom prst="rect">
            <a:avLst/>
          </a:prstGeom>
        </p:spPr>
        <p:txBody>
          <a:bodyPr vert="horz" lIns="0" tIns="0" rIns="0" bIns="0" rtlCol="0" anchor="b">
            <a:spAutoFit/>
          </a:bodyPr>
          <a:lstStyle>
            <a:lvl1pPr algn="l">
              <a:defRPr sz="700">
                <a:solidFill>
                  <a:schemeClr val="bg1">
                    <a:lumMod val="65000"/>
                  </a:schemeClr>
                </a:solidFill>
              </a:defRPr>
            </a:lvl1pPr>
          </a:lstStyle>
          <a:p>
            <a:endParaRPr lang="en-US"/>
          </a:p>
        </p:txBody>
      </p:sp>
      <p:sp>
        <p:nvSpPr>
          <p:cNvPr id="307" name="TextBox 306">
            <a:extLst>
              <a:ext uri="{FF2B5EF4-FFF2-40B4-BE49-F238E27FC236}">
                <a16:creationId xmlns:a16="http://schemas.microsoft.com/office/drawing/2014/main" id="{5EF24E81-8468-4BF5-9281-938A52C2D194}"/>
              </a:ext>
              <a:ext uri="{C183D7F6-B498-43B3-948B-1728B52AA6E4}">
                <adec:decorative xmlns:adec="http://schemas.microsoft.com/office/drawing/2017/decorative" val="1"/>
              </a:ext>
            </a:extLst>
          </p:cNvPr>
          <p:cNvSpPr txBox="1"/>
          <p:nvPr userDrawn="1"/>
        </p:nvSpPr>
        <p:spPr>
          <a:xfrm>
            <a:off x="10783822" y="6327648"/>
            <a:ext cx="484632" cy="109728"/>
          </a:xfrm>
          <a:prstGeom prst="rect">
            <a:avLst/>
          </a:prstGeom>
        </p:spPr>
        <p:txBody>
          <a:bodyPr vert="horz" lIns="0" tIns="0" rIns="0" bIns="0" rtlCol="0" anchor="t">
            <a:spAutoFit/>
          </a:bodyPr>
          <a:lstStyle>
            <a:defPPr>
              <a:defRPr lang="en-US"/>
            </a:defPPr>
            <a:lvl1pPr>
              <a:defRPr sz="700">
                <a:solidFill>
                  <a:schemeClr val="bg1">
                    <a:lumMod val="50000"/>
                  </a:schemeClr>
                </a:solidFill>
              </a:defRPr>
            </a:lvl1pPr>
          </a:lstStyle>
          <a:p>
            <a:pPr lvl="0" algn="r"/>
            <a:fld id="{208997C6-AED8-4153-89E3-7FC682DCDBBA}" type="slidenum">
              <a:rPr lang="en-US" smtClean="0">
                <a:solidFill>
                  <a:schemeClr val="bg1">
                    <a:lumMod val="65000"/>
                  </a:schemeClr>
                </a:solidFill>
              </a:rPr>
              <a:pPr lvl="0" algn="r"/>
              <a:t>‹#›</a:t>
            </a:fld>
            <a:endParaRPr lang="en-US">
              <a:solidFill>
                <a:schemeClr val="bg1">
                  <a:lumMod val="65000"/>
                </a:schemeClr>
              </a:solidFill>
            </a:endParaRPr>
          </a:p>
        </p:txBody>
      </p:sp>
    </p:spTree>
    <p:extLst>
      <p:ext uri="{BB962C8B-B14F-4D97-AF65-F5344CB8AC3E}">
        <p14:creationId xmlns:p14="http://schemas.microsoft.com/office/powerpoint/2010/main" val="3325637679"/>
      </p:ext>
    </p:extLst>
  </p:cSld>
  <p:clrMap bg1="lt1" tx1="dk1" bg2="lt2" tx2="dk2" accent1="accent1" accent2="accent2" accent3="accent3" accent4="accent4" accent5="accent5" accent6="accent6" hlink="hlink" folHlink="folHlink"/>
  <p:sldLayoutIdLst>
    <p:sldLayoutId id="2147483663" r:id="rId1"/>
    <p:sldLayoutId id="2147483728" r:id="rId2"/>
    <p:sldLayoutId id="2147483664" r:id="rId3"/>
    <p:sldLayoutId id="2147483729" r:id="rId4"/>
    <p:sldLayoutId id="2147483730" r:id="rId5"/>
    <p:sldLayoutId id="2147483714" r:id="rId6"/>
    <p:sldLayoutId id="2147483715" r:id="rId7"/>
    <p:sldLayoutId id="2147483687" r:id="rId8"/>
    <p:sldLayoutId id="2147483695" r:id="rId9"/>
    <p:sldLayoutId id="2147483720" r:id="rId10"/>
    <p:sldLayoutId id="2147483696" r:id="rId11"/>
    <p:sldLayoutId id="2147483683" r:id="rId12"/>
    <p:sldLayoutId id="2147483701" r:id="rId13"/>
    <p:sldLayoutId id="2147483681" r:id="rId14"/>
    <p:sldLayoutId id="2147483679" r:id="rId15"/>
    <p:sldLayoutId id="2147483719" r:id="rId16"/>
    <p:sldLayoutId id="2147483668" r:id="rId17"/>
    <p:sldLayoutId id="2147483682" r:id="rId18"/>
    <p:sldLayoutId id="2147483651" r:id="rId19"/>
    <p:sldLayoutId id="2147483722" r:id="rId20"/>
    <p:sldLayoutId id="2147483723" r:id="rId21"/>
    <p:sldLayoutId id="2147483724" r:id="rId22"/>
    <p:sldLayoutId id="2147483685" r:id="rId23"/>
    <p:sldLayoutId id="2147483697" r:id="rId24"/>
    <p:sldLayoutId id="2147483662" r:id="rId25"/>
    <p:sldLayoutId id="2147483731" r:id="rId26"/>
    <p:sldLayoutId id="2147483689" r:id="rId27"/>
    <p:sldLayoutId id="2147483649" r:id="rId28"/>
    <p:sldLayoutId id="2147483670" r:id="rId29"/>
    <p:sldLayoutId id="2147483659" r:id="rId30"/>
  </p:sldLayoutIdLst>
  <p:hf hdr="0" ftr="0" dt="0"/>
  <p:txStyles>
    <p:titleStyle>
      <a:lvl1pPr algn="l" defTabSz="914400" rtl="0" eaLnBrk="1" latinLnBrk="0" hangingPunct="1">
        <a:lnSpc>
          <a:spcPct val="95000"/>
        </a:lnSpc>
        <a:spcBef>
          <a:spcPct val="0"/>
        </a:spcBef>
        <a:buNone/>
        <a:defRPr sz="2800" b="1" i="0" kern="1200" baseline="0">
          <a:solidFill>
            <a:schemeClr val="tx1"/>
          </a:solidFill>
          <a:latin typeface="+mj-lt"/>
          <a:ea typeface="+mj-ea"/>
          <a:cs typeface="+mj-cs"/>
        </a:defRPr>
      </a:lvl1pPr>
    </p:titleStyle>
    <p:bodyStyle>
      <a:lvl1pPr marL="0" indent="0" algn="l" defTabSz="914400" rtl="0" eaLnBrk="1" latinLnBrk="0" hangingPunct="1">
        <a:lnSpc>
          <a:spcPct val="110000"/>
        </a:lnSpc>
        <a:spcBef>
          <a:spcPts val="600"/>
        </a:spcBef>
        <a:spcAft>
          <a:spcPts val="600"/>
        </a:spcAft>
        <a:buFont typeface="Montserrat" panose="00000500000000000000" pitchFamily="2" charset="0"/>
        <a:buChar char="​"/>
        <a:defRPr lang="en-US" sz="1000" kern="1200" dirty="0" smtClean="0">
          <a:solidFill>
            <a:schemeClr val="tx1"/>
          </a:solidFill>
          <a:latin typeface="+mn-lt"/>
          <a:ea typeface="+mn-ea"/>
          <a:cs typeface="+mn-cs"/>
        </a:defRPr>
      </a:lvl1pPr>
      <a:lvl2pPr marL="117475" indent="-117475" algn="l" defTabSz="914400" rtl="0" eaLnBrk="1" latinLnBrk="0" hangingPunct="1">
        <a:lnSpc>
          <a:spcPct val="110000"/>
        </a:lnSpc>
        <a:spcBef>
          <a:spcPts val="0"/>
        </a:spcBef>
        <a:spcAft>
          <a:spcPts val="600"/>
        </a:spcAft>
        <a:buFont typeface="Montserrat" panose="00000500000000000000" pitchFamily="2" charset="0"/>
        <a:buChar char="◦"/>
        <a:defRPr sz="1000" kern="1200">
          <a:solidFill>
            <a:schemeClr val="tx1">
              <a:lumMod val="65000"/>
              <a:lumOff val="35000"/>
            </a:schemeClr>
          </a:solidFill>
          <a:latin typeface="+mn-lt"/>
          <a:ea typeface="+mn-ea"/>
          <a:cs typeface="+mn-cs"/>
        </a:defRPr>
      </a:lvl2pPr>
      <a:lvl3pPr marL="284163" indent="-118872" algn="l" defTabSz="914400" rtl="0" eaLnBrk="1" latinLnBrk="0" hangingPunct="1">
        <a:lnSpc>
          <a:spcPct val="110000"/>
        </a:lnSpc>
        <a:spcBef>
          <a:spcPts val="0"/>
        </a:spcBef>
        <a:spcAft>
          <a:spcPts val="600"/>
        </a:spcAft>
        <a:buFont typeface="Montserrat" panose="00000500000000000000" pitchFamily="2" charset="0"/>
        <a:buChar char="◦"/>
        <a:defRPr sz="1000" b="0" kern="1200">
          <a:solidFill>
            <a:schemeClr val="tx1">
              <a:lumMod val="65000"/>
              <a:lumOff val="35000"/>
            </a:schemeClr>
          </a:solidFill>
          <a:latin typeface="+mn-lt"/>
          <a:ea typeface="+mn-ea"/>
          <a:cs typeface="+mn-cs"/>
        </a:defRPr>
      </a:lvl3pPr>
      <a:lvl4pPr marL="0" indent="0" algn="l" defTabSz="914400" rtl="0" eaLnBrk="1" latinLnBrk="0" hangingPunct="1">
        <a:lnSpc>
          <a:spcPct val="105000"/>
        </a:lnSpc>
        <a:spcBef>
          <a:spcPts val="800"/>
        </a:spcBef>
        <a:spcAft>
          <a:spcPts val="0"/>
        </a:spcAft>
        <a:buFont typeface="Montserrat" panose="00000500000000000000" pitchFamily="2" charset="0"/>
        <a:buChar char="​"/>
        <a:defRPr sz="1400" b="1" kern="1200" cap="none" baseline="0">
          <a:solidFill>
            <a:schemeClr val="accent2"/>
          </a:solidFill>
          <a:latin typeface="+mj-lt"/>
          <a:ea typeface="+mn-ea"/>
          <a:cs typeface="+mn-cs"/>
        </a:defRPr>
      </a:lvl4pPr>
      <a:lvl5pPr marL="0" indent="0" algn="l" defTabSz="914400" rtl="0" eaLnBrk="1" latinLnBrk="0" hangingPunct="1">
        <a:lnSpc>
          <a:spcPct val="110000"/>
        </a:lnSpc>
        <a:spcBef>
          <a:spcPts val="600"/>
        </a:spcBef>
        <a:spcAft>
          <a:spcPts val="600"/>
        </a:spcAft>
        <a:buFont typeface="Montserrat" panose="00000500000000000000" pitchFamily="2" charset="0"/>
        <a:buChar char="​"/>
        <a:defRPr sz="1000" b="0" kern="1200" cap="none" baseline="0">
          <a:solidFill>
            <a:schemeClr val="tx1"/>
          </a:solidFill>
          <a:latin typeface="+mn-lt"/>
          <a:ea typeface="+mn-ea"/>
          <a:cs typeface="+mn-cs"/>
        </a:defRPr>
      </a:lvl5pPr>
      <a:lvl6pPr marL="0" indent="0" algn="l" defTabSz="914400" rtl="0" eaLnBrk="1" latinLnBrk="0" hangingPunct="1">
        <a:lnSpc>
          <a:spcPct val="95000"/>
        </a:lnSpc>
        <a:spcBef>
          <a:spcPts val="800"/>
        </a:spcBef>
        <a:spcAft>
          <a:spcPts val="800"/>
        </a:spcAft>
        <a:buFont typeface="Montserrat" panose="00000500000000000000" pitchFamily="2" charset="0"/>
        <a:buChar char="​"/>
        <a:defRPr sz="2800" b="1" kern="1200">
          <a:solidFill>
            <a:schemeClr val="tx1"/>
          </a:solidFill>
          <a:latin typeface="Montserrat SemiBold" panose="00000700000000000000" pitchFamily="2" charset="0"/>
          <a:ea typeface="+mn-ea"/>
          <a:cs typeface="+mn-cs"/>
        </a:defRPr>
      </a:lvl6pPr>
      <a:lvl7pPr marL="0" indent="0" algn="l" defTabSz="914400" rtl="0" eaLnBrk="1" latinLnBrk="0" hangingPunct="1">
        <a:lnSpc>
          <a:spcPct val="95000"/>
        </a:lnSpc>
        <a:spcBef>
          <a:spcPts val="800"/>
        </a:spcBef>
        <a:spcAft>
          <a:spcPts val="800"/>
        </a:spcAft>
        <a:buFont typeface="Montserrat" panose="00000500000000000000" pitchFamily="2" charset="0"/>
        <a:buChar char="​"/>
        <a:defRPr sz="2800" b="1" kern="1200">
          <a:solidFill>
            <a:schemeClr val="accent2"/>
          </a:solidFill>
          <a:latin typeface="Montserrat SemiBold" panose="00000700000000000000" pitchFamily="2" charset="0"/>
          <a:ea typeface="+mn-ea"/>
          <a:cs typeface="+mn-cs"/>
        </a:defRPr>
      </a:lvl7pPr>
      <a:lvl8pPr marL="0" indent="0" algn="l" defTabSz="914400" rtl="0" eaLnBrk="1" latinLnBrk="0" hangingPunct="1">
        <a:lnSpc>
          <a:spcPct val="105000"/>
        </a:lnSpc>
        <a:spcBef>
          <a:spcPts val="400"/>
        </a:spcBef>
        <a:spcAft>
          <a:spcPts val="400"/>
        </a:spcAft>
        <a:buFont typeface="Montserrat" panose="00000500000000000000" pitchFamily="2" charset="0"/>
        <a:buChar char="​"/>
        <a:defRPr sz="1400" b="0" kern="1200">
          <a:solidFill>
            <a:schemeClr val="accent2"/>
          </a:solidFill>
          <a:latin typeface="+mj-lt"/>
          <a:ea typeface="Montserrat" panose="00000500000000000000" pitchFamily="2" charset="0"/>
          <a:cs typeface="+mn-cs"/>
        </a:defRPr>
      </a:lvl8pPr>
      <a:lvl9pPr marL="0" indent="0" algn="l" defTabSz="914400" rtl="0" eaLnBrk="1" latinLnBrk="0" hangingPunct="1">
        <a:lnSpc>
          <a:spcPct val="105000"/>
        </a:lnSpc>
        <a:spcBef>
          <a:spcPts val="400"/>
        </a:spcBef>
        <a:spcAft>
          <a:spcPts val="400"/>
        </a:spcAft>
        <a:buFont typeface="Montserrat" panose="00000500000000000000" pitchFamily="2" charset="0"/>
        <a:buChar char="​"/>
        <a:defRPr sz="1400" b="0" kern="1200">
          <a:solidFill>
            <a:schemeClr val="tx2"/>
          </a:solidFill>
          <a:latin typeface="+mj-lt"/>
          <a:ea typeface="Montserrat" panose="00000500000000000000" pitchFamily="2" charset="0"/>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3" orient="horz" pos="3888" userDrawn="1">
          <p15:clr>
            <a:srgbClr val="F26B43"/>
          </p15:clr>
        </p15:guide>
        <p15:guide id="4" orient="horz" pos="3984" userDrawn="1">
          <p15:clr>
            <a:srgbClr val="000000"/>
          </p15:clr>
        </p15:guide>
        <p15:guide id="31" orient="horz" pos="2160" userDrawn="1">
          <p15:clr>
            <a:srgbClr val="A4A3A4"/>
          </p15:clr>
        </p15:guide>
        <p15:guide id="37" orient="horz" pos="1584" userDrawn="1">
          <p15:clr>
            <a:srgbClr val="000000"/>
          </p15:clr>
        </p15:guide>
        <p15:guide id="38" orient="horz" pos="1872" userDrawn="1">
          <p15:clr>
            <a:srgbClr val="A4A3A4"/>
          </p15:clr>
        </p15:guide>
        <p15:guide id="39" orient="horz" pos="2448" userDrawn="1">
          <p15:clr>
            <a:srgbClr val="A4A3A4"/>
          </p15:clr>
        </p15:guide>
        <p15:guide id="43" orient="horz" pos="3312" userDrawn="1">
          <p15:clr>
            <a:srgbClr val="A4A3A4"/>
          </p15:clr>
        </p15:guide>
        <p15:guide id="44" orient="horz" pos="3600" userDrawn="1">
          <p15:clr>
            <a:srgbClr val="A4A3A4"/>
          </p15:clr>
        </p15:guide>
        <p15:guide id="52" orient="horz" pos="2736" userDrawn="1">
          <p15:clr>
            <a:srgbClr val="A4A3A4"/>
          </p15:clr>
        </p15:guide>
        <p15:guide id="53" orient="horz" pos="3024" userDrawn="1">
          <p15:clr>
            <a:srgbClr val="A4A3A4"/>
          </p15:clr>
        </p15:guide>
        <p15:guide id="60" orient="horz" pos="744" userDrawn="1">
          <p15:clr>
            <a:srgbClr val="000000"/>
          </p15:clr>
        </p15:guide>
        <p15:guide id="62" orient="horz" pos="534" userDrawn="1">
          <p15:clr>
            <a:srgbClr val="000000"/>
          </p15:clr>
        </p15:guide>
        <p15:guide id="63" pos="581" userDrawn="1">
          <p15:clr>
            <a:srgbClr val="F26B43"/>
          </p15:clr>
        </p15:guide>
        <p15:guide id="64" pos="2573" userDrawn="1">
          <p15:clr>
            <a:srgbClr val="F26B43"/>
          </p15:clr>
        </p15:guide>
        <p15:guide id="65" pos="2843" userDrawn="1">
          <p15:clr>
            <a:srgbClr val="F26B43"/>
          </p15:clr>
        </p15:guide>
        <p15:guide id="66" pos="4838" userDrawn="1">
          <p15:clr>
            <a:srgbClr val="F26B43"/>
          </p15:clr>
        </p15:guide>
        <p15:guide id="67" pos="5106" userDrawn="1">
          <p15:clr>
            <a:srgbClr val="F26B43"/>
          </p15:clr>
        </p15:guide>
        <p15:guide id="68" pos="7098"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8.xml"/></Relationships>
</file>

<file path=ppt/slides/_rels/slide2.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hyperlink" Target="mailto:contact@duarte.com?subject=Slidedoc%20accessibility%20issue" TargetMode="External"/><Relationship Id="rId2" Type="http://schemas.openxmlformats.org/officeDocument/2006/relationships/hyperlink" Target="https://support.microsoft.com/en-us/office/make-your-powerpoint-presentations-accessible-to-people-with-disabilities-6f7772b2-2f33-4bd2-8ca7-dae3b2b3ef25" TargetMode="Externa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hyperlink" Target="https://unsplash.com/@designclass?utm_source=unsplash&amp;utm_medium=referral&amp;utm_content=creditCopyText" TargetMode="External"/><Relationship Id="rId2" Type="http://schemas.openxmlformats.org/officeDocument/2006/relationships/image" Target="../media/image1.jpeg"/><Relationship Id="rId1" Type="http://schemas.openxmlformats.org/officeDocument/2006/relationships/slideLayout" Target="../slideLayouts/slideLayout16.xml"/><Relationship Id="rId4" Type="http://schemas.openxmlformats.org/officeDocument/2006/relationships/hyperlink" Target="https://unsplash.com/collections/1207720/projects?utm_source=unsplash&amp;utm_medium=referral&amp;utm_content=creditCopyText"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s://unsplash.com/s/photos/phone-map?utm_source=unsplash&amp;utm_medium=referral&amp;utm_content=creditCopyText" TargetMode="External"/><Relationship Id="rId2" Type="http://schemas.openxmlformats.org/officeDocument/2006/relationships/hyperlink" Target="https://unsplash.com/@benji3pr?utm_source=unsplash&amp;utm_medium=referral&amp;utm_content=creditCopyText" TargetMode="External"/><Relationship Id="rId1" Type="http://schemas.openxmlformats.org/officeDocument/2006/relationships/slideLayout" Target="../slideLayouts/slideLayout17.xml"/><Relationship Id="rId4" Type="http://schemas.openxmlformats.org/officeDocument/2006/relationships/image" Target="../media/image2.jpe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Layout" Target="../slideLayouts/slideLayout29.xml"/><Relationship Id="rId6" Type="http://schemas.openxmlformats.org/officeDocument/2006/relationships/image" Target="../media/image10.png"/><Relationship Id="rId5" Type="http://schemas.openxmlformats.org/officeDocument/2006/relationships/image" Target="../media/image9.svg"/><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A1C05DE-0C97-4216-9092-D07F9868EA60}"/>
              </a:ext>
            </a:extLst>
          </p:cNvPr>
          <p:cNvSpPr>
            <a:spLocks noGrp="1"/>
          </p:cNvSpPr>
          <p:nvPr>
            <p:ph type="title"/>
          </p:nvPr>
        </p:nvSpPr>
        <p:spPr/>
        <p:txBody>
          <a:bodyPr/>
          <a:lstStyle/>
          <a:p>
            <a:r>
              <a:rPr lang="en-US" dirty="0"/>
              <a:t>Slidedoc</a:t>
            </a:r>
            <a:r>
              <a:rPr lang="en-US" sz="3000" b="0" baseline="100000" dirty="0">
                <a:latin typeface="+mn-lt"/>
              </a:rPr>
              <a:t>™</a:t>
            </a:r>
            <a:r>
              <a:rPr lang="en-US" dirty="0"/>
              <a:t> Template</a:t>
            </a:r>
          </a:p>
        </p:txBody>
      </p:sp>
      <p:sp>
        <p:nvSpPr>
          <p:cNvPr id="3" name="Subtitle 2">
            <a:extLst>
              <a:ext uri="{FF2B5EF4-FFF2-40B4-BE49-F238E27FC236}">
                <a16:creationId xmlns:a16="http://schemas.microsoft.com/office/drawing/2014/main" id="{F443AF26-1539-530F-CFB6-13679BD00E98}"/>
              </a:ext>
            </a:extLst>
          </p:cNvPr>
          <p:cNvSpPr>
            <a:spLocks noGrp="1"/>
          </p:cNvSpPr>
          <p:nvPr>
            <p:ph type="subTitle" idx="1"/>
          </p:nvPr>
        </p:nvSpPr>
        <p:spPr/>
        <p:txBody>
          <a:bodyPr/>
          <a:lstStyle/>
          <a:p>
            <a:r>
              <a:rPr lang="en-US" dirty="0"/>
              <a:t>Theme 2</a:t>
            </a:r>
          </a:p>
        </p:txBody>
      </p:sp>
      <p:sp>
        <p:nvSpPr>
          <p:cNvPr id="6" name="Rectangle 5">
            <a:extLst>
              <a:ext uri="{FF2B5EF4-FFF2-40B4-BE49-F238E27FC236}">
                <a16:creationId xmlns:a16="http://schemas.microsoft.com/office/drawing/2014/main" id="{7E8E8C51-5970-E740-959D-14BE8084FCF8}"/>
              </a:ext>
            </a:extLst>
          </p:cNvPr>
          <p:cNvSpPr/>
          <p:nvPr/>
        </p:nvSpPr>
        <p:spPr>
          <a:xfrm>
            <a:off x="6095999" y="6064231"/>
            <a:ext cx="4414670" cy="1415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spAutoFit/>
          </a:bodyPr>
          <a:lstStyle/>
          <a:p>
            <a:pPr lvl="0" defTabSz="457200">
              <a:lnSpc>
                <a:spcPct val="120000"/>
              </a:lnSpc>
              <a:spcAft>
                <a:spcPts val="1200"/>
              </a:spcAft>
              <a:defRPr/>
            </a:pPr>
            <a:r>
              <a:rPr lang="en-US" sz="800" dirty="0">
                <a:solidFill>
                  <a:schemeClr val="accent4"/>
                </a:solidFill>
              </a:rPr>
              <a:t>© Duarte Press, LLC. All Rights Reserved. Slidedoc is a trademark of Duarte Press, LLC.</a:t>
            </a:r>
            <a:endParaRPr kumimoji="0" lang="en-US" sz="800" b="0" i="0" u="none" strike="noStrike" kern="1200" cap="none" spc="0" normalizeH="0" baseline="0" noProof="0" dirty="0">
              <a:ln>
                <a:noFill/>
              </a:ln>
              <a:solidFill>
                <a:schemeClr val="accent4"/>
              </a:solidFill>
              <a:effectLst/>
              <a:uLnTx/>
              <a:uFillTx/>
              <a:latin typeface="Montserrat" panose="00000500000000000000" pitchFamily="2" charset="0"/>
              <a:ea typeface="Montserrat" panose="00000500000000000000" pitchFamily="2" charset="0"/>
              <a:cs typeface="+mn-cs"/>
            </a:endParaRPr>
          </a:p>
        </p:txBody>
      </p:sp>
    </p:spTree>
    <p:extLst>
      <p:ext uri="{BB962C8B-B14F-4D97-AF65-F5344CB8AC3E}">
        <p14:creationId xmlns:p14="http://schemas.microsoft.com/office/powerpoint/2010/main" val="2017725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960D52E5-63D0-73B8-9210-DE49CA6998D8}"/>
              </a:ext>
              <a:ext uri="{C183D7F6-B498-43B3-948B-1728B52AA6E4}">
                <adec:decorative xmlns:adec="http://schemas.microsoft.com/office/drawing/2017/decorative" val="1"/>
              </a:ext>
            </a:extLst>
          </p:cNvPr>
          <p:cNvSpPr/>
          <p:nvPr/>
        </p:nvSpPr>
        <p:spPr bwMode="white">
          <a:xfrm>
            <a:off x="912361" y="2690660"/>
            <a:ext cx="10333091" cy="331577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dirty="0">
              <a:solidFill>
                <a:schemeClr val="bg1"/>
              </a:solidFill>
            </a:endParaRPr>
          </a:p>
        </p:txBody>
      </p:sp>
      <p:sp>
        <p:nvSpPr>
          <p:cNvPr id="2" name="Rectangle 1">
            <a:extLst>
              <a:ext uri="{FF2B5EF4-FFF2-40B4-BE49-F238E27FC236}">
                <a16:creationId xmlns:a16="http://schemas.microsoft.com/office/drawing/2014/main" id="{72B51891-E510-7CED-9C13-4315EB4E845B}"/>
              </a:ext>
              <a:ext uri="{C183D7F6-B498-43B3-948B-1728B52AA6E4}">
                <adec:decorative xmlns:adec="http://schemas.microsoft.com/office/drawing/2017/decorative" val="1"/>
              </a:ext>
            </a:extLst>
          </p:cNvPr>
          <p:cNvSpPr/>
          <p:nvPr/>
        </p:nvSpPr>
        <p:spPr bwMode="white">
          <a:xfrm>
            <a:off x="922338" y="2056597"/>
            <a:ext cx="6631438" cy="47446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dirty="0">
              <a:solidFill>
                <a:schemeClr val="bg1"/>
              </a:solidFill>
            </a:endParaRPr>
          </a:p>
        </p:txBody>
      </p:sp>
      <p:sp>
        <p:nvSpPr>
          <p:cNvPr id="4" name="Subtitle 3">
            <a:extLst>
              <a:ext uri="{FF2B5EF4-FFF2-40B4-BE49-F238E27FC236}">
                <a16:creationId xmlns:a16="http://schemas.microsoft.com/office/drawing/2014/main" id="{D9DF178C-3DA4-404B-895E-688D98B0135D}"/>
              </a:ext>
            </a:extLst>
          </p:cNvPr>
          <p:cNvSpPr>
            <a:spLocks noGrp="1"/>
          </p:cNvSpPr>
          <p:nvPr>
            <p:ph type="subTitle" idx="15"/>
          </p:nvPr>
        </p:nvSpPr>
        <p:spPr/>
        <p:txBody>
          <a:bodyPr/>
          <a:lstStyle/>
          <a:p>
            <a:r>
              <a:rPr lang="en-US" dirty="0">
                <a:solidFill>
                  <a:schemeClr val="tx1"/>
                </a:solidFill>
              </a:rPr>
              <a:t>Before Getting Started</a:t>
            </a:r>
          </a:p>
        </p:txBody>
      </p:sp>
      <p:sp>
        <p:nvSpPr>
          <p:cNvPr id="29" name="Title 28">
            <a:extLst>
              <a:ext uri="{FF2B5EF4-FFF2-40B4-BE49-F238E27FC236}">
                <a16:creationId xmlns:a16="http://schemas.microsoft.com/office/drawing/2014/main" id="{39F84332-BED5-4816-94C0-ADBF41CD9EBF}"/>
              </a:ext>
            </a:extLst>
          </p:cNvPr>
          <p:cNvSpPr>
            <a:spLocks noGrp="1"/>
          </p:cNvSpPr>
          <p:nvPr>
            <p:ph type="title"/>
          </p:nvPr>
        </p:nvSpPr>
        <p:spPr>
          <a:xfrm>
            <a:off x="922338" y="1182433"/>
            <a:ext cx="9318942" cy="786335"/>
          </a:xfrm>
        </p:spPr>
        <p:txBody>
          <a:bodyPr/>
          <a:lstStyle/>
          <a:p>
            <a:r>
              <a:rPr lang="en-US" sz="4400" dirty="0">
                <a:solidFill>
                  <a:schemeClr val="tx1"/>
                </a:solidFill>
              </a:rPr>
              <a:t>Font Check + Free Download</a:t>
            </a:r>
          </a:p>
        </p:txBody>
      </p:sp>
      <p:sp>
        <p:nvSpPr>
          <p:cNvPr id="26" name="Rectangle 25">
            <a:extLst>
              <a:ext uri="{FF2B5EF4-FFF2-40B4-BE49-F238E27FC236}">
                <a16:creationId xmlns:a16="http://schemas.microsoft.com/office/drawing/2014/main" id="{358A9CEE-A7FD-4048-B8EE-4B0D16B258FA}"/>
              </a:ext>
            </a:extLst>
          </p:cNvPr>
          <p:cNvSpPr/>
          <p:nvPr/>
        </p:nvSpPr>
        <p:spPr>
          <a:xfrm>
            <a:off x="1070384" y="2148991"/>
            <a:ext cx="6954286" cy="276999"/>
          </a:xfrm>
          <a:prstGeom prst="rect">
            <a:avLst/>
          </a:prstGeom>
        </p:spPr>
        <p:txBody>
          <a:bodyPr wrap="square" lIns="0" tIns="0" rIns="0" bIns="0" anchor="b">
            <a:spAutoFit/>
          </a:bodyPr>
          <a:lstStyle/>
          <a:p>
            <a:r>
              <a:rPr lang="en-US" b="0" dirty="0">
                <a:solidFill>
                  <a:schemeClr val="bg1"/>
                </a:solidFill>
              </a:rPr>
              <a:t>Does the </a:t>
            </a:r>
            <a:r>
              <a:rPr lang="en-US" b="1" dirty="0">
                <a:solidFill>
                  <a:schemeClr val="accent6"/>
                </a:solidFill>
              </a:rPr>
              <a:t>gold</a:t>
            </a:r>
            <a:r>
              <a:rPr lang="en-US" b="0" dirty="0">
                <a:solidFill>
                  <a:schemeClr val="bg1"/>
                </a:solidFill>
              </a:rPr>
              <a:t> text </a:t>
            </a:r>
            <a:r>
              <a:rPr lang="en-US" dirty="0">
                <a:solidFill>
                  <a:schemeClr val="bg1"/>
                </a:solidFill>
              </a:rPr>
              <a:t>match </a:t>
            </a:r>
            <a:r>
              <a:rPr lang="en-US" b="0" dirty="0">
                <a:solidFill>
                  <a:schemeClr val="bg1"/>
                </a:solidFill>
              </a:rPr>
              <a:t>the </a:t>
            </a:r>
            <a:r>
              <a:rPr lang="en-US" b="1" dirty="0">
                <a:solidFill>
                  <a:schemeClr val="bg1"/>
                </a:solidFill>
              </a:rPr>
              <a:t>white</a:t>
            </a:r>
            <a:r>
              <a:rPr lang="en-US" dirty="0">
                <a:solidFill>
                  <a:schemeClr val="bg1"/>
                </a:solidFill>
              </a:rPr>
              <a:t> image of</a:t>
            </a:r>
            <a:r>
              <a:rPr lang="en-US" dirty="0">
                <a:solidFill>
                  <a:schemeClr val="accent4"/>
                </a:solidFill>
              </a:rPr>
              <a:t> </a:t>
            </a:r>
            <a:r>
              <a:rPr lang="en-US" dirty="0">
                <a:solidFill>
                  <a:schemeClr val="bg1"/>
                </a:solidFill>
              </a:rPr>
              <a:t>the</a:t>
            </a:r>
            <a:r>
              <a:rPr lang="en-US" dirty="0">
                <a:solidFill>
                  <a:schemeClr val="accent4"/>
                </a:solidFill>
              </a:rPr>
              <a:t> </a:t>
            </a:r>
            <a:r>
              <a:rPr lang="en-US" b="0" dirty="0">
                <a:solidFill>
                  <a:schemeClr val="bg1"/>
                </a:solidFill>
              </a:rPr>
              <a:t>text</a:t>
            </a:r>
            <a:r>
              <a:rPr lang="en-US" dirty="0">
                <a:solidFill>
                  <a:schemeClr val="bg1"/>
                </a:solidFill>
              </a:rPr>
              <a:t>?</a:t>
            </a:r>
          </a:p>
        </p:txBody>
      </p:sp>
      <p:sp>
        <p:nvSpPr>
          <p:cNvPr id="5" name="TextBox 4">
            <a:extLst>
              <a:ext uri="{FF2B5EF4-FFF2-40B4-BE49-F238E27FC236}">
                <a16:creationId xmlns:a16="http://schemas.microsoft.com/office/drawing/2014/main" id="{5A46079A-8031-4B6E-87EF-2B59ADDB0B7F}"/>
              </a:ext>
            </a:extLst>
          </p:cNvPr>
          <p:cNvSpPr txBox="1"/>
          <p:nvPr/>
        </p:nvSpPr>
        <p:spPr bwMode="ltGray">
          <a:xfrm>
            <a:off x="1394500" y="3040405"/>
            <a:ext cx="3106455" cy="444224"/>
          </a:xfrm>
          <a:prstGeom prst="rect">
            <a:avLst/>
          </a:prstGeom>
        </p:spPr>
        <p:txBody>
          <a:bodyPr vert="horz" wrap="square" lIns="0" tIns="0" rIns="0" bIns="0" rtlCol="0">
            <a:spAutoFit/>
          </a:bodyPr>
          <a:lstStyle/>
          <a:p>
            <a:pPr algn="l">
              <a:lnSpc>
                <a:spcPct val="110000"/>
              </a:lnSpc>
              <a:spcBef>
                <a:spcPts val="600"/>
              </a:spcBef>
              <a:spcAft>
                <a:spcPts val="600"/>
              </a:spcAft>
            </a:pPr>
            <a:r>
              <a:rPr lang="en-US" sz="2800" dirty="0">
                <a:solidFill>
                  <a:schemeClr val="accent6"/>
                </a:solidFill>
                <a:latin typeface="Montserrat" panose="02000505000000020004" pitchFamily="2" charset="0"/>
              </a:rPr>
              <a:t>Montserrat</a:t>
            </a:r>
          </a:p>
        </p:txBody>
      </p:sp>
      <p:sp>
        <p:nvSpPr>
          <p:cNvPr id="25" name="Freeform: Shape 24" descr="Image of Montserrat font to compare to the text above it">
            <a:extLst>
              <a:ext uri="{FF2B5EF4-FFF2-40B4-BE49-F238E27FC236}">
                <a16:creationId xmlns:a16="http://schemas.microsoft.com/office/drawing/2014/main" id="{8FC41CC8-CAD7-4F40-AFE9-976ACC45CB7C}"/>
              </a:ext>
              <a:ext uri="{C183D7F6-B498-43B3-948B-1728B52AA6E4}">
                <adec:decorative xmlns:adec="http://schemas.microsoft.com/office/drawing/2017/decorative" val="0"/>
              </a:ext>
            </a:extLst>
          </p:cNvPr>
          <p:cNvSpPr/>
          <p:nvPr/>
        </p:nvSpPr>
        <p:spPr bwMode="black">
          <a:xfrm>
            <a:off x="1428685" y="3608128"/>
            <a:ext cx="1948634" cy="249165"/>
          </a:xfrm>
          <a:custGeom>
            <a:avLst/>
            <a:gdLst>
              <a:gd name="connsiteX0" fmla="*/ 1691155 w 1948634"/>
              <a:gd name="connsiteY0" fmla="*/ 160706 h 249165"/>
              <a:gd name="connsiteX1" fmla="*/ 1648511 w 1948634"/>
              <a:gd name="connsiteY1" fmla="*/ 187490 h 249165"/>
              <a:gd name="connsiteX2" fmla="*/ 1659084 w 1948634"/>
              <a:gd name="connsiteY2" fmla="*/ 208459 h 249165"/>
              <a:gd name="connsiteX3" fmla="*/ 1688511 w 1948634"/>
              <a:gd name="connsiteY3" fmla="*/ 215684 h 249165"/>
              <a:gd name="connsiteX4" fmla="*/ 1721463 w 1948634"/>
              <a:gd name="connsiteY4" fmla="*/ 205111 h 249165"/>
              <a:gd name="connsiteX5" fmla="*/ 1735560 w 1948634"/>
              <a:gd name="connsiteY5" fmla="*/ 176565 h 249165"/>
              <a:gd name="connsiteX6" fmla="*/ 1735560 w 1948634"/>
              <a:gd name="connsiteY6" fmla="*/ 160706 h 249165"/>
              <a:gd name="connsiteX7" fmla="*/ 423606 w 1948634"/>
              <a:gd name="connsiteY7" fmla="*/ 91278 h 249165"/>
              <a:gd name="connsiteX8" fmla="*/ 381138 w 1948634"/>
              <a:gd name="connsiteY8" fmla="*/ 108371 h 249165"/>
              <a:gd name="connsiteX9" fmla="*/ 364398 w 1948634"/>
              <a:gd name="connsiteY9" fmla="*/ 152600 h 249165"/>
              <a:gd name="connsiteX10" fmla="*/ 381138 w 1948634"/>
              <a:gd name="connsiteY10" fmla="*/ 196829 h 249165"/>
              <a:gd name="connsiteX11" fmla="*/ 423606 w 1948634"/>
              <a:gd name="connsiteY11" fmla="*/ 213922 h 249165"/>
              <a:gd name="connsiteX12" fmla="*/ 466073 w 1948634"/>
              <a:gd name="connsiteY12" fmla="*/ 196829 h 249165"/>
              <a:gd name="connsiteX13" fmla="*/ 482813 w 1948634"/>
              <a:gd name="connsiteY13" fmla="*/ 152600 h 249165"/>
              <a:gd name="connsiteX14" fmla="*/ 466073 w 1948634"/>
              <a:gd name="connsiteY14" fmla="*/ 108371 h 249165"/>
              <a:gd name="connsiteX15" fmla="*/ 423606 w 1948634"/>
              <a:gd name="connsiteY15" fmla="*/ 91278 h 249165"/>
              <a:gd name="connsiteX16" fmla="*/ 1202013 w 1948634"/>
              <a:gd name="connsiteY16" fmla="*/ 89868 h 249165"/>
              <a:gd name="connsiteX17" fmla="*/ 1163070 w 1948634"/>
              <a:gd name="connsiteY17" fmla="*/ 103084 h 249165"/>
              <a:gd name="connsiteX18" fmla="*/ 1145801 w 1948634"/>
              <a:gd name="connsiteY18" fmla="*/ 138856 h 249165"/>
              <a:gd name="connsiteX19" fmla="*/ 1253290 w 1948634"/>
              <a:gd name="connsiteY19" fmla="*/ 138856 h 249165"/>
              <a:gd name="connsiteX20" fmla="*/ 1238489 w 1948634"/>
              <a:gd name="connsiteY20" fmla="*/ 102556 h 249165"/>
              <a:gd name="connsiteX21" fmla="*/ 1202013 w 1948634"/>
              <a:gd name="connsiteY21" fmla="*/ 89868 h 249165"/>
              <a:gd name="connsiteX22" fmla="*/ 1699965 w 1948634"/>
              <a:gd name="connsiteY22" fmla="*/ 56036 h 249165"/>
              <a:gd name="connsiteX23" fmla="*/ 1754062 w 1948634"/>
              <a:gd name="connsiteY23" fmla="*/ 72776 h 249165"/>
              <a:gd name="connsiteX24" fmla="*/ 1775032 w 1948634"/>
              <a:gd name="connsiteY24" fmla="*/ 125463 h 249165"/>
              <a:gd name="connsiteX25" fmla="*/ 1775032 w 1948634"/>
              <a:gd name="connsiteY25" fmla="*/ 246345 h 249165"/>
              <a:gd name="connsiteX26" fmla="*/ 1739084 w 1948634"/>
              <a:gd name="connsiteY26" fmla="*/ 246345 h 249165"/>
              <a:gd name="connsiteX27" fmla="*/ 1739084 w 1948634"/>
              <a:gd name="connsiteY27" fmla="*/ 221323 h 249165"/>
              <a:gd name="connsiteX28" fmla="*/ 1676705 w 1948634"/>
              <a:gd name="connsiteY28" fmla="*/ 249165 h 249165"/>
              <a:gd name="connsiteX29" fmla="*/ 1628247 w 1948634"/>
              <a:gd name="connsiteY29" fmla="*/ 232601 h 249165"/>
              <a:gd name="connsiteX30" fmla="*/ 1609040 w 1948634"/>
              <a:gd name="connsiteY30" fmla="*/ 188371 h 249165"/>
              <a:gd name="connsiteX31" fmla="*/ 1629480 w 1948634"/>
              <a:gd name="connsiteY31" fmla="*/ 146961 h 249165"/>
              <a:gd name="connsiteX32" fmla="*/ 1684811 w 1948634"/>
              <a:gd name="connsiteY32" fmla="*/ 133217 h 249165"/>
              <a:gd name="connsiteX33" fmla="*/ 1735913 w 1948634"/>
              <a:gd name="connsiteY33" fmla="*/ 133217 h 249165"/>
              <a:gd name="connsiteX34" fmla="*/ 1735913 w 1948634"/>
              <a:gd name="connsiteY34" fmla="*/ 126168 h 249165"/>
              <a:gd name="connsiteX35" fmla="*/ 1694326 w 1948634"/>
              <a:gd name="connsiteY35" fmla="*/ 88811 h 249165"/>
              <a:gd name="connsiteX36" fmla="*/ 1640053 w 1948634"/>
              <a:gd name="connsiteY36" fmla="*/ 107842 h 249165"/>
              <a:gd name="connsiteX37" fmla="*/ 1622432 w 1948634"/>
              <a:gd name="connsiteY37" fmla="*/ 83172 h 249165"/>
              <a:gd name="connsiteX38" fmla="*/ 1699965 w 1948634"/>
              <a:gd name="connsiteY38" fmla="*/ 56036 h 249165"/>
              <a:gd name="connsiteX39" fmla="*/ 1580350 w 1948634"/>
              <a:gd name="connsiteY39" fmla="*/ 56036 h 249165"/>
              <a:gd name="connsiteX40" fmla="*/ 1580703 w 1948634"/>
              <a:gd name="connsiteY40" fmla="*/ 95860 h 249165"/>
              <a:gd name="connsiteX41" fmla="*/ 1578588 w 1948634"/>
              <a:gd name="connsiteY41" fmla="*/ 95860 h 249165"/>
              <a:gd name="connsiteX42" fmla="*/ 1534535 w 1948634"/>
              <a:gd name="connsiteY42" fmla="*/ 114891 h 249165"/>
              <a:gd name="connsiteX43" fmla="*/ 1519733 w 1948634"/>
              <a:gd name="connsiteY43" fmla="*/ 165992 h 249165"/>
              <a:gd name="connsiteX44" fmla="*/ 1519733 w 1948634"/>
              <a:gd name="connsiteY44" fmla="*/ 246345 h 249165"/>
              <a:gd name="connsiteX45" fmla="*/ 1480262 w 1948634"/>
              <a:gd name="connsiteY45" fmla="*/ 246345 h 249165"/>
              <a:gd name="connsiteX46" fmla="*/ 1480262 w 1948634"/>
              <a:gd name="connsiteY46" fmla="*/ 58855 h 249165"/>
              <a:gd name="connsiteX47" fmla="*/ 1519733 w 1948634"/>
              <a:gd name="connsiteY47" fmla="*/ 58855 h 249165"/>
              <a:gd name="connsiteX48" fmla="*/ 1519733 w 1948634"/>
              <a:gd name="connsiteY48" fmla="*/ 96565 h 249165"/>
              <a:gd name="connsiteX49" fmla="*/ 1545636 w 1948634"/>
              <a:gd name="connsiteY49" fmla="*/ 67666 h 249165"/>
              <a:gd name="connsiteX50" fmla="*/ 1580350 w 1948634"/>
              <a:gd name="connsiteY50" fmla="*/ 56036 h 249165"/>
              <a:gd name="connsiteX51" fmla="*/ 1437475 w 1948634"/>
              <a:gd name="connsiteY51" fmla="*/ 56036 h 249165"/>
              <a:gd name="connsiteX52" fmla="*/ 1437828 w 1948634"/>
              <a:gd name="connsiteY52" fmla="*/ 95860 h 249165"/>
              <a:gd name="connsiteX53" fmla="*/ 1435713 w 1948634"/>
              <a:gd name="connsiteY53" fmla="*/ 95860 h 249165"/>
              <a:gd name="connsiteX54" fmla="*/ 1391660 w 1948634"/>
              <a:gd name="connsiteY54" fmla="*/ 114891 h 249165"/>
              <a:gd name="connsiteX55" fmla="*/ 1376858 w 1948634"/>
              <a:gd name="connsiteY55" fmla="*/ 165992 h 249165"/>
              <a:gd name="connsiteX56" fmla="*/ 1376858 w 1948634"/>
              <a:gd name="connsiteY56" fmla="*/ 246345 h 249165"/>
              <a:gd name="connsiteX57" fmla="*/ 1337387 w 1948634"/>
              <a:gd name="connsiteY57" fmla="*/ 246345 h 249165"/>
              <a:gd name="connsiteX58" fmla="*/ 1337387 w 1948634"/>
              <a:gd name="connsiteY58" fmla="*/ 58855 h 249165"/>
              <a:gd name="connsiteX59" fmla="*/ 1376858 w 1948634"/>
              <a:gd name="connsiteY59" fmla="*/ 58855 h 249165"/>
              <a:gd name="connsiteX60" fmla="*/ 1376858 w 1948634"/>
              <a:gd name="connsiteY60" fmla="*/ 96565 h 249165"/>
              <a:gd name="connsiteX61" fmla="*/ 1402761 w 1948634"/>
              <a:gd name="connsiteY61" fmla="*/ 67666 h 249165"/>
              <a:gd name="connsiteX62" fmla="*/ 1437475 w 1948634"/>
              <a:gd name="connsiteY62" fmla="*/ 56036 h 249165"/>
              <a:gd name="connsiteX63" fmla="*/ 1200955 w 1948634"/>
              <a:gd name="connsiteY63" fmla="*/ 56036 h 249165"/>
              <a:gd name="connsiteX64" fmla="*/ 1265978 w 1948634"/>
              <a:gd name="connsiteY64" fmla="*/ 79119 h 249165"/>
              <a:gd name="connsiteX65" fmla="*/ 1292762 w 1948634"/>
              <a:gd name="connsiteY65" fmla="*/ 142732 h 249165"/>
              <a:gd name="connsiteX66" fmla="*/ 1292762 w 1948634"/>
              <a:gd name="connsiteY66" fmla="*/ 169869 h 249165"/>
              <a:gd name="connsiteX67" fmla="*/ 1145801 w 1948634"/>
              <a:gd name="connsiteY67" fmla="*/ 169869 h 249165"/>
              <a:gd name="connsiteX68" fmla="*/ 1164479 w 1948634"/>
              <a:gd name="connsiteY68" fmla="*/ 202821 h 249165"/>
              <a:gd name="connsiteX69" fmla="*/ 1203951 w 1948634"/>
              <a:gd name="connsiteY69" fmla="*/ 215332 h 249165"/>
              <a:gd name="connsiteX70" fmla="*/ 1257519 w 1948634"/>
              <a:gd name="connsiteY70" fmla="*/ 193129 h 249165"/>
              <a:gd name="connsiteX71" fmla="*/ 1280075 w 1948634"/>
              <a:gd name="connsiteY71" fmla="*/ 217799 h 249165"/>
              <a:gd name="connsiteX72" fmla="*/ 1201132 w 1948634"/>
              <a:gd name="connsiteY72" fmla="*/ 249165 h 249165"/>
              <a:gd name="connsiteX73" fmla="*/ 1133994 w 1948634"/>
              <a:gd name="connsiteY73" fmla="*/ 222909 h 249165"/>
              <a:gd name="connsiteX74" fmla="*/ 1106329 w 1948634"/>
              <a:gd name="connsiteY74" fmla="*/ 152424 h 249165"/>
              <a:gd name="connsiteX75" fmla="*/ 1134523 w 1948634"/>
              <a:gd name="connsiteY75" fmla="*/ 82115 h 249165"/>
              <a:gd name="connsiteX76" fmla="*/ 1200955 w 1948634"/>
              <a:gd name="connsiteY76" fmla="*/ 56036 h 249165"/>
              <a:gd name="connsiteX77" fmla="*/ 1004650 w 1948634"/>
              <a:gd name="connsiteY77" fmla="*/ 56036 h 249165"/>
              <a:gd name="connsiteX78" fmla="*/ 1065972 w 1948634"/>
              <a:gd name="connsiteY78" fmla="*/ 75067 h 249165"/>
              <a:gd name="connsiteX79" fmla="*/ 1051170 w 1948634"/>
              <a:gd name="connsiteY79" fmla="*/ 104318 h 249165"/>
              <a:gd name="connsiteX80" fmla="*/ 1001478 w 1948634"/>
              <a:gd name="connsiteY80" fmla="*/ 89164 h 249165"/>
              <a:gd name="connsiteX81" fmla="*/ 978570 w 1948634"/>
              <a:gd name="connsiteY81" fmla="*/ 94274 h 249165"/>
              <a:gd name="connsiteX82" fmla="*/ 969760 w 1948634"/>
              <a:gd name="connsiteY82" fmla="*/ 109604 h 249165"/>
              <a:gd name="connsiteX83" fmla="*/ 978923 w 1948634"/>
              <a:gd name="connsiteY83" fmla="*/ 122996 h 249165"/>
              <a:gd name="connsiteX84" fmla="*/ 996720 w 1948634"/>
              <a:gd name="connsiteY84" fmla="*/ 128988 h 249165"/>
              <a:gd name="connsiteX85" fmla="*/ 1016985 w 1948634"/>
              <a:gd name="connsiteY85" fmla="*/ 134626 h 249165"/>
              <a:gd name="connsiteX86" fmla="*/ 1034077 w 1948634"/>
              <a:gd name="connsiteY86" fmla="*/ 140970 h 249165"/>
              <a:gd name="connsiteX87" fmla="*/ 1051875 w 1948634"/>
              <a:gd name="connsiteY87" fmla="*/ 150838 h 249165"/>
              <a:gd name="connsiteX88" fmla="*/ 1070906 w 1948634"/>
              <a:gd name="connsiteY88" fmla="*/ 190310 h 249165"/>
              <a:gd name="connsiteX89" fmla="*/ 1051522 w 1948634"/>
              <a:gd name="connsiteY89" fmla="*/ 233129 h 249165"/>
              <a:gd name="connsiteX90" fmla="*/ 1001830 w 1948634"/>
              <a:gd name="connsiteY90" fmla="*/ 249165 h 249165"/>
              <a:gd name="connsiteX91" fmla="*/ 959363 w 1948634"/>
              <a:gd name="connsiteY91" fmla="*/ 241764 h 249165"/>
              <a:gd name="connsiteX92" fmla="*/ 920420 w 1948634"/>
              <a:gd name="connsiteY92" fmla="*/ 220971 h 249165"/>
              <a:gd name="connsiteX93" fmla="*/ 939451 w 1948634"/>
              <a:gd name="connsiteY93" fmla="*/ 190310 h 249165"/>
              <a:gd name="connsiteX94" fmla="*/ 1002888 w 1948634"/>
              <a:gd name="connsiteY94" fmla="*/ 214979 h 249165"/>
              <a:gd name="connsiteX95" fmla="*/ 1024033 w 1948634"/>
              <a:gd name="connsiteY95" fmla="*/ 208812 h 249165"/>
              <a:gd name="connsiteX96" fmla="*/ 1031786 w 1948634"/>
              <a:gd name="connsiteY96" fmla="*/ 193129 h 249165"/>
              <a:gd name="connsiteX97" fmla="*/ 994429 w 1948634"/>
              <a:gd name="connsiteY97" fmla="*/ 167754 h 249165"/>
              <a:gd name="connsiteX98" fmla="*/ 990200 w 1948634"/>
              <a:gd name="connsiteY98" fmla="*/ 166345 h 249165"/>
              <a:gd name="connsiteX99" fmla="*/ 931698 w 1948634"/>
              <a:gd name="connsiteY99" fmla="*/ 113481 h 249165"/>
              <a:gd name="connsiteX100" fmla="*/ 951962 w 1948634"/>
              <a:gd name="connsiteY100" fmla="*/ 71719 h 249165"/>
              <a:gd name="connsiteX101" fmla="*/ 1004650 w 1948634"/>
              <a:gd name="connsiteY101" fmla="*/ 56036 h 249165"/>
              <a:gd name="connsiteX102" fmla="*/ 667712 w 1948634"/>
              <a:gd name="connsiteY102" fmla="*/ 56036 h 249165"/>
              <a:gd name="connsiteX103" fmla="*/ 718990 w 1948634"/>
              <a:gd name="connsiteY103" fmla="*/ 75419 h 249165"/>
              <a:gd name="connsiteX104" fmla="*/ 738550 w 1948634"/>
              <a:gd name="connsiteY104" fmla="*/ 131455 h 249165"/>
              <a:gd name="connsiteX105" fmla="*/ 738550 w 1948634"/>
              <a:gd name="connsiteY105" fmla="*/ 246345 h 249165"/>
              <a:gd name="connsiteX106" fmla="*/ 699078 w 1948634"/>
              <a:gd name="connsiteY106" fmla="*/ 246345 h 249165"/>
              <a:gd name="connsiteX107" fmla="*/ 699078 w 1948634"/>
              <a:gd name="connsiteY107" fmla="*/ 143437 h 249165"/>
              <a:gd name="connsiteX108" fmla="*/ 656082 w 1948634"/>
              <a:gd name="connsiteY108" fmla="*/ 91631 h 249165"/>
              <a:gd name="connsiteX109" fmla="*/ 620487 w 1948634"/>
              <a:gd name="connsiteY109" fmla="*/ 105199 h 249165"/>
              <a:gd name="connsiteX110" fmla="*/ 605333 w 1948634"/>
              <a:gd name="connsiteY110" fmla="*/ 144847 h 249165"/>
              <a:gd name="connsiteX111" fmla="*/ 605333 w 1948634"/>
              <a:gd name="connsiteY111" fmla="*/ 246345 h 249165"/>
              <a:gd name="connsiteX112" fmla="*/ 565862 w 1948634"/>
              <a:gd name="connsiteY112" fmla="*/ 246345 h 249165"/>
              <a:gd name="connsiteX113" fmla="*/ 565862 w 1948634"/>
              <a:gd name="connsiteY113" fmla="*/ 58855 h 249165"/>
              <a:gd name="connsiteX114" fmla="*/ 605333 w 1948634"/>
              <a:gd name="connsiteY114" fmla="*/ 58855 h 249165"/>
              <a:gd name="connsiteX115" fmla="*/ 605333 w 1948634"/>
              <a:gd name="connsiteY115" fmla="*/ 93040 h 249165"/>
              <a:gd name="connsiteX116" fmla="*/ 631589 w 1948634"/>
              <a:gd name="connsiteY116" fmla="*/ 65904 h 249165"/>
              <a:gd name="connsiteX117" fmla="*/ 667712 w 1948634"/>
              <a:gd name="connsiteY117" fmla="*/ 56036 h 249165"/>
              <a:gd name="connsiteX118" fmla="*/ 423606 w 1948634"/>
              <a:gd name="connsiteY118" fmla="*/ 56036 h 249165"/>
              <a:gd name="connsiteX119" fmla="*/ 494091 w 1948634"/>
              <a:gd name="connsiteY119" fmla="*/ 84053 h 249165"/>
              <a:gd name="connsiteX120" fmla="*/ 522285 w 1948634"/>
              <a:gd name="connsiteY120" fmla="*/ 152600 h 249165"/>
              <a:gd name="connsiteX121" fmla="*/ 494091 w 1948634"/>
              <a:gd name="connsiteY121" fmla="*/ 221147 h 249165"/>
              <a:gd name="connsiteX122" fmla="*/ 423606 w 1948634"/>
              <a:gd name="connsiteY122" fmla="*/ 249165 h 249165"/>
              <a:gd name="connsiteX123" fmla="*/ 353121 w 1948634"/>
              <a:gd name="connsiteY123" fmla="*/ 221147 h 249165"/>
              <a:gd name="connsiteX124" fmla="*/ 324927 w 1948634"/>
              <a:gd name="connsiteY124" fmla="*/ 152600 h 249165"/>
              <a:gd name="connsiteX125" fmla="*/ 353121 w 1948634"/>
              <a:gd name="connsiteY125" fmla="*/ 84053 h 249165"/>
              <a:gd name="connsiteX126" fmla="*/ 423606 w 1948634"/>
              <a:gd name="connsiteY126" fmla="*/ 56036 h 249165"/>
              <a:gd name="connsiteX127" fmla="*/ 1841850 w 1948634"/>
              <a:gd name="connsiteY127" fmla="*/ 0 h 249165"/>
              <a:gd name="connsiteX128" fmla="*/ 1881321 w 1948634"/>
              <a:gd name="connsiteY128" fmla="*/ 0 h 249165"/>
              <a:gd name="connsiteX129" fmla="*/ 1881321 w 1948634"/>
              <a:gd name="connsiteY129" fmla="*/ 58855 h 249165"/>
              <a:gd name="connsiteX130" fmla="*/ 1930661 w 1948634"/>
              <a:gd name="connsiteY130" fmla="*/ 58855 h 249165"/>
              <a:gd name="connsiteX131" fmla="*/ 1930661 w 1948634"/>
              <a:gd name="connsiteY131" fmla="*/ 90573 h 249165"/>
              <a:gd name="connsiteX132" fmla="*/ 1881321 w 1948634"/>
              <a:gd name="connsiteY132" fmla="*/ 90573 h 249165"/>
              <a:gd name="connsiteX133" fmla="*/ 1881321 w 1948634"/>
              <a:gd name="connsiteY133" fmla="*/ 185728 h 249165"/>
              <a:gd name="connsiteX134" fmla="*/ 1888370 w 1948634"/>
              <a:gd name="connsiteY134" fmla="*/ 207050 h 249165"/>
              <a:gd name="connsiteX135" fmla="*/ 1908106 w 1948634"/>
              <a:gd name="connsiteY135" fmla="*/ 214979 h 249165"/>
              <a:gd name="connsiteX136" fmla="*/ 1932423 w 1948634"/>
              <a:gd name="connsiteY136" fmla="*/ 202644 h 249165"/>
              <a:gd name="connsiteX137" fmla="*/ 1948634 w 1948634"/>
              <a:gd name="connsiteY137" fmla="*/ 230486 h 249165"/>
              <a:gd name="connsiteX138" fmla="*/ 1902643 w 1948634"/>
              <a:gd name="connsiteY138" fmla="*/ 249165 h 249165"/>
              <a:gd name="connsiteX139" fmla="*/ 1859647 w 1948634"/>
              <a:gd name="connsiteY139" fmla="*/ 231720 h 249165"/>
              <a:gd name="connsiteX140" fmla="*/ 1841850 w 1948634"/>
              <a:gd name="connsiteY140" fmla="*/ 184671 h 249165"/>
              <a:gd name="connsiteX141" fmla="*/ 1841850 w 1948634"/>
              <a:gd name="connsiteY141" fmla="*/ 90573 h 249165"/>
              <a:gd name="connsiteX142" fmla="*/ 1818237 w 1948634"/>
              <a:gd name="connsiteY142" fmla="*/ 90573 h 249165"/>
              <a:gd name="connsiteX143" fmla="*/ 1818237 w 1948634"/>
              <a:gd name="connsiteY143" fmla="*/ 58855 h 249165"/>
              <a:gd name="connsiteX144" fmla="*/ 1841850 w 1948634"/>
              <a:gd name="connsiteY144" fmla="*/ 58855 h 249165"/>
              <a:gd name="connsiteX145" fmla="*/ 803625 w 1948634"/>
              <a:gd name="connsiteY145" fmla="*/ 0 h 249165"/>
              <a:gd name="connsiteX146" fmla="*/ 843096 w 1948634"/>
              <a:gd name="connsiteY146" fmla="*/ 0 h 249165"/>
              <a:gd name="connsiteX147" fmla="*/ 843096 w 1948634"/>
              <a:gd name="connsiteY147" fmla="*/ 58855 h 249165"/>
              <a:gd name="connsiteX148" fmla="*/ 892436 w 1948634"/>
              <a:gd name="connsiteY148" fmla="*/ 58855 h 249165"/>
              <a:gd name="connsiteX149" fmla="*/ 892436 w 1948634"/>
              <a:gd name="connsiteY149" fmla="*/ 90573 h 249165"/>
              <a:gd name="connsiteX150" fmla="*/ 843096 w 1948634"/>
              <a:gd name="connsiteY150" fmla="*/ 90573 h 249165"/>
              <a:gd name="connsiteX151" fmla="*/ 843096 w 1948634"/>
              <a:gd name="connsiteY151" fmla="*/ 185728 h 249165"/>
              <a:gd name="connsiteX152" fmla="*/ 850145 w 1948634"/>
              <a:gd name="connsiteY152" fmla="*/ 207050 h 249165"/>
              <a:gd name="connsiteX153" fmla="*/ 869881 w 1948634"/>
              <a:gd name="connsiteY153" fmla="*/ 214979 h 249165"/>
              <a:gd name="connsiteX154" fmla="*/ 894198 w 1948634"/>
              <a:gd name="connsiteY154" fmla="*/ 202644 h 249165"/>
              <a:gd name="connsiteX155" fmla="*/ 910409 w 1948634"/>
              <a:gd name="connsiteY155" fmla="*/ 230486 h 249165"/>
              <a:gd name="connsiteX156" fmla="*/ 864418 w 1948634"/>
              <a:gd name="connsiteY156" fmla="*/ 249165 h 249165"/>
              <a:gd name="connsiteX157" fmla="*/ 821422 w 1948634"/>
              <a:gd name="connsiteY157" fmla="*/ 231720 h 249165"/>
              <a:gd name="connsiteX158" fmla="*/ 803625 w 1948634"/>
              <a:gd name="connsiteY158" fmla="*/ 184671 h 249165"/>
              <a:gd name="connsiteX159" fmla="*/ 803625 w 1948634"/>
              <a:gd name="connsiteY159" fmla="*/ 90573 h 249165"/>
              <a:gd name="connsiteX160" fmla="*/ 780012 w 1948634"/>
              <a:gd name="connsiteY160" fmla="*/ 90573 h 249165"/>
              <a:gd name="connsiteX161" fmla="*/ 780012 w 1948634"/>
              <a:gd name="connsiteY161" fmla="*/ 58855 h 249165"/>
              <a:gd name="connsiteX162" fmla="*/ 803625 w 1948634"/>
              <a:gd name="connsiteY162" fmla="*/ 58855 h 249165"/>
              <a:gd name="connsiteX163" fmla="*/ 0 w 1948634"/>
              <a:gd name="connsiteY163" fmla="*/ 0 h 249165"/>
              <a:gd name="connsiteX164" fmla="*/ 64846 w 1948634"/>
              <a:gd name="connsiteY164" fmla="*/ 0 h 249165"/>
              <a:gd name="connsiteX165" fmla="*/ 139208 w 1948634"/>
              <a:gd name="connsiteY165" fmla="*/ 154715 h 249165"/>
              <a:gd name="connsiteX166" fmla="*/ 213570 w 1948634"/>
              <a:gd name="connsiteY166" fmla="*/ 0 h 249165"/>
              <a:gd name="connsiteX167" fmla="*/ 278064 w 1948634"/>
              <a:gd name="connsiteY167" fmla="*/ 0 h 249165"/>
              <a:gd name="connsiteX168" fmla="*/ 278064 w 1948634"/>
              <a:gd name="connsiteY168" fmla="*/ 246345 h 249165"/>
              <a:gd name="connsiteX169" fmla="*/ 236478 w 1948634"/>
              <a:gd name="connsiteY169" fmla="*/ 246345 h 249165"/>
              <a:gd name="connsiteX170" fmla="*/ 236478 w 1948634"/>
              <a:gd name="connsiteY170" fmla="*/ 53921 h 249165"/>
              <a:gd name="connsiteX171" fmla="*/ 150486 w 1948634"/>
              <a:gd name="connsiteY171" fmla="*/ 224847 h 249165"/>
              <a:gd name="connsiteX172" fmla="*/ 127226 w 1948634"/>
              <a:gd name="connsiteY172" fmla="*/ 224847 h 249165"/>
              <a:gd name="connsiteX173" fmla="*/ 41587 w 1948634"/>
              <a:gd name="connsiteY173" fmla="*/ 53921 h 249165"/>
              <a:gd name="connsiteX174" fmla="*/ 41587 w 1948634"/>
              <a:gd name="connsiteY174" fmla="*/ 246345 h 249165"/>
              <a:gd name="connsiteX175" fmla="*/ 0 w 1948634"/>
              <a:gd name="connsiteY175" fmla="*/ 246345 h 24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948634" h="249165">
                <a:moveTo>
                  <a:pt x="1691155" y="160706"/>
                </a:moveTo>
                <a:cubicBezTo>
                  <a:pt x="1662726" y="160706"/>
                  <a:pt x="1648511" y="169634"/>
                  <a:pt x="1648511" y="187490"/>
                </a:cubicBezTo>
                <a:cubicBezTo>
                  <a:pt x="1648511" y="196653"/>
                  <a:pt x="1652036" y="203643"/>
                  <a:pt x="1659084" y="208459"/>
                </a:cubicBezTo>
                <a:cubicBezTo>
                  <a:pt x="1666132" y="213276"/>
                  <a:pt x="1675942" y="215684"/>
                  <a:pt x="1688511" y="215684"/>
                </a:cubicBezTo>
                <a:cubicBezTo>
                  <a:pt x="1701081" y="215684"/>
                  <a:pt x="1712065" y="212160"/>
                  <a:pt x="1721463" y="205111"/>
                </a:cubicBezTo>
                <a:cubicBezTo>
                  <a:pt x="1730861" y="198063"/>
                  <a:pt x="1735560" y="188547"/>
                  <a:pt x="1735560" y="176565"/>
                </a:cubicBezTo>
                <a:lnTo>
                  <a:pt x="1735560" y="160706"/>
                </a:lnTo>
                <a:close/>
                <a:moveTo>
                  <a:pt x="423606" y="91278"/>
                </a:moveTo>
                <a:cubicBezTo>
                  <a:pt x="406454" y="91278"/>
                  <a:pt x="392299" y="96976"/>
                  <a:pt x="381138" y="108371"/>
                </a:cubicBezTo>
                <a:cubicBezTo>
                  <a:pt x="369978" y="119766"/>
                  <a:pt x="364398" y="134509"/>
                  <a:pt x="364398" y="152600"/>
                </a:cubicBezTo>
                <a:cubicBezTo>
                  <a:pt x="364398" y="170691"/>
                  <a:pt x="369978" y="185434"/>
                  <a:pt x="381138" y="196829"/>
                </a:cubicBezTo>
                <a:cubicBezTo>
                  <a:pt x="392299" y="208225"/>
                  <a:pt x="406454" y="213922"/>
                  <a:pt x="423606" y="213922"/>
                </a:cubicBezTo>
                <a:cubicBezTo>
                  <a:pt x="440757" y="213922"/>
                  <a:pt x="454913" y="208225"/>
                  <a:pt x="466073" y="196829"/>
                </a:cubicBezTo>
                <a:cubicBezTo>
                  <a:pt x="477233" y="185434"/>
                  <a:pt x="482813" y="170691"/>
                  <a:pt x="482813" y="152600"/>
                </a:cubicBezTo>
                <a:cubicBezTo>
                  <a:pt x="482813" y="134509"/>
                  <a:pt x="477233" y="119766"/>
                  <a:pt x="466073" y="108371"/>
                </a:cubicBezTo>
                <a:cubicBezTo>
                  <a:pt x="454913" y="96976"/>
                  <a:pt x="440757" y="91278"/>
                  <a:pt x="423606" y="91278"/>
                </a:cubicBezTo>
                <a:close/>
                <a:moveTo>
                  <a:pt x="1202013" y="89868"/>
                </a:moveTo>
                <a:cubicBezTo>
                  <a:pt x="1187563" y="89868"/>
                  <a:pt x="1174582" y="94274"/>
                  <a:pt x="1163070" y="103084"/>
                </a:cubicBezTo>
                <a:cubicBezTo>
                  <a:pt x="1151557" y="111895"/>
                  <a:pt x="1145801" y="123819"/>
                  <a:pt x="1145801" y="138856"/>
                </a:cubicBezTo>
                <a:lnTo>
                  <a:pt x="1253290" y="138856"/>
                </a:lnTo>
                <a:cubicBezTo>
                  <a:pt x="1253290" y="123114"/>
                  <a:pt x="1248356" y="111014"/>
                  <a:pt x="1238489" y="102556"/>
                </a:cubicBezTo>
                <a:cubicBezTo>
                  <a:pt x="1228621" y="94098"/>
                  <a:pt x="1216462" y="89868"/>
                  <a:pt x="1202013" y="89868"/>
                </a:cubicBezTo>
                <a:close/>
                <a:moveTo>
                  <a:pt x="1699965" y="56036"/>
                </a:moveTo>
                <a:cubicBezTo>
                  <a:pt x="1722050" y="56036"/>
                  <a:pt x="1740083" y="61616"/>
                  <a:pt x="1754062" y="72776"/>
                </a:cubicBezTo>
                <a:cubicBezTo>
                  <a:pt x="1768042" y="83936"/>
                  <a:pt x="1775032" y="101498"/>
                  <a:pt x="1775032" y="125463"/>
                </a:cubicBezTo>
                <a:lnTo>
                  <a:pt x="1775032" y="246345"/>
                </a:lnTo>
                <a:lnTo>
                  <a:pt x="1739084" y="246345"/>
                </a:lnTo>
                <a:lnTo>
                  <a:pt x="1739084" y="221323"/>
                </a:lnTo>
                <a:cubicBezTo>
                  <a:pt x="1723578" y="239884"/>
                  <a:pt x="1702785" y="249165"/>
                  <a:pt x="1676705" y="249165"/>
                </a:cubicBezTo>
                <a:cubicBezTo>
                  <a:pt x="1657204" y="249165"/>
                  <a:pt x="1641052" y="243643"/>
                  <a:pt x="1628247" y="232601"/>
                </a:cubicBezTo>
                <a:cubicBezTo>
                  <a:pt x="1615442" y="221558"/>
                  <a:pt x="1609040" y="206815"/>
                  <a:pt x="1609040" y="188371"/>
                </a:cubicBezTo>
                <a:cubicBezTo>
                  <a:pt x="1609040" y="169928"/>
                  <a:pt x="1615853" y="156124"/>
                  <a:pt x="1629480" y="146961"/>
                </a:cubicBezTo>
                <a:cubicBezTo>
                  <a:pt x="1643107" y="137798"/>
                  <a:pt x="1661551" y="133217"/>
                  <a:pt x="1684811" y="133217"/>
                </a:cubicBezTo>
                <a:lnTo>
                  <a:pt x="1735913" y="133217"/>
                </a:lnTo>
                <a:lnTo>
                  <a:pt x="1735913" y="126168"/>
                </a:lnTo>
                <a:cubicBezTo>
                  <a:pt x="1735913" y="101264"/>
                  <a:pt x="1722050" y="88811"/>
                  <a:pt x="1694326" y="88811"/>
                </a:cubicBezTo>
                <a:cubicBezTo>
                  <a:pt x="1676940" y="88811"/>
                  <a:pt x="1658849" y="95155"/>
                  <a:pt x="1640053" y="107842"/>
                </a:cubicBezTo>
                <a:lnTo>
                  <a:pt x="1622432" y="83172"/>
                </a:lnTo>
                <a:cubicBezTo>
                  <a:pt x="1645222" y="65081"/>
                  <a:pt x="1671066" y="56036"/>
                  <a:pt x="1699965" y="56036"/>
                </a:cubicBezTo>
                <a:close/>
                <a:moveTo>
                  <a:pt x="1580350" y="56036"/>
                </a:moveTo>
                <a:lnTo>
                  <a:pt x="1580703" y="95860"/>
                </a:lnTo>
                <a:cubicBezTo>
                  <a:pt x="1579998" y="95860"/>
                  <a:pt x="1579293" y="95860"/>
                  <a:pt x="1578588" y="95860"/>
                </a:cubicBezTo>
                <a:cubicBezTo>
                  <a:pt x="1559087" y="95860"/>
                  <a:pt x="1544403" y="102203"/>
                  <a:pt x="1534535" y="114891"/>
                </a:cubicBezTo>
                <a:cubicBezTo>
                  <a:pt x="1524667" y="127578"/>
                  <a:pt x="1519733" y="144612"/>
                  <a:pt x="1519733" y="165992"/>
                </a:cubicBezTo>
                <a:lnTo>
                  <a:pt x="1519733" y="246345"/>
                </a:lnTo>
                <a:lnTo>
                  <a:pt x="1480262" y="246345"/>
                </a:lnTo>
                <a:lnTo>
                  <a:pt x="1480262" y="58855"/>
                </a:lnTo>
                <a:lnTo>
                  <a:pt x="1519733" y="58855"/>
                </a:lnTo>
                <a:lnTo>
                  <a:pt x="1519733" y="96565"/>
                </a:lnTo>
                <a:cubicBezTo>
                  <a:pt x="1526077" y="84817"/>
                  <a:pt x="1534711" y="75184"/>
                  <a:pt x="1545636" y="67666"/>
                </a:cubicBezTo>
                <a:cubicBezTo>
                  <a:pt x="1556562" y="60147"/>
                  <a:pt x="1568133" y="56271"/>
                  <a:pt x="1580350" y="56036"/>
                </a:cubicBezTo>
                <a:close/>
                <a:moveTo>
                  <a:pt x="1437475" y="56036"/>
                </a:moveTo>
                <a:lnTo>
                  <a:pt x="1437828" y="95860"/>
                </a:lnTo>
                <a:cubicBezTo>
                  <a:pt x="1437123" y="95860"/>
                  <a:pt x="1436418" y="95860"/>
                  <a:pt x="1435713" y="95860"/>
                </a:cubicBezTo>
                <a:cubicBezTo>
                  <a:pt x="1416212" y="95860"/>
                  <a:pt x="1401528" y="102203"/>
                  <a:pt x="1391660" y="114891"/>
                </a:cubicBezTo>
                <a:cubicBezTo>
                  <a:pt x="1381792" y="127578"/>
                  <a:pt x="1376858" y="144612"/>
                  <a:pt x="1376858" y="165992"/>
                </a:cubicBezTo>
                <a:lnTo>
                  <a:pt x="1376858" y="246345"/>
                </a:lnTo>
                <a:lnTo>
                  <a:pt x="1337387" y="246345"/>
                </a:lnTo>
                <a:lnTo>
                  <a:pt x="1337387" y="58855"/>
                </a:lnTo>
                <a:lnTo>
                  <a:pt x="1376858" y="58855"/>
                </a:lnTo>
                <a:lnTo>
                  <a:pt x="1376858" y="96565"/>
                </a:lnTo>
                <a:cubicBezTo>
                  <a:pt x="1383202" y="84817"/>
                  <a:pt x="1391836" y="75184"/>
                  <a:pt x="1402761" y="67666"/>
                </a:cubicBezTo>
                <a:cubicBezTo>
                  <a:pt x="1413687" y="60147"/>
                  <a:pt x="1425258" y="56271"/>
                  <a:pt x="1437475" y="56036"/>
                </a:cubicBezTo>
                <a:close/>
                <a:moveTo>
                  <a:pt x="1200955" y="56036"/>
                </a:moveTo>
                <a:cubicBezTo>
                  <a:pt x="1226447" y="56036"/>
                  <a:pt x="1248122" y="63730"/>
                  <a:pt x="1265978" y="79119"/>
                </a:cubicBezTo>
                <a:cubicBezTo>
                  <a:pt x="1283834" y="94509"/>
                  <a:pt x="1292762" y="115713"/>
                  <a:pt x="1292762" y="142732"/>
                </a:cubicBezTo>
                <a:lnTo>
                  <a:pt x="1292762" y="169869"/>
                </a:lnTo>
                <a:lnTo>
                  <a:pt x="1145801" y="169869"/>
                </a:lnTo>
                <a:cubicBezTo>
                  <a:pt x="1146741" y="183496"/>
                  <a:pt x="1152967" y="194480"/>
                  <a:pt x="1164479" y="202821"/>
                </a:cubicBezTo>
                <a:cubicBezTo>
                  <a:pt x="1175992" y="211161"/>
                  <a:pt x="1189149" y="215332"/>
                  <a:pt x="1203951" y="215332"/>
                </a:cubicBezTo>
                <a:cubicBezTo>
                  <a:pt x="1227446" y="215332"/>
                  <a:pt x="1245302" y="207931"/>
                  <a:pt x="1257519" y="193129"/>
                </a:cubicBezTo>
                <a:lnTo>
                  <a:pt x="1280075" y="217799"/>
                </a:lnTo>
                <a:cubicBezTo>
                  <a:pt x="1259869" y="238709"/>
                  <a:pt x="1233555" y="249165"/>
                  <a:pt x="1201132" y="249165"/>
                </a:cubicBezTo>
                <a:cubicBezTo>
                  <a:pt x="1174817" y="249165"/>
                  <a:pt x="1152438" y="240413"/>
                  <a:pt x="1133994" y="222909"/>
                </a:cubicBezTo>
                <a:cubicBezTo>
                  <a:pt x="1115551" y="205405"/>
                  <a:pt x="1106329" y="181910"/>
                  <a:pt x="1106329" y="152424"/>
                </a:cubicBezTo>
                <a:cubicBezTo>
                  <a:pt x="1106329" y="122938"/>
                  <a:pt x="1115727" y="99501"/>
                  <a:pt x="1134523" y="82115"/>
                </a:cubicBezTo>
                <a:cubicBezTo>
                  <a:pt x="1153319" y="64729"/>
                  <a:pt x="1175463" y="56036"/>
                  <a:pt x="1200955" y="56036"/>
                </a:cubicBezTo>
                <a:close/>
                <a:moveTo>
                  <a:pt x="1004650" y="56036"/>
                </a:moveTo>
                <a:cubicBezTo>
                  <a:pt x="1026265" y="56036"/>
                  <a:pt x="1046706" y="62379"/>
                  <a:pt x="1065972" y="75067"/>
                </a:cubicBezTo>
                <a:lnTo>
                  <a:pt x="1051170" y="104318"/>
                </a:lnTo>
                <a:cubicBezTo>
                  <a:pt x="1035898" y="94215"/>
                  <a:pt x="1019334" y="89164"/>
                  <a:pt x="1001478" y="89164"/>
                </a:cubicBezTo>
                <a:cubicBezTo>
                  <a:pt x="992080" y="89164"/>
                  <a:pt x="984444" y="90867"/>
                  <a:pt x="978570" y="94274"/>
                </a:cubicBezTo>
                <a:cubicBezTo>
                  <a:pt x="972697" y="97681"/>
                  <a:pt x="969760" y="102791"/>
                  <a:pt x="969760" y="109604"/>
                </a:cubicBezTo>
                <a:cubicBezTo>
                  <a:pt x="969760" y="115713"/>
                  <a:pt x="972814" y="120177"/>
                  <a:pt x="978923" y="122996"/>
                </a:cubicBezTo>
                <a:cubicBezTo>
                  <a:pt x="983152" y="125111"/>
                  <a:pt x="989084" y="127108"/>
                  <a:pt x="996720" y="128988"/>
                </a:cubicBezTo>
                <a:cubicBezTo>
                  <a:pt x="1004356" y="130867"/>
                  <a:pt x="1011111" y="132747"/>
                  <a:pt x="1016985" y="134626"/>
                </a:cubicBezTo>
                <a:cubicBezTo>
                  <a:pt x="1022858" y="136506"/>
                  <a:pt x="1028556" y="138621"/>
                  <a:pt x="1034077" y="140970"/>
                </a:cubicBezTo>
                <a:cubicBezTo>
                  <a:pt x="1039598" y="143320"/>
                  <a:pt x="1045531" y="146609"/>
                  <a:pt x="1051875" y="150838"/>
                </a:cubicBezTo>
                <a:cubicBezTo>
                  <a:pt x="1064562" y="159296"/>
                  <a:pt x="1070906" y="172453"/>
                  <a:pt x="1070906" y="190310"/>
                </a:cubicBezTo>
                <a:cubicBezTo>
                  <a:pt x="1070906" y="208166"/>
                  <a:pt x="1064444" y="222439"/>
                  <a:pt x="1051522" y="233129"/>
                </a:cubicBezTo>
                <a:cubicBezTo>
                  <a:pt x="1038600" y="243819"/>
                  <a:pt x="1022036" y="249165"/>
                  <a:pt x="1001830" y="249165"/>
                </a:cubicBezTo>
                <a:cubicBezTo>
                  <a:pt x="988203" y="249165"/>
                  <a:pt x="974047" y="246698"/>
                  <a:pt x="959363" y="241764"/>
                </a:cubicBezTo>
                <a:cubicBezTo>
                  <a:pt x="944679" y="236830"/>
                  <a:pt x="931698" y="229899"/>
                  <a:pt x="920420" y="220971"/>
                </a:cubicBezTo>
                <a:lnTo>
                  <a:pt x="939451" y="190310"/>
                </a:lnTo>
                <a:cubicBezTo>
                  <a:pt x="961301" y="206756"/>
                  <a:pt x="982447" y="214979"/>
                  <a:pt x="1002888" y="214979"/>
                </a:cubicBezTo>
                <a:cubicBezTo>
                  <a:pt x="1011816" y="214979"/>
                  <a:pt x="1018864" y="212923"/>
                  <a:pt x="1024033" y="208812"/>
                </a:cubicBezTo>
                <a:cubicBezTo>
                  <a:pt x="1029202" y="204700"/>
                  <a:pt x="1031786" y="199473"/>
                  <a:pt x="1031786" y="193129"/>
                </a:cubicBezTo>
                <a:cubicBezTo>
                  <a:pt x="1031786" y="183731"/>
                  <a:pt x="1019334" y="175273"/>
                  <a:pt x="994429" y="167754"/>
                </a:cubicBezTo>
                <a:cubicBezTo>
                  <a:pt x="992550" y="167050"/>
                  <a:pt x="991140" y="166580"/>
                  <a:pt x="990200" y="166345"/>
                </a:cubicBezTo>
                <a:cubicBezTo>
                  <a:pt x="951199" y="155772"/>
                  <a:pt x="931698" y="138151"/>
                  <a:pt x="931698" y="113481"/>
                </a:cubicBezTo>
                <a:cubicBezTo>
                  <a:pt x="931698" y="96095"/>
                  <a:pt x="938453" y="82174"/>
                  <a:pt x="951962" y="71719"/>
                </a:cubicBezTo>
                <a:cubicBezTo>
                  <a:pt x="965472" y="61263"/>
                  <a:pt x="983034" y="56036"/>
                  <a:pt x="1004650" y="56036"/>
                </a:cubicBezTo>
                <a:close/>
                <a:moveTo>
                  <a:pt x="667712" y="56036"/>
                </a:moveTo>
                <a:cubicBezTo>
                  <a:pt x="688858" y="56036"/>
                  <a:pt x="705950" y="62497"/>
                  <a:pt x="718990" y="75419"/>
                </a:cubicBezTo>
                <a:cubicBezTo>
                  <a:pt x="732030" y="88341"/>
                  <a:pt x="738550" y="107020"/>
                  <a:pt x="738550" y="131455"/>
                </a:cubicBezTo>
                <a:lnTo>
                  <a:pt x="738550" y="246345"/>
                </a:lnTo>
                <a:lnTo>
                  <a:pt x="699078" y="246345"/>
                </a:lnTo>
                <a:lnTo>
                  <a:pt x="699078" y="143437"/>
                </a:lnTo>
                <a:cubicBezTo>
                  <a:pt x="699078" y="108899"/>
                  <a:pt x="684746" y="91631"/>
                  <a:pt x="656082" y="91631"/>
                </a:cubicBezTo>
                <a:cubicBezTo>
                  <a:pt x="642455" y="91631"/>
                  <a:pt x="630590" y="96153"/>
                  <a:pt x="620487" y="105199"/>
                </a:cubicBezTo>
                <a:cubicBezTo>
                  <a:pt x="610385" y="114244"/>
                  <a:pt x="605333" y="127460"/>
                  <a:pt x="605333" y="144847"/>
                </a:cubicBezTo>
                <a:lnTo>
                  <a:pt x="605333" y="246345"/>
                </a:lnTo>
                <a:lnTo>
                  <a:pt x="565862" y="246345"/>
                </a:lnTo>
                <a:lnTo>
                  <a:pt x="565862" y="58855"/>
                </a:lnTo>
                <a:lnTo>
                  <a:pt x="605333" y="58855"/>
                </a:lnTo>
                <a:lnTo>
                  <a:pt x="605333" y="93040"/>
                </a:lnTo>
                <a:cubicBezTo>
                  <a:pt x="611677" y="81528"/>
                  <a:pt x="620429" y="72482"/>
                  <a:pt x="631589" y="65904"/>
                </a:cubicBezTo>
                <a:cubicBezTo>
                  <a:pt x="642749" y="59325"/>
                  <a:pt x="654790" y="56036"/>
                  <a:pt x="667712" y="56036"/>
                </a:cubicBezTo>
                <a:close/>
                <a:moveTo>
                  <a:pt x="423606" y="56036"/>
                </a:moveTo>
                <a:cubicBezTo>
                  <a:pt x="451800" y="56036"/>
                  <a:pt x="475295" y="65375"/>
                  <a:pt x="494091" y="84053"/>
                </a:cubicBezTo>
                <a:cubicBezTo>
                  <a:pt x="512887" y="102732"/>
                  <a:pt x="522285" y="125581"/>
                  <a:pt x="522285" y="152600"/>
                </a:cubicBezTo>
                <a:cubicBezTo>
                  <a:pt x="522285" y="179619"/>
                  <a:pt x="512887" y="202468"/>
                  <a:pt x="494091" y="221147"/>
                </a:cubicBezTo>
                <a:cubicBezTo>
                  <a:pt x="475295" y="239825"/>
                  <a:pt x="451800" y="249165"/>
                  <a:pt x="423606" y="249165"/>
                </a:cubicBezTo>
                <a:cubicBezTo>
                  <a:pt x="395412" y="249165"/>
                  <a:pt x="371917" y="239825"/>
                  <a:pt x="353121" y="221147"/>
                </a:cubicBezTo>
                <a:cubicBezTo>
                  <a:pt x="334325" y="202468"/>
                  <a:pt x="324927" y="179619"/>
                  <a:pt x="324927" y="152600"/>
                </a:cubicBezTo>
                <a:cubicBezTo>
                  <a:pt x="324927" y="125581"/>
                  <a:pt x="334325" y="102732"/>
                  <a:pt x="353121" y="84053"/>
                </a:cubicBezTo>
                <a:cubicBezTo>
                  <a:pt x="371917" y="65375"/>
                  <a:pt x="395412" y="56036"/>
                  <a:pt x="423606" y="56036"/>
                </a:cubicBezTo>
                <a:close/>
                <a:moveTo>
                  <a:pt x="1841850" y="0"/>
                </a:moveTo>
                <a:lnTo>
                  <a:pt x="1881321" y="0"/>
                </a:lnTo>
                <a:lnTo>
                  <a:pt x="1881321" y="58855"/>
                </a:lnTo>
                <a:lnTo>
                  <a:pt x="1930661" y="58855"/>
                </a:lnTo>
                <a:lnTo>
                  <a:pt x="1930661" y="90573"/>
                </a:lnTo>
                <a:lnTo>
                  <a:pt x="1881321" y="90573"/>
                </a:lnTo>
                <a:lnTo>
                  <a:pt x="1881321" y="185728"/>
                </a:lnTo>
                <a:cubicBezTo>
                  <a:pt x="1881321" y="194656"/>
                  <a:pt x="1883671" y="201763"/>
                  <a:pt x="1888370" y="207050"/>
                </a:cubicBezTo>
                <a:cubicBezTo>
                  <a:pt x="1893069" y="212336"/>
                  <a:pt x="1899647" y="214979"/>
                  <a:pt x="1908106" y="214979"/>
                </a:cubicBezTo>
                <a:cubicBezTo>
                  <a:pt x="1916564" y="214979"/>
                  <a:pt x="1924670" y="210868"/>
                  <a:pt x="1932423" y="202644"/>
                </a:cubicBezTo>
                <a:lnTo>
                  <a:pt x="1948634" y="230486"/>
                </a:lnTo>
                <a:cubicBezTo>
                  <a:pt x="1934772" y="242938"/>
                  <a:pt x="1919442" y="249165"/>
                  <a:pt x="1902643" y="249165"/>
                </a:cubicBezTo>
                <a:cubicBezTo>
                  <a:pt x="1885844" y="249165"/>
                  <a:pt x="1871512" y="243350"/>
                  <a:pt x="1859647" y="231720"/>
                </a:cubicBezTo>
                <a:cubicBezTo>
                  <a:pt x="1847782" y="220089"/>
                  <a:pt x="1841850" y="204407"/>
                  <a:pt x="1841850" y="184671"/>
                </a:cubicBezTo>
                <a:lnTo>
                  <a:pt x="1841850" y="90573"/>
                </a:lnTo>
                <a:lnTo>
                  <a:pt x="1818237" y="90573"/>
                </a:lnTo>
                <a:lnTo>
                  <a:pt x="1818237" y="58855"/>
                </a:lnTo>
                <a:lnTo>
                  <a:pt x="1841850" y="58855"/>
                </a:lnTo>
                <a:close/>
                <a:moveTo>
                  <a:pt x="803625" y="0"/>
                </a:moveTo>
                <a:lnTo>
                  <a:pt x="843096" y="0"/>
                </a:lnTo>
                <a:lnTo>
                  <a:pt x="843096" y="58855"/>
                </a:lnTo>
                <a:lnTo>
                  <a:pt x="892436" y="58855"/>
                </a:lnTo>
                <a:lnTo>
                  <a:pt x="892436" y="90573"/>
                </a:lnTo>
                <a:lnTo>
                  <a:pt x="843096" y="90573"/>
                </a:lnTo>
                <a:lnTo>
                  <a:pt x="843096" y="185728"/>
                </a:lnTo>
                <a:cubicBezTo>
                  <a:pt x="843096" y="194656"/>
                  <a:pt x="845446" y="201763"/>
                  <a:pt x="850145" y="207050"/>
                </a:cubicBezTo>
                <a:cubicBezTo>
                  <a:pt x="854844" y="212336"/>
                  <a:pt x="861422" y="214979"/>
                  <a:pt x="869881" y="214979"/>
                </a:cubicBezTo>
                <a:cubicBezTo>
                  <a:pt x="878339" y="214979"/>
                  <a:pt x="886445" y="210868"/>
                  <a:pt x="894198" y="202644"/>
                </a:cubicBezTo>
                <a:lnTo>
                  <a:pt x="910409" y="230486"/>
                </a:lnTo>
                <a:cubicBezTo>
                  <a:pt x="896547" y="242938"/>
                  <a:pt x="881217" y="249165"/>
                  <a:pt x="864418" y="249165"/>
                </a:cubicBezTo>
                <a:cubicBezTo>
                  <a:pt x="847619" y="249165"/>
                  <a:pt x="833287" y="243350"/>
                  <a:pt x="821422" y="231720"/>
                </a:cubicBezTo>
                <a:cubicBezTo>
                  <a:pt x="809557" y="220089"/>
                  <a:pt x="803625" y="204407"/>
                  <a:pt x="803625" y="184671"/>
                </a:cubicBezTo>
                <a:lnTo>
                  <a:pt x="803625" y="90573"/>
                </a:lnTo>
                <a:lnTo>
                  <a:pt x="780012" y="90573"/>
                </a:lnTo>
                <a:lnTo>
                  <a:pt x="780012" y="58855"/>
                </a:lnTo>
                <a:lnTo>
                  <a:pt x="803625" y="58855"/>
                </a:lnTo>
                <a:close/>
                <a:moveTo>
                  <a:pt x="0" y="0"/>
                </a:moveTo>
                <a:lnTo>
                  <a:pt x="64846" y="0"/>
                </a:lnTo>
                <a:lnTo>
                  <a:pt x="139208" y="154715"/>
                </a:lnTo>
                <a:lnTo>
                  <a:pt x="213570" y="0"/>
                </a:lnTo>
                <a:lnTo>
                  <a:pt x="278064" y="0"/>
                </a:lnTo>
                <a:lnTo>
                  <a:pt x="278064" y="246345"/>
                </a:lnTo>
                <a:lnTo>
                  <a:pt x="236478" y="246345"/>
                </a:lnTo>
                <a:lnTo>
                  <a:pt x="236478" y="53921"/>
                </a:lnTo>
                <a:lnTo>
                  <a:pt x="150486" y="224847"/>
                </a:lnTo>
                <a:lnTo>
                  <a:pt x="127226" y="224847"/>
                </a:lnTo>
                <a:lnTo>
                  <a:pt x="41587" y="53921"/>
                </a:lnTo>
                <a:lnTo>
                  <a:pt x="41587" y="246345"/>
                </a:lnTo>
                <a:lnTo>
                  <a:pt x="0" y="24634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 name="TextBox 13">
            <a:extLst>
              <a:ext uri="{FF2B5EF4-FFF2-40B4-BE49-F238E27FC236}">
                <a16:creationId xmlns:a16="http://schemas.microsoft.com/office/drawing/2014/main" id="{D205E8CA-4EA6-4A43-9A88-08C84EF8786E}"/>
              </a:ext>
            </a:extLst>
          </p:cNvPr>
          <p:cNvSpPr txBox="1"/>
          <p:nvPr/>
        </p:nvSpPr>
        <p:spPr bwMode="ltGray">
          <a:xfrm>
            <a:off x="1394500" y="4482019"/>
            <a:ext cx="4094644" cy="443839"/>
          </a:xfrm>
          <a:prstGeom prst="rect">
            <a:avLst/>
          </a:prstGeom>
        </p:spPr>
        <p:txBody>
          <a:bodyPr vert="horz" wrap="square" lIns="0" tIns="0" rIns="0" bIns="0" rtlCol="0">
            <a:spAutoFit/>
          </a:bodyPr>
          <a:lstStyle/>
          <a:p>
            <a:pPr algn="l">
              <a:lnSpc>
                <a:spcPct val="110000"/>
              </a:lnSpc>
              <a:spcBef>
                <a:spcPts val="600"/>
              </a:spcBef>
              <a:spcAft>
                <a:spcPts val="600"/>
              </a:spcAft>
            </a:pPr>
            <a:r>
              <a:rPr lang="en-US" sz="2800" dirty="0">
                <a:solidFill>
                  <a:schemeClr val="accent6"/>
                </a:solidFill>
                <a:latin typeface="Montserrat SemiBold" panose="00000700000000000000" pitchFamily="2" charset="0"/>
              </a:rPr>
              <a:t>Montserrat </a:t>
            </a:r>
            <a:r>
              <a:rPr lang="en-US" sz="2800" dirty="0" err="1">
                <a:solidFill>
                  <a:schemeClr val="accent6"/>
                </a:solidFill>
                <a:latin typeface="Montserrat SemiBold" panose="00000700000000000000" pitchFamily="2" charset="0"/>
              </a:rPr>
              <a:t>SemiBold</a:t>
            </a:r>
            <a:endParaRPr lang="en-US" sz="2800">
              <a:solidFill>
                <a:schemeClr val="accent6"/>
              </a:solidFill>
              <a:latin typeface="Montserrat SemiBold" panose="00000700000000000000" pitchFamily="2" charset="0"/>
            </a:endParaRPr>
          </a:p>
        </p:txBody>
      </p:sp>
      <p:sp>
        <p:nvSpPr>
          <p:cNvPr id="27" name="Freeform: Shape 26" descr="Image of Montserrat font to compare to the text above it">
            <a:extLst>
              <a:ext uri="{FF2B5EF4-FFF2-40B4-BE49-F238E27FC236}">
                <a16:creationId xmlns:a16="http://schemas.microsoft.com/office/drawing/2014/main" id="{CEC2831C-FB6C-4F20-A22C-56FBA23A0FDA}"/>
              </a:ext>
              <a:ext uri="{C183D7F6-B498-43B3-948B-1728B52AA6E4}">
                <adec:decorative xmlns:adec="http://schemas.microsoft.com/office/drawing/2017/decorative" val="0"/>
              </a:ext>
            </a:extLst>
          </p:cNvPr>
          <p:cNvSpPr/>
          <p:nvPr/>
        </p:nvSpPr>
        <p:spPr bwMode="black">
          <a:xfrm>
            <a:off x="1427628" y="5031062"/>
            <a:ext cx="3818639" cy="275596"/>
          </a:xfrm>
          <a:custGeom>
            <a:avLst/>
            <a:gdLst/>
            <a:ahLst/>
            <a:cxnLst/>
            <a:rect l="l" t="t" r="r" b="b"/>
            <a:pathLst>
              <a:path w="3818639" h="275596">
                <a:moveTo>
                  <a:pt x="1721139" y="191367"/>
                </a:moveTo>
                <a:cubicBezTo>
                  <a:pt x="1695764" y="191367"/>
                  <a:pt x="1683077" y="199707"/>
                  <a:pt x="1683077" y="216389"/>
                </a:cubicBezTo>
                <a:cubicBezTo>
                  <a:pt x="1683077" y="224377"/>
                  <a:pt x="1686249" y="230721"/>
                  <a:pt x="1692593" y="235420"/>
                </a:cubicBezTo>
                <a:cubicBezTo>
                  <a:pt x="1698936" y="240119"/>
                  <a:pt x="1707747" y="242468"/>
                  <a:pt x="1719025" y="242468"/>
                </a:cubicBezTo>
                <a:cubicBezTo>
                  <a:pt x="1730067" y="242468"/>
                  <a:pt x="1739876" y="239943"/>
                  <a:pt x="1748452" y="234891"/>
                </a:cubicBezTo>
                <a:cubicBezTo>
                  <a:pt x="1757028" y="229840"/>
                  <a:pt x="1763078" y="222615"/>
                  <a:pt x="1766602" y="213217"/>
                </a:cubicBezTo>
                <a:lnTo>
                  <a:pt x="1766602" y="191367"/>
                </a:lnTo>
                <a:close/>
                <a:moveTo>
                  <a:pt x="3084290" y="164935"/>
                </a:moveTo>
                <a:lnTo>
                  <a:pt x="3084290" y="236125"/>
                </a:lnTo>
                <a:lnTo>
                  <a:pt x="3158299" y="236125"/>
                </a:lnTo>
                <a:cubicBezTo>
                  <a:pt x="3193777" y="236125"/>
                  <a:pt x="3211516" y="224260"/>
                  <a:pt x="3211516" y="200530"/>
                </a:cubicBezTo>
                <a:cubicBezTo>
                  <a:pt x="3211516" y="176800"/>
                  <a:pt x="3193777" y="164935"/>
                  <a:pt x="3158299" y="164935"/>
                </a:cubicBezTo>
                <a:close/>
                <a:moveTo>
                  <a:pt x="3719255" y="119120"/>
                </a:moveTo>
                <a:cubicBezTo>
                  <a:pt x="3708683" y="119120"/>
                  <a:pt x="3699167" y="121528"/>
                  <a:pt x="3690709" y="126344"/>
                </a:cubicBezTo>
                <a:cubicBezTo>
                  <a:pt x="3682251" y="131161"/>
                  <a:pt x="3675555" y="138033"/>
                  <a:pt x="3670621" y="146961"/>
                </a:cubicBezTo>
                <a:cubicBezTo>
                  <a:pt x="3665687" y="155889"/>
                  <a:pt x="3663220" y="166227"/>
                  <a:pt x="3663220" y="177975"/>
                </a:cubicBezTo>
                <a:cubicBezTo>
                  <a:pt x="3663220" y="189722"/>
                  <a:pt x="3665687" y="200060"/>
                  <a:pt x="3670621" y="208988"/>
                </a:cubicBezTo>
                <a:cubicBezTo>
                  <a:pt x="3675555" y="217916"/>
                  <a:pt x="3682251" y="224788"/>
                  <a:pt x="3690709" y="229605"/>
                </a:cubicBezTo>
                <a:cubicBezTo>
                  <a:pt x="3699167" y="234421"/>
                  <a:pt x="3708683" y="236830"/>
                  <a:pt x="3719255" y="236830"/>
                </a:cubicBezTo>
                <a:cubicBezTo>
                  <a:pt x="3729828" y="236830"/>
                  <a:pt x="3739344" y="234421"/>
                  <a:pt x="3747802" y="229605"/>
                </a:cubicBezTo>
                <a:cubicBezTo>
                  <a:pt x="3756260" y="224788"/>
                  <a:pt x="3762956" y="217916"/>
                  <a:pt x="3767890" y="208988"/>
                </a:cubicBezTo>
                <a:cubicBezTo>
                  <a:pt x="3772824" y="200060"/>
                  <a:pt x="3775291" y="189722"/>
                  <a:pt x="3775291" y="177975"/>
                </a:cubicBezTo>
                <a:cubicBezTo>
                  <a:pt x="3775291" y="166227"/>
                  <a:pt x="3772824" y="155889"/>
                  <a:pt x="3767890" y="146961"/>
                </a:cubicBezTo>
                <a:cubicBezTo>
                  <a:pt x="3762956" y="138033"/>
                  <a:pt x="3756260" y="131161"/>
                  <a:pt x="3747802" y="126344"/>
                </a:cubicBezTo>
                <a:cubicBezTo>
                  <a:pt x="3739344" y="121528"/>
                  <a:pt x="3729828" y="119120"/>
                  <a:pt x="3719255" y="119120"/>
                </a:cubicBezTo>
                <a:close/>
                <a:moveTo>
                  <a:pt x="3385528" y="119120"/>
                </a:moveTo>
                <a:cubicBezTo>
                  <a:pt x="3369316" y="119120"/>
                  <a:pt x="3355983" y="124523"/>
                  <a:pt x="3345528" y="135331"/>
                </a:cubicBezTo>
                <a:cubicBezTo>
                  <a:pt x="3335072" y="146139"/>
                  <a:pt x="3329845" y="160353"/>
                  <a:pt x="3329845" y="177975"/>
                </a:cubicBezTo>
                <a:cubicBezTo>
                  <a:pt x="3329845" y="195596"/>
                  <a:pt x="3335072" y="209810"/>
                  <a:pt x="3345528" y="220618"/>
                </a:cubicBezTo>
                <a:cubicBezTo>
                  <a:pt x="3355983" y="231426"/>
                  <a:pt x="3369316" y="236830"/>
                  <a:pt x="3385528" y="236830"/>
                </a:cubicBezTo>
                <a:cubicBezTo>
                  <a:pt x="3401739" y="236830"/>
                  <a:pt x="3415132" y="231426"/>
                  <a:pt x="3425705" y="220618"/>
                </a:cubicBezTo>
                <a:cubicBezTo>
                  <a:pt x="3436277" y="209810"/>
                  <a:pt x="3441564" y="195596"/>
                  <a:pt x="3441564" y="177975"/>
                </a:cubicBezTo>
                <a:cubicBezTo>
                  <a:pt x="3441564" y="160353"/>
                  <a:pt x="3436277" y="146139"/>
                  <a:pt x="3425705" y="135331"/>
                </a:cubicBezTo>
                <a:cubicBezTo>
                  <a:pt x="3415132" y="124523"/>
                  <a:pt x="3401739" y="119120"/>
                  <a:pt x="3385528" y="119120"/>
                </a:cubicBezTo>
                <a:close/>
                <a:moveTo>
                  <a:pt x="413728" y="119120"/>
                </a:moveTo>
                <a:cubicBezTo>
                  <a:pt x="397516" y="119120"/>
                  <a:pt x="384183" y="124523"/>
                  <a:pt x="373728" y="135331"/>
                </a:cubicBezTo>
                <a:cubicBezTo>
                  <a:pt x="363273" y="146139"/>
                  <a:pt x="358045" y="160353"/>
                  <a:pt x="358045" y="177975"/>
                </a:cubicBezTo>
                <a:cubicBezTo>
                  <a:pt x="358045" y="195596"/>
                  <a:pt x="363273" y="209810"/>
                  <a:pt x="373728" y="220618"/>
                </a:cubicBezTo>
                <a:cubicBezTo>
                  <a:pt x="384183" y="231426"/>
                  <a:pt x="397516" y="236830"/>
                  <a:pt x="413728" y="236830"/>
                </a:cubicBezTo>
                <a:cubicBezTo>
                  <a:pt x="429940" y="236830"/>
                  <a:pt x="443332" y="231426"/>
                  <a:pt x="453904" y="220618"/>
                </a:cubicBezTo>
                <a:cubicBezTo>
                  <a:pt x="464477" y="209810"/>
                  <a:pt x="469764" y="195596"/>
                  <a:pt x="469764" y="177975"/>
                </a:cubicBezTo>
                <a:cubicBezTo>
                  <a:pt x="469764" y="160353"/>
                  <a:pt x="464477" y="146139"/>
                  <a:pt x="453904" y="135331"/>
                </a:cubicBezTo>
                <a:cubicBezTo>
                  <a:pt x="443332" y="124523"/>
                  <a:pt x="429940" y="119120"/>
                  <a:pt x="413728" y="119120"/>
                </a:cubicBezTo>
                <a:close/>
                <a:moveTo>
                  <a:pt x="2420684" y="117005"/>
                </a:moveTo>
                <a:cubicBezTo>
                  <a:pt x="2406587" y="117005"/>
                  <a:pt x="2394663" y="121175"/>
                  <a:pt x="2384912" y="129516"/>
                </a:cubicBezTo>
                <a:cubicBezTo>
                  <a:pt x="2375162" y="137857"/>
                  <a:pt x="2369230" y="148958"/>
                  <a:pt x="2367115" y="162820"/>
                </a:cubicBezTo>
                <a:lnTo>
                  <a:pt x="2473900" y="162820"/>
                </a:lnTo>
                <a:cubicBezTo>
                  <a:pt x="2472020" y="149193"/>
                  <a:pt x="2466264" y="138151"/>
                  <a:pt x="2456631" y="129692"/>
                </a:cubicBezTo>
                <a:cubicBezTo>
                  <a:pt x="2446998" y="121234"/>
                  <a:pt x="2435016" y="117005"/>
                  <a:pt x="2420684" y="117005"/>
                </a:cubicBezTo>
                <a:close/>
                <a:moveTo>
                  <a:pt x="1211009" y="117005"/>
                </a:moveTo>
                <a:cubicBezTo>
                  <a:pt x="1196912" y="117005"/>
                  <a:pt x="1184988" y="121175"/>
                  <a:pt x="1175238" y="129516"/>
                </a:cubicBezTo>
                <a:cubicBezTo>
                  <a:pt x="1165487" y="137857"/>
                  <a:pt x="1159555" y="148958"/>
                  <a:pt x="1157440" y="162820"/>
                </a:cubicBezTo>
                <a:lnTo>
                  <a:pt x="1264225" y="162820"/>
                </a:lnTo>
                <a:cubicBezTo>
                  <a:pt x="1262345" y="149193"/>
                  <a:pt x="1256589" y="138151"/>
                  <a:pt x="1246956" y="129692"/>
                </a:cubicBezTo>
                <a:cubicBezTo>
                  <a:pt x="1237323" y="121234"/>
                  <a:pt x="1225341" y="117005"/>
                  <a:pt x="1211009" y="117005"/>
                </a:cubicBezTo>
                <a:close/>
                <a:moveTo>
                  <a:pt x="2929471" y="83877"/>
                </a:moveTo>
                <a:lnTo>
                  <a:pt x="2973524" y="83877"/>
                </a:lnTo>
                <a:lnTo>
                  <a:pt x="2973524" y="272072"/>
                </a:lnTo>
                <a:lnTo>
                  <a:pt x="2929471" y="272072"/>
                </a:lnTo>
                <a:close/>
                <a:moveTo>
                  <a:pt x="3385528" y="81763"/>
                </a:moveTo>
                <a:cubicBezTo>
                  <a:pt x="3404794" y="81763"/>
                  <a:pt x="3422063" y="85874"/>
                  <a:pt x="3437334" y="94097"/>
                </a:cubicBezTo>
                <a:cubicBezTo>
                  <a:pt x="3452606" y="102321"/>
                  <a:pt x="3464530" y="113716"/>
                  <a:pt x="3473106" y="128283"/>
                </a:cubicBezTo>
                <a:cubicBezTo>
                  <a:pt x="3481681" y="142850"/>
                  <a:pt x="3485969" y="159413"/>
                  <a:pt x="3485969" y="177975"/>
                </a:cubicBezTo>
                <a:cubicBezTo>
                  <a:pt x="3485969" y="196536"/>
                  <a:pt x="3481681" y="213158"/>
                  <a:pt x="3473106" y="227843"/>
                </a:cubicBezTo>
                <a:cubicBezTo>
                  <a:pt x="3464530" y="242527"/>
                  <a:pt x="3452606" y="253981"/>
                  <a:pt x="3437334" y="262204"/>
                </a:cubicBezTo>
                <a:cubicBezTo>
                  <a:pt x="3422063" y="270427"/>
                  <a:pt x="3404794" y="274539"/>
                  <a:pt x="3385528" y="274539"/>
                </a:cubicBezTo>
                <a:cubicBezTo>
                  <a:pt x="3366497" y="274539"/>
                  <a:pt x="3349346" y="270427"/>
                  <a:pt x="3334074" y="262204"/>
                </a:cubicBezTo>
                <a:cubicBezTo>
                  <a:pt x="3318802" y="253981"/>
                  <a:pt x="3306878" y="242527"/>
                  <a:pt x="3298303" y="227843"/>
                </a:cubicBezTo>
                <a:cubicBezTo>
                  <a:pt x="3289727" y="213158"/>
                  <a:pt x="3285439" y="196536"/>
                  <a:pt x="3285439" y="177975"/>
                </a:cubicBezTo>
                <a:cubicBezTo>
                  <a:pt x="3285439" y="159413"/>
                  <a:pt x="3289727" y="142850"/>
                  <a:pt x="3298303" y="128283"/>
                </a:cubicBezTo>
                <a:cubicBezTo>
                  <a:pt x="3306878" y="113716"/>
                  <a:pt x="3318802" y="102321"/>
                  <a:pt x="3334074" y="94097"/>
                </a:cubicBezTo>
                <a:cubicBezTo>
                  <a:pt x="3349346" y="85874"/>
                  <a:pt x="3366497" y="81763"/>
                  <a:pt x="3385528" y="81763"/>
                </a:cubicBezTo>
                <a:close/>
                <a:moveTo>
                  <a:pt x="2661609" y="81763"/>
                </a:moveTo>
                <a:cubicBezTo>
                  <a:pt x="2675706" y="81763"/>
                  <a:pt x="2688217" y="84406"/>
                  <a:pt x="2699142" y="89692"/>
                </a:cubicBezTo>
                <a:cubicBezTo>
                  <a:pt x="2710067" y="94978"/>
                  <a:pt x="2718702" y="102791"/>
                  <a:pt x="2725045" y="113128"/>
                </a:cubicBezTo>
                <a:cubicBezTo>
                  <a:pt x="2732799" y="103260"/>
                  <a:pt x="2742784" y="95566"/>
                  <a:pt x="2755002" y="90045"/>
                </a:cubicBezTo>
                <a:cubicBezTo>
                  <a:pt x="2767219" y="84523"/>
                  <a:pt x="2780729" y="81763"/>
                  <a:pt x="2795531" y="81763"/>
                </a:cubicBezTo>
                <a:cubicBezTo>
                  <a:pt x="2819261" y="81763"/>
                  <a:pt x="2838056" y="88635"/>
                  <a:pt x="2851918" y="102379"/>
                </a:cubicBezTo>
                <a:cubicBezTo>
                  <a:pt x="2865781" y="116124"/>
                  <a:pt x="2872712" y="136741"/>
                  <a:pt x="2872712" y="164230"/>
                </a:cubicBezTo>
                <a:lnTo>
                  <a:pt x="2872712" y="272072"/>
                </a:lnTo>
                <a:lnTo>
                  <a:pt x="2828658" y="272072"/>
                </a:lnTo>
                <a:lnTo>
                  <a:pt x="2828658" y="169869"/>
                </a:lnTo>
                <a:cubicBezTo>
                  <a:pt x="2828658" y="153422"/>
                  <a:pt x="2825017" y="141029"/>
                  <a:pt x="2817733" y="132688"/>
                </a:cubicBezTo>
                <a:cubicBezTo>
                  <a:pt x="2810450" y="124347"/>
                  <a:pt x="2799995" y="120177"/>
                  <a:pt x="2786367" y="120177"/>
                </a:cubicBezTo>
                <a:cubicBezTo>
                  <a:pt x="2771565" y="120177"/>
                  <a:pt x="2759700" y="125052"/>
                  <a:pt x="2750773" y="134802"/>
                </a:cubicBezTo>
                <a:cubicBezTo>
                  <a:pt x="2741844" y="144553"/>
                  <a:pt x="2737380" y="158474"/>
                  <a:pt x="2737380" y="176565"/>
                </a:cubicBezTo>
                <a:lnTo>
                  <a:pt x="2737380" y="272072"/>
                </a:lnTo>
                <a:lnTo>
                  <a:pt x="2693327" y="272072"/>
                </a:lnTo>
                <a:lnTo>
                  <a:pt x="2693327" y="169869"/>
                </a:lnTo>
                <a:cubicBezTo>
                  <a:pt x="2693327" y="153422"/>
                  <a:pt x="2689686" y="141029"/>
                  <a:pt x="2682402" y="132688"/>
                </a:cubicBezTo>
                <a:cubicBezTo>
                  <a:pt x="2675118" y="124347"/>
                  <a:pt x="2664663" y="120177"/>
                  <a:pt x="2651036" y="120177"/>
                </a:cubicBezTo>
                <a:cubicBezTo>
                  <a:pt x="2635999" y="120177"/>
                  <a:pt x="2624076" y="124993"/>
                  <a:pt x="2615265" y="134626"/>
                </a:cubicBezTo>
                <a:cubicBezTo>
                  <a:pt x="2606454" y="144259"/>
                  <a:pt x="2602049" y="158239"/>
                  <a:pt x="2602049" y="176565"/>
                </a:cubicBezTo>
                <a:lnTo>
                  <a:pt x="2602049" y="272072"/>
                </a:lnTo>
                <a:lnTo>
                  <a:pt x="2557996" y="272072"/>
                </a:lnTo>
                <a:lnTo>
                  <a:pt x="2557996" y="83877"/>
                </a:lnTo>
                <a:lnTo>
                  <a:pt x="2599935" y="83877"/>
                </a:lnTo>
                <a:lnTo>
                  <a:pt x="2599935" y="107842"/>
                </a:lnTo>
                <a:cubicBezTo>
                  <a:pt x="2606983" y="99384"/>
                  <a:pt x="2615794" y="92923"/>
                  <a:pt x="2626366" y="88459"/>
                </a:cubicBezTo>
                <a:cubicBezTo>
                  <a:pt x="2636939" y="83995"/>
                  <a:pt x="2648687" y="81763"/>
                  <a:pt x="2661609" y="81763"/>
                </a:cubicBezTo>
                <a:close/>
                <a:moveTo>
                  <a:pt x="2420684" y="81763"/>
                </a:moveTo>
                <a:cubicBezTo>
                  <a:pt x="2439010" y="81763"/>
                  <a:pt x="2455398" y="85815"/>
                  <a:pt x="2469847" y="93921"/>
                </a:cubicBezTo>
                <a:cubicBezTo>
                  <a:pt x="2484296" y="102027"/>
                  <a:pt x="2495574" y="113422"/>
                  <a:pt x="2503680" y="128106"/>
                </a:cubicBezTo>
                <a:cubicBezTo>
                  <a:pt x="2511785" y="142791"/>
                  <a:pt x="2515838" y="159766"/>
                  <a:pt x="2515838" y="179032"/>
                </a:cubicBezTo>
                <a:cubicBezTo>
                  <a:pt x="2515838" y="182086"/>
                  <a:pt x="2515603" y="186433"/>
                  <a:pt x="2515133" y="192072"/>
                </a:cubicBezTo>
                <a:lnTo>
                  <a:pt x="2367467" y="192072"/>
                </a:lnTo>
                <a:cubicBezTo>
                  <a:pt x="2370052" y="205934"/>
                  <a:pt x="2376807" y="216917"/>
                  <a:pt x="2387732" y="225023"/>
                </a:cubicBezTo>
                <a:cubicBezTo>
                  <a:pt x="2398657" y="233129"/>
                  <a:pt x="2412225" y="237182"/>
                  <a:pt x="2428437" y="237182"/>
                </a:cubicBezTo>
                <a:cubicBezTo>
                  <a:pt x="2449112" y="237182"/>
                  <a:pt x="2466146" y="230368"/>
                  <a:pt x="2479539" y="216741"/>
                </a:cubicBezTo>
                <a:lnTo>
                  <a:pt x="2503151" y="243878"/>
                </a:lnTo>
                <a:cubicBezTo>
                  <a:pt x="2494693" y="253981"/>
                  <a:pt x="2484003" y="261617"/>
                  <a:pt x="2471080" y="266786"/>
                </a:cubicBezTo>
                <a:cubicBezTo>
                  <a:pt x="2458158" y="271955"/>
                  <a:pt x="2443591" y="274539"/>
                  <a:pt x="2427380" y="274539"/>
                </a:cubicBezTo>
                <a:cubicBezTo>
                  <a:pt x="2406704" y="274539"/>
                  <a:pt x="2388495" y="270427"/>
                  <a:pt x="2372754" y="262204"/>
                </a:cubicBezTo>
                <a:cubicBezTo>
                  <a:pt x="2357012" y="253981"/>
                  <a:pt x="2344853" y="242527"/>
                  <a:pt x="2336278" y="227843"/>
                </a:cubicBezTo>
                <a:cubicBezTo>
                  <a:pt x="2327702" y="213158"/>
                  <a:pt x="2323414" y="196536"/>
                  <a:pt x="2323414" y="177975"/>
                </a:cubicBezTo>
                <a:cubicBezTo>
                  <a:pt x="2323414" y="159648"/>
                  <a:pt x="2327585" y="143143"/>
                  <a:pt x="2335925" y="128459"/>
                </a:cubicBezTo>
                <a:cubicBezTo>
                  <a:pt x="2344266" y="113774"/>
                  <a:pt x="2355837" y="102321"/>
                  <a:pt x="2370639" y="94097"/>
                </a:cubicBezTo>
                <a:cubicBezTo>
                  <a:pt x="2385441" y="85874"/>
                  <a:pt x="2402123" y="81763"/>
                  <a:pt x="2420684" y="81763"/>
                </a:cubicBezTo>
                <a:close/>
                <a:moveTo>
                  <a:pt x="1725016" y="81763"/>
                </a:moveTo>
                <a:cubicBezTo>
                  <a:pt x="1752740" y="81763"/>
                  <a:pt x="1773944" y="88400"/>
                  <a:pt x="1788628" y="101675"/>
                </a:cubicBezTo>
                <a:cubicBezTo>
                  <a:pt x="1803313" y="114949"/>
                  <a:pt x="1810655" y="134979"/>
                  <a:pt x="1810655" y="161763"/>
                </a:cubicBezTo>
                <a:lnTo>
                  <a:pt x="1810655" y="272072"/>
                </a:lnTo>
                <a:lnTo>
                  <a:pt x="1769069" y="272072"/>
                </a:lnTo>
                <a:lnTo>
                  <a:pt x="1769069" y="249164"/>
                </a:lnTo>
                <a:cubicBezTo>
                  <a:pt x="1763665" y="257388"/>
                  <a:pt x="1755970" y="263673"/>
                  <a:pt x="1745985" y="268019"/>
                </a:cubicBezTo>
                <a:cubicBezTo>
                  <a:pt x="1736000" y="272366"/>
                  <a:pt x="1723958" y="274539"/>
                  <a:pt x="1709861" y="274539"/>
                </a:cubicBezTo>
                <a:cubicBezTo>
                  <a:pt x="1695764" y="274539"/>
                  <a:pt x="1683430" y="272131"/>
                  <a:pt x="1672857" y="267314"/>
                </a:cubicBezTo>
                <a:cubicBezTo>
                  <a:pt x="1662284" y="262498"/>
                  <a:pt x="1654120" y="255802"/>
                  <a:pt x="1648363" y="247226"/>
                </a:cubicBezTo>
                <a:cubicBezTo>
                  <a:pt x="1642607" y="238650"/>
                  <a:pt x="1639729" y="228959"/>
                  <a:pt x="1639729" y="218151"/>
                </a:cubicBezTo>
                <a:cubicBezTo>
                  <a:pt x="1639729" y="201235"/>
                  <a:pt x="1646014" y="187666"/>
                  <a:pt x="1658584" y="177446"/>
                </a:cubicBezTo>
                <a:cubicBezTo>
                  <a:pt x="1671153" y="167226"/>
                  <a:pt x="1690948" y="162115"/>
                  <a:pt x="1717967" y="162115"/>
                </a:cubicBezTo>
                <a:lnTo>
                  <a:pt x="1766602" y="162115"/>
                </a:lnTo>
                <a:lnTo>
                  <a:pt x="1766602" y="159296"/>
                </a:lnTo>
                <a:cubicBezTo>
                  <a:pt x="1766602" y="146139"/>
                  <a:pt x="1762666" y="136036"/>
                  <a:pt x="1754796" y="128987"/>
                </a:cubicBezTo>
                <a:cubicBezTo>
                  <a:pt x="1746925" y="121939"/>
                  <a:pt x="1735236" y="118415"/>
                  <a:pt x="1719729" y="118415"/>
                </a:cubicBezTo>
                <a:cubicBezTo>
                  <a:pt x="1709157" y="118415"/>
                  <a:pt x="1698760" y="120059"/>
                  <a:pt x="1688540" y="123349"/>
                </a:cubicBezTo>
                <a:cubicBezTo>
                  <a:pt x="1678319" y="126638"/>
                  <a:pt x="1669685" y="131220"/>
                  <a:pt x="1662637" y="137093"/>
                </a:cubicBezTo>
                <a:lnTo>
                  <a:pt x="1645368" y="105023"/>
                </a:lnTo>
                <a:cubicBezTo>
                  <a:pt x="1655236" y="97504"/>
                  <a:pt x="1667101" y="91748"/>
                  <a:pt x="1680963" y="87754"/>
                </a:cubicBezTo>
                <a:cubicBezTo>
                  <a:pt x="1694825" y="83760"/>
                  <a:pt x="1709509" y="81763"/>
                  <a:pt x="1725016" y="81763"/>
                </a:cubicBezTo>
                <a:close/>
                <a:moveTo>
                  <a:pt x="1609620" y="81763"/>
                </a:moveTo>
                <a:lnTo>
                  <a:pt x="1609620" y="123701"/>
                </a:lnTo>
                <a:cubicBezTo>
                  <a:pt x="1605861" y="122996"/>
                  <a:pt x="1602454" y="122644"/>
                  <a:pt x="1599400" y="122644"/>
                </a:cubicBezTo>
                <a:cubicBezTo>
                  <a:pt x="1582249" y="122644"/>
                  <a:pt x="1568857" y="127637"/>
                  <a:pt x="1559224" y="137622"/>
                </a:cubicBezTo>
                <a:cubicBezTo>
                  <a:pt x="1549591" y="147607"/>
                  <a:pt x="1544774" y="161998"/>
                  <a:pt x="1544774" y="180794"/>
                </a:cubicBezTo>
                <a:lnTo>
                  <a:pt x="1544774" y="272072"/>
                </a:lnTo>
                <a:lnTo>
                  <a:pt x="1500721" y="272072"/>
                </a:lnTo>
                <a:lnTo>
                  <a:pt x="1500721" y="83877"/>
                </a:lnTo>
                <a:lnTo>
                  <a:pt x="1542660" y="83877"/>
                </a:lnTo>
                <a:lnTo>
                  <a:pt x="1542660" y="111366"/>
                </a:lnTo>
                <a:cubicBezTo>
                  <a:pt x="1555347" y="91630"/>
                  <a:pt x="1577667" y="81763"/>
                  <a:pt x="1609620" y="81763"/>
                </a:cubicBezTo>
                <a:close/>
                <a:moveTo>
                  <a:pt x="1457220" y="81763"/>
                </a:moveTo>
                <a:lnTo>
                  <a:pt x="1457220" y="123701"/>
                </a:lnTo>
                <a:cubicBezTo>
                  <a:pt x="1453461" y="122996"/>
                  <a:pt x="1450054" y="122644"/>
                  <a:pt x="1447000" y="122644"/>
                </a:cubicBezTo>
                <a:cubicBezTo>
                  <a:pt x="1429849" y="122644"/>
                  <a:pt x="1416457" y="127637"/>
                  <a:pt x="1406824" y="137622"/>
                </a:cubicBezTo>
                <a:cubicBezTo>
                  <a:pt x="1397191" y="147607"/>
                  <a:pt x="1392374" y="161998"/>
                  <a:pt x="1392374" y="180794"/>
                </a:cubicBezTo>
                <a:lnTo>
                  <a:pt x="1392374" y="272072"/>
                </a:lnTo>
                <a:lnTo>
                  <a:pt x="1348321" y="272072"/>
                </a:lnTo>
                <a:lnTo>
                  <a:pt x="1348321" y="83877"/>
                </a:lnTo>
                <a:lnTo>
                  <a:pt x="1390260" y="83877"/>
                </a:lnTo>
                <a:lnTo>
                  <a:pt x="1390260" y="111366"/>
                </a:lnTo>
                <a:cubicBezTo>
                  <a:pt x="1402947" y="91630"/>
                  <a:pt x="1425267" y="81763"/>
                  <a:pt x="1457220" y="81763"/>
                </a:cubicBezTo>
                <a:close/>
                <a:moveTo>
                  <a:pt x="1211009" y="81763"/>
                </a:moveTo>
                <a:cubicBezTo>
                  <a:pt x="1229335" y="81763"/>
                  <a:pt x="1245722" y="85815"/>
                  <a:pt x="1260172" y="93921"/>
                </a:cubicBezTo>
                <a:cubicBezTo>
                  <a:pt x="1274621" y="102027"/>
                  <a:pt x="1285899" y="113422"/>
                  <a:pt x="1294005" y="128106"/>
                </a:cubicBezTo>
                <a:cubicBezTo>
                  <a:pt x="1302111" y="142791"/>
                  <a:pt x="1306163" y="159766"/>
                  <a:pt x="1306163" y="179032"/>
                </a:cubicBezTo>
                <a:cubicBezTo>
                  <a:pt x="1306163" y="182086"/>
                  <a:pt x="1305928" y="186433"/>
                  <a:pt x="1305459" y="192072"/>
                </a:cubicBezTo>
                <a:lnTo>
                  <a:pt x="1157793" y="192072"/>
                </a:lnTo>
                <a:cubicBezTo>
                  <a:pt x="1160377" y="205934"/>
                  <a:pt x="1167132" y="216917"/>
                  <a:pt x="1178057" y="225023"/>
                </a:cubicBezTo>
                <a:cubicBezTo>
                  <a:pt x="1188982" y="233129"/>
                  <a:pt x="1202551" y="237182"/>
                  <a:pt x="1218762" y="237182"/>
                </a:cubicBezTo>
                <a:cubicBezTo>
                  <a:pt x="1239438" y="237182"/>
                  <a:pt x="1256472" y="230368"/>
                  <a:pt x="1269864" y="216741"/>
                </a:cubicBezTo>
                <a:lnTo>
                  <a:pt x="1293476" y="243878"/>
                </a:lnTo>
                <a:cubicBezTo>
                  <a:pt x="1285018" y="253981"/>
                  <a:pt x="1274328" y="261617"/>
                  <a:pt x="1261405" y="266786"/>
                </a:cubicBezTo>
                <a:cubicBezTo>
                  <a:pt x="1248483" y="271955"/>
                  <a:pt x="1233916" y="274539"/>
                  <a:pt x="1217705" y="274539"/>
                </a:cubicBezTo>
                <a:cubicBezTo>
                  <a:pt x="1197029" y="274539"/>
                  <a:pt x="1178820" y="270427"/>
                  <a:pt x="1163079" y="262204"/>
                </a:cubicBezTo>
                <a:cubicBezTo>
                  <a:pt x="1147337" y="253981"/>
                  <a:pt x="1135179" y="242527"/>
                  <a:pt x="1126603" y="227843"/>
                </a:cubicBezTo>
                <a:cubicBezTo>
                  <a:pt x="1118027" y="213158"/>
                  <a:pt x="1113739" y="196536"/>
                  <a:pt x="1113739" y="177975"/>
                </a:cubicBezTo>
                <a:cubicBezTo>
                  <a:pt x="1113739" y="159648"/>
                  <a:pt x="1117910" y="143143"/>
                  <a:pt x="1126251" y="128459"/>
                </a:cubicBezTo>
                <a:cubicBezTo>
                  <a:pt x="1134591" y="113774"/>
                  <a:pt x="1146163" y="102321"/>
                  <a:pt x="1160964" y="94097"/>
                </a:cubicBezTo>
                <a:cubicBezTo>
                  <a:pt x="1175766" y="85874"/>
                  <a:pt x="1192448" y="81763"/>
                  <a:pt x="1211009" y="81763"/>
                </a:cubicBezTo>
                <a:close/>
                <a:moveTo>
                  <a:pt x="1015232" y="81763"/>
                </a:moveTo>
                <a:cubicBezTo>
                  <a:pt x="1028154" y="81763"/>
                  <a:pt x="1041076" y="83231"/>
                  <a:pt x="1053998" y="86168"/>
                </a:cubicBezTo>
                <a:cubicBezTo>
                  <a:pt x="1066921" y="89105"/>
                  <a:pt x="1077493" y="93040"/>
                  <a:pt x="1085717" y="97974"/>
                </a:cubicBezTo>
                <a:lnTo>
                  <a:pt x="1068800" y="131454"/>
                </a:lnTo>
                <a:cubicBezTo>
                  <a:pt x="1052824" y="122056"/>
                  <a:pt x="1034850" y="117357"/>
                  <a:pt x="1014879" y="117357"/>
                </a:cubicBezTo>
                <a:cubicBezTo>
                  <a:pt x="1001957" y="117357"/>
                  <a:pt x="992148" y="119296"/>
                  <a:pt x="985452" y="123172"/>
                </a:cubicBezTo>
                <a:cubicBezTo>
                  <a:pt x="978756" y="127049"/>
                  <a:pt x="975408" y="132159"/>
                  <a:pt x="975408" y="138503"/>
                </a:cubicBezTo>
                <a:cubicBezTo>
                  <a:pt x="975408" y="145551"/>
                  <a:pt x="978991" y="150544"/>
                  <a:pt x="986157" y="153481"/>
                </a:cubicBezTo>
                <a:cubicBezTo>
                  <a:pt x="993323" y="156418"/>
                  <a:pt x="1004424" y="159179"/>
                  <a:pt x="1019461" y="161763"/>
                </a:cubicBezTo>
                <a:cubicBezTo>
                  <a:pt x="1034498" y="164112"/>
                  <a:pt x="1046833" y="166814"/>
                  <a:pt x="1056465" y="169869"/>
                </a:cubicBezTo>
                <a:cubicBezTo>
                  <a:pt x="1066099" y="172923"/>
                  <a:pt x="1074381" y="178092"/>
                  <a:pt x="1081311" y="185375"/>
                </a:cubicBezTo>
                <a:cubicBezTo>
                  <a:pt x="1088242" y="192659"/>
                  <a:pt x="1091708" y="202997"/>
                  <a:pt x="1091708" y="216389"/>
                </a:cubicBezTo>
                <a:cubicBezTo>
                  <a:pt x="1091708" y="234010"/>
                  <a:pt x="1084072" y="248107"/>
                  <a:pt x="1068800" y="258680"/>
                </a:cubicBezTo>
                <a:cubicBezTo>
                  <a:pt x="1053529" y="269253"/>
                  <a:pt x="1032736" y="274539"/>
                  <a:pt x="1006421" y="274539"/>
                </a:cubicBezTo>
                <a:cubicBezTo>
                  <a:pt x="991149" y="274539"/>
                  <a:pt x="976230" y="272542"/>
                  <a:pt x="961663" y="268548"/>
                </a:cubicBezTo>
                <a:cubicBezTo>
                  <a:pt x="947096" y="264554"/>
                  <a:pt x="935466" y="259502"/>
                  <a:pt x="926773" y="253394"/>
                </a:cubicBezTo>
                <a:lnTo>
                  <a:pt x="943689" y="219913"/>
                </a:lnTo>
                <a:cubicBezTo>
                  <a:pt x="952148" y="225552"/>
                  <a:pt x="962309" y="230075"/>
                  <a:pt x="974174" y="233481"/>
                </a:cubicBezTo>
                <a:cubicBezTo>
                  <a:pt x="986039" y="236888"/>
                  <a:pt x="997728" y="238592"/>
                  <a:pt x="1009240" y="238592"/>
                </a:cubicBezTo>
                <a:cubicBezTo>
                  <a:pt x="1035555" y="238592"/>
                  <a:pt x="1048712" y="231661"/>
                  <a:pt x="1048712" y="217799"/>
                </a:cubicBezTo>
                <a:cubicBezTo>
                  <a:pt x="1048712" y="211220"/>
                  <a:pt x="1045364" y="206638"/>
                  <a:pt x="1038668" y="204054"/>
                </a:cubicBezTo>
                <a:cubicBezTo>
                  <a:pt x="1031972" y="201470"/>
                  <a:pt x="1021223" y="199003"/>
                  <a:pt x="1006421" y="196653"/>
                </a:cubicBezTo>
                <a:cubicBezTo>
                  <a:pt x="990914" y="194304"/>
                  <a:pt x="978286" y="191602"/>
                  <a:pt x="968535" y="188547"/>
                </a:cubicBezTo>
                <a:cubicBezTo>
                  <a:pt x="958785" y="185493"/>
                  <a:pt x="950327" y="180148"/>
                  <a:pt x="943161" y="172512"/>
                </a:cubicBezTo>
                <a:cubicBezTo>
                  <a:pt x="935995" y="164876"/>
                  <a:pt x="932412" y="154245"/>
                  <a:pt x="932412" y="140618"/>
                </a:cubicBezTo>
                <a:cubicBezTo>
                  <a:pt x="932412" y="122761"/>
                  <a:pt x="939871" y="108488"/>
                  <a:pt x="954791" y="97798"/>
                </a:cubicBezTo>
                <a:cubicBezTo>
                  <a:pt x="969710" y="87108"/>
                  <a:pt x="989857" y="81763"/>
                  <a:pt x="1015232" y="81763"/>
                </a:cubicBezTo>
                <a:close/>
                <a:moveTo>
                  <a:pt x="664531" y="81763"/>
                </a:moveTo>
                <a:cubicBezTo>
                  <a:pt x="688261" y="81763"/>
                  <a:pt x="707292" y="88694"/>
                  <a:pt x="721624" y="102556"/>
                </a:cubicBezTo>
                <a:cubicBezTo>
                  <a:pt x="735956" y="116418"/>
                  <a:pt x="743122" y="136976"/>
                  <a:pt x="743122" y="164230"/>
                </a:cubicBezTo>
                <a:lnTo>
                  <a:pt x="743122" y="272072"/>
                </a:lnTo>
                <a:lnTo>
                  <a:pt x="699069" y="272072"/>
                </a:lnTo>
                <a:lnTo>
                  <a:pt x="699069" y="169869"/>
                </a:lnTo>
                <a:cubicBezTo>
                  <a:pt x="699069" y="153422"/>
                  <a:pt x="695192" y="141029"/>
                  <a:pt x="687438" y="132688"/>
                </a:cubicBezTo>
                <a:cubicBezTo>
                  <a:pt x="679685" y="124347"/>
                  <a:pt x="668642" y="120177"/>
                  <a:pt x="654311" y="120177"/>
                </a:cubicBezTo>
                <a:cubicBezTo>
                  <a:pt x="638099" y="120177"/>
                  <a:pt x="625294" y="125052"/>
                  <a:pt x="615896" y="134802"/>
                </a:cubicBezTo>
                <a:cubicBezTo>
                  <a:pt x="606498" y="144553"/>
                  <a:pt x="601799" y="158591"/>
                  <a:pt x="601799" y="176917"/>
                </a:cubicBezTo>
                <a:lnTo>
                  <a:pt x="601799" y="272072"/>
                </a:lnTo>
                <a:lnTo>
                  <a:pt x="557746" y="272072"/>
                </a:lnTo>
                <a:lnTo>
                  <a:pt x="557746" y="83877"/>
                </a:lnTo>
                <a:lnTo>
                  <a:pt x="599685" y="83877"/>
                </a:lnTo>
                <a:lnTo>
                  <a:pt x="599685" y="108194"/>
                </a:lnTo>
                <a:cubicBezTo>
                  <a:pt x="606968" y="99501"/>
                  <a:pt x="616131" y="92923"/>
                  <a:pt x="627174" y="88459"/>
                </a:cubicBezTo>
                <a:cubicBezTo>
                  <a:pt x="638216" y="83995"/>
                  <a:pt x="650669" y="81763"/>
                  <a:pt x="664531" y="81763"/>
                </a:cubicBezTo>
                <a:close/>
                <a:moveTo>
                  <a:pt x="413728" y="81763"/>
                </a:moveTo>
                <a:cubicBezTo>
                  <a:pt x="432994" y="81763"/>
                  <a:pt x="450263" y="85874"/>
                  <a:pt x="465535" y="94097"/>
                </a:cubicBezTo>
                <a:cubicBezTo>
                  <a:pt x="480806" y="102321"/>
                  <a:pt x="492730" y="113716"/>
                  <a:pt x="501306" y="128283"/>
                </a:cubicBezTo>
                <a:cubicBezTo>
                  <a:pt x="509881" y="142850"/>
                  <a:pt x="514169" y="159413"/>
                  <a:pt x="514169" y="177975"/>
                </a:cubicBezTo>
                <a:cubicBezTo>
                  <a:pt x="514169" y="196536"/>
                  <a:pt x="509881" y="213158"/>
                  <a:pt x="501306" y="227843"/>
                </a:cubicBezTo>
                <a:cubicBezTo>
                  <a:pt x="492730" y="242527"/>
                  <a:pt x="480806" y="253981"/>
                  <a:pt x="465535" y="262204"/>
                </a:cubicBezTo>
                <a:cubicBezTo>
                  <a:pt x="450263" y="270427"/>
                  <a:pt x="432994" y="274539"/>
                  <a:pt x="413728" y="274539"/>
                </a:cubicBezTo>
                <a:cubicBezTo>
                  <a:pt x="394697" y="274539"/>
                  <a:pt x="377546" y="270427"/>
                  <a:pt x="362274" y="262204"/>
                </a:cubicBezTo>
                <a:cubicBezTo>
                  <a:pt x="347002" y="253981"/>
                  <a:pt x="335079" y="242527"/>
                  <a:pt x="326503" y="227843"/>
                </a:cubicBezTo>
                <a:cubicBezTo>
                  <a:pt x="317927" y="213158"/>
                  <a:pt x="313639" y="196536"/>
                  <a:pt x="313639" y="177975"/>
                </a:cubicBezTo>
                <a:cubicBezTo>
                  <a:pt x="313639" y="159413"/>
                  <a:pt x="317927" y="142850"/>
                  <a:pt x="326503" y="128283"/>
                </a:cubicBezTo>
                <a:cubicBezTo>
                  <a:pt x="335079" y="113716"/>
                  <a:pt x="347002" y="102321"/>
                  <a:pt x="362274" y="94097"/>
                </a:cubicBezTo>
                <a:cubicBezTo>
                  <a:pt x="377546" y="85874"/>
                  <a:pt x="394697" y="81763"/>
                  <a:pt x="413728" y="81763"/>
                </a:cubicBezTo>
                <a:close/>
                <a:moveTo>
                  <a:pt x="3084290" y="61322"/>
                </a:moveTo>
                <a:lnTo>
                  <a:pt x="3084290" y="129340"/>
                </a:lnTo>
                <a:lnTo>
                  <a:pt x="3149137" y="129340"/>
                </a:lnTo>
                <a:cubicBezTo>
                  <a:pt x="3165113" y="129340"/>
                  <a:pt x="3177389" y="126462"/>
                  <a:pt x="3185965" y="120705"/>
                </a:cubicBezTo>
                <a:cubicBezTo>
                  <a:pt x="3194541" y="114949"/>
                  <a:pt x="3198828" y="106550"/>
                  <a:pt x="3198828" y="95507"/>
                </a:cubicBezTo>
                <a:cubicBezTo>
                  <a:pt x="3198828" y="84229"/>
                  <a:pt x="3194541" y="75713"/>
                  <a:pt x="3185965" y="69956"/>
                </a:cubicBezTo>
                <a:cubicBezTo>
                  <a:pt x="3177389" y="64200"/>
                  <a:pt x="3165113" y="61322"/>
                  <a:pt x="3149137" y="61322"/>
                </a:cubicBezTo>
                <a:close/>
                <a:moveTo>
                  <a:pt x="1868662" y="42291"/>
                </a:moveTo>
                <a:lnTo>
                  <a:pt x="1912715" y="42291"/>
                </a:lnTo>
                <a:lnTo>
                  <a:pt x="1912715" y="85287"/>
                </a:lnTo>
                <a:lnTo>
                  <a:pt x="1963112" y="85287"/>
                </a:lnTo>
                <a:lnTo>
                  <a:pt x="1963112" y="120529"/>
                </a:lnTo>
                <a:lnTo>
                  <a:pt x="1912715" y="120529"/>
                </a:lnTo>
                <a:lnTo>
                  <a:pt x="1912715" y="210045"/>
                </a:lnTo>
                <a:cubicBezTo>
                  <a:pt x="1912715" y="219208"/>
                  <a:pt x="1914947" y="226198"/>
                  <a:pt x="1919411" y="231014"/>
                </a:cubicBezTo>
                <a:cubicBezTo>
                  <a:pt x="1923875" y="235831"/>
                  <a:pt x="1930337" y="238239"/>
                  <a:pt x="1938795" y="238239"/>
                </a:cubicBezTo>
                <a:cubicBezTo>
                  <a:pt x="1948663" y="238239"/>
                  <a:pt x="1956886" y="235655"/>
                  <a:pt x="1963465" y="230486"/>
                </a:cubicBezTo>
                <a:lnTo>
                  <a:pt x="1975799" y="261852"/>
                </a:lnTo>
                <a:cubicBezTo>
                  <a:pt x="1970631" y="266081"/>
                  <a:pt x="1964346" y="269253"/>
                  <a:pt x="1956945" y="271367"/>
                </a:cubicBezTo>
                <a:cubicBezTo>
                  <a:pt x="1949544" y="273482"/>
                  <a:pt x="1941732" y="274539"/>
                  <a:pt x="1933509" y="274539"/>
                </a:cubicBezTo>
                <a:cubicBezTo>
                  <a:pt x="1912833" y="274539"/>
                  <a:pt x="1896856" y="269135"/>
                  <a:pt x="1885579" y="258327"/>
                </a:cubicBezTo>
                <a:cubicBezTo>
                  <a:pt x="1874301" y="247520"/>
                  <a:pt x="1868662" y="231778"/>
                  <a:pt x="1868662" y="211102"/>
                </a:cubicBezTo>
                <a:lnTo>
                  <a:pt x="1868662" y="120529"/>
                </a:lnTo>
                <a:lnTo>
                  <a:pt x="1837649" y="120529"/>
                </a:lnTo>
                <a:lnTo>
                  <a:pt x="1837649" y="85287"/>
                </a:lnTo>
                <a:lnTo>
                  <a:pt x="1868662" y="85287"/>
                </a:lnTo>
                <a:close/>
                <a:moveTo>
                  <a:pt x="801862" y="42291"/>
                </a:moveTo>
                <a:lnTo>
                  <a:pt x="845916" y="42291"/>
                </a:lnTo>
                <a:lnTo>
                  <a:pt x="845916" y="85287"/>
                </a:lnTo>
                <a:lnTo>
                  <a:pt x="896312" y="85287"/>
                </a:lnTo>
                <a:lnTo>
                  <a:pt x="896312" y="120529"/>
                </a:lnTo>
                <a:lnTo>
                  <a:pt x="845916" y="120529"/>
                </a:lnTo>
                <a:lnTo>
                  <a:pt x="845916" y="210045"/>
                </a:lnTo>
                <a:cubicBezTo>
                  <a:pt x="845916" y="219208"/>
                  <a:pt x="848147" y="226198"/>
                  <a:pt x="852611" y="231014"/>
                </a:cubicBezTo>
                <a:cubicBezTo>
                  <a:pt x="857076" y="235831"/>
                  <a:pt x="863537" y="238239"/>
                  <a:pt x="871995" y="238239"/>
                </a:cubicBezTo>
                <a:cubicBezTo>
                  <a:pt x="881863" y="238239"/>
                  <a:pt x="890086" y="235655"/>
                  <a:pt x="896665" y="230486"/>
                </a:cubicBezTo>
                <a:lnTo>
                  <a:pt x="909000" y="261852"/>
                </a:lnTo>
                <a:cubicBezTo>
                  <a:pt x="903831" y="266081"/>
                  <a:pt x="897546" y="269253"/>
                  <a:pt x="890145" y="271367"/>
                </a:cubicBezTo>
                <a:cubicBezTo>
                  <a:pt x="882744" y="273482"/>
                  <a:pt x="874932" y="274539"/>
                  <a:pt x="866709" y="274539"/>
                </a:cubicBezTo>
                <a:cubicBezTo>
                  <a:pt x="846033" y="274539"/>
                  <a:pt x="830056" y="269135"/>
                  <a:pt x="818779" y="258327"/>
                </a:cubicBezTo>
                <a:cubicBezTo>
                  <a:pt x="807501" y="247520"/>
                  <a:pt x="801862" y="231778"/>
                  <a:pt x="801862" y="211102"/>
                </a:cubicBezTo>
                <a:lnTo>
                  <a:pt x="801862" y="120529"/>
                </a:lnTo>
                <a:lnTo>
                  <a:pt x="770849" y="120529"/>
                </a:lnTo>
                <a:lnTo>
                  <a:pt x="770849" y="85287"/>
                </a:lnTo>
                <a:lnTo>
                  <a:pt x="801862" y="85287"/>
                </a:lnTo>
                <a:close/>
                <a:moveTo>
                  <a:pt x="3038475" y="25375"/>
                </a:moveTo>
                <a:lnTo>
                  <a:pt x="3154071" y="25375"/>
                </a:lnTo>
                <a:cubicBezTo>
                  <a:pt x="3183204" y="25375"/>
                  <a:pt x="3205642" y="31072"/>
                  <a:pt x="3221384" y="42467"/>
                </a:cubicBezTo>
                <a:cubicBezTo>
                  <a:pt x="3237125" y="53862"/>
                  <a:pt x="3244996" y="69545"/>
                  <a:pt x="3244996" y="89516"/>
                </a:cubicBezTo>
                <a:cubicBezTo>
                  <a:pt x="3244996" y="101733"/>
                  <a:pt x="3242177" y="112541"/>
                  <a:pt x="3236538" y="121939"/>
                </a:cubicBezTo>
                <a:cubicBezTo>
                  <a:pt x="3230899" y="131337"/>
                  <a:pt x="3223146" y="138620"/>
                  <a:pt x="3213278" y="143789"/>
                </a:cubicBezTo>
                <a:cubicBezTo>
                  <a:pt x="3226905" y="148253"/>
                  <a:pt x="3237713" y="155713"/>
                  <a:pt x="3245701" y="166168"/>
                </a:cubicBezTo>
                <a:cubicBezTo>
                  <a:pt x="3253689" y="176624"/>
                  <a:pt x="3257683" y="189605"/>
                  <a:pt x="3257683" y="205111"/>
                </a:cubicBezTo>
                <a:cubicBezTo>
                  <a:pt x="3257683" y="226492"/>
                  <a:pt x="3249460" y="242997"/>
                  <a:pt x="3233013" y="254627"/>
                </a:cubicBezTo>
                <a:cubicBezTo>
                  <a:pt x="3216567" y="266257"/>
                  <a:pt x="3192602" y="272072"/>
                  <a:pt x="3161119" y="272072"/>
                </a:cubicBezTo>
                <a:lnTo>
                  <a:pt x="3038475" y="272072"/>
                </a:lnTo>
                <a:close/>
                <a:moveTo>
                  <a:pt x="0" y="25375"/>
                </a:moveTo>
                <a:lnTo>
                  <a:pt x="37710" y="25375"/>
                </a:lnTo>
                <a:lnTo>
                  <a:pt x="135684" y="188900"/>
                </a:lnTo>
                <a:lnTo>
                  <a:pt x="231896" y="25375"/>
                </a:lnTo>
                <a:lnTo>
                  <a:pt x="269605" y="25375"/>
                </a:lnTo>
                <a:lnTo>
                  <a:pt x="269958" y="272072"/>
                </a:lnTo>
                <a:lnTo>
                  <a:pt x="226610" y="272072"/>
                </a:lnTo>
                <a:lnTo>
                  <a:pt x="226257" y="108547"/>
                </a:lnTo>
                <a:lnTo>
                  <a:pt x="145199" y="243878"/>
                </a:lnTo>
                <a:lnTo>
                  <a:pt x="124759" y="243878"/>
                </a:lnTo>
                <a:lnTo>
                  <a:pt x="43701" y="110661"/>
                </a:lnTo>
                <a:lnTo>
                  <a:pt x="43701" y="272072"/>
                </a:lnTo>
                <a:lnTo>
                  <a:pt x="0" y="272072"/>
                </a:lnTo>
                <a:close/>
                <a:moveTo>
                  <a:pt x="2207952" y="21850"/>
                </a:moveTo>
                <a:cubicBezTo>
                  <a:pt x="2222989" y="21850"/>
                  <a:pt x="2237791" y="23730"/>
                  <a:pt x="2252358" y="27489"/>
                </a:cubicBezTo>
                <a:cubicBezTo>
                  <a:pt x="2266925" y="31248"/>
                  <a:pt x="2279494" y="36652"/>
                  <a:pt x="2290067" y="43701"/>
                </a:cubicBezTo>
                <a:lnTo>
                  <a:pt x="2275618" y="79296"/>
                </a:lnTo>
                <a:cubicBezTo>
                  <a:pt x="2264810" y="72952"/>
                  <a:pt x="2253533" y="68135"/>
                  <a:pt x="2241785" y="64846"/>
                </a:cubicBezTo>
                <a:cubicBezTo>
                  <a:pt x="2230037" y="61557"/>
                  <a:pt x="2218643" y="59912"/>
                  <a:pt x="2207600" y="59912"/>
                </a:cubicBezTo>
                <a:cubicBezTo>
                  <a:pt x="2189509" y="59912"/>
                  <a:pt x="2176058" y="62967"/>
                  <a:pt x="2167247" y="69075"/>
                </a:cubicBezTo>
                <a:cubicBezTo>
                  <a:pt x="2158436" y="75184"/>
                  <a:pt x="2154031" y="83290"/>
                  <a:pt x="2154031" y="93393"/>
                </a:cubicBezTo>
                <a:cubicBezTo>
                  <a:pt x="2154031" y="100441"/>
                  <a:pt x="2156557" y="106197"/>
                  <a:pt x="2161608" y="110661"/>
                </a:cubicBezTo>
                <a:cubicBezTo>
                  <a:pt x="2166660" y="115125"/>
                  <a:pt x="2173062" y="118650"/>
                  <a:pt x="2180815" y="121234"/>
                </a:cubicBezTo>
                <a:cubicBezTo>
                  <a:pt x="2188569" y="123819"/>
                  <a:pt x="2199142" y="126755"/>
                  <a:pt x="2212534" y="130045"/>
                </a:cubicBezTo>
                <a:cubicBezTo>
                  <a:pt x="2230860" y="134274"/>
                  <a:pt x="2245897" y="138679"/>
                  <a:pt x="2257644" y="143261"/>
                </a:cubicBezTo>
                <a:cubicBezTo>
                  <a:pt x="2269392" y="147842"/>
                  <a:pt x="2279436" y="154832"/>
                  <a:pt x="2287777" y="164230"/>
                </a:cubicBezTo>
                <a:cubicBezTo>
                  <a:pt x="2296117" y="173628"/>
                  <a:pt x="2300288" y="186315"/>
                  <a:pt x="2300288" y="202292"/>
                </a:cubicBezTo>
                <a:cubicBezTo>
                  <a:pt x="2300288" y="215919"/>
                  <a:pt x="2296587" y="228254"/>
                  <a:pt x="2289186" y="239296"/>
                </a:cubicBezTo>
                <a:cubicBezTo>
                  <a:pt x="2281785" y="250339"/>
                  <a:pt x="2270566" y="259150"/>
                  <a:pt x="2255530" y="265728"/>
                </a:cubicBezTo>
                <a:cubicBezTo>
                  <a:pt x="2240493" y="272307"/>
                  <a:pt x="2222167" y="275596"/>
                  <a:pt x="2200551" y="275596"/>
                </a:cubicBezTo>
                <a:cubicBezTo>
                  <a:pt x="2181520" y="275596"/>
                  <a:pt x="2163136" y="272894"/>
                  <a:pt x="2145397" y="267491"/>
                </a:cubicBezTo>
                <a:cubicBezTo>
                  <a:pt x="2127658" y="262087"/>
                  <a:pt x="2113620" y="254921"/>
                  <a:pt x="2103282" y="245993"/>
                </a:cubicBezTo>
                <a:lnTo>
                  <a:pt x="2119141" y="210398"/>
                </a:lnTo>
                <a:cubicBezTo>
                  <a:pt x="2129244" y="218386"/>
                  <a:pt x="2141638" y="224906"/>
                  <a:pt x="2156322" y="229957"/>
                </a:cubicBezTo>
                <a:cubicBezTo>
                  <a:pt x="2171006" y="235009"/>
                  <a:pt x="2185749" y="237534"/>
                  <a:pt x="2200551" y="237534"/>
                </a:cubicBezTo>
                <a:cubicBezTo>
                  <a:pt x="2218877" y="237534"/>
                  <a:pt x="2232563" y="234597"/>
                  <a:pt x="2241609" y="228724"/>
                </a:cubicBezTo>
                <a:cubicBezTo>
                  <a:pt x="2250654" y="222850"/>
                  <a:pt x="2255177" y="215097"/>
                  <a:pt x="2255177" y="205464"/>
                </a:cubicBezTo>
                <a:cubicBezTo>
                  <a:pt x="2255177" y="198415"/>
                  <a:pt x="2252651" y="192600"/>
                  <a:pt x="2247600" y="188019"/>
                </a:cubicBezTo>
                <a:cubicBezTo>
                  <a:pt x="2242549" y="183437"/>
                  <a:pt x="2236146" y="179854"/>
                  <a:pt x="2228393" y="177270"/>
                </a:cubicBezTo>
                <a:cubicBezTo>
                  <a:pt x="2220639" y="174685"/>
                  <a:pt x="2210067" y="171748"/>
                  <a:pt x="2196675" y="168459"/>
                </a:cubicBezTo>
                <a:cubicBezTo>
                  <a:pt x="2177879" y="163995"/>
                  <a:pt x="2162666" y="159531"/>
                  <a:pt x="2151036" y="155067"/>
                </a:cubicBezTo>
                <a:cubicBezTo>
                  <a:pt x="2139406" y="150603"/>
                  <a:pt x="2129420" y="143613"/>
                  <a:pt x="2121079" y="134098"/>
                </a:cubicBezTo>
                <a:cubicBezTo>
                  <a:pt x="2112739" y="124582"/>
                  <a:pt x="2108568" y="111719"/>
                  <a:pt x="2108568" y="95507"/>
                </a:cubicBezTo>
                <a:cubicBezTo>
                  <a:pt x="2108568" y="81880"/>
                  <a:pt x="2112269" y="69486"/>
                  <a:pt x="2119670" y="58326"/>
                </a:cubicBezTo>
                <a:cubicBezTo>
                  <a:pt x="2127071" y="47166"/>
                  <a:pt x="2138231" y="38297"/>
                  <a:pt x="2153150" y="31718"/>
                </a:cubicBezTo>
                <a:cubicBezTo>
                  <a:pt x="2168069" y="25140"/>
                  <a:pt x="2186337" y="21850"/>
                  <a:pt x="2207952" y="21850"/>
                </a:cubicBezTo>
                <a:close/>
                <a:moveTo>
                  <a:pt x="3774586" y="10573"/>
                </a:moveTo>
                <a:lnTo>
                  <a:pt x="3818639" y="10573"/>
                </a:lnTo>
                <a:lnTo>
                  <a:pt x="3818639" y="272072"/>
                </a:lnTo>
                <a:lnTo>
                  <a:pt x="3776348" y="272072"/>
                </a:lnTo>
                <a:lnTo>
                  <a:pt x="3776348" y="247755"/>
                </a:lnTo>
                <a:cubicBezTo>
                  <a:pt x="3769065" y="256683"/>
                  <a:pt x="3760078" y="263379"/>
                  <a:pt x="3749388" y="267843"/>
                </a:cubicBezTo>
                <a:cubicBezTo>
                  <a:pt x="3738697" y="272307"/>
                  <a:pt x="3726891" y="274539"/>
                  <a:pt x="3713969" y="274539"/>
                </a:cubicBezTo>
                <a:cubicBezTo>
                  <a:pt x="3695878" y="274539"/>
                  <a:pt x="3679608" y="270545"/>
                  <a:pt x="3665158" y="262557"/>
                </a:cubicBezTo>
                <a:cubicBezTo>
                  <a:pt x="3650709" y="254568"/>
                  <a:pt x="3639372" y="243232"/>
                  <a:pt x="3631149" y="228548"/>
                </a:cubicBezTo>
                <a:cubicBezTo>
                  <a:pt x="3622926" y="213863"/>
                  <a:pt x="3618814" y="197005"/>
                  <a:pt x="3618814" y="177975"/>
                </a:cubicBezTo>
                <a:cubicBezTo>
                  <a:pt x="3618814" y="158944"/>
                  <a:pt x="3622926" y="142145"/>
                  <a:pt x="3631149" y="127578"/>
                </a:cubicBezTo>
                <a:cubicBezTo>
                  <a:pt x="3639372" y="113011"/>
                  <a:pt x="3650709" y="101733"/>
                  <a:pt x="3665158" y="93745"/>
                </a:cubicBezTo>
                <a:cubicBezTo>
                  <a:pt x="3679608" y="85757"/>
                  <a:pt x="3695878" y="81763"/>
                  <a:pt x="3713969" y="81763"/>
                </a:cubicBezTo>
                <a:cubicBezTo>
                  <a:pt x="3726421" y="81763"/>
                  <a:pt x="3737816" y="83877"/>
                  <a:pt x="3748154" y="88106"/>
                </a:cubicBezTo>
                <a:cubicBezTo>
                  <a:pt x="3758492" y="92335"/>
                  <a:pt x="3767303" y="98679"/>
                  <a:pt x="3774586" y="107137"/>
                </a:cubicBezTo>
                <a:close/>
                <a:moveTo>
                  <a:pt x="3529546" y="10573"/>
                </a:moveTo>
                <a:lnTo>
                  <a:pt x="3573599" y="10573"/>
                </a:lnTo>
                <a:lnTo>
                  <a:pt x="3573599" y="272072"/>
                </a:lnTo>
                <a:lnTo>
                  <a:pt x="3529546" y="272072"/>
                </a:lnTo>
                <a:close/>
                <a:moveTo>
                  <a:pt x="2951674" y="0"/>
                </a:moveTo>
                <a:cubicBezTo>
                  <a:pt x="2959662" y="0"/>
                  <a:pt x="2966358" y="2408"/>
                  <a:pt x="2971762" y="7225"/>
                </a:cubicBezTo>
                <a:cubicBezTo>
                  <a:pt x="2977166" y="12041"/>
                  <a:pt x="2979868" y="18091"/>
                  <a:pt x="2979868" y="25375"/>
                </a:cubicBezTo>
                <a:cubicBezTo>
                  <a:pt x="2979868" y="33128"/>
                  <a:pt x="2977224" y="39648"/>
                  <a:pt x="2971938" y="44934"/>
                </a:cubicBezTo>
                <a:cubicBezTo>
                  <a:pt x="2966652" y="50221"/>
                  <a:pt x="2959897" y="52864"/>
                  <a:pt x="2951674" y="52864"/>
                </a:cubicBezTo>
                <a:cubicBezTo>
                  <a:pt x="2943685" y="52864"/>
                  <a:pt x="2936989" y="50338"/>
                  <a:pt x="2931586" y="45287"/>
                </a:cubicBezTo>
                <a:cubicBezTo>
                  <a:pt x="2926182" y="40235"/>
                  <a:pt x="2923480" y="33950"/>
                  <a:pt x="2923480" y="26432"/>
                </a:cubicBezTo>
                <a:cubicBezTo>
                  <a:pt x="2923480" y="18913"/>
                  <a:pt x="2926182" y="12628"/>
                  <a:pt x="2931586" y="7577"/>
                </a:cubicBezTo>
                <a:cubicBezTo>
                  <a:pt x="2936989" y="2526"/>
                  <a:pt x="2943685" y="0"/>
                  <a:pt x="295167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 name="TextBox 14">
            <a:extLst>
              <a:ext uri="{FF2B5EF4-FFF2-40B4-BE49-F238E27FC236}">
                <a16:creationId xmlns:a16="http://schemas.microsoft.com/office/drawing/2014/main" id="{C9968AEE-5649-44BA-9F6F-DC8DD7B44A2F}"/>
              </a:ext>
            </a:extLst>
          </p:cNvPr>
          <p:cNvSpPr txBox="1"/>
          <p:nvPr/>
        </p:nvSpPr>
        <p:spPr bwMode="ltGray">
          <a:xfrm>
            <a:off x="6293104" y="3035690"/>
            <a:ext cx="4359057" cy="444224"/>
          </a:xfrm>
          <a:prstGeom prst="rect">
            <a:avLst/>
          </a:prstGeom>
        </p:spPr>
        <p:txBody>
          <a:bodyPr vert="horz" wrap="square" lIns="0" tIns="0" rIns="0" bIns="0" rtlCol="0">
            <a:spAutoFit/>
          </a:bodyPr>
          <a:lstStyle/>
          <a:p>
            <a:pPr algn="l">
              <a:lnSpc>
                <a:spcPct val="110000"/>
              </a:lnSpc>
              <a:spcBef>
                <a:spcPts val="600"/>
              </a:spcBef>
              <a:spcAft>
                <a:spcPts val="600"/>
              </a:spcAft>
            </a:pPr>
            <a:r>
              <a:rPr lang="en-US" sz="2800">
                <a:solidFill>
                  <a:schemeClr val="accent6"/>
                </a:solidFill>
                <a:latin typeface="Montserrat ExtraBold" panose="00000900000000000000" pitchFamily="2" charset="0"/>
              </a:rPr>
              <a:t>Montserrat </a:t>
            </a:r>
            <a:r>
              <a:rPr lang="en-US" sz="2800" err="1">
                <a:solidFill>
                  <a:schemeClr val="accent6"/>
                </a:solidFill>
                <a:latin typeface="Montserrat ExtraBold" panose="00000900000000000000" pitchFamily="2" charset="0"/>
              </a:rPr>
              <a:t>ExtraBold</a:t>
            </a:r>
            <a:endParaRPr lang="en-US" sz="2800">
              <a:solidFill>
                <a:schemeClr val="accent6"/>
              </a:solidFill>
              <a:latin typeface="Montserrat ExtraBold" panose="00000900000000000000" pitchFamily="2" charset="0"/>
            </a:endParaRPr>
          </a:p>
        </p:txBody>
      </p:sp>
      <p:sp>
        <p:nvSpPr>
          <p:cNvPr id="60" name="Freeform: Shape 59" descr="Image of Montserrat font to compare to the text above it">
            <a:extLst>
              <a:ext uri="{FF2B5EF4-FFF2-40B4-BE49-F238E27FC236}">
                <a16:creationId xmlns:a16="http://schemas.microsoft.com/office/drawing/2014/main" id="{158EC795-BD71-4DE7-8202-2051D6D0FA78}"/>
              </a:ext>
              <a:ext uri="{C183D7F6-B498-43B3-948B-1728B52AA6E4}">
                <adec:decorative xmlns:adec="http://schemas.microsoft.com/office/drawing/2017/decorative" val="0"/>
              </a:ext>
            </a:extLst>
          </p:cNvPr>
          <p:cNvSpPr/>
          <p:nvPr/>
        </p:nvSpPr>
        <p:spPr bwMode="black">
          <a:xfrm>
            <a:off x="6317774" y="3588258"/>
            <a:ext cx="4019350" cy="264671"/>
          </a:xfrm>
          <a:custGeom>
            <a:avLst/>
            <a:gdLst/>
            <a:ahLst/>
            <a:cxnLst/>
            <a:rect l="l" t="t" r="r" b="b"/>
            <a:pathLst>
              <a:path w="4019350" h="264671">
                <a:moveTo>
                  <a:pt x="3061325" y="183613"/>
                </a:moveTo>
                <a:cubicBezTo>
                  <a:pt x="3041824" y="183613"/>
                  <a:pt x="3032074" y="190074"/>
                  <a:pt x="3032074" y="202997"/>
                </a:cubicBezTo>
                <a:cubicBezTo>
                  <a:pt x="3032074" y="208870"/>
                  <a:pt x="3034306" y="213569"/>
                  <a:pt x="3038770" y="217094"/>
                </a:cubicBezTo>
                <a:cubicBezTo>
                  <a:pt x="3043234" y="220618"/>
                  <a:pt x="3049343" y="222380"/>
                  <a:pt x="3057096" y="222380"/>
                </a:cubicBezTo>
                <a:cubicBezTo>
                  <a:pt x="3064850" y="222380"/>
                  <a:pt x="3071663" y="220500"/>
                  <a:pt x="3077537" y="216741"/>
                </a:cubicBezTo>
                <a:cubicBezTo>
                  <a:pt x="3083411" y="212982"/>
                  <a:pt x="3087640" y="207461"/>
                  <a:pt x="3090224" y="200177"/>
                </a:cubicBezTo>
                <a:lnTo>
                  <a:pt x="3090224" y="183613"/>
                </a:lnTo>
                <a:close/>
                <a:moveTo>
                  <a:pt x="1784975" y="183613"/>
                </a:moveTo>
                <a:cubicBezTo>
                  <a:pt x="1765475" y="183613"/>
                  <a:pt x="1755724" y="190074"/>
                  <a:pt x="1755724" y="202997"/>
                </a:cubicBezTo>
                <a:cubicBezTo>
                  <a:pt x="1755724" y="208870"/>
                  <a:pt x="1757956" y="213569"/>
                  <a:pt x="1762420" y="217094"/>
                </a:cubicBezTo>
                <a:cubicBezTo>
                  <a:pt x="1766884" y="220618"/>
                  <a:pt x="1772993" y="222380"/>
                  <a:pt x="1780746" y="222380"/>
                </a:cubicBezTo>
                <a:cubicBezTo>
                  <a:pt x="1788500" y="222380"/>
                  <a:pt x="1795313" y="220500"/>
                  <a:pt x="1801187" y="216741"/>
                </a:cubicBezTo>
                <a:cubicBezTo>
                  <a:pt x="1807061" y="212982"/>
                  <a:pt x="1811290" y="207461"/>
                  <a:pt x="1813874" y="200177"/>
                </a:cubicBezTo>
                <a:lnTo>
                  <a:pt x="1813874" y="183613"/>
                </a:lnTo>
                <a:close/>
                <a:moveTo>
                  <a:pt x="3269475" y="161058"/>
                </a:moveTo>
                <a:lnTo>
                  <a:pt x="3269475" y="211102"/>
                </a:lnTo>
                <a:lnTo>
                  <a:pt x="3327978" y="211102"/>
                </a:lnTo>
                <a:cubicBezTo>
                  <a:pt x="3352412" y="211102"/>
                  <a:pt x="3364630" y="202762"/>
                  <a:pt x="3364630" y="186080"/>
                </a:cubicBezTo>
                <a:cubicBezTo>
                  <a:pt x="3364630" y="169399"/>
                  <a:pt x="3352412" y="161058"/>
                  <a:pt x="3327978" y="161058"/>
                </a:cubicBezTo>
                <a:close/>
                <a:moveTo>
                  <a:pt x="3913622" y="120529"/>
                </a:moveTo>
                <a:cubicBezTo>
                  <a:pt x="3901875" y="120529"/>
                  <a:pt x="3892242" y="124523"/>
                  <a:pt x="3884723" y="132512"/>
                </a:cubicBezTo>
                <a:cubicBezTo>
                  <a:pt x="3877205" y="140500"/>
                  <a:pt x="3873446" y="151543"/>
                  <a:pt x="3873446" y="165640"/>
                </a:cubicBezTo>
                <a:cubicBezTo>
                  <a:pt x="3873446" y="179971"/>
                  <a:pt x="3877205" y="191190"/>
                  <a:pt x="3884723" y="199296"/>
                </a:cubicBezTo>
                <a:cubicBezTo>
                  <a:pt x="3892242" y="207402"/>
                  <a:pt x="3901875" y="211455"/>
                  <a:pt x="3913622" y="211455"/>
                </a:cubicBezTo>
                <a:cubicBezTo>
                  <a:pt x="3925135" y="211455"/>
                  <a:pt x="3934650" y="207402"/>
                  <a:pt x="3942169" y="199296"/>
                </a:cubicBezTo>
                <a:cubicBezTo>
                  <a:pt x="3949687" y="191190"/>
                  <a:pt x="3953446" y="179971"/>
                  <a:pt x="3953446" y="165640"/>
                </a:cubicBezTo>
                <a:cubicBezTo>
                  <a:pt x="3953446" y="151543"/>
                  <a:pt x="3949746" y="140500"/>
                  <a:pt x="3942345" y="132512"/>
                </a:cubicBezTo>
                <a:cubicBezTo>
                  <a:pt x="3934944" y="124523"/>
                  <a:pt x="3925370" y="120529"/>
                  <a:pt x="3913622" y="120529"/>
                </a:cubicBezTo>
                <a:close/>
                <a:moveTo>
                  <a:pt x="3559787" y="120529"/>
                </a:moveTo>
                <a:cubicBezTo>
                  <a:pt x="3548040" y="120529"/>
                  <a:pt x="3538407" y="124523"/>
                  <a:pt x="3530888" y="132512"/>
                </a:cubicBezTo>
                <a:cubicBezTo>
                  <a:pt x="3523370" y="140500"/>
                  <a:pt x="3519611" y="151543"/>
                  <a:pt x="3519611" y="165640"/>
                </a:cubicBezTo>
                <a:cubicBezTo>
                  <a:pt x="3519611" y="179971"/>
                  <a:pt x="3523370" y="191190"/>
                  <a:pt x="3530888" y="199296"/>
                </a:cubicBezTo>
                <a:cubicBezTo>
                  <a:pt x="3538407" y="207402"/>
                  <a:pt x="3548040" y="211455"/>
                  <a:pt x="3559787" y="211455"/>
                </a:cubicBezTo>
                <a:cubicBezTo>
                  <a:pt x="3571535" y="211455"/>
                  <a:pt x="3581168" y="207402"/>
                  <a:pt x="3588686" y="199296"/>
                </a:cubicBezTo>
                <a:cubicBezTo>
                  <a:pt x="3596205" y="191190"/>
                  <a:pt x="3599964" y="179971"/>
                  <a:pt x="3599964" y="165640"/>
                </a:cubicBezTo>
                <a:cubicBezTo>
                  <a:pt x="3599964" y="151543"/>
                  <a:pt x="3596205" y="140500"/>
                  <a:pt x="3588686" y="132512"/>
                </a:cubicBezTo>
                <a:cubicBezTo>
                  <a:pt x="3581168" y="124523"/>
                  <a:pt x="3571535" y="120529"/>
                  <a:pt x="3559787" y="120529"/>
                </a:cubicBezTo>
                <a:close/>
                <a:moveTo>
                  <a:pt x="426063" y="120529"/>
                </a:moveTo>
                <a:cubicBezTo>
                  <a:pt x="414315" y="120529"/>
                  <a:pt x="404682" y="124523"/>
                  <a:pt x="397164" y="132512"/>
                </a:cubicBezTo>
                <a:cubicBezTo>
                  <a:pt x="389646" y="140500"/>
                  <a:pt x="385886" y="151543"/>
                  <a:pt x="385886" y="165640"/>
                </a:cubicBezTo>
                <a:cubicBezTo>
                  <a:pt x="385886" y="179971"/>
                  <a:pt x="389646" y="191190"/>
                  <a:pt x="397164" y="199296"/>
                </a:cubicBezTo>
                <a:cubicBezTo>
                  <a:pt x="404682" y="207402"/>
                  <a:pt x="414315" y="211455"/>
                  <a:pt x="426063" y="211455"/>
                </a:cubicBezTo>
                <a:cubicBezTo>
                  <a:pt x="437810" y="211455"/>
                  <a:pt x="447443" y="207402"/>
                  <a:pt x="454962" y="199296"/>
                </a:cubicBezTo>
                <a:cubicBezTo>
                  <a:pt x="462480" y="191190"/>
                  <a:pt x="466239" y="179971"/>
                  <a:pt x="466239" y="165640"/>
                </a:cubicBezTo>
                <a:cubicBezTo>
                  <a:pt x="466239" y="151543"/>
                  <a:pt x="462480" y="140500"/>
                  <a:pt x="454962" y="132512"/>
                </a:cubicBezTo>
                <a:cubicBezTo>
                  <a:pt x="447443" y="124523"/>
                  <a:pt x="437810" y="120529"/>
                  <a:pt x="426063" y="120529"/>
                </a:cubicBezTo>
                <a:close/>
                <a:moveTo>
                  <a:pt x="1261796" y="114890"/>
                </a:moveTo>
                <a:cubicBezTo>
                  <a:pt x="1251458" y="114890"/>
                  <a:pt x="1242823" y="117827"/>
                  <a:pt x="1235892" y="123701"/>
                </a:cubicBezTo>
                <a:cubicBezTo>
                  <a:pt x="1228962" y="129575"/>
                  <a:pt x="1224556" y="137563"/>
                  <a:pt x="1222677" y="147666"/>
                </a:cubicBezTo>
                <a:lnTo>
                  <a:pt x="1300915" y="147666"/>
                </a:lnTo>
                <a:cubicBezTo>
                  <a:pt x="1299035" y="137563"/>
                  <a:pt x="1294630" y="129575"/>
                  <a:pt x="1287699" y="123701"/>
                </a:cubicBezTo>
                <a:cubicBezTo>
                  <a:pt x="1280768" y="117827"/>
                  <a:pt x="1272134" y="114890"/>
                  <a:pt x="1261796" y="114890"/>
                </a:cubicBezTo>
                <a:close/>
                <a:moveTo>
                  <a:pt x="2424665" y="70485"/>
                </a:moveTo>
                <a:lnTo>
                  <a:pt x="2500084" y="70485"/>
                </a:lnTo>
                <a:lnTo>
                  <a:pt x="2533916" y="118767"/>
                </a:lnTo>
                <a:lnTo>
                  <a:pt x="2569159" y="70485"/>
                </a:lnTo>
                <a:lnTo>
                  <a:pt x="2639996" y="70485"/>
                </a:lnTo>
                <a:lnTo>
                  <a:pt x="2569512" y="163525"/>
                </a:lnTo>
                <a:lnTo>
                  <a:pt x="2642464" y="261499"/>
                </a:lnTo>
                <a:lnTo>
                  <a:pt x="2565987" y="261499"/>
                </a:lnTo>
                <a:lnTo>
                  <a:pt x="2531802" y="211455"/>
                </a:lnTo>
                <a:lnTo>
                  <a:pt x="2495150" y="261499"/>
                </a:lnTo>
                <a:lnTo>
                  <a:pt x="2422550" y="261499"/>
                </a:lnTo>
                <a:lnTo>
                  <a:pt x="2495150" y="165992"/>
                </a:lnTo>
                <a:close/>
                <a:moveTo>
                  <a:pt x="3559787" y="67313"/>
                </a:moveTo>
                <a:cubicBezTo>
                  <a:pt x="3580463" y="67313"/>
                  <a:pt x="3599024" y="71483"/>
                  <a:pt x="3615470" y="79824"/>
                </a:cubicBezTo>
                <a:cubicBezTo>
                  <a:pt x="3631917" y="88165"/>
                  <a:pt x="3644722" y="99795"/>
                  <a:pt x="3653885" y="114714"/>
                </a:cubicBezTo>
                <a:cubicBezTo>
                  <a:pt x="3663048" y="129633"/>
                  <a:pt x="3667630" y="146609"/>
                  <a:pt x="3667630" y="165640"/>
                </a:cubicBezTo>
                <a:cubicBezTo>
                  <a:pt x="3667630" y="184670"/>
                  <a:pt x="3663048" y="201704"/>
                  <a:pt x="3653885" y="216741"/>
                </a:cubicBezTo>
                <a:cubicBezTo>
                  <a:pt x="3644722" y="231778"/>
                  <a:pt x="3631917" y="243525"/>
                  <a:pt x="3615470" y="251984"/>
                </a:cubicBezTo>
                <a:cubicBezTo>
                  <a:pt x="3599024" y="260442"/>
                  <a:pt x="3580463" y="264671"/>
                  <a:pt x="3559787" y="264671"/>
                </a:cubicBezTo>
                <a:cubicBezTo>
                  <a:pt x="3539347" y="264671"/>
                  <a:pt x="3520903" y="260442"/>
                  <a:pt x="3504457" y="251984"/>
                </a:cubicBezTo>
                <a:cubicBezTo>
                  <a:pt x="3488010" y="243525"/>
                  <a:pt x="3475146" y="231778"/>
                  <a:pt x="3465866" y="216741"/>
                </a:cubicBezTo>
                <a:cubicBezTo>
                  <a:pt x="3456586" y="201704"/>
                  <a:pt x="3451946" y="184670"/>
                  <a:pt x="3451946" y="165640"/>
                </a:cubicBezTo>
                <a:cubicBezTo>
                  <a:pt x="3451946" y="146844"/>
                  <a:pt x="3456586" y="129927"/>
                  <a:pt x="3465866" y="114890"/>
                </a:cubicBezTo>
                <a:cubicBezTo>
                  <a:pt x="3475146" y="99854"/>
                  <a:pt x="3487952" y="88165"/>
                  <a:pt x="3504280" y="79824"/>
                </a:cubicBezTo>
                <a:cubicBezTo>
                  <a:pt x="3520610" y="71483"/>
                  <a:pt x="3539112" y="67313"/>
                  <a:pt x="3559787" y="67313"/>
                </a:cubicBezTo>
                <a:close/>
                <a:moveTo>
                  <a:pt x="3059563" y="67313"/>
                </a:moveTo>
                <a:cubicBezTo>
                  <a:pt x="3091282" y="67313"/>
                  <a:pt x="3115481" y="74538"/>
                  <a:pt x="3132162" y="88987"/>
                </a:cubicBezTo>
                <a:cubicBezTo>
                  <a:pt x="3148844" y="103437"/>
                  <a:pt x="3157185" y="125581"/>
                  <a:pt x="3157185" y="155419"/>
                </a:cubicBezTo>
                <a:lnTo>
                  <a:pt x="3157185" y="261499"/>
                </a:lnTo>
                <a:lnTo>
                  <a:pt x="3094806" y="261499"/>
                </a:lnTo>
                <a:lnTo>
                  <a:pt x="3094806" y="236829"/>
                </a:lnTo>
                <a:cubicBezTo>
                  <a:pt x="3085173" y="255390"/>
                  <a:pt x="3066377" y="264671"/>
                  <a:pt x="3038418" y="264671"/>
                </a:cubicBezTo>
                <a:cubicBezTo>
                  <a:pt x="3023616" y="264671"/>
                  <a:pt x="3010811" y="262087"/>
                  <a:pt x="3000003" y="256918"/>
                </a:cubicBezTo>
                <a:cubicBezTo>
                  <a:pt x="2989196" y="251749"/>
                  <a:pt x="2981031" y="244759"/>
                  <a:pt x="2975510" y="235948"/>
                </a:cubicBezTo>
                <a:cubicBezTo>
                  <a:pt x="2969988" y="227138"/>
                  <a:pt x="2967228" y="217094"/>
                  <a:pt x="2967228" y="205816"/>
                </a:cubicBezTo>
                <a:cubicBezTo>
                  <a:pt x="2967228" y="187725"/>
                  <a:pt x="2974159" y="173687"/>
                  <a:pt x="2988021" y="163701"/>
                </a:cubicBezTo>
                <a:cubicBezTo>
                  <a:pt x="3001883" y="153716"/>
                  <a:pt x="3023264" y="148723"/>
                  <a:pt x="3052162" y="148723"/>
                </a:cubicBezTo>
                <a:lnTo>
                  <a:pt x="3090224" y="148723"/>
                </a:lnTo>
                <a:cubicBezTo>
                  <a:pt x="3089049" y="128517"/>
                  <a:pt x="3075540" y="118415"/>
                  <a:pt x="3049695" y="118415"/>
                </a:cubicBezTo>
                <a:cubicBezTo>
                  <a:pt x="3040532" y="118415"/>
                  <a:pt x="3031252" y="119883"/>
                  <a:pt x="3021854" y="122820"/>
                </a:cubicBezTo>
                <a:cubicBezTo>
                  <a:pt x="3012456" y="125757"/>
                  <a:pt x="3004467" y="129810"/>
                  <a:pt x="2997889" y="134979"/>
                </a:cubicBezTo>
                <a:lnTo>
                  <a:pt x="2975334" y="89516"/>
                </a:lnTo>
                <a:cubicBezTo>
                  <a:pt x="2985906" y="82467"/>
                  <a:pt x="2998770" y="77005"/>
                  <a:pt x="3013924" y="73128"/>
                </a:cubicBezTo>
                <a:cubicBezTo>
                  <a:pt x="3029078" y="69251"/>
                  <a:pt x="3044292" y="67313"/>
                  <a:pt x="3059563" y="67313"/>
                </a:cubicBezTo>
                <a:close/>
                <a:moveTo>
                  <a:pt x="2953683" y="67313"/>
                </a:moveTo>
                <a:lnTo>
                  <a:pt x="2953683" y="127578"/>
                </a:lnTo>
                <a:cubicBezTo>
                  <a:pt x="2947574" y="126873"/>
                  <a:pt x="2942523" y="126520"/>
                  <a:pt x="2938529" y="126520"/>
                </a:cubicBezTo>
                <a:cubicBezTo>
                  <a:pt x="2924197" y="126520"/>
                  <a:pt x="2912978" y="130397"/>
                  <a:pt x="2904872" y="138150"/>
                </a:cubicBezTo>
                <a:cubicBezTo>
                  <a:pt x="2896766" y="145904"/>
                  <a:pt x="2892714" y="157769"/>
                  <a:pt x="2892714" y="173745"/>
                </a:cubicBezTo>
                <a:lnTo>
                  <a:pt x="2892714" y="261499"/>
                </a:lnTo>
                <a:lnTo>
                  <a:pt x="2825753" y="261499"/>
                </a:lnTo>
                <a:lnTo>
                  <a:pt x="2825753" y="70485"/>
                </a:lnTo>
                <a:lnTo>
                  <a:pt x="2889542" y="70485"/>
                </a:lnTo>
                <a:lnTo>
                  <a:pt x="2889542" y="93392"/>
                </a:lnTo>
                <a:cubicBezTo>
                  <a:pt x="2896356" y="84699"/>
                  <a:pt x="2905225" y="78179"/>
                  <a:pt x="2916150" y="73833"/>
                </a:cubicBezTo>
                <a:cubicBezTo>
                  <a:pt x="2927075" y="69486"/>
                  <a:pt x="2939586" y="67313"/>
                  <a:pt x="2953683" y="67313"/>
                </a:cubicBezTo>
                <a:close/>
                <a:moveTo>
                  <a:pt x="1783213" y="67313"/>
                </a:moveTo>
                <a:cubicBezTo>
                  <a:pt x="1814932" y="67313"/>
                  <a:pt x="1839131" y="74538"/>
                  <a:pt x="1855813" y="88987"/>
                </a:cubicBezTo>
                <a:cubicBezTo>
                  <a:pt x="1872494" y="103437"/>
                  <a:pt x="1880835" y="125581"/>
                  <a:pt x="1880835" y="155419"/>
                </a:cubicBezTo>
                <a:lnTo>
                  <a:pt x="1880835" y="261499"/>
                </a:lnTo>
                <a:lnTo>
                  <a:pt x="1818456" y="261499"/>
                </a:lnTo>
                <a:lnTo>
                  <a:pt x="1818456" y="236829"/>
                </a:lnTo>
                <a:cubicBezTo>
                  <a:pt x="1808823" y="255390"/>
                  <a:pt x="1790027" y="264671"/>
                  <a:pt x="1762068" y="264671"/>
                </a:cubicBezTo>
                <a:cubicBezTo>
                  <a:pt x="1747266" y="264671"/>
                  <a:pt x="1734461" y="262087"/>
                  <a:pt x="1723653" y="256918"/>
                </a:cubicBezTo>
                <a:cubicBezTo>
                  <a:pt x="1712846" y="251749"/>
                  <a:pt x="1704681" y="244759"/>
                  <a:pt x="1699160" y="235948"/>
                </a:cubicBezTo>
                <a:cubicBezTo>
                  <a:pt x="1693639" y="227138"/>
                  <a:pt x="1690878" y="217094"/>
                  <a:pt x="1690878" y="205816"/>
                </a:cubicBezTo>
                <a:cubicBezTo>
                  <a:pt x="1690878" y="187725"/>
                  <a:pt x="1697809" y="173687"/>
                  <a:pt x="1711671" y="163701"/>
                </a:cubicBezTo>
                <a:cubicBezTo>
                  <a:pt x="1725533" y="153716"/>
                  <a:pt x="1746913" y="148723"/>
                  <a:pt x="1775812" y="148723"/>
                </a:cubicBezTo>
                <a:lnTo>
                  <a:pt x="1813874" y="148723"/>
                </a:lnTo>
                <a:cubicBezTo>
                  <a:pt x="1812699" y="128517"/>
                  <a:pt x="1799190" y="118415"/>
                  <a:pt x="1773345" y="118415"/>
                </a:cubicBezTo>
                <a:cubicBezTo>
                  <a:pt x="1764182" y="118415"/>
                  <a:pt x="1754902" y="119883"/>
                  <a:pt x="1745504" y="122820"/>
                </a:cubicBezTo>
                <a:cubicBezTo>
                  <a:pt x="1736106" y="125757"/>
                  <a:pt x="1728118" y="129810"/>
                  <a:pt x="1721539" y="134979"/>
                </a:cubicBezTo>
                <a:lnTo>
                  <a:pt x="1698984" y="89516"/>
                </a:lnTo>
                <a:cubicBezTo>
                  <a:pt x="1709556" y="82467"/>
                  <a:pt x="1722420" y="77005"/>
                  <a:pt x="1737574" y="73128"/>
                </a:cubicBezTo>
                <a:cubicBezTo>
                  <a:pt x="1752729" y="69251"/>
                  <a:pt x="1767942" y="67313"/>
                  <a:pt x="1783213" y="67313"/>
                </a:cubicBezTo>
                <a:close/>
                <a:moveTo>
                  <a:pt x="1677333" y="67313"/>
                </a:moveTo>
                <a:lnTo>
                  <a:pt x="1677333" y="127578"/>
                </a:lnTo>
                <a:cubicBezTo>
                  <a:pt x="1671225" y="126873"/>
                  <a:pt x="1666173" y="126520"/>
                  <a:pt x="1662179" y="126520"/>
                </a:cubicBezTo>
                <a:cubicBezTo>
                  <a:pt x="1647847" y="126520"/>
                  <a:pt x="1636628" y="130397"/>
                  <a:pt x="1628522" y="138150"/>
                </a:cubicBezTo>
                <a:cubicBezTo>
                  <a:pt x="1620417" y="145904"/>
                  <a:pt x="1616364" y="157769"/>
                  <a:pt x="1616364" y="173745"/>
                </a:cubicBezTo>
                <a:lnTo>
                  <a:pt x="1616364" y="261499"/>
                </a:lnTo>
                <a:lnTo>
                  <a:pt x="1549403" y="261499"/>
                </a:lnTo>
                <a:lnTo>
                  <a:pt x="1549403" y="70485"/>
                </a:lnTo>
                <a:lnTo>
                  <a:pt x="1613192" y="70485"/>
                </a:lnTo>
                <a:lnTo>
                  <a:pt x="1613192" y="93392"/>
                </a:lnTo>
                <a:cubicBezTo>
                  <a:pt x="1620006" y="84699"/>
                  <a:pt x="1628875" y="78179"/>
                  <a:pt x="1639800" y="73833"/>
                </a:cubicBezTo>
                <a:cubicBezTo>
                  <a:pt x="1650725" y="69486"/>
                  <a:pt x="1663236" y="67313"/>
                  <a:pt x="1677333" y="67313"/>
                </a:cubicBezTo>
                <a:close/>
                <a:moveTo>
                  <a:pt x="1524933" y="67313"/>
                </a:moveTo>
                <a:lnTo>
                  <a:pt x="1524933" y="127578"/>
                </a:lnTo>
                <a:cubicBezTo>
                  <a:pt x="1518825" y="126873"/>
                  <a:pt x="1513773" y="126520"/>
                  <a:pt x="1509779" y="126520"/>
                </a:cubicBezTo>
                <a:cubicBezTo>
                  <a:pt x="1495447" y="126520"/>
                  <a:pt x="1484228" y="130397"/>
                  <a:pt x="1476123" y="138150"/>
                </a:cubicBezTo>
                <a:cubicBezTo>
                  <a:pt x="1468017" y="145904"/>
                  <a:pt x="1463964" y="157769"/>
                  <a:pt x="1463964" y="173745"/>
                </a:cubicBezTo>
                <a:lnTo>
                  <a:pt x="1463964" y="261499"/>
                </a:lnTo>
                <a:lnTo>
                  <a:pt x="1397003" y="261499"/>
                </a:lnTo>
                <a:lnTo>
                  <a:pt x="1397003" y="70485"/>
                </a:lnTo>
                <a:lnTo>
                  <a:pt x="1460792" y="70485"/>
                </a:lnTo>
                <a:lnTo>
                  <a:pt x="1460792" y="93392"/>
                </a:lnTo>
                <a:cubicBezTo>
                  <a:pt x="1467606" y="84699"/>
                  <a:pt x="1476475" y="78179"/>
                  <a:pt x="1487400" y="73833"/>
                </a:cubicBezTo>
                <a:cubicBezTo>
                  <a:pt x="1498325" y="69486"/>
                  <a:pt x="1510836" y="67313"/>
                  <a:pt x="1524933" y="67313"/>
                </a:cubicBezTo>
                <a:close/>
                <a:moveTo>
                  <a:pt x="1261443" y="67313"/>
                </a:moveTo>
                <a:cubicBezTo>
                  <a:pt x="1280474" y="67313"/>
                  <a:pt x="1297743" y="71248"/>
                  <a:pt x="1313250" y="79119"/>
                </a:cubicBezTo>
                <a:cubicBezTo>
                  <a:pt x="1328756" y="86990"/>
                  <a:pt x="1341033" y="98385"/>
                  <a:pt x="1350078" y="113304"/>
                </a:cubicBezTo>
                <a:cubicBezTo>
                  <a:pt x="1359124" y="128224"/>
                  <a:pt x="1363646" y="145904"/>
                  <a:pt x="1363646" y="166344"/>
                </a:cubicBezTo>
                <a:cubicBezTo>
                  <a:pt x="1363646" y="166814"/>
                  <a:pt x="1363294" y="172336"/>
                  <a:pt x="1362589" y="182908"/>
                </a:cubicBezTo>
                <a:lnTo>
                  <a:pt x="1223734" y="182908"/>
                </a:lnTo>
                <a:cubicBezTo>
                  <a:pt x="1226553" y="192776"/>
                  <a:pt x="1232016" y="200353"/>
                  <a:pt x="1240122" y="205640"/>
                </a:cubicBezTo>
                <a:cubicBezTo>
                  <a:pt x="1248227" y="210926"/>
                  <a:pt x="1258389" y="213569"/>
                  <a:pt x="1270606" y="213569"/>
                </a:cubicBezTo>
                <a:cubicBezTo>
                  <a:pt x="1279769" y="213569"/>
                  <a:pt x="1287699" y="212277"/>
                  <a:pt x="1294395" y="209693"/>
                </a:cubicBezTo>
                <a:cubicBezTo>
                  <a:pt x="1301091" y="207108"/>
                  <a:pt x="1307846" y="202879"/>
                  <a:pt x="1314659" y="197005"/>
                </a:cubicBezTo>
                <a:lnTo>
                  <a:pt x="1349902" y="233658"/>
                </a:lnTo>
                <a:cubicBezTo>
                  <a:pt x="1331341" y="254333"/>
                  <a:pt x="1304204" y="264671"/>
                  <a:pt x="1268492" y="264671"/>
                </a:cubicBezTo>
                <a:cubicBezTo>
                  <a:pt x="1246172" y="264671"/>
                  <a:pt x="1226553" y="260442"/>
                  <a:pt x="1209637" y="251984"/>
                </a:cubicBezTo>
                <a:cubicBezTo>
                  <a:pt x="1192720" y="243525"/>
                  <a:pt x="1179622" y="231778"/>
                  <a:pt x="1170341" y="216741"/>
                </a:cubicBezTo>
                <a:cubicBezTo>
                  <a:pt x="1161061" y="201704"/>
                  <a:pt x="1156421" y="184670"/>
                  <a:pt x="1156421" y="165640"/>
                </a:cubicBezTo>
                <a:cubicBezTo>
                  <a:pt x="1156421" y="146844"/>
                  <a:pt x="1160944" y="129986"/>
                  <a:pt x="1169989" y="115067"/>
                </a:cubicBezTo>
                <a:cubicBezTo>
                  <a:pt x="1179035" y="100147"/>
                  <a:pt x="1191546" y="88458"/>
                  <a:pt x="1207522" y="80000"/>
                </a:cubicBezTo>
                <a:cubicBezTo>
                  <a:pt x="1223499" y="71542"/>
                  <a:pt x="1241473" y="67313"/>
                  <a:pt x="1261443" y="67313"/>
                </a:cubicBezTo>
                <a:close/>
                <a:moveTo>
                  <a:pt x="1059666" y="67313"/>
                </a:moveTo>
                <a:cubicBezTo>
                  <a:pt x="1073528" y="67313"/>
                  <a:pt x="1087272" y="68723"/>
                  <a:pt x="1100899" y="71542"/>
                </a:cubicBezTo>
                <a:cubicBezTo>
                  <a:pt x="1114527" y="74361"/>
                  <a:pt x="1125922" y="78356"/>
                  <a:pt x="1135085" y="83525"/>
                </a:cubicBezTo>
                <a:lnTo>
                  <a:pt x="1114996" y="128987"/>
                </a:lnTo>
                <a:cubicBezTo>
                  <a:pt x="1098080" y="119589"/>
                  <a:pt x="1079754" y="114890"/>
                  <a:pt x="1060018" y="114890"/>
                </a:cubicBezTo>
                <a:cubicBezTo>
                  <a:pt x="1049445" y="114890"/>
                  <a:pt x="1041692" y="116124"/>
                  <a:pt x="1036758" y="118591"/>
                </a:cubicBezTo>
                <a:cubicBezTo>
                  <a:pt x="1031824" y="121058"/>
                  <a:pt x="1029357" y="124288"/>
                  <a:pt x="1029357" y="128282"/>
                </a:cubicBezTo>
                <a:cubicBezTo>
                  <a:pt x="1029357" y="132747"/>
                  <a:pt x="1032059" y="135860"/>
                  <a:pt x="1037463" y="137622"/>
                </a:cubicBezTo>
                <a:cubicBezTo>
                  <a:pt x="1042867" y="139384"/>
                  <a:pt x="1051795" y="141205"/>
                  <a:pt x="1064247" y="143084"/>
                </a:cubicBezTo>
                <a:cubicBezTo>
                  <a:pt x="1079989" y="145434"/>
                  <a:pt x="1093029" y="148136"/>
                  <a:pt x="1103366" y="151190"/>
                </a:cubicBezTo>
                <a:cubicBezTo>
                  <a:pt x="1113704" y="154244"/>
                  <a:pt x="1122691" y="159825"/>
                  <a:pt x="1130327" y="167930"/>
                </a:cubicBezTo>
                <a:cubicBezTo>
                  <a:pt x="1137963" y="176036"/>
                  <a:pt x="1141781" y="187372"/>
                  <a:pt x="1141781" y="201939"/>
                </a:cubicBezTo>
                <a:cubicBezTo>
                  <a:pt x="1141781" y="213922"/>
                  <a:pt x="1138139" y="224671"/>
                  <a:pt x="1130856" y="234186"/>
                </a:cubicBezTo>
                <a:cubicBezTo>
                  <a:pt x="1123572" y="243702"/>
                  <a:pt x="1112823" y="251161"/>
                  <a:pt x="1098609" y="256565"/>
                </a:cubicBezTo>
                <a:cubicBezTo>
                  <a:pt x="1084394" y="261969"/>
                  <a:pt x="1067302" y="264671"/>
                  <a:pt x="1047331" y="264671"/>
                </a:cubicBezTo>
                <a:cubicBezTo>
                  <a:pt x="1031354" y="264671"/>
                  <a:pt x="1015613" y="262850"/>
                  <a:pt x="1000106" y="259208"/>
                </a:cubicBezTo>
                <a:cubicBezTo>
                  <a:pt x="984599" y="255567"/>
                  <a:pt x="972147" y="250809"/>
                  <a:pt x="962749" y="244935"/>
                </a:cubicBezTo>
                <a:lnTo>
                  <a:pt x="982837" y="199120"/>
                </a:lnTo>
                <a:cubicBezTo>
                  <a:pt x="991530" y="204524"/>
                  <a:pt x="1001868" y="208812"/>
                  <a:pt x="1013851" y="211983"/>
                </a:cubicBezTo>
                <a:cubicBezTo>
                  <a:pt x="1025833" y="215155"/>
                  <a:pt x="1037698" y="216741"/>
                  <a:pt x="1049445" y="216741"/>
                </a:cubicBezTo>
                <a:cubicBezTo>
                  <a:pt x="1060253" y="216741"/>
                  <a:pt x="1067948" y="215625"/>
                  <a:pt x="1072529" y="213393"/>
                </a:cubicBezTo>
                <a:cubicBezTo>
                  <a:pt x="1077111" y="211161"/>
                  <a:pt x="1079401" y="207931"/>
                  <a:pt x="1079401" y="203701"/>
                </a:cubicBezTo>
                <a:cubicBezTo>
                  <a:pt x="1079401" y="199472"/>
                  <a:pt x="1076641" y="196477"/>
                  <a:pt x="1071119" y="194715"/>
                </a:cubicBezTo>
                <a:cubicBezTo>
                  <a:pt x="1065598" y="192952"/>
                  <a:pt x="1056846" y="191249"/>
                  <a:pt x="1044864" y="189604"/>
                </a:cubicBezTo>
                <a:cubicBezTo>
                  <a:pt x="1029592" y="187725"/>
                  <a:pt x="1016611" y="185258"/>
                  <a:pt x="1005921" y="182204"/>
                </a:cubicBezTo>
                <a:cubicBezTo>
                  <a:pt x="995231" y="179149"/>
                  <a:pt x="986009" y="173510"/>
                  <a:pt x="978256" y="165287"/>
                </a:cubicBezTo>
                <a:cubicBezTo>
                  <a:pt x="970502" y="157064"/>
                  <a:pt x="966626" y="145551"/>
                  <a:pt x="966626" y="130749"/>
                </a:cubicBezTo>
                <a:cubicBezTo>
                  <a:pt x="966626" y="118532"/>
                  <a:pt x="970267" y="107666"/>
                  <a:pt x="977551" y="98150"/>
                </a:cubicBezTo>
                <a:cubicBezTo>
                  <a:pt x="984834" y="88635"/>
                  <a:pt x="995466" y="81116"/>
                  <a:pt x="1009445" y="75595"/>
                </a:cubicBezTo>
                <a:cubicBezTo>
                  <a:pt x="1023425" y="70074"/>
                  <a:pt x="1040165" y="67313"/>
                  <a:pt x="1059666" y="67313"/>
                </a:cubicBezTo>
                <a:close/>
                <a:moveTo>
                  <a:pt x="692734" y="67313"/>
                </a:moveTo>
                <a:cubicBezTo>
                  <a:pt x="716464" y="67313"/>
                  <a:pt x="735554" y="74361"/>
                  <a:pt x="750003" y="88458"/>
                </a:cubicBezTo>
                <a:cubicBezTo>
                  <a:pt x="764453" y="102555"/>
                  <a:pt x="771677" y="123818"/>
                  <a:pt x="771677" y="152247"/>
                </a:cubicBezTo>
                <a:lnTo>
                  <a:pt x="771677" y="261499"/>
                </a:lnTo>
                <a:lnTo>
                  <a:pt x="704717" y="261499"/>
                </a:lnTo>
                <a:lnTo>
                  <a:pt x="704717" y="163173"/>
                </a:lnTo>
                <a:cubicBezTo>
                  <a:pt x="704717" y="137093"/>
                  <a:pt x="694261" y="124053"/>
                  <a:pt x="673351" y="124053"/>
                </a:cubicBezTo>
                <a:cubicBezTo>
                  <a:pt x="661838" y="124053"/>
                  <a:pt x="652617" y="127813"/>
                  <a:pt x="645686" y="135331"/>
                </a:cubicBezTo>
                <a:cubicBezTo>
                  <a:pt x="638754" y="142849"/>
                  <a:pt x="635289" y="154127"/>
                  <a:pt x="635289" y="169164"/>
                </a:cubicBezTo>
                <a:lnTo>
                  <a:pt x="635289" y="261499"/>
                </a:lnTo>
                <a:lnTo>
                  <a:pt x="568328" y="261499"/>
                </a:lnTo>
                <a:lnTo>
                  <a:pt x="568328" y="70485"/>
                </a:lnTo>
                <a:lnTo>
                  <a:pt x="632117" y="70485"/>
                </a:lnTo>
                <a:lnTo>
                  <a:pt x="632117" y="91278"/>
                </a:lnTo>
                <a:cubicBezTo>
                  <a:pt x="639635" y="83525"/>
                  <a:pt x="648564" y="77592"/>
                  <a:pt x="658901" y="73480"/>
                </a:cubicBezTo>
                <a:cubicBezTo>
                  <a:pt x="669239" y="69369"/>
                  <a:pt x="680517" y="67313"/>
                  <a:pt x="692734" y="67313"/>
                </a:cubicBezTo>
                <a:close/>
                <a:moveTo>
                  <a:pt x="426063" y="67313"/>
                </a:moveTo>
                <a:cubicBezTo>
                  <a:pt x="446738" y="67313"/>
                  <a:pt x="465299" y="71483"/>
                  <a:pt x="481746" y="79824"/>
                </a:cubicBezTo>
                <a:cubicBezTo>
                  <a:pt x="498192" y="88165"/>
                  <a:pt x="510997" y="99795"/>
                  <a:pt x="520160" y="114714"/>
                </a:cubicBezTo>
                <a:cubicBezTo>
                  <a:pt x="529323" y="129633"/>
                  <a:pt x="533905" y="146609"/>
                  <a:pt x="533905" y="165640"/>
                </a:cubicBezTo>
                <a:cubicBezTo>
                  <a:pt x="533905" y="184670"/>
                  <a:pt x="529323" y="201704"/>
                  <a:pt x="520160" y="216741"/>
                </a:cubicBezTo>
                <a:cubicBezTo>
                  <a:pt x="510997" y="231778"/>
                  <a:pt x="498192" y="243525"/>
                  <a:pt x="481746" y="251984"/>
                </a:cubicBezTo>
                <a:cubicBezTo>
                  <a:pt x="465299" y="260442"/>
                  <a:pt x="446738" y="264671"/>
                  <a:pt x="426063" y="264671"/>
                </a:cubicBezTo>
                <a:cubicBezTo>
                  <a:pt x="405622" y="264671"/>
                  <a:pt x="387179" y="260442"/>
                  <a:pt x="370732" y="251984"/>
                </a:cubicBezTo>
                <a:cubicBezTo>
                  <a:pt x="354286" y="243525"/>
                  <a:pt x="341422" y="231778"/>
                  <a:pt x="332142" y="216741"/>
                </a:cubicBezTo>
                <a:cubicBezTo>
                  <a:pt x="322861" y="201704"/>
                  <a:pt x="318221" y="184670"/>
                  <a:pt x="318221" y="165640"/>
                </a:cubicBezTo>
                <a:cubicBezTo>
                  <a:pt x="318221" y="146844"/>
                  <a:pt x="322861" y="129927"/>
                  <a:pt x="332142" y="114890"/>
                </a:cubicBezTo>
                <a:cubicBezTo>
                  <a:pt x="341422" y="99854"/>
                  <a:pt x="354227" y="88165"/>
                  <a:pt x="370556" y="79824"/>
                </a:cubicBezTo>
                <a:cubicBezTo>
                  <a:pt x="386885" y="71483"/>
                  <a:pt x="405387" y="67313"/>
                  <a:pt x="426063" y="67313"/>
                </a:cubicBezTo>
                <a:close/>
                <a:moveTo>
                  <a:pt x="3269475" y="65198"/>
                </a:moveTo>
                <a:lnTo>
                  <a:pt x="3269475" y="112776"/>
                </a:lnTo>
                <a:lnTo>
                  <a:pt x="3317405" y="112776"/>
                </a:lnTo>
                <a:cubicBezTo>
                  <a:pt x="3340900" y="112776"/>
                  <a:pt x="3352648" y="104787"/>
                  <a:pt x="3352648" y="88811"/>
                </a:cubicBezTo>
                <a:cubicBezTo>
                  <a:pt x="3352648" y="73069"/>
                  <a:pt x="3340900" y="65198"/>
                  <a:pt x="3317405" y="65198"/>
                </a:cubicBezTo>
                <a:close/>
                <a:moveTo>
                  <a:pt x="2671582" y="27841"/>
                </a:moveTo>
                <a:lnTo>
                  <a:pt x="2738542" y="27841"/>
                </a:lnTo>
                <a:lnTo>
                  <a:pt x="2738542" y="77533"/>
                </a:lnTo>
                <a:lnTo>
                  <a:pt x="2782243" y="77533"/>
                </a:lnTo>
                <a:lnTo>
                  <a:pt x="2782243" y="127578"/>
                </a:lnTo>
                <a:lnTo>
                  <a:pt x="2738542" y="127578"/>
                </a:lnTo>
                <a:lnTo>
                  <a:pt x="2738542" y="191014"/>
                </a:lnTo>
                <a:cubicBezTo>
                  <a:pt x="2738542" y="197828"/>
                  <a:pt x="2740363" y="203173"/>
                  <a:pt x="2744004" y="207049"/>
                </a:cubicBezTo>
                <a:cubicBezTo>
                  <a:pt x="2747646" y="210926"/>
                  <a:pt x="2752522" y="212865"/>
                  <a:pt x="2758630" y="212865"/>
                </a:cubicBezTo>
                <a:cubicBezTo>
                  <a:pt x="2766384" y="212865"/>
                  <a:pt x="2773197" y="210867"/>
                  <a:pt x="2779071" y="206873"/>
                </a:cubicBezTo>
                <a:lnTo>
                  <a:pt x="2795635" y="253746"/>
                </a:lnTo>
                <a:cubicBezTo>
                  <a:pt x="2789996" y="257270"/>
                  <a:pt x="2783124" y="259972"/>
                  <a:pt x="2775018" y="261852"/>
                </a:cubicBezTo>
                <a:cubicBezTo>
                  <a:pt x="2766912" y="263731"/>
                  <a:pt x="2758278" y="264671"/>
                  <a:pt x="2749115" y="264671"/>
                </a:cubicBezTo>
                <a:cubicBezTo>
                  <a:pt x="2724210" y="264671"/>
                  <a:pt x="2705062" y="258562"/>
                  <a:pt x="2691670" y="246345"/>
                </a:cubicBezTo>
                <a:cubicBezTo>
                  <a:pt x="2678277" y="234127"/>
                  <a:pt x="2671582" y="215919"/>
                  <a:pt x="2671582" y="191719"/>
                </a:cubicBezTo>
                <a:lnTo>
                  <a:pt x="2671582" y="127578"/>
                </a:lnTo>
                <a:lnTo>
                  <a:pt x="2643740" y="127578"/>
                </a:lnTo>
                <a:lnTo>
                  <a:pt x="2643740" y="77533"/>
                </a:lnTo>
                <a:lnTo>
                  <a:pt x="2671582" y="77533"/>
                </a:lnTo>
                <a:close/>
                <a:moveTo>
                  <a:pt x="1928631" y="27841"/>
                </a:moveTo>
                <a:lnTo>
                  <a:pt x="1995592" y="27841"/>
                </a:lnTo>
                <a:lnTo>
                  <a:pt x="1995592" y="77533"/>
                </a:lnTo>
                <a:lnTo>
                  <a:pt x="2039293" y="77533"/>
                </a:lnTo>
                <a:lnTo>
                  <a:pt x="2039293" y="127578"/>
                </a:lnTo>
                <a:lnTo>
                  <a:pt x="1995592" y="127578"/>
                </a:lnTo>
                <a:lnTo>
                  <a:pt x="1995592" y="191014"/>
                </a:lnTo>
                <a:cubicBezTo>
                  <a:pt x="1995592" y="197828"/>
                  <a:pt x="1997413" y="203173"/>
                  <a:pt x="2001055" y="207049"/>
                </a:cubicBezTo>
                <a:cubicBezTo>
                  <a:pt x="2004697" y="210926"/>
                  <a:pt x="2009572" y="212865"/>
                  <a:pt x="2015681" y="212865"/>
                </a:cubicBezTo>
                <a:cubicBezTo>
                  <a:pt x="2023434" y="212865"/>
                  <a:pt x="2030247" y="210867"/>
                  <a:pt x="2036121" y="206873"/>
                </a:cubicBezTo>
                <a:lnTo>
                  <a:pt x="2052685" y="253746"/>
                </a:lnTo>
                <a:cubicBezTo>
                  <a:pt x="2047046" y="257270"/>
                  <a:pt x="2040174" y="259972"/>
                  <a:pt x="2032068" y="261852"/>
                </a:cubicBezTo>
                <a:cubicBezTo>
                  <a:pt x="2023962" y="263731"/>
                  <a:pt x="2015328" y="264671"/>
                  <a:pt x="2006165" y="264671"/>
                </a:cubicBezTo>
                <a:cubicBezTo>
                  <a:pt x="1981260" y="264671"/>
                  <a:pt x="1962112" y="258562"/>
                  <a:pt x="1948720" y="246345"/>
                </a:cubicBezTo>
                <a:cubicBezTo>
                  <a:pt x="1935328" y="234127"/>
                  <a:pt x="1928631" y="215919"/>
                  <a:pt x="1928631" y="191719"/>
                </a:cubicBezTo>
                <a:lnTo>
                  <a:pt x="1928631" y="127578"/>
                </a:lnTo>
                <a:lnTo>
                  <a:pt x="1900790" y="127578"/>
                </a:lnTo>
                <a:lnTo>
                  <a:pt x="1900790" y="77533"/>
                </a:lnTo>
                <a:lnTo>
                  <a:pt x="1928631" y="77533"/>
                </a:lnTo>
                <a:close/>
                <a:moveTo>
                  <a:pt x="823731" y="27841"/>
                </a:moveTo>
                <a:lnTo>
                  <a:pt x="890692" y="27841"/>
                </a:lnTo>
                <a:lnTo>
                  <a:pt x="890692" y="77533"/>
                </a:lnTo>
                <a:lnTo>
                  <a:pt x="934393" y="77533"/>
                </a:lnTo>
                <a:lnTo>
                  <a:pt x="934393" y="127578"/>
                </a:lnTo>
                <a:lnTo>
                  <a:pt x="890692" y="127578"/>
                </a:lnTo>
                <a:lnTo>
                  <a:pt x="890692" y="191014"/>
                </a:lnTo>
                <a:cubicBezTo>
                  <a:pt x="890692" y="197828"/>
                  <a:pt x="892513" y="203173"/>
                  <a:pt x="896155" y="207049"/>
                </a:cubicBezTo>
                <a:cubicBezTo>
                  <a:pt x="899797" y="210926"/>
                  <a:pt x="904672" y="212865"/>
                  <a:pt x="910780" y="212865"/>
                </a:cubicBezTo>
                <a:cubicBezTo>
                  <a:pt x="918534" y="212865"/>
                  <a:pt x="925347" y="210867"/>
                  <a:pt x="931221" y="206873"/>
                </a:cubicBezTo>
                <a:lnTo>
                  <a:pt x="947785" y="253746"/>
                </a:lnTo>
                <a:cubicBezTo>
                  <a:pt x="942146" y="257270"/>
                  <a:pt x="935274" y="259972"/>
                  <a:pt x="927168" y="261852"/>
                </a:cubicBezTo>
                <a:cubicBezTo>
                  <a:pt x="919063" y="263731"/>
                  <a:pt x="910428" y="264671"/>
                  <a:pt x="901265" y="264671"/>
                </a:cubicBezTo>
                <a:cubicBezTo>
                  <a:pt x="876360" y="264671"/>
                  <a:pt x="857212" y="258562"/>
                  <a:pt x="843820" y="246345"/>
                </a:cubicBezTo>
                <a:cubicBezTo>
                  <a:pt x="830428" y="234127"/>
                  <a:pt x="823731" y="215919"/>
                  <a:pt x="823731" y="191719"/>
                </a:cubicBezTo>
                <a:lnTo>
                  <a:pt x="823731" y="127578"/>
                </a:lnTo>
                <a:lnTo>
                  <a:pt x="795890" y="127578"/>
                </a:lnTo>
                <a:lnTo>
                  <a:pt x="795890" y="77533"/>
                </a:lnTo>
                <a:lnTo>
                  <a:pt x="823731" y="77533"/>
                </a:lnTo>
                <a:close/>
                <a:moveTo>
                  <a:pt x="3200400" y="14802"/>
                </a:moveTo>
                <a:lnTo>
                  <a:pt x="3326568" y="14802"/>
                </a:lnTo>
                <a:cubicBezTo>
                  <a:pt x="3358051" y="14802"/>
                  <a:pt x="3382016" y="20617"/>
                  <a:pt x="3398463" y="32247"/>
                </a:cubicBezTo>
                <a:cubicBezTo>
                  <a:pt x="3414909" y="43877"/>
                  <a:pt x="3423132" y="59560"/>
                  <a:pt x="3423132" y="79295"/>
                </a:cubicBezTo>
                <a:cubicBezTo>
                  <a:pt x="3423132" y="91043"/>
                  <a:pt x="3420254" y="101557"/>
                  <a:pt x="3414498" y="110837"/>
                </a:cubicBezTo>
                <a:cubicBezTo>
                  <a:pt x="3408742" y="120118"/>
                  <a:pt x="3400577" y="127460"/>
                  <a:pt x="3390004" y="132864"/>
                </a:cubicBezTo>
                <a:cubicBezTo>
                  <a:pt x="3404102" y="137798"/>
                  <a:pt x="3415144" y="145493"/>
                  <a:pt x="3423132" y="155948"/>
                </a:cubicBezTo>
                <a:cubicBezTo>
                  <a:pt x="3431121" y="166403"/>
                  <a:pt x="3435115" y="179032"/>
                  <a:pt x="3435115" y="193834"/>
                </a:cubicBezTo>
                <a:cubicBezTo>
                  <a:pt x="3435115" y="215449"/>
                  <a:pt x="3426422" y="232130"/>
                  <a:pt x="3409036" y="243878"/>
                </a:cubicBezTo>
                <a:cubicBezTo>
                  <a:pt x="3391649" y="255625"/>
                  <a:pt x="3366509" y="261499"/>
                  <a:pt x="3333616" y="261499"/>
                </a:cubicBezTo>
                <a:lnTo>
                  <a:pt x="3200400" y="261499"/>
                </a:lnTo>
                <a:close/>
                <a:moveTo>
                  <a:pt x="2209800" y="14802"/>
                </a:moveTo>
                <a:lnTo>
                  <a:pt x="2403281" y="14802"/>
                </a:lnTo>
                <a:lnTo>
                  <a:pt x="2403281" y="68723"/>
                </a:lnTo>
                <a:lnTo>
                  <a:pt x="2278875" y="68723"/>
                </a:lnTo>
                <a:lnTo>
                  <a:pt x="2278875" y="110309"/>
                </a:lnTo>
                <a:lnTo>
                  <a:pt x="2388479" y="110309"/>
                </a:lnTo>
                <a:lnTo>
                  <a:pt x="2388479" y="162468"/>
                </a:lnTo>
                <a:lnTo>
                  <a:pt x="2278875" y="162468"/>
                </a:lnTo>
                <a:lnTo>
                  <a:pt x="2278875" y="207578"/>
                </a:lnTo>
                <a:lnTo>
                  <a:pt x="2407863" y="207578"/>
                </a:lnTo>
                <a:lnTo>
                  <a:pt x="2407863" y="261499"/>
                </a:lnTo>
                <a:lnTo>
                  <a:pt x="2209800" y="261499"/>
                </a:lnTo>
                <a:close/>
                <a:moveTo>
                  <a:pt x="0" y="14802"/>
                </a:moveTo>
                <a:lnTo>
                  <a:pt x="57445" y="14802"/>
                </a:lnTo>
                <a:lnTo>
                  <a:pt x="144142" y="157181"/>
                </a:lnTo>
                <a:lnTo>
                  <a:pt x="228724" y="14802"/>
                </a:lnTo>
                <a:lnTo>
                  <a:pt x="286169" y="14802"/>
                </a:lnTo>
                <a:lnTo>
                  <a:pt x="286874" y="261499"/>
                </a:lnTo>
                <a:lnTo>
                  <a:pt x="222733" y="261499"/>
                </a:lnTo>
                <a:lnTo>
                  <a:pt x="222028" y="130749"/>
                </a:lnTo>
                <a:lnTo>
                  <a:pt x="158591" y="237182"/>
                </a:lnTo>
                <a:lnTo>
                  <a:pt x="127578" y="237182"/>
                </a:lnTo>
                <a:lnTo>
                  <a:pt x="64494" y="134274"/>
                </a:lnTo>
                <a:lnTo>
                  <a:pt x="64494" y="261499"/>
                </a:lnTo>
                <a:lnTo>
                  <a:pt x="0" y="261499"/>
                </a:lnTo>
                <a:close/>
                <a:moveTo>
                  <a:pt x="3952389" y="0"/>
                </a:moveTo>
                <a:lnTo>
                  <a:pt x="4019350" y="0"/>
                </a:lnTo>
                <a:lnTo>
                  <a:pt x="4019350" y="261499"/>
                </a:lnTo>
                <a:lnTo>
                  <a:pt x="3955561" y="261499"/>
                </a:lnTo>
                <a:lnTo>
                  <a:pt x="3955561" y="242468"/>
                </a:lnTo>
                <a:cubicBezTo>
                  <a:pt x="3943108" y="257270"/>
                  <a:pt x="3924430" y="264671"/>
                  <a:pt x="3899525" y="264671"/>
                </a:cubicBezTo>
                <a:cubicBezTo>
                  <a:pt x="3882139" y="264671"/>
                  <a:pt x="3866280" y="260618"/>
                  <a:pt x="3851948" y="252512"/>
                </a:cubicBezTo>
                <a:cubicBezTo>
                  <a:pt x="3837616" y="244407"/>
                  <a:pt x="3826280" y="232835"/>
                  <a:pt x="3817939" y="217798"/>
                </a:cubicBezTo>
                <a:cubicBezTo>
                  <a:pt x="3809598" y="202762"/>
                  <a:pt x="3805428" y="185375"/>
                  <a:pt x="3805428" y="165640"/>
                </a:cubicBezTo>
                <a:cubicBezTo>
                  <a:pt x="3805428" y="145904"/>
                  <a:pt x="3809598" y="128576"/>
                  <a:pt x="3817939" y="113657"/>
                </a:cubicBezTo>
                <a:cubicBezTo>
                  <a:pt x="3826280" y="98738"/>
                  <a:pt x="3837616" y="87284"/>
                  <a:pt x="3851948" y="79295"/>
                </a:cubicBezTo>
                <a:cubicBezTo>
                  <a:pt x="3866280" y="71307"/>
                  <a:pt x="3882139" y="67313"/>
                  <a:pt x="3899525" y="67313"/>
                </a:cubicBezTo>
                <a:cubicBezTo>
                  <a:pt x="3922315" y="67313"/>
                  <a:pt x="3939937" y="73892"/>
                  <a:pt x="3952389" y="87049"/>
                </a:cubicBezTo>
                <a:close/>
                <a:moveTo>
                  <a:pt x="3702053" y="0"/>
                </a:moveTo>
                <a:lnTo>
                  <a:pt x="3769014" y="0"/>
                </a:lnTo>
                <a:lnTo>
                  <a:pt x="3769014" y="261499"/>
                </a:lnTo>
                <a:lnTo>
                  <a:pt x="3702053" y="26149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bg1"/>
              </a:solidFill>
            </a:endParaRPr>
          </a:p>
        </p:txBody>
      </p:sp>
      <p:sp>
        <p:nvSpPr>
          <p:cNvPr id="31" name="TextBox 30">
            <a:extLst>
              <a:ext uri="{FF2B5EF4-FFF2-40B4-BE49-F238E27FC236}">
                <a16:creationId xmlns:a16="http://schemas.microsoft.com/office/drawing/2014/main" id="{30560256-BED7-44A6-90D7-2F6FB682360F}"/>
              </a:ext>
            </a:extLst>
          </p:cNvPr>
          <p:cNvSpPr txBox="1"/>
          <p:nvPr/>
        </p:nvSpPr>
        <p:spPr>
          <a:xfrm>
            <a:off x="6293104" y="4473949"/>
            <a:ext cx="4622546" cy="904963"/>
          </a:xfrm>
          <a:prstGeom prst="rect">
            <a:avLst/>
          </a:prstGeom>
          <a:noFill/>
        </p:spPr>
        <p:txBody>
          <a:bodyPr wrap="square" lIns="0" tIns="0" rIns="0" bIns="0" rtlCol="0" anchor="t">
            <a:noAutofit/>
          </a:bodyPr>
          <a:lstStyle/>
          <a:p>
            <a:pPr>
              <a:lnSpc>
                <a:spcPct val="130000"/>
              </a:lnSpc>
            </a:pPr>
            <a:r>
              <a:rPr lang="en-US" sz="1400" dirty="0">
                <a:solidFill>
                  <a:schemeClr val="bg1"/>
                </a:solidFill>
              </a:rPr>
              <a:t>If they’re a match, you’re good to go!</a:t>
            </a:r>
          </a:p>
          <a:p>
            <a:pPr>
              <a:lnSpc>
                <a:spcPct val="130000"/>
              </a:lnSpc>
            </a:pPr>
            <a:r>
              <a:rPr lang="en-US" sz="1400" dirty="0">
                <a:solidFill>
                  <a:schemeClr val="bg1"/>
                </a:solidFill>
              </a:rPr>
              <a:t>If the answer is no, download the free Montserrat font family used in this template from Google fonts: </a:t>
            </a:r>
            <a:r>
              <a:rPr lang="en-US" sz="1400" dirty="0">
                <a:solidFill>
                  <a:schemeClr val="bg1"/>
                </a:solidFill>
                <a:hlinkClick r:id="rId3"/>
              </a:rPr>
              <a:t>https://fonts.google.com/specimen/Montserrat</a:t>
            </a:r>
            <a:r>
              <a:rPr lang="en-US" sz="1400" dirty="0">
                <a:solidFill>
                  <a:schemeClr val="bg1"/>
                </a:solidFill>
              </a:rPr>
              <a:t> </a:t>
            </a:r>
          </a:p>
        </p:txBody>
      </p:sp>
      <p:cxnSp>
        <p:nvCxnSpPr>
          <p:cNvPr id="65" name="Straight Connector 64">
            <a:extLst>
              <a:ext uri="{FF2B5EF4-FFF2-40B4-BE49-F238E27FC236}">
                <a16:creationId xmlns:a16="http://schemas.microsoft.com/office/drawing/2014/main" id="{B633E67D-CD7B-4337-BF8D-AB6DE2E9C6D8}"/>
              </a:ext>
              <a:ext uri="{C183D7F6-B498-43B3-948B-1728B52AA6E4}">
                <adec:decorative xmlns:adec="http://schemas.microsoft.com/office/drawing/2017/decorative" val="1"/>
              </a:ext>
            </a:extLst>
          </p:cNvPr>
          <p:cNvCxnSpPr/>
          <p:nvPr/>
        </p:nvCxnSpPr>
        <p:spPr>
          <a:xfrm>
            <a:off x="1427981" y="4235524"/>
            <a:ext cx="656926"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73283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F8E1E84A-0492-C566-A85B-75FF3FDD3CD1}"/>
              </a:ext>
            </a:extLst>
          </p:cNvPr>
          <p:cNvSpPr>
            <a:spLocks noGrp="1"/>
          </p:cNvSpPr>
          <p:nvPr>
            <p:ph type="subTitle" idx="15"/>
          </p:nvPr>
        </p:nvSpPr>
        <p:spPr/>
        <p:txBody>
          <a:bodyPr/>
          <a:lstStyle/>
          <a:p>
            <a:r>
              <a:rPr lang="en-US" dirty="0"/>
              <a:t>Introduction</a:t>
            </a:r>
          </a:p>
        </p:txBody>
      </p:sp>
      <p:sp>
        <p:nvSpPr>
          <p:cNvPr id="4" name="Title 3">
            <a:extLst>
              <a:ext uri="{FF2B5EF4-FFF2-40B4-BE49-F238E27FC236}">
                <a16:creationId xmlns:a16="http://schemas.microsoft.com/office/drawing/2014/main" id="{8CA64B44-4488-AADC-392E-7AD0DC2ED627}"/>
              </a:ext>
            </a:extLst>
          </p:cNvPr>
          <p:cNvSpPr>
            <a:spLocks noGrp="1"/>
          </p:cNvSpPr>
          <p:nvPr>
            <p:ph type="title"/>
          </p:nvPr>
        </p:nvSpPr>
        <p:spPr/>
        <p:txBody>
          <a:bodyPr/>
          <a:lstStyle/>
          <a:p>
            <a:r>
              <a:rPr lang="en-US" dirty="0"/>
              <a:t>Accessibility Statement</a:t>
            </a:r>
          </a:p>
        </p:txBody>
      </p:sp>
      <p:sp>
        <p:nvSpPr>
          <p:cNvPr id="6" name="TextBox 5">
            <a:extLst>
              <a:ext uri="{FF2B5EF4-FFF2-40B4-BE49-F238E27FC236}">
                <a16:creationId xmlns:a16="http://schemas.microsoft.com/office/drawing/2014/main" id="{9A94A914-238B-D9DF-6194-50C211DE58ED}"/>
              </a:ext>
            </a:extLst>
          </p:cNvPr>
          <p:cNvSpPr txBox="1"/>
          <p:nvPr/>
        </p:nvSpPr>
        <p:spPr>
          <a:xfrm>
            <a:off x="922338" y="2514600"/>
            <a:ext cx="5173662" cy="3171509"/>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dirty="0"/>
              <a:t>An added bonus of using this Duarte Slidedoc template is that we've set </a:t>
            </a:r>
            <a:br>
              <a:rPr lang="en-US" sz="1000" dirty="0"/>
            </a:br>
            <a:r>
              <a:rPr lang="en-US" sz="1000" dirty="0"/>
              <a:t>it up so you can design-for-accessibility. This includes things like a common PowerPoint</a:t>
            </a:r>
            <a:r>
              <a:rPr lang="en-US" sz="1000" baseline="30000" dirty="0"/>
              <a:t>®</a:t>
            </a:r>
            <a:r>
              <a:rPr lang="en-US" sz="1000" dirty="0"/>
              <a:t> reading order applied in the parent layouts, higher-contrast colors in the theme, as well as slide titles on every layout.  </a:t>
            </a:r>
          </a:p>
          <a:p>
            <a:pPr algn="l">
              <a:lnSpc>
                <a:spcPct val="110000"/>
              </a:lnSpc>
              <a:spcBef>
                <a:spcPts val="600"/>
              </a:spcBef>
              <a:spcAft>
                <a:spcPts val="600"/>
              </a:spcAft>
            </a:pPr>
            <a:r>
              <a:rPr lang="en-US" sz="1000" dirty="0"/>
              <a:t>The complimentary graphics included in this template have also been formatted to aid your design-for-accessibility. However, since we can't foresee exactly how you'll use the complimentary graphic examples, we've marked most graphics as "decorative," giving you the power to turn that marker off and add alternative text in a way that makes sense for your specific needs. </a:t>
            </a:r>
          </a:p>
          <a:p>
            <a:pPr>
              <a:lnSpc>
                <a:spcPct val="110000"/>
              </a:lnSpc>
              <a:spcBef>
                <a:spcPts val="600"/>
              </a:spcBef>
              <a:spcAft>
                <a:spcPts val="600"/>
              </a:spcAft>
            </a:pPr>
            <a:r>
              <a:rPr lang="en-US" sz="1000" dirty="0"/>
              <a:t>To maintain the accessibility of each slide, review </a:t>
            </a:r>
            <a:r>
              <a:rPr lang="en-US" sz="1000" b="1" dirty="0">
                <a:hlinkClick r:id="rId2" tooltip="Click here to open a helpful page on support.microsoft.com"/>
              </a:rPr>
              <a:t>Microsoft PowerPoint tips</a:t>
            </a:r>
            <a:r>
              <a:rPr lang="en-US" sz="1000" dirty="0">
                <a:solidFill>
                  <a:schemeClr val="bg2"/>
                </a:solidFill>
              </a:rPr>
              <a:t>. </a:t>
            </a:r>
            <a:r>
              <a:rPr lang="en-US" sz="1000" dirty="0"/>
              <a:t>(The Accessibility Checker will be your best friend!) </a:t>
            </a:r>
          </a:p>
          <a:p>
            <a:pPr algn="l">
              <a:lnSpc>
                <a:spcPct val="110000"/>
              </a:lnSpc>
              <a:spcBef>
                <a:spcPts val="600"/>
              </a:spcBef>
              <a:spcAft>
                <a:spcPts val="600"/>
              </a:spcAft>
            </a:pPr>
            <a:r>
              <a:rPr lang="en-US" sz="1000" dirty="0"/>
              <a:t>And if you notice anything amiss, let us know: </a:t>
            </a:r>
            <a:r>
              <a:rPr lang="en-US" sz="1000" b="1" dirty="0">
                <a:hlinkClick r:id="rId3" tooltip="Click here to open a new email to let us know about any accessibility issues you encounter."/>
              </a:rPr>
              <a:t>contact@duarte.com</a:t>
            </a:r>
            <a:r>
              <a:rPr lang="en-US" sz="1000" dirty="0">
                <a:solidFill>
                  <a:schemeClr val="bg2"/>
                </a:solidFill>
              </a:rPr>
              <a:t>.</a:t>
            </a:r>
          </a:p>
          <a:p>
            <a:pPr algn="l">
              <a:lnSpc>
                <a:spcPct val="110000"/>
              </a:lnSpc>
              <a:spcBef>
                <a:spcPts val="600"/>
              </a:spcBef>
              <a:spcAft>
                <a:spcPts val="600"/>
              </a:spcAft>
            </a:pPr>
            <a:r>
              <a:rPr lang="en-US" sz="1600" b="1" dirty="0">
                <a:solidFill>
                  <a:schemeClr val="bg2"/>
                </a:solidFill>
              </a:rPr>
              <a:t>Thank you for making your future Slidedocs readable for all. </a:t>
            </a:r>
          </a:p>
        </p:txBody>
      </p:sp>
    </p:spTree>
    <p:extLst>
      <p:ext uri="{BB962C8B-B14F-4D97-AF65-F5344CB8AC3E}">
        <p14:creationId xmlns:p14="http://schemas.microsoft.com/office/powerpoint/2010/main" val="417051446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id="{D3407D76-AB2B-4803-9DB0-2358689A6C2F}"/>
              </a:ext>
              <a:ext uri="{C183D7F6-B498-43B3-948B-1728B52AA6E4}">
                <adec:decorative xmlns:adec="http://schemas.microsoft.com/office/drawing/2017/decorative" val="1"/>
              </a:ext>
            </a:extLst>
          </p:cNvPr>
          <p:cNvSpPr/>
          <p:nvPr/>
        </p:nvSpPr>
        <p:spPr>
          <a:xfrm>
            <a:off x="3328057" y="6172198"/>
            <a:ext cx="5511143" cy="685802"/>
          </a:xfrm>
          <a:custGeom>
            <a:avLst/>
            <a:gdLst>
              <a:gd name="connsiteX0" fmla="*/ 0 w 5511143"/>
              <a:gd name="connsiteY0" fmla="*/ 0 h 685802"/>
              <a:gd name="connsiteX1" fmla="*/ 4840303 w 5511143"/>
              <a:gd name="connsiteY1" fmla="*/ 0 h 685802"/>
              <a:gd name="connsiteX2" fmla="*/ 4840303 w 5511143"/>
              <a:gd name="connsiteY2" fmla="*/ 2 h 685802"/>
              <a:gd name="connsiteX3" fmla="*/ 5511143 w 5511143"/>
              <a:gd name="connsiteY3" fmla="*/ 2 h 685802"/>
              <a:gd name="connsiteX4" fmla="*/ 5016537 w 5511143"/>
              <a:gd name="connsiteY4" fmla="*/ 685802 h 685802"/>
              <a:gd name="connsiteX5" fmla="*/ 0 w 5511143"/>
              <a:gd name="connsiteY5" fmla="*/ 685802 h 6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11143" h="685802">
                <a:moveTo>
                  <a:pt x="0" y="0"/>
                </a:moveTo>
                <a:lnTo>
                  <a:pt x="4840303" y="0"/>
                </a:lnTo>
                <a:lnTo>
                  <a:pt x="4840303" y="2"/>
                </a:lnTo>
                <a:lnTo>
                  <a:pt x="5511143" y="2"/>
                </a:lnTo>
                <a:lnTo>
                  <a:pt x="5016537" y="685802"/>
                </a:lnTo>
                <a:lnTo>
                  <a:pt x="0" y="68580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l">
              <a:spcAft>
                <a:spcPts val="900"/>
              </a:spcAft>
              <a:buFont typeface="Montserrat" panose="00000500000000000000" pitchFamily="2" charset="0"/>
              <a:buChar char="​"/>
            </a:pPr>
            <a:endParaRPr lang="en-US" sz="1200" dirty="0">
              <a:solidFill>
                <a:schemeClr val="accent2"/>
              </a:solidFill>
            </a:endParaRPr>
          </a:p>
        </p:txBody>
      </p:sp>
      <p:sp>
        <p:nvSpPr>
          <p:cNvPr id="11" name="Rectangle 10">
            <a:extLst>
              <a:ext uri="{FF2B5EF4-FFF2-40B4-BE49-F238E27FC236}">
                <a16:creationId xmlns:a16="http://schemas.microsoft.com/office/drawing/2014/main" id="{5E4EBBFE-AF29-B44C-8499-31A480D7F746}"/>
              </a:ext>
              <a:ext uri="{C183D7F6-B498-43B3-948B-1728B52AA6E4}">
                <adec:decorative xmlns:adec="http://schemas.microsoft.com/office/drawing/2017/decorative" val="1"/>
              </a:ext>
            </a:extLst>
          </p:cNvPr>
          <p:cNvSpPr/>
          <p:nvPr/>
        </p:nvSpPr>
        <p:spPr>
          <a:xfrm>
            <a:off x="3352800" y="685800"/>
            <a:ext cx="5486400" cy="54864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algn="l">
              <a:spcAft>
                <a:spcPts val="900"/>
              </a:spcAft>
              <a:buFont typeface="Montserrat" panose="00000500000000000000" pitchFamily="2" charset="0"/>
              <a:buChar char="​"/>
            </a:pPr>
            <a:endParaRPr lang="en-US" sz="1200" dirty="0">
              <a:solidFill>
                <a:schemeClr val="accent2"/>
              </a:solidFill>
            </a:endParaRPr>
          </a:p>
        </p:txBody>
      </p:sp>
      <p:sp>
        <p:nvSpPr>
          <p:cNvPr id="5" name="TextBox 4">
            <a:extLst>
              <a:ext uri="{FF2B5EF4-FFF2-40B4-BE49-F238E27FC236}">
                <a16:creationId xmlns:a16="http://schemas.microsoft.com/office/drawing/2014/main" id="{BDAE1DCD-9D78-44D4-960B-15E65FC06A7A}"/>
              </a:ext>
            </a:extLst>
          </p:cNvPr>
          <p:cNvSpPr txBox="1"/>
          <p:nvPr/>
        </p:nvSpPr>
        <p:spPr bwMode="white">
          <a:xfrm>
            <a:off x="3825371" y="1157286"/>
            <a:ext cx="4714422" cy="3972498"/>
          </a:xfrm>
          <a:prstGeom prst="rect">
            <a:avLst/>
          </a:prstGeom>
        </p:spPr>
        <p:txBody>
          <a:bodyPr vert="horz" wrap="square" lIns="0" tIns="0" rIns="0" bIns="0" rtlCol="0">
            <a:spAutoFit/>
          </a:bodyPr>
          <a:lstStyle/>
          <a:p>
            <a:pPr>
              <a:lnSpc>
                <a:spcPct val="110000"/>
              </a:lnSpc>
              <a:spcBef>
                <a:spcPts val="600"/>
              </a:spcBef>
              <a:spcAft>
                <a:spcPts val="600"/>
              </a:spcAft>
            </a:pPr>
            <a:r>
              <a:rPr lang="en-US" sz="2600" b="1" dirty="0">
                <a:solidFill>
                  <a:schemeClr val="bg1"/>
                </a:solidFill>
                <a:latin typeface="+mj-lt"/>
              </a:rPr>
              <a:t>The way we communicate is changing. In our time-strapped world, we like information that is consumed quickly.</a:t>
            </a:r>
          </a:p>
          <a:p>
            <a:pPr>
              <a:lnSpc>
                <a:spcPct val="110000"/>
              </a:lnSpc>
              <a:spcBef>
                <a:spcPts val="600"/>
              </a:spcBef>
              <a:spcAft>
                <a:spcPts val="600"/>
              </a:spcAft>
            </a:pPr>
            <a:r>
              <a:rPr lang="en-US" sz="1600" dirty="0">
                <a:solidFill>
                  <a:schemeClr val="accent4"/>
                </a:solidFill>
              </a:rPr>
              <a:t>This has led organizations to look for </a:t>
            </a:r>
            <a:br>
              <a:rPr lang="en-US" sz="1600" dirty="0">
                <a:solidFill>
                  <a:schemeClr val="accent4"/>
                </a:solidFill>
              </a:rPr>
            </a:br>
            <a:r>
              <a:rPr lang="en-US" sz="1600" dirty="0">
                <a:solidFill>
                  <a:schemeClr val="accent4"/>
                </a:solidFill>
              </a:rPr>
              <a:t>a way to fill the gap between long-form documents and presentations. What has emerged are Slidedocs</a:t>
            </a:r>
            <a:r>
              <a:rPr lang="en-US" sz="1600" baseline="30000" dirty="0">
                <a:solidFill>
                  <a:schemeClr val="accent4"/>
                </a:solidFill>
              </a:rPr>
              <a:t>®</a:t>
            </a:r>
            <a:r>
              <a:rPr lang="en-US" sz="1600" dirty="0">
                <a:solidFill>
                  <a:schemeClr val="accent4"/>
                </a:solidFill>
              </a:rPr>
              <a:t>.</a:t>
            </a:r>
          </a:p>
          <a:p>
            <a:pPr algn="l">
              <a:lnSpc>
                <a:spcPct val="110000"/>
              </a:lnSpc>
              <a:spcBef>
                <a:spcPts val="600"/>
              </a:spcBef>
              <a:spcAft>
                <a:spcPts val="600"/>
              </a:spcAft>
            </a:pPr>
            <a:endParaRPr lang="en-US" sz="2400" dirty="0">
              <a:solidFill>
                <a:schemeClr val="bg1"/>
              </a:solidFill>
              <a:latin typeface="Montserrat ExtraBold" panose="00000900000000000000" pitchFamily="2" charset="0"/>
            </a:endParaRPr>
          </a:p>
        </p:txBody>
      </p:sp>
      <p:sp>
        <p:nvSpPr>
          <p:cNvPr id="16" name="Freeform 15">
            <a:extLst>
              <a:ext uri="{FF2B5EF4-FFF2-40B4-BE49-F238E27FC236}">
                <a16:creationId xmlns:a16="http://schemas.microsoft.com/office/drawing/2014/main" id="{D860684E-7C51-2848-6496-483CB5032218}"/>
              </a:ext>
              <a:ext uri="{C183D7F6-B498-43B3-948B-1728B52AA6E4}">
                <adec:decorative xmlns:adec="http://schemas.microsoft.com/office/drawing/2017/decorative" val="1"/>
              </a:ext>
            </a:extLst>
          </p:cNvPr>
          <p:cNvSpPr/>
          <p:nvPr/>
        </p:nvSpPr>
        <p:spPr>
          <a:xfrm flipH="1">
            <a:off x="0" y="685803"/>
            <a:ext cx="3352798" cy="6172198"/>
          </a:xfrm>
          <a:custGeom>
            <a:avLst/>
            <a:gdLst>
              <a:gd name="connsiteX0" fmla="*/ 0 w 3352798"/>
              <a:gd name="connsiteY0" fmla="*/ 0 h 6172198"/>
              <a:gd name="connsiteX1" fmla="*/ 0 w 3352798"/>
              <a:gd name="connsiteY1" fmla="*/ 6172198 h 6172198"/>
              <a:gd name="connsiteX2" fmla="*/ 3352798 w 3352798"/>
              <a:gd name="connsiteY2" fmla="*/ 6172198 h 6172198"/>
              <a:gd name="connsiteX3" fmla="*/ 3352798 w 3352798"/>
              <a:gd name="connsiteY3" fmla="*/ 4648845 h 6172198"/>
            </a:gdLst>
            <a:ahLst/>
            <a:cxnLst>
              <a:cxn ang="0">
                <a:pos x="connsiteX0" y="connsiteY0"/>
              </a:cxn>
              <a:cxn ang="0">
                <a:pos x="connsiteX1" y="connsiteY1"/>
              </a:cxn>
              <a:cxn ang="0">
                <a:pos x="connsiteX2" y="connsiteY2"/>
              </a:cxn>
              <a:cxn ang="0">
                <a:pos x="connsiteX3" y="connsiteY3"/>
              </a:cxn>
            </a:cxnLst>
            <a:rect l="l" t="t" r="r" b="b"/>
            <a:pathLst>
              <a:path w="3352798" h="6172198">
                <a:moveTo>
                  <a:pt x="0" y="0"/>
                </a:moveTo>
                <a:lnTo>
                  <a:pt x="0" y="6172198"/>
                </a:lnTo>
                <a:lnTo>
                  <a:pt x="3352798" y="6172198"/>
                </a:lnTo>
                <a:lnTo>
                  <a:pt x="3352798" y="464884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spcAft>
                <a:spcPts val="900"/>
              </a:spcAft>
              <a:buFont typeface="Montserrat" panose="00000500000000000000" pitchFamily="2" charset="0"/>
              <a:buChar char="​"/>
            </a:pPr>
            <a:endParaRPr lang="en-US" sz="1200" err="1">
              <a:solidFill>
                <a:schemeClr val="accent2"/>
              </a:solidFill>
            </a:endParaRPr>
          </a:p>
        </p:txBody>
      </p:sp>
      <p:sp>
        <p:nvSpPr>
          <p:cNvPr id="6" name="Title 5">
            <a:extLst>
              <a:ext uri="{FF2B5EF4-FFF2-40B4-BE49-F238E27FC236}">
                <a16:creationId xmlns:a16="http://schemas.microsoft.com/office/drawing/2014/main" id="{CDD94714-8078-1B3C-36FC-84EDF3AAF339}"/>
              </a:ext>
            </a:extLst>
          </p:cNvPr>
          <p:cNvSpPr>
            <a:spLocks noGrp="1"/>
          </p:cNvSpPr>
          <p:nvPr>
            <p:ph type="title"/>
          </p:nvPr>
        </p:nvSpPr>
        <p:spPr/>
        <p:txBody>
          <a:bodyPr/>
          <a:lstStyle/>
          <a:p>
            <a:r>
              <a:rPr lang="en-US" dirty="0"/>
              <a:t>Introduction</a:t>
            </a:r>
          </a:p>
        </p:txBody>
      </p:sp>
    </p:spTree>
    <p:extLst>
      <p:ext uri="{BB962C8B-B14F-4D97-AF65-F5344CB8AC3E}">
        <p14:creationId xmlns:p14="http://schemas.microsoft.com/office/powerpoint/2010/main" val="93924291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106FB883-7ACC-43F2-8455-997A9D529811}"/>
              </a:ext>
            </a:extLst>
          </p:cNvPr>
          <p:cNvSpPr>
            <a:spLocks noGrp="1"/>
          </p:cNvSpPr>
          <p:nvPr>
            <p:ph type="subTitle" idx="15"/>
          </p:nvPr>
        </p:nvSpPr>
        <p:spPr/>
        <p:txBody>
          <a:bodyPr/>
          <a:lstStyle/>
          <a:p>
            <a:r>
              <a:rPr lang="en-US"/>
              <a:t>Introduction</a:t>
            </a:r>
          </a:p>
        </p:txBody>
      </p:sp>
      <p:sp>
        <p:nvSpPr>
          <p:cNvPr id="22" name="Title 21">
            <a:extLst>
              <a:ext uri="{FF2B5EF4-FFF2-40B4-BE49-F238E27FC236}">
                <a16:creationId xmlns:a16="http://schemas.microsoft.com/office/drawing/2014/main" id="{A586E9E8-8D1D-4015-9F36-D2909F0200DB}"/>
              </a:ext>
            </a:extLst>
          </p:cNvPr>
          <p:cNvSpPr>
            <a:spLocks noGrp="1"/>
          </p:cNvSpPr>
          <p:nvPr>
            <p:ph type="title"/>
          </p:nvPr>
        </p:nvSpPr>
        <p:spPr/>
        <p:txBody>
          <a:bodyPr/>
          <a:lstStyle/>
          <a:p>
            <a:r>
              <a:rPr lang="en-US" dirty="0"/>
              <a:t>What Is a Slidedoc?</a:t>
            </a:r>
          </a:p>
        </p:txBody>
      </p:sp>
      <p:sp>
        <p:nvSpPr>
          <p:cNvPr id="24" name="Text Placeholder 23">
            <a:extLst>
              <a:ext uri="{FF2B5EF4-FFF2-40B4-BE49-F238E27FC236}">
                <a16:creationId xmlns:a16="http://schemas.microsoft.com/office/drawing/2014/main" id="{6D1A6FAE-C12C-41A1-81CC-97EEC75F1FED}"/>
              </a:ext>
            </a:extLst>
          </p:cNvPr>
          <p:cNvSpPr>
            <a:spLocks noGrp="1"/>
          </p:cNvSpPr>
          <p:nvPr>
            <p:ph type="body" sz="quarter" idx="16"/>
          </p:nvPr>
        </p:nvSpPr>
        <p:spPr>
          <a:xfrm>
            <a:off x="923544" y="3639548"/>
            <a:ext cx="3783538" cy="2529240"/>
          </a:xfrm>
        </p:spPr>
        <p:txBody>
          <a:bodyPr/>
          <a:lstStyle/>
          <a:p>
            <a:r>
              <a:rPr lang="en-US" dirty="0"/>
              <a:t>A </a:t>
            </a:r>
            <a:r>
              <a:rPr lang="en-US" dirty="0" err="1"/>
              <a:t>Slidedoc</a:t>
            </a:r>
            <a:r>
              <a:rPr lang="en-US" dirty="0"/>
              <a:t> is a visual document intended to be read </a:t>
            </a:r>
            <a:br>
              <a:rPr lang="en-US" dirty="0"/>
            </a:br>
            <a:r>
              <a:rPr lang="en-US" dirty="0"/>
              <a:t>and referenced instead of projected. </a:t>
            </a:r>
            <a:r>
              <a:rPr lang="en-US" dirty="0" err="1"/>
              <a:t>Slidedocs</a:t>
            </a:r>
            <a:r>
              <a:rPr lang="en-US" dirty="0"/>
              <a:t> work for a </a:t>
            </a:r>
            <a:br>
              <a:rPr lang="en-US" dirty="0"/>
            </a:br>
            <a:r>
              <a:rPr lang="en-US" dirty="0"/>
              <a:t>variety of communication scenarios, from sales collateral </a:t>
            </a:r>
            <a:br>
              <a:rPr lang="en-US" dirty="0"/>
            </a:br>
            <a:r>
              <a:rPr lang="en-US" dirty="0"/>
              <a:t>to in-meeting reference material. </a:t>
            </a:r>
          </a:p>
          <a:p>
            <a:pPr lvl="3"/>
            <a:r>
              <a:rPr lang="en-US" dirty="0"/>
              <a:t>Effective </a:t>
            </a:r>
            <a:r>
              <a:rPr lang="en-US" dirty="0" err="1"/>
              <a:t>Slidedocs</a:t>
            </a:r>
            <a:r>
              <a:rPr lang="en-US" dirty="0"/>
              <a:t> are developed by knowing your audience, understanding how they consume information, and by having one clear big idea.</a:t>
            </a:r>
          </a:p>
          <a:p>
            <a:r>
              <a:rPr lang="en-US" dirty="0"/>
              <a:t>This requires visualizing ideas and making the information easy to navigate. </a:t>
            </a:r>
            <a:r>
              <a:rPr lang="en-US" dirty="0" err="1"/>
              <a:t>Slidedocs</a:t>
            </a:r>
            <a:r>
              <a:rPr lang="en-US" dirty="0"/>
              <a:t> are one of the most effective tools for communicating ideas quickly and establishing consensus. </a:t>
            </a:r>
          </a:p>
          <a:p>
            <a:endParaRPr lang="en-US" dirty="0"/>
          </a:p>
        </p:txBody>
      </p:sp>
      <p:sp>
        <p:nvSpPr>
          <p:cNvPr id="6" name="Text Placeholder 5">
            <a:extLst>
              <a:ext uri="{FF2B5EF4-FFF2-40B4-BE49-F238E27FC236}">
                <a16:creationId xmlns:a16="http://schemas.microsoft.com/office/drawing/2014/main" id="{9ADF8A8B-BA1E-5616-4D09-7A61D00D5C66}"/>
              </a:ext>
            </a:extLst>
          </p:cNvPr>
          <p:cNvSpPr>
            <a:spLocks noGrp="1"/>
          </p:cNvSpPr>
          <p:nvPr>
            <p:ph type="body" sz="quarter" idx="17"/>
          </p:nvPr>
        </p:nvSpPr>
        <p:spPr/>
        <p:txBody>
          <a:bodyPr/>
          <a:lstStyle/>
          <a:p>
            <a:r>
              <a:rPr lang="en-US" dirty="0"/>
              <a:t>Your ideas deserve the best possible communication vehicle and </a:t>
            </a:r>
            <a:r>
              <a:rPr lang="en-US" dirty="0" err="1"/>
              <a:t>Slidedocs</a:t>
            </a:r>
            <a:r>
              <a:rPr lang="en-US" dirty="0"/>
              <a:t> are designed for the way we communicate today.</a:t>
            </a:r>
          </a:p>
          <a:p>
            <a:pPr lvl="3"/>
            <a:r>
              <a:rPr lang="en-US" dirty="0" err="1"/>
              <a:t>Slidedocs</a:t>
            </a:r>
            <a:r>
              <a:rPr lang="en-US" dirty="0"/>
              <a:t> are like books.</a:t>
            </a:r>
          </a:p>
          <a:p>
            <a:r>
              <a:rPr lang="en-US" dirty="0"/>
              <a:t>Flipping through the pages of a </a:t>
            </a:r>
            <a:r>
              <a:rPr lang="en-US" dirty="0" err="1"/>
              <a:t>Slidedoc</a:t>
            </a:r>
            <a:r>
              <a:rPr lang="en-US" dirty="0"/>
              <a:t> should feel similar to flipping through the printed pages of a book or swiping through a book on a tablet. Books have a cover, table of contents, clear chapter indicators, prose, page numbers, and other small design decisions that help readers navigate the contents.</a:t>
            </a:r>
          </a:p>
          <a:p>
            <a:r>
              <a:rPr lang="en-US" dirty="0"/>
              <a:t>Each master layout in this file is set up to contain the right amount of information to white space ratio for quick processing. </a:t>
            </a:r>
          </a:p>
          <a:p>
            <a:endParaRPr lang="en-US" dirty="0"/>
          </a:p>
          <a:p>
            <a:endParaRPr lang="en-US" dirty="0"/>
          </a:p>
        </p:txBody>
      </p:sp>
    </p:spTree>
    <p:extLst>
      <p:ext uri="{BB962C8B-B14F-4D97-AF65-F5344CB8AC3E}">
        <p14:creationId xmlns:p14="http://schemas.microsoft.com/office/powerpoint/2010/main" val="154210960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8" name="Subtitle 7">
            <a:extLst>
              <a:ext uri="{FF2B5EF4-FFF2-40B4-BE49-F238E27FC236}">
                <a16:creationId xmlns:a16="http://schemas.microsoft.com/office/drawing/2014/main" id="{E4BEF878-3191-42AC-8CA2-274FC4E79DB2}"/>
              </a:ext>
            </a:extLst>
          </p:cNvPr>
          <p:cNvSpPr>
            <a:spLocks noGrp="1"/>
          </p:cNvSpPr>
          <p:nvPr>
            <p:ph type="subTitle" idx="16"/>
          </p:nvPr>
        </p:nvSpPr>
        <p:spPr/>
        <p:txBody>
          <a:bodyPr/>
          <a:lstStyle/>
          <a:p>
            <a:r>
              <a:rPr lang="en-US"/>
              <a:t>Introduction</a:t>
            </a:r>
          </a:p>
        </p:txBody>
      </p:sp>
      <p:sp>
        <p:nvSpPr>
          <p:cNvPr id="22" name="Title 21">
            <a:extLst>
              <a:ext uri="{FF2B5EF4-FFF2-40B4-BE49-F238E27FC236}">
                <a16:creationId xmlns:a16="http://schemas.microsoft.com/office/drawing/2014/main" id="{A586E9E8-8D1D-4015-9F36-D2909F0200DB}"/>
              </a:ext>
            </a:extLst>
          </p:cNvPr>
          <p:cNvSpPr>
            <a:spLocks noGrp="1"/>
          </p:cNvSpPr>
          <p:nvPr>
            <p:ph type="title"/>
          </p:nvPr>
        </p:nvSpPr>
        <p:spPr>
          <a:xfrm>
            <a:off x="922338" y="1182433"/>
            <a:ext cx="7905976" cy="786335"/>
          </a:xfrm>
        </p:spPr>
        <p:txBody>
          <a:bodyPr/>
          <a:lstStyle/>
          <a:p>
            <a:r>
              <a:rPr lang="en-US" dirty="0"/>
              <a:t>Using Bullet Levels </a:t>
            </a:r>
            <a:br>
              <a:rPr lang="en-US" dirty="0"/>
            </a:br>
            <a:r>
              <a:rPr lang="en-US" dirty="0"/>
              <a:t>in PowerPoint</a:t>
            </a:r>
          </a:p>
        </p:txBody>
      </p:sp>
      <p:sp>
        <p:nvSpPr>
          <p:cNvPr id="18" name="Rectangle 17">
            <a:extLst>
              <a:ext uri="{FF2B5EF4-FFF2-40B4-BE49-F238E27FC236}">
                <a16:creationId xmlns:a16="http://schemas.microsoft.com/office/drawing/2014/main" id="{89257107-9180-5B11-52A2-B1A7980241CB}"/>
              </a:ext>
            </a:extLst>
          </p:cNvPr>
          <p:cNvSpPr/>
          <p:nvPr/>
        </p:nvSpPr>
        <p:spPr>
          <a:xfrm>
            <a:off x="4514088" y="2534235"/>
            <a:ext cx="3305017" cy="3001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r>
              <a:rPr lang="en-US" sz="1100" b="1" dirty="0">
                <a:solidFill>
                  <a:schemeClr val="bg1"/>
                </a:solidFill>
              </a:rPr>
              <a:t>These are the nine levels in this template.</a:t>
            </a:r>
          </a:p>
        </p:txBody>
      </p:sp>
      <p:sp>
        <p:nvSpPr>
          <p:cNvPr id="9" name="Content Placeholder 8">
            <a:extLst>
              <a:ext uri="{FF2B5EF4-FFF2-40B4-BE49-F238E27FC236}">
                <a16:creationId xmlns:a16="http://schemas.microsoft.com/office/drawing/2014/main" id="{94FFDEA3-3290-485E-947A-D72FC0C2E555}"/>
              </a:ext>
            </a:extLst>
          </p:cNvPr>
          <p:cNvSpPr>
            <a:spLocks noGrp="1"/>
          </p:cNvSpPr>
          <p:nvPr>
            <p:ph idx="1"/>
          </p:nvPr>
        </p:nvSpPr>
        <p:spPr/>
        <p:txBody>
          <a:bodyPr/>
          <a:lstStyle/>
          <a:p>
            <a:r>
              <a:rPr lang="en-US"/>
              <a:t>This template uses a custom tabbing system to help guide consistent, well-structured text across slides. </a:t>
            </a:r>
          </a:p>
          <a:p>
            <a:r>
              <a:rPr lang="en-US"/>
              <a:t>With text in the placeholder, hit Tab on your keyboard to promote a level. Hit Shift + Tab to demote the level. Note that the formatting applies to an entire paragraph level.</a:t>
            </a:r>
          </a:p>
          <a:p>
            <a:r>
              <a:rPr lang="en-US"/>
              <a:t>Do not use backspace to remove bullets, as this will break the formatting. Use the Reset button in the Home Tab to troubleshoot formatting errors.</a:t>
            </a:r>
          </a:p>
          <a:p>
            <a:endParaRPr lang="en-US"/>
          </a:p>
          <a:p>
            <a:endParaRPr lang="en-US"/>
          </a:p>
          <a:p>
            <a:endParaRPr lang="en-US"/>
          </a:p>
          <a:p>
            <a:endParaRPr lang="en-US"/>
          </a:p>
        </p:txBody>
      </p:sp>
      <p:sp>
        <p:nvSpPr>
          <p:cNvPr id="7" name="Content Placeholder 6">
            <a:extLst>
              <a:ext uri="{FF2B5EF4-FFF2-40B4-BE49-F238E27FC236}">
                <a16:creationId xmlns:a16="http://schemas.microsoft.com/office/drawing/2014/main" id="{E5E7DEDD-C98E-4C78-816E-46CF8736D377}"/>
              </a:ext>
            </a:extLst>
          </p:cNvPr>
          <p:cNvSpPr>
            <a:spLocks noGrp="1"/>
          </p:cNvSpPr>
          <p:nvPr>
            <p:ph idx="14"/>
          </p:nvPr>
        </p:nvSpPr>
        <p:spPr>
          <a:xfrm>
            <a:off x="4514088" y="3017777"/>
            <a:ext cx="3163824" cy="3659736"/>
          </a:xfrm>
        </p:spPr>
        <p:txBody>
          <a:bodyPr/>
          <a:lstStyle/>
          <a:p>
            <a:r>
              <a:rPr lang="en-US"/>
              <a:t>Level one text</a:t>
            </a:r>
          </a:p>
          <a:p>
            <a:pPr lvl="1"/>
            <a:r>
              <a:rPr lang="en-US"/>
              <a:t>Level two text</a:t>
            </a:r>
          </a:p>
          <a:p>
            <a:pPr lvl="2"/>
            <a:r>
              <a:rPr lang="en-US"/>
              <a:t>Level three text</a:t>
            </a:r>
          </a:p>
          <a:p>
            <a:pPr lvl="3"/>
            <a:r>
              <a:rPr lang="en-US"/>
              <a:t>Level four text</a:t>
            </a:r>
          </a:p>
          <a:p>
            <a:pPr lvl="4"/>
            <a:r>
              <a:rPr lang="en-US"/>
              <a:t>Level five text</a:t>
            </a:r>
          </a:p>
          <a:p>
            <a:pPr lvl="5"/>
            <a:r>
              <a:rPr lang="en-US"/>
              <a:t>Level six text</a:t>
            </a:r>
          </a:p>
          <a:p>
            <a:pPr lvl="6"/>
            <a:r>
              <a:rPr lang="en-US"/>
              <a:t>Level seven text</a:t>
            </a:r>
          </a:p>
          <a:p>
            <a:pPr lvl="7"/>
            <a:r>
              <a:rPr lang="en-US"/>
              <a:t>Level eight text</a:t>
            </a:r>
          </a:p>
          <a:p>
            <a:pPr lvl="8"/>
            <a:r>
              <a:rPr lang="en-US"/>
              <a:t>Level nine text</a:t>
            </a:r>
          </a:p>
          <a:p>
            <a:endParaRPr lang="en-US"/>
          </a:p>
          <a:p>
            <a:endParaRPr lang="en-US"/>
          </a:p>
        </p:txBody>
      </p:sp>
      <p:sp>
        <p:nvSpPr>
          <p:cNvPr id="15" name="Rectangle 14">
            <a:extLst>
              <a:ext uri="{FF2B5EF4-FFF2-40B4-BE49-F238E27FC236}">
                <a16:creationId xmlns:a16="http://schemas.microsoft.com/office/drawing/2014/main" id="{3EEA7EAE-78D9-4A68-A9EC-35E4CD81DEF7}"/>
              </a:ext>
            </a:extLst>
          </p:cNvPr>
          <p:cNvSpPr/>
          <p:nvPr/>
        </p:nvSpPr>
        <p:spPr>
          <a:xfrm>
            <a:off x="8107683" y="2534235"/>
            <a:ext cx="3163824" cy="3001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r>
              <a:rPr lang="en-US" sz="1100" b="1" dirty="0">
                <a:solidFill>
                  <a:schemeClr val="bg1"/>
                </a:solidFill>
              </a:rPr>
              <a:t>Practice using the tabbing system here.</a:t>
            </a:r>
          </a:p>
        </p:txBody>
      </p:sp>
      <p:sp>
        <p:nvSpPr>
          <p:cNvPr id="2" name="Content Placeholder 1">
            <a:extLst>
              <a:ext uri="{FF2B5EF4-FFF2-40B4-BE49-F238E27FC236}">
                <a16:creationId xmlns:a16="http://schemas.microsoft.com/office/drawing/2014/main" id="{FE38CD01-0735-8CDB-8CE4-4BFC272942C6}"/>
              </a:ext>
            </a:extLst>
          </p:cNvPr>
          <p:cNvSpPr>
            <a:spLocks noGrp="1"/>
          </p:cNvSpPr>
          <p:nvPr>
            <p:ph idx="15"/>
          </p:nvPr>
        </p:nvSpPr>
        <p:spPr>
          <a:xfrm>
            <a:off x="8107683" y="3017777"/>
            <a:ext cx="3163824" cy="3659736"/>
          </a:xfrm>
        </p:spPr>
        <p:txBody>
          <a:bodyPr/>
          <a:lstStyle/>
          <a:p>
            <a:r>
              <a:rPr lang="en-US"/>
              <a:t>Level one text</a:t>
            </a:r>
          </a:p>
          <a:p>
            <a:r>
              <a:rPr lang="en-US"/>
              <a:t>Level two text</a:t>
            </a:r>
          </a:p>
          <a:p>
            <a:r>
              <a:rPr lang="en-US"/>
              <a:t>Level three text</a:t>
            </a:r>
          </a:p>
          <a:p>
            <a:r>
              <a:rPr lang="en-US"/>
              <a:t>Level four text</a:t>
            </a:r>
          </a:p>
          <a:p>
            <a:r>
              <a:rPr lang="en-US"/>
              <a:t>Level five text</a:t>
            </a:r>
          </a:p>
          <a:p>
            <a:r>
              <a:rPr lang="en-US"/>
              <a:t>Level six text</a:t>
            </a:r>
          </a:p>
          <a:p>
            <a:r>
              <a:rPr lang="en-US"/>
              <a:t>Level seven text</a:t>
            </a:r>
          </a:p>
          <a:p>
            <a:r>
              <a:rPr lang="en-US"/>
              <a:t>Level eight text</a:t>
            </a:r>
          </a:p>
          <a:p>
            <a:r>
              <a:rPr lang="en-US"/>
              <a:t>Level nine text</a:t>
            </a:r>
          </a:p>
          <a:p>
            <a:endParaRPr lang="en-US"/>
          </a:p>
        </p:txBody>
      </p:sp>
    </p:spTree>
    <p:extLst>
      <p:ext uri="{BB962C8B-B14F-4D97-AF65-F5344CB8AC3E}">
        <p14:creationId xmlns:p14="http://schemas.microsoft.com/office/powerpoint/2010/main" val="36598065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7" name="Subtitle 6">
            <a:extLst>
              <a:ext uri="{FF2B5EF4-FFF2-40B4-BE49-F238E27FC236}">
                <a16:creationId xmlns:a16="http://schemas.microsoft.com/office/drawing/2014/main" id="{F20DA42B-035E-4C40-8053-946862AF8450}"/>
              </a:ext>
            </a:extLst>
          </p:cNvPr>
          <p:cNvSpPr>
            <a:spLocks noGrp="1"/>
          </p:cNvSpPr>
          <p:nvPr>
            <p:ph type="subTitle" idx="15"/>
          </p:nvPr>
        </p:nvSpPr>
        <p:spPr/>
        <p:txBody>
          <a:bodyPr/>
          <a:lstStyle/>
          <a:p>
            <a:r>
              <a:rPr lang="en-US"/>
              <a:t>Introduction</a:t>
            </a:r>
          </a:p>
        </p:txBody>
      </p:sp>
      <p:sp>
        <p:nvSpPr>
          <p:cNvPr id="22" name="Title 21">
            <a:extLst>
              <a:ext uri="{FF2B5EF4-FFF2-40B4-BE49-F238E27FC236}">
                <a16:creationId xmlns:a16="http://schemas.microsoft.com/office/drawing/2014/main" id="{A586E9E8-8D1D-4015-9F36-D2909F0200DB}"/>
              </a:ext>
            </a:extLst>
          </p:cNvPr>
          <p:cNvSpPr>
            <a:spLocks noGrp="1"/>
          </p:cNvSpPr>
          <p:nvPr>
            <p:ph type="title"/>
          </p:nvPr>
        </p:nvSpPr>
        <p:spPr/>
        <p:txBody>
          <a:bodyPr/>
          <a:lstStyle/>
          <a:p>
            <a:r>
              <a:rPr lang="en-US"/>
              <a:t>Master Layouts </a:t>
            </a:r>
          </a:p>
        </p:txBody>
      </p:sp>
      <p:sp>
        <p:nvSpPr>
          <p:cNvPr id="20" name="Text Placeholder 19">
            <a:extLst>
              <a:ext uri="{FF2B5EF4-FFF2-40B4-BE49-F238E27FC236}">
                <a16:creationId xmlns:a16="http://schemas.microsoft.com/office/drawing/2014/main" id="{E120CA6D-CAF5-9CE7-6F23-C011876AB5D4}"/>
              </a:ext>
            </a:extLst>
          </p:cNvPr>
          <p:cNvSpPr>
            <a:spLocks noGrp="1"/>
          </p:cNvSpPr>
          <p:nvPr>
            <p:ph type="body" sz="quarter" idx="16"/>
          </p:nvPr>
        </p:nvSpPr>
        <p:spPr/>
        <p:txBody>
          <a:bodyPr/>
          <a:lstStyle/>
          <a:p>
            <a:pPr lvl="3"/>
            <a:r>
              <a:rPr lang="en-US"/>
              <a:t>​A slide master contains pre-formatted placeholders to help placement of objects </a:t>
            </a:r>
            <a:br>
              <a:rPr lang="en-US"/>
            </a:br>
            <a:r>
              <a:rPr lang="en-US"/>
              <a:t>on the grid. </a:t>
            </a:r>
          </a:p>
          <a:p>
            <a:pPr lvl="4"/>
            <a:r>
              <a:rPr lang="en-US"/>
              <a:t>The placeholders ensure that text is formatted consistently from slide to slide or that objects are sized and positioned in an organized manner. </a:t>
            </a:r>
          </a:p>
          <a:p>
            <a:pPr lvl="4"/>
            <a:r>
              <a:rPr lang="en-US"/>
              <a:t>This template contains Standard Layouts, ideal for the main content of a document. Use the Impact Layouts to create a shift in visual narrative, introduce topics, and summarize ideas.​</a:t>
            </a:r>
          </a:p>
          <a:p>
            <a:endParaRPr lang="en-US"/>
          </a:p>
        </p:txBody>
      </p:sp>
      <p:grpSp>
        <p:nvGrpSpPr>
          <p:cNvPr id="2" name="Group 1">
            <a:extLst>
              <a:ext uri="{FF2B5EF4-FFF2-40B4-BE49-F238E27FC236}">
                <a16:creationId xmlns:a16="http://schemas.microsoft.com/office/drawing/2014/main" id="{0B270239-F415-4B42-BA85-E71D6E594ED8}"/>
              </a:ext>
              <a:ext uri="{C183D7F6-B498-43B3-948B-1728B52AA6E4}">
                <adec:decorative xmlns:adec="http://schemas.microsoft.com/office/drawing/2017/decorative" val="1"/>
              </a:ext>
            </a:extLst>
          </p:cNvPr>
          <p:cNvGrpSpPr/>
          <p:nvPr/>
        </p:nvGrpSpPr>
        <p:grpSpPr>
          <a:xfrm>
            <a:off x="4985140" y="2247074"/>
            <a:ext cx="6297247" cy="3961012"/>
            <a:chOff x="4985140" y="2247074"/>
            <a:chExt cx="6297247" cy="3961012"/>
          </a:xfrm>
        </p:grpSpPr>
        <p:sp>
          <p:nvSpPr>
            <p:cNvPr id="26" name="Rectangle 25">
              <a:extLst>
                <a:ext uri="{FF2B5EF4-FFF2-40B4-BE49-F238E27FC236}">
                  <a16:creationId xmlns:a16="http://schemas.microsoft.com/office/drawing/2014/main" id="{B0B568A6-293D-4038-A7FE-3F7CD9E7CEE0}"/>
                </a:ext>
              </a:extLst>
            </p:cNvPr>
            <p:cNvSpPr/>
            <p:nvPr/>
          </p:nvSpPr>
          <p:spPr>
            <a:xfrm>
              <a:off x="4985140" y="4570173"/>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30" name="Rectangle 29">
              <a:extLst>
                <a:ext uri="{FF2B5EF4-FFF2-40B4-BE49-F238E27FC236}">
                  <a16:creationId xmlns:a16="http://schemas.microsoft.com/office/drawing/2014/main" id="{38F34BC4-72F2-48F0-AFD6-57F496444A27}"/>
                </a:ext>
              </a:extLst>
            </p:cNvPr>
            <p:cNvSpPr/>
            <p:nvPr/>
          </p:nvSpPr>
          <p:spPr>
            <a:xfrm>
              <a:off x="7122396" y="4570173"/>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27" name="Rectangle 26">
              <a:extLst>
                <a:ext uri="{FF2B5EF4-FFF2-40B4-BE49-F238E27FC236}">
                  <a16:creationId xmlns:a16="http://schemas.microsoft.com/office/drawing/2014/main" id="{0F35CEC4-6AB0-489E-9913-F41CC7135684}"/>
                </a:ext>
              </a:extLst>
            </p:cNvPr>
            <p:cNvSpPr/>
            <p:nvPr/>
          </p:nvSpPr>
          <p:spPr>
            <a:xfrm>
              <a:off x="6054635" y="4570173"/>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31" name="Rectangle 30">
              <a:extLst>
                <a:ext uri="{FF2B5EF4-FFF2-40B4-BE49-F238E27FC236}">
                  <a16:creationId xmlns:a16="http://schemas.microsoft.com/office/drawing/2014/main" id="{AF70A78D-6C5E-46B0-B537-A6014BF971F2}"/>
                </a:ext>
              </a:extLst>
            </p:cNvPr>
            <p:cNvSpPr/>
            <p:nvPr/>
          </p:nvSpPr>
          <p:spPr>
            <a:xfrm>
              <a:off x="8191891" y="4570173"/>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69" name="Rectangle 168">
              <a:extLst>
                <a:ext uri="{FF2B5EF4-FFF2-40B4-BE49-F238E27FC236}">
                  <a16:creationId xmlns:a16="http://schemas.microsoft.com/office/drawing/2014/main" id="{2BE87582-58CB-4621-ACA8-4A0255555B4A}"/>
                </a:ext>
              </a:extLst>
            </p:cNvPr>
            <p:cNvSpPr/>
            <p:nvPr/>
          </p:nvSpPr>
          <p:spPr>
            <a:xfrm>
              <a:off x="8769269" y="4570173"/>
              <a:ext cx="386397" cy="55545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5" name="Rectangle 144">
              <a:extLst>
                <a:ext uri="{FF2B5EF4-FFF2-40B4-BE49-F238E27FC236}">
                  <a16:creationId xmlns:a16="http://schemas.microsoft.com/office/drawing/2014/main" id="{3FE26458-5B0D-4A7A-9BDD-4C8A2969B005}"/>
                </a:ext>
              </a:extLst>
            </p:cNvPr>
            <p:cNvSpPr/>
            <p:nvPr/>
          </p:nvSpPr>
          <p:spPr>
            <a:xfrm>
              <a:off x="4985140" y="4570173"/>
              <a:ext cx="386397" cy="55545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6" name="Rectangle 145">
              <a:extLst>
                <a:ext uri="{FF2B5EF4-FFF2-40B4-BE49-F238E27FC236}">
                  <a16:creationId xmlns:a16="http://schemas.microsoft.com/office/drawing/2014/main" id="{299BBEF7-742F-4C84-92DB-A1D671E70003}"/>
                </a:ext>
              </a:extLst>
            </p:cNvPr>
            <p:cNvSpPr/>
            <p:nvPr/>
          </p:nvSpPr>
          <p:spPr>
            <a:xfrm>
              <a:off x="6629484" y="4570173"/>
              <a:ext cx="386397" cy="55545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9" name="Rectangle 8">
              <a:extLst>
                <a:ext uri="{FF2B5EF4-FFF2-40B4-BE49-F238E27FC236}">
                  <a16:creationId xmlns:a16="http://schemas.microsoft.com/office/drawing/2014/main" id="{A0CFED78-9575-4B1C-A32B-48C1F0E83CBD}"/>
                </a:ext>
              </a:extLst>
            </p:cNvPr>
            <p:cNvSpPr/>
            <p:nvPr/>
          </p:nvSpPr>
          <p:spPr>
            <a:xfrm>
              <a:off x="7124132" y="2514600"/>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47" name="Rectangle 46">
              <a:extLst>
                <a:ext uri="{FF2B5EF4-FFF2-40B4-BE49-F238E27FC236}">
                  <a16:creationId xmlns:a16="http://schemas.microsoft.com/office/drawing/2014/main" id="{DD828E77-AA2A-4A71-916C-3847F5500FE6}"/>
                </a:ext>
              </a:extLst>
            </p:cNvPr>
            <p:cNvSpPr/>
            <p:nvPr/>
          </p:nvSpPr>
          <p:spPr>
            <a:xfrm>
              <a:off x="7214210" y="261891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2" name="Rectangle 61">
              <a:extLst>
                <a:ext uri="{FF2B5EF4-FFF2-40B4-BE49-F238E27FC236}">
                  <a16:creationId xmlns:a16="http://schemas.microsoft.com/office/drawing/2014/main" id="{378ECCD0-5956-4FF7-83A6-F37DF74636B0}"/>
                </a:ext>
              </a:extLst>
            </p:cNvPr>
            <p:cNvSpPr/>
            <p:nvPr/>
          </p:nvSpPr>
          <p:spPr>
            <a:xfrm>
              <a:off x="7214210" y="2757489"/>
              <a:ext cx="258467"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3" name="Rectangle 62">
              <a:extLst>
                <a:ext uri="{FF2B5EF4-FFF2-40B4-BE49-F238E27FC236}">
                  <a16:creationId xmlns:a16="http://schemas.microsoft.com/office/drawing/2014/main" id="{DEFBE69C-D89F-4D2E-AB3D-F438FAAA358A}"/>
                </a:ext>
              </a:extLst>
            </p:cNvPr>
            <p:cNvSpPr/>
            <p:nvPr/>
          </p:nvSpPr>
          <p:spPr>
            <a:xfrm>
              <a:off x="7520560" y="2757489"/>
              <a:ext cx="258467"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1" name="TextBox 200">
              <a:extLst>
                <a:ext uri="{FF2B5EF4-FFF2-40B4-BE49-F238E27FC236}">
                  <a16:creationId xmlns:a16="http://schemas.microsoft.com/office/drawing/2014/main" id="{1FDE70ED-4405-40CC-B7E5-89217B7F40DF}"/>
                </a:ext>
              </a:extLst>
            </p:cNvPr>
            <p:cNvSpPr txBox="1"/>
            <p:nvPr/>
          </p:nvSpPr>
          <p:spPr>
            <a:xfrm>
              <a:off x="7124131" y="3087032"/>
              <a:ext cx="253274"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Two</a:t>
              </a:r>
            </a:p>
          </p:txBody>
        </p:sp>
        <p:sp>
          <p:nvSpPr>
            <p:cNvPr id="13" name="Rectangle 12">
              <a:extLst>
                <a:ext uri="{FF2B5EF4-FFF2-40B4-BE49-F238E27FC236}">
                  <a16:creationId xmlns:a16="http://schemas.microsoft.com/office/drawing/2014/main" id="{378B073D-1D3C-42AC-AA41-982EC7853866}"/>
                </a:ext>
              </a:extLst>
            </p:cNvPr>
            <p:cNvSpPr/>
            <p:nvPr/>
          </p:nvSpPr>
          <p:spPr>
            <a:xfrm>
              <a:off x="8193627" y="2514600"/>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48" name="Rectangle 47">
              <a:extLst>
                <a:ext uri="{FF2B5EF4-FFF2-40B4-BE49-F238E27FC236}">
                  <a16:creationId xmlns:a16="http://schemas.microsoft.com/office/drawing/2014/main" id="{3163C90D-0C37-4DC9-B8CC-1E37C7E6595E}"/>
                </a:ext>
              </a:extLst>
            </p:cNvPr>
            <p:cNvSpPr/>
            <p:nvPr/>
          </p:nvSpPr>
          <p:spPr>
            <a:xfrm>
              <a:off x="8292142" y="261891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4" name="Rectangle 63">
              <a:extLst>
                <a:ext uri="{FF2B5EF4-FFF2-40B4-BE49-F238E27FC236}">
                  <a16:creationId xmlns:a16="http://schemas.microsoft.com/office/drawing/2014/main" id="{3AE72148-98B8-4B03-BB37-A81877C18581}"/>
                </a:ext>
              </a:extLst>
            </p:cNvPr>
            <p:cNvSpPr/>
            <p:nvPr/>
          </p:nvSpPr>
          <p:spPr>
            <a:xfrm>
              <a:off x="8292134" y="2757489"/>
              <a:ext cx="230299"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5" name="Rectangle 64">
              <a:extLst>
                <a:ext uri="{FF2B5EF4-FFF2-40B4-BE49-F238E27FC236}">
                  <a16:creationId xmlns:a16="http://schemas.microsoft.com/office/drawing/2014/main" id="{5BA9C2AC-D135-4702-BEEB-2B7DEDDBE5B3}"/>
                </a:ext>
              </a:extLst>
            </p:cNvPr>
            <p:cNvSpPr/>
            <p:nvPr/>
          </p:nvSpPr>
          <p:spPr>
            <a:xfrm>
              <a:off x="8565097" y="2757489"/>
              <a:ext cx="230299"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6" name="Rectangle 65">
              <a:extLst>
                <a:ext uri="{FF2B5EF4-FFF2-40B4-BE49-F238E27FC236}">
                  <a16:creationId xmlns:a16="http://schemas.microsoft.com/office/drawing/2014/main" id="{DBFBBA3B-3C20-4CD3-B153-FD6EBCBDC507}"/>
                </a:ext>
              </a:extLst>
            </p:cNvPr>
            <p:cNvSpPr/>
            <p:nvPr/>
          </p:nvSpPr>
          <p:spPr>
            <a:xfrm>
              <a:off x="8837815" y="2757489"/>
              <a:ext cx="230299"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2" name="TextBox 201">
              <a:extLst>
                <a:ext uri="{FF2B5EF4-FFF2-40B4-BE49-F238E27FC236}">
                  <a16:creationId xmlns:a16="http://schemas.microsoft.com/office/drawing/2014/main" id="{4511EDF8-398A-42E1-A496-45E9303A3EB2}"/>
                </a:ext>
              </a:extLst>
            </p:cNvPr>
            <p:cNvSpPr txBox="1"/>
            <p:nvPr/>
          </p:nvSpPr>
          <p:spPr>
            <a:xfrm>
              <a:off x="8193627" y="3087032"/>
              <a:ext cx="344646" cy="142731"/>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Three</a:t>
              </a:r>
            </a:p>
          </p:txBody>
        </p:sp>
        <p:sp>
          <p:nvSpPr>
            <p:cNvPr id="14" name="Rectangle 13">
              <a:extLst>
                <a:ext uri="{FF2B5EF4-FFF2-40B4-BE49-F238E27FC236}">
                  <a16:creationId xmlns:a16="http://schemas.microsoft.com/office/drawing/2014/main" id="{FF031BBC-F02B-45D0-8003-3D72EADBAE15}"/>
                </a:ext>
              </a:extLst>
            </p:cNvPr>
            <p:cNvSpPr/>
            <p:nvPr/>
          </p:nvSpPr>
          <p:spPr>
            <a:xfrm>
              <a:off x="9263124" y="2514600"/>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49" name="Rectangle 48">
              <a:extLst>
                <a:ext uri="{FF2B5EF4-FFF2-40B4-BE49-F238E27FC236}">
                  <a16:creationId xmlns:a16="http://schemas.microsoft.com/office/drawing/2014/main" id="{A41E8A5B-1C9F-4261-B042-F75BC0DBA2F2}"/>
                </a:ext>
              </a:extLst>
            </p:cNvPr>
            <p:cNvSpPr/>
            <p:nvPr/>
          </p:nvSpPr>
          <p:spPr>
            <a:xfrm>
              <a:off x="9370076" y="261891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8" name="Rectangle 67">
              <a:extLst>
                <a:ext uri="{FF2B5EF4-FFF2-40B4-BE49-F238E27FC236}">
                  <a16:creationId xmlns:a16="http://schemas.microsoft.com/office/drawing/2014/main" id="{6CF032FF-94DD-4B9C-ABF0-FEFDFA03C8EB}"/>
                </a:ext>
              </a:extLst>
            </p:cNvPr>
            <p:cNvSpPr/>
            <p:nvPr/>
          </p:nvSpPr>
          <p:spPr>
            <a:xfrm>
              <a:off x="9371666" y="2757489"/>
              <a:ext cx="13380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9" name="Rectangle 68">
              <a:extLst>
                <a:ext uri="{FF2B5EF4-FFF2-40B4-BE49-F238E27FC236}">
                  <a16:creationId xmlns:a16="http://schemas.microsoft.com/office/drawing/2014/main" id="{55500574-8C55-4215-942F-A4BC11DF297E}"/>
                </a:ext>
              </a:extLst>
            </p:cNvPr>
            <p:cNvSpPr/>
            <p:nvPr/>
          </p:nvSpPr>
          <p:spPr>
            <a:xfrm>
              <a:off x="9566316" y="2757489"/>
              <a:ext cx="13380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0" name="Rectangle 69">
              <a:extLst>
                <a:ext uri="{FF2B5EF4-FFF2-40B4-BE49-F238E27FC236}">
                  <a16:creationId xmlns:a16="http://schemas.microsoft.com/office/drawing/2014/main" id="{BD675BF5-905A-4F6B-AABD-C6C6EC709F46}"/>
                </a:ext>
              </a:extLst>
            </p:cNvPr>
            <p:cNvSpPr/>
            <p:nvPr/>
          </p:nvSpPr>
          <p:spPr>
            <a:xfrm>
              <a:off x="9760966" y="2757489"/>
              <a:ext cx="13380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1" name="Rectangle 70">
              <a:extLst>
                <a:ext uri="{FF2B5EF4-FFF2-40B4-BE49-F238E27FC236}">
                  <a16:creationId xmlns:a16="http://schemas.microsoft.com/office/drawing/2014/main" id="{EACB27BA-9F0F-4297-A797-AA8E938B3CBB}"/>
                </a:ext>
              </a:extLst>
            </p:cNvPr>
            <p:cNvSpPr/>
            <p:nvPr/>
          </p:nvSpPr>
          <p:spPr>
            <a:xfrm>
              <a:off x="9955615" y="2757489"/>
              <a:ext cx="13380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3" name="TextBox 202">
              <a:extLst>
                <a:ext uri="{FF2B5EF4-FFF2-40B4-BE49-F238E27FC236}">
                  <a16:creationId xmlns:a16="http://schemas.microsoft.com/office/drawing/2014/main" id="{69522226-1F14-4158-9FF5-62DCFA8023E4}"/>
                </a:ext>
              </a:extLst>
            </p:cNvPr>
            <p:cNvSpPr txBox="1"/>
            <p:nvPr/>
          </p:nvSpPr>
          <p:spPr>
            <a:xfrm>
              <a:off x="9263123" y="3087032"/>
              <a:ext cx="275717" cy="142731"/>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Four</a:t>
              </a:r>
            </a:p>
          </p:txBody>
        </p:sp>
        <p:sp>
          <p:nvSpPr>
            <p:cNvPr id="15" name="Rectangle 14">
              <a:extLst>
                <a:ext uri="{FF2B5EF4-FFF2-40B4-BE49-F238E27FC236}">
                  <a16:creationId xmlns:a16="http://schemas.microsoft.com/office/drawing/2014/main" id="{6C239EE5-8040-4641-AA40-23B92B08BF13}"/>
                </a:ext>
              </a:extLst>
            </p:cNvPr>
            <p:cNvSpPr/>
            <p:nvPr/>
          </p:nvSpPr>
          <p:spPr>
            <a:xfrm>
              <a:off x="4985140" y="3430466"/>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50" name="Rectangle 49">
              <a:extLst>
                <a:ext uri="{FF2B5EF4-FFF2-40B4-BE49-F238E27FC236}">
                  <a16:creationId xmlns:a16="http://schemas.microsoft.com/office/drawing/2014/main" id="{07B86DD9-8101-4A38-BFF8-45BFF5EBF5BA}"/>
                </a:ext>
              </a:extLst>
            </p:cNvPr>
            <p:cNvSpPr/>
            <p:nvPr/>
          </p:nvSpPr>
          <p:spPr>
            <a:xfrm>
              <a:off x="5100529" y="3534780"/>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3" name="Rectangle 72">
              <a:extLst>
                <a:ext uri="{FF2B5EF4-FFF2-40B4-BE49-F238E27FC236}">
                  <a16:creationId xmlns:a16="http://schemas.microsoft.com/office/drawing/2014/main" id="{6187BB99-80A4-4764-AE6D-B4D29971462E}"/>
                </a:ext>
              </a:extLst>
            </p:cNvPr>
            <p:cNvSpPr/>
            <p:nvPr/>
          </p:nvSpPr>
          <p:spPr>
            <a:xfrm>
              <a:off x="5100530" y="3673355"/>
              <a:ext cx="189350"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4" name="Rectangle 73">
              <a:extLst>
                <a:ext uri="{FF2B5EF4-FFF2-40B4-BE49-F238E27FC236}">
                  <a16:creationId xmlns:a16="http://schemas.microsoft.com/office/drawing/2014/main" id="{8AE377C7-E3BE-489B-AA8B-4BFBEFBA05FA}"/>
                </a:ext>
              </a:extLst>
            </p:cNvPr>
            <p:cNvSpPr/>
            <p:nvPr/>
          </p:nvSpPr>
          <p:spPr>
            <a:xfrm>
              <a:off x="5405270" y="3673355"/>
              <a:ext cx="451346"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4" name="TextBox 203">
              <a:extLst>
                <a:ext uri="{FF2B5EF4-FFF2-40B4-BE49-F238E27FC236}">
                  <a16:creationId xmlns:a16="http://schemas.microsoft.com/office/drawing/2014/main" id="{B1131CA1-3D5A-4C79-A7A6-A23FEB629541}"/>
                </a:ext>
              </a:extLst>
            </p:cNvPr>
            <p:cNvSpPr txBox="1"/>
            <p:nvPr/>
          </p:nvSpPr>
          <p:spPr>
            <a:xfrm>
              <a:off x="4985140" y="4002898"/>
              <a:ext cx="158698"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1/3</a:t>
              </a:r>
            </a:p>
          </p:txBody>
        </p:sp>
        <p:sp>
          <p:nvSpPr>
            <p:cNvPr id="141" name="Rectangle 140">
              <a:extLst>
                <a:ext uri="{FF2B5EF4-FFF2-40B4-BE49-F238E27FC236}">
                  <a16:creationId xmlns:a16="http://schemas.microsoft.com/office/drawing/2014/main" id="{4A098387-8F8F-3808-E8C7-CD655E77233B}"/>
                </a:ext>
              </a:extLst>
            </p:cNvPr>
            <p:cNvSpPr/>
            <p:nvPr/>
          </p:nvSpPr>
          <p:spPr>
            <a:xfrm>
              <a:off x="6145558" y="3534780"/>
              <a:ext cx="478971"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8" name="Rectangle 7">
              <a:extLst>
                <a:ext uri="{FF2B5EF4-FFF2-40B4-BE49-F238E27FC236}">
                  <a16:creationId xmlns:a16="http://schemas.microsoft.com/office/drawing/2014/main" id="{8EFA25D5-92A9-41C6-B449-6A5F80FC8B48}"/>
                </a:ext>
              </a:extLst>
            </p:cNvPr>
            <p:cNvSpPr/>
            <p:nvPr/>
          </p:nvSpPr>
          <p:spPr>
            <a:xfrm>
              <a:off x="4985140" y="2514600"/>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3" name="Rectangle 2">
              <a:extLst>
                <a:ext uri="{FF2B5EF4-FFF2-40B4-BE49-F238E27FC236}">
                  <a16:creationId xmlns:a16="http://schemas.microsoft.com/office/drawing/2014/main" id="{506515FB-0785-4E1A-8252-E99F1937B485}"/>
                </a:ext>
              </a:extLst>
            </p:cNvPr>
            <p:cNvSpPr/>
            <p:nvPr/>
          </p:nvSpPr>
          <p:spPr>
            <a:xfrm>
              <a:off x="5159765" y="2706269"/>
              <a:ext cx="222696" cy="19704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46" name="Rectangle 45">
              <a:extLst>
                <a:ext uri="{FF2B5EF4-FFF2-40B4-BE49-F238E27FC236}">
                  <a16:creationId xmlns:a16="http://schemas.microsoft.com/office/drawing/2014/main" id="{EF0F9F8D-3C01-4D98-9E01-08E9C824D192}"/>
                </a:ext>
              </a:extLst>
            </p:cNvPr>
            <p:cNvSpPr/>
            <p:nvPr/>
          </p:nvSpPr>
          <p:spPr>
            <a:xfrm>
              <a:off x="5443306" y="2714292"/>
              <a:ext cx="319542" cy="18902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0" name="TextBox 199">
              <a:extLst>
                <a:ext uri="{FF2B5EF4-FFF2-40B4-BE49-F238E27FC236}">
                  <a16:creationId xmlns:a16="http://schemas.microsoft.com/office/drawing/2014/main" id="{5296C063-9EE8-4561-AE53-DA30191837FE}"/>
                </a:ext>
              </a:extLst>
            </p:cNvPr>
            <p:cNvSpPr txBox="1"/>
            <p:nvPr/>
          </p:nvSpPr>
          <p:spPr>
            <a:xfrm>
              <a:off x="4985140" y="3087032"/>
              <a:ext cx="351058"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Cover</a:t>
              </a:r>
            </a:p>
          </p:txBody>
        </p:sp>
        <p:sp>
          <p:nvSpPr>
            <p:cNvPr id="208" name="Rectangle 207">
              <a:extLst>
                <a:ext uri="{FF2B5EF4-FFF2-40B4-BE49-F238E27FC236}">
                  <a16:creationId xmlns:a16="http://schemas.microsoft.com/office/drawing/2014/main" id="{3B4AFCAF-2640-4BF5-9C94-323008A9B9E0}"/>
                </a:ext>
              </a:extLst>
            </p:cNvPr>
            <p:cNvSpPr/>
            <p:nvPr/>
          </p:nvSpPr>
          <p:spPr>
            <a:xfrm>
              <a:off x="6053338" y="2514600"/>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209" name="TextBox 208">
              <a:extLst>
                <a:ext uri="{FF2B5EF4-FFF2-40B4-BE49-F238E27FC236}">
                  <a16:creationId xmlns:a16="http://schemas.microsoft.com/office/drawing/2014/main" id="{73E894FA-D069-4F57-A7B1-0D1143C685C7}"/>
                </a:ext>
              </a:extLst>
            </p:cNvPr>
            <p:cNvSpPr txBox="1"/>
            <p:nvPr/>
          </p:nvSpPr>
          <p:spPr>
            <a:xfrm>
              <a:off x="6053338" y="3087032"/>
              <a:ext cx="323807"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Basic</a:t>
              </a:r>
            </a:p>
          </p:txBody>
        </p:sp>
        <p:sp>
          <p:nvSpPr>
            <p:cNvPr id="211" name="Rectangle 210">
              <a:extLst>
                <a:ext uri="{FF2B5EF4-FFF2-40B4-BE49-F238E27FC236}">
                  <a16:creationId xmlns:a16="http://schemas.microsoft.com/office/drawing/2014/main" id="{909DB66D-69E4-4BC2-80FE-56B24D240A95}"/>
                </a:ext>
              </a:extLst>
            </p:cNvPr>
            <p:cNvSpPr/>
            <p:nvPr/>
          </p:nvSpPr>
          <p:spPr>
            <a:xfrm>
              <a:off x="6147409" y="261891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6" name="Rectangle 15">
              <a:extLst>
                <a:ext uri="{FF2B5EF4-FFF2-40B4-BE49-F238E27FC236}">
                  <a16:creationId xmlns:a16="http://schemas.microsoft.com/office/drawing/2014/main" id="{96EEF274-9EB4-4112-A375-91C9780283C3}"/>
                </a:ext>
              </a:extLst>
            </p:cNvPr>
            <p:cNvSpPr/>
            <p:nvPr/>
          </p:nvSpPr>
          <p:spPr>
            <a:xfrm>
              <a:off x="6050961" y="3430466"/>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72" name="Rectangle 71">
              <a:extLst>
                <a:ext uri="{FF2B5EF4-FFF2-40B4-BE49-F238E27FC236}">
                  <a16:creationId xmlns:a16="http://schemas.microsoft.com/office/drawing/2014/main" id="{77613226-E1BA-4ACE-A32D-9002CA725B37}"/>
                </a:ext>
              </a:extLst>
            </p:cNvPr>
            <p:cNvSpPr/>
            <p:nvPr/>
          </p:nvSpPr>
          <p:spPr>
            <a:xfrm>
              <a:off x="6144604" y="354042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8" name="Rectangle 77">
              <a:extLst>
                <a:ext uri="{FF2B5EF4-FFF2-40B4-BE49-F238E27FC236}">
                  <a16:creationId xmlns:a16="http://schemas.microsoft.com/office/drawing/2014/main" id="{D258A933-EC7F-43F0-817F-853A7D6B422C}"/>
                </a:ext>
              </a:extLst>
            </p:cNvPr>
            <p:cNvSpPr/>
            <p:nvPr/>
          </p:nvSpPr>
          <p:spPr>
            <a:xfrm>
              <a:off x="6711340" y="3673355"/>
              <a:ext cx="189350"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79" name="Rectangle 78">
              <a:extLst>
                <a:ext uri="{FF2B5EF4-FFF2-40B4-BE49-F238E27FC236}">
                  <a16:creationId xmlns:a16="http://schemas.microsoft.com/office/drawing/2014/main" id="{EA927C30-D01C-45D0-9630-38B1EAA7DD93}"/>
                </a:ext>
              </a:extLst>
            </p:cNvPr>
            <p:cNvSpPr/>
            <p:nvPr/>
          </p:nvSpPr>
          <p:spPr>
            <a:xfrm>
              <a:off x="6144604" y="3673355"/>
              <a:ext cx="451346"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05" name="TextBox 204">
              <a:extLst>
                <a:ext uri="{FF2B5EF4-FFF2-40B4-BE49-F238E27FC236}">
                  <a16:creationId xmlns:a16="http://schemas.microsoft.com/office/drawing/2014/main" id="{760AD16A-1B00-4445-9262-D0B22F6A0D4E}"/>
                </a:ext>
              </a:extLst>
            </p:cNvPr>
            <p:cNvSpPr txBox="1"/>
            <p:nvPr/>
          </p:nvSpPr>
          <p:spPr>
            <a:xfrm>
              <a:off x="6050960" y="4002898"/>
              <a:ext cx="181140"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2/3</a:t>
              </a:r>
            </a:p>
          </p:txBody>
        </p:sp>
        <p:sp>
          <p:nvSpPr>
            <p:cNvPr id="104" name="Rectangle 103">
              <a:extLst>
                <a:ext uri="{FF2B5EF4-FFF2-40B4-BE49-F238E27FC236}">
                  <a16:creationId xmlns:a16="http://schemas.microsoft.com/office/drawing/2014/main" id="{C89C9A8B-EBCA-48AE-837B-8C9E756A9D2D}"/>
                </a:ext>
              </a:extLst>
            </p:cNvPr>
            <p:cNvSpPr/>
            <p:nvPr/>
          </p:nvSpPr>
          <p:spPr>
            <a:xfrm>
              <a:off x="8193628" y="3430466"/>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83" name="Rectangle 82">
              <a:extLst>
                <a:ext uri="{FF2B5EF4-FFF2-40B4-BE49-F238E27FC236}">
                  <a16:creationId xmlns:a16="http://schemas.microsoft.com/office/drawing/2014/main" id="{40333F95-DE12-43E0-9D07-15E791061F41}"/>
                </a:ext>
              </a:extLst>
            </p:cNvPr>
            <p:cNvSpPr/>
            <p:nvPr/>
          </p:nvSpPr>
          <p:spPr>
            <a:xfrm>
              <a:off x="8286402" y="3638388"/>
              <a:ext cx="478971" cy="69933"/>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10" name="Rectangle 109">
              <a:extLst>
                <a:ext uri="{FF2B5EF4-FFF2-40B4-BE49-F238E27FC236}">
                  <a16:creationId xmlns:a16="http://schemas.microsoft.com/office/drawing/2014/main" id="{A2E9468E-B4F4-45E5-8A45-BC1F8E9BD434}"/>
                </a:ext>
              </a:extLst>
            </p:cNvPr>
            <p:cNvSpPr/>
            <p:nvPr/>
          </p:nvSpPr>
          <p:spPr>
            <a:xfrm>
              <a:off x="8286403" y="3755189"/>
              <a:ext cx="267048" cy="14200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12" name="TextBox 211">
              <a:extLst>
                <a:ext uri="{FF2B5EF4-FFF2-40B4-BE49-F238E27FC236}">
                  <a16:creationId xmlns:a16="http://schemas.microsoft.com/office/drawing/2014/main" id="{E4038840-3CF4-4FF6-BEB6-4A147B0E0041}"/>
                </a:ext>
              </a:extLst>
            </p:cNvPr>
            <p:cNvSpPr txBox="1"/>
            <p:nvPr/>
          </p:nvSpPr>
          <p:spPr>
            <a:xfrm>
              <a:off x="8189951" y="4002898"/>
              <a:ext cx="621965"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Short Text</a:t>
              </a:r>
            </a:p>
          </p:txBody>
        </p:sp>
        <p:sp>
          <p:nvSpPr>
            <p:cNvPr id="105" name="Rectangle 104">
              <a:extLst>
                <a:ext uri="{FF2B5EF4-FFF2-40B4-BE49-F238E27FC236}">
                  <a16:creationId xmlns:a16="http://schemas.microsoft.com/office/drawing/2014/main" id="{D5CB7FE9-06EC-43AB-A872-F8152EA9217F}"/>
                </a:ext>
              </a:extLst>
            </p:cNvPr>
            <p:cNvSpPr/>
            <p:nvPr/>
          </p:nvSpPr>
          <p:spPr>
            <a:xfrm>
              <a:off x="9263123" y="3430466"/>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84" name="Rectangle 83">
              <a:extLst>
                <a:ext uri="{FF2B5EF4-FFF2-40B4-BE49-F238E27FC236}">
                  <a16:creationId xmlns:a16="http://schemas.microsoft.com/office/drawing/2014/main" id="{28106A12-B62E-4720-81F6-7D70139D73EC}"/>
                </a:ext>
              </a:extLst>
            </p:cNvPr>
            <p:cNvSpPr/>
            <p:nvPr/>
          </p:nvSpPr>
          <p:spPr>
            <a:xfrm>
              <a:off x="9353201" y="3507634"/>
              <a:ext cx="365760"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grpSp>
          <p:nvGrpSpPr>
            <p:cNvPr id="6" name="Group 5">
              <a:extLst>
                <a:ext uri="{FF2B5EF4-FFF2-40B4-BE49-F238E27FC236}">
                  <a16:creationId xmlns:a16="http://schemas.microsoft.com/office/drawing/2014/main" id="{7F04A9C7-4A2E-46D2-A896-E9D8B94F566C}"/>
                </a:ext>
              </a:extLst>
            </p:cNvPr>
            <p:cNvGrpSpPr/>
            <p:nvPr/>
          </p:nvGrpSpPr>
          <p:grpSpPr>
            <a:xfrm>
              <a:off x="9825912" y="3501189"/>
              <a:ext cx="312609" cy="396002"/>
              <a:chOff x="6365218" y="3442416"/>
              <a:chExt cx="564817" cy="223836"/>
            </a:xfrm>
            <a:solidFill>
              <a:schemeClr val="bg1">
                <a:lumMod val="65000"/>
              </a:schemeClr>
            </a:solidFill>
          </p:grpSpPr>
          <p:sp>
            <p:nvSpPr>
              <p:cNvPr id="88" name="Rectangle 87">
                <a:extLst>
                  <a:ext uri="{FF2B5EF4-FFF2-40B4-BE49-F238E27FC236}">
                    <a16:creationId xmlns:a16="http://schemas.microsoft.com/office/drawing/2014/main" id="{24A44073-033A-48E6-A691-FFCBC6022C99}"/>
                  </a:ext>
                </a:extLst>
              </p:cNvPr>
              <p:cNvSpPr/>
              <p:nvPr/>
            </p:nvSpPr>
            <p:spPr>
              <a:xfrm>
                <a:off x="6365218" y="3442416"/>
                <a:ext cx="258467" cy="22383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89" name="Rectangle 88">
                <a:extLst>
                  <a:ext uri="{FF2B5EF4-FFF2-40B4-BE49-F238E27FC236}">
                    <a16:creationId xmlns:a16="http://schemas.microsoft.com/office/drawing/2014/main" id="{8F0D124A-E91C-44C3-9103-D23F07907CBC}"/>
                  </a:ext>
                </a:extLst>
              </p:cNvPr>
              <p:cNvSpPr/>
              <p:nvPr/>
            </p:nvSpPr>
            <p:spPr>
              <a:xfrm>
                <a:off x="6671568" y="3442416"/>
                <a:ext cx="258467" cy="22383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grpSp>
        <p:sp>
          <p:nvSpPr>
            <p:cNvPr id="111" name="Rectangle 110">
              <a:extLst>
                <a:ext uri="{FF2B5EF4-FFF2-40B4-BE49-F238E27FC236}">
                  <a16:creationId xmlns:a16="http://schemas.microsoft.com/office/drawing/2014/main" id="{1FCC92E3-930B-4F16-9CF4-130DE9D23C5E}"/>
                </a:ext>
              </a:extLst>
            </p:cNvPr>
            <p:cNvSpPr/>
            <p:nvPr/>
          </p:nvSpPr>
          <p:spPr>
            <a:xfrm>
              <a:off x="9353201" y="3755189"/>
              <a:ext cx="364461" cy="14200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13" name="TextBox 212">
              <a:extLst>
                <a:ext uri="{FF2B5EF4-FFF2-40B4-BE49-F238E27FC236}">
                  <a16:creationId xmlns:a16="http://schemas.microsoft.com/office/drawing/2014/main" id="{F29AFBAE-1784-4EF0-A451-ACFC6C403134}"/>
                </a:ext>
              </a:extLst>
            </p:cNvPr>
            <p:cNvSpPr txBox="1"/>
            <p:nvPr/>
          </p:nvSpPr>
          <p:spPr>
            <a:xfrm>
              <a:off x="9259447" y="4002898"/>
              <a:ext cx="413575" cy="142731"/>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Middle</a:t>
              </a:r>
            </a:p>
          </p:txBody>
        </p:sp>
        <p:sp>
          <p:nvSpPr>
            <p:cNvPr id="214" name="TextBox 213">
              <a:extLst>
                <a:ext uri="{FF2B5EF4-FFF2-40B4-BE49-F238E27FC236}">
                  <a16:creationId xmlns:a16="http://schemas.microsoft.com/office/drawing/2014/main" id="{E9DE6172-D4D6-46A4-AC8E-9C05B4E34B1A}"/>
                </a:ext>
              </a:extLst>
            </p:cNvPr>
            <p:cNvSpPr txBox="1"/>
            <p:nvPr/>
          </p:nvSpPr>
          <p:spPr>
            <a:xfrm>
              <a:off x="7119158" y="4002898"/>
              <a:ext cx="708527"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Chart/Table</a:t>
              </a:r>
            </a:p>
          </p:txBody>
        </p:sp>
        <p:sp>
          <p:nvSpPr>
            <p:cNvPr id="219" name="Rectangle 218">
              <a:extLst>
                <a:ext uri="{FF2B5EF4-FFF2-40B4-BE49-F238E27FC236}">
                  <a16:creationId xmlns:a16="http://schemas.microsoft.com/office/drawing/2014/main" id="{09C6A5A8-168F-4486-99D5-928E4CAD7E4F}"/>
                </a:ext>
              </a:extLst>
            </p:cNvPr>
            <p:cNvSpPr/>
            <p:nvPr/>
          </p:nvSpPr>
          <p:spPr>
            <a:xfrm>
              <a:off x="7119158" y="3430466"/>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220" name="Rectangle 219">
              <a:extLst>
                <a:ext uri="{FF2B5EF4-FFF2-40B4-BE49-F238E27FC236}">
                  <a16:creationId xmlns:a16="http://schemas.microsoft.com/office/drawing/2014/main" id="{820FFE07-42FE-4123-B32F-657742B223AA}"/>
                </a:ext>
              </a:extLst>
            </p:cNvPr>
            <p:cNvSpPr/>
            <p:nvPr/>
          </p:nvSpPr>
          <p:spPr>
            <a:xfrm>
              <a:off x="7212801" y="3534780"/>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22" name="Rectangle 221">
              <a:extLst>
                <a:ext uri="{FF2B5EF4-FFF2-40B4-BE49-F238E27FC236}">
                  <a16:creationId xmlns:a16="http://schemas.microsoft.com/office/drawing/2014/main" id="{D295DC35-CD9A-423E-A2FE-372ACC030D27}"/>
                </a:ext>
              </a:extLst>
            </p:cNvPr>
            <p:cNvSpPr/>
            <p:nvPr/>
          </p:nvSpPr>
          <p:spPr>
            <a:xfrm>
              <a:off x="7212801" y="3673355"/>
              <a:ext cx="797774" cy="223836"/>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7" name="Rectangle 146">
              <a:extLst>
                <a:ext uri="{FF2B5EF4-FFF2-40B4-BE49-F238E27FC236}">
                  <a16:creationId xmlns:a16="http://schemas.microsoft.com/office/drawing/2014/main" id="{FE820E8B-8803-4ACB-8158-8F18295AFAD4}"/>
                </a:ext>
              </a:extLst>
            </p:cNvPr>
            <p:cNvSpPr/>
            <p:nvPr/>
          </p:nvSpPr>
          <p:spPr>
            <a:xfrm>
              <a:off x="5456037" y="4711146"/>
              <a:ext cx="173151" cy="32792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8" name="Rectangle 147">
              <a:extLst>
                <a:ext uri="{FF2B5EF4-FFF2-40B4-BE49-F238E27FC236}">
                  <a16:creationId xmlns:a16="http://schemas.microsoft.com/office/drawing/2014/main" id="{7334EE0B-ED1D-49E7-B9D0-20038F2637A4}"/>
                </a:ext>
              </a:extLst>
            </p:cNvPr>
            <p:cNvSpPr/>
            <p:nvPr/>
          </p:nvSpPr>
          <p:spPr>
            <a:xfrm>
              <a:off x="5682819" y="4711146"/>
              <a:ext cx="173151" cy="32792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49" name="Rectangle 148">
              <a:extLst>
                <a:ext uri="{FF2B5EF4-FFF2-40B4-BE49-F238E27FC236}">
                  <a16:creationId xmlns:a16="http://schemas.microsoft.com/office/drawing/2014/main" id="{6638771D-096A-4A62-94E5-F77043FA143A}"/>
                </a:ext>
              </a:extLst>
            </p:cNvPr>
            <p:cNvSpPr/>
            <p:nvPr/>
          </p:nvSpPr>
          <p:spPr>
            <a:xfrm>
              <a:off x="5061408" y="4883501"/>
              <a:ext cx="233861" cy="1555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0" name="Rectangle 149">
              <a:extLst>
                <a:ext uri="{FF2B5EF4-FFF2-40B4-BE49-F238E27FC236}">
                  <a16:creationId xmlns:a16="http://schemas.microsoft.com/office/drawing/2014/main" id="{19DC9329-D2CF-4189-B18A-7A609B12D532}"/>
                </a:ext>
              </a:extLst>
            </p:cNvPr>
            <p:cNvSpPr/>
            <p:nvPr/>
          </p:nvSpPr>
          <p:spPr>
            <a:xfrm>
              <a:off x="5061408" y="4661102"/>
              <a:ext cx="233861" cy="50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23" name="TextBox 222">
              <a:extLst>
                <a:ext uri="{FF2B5EF4-FFF2-40B4-BE49-F238E27FC236}">
                  <a16:creationId xmlns:a16="http://schemas.microsoft.com/office/drawing/2014/main" id="{AFC36CE1-F885-4058-8256-6E3DA95BABEE}"/>
                </a:ext>
              </a:extLst>
            </p:cNvPr>
            <p:cNvSpPr txBox="1"/>
            <p:nvPr/>
          </p:nvSpPr>
          <p:spPr>
            <a:xfrm>
              <a:off x="4985140" y="5143834"/>
              <a:ext cx="610745"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Panel Left</a:t>
              </a:r>
            </a:p>
          </p:txBody>
        </p:sp>
        <p:sp>
          <p:nvSpPr>
            <p:cNvPr id="28" name="Rectangle 27">
              <a:extLst>
                <a:ext uri="{FF2B5EF4-FFF2-40B4-BE49-F238E27FC236}">
                  <a16:creationId xmlns:a16="http://schemas.microsoft.com/office/drawing/2014/main" id="{631F961E-80F1-48C7-961A-21731F643AF2}"/>
                </a:ext>
              </a:extLst>
            </p:cNvPr>
            <p:cNvSpPr/>
            <p:nvPr/>
          </p:nvSpPr>
          <p:spPr>
            <a:xfrm>
              <a:off x="9261388" y="4570173"/>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55" name="Rectangle 154">
              <a:extLst>
                <a:ext uri="{FF2B5EF4-FFF2-40B4-BE49-F238E27FC236}">
                  <a16:creationId xmlns:a16="http://schemas.microsoft.com/office/drawing/2014/main" id="{90D136F7-B07E-4E2B-A2EB-5C9A38AD4087}"/>
                </a:ext>
              </a:extLst>
            </p:cNvPr>
            <p:cNvSpPr/>
            <p:nvPr/>
          </p:nvSpPr>
          <p:spPr>
            <a:xfrm>
              <a:off x="9359903" y="4676664"/>
              <a:ext cx="478971"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7" name="Rectangle 156">
              <a:extLst>
                <a:ext uri="{FF2B5EF4-FFF2-40B4-BE49-F238E27FC236}">
                  <a16:creationId xmlns:a16="http://schemas.microsoft.com/office/drawing/2014/main" id="{307DD4AF-70BD-4EC0-9983-8B704690EC65}"/>
                </a:ext>
              </a:extLst>
            </p:cNvPr>
            <p:cNvSpPr/>
            <p:nvPr/>
          </p:nvSpPr>
          <p:spPr>
            <a:xfrm>
              <a:off x="9359895" y="4815239"/>
              <a:ext cx="353219"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9" name="Rectangle 158">
              <a:extLst>
                <a:ext uri="{FF2B5EF4-FFF2-40B4-BE49-F238E27FC236}">
                  <a16:creationId xmlns:a16="http://schemas.microsoft.com/office/drawing/2014/main" id="{D40A4737-892E-46F8-A7DF-67C63DE351EE}"/>
                </a:ext>
              </a:extLst>
            </p:cNvPr>
            <p:cNvSpPr/>
            <p:nvPr/>
          </p:nvSpPr>
          <p:spPr>
            <a:xfrm>
              <a:off x="9782656" y="4815239"/>
              <a:ext cx="353219" cy="11271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60" name="Rectangle 159">
              <a:extLst>
                <a:ext uri="{FF2B5EF4-FFF2-40B4-BE49-F238E27FC236}">
                  <a16:creationId xmlns:a16="http://schemas.microsoft.com/office/drawing/2014/main" id="{DBAE8886-CB41-44F7-B7E3-2640AD61A785}"/>
                </a:ext>
              </a:extLst>
            </p:cNvPr>
            <p:cNvSpPr/>
            <p:nvPr/>
          </p:nvSpPr>
          <p:spPr>
            <a:xfrm>
              <a:off x="9782656" y="4970813"/>
              <a:ext cx="353219" cy="68262"/>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latin typeface="+mj-lt"/>
              </a:endParaRPr>
            </a:p>
          </p:txBody>
        </p:sp>
        <p:sp>
          <p:nvSpPr>
            <p:cNvPr id="224" name="TextBox 223">
              <a:extLst>
                <a:ext uri="{FF2B5EF4-FFF2-40B4-BE49-F238E27FC236}">
                  <a16:creationId xmlns:a16="http://schemas.microsoft.com/office/drawing/2014/main" id="{4131965D-B30B-4379-B416-BD70EE4DF4F9}"/>
                </a:ext>
              </a:extLst>
            </p:cNvPr>
            <p:cNvSpPr txBox="1"/>
            <p:nvPr/>
          </p:nvSpPr>
          <p:spPr>
            <a:xfrm>
              <a:off x="9261387" y="5143834"/>
              <a:ext cx="490519"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Key Box</a:t>
              </a:r>
            </a:p>
          </p:txBody>
        </p:sp>
        <p:sp>
          <p:nvSpPr>
            <p:cNvPr id="166" name="Rectangle 165">
              <a:extLst>
                <a:ext uri="{FF2B5EF4-FFF2-40B4-BE49-F238E27FC236}">
                  <a16:creationId xmlns:a16="http://schemas.microsoft.com/office/drawing/2014/main" id="{0F2EB605-3F60-4933-B0DD-07E2C06E22B9}"/>
                </a:ext>
              </a:extLst>
            </p:cNvPr>
            <p:cNvSpPr/>
            <p:nvPr/>
          </p:nvSpPr>
          <p:spPr>
            <a:xfrm>
              <a:off x="7125961" y="4570173"/>
              <a:ext cx="386397" cy="55545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67" name="Rectangle 166">
              <a:extLst>
                <a:ext uri="{FF2B5EF4-FFF2-40B4-BE49-F238E27FC236}">
                  <a16:creationId xmlns:a16="http://schemas.microsoft.com/office/drawing/2014/main" id="{E515192B-B98F-45B4-8883-7F299F0791BC}"/>
                </a:ext>
              </a:extLst>
            </p:cNvPr>
            <p:cNvSpPr/>
            <p:nvPr/>
          </p:nvSpPr>
          <p:spPr>
            <a:xfrm>
              <a:off x="7596858" y="4815239"/>
              <a:ext cx="39701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68" name="Rectangle 167">
              <a:extLst>
                <a:ext uri="{FF2B5EF4-FFF2-40B4-BE49-F238E27FC236}">
                  <a16:creationId xmlns:a16="http://schemas.microsoft.com/office/drawing/2014/main" id="{55A744D9-D8E9-4954-B03C-14CDF0F570E2}"/>
                </a:ext>
              </a:extLst>
            </p:cNvPr>
            <p:cNvSpPr/>
            <p:nvPr/>
          </p:nvSpPr>
          <p:spPr>
            <a:xfrm>
              <a:off x="7596858" y="4676664"/>
              <a:ext cx="393192"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26" name="TextBox 225">
              <a:extLst>
                <a:ext uri="{FF2B5EF4-FFF2-40B4-BE49-F238E27FC236}">
                  <a16:creationId xmlns:a16="http://schemas.microsoft.com/office/drawing/2014/main" id="{B2EC82A2-D2F3-48BA-9F1C-9FB197488663}"/>
                </a:ext>
              </a:extLst>
            </p:cNvPr>
            <p:cNvSpPr txBox="1"/>
            <p:nvPr/>
          </p:nvSpPr>
          <p:spPr>
            <a:xfrm>
              <a:off x="7122395" y="5143834"/>
              <a:ext cx="650819"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Image Left</a:t>
              </a:r>
            </a:p>
          </p:txBody>
        </p:sp>
        <p:sp>
          <p:nvSpPr>
            <p:cNvPr id="170" name="Rectangle 169">
              <a:extLst>
                <a:ext uri="{FF2B5EF4-FFF2-40B4-BE49-F238E27FC236}">
                  <a16:creationId xmlns:a16="http://schemas.microsoft.com/office/drawing/2014/main" id="{0249C52A-7AF7-446D-9B46-3D4E5ED66130}"/>
                </a:ext>
              </a:extLst>
            </p:cNvPr>
            <p:cNvSpPr/>
            <p:nvPr/>
          </p:nvSpPr>
          <p:spPr>
            <a:xfrm>
              <a:off x="8285534" y="4815239"/>
              <a:ext cx="397014"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71" name="Rectangle 170">
              <a:extLst>
                <a:ext uri="{FF2B5EF4-FFF2-40B4-BE49-F238E27FC236}">
                  <a16:creationId xmlns:a16="http://schemas.microsoft.com/office/drawing/2014/main" id="{C88CDF6B-DF9E-45EC-B78B-DADAA03B834F}"/>
                </a:ext>
              </a:extLst>
            </p:cNvPr>
            <p:cNvSpPr/>
            <p:nvPr/>
          </p:nvSpPr>
          <p:spPr>
            <a:xfrm>
              <a:off x="8285534" y="4676664"/>
              <a:ext cx="393192"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27" name="TextBox 226">
              <a:extLst>
                <a:ext uri="{FF2B5EF4-FFF2-40B4-BE49-F238E27FC236}">
                  <a16:creationId xmlns:a16="http://schemas.microsoft.com/office/drawing/2014/main" id="{32D91828-40A2-4AD6-8ABC-2BD02A39BE6E}"/>
                </a:ext>
              </a:extLst>
            </p:cNvPr>
            <p:cNvSpPr txBox="1"/>
            <p:nvPr/>
          </p:nvSpPr>
          <p:spPr>
            <a:xfrm>
              <a:off x="8191891" y="5143834"/>
              <a:ext cx="758221" cy="142731"/>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Image Right</a:t>
              </a:r>
            </a:p>
          </p:txBody>
        </p:sp>
        <p:sp>
          <p:nvSpPr>
            <p:cNvPr id="151" name="Rectangle 150">
              <a:extLst>
                <a:ext uri="{FF2B5EF4-FFF2-40B4-BE49-F238E27FC236}">
                  <a16:creationId xmlns:a16="http://schemas.microsoft.com/office/drawing/2014/main" id="{EBE12B2B-144C-4222-9A6A-5C77AADD3A56}"/>
                </a:ext>
              </a:extLst>
            </p:cNvPr>
            <p:cNvSpPr/>
            <p:nvPr/>
          </p:nvSpPr>
          <p:spPr>
            <a:xfrm>
              <a:off x="6144713" y="4676664"/>
              <a:ext cx="365760"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2" name="Rectangle 151">
              <a:extLst>
                <a:ext uri="{FF2B5EF4-FFF2-40B4-BE49-F238E27FC236}">
                  <a16:creationId xmlns:a16="http://schemas.microsoft.com/office/drawing/2014/main" id="{E3D36307-7D2E-4532-8EDB-32DF924CA52C}"/>
                </a:ext>
              </a:extLst>
            </p:cNvPr>
            <p:cNvSpPr/>
            <p:nvPr/>
          </p:nvSpPr>
          <p:spPr>
            <a:xfrm>
              <a:off x="6144714" y="4815239"/>
              <a:ext cx="141786"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3" name="Rectangle 152">
              <a:extLst>
                <a:ext uri="{FF2B5EF4-FFF2-40B4-BE49-F238E27FC236}">
                  <a16:creationId xmlns:a16="http://schemas.microsoft.com/office/drawing/2014/main" id="{1B02FECC-9985-47CA-9EC4-153EB59AC06D}"/>
                </a:ext>
              </a:extLst>
            </p:cNvPr>
            <p:cNvSpPr/>
            <p:nvPr/>
          </p:nvSpPr>
          <p:spPr>
            <a:xfrm>
              <a:off x="6367141" y="4815239"/>
              <a:ext cx="141786" cy="223836"/>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54" name="Rectangle 153">
              <a:extLst>
                <a:ext uri="{FF2B5EF4-FFF2-40B4-BE49-F238E27FC236}">
                  <a16:creationId xmlns:a16="http://schemas.microsoft.com/office/drawing/2014/main" id="{BFB8D9F3-FA22-42DE-AC98-44769E3B73B7}"/>
                </a:ext>
              </a:extLst>
            </p:cNvPr>
            <p:cNvSpPr/>
            <p:nvPr/>
          </p:nvSpPr>
          <p:spPr>
            <a:xfrm>
              <a:off x="6700076" y="4711146"/>
              <a:ext cx="244678" cy="3279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28" name="TextBox 227">
              <a:extLst>
                <a:ext uri="{FF2B5EF4-FFF2-40B4-BE49-F238E27FC236}">
                  <a16:creationId xmlns:a16="http://schemas.microsoft.com/office/drawing/2014/main" id="{0B089EEE-F233-408B-A4E2-5C9CB0882C6D}"/>
                </a:ext>
              </a:extLst>
            </p:cNvPr>
            <p:cNvSpPr txBox="1"/>
            <p:nvPr/>
          </p:nvSpPr>
          <p:spPr>
            <a:xfrm>
              <a:off x="6053337" y="5143834"/>
              <a:ext cx="705321"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Panel Right</a:t>
              </a:r>
            </a:p>
          </p:txBody>
        </p:sp>
        <p:sp>
          <p:nvSpPr>
            <p:cNvPr id="33" name="Rectangle 32">
              <a:extLst>
                <a:ext uri="{FF2B5EF4-FFF2-40B4-BE49-F238E27FC236}">
                  <a16:creationId xmlns:a16="http://schemas.microsoft.com/office/drawing/2014/main" id="{B02A1FC3-6C3C-43CC-8FCC-97B26571A03D}"/>
                </a:ext>
              </a:extLst>
            </p:cNvPr>
            <p:cNvSpPr/>
            <p:nvPr/>
          </p:nvSpPr>
          <p:spPr>
            <a:xfrm>
              <a:off x="10321141" y="4570172"/>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74" name="Rectangle 173">
              <a:extLst>
                <a:ext uri="{FF2B5EF4-FFF2-40B4-BE49-F238E27FC236}">
                  <a16:creationId xmlns:a16="http://schemas.microsoft.com/office/drawing/2014/main" id="{4F440BF0-29C2-41F6-9FF8-4704F0D1558B}"/>
                </a:ext>
              </a:extLst>
            </p:cNvPr>
            <p:cNvSpPr/>
            <p:nvPr/>
          </p:nvSpPr>
          <p:spPr>
            <a:xfrm>
              <a:off x="10397409" y="4876582"/>
              <a:ext cx="233861" cy="155574"/>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75" name="Rectangle 174">
              <a:extLst>
                <a:ext uri="{FF2B5EF4-FFF2-40B4-BE49-F238E27FC236}">
                  <a16:creationId xmlns:a16="http://schemas.microsoft.com/office/drawing/2014/main" id="{81858368-8970-4B32-9381-9749CCE68792}"/>
                </a:ext>
              </a:extLst>
            </p:cNvPr>
            <p:cNvSpPr/>
            <p:nvPr/>
          </p:nvSpPr>
          <p:spPr>
            <a:xfrm>
              <a:off x="10397409" y="4780751"/>
              <a:ext cx="233861" cy="50044"/>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36" name="TextBox 235">
              <a:extLst>
                <a:ext uri="{FF2B5EF4-FFF2-40B4-BE49-F238E27FC236}">
                  <a16:creationId xmlns:a16="http://schemas.microsoft.com/office/drawing/2014/main" id="{84356BE7-07FC-4C6C-8EB6-0759238101DF}"/>
                </a:ext>
              </a:extLst>
            </p:cNvPr>
            <p:cNvSpPr txBox="1"/>
            <p:nvPr/>
          </p:nvSpPr>
          <p:spPr>
            <a:xfrm>
              <a:off x="10321141" y="5138615"/>
              <a:ext cx="455253"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Section</a:t>
              </a:r>
            </a:p>
          </p:txBody>
        </p:sp>
        <p:sp>
          <p:nvSpPr>
            <p:cNvPr id="35" name="Rectangle 34">
              <a:extLst>
                <a:ext uri="{FF2B5EF4-FFF2-40B4-BE49-F238E27FC236}">
                  <a16:creationId xmlns:a16="http://schemas.microsoft.com/office/drawing/2014/main" id="{2146A9B2-6BD2-44A1-AA1B-894FF61D5859}"/>
                </a:ext>
              </a:extLst>
            </p:cNvPr>
            <p:cNvSpPr/>
            <p:nvPr/>
          </p:nvSpPr>
          <p:spPr>
            <a:xfrm>
              <a:off x="6060780" y="5496847"/>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80" name="Rectangle 179">
              <a:extLst>
                <a:ext uri="{FF2B5EF4-FFF2-40B4-BE49-F238E27FC236}">
                  <a16:creationId xmlns:a16="http://schemas.microsoft.com/office/drawing/2014/main" id="{F82E2534-60A9-4CB7-8DB7-6727BDE0E370}"/>
                </a:ext>
              </a:extLst>
            </p:cNvPr>
            <p:cNvSpPr/>
            <p:nvPr/>
          </p:nvSpPr>
          <p:spPr>
            <a:xfrm>
              <a:off x="6141348" y="5679194"/>
              <a:ext cx="244678" cy="230834"/>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82" name="Rectangle 181">
              <a:extLst>
                <a:ext uri="{FF2B5EF4-FFF2-40B4-BE49-F238E27FC236}">
                  <a16:creationId xmlns:a16="http://schemas.microsoft.com/office/drawing/2014/main" id="{7695A54A-2C59-4551-8D92-342516F28994}"/>
                </a:ext>
              </a:extLst>
            </p:cNvPr>
            <p:cNvSpPr/>
            <p:nvPr/>
          </p:nvSpPr>
          <p:spPr>
            <a:xfrm>
              <a:off x="6582048" y="5686192"/>
              <a:ext cx="353219" cy="11271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83" name="Rectangle 182">
              <a:extLst>
                <a:ext uri="{FF2B5EF4-FFF2-40B4-BE49-F238E27FC236}">
                  <a16:creationId xmlns:a16="http://schemas.microsoft.com/office/drawing/2014/main" id="{FEC343CD-356C-4F2E-99F7-2172E56078B7}"/>
                </a:ext>
              </a:extLst>
            </p:cNvPr>
            <p:cNvSpPr/>
            <p:nvPr/>
          </p:nvSpPr>
          <p:spPr>
            <a:xfrm>
              <a:off x="6582048" y="5841766"/>
              <a:ext cx="353219" cy="6826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37" name="TextBox 236">
              <a:extLst>
                <a:ext uri="{FF2B5EF4-FFF2-40B4-BE49-F238E27FC236}">
                  <a16:creationId xmlns:a16="http://schemas.microsoft.com/office/drawing/2014/main" id="{FA7A4FBB-82B3-4CAC-8033-4E1CDF038D9F}"/>
                </a:ext>
              </a:extLst>
            </p:cNvPr>
            <p:cNvSpPr txBox="1"/>
            <p:nvPr/>
          </p:nvSpPr>
          <p:spPr>
            <a:xfrm>
              <a:off x="6060779" y="6065290"/>
              <a:ext cx="243656"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Stat</a:t>
              </a:r>
            </a:p>
          </p:txBody>
        </p:sp>
        <p:sp>
          <p:nvSpPr>
            <p:cNvPr id="36" name="Rectangle 35">
              <a:extLst>
                <a:ext uri="{FF2B5EF4-FFF2-40B4-BE49-F238E27FC236}">
                  <a16:creationId xmlns:a16="http://schemas.microsoft.com/office/drawing/2014/main" id="{3D3AD038-FB9C-41AD-AB3D-EB5D8036DEDA}"/>
                </a:ext>
              </a:extLst>
            </p:cNvPr>
            <p:cNvSpPr/>
            <p:nvPr/>
          </p:nvSpPr>
          <p:spPr>
            <a:xfrm>
              <a:off x="7130276" y="5496847"/>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84" name="Rectangle 183">
              <a:extLst>
                <a:ext uri="{FF2B5EF4-FFF2-40B4-BE49-F238E27FC236}">
                  <a16:creationId xmlns:a16="http://schemas.microsoft.com/office/drawing/2014/main" id="{BDED135E-8A74-4A7A-B1EC-A39CE9312B31}"/>
                </a:ext>
              </a:extLst>
            </p:cNvPr>
            <p:cNvSpPr/>
            <p:nvPr/>
          </p:nvSpPr>
          <p:spPr>
            <a:xfrm>
              <a:off x="7519537" y="5686191"/>
              <a:ext cx="484770" cy="2726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38" name="TextBox 237">
              <a:extLst>
                <a:ext uri="{FF2B5EF4-FFF2-40B4-BE49-F238E27FC236}">
                  <a16:creationId xmlns:a16="http://schemas.microsoft.com/office/drawing/2014/main" id="{8D45F71F-4222-4819-9FAF-8E619ADC426D}"/>
                </a:ext>
              </a:extLst>
            </p:cNvPr>
            <p:cNvSpPr txBox="1"/>
            <p:nvPr/>
          </p:nvSpPr>
          <p:spPr>
            <a:xfrm>
              <a:off x="7130276" y="6065290"/>
              <a:ext cx="373500"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Quote</a:t>
              </a:r>
            </a:p>
          </p:txBody>
        </p:sp>
        <p:sp>
          <p:nvSpPr>
            <p:cNvPr id="37" name="Rectangle 36">
              <a:extLst>
                <a:ext uri="{FF2B5EF4-FFF2-40B4-BE49-F238E27FC236}">
                  <a16:creationId xmlns:a16="http://schemas.microsoft.com/office/drawing/2014/main" id="{B58AC961-5FCA-4F70-8C89-17677D2E8331}"/>
                </a:ext>
              </a:extLst>
            </p:cNvPr>
            <p:cNvSpPr/>
            <p:nvPr/>
          </p:nvSpPr>
          <p:spPr>
            <a:xfrm>
              <a:off x="8199772" y="5496847"/>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85" name="Rectangle 184">
              <a:extLst>
                <a:ext uri="{FF2B5EF4-FFF2-40B4-BE49-F238E27FC236}">
                  <a16:creationId xmlns:a16="http://schemas.microsoft.com/office/drawing/2014/main" id="{13834C86-5281-400C-8ED0-212283019184}"/>
                </a:ext>
              </a:extLst>
            </p:cNvPr>
            <p:cNvSpPr/>
            <p:nvPr/>
          </p:nvSpPr>
          <p:spPr>
            <a:xfrm>
              <a:off x="8315162" y="5686191"/>
              <a:ext cx="484770" cy="27264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86" name="Rectangle 185">
              <a:extLst>
                <a:ext uri="{FF2B5EF4-FFF2-40B4-BE49-F238E27FC236}">
                  <a16:creationId xmlns:a16="http://schemas.microsoft.com/office/drawing/2014/main" id="{3B8E0590-F09D-4AC1-8B4F-6211D66F050E}"/>
                </a:ext>
              </a:extLst>
            </p:cNvPr>
            <p:cNvSpPr/>
            <p:nvPr/>
          </p:nvSpPr>
          <p:spPr>
            <a:xfrm>
              <a:off x="8908182" y="5686191"/>
              <a:ext cx="159244" cy="2726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39" name="TextBox 238">
              <a:extLst>
                <a:ext uri="{FF2B5EF4-FFF2-40B4-BE49-F238E27FC236}">
                  <a16:creationId xmlns:a16="http://schemas.microsoft.com/office/drawing/2014/main" id="{C123F9B2-E5DF-4A57-85EE-0729E227EA71}"/>
                </a:ext>
              </a:extLst>
            </p:cNvPr>
            <p:cNvSpPr txBox="1"/>
            <p:nvPr/>
          </p:nvSpPr>
          <p:spPr>
            <a:xfrm>
              <a:off x="8199771" y="6065290"/>
              <a:ext cx="442429"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Quote+</a:t>
              </a:r>
            </a:p>
          </p:txBody>
        </p:sp>
        <p:sp>
          <p:nvSpPr>
            <p:cNvPr id="38" name="Rectangle 37">
              <a:extLst>
                <a:ext uri="{FF2B5EF4-FFF2-40B4-BE49-F238E27FC236}">
                  <a16:creationId xmlns:a16="http://schemas.microsoft.com/office/drawing/2014/main" id="{24C6CE21-6ED0-4548-B957-79D1104BA7C1}"/>
                </a:ext>
              </a:extLst>
            </p:cNvPr>
            <p:cNvSpPr/>
            <p:nvPr/>
          </p:nvSpPr>
          <p:spPr>
            <a:xfrm>
              <a:off x="9269268" y="5496847"/>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88" name="Rectangle 187">
              <a:extLst>
                <a:ext uri="{FF2B5EF4-FFF2-40B4-BE49-F238E27FC236}">
                  <a16:creationId xmlns:a16="http://schemas.microsoft.com/office/drawing/2014/main" id="{C4284EFB-B534-410B-9C84-548C427FAFEE}"/>
                </a:ext>
              </a:extLst>
            </p:cNvPr>
            <p:cNvSpPr/>
            <p:nvPr/>
          </p:nvSpPr>
          <p:spPr>
            <a:xfrm>
              <a:off x="9362911" y="5747695"/>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89" name="Rectangle 188">
              <a:extLst>
                <a:ext uri="{FF2B5EF4-FFF2-40B4-BE49-F238E27FC236}">
                  <a16:creationId xmlns:a16="http://schemas.microsoft.com/office/drawing/2014/main" id="{0BB990FF-B07B-4BBA-B964-FB2229C77FFA}"/>
                </a:ext>
              </a:extLst>
            </p:cNvPr>
            <p:cNvSpPr/>
            <p:nvPr/>
          </p:nvSpPr>
          <p:spPr>
            <a:xfrm>
              <a:off x="9362911" y="5609120"/>
              <a:ext cx="393192" cy="4571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0" name="Rectangle 189">
              <a:extLst>
                <a:ext uri="{FF2B5EF4-FFF2-40B4-BE49-F238E27FC236}">
                  <a16:creationId xmlns:a16="http://schemas.microsoft.com/office/drawing/2014/main" id="{A3CE0E5F-BE8D-4A0B-B004-5D547CE8A347}"/>
                </a:ext>
              </a:extLst>
            </p:cNvPr>
            <p:cNvSpPr/>
            <p:nvPr/>
          </p:nvSpPr>
          <p:spPr>
            <a:xfrm>
              <a:off x="9362911" y="5869522"/>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1" name="Rectangle 190">
              <a:extLst>
                <a:ext uri="{FF2B5EF4-FFF2-40B4-BE49-F238E27FC236}">
                  <a16:creationId xmlns:a16="http://schemas.microsoft.com/office/drawing/2014/main" id="{1ABFD6B5-7830-4A67-B5C7-25E08C48BC00}"/>
                </a:ext>
              </a:extLst>
            </p:cNvPr>
            <p:cNvSpPr/>
            <p:nvPr/>
          </p:nvSpPr>
          <p:spPr>
            <a:xfrm>
              <a:off x="9541229" y="5747695"/>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2" name="Rectangle 191">
              <a:extLst>
                <a:ext uri="{FF2B5EF4-FFF2-40B4-BE49-F238E27FC236}">
                  <a16:creationId xmlns:a16="http://schemas.microsoft.com/office/drawing/2014/main" id="{8967AEF9-5084-48EC-AA47-E539B5AD5F5E}"/>
                </a:ext>
              </a:extLst>
            </p:cNvPr>
            <p:cNvSpPr/>
            <p:nvPr/>
          </p:nvSpPr>
          <p:spPr>
            <a:xfrm>
              <a:off x="9541229" y="5869522"/>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3" name="Rectangle 192">
              <a:extLst>
                <a:ext uri="{FF2B5EF4-FFF2-40B4-BE49-F238E27FC236}">
                  <a16:creationId xmlns:a16="http://schemas.microsoft.com/office/drawing/2014/main" id="{1001A172-9C5F-4ADA-B5D4-31C74DC0E028}"/>
                </a:ext>
              </a:extLst>
            </p:cNvPr>
            <p:cNvSpPr/>
            <p:nvPr/>
          </p:nvSpPr>
          <p:spPr>
            <a:xfrm>
              <a:off x="9719547" y="5747695"/>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4" name="Rectangle 193">
              <a:extLst>
                <a:ext uri="{FF2B5EF4-FFF2-40B4-BE49-F238E27FC236}">
                  <a16:creationId xmlns:a16="http://schemas.microsoft.com/office/drawing/2014/main" id="{6AE620B1-13B7-433E-8F0F-9A15375549C1}"/>
                </a:ext>
              </a:extLst>
            </p:cNvPr>
            <p:cNvSpPr/>
            <p:nvPr/>
          </p:nvSpPr>
          <p:spPr>
            <a:xfrm>
              <a:off x="9719547" y="5869522"/>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5" name="Rectangle 194">
              <a:extLst>
                <a:ext uri="{FF2B5EF4-FFF2-40B4-BE49-F238E27FC236}">
                  <a16:creationId xmlns:a16="http://schemas.microsoft.com/office/drawing/2014/main" id="{D51DF28C-9C5F-403A-813D-19E51C4D1657}"/>
                </a:ext>
              </a:extLst>
            </p:cNvPr>
            <p:cNvSpPr/>
            <p:nvPr/>
          </p:nvSpPr>
          <p:spPr>
            <a:xfrm>
              <a:off x="9897865" y="5747695"/>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96" name="Rectangle 195">
              <a:extLst>
                <a:ext uri="{FF2B5EF4-FFF2-40B4-BE49-F238E27FC236}">
                  <a16:creationId xmlns:a16="http://schemas.microsoft.com/office/drawing/2014/main" id="{F4B3FFE9-B535-4EE3-9F4A-9CB6FE28B745}"/>
                </a:ext>
              </a:extLst>
            </p:cNvPr>
            <p:cNvSpPr/>
            <p:nvPr/>
          </p:nvSpPr>
          <p:spPr>
            <a:xfrm>
              <a:off x="9897865" y="5869522"/>
              <a:ext cx="140137" cy="9407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40" name="TextBox 239">
              <a:extLst>
                <a:ext uri="{FF2B5EF4-FFF2-40B4-BE49-F238E27FC236}">
                  <a16:creationId xmlns:a16="http://schemas.microsoft.com/office/drawing/2014/main" id="{850E7CB0-EA20-4232-90F6-433365974F8C}"/>
                </a:ext>
              </a:extLst>
            </p:cNvPr>
            <p:cNvSpPr txBox="1"/>
            <p:nvPr/>
          </p:nvSpPr>
          <p:spPr>
            <a:xfrm>
              <a:off x="9269268" y="6065290"/>
              <a:ext cx="253274"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TOC</a:t>
              </a:r>
            </a:p>
          </p:txBody>
        </p:sp>
        <p:sp>
          <p:nvSpPr>
            <p:cNvPr id="34" name="Rectangle 33">
              <a:extLst>
                <a:ext uri="{FF2B5EF4-FFF2-40B4-BE49-F238E27FC236}">
                  <a16:creationId xmlns:a16="http://schemas.microsoft.com/office/drawing/2014/main" id="{523164AF-496D-4E75-A644-CFDECAB15004}"/>
                </a:ext>
              </a:extLst>
            </p:cNvPr>
            <p:cNvSpPr/>
            <p:nvPr/>
          </p:nvSpPr>
          <p:spPr>
            <a:xfrm>
              <a:off x="4991284" y="5496847"/>
              <a:ext cx="961246" cy="555460"/>
            </a:xfrm>
            <a:prstGeom prst="rect">
              <a:avLst/>
            </a:prstGeom>
            <a:solidFill>
              <a:schemeClr val="bg1"/>
            </a:solidFill>
            <a:ln w="3175" cap="rnd">
              <a:solidFill>
                <a:schemeClr val="bg1">
                  <a:lumMod val="7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endParaRPr lang="en-US" sz="1600" b="1">
                <a:solidFill>
                  <a:schemeClr val="tx1"/>
                </a:solidFill>
              </a:endParaRPr>
            </a:p>
          </p:txBody>
        </p:sp>
        <p:sp>
          <p:nvSpPr>
            <p:cNvPr id="176" name="Rectangle 175">
              <a:extLst>
                <a:ext uri="{FF2B5EF4-FFF2-40B4-BE49-F238E27FC236}">
                  <a16:creationId xmlns:a16="http://schemas.microsoft.com/office/drawing/2014/main" id="{3819EEE2-414D-4C7B-AC86-FD1B8BF8C924}"/>
                </a:ext>
              </a:extLst>
            </p:cNvPr>
            <p:cNvSpPr/>
            <p:nvPr/>
          </p:nvSpPr>
          <p:spPr>
            <a:xfrm>
              <a:off x="5081363" y="5687057"/>
              <a:ext cx="484770" cy="27653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179" name="Rectangle 178">
              <a:extLst>
                <a:ext uri="{FF2B5EF4-FFF2-40B4-BE49-F238E27FC236}">
                  <a16:creationId xmlns:a16="http://schemas.microsoft.com/office/drawing/2014/main" id="{2B2724F5-B36E-4EAF-8C02-86D9A3454B8F}"/>
                </a:ext>
              </a:extLst>
            </p:cNvPr>
            <p:cNvSpPr/>
            <p:nvPr/>
          </p:nvSpPr>
          <p:spPr>
            <a:xfrm>
              <a:off x="5636725" y="5687057"/>
              <a:ext cx="244678" cy="27653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41" name="TextBox 240">
              <a:extLst>
                <a:ext uri="{FF2B5EF4-FFF2-40B4-BE49-F238E27FC236}">
                  <a16:creationId xmlns:a16="http://schemas.microsoft.com/office/drawing/2014/main" id="{EEEA9974-6DE6-4D7B-9B41-ED9A02EAD625}"/>
                </a:ext>
              </a:extLst>
            </p:cNvPr>
            <p:cNvSpPr txBox="1"/>
            <p:nvPr/>
          </p:nvSpPr>
          <p:spPr>
            <a:xfrm>
              <a:off x="4989986" y="6065290"/>
              <a:ext cx="639599"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Statement</a:t>
              </a:r>
            </a:p>
          </p:txBody>
        </p:sp>
        <p:sp>
          <p:nvSpPr>
            <p:cNvPr id="261" name="TextBox 260">
              <a:extLst>
                <a:ext uri="{FF2B5EF4-FFF2-40B4-BE49-F238E27FC236}">
                  <a16:creationId xmlns:a16="http://schemas.microsoft.com/office/drawing/2014/main" id="{07AA7F7F-21BC-425E-9B9E-C8E47ED16B2D}"/>
                </a:ext>
              </a:extLst>
            </p:cNvPr>
            <p:cNvSpPr txBox="1"/>
            <p:nvPr/>
          </p:nvSpPr>
          <p:spPr>
            <a:xfrm>
              <a:off x="4985140" y="2247074"/>
              <a:ext cx="1714937" cy="19037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200" b="1">
                  <a:solidFill>
                    <a:schemeClr val="accent2"/>
                  </a:solidFill>
                </a:rPr>
                <a:t>Standard Layouts</a:t>
              </a:r>
            </a:p>
          </p:txBody>
        </p:sp>
        <p:sp>
          <p:nvSpPr>
            <p:cNvPr id="262" name="TextBox 261">
              <a:extLst>
                <a:ext uri="{FF2B5EF4-FFF2-40B4-BE49-F238E27FC236}">
                  <a16:creationId xmlns:a16="http://schemas.microsoft.com/office/drawing/2014/main" id="{41F01908-F2DD-4046-A300-E8E675270F06}"/>
                </a:ext>
              </a:extLst>
            </p:cNvPr>
            <p:cNvSpPr txBox="1"/>
            <p:nvPr/>
          </p:nvSpPr>
          <p:spPr>
            <a:xfrm>
              <a:off x="4985140" y="4294604"/>
              <a:ext cx="1714937" cy="19037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200" b="1" dirty="0">
                  <a:solidFill>
                    <a:schemeClr val="accent2"/>
                  </a:solidFill>
                </a:rPr>
                <a:t>Impact Layouts</a:t>
              </a:r>
            </a:p>
          </p:txBody>
        </p:sp>
        <p:sp>
          <p:nvSpPr>
            <p:cNvPr id="120" name="Rectangle 119">
              <a:extLst>
                <a:ext uri="{FF2B5EF4-FFF2-40B4-BE49-F238E27FC236}">
                  <a16:creationId xmlns:a16="http://schemas.microsoft.com/office/drawing/2014/main" id="{1FB6E9C7-1F03-0CFA-41A6-8FC7F653B136}"/>
                </a:ext>
              </a:extLst>
            </p:cNvPr>
            <p:cNvSpPr/>
            <p:nvPr/>
          </p:nvSpPr>
          <p:spPr>
            <a:xfrm>
              <a:off x="8661872" y="3755189"/>
              <a:ext cx="267048" cy="14200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grpSp>
    </p:spTree>
    <p:extLst>
      <p:ext uri="{BB962C8B-B14F-4D97-AF65-F5344CB8AC3E}">
        <p14:creationId xmlns:p14="http://schemas.microsoft.com/office/powerpoint/2010/main" val="172520645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ubtitle 24">
            <a:extLst>
              <a:ext uri="{FF2B5EF4-FFF2-40B4-BE49-F238E27FC236}">
                <a16:creationId xmlns:a16="http://schemas.microsoft.com/office/drawing/2014/main" id="{3F8AB085-C107-4AAB-BFBC-CE64E9EDA19F}"/>
              </a:ext>
            </a:extLst>
          </p:cNvPr>
          <p:cNvSpPr>
            <a:spLocks noGrp="1"/>
          </p:cNvSpPr>
          <p:nvPr>
            <p:ph type="subTitle" idx="64"/>
          </p:nvPr>
        </p:nvSpPr>
        <p:spPr/>
        <p:txBody>
          <a:bodyPr/>
          <a:lstStyle/>
          <a:p>
            <a:r>
              <a:rPr lang="en-US"/>
              <a:t>Introduction</a:t>
            </a:r>
          </a:p>
        </p:txBody>
      </p:sp>
      <p:sp>
        <p:nvSpPr>
          <p:cNvPr id="6" name="Title 5">
            <a:extLst>
              <a:ext uri="{FF2B5EF4-FFF2-40B4-BE49-F238E27FC236}">
                <a16:creationId xmlns:a16="http://schemas.microsoft.com/office/drawing/2014/main" id="{A23F4AFD-E078-43F3-9C1D-281DE9D624B4}"/>
              </a:ext>
            </a:extLst>
          </p:cNvPr>
          <p:cNvSpPr>
            <a:spLocks noGrp="1"/>
          </p:cNvSpPr>
          <p:nvPr>
            <p:ph type="title"/>
          </p:nvPr>
        </p:nvSpPr>
        <p:spPr/>
        <p:txBody>
          <a:bodyPr/>
          <a:lstStyle/>
          <a:p>
            <a:r>
              <a:rPr lang="en-US"/>
              <a:t>Table of Contents</a:t>
            </a:r>
          </a:p>
        </p:txBody>
      </p:sp>
      <p:sp>
        <p:nvSpPr>
          <p:cNvPr id="40" name="Text Placeholder 39">
            <a:extLst>
              <a:ext uri="{FF2B5EF4-FFF2-40B4-BE49-F238E27FC236}">
                <a16:creationId xmlns:a16="http://schemas.microsoft.com/office/drawing/2014/main" id="{F2D49F63-37E8-4687-A7E1-262602509AA2}"/>
              </a:ext>
            </a:extLst>
          </p:cNvPr>
          <p:cNvSpPr>
            <a:spLocks noGrp="1"/>
          </p:cNvSpPr>
          <p:nvPr>
            <p:ph type="body" idx="31"/>
          </p:nvPr>
        </p:nvSpPr>
        <p:spPr/>
        <p:txBody>
          <a:bodyPr/>
          <a:lstStyle/>
          <a:p>
            <a:pPr lvl="1"/>
            <a:r>
              <a:rPr lang="en-US" dirty="0"/>
              <a:t>Standard Layouts</a:t>
            </a:r>
          </a:p>
          <a:p>
            <a:r>
              <a:rPr lang="en-US" dirty="0"/>
              <a:t>Page 9</a:t>
            </a:r>
          </a:p>
          <a:p>
            <a:pPr lvl="1"/>
            <a:endParaRPr lang="en-US" dirty="0"/>
          </a:p>
        </p:txBody>
      </p:sp>
      <p:sp>
        <p:nvSpPr>
          <p:cNvPr id="45" name="Text Placeholder 44">
            <a:extLst>
              <a:ext uri="{FF2B5EF4-FFF2-40B4-BE49-F238E27FC236}">
                <a16:creationId xmlns:a16="http://schemas.microsoft.com/office/drawing/2014/main" id="{AA3E8616-FAE4-4FAE-B59E-EAA962397339}"/>
              </a:ext>
            </a:extLst>
          </p:cNvPr>
          <p:cNvSpPr>
            <a:spLocks noGrp="1"/>
          </p:cNvSpPr>
          <p:nvPr>
            <p:ph type="body" idx="66"/>
          </p:nvPr>
        </p:nvSpPr>
        <p:spPr/>
        <p:txBody>
          <a:bodyPr/>
          <a:lstStyle/>
          <a:p>
            <a:pPr lvl="1"/>
            <a:r>
              <a:rPr lang="en-US" dirty="0"/>
              <a:t>Impact Layouts</a:t>
            </a:r>
          </a:p>
          <a:p>
            <a:r>
              <a:rPr lang="en-US" dirty="0"/>
              <a:t>Page 18</a:t>
            </a:r>
          </a:p>
          <a:p>
            <a:pPr lvl="1"/>
            <a:endParaRPr lang="en-US" dirty="0"/>
          </a:p>
        </p:txBody>
      </p:sp>
      <p:sp>
        <p:nvSpPr>
          <p:cNvPr id="46" name="Text Placeholder 45">
            <a:extLst>
              <a:ext uri="{FF2B5EF4-FFF2-40B4-BE49-F238E27FC236}">
                <a16:creationId xmlns:a16="http://schemas.microsoft.com/office/drawing/2014/main" id="{38276176-97A2-4006-901D-8F538990B247}"/>
              </a:ext>
            </a:extLst>
          </p:cNvPr>
          <p:cNvSpPr>
            <a:spLocks noGrp="1"/>
          </p:cNvSpPr>
          <p:nvPr>
            <p:ph type="body" idx="67"/>
          </p:nvPr>
        </p:nvSpPr>
        <p:spPr/>
        <p:txBody>
          <a:bodyPr/>
          <a:lstStyle/>
          <a:p>
            <a:pPr lvl="1"/>
            <a:r>
              <a:rPr lang="en-US" dirty="0"/>
              <a:t>Organizing Data</a:t>
            </a:r>
          </a:p>
          <a:p>
            <a:r>
              <a:rPr lang="en-US" dirty="0"/>
              <a:t>Page 36</a:t>
            </a:r>
          </a:p>
          <a:p>
            <a:pPr lvl="1"/>
            <a:endParaRPr lang="en-US" dirty="0"/>
          </a:p>
        </p:txBody>
      </p:sp>
      <p:sp>
        <p:nvSpPr>
          <p:cNvPr id="3" name="Text Placeholder 2">
            <a:extLst>
              <a:ext uri="{FF2B5EF4-FFF2-40B4-BE49-F238E27FC236}">
                <a16:creationId xmlns:a16="http://schemas.microsoft.com/office/drawing/2014/main" id="{F9135BD8-8B6A-4017-9DC3-83F5FD9F5FE0}"/>
              </a:ext>
              <a:ext uri="{C183D7F6-B498-43B3-948B-1728B52AA6E4}">
                <adec:decorative xmlns:adec="http://schemas.microsoft.com/office/drawing/2017/decorative" val="1"/>
              </a:ext>
            </a:extLst>
          </p:cNvPr>
          <p:cNvSpPr>
            <a:spLocks noGrp="1"/>
          </p:cNvSpPr>
          <p:nvPr>
            <p:ph type="body" sz="quarter" idx="49"/>
          </p:nvPr>
        </p:nvSpPr>
        <p:spPr/>
        <p:txBody>
          <a:bodyPr/>
          <a:lstStyle/>
          <a:p>
            <a:r>
              <a:rPr lang="en-US"/>
              <a:t>1</a:t>
            </a:r>
          </a:p>
        </p:txBody>
      </p:sp>
      <p:sp>
        <p:nvSpPr>
          <p:cNvPr id="42" name="Text Placeholder 41">
            <a:extLst>
              <a:ext uri="{FF2B5EF4-FFF2-40B4-BE49-F238E27FC236}">
                <a16:creationId xmlns:a16="http://schemas.microsoft.com/office/drawing/2014/main" id="{E690C740-8EAF-4613-A622-858B61CC7DFF}"/>
              </a:ext>
              <a:ext uri="{C183D7F6-B498-43B3-948B-1728B52AA6E4}">
                <adec:decorative xmlns:adec="http://schemas.microsoft.com/office/drawing/2017/decorative" val="1"/>
              </a:ext>
            </a:extLst>
          </p:cNvPr>
          <p:cNvSpPr>
            <a:spLocks noGrp="1"/>
          </p:cNvSpPr>
          <p:nvPr>
            <p:ph type="body" sz="quarter" idx="50"/>
          </p:nvPr>
        </p:nvSpPr>
        <p:spPr/>
        <p:txBody>
          <a:bodyPr/>
          <a:lstStyle/>
          <a:p>
            <a:r>
              <a:rPr lang="en-US"/>
              <a:t>2</a:t>
            </a:r>
          </a:p>
        </p:txBody>
      </p:sp>
      <p:sp>
        <p:nvSpPr>
          <p:cNvPr id="43" name="Text Placeholder 42">
            <a:extLst>
              <a:ext uri="{FF2B5EF4-FFF2-40B4-BE49-F238E27FC236}">
                <a16:creationId xmlns:a16="http://schemas.microsoft.com/office/drawing/2014/main" id="{BF54C8E7-BA52-410E-B8A5-108338C3AF55}"/>
              </a:ext>
              <a:ext uri="{C183D7F6-B498-43B3-948B-1728B52AA6E4}">
                <adec:decorative xmlns:adec="http://schemas.microsoft.com/office/drawing/2017/decorative" val="1"/>
              </a:ext>
            </a:extLst>
          </p:cNvPr>
          <p:cNvSpPr>
            <a:spLocks noGrp="1"/>
          </p:cNvSpPr>
          <p:nvPr>
            <p:ph type="body" sz="quarter" idx="51"/>
          </p:nvPr>
        </p:nvSpPr>
        <p:spPr/>
        <p:txBody>
          <a:bodyPr/>
          <a:lstStyle/>
          <a:p>
            <a:r>
              <a:rPr lang="en-US"/>
              <a:t>3</a:t>
            </a:r>
          </a:p>
        </p:txBody>
      </p:sp>
      <p:sp>
        <p:nvSpPr>
          <p:cNvPr id="48" name="Text Placeholder 47">
            <a:extLst>
              <a:ext uri="{FF2B5EF4-FFF2-40B4-BE49-F238E27FC236}">
                <a16:creationId xmlns:a16="http://schemas.microsoft.com/office/drawing/2014/main" id="{53D1F72D-0148-42DD-8E8B-DBFD6BEDC639}"/>
              </a:ext>
            </a:extLst>
          </p:cNvPr>
          <p:cNvSpPr>
            <a:spLocks noGrp="1"/>
          </p:cNvSpPr>
          <p:nvPr>
            <p:ph type="body" idx="69"/>
          </p:nvPr>
        </p:nvSpPr>
        <p:spPr/>
        <p:txBody>
          <a:bodyPr/>
          <a:lstStyle/>
          <a:p>
            <a:pPr lvl="1"/>
            <a:r>
              <a:rPr lang="en-US" dirty="0"/>
              <a:t>Diagrams</a:t>
            </a:r>
          </a:p>
          <a:p>
            <a:r>
              <a:rPr lang="en-US" dirty="0"/>
              <a:t>Page 42</a:t>
            </a:r>
          </a:p>
          <a:p>
            <a:pPr lvl="1"/>
            <a:endParaRPr lang="en-US" dirty="0"/>
          </a:p>
          <a:p>
            <a:endParaRPr lang="en-US" dirty="0"/>
          </a:p>
        </p:txBody>
      </p:sp>
      <p:sp>
        <p:nvSpPr>
          <p:cNvPr id="22" name="Text Placeholder 21">
            <a:extLst>
              <a:ext uri="{FF2B5EF4-FFF2-40B4-BE49-F238E27FC236}">
                <a16:creationId xmlns:a16="http://schemas.microsoft.com/office/drawing/2014/main" id="{91DD14B6-F34D-787F-C8F6-2B6A9EB012C1}"/>
              </a:ext>
            </a:extLst>
          </p:cNvPr>
          <p:cNvSpPr>
            <a:spLocks noGrp="1"/>
          </p:cNvSpPr>
          <p:nvPr>
            <p:ph type="body" idx="70"/>
          </p:nvPr>
        </p:nvSpPr>
        <p:spPr/>
        <p:txBody>
          <a:bodyPr/>
          <a:lstStyle/>
          <a:p>
            <a:pPr lvl="1"/>
            <a:r>
              <a:rPr lang="en-US" dirty="0"/>
              <a:t>Design Toolkit</a:t>
            </a:r>
          </a:p>
          <a:p>
            <a:r>
              <a:rPr lang="en-US" dirty="0"/>
              <a:t>Page 51</a:t>
            </a:r>
          </a:p>
          <a:p>
            <a:endParaRPr lang="en-US" dirty="0"/>
          </a:p>
        </p:txBody>
      </p:sp>
      <p:sp>
        <p:nvSpPr>
          <p:cNvPr id="52" name="Text Placeholder 51">
            <a:extLst>
              <a:ext uri="{FF2B5EF4-FFF2-40B4-BE49-F238E27FC236}">
                <a16:creationId xmlns:a16="http://schemas.microsoft.com/office/drawing/2014/main" id="{90EEE730-BA2A-4B14-B634-5447EC7AAB7D}"/>
              </a:ext>
              <a:ext uri="{C183D7F6-B498-43B3-948B-1728B52AA6E4}">
                <adec:decorative xmlns:adec="http://schemas.microsoft.com/office/drawing/2017/decorative" val="1"/>
              </a:ext>
            </a:extLst>
          </p:cNvPr>
          <p:cNvSpPr>
            <a:spLocks noGrp="1"/>
          </p:cNvSpPr>
          <p:nvPr>
            <p:ph type="body" sz="quarter" idx="73"/>
          </p:nvPr>
        </p:nvSpPr>
        <p:spPr/>
        <p:txBody>
          <a:bodyPr/>
          <a:lstStyle/>
          <a:p>
            <a:r>
              <a:rPr lang="en-US"/>
              <a:t>4</a:t>
            </a:r>
          </a:p>
        </p:txBody>
      </p:sp>
      <p:sp>
        <p:nvSpPr>
          <p:cNvPr id="26" name="Text Placeholder 25">
            <a:extLst>
              <a:ext uri="{FF2B5EF4-FFF2-40B4-BE49-F238E27FC236}">
                <a16:creationId xmlns:a16="http://schemas.microsoft.com/office/drawing/2014/main" id="{930C4DF1-E01C-29D7-F759-532E57BD69AE}"/>
              </a:ext>
              <a:ext uri="{C183D7F6-B498-43B3-948B-1728B52AA6E4}">
                <adec:decorative xmlns:adec="http://schemas.microsoft.com/office/drawing/2017/decorative" val="1"/>
              </a:ext>
            </a:extLst>
          </p:cNvPr>
          <p:cNvSpPr>
            <a:spLocks noGrp="1"/>
          </p:cNvSpPr>
          <p:nvPr>
            <p:ph type="body" sz="quarter" idx="74"/>
          </p:nvPr>
        </p:nvSpPr>
        <p:spPr/>
        <p:txBody>
          <a:bodyPr/>
          <a:lstStyle/>
          <a:p>
            <a:r>
              <a:rPr lang="en-US"/>
              <a:t>5</a:t>
            </a:r>
          </a:p>
        </p:txBody>
      </p:sp>
    </p:spTree>
    <p:extLst>
      <p:ext uri="{BB962C8B-B14F-4D97-AF65-F5344CB8AC3E}">
        <p14:creationId xmlns:p14="http://schemas.microsoft.com/office/powerpoint/2010/main" val="314137943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8D8EB731-455B-E35E-A1F5-5EE9C1871BA7}"/>
              </a:ext>
            </a:extLst>
          </p:cNvPr>
          <p:cNvSpPr>
            <a:spLocks noGrp="1"/>
          </p:cNvSpPr>
          <p:nvPr>
            <p:ph type="body" sz="quarter" idx="18"/>
          </p:nvPr>
        </p:nvSpPr>
        <p:spPr>
          <a:xfrm>
            <a:off x="7185658" y="-1445558"/>
            <a:ext cx="3635611" cy="10772180"/>
          </a:xfrm>
        </p:spPr>
        <p:txBody>
          <a:bodyPr/>
          <a:lstStyle/>
          <a:p>
            <a:r>
              <a:rPr lang="en-US" dirty="0"/>
              <a:t>1</a:t>
            </a:r>
          </a:p>
        </p:txBody>
      </p:sp>
      <p:sp>
        <p:nvSpPr>
          <p:cNvPr id="3" name="Title 2">
            <a:extLst>
              <a:ext uri="{FF2B5EF4-FFF2-40B4-BE49-F238E27FC236}">
                <a16:creationId xmlns:a16="http://schemas.microsoft.com/office/drawing/2014/main" id="{9579F0CD-6E24-4A07-B3D5-00B4A29F4E85}"/>
              </a:ext>
              <a:ext uri="{C183D7F6-B498-43B3-948B-1728B52AA6E4}">
                <adec:decorative xmlns:adec="http://schemas.microsoft.com/office/drawing/2017/decorative" val="1"/>
              </a:ext>
            </a:extLst>
          </p:cNvPr>
          <p:cNvSpPr>
            <a:spLocks noGrp="1"/>
          </p:cNvSpPr>
          <p:nvPr>
            <p:ph type="ctrTitle"/>
          </p:nvPr>
        </p:nvSpPr>
        <p:spPr/>
        <p:txBody>
          <a:bodyPr/>
          <a:lstStyle/>
          <a:p>
            <a:r>
              <a:rPr lang="en-US" dirty="0"/>
              <a:t>Standard Layouts</a:t>
            </a:r>
          </a:p>
        </p:txBody>
      </p:sp>
    </p:spTree>
    <p:extLst>
      <p:ext uri="{BB962C8B-B14F-4D97-AF65-F5344CB8AC3E}">
        <p14:creationId xmlns:p14="http://schemas.microsoft.com/office/powerpoint/2010/main" val="355441987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201AA0B-FABA-45F8-8BB9-5964D4D3CFF0}"/>
              </a:ext>
            </a:extLst>
          </p:cNvPr>
          <p:cNvSpPr>
            <a:spLocks noGrp="1"/>
          </p:cNvSpPr>
          <p:nvPr>
            <p:ph type="title"/>
          </p:nvPr>
        </p:nvSpPr>
        <p:spPr/>
        <p:txBody>
          <a:bodyPr/>
          <a:lstStyle/>
          <a:p>
            <a:r>
              <a:rPr lang="en-US"/>
              <a:t>Cover Layout</a:t>
            </a:r>
          </a:p>
        </p:txBody>
      </p:sp>
      <p:sp>
        <p:nvSpPr>
          <p:cNvPr id="12" name="Subtitle 11">
            <a:extLst>
              <a:ext uri="{FF2B5EF4-FFF2-40B4-BE49-F238E27FC236}">
                <a16:creationId xmlns:a16="http://schemas.microsoft.com/office/drawing/2014/main" id="{855DD1C2-A910-468E-A559-A4B34FBD25BA}"/>
              </a:ext>
            </a:extLst>
          </p:cNvPr>
          <p:cNvSpPr>
            <a:spLocks noGrp="1"/>
          </p:cNvSpPr>
          <p:nvPr>
            <p:ph type="subTitle" idx="1"/>
          </p:nvPr>
        </p:nvSpPr>
        <p:spPr/>
        <p:txBody>
          <a:bodyPr/>
          <a:lstStyle/>
          <a:p>
            <a:r>
              <a:rPr lang="en-US" dirty="0"/>
              <a:t>Lorem ipsum dolor </a:t>
            </a:r>
            <a:r>
              <a:rPr lang="en-US" dirty="0" err="1"/>
              <a:t>consectetur</a:t>
            </a:r>
            <a:endParaRPr lang="en-US" dirty="0"/>
          </a:p>
        </p:txBody>
      </p:sp>
    </p:spTree>
    <p:extLst>
      <p:ext uri="{BB962C8B-B14F-4D97-AF65-F5344CB8AC3E}">
        <p14:creationId xmlns:p14="http://schemas.microsoft.com/office/powerpoint/2010/main" val="63909872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ubtitle 9">
            <a:extLst>
              <a:ext uri="{FF2B5EF4-FFF2-40B4-BE49-F238E27FC236}">
                <a16:creationId xmlns:a16="http://schemas.microsoft.com/office/drawing/2014/main" id="{A91D0D53-78D4-41E6-8283-31E8E926E9C1}"/>
              </a:ext>
            </a:extLst>
          </p:cNvPr>
          <p:cNvSpPr>
            <a:spLocks noGrp="1"/>
          </p:cNvSpPr>
          <p:nvPr>
            <p:ph type="subTitle" idx="15"/>
          </p:nvPr>
        </p:nvSpPr>
        <p:spPr/>
        <p:txBody>
          <a:bodyPr/>
          <a:lstStyle/>
          <a:p>
            <a:r>
              <a:rPr lang="en-US" dirty="0"/>
              <a:t>Standard Layouts</a:t>
            </a:r>
          </a:p>
        </p:txBody>
      </p:sp>
      <p:sp>
        <p:nvSpPr>
          <p:cNvPr id="9" name="Title 8">
            <a:extLst>
              <a:ext uri="{FF2B5EF4-FFF2-40B4-BE49-F238E27FC236}">
                <a16:creationId xmlns:a16="http://schemas.microsoft.com/office/drawing/2014/main" id="{8F15AA94-8708-44AB-B6D0-336595733A50}"/>
              </a:ext>
            </a:extLst>
          </p:cNvPr>
          <p:cNvSpPr>
            <a:spLocks noGrp="1"/>
          </p:cNvSpPr>
          <p:nvPr>
            <p:ph type="title"/>
          </p:nvPr>
        </p:nvSpPr>
        <p:spPr/>
        <p:txBody>
          <a:bodyPr/>
          <a:lstStyle/>
          <a:p>
            <a:r>
              <a:rPr lang="en-US"/>
              <a:t>Basic White Layout</a:t>
            </a:r>
          </a:p>
        </p:txBody>
      </p:sp>
    </p:spTree>
    <p:extLst>
      <p:ext uri="{BB962C8B-B14F-4D97-AF65-F5344CB8AC3E}">
        <p14:creationId xmlns:p14="http://schemas.microsoft.com/office/powerpoint/2010/main" val="12296741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4F744C79-38B8-4CF5-A598-46E81BC939C3}"/>
              </a:ext>
            </a:extLst>
          </p:cNvPr>
          <p:cNvSpPr>
            <a:spLocks noGrp="1"/>
          </p:cNvSpPr>
          <p:nvPr>
            <p:ph type="subTitle" idx="15"/>
          </p:nvPr>
        </p:nvSpPr>
        <p:spPr/>
        <p:txBody>
          <a:bodyPr/>
          <a:lstStyle/>
          <a:p>
            <a:r>
              <a:rPr lang="en-US" dirty="0"/>
              <a:t>Standard Layouts</a:t>
            </a:r>
          </a:p>
        </p:txBody>
      </p:sp>
      <p:sp>
        <p:nvSpPr>
          <p:cNvPr id="9" name="Title 8">
            <a:extLst>
              <a:ext uri="{FF2B5EF4-FFF2-40B4-BE49-F238E27FC236}">
                <a16:creationId xmlns:a16="http://schemas.microsoft.com/office/drawing/2014/main" id="{8F15AA94-8708-44AB-B6D0-336595733A50}"/>
              </a:ext>
            </a:extLst>
          </p:cNvPr>
          <p:cNvSpPr>
            <a:spLocks noGrp="1"/>
          </p:cNvSpPr>
          <p:nvPr>
            <p:ph type="title"/>
          </p:nvPr>
        </p:nvSpPr>
        <p:spPr/>
        <p:txBody>
          <a:bodyPr/>
          <a:lstStyle/>
          <a:p>
            <a:r>
              <a:rPr lang="en-US"/>
              <a:t>Basic Blue Layout</a:t>
            </a:r>
          </a:p>
        </p:txBody>
      </p:sp>
    </p:spTree>
    <p:extLst>
      <p:ext uri="{BB962C8B-B14F-4D97-AF65-F5344CB8AC3E}">
        <p14:creationId xmlns:p14="http://schemas.microsoft.com/office/powerpoint/2010/main" val="282553388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Standard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Two-Column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idx="1"/>
          </p:nvPr>
        </p:nvSpPr>
        <p:spPr/>
        <p:txBody>
          <a:bodyPr/>
          <a:lstStyle/>
          <a:p>
            <a:pPr lvl="3"/>
            <a:r>
              <a:rPr lang="en-US" dirty="0"/>
              <a:t>Lorem Ipsum Dolor Sit </a:t>
            </a:r>
            <a:r>
              <a:rPr lang="en-US" dirty="0" err="1"/>
              <a:t>Amet</a:t>
            </a:r>
            <a:endParaRPr lang="en-US" dirty="0"/>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dit</a:t>
            </a:r>
            <a:r>
              <a:rPr lang="en-US" dirty="0"/>
              <a:t> </a:t>
            </a:r>
            <a:r>
              <a:rPr lang="en-US" dirty="0" err="1"/>
              <a:t>donc</a:t>
            </a:r>
            <a:r>
              <a:rPr lang="en-US" dirty="0"/>
              <a:t> </a:t>
            </a:r>
            <a:r>
              <a:rPr lang="en-US" dirty="0" err="1"/>
              <a:t>elit</a:t>
            </a:r>
            <a:r>
              <a:rPr lang="en-US" dirty="0"/>
              <a:t>. </a:t>
            </a:r>
            <a:r>
              <a:rPr lang="en-US" dirty="0" err="1"/>
              <a:t>Praesent</a:t>
            </a:r>
            <a:r>
              <a:rPr lang="en-US" dirty="0"/>
              <a:t> in </a:t>
            </a:r>
            <a:r>
              <a:rPr lang="en-US" dirty="0" err="1"/>
              <a:t>elit</a:t>
            </a:r>
            <a:r>
              <a:rPr lang="en-US" dirty="0"/>
              <a:t> </a:t>
            </a:r>
            <a:r>
              <a:rPr lang="en-US" dirty="0" err="1"/>
              <a:t>odio</a:t>
            </a:r>
            <a:r>
              <a:rPr lang="en-US" dirty="0"/>
              <a:t>. </a:t>
            </a:r>
            <a:r>
              <a:rPr lang="en-US" dirty="0" err="1"/>
              <a:t>Interdum</a:t>
            </a:r>
            <a:r>
              <a:rPr lang="en-US" dirty="0"/>
              <a:t> et </a:t>
            </a:r>
            <a:r>
              <a:rPr lang="en-US" dirty="0" err="1"/>
              <a:t>malesuada</a:t>
            </a:r>
            <a:r>
              <a:rPr lang="en-US" dirty="0"/>
              <a:t> fames ac ante ipsum </a:t>
            </a:r>
            <a:r>
              <a:rPr lang="en-US" dirty="0" err="1"/>
              <a:t>primis</a:t>
            </a:r>
            <a:r>
              <a:rPr lang="en-US" dirty="0"/>
              <a:t> in </a:t>
            </a:r>
            <a:r>
              <a:rPr lang="en-US" dirty="0" err="1"/>
              <a:t>faucibus</a:t>
            </a:r>
            <a:r>
              <a:rPr lang="en-US" dirty="0"/>
              <a:t>. </a:t>
            </a:r>
            <a:r>
              <a:rPr lang="en-US" dirty="0" err="1"/>
              <a:t>Etiam</a:t>
            </a:r>
            <a:r>
              <a:rPr lang="en-US" dirty="0"/>
              <a:t> </a:t>
            </a:r>
            <a:r>
              <a:rPr lang="en-US" dirty="0" err="1"/>
              <a:t>ultricies</a:t>
            </a:r>
            <a:r>
              <a:rPr lang="en-US" dirty="0"/>
              <a:t>, </a:t>
            </a:r>
            <a:r>
              <a:rPr lang="en-US" dirty="0" err="1"/>
              <a:t>quam</a:t>
            </a:r>
            <a:r>
              <a:rPr lang="en-US" dirty="0"/>
              <a:t> at desi </a:t>
            </a:r>
            <a:r>
              <a:rPr lang="en-US" dirty="0" err="1"/>
              <a:t>polestir</a:t>
            </a:r>
            <a:r>
              <a:rPr lang="en-US" dirty="0"/>
              <a:t> </a:t>
            </a:r>
            <a:r>
              <a:rPr lang="en-US" dirty="0" err="1"/>
              <a:t>facilisis</a:t>
            </a:r>
            <a:r>
              <a:rPr lang="en-US" dirty="0"/>
              <a:t>, dolor magna </a:t>
            </a:r>
            <a:r>
              <a:rPr lang="en-US" dirty="0" err="1"/>
              <a:t>vehicula</a:t>
            </a:r>
            <a:r>
              <a:rPr lang="en-US" dirty="0"/>
              <a:t> dui, </a:t>
            </a:r>
            <a:r>
              <a:rPr lang="en-US" dirty="0" err="1"/>
              <a:t>dit</a:t>
            </a:r>
            <a:r>
              <a:rPr lang="en-US" dirty="0"/>
              <a:t> auctor </a:t>
            </a:r>
            <a:r>
              <a:rPr lang="en-US" dirty="0" err="1"/>
              <a:t>venenatis</a:t>
            </a:r>
            <a:r>
              <a:rPr lang="en-US" dirty="0"/>
              <a:t> </a:t>
            </a:r>
            <a:r>
              <a:rPr lang="en-US" dirty="0" err="1"/>
              <a:t>quam</a:t>
            </a:r>
            <a:r>
              <a:rPr lang="en-US" dirty="0"/>
              <a:t> </a:t>
            </a:r>
            <a:r>
              <a:rPr lang="en-US" dirty="0" err="1"/>
              <a:t>lectus</a:t>
            </a:r>
            <a:r>
              <a:rPr lang="en-US" dirty="0"/>
              <a:t>. Cras </a:t>
            </a:r>
            <a:r>
              <a:rPr lang="en-US" dirty="0" err="1"/>
              <a:t>placerat</a:t>
            </a:r>
            <a:r>
              <a:rPr lang="en-US" dirty="0"/>
              <a:t> </a:t>
            </a:r>
            <a:r>
              <a:rPr lang="en-US" dirty="0" err="1"/>
              <a:t>nunc</a:t>
            </a:r>
            <a:r>
              <a:rPr lang="en-US" dirty="0"/>
              <a:t> </a:t>
            </a:r>
            <a:r>
              <a:rPr lang="en-US" dirty="0" err="1"/>
              <a:t>quis</a:t>
            </a:r>
            <a:r>
              <a:rPr lang="en-US" dirty="0"/>
              <a:t> </a:t>
            </a:r>
            <a:r>
              <a:rPr lang="en-US" dirty="0" err="1"/>
              <a:t>donc</a:t>
            </a:r>
            <a:r>
              <a:rPr lang="en-US" dirty="0"/>
              <a:t> </a:t>
            </a:r>
            <a:r>
              <a:rPr lang="en-US" dirty="0" err="1"/>
              <a:t>tellus</a:t>
            </a:r>
            <a:r>
              <a:rPr lang="en-US" dirty="0"/>
              <a:t> porta </a:t>
            </a:r>
            <a:r>
              <a:rPr lang="en-US" dirty="0" err="1"/>
              <a:t>pellentesque</a:t>
            </a:r>
            <a:r>
              <a:rPr lang="en-US" dirty="0"/>
              <a:t>. </a:t>
            </a:r>
            <a:r>
              <a:rPr lang="en-US" dirty="0" err="1"/>
              <a:t>Suspendisse</a:t>
            </a:r>
            <a:r>
              <a:rPr lang="en-US" dirty="0"/>
              <a:t> sed </a:t>
            </a:r>
            <a:r>
              <a:rPr lang="en-US" dirty="0" err="1"/>
              <a:t>felis</a:t>
            </a:r>
            <a:r>
              <a:rPr lang="en-US" dirty="0"/>
              <a:t> ac </a:t>
            </a:r>
            <a:r>
              <a:rPr lang="en-US" dirty="0" err="1"/>
              <a:t>metus</a:t>
            </a:r>
            <a:r>
              <a:rPr lang="en-US" dirty="0"/>
              <a:t> </a:t>
            </a:r>
            <a:r>
              <a:rPr lang="en-US" dirty="0" err="1"/>
              <a:t>tristique</a:t>
            </a:r>
            <a:r>
              <a:rPr lang="en-US" dirty="0"/>
              <a:t> </a:t>
            </a:r>
            <a:r>
              <a:rPr lang="en-US" dirty="0" err="1"/>
              <a:t>ullamcorper</a:t>
            </a:r>
            <a:r>
              <a:rPr lang="en-US" dirty="0"/>
              <a:t>. </a:t>
            </a:r>
          </a:p>
          <a:p>
            <a:r>
              <a:rPr lang="en-US" dirty="0"/>
              <a:t>Aenean </a:t>
            </a:r>
            <a:r>
              <a:rPr lang="en-US" dirty="0" err="1"/>
              <a:t>purus</a:t>
            </a:r>
            <a:r>
              <a:rPr lang="en-US" dirty="0"/>
              <a:t> </a:t>
            </a:r>
            <a:r>
              <a:rPr lang="en-US" dirty="0" err="1"/>
              <a:t>purus</a:t>
            </a:r>
            <a:r>
              <a:rPr lang="en-US" dirty="0"/>
              <a:t>, </a:t>
            </a:r>
            <a:r>
              <a:rPr lang="en-US" dirty="0" err="1"/>
              <a:t>pellentesque</a:t>
            </a:r>
            <a:r>
              <a:rPr lang="en-US" dirty="0"/>
              <a:t> et </a:t>
            </a:r>
            <a:r>
              <a:rPr lang="en-US" dirty="0" err="1"/>
              <a:t>justo</a:t>
            </a:r>
            <a:r>
              <a:rPr lang="en-US" dirty="0"/>
              <a:t> et, </a:t>
            </a:r>
            <a:r>
              <a:rPr lang="en-US" dirty="0" err="1"/>
              <a:t>volutpat</a:t>
            </a:r>
            <a:r>
              <a:rPr lang="en-US" dirty="0"/>
              <a:t> </a:t>
            </a:r>
            <a:r>
              <a:rPr lang="en-US" dirty="0" err="1"/>
              <a:t>ultric</a:t>
            </a:r>
            <a:r>
              <a:rPr lang="en-US" dirty="0"/>
              <a:t> </a:t>
            </a:r>
            <a:r>
              <a:rPr lang="en-US" dirty="0" err="1"/>
              <a:t>purus</a:t>
            </a:r>
            <a:r>
              <a:rPr lang="en-US" dirty="0"/>
              <a:t>. </a:t>
            </a:r>
            <a:r>
              <a:rPr lang="en-US" dirty="0" err="1"/>
              <a:t>Vivamus</a:t>
            </a:r>
            <a:r>
              <a:rPr lang="en-US" dirty="0"/>
              <a:t> </a:t>
            </a:r>
            <a:r>
              <a:rPr lang="en-US" dirty="0" err="1"/>
              <a:t>eu</a:t>
            </a:r>
            <a:r>
              <a:rPr lang="en-US" dirty="0"/>
              <a:t> </a:t>
            </a:r>
            <a:r>
              <a:rPr lang="en-US" dirty="0" err="1"/>
              <a:t>nulla</a:t>
            </a:r>
            <a:r>
              <a:rPr lang="en-US" dirty="0"/>
              <a:t> </a:t>
            </a:r>
            <a:r>
              <a:rPr lang="en-US" dirty="0" err="1"/>
              <a:t>eu</a:t>
            </a:r>
            <a:r>
              <a:rPr lang="en-US" dirty="0"/>
              <a:t> </a:t>
            </a:r>
            <a:r>
              <a:rPr lang="en-US" dirty="0" err="1"/>
              <a:t>sapien</a:t>
            </a:r>
            <a:r>
              <a:rPr lang="en-US" dirty="0"/>
              <a:t> </a:t>
            </a:r>
            <a:r>
              <a:rPr lang="en-US" dirty="0" err="1"/>
              <a:t>scelerisque</a:t>
            </a:r>
            <a:r>
              <a:rPr lang="en-US" dirty="0"/>
              <a:t> </a:t>
            </a:r>
            <a:r>
              <a:rPr lang="en-US" dirty="0" err="1"/>
              <a:t>viverra</a:t>
            </a:r>
            <a:r>
              <a:rPr lang="en-US" dirty="0"/>
              <a:t>. </a:t>
            </a:r>
            <a:r>
              <a:rPr lang="en-US" dirty="0" err="1"/>
              <a:t>Inid</a:t>
            </a:r>
            <a:r>
              <a:rPr lang="en-US" dirty="0"/>
              <a:t> diam id ligula </a:t>
            </a:r>
            <a:r>
              <a:rPr lang="en-US" dirty="0" err="1"/>
              <a:t>blandit</a:t>
            </a:r>
            <a:r>
              <a:rPr lang="en-US" dirty="0"/>
              <a:t> pharetra ac a </a:t>
            </a:r>
            <a:r>
              <a:rPr lang="en-US" dirty="0" err="1"/>
              <a:t>leo</a:t>
            </a:r>
            <a:r>
              <a:rPr lang="en-US" dirty="0"/>
              <a:t>. </a:t>
            </a:r>
            <a:r>
              <a:rPr lang="en-US" dirty="0" err="1"/>
              <a:t>Vivamus</a:t>
            </a:r>
            <a:r>
              <a:rPr lang="en-US" dirty="0"/>
              <a:t> </a:t>
            </a:r>
            <a:r>
              <a:rPr lang="en-US" dirty="0" err="1"/>
              <a:t>fringilla</a:t>
            </a:r>
            <a:r>
              <a:rPr lang="en-US" dirty="0"/>
              <a:t> </a:t>
            </a:r>
            <a:r>
              <a:rPr lang="en-US" dirty="0" err="1"/>
              <a:t>dit</a:t>
            </a:r>
            <a:r>
              <a:rPr lang="en-US" dirty="0"/>
              <a:t> </a:t>
            </a:r>
            <a:r>
              <a:rPr lang="en-US" dirty="0" err="1"/>
              <a:t>polestir</a:t>
            </a:r>
            <a:r>
              <a:rPr lang="en-US" dirty="0"/>
              <a:t> </a:t>
            </a:r>
            <a:r>
              <a:rPr lang="en-US" dirty="0" err="1"/>
              <a:t>fringilla</a:t>
            </a:r>
            <a:r>
              <a:rPr lang="en-US" dirty="0"/>
              <a:t>. Sed </a:t>
            </a:r>
            <a:r>
              <a:rPr lang="en-US" dirty="0" err="1"/>
              <a:t>luctus</a:t>
            </a:r>
            <a:r>
              <a:rPr lang="en-US" dirty="0"/>
              <a:t>, nisi at </a:t>
            </a:r>
            <a:r>
              <a:rPr lang="en-US" dirty="0" err="1"/>
              <a:t>mollis</a:t>
            </a:r>
            <a:r>
              <a:rPr lang="en-US" dirty="0"/>
              <a:t> </a:t>
            </a:r>
            <a:r>
              <a:rPr lang="en-US" dirty="0" err="1"/>
              <a:t>scelerisque</a:t>
            </a:r>
            <a:r>
              <a:rPr lang="en-US" dirty="0"/>
              <a:t>, eros ipsum </a:t>
            </a:r>
            <a:r>
              <a:rPr lang="en-US" dirty="0" err="1"/>
              <a:t>ornare</a:t>
            </a:r>
            <a:r>
              <a:rPr lang="en-US" dirty="0"/>
              <a:t> </a:t>
            </a:r>
            <a:r>
              <a:rPr lang="en-US" dirty="0" err="1"/>
              <a:t>leo</a:t>
            </a:r>
            <a:r>
              <a:rPr lang="en-US" dirty="0"/>
              <a:t>, </a:t>
            </a:r>
            <a:r>
              <a:rPr lang="en-US" dirty="0" err="1"/>
              <a:t>malesuada</a:t>
            </a:r>
            <a:r>
              <a:rPr lang="en-US" dirty="0"/>
              <a:t> </a:t>
            </a:r>
            <a:r>
              <a:rPr lang="en-US" dirty="0" err="1"/>
              <a:t>commodo</a:t>
            </a:r>
            <a:r>
              <a:rPr lang="en-US" dirty="0"/>
              <a:t> </a:t>
            </a:r>
            <a:r>
              <a:rPr lang="en-US" dirty="0" err="1"/>
              <a:t>metus</a:t>
            </a:r>
            <a:r>
              <a:rPr lang="en-US" dirty="0"/>
              <a:t> </a:t>
            </a:r>
            <a:r>
              <a:rPr lang="en-US" dirty="0" err="1"/>
              <a:t>eget</a:t>
            </a:r>
            <a:r>
              <a:rPr lang="en-US" dirty="0"/>
              <a:t> sap. Integer </a:t>
            </a:r>
            <a:r>
              <a:rPr lang="en-US" dirty="0" err="1"/>
              <a:t>tristique</a:t>
            </a:r>
            <a:r>
              <a:rPr lang="en-US" dirty="0"/>
              <a:t> </a:t>
            </a:r>
            <a:r>
              <a:rPr lang="en-US" dirty="0" err="1"/>
              <a:t>tincidunt</a:t>
            </a:r>
            <a:r>
              <a:rPr lang="en-US" dirty="0"/>
              <a:t> </a:t>
            </a:r>
            <a:r>
              <a:rPr lang="en-US" dirty="0" err="1"/>
              <a:t>est</a:t>
            </a:r>
            <a:r>
              <a:rPr lang="en-US" dirty="0"/>
              <a:t>, in </a:t>
            </a:r>
            <a:r>
              <a:rPr lang="en-US" dirty="0" err="1"/>
              <a:t>volutpat</a:t>
            </a:r>
            <a:r>
              <a:rPr lang="en-US" dirty="0"/>
              <a:t> </a:t>
            </a:r>
            <a:r>
              <a:rPr lang="en-US" dirty="0" err="1"/>
              <a:t>metus</a:t>
            </a:r>
            <a:r>
              <a:rPr lang="en-US" dirty="0"/>
              <a:t> </a:t>
            </a:r>
            <a:r>
              <a:rPr lang="en-US" dirty="0" err="1"/>
              <a:t>suscipit</a:t>
            </a:r>
            <a:r>
              <a:rPr lang="en-US" dirty="0"/>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idx="14"/>
          </p:nvPr>
        </p:nvSpPr>
        <p:spPr/>
        <p:txBody>
          <a:bodyPr/>
          <a:lstStyle/>
          <a:p>
            <a:r>
              <a:rPr lang="en-US" err="1"/>
              <a:t>Nullam</a:t>
            </a:r>
            <a:r>
              <a:rPr lang="en-US"/>
              <a:t> </a:t>
            </a:r>
            <a:r>
              <a:rPr lang="en-US" err="1"/>
              <a:t>congue</a:t>
            </a:r>
            <a:r>
              <a:rPr lang="en-US"/>
              <a:t> </a:t>
            </a:r>
            <a:r>
              <a:rPr lang="en-US" err="1"/>
              <a:t>vehicula</a:t>
            </a:r>
            <a:r>
              <a:rPr lang="en-US"/>
              <a:t> </a:t>
            </a:r>
            <a:r>
              <a:rPr lang="en-US" err="1"/>
              <a:t>odio</a:t>
            </a:r>
            <a:r>
              <a:rPr lang="en-US"/>
              <a:t> id tempus. Vestibulum at lorem </a:t>
            </a:r>
            <a:r>
              <a:rPr lang="en-US" err="1"/>
              <a:t>condimentum</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sed </a:t>
            </a:r>
            <a:r>
              <a:rPr lang="en-US" err="1"/>
              <a:t>viverra</a:t>
            </a:r>
            <a:r>
              <a:rPr lang="en-US"/>
              <a:t>. </a:t>
            </a:r>
            <a:r>
              <a:rPr lang="en-US" err="1"/>
              <a:t>Etiam</a:t>
            </a:r>
            <a:r>
              <a:rPr lang="en-US"/>
              <a:t> cursus porta </a:t>
            </a:r>
            <a:r>
              <a:rPr lang="en-US" err="1"/>
              <a:t>orci</a:t>
            </a:r>
            <a:r>
              <a:rPr lang="en-US"/>
              <a:t>, </a:t>
            </a:r>
            <a:r>
              <a:rPr lang="en-US" err="1"/>
              <a:t>eu</a:t>
            </a:r>
            <a:r>
              <a:rPr lang="en-US"/>
              <a:t> </a:t>
            </a:r>
            <a:r>
              <a:rPr lang="en-US" err="1"/>
              <a:t>vulputate</a:t>
            </a:r>
            <a:r>
              <a:rPr lang="en-US"/>
              <a:t> magna </a:t>
            </a:r>
            <a:r>
              <a:rPr lang="en-US" err="1"/>
              <a:t>sagittis</a:t>
            </a:r>
            <a:r>
              <a:rPr lang="en-US"/>
              <a:t> sed. Nunc ac </a:t>
            </a:r>
            <a:r>
              <a:rPr lang="en-US" err="1"/>
              <a:t>interdum</a:t>
            </a:r>
            <a:r>
              <a:rPr lang="en-US"/>
              <a:t> ex. Integer vitae ipsum vel </a:t>
            </a:r>
            <a:r>
              <a:rPr lang="en-US" err="1"/>
              <a:t>metus</a:t>
            </a:r>
            <a:r>
              <a:rPr lang="en-US"/>
              <a:t> </a:t>
            </a:r>
            <a:r>
              <a:rPr lang="en-US" err="1"/>
              <a:t>vehicula</a:t>
            </a:r>
            <a:r>
              <a:rPr lang="en-US"/>
              <a:t> </a:t>
            </a:r>
            <a:r>
              <a:rPr lang="en-US" err="1"/>
              <a:t>malesuada</a:t>
            </a:r>
            <a:r>
              <a:rPr lang="en-US"/>
              <a:t>. </a:t>
            </a:r>
            <a:r>
              <a:rPr lang="en-US" err="1"/>
              <a:t>Curabitur</a:t>
            </a:r>
            <a:r>
              <a:rPr lang="en-US"/>
              <a:t> </a:t>
            </a:r>
            <a:r>
              <a:rPr lang="en-US" err="1"/>
              <a:t>polestir</a:t>
            </a:r>
            <a:r>
              <a:rPr lang="en-US"/>
              <a:t> sit </a:t>
            </a:r>
            <a:r>
              <a:rPr lang="en-US" err="1"/>
              <a:t>amet</a:t>
            </a:r>
            <a:r>
              <a:rPr lang="en-US"/>
              <a:t> </a:t>
            </a:r>
            <a:r>
              <a:rPr lang="en-US" err="1"/>
              <a:t>tortor</a:t>
            </a:r>
            <a:r>
              <a:rPr lang="en-US"/>
              <a:t> vel </a:t>
            </a:r>
            <a:r>
              <a:rPr lang="en-US" err="1"/>
              <a:t>rutrum</a:t>
            </a:r>
            <a:r>
              <a:rPr lang="en-US"/>
              <a:t>. </a:t>
            </a:r>
            <a:r>
              <a:rPr lang="en-US" err="1"/>
              <a:t>Fusce</a:t>
            </a:r>
            <a:r>
              <a:rPr lang="en-US"/>
              <a:t> </a:t>
            </a:r>
            <a:r>
              <a:rPr lang="en-US" err="1"/>
              <a:t>dignissim</a:t>
            </a:r>
            <a:r>
              <a:rPr lang="en-US"/>
              <a:t>, dolor </a:t>
            </a:r>
            <a:r>
              <a:rPr lang="en-US" err="1"/>
              <a:t>nec</a:t>
            </a:r>
            <a:r>
              <a:rPr lang="en-US"/>
              <a:t> </a:t>
            </a:r>
            <a:r>
              <a:rPr lang="en-US" err="1"/>
              <a:t>finibus</a:t>
            </a:r>
            <a:r>
              <a:rPr lang="en-US"/>
              <a:t> </a:t>
            </a:r>
            <a:r>
              <a:rPr lang="en-US" err="1"/>
              <a:t>bibendum</a:t>
            </a:r>
            <a:r>
              <a:rPr lang="en-US"/>
              <a:t>, </a:t>
            </a:r>
            <a:r>
              <a:rPr lang="en-US" err="1"/>
              <a:t>velit</a:t>
            </a:r>
            <a:r>
              <a:rPr lang="en-US"/>
              <a:t> </a:t>
            </a:r>
            <a:r>
              <a:rPr lang="en-US" err="1"/>
              <a:t>purus</a:t>
            </a:r>
            <a:r>
              <a:rPr lang="en-US"/>
              <a:t> </a:t>
            </a:r>
            <a:r>
              <a:rPr lang="en-US" err="1"/>
              <a:t>tempor</a:t>
            </a:r>
            <a:r>
              <a:rPr lang="en-US"/>
              <a:t> dolor, </a:t>
            </a:r>
            <a:r>
              <a:rPr lang="en-US" err="1"/>
              <a:t>quis</a:t>
            </a:r>
            <a:r>
              <a:rPr lang="en-US"/>
              <a:t> </a:t>
            </a:r>
            <a:r>
              <a:rPr lang="en-US" err="1"/>
              <a:t>iaculis</a:t>
            </a:r>
            <a:r>
              <a:rPr lang="en-US"/>
              <a:t> libero </a:t>
            </a:r>
            <a:r>
              <a:rPr lang="en-US" err="1"/>
              <a:t>purus dis donc</a:t>
            </a:r>
            <a:r>
              <a:rPr lang="en-US"/>
              <a:t> ple </a:t>
            </a:r>
            <a:r>
              <a:rPr lang="en-US" err="1"/>
              <a:t>quis</a:t>
            </a:r>
            <a:r>
              <a:rPr lang="en-US"/>
              <a:t> lorem. </a:t>
            </a:r>
            <a:r>
              <a:rPr lang="en-US" err="1"/>
              <a:t>Aliquam</a:t>
            </a:r>
            <a:r>
              <a:rPr lang="en-US"/>
              <a:t> </a:t>
            </a:r>
            <a:r>
              <a:rPr lang="en-US" err="1"/>
              <a:t>sagittis</a:t>
            </a:r>
            <a:r>
              <a:rPr lang="en-US"/>
              <a:t>, </a:t>
            </a:r>
            <a:r>
              <a:rPr lang="en-US" err="1"/>
              <a:t>risus</a:t>
            </a:r>
            <a:r>
              <a:rPr lang="en-US"/>
              <a:t> </a:t>
            </a:r>
            <a:r>
              <a:rPr lang="en-US" err="1"/>
              <a:t>eu</a:t>
            </a:r>
            <a:r>
              <a:rPr lang="en-US"/>
              <a:t> </a:t>
            </a:r>
            <a:r>
              <a:rPr lang="en-US" err="1"/>
              <a:t>pretium</a:t>
            </a:r>
            <a:r>
              <a:rPr lang="en-US"/>
              <a:t> </a:t>
            </a:r>
            <a:r>
              <a:rPr lang="en-US" err="1"/>
              <a:t>commodo</a:t>
            </a:r>
            <a:r>
              <a:rPr lang="en-US"/>
              <a:t>, sons </a:t>
            </a:r>
            <a:r>
              <a:rPr lang="en-US" err="1"/>
              <a:t>justo</a:t>
            </a:r>
            <a:r>
              <a:rPr lang="en-US"/>
              <a:t> </a:t>
            </a:r>
            <a:r>
              <a:rPr lang="en-US" err="1"/>
              <a:t>metus</a:t>
            </a:r>
            <a:r>
              <a:rPr lang="en-US"/>
              <a:t> </a:t>
            </a:r>
            <a:r>
              <a:rPr lang="en-US" err="1"/>
              <a:t>placerat</a:t>
            </a:r>
            <a:r>
              <a:rPr lang="en-US"/>
              <a:t> </a:t>
            </a:r>
            <a:r>
              <a:rPr lang="en-US" err="1"/>
              <a:t>leo</a:t>
            </a:r>
            <a:r>
              <a:rPr lang="en-US"/>
              <a:t>, </a:t>
            </a:r>
            <a:r>
              <a:rPr lang="en-US" err="1"/>
              <a:t>eu</a:t>
            </a:r>
            <a:r>
              <a:rPr lang="en-US"/>
              <a:t> convallis </a:t>
            </a:r>
            <a:r>
              <a:rPr lang="en-US" err="1"/>
              <a:t>lectus</a:t>
            </a:r>
            <a:r>
              <a:rPr lang="en-US"/>
              <a:t> </a:t>
            </a:r>
            <a:r>
              <a:rPr lang="en-US" err="1"/>
              <a:t>nunc</a:t>
            </a:r>
            <a:r>
              <a:rPr lang="en-US"/>
              <a:t> </a:t>
            </a:r>
            <a:r>
              <a:rPr lang="en-US" err="1"/>
              <a:t>ut</a:t>
            </a:r>
            <a:r>
              <a:rPr lang="en-US"/>
              <a:t> lorem. </a:t>
            </a:r>
            <a:r>
              <a:rPr lang="en-US" err="1"/>
              <a:t>Donec</a:t>
            </a:r>
            <a:r>
              <a:rPr lang="en-US"/>
              <a:t> </a:t>
            </a:r>
            <a:r>
              <a:rPr lang="en-US" err="1"/>
              <a:t>eu</a:t>
            </a:r>
            <a:r>
              <a:rPr lang="en-US"/>
              <a:t> dui </a:t>
            </a:r>
            <a:r>
              <a:rPr lang="en-US" err="1"/>
              <a:t>quis</a:t>
            </a:r>
            <a:r>
              <a:rPr lang="en-US"/>
              <a:t> </a:t>
            </a:r>
            <a:r>
              <a:rPr lang="en-US" err="1"/>
              <a:t>velit</a:t>
            </a:r>
            <a:r>
              <a:rPr lang="en-US"/>
              <a:t> </a:t>
            </a:r>
            <a:r>
              <a:rPr lang="en-US" err="1"/>
              <a:t>hendrerit</a:t>
            </a:r>
            <a:r>
              <a:rPr lang="en-US"/>
              <a:t> </a:t>
            </a:r>
            <a:r>
              <a:rPr lang="en-US" err="1"/>
              <a:t>mollis</a:t>
            </a:r>
            <a:r>
              <a:rPr lang="en-US"/>
              <a:t>. </a:t>
            </a:r>
            <a:r>
              <a:rPr lang="en-US" err="1"/>
              <a:t>Suspendisse</a:t>
            </a:r>
            <a:r>
              <a:rPr lang="en-US"/>
              <a:t> </a:t>
            </a:r>
            <a:r>
              <a:rPr lang="en-US" err="1"/>
              <a:t>nec</a:t>
            </a:r>
            <a:r>
              <a:rPr lang="en-US"/>
              <a:t> magna </a:t>
            </a:r>
            <a:r>
              <a:rPr lang="en-US" err="1"/>
              <a:t>tincidunt</a:t>
            </a:r>
            <a:r>
              <a:rPr lang="en-US"/>
              <a:t>, semper dolor </a:t>
            </a:r>
            <a:r>
              <a:rPr lang="en-US" err="1"/>
              <a:t>nec</a:t>
            </a:r>
            <a:r>
              <a:rPr lang="en-US"/>
              <a:t>, </a:t>
            </a:r>
            <a:r>
              <a:rPr lang="en-US" err="1"/>
              <a:t>dignissim</a:t>
            </a:r>
            <a:r>
              <a:rPr lang="en-US"/>
              <a:t> </a:t>
            </a:r>
            <a:r>
              <a:rPr lang="en-US" err="1"/>
              <a:t>felis</a:t>
            </a:r>
            <a:r>
              <a:rPr lang="en-US"/>
              <a:t>.</a:t>
            </a:r>
          </a:p>
          <a:p>
            <a:pPr lvl="7"/>
            <a:r>
              <a:rPr lang="en-US" err="1"/>
              <a:t>Aenean</a:t>
            </a:r>
            <a:r>
              <a:rPr lang="en-US"/>
              <a:t> pharetra </a:t>
            </a:r>
            <a:r>
              <a:rPr lang="en-US" err="1"/>
              <a:t>est</a:t>
            </a:r>
            <a:r>
              <a:rPr lang="en-US"/>
              <a:t> </a:t>
            </a:r>
            <a:r>
              <a:rPr lang="en-US" err="1"/>
              <a:t>purus</a:t>
            </a:r>
            <a:r>
              <a:rPr lang="en-US"/>
              <a:t>, etus </a:t>
            </a:r>
            <a:r>
              <a:rPr lang="en-US" err="1"/>
              <a:t>sollicitudin</a:t>
            </a:r>
            <a:r>
              <a:rPr lang="en-US"/>
              <a:t> </a:t>
            </a:r>
            <a:r>
              <a:rPr lang="en-US" err="1"/>
              <a:t>tortor</a:t>
            </a:r>
            <a:r>
              <a:rPr lang="en-US"/>
              <a:t> </a:t>
            </a:r>
            <a:r>
              <a:rPr lang="en-US" err="1"/>
              <a:t>scelerisque</a:t>
            </a:r>
            <a:r>
              <a:rPr lang="en-US"/>
              <a:t> </a:t>
            </a:r>
            <a:r>
              <a:rPr lang="en-US" err="1"/>
              <a:t>curabitur</a:t>
            </a:r>
            <a:r>
              <a:rPr lang="en-US"/>
              <a:t> </a:t>
            </a:r>
            <a:r>
              <a:rPr lang="en-US" err="1"/>
              <a:t>nec</a:t>
            </a:r>
            <a:r>
              <a:rPr lang="en-US"/>
              <a:t> </a:t>
            </a:r>
            <a:r>
              <a:rPr lang="en-US" err="1"/>
              <a:t>sapien</a:t>
            </a:r>
            <a:r>
              <a:rPr lang="en-US"/>
              <a:t> aitus </a:t>
            </a:r>
            <a:r>
              <a:rPr lang="en-US" err="1"/>
              <a:t>nulla</a:t>
            </a:r>
            <a:r>
              <a:rPr lang="en-US"/>
              <a:t> maximus </a:t>
            </a:r>
            <a:r>
              <a:rPr lang="en-US" err="1"/>
              <a:t>pretium</a:t>
            </a:r>
            <a:r>
              <a:rPr lang="en-US"/>
              <a:t> at </a:t>
            </a:r>
            <a:r>
              <a:rPr lang="en-US" err="1"/>
              <a:t>quis</a:t>
            </a:r>
            <a:r>
              <a:rPr lang="en-US"/>
              <a:t> didonc </a:t>
            </a:r>
            <a:r>
              <a:rPr lang="en-US" err="1"/>
              <a:t>urna</a:t>
            </a:r>
            <a:r>
              <a:rPr lang="en-US"/>
              <a:t>. </a:t>
            </a:r>
            <a:r>
              <a:rPr lang="en-US" err="1"/>
              <a:t>Curabitur</a:t>
            </a:r>
            <a:r>
              <a:rPr lang="en-US"/>
              <a:t> </a:t>
            </a:r>
            <a:r>
              <a:rPr lang="en-US" err="1"/>
              <a:t>viverra</a:t>
            </a:r>
            <a:r>
              <a:rPr lang="en-US"/>
              <a:t> </a:t>
            </a:r>
            <a:r>
              <a:rPr lang="en-US" err="1"/>
              <a:t>felis</a:t>
            </a:r>
            <a:r>
              <a:rPr lang="en-US"/>
              <a:t> a </a:t>
            </a:r>
            <a:r>
              <a:rPr lang="en-US" err="1"/>
              <a:t>elit</a:t>
            </a:r>
            <a:r>
              <a:rPr lang="en-US"/>
              <a:t> </a:t>
            </a:r>
            <a:r>
              <a:rPr lang="en-US" err="1"/>
              <a:t>ornare</a:t>
            </a:r>
            <a:r>
              <a:rPr lang="en-US"/>
              <a:t>, ac </a:t>
            </a:r>
            <a:r>
              <a:rPr lang="en-US" err="1"/>
              <a:t>commodo</a:t>
            </a:r>
            <a:r>
              <a:rPr lang="en-US"/>
              <a:t> </a:t>
            </a:r>
            <a:r>
              <a:rPr lang="en-US" err="1"/>
              <a:t>risus</a:t>
            </a:r>
            <a:r>
              <a:rPr lang="en-US"/>
              <a:t>. </a:t>
            </a:r>
          </a:p>
        </p:txBody>
      </p:sp>
    </p:spTree>
    <p:extLst>
      <p:ext uri="{BB962C8B-B14F-4D97-AF65-F5344CB8AC3E}">
        <p14:creationId xmlns:p14="http://schemas.microsoft.com/office/powerpoint/2010/main" val="26194060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6"/>
          </p:nvPr>
        </p:nvSpPr>
        <p:spPr/>
        <p:txBody>
          <a:bodyPr/>
          <a:lstStyle/>
          <a:p>
            <a:r>
              <a:rPr lang="en-US" dirty="0"/>
              <a:t>Standard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Three-Column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idx="1"/>
          </p:nvPr>
        </p:nvSpPr>
        <p:spPr/>
        <p:txBody>
          <a:bodyPr/>
          <a:lstStyle/>
          <a:p>
            <a:pPr lvl="3"/>
            <a:r>
              <a:rPr lang="en-US"/>
              <a:t>Lorem Ipsum Dolor Sit Amet</a:t>
            </a:r>
          </a:p>
          <a:p>
            <a:r>
              <a:rPr lang="en-US"/>
              <a:t>Lorem ipsum dolor sit </a:t>
            </a:r>
            <a:r>
              <a:rPr lang="en-US" err="1"/>
              <a:t>amet</a:t>
            </a:r>
            <a:r>
              <a:rPr lang="en-US"/>
              <a:t>, sed </a:t>
            </a:r>
            <a:r>
              <a:rPr lang="en-US" err="1"/>
              <a:t>consectetur</a:t>
            </a:r>
            <a:r>
              <a:rPr lang="en-US"/>
              <a:t> </a:t>
            </a:r>
            <a:br>
              <a:rPr lang="en-US"/>
            </a:br>
            <a:r>
              <a:rPr lang="en-US" err="1"/>
              <a:t>miscing</a:t>
            </a:r>
            <a:r>
              <a:rPr lang="en-US"/>
              <a:t> </a:t>
            </a:r>
            <a:r>
              <a:rPr lang="en-US" err="1"/>
              <a:t>elit</a:t>
            </a:r>
            <a:r>
              <a:rPr lang="en-US"/>
              <a:t>. </a:t>
            </a:r>
            <a:r>
              <a:rPr lang="en-US" err="1"/>
              <a:t>Praesent</a:t>
            </a:r>
            <a:r>
              <a:rPr lang="en-US"/>
              <a:t> sedit in </a:t>
            </a:r>
            <a:r>
              <a:rPr lang="en-US" err="1"/>
              <a:t>elit</a:t>
            </a:r>
            <a:r>
              <a:rPr lang="en-US"/>
              <a:t> </a:t>
            </a:r>
            <a:r>
              <a:rPr lang="en-US" err="1"/>
              <a:t>odio</a:t>
            </a:r>
            <a:r>
              <a:rPr lang="en-US"/>
              <a:t>. </a:t>
            </a:r>
            <a:r>
              <a:rPr lang="en-US" err="1"/>
              <a:t>Interdum</a:t>
            </a:r>
            <a:r>
              <a:rPr lang="en-US"/>
              <a:t>  </a:t>
            </a:r>
            <a:r>
              <a:rPr lang="en-US" err="1"/>
              <a:t>malesuada</a:t>
            </a:r>
            <a:r>
              <a:rPr lang="en-US"/>
              <a:t> fames aces ante ipsum </a:t>
            </a:r>
            <a:r>
              <a:rPr lang="en-US" err="1"/>
              <a:t>primis</a:t>
            </a:r>
            <a:r>
              <a:rPr lang="en-US"/>
              <a:t> </a:t>
            </a:r>
            <a:r>
              <a:rPr lang="en-US" err="1"/>
              <a:t>inta</a:t>
            </a:r>
            <a:r>
              <a:rPr lang="en-US"/>
              <a:t>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dised donc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br>
              <a:rPr lang="en-US"/>
            </a:b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br>
              <a:rPr lang="en-US"/>
            </a:br>
            <a:r>
              <a:rPr lang="en-US" err="1"/>
              <a:t>eu</a:t>
            </a:r>
            <a:r>
              <a:rPr lang="en-US"/>
              <a:t> </a:t>
            </a:r>
            <a:r>
              <a:rPr lang="en-US" err="1"/>
              <a:t>sapien</a:t>
            </a:r>
            <a:r>
              <a:rPr lang="en-US"/>
              <a:t> </a:t>
            </a:r>
            <a:r>
              <a:rPr lang="en-US" err="1"/>
              <a:t>scelerisque</a:t>
            </a:r>
            <a:r>
              <a:rPr lang="en-US"/>
              <a:t> </a:t>
            </a:r>
            <a:r>
              <a:rPr lang="en-US" err="1"/>
              <a:t>viverra</a:t>
            </a:r>
            <a:r>
              <a:rPr lang="en-US"/>
              <a:t>. In id diam </a:t>
            </a:r>
            <a:r>
              <a:rPr lang="en-US" err="1"/>
              <a:t>ideo</a:t>
            </a:r>
            <a:r>
              <a:rPr lang="en-US"/>
              <a:t> </a:t>
            </a:r>
            <a:br>
              <a:rPr lang="en-US"/>
            </a:br>
            <a:r>
              <a:rPr lang="en-US"/>
              <a:t>ligula </a:t>
            </a:r>
            <a:r>
              <a:rPr lang="en-US" err="1"/>
              <a:t>blandit</a:t>
            </a:r>
            <a:r>
              <a:rPr lang="en-US"/>
              <a:t> pharetra ac a </a:t>
            </a:r>
            <a:r>
              <a:rPr lang="en-US" err="1"/>
              <a:t>leo</a:t>
            </a:r>
            <a:r>
              <a:rPr lang="en-US"/>
              <a:t>. </a:t>
            </a:r>
            <a:r>
              <a:rPr lang="en-US" err="1"/>
              <a:t>Vivamus</a:t>
            </a:r>
            <a:r>
              <a:rPr lang="en-US"/>
              <a:t> fella</a:t>
            </a:r>
            <a:br>
              <a:rPr lang="en-US"/>
            </a:br>
            <a:r>
              <a:rPr lang="en-US" err="1"/>
              <a:t>fringilla</a:t>
            </a:r>
            <a:r>
              <a:rPr lang="en-US"/>
              <a:t> </a:t>
            </a:r>
            <a:r>
              <a:rPr lang="en-US" err="1"/>
              <a:t>polestir</a:t>
            </a:r>
            <a:r>
              <a:rPr lang="en-US"/>
              <a:t> </a:t>
            </a:r>
            <a:r>
              <a:rPr lang="en-US" err="1"/>
              <a:t>fringilla</a:t>
            </a:r>
            <a:r>
              <a:rPr lang="en-US"/>
              <a:t>. Sed </a:t>
            </a:r>
            <a:r>
              <a:rPr lang="en-US" err="1"/>
              <a:t>luctus</a:t>
            </a:r>
            <a:r>
              <a:rPr lang="en-US"/>
              <a:t>, nisi </a:t>
            </a:r>
            <a:r>
              <a:rPr lang="en-US" err="1"/>
              <a:t>atal</a:t>
            </a:r>
            <a:r>
              <a:rPr lang="en-US"/>
              <a:t> </a:t>
            </a:r>
            <a:br>
              <a:rPr lang="en-US"/>
            </a:b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malesuada</a:t>
            </a:r>
            <a:r>
              <a:rPr lang="en-US"/>
              <a:t> </a:t>
            </a:r>
            <a:r>
              <a:rPr lang="en-US" err="1"/>
              <a:t>commodo</a:t>
            </a:r>
            <a:r>
              <a:rPr lang="en-US"/>
              <a:t> </a:t>
            </a:r>
            <a:r>
              <a:rPr lang="en-US" err="1"/>
              <a:t>metus</a:t>
            </a:r>
            <a:r>
              <a:rPr lang="en-US"/>
              <a:t> </a:t>
            </a:r>
            <a:r>
              <a:rPr lang="en-US" err="1"/>
              <a:t>eget</a:t>
            </a:r>
            <a:r>
              <a:rPr lang="en-US"/>
              <a:t> sap. </a:t>
            </a:r>
            <a:r>
              <a:rPr lang="en-US" err="1"/>
              <a:t>Integ</a:t>
            </a:r>
            <a:r>
              <a:rPr lang="en-US"/>
              <a:t>-</a:t>
            </a:r>
            <a:br>
              <a:rPr lang="en-US"/>
            </a:br>
            <a:r>
              <a:rPr lang="en-US" err="1"/>
              <a:t>er</a:t>
            </a:r>
            <a:r>
              <a:rPr lang="en-US"/>
              <a:t>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a:t>
            </a:r>
            <a:r>
              <a:rPr lang="en-US"/>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idx="14"/>
          </p:nvPr>
        </p:nvSpPr>
        <p:spPr/>
        <p:txBody>
          <a:bodyPr/>
          <a:lstStyle/>
          <a:p>
            <a:pPr lvl="3"/>
            <a:r>
              <a:rPr lang="en-US"/>
              <a:t>Lorem Ipsum Dolor Sit Amet</a:t>
            </a:r>
          </a:p>
          <a:p>
            <a:r>
              <a:rPr lang="en-US" err="1"/>
              <a:t>Nullam</a:t>
            </a:r>
            <a:r>
              <a:rPr lang="en-US"/>
              <a:t> </a:t>
            </a:r>
            <a:r>
              <a:rPr lang="en-US" err="1"/>
              <a:t>congue</a:t>
            </a:r>
            <a:r>
              <a:rPr lang="en-US"/>
              <a:t> </a:t>
            </a:r>
            <a:r>
              <a:rPr lang="en-US" err="1"/>
              <a:t>vehicula</a:t>
            </a:r>
            <a:r>
              <a:rPr lang="en-US"/>
              <a:t> </a:t>
            </a:r>
            <a:r>
              <a:rPr lang="en-US" err="1"/>
              <a:t>odio</a:t>
            </a:r>
            <a:r>
              <a:rPr lang="en-US"/>
              <a:t> id tempus. </a:t>
            </a:r>
            <a:r>
              <a:rPr lang="en-US" err="1"/>
              <a:t>Vesti</a:t>
            </a:r>
            <a:r>
              <a:rPr lang="en-US"/>
              <a:t> </a:t>
            </a:r>
            <a:r>
              <a:rPr lang="en-US" err="1"/>
              <a:t>bulum</a:t>
            </a:r>
            <a:r>
              <a:rPr lang="en-US"/>
              <a:t> at lorem </a:t>
            </a:r>
            <a:r>
              <a:rPr lang="en-US" err="1"/>
              <a:t>condimentum</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a:t>
            </a:r>
            <a:br>
              <a:rPr lang="en-US"/>
            </a:br>
            <a:r>
              <a:rPr lang="en-US"/>
              <a:t>sed </a:t>
            </a:r>
            <a:r>
              <a:rPr lang="en-US" err="1"/>
              <a:t>viverra</a:t>
            </a:r>
            <a:r>
              <a:rPr lang="en-US"/>
              <a:t>. </a:t>
            </a:r>
            <a:r>
              <a:rPr lang="en-US" err="1"/>
              <a:t>Etiam</a:t>
            </a:r>
            <a:r>
              <a:rPr lang="en-US"/>
              <a:t> cursus porta </a:t>
            </a:r>
            <a:r>
              <a:rPr lang="en-US" err="1"/>
              <a:t>orci</a:t>
            </a:r>
            <a:r>
              <a:rPr lang="en-US"/>
              <a:t>, </a:t>
            </a:r>
            <a:r>
              <a:rPr lang="en-US" err="1"/>
              <a:t>eu</a:t>
            </a:r>
            <a:r>
              <a:rPr lang="en-US"/>
              <a:t> </a:t>
            </a:r>
            <a:r>
              <a:rPr lang="en-US" err="1"/>
              <a:t>vulpu-tate</a:t>
            </a:r>
            <a:r>
              <a:rPr lang="en-US"/>
              <a:t> magna </a:t>
            </a:r>
            <a:r>
              <a:rPr lang="en-US" err="1"/>
              <a:t>sagittis</a:t>
            </a:r>
            <a:r>
              <a:rPr lang="en-US"/>
              <a:t> sed. Nunc ac </a:t>
            </a:r>
            <a:r>
              <a:rPr lang="en-US" err="1"/>
              <a:t>interdum</a:t>
            </a:r>
            <a:r>
              <a:rPr lang="en-US"/>
              <a:t> ex. Integer vitae ipsum vel </a:t>
            </a:r>
            <a:r>
              <a:rPr lang="en-US" err="1"/>
              <a:t>metus</a:t>
            </a:r>
            <a:r>
              <a:rPr lang="en-US"/>
              <a:t> </a:t>
            </a:r>
            <a:r>
              <a:rPr lang="en-US" err="1"/>
              <a:t>vehicula</a:t>
            </a:r>
            <a:r>
              <a:rPr lang="en-US"/>
              <a:t>.</a:t>
            </a:r>
          </a:p>
          <a:p>
            <a:r>
              <a:rPr lang="en-US" err="1"/>
              <a:t>Curabitur</a:t>
            </a:r>
            <a:r>
              <a:rPr lang="en-US"/>
              <a:t> </a:t>
            </a:r>
            <a:r>
              <a:rPr lang="en-US" err="1"/>
              <a:t>polestir</a:t>
            </a:r>
            <a:r>
              <a:rPr lang="en-US"/>
              <a:t> sit </a:t>
            </a:r>
            <a:r>
              <a:rPr lang="en-US" err="1"/>
              <a:t>amet</a:t>
            </a:r>
            <a:r>
              <a:rPr lang="en-US"/>
              <a:t> </a:t>
            </a:r>
            <a:r>
              <a:rPr lang="en-US" err="1"/>
              <a:t>tortor</a:t>
            </a:r>
            <a:r>
              <a:rPr lang="en-US"/>
              <a:t> vel </a:t>
            </a:r>
            <a:r>
              <a:rPr lang="en-US" err="1"/>
              <a:t>rutrum</a:t>
            </a:r>
            <a:r>
              <a:rPr lang="en-US"/>
              <a:t>. </a:t>
            </a:r>
            <a:r>
              <a:rPr lang="en-US" err="1"/>
              <a:t>Fusce</a:t>
            </a:r>
            <a:r>
              <a:rPr lang="en-US"/>
              <a:t> </a:t>
            </a:r>
            <a:r>
              <a:rPr lang="en-US" err="1"/>
              <a:t>dignissim</a:t>
            </a:r>
            <a:r>
              <a:rPr lang="en-US"/>
              <a:t>, dolor </a:t>
            </a:r>
            <a:r>
              <a:rPr lang="en-US" err="1"/>
              <a:t>nec</a:t>
            </a:r>
            <a:r>
              <a:rPr lang="en-US"/>
              <a:t> </a:t>
            </a:r>
            <a:r>
              <a:rPr lang="en-US" err="1"/>
              <a:t>finibus</a:t>
            </a:r>
            <a:r>
              <a:rPr lang="en-US"/>
              <a:t> </a:t>
            </a:r>
            <a:r>
              <a:rPr lang="en-US" err="1"/>
              <a:t>bibendum</a:t>
            </a:r>
            <a:r>
              <a:rPr lang="en-US"/>
              <a:t>, </a:t>
            </a:r>
            <a:r>
              <a:rPr lang="en-US" err="1"/>
              <a:t>velit</a:t>
            </a:r>
            <a:r>
              <a:rPr lang="en-US"/>
              <a:t> </a:t>
            </a:r>
            <a:r>
              <a:rPr lang="en-US" err="1"/>
              <a:t>purus</a:t>
            </a:r>
            <a:r>
              <a:rPr lang="en-US"/>
              <a:t> </a:t>
            </a:r>
            <a:r>
              <a:rPr lang="en-US" err="1"/>
              <a:t>tempor</a:t>
            </a:r>
            <a:r>
              <a:rPr lang="en-US"/>
              <a:t> dolor, </a:t>
            </a:r>
            <a:r>
              <a:rPr lang="en-US" err="1"/>
              <a:t>quis</a:t>
            </a:r>
            <a:r>
              <a:rPr lang="en-US"/>
              <a:t> </a:t>
            </a:r>
            <a:r>
              <a:rPr lang="en-US" err="1"/>
              <a:t>iaculis</a:t>
            </a:r>
            <a:r>
              <a:rPr lang="en-US"/>
              <a:t> libero </a:t>
            </a:r>
            <a:br>
              <a:rPr lang="en-US"/>
            </a:br>
            <a:r>
              <a:rPr lang="en-US" err="1"/>
              <a:t>purus</a:t>
            </a:r>
            <a:r>
              <a:rPr lang="en-US"/>
              <a:t> </a:t>
            </a:r>
            <a:r>
              <a:rPr lang="en-US" err="1"/>
              <a:t>quis</a:t>
            </a:r>
            <a:r>
              <a:rPr lang="en-US"/>
              <a:t> lorem. </a:t>
            </a:r>
            <a:r>
              <a:rPr lang="en-US" err="1"/>
              <a:t>Aliquam</a:t>
            </a:r>
            <a:r>
              <a:rPr lang="en-US"/>
              <a:t> </a:t>
            </a:r>
            <a:r>
              <a:rPr lang="en-US" err="1"/>
              <a:t>sagittis</a:t>
            </a:r>
            <a:r>
              <a:rPr lang="en-US"/>
              <a:t>, </a:t>
            </a:r>
            <a:r>
              <a:rPr lang="en-US" err="1"/>
              <a:t>risus</a:t>
            </a:r>
            <a:r>
              <a:rPr lang="en-US"/>
              <a:t> </a:t>
            </a:r>
            <a:r>
              <a:rPr lang="en-US" err="1"/>
              <a:t>eu</a:t>
            </a:r>
            <a:r>
              <a:rPr lang="en-US"/>
              <a:t> </a:t>
            </a:r>
            <a:r>
              <a:rPr lang="en-US" err="1"/>
              <a:t>pretium</a:t>
            </a:r>
            <a:r>
              <a:rPr lang="en-US"/>
              <a:t> </a:t>
            </a:r>
            <a:r>
              <a:rPr lang="en-US" err="1"/>
              <a:t>commodo</a:t>
            </a:r>
            <a:r>
              <a:rPr lang="en-US"/>
              <a:t>, </a:t>
            </a:r>
            <a:r>
              <a:rPr lang="en-US" err="1"/>
              <a:t>justo</a:t>
            </a:r>
            <a:r>
              <a:rPr lang="en-US"/>
              <a:t> </a:t>
            </a:r>
            <a:r>
              <a:rPr lang="en-US" err="1"/>
              <a:t>metus</a:t>
            </a:r>
            <a:r>
              <a:rPr lang="en-US"/>
              <a:t> </a:t>
            </a:r>
            <a:r>
              <a:rPr lang="en-US" err="1"/>
              <a:t>placerat</a:t>
            </a:r>
            <a:r>
              <a:rPr lang="en-US"/>
              <a:t> </a:t>
            </a:r>
            <a:r>
              <a:rPr lang="en-US" err="1"/>
              <a:t>leo</a:t>
            </a:r>
            <a:r>
              <a:rPr lang="en-US"/>
              <a:t>, convallis </a:t>
            </a:r>
            <a:r>
              <a:rPr lang="en-US" err="1"/>
              <a:t>lectus</a:t>
            </a:r>
            <a:r>
              <a:rPr lang="en-US"/>
              <a:t> </a:t>
            </a:r>
            <a:r>
              <a:rPr lang="en-US" err="1"/>
              <a:t>nunc</a:t>
            </a:r>
            <a:r>
              <a:rPr lang="en-US"/>
              <a:t> </a:t>
            </a:r>
            <a:r>
              <a:rPr lang="en-US" err="1"/>
              <a:t>ut</a:t>
            </a:r>
            <a:r>
              <a:rPr lang="en-US"/>
              <a:t> lorem. </a:t>
            </a:r>
          </a:p>
          <a:p>
            <a:r>
              <a:rPr lang="en-US" err="1"/>
              <a:t>Donec</a:t>
            </a:r>
            <a:r>
              <a:rPr lang="en-US"/>
              <a:t> </a:t>
            </a:r>
            <a:r>
              <a:rPr lang="en-US" err="1"/>
              <a:t>eu</a:t>
            </a:r>
            <a:r>
              <a:rPr lang="en-US"/>
              <a:t> dui </a:t>
            </a:r>
            <a:r>
              <a:rPr lang="en-US" err="1"/>
              <a:t>quis</a:t>
            </a:r>
            <a:r>
              <a:rPr lang="en-US"/>
              <a:t> </a:t>
            </a:r>
            <a:r>
              <a:rPr lang="en-US" err="1"/>
              <a:t>velit</a:t>
            </a:r>
            <a:r>
              <a:rPr lang="en-US"/>
              <a:t> </a:t>
            </a:r>
            <a:r>
              <a:rPr lang="en-US" err="1"/>
              <a:t>hendrerit</a:t>
            </a:r>
            <a:r>
              <a:rPr lang="en-US"/>
              <a:t> </a:t>
            </a:r>
            <a:r>
              <a:rPr lang="en-US" err="1"/>
              <a:t>mollis</a:t>
            </a:r>
            <a:r>
              <a:rPr lang="en-US"/>
              <a:t>. Suspend </a:t>
            </a:r>
            <a:r>
              <a:rPr lang="en-US" err="1"/>
              <a:t>nec</a:t>
            </a:r>
            <a:r>
              <a:rPr lang="en-US"/>
              <a:t> magna </a:t>
            </a:r>
            <a:r>
              <a:rPr lang="en-US" err="1"/>
              <a:t>tincidunt</a:t>
            </a:r>
            <a:r>
              <a:rPr lang="en-US"/>
              <a:t>, semper dolor </a:t>
            </a:r>
            <a:r>
              <a:rPr lang="en-US" err="1"/>
              <a:t>nec</a:t>
            </a:r>
            <a:r>
              <a:rPr lang="en-US"/>
              <a:t> Nissim.</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idx="15"/>
          </p:nvPr>
        </p:nvSpPr>
        <p:spPr/>
        <p:txBody>
          <a:bodyPr/>
          <a:lstStyle/>
          <a:p>
            <a:pPr lvl="6"/>
            <a:r>
              <a:rPr lang="en-US" err="1"/>
              <a:t>Aenean</a:t>
            </a:r>
            <a:r>
              <a:rPr lang="en-US"/>
              <a:t> </a:t>
            </a:r>
            <a:r>
              <a:rPr lang="en-US" err="1"/>
              <a:t>purus</a:t>
            </a:r>
            <a:r>
              <a:rPr lang="en-US"/>
              <a:t> </a:t>
            </a:r>
            <a:r>
              <a:rPr lang="en-US" err="1"/>
              <a:t>purus</a:t>
            </a:r>
            <a:r>
              <a:rPr lang="en-US"/>
              <a:t>, </a:t>
            </a:r>
            <a:r>
              <a:rPr lang="en-US" err="1"/>
              <a:t>dolor</a:t>
            </a:r>
            <a:r>
              <a:rPr lang="en-US"/>
              <a:t> et </a:t>
            </a:r>
            <a:r>
              <a:rPr lang="en-US" err="1"/>
              <a:t>justo</a:t>
            </a:r>
            <a:r>
              <a:rPr lang="en-US"/>
              <a:t> sed </a:t>
            </a:r>
            <a:r>
              <a:rPr lang="en-US" err="1"/>
              <a:t>etea</a:t>
            </a:r>
            <a:r>
              <a:rPr lang="en-US"/>
              <a:t>, </a:t>
            </a:r>
            <a:r>
              <a:rPr lang="en-US" err="1"/>
              <a:t>volutpat</a:t>
            </a:r>
            <a:r>
              <a:rPr lang="en-US"/>
              <a:t> </a:t>
            </a:r>
            <a:r>
              <a:rPr lang="en-US" err="1"/>
              <a:t>ultric</a:t>
            </a:r>
            <a:r>
              <a:rPr lang="en-US"/>
              <a:t> </a:t>
            </a:r>
            <a:r>
              <a:rPr lang="en-US" err="1"/>
              <a:t>purus</a:t>
            </a:r>
            <a:r>
              <a:rPr lang="en-US"/>
              <a:t>; </a:t>
            </a:r>
            <a:r>
              <a:rPr lang="en-US" err="1"/>
              <a:t>eu</a:t>
            </a:r>
            <a:r>
              <a:rPr lang="en-US"/>
              <a:t> </a:t>
            </a:r>
            <a:r>
              <a:rPr lang="en-US" err="1"/>
              <a:t>nulla</a:t>
            </a:r>
            <a:r>
              <a:rPr lang="en-US"/>
              <a:t> </a:t>
            </a:r>
            <a:r>
              <a:rPr lang="en-US" err="1"/>
              <a:t>eu</a:t>
            </a:r>
            <a:r>
              <a:rPr lang="en-US"/>
              <a:t> </a:t>
            </a:r>
            <a:r>
              <a:rPr lang="en-US" err="1"/>
              <a:t>sapien dolor</a:t>
            </a:r>
            <a:r>
              <a:rPr lang="en-US"/>
              <a:t> </a:t>
            </a:r>
            <a:r>
              <a:rPr lang="en-US" err="1"/>
              <a:t>scelerisque.</a:t>
            </a:r>
            <a:endParaRPr lang="en-US"/>
          </a:p>
        </p:txBody>
      </p:sp>
    </p:spTree>
    <p:extLst>
      <p:ext uri="{BB962C8B-B14F-4D97-AF65-F5344CB8AC3E}">
        <p14:creationId xmlns:p14="http://schemas.microsoft.com/office/powerpoint/2010/main" val="366678245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Standard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Four-Column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7"/>
          </p:nvPr>
        </p:nvSpPr>
        <p:spPr/>
        <p:txBody>
          <a:bodyPr/>
          <a:lstStyle/>
          <a:p>
            <a:r>
              <a:rPr lang="en-US"/>
              <a:t>Lorem ipsum dolor sit </a:t>
            </a:r>
            <a:r>
              <a:rPr lang="en-US" err="1"/>
              <a:t>amet</a:t>
            </a:r>
            <a:r>
              <a:rPr lang="en-US"/>
              <a:t>, con-</a:t>
            </a:r>
            <a:r>
              <a:rPr lang="en-US" err="1"/>
              <a:t>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pol-</a:t>
            </a:r>
            <a:r>
              <a:rPr lang="en-US" err="1"/>
              <a:t>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a:t>
            </a:r>
            <a:r>
              <a:rPr lang="en-US" err="1"/>
              <a:t>Inid</a:t>
            </a:r>
            <a:r>
              <a:rPr lang="en-US"/>
              <a:t> diam id ligula </a:t>
            </a:r>
            <a:r>
              <a:rPr lang="en-US" err="1"/>
              <a:t>blandit</a:t>
            </a:r>
            <a:r>
              <a:rPr lang="en-US"/>
              <a:t> pharetra ac a </a:t>
            </a:r>
            <a:r>
              <a:rPr lang="en-US" err="1"/>
              <a:t>leo</a:t>
            </a:r>
            <a:r>
              <a:rPr lang="en-US"/>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18"/>
          </p:nvPr>
        </p:nvSpPr>
        <p:spPr/>
        <p:txBody>
          <a:bodyPr/>
          <a:lstStyle/>
          <a:p>
            <a:r>
              <a:rPr lang="en-US" err="1"/>
              <a:t>Vivamus</a:t>
            </a:r>
            <a:r>
              <a:rPr lang="en-US"/>
              <a:t> </a:t>
            </a:r>
            <a:r>
              <a:rPr lang="en-US" err="1"/>
              <a:t>fringilla</a:t>
            </a:r>
            <a:r>
              <a:rPr lang="en-US"/>
              <a:t> </a:t>
            </a:r>
            <a:r>
              <a:rPr lang="en-US" err="1"/>
              <a:t>polestir</a:t>
            </a:r>
            <a:r>
              <a:rPr lang="en-US"/>
              <a:t> </a:t>
            </a:r>
            <a:r>
              <a:rPr lang="en-US" err="1"/>
              <a:t>fringilla</a:t>
            </a:r>
            <a:r>
              <a:rPr lang="en-US"/>
              <a:t>. </a:t>
            </a:r>
            <a:r>
              <a:rPr lang="en-US" err="1"/>
              <a:t>Sedtus</a:t>
            </a:r>
            <a:r>
              <a:rPr lang="en-US"/>
              <a:t>, nisi at </a:t>
            </a: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commodo</a:t>
            </a:r>
            <a:r>
              <a:rPr lang="en-US"/>
              <a:t>  </a:t>
            </a:r>
            <a:r>
              <a:rPr lang="en-US" err="1"/>
              <a:t>metus</a:t>
            </a:r>
            <a:r>
              <a:rPr lang="en-US"/>
              <a:t> </a:t>
            </a:r>
            <a:r>
              <a:rPr lang="en-US" err="1"/>
              <a:t>eget</a:t>
            </a:r>
            <a:r>
              <a:rPr lang="en-US"/>
              <a:t> sap. Integer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a:t>
            </a:r>
            <a:r>
              <a:rPr lang="en-US"/>
              <a:t>. </a:t>
            </a:r>
          </a:p>
          <a:p>
            <a:r>
              <a:rPr lang="en-US" err="1"/>
              <a:t>Pellentesque</a:t>
            </a:r>
            <a:r>
              <a:rPr lang="en-US"/>
              <a:t> </a:t>
            </a:r>
            <a:r>
              <a:rPr lang="en-US" err="1"/>
              <a:t>condimentum</a:t>
            </a:r>
            <a:r>
              <a:rPr lang="en-US"/>
              <a:t>, libero dictum </a:t>
            </a:r>
            <a:r>
              <a:rPr lang="en-US" err="1"/>
              <a:t>malesuada</a:t>
            </a:r>
            <a:r>
              <a:rPr lang="en-US"/>
              <a:t> </a:t>
            </a:r>
            <a:r>
              <a:rPr lang="en-US" err="1"/>
              <a:t>euismod</a:t>
            </a:r>
            <a:r>
              <a:rPr lang="en-US"/>
              <a:t>, </a:t>
            </a:r>
            <a:r>
              <a:rPr lang="en-US" err="1"/>
              <a:t>risus</a:t>
            </a:r>
            <a:r>
              <a:rPr lang="en-US"/>
              <a:t> </a:t>
            </a:r>
            <a:r>
              <a:rPr lang="en-US" err="1"/>
              <a:t>massa</a:t>
            </a:r>
            <a:r>
              <a:rPr lang="en-US"/>
              <a:t> </a:t>
            </a:r>
            <a:r>
              <a:rPr lang="en-US" err="1"/>
              <a:t>accumsan</a:t>
            </a:r>
            <a:r>
              <a:rPr lang="en-US"/>
              <a:t> </a:t>
            </a:r>
            <a:r>
              <a:rPr lang="en-US" err="1"/>
              <a:t>justo</a:t>
            </a:r>
            <a:r>
              <a:rPr lang="en-US"/>
              <a:t>, </a:t>
            </a:r>
            <a:r>
              <a:rPr lang="en-US" err="1"/>
              <a:t>ellentesque</a:t>
            </a:r>
            <a:r>
              <a:rPr lang="en-US"/>
              <a:t> </a:t>
            </a:r>
            <a:r>
              <a:rPr lang="en-US" err="1"/>
              <a:t>luctus</a:t>
            </a:r>
            <a:r>
              <a:rPr lang="en-US"/>
              <a:t> magna </a:t>
            </a:r>
            <a:r>
              <a:rPr lang="en-US" err="1"/>
              <a:t>velit</a:t>
            </a:r>
            <a:r>
              <a:rPr lang="en-US"/>
              <a:t> vitae </a:t>
            </a:r>
            <a:r>
              <a:rPr lang="en-US" err="1"/>
              <a:t>elit</a:t>
            </a:r>
            <a:r>
              <a:rPr lang="en-US"/>
              <a:t>. </a:t>
            </a:r>
            <a:r>
              <a:rPr lang="en-US" err="1"/>
              <a:t>Nulla</a:t>
            </a:r>
            <a:r>
              <a:rPr lang="en-US"/>
              <a:t> dui, </a:t>
            </a:r>
            <a:r>
              <a:rPr lang="en-US" err="1"/>
              <a:t>scelerisque</a:t>
            </a:r>
            <a:r>
              <a:rPr lang="en-US"/>
              <a:t> ac </a:t>
            </a:r>
            <a:r>
              <a:rPr lang="en-US" err="1"/>
              <a:t>dapibus</a:t>
            </a:r>
            <a:r>
              <a:rPr lang="en-US"/>
              <a:t> in, </a:t>
            </a:r>
            <a:r>
              <a:rPr lang="en-US" err="1"/>
              <a:t>finibus</a:t>
            </a:r>
            <a:r>
              <a:rPr lang="en-US"/>
              <a:t> in </a:t>
            </a:r>
            <a:r>
              <a:rPr lang="en-US" err="1"/>
              <a:t>velit</a:t>
            </a:r>
            <a:r>
              <a:rPr lang="en-US"/>
              <a:t>. </a:t>
            </a:r>
            <a:r>
              <a:rPr lang="en-US" err="1"/>
              <a:t>Aliquam</a:t>
            </a:r>
            <a:r>
              <a:rPr lang="en-US"/>
              <a:t> </a:t>
            </a:r>
            <a:r>
              <a:rPr lang="en-US" err="1"/>
              <a:t>viverra</a:t>
            </a:r>
            <a:r>
              <a:rPr lang="en-US"/>
              <a:t> </a:t>
            </a:r>
            <a:r>
              <a:rPr lang="en-US" err="1"/>
              <a:t>rhoncus</a:t>
            </a:r>
            <a:r>
              <a:rPr lang="en-US"/>
              <a:t> pharetra.</a:t>
            </a:r>
          </a:p>
          <a:p>
            <a:r>
              <a:rPr lang="en-US"/>
              <a:t>Lorem ipsum dolor sit </a:t>
            </a:r>
            <a:r>
              <a:rPr lang="en-US" err="1"/>
              <a:t>amet</a:t>
            </a:r>
            <a:r>
              <a:rPr lang="en-US"/>
              <a:t>, </a:t>
            </a:r>
            <a:r>
              <a:rPr lang="en-US" err="1"/>
              <a:t>consectetur</a:t>
            </a:r>
            <a:r>
              <a:rPr lang="en-US"/>
              <a:t> </a:t>
            </a:r>
            <a:r>
              <a:rPr lang="en-US" err="1"/>
              <a:t>adip</a:t>
            </a:r>
            <a:r>
              <a:rPr lang="en-US"/>
              <a:t> </a:t>
            </a:r>
            <a:r>
              <a:rPr lang="en-US" err="1"/>
              <a:t>iscing</a:t>
            </a:r>
            <a:r>
              <a:rPr lang="en-US"/>
              <a:t> </a:t>
            </a:r>
            <a:r>
              <a:rPr lang="en-US" err="1"/>
              <a:t>elit</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type="body" sz="quarter" idx="19"/>
          </p:nvPr>
        </p:nvSpPr>
        <p:spPr/>
        <p:txBody>
          <a:bodyPr/>
          <a:lstStyle/>
          <a:p>
            <a:r>
              <a:rPr lang="en-US"/>
              <a:t>Lorem ipsum dolor sit </a:t>
            </a:r>
            <a:r>
              <a:rPr lang="en-US" err="1"/>
              <a:t>amet</a:t>
            </a:r>
            <a:r>
              <a:rPr lang="en-US"/>
              <a:t>, con-</a:t>
            </a:r>
            <a:r>
              <a:rPr lang="en-US" err="1"/>
              <a:t>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enit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pol-</a:t>
            </a:r>
            <a:r>
              <a:rPr lang="en-US" err="1"/>
              <a:t>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a:t>
            </a:r>
            <a:r>
              <a:rPr lang="en-US" err="1"/>
              <a:t>Inid</a:t>
            </a:r>
            <a:r>
              <a:rPr lang="en-US"/>
              <a:t> diam id ligula </a:t>
            </a:r>
            <a:r>
              <a:rPr lang="en-US" err="1"/>
              <a:t>blandit</a:t>
            </a:r>
            <a:r>
              <a:rPr lang="en-US"/>
              <a:t> pharetra ac a </a:t>
            </a:r>
            <a:r>
              <a:rPr lang="en-US" err="1"/>
              <a:t>leo</a:t>
            </a:r>
            <a:r>
              <a:rPr lang="en-US"/>
              <a:t>. </a:t>
            </a:r>
          </a:p>
        </p:txBody>
      </p:sp>
      <p:sp>
        <p:nvSpPr>
          <p:cNvPr id="7" name="Content Placeholder 6">
            <a:extLst>
              <a:ext uri="{FF2B5EF4-FFF2-40B4-BE49-F238E27FC236}">
                <a16:creationId xmlns:a16="http://schemas.microsoft.com/office/drawing/2014/main" id="{665B3AD4-4C93-4E80-83AD-69ADD189921D}"/>
              </a:ext>
            </a:extLst>
          </p:cNvPr>
          <p:cNvSpPr>
            <a:spLocks noGrp="1"/>
          </p:cNvSpPr>
          <p:nvPr>
            <p:ph type="body" sz="quarter" idx="20"/>
          </p:nvPr>
        </p:nvSpPr>
        <p:spPr/>
        <p:txBody>
          <a:bodyPr/>
          <a:lstStyle/>
          <a:p>
            <a:pPr lvl="7"/>
            <a:r>
              <a:rPr lang="en-US" err="1"/>
              <a:t>Vivamus</a:t>
            </a:r>
            <a:r>
              <a:rPr lang="en-US"/>
              <a:t> </a:t>
            </a:r>
            <a:r>
              <a:rPr lang="en-US" err="1"/>
              <a:t>fringilla</a:t>
            </a:r>
            <a:r>
              <a:rPr lang="en-US"/>
              <a:t> </a:t>
            </a:r>
            <a:r>
              <a:rPr lang="en-US" err="1"/>
              <a:t>polestir</a:t>
            </a:r>
            <a:r>
              <a:rPr lang="en-US"/>
              <a:t> </a:t>
            </a:r>
            <a:r>
              <a:rPr lang="en-US" err="1"/>
              <a:t>fringilla</a:t>
            </a:r>
            <a:r>
              <a:rPr lang="en-US"/>
              <a:t>. Integer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 sed</a:t>
            </a:r>
            <a:r>
              <a:rPr lang="en-US"/>
              <a:t>. </a:t>
            </a:r>
          </a:p>
          <a:p>
            <a:pPr lvl="7"/>
            <a:r>
              <a:rPr lang="en-US" err="1"/>
              <a:t>Lorem ipsum dolor sit amet, consectetur adip iscing elit. Etiam ultricies, quam at polestir facilisis.</a:t>
            </a:r>
          </a:p>
          <a:p>
            <a:pPr lvl="7"/>
            <a:endParaRPr lang="en-US" err="1"/>
          </a:p>
          <a:p>
            <a:pPr lvl="7"/>
            <a:endParaRPr lang="en-US"/>
          </a:p>
          <a:p>
            <a:endParaRPr lang="en-US"/>
          </a:p>
        </p:txBody>
      </p:sp>
    </p:spTree>
    <p:extLst>
      <p:ext uri="{BB962C8B-B14F-4D97-AF65-F5344CB8AC3E}">
        <p14:creationId xmlns:p14="http://schemas.microsoft.com/office/powerpoint/2010/main" val="31063221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Standard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1/3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6"/>
          </p:nvPr>
        </p:nvSpPr>
        <p:spPr/>
        <p:txBody>
          <a:bodyPr/>
          <a:lstStyle/>
          <a:p>
            <a:r>
              <a:rPr lang="en-US"/>
              <a:t>Lorem ipsum dolor sit </a:t>
            </a:r>
            <a:r>
              <a:rPr lang="en-US" err="1"/>
              <a:t>amet</a:t>
            </a:r>
            <a:r>
              <a:rPr lang="en-US"/>
              <a:t>, </a:t>
            </a:r>
            <a:r>
              <a:rPr lang="en-US" err="1"/>
              <a:t>consect</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a:t>
            </a:r>
            <a:r>
              <a:rPr lang="en-US" err="1"/>
              <a:t>malesu</a:t>
            </a:r>
            <a:r>
              <a:rPr lang="en-US"/>
              <a:t> </a:t>
            </a:r>
            <a:r>
              <a:rPr lang="en-US" err="1"/>
              <a:t>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et,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nulla</a:t>
            </a:r>
            <a:r>
              <a:rPr lang="en-US"/>
              <a:t> </a:t>
            </a:r>
            <a:r>
              <a:rPr lang="en-US" err="1"/>
              <a:t>eu</a:t>
            </a:r>
            <a:r>
              <a:rPr lang="en-US"/>
              <a:t> </a:t>
            </a:r>
            <a:r>
              <a:rPr lang="en-US" err="1"/>
              <a:t>sapien</a:t>
            </a:r>
            <a:r>
              <a:rPr lang="en-US"/>
              <a:t> </a:t>
            </a:r>
            <a:r>
              <a:rPr lang="en-US" err="1"/>
              <a:t>scelerisque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Sed </a:t>
            </a:r>
            <a:r>
              <a:rPr lang="en-US" err="1"/>
              <a:t>luctus</a:t>
            </a:r>
            <a:r>
              <a:rPr lang="en-US"/>
              <a:t>, nisi at </a:t>
            </a: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malesuada</a:t>
            </a:r>
            <a:r>
              <a:rPr lang="en-US"/>
              <a:t> </a:t>
            </a:r>
            <a:r>
              <a:rPr lang="en-US" err="1"/>
              <a:t>commod</a:t>
            </a:r>
            <a:r>
              <a:rPr lang="en-US"/>
              <a:t>  </a:t>
            </a:r>
            <a:r>
              <a:rPr lang="en-US" err="1"/>
              <a:t>metus</a:t>
            </a:r>
            <a:r>
              <a:rPr lang="en-US"/>
              <a:t> </a:t>
            </a:r>
            <a:r>
              <a:rPr lang="en-US" err="1"/>
              <a:t>eget</a:t>
            </a:r>
            <a:r>
              <a:rPr lang="en-US"/>
              <a:t> sap.</a:t>
            </a:r>
          </a:p>
        </p:txBody>
      </p:sp>
      <p:graphicFrame>
        <p:nvGraphicFramePr>
          <p:cNvPr id="8" name="Content Placeholder 4" descr="Chart">
            <a:extLst>
              <a:ext uri="{FF2B5EF4-FFF2-40B4-BE49-F238E27FC236}">
                <a16:creationId xmlns:a16="http://schemas.microsoft.com/office/drawing/2014/main" id="{4D46FD4A-86DF-560E-47E0-2B6C531FA2E8}"/>
              </a:ext>
            </a:extLst>
          </p:cNvPr>
          <p:cNvGraphicFramePr>
            <a:graphicFrameLocks noGrp="1"/>
          </p:cNvGraphicFramePr>
          <p:nvPr>
            <p:ph idx="14"/>
            <p:extLst>
              <p:ext uri="{D42A27DB-BD31-4B8C-83A1-F6EECF244321}">
                <p14:modId xmlns:p14="http://schemas.microsoft.com/office/powerpoint/2010/main" val="3983329886"/>
              </p:ext>
            </p:extLst>
          </p:nvPr>
        </p:nvGraphicFramePr>
        <p:xfrm>
          <a:off x="4984751" y="2514600"/>
          <a:ext cx="5420014" cy="3657600"/>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6">
            <a:extLst>
              <a:ext uri="{FF2B5EF4-FFF2-40B4-BE49-F238E27FC236}">
                <a16:creationId xmlns:a16="http://schemas.microsoft.com/office/drawing/2014/main" id="{84135418-8130-5733-2F7C-ED287C440D8D}"/>
              </a:ext>
            </a:extLst>
          </p:cNvPr>
          <p:cNvSpPr txBox="1"/>
          <p:nvPr/>
        </p:nvSpPr>
        <p:spPr bwMode="gray">
          <a:xfrm>
            <a:off x="10404765" y="3178140"/>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r>
              <a:rPr lang="en-US" sz="1400" dirty="0">
                <a:solidFill>
                  <a:schemeClr val="accent3">
                    <a:lumMod val="75000"/>
                  </a:schemeClr>
                </a:solidFill>
              </a:rPr>
              <a:t>Data Label</a:t>
            </a:r>
          </a:p>
        </p:txBody>
      </p:sp>
      <p:sp>
        <p:nvSpPr>
          <p:cNvPr id="10" name="TextBox 9">
            <a:extLst>
              <a:ext uri="{FF2B5EF4-FFF2-40B4-BE49-F238E27FC236}">
                <a16:creationId xmlns:a16="http://schemas.microsoft.com/office/drawing/2014/main" id="{41EF658A-46F9-09DA-3608-500967B1644B}"/>
              </a:ext>
            </a:extLst>
          </p:cNvPr>
          <p:cNvSpPr txBox="1"/>
          <p:nvPr/>
        </p:nvSpPr>
        <p:spPr bwMode="gray">
          <a:xfrm>
            <a:off x="10404765" y="4154433"/>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400">
                <a:solidFill>
                  <a:schemeClr val="accent2"/>
                </a:solidFill>
              </a:rPr>
              <a:t>Data Label</a:t>
            </a:r>
          </a:p>
        </p:txBody>
      </p:sp>
      <p:sp>
        <p:nvSpPr>
          <p:cNvPr id="11" name="TextBox 6">
            <a:extLst>
              <a:ext uri="{FF2B5EF4-FFF2-40B4-BE49-F238E27FC236}">
                <a16:creationId xmlns:a16="http://schemas.microsoft.com/office/drawing/2014/main" id="{B695BADC-714F-7A46-092F-628E5AD7F5A9}"/>
              </a:ext>
            </a:extLst>
          </p:cNvPr>
          <p:cNvSpPr txBox="1"/>
          <p:nvPr/>
        </p:nvSpPr>
        <p:spPr bwMode="gray">
          <a:xfrm>
            <a:off x="10404765" y="4937804"/>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400">
                <a:solidFill>
                  <a:schemeClr val="accent1"/>
                </a:solidFill>
              </a:rPr>
              <a:t>Data Label</a:t>
            </a:r>
          </a:p>
        </p:txBody>
      </p:sp>
    </p:spTree>
    <p:extLst>
      <p:ext uri="{BB962C8B-B14F-4D97-AF65-F5344CB8AC3E}">
        <p14:creationId xmlns:p14="http://schemas.microsoft.com/office/powerpoint/2010/main" val="7912336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Standard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2/3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idx="17"/>
          </p:nvPr>
        </p:nvSpPr>
        <p:spPr/>
        <p:txBody>
          <a:bodyPr/>
          <a:lstStyle/>
          <a:p>
            <a:r>
              <a:rPr lang="en-US" err="1"/>
              <a:t>Nullam</a:t>
            </a:r>
            <a:r>
              <a:rPr lang="en-US"/>
              <a:t> </a:t>
            </a:r>
            <a:r>
              <a:rPr lang="en-US" err="1"/>
              <a:t>congue</a:t>
            </a:r>
            <a:r>
              <a:rPr lang="en-US"/>
              <a:t> </a:t>
            </a:r>
            <a:r>
              <a:rPr lang="en-US" err="1"/>
              <a:t>vehicula</a:t>
            </a:r>
            <a:r>
              <a:rPr lang="en-US"/>
              <a:t> </a:t>
            </a:r>
            <a:r>
              <a:rPr lang="en-US" err="1"/>
              <a:t>odio</a:t>
            </a:r>
            <a:r>
              <a:rPr lang="en-US"/>
              <a:t> id tempus. Vestibulum at lorem </a:t>
            </a:r>
            <a:r>
              <a:rPr lang="en-US" err="1"/>
              <a:t>condimentum</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sed </a:t>
            </a:r>
            <a:r>
              <a:rPr lang="en-US" err="1"/>
              <a:t>viverra</a:t>
            </a:r>
            <a:r>
              <a:rPr lang="en-US"/>
              <a:t>. </a:t>
            </a:r>
            <a:r>
              <a:rPr lang="en-US" err="1"/>
              <a:t>Etiam</a:t>
            </a:r>
            <a:r>
              <a:rPr lang="en-US"/>
              <a:t> cursus porta </a:t>
            </a:r>
            <a:r>
              <a:rPr lang="en-US" err="1"/>
              <a:t>orci</a:t>
            </a:r>
            <a:r>
              <a:rPr lang="en-US"/>
              <a:t>, </a:t>
            </a:r>
            <a:r>
              <a:rPr lang="en-US" err="1"/>
              <a:t>eu</a:t>
            </a:r>
            <a:r>
              <a:rPr lang="en-US"/>
              <a:t> </a:t>
            </a:r>
            <a:r>
              <a:rPr lang="en-US" err="1"/>
              <a:t>vulp</a:t>
            </a:r>
            <a:r>
              <a:rPr lang="en-US"/>
              <a:t> uta magna </a:t>
            </a:r>
            <a:r>
              <a:rPr lang="en-US" err="1"/>
              <a:t>sagittis</a:t>
            </a:r>
            <a:r>
              <a:rPr lang="en-US"/>
              <a:t> sed. Nunc ac </a:t>
            </a:r>
            <a:r>
              <a:rPr lang="en-US" err="1"/>
              <a:t>interdum</a:t>
            </a:r>
            <a:r>
              <a:rPr lang="en-US"/>
              <a:t> ex. Integer vitae ipsum vel </a:t>
            </a:r>
            <a:r>
              <a:rPr lang="en-US" err="1"/>
              <a:t>metus</a:t>
            </a:r>
            <a:r>
              <a:rPr lang="en-US"/>
              <a:t> </a:t>
            </a:r>
            <a:r>
              <a:rPr lang="en-US" err="1"/>
              <a:t>vehicula</a:t>
            </a:r>
            <a:r>
              <a:rPr lang="en-US"/>
              <a:t> </a:t>
            </a:r>
            <a:r>
              <a:rPr lang="en-US" err="1"/>
              <a:t>malesuada</a:t>
            </a:r>
            <a:r>
              <a:rPr lang="en-US"/>
              <a:t>. </a:t>
            </a:r>
            <a:r>
              <a:rPr lang="en-US" err="1"/>
              <a:t>Curabitur</a:t>
            </a:r>
            <a:r>
              <a:rPr lang="en-US"/>
              <a:t> </a:t>
            </a:r>
            <a:r>
              <a:rPr lang="en-US" err="1"/>
              <a:t>polestir</a:t>
            </a:r>
            <a:r>
              <a:rPr lang="en-US"/>
              <a:t> sit </a:t>
            </a:r>
            <a:r>
              <a:rPr lang="en-US" err="1"/>
              <a:t>amet</a:t>
            </a:r>
            <a:r>
              <a:rPr lang="en-US"/>
              <a:t> </a:t>
            </a:r>
            <a:r>
              <a:rPr lang="en-US" err="1"/>
              <a:t>tortor</a:t>
            </a:r>
            <a:r>
              <a:rPr lang="en-US"/>
              <a:t> vel </a:t>
            </a:r>
            <a:r>
              <a:rPr lang="en-US" err="1"/>
              <a:t>rutrum</a:t>
            </a:r>
            <a:r>
              <a:rPr lang="en-US"/>
              <a:t>. </a:t>
            </a:r>
            <a:r>
              <a:rPr lang="en-US" err="1"/>
              <a:t>Fusce</a:t>
            </a:r>
            <a:r>
              <a:rPr lang="en-US"/>
              <a:t> </a:t>
            </a:r>
            <a:r>
              <a:rPr lang="en-US" err="1"/>
              <a:t>dignissim</a:t>
            </a:r>
            <a:r>
              <a:rPr lang="en-US"/>
              <a:t>, dolor </a:t>
            </a:r>
            <a:r>
              <a:rPr lang="en-US" err="1"/>
              <a:t>nec</a:t>
            </a:r>
            <a:r>
              <a:rPr lang="en-US"/>
              <a:t> </a:t>
            </a:r>
            <a:r>
              <a:rPr lang="en-US" err="1"/>
              <a:t>fini</a:t>
            </a:r>
            <a:r>
              <a:rPr lang="en-US"/>
              <a:t> </a:t>
            </a:r>
            <a:r>
              <a:rPr lang="en-US" err="1"/>
              <a:t>bibendum</a:t>
            </a:r>
            <a:r>
              <a:rPr lang="en-US"/>
              <a:t>, </a:t>
            </a:r>
            <a:r>
              <a:rPr lang="en-US" err="1"/>
              <a:t>velit</a:t>
            </a:r>
            <a:r>
              <a:rPr lang="en-US"/>
              <a:t> </a:t>
            </a:r>
            <a:r>
              <a:rPr lang="en-US" err="1"/>
              <a:t>tempor</a:t>
            </a:r>
            <a:r>
              <a:rPr lang="en-US"/>
              <a:t> dolor, </a:t>
            </a:r>
            <a:r>
              <a:rPr lang="en-US" err="1"/>
              <a:t>quis</a:t>
            </a:r>
            <a:r>
              <a:rPr lang="en-US"/>
              <a:t> </a:t>
            </a:r>
            <a:r>
              <a:rPr lang="en-US" err="1"/>
              <a:t>iaculis</a:t>
            </a:r>
            <a:r>
              <a:rPr lang="en-US"/>
              <a:t> libero </a:t>
            </a:r>
            <a:r>
              <a:rPr lang="en-US" err="1"/>
              <a:t>purus</a:t>
            </a:r>
            <a:r>
              <a:rPr lang="en-US"/>
              <a:t> </a:t>
            </a:r>
            <a:r>
              <a:rPr lang="en-US" err="1"/>
              <a:t>quis</a:t>
            </a:r>
            <a:r>
              <a:rPr lang="en-US"/>
              <a:t> lorem. </a:t>
            </a:r>
            <a:r>
              <a:rPr lang="en-US" err="1"/>
              <a:t>Aliquam</a:t>
            </a:r>
            <a:r>
              <a:rPr lang="en-US"/>
              <a:t> </a:t>
            </a:r>
            <a:r>
              <a:rPr lang="en-US" err="1"/>
              <a:t>sagittis</a:t>
            </a:r>
            <a:r>
              <a:rPr lang="en-US"/>
              <a:t>, </a:t>
            </a:r>
            <a:r>
              <a:rPr lang="en-US" err="1"/>
              <a:t>risus</a:t>
            </a:r>
            <a:r>
              <a:rPr lang="en-US"/>
              <a:t> </a:t>
            </a:r>
            <a:r>
              <a:rPr lang="en-US" err="1"/>
              <a:t>eu</a:t>
            </a:r>
            <a:r>
              <a:rPr lang="en-US"/>
              <a:t> </a:t>
            </a:r>
            <a:r>
              <a:rPr lang="en-US" err="1"/>
              <a:t>pretium</a:t>
            </a:r>
            <a:r>
              <a:rPr lang="en-US"/>
              <a:t> </a:t>
            </a:r>
            <a:r>
              <a:rPr lang="en-US" err="1"/>
              <a:t>commod</a:t>
            </a:r>
            <a:r>
              <a:rPr lang="en-US"/>
              <a:t>, </a:t>
            </a:r>
            <a:r>
              <a:rPr lang="en-US" err="1"/>
              <a:t>justo</a:t>
            </a:r>
            <a:r>
              <a:rPr lang="en-US"/>
              <a:t> </a:t>
            </a:r>
            <a:r>
              <a:rPr lang="en-US" err="1"/>
              <a:t>metus</a:t>
            </a:r>
            <a:r>
              <a:rPr lang="en-US"/>
              <a:t> </a:t>
            </a:r>
            <a:r>
              <a:rPr lang="en-US" err="1"/>
              <a:t>placerat</a:t>
            </a:r>
            <a:r>
              <a:rPr lang="en-US"/>
              <a:t> </a:t>
            </a:r>
            <a:r>
              <a:rPr lang="en-US" err="1"/>
              <a:t>leo</a:t>
            </a:r>
            <a:r>
              <a:rPr lang="en-US"/>
              <a:t>, </a:t>
            </a:r>
            <a:r>
              <a:rPr lang="en-US" err="1"/>
              <a:t>eu</a:t>
            </a:r>
            <a:r>
              <a:rPr lang="en-US"/>
              <a:t> convallis </a:t>
            </a:r>
            <a:r>
              <a:rPr lang="en-US" err="1"/>
              <a:t>lectus</a:t>
            </a:r>
            <a:r>
              <a:rPr lang="en-US"/>
              <a:t> </a:t>
            </a:r>
            <a:r>
              <a:rPr lang="en-US" err="1"/>
              <a:t>nunc</a:t>
            </a:r>
            <a:r>
              <a:rPr lang="en-US"/>
              <a:t> </a:t>
            </a:r>
            <a:r>
              <a:rPr lang="en-US" err="1"/>
              <a:t>ut</a:t>
            </a:r>
            <a:r>
              <a:rPr lang="en-US"/>
              <a:t> lorem. </a:t>
            </a:r>
            <a:r>
              <a:rPr lang="en-US" err="1"/>
              <a:t>Donec</a:t>
            </a:r>
            <a:r>
              <a:rPr lang="en-US"/>
              <a:t> </a:t>
            </a:r>
            <a:r>
              <a:rPr lang="en-US" err="1"/>
              <a:t>eu</a:t>
            </a:r>
            <a:r>
              <a:rPr lang="en-US"/>
              <a:t> dui </a:t>
            </a:r>
            <a:r>
              <a:rPr lang="en-US" err="1"/>
              <a:t>quis</a:t>
            </a:r>
            <a:r>
              <a:rPr lang="en-US"/>
              <a:t> </a:t>
            </a:r>
            <a:r>
              <a:rPr lang="en-US" err="1"/>
              <a:t>velit</a:t>
            </a:r>
            <a:r>
              <a:rPr lang="en-US"/>
              <a:t> </a:t>
            </a:r>
            <a:r>
              <a:rPr lang="en-US" err="1"/>
              <a:t>hendrerit</a:t>
            </a:r>
            <a:r>
              <a:rPr lang="en-US"/>
              <a:t> </a:t>
            </a:r>
            <a:r>
              <a:rPr lang="en-US" err="1"/>
              <a:t>mollis</a:t>
            </a:r>
            <a:r>
              <a:rPr lang="en-US"/>
              <a:t>. </a:t>
            </a:r>
            <a:r>
              <a:rPr lang="en-US" err="1"/>
              <a:t>Suspendisse</a:t>
            </a:r>
            <a:r>
              <a:rPr lang="en-US"/>
              <a:t> </a:t>
            </a:r>
            <a:r>
              <a:rPr lang="en-US" err="1"/>
              <a:t>nec</a:t>
            </a:r>
            <a:r>
              <a:rPr lang="en-US"/>
              <a:t> magna </a:t>
            </a:r>
            <a:r>
              <a:rPr lang="en-US" err="1"/>
              <a:t>tincidunt</a:t>
            </a:r>
            <a:r>
              <a:rPr lang="en-US"/>
              <a:t>, semper dolor </a:t>
            </a:r>
            <a:r>
              <a:rPr lang="en-US" err="1"/>
              <a:t>nec</a:t>
            </a:r>
            <a:r>
              <a:rPr lang="en-US"/>
              <a:t>, </a:t>
            </a:r>
            <a:r>
              <a:rPr lang="en-US" err="1"/>
              <a:t>dignissim</a:t>
            </a:r>
            <a:r>
              <a:rPr lang="en-US"/>
              <a:t> </a:t>
            </a:r>
            <a:r>
              <a:rPr lang="en-US" err="1"/>
              <a:t>felis</a:t>
            </a:r>
            <a:r>
              <a:rPr lang="en-US"/>
              <a:t>.</a:t>
            </a:r>
          </a:p>
          <a:p>
            <a:r>
              <a:rPr lang="en-US" err="1"/>
              <a:t>Aenean</a:t>
            </a:r>
            <a:r>
              <a:rPr lang="en-US"/>
              <a:t> pharetra </a:t>
            </a:r>
            <a:r>
              <a:rPr lang="en-US" err="1"/>
              <a:t>est</a:t>
            </a:r>
            <a:r>
              <a:rPr lang="en-US"/>
              <a:t> </a:t>
            </a:r>
            <a:r>
              <a:rPr lang="en-US" err="1"/>
              <a:t>purus</a:t>
            </a:r>
            <a:r>
              <a:rPr lang="en-US"/>
              <a:t>, et </a:t>
            </a:r>
            <a:r>
              <a:rPr lang="en-US" err="1"/>
              <a:t>sollicitudin</a:t>
            </a:r>
            <a:r>
              <a:rPr lang="en-US"/>
              <a:t> </a:t>
            </a:r>
            <a:r>
              <a:rPr lang="en-US" err="1"/>
              <a:t>tortor</a:t>
            </a:r>
            <a:r>
              <a:rPr lang="en-US"/>
              <a:t> </a:t>
            </a:r>
            <a:r>
              <a:rPr lang="en-US" err="1"/>
              <a:t>scelerisque</a:t>
            </a:r>
            <a:r>
              <a:rPr lang="en-US"/>
              <a:t> </a:t>
            </a:r>
            <a:r>
              <a:rPr lang="en-US" err="1"/>
              <a:t>curabitur</a:t>
            </a:r>
            <a:r>
              <a:rPr lang="en-US"/>
              <a:t> </a:t>
            </a:r>
            <a:r>
              <a:rPr lang="en-US" err="1"/>
              <a:t>nec</a:t>
            </a:r>
            <a:r>
              <a:rPr lang="en-US"/>
              <a:t> </a:t>
            </a:r>
            <a:r>
              <a:rPr lang="en-US" err="1"/>
              <a:t>sapien</a:t>
            </a:r>
            <a:r>
              <a:rPr lang="en-US"/>
              <a:t> a </a:t>
            </a:r>
            <a:r>
              <a:rPr lang="en-US" err="1"/>
              <a:t>nulla</a:t>
            </a:r>
            <a:r>
              <a:rPr lang="en-US"/>
              <a:t> maximus </a:t>
            </a:r>
            <a:r>
              <a:rPr lang="en-US" err="1"/>
              <a:t>pretium</a:t>
            </a:r>
            <a:r>
              <a:rPr lang="en-US"/>
              <a:t> at </a:t>
            </a:r>
            <a:r>
              <a:rPr lang="en-US" err="1"/>
              <a:t>quis</a:t>
            </a:r>
            <a:r>
              <a:rPr lang="en-US"/>
              <a:t> </a:t>
            </a:r>
            <a:r>
              <a:rPr lang="en-US" err="1"/>
              <a:t>urna</a:t>
            </a:r>
            <a:r>
              <a:rPr lang="en-US"/>
              <a:t>. </a:t>
            </a:r>
            <a:r>
              <a:rPr lang="en-US" err="1"/>
              <a:t>Curabitur</a:t>
            </a:r>
            <a:r>
              <a:rPr lang="en-US"/>
              <a:t> </a:t>
            </a:r>
            <a:r>
              <a:rPr lang="en-US" err="1"/>
              <a:t>viverra</a:t>
            </a:r>
            <a:r>
              <a:rPr lang="en-US"/>
              <a:t> </a:t>
            </a:r>
            <a:r>
              <a:rPr lang="en-US" err="1"/>
              <a:t>felis</a:t>
            </a:r>
            <a:r>
              <a:rPr lang="en-US"/>
              <a:t> a </a:t>
            </a:r>
            <a:r>
              <a:rPr lang="en-US" err="1"/>
              <a:t>elit</a:t>
            </a:r>
            <a:r>
              <a:rPr lang="en-US"/>
              <a:t> </a:t>
            </a:r>
            <a:r>
              <a:rPr lang="en-US" err="1"/>
              <a:t>ornare</a:t>
            </a:r>
            <a:r>
              <a:rPr lang="en-US"/>
              <a:t>, ac </a:t>
            </a:r>
            <a:r>
              <a:rPr lang="en-US" err="1"/>
              <a:t>commodo</a:t>
            </a:r>
            <a:r>
              <a:rPr lang="en-US"/>
              <a:t> </a:t>
            </a:r>
            <a:r>
              <a:rPr lang="en-US" err="1"/>
              <a:t>risus</a:t>
            </a:r>
            <a:r>
              <a:rPr lang="en-US"/>
              <a:t>. Sed non </a:t>
            </a:r>
            <a:r>
              <a:rPr lang="en-US" err="1"/>
              <a:t>lectus</a:t>
            </a:r>
            <a:r>
              <a:rPr lang="en-US"/>
              <a:t> </a:t>
            </a:r>
            <a:r>
              <a:rPr lang="en-US" err="1"/>
              <a:t>neque</a:t>
            </a:r>
            <a:r>
              <a:rPr lang="en-US"/>
              <a:t>. </a:t>
            </a:r>
            <a:r>
              <a:rPr lang="en-US" err="1"/>
              <a:t>Vivamus</a:t>
            </a:r>
            <a:r>
              <a:rPr lang="en-US"/>
              <a:t> </a:t>
            </a:r>
            <a:r>
              <a:rPr lang="en-US" err="1"/>
              <a:t>eros</a:t>
            </a:r>
            <a:r>
              <a:rPr lang="en-US"/>
              <a:t> </a:t>
            </a:r>
            <a:r>
              <a:rPr lang="en-US" err="1"/>
              <a:t>tortor</a:t>
            </a:r>
            <a:r>
              <a:rPr lang="en-US"/>
              <a:t>, pulvinar </a:t>
            </a:r>
            <a:r>
              <a:rPr lang="en-US" err="1"/>
              <a:t>eget</a:t>
            </a:r>
            <a:r>
              <a:rPr lang="en-US"/>
              <a:t> porta et, </a:t>
            </a:r>
            <a:r>
              <a:rPr lang="en-US" err="1"/>
              <a:t>elementum</a:t>
            </a:r>
            <a:r>
              <a:rPr lang="en-US"/>
              <a:t> </a:t>
            </a:r>
            <a:r>
              <a:rPr lang="en-US" err="1"/>
              <a:t>eget</a:t>
            </a:r>
            <a:r>
              <a:rPr lang="en-US"/>
              <a:t> </a:t>
            </a:r>
            <a:r>
              <a:rPr lang="en-US" err="1"/>
              <a:t>arcu</a:t>
            </a:r>
            <a:r>
              <a:rPr lang="en-US"/>
              <a:t>. </a:t>
            </a:r>
          </a:p>
          <a:p>
            <a:r>
              <a:rPr lang="en-US" err="1"/>
              <a:t>Curabitur</a:t>
            </a:r>
            <a:r>
              <a:rPr lang="en-US"/>
              <a:t> </a:t>
            </a:r>
            <a:r>
              <a:rPr lang="en-US" err="1"/>
              <a:t>egestas</a:t>
            </a:r>
            <a:r>
              <a:rPr lang="en-US"/>
              <a:t>, </a:t>
            </a:r>
            <a:r>
              <a:rPr lang="en-US" err="1"/>
              <a:t>lacus</a:t>
            </a:r>
            <a:r>
              <a:rPr lang="en-US"/>
              <a:t> id </a:t>
            </a:r>
            <a:r>
              <a:rPr lang="en-US" err="1"/>
              <a:t>venenatis</a:t>
            </a:r>
            <a:r>
              <a:rPr lang="en-US"/>
              <a:t> </a:t>
            </a:r>
            <a:r>
              <a:rPr lang="en-US" err="1"/>
              <a:t>venenatis</a:t>
            </a:r>
            <a:r>
              <a:rPr lang="en-US"/>
              <a:t>, </a:t>
            </a:r>
            <a:r>
              <a:rPr lang="en-US" err="1"/>
              <a:t>sapien</a:t>
            </a:r>
            <a:r>
              <a:rPr lang="en-US"/>
              <a:t> </a:t>
            </a:r>
            <a:r>
              <a:rPr lang="en-US" err="1"/>
              <a:t>justo</a:t>
            </a:r>
            <a:r>
              <a:rPr lang="en-US"/>
              <a:t> </a:t>
            </a:r>
            <a:r>
              <a:rPr lang="en-US" err="1"/>
              <a:t>mattis</a:t>
            </a:r>
            <a:r>
              <a:rPr lang="en-US"/>
              <a:t> </a:t>
            </a:r>
            <a:r>
              <a:rPr lang="en-US" err="1"/>
              <a:t>urna</a:t>
            </a:r>
            <a:r>
              <a:rPr lang="en-US"/>
              <a:t>, </a:t>
            </a:r>
            <a:r>
              <a:rPr lang="en-US" err="1"/>
              <a:t>eget</a:t>
            </a:r>
            <a:r>
              <a:rPr lang="en-US"/>
              <a:t> </a:t>
            </a:r>
            <a:r>
              <a:rPr lang="en-US" err="1"/>
              <a:t>vehicula</a:t>
            </a:r>
            <a:r>
              <a:rPr lang="en-US"/>
              <a:t> </a:t>
            </a:r>
            <a:r>
              <a:rPr lang="en-US" err="1"/>
              <a:t>felis</a:t>
            </a:r>
            <a:r>
              <a:rPr lang="en-US"/>
              <a:t> ipsum sed </a:t>
            </a:r>
            <a:r>
              <a:rPr lang="en-US" err="1"/>
              <a:t>orci</a:t>
            </a:r>
            <a:r>
              <a:rPr lang="en-US"/>
              <a:t>. Duis sed dictum </a:t>
            </a:r>
            <a:r>
              <a:rPr lang="en-US" err="1"/>
              <a:t>elit</a:t>
            </a:r>
            <a:r>
              <a:rPr lang="en-US"/>
              <a:t>, </a:t>
            </a:r>
            <a:r>
              <a:rPr lang="en-US" err="1"/>
              <a:t>eu</a:t>
            </a:r>
            <a:r>
              <a:rPr lang="en-US"/>
              <a:t> </a:t>
            </a:r>
            <a:r>
              <a:rPr lang="en-US" err="1"/>
              <a:t>consequat</a:t>
            </a:r>
            <a:r>
              <a:rPr lang="en-US"/>
              <a:t> </a:t>
            </a:r>
            <a:r>
              <a:rPr lang="en-US" err="1"/>
              <a:t>risus</a:t>
            </a:r>
            <a:r>
              <a:rPr lang="en-US"/>
              <a:t>. Maecenas </a:t>
            </a:r>
            <a:r>
              <a:rPr lang="en-US" err="1"/>
              <a:t>pretium</a:t>
            </a:r>
            <a:r>
              <a:rPr lang="en-US"/>
              <a:t> </a:t>
            </a:r>
            <a:r>
              <a:rPr lang="en-US" err="1"/>
              <a:t>tempor</a:t>
            </a:r>
            <a:r>
              <a:rPr lang="en-US"/>
              <a:t> </a:t>
            </a:r>
            <a:r>
              <a:rPr lang="en-US" err="1"/>
              <a:t>augue</a:t>
            </a:r>
            <a:r>
              <a:rPr lang="en-US"/>
              <a:t>, et </a:t>
            </a:r>
            <a:r>
              <a:rPr lang="en-US" err="1"/>
              <a:t>venenatis</a:t>
            </a:r>
            <a:r>
              <a:rPr lang="en-US"/>
              <a:t> </a:t>
            </a:r>
            <a:r>
              <a:rPr lang="en-US" err="1"/>
              <a:t>felis</a:t>
            </a:r>
            <a:r>
              <a:rPr lang="en-US"/>
              <a:t> </a:t>
            </a:r>
            <a:r>
              <a:rPr lang="en-US" err="1"/>
              <a:t>blandit</a:t>
            </a:r>
            <a:r>
              <a:rPr lang="en-US"/>
              <a:t> et. </a:t>
            </a:r>
            <a:r>
              <a:rPr lang="en-US" err="1"/>
              <a:t>Proin</a:t>
            </a:r>
            <a:r>
              <a:rPr lang="en-US"/>
              <a:t> vel </a:t>
            </a:r>
            <a:r>
              <a:rPr lang="en-US" err="1"/>
              <a:t>sollicitudin</a:t>
            </a:r>
            <a:r>
              <a:rPr lang="en-US"/>
              <a:t> </a:t>
            </a:r>
            <a:r>
              <a:rPr lang="en-US" err="1"/>
              <a:t>nisl</a:t>
            </a:r>
            <a:r>
              <a:rPr lang="en-US"/>
              <a:t>, et </a:t>
            </a:r>
            <a:r>
              <a:rPr lang="en-US" err="1"/>
              <a:t>pellentesque</a:t>
            </a:r>
            <a:r>
              <a:rPr lang="en-US"/>
              <a:t> </a:t>
            </a:r>
            <a:r>
              <a:rPr lang="en-US" err="1"/>
              <a:t>mauris</a:t>
            </a:r>
            <a:r>
              <a:rPr lang="en-US"/>
              <a:t>. </a:t>
            </a:r>
            <a:r>
              <a:rPr lang="en-US" err="1"/>
              <a:t>Proin</a:t>
            </a:r>
            <a:r>
              <a:rPr lang="en-US"/>
              <a:t> </a:t>
            </a:r>
            <a:r>
              <a:rPr lang="en-US" err="1"/>
              <a:t>odio</a:t>
            </a:r>
            <a:r>
              <a:rPr lang="en-US"/>
              <a:t> ante, </a:t>
            </a:r>
            <a:r>
              <a:rPr lang="en-US" err="1"/>
              <a:t>eu</a:t>
            </a:r>
            <a:r>
              <a:rPr lang="en-US"/>
              <a:t> lacinia </a:t>
            </a:r>
            <a:r>
              <a:rPr lang="en-US" err="1"/>
              <a:t>quam</a:t>
            </a:r>
            <a:r>
              <a:rPr lang="en-US"/>
              <a:t> </a:t>
            </a:r>
            <a:r>
              <a:rPr lang="en-US" err="1"/>
              <a:t>sollicitudin</a:t>
            </a:r>
            <a:r>
              <a:rPr lang="en-US"/>
              <a:t> </a:t>
            </a:r>
            <a:r>
              <a:rPr lang="en-US" err="1"/>
              <a:t>nec</a:t>
            </a:r>
            <a:r>
              <a:rPr lang="en-US"/>
              <a:t>. Sed </a:t>
            </a:r>
            <a:r>
              <a:rPr lang="en-US" err="1"/>
              <a:t>nec</a:t>
            </a:r>
            <a:r>
              <a:rPr lang="en-US"/>
              <a:t> tempus </a:t>
            </a:r>
            <a:r>
              <a:rPr lang="en-US" err="1"/>
              <a:t>arcu</a:t>
            </a:r>
            <a:r>
              <a:rPr lang="en-US"/>
              <a:t>. Nunc </a:t>
            </a:r>
            <a:r>
              <a:rPr lang="en-US" err="1"/>
              <a:t>tincidunt</a:t>
            </a:r>
            <a:r>
              <a:rPr lang="en-US"/>
              <a:t> et </a:t>
            </a:r>
            <a:r>
              <a:rPr lang="en-US" err="1"/>
              <a:t>neque</a:t>
            </a:r>
            <a:r>
              <a:rPr lang="en-US"/>
              <a:t> </a:t>
            </a:r>
            <a:r>
              <a:rPr lang="en-US" err="1"/>
              <a:t>pellentesque</a:t>
            </a:r>
            <a:r>
              <a:rPr lang="en-US"/>
              <a:t> pharetra. Cras </a:t>
            </a:r>
            <a:r>
              <a:rPr lang="en-US" err="1"/>
              <a:t>feugiat</a:t>
            </a:r>
            <a:r>
              <a:rPr lang="en-US"/>
              <a:t> lorem </a:t>
            </a:r>
            <a:r>
              <a:rPr lang="en-US" err="1"/>
              <a:t>consectetur</a:t>
            </a:r>
            <a:r>
              <a:rPr lang="en-US"/>
              <a:t> </a:t>
            </a:r>
            <a:r>
              <a:rPr lang="en-US" err="1"/>
              <a:t>ornare</a:t>
            </a:r>
            <a:r>
              <a:rPr lang="en-US"/>
              <a:t> </a:t>
            </a:r>
            <a:r>
              <a:rPr lang="en-US" err="1"/>
              <a:t>eleifend</a:t>
            </a:r>
            <a:r>
              <a:rPr lang="en-US"/>
              <a:t>.</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16"/>
          </p:nvPr>
        </p:nvSpPr>
        <p:spPr/>
        <p:txBody>
          <a:bodyPr/>
          <a:lstStyle/>
          <a:p>
            <a:pPr lvl="1"/>
            <a:r>
              <a:rPr lang="en-US"/>
              <a:t>Lorem ipsum dolor sit </a:t>
            </a:r>
            <a:r>
              <a:rPr lang="en-US" err="1"/>
              <a:t>amet</a:t>
            </a:r>
            <a:r>
              <a:rPr lang="en-US"/>
              <a:t>, </a:t>
            </a:r>
            <a:r>
              <a:rPr lang="en-US" err="1"/>
              <a:t>consect</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endParaRPr lang="en-US"/>
          </a:p>
          <a:p>
            <a:pPr lvl="1"/>
            <a:r>
              <a:rPr lang="en-US" err="1"/>
              <a:t>Interdum</a:t>
            </a:r>
            <a:r>
              <a:rPr lang="en-US"/>
              <a:t> </a:t>
            </a:r>
            <a:r>
              <a:rPr lang="en-US" err="1"/>
              <a:t>malesu</a:t>
            </a:r>
            <a:r>
              <a:rPr lang="en-US"/>
              <a:t> </a:t>
            </a:r>
            <a:r>
              <a:rPr lang="en-US" err="1"/>
              <a:t>ada</a:t>
            </a:r>
            <a:r>
              <a:rPr lang="en-US"/>
              <a:t> fames ac ante ipsum </a:t>
            </a:r>
            <a:r>
              <a:rPr lang="en-US" err="1"/>
              <a:t>primis</a:t>
            </a:r>
            <a:r>
              <a:rPr lang="en-US"/>
              <a:t> in </a:t>
            </a:r>
            <a:r>
              <a:rPr lang="en-US" err="1"/>
              <a:t>faucibus</a:t>
            </a:r>
            <a:endParaRPr lang="en-US"/>
          </a:p>
          <a:p>
            <a:pPr lvl="1"/>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endParaRPr lang="en-US"/>
          </a:p>
          <a:p>
            <a:pPr lvl="1"/>
            <a:r>
              <a:rPr lang="en-US"/>
              <a:t>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endParaRPr lang="en-US"/>
          </a:p>
          <a:p>
            <a:pPr lvl="1"/>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endParaRPr lang="en-US"/>
          </a:p>
          <a:p>
            <a:pPr lvl="1"/>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et, </a:t>
            </a:r>
            <a:r>
              <a:rPr lang="en-US" err="1"/>
              <a:t>volutpat</a:t>
            </a:r>
            <a:r>
              <a:rPr lang="en-US"/>
              <a:t> </a:t>
            </a:r>
            <a:r>
              <a:rPr lang="en-US" err="1"/>
              <a:t>ultric</a:t>
            </a:r>
            <a:r>
              <a:rPr lang="en-US"/>
              <a:t> </a:t>
            </a:r>
            <a:r>
              <a:rPr lang="en-US" err="1"/>
              <a:t>purus</a:t>
            </a:r>
            <a:endParaRPr lang="en-US"/>
          </a:p>
          <a:p>
            <a:r>
              <a:rPr lang="en-US"/>
              <a:t>.</a:t>
            </a:r>
          </a:p>
        </p:txBody>
      </p:sp>
    </p:spTree>
    <p:extLst>
      <p:ext uri="{BB962C8B-B14F-4D97-AF65-F5344CB8AC3E}">
        <p14:creationId xmlns:p14="http://schemas.microsoft.com/office/powerpoint/2010/main" val="72102933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6AF763FA-6957-93C7-567C-1F27497E4F0D}"/>
              </a:ext>
            </a:extLst>
          </p:cNvPr>
          <p:cNvSpPr>
            <a:spLocks noGrp="1"/>
          </p:cNvSpPr>
          <p:nvPr>
            <p:ph type="body" sz="quarter" idx="18"/>
          </p:nvPr>
        </p:nvSpPr>
        <p:spPr>
          <a:xfrm>
            <a:off x="6315228" y="-1445558"/>
            <a:ext cx="5376472" cy="10772180"/>
          </a:xfrm>
        </p:spPr>
        <p:txBody>
          <a:bodyPr/>
          <a:lstStyle/>
          <a:p>
            <a:r>
              <a:rPr lang="en-US" dirty="0"/>
              <a:t>2</a:t>
            </a:r>
          </a:p>
        </p:txBody>
      </p:sp>
      <p:sp>
        <p:nvSpPr>
          <p:cNvPr id="3" name="Title 2">
            <a:extLst>
              <a:ext uri="{FF2B5EF4-FFF2-40B4-BE49-F238E27FC236}">
                <a16:creationId xmlns:a16="http://schemas.microsoft.com/office/drawing/2014/main" id="{9579F0CD-6E24-4A07-B3D5-00B4A29F4E85}"/>
              </a:ext>
              <a:ext uri="{C183D7F6-B498-43B3-948B-1728B52AA6E4}">
                <adec:decorative xmlns:adec="http://schemas.microsoft.com/office/drawing/2017/decorative" val="1"/>
              </a:ext>
            </a:extLst>
          </p:cNvPr>
          <p:cNvSpPr>
            <a:spLocks noGrp="1"/>
          </p:cNvSpPr>
          <p:nvPr>
            <p:ph type="ctrTitle"/>
          </p:nvPr>
        </p:nvSpPr>
        <p:spPr/>
        <p:txBody>
          <a:bodyPr/>
          <a:lstStyle/>
          <a:p>
            <a:r>
              <a:rPr lang="en-US" dirty="0"/>
              <a:t>Impact Layouts</a:t>
            </a:r>
          </a:p>
        </p:txBody>
      </p:sp>
    </p:spTree>
    <p:extLst>
      <p:ext uri="{BB962C8B-B14F-4D97-AF65-F5344CB8AC3E}">
        <p14:creationId xmlns:p14="http://schemas.microsoft.com/office/powerpoint/2010/main" val="38729146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Short Text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6"/>
          </p:nvPr>
        </p:nvSpPr>
        <p:spPr/>
        <p:txBody>
          <a:bodyPr/>
          <a:lstStyle/>
          <a:p>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ante in </a:t>
            </a:r>
            <a:r>
              <a:rPr lang="en-US" err="1"/>
              <a:t>lectus</a:t>
            </a:r>
            <a:r>
              <a:rPr lang="en-US"/>
              <a:t>. Cras </a:t>
            </a:r>
            <a:r>
              <a:rPr lang="en-US" err="1"/>
              <a:t>placerat</a:t>
            </a:r>
            <a:r>
              <a:rPr lang="en-US"/>
              <a:t> set dit elit</a:t>
            </a:r>
            <a:br>
              <a:rPr lang="en-US"/>
            </a:b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a:t>
            </a:r>
            <a:r>
              <a:rPr lang="en-US"/>
              <a:t> </a:t>
            </a:r>
            <a:r>
              <a:rPr lang="en-US" err="1"/>
              <a:t>tristique</a:t>
            </a:r>
            <a:r>
              <a:rPr lang="en-US"/>
              <a:t> </a:t>
            </a:r>
            <a:r>
              <a:rPr lang="en-US" err="1"/>
              <a:t>ullamcorper</a:t>
            </a:r>
            <a:r>
              <a:rPr lang="en-US"/>
              <a:t>. </a:t>
            </a:r>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volutpat</a:t>
            </a:r>
            <a:r>
              <a:rPr lang="en-US"/>
              <a:t> </a:t>
            </a:r>
            <a:r>
              <a:rPr lang="en-US" err="1"/>
              <a:t>ultrices</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fringia</a:t>
            </a:r>
            <a:r>
              <a:rPr lang="en-US"/>
              <a:t> </a:t>
            </a:r>
            <a:r>
              <a:rPr lang="en-US" err="1"/>
              <a:t>polestir</a:t>
            </a:r>
            <a:r>
              <a:rPr lang="en-US"/>
              <a:t> </a:t>
            </a:r>
            <a:r>
              <a:rPr lang="en-US" err="1"/>
              <a:t>fringilla</a:t>
            </a:r>
            <a:r>
              <a:rPr lang="en-US"/>
              <a:t>. Sed </a:t>
            </a:r>
            <a:r>
              <a:rPr lang="en-US" err="1"/>
              <a:t>luctus</a:t>
            </a:r>
            <a:r>
              <a:rPr lang="en-US"/>
              <a:t>, nisi at </a:t>
            </a: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malesuada</a:t>
            </a:r>
            <a:r>
              <a:rPr lang="en-US"/>
              <a:t> </a:t>
            </a:r>
            <a:r>
              <a:rPr lang="en-US" err="1"/>
              <a:t>commodo</a:t>
            </a:r>
            <a:r>
              <a:rPr lang="en-US"/>
              <a:t>  </a:t>
            </a:r>
            <a:r>
              <a:rPr lang="en-US" err="1"/>
              <a:t>metus</a:t>
            </a:r>
            <a:r>
              <a:rPr lang="en-US"/>
              <a:t> </a:t>
            </a:r>
            <a:r>
              <a:rPr lang="en-US" err="1"/>
              <a:t>eget</a:t>
            </a:r>
            <a:r>
              <a:rPr lang="en-US"/>
              <a:t> </a:t>
            </a:r>
            <a:r>
              <a:rPr lang="en-US" err="1"/>
              <a:t>sapien</a:t>
            </a:r>
            <a:r>
              <a:rPr lang="en-US"/>
              <a:t>. Integer </a:t>
            </a:r>
            <a:r>
              <a:rPr lang="en-US" err="1"/>
              <a:t>tristi</a:t>
            </a:r>
            <a:r>
              <a:rPr lang="en-US"/>
              <a:t> </a:t>
            </a:r>
            <a:r>
              <a:rPr lang="en-US" err="1"/>
              <a:t>tincidunt</a:t>
            </a:r>
            <a:r>
              <a:rPr lang="en-US"/>
              <a:t> </a:t>
            </a:r>
            <a:r>
              <a:rPr lang="en-US" err="1"/>
              <a:t>est</a:t>
            </a:r>
            <a:r>
              <a:rPr lang="en-US"/>
              <a:t>, in </a:t>
            </a:r>
            <a:r>
              <a:rPr lang="en-US" err="1"/>
              <a:t>volutpat</a:t>
            </a:r>
            <a:r>
              <a:rPr lang="en-US"/>
              <a:t> </a:t>
            </a:r>
            <a:r>
              <a:rPr lang="en-US" err="1"/>
              <a:t>metus</a:t>
            </a:r>
            <a:r>
              <a:rPr lang="en-US"/>
              <a:t> </a:t>
            </a:r>
            <a:r>
              <a:rPr lang="en-US" err="1"/>
              <a:t>suscipit</a:t>
            </a:r>
            <a:r>
              <a:rPr lang="en-US"/>
              <a:t> </a:t>
            </a:r>
            <a:r>
              <a:rPr lang="en-US" err="1"/>
              <a:t>quis</a:t>
            </a:r>
            <a:r>
              <a:rPr lang="en-US"/>
              <a:t>. In </a:t>
            </a:r>
            <a:r>
              <a:rPr lang="en-US" err="1"/>
              <a:t>hac</a:t>
            </a:r>
            <a:r>
              <a:rPr lang="en-US"/>
              <a:t> </a:t>
            </a:r>
            <a:r>
              <a:rPr lang="en-US" err="1"/>
              <a:t>habitasse</a:t>
            </a:r>
            <a:r>
              <a:rPr lang="en-US"/>
              <a:t> </a:t>
            </a:r>
            <a:r>
              <a:rPr lang="en-US" err="1"/>
              <a:t>platea</a:t>
            </a:r>
            <a:r>
              <a:rPr lang="en-US"/>
              <a:t>.</a:t>
            </a:r>
          </a:p>
        </p:txBody>
      </p:sp>
    </p:spTree>
    <p:extLst>
      <p:ext uri="{BB962C8B-B14F-4D97-AF65-F5344CB8AC3E}">
        <p14:creationId xmlns:p14="http://schemas.microsoft.com/office/powerpoint/2010/main" val="12234599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Middle Layout</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type="body" sz="quarter" idx="19"/>
          </p:nvPr>
        </p:nvSpPr>
        <p:spPr>
          <a:xfrm>
            <a:off x="923544" y="3965250"/>
            <a:ext cx="4059936" cy="2193144"/>
          </a:xfrm>
        </p:spPr>
        <p:txBody>
          <a:bodyPr/>
          <a:lstStyle/>
          <a:p>
            <a:pPr lvl="3"/>
            <a:r>
              <a:rPr lang="en-US"/>
              <a:t>Lorem ipsum dolor sit </a:t>
            </a:r>
            <a:r>
              <a:rPr lang="en-US" err="1"/>
              <a:t>amet</a:t>
            </a:r>
            <a:r>
              <a:rPr lang="en-US"/>
              <a:t>, </a:t>
            </a:r>
            <a:r>
              <a:rPr lang="en-US" err="1"/>
              <a:t>consectetur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auctor </a:t>
            </a:r>
            <a:r>
              <a:rPr lang="en-US" err="1"/>
              <a:t>venenatis</a:t>
            </a:r>
            <a:r>
              <a:rPr lang="en-US"/>
              <a:t> </a:t>
            </a:r>
            <a:r>
              <a:rPr lang="en-US" err="1"/>
              <a:t>quam</a:t>
            </a:r>
            <a:r>
              <a:rPr lang="en-US"/>
              <a:t> </a:t>
            </a:r>
            <a:r>
              <a:rPr lang="en-US" err="1"/>
              <a:t>lectus</a:t>
            </a:r>
            <a:r>
              <a:rPr lang="en-US"/>
              <a:t>.</a:t>
            </a:r>
          </a:p>
          <a:p>
            <a:r>
              <a:rPr lang="en-US"/>
              <a:t>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a:t>Aenean pharetra </a:t>
            </a:r>
            <a:r>
              <a:rPr lang="en-US" err="1"/>
              <a:t>est</a:t>
            </a:r>
            <a:r>
              <a:rPr lang="en-US"/>
              <a:t> </a:t>
            </a:r>
            <a:r>
              <a:rPr lang="en-US" err="1"/>
              <a:t>purus</a:t>
            </a:r>
            <a:r>
              <a:rPr lang="en-US"/>
              <a:t> </a:t>
            </a:r>
            <a:r>
              <a:rPr lang="en-US" err="1"/>
              <a:t>sollicitudin</a:t>
            </a:r>
            <a:r>
              <a:rPr lang="en-US"/>
              <a:t> </a:t>
            </a:r>
            <a:r>
              <a:rPr lang="en-US" err="1"/>
              <a:t>tortor</a:t>
            </a:r>
            <a:r>
              <a:rPr lang="en-US"/>
              <a:t> </a:t>
            </a:r>
            <a:r>
              <a:rPr lang="en-US" err="1"/>
              <a:t>scelerisque</a:t>
            </a:r>
            <a:r>
              <a:rPr lang="en-US"/>
              <a:t> id. </a:t>
            </a:r>
            <a:r>
              <a:rPr lang="en-US" err="1"/>
              <a:t>Curabitur</a:t>
            </a:r>
            <a:r>
              <a:rPr lang="en-US"/>
              <a:t> </a:t>
            </a:r>
            <a:r>
              <a:rPr lang="en-US" err="1"/>
              <a:t>nec</a:t>
            </a:r>
            <a:r>
              <a:rPr lang="en-US"/>
              <a:t> </a:t>
            </a:r>
            <a:r>
              <a:rPr lang="en-US" err="1"/>
              <a:t>sapien</a:t>
            </a:r>
            <a:r>
              <a:rPr lang="en-US"/>
              <a:t> a </a:t>
            </a:r>
            <a:r>
              <a:rPr lang="en-US" err="1"/>
              <a:t>nulla</a:t>
            </a:r>
            <a:r>
              <a:rPr lang="en-US"/>
              <a:t> maximus </a:t>
            </a:r>
            <a:r>
              <a:rPr lang="en-US" err="1"/>
              <a:t>pretium</a:t>
            </a:r>
            <a:r>
              <a:rPr lang="en-US"/>
              <a:t> at </a:t>
            </a:r>
            <a:r>
              <a:rPr lang="en-US" err="1"/>
              <a:t>quis</a:t>
            </a:r>
            <a:r>
              <a:rPr lang="en-US"/>
              <a:t> </a:t>
            </a:r>
            <a:r>
              <a:rPr lang="en-US" err="1"/>
              <a:t>urna</a:t>
            </a:r>
            <a:r>
              <a:rPr lang="en-US"/>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18"/>
          </p:nvPr>
        </p:nvSpPr>
        <p:spPr/>
        <p:txBody>
          <a:bodyPr/>
          <a:lstStyle/>
          <a:p>
            <a:r>
              <a:rPr lang="en-US"/>
              <a:t>Lorem ipsum dolor sit </a:t>
            </a:r>
            <a:r>
              <a:rPr lang="en-US" err="1"/>
              <a:t>amet</a:t>
            </a:r>
            <a:r>
              <a:rPr lang="en-US"/>
              <a:t>, cone </a:t>
            </a:r>
            <a:r>
              <a:rPr lang="en-US" err="1"/>
              <a:t>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a:t>
            </a:r>
            <a:r>
              <a:rPr lang="en-US"/>
              <a:t> </a:t>
            </a:r>
            <a:r>
              <a:rPr lang="en-US" err="1"/>
              <a:t>cibus</a:t>
            </a:r>
            <a:r>
              <a:rPr lang="en-US"/>
              <a:t>. </a:t>
            </a:r>
            <a:r>
              <a:rPr lang="en-US" err="1"/>
              <a:t>Etiam</a:t>
            </a:r>
            <a:r>
              <a:rPr lang="en-US"/>
              <a:t> </a:t>
            </a:r>
            <a:r>
              <a:rPr lang="en-US" err="1"/>
              <a:t>ultricies</a:t>
            </a:r>
            <a:r>
              <a:rPr lang="en-US"/>
              <a:t>, </a:t>
            </a:r>
            <a:r>
              <a:rPr lang="en-US" err="1"/>
              <a:t>quam</a:t>
            </a:r>
            <a:r>
              <a:rPr lang="en-US"/>
              <a:t>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a:t>
            </a:r>
            <a:r>
              <a:rPr lang="en-US"/>
              <a:t> </a:t>
            </a:r>
            <a:r>
              <a:rPr lang="en-US" err="1"/>
              <a:t>lentesque</a:t>
            </a:r>
            <a:r>
              <a:rPr lang="en-US"/>
              <a:t>. </a:t>
            </a:r>
            <a:r>
              <a:rPr lang="en-US" err="1"/>
              <a:t>Suspendisse</a:t>
            </a:r>
            <a:r>
              <a:rPr lang="en-US"/>
              <a:t> sed </a:t>
            </a:r>
            <a:r>
              <a:rPr lang="en-US" err="1"/>
              <a:t>felis</a:t>
            </a:r>
            <a:r>
              <a:rPr lang="en-US"/>
              <a:t> </a:t>
            </a:r>
            <a:r>
              <a:rPr lang="en-US" err="1"/>
              <a:t>acmetus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a:t>
            </a:r>
            <a:r>
              <a:rPr lang="en-US" err="1"/>
              <a:t>Sedtus</a:t>
            </a:r>
            <a:r>
              <a:rPr lang="en-US"/>
              <a:t>, nisi at </a:t>
            </a: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commodo</a:t>
            </a:r>
            <a:r>
              <a:rPr lang="en-US"/>
              <a:t>  </a:t>
            </a:r>
            <a:r>
              <a:rPr lang="en-US" err="1"/>
              <a:t>metus</a:t>
            </a:r>
            <a:r>
              <a:rPr lang="en-US"/>
              <a:t> </a:t>
            </a:r>
            <a:r>
              <a:rPr lang="en-US" err="1"/>
              <a:t>eget</a:t>
            </a:r>
            <a:r>
              <a:rPr lang="en-US"/>
              <a:t> sap. Integer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a:t>
            </a:r>
            <a:r>
              <a:rPr lang="en-US"/>
              <a:t>.</a:t>
            </a:r>
          </a:p>
          <a:p>
            <a:r>
              <a:rPr lang="en-US"/>
              <a:t>Cras </a:t>
            </a:r>
            <a:r>
              <a:rPr lang="en-US" err="1"/>
              <a:t>aliquet</a:t>
            </a:r>
            <a:r>
              <a:rPr lang="en-US"/>
              <a:t> id </a:t>
            </a:r>
            <a:r>
              <a:rPr lang="en-US" err="1"/>
              <a:t>nibh</a:t>
            </a:r>
            <a:r>
              <a:rPr lang="en-US"/>
              <a:t> in </a:t>
            </a:r>
            <a:r>
              <a:rPr lang="en-US" err="1"/>
              <a:t>vulputate</a:t>
            </a:r>
            <a:r>
              <a:rPr lang="en-US"/>
              <a:t>. </a:t>
            </a:r>
            <a:r>
              <a:rPr lang="en-US" err="1"/>
              <a:t>Pellentesque</a:t>
            </a:r>
            <a:r>
              <a:rPr lang="en-US"/>
              <a:t> habitant </a:t>
            </a:r>
            <a:r>
              <a:rPr lang="en-US" err="1"/>
              <a:t>morbi</a:t>
            </a:r>
            <a:r>
              <a:rPr lang="en-US"/>
              <a:t> </a:t>
            </a:r>
            <a:r>
              <a:rPr lang="en-US" err="1"/>
              <a:t>tristi</a:t>
            </a:r>
            <a:r>
              <a:rPr lang="en-US"/>
              <a:t> </a:t>
            </a:r>
            <a:r>
              <a:rPr lang="en-US" err="1"/>
              <a:t>senectus</a:t>
            </a:r>
            <a:r>
              <a:rPr lang="en-US"/>
              <a:t> et </a:t>
            </a:r>
            <a:r>
              <a:rPr lang="en-US" err="1"/>
              <a:t>netus</a:t>
            </a:r>
            <a:r>
              <a:rPr lang="en-US"/>
              <a:t> et </a:t>
            </a:r>
            <a:r>
              <a:rPr lang="en-US" err="1"/>
              <a:t>malesuada</a:t>
            </a:r>
            <a:r>
              <a:rPr lang="en-US"/>
              <a:t> fames ac </a:t>
            </a:r>
            <a:r>
              <a:rPr lang="en-US" err="1"/>
              <a:t>turpis</a:t>
            </a:r>
            <a:r>
              <a:rPr lang="en-US"/>
              <a:t> </a:t>
            </a:r>
            <a:r>
              <a:rPr lang="en-US" err="1"/>
              <a:t>egestas</a:t>
            </a:r>
            <a:r>
              <a:rPr lang="en-US"/>
              <a: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7"/>
          </p:nvPr>
        </p:nvSpPr>
        <p:spPr/>
        <p:txBody>
          <a:bodyPr/>
          <a:lstStyle/>
          <a:p>
            <a:r>
              <a:rPr lang="en-US" err="1"/>
              <a:t>Nullam</a:t>
            </a:r>
            <a:r>
              <a:rPr lang="en-US"/>
              <a:t> </a:t>
            </a:r>
            <a:r>
              <a:rPr lang="en-US" err="1"/>
              <a:t>congue</a:t>
            </a:r>
            <a:r>
              <a:rPr lang="en-US"/>
              <a:t> </a:t>
            </a:r>
            <a:r>
              <a:rPr lang="en-US" err="1"/>
              <a:t>vehicula</a:t>
            </a:r>
            <a:r>
              <a:rPr lang="en-US"/>
              <a:t> </a:t>
            </a:r>
            <a:r>
              <a:rPr lang="en-US" err="1"/>
              <a:t>ideotem</a:t>
            </a:r>
            <a:r>
              <a:rPr lang="en-US"/>
              <a:t> vestibulum at lorem </a:t>
            </a:r>
            <a:r>
              <a:rPr lang="en-US" err="1"/>
              <a:t>cond</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sed </a:t>
            </a:r>
            <a:r>
              <a:rPr lang="en-US" err="1"/>
              <a:t>viverra</a:t>
            </a:r>
            <a:r>
              <a:rPr lang="en-US"/>
              <a:t>. </a:t>
            </a:r>
            <a:r>
              <a:rPr lang="en-US" err="1"/>
              <a:t>Etiam</a:t>
            </a:r>
            <a:r>
              <a:rPr lang="en-US"/>
              <a:t> curs porta </a:t>
            </a:r>
            <a:r>
              <a:rPr lang="en-US" err="1"/>
              <a:t>orci</a:t>
            </a:r>
            <a:r>
              <a:rPr lang="en-US"/>
              <a:t>, </a:t>
            </a:r>
            <a:r>
              <a:rPr lang="en-US" err="1"/>
              <a:t>eu</a:t>
            </a:r>
            <a:r>
              <a:rPr lang="en-US"/>
              <a:t> </a:t>
            </a:r>
            <a:r>
              <a:rPr lang="en-US" err="1"/>
              <a:t>vulputate</a:t>
            </a:r>
            <a:r>
              <a:rPr lang="en-US"/>
              <a:t> magna </a:t>
            </a:r>
            <a:r>
              <a:rPr lang="en-US" err="1"/>
              <a:t>sagittis</a:t>
            </a:r>
            <a:r>
              <a:rPr lang="en-US"/>
              <a:t> sed. Nunc ac inter-</a:t>
            </a:r>
            <a:r>
              <a:rPr lang="en-US" err="1"/>
              <a:t>dum</a:t>
            </a:r>
            <a:r>
              <a:rPr lang="en-US"/>
              <a:t> ex. Integer vitae ipsum vel </a:t>
            </a:r>
            <a:r>
              <a:rPr lang="en-US" err="1"/>
              <a:t>metus</a:t>
            </a:r>
            <a:r>
              <a:rPr lang="en-US"/>
              <a:t> </a:t>
            </a:r>
            <a:r>
              <a:rPr lang="en-US" err="1"/>
              <a:t>vehicula</a:t>
            </a:r>
            <a:r>
              <a:rPr lang="en-US"/>
              <a:t> </a:t>
            </a:r>
            <a:r>
              <a:rPr lang="en-US" err="1"/>
              <a:t>malesuada</a:t>
            </a:r>
            <a:r>
              <a:rPr lang="en-US"/>
              <a:t>. </a:t>
            </a:r>
            <a:r>
              <a:rPr lang="en-US" err="1"/>
              <a:t>Cura</a:t>
            </a:r>
            <a:r>
              <a:rPr lang="en-US"/>
              <a:t> </a:t>
            </a:r>
            <a:r>
              <a:rPr lang="en-US" err="1"/>
              <a:t>pabitur</a:t>
            </a:r>
            <a:r>
              <a:rPr lang="en-US"/>
              <a:t> </a:t>
            </a:r>
            <a:r>
              <a:rPr lang="en-US" err="1"/>
              <a:t>polestir</a:t>
            </a:r>
            <a:r>
              <a:rPr lang="en-US"/>
              <a:t> sit </a:t>
            </a:r>
            <a:r>
              <a:rPr lang="en-US" err="1"/>
              <a:t>amet</a:t>
            </a:r>
            <a:r>
              <a:rPr lang="en-US"/>
              <a:t> </a:t>
            </a:r>
            <a:r>
              <a:rPr lang="en-US" err="1"/>
              <a:t>tortor</a:t>
            </a:r>
            <a:r>
              <a:rPr lang="en-US"/>
              <a:t> vel </a:t>
            </a:r>
            <a:r>
              <a:rPr lang="en-US" err="1"/>
              <a:t>rutrum</a:t>
            </a:r>
            <a:r>
              <a:rPr lang="en-US"/>
              <a:t>. </a:t>
            </a:r>
            <a:r>
              <a:rPr lang="en-US" err="1"/>
              <a:t>Fusce</a:t>
            </a:r>
            <a:r>
              <a:rPr lang="en-US"/>
              <a:t> </a:t>
            </a:r>
            <a:r>
              <a:rPr lang="en-US" err="1"/>
              <a:t>dignissim</a:t>
            </a:r>
            <a:r>
              <a:rPr lang="en-US"/>
              <a:t>, dolor </a:t>
            </a:r>
            <a:r>
              <a:rPr lang="en-US" err="1"/>
              <a:t>nec</a:t>
            </a:r>
            <a:r>
              <a:rPr lang="en-US"/>
              <a:t> </a:t>
            </a:r>
            <a:r>
              <a:rPr lang="en-US" err="1"/>
              <a:t>finibus</a:t>
            </a:r>
            <a:r>
              <a:rPr lang="en-US"/>
              <a:t> </a:t>
            </a:r>
            <a:r>
              <a:rPr lang="en-US" err="1"/>
              <a:t>bibendum</a:t>
            </a:r>
            <a:r>
              <a:rPr lang="en-US"/>
              <a:t>, </a:t>
            </a:r>
            <a:r>
              <a:rPr lang="en-US" err="1"/>
              <a:t>velit</a:t>
            </a:r>
            <a:r>
              <a:rPr lang="en-US"/>
              <a:t> </a:t>
            </a:r>
            <a:r>
              <a:rPr lang="en-US" err="1"/>
              <a:t>purustem</a:t>
            </a:r>
            <a:r>
              <a:rPr lang="en-US"/>
              <a:t> or dolor, </a:t>
            </a:r>
            <a:r>
              <a:rPr lang="en-US" err="1"/>
              <a:t>quis</a:t>
            </a:r>
            <a:r>
              <a:rPr lang="en-US"/>
              <a:t> </a:t>
            </a:r>
            <a:r>
              <a:rPr lang="en-US" err="1"/>
              <a:t>iaculis</a:t>
            </a:r>
            <a:r>
              <a:rPr lang="en-US"/>
              <a:t> libero </a:t>
            </a:r>
            <a:r>
              <a:rPr lang="en-US" err="1"/>
              <a:t>purus</a:t>
            </a:r>
            <a:r>
              <a:rPr lang="en-US"/>
              <a:t> </a:t>
            </a:r>
            <a:r>
              <a:rPr lang="en-US" err="1"/>
              <a:t>quis</a:t>
            </a:r>
            <a:r>
              <a:rPr lang="en-US"/>
              <a:t> lorem. </a:t>
            </a:r>
          </a:p>
          <a:p>
            <a:r>
              <a:rPr lang="en-US" err="1"/>
              <a:t>Aliquam</a:t>
            </a:r>
            <a:r>
              <a:rPr lang="en-US"/>
              <a:t> </a:t>
            </a:r>
            <a:r>
              <a:rPr lang="en-US" err="1"/>
              <a:t>sagittis</a:t>
            </a:r>
            <a:r>
              <a:rPr lang="en-US"/>
              <a:t>, </a:t>
            </a:r>
            <a:r>
              <a:rPr lang="en-US" err="1"/>
              <a:t>risus</a:t>
            </a:r>
            <a:r>
              <a:rPr lang="en-US"/>
              <a:t> </a:t>
            </a:r>
            <a:r>
              <a:rPr lang="en-US" err="1"/>
              <a:t>eu</a:t>
            </a:r>
            <a:r>
              <a:rPr lang="en-US"/>
              <a:t> </a:t>
            </a:r>
            <a:r>
              <a:rPr lang="en-US" err="1"/>
              <a:t>pretium</a:t>
            </a:r>
            <a:r>
              <a:rPr lang="en-US"/>
              <a:t> </a:t>
            </a:r>
            <a:r>
              <a:rPr lang="en-US" err="1"/>
              <a:t>commodo</a:t>
            </a:r>
            <a:r>
              <a:rPr lang="en-US"/>
              <a:t>, </a:t>
            </a:r>
            <a:r>
              <a:rPr lang="en-US" err="1"/>
              <a:t>justo</a:t>
            </a:r>
            <a:r>
              <a:rPr lang="en-US"/>
              <a:t> </a:t>
            </a:r>
            <a:r>
              <a:rPr lang="en-US" err="1"/>
              <a:t>metus</a:t>
            </a:r>
            <a:r>
              <a:rPr lang="en-US"/>
              <a:t> </a:t>
            </a:r>
            <a:r>
              <a:rPr lang="en-US" err="1"/>
              <a:t>placerat</a:t>
            </a:r>
            <a:r>
              <a:rPr lang="en-US"/>
              <a:t> </a:t>
            </a:r>
            <a:r>
              <a:rPr lang="en-US" err="1"/>
              <a:t>leo</a:t>
            </a:r>
            <a:r>
              <a:rPr lang="en-US"/>
              <a:t>, </a:t>
            </a:r>
            <a:r>
              <a:rPr lang="en-US" err="1"/>
              <a:t>eu</a:t>
            </a:r>
            <a:r>
              <a:rPr lang="en-US"/>
              <a:t> convallis </a:t>
            </a:r>
            <a:r>
              <a:rPr lang="en-US" err="1"/>
              <a:t>lectus</a:t>
            </a:r>
            <a:r>
              <a:rPr lang="en-US"/>
              <a:t> </a:t>
            </a:r>
            <a:r>
              <a:rPr lang="en-US" err="1"/>
              <a:t>nunc</a:t>
            </a:r>
            <a:r>
              <a:rPr lang="en-US"/>
              <a:t> </a:t>
            </a:r>
            <a:r>
              <a:rPr lang="en-US" err="1"/>
              <a:t>ut</a:t>
            </a:r>
            <a:r>
              <a:rPr lang="en-US"/>
              <a:t> lorem. Donec dui </a:t>
            </a:r>
            <a:r>
              <a:rPr lang="en-US" err="1"/>
              <a:t>quis</a:t>
            </a:r>
            <a:r>
              <a:rPr lang="en-US"/>
              <a:t> </a:t>
            </a:r>
            <a:r>
              <a:rPr lang="en-US" err="1"/>
              <a:t>velit</a:t>
            </a:r>
            <a:r>
              <a:rPr lang="en-US"/>
              <a:t> </a:t>
            </a:r>
            <a:r>
              <a:rPr lang="en-US" err="1"/>
              <a:t>hend-erit</a:t>
            </a:r>
            <a:r>
              <a:rPr lang="en-US"/>
              <a:t> </a:t>
            </a:r>
            <a:r>
              <a:rPr lang="en-US" err="1"/>
              <a:t>mollis</a:t>
            </a:r>
            <a:r>
              <a:rPr lang="en-US"/>
              <a:t>. </a:t>
            </a:r>
            <a:r>
              <a:rPr lang="en-US" err="1"/>
              <a:t>Suspendisse</a:t>
            </a:r>
            <a:r>
              <a:rPr lang="en-US"/>
              <a:t> </a:t>
            </a:r>
            <a:r>
              <a:rPr lang="en-US" err="1"/>
              <a:t>necagna</a:t>
            </a:r>
            <a:r>
              <a:rPr lang="en-US"/>
              <a:t> </a:t>
            </a:r>
            <a:r>
              <a:rPr lang="en-US" err="1"/>
              <a:t>tincidunt</a:t>
            </a:r>
            <a:r>
              <a:rPr lang="en-US"/>
              <a:t>, semper dolor. </a:t>
            </a:r>
            <a:r>
              <a:rPr lang="en-US" err="1"/>
              <a:t>Praesent</a:t>
            </a:r>
            <a:r>
              <a:rPr lang="en-US"/>
              <a:t> </a:t>
            </a:r>
            <a:r>
              <a:rPr lang="en-US" err="1"/>
              <a:t>commodo</a:t>
            </a:r>
            <a:r>
              <a:rPr lang="en-US"/>
              <a:t> </a:t>
            </a:r>
            <a:r>
              <a:rPr lang="en-US" err="1"/>
              <a:t>urna</a:t>
            </a:r>
            <a:r>
              <a:rPr lang="en-US"/>
              <a:t> ac </a:t>
            </a:r>
            <a:r>
              <a:rPr lang="en-US" err="1"/>
              <a:t>bibendum</a:t>
            </a:r>
            <a:r>
              <a:rPr lang="en-US"/>
              <a:t> pulvinar. Maecenas </a:t>
            </a:r>
            <a:r>
              <a:rPr lang="en-US" err="1"/>
              <a:t>pellentesque</a:t>
            </a:r>
            <a:r>
              <a:rPr lang="en-US"/>
              <a:t> cursus </a:t>
            </a:r>
            <a:r>
              <a:rPr lang="en-US" err="1"/>
              <a:t>metus</a:t>
            </a:r>
            <a:r>
              <a:rPr lang="en-US"/>
              <a:t>, </a:t>
            </a:r>
            <a:r>
              <a:rPr lang="en-US" err="1"/>
              <a:t>eget</a:t>
            </a:r>
            <a:r>
              <a:rPr lang="en-US"/>
              <a:t> </a:t>
            </a:r>
            <a:r>
              <a:rPr lang="en-US" err="1"/>
              <a:t>egestas</a:t>
            </a:r>
            <a:r>
              <a:rPr lang="en-US"/>
              <a:t> </a:t>
            </a:r>
            <a:r>
              <a:rPr lang="en-US" err="1"/>
              <a:t>felis</a:t>
            </a:r>
            <a:r>
              <a:rPr lang="en-US"/>
              <a:t> </a:t>
            </a:r>
            <a:r>
              <a:rPr lang="en-US" err="1"/>
              <a:t>mollis</a:t>
            </a:r>
            <a:r>
              <a:rPr lang="en-US"/>
              <a:t> sit </a:t>
            </a:r>
            <a:r>
              <a:rPr lang="en-US" err="1"/>
              <a:t>amet</a:t>
            </a:r>
            <a:r>
              <a:rPr lang="en-US"/>
              <a:t>. </a:t>
            </a:r>
            <a:r>
              <a:rPr lang="en-US" err="1"/>
              <a:t>Curabitur</a:t>
            </a:r>
            <a:r>
              <a:rPr lang="en-US"/>
              <a:t> </a:t>
            </a:r>
            <a:r>
              <a:rPr lang="en-US" err="1"/>
              <a:t>faucibus</a:t>
            </a:r>
            <a:r>
              <a:rPr lang="en-US"/>
              <a:t>, </a:t>
            </a:r>
            <a:r>
              <a:rPr lang="en-US" err="1"/>
              <a:t>nulla</a:t>
            </a:r>
            <a:r>
              <a:rPr lang="en-US"/>
              <a:t> sed </a:t>
            </a:r>
            <a:r>
              <a:rPr lang="en-US" err="1"/>
              <a:t>interdum</a:t>
            </a:r>
            <a:r>
              <a:rPr lang="en-US"/>
              <a:t> cursus, </a:t>
            </a:r>
            <a:r>
              <a:rPr lang="en-US" err="1"/>
              <a:t>justo</a:t>
            </a:r>
            <a:r>
              <a:rPr lang="en-US"/>
              <a:t> ex cursus. In </a:t>
            </a:r>
            <a:r>
              <a:rPr lang="en-US" err="1"/>
              <a:t>mattis</a:t>
            </a:r>
            <a:r>
              <a:rPr lang="en-US"/>
              <a:t> </a:t>
            </a:r>
            <a:r>
              <a:rPr lang="en-US" err="1"/>
              <a:t>finibus</a:t>
            </a:r>
            <a:r>
              <a:rPr lang="en-US"/>
              <a:t> </a:t>
            </a:r>
            <a:r>
              <a:rPr lang="en-US" err="1"/>
              <a:t>neque</a:t>
            </a:r>
            <a:r>
              <a:rPr lang="en-US"/>
              <a:t>.</a:t>
            </a:r>
          </a:p>
        </p:txBody>
      </p:sp>
    </p:spTree>
    <p:extLst>
      <p:ext uri="{BB962C8B-B14F-4D97-AF65-F5344CB8AC3E}">
        <p14:creationId xmlns:p14="http://schemas.microsoft.com/office/powerpoint/2010/main" val="257253647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Panel Left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6"/>
          </p:nvPr>
        </p:nvSpPr>
        <p:spPr/>
        <p:txBody>
          <a:bodyPr/>
          <a:lstStyle/>
          <a:p>
            <a:pPr lvl="3"/>
            <a:r>
              <a:rPr lang="en-US" err="1"/>
              <a:t>Nullam</a:t>
            </a:r>
            <a:r>
              <a:rPr lang="en-US"/>
              <a:t> </a:t>
            </a:r>
            <a:r>
              <a:rPr lang="en-US" err="1"/>
              <a:t>congue</a:t>
            </a:r>
            <a:r>
              <a:rPr lang="en-US"/>
              <a:t> </a:t>
            </a:r>
            <a:r>
              <a:rPr lang="en-US" err="1"/>
              <a:t>vehicula</a:t>
            </a:r>
            <a:r>
              <a:rPr lang="en-US"/>
              <a:t> </a:t>
            </a:r>
            <a:r>
              <a:rPr lang="en-US" err="1"/>
              <a:t>odio</a:t>
            </a:r>
            <a:r>
              <a:rPr lang="en-US"/>
              <a:t> </a:t>
            </a:r>
            <a:r>
              <a:rPr lang="en-US" err="1"/>
              <a:t>ideo</a:t>
            </a:r>
            <a:r>
              <a:rPr lang="en-US"/>
              <a:t> tempus. Vestibulum at lorem </a:t>
            </a:r>
            <a:r>
              <a:rPr lang="en-US" err="1"/>
              <a:t>condimentum</a:t>
            </a:r>
            <a:r>
              <a:rPr lang="en-US"/>
              <a:t>, </a:t>
            </a:r>
            <a:r>
              <a:rPr lang="en-US" err="1"/>
              <a:t>mollis</a:t>
            </a:r>
            <a:r>
              <a:rPr lang="en-US"/>
              <a:t> </a:t>
            </a:r>
            <a:r>
              <a:rPr lang="en-US" err="1"/>
              <a:t>elit</a:t>
            </a:r>
            <a:r>
              <a:rPr lang="en-US"/>
              <a:t> sed, fermentum </a:t>
            </a:r>
            <a:r>
              <a:rPr lang="en-US" err="1"/>
              <a:t>massa</a:t>
            </a:r>
            <a:r>
              <a:rPr lang="en-US"/>
              <a:t>. </a:t>
            </a:r>
          </a:p>
          <a:p>
            <a:r>
              <a:rPr lang="en-US"/>
              <a:t>Nunc </a:t>
            </a:r>
            <a:r>
              <a:rPr lang="en-US" err="1"/>
              <a:t>rutrum</a:t>
            </a:r>
            <a:r>
              <a:rPr lang="en-US"/>
              <a:t> </a:t>
            </a:r>
            <a:r>
              <a:rPr lang="en-US" err="1"/>
              <a:t>blandit</a:t>
            </a:r>
            <a:r>
              <a:rPr lang="en-US"/>
              <a:t> </a:t>
            </a:r>
            <a:r>
              <a:rPr lang="en-US" err="1"/>
              <a:t>velit</a:t>
            </a:r>
            <a:r>
              <a:rPr lang="en-US"/>
              <a:t> sed </a:t>
            </a:r>
            <a:r>
              <a:rPr lang="en-US" err="1"/>
              <a:t>viverra</a:t>
            </a:r>
            <a:r>
              <a:rPr lang="en-US"/>
              <a:t>. </a:t>
            </a:r>
            <a:r>
              <a:rPr lang="en-US" err="1"/>
              <a:t>Etiam</a:t>
            </a:r>
            <a:r>
              <a:rPr lang="en-US"/>
              <a:t> cursus porta </a:t>
            </a:r>
            <a:r>
              <a:rPr lang="en-US" err="1"/>
              <a:t>orci</a:t>
            </a:r>
            <a:r>
              <a:rPr lang="en-US"/>
              <a:t>, </a:t>
            </a:r>
            <a:r>
              <a:rPr lang="en-US" err="1"/>
              <a:t>eu</a:t>
            </a:r>
            <a:r>
              <a:rPr lang="en-US"/>
              <a:t> </a:t>
            </a:r>
            <a:r>
              <a:rPr lang="en-US" err="1"/>
              <a:t>vulputate</a:t>
            </a:r>
            <a:r>
              <a:rPr lang="en-US"/>
              <a:t> magna </a:t>
            </a:r>
            <a:r>
              <a:rPr lang="en-US" err="1"/>
              <a:t>sagittis</a:t>
            </a:r>
            <a:r>
              <a:rPr lang="en-US"/>
              <a:t> sed. Nunc ac </a:t>
            </a:r>
            <a:r>
              <a:rPr lang="en-US" err="1"/>
              <a:t>interdum</a:t>
            </a:r>
            <a:r>
              <a:rPr lang="en-US"/>
              <a:t> ex. Integer vitae ipsum vel </a:t>
            </a:r>
            <a:r>
              <a:rPr lang="en-US" err="1"/>
              <a:t>metus</a:t>
            </a:r>
            <a:r>
              <a:rPr lang="en-US"/>
              <a:t> </a:t>
            </a:r>
            <a:r>
              <a:rPr lang="en-US" err="1"/>
              <a:t>vehicula</a:t>
            </a:r>
            <a:r>
              <a:rPr lang="en-US"/>
              <a:t> </a:t>
            </a:r>
            <a:r>
              <a:rPr lang="en-US" err="1"/>
              <a:t>malesuada</a:t>
            </a:r>
            <a:r>
              <a:rPr lang="en-US"/>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20"/>
          </p:nvPr>
        </p:nvSpPr>
        <p:spPr/>
        <p:txBody>
          <a:bodyPr/>
          <a:lstStyle/>
          <a:p>
            <a:r>
              <a:rPr lang="en-US"/>
              <a:t>Lorem ipsum dolor sit </a:t>
            </a:r>
            <a:r>
              <a:rPr lang="en-US" err="1"/>
              <a:t>amet</a:t>
            </a:r>
            <a:r>
              <a:rPr lang="en-US"/>
              <a:t>, </a:t>
            </a:r>
            <a:r>
              <a:rPr lang="en-US" err="1"/>
              <a:t>conse</a:t>
            </a:r>
            <a:r>
              <a:rPr lang="en-US"/>
              <a:t> </a:t>
            </a:r>
            <a:r>
              <a:rPr lang="en-US" err="1"/>
              <a:t>actetur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a:t>
            </a:r>
            <a:r>
              <a:rPr lang="en-US"/>
              <a:t> </a:t>
            </a:r>
            <a:r>
              <a:rPr lang="en-US" err="1"/>
              <a:t>cibus</a:t>
            </a:r>
            <a:r>
              <a:rPr lang="en-US"/>
              <a:t>. </a:t>
            </a:r>
            <a:r>
              <a:rPr lang="en-US" err="1"/>
              <a:t>Etiam</a:t>
            </a:r>
            <a:r>
              <a:rPr lang="en-US"/>
              <a:t> </a:t>
            </a:r>
            <a:r>
              <a:rPr lang="en-US" err="1"/>
              <a:t>ultricies</a:t>
            </a:r>
            <a:r>
              <a:rPr lang="en-US"/>
              <a:t>, </a:t>
            </a:r>
            <a:r>
              <a:rPr lang="en-US" err="1"/>
              <a:t>quam</a:t>
            </a:r>
            <a:r>
              <a:rPr lang="en-US"/>
              <a:t>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a:t>
            </a:r>
            <a:r>
              <a:rPr lang="en-US"/>
              <a:t> </a:t>
            </a:r>
            <a:r>
              <a:rPr lang="en-US" err="1"/>
              <a:t>lentesque</a:t>
            </a:r>
            <a:r>
              <a:rPr lang="en-US"/>
              <a:t>. </a:t>
            </a:r>
            <a:r>
              <a:rPr lang="en-US" err="1"/>
              <a:t>Suspendisse</a:t>
            </a:r>
            <a:r>
              <a:rPr lang="en-US"/>
              <a:t> sed </a:t>
            </a:r>
            <a:r>
              <a:rPr lang="en-US" err="1"/>
              <a:t>felis</a:t>
            </a:r>
            <a:r>
              <a:rPr lang="en-US"/>
              <a:t> </a:t>
            </a:r>
            <a:r>
              <a:rPr lang="en-US" err="1"/>
              <a:t>acmetus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a:t>
            </a:r>
            <a:r>
              <a:rPr lang="en-US" err="1"/>
              <a:t>Sedtus</a:t>
            </a:r>
            <a:r>
              <a:rPr lang="en-US"/>
              <a:t>, nisi at </a:t>
            </a:r>
            <a:r>
              <a:rPr lang="en-US" err="1"/>
              <a:t>mollis</a:t>
            </a:r>
            <a:r>
              <a:rPr lang="en-US"/>
              <a:t> </a:t>
            </a:r>
            <a:r>
              <a:rPr lang="en-US" err="1"/>
              <a:t>scelerisque</a:t>
            </a:r>
            <a:r>
              <a:rPr lang="en-US"/>
              <a:t>, </a:t>
            </a:r>
            <a:r>
              <a:rPr lang="en-US" err="1"/>
              <a:t>eroslora</a:t>
            </a:r>
            <a:r>
              <a:rPr lang="en-US"/>
              <a:t> ipsum </a:t>
            </a:r>
            <a:r>
              <a:rPr lang="en-US" err="1"/>
              <a:t>ornare</a:t>
            </a:r>
            <a:r>
              <a:rPr lang="en-US"/>
              <a:t> </a:t>
            </a:r>
            <a:r>
              <a:rPr lang="en-US" err="1"/>
              <a:t>leo</a:t>
            </a:r>
            <a:r>
              <a:rPr lang="en-US"/>
              <a:t>, </a:t>
            </a:r>
            <a:r>
              <a:rPr lang="en-US" err="1"/>
              <a:t>commodo</a:t>
            </a:r>
            <a:r>
              <a:rPr lang="en-US"/>
              <a:t>  met-us </a:t>
            </a:r>
            <a:r>
              <a:rPr lang="en-US" err="1"/>
              <a:t>eget</a:t>
            </a:r>
            <a:r>
              <a:rPr lang="en-US"/>
              <a:t> sap </a:t>
            </a:r>
            <a:r>
              <a:rPr lang="en-US" err="1"/>
              <a:t>volutpat</a:t>
            </a:r>
            <a:r>
              <a:rPr lang="en-US"/>
              <a:t>. </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type="body" sz="quarter" idx="21"/>
          </p:nvPr>
        </p:nvSpPr>
        <p:spPr/>
        <p:txBody>
          <a:bodyPr/>
          <a:lstStyle/>
          <a:p>
            <a:r>
              <a:rPr lang="en-US" err="1"/>
              <a:t>Aenean</a:t>
            </a:r>
            <a:r>
              <a:rPr lang="en-US"/>
              <a:t> pharetra </a:t>
            </a:r>
            <a:r>
              <a:rPr lang="en-US" err="1"/>
              <a:t>est</a:t>
            </a:r>
            <a:r>
              <a:rPr lang="en-US"/>
              <a:t> </a:t>
            </a:r>
            <a:r>
              <a:rPr lang="en-US" err="1"/>
              <a:t>purus</a:t>
            </a:r>
            <a:r>
              <a:rPr lang="en-US"/>
              <a:t> </a:t>
            </a:r>
            <a:r>
              <a:rPr lang="en-US" err="1"/>
              <a:t>solame</a:t>
            </a:r>
            <a:r>
              <a:rPr lang="en-US"/>
              <a:t> </a:t>
            </a:r>
            <a:r>
              <a:rPr lang="en-US" err="1"/>
              <a:t>licitudin</a:t>
            </a:r>
            <a:r>
              <a:rPr lang="en-US"/>
              <a:t> </a:t>
            </a:r>
            <a:r>
              <a:rPr lang="en-US" err="1"/>
              <a:t>tortor</a:t>
            </a:r>
            <a:r>
              <a:rPr lang="en-US"/>
              <a:t> </a:t>
            </a:r>
            <a:r>
              <a:rPr lang="en-US" err="1"/>
              <a:t>scelerisque</a:t>
            </a:r>
            <a:r>
              <a:rPr lang="en-US"/>
              <a:t> id </a:t>
            </a:r>
            <a:r>
              <a:rPr lang="en-US" err="1"/>
              <a:t>curab</a:t>
            </a:r>
            <a:r>
              <a:rPr lang="en-US"/>
              <a:t> </a:t>
            </a:r>
            <a:r>
              <a:rPr lang="en-US" err="1"/>
              <a:t>iturnec</a:t>
            </a:r>
            <a:r>
              <a:rPr lang="en-US"/>
              <a:t> </a:t>
            </a:r>
            <a:r>
              <a:rPr lang="en-US" err="1"/>
              <a:t>sapien</a:t>
            </a:r>
            <a:r>
              <a:rPr lang="en-US"/>
              <a:t> a </a:t>
            </a:r>
            <a:r>
              <a:rPr lang="en-US" err="1"/>
              <a:t>nulla</a:t>
            </a:r>
            <a:r>
              <a:rPr lang="en-US"/>
              <a:t> maxi </a:t>
            </a:r>
            <a:r>
              <a:rPr lang="en-US" err="1"/>
              <a:t>pretium</a:t>
            </a:r>
            <a:r>
              <a:rPr lang="en-US"/>
              <a:t> at </a:t>
            </a:r>
            <a:r>
              <a:rPr lang="en-US" err="1"/>
              <a:t>quis</a:t>
            </a:r>
            <a:r>
              <a:rPr lang="en-US"/>
              <a:t> </a:t>
            </a:r>
            <a:r>
              <a:rPr lang="en-US" err="1"/>
              <a:t>urna</a:t>
            </a:r>
            <a:r>
              <a:rPr lang="en-US"/>
              <a:t>. </a:t>
            </a:r>
            <a:r>
              <a:rPr lang="en-US" err="1"/>
              <a:t>Curabitur</a:t>
            </a:r>
            <a:r>
              <a:rPr lang="en-US"/>
              <a:t> </a:t>
            </a:r>
            <a:r>
              <a:rPr lang="en-US" err="1"/>
              <a:t>viverra</a:t>
            </a:r>
            <a:r>
              <a:rPr lang="en-US"/>
              <a:t> </a:t>
            </a:r>
            <a:r>
              <a:rPr lang="en-US" err="1"/>
              <a:t>felis</a:t>
            </a:r>
            <a:r>
              <a:rPr lang="en-US"/>
              <a:t> a </a:t>
            </a:r>
            <a:r>
              <a:rPr lang="en-US" err="1"/>
              <a:t>elit</a:t>
            </a:r>
            <a:r>
              <a:rPr lang="en-US"/>
              <a:t> </a:t>
            </a:r>
            <a:r>
              <a:rPr lang="en-US" err="1"/>
              <a:t>ornare</a:t>
            </a:r>
            <a:r>
              <a:rPr lang="en-US"/>
              <a:t>, ac </a:t>
            </a:r>
            <a:r>
              <a:rPr lang="en-US" err="1"/>
              <a:t>commodo</a:t>
            </a:r>
            <a:r>
              <a:rPr lang="en-US"/>
              <a:t> </a:t>
            </a:r>
            <a:r>
              <a:rPr lang="en-US" err="1"/>
              <a:t>risus</a:t>
            </a:r>
            <a:r>
              <a:rPr lang="en-US"/>
              <a:t> </a:t>
            </a:r>
            <a:r>
              <a:rPr lang="en-US" err="1"/>
              <a:t>malesuada</a:t>
            </a:r>
            <a:r>
              <a:rPr lang="en-US"/>
              <a:t>. Sed non </a:t>
            </a:r>
            <a:r>
              <a:rPr lang="en-US" err="1"/>
              <a:t>lectus</a:t>
            </a:r>
            <a:r>
              <a:rPr lang="en-US"/>
              <a:t> </a:t>
            </a:r>
            <a:r>
              <a:rPr lang="en-US" err="1"/>
              <a:t>neque</a:t>
            </a:r>
            <a:r>
              <a:rPr lang="en-US"/>
              <a:t>. </a:t>
            </a:r>
            <a:r>
              <a:rPr lang="en-US" err="1"/>
              <a:t>Vivamus</a:t>
            </a:r>
            <a:r>
              <a:rPr lang="en-US"/>
              <a:t> </a:t>
            </a:r>
            <a:r>
              <a:rPr lang="en-US" err="1"/>
              <a:t>eros</a:t>
            </a:r>
            <a:r>
              <a:rPr lang="en-US"/>
              <a:t> </a:t>
            </a:r>
            <a:r>
              <a:rPr lang="en-US" err="1"/>
              <a:t>tortor</a:t>
            </a:r>
            <a:r>
              <a:rPr lang="en-US"/>
              <a:t>, pulvinar </a:t>
            </a:r>
            <a:r>
              <a:rPr lang="en-US" err="1"/>
              <a:t>eget</a:t>
            </a:r>
            <a:r>
              <a:rPr lang="en-US"/>
              <a:t> porta </a:t>
            </a:r>
            <a:r>
              <a:rPr lang="en-US" err="1"/>
              <a:t>etesque</a:t>
            </a:r>
            <a:r>
              <a:rPr lang="en-US"/>
              <a:t> </a:t>
            </a:r>
            <a:r>
              <a:rPr lang="en-US" err="1"/>
              <a:t>vahna</a:t>
            </a:r>
            <a:r>
              <a:rPr lang="en-US"/>
              <a:t>.</a:t>
            </a:r>
          </a:p>
          <a:p>
            <a:r>
              <a:rPr lang="en-US"/>
              <a:t>Lorem ipsum dolor sit </a:t>
            </a:r>
            <a:r>
              <a:rPr lang="en-US" err="1"/>
              <a:t>amet</a:t>
            </a:r>
            <a:r>
              <a:rPr lang="en-US"/>
              <a:t>, con-</a:t>
            </a:r>
            <a:r>
              <a:rPr lang="en-US" err="1"/>
              <a:t>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a:t>
            </a:r>
            <a:r>
              <a:rPr lang="en-US"/>
              <a:t> </a:t>
            </a:r>
            <a:r>
              <a:rPr lang="en-US" err="1"/>
              <a:t>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Nulla congue vehicula odio id tempus.</a:t>
            </a:r>
          </a:p>
        </p:txBody>
      </p:sp>
    </p:spTree>
    <p:extLst>
      <p:ext uri="{BB962C8B-B14F-4D97-AF65-F5344CB8AC3E}">
        <p14:creationId xmlns:p14="http://schemas.microsoft.com/office/powerpoint/2010/main" val="381261742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Panel Right Layout</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20"/>
          </p:nvPr>
        </p:nvSpPr>
        <p:spPr/>
        <p:txBody>
          <a:bodyPr/>
          <a:lstStyle/>
          <a:p>
            <a:r>
              <a:rPr lang="en-US"/>
              <a:t>Lorem ipsum dolor sit </a:t>
            </a:r>
            <a:r>
              <a:rPr lang="en-US" err="1"/>
              <a:t>amet</a:t>
            </a:r>
            <a:r>
              <a:rPr lang="en-US"/>
              <a:t>, </a:t>
            </a:r>
            <a:r>
              <a:rPr lang="en-US" err="1"/>
              <a:t>consactetur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Inter et </a:t>
            </a:r>
            <a:r>
              <a:rPr lang="en-US" err="1"/>
              <a:t>malesuada</a:t>
            </a:r>
            <a:r>
              <a:rPr lang="en-US"/>
              <a:t> fames ac ante ipsum </a:t>
            </a:r>
            <a:r>
              <a:rPr lang="en-US" err="1"/>
              <a:t>primis</a:t>
            </a:r>
            <a:r>
              <a:rPr lang="en-US"/>
              <a:t> in </a:t>
            </a:r>
            <a:r>
              <a:rPr lang="en-US" err="1"/>
              <a:t>fau</a:t>
            </a:r>
            <a:r>
              <a:rPr lang="en-US"/>
              <a:t> </a:t>
            </a:r>
            <a:r>
              <a:rPr lang="en-US" err="1"/>
              <a:t>cibus</a:t>
            </a:r>
            <a:r>
              <a:rPr lang="en-US"/>
              <a:t>. </a:t>
            </a:r>
            <a:r>
              <a:rPr lang="en-US" err="1"/>
              <a:t>Etiam</a:t>
            </a:r>
            <a:r>
              <a:rPr lang="en-US"/>
              <a:t> </a:t>
            </a:r>
            <a:r>
              <a:rPr lang="en-US" err="1"/>
              <a:t>ultricies</a:t>
            </a:r>
            <a:r>
              <a:rPr lang="en-US"/>
              <a:t>, qua </a:t>
            </a:r>
            <a:r>
              <a:rPr lang="en-US" err="1"/>
              <a:t>facilisis</a:t>
            </a:r>
            <a:r>
              <a:rPr lang="en-US"/>
              <a:t>, dolor magna </a:t>
            </a:r>
            <a:r>
              <a:rPr lang="en-US" err="1"/>
              <a:t>vehicula</a:t>
            </a:r>
            <a:r>
              <a:rPr lang="en-US"/>
              <a:t> dui, auctor </a:t>
            </a:r>
            <a:r>
              <a:rPr lang="en-US" err="1"/>
              <a:t>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petesque</a:t>
            </a:r>
            <a:r>
              <a:rPr lang="en-US"/>
              <a:t>. </a:t>
            </a:r>
            <a:r>
              <a:rPr lang="en-US" err="1"/>
              <a:t>Suspendisse</a:t>
            </a:r>
            <a:r>
              <a:rPr lang="en-US"/>
              <a:t> sed </a:t>
            </a:r>
            <a:r>
              <a:rPr lang="en-US" err="1"/>
              <a:t>felis</a:t>
            </a:r>
            <a:r>
              <a:rPr lang="en-US"/>
              <a:t> </a:t>
            </a:r>
            <a:r>
              <a:rPr lang="en-US" err="1"/>
              <a:t>acmetus</a:t>
            </a:r>
            <a:r>
              <a:rPr lang="en-US"/>
              <a:t> </a:t>
            </a:r>
            <a:r>
              <a:rPr lang="en-US" err="1"/>
              <a:t>tristique</a:t>
            </a:r>
            <a:r>
              <a:rPr lang="en-US"/>
              <a:t> </a:t>
            </a:r>
            <a:r>
              <a:rPr lang="en-US" err="1"/>
              <a:t>ullamcorper</a:t>
            </a:r>
            <a:r>
              <a:rPr lang="en-US"/>
              <a:t>. </a:t>
            </a:r>
          </a:p>
          <a:p>
            <a:r>
              <a:rPr lang="en-US"/>
              <a:t>Aenean </a:t>
            </a:r>
            <a:r>
              <a:rPr lang="en-US" err="1"/>
              <a:t>purus</a:t>
            </a:r>
            <a:r>
              <a:rPr lang="en-US"/>
              <a:t> </a:t>
            </a:r>
            <a:r>
              <a:rPr lang="en-US" err="1"/>
              <a:t>purus</a:t>
            </a:r>
            <a:r>
              <a:rPr lang="en-US"/>
              <a:t>, </a:t>
            </a:r>
            <a:r>
              <a:rPr lang="en-US" err="1"/>
              <a:t>pellentesque</a:t>
            </a:r>
            <a:r>
              <a:rPr lang="en-US"/>
              <a:t> </a:t>
            </a:r>
            <a:r>
              <a:rPr lang="en-US" err="1"/>
              <a:t>eanis</a:t>
            </a:r>
            <a:r>
              <a:rPr lang="en-US"/>
              <a:t> </a:t>
            </a:r>
            <a:r>
              <a:rPr lang="en-US" err="1"/>
              <a:t>justo</a:t>
            </a:r>
            <a:r>
              <a:rPr lang="en-US"/>
              <a:t> </a:t>
            </a:r>
            <a:r>
              <a:rPr lang="en-US" err="1"/>
              <a:t>etea</a:t>
            </a:r>
            <a:r>
              <a:rPr lang="en-US"/>
              <a:t>, </a:t>
            </a:r>
            <a:r>
              <a:rPr lang="en-US" err="1"/>
              <a:t>volutpat</a:t>
            </a:r>
            <a:r>
              <a:rPr lang="en-US"/>
              <a:t> </a:t>
            </a:r>
            <a:r>
              <a:rPr lang="en-US" err="1"/>
              <a:t>ultric</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a:t>
            </a:r>
            <a:r>
              <a:rPr lang="en-US"/>
              <a:t> </a:t>
            </a:r>
            <a:r>
              <a:rPr lang="en-US" err="1"/>
              <a:t>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a:t>
            </a:r>
            <a:r>
              <a:rPr lang="en-US" err="1"/>
              <a:t>Sedtus</a:t>
            </a:r>
            <a:r>
              <a:rPr lang="en-US"/>
              <a:t>, nisi at </a:t>
            </a:r>
            <a:r>
              <a:rPr lang="en-US" err="1"/>
              <a:t>mollis</a:t>
            </a:r>
            <a:r>
              <a:rPr lang="en-US"/>
              <a:t> </a:t>
            </a:r>
            <a:r>
              <a:rPr lang="en-US" err="1"/>
              <a:t>scelerisque</a:t>
            </a:r>
            <a:r>
              <a:rPr lang="en-US"/>
              <a:t>, </a:t>
            </a:r>
            <a:r>
              <a:rPr lang="en-US" err="1"/>
              <a:t>eroslora</a:t>
            </a:r>
            <a:r>
              <a:rPr lang="en-US"/>
              <a:t> </a:t>
            </a:r>
            <a:r>
              <a:rPr lang="en-US" err="1"/>
              <a:t>mattis</a:t>
            </a:r>
            <a:r>
              <a:rPr lang="en-US"/>
              <a:t> </a:t>
            </a:r>
            <a:r>
              <a:rPr lang="en-US" err="1"/>
              <a:t>finibus</a:t>
            </a:r>
            <a:r>
              <a:rPr lang="en-US"/>
              <a:t> </a:t>
            </a:r>
            <a:r>
              <a:rPr lang="en-US" err="1"/>
              <a:t>neque</a:t>
            </a:r>
            <a:r>
              <a:rPr lang="en-US"/>
              <a:t>.</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type="body" sz="quarter" idx="21"/>
          </p:nvPr>
        </p:nvSpPr>
        <p:spPr/>
        <p:txBody>
          <a:bodyPr/>
          <a:lstStyle/>
          <a:p>
            <a:r>
              <a:rPr lang="en-US" err="1"/>
              <a:t>Nullam</a:t>
            </a:r>
            <a:r>
              <a:rPr lang="en-US"/>
              <a:t> </a:t>
            </a:r>
            <a:r>
              <a:rPr lang="en-US" err="1"/>
              <a:t>congue</a:t>
            </a:r>
            <a:r>
              <a:rPr lang="en-US"/>
              <a:t> </a:t>
            </a:r>
            <a:r>
              <a:rPr lang="en-US" err="1"/>
              <a:t>vehicula</a:t>
            </a:r>
            <a:r>
              <a:rPr lang="en-US"/>
              <a:t> </a:t>
            </a:r>
            <a:r>
              <a:rPr lang="en-US" err="1"/>
              <a:t>odio</a:t>
            </a:r>
            <a:r>
              <a:rPr lang="en-US"/>
              <a:t> </a:t>
            </a:r>
            <a:r>
              <a:rPr lang="en-US" err="1"/>
              <a:t>idotempus</a:t>
            </a:r>
            <a:r>
              <a:rPr lang="en-US"/>
              <a:t>. Vestibulum at lorem </a:t>
            </a:r>
            <a:r>
              <a:rPr lang="en-US" err="1"/>
              <a:t>condimentum</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sed </a:t>
            </a:r>
            <a:r>
              <a:rPr lang="en-US" err="1"/>
              <a:t>viverra</a:t>
            </a:r>
            <a:r>
              <a:rPr lang="en-US"/>
              <a:t>. </a:t>
            </a:r>
            <a:r>
              <a:rPr lang="en-US" err="1"/>
              <a:t>Etiam</a:t>
            </a:r>
            <a:r>
              <a:rPr lang="en-US"/>
              <a:t> cursus porta </a:t>
            </a:r>
            <a:r>
              <a:rPr lang="en-US" err="1"/>
              <a:t>orci</a:t>
            </a:r>
            <a:r>
              <a:rPr lang="en-US"/>
              <a:t>, </a:t>
            </a:r>
            <a:r>
              <a:rPr lang="en-US" err="1"/>
              <a:t>vulputate</a:t>
            </a:r>
            <a:r>
              <a:rPr lang="en-US"/>
              <a:t> </a:t>
            </a:r>
            <a:r>
              <a:rPr lang="en-US" err="1"/>
              <a:t>magnatudi</a:t>
            </a:r>
            <a:r>
              <a:rPr lang="en-US"/>
              <a:t> </a:t>
            </a:r>
            <a:r>
              <a:rPr lang="en-US" err="1"/>
              <a:t>sagittis</a:t>
            </a:r>
            <a:r>
              <a:rPr lang="en-US"/>
              <a:t> sed. Nunc ac </a:t>
            </a:r>
            <a:r>
              <a:rPr lang="en-US" err="1"/>
              <a:t>interdum</a:t>
            </a:r>
            <a:r>
              <a:rPr lang="en-US"/>
              <a:t> </a:t>
            </a:r>
            <a:r>
              <a:rPr lang="en-US" err="1"/>
              <a:t>exampi</a:t>
            </a:r>
            <a:r>
              <a:rPr lang="en-US"/>
              <a:t>. Integer vitae ipsum vel </a:t>
            </a:r>
            <a:r>
              <a:rPr lang="en-US" err="1"/>
              <a:t>metus</a:t>
            </a:r>
            <a:r>
              <a:rPr lang="en-US"/>
              <a:t> </a:t>
            </a:r>
            <a:r>
              <a:rPr lang="en-US" err="1"/>
              <a:t>vehicula</a:t>
            </a:r>
            <a:r>
              <a:rPr lang="en-US"/>
              <a:t> </a:t>
            </a:r>
            <a:r>
              <a:rPr lang="en-US" err="1"/>
              <a:t>malesuada</a:t>
            </a:r>
            <a:r>
              <a:rPr lang="en-US"/>
              <a:t>. </a:t>
            </a:r>
            <a:r>
              <a:rPr lang="en-US" err="1"/>
              <a:t>Curabitur</a:t>
            </a:r>
            <a:r>
              <a:rPr lang="en-US"/>
              <a:t> </a:t>
            </a:r>
            <a:r>
              <a:rPr lang="en-US" err="1"/>
              <a:t>polestir</a:t>
            </a:r>
            <a:r>
              <a:rPr lang="en-US"/>
              <a:t> sit </a:t>
            </a:r>
            <a:r>
              <a:rPr lang="en-US" err="1"/>
              <a:t>amet</a:t>
            </a:r>
            <a:r>
              <a:rPr lang="en-US"/>
              <a:t> </a:t>
            </a:r>
            <a:r>
              <a:rPr lang="en-US" err="1"/>
              <a:t>tortor</a:t>
            </a:r>
            <a:r>
              <a:rPr lang="en-US"/>
              <a:t> vel </a:t>
            </a:r>
            <a:r>
              <a:rPr lang="en-US" err="1"/>
              <a:t>rutrum</a:t>
            </a:r>
            <a:r>
              <a:rPr lang="en-US"/>
              <a:t>. </a:t>
            </a:r>
            <a:r>
              <a:rPr lang="en-US" err="1"/>
              <a:t>Fusce</a:t>
            </a:r>
            <a:r>
              <a:rPr lang="en-US"/>
              <a:t> </a:t>
            </a:r>
            <a:r>
              <a:rPr lang="en-US" err="1"/>
              <a:t>dignissim</a:t>
            </a:r>
            <a:r>
              <a:rPr lang="en-US"/>
              <a:t>, dolor </a:t>
            </a:r>
            <a:r>
              <a:rPr lang="en-US" err="1"/>
              <a:t>nec</a:t>
            </a:r>
            <a:r>
              <a:rPr lang="en-US"/>
              <a:t> </a:t>
            </a:r>
            <a:r>
              <a:rPr lang="en-US" err="1"/>
              <a:t>finibus</a:t>
            </a:r>
            <a:r>
              <a:rPr lang="en-US"/>
              <a:t> </a:t>
            </a:r>
            <a:r>
              <a:rPr lang="en-US" err="1"/>
              <a:t>bibendum</a:t>
            </a:r>
            <a:r>
              <a:rPr lang="en-US"/>
              <a:t>, </a:t>
            </a:r>
            <a:r>
              <a:rPr lang="en-US" err="1"/>
              <a:t>velit</a:t>
            </a:r>
            <a:r>
              <a:rPr lang="en-US"/>
              <a:t> </a:t>
            </a:r>
            <a:r>
              <a:rPr lang="en-US" err="1"/>
              <a:t>purus</a:t>
            </a:r>
            <a:r>
              <a:rPr lang="en-US"/>
              <a:t> </a:t>
            </a:r>
            <a:r>
              <a:rPr lang="en-US" err="1"/>
              <a:t>tempor</a:t>
            </a:r>
            <a:r>
              <a:rPr lang="en-US"/>
              <a:t> dolor, </a:t>
            </a:r>
            <a:r>
              <a:rPr lang="en-US" err="1"/>
              <a:t>quis</a:t>
            </a:r>
            <a:r>
              <a:rPr lang="en-US"/>
              <a:t> </a:t>
            </a:r>
            <a:r>
              <a:rPr lang="en-US" err="1"/>
              <a:t>iaculis</a:t>
            </a:r>
            <a:r>
              <a:rPr lang="en-US"/>
              <a:t> libero </a:t>
            </a:r>
            <a:r>
              <a:rPr lang="en-US" err="1"/>
              <a:t>purus</a:t>
            </a:r>
            <a:r>
              <a:rPr lang="en-US"/>
              <a:t> </a:t>
            </a:r>
            <a:r>
              <a:rPr lang="en-US" err="1"/>
              <a:t>quis</a:t>
            </a:r>
            <a:r>
              <a:rPr lang="en-US"/>
              <a:t> lorem. </a:t>
            </a:r>
            <a:r>
              <a:rPr lang="en-US" err="1"/>
              <a:t>Aliquam</a:t>
            </a:r>
            <a:r>
              <a:rPr lang="en-US"/>
              <a:t> </a:t>
            </a:r>
            <a:r>
              <a:rPr lang="en-US" err="1"/>
              <a:t>sagittis</a:t>
            </a:r>
            <a:r>
              <a:rPr lang="en-US"/>
              <a:t>, </a:t>
            </a:r>
            <a:r>
              <a:rPr lang="en-US" err="1"/>
              <a:t>risus</a:t>
            </a:r>
            <a:r>
              <a:rPr lang="en-US"/>
              <a:t> </a:t>
            </a:r>
            <a:r>
              <a:rPr lang="en-US" err="1"/>
              <a:t>eu</a:t>
            </a:r>
            <a:r>
              <a:rPr lang="en-US"/>
              <a:t> </a:t>
            </a:r>
            <a:r>
              <a:rPr lang="en-US" err="1"/>
              <a:t>pretium</a:t>
            </a:r>
            <a:r>
              <a:rPr lang="en-US"/>
              <a:t> </a:t>
            </a:r>
            <a:r>
              <a:rPr lang="en-US" err="1"/>
              <a:t>polora</a:t>
            </a:r>
            <a:r>
              <a:rPr lang="en-US"/>
              <a:t> </a:t>
            </a:r>
            <a:r>
              <a:rPr lang="en-US" err="1"/>
              <a:t>commodo</a:t>
            </a:r>
            <a:r>
              <a:rPr lang="en-US"/>
              <a:t>, </a:t>
            </a:r>
            <a:r>
              <a:rPr lang="en-US" err="1"/>
              <a:t>justo</a:t>
            </a:r>
            <a:r>
              <a:rPr lang="en-US"/>
              <a:t> </a:t>
            </a:r>
            <a:r>
              <a:rPr lang="en-US" err="1"/>
              <a:t>metus</a:t>
            </a:r>
            <a:r>
              <a:rPr lang="en-US"/>
              <a:t> </a:t>
            </a:r>
            <a:r>
              <a:rPr lang="en-US" err="1"/>
              <a:t>placerat</a:t>
            </a:r>
            <a:r>
              <a:rPr lang="en-US"/>
              <a:t> </a:t>
            </a:r>
            <a:r>
              <a:rPr lang="en-US" err="1"/>
              <a:t>leo</a:t>
            </a:r>
            <a:r>
              <a:rPr lang="en-US"/>
              <a:t>, </a:t>
            </a:r>
            <a:r>
              <a:rPr lang="en-US" err="1"/>
              <a:t>eu</a:t>
            </a:r>
            <a:r>
              <a:rPr lang="en-US"/>
              <a:t> convallis </a:t>
            </a:r>
            <a:r>
              <a:rPr lang="en-US" err="1"/>
              <a:t>lectus</a:t>
            </a:r>
            <a:r>
              <a:rPr lang="en-US"/>
              <a:t> </a:t>
            </a:r>
            <a:r>
              <a:rPr lang="en-US" err="1"/>
              <a:t>nunc</a:t>
            </a:r>
            <a:r>
              <a:rPr lang="en-US"/>
              <a:t> </a:t>
            </a:r>
            <a:r>
              <a:rPr lang="en-US" err="1"/>
              <a:t>ut</a:t>
            </a:r>
            <a:r>
              <a:rPr lang="en-US"/>
              <a:t> lorem. Donec dui </a:t>
            </a:r>
            <a:r>
              <a:rPr lang="en-US" err="1"/>
              <a:t>quis</a:t>
            </a:r>
            <a:r>
              <a:rPr lang="en-US"/>
              <a:t> </a:t>
            </a:r>
            <a:r>
              <a:rPr lang="en-US" err="1"/>
              <a:t>velit</a:t>
            </a:r>
            <a:r>
              <a:rPr lang="en-US"/>
              <a:t> </a:t>
            </a:r>
            <a:r>
              <a:rPr lang="en-US" err="1"/>
              <a:t>hendrerit</a:t>
            </a:r>
            <a:r>
              <a:rPr lang="en-US"/>
              <a:t> </a:t>
            </a:r>
            <a:r>
              <a:rPr lang="en-US" err="1"/>
              <a:t>mollis</a:t>
            </a:r>
            <a:r>
              <a:rPr lang="en-US"/>
              <a:t>. </a:t>
            </a:r>
            <a:r>
              <a:rPr lang="en-US" err="1"/>
              <a:t>Suspendisse</a:t>
            </a:r>
            <a:r>
              <a:rPr lang="en-US"/>
              <a:t> </a:t>
            </a:r>
            <a:r>
              <a:rPr lang="en-US" err="1"/>
              <a:t>nec</a:t>
            </a:r>
            <a:r>
              <a:rPr lang="en-US"/>
              <a:t> magna </a:t>
            </a:r>
            <a:r>
              <a:rPr lang="en-US" err="1"/>
              <a:t>tincidunt</a:t>
            </a:r>
            <a:r>
              <a:rPr lang="en-US"/>
              <a:t>, semper dolor </a:t>
            </a:r>
            <a:r>
              <a:rPr lang="en-US" err="1"/>
              <a:t>nec</a:t>
            </a:r>
            <a:r>
              <a:rPr lang="en-US"/>
              <a: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type="body" sz="quarter" idx="18"/>
          </p:nvPr>
        </p:nvSpPr>
        <p:spPr/>
        <p:txBody>
          <a:bodyPr/>
          <a:lstStyle/>
          <a:p>
            <a:r>
              <a:rPr lang="en-US" err="1"/>
              <a:t>Nullam</a:t>
            </a:r>
            <a:r>
              <a:rPr lang="en-US"/>
              <a:t> </a:t>
            </a:r>
            <a:r>
              <a:rPr lang="en-US" err="1"/>
              <a:t>congue</a:t>
            </a:r>
            <a:r>
              <a:rPr lang="en-US"/>
              <a:t> </a:t>
            </a:r>
            <a:r>
              <a:rPr lang="en-US" err="1"/>
              <a:t>vehicula</a:t>
            </a:r>
            <a:r>
              <a:rPr lang="en-US"/>
              <a:t> </a:t>
            </a:r>
            <a:r>
              <a:rPr lang="en-US" err="1"/>
              <a:t>odio</a:t>
            </a:r>
            <a:r>
              <a:rPr lang="en-US"/>
              <a:t> </a:t>
            </a:r>
            <a:r>
              <a:rPr lang="en-US" err="1"/>
              <a:t>ideo</a:t>
            </a:r>
            <a:r>
              <a:rPr lang="en-US"/>
              <a:t> tempus.</a:t>
            </a:r>
          </a:p>
          <a:p>
            <a:pPr lvl="1"/>
            <a:r>
              <a:rPr lang="en-US"/>
              <a:t>Vestibulum at lorem </a:t>
            </a:r>
            <a:r>
              <a:rPr lang="en-US" err="1"/>
              <a:t>condi</a:t>
            </a:r>
            <a:r>
              <a:rPr lang="en-US"/>
              <a:t> mentum, </a:t>
            </a:r>
            <a:r>
              <a:rPr lang="en-US" err="1"/>
              <a:t>mollis</a:t>
            </a:r>
            <a:r>
              <a:rPr lang="en-US"/>
              <a:t> </a:t>
            </a:r>
            <a:r>
              <a:rPr lang="en-US" err="1"/>
              <a:t>elit</a:t>
            </a:r>
            <a:r>
              <a:rPr lang="en-US"/>
              <a:t> sed, fermentum </a:t>
            </a:r>
            <a:r>
              <a:rPr lang="en-US" err="1"/>
              <a:t>massa</a:t>
            </a:r>
            <a:r>
              <a:rPr lang="en-US"/>
              <a:t>. Nunc </a:t>
            </a:r>
            <a:r>
              <a:rPr lang="en-US" err="1"/>
              <a:t>rutrum</a:t>
            </a:r>
            <a:r>
              <a:rPr lang="en-US"/>
              <a:t> </a:t>
            </a:r>
            <a:r>
              <a:rPr lang="en-US" err="1"/>
              <a:t>blandit</a:t>
            </a:r>
            <a:r>
              <a:rPr lang="en-US"/>
              <a:t> </a:t>
            </a:r>
            <a:r>
              <a:rPr lang="en-US" err="1"/>
              <a:t>velit</a:t>
            </a:r>
            <a:r>
              <a:rPr lang="en-US"/>
              <a:t> sed.</a:t>
            </a:r>
          </a:p>
        </p:txBody>
      </p:sp>
    </p:spTree>
    <p:extLst>
      <p:ext uri="{BB962C8B-B14F-4D97-AF65-F5344CB8AC3E}">
        <p14:creationId xmlns:p14="http://schemas.microsoft.com/office/powerpoint/2010/main" val="77764929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Key Takeaway Box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sz="quarter" idx="20"/>
          </p:nvPr>
        </p:nvSpPr>
        <p:spPr/>
        <p:txBody>
          <a:bodyPr/>
          <a:lstStyle/>
          <a:p>
            <a:r>
              <a:rPr lang="en-US"/>
              <a:t>Lorem ipsum dolor sit </a:t>
            </a:r>
            <a:r>
              <a:rPr lang="en-US" err="1"/>
              <a:t>amet</a:t>
            </a:r>
            <a:r>
              <a:rPr lang="en-US"/>
              <a:t>, </a:t>
            </a:r>
            <a:r>
              <a:rPr lang="en-US" err="1"/>
              <a:t>consectetur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a:t>
            </a:r>
            <a:br>
              <a:rPr lang="en-US"/>
            </a:br>
            <a:r>
              <a:rPr lang="en-US"/>
              <a:t>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a:t>
            </a:r>
            <a:r>
              <a:rPr lang="en-US" err="1"/>
              <a:t>ido</a:t>
            </a:r>
            <a:r>
              <a:rPr lang="en-US"/>
              <a:t>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a:t>
            </a:r>
            <a:r>
              <a:rPr lang="en-US" err="1"/>
              <a:t>magnamah</a:t>
            </a:r>
            <a:r>
              <a:rPr lang="en-US"/>
              <a:t>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pPr lvl="1"/>
            <a:r>
              <a:rPr lang="en-US"/>
              <a:t>Nunc dictum </a:t>
            </a:r>
            <a:r>
              <a:rPr lang="en-US" err="1"/>
              <a:t>feugiat</a:t>
            </a:r>
            <a:r>
              <a:rPr lang="en-US"/>
              <a:t> eros, vel </a:t>
            </a:r>
            <a:r>
              <a:rPr lang="en-US" err="1"/>
              <a:t>faucibus</a:t>
            </a:r>
            <a:r>
              <a:rPr lang="en-US"/>
              <a:t> </a:t>
            </a:r>
            <a:r>
              <a:rPr lang="en-US" err="1"/>
              <a:t>nunc</a:t>
            </a:r>
            <a:endParaRPr lang="en-US"/>
          </a:p>
          <a:p>
            <a:pPr lvl="1"/>
            <a:r>
              <a:rPr lang="en-US" err="1"/>
              <a:t>Quisque</a:t>
            </a:r>
            <a:r>
              <a:rPr lang="en-US"/>
              <a:t> </a:t>
            </a:r>
            <a:r>
              <a:rPr lang="en-US" err="1"/>
              <a:t>placerat</a:t>
            </a:r>
            <a:r>
              <a:rPr lang="en-US"/>
              <a:t> ligula </a:t>
            </a:r>
            <a:r>
              <a:rPr lang="en-US" err="1"/>
              <a:t>orci</a:t>
            </a:r>
            <a:endParaRPr lang="en-US"/>
          </a:p>
          <a:p>
            <a:pPr lvl="1"/>
            <a:r>
              <a:rPr lang="en-US" err="1"/>
              <a:t>Laoreet</a:t>
            </a:r>
            <a:r>
              <a:rPr lang="en-US"/>
              <a:t> </a:t>
            </a:r>
            <a:r>
              <a:rPr lang="en-US" err="1"/>
              <a:t>ultrices</a:t>
            </a:r>
            <a:r>
              <a:rPr lang="en-US"/>
              <a:t> </a:t>
            </a:r>
            <a:r>
              <a:rPr lang="en-US" err="1"/>
              <a:t>enim</a:t>
            </a:r>
            <a:r>
              <a:rPr lang="en-US"/>
              <a:t> </a:t>
            </a:r>
            <a:r>
              <a:rPr lang="en-US" err="1"/>
              <a:t>faucibus</a:t>
            </a:r>
            <a:r>
              <a:rPr lang="en-US"/>
              <a:t> </a:t>
            </a:r>
            <a:r>
              <a:rPr lang="en-US" err="1"/>
              <a:t>nec</a:t>
            </a:r>
            <a:endParaRPr lang="en-US"/>
          </a:p>
          <a:p>
            <a:pPr lvl="1"/>
            <a:r>
              <a:rPr lang="en-US" err="1"/>
              <a:t>Praesent</a:t>
            </a:r>
            <a:r>
              <a:rPr lang="en-US"/>
              <a:t> </a:t>
            </a:r>
            <a:r>
              <a:rPr lang="en-US" err="1"/>
              <a:t>venenatis</a:t>
            </a:r>
            <a:r>
              <a:rPr lang="en-US"/>
              <a:t> </a:t>
            </a:r>
            <a:r>
              <a:rPr lang="en-US" err="1"/>
              <a:t>enim</a:t>
            </a:r>
            <a:r>
              <a:rPr lang="en-US"/>
              <a:t> </a:t>
            </a:r>
            <a:r>
              <a:rPr lang="en-US" err="1"/>
              <a:t>est</a:t>
            </a:r>
            <a:endParaRPr lang="en-US"/>
          </a:p>
          <a:p>
            <a:pPr lvl="1"/>
            <a:r>
              <a:rPr lang="en-US" err="1"/>
              <a:t>Commodo</a:t>
            </a:r>
            <a:r>
              <a:rPr lang="en-US"/>
              <a:t> </a:t>
            </a:r>
            <a:r>
              <a:rPr lang="en-US" err="1"/>
              <a:t>orci</a:t>
            </a:r>
            <a:r>
              <a:rPr lang="en-US"/>
              <a:t> </a:t>
            </a:r>
            <a:r>
              <a:rPr lang="en-US" err="1"/>
              <a:t>rhoncus</a:t>
            </a:r>
            <a:r>
              <a:rPr lang="en-US"/>
              <a:t> sit </a:t>
            </a:r>
            <a:r>
              <a:rPr lang="en-US" err="1"/>
              <a:t>amet</a:t>
            </a:r>
            <a:r>
              <a:rPr lang="en-US"/>
              <a:t> lorem dui, </a:t>
            </a:r>
            <a:r>
              <a:rPr lang="en-US" err="1"/>
              <a:t>efficitur</a:t>
            </a:r>
            <a:r>
              <a:rPr lang="en-US"/>
              <a:t> at lacinia </a:t>
            </a:r>
          </a:p>
          <a:p>
            <a:pPr lvl="1"/>
            <a:r>
              <a:rPr lang="en-US" err="1"/>
              <a:t>Cehicula</a:t>
            </a:r>
            <a:r>
              <a:rPr lang="en-US"/>
              <a:t> </a:t>
            </a:r>
            <a:r>
              <a:rPr lang="en-US" err="1"/>
              <a:t>nec</a:t>
            </a:r>
            <a:r>
              <a:rPr lang="en-US"/>
              <a:t> </a:t>
            </a:r>
            <a:r>
              <a:rPr lang="en-US" err="1"/>
              <a:t>eros</a:t>
            </a:r>
            <a:endParaRPr lang="en-US"/>
          </a:p>
          <a:p>
            <a:r>
              <a:rPr lang="en-US" err="1"/>
              <a:t>Nullam</a:t>
            </a:r>
            <a:r>
              <a:rPr lang="en-US"/>
              <a:t> </a:t>
            </a:r>
            <a:r>
              <a:rPr lang="en-US" err="1"/>
              <a:t>congue</a:t>
            </a:r>
            <a:r>
              <a:rPr lang="en-US"/>
              <a:t> </a:t>
            </a:r>
            <a:r>
              <a:rPr lang="en-US" err="1"/>
              <a:t>vehicula</a:t>
            </a:r>
            <a:r>
              <a:rPr lang="en-US"/>
              <a:t> </a:t>
            </a:r>
            <a:r>
              <a:rPr lang="en-US" err="1"/>
              <a:t>odio</a:t>
            </a:r>
            <a:r>
              <a:rPr lang="en-US"/>
              <a:t> id tempus. Vestibulum at lorem </a:t>
            </a:r>
            <a:r>
              <a:rPr lang="en-US" err="1"/>
              <a:t>condimentum</a:t>
            </a:r>
            <a:r>
              <a:rPr lang="en-US"/>
              <a:t>, </a:t>
            </a:r>
            <a:r>
              <a:rPr lang="en-US" err="1"/>
              <a:t>mollis</a:t>
            </a:r>
            <a:r>
              <a:rPr lang="en-US"/>
              <a:t> </a:t>
            </a:r>
            <a:r>
              <a:rPr lang="en-US" err="1"/>
              <a:t>elit</a:t>
            </a:r>
            <a:r>
              <a:rPr lang="en-US"/>
              <a:t> sed, fermentum </a:t>
            </a:r>
            <a:r>
              <a:rPr lang="en-US" err="1"/>
              <a:t>massa</a:t>
            </a:r>
            <a:r>
              <a:rPr lang="en-US"/>
              <a:t>. Nunc </a:t>
            </a:r>
            <a:r>
              <a:rPr lang="en-US" err="1"/>
              <a:t>rutrum</a:t>
            </a:r>
            <a:r>
              <a:rPr lang="en-US"/>
              <a:t> </a:t>
            </a:r>
            <a:br>
              <a:rPr lang="en-US"/>
            </a:br>
            <a:r>
              <a:rPr lang="en-US" err="1"/>
              <a:t>blandit</a:t>
            </a:r>
            <a:r>
              <a:rPr lang="en-US"/>
              <a:t> </a:t>
            </a:r>
            <a:r>
              <a:rPr lang="en-US" err="1"/>
              <a:t>velit</a:t>
            </a:r>
            <a:r>
              <a:rPr lang="en-US"/>
              <a:t> sed </a:t>
            </a:r>
            <a:r>
              <a:rPr lang="en-US" err="1"/>
              <a:t>viverra</a:t>
            </a:r>
            <a:r>
              <a:rPr lang="en-US"/>
              <a:t>. </a:t>
            </a:r>
            <a:r>
              <a:rPr lang="en-US" err="1"/>
              <a:t>Etiam</a:t>
            </a:r>
            <a:r>
              <a:rPr lang="en-US"/>
              <a:t> cursus porta </a:t>
            </a:r>
            <a:r>
              <a:rPr lang="en-US" err="1"/>
              <a:t>orci</a:t>
            </a:r>
            <a:r>
              <a:rPr lang="en-US"/>
              <a:t>, </a:t>
            </a:r>
            <a:r>
              <a:rPr lang="en-US" err="1"/>
              <a:t>eu</a:t>
            </a:r>
            <a:r>
              <a:rPr lang="en-US"/>
              <a:t> </a:t>
            </a:r>
            <a:r>
              <a:rPr lang="en-US" err="1"/>
              <a:t>vulputate</a:t>
            </a:r>
            <a:r>
              <a:rPr lang="en-US"/>
              <a:t>.</a:t>
            </a:r>
          </a:p>
        </p:txBody>
      </p:sp>
      <p:sp>
        <p:nvSpPr>
          <p:cNvPr id="3" name="Content Placeholder 2">
            <a:extLst>
              <a:ext uri="{FF2B5EF4-FFF2-40B4-BE49-F238E27FC236}">
                <a16:creationId xmlns:a16="http://schemas.microsoft.com/office/drawing/2014/main" id="{F2DDA120-FB0D-451C-8E7B-F5039142C784}"/>
              </a:ext>
            </a:extLst>
          </p:cNvPr>
          <p:cNvSpPr>
            <a:spLocks noGrp="1"/>
          </p:cNvSpPr>
          <p:nvPr>
            <p:ph type="body" sz="quarter" idx="18"/>
          </p:nvPr>
        </p:nvSpPr>
        <p:spPr/>
        <p:txBody>
          <a:bodyPr/>
          <a:lstStyle/>
          <a:p>
            <a:r>
              <a:rPr lang="en-US"/>
              <a:t>Lorem ipsum dolor sit </a:t>
            </a:r>
            <a:r>
              <a:rPr lang="en-US" err="1"/>
              <a:t>amet</a:t>
            </a:r>
            <a:r>
              <a:rPr lang="en-US"/>
              <a:t>, </a:t>
            </a:r>
            <a:r>
              <a:rPr lang="en-US" err="1"/>
              <a:t>consectetur</a:t>
            </a:r>
            <a:r>
              <a:rPr lang="en-US"/>
              <a:t> </a:t>
            </a:r>
            <a:r>
              <a:rPr lang="en-US" err="1"/>
              <a:t>adip</a:t>
            </a:r>
            <a:r>
              <a:rPr lang="en-US"/>
              <a:t> </a:t>
            </a:r>
            <a:r>
              <a:rPr lang="en-US" err="1"/>
              <a:t>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p:txBody>
      </p:sp>
      <p:sp>
        <p:nvSpPr>
          <p:cNvPr id="2" name="Content Placeholder 1">
            <a:extLst>
              <a:ext uri="{FF2B5EF4-FFF2-40B4-BE49-F238E27FC236}">
                <a16:creationId xmlns:a16="http://schemas.microsoft.com/office/drawing/2014/main" id="{563A25A9-FCB0-4E9A-9017-AE78F78D55A8}"/>
              </a:ext>
            </a:extLst>
          </p:cNvPr>
          <p:cNvSpPr>
            <a:spLocks noGrp="1"/>
          </p:cNvSpPr>
          <p:nvPr>
            <p:ph type="body" sz="quarter" idx="16"/>
          </p:nvPr>
        </p:nvSpPr>
        <p:spPr/>
        <p:txBody>
          <a:bodyPr/>
          <a:lstStyle/>
          <a:p>
            <a:r>
              <a:rPr lang="en-US" err="1"/>
              <a:t>Vivamus</a:t>
            </a:r>
            <a:r>
              <a:rPr lang="en-US"/>
              <a:t> </a:t>
            </a:r>
            <a:r>
              <a:rPr lang="en-US" err="1"/>
              <a:t>fringilla</a:t>
            </a:r>
            <a:r>
              <a:rPr lang="en-US"/>
              <a:t> </a:t>
            </a:r>
            <a:r>
              <a:rPr lang="en-US" err="1"/>
              <a:t>elit</a:t>
            </a:r>
            <a:r>
              <a:rPr lang="en-US"/>
              <a:t> fringilla </a:t>
            </a:r>
            <a:r>
              <a:rPr lang="en-US" err="1"/>
              <a:t>etesque</a:t>
            </a:r>
            <a:r>
              <a:rPr lang="en-US"/>
              <a:t>. </a:t>
            </a:r>
          </a:p>
        </p:txBody>
      </p:sp>
    </p:spTree>
    <p:extLst>
      <p:ext uri="{BB962C8B-B14F-4D97-AF65-F5344CB8AC3E}">
        <p14:creationId xmlns:p14="http://schemas.microsoft.com/office/powerpoint/2010/main" val="339689425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Image Left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idx="1"/>
          </p:nvPr>
        </p:nvSpPr>
        <p:spPr/>
        <p:txBody>
          <a:bodyPr/>
          <a:lstStyle/>
          <a:p>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auctor </a:t>
            </a:r>
            <a:r>
              <a:rPr lang="en-US" err="1"/>
              <a:t>venenatis</a:t>
            </a:r>
            <a:r>
              <a:rPr lang="en-US"/>
              <a:t> </a:t>
            </a:r>
            <a:r>
              <a:rPr lang="en-US" err="1"/>
              <a:t>quam</a:t>
            </a:r>
            <a:r>
              <a:rPr lang="en-US"/>
              <a:t> </a:t>
            </a:r>
            <a:br>
              <a:rPr lang="en-US"/>
            </a:br>
            <a:r>
              <a:rPr lang="en-US"/>
              <a:t>ante in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a:t>Aenean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volutpat</a:t>
            </a:r>
            <a:r>
              <a:rPr lang="en-US"/>
              <a:t> </a:t>
            </a:r>
            <a:r>
              <a:rPr lang="en-US" err="1"/>
              <a:t>ultrices</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Sed </a:t>
            </a:r>
            <a:r>
              <a:rPr lang="en-US" err="1"/>
              <a:t>luctus</a:t>
            </a:r>
            <a:r>
              <a:rPr lang="en-US"/>
              <a:t>, nisi at </a:t>
            </a:r>
            <a:r>
              <a:rPr lang="en-US" err="1"/>
              <a:t>mollis</a:t>
            </a:r>
            <a:r>
              <a:rPr lang="en-US"/>
              <a:t> </a:t>
            </a:r>
            <a:r>
              <a:rPr lang="en-US" err="1"/>
              <a:t>scelerisque</a:t>
            </a:r>
            <a:r>
              <a:rPr lang="en-US"/>
              <a:t>, eros ipsum </a:t>
            </a:r>
            <a:r>
              <a:rPr lang="en-US" err="1"/>
              <a:t>ornare</a:t>
            </a:r>
            <a:r>
              <a:rPr lang="en-US"/>
              <a:t> </a:t>
            </a:r>
            <a:r>
              <a:rPr lang="en-US" err="1"/>
              <a:t>leo</a:t>
            </a:r>
            <a:r>
              <a:rPr lang="en-US"/>
              <a:t>, </a:t>
            </a:r>
            <a:r>
              <a:rPr lang="en-US" err="1"/>
              <a:t>malesuada</a:t>
            </a:r>
            <a:r>
              <a:rPr lang="en-US"/>
              <a:t> </a:t>
            </a:r>
            <a:r>
              <a:rPr lang="en-US" err="1"/>
              <a:t>commodo</a:t>
            </a:r>
            <a:r>
              <a:rPr lang="en-US"/>
              <a:t>  </a:t>
            </a:r>
            <a:r>
              <a:rPr lang="en-US" err="1"/>
              <a:t>metus</a:t>
            </a:r>
            <a:r>
              <a:rPr lang="en-US"/>
              <a:t> </a:t>
            </a:r>
            <a:r>
              <a:rPr lang="en-US" err="1"/>
              <a:t>eget</a:t>
            </a:r>
            <a:r>
              <a:rPr lang="en-US"/>
              <a:t> </a:t>
            </a:r>
            <a:r>
              <a:rPr lang="en-US" err="1"/>
              <a:t>sapien</a:t>
            </a:r>
            <a:r>
              <a:rPr lang="en-US"/>
              <a:t>. Integer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a:t>
            </a:r>
            <a:r>
              <a:rPr lang="en-US"/>
              <a:t> </a:t>
            </a:r>
            <a:r>
              <a:rPr lang="en-US" err="1"/>
              <a:t>suscipit</a:t>
            </a:r>
            <a:r>
              <a:rPr lang="en-US"/>
              <a:t> </a:t>
            </a:r>
            <a:r>
              <a:rPr lang="en-US" err="1"/>
              <a:t>quis</a:t>
            </a:r>
            <a:r>
              <a:rPr lang="en-US"/>
              <a:t>. In hac </a:t>
            </a:r>
            <a:r>
              <a:rPr lang="en-US" err="1"/>
              <a:t>habitasse</a:t>
            </a:r>
            <a:r>
              <a:rPr lang="en-US"/>
              <a:t> </a:t>
            </a:r>
            <a:r>
              <a:rPr lang="en-US" err="1"/>
              <a:t>platea</a:t>
            </a:r>
            <a:r>
              <a:rPr lang="en-US"/>
              <a:t> </a:t>
            </a:r>
            <a:r>
              <a:rPr lang="en-US" err="1"/>
              <a:t>dictumst</a:t>
            </a:r>
            <a:r>
              <a:rPr lang="en-US"/>
              <a:t>.</a:t>
            </a:r>
          </a:p>
          <a:p>
            <a:pPr lvl="3"/>
            <a:r>
              <a:rPr lang="en-US"/>
              <a:t>Aenean pharetra </a:t>
            </a:r>
            <a:r>
              <a:rPr lang="en-US" err="1"/>
              <a:t>est</a:t>
            </a:r>
            <a:r>
              <a:rPr lang="en-US"/>
              <a:t> </a:t>
            </a:r>
            <a:r>
              <a:rPr lang="en-US" err="1"/>
              <a:t>purus</a:t>
            </a:r>
            <a:r>
              <a:rPr lang="en-US"/>
              <a:t>, et </a:t>
            </a:r>
            <a:r>
              <a:rPr lang="en-US" err="1"/>
              <a:t>sollicitudin</a:t>
            </a:r>
            <a:r>
              <a:rPr lang="en-US"/>
              <a:t> </a:t>
            </a:r>
            <a:r>
              <a:rPr lang="en-US" err="1"/>
              <a:t>tortor</a:t>
            </a:r>
            <a:r>
              <a:rPr lang="en-US"/>
              <a:t> </a:t>
            </a:r>
            <a:r>
              <a:rPr lang="en-US" err="1"/>
              <a:t>scelerisque</a:t>
            </a:r>
            <a:r>
              <a:rPr lang="en-US"/>
              <a:t>. </a:t>
            </a:r>
            <a:r>
              <a:rPr lang="en-US" err="1"/>
              <a:t>Curabitur</a:t>
            </a:r>
            <a:r>
              <a:rPr lang="en-US"/>
              <a:t> </a:t>
            </a:r>
            <a:r>
              <a:rPr lang="en-US" err="1"/>
              <a:t>nec</a:t>
            </a:r>
            <a:r>
              <a:rPr lang="en-US"/>
              <a:t> </a:t>
            </a:r>
            <a:r>
              <a:rPr lang="en-US" err="1"/>
              <a:t>sapien</a:t>
            </a:r>
            <a:r>
              <a:rPr lang="en-US"/>
              <a:t> a </a:t>
            </a:r>
            <a:r>
              <a:rPr lang="en-US" err="1"/>
              <a:t>nulla</a:t>
            </a:r>
            <a:r>
              <a:rPr lang="en-US"/>
              <a:t> maximus </a:t>
            </a:r>
            <a:r>
              <a:rPr lang="en-US" err="1"/>
              <a:t>pretium</a:t>
            </a:r>
            <a:r>
              <a:rPr lang="en-US"/>
              <a:t> at </a:t>
            </a:r>
            <a:r>
              <a:rPr lang="en-US" err="1"/>
              <a:t>quis</a:t>
            </a:r>
            <a:r>
              <a:rPr lang="en-US"/>
              <a:t> </a:t>
            </a:r>
            <a:r>
              <a:rPr lang="en-US" err="1"/>
              <a:t>urna</a:t>
            </a:r>
            <a:r>
              <a:rPr lang="en-US"/>
              <a:t>.</a:t>
            </a:r>
          </a:p>
        </p:txBody>
      </p:sp>
      <p:pic>
        <p:nvPicPr>
          <p:cNvPr id="8" name="Picture Placeholder 7">
            <a:extLst>
              <a:ext uri="{FF2B5EF4-FFF2-40B4-BE49-F238E27FC236}">
                <a16:creationId xmlns:a16="http://schemas.microsoft.com/office/drawing/2014/main" id="{187CBA3E-AEDF-46C3-8B11-BCE1BF23A412}"/>
              </a:ext>
              <a:ext uri="{C183D7F6-B498-43B3-948B-1728B52AA6E4}">
                <adec:decorative xmlns:adec="http://schemas.microsoft.com/office/drawing/2017/decorative" val="1"/>
              </a:ext>
            </a:extLst>
          </p:cNvPr>
          <p:cNvPicPr>
            <a:picLocks noGrp="1" noChangeAspect="1"/>
          </p:cNvPicPr>
          <p:nvPr>
            <p:ph type="pic" sz="quarter" idx="18"/>
          </p:nvPr>
        </p:nvPicPr>
        <p:blipFill rotWithShape="1">
          <a:blip r:embed="rId2">
            <a:extLst>
              <a:ext uri="{28A0092B-C50C-407E-A947-70E740481C1C}">
                <a14:useLocalDpi xmlns:a14="http://schemas.microsoft.com/office/drawing/2010/main" val="0"/>
              </a:ext>
            </a:extLst>
          </a:blip>
          <a:srcRect t="13779" b="13779"/>
          <a:stretch/>
        </p:blipFill>
        <p:spPr/>
      </p:pic>
      <p:sp>
        <p:nvSpPr>
          <p:cNvPr id="10" name="TextBox 9">
            <a:extLst>
              <a:ext uri="{FF2B5EF4-FFF2-40B4-BE49-F238E27FC236}">
                <a16:creationId xmlns:a16="http://schemas.microsoft.com/office/drawing/2014/main" id="{161AE4EB-3A02-466B-A1AA-6B92770268B0}"/>
              </a:ext>
            </a:extLst>
          </p:cNvPr>
          <p:cNvSpPr txBox="1"/>
          <p:nvPr/>
        </p:nvSpPr>
        <p:spPr>
          <a:xfrm>
            <a:off x="7205663" y="6171354"/>
            <a:ext cx="3534310" cy="144270"/>
          </a:xfrm>
          <a:prstGeom prst="rect">
            <a:avLst/>
          </a:prstGeom>
        </p:spPr>
        <p:txBody>
          <a:bodyPr vert="horz" wrap="square" lIns="0" tIns="0" rIns="0" bIns="0" rtlCol="0">
            <a:spAutoFit/>
          </a:bodyPr>
          <a:lstStyle>
            <a:defPPr>
              <a:defRPr lang="en-US"/>
            </a:defPPr>
            <a:lvl1pPr>
              <a:lnSpc>
                <a:spcPct val="110000"/>
              </a:lnSpc>
              <a:spcBef>
                <a:spcPts val="600"/>
              </a:spcBef>
              <a:spcAft>
                <a:spcPts val="600"/>
              </a:spcAft>
              <a:defRPr sz="900">
                <a:solidFill>
                  <a:schemeClr val="accent2"/>
                </a:solidFill>
                <a:latin typeface="Montserrat" panose="00000500000000000000" pitchFamily="2" charset="0"/>
                <a:ea typeface="Montserrat" panose="00000500000000000000" pitchFamily="2" charset="0"/>
              </a:defRPr>
            </a:lvl1pPr>
          </a:lstStyle>
          <a:p>
            <a:r>
              <a:rPr lang="en-US">
                <a:latin typeface="+mj-lt"/>
              </a:rPr>
              <a:t>Photo by </a:t>
            </a:r>
            <a:r>
              <a:rPr lang="en-US" err="1">
                <a:latin typeface="+mj-lt"/>
                <a:hlinkClick r:id="rId3"/>
              </a:rPr>
              <a:t>DesignClass</a:t>
            </a:r>
            <a:r>
              <a:rPr lang="en-US">
                <a:latin typeface="+mj-lt"/>
              </a:rPr>
              <a:t> on </a:t>
            </a:r>
            <a:r>
              <a:rPr lang="en-US" err="1">
                <a:latin typeface="+mj-lt"/>
                <a:hlinkClick r:id="rId4"/>
              </a:rPr>
              <a:t>Unsplash</a:t>
            </a:r>
            <a:endParaRPr lang="en-US">
              <a:latin typeface="+mj-lt"/>
            </a:endParaRPr>
          </a:p>
        </p:txBody>
      </p:sp>
    </p:spTree>
    <p:extLst>
      <p:ext uri="{BB962C8B-B14F-4D97-AF65-F5344CB8AC3E}">
        <p14:creationId xmlns:p14="http://schemas.microsoft.com/office/powerpoint/2010/main" val="296094279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a:extLst>
              <a:ext uri="{FF2B5EF4-FFF2-40B4-BE49-F238E27FC236}">
                <a16:creationId xmlns:a16="http://schemas.microsoft.com/office/drawing/2014/main" id="{644C6C04-B97D-4893-9C68-784DFBFD8CA2}"/>
              </a:ext>
            </a:extLst>
          </p:cNvPr>
          <p:cNvSpPr>
            <a:spLocks noGrp="1"/>
          </p:cNvSpPr>
          <p:nvPr>
            <p:ph type="subTitle" idx="15"/>
          </p:nvPr>
        </p:nvSpPr>
        <p:spPr/>
        <p:txBody>
          <a:bodyPr/>
          <a:lstStyle/>
          <a:p>
            <a:r>
              <a:rPr lang="en-US" dirty="0"/>
              <a:t>Impact Layouts</a:t>
            </a:r>
          </a:p>
        </p:txBody>
      </p:sp>
      <p:sp>
        <p:nvSpPr>
          <p:cNvPr id="4" name="Title 3">
            <a:extLst>
              <a:ext uri="{FF2B5EF4-FFF2-40B4-BE49-F238E27FC236}">
                <a16:creationId xmlns:a16="http://schemas.microsoft.com/office/drawing/2014/main" id="{2824FC5B-14D9-4BDD-98FE-9E9527709EE2}"/>
              </a:ext>
            </a:extLst>
          </p:cNvPr>
          <p:cNvSpPr>
            <a:spLocks noGrp="1"/>
          </p:cNvSpPr>
          <p:nvPr>
            <p:ph type="title"/>
          </p:nvPr>
        </p:nvSpPr>
        <p:spPr/>
        <p:txBody>
          <a:bodyPr/>
          <a:lstStyle/>
          <a:p>
            <a:r>
              <a:rPr lang="en-US"/>
              <a:t>Image Right Layout</a:t>
            </a:r>
          </a:p>
        </p:txBody>
      </p:sp>
      <p:sp>
        <p:nvSpPr>
          <p:cNvPr id="6" name="Text Placeholder 5">
            <a:extLst>
              <a:ext uri="{FF2B5EF4-FFF2-40B4-BE49-F238E27FC236}">
                <a16:creationId xmlns:a16="http://schemas.microsoft.com/office/drawing/2014/main" id="{02D19054-F75D-40EB-BAE1-DBF26472080D}"/>
              </a:ext>
            </a:extLst>
          </p:cNvPr>
          <p:cNvSpPr>
            <a:spLocks noGrp="1"/>
          </p:cNvSpPr>
          <p:nvPr>
            <p:ph idx="1"/>
          </p:nvPr>
        </p:nvSpPr>
        <p:spPr/>
        <p:txBody>
          <a:bodyPr/>
          <a:lstStyle/>
          <a:p>
            <a:pPr lvl="7"/>
            <a:r>
              <a:rPr lang="en-US" err="1"/>
              <a:t>Aenean</a:t>
            </a:r>
            <a:r>
              <a:rPr lang="en-US"/>
              <a:t> pharetra </a:t>
            </a:r>
            <a:r>
              <a:rPr lang="en-US" err="1"/>
              <a:t>est</a:t>
            </a:r>
            <a:r>
              <a:rPr lang="en-US"/>
              <a:t> </a:t>
            </a:r>
            <a:r>
              <a:rPr lang="en-US" err="1"/>
              <a:t>purus</a:t>
            </a:r>
            <a:r>
              <a:rPr lang="en-US"/>
              <a:t>, et </a:t>
            </a:r>
            <a:r>
              <a:rPr lang="en-US" err="1"/>
              <a:t>sollicitudin</a:t>
            </a:r>
            <a:r>
              <a:rPr lang="en-US"/>
              <a:t> </a:t>
            </a:r>
            <a:r>
              <a:rPr lang="en-US" err="1"/>
              <a:t>tortor</a:t>
            </a:r>
            <a:r>
              <a:rPr lang="en-US"/>
              <a:t> </a:t>
            </a:r>
            <a:r>
              <a:rPr lang="en-US" err="1"/>
              <a:t>scelerisque</a:t>
            </a:r>
            <a:r>
              <a:rPr lang="en-US"/>
              <a:t>. </a:t>
            </a:r>
            <a:r>
              <a:rPr lang="en-US" err="1"/>
              <a:t>Curabitur</a:t>
            </a:r>
            <a:r>
              <a:rPr lang="en-US"/>
              <a:t> </a:t>
            </a:r>
            <a:r>
              <a:rPr lang="en-US" err="1"/>
              <a:t>nec</a:t>
            </a:r>
            <a:r>
              <a:rPr lang="en-US"/>
              <a:t> </a:t>
            </a:r>
            <a:r>
              <a:rPr lang="en-US" err="1"/>
              <a:t>sapien</a:t>
            </a:r>
            <a:r>
              <a:rPr lang="en-US"/>
              <a:t> a </a:t>
            </a:r>
            <a:r>
              <a:rPr lang="en-US" err="1"/>
              <a:t>nulla</a:t>
            </a:r>
            <a:r>
              <a:rPr lang="en-US"/>
              <a:t> maximus </a:t>
            </a:r>
            <a:r>
              <a:rPr lang="en-US" err="1"/>
              <a:t>pretium</a:t>
            </a:r>
            <a:r>
              <a:rPr lang="en-US"/>
              <a:t> at </a:t>
            </a:r>
            <a:r>
              <a:rPr lang="en-US" err="1"/>
              <a:t>quis</a:t>
            </a:r>
            <a:r>
              <a:rPr lang="en-US"/>
              <a:t> </a:t>
            </a:r>
            <a:r>
              <a:rPr lang="en-US" err="1"/>
              <a:t>urna</a:t>
            </a:r>
            <a:r>
              <a:rPr lang="en-US"/>
              <a:t>.</a:t>
            </a:r>
          </a:p>
          <a:p>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in </a:t>
            </a:r>
            <a:r>
              <a:rPr lang="en-US" err="1"/>
              <a:t>elit</a:t>
            </a:r>
            <a:r>
              <a:rPr lang="en-US"/>
              <a:t> </a:t>
            </a:r>
            <a:r>
              <a:rPr lang="en-US" err="1"/>
              <a:t>odio</a:t>
            </a:r>
            <a:r>
              <a:rPr lang="en-US"/>
              <a:t>. </a:t>
            </a:r>
            <a:r>
              <a:rPr lang="en-US" err="1"/>
              <a:t>Interdum</a:t>
            </a:r>
            <a:r>
              <a:rPr lang="en-US"/>
              <a:t> et </a:t>
            </a:r>
            <a:r>
              <a:rPr lang="en-US" err="1"/>
              <a:t>malesuada</a:t>
            </a:r>
            <a:r>
              <a:rPr lang="en-US"/>
              <a:t> fames ac ante ipsum </a:t>
            </a:r>
            <a:r>
              <a:rPr lang="en-US" err="1"/>
              <a:t>primis</a:t>
            </a:r>
            <a:r>
              <a:rPr lang="en-US"/>
              <a:t> in </a:t>
            </a:r>
            <a:r>
              <a:rPr lang="en-US" err="1"/>
              <a:t>faucibus</a:t>
            </a:r>
            <a:r>
              <a:rPr lang="en-US"/>
              <a:t>. </a:t>
            </a:r>
            <a:r>
              <a:rPr lang="en-US" err="1"/>
              <a:t>Etiam</a:t>
            </a:r>
            <a:r>
              <a:rPr lang="en-US"/>
              <a:t> </a:t>
            </a:r>
            <a:r>
              <a:rPr lang="en-US" err="1"/>
              <a:t>ultricies</a:t>
            </a:r>
            <a:r>
              <a:rPr lang="en-US"/>
              <a:t>, </a:t>
            </a:r>
            <a:r>
              <a:rPr lang="en-US" err="1"/>
              <a:t>quam</a:t>
            </a:r>
            <a:r>
              <a:rPr lang="en-US"/>
              <a:t> at </a:t>
            </a:r>
            <a:r>
              <a:rPr lang="en-US" err="1"/>
              <a:t>polestir</a:t>
            </a:r>
            <a:r>
              <a:rPr lang="en-US"/>
              <a:t> </a:t>
            </a:r>
            <a:r>
              <a:rPr lang="en-US" err="1"/>
              <a:t>facilisis</a:t>
            </a:r>
            <a:r>
              <a:rPr lang="en-US"/>
              <a:t>, dolor magna </a:t>
            </a:r>
            <a:r>
              <a:rPr lang="en-US" err="1"/>
              <a:t>vehicula</a:t>
            </a:r>
            <a:r>
              <a:rPr lang="en-US"/>
              <a:t> dui, </a:t>
            </a:r>
            <a:r>
              <a:rPr lang="en-US" err="1"/>
              <a:t>auctor</a:t>
            </a:r>
            <a:r>
              <a:rPr lang="en-US"/>
              <a:t> </a:t>
            </a:r>
            <a:r>
              <a:rPr lang="en-US" err="1"/>
              <a:t>venenatis</a:t>
            </a:r>
            <a:r>
              <a:rPr lang="en-US"/>
              <a:t> </a:t>
            </a:r>
            <a:r>
              <a:rPr lang="en-US" err="1"/>
              <a:t>quam</a:t>
            </a:r>
            <a:r>
              <a:rPr lang="en-US"/>
              <a:t> </a:t>
            </a:r>
            <a:br>
              <a:rPr lang="en-US"/>
            </a:br>
            <a:r>
              <a:rPr lang="en-US"/>
              <a:t>ante in </a:t>
            </a:r>
            <a:r>
              <a:rPr lang="en-US" err="1"/>
              <a:t>lectus</a:t>
            </a:r>
            <a:r>
              <a:rPr lang="en-US"/>
              <a:t>. Cras </a:t>
            </a:r>
            <a:r>
              <a:rPr lang="en-US" err="1"/>
              <a:t>placerat</a:t>
            </a:r>
            <a:r>
              <a:rPr lang="en-US"/>
              <a:t> </a:t>
            </a:r>
            <a:r>
              <a:rPr lang="en-US" err="1"/>
              <a:t>nunc</a:t>
            </a:r>
            <a:r>
              <a:rPr lang="en-US"/>
              <a:t> </a:t>
            </a:r>
            <a:r>
              <a:rPr lang="en-US" err="1"/>
              <a:t>quis</a:t>
            </a:r>
            <a:r>
              <a:rPr lang="en-US"/>
              <a:t> </a:t>
            </a:r>
            <a:r>
              <a:rPr lang="en-US" err="1"/>
              <a:t>tellus</a:t>
            </a:r>
            <a:r>
              <a:rPr lang="en-US"/>
              <a:t> porta </a:t>
            </a:r>
            <a:r>
              <a:rPr lang="en-US" err="1"/>
              <a:t>pellen-tesque</a:t>
            </a:r>
            <a:r>
              <a:rPr lang="en-US"/>
              <a:t>. </a:t>
            </a:r>
            <a:r>
              <a:rPr lang="en-US" err="1"/>
              <a:t>Suspendisse</a:t>
            </a:r>
            <a:r>
              <a:rPr lang="en-US"/>
              <a:t> sed </a:t>
            </a:r>
            <a:r>
              <a:rPr lang="en-US" err="1"/>
              <a:t>felis</a:t>
            </a:r>
            <a:r>
              <a:rPr lang="en-US"/>
              <a:t> ac </a:t>
            </a:r>
            <a:r>
              <a:rPr lang="en-US" err="1"/>
              <a:t>metus</a:t>
            </a:r>
            <a:r>
              <a:rPr lang="en-US"/>
              <a:t> </a:t>
            </a:r>
            <a:r>
              <a:rPr lang="en-US" err="1"/>
              <a:t>tristique</a:t>
            </a:r>
            <a:r>
              <a:rPr lang="en-US"/>
              <a:t> </a:t>
            </a:r>
            <a:r>
              <a:rPr lang="en-US" err="1"/>
              <a:t>ullamcorper</a:t>
            </a:r>
            <a:r>
              <a:rPr lang="en-US"/>
              <a:t>. </a:t>
            </a:r>
          </a:p>
          <a:p>
            <a:r>
              <a:rPr lang="en-US" err="1"/>
              <a:t>Aenean</a:t>
            </a:r>
            <a:r>
              <a:rPr lang="en-US"/>
              <a:t> </a:t>
            </a:r>
            <a:r>
              <a:rPr lang="en-US" err="1"/>
              <a:t>purus</a:t>
            </a:r>
            <a:r>
              <a:rPr lang="en-US"/>
              <a:t> </a:t>
            </a:r>
            <a:r>
              <a:rPr lang="en-US" err="1"/>
              <a:t>purus</a:t>
            </a:r>
            <a:r>
              <a:rPr lang="en-US"/>
              <a:t>, </a:t>
            </a:r>
            <a:r>
              <a:rPr lang="en-US" err="1"/>
              <a:t>pellentesque</a:t>
            </a:r>
            <a:r>
              <a:rPr lang="en-US"/>
              <a:t> et </a:t>
            </a:r>
            <a:r>
              <a:rPr lang="en-US" err="1"/>
              <a:t>justo</a:t>
            </a:r>
            <a:r>
              <a:rPr lang="en-US"/>
              <a:t> </a:t>
            </a:r>
            <a:r>
              <a:rPr lang="en-US" err="1"/>
              <a:t>volutpat</a:t>
            </a:r>
            <a:r>
              <a:rPr lang="en-US"/>
              <a:t> </a:t>
            </a:r>
            <a:r>
              <a:rPr lang="en-US" err="1"/>
              <a:t>ultrices</a:t>
            </a:r>
            <a:r>
              <a:rPr lang="en-US"/>
              <a:t> </a:t>
            </a:r>
            <a:r>
              <a:rPr lang="en-US" err="1"/>
              <a:t>purus</a:t>
            </a:r>
            <a:r>
              <a:rPr lang="en-US"/>
              <a:t>. </a:t>
            </a:r>
            <a:r>
              <a:rPr lang="en-US" err="1"/>
              <a:t>Vivamus</a:t>
            </a:r>
            <a:r>
              <a:rPr lang="en-US"/>
              <a:t> </a:t>
            </a:r>
            <a:r>
              <a:rPr lang="en-US" err="1"/>
              <a:t>eu</a:t>
            </a:r>
            <a:r>
              <a:rPr lang="en-US"/>
              <a:t> </a:t>
            </a:r>
            <a:r>
              <a:rPr lang="en-US" err="1"/>
              <a:t>nulla</a:t>
            </a:r>
            <a:r>
              <a:rPr lang="en-US"/>
              <a:t> </a:t>
            </a:r>
            <a:r>
              <a:rPr lang="en-US" err="1"/>
              <a:t>eu</a:t>
            </a:r>
            <a:r>
              <a:rPr lang="en-US"/>
              <a:t> </a:t>
            </a:r>
            <a:r>
              <a:rPr lang="en-US" err="1"/>
              <a:t>sapien</a:t>
            </a:r>
            <a:r>
              <a:rPr lang="en-US"/>
              <a:t> </a:t>
            </a:r>
            <a:r>
              <a:rPr lang="en-US" err="1"/>
              <a:t>scelerisque</a:t>
            </a:r>
            <a:r>
              <a:rPr lang="en-US"/>
              <a:t> </a:t>
            </a:r>
            <a:r>
              <a:rPr lang="en-US" err="1"/>
              <a:t>viverra</a:t>
            </a:r>
            <a:r>
              <a:rPr lang="en-US"/>
              <a:t>. In id diam id ligula </a:t>
            </a:r>
            <a:r>
              <a:rPr lang="en-US" err="1"/>
              <a:t>blandit</a:t>
            </a:r>
            <a:r>
              <a:rPr lang="en-US"/>
              <a:t> pharetra ac a </a:t>
            </a:r>
            <a:r>
              <a:rPr lang="en-US" err="1"/>
              <a:t>leo</a:t>
            </a:r>
            <a:r>
              <a:rPr lang="en-US"/>
              <a:t>. </a:t>
            </a:r>
            <a:r>
              <a:rPr lang="en-US" err="1"/>
              <a:t>Vivamus</a:t>
            </a:r>
            <a:r>
              <a:rPr lang="en-US"/>
              <a:t> </a:t>
            </a:r>
            <a:r>
              <a:rPr lang="en-US" err="1"/>
              <a:t>fringilla</a:t>
            </a:r>
            <a:r>
              <a:rPr lang="en-US"/>
              <a:t> </a:t>
            </a:r>
            <a:r>
              <a:rPr lang="en-US" err="1"/>
              <a:t>polestir</a:t>
            </a:r>
            <a:r>
              <a:rPr lang="en-US"/>
              <a:t> </a:t>
            </a:r>
            <a:r>
              <a:rPr lang="en-US" err="1"/>
              <a:t>fringilla</a:t>
            </a:r>
            <a:r>
              <a:rPr lang="en-US"/>
              <a:t>. Sed </a:t>
            </a:r>
            <a:r>
              <a:rPr lang="en-US" err="1"/>
              <a:t>luctus</a:t>
            </a:r>
            <a:r>
              <a:rPr lang="en-US"/>
              <a:t>, nisi at </a:t>
            </a:r>
            <a:r>
              <a:rPr lang="en-US" err="1"/>
              <a:t>mollis</a:t>
            </a:r>
            <a:r>
              <a:rPr lang="en-US"/>
              <a:t> </a:t>
            </a:r>
            <a:r>
              <a:rPr lang="en-US" err="1"/>
              <a:t>scelerisque</a:t>
            </a:r>
            <a:r>
              <a:rPr lang="en-US"/>
              <a:t>, </a:t>
            </a:r>
            <a:r>
              <a:rPr lang="en-US" err="1"/>
              <a:t>eros</a:t>
            </a:r>
            <a:r>
              <a:rPr lang="en-US"/>
              <a:t> ipsum </a:t>
            </a:r>
            <a:r>
              <a:rPr lang="en-US" err="1"/>
              <a:t>ornare</a:t>
            </a:r>
            <a:r>
              <a:rPr lang="en-US"/>
              <a:t> </a:t>
            </a:r>
            <a:r>
              <a:rPr lang="en-US" err="1"/>
              <a:t>leo</a:t>
            </a:r>
            <a:r>
              <a:rPr lang="en-US"/>
              <a:t>, </a:t>
            </a:r>
            <a:r>
              <a:rPr lang="en-US" err="1"/>
              <a:t>malesuada</a:t>
            </a:r>
            <a:r>
              <a:rPr lang="en-US"/>
              <a:t> </a:t>
            </a:r>
            <a:r>
              <a:rPr lang="en-US" err="1"/>
              <a:t>commodo</a:t>
            </a:r>
            <a:r>
              <a:rPr lang="en-US"/>
              <a:t>  </a:t>
            </a:r>
            <a:r>
              <a:rPr lang="en-US" err="1"/>
              <a:t>metus</a:t>
            </a:r>
            <a:r>
              <a:rPr lang="en-US"/>
              <a:t> </a:t>
            </a:r>
            <a:r>
              <a:rPr lang="en-US" err="1"/>
              <a:t>eget</a:t>
            </a:r>
            <a:r>
              <a:rPr lang="en-US"/>
              <a:t> </a:t>
            </a:r>
            <a:r>
              <a:rPr lang="en-US" err="1"/>
              <a:t>sapien</a:t>
            </a:r>
            <a:r>
              <a:rPr lang="en-US"/>
              <a:t>. Integer </a:t>
            </a:r>
            <a:r>
              <a:rPr lang="en-US" err="1"/>
              <a:t>tristique</a:t>
            </a:r>
            <a:r>
              <a:rPr lang="en-US"/>
              <a:t> </a:t>
            </a:r>
            <a:r>
              <a:rPr lang="en-US" err="1"/>
              <a:t>tincidunt</a:t>
            </a:r>
            <a:r>
              <a:rPr lang="en-US"/>
              <a:t> </a:t>
            </a:r>
            <a:r>
              <a:rPr lang="en-US" err="1"/>
              <a:t>est</a:t>
            </a:r>
            <a:r>
              <a:rPr lang="en-US"/>
              <a:t>, in </a:t>
            </a:r>
            <a:r>
              <a:rPr lang="en-US" err="1"/>
              <a:t>volutpat</a:t>
            </a:r>
            <a:r>
              <a:rPr lang="en-US"/>
              <a:t> </a:t>
            </a:r>
            <a:r>
              <a:rPr lang="en-US" err="1"/>
              <a:t>metus</a:t>
            </a:r>
            <a:r>
              <a:rPr lang="en-US"/>
              <a:t> </a:t>
            </a:r>
            <a:r>
              <a:rPr lang="en-US" err="1"/>
              <a:t>suscipit</a:t>
            </a:r>
            <a:r>
              <a:rPr lang="en-US"/>
              <a:t> </a:t>
            </a:r>
            <a:r>
              <a:rPr lang="en-US" err="1"/>
              <a:t>quis</a:t>
            </a:r>
            <a:r>
              <a:rPr lang="en-US"/>
              <a:t>. In </a:t>
            </a:r>
            <a:r>
              <a:rPr lang="en-US" err="1"/>
              <a:t>hac</a:t>
            </a:r>
            <a:r>
              <a:rPr lang="en-US"/>
              <a:t> </a:t>
            </a:r>
            <a:r>
              <a:rPr lang="en-US" err="1"/>
              <a:t>habitasse</a:t>
            </a:r>
            <a:r>
              <a:rPr lang="en-US"/>
              <a:t> </a:t>
            </a:r>
            <a:r>
              <a:rPr lang="en-US" err="1"/>
              <a:t>platea</a:t>
            </a:r>
            <a:r>
              <a:rPr lang="en-US"/>
              <a:t> </a:t>
            </a:r>
            <a:r>
              <a:rPr lang="en-US" err="1"/>
              <a:t>dictumst</a:t>
            </a:r>
            <a:r>
              <a:rPr lang="en-US"/>
              <a:t>.</a:t>
            </a:r>
          </a:p>
        </p:txBody>
      </p:sp>
      <p:sp>
        <p:nvSpPr>
          <p:cNvPr id="10" name="TextBox 9">
            <a:extLst>
              <a:ext uri="{FF2B5EF4-FFF2-40B4-BE49-F238E27FC236}">
                <a16:creationId xmlns:a16="http://schemas.microsoft.com/office/drawing/2014/main" id="{4AEA21DE-9322-4238-85D0-1E12B51B1EE4}"/>
              </a:ext>
            </a:extLst>
          </p:cNvPr>
          <p:cNvSpPr txBox="1"/>
          <p:nvPr/>
        </p:nvSpPr>
        <p:spPr>
          <a:xfrm>
            <a:off x="923925" y="6171354"/>
            <a:ext cx="3534310" cy="144270"/>
          </a:xfrm>
          <a:prstGeom prst="rect">
            <a:avLst/>
          </a:prstGeom>
        </p:spPr>
        <p:txBody>
          <a:bodyPr vert="horz" wrap="square" lIns="0" tIns="0" rIns="0" bIns="0" rtlCol="0">
            <a:spAutoFit/>
          </a:bodyPr>
          <a:lstStyle>
            <a:defPPr>
              <a:defRPr lang="en-US"/>
            </a:defPPr>
            <a:lvl1pPr>
              <a:lnSpc>
                <a:spcPct val="110000"/>
              </a:lnSpc>
              <a:spcBef>
                <a:spcPts val="600"/>
              </a:spcBef>
              <a:spcAft>
                <a:spcPts val="600"/>
              </a:spcAft>
              <a:defRPr sz="900">
                <a:solidFill>
                  <a:schemeClr val="accent2"/>
                </a:solidFill>
                <a:latin typeface="Montserrat" panose="00000500000000000000" pitchFamily="2" charset="0"/>
                <a:ea typeface="Montserrat" panose="00000500000000000000" pitchFamily="2" charset="0"/>
              </a:defRPr>
            </a:lvl1pPr>
          </a:lstStyle>
          <a:p>
            <a:r>
              <a:rPr lang="en-US">
                <a:latin typeface="+mj-lt"/>
              </a:rPr>
              <a:t>Photo by </a:t>
            </a:r>
            <a:r>
              <a:rPr lang="en-US">
                <a:latin typeface="+mj-lt"/>
                <a:hlinkClick r:id="rId2"/>
              </a:rPr>
              <a:t>Benjamin </a:t>
            </a:r>
            <a:r>
              <a:rPr lang="en-US" err="1">
                <a:latin typeface="+mj-lt"/>
                <a:hlinkClick r:id="rId2"/>
              </a:rPr>
              <a:t>Lizardo</a:t>
            </a:r>
            <a:r>
              <a:rPr lang="en-US">
                <a:latin typeface="+mj-lt"/>
              </a:rPr>
              <a:t> on </a:t>
            </a:r>
            <a:r>
              <a:rPr lang="en-US" err="1">
                <a:latin typeface="+mj-lt"/>
                <a:hlinkClick r:id="rId3"/>
              </a:rPr>
              <a:t>Unsplash</a:t>
            </a:r>
            <a:endParaRPr lang="en-US">
              <a:latin typeface="+mj-lt"/>
            </a:endParaRPr>
          </a:p>
        </p:txBody>
      </p:sp>
      <p:pic>
        <p:nvPicPr>
          <p:cNvPr id="8" name="Picture Placeholder 7">
            <a:extLst>
              <a:ext uri="{FF2B5EF4-FFF2-40B4-BE49-F238E27FC236}">
                <a16:creationId xmlns:a16="http://schemas.microsoft.com/office/drawing/2014/main" id="{4CFB63D8-13D9-4645-A953-EFDCBC43612F}"/>
              </a:ext>
              <a:ext uri="{C183D7F6-B498-43B3-948B-1728B52AA6E4}">
                <adec:decorative xmlns:adec="http://schemas.microsoft.com/office/drawing/2017/decorative" val="1"/>
              </a:ext>
            </a:extLst>
          </p:cNvPr>
          <p:cNvPicPr>
            <a:picLocks noGrp="1" noChangeAspect="1"/>
          </p:cNvPicPr>
          <p:nvPr>
            <p:ph type="pic" sz="quarter" idx="18"/>
          </p:nvPr>
        </p:nvPicPr>
        <p:blipFill rotWithShape="1">
          <a:blip r:embed="rId4">
            <a:extLst>
              <a:ext uri="{28A0092B-C50C-407E-A947-70E740481C1C}">
                <a14:useLocalDpi xmlns:a14="http://schemas.microsoft.com/office/drawing/2010/main" val="0"/>
              </a:ext>
            </a:extLst>
          </a:blip>
          <a:srcRect t="16636" b="16636"/>
          <a:stretch/>
        </p:blipFill>
        <p:spPr/>
      </p:pic>
    </p:spTree>
    <p:extLst>
      <p:ext uri="{BB962C8B-B14F-4D97-AF65-F5344CB8AC3E}">
        <p14:creationId xmlns:p14="http://schemas.microsoft.com/office/powerpoint/2010/main" val="124863518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6945B449-B173-5DBB-E862-2D5074A85EE8}"/>
              </a:ext>
            </a:extLst>
          </p:cNvPr>
          <p:cNvSpPr>
            <a:spLocks noGrp="1"/>
          </p:cNvSpPr>
          <p:nvPr>
            <p:ph type="body" sz="quarter" idx="18"/>
          </p:nvPr>
        </p:nvSpPr>
        <p:spPr>
          <a:xfrm>
            <a:off x="5726926" y="-1445558"/>
            <a:ext cx="6553076" cy="10772180"/>
          </a:xfrm>
        </p:spPr>
        <p:txBody>
          <a:bodyPr/>
          <a:lstStyle/>
          <a:p>
            <a:r>
              <a:rPr lang="en-US" dirty="0"/>
              <a:t>#</a:t>
            </a:r>
          </a:p>
        </p:txBody>
      </p:sp>
      <p:sp>
        <p:nvSpPr>
          <p:cNvPr id="6" name="Title 5">
            <a:extLst>
              <a:ext uri="{FF2B5EF4-FFF2-40B4-BE49-F238E27FC236}">
                <a16:creationId xmlns:a16="http://schemas.microsoft.com/office/drawing/2014/main" id="{3E5898B7-09D3-4D38-AF0E-B926EDA5CE29}"/>
              </a:ext>
              <a:ext uri="{C183D7F6-B498-43B3-948B-1728B52AA6E4}">
                <adec:decorative xmlns:adec="http://schemas.microsoft.com/office/drawing/2017/decorative" val="1"/>
              </a:ext>
            </a:extLst>
          </p:cNvPr>
          <p:cNvSpPr>
            <a:spLocks noGrp="1"/>
          </p:cNvSpPr>
          <p:nvPr>
            <p:ph type="ctrTitle"/>
          </p:nvPr>
        </p:nvSpPr>
        <p:spPr/>
        <p:txBody>
          <a:bodyPr/>
          <a:lstStyle/>
          <a:p>
            <a:r>
              <a:rPr lang="en-US" dirty="0"/>
              <a:t>Section Layouts</a:t>
            </a:r>
          </a:p>
        </p:txBody>
      </p:sp>
    </p:spTree>
    <p:extLst>
      <p:ext uri="{BB962C8B-B14F-4D97-AF65-F5344CB8AC3E}">
        <p14:creationId xmlns:p14="http://schemas.microsoft.com/office/powerpoint/2010/main" val="282091543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1B0FD76C-2EA2-49EB-B6B9-363A23000542}"/>
              </a:ext>
            </a:extLst>
          </p:cNvPr>
          <p:cNvSpPr>
            <a:spLocks noGrp="1"/>
          </p:cNvSpPr>
          <p:nvPr>
            <p:ph type="body" sz="quarter" idx="20"/>
          </p:nvPr>
        </p:nvSpPr>
        <p:spPr/>
        <p:txBody>
          <a:bodyPr/>
          <a:lstStyle/>
          <a:p>
            <a:pPr lvl="3"/>
            <a:r>
              <a:rPr lang="en-US" dirty="0"/>
              <a:t>Lorem Ipsum</a:t>
            </a:r>
          </a:p>
          <a:p>
            <a:r>
              <a:rPr lang="en-US" dirty="0"/>
              <a:t>Lorem ipsum dolor sit </a:t>
            </a:r>
            <a:r>
              <a:rPr lang="en-US" dirty="0" err="1"/>
              <a:t>amet</a:t>
            </a:r>
            <a:r>
              <a:rPr lang="en-US" dirty="0"/>
              <a:t>, con-</a:t>
            </a:r>
            <a:r>
              <a:rPr lang="en-US" dirty="0" err="1"/>
              <a:t>sectetur</a:t>
            </a:r>
            <a:r>
              <a:rPr lang="en-US" dirty="0"/>
              <a:t> </a:t>
            </a:r>
            <a:r>
              <a:rPr lang="en-US" dirty="0" err="1"/>
              <a:t>adipiscing</a:t>
            </a:r>
            <a:r>
              <a:rPr lang="en-US" dirty="0"/>
              <a:t> </a:t>
            </a:r>
            <a:r>
              <a:rPr lang="en-US" dirty="0" err="1"/>
              <a:t>elit</a:t>
            </a:r>
            <a:r>
              <a:rPr lang="en-US" dirty="0"/>
              <a:t>. </a:t>
            </a:r>
            <a:r>
              <a:rPr lang="en-US" dirty="0" err="1"/>
              <a:t>Praesent</a:t>
            </a:r>
            <a:r>
              <a:rPr lang="en-US" dirty="0"/>
              <a:t> </a:t>
            </a:r>
            <a:br>
              <a:rPr lang="en-US" dirty="0"/>
            </a:br>
            <a:r>
              <a:rPr lang="en-US" dirty="0"/>
              <a:t>in </a:t>
            </a:r>
            <a:r>
              <a:rPr lang="en-US" dirty="0" err="1"/>
              <a:t>elit</a:t>
            </a:r>
            <a:r>
              <a:rPr lang="en-US" dirty="0"/>
              <a:t> </a:t>
            </a:r>
            <a:r>
              <a:rPr lang="en-US" dirty="0" err="1"/>
              <a:t>odio</a:t>
            </a:r>
            <a:r>
              <a:rPr lang="en-US" dirty="0"/>
              <a:t>. </a:t>
            </a:r>
            <a:r>
              <a:rPr lang="en-US" dirty="0" err="1"/>
              <a:t>Interdum</a:t>
            </a:r>
            <a:r>
              <a:rPr lang="en-US" dirty="0"/>
              <a:t> et </a:t>
            </a:r>
            <a:r>
              <a:rPr lang="en-US" dirty="0" err="1"/>
              <a:t>malesuada</a:t>
            </a:r>
            <a:r>
              <a:rPr lang="en-US" dirty="0"/>
              <a:t> fames ac ante ipsum </a:t>
            </a:r>
            <a:r>
              <a:rPr lang="en-US" dirty="0" err="1"/>
              <a:t>primis</a:t>
            </a:r>
            <a:r>
              <a:rPr lang="en-US" dirty="0"/>
              <a:t> in </a:t>
            </a:r>
            <a:r>
              <a:rPr lang="en-US" dirty="0" err="1"/>
              <a:t>fau</a:t>
            </a:r>
            <a:r>
              <a:rPr lang="en-US" dirty="0"/>
              <a:t>-ci. </a:t>
            </a:r>
            <a:r>
              <a:rPr lang="en-US" dirty="0" err="1"/>
              <a:t>Etiam</a:t>
            </a:r>
            <a:r>
              <a:rPr lang="en-US" dirty="0"/>
              <a:t> </a:t>
            </a:r>
            <a:r>
              <a:rPr lang="en-US" dirty="0" err="1"/>
              <a:t>ultricies</a:t>
            </a:r>
            <a:r>
              <a:rPr lang="en-US" dirty="0"/>
              <a:t>, </a:t>
            </a:r>
            <a:r>
              <a:rPr lang="en-US" dirty="0" err="1"/>
              <a:t>quam</a:t>
            </a:r>
            <a:r>
              <a:rPr lang="en-US" dirty="0"/>
              <a:t> at stie </a:t>
            </a:r>
            <a:r>
              <a:rPr lang="en-US" dirty="0" err="1"/>
              <a:t>facilisis</a:t>
            </a:r>
            <a:r>
              <a:rPr lang="en-US" dirty="0"/>
              <a:t>, dolor magna </a:t>
            </a:r>
            <a:r>
              <a:rPr lang="en-US" dirty="0" err="1"/>
              <a:t>vehicula</a:t>
            </a:r>
            <a:r>
              <a:rPr lang="en-US" dirty="0"/>
              <a:t> dui, auctor </a:t>
            </a:r>
            <a:r>
              <a:rPr lang="en-US" dirty="0" err="1"/>
              <a:t>venenatis</a:t>
            </a:r>
            <a:r>
              <a:rPr lang="en-US" dirty="0"/>
              <a:t> </a:t>
            </a:r>
            <a:r>
              <a:rPr lang="en-US" dirty="0" err="1"/>
              <a:t>quam</a:t>
            </a:r>
            <a:r>
              <a:rPr lang="en-US" dirty="0"/>
              <a:t> ante in </a:t>
            </a:r>
            <a:r>
              <a:rPr lang="en-US" dirty="0" err="1"/>
              <a:t>lectus</a:t>
            </a:r>
            <a:r>
              <a:rPr lang="en-US" dirty="0"/>
              <a:t>. 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 </a:t>
            </a:r>
          </a:p>
        </p:txBody>
      </p:sp>
      <p:sp>
        <p:nvSpPr>
          <p:cNvPr id="3" name="Title 2">
            <a:extLst>
              <a:ext uri="{FF2B5EF4-FFF2-40B4-BE49-F238E27FC236}">
                <a16:creationId xmlns:a16="http://schemas.microsoft.com/office/drawing/2014/main" id="{11AD36AC-7E17-494B-809F-D374606DCECA}"/>
              </a:ext>
            </a:extLst>
          </p:cNvPr>
          <p:cNvSpPr>
            <a:spLocks noGrp="1"/>
          </p:cNvSpPr>
          <p:nvPr>
            <p:ph type="title"/>
          </p:nvPr>
        </p:nvSpPr>
        <p:spPr/>
        <p:txBody>
          <a:bodyPr/>
          <a:lstStyle/>
          <a:p>
            <a:r>
              <a:rPr lang="en-US" dirty="0"/>
              <a:t>Statement Gray Layout</a:t>
            </a:r>
          </a:p>
        </p:txBody>
      </p:sp>
      <p:sp>
        <p:nvSpPr>
          <p:cNvPr id="5" name="Text Placeholder 4">
            <a:extLst>
              <a:ext uri="{FF2B5EF4-FFF2-40B4-BE49-F238E27FC236}">
                <a16:creationId xmlns:a16="http://schemas.microsoft.com/office/drawing/2014/main" id="{8592A264-E9D5-B10F-C5F3-DB9453EE63FD}"/>
              </a:ext>
            </a:extLst>
          </p:cNvPr>
          <p:cNvSpPr>
            <a:spLocks noGrp="1"/>
          </p:cNvSpPr>
          <p:nvPr>
            <p:ph type="body" sz="quarter" idx="21"/>
          </p:nvPr>
        </p:nvSpPr>
        <p:spPr/>
        <p:txBody>
          <a:bodyPr/>
          <a:lstStyle/>
          <a:p>
            <a:r>
              <a:rPr lang="en-US" dirty="0"/>
              <a:t>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 </a:t>
            </a:r>
          </a:p>
        </p:txBody>
      </p:sp>
    </p:spTree>
    <p:extLst>
      <p:ext uri="{BB962C8B-B14F-4D97-AF65-F5344CB8AC3E}">
        <p14:creationId xmlns:p14="http://schemas.microsoft.com/office/powerpoint/2010/main" val="38904943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FD1E242A-43F4-70B2-AC27-87765950496A}"/>
              </a:ext>
            </a:extLst>
          </p:cNvPr>
          <p:cNvSpPr>
            <a:spLocks noGrp="1"/>
          </p:cNvSpPr>
          <p:nvPr>
            <p:ph type="title"/>
          </p:nvPr>
        </p:nvSpPr>
        <p:spPr/>
        <p:txBody>
          <a:bodyPr/>
          <a:lstStyle/>
          <a:p>
            <a:r>
              <a:rPr lang="en-US" dirty="0"/>
              <a:t>Statement Blue Layout</a:t>
            </a:r>
          </a:p>
        </p:txBody>
      </p:sp>
      <p:sp>
        <p:nvSpPr>
          <p:cNvPr id="8" name="Text Placeholder 7">
            <a:extLst>
              <a:ext uri="{FF2B5EF4-FFF2-40B4-BE49-F238E27FC236}">
                <a16:creationId xmlns:a16="http://schemas.microsoft.com/office/drawing/2014/main" id="{1B0FD76C-2EA2-49EB-B6B9-363A23000542}"/>
              </a:ext>
            </a:extLst>
          </p:cNvPr>
          <p:cNvSpPr>
            <a:spLocks noGrp="1"/>
          </p:cNvSpPr>
          <p:nvPr>
            <p:ph type="body" sz="quarter" idx="20"/>
          </p:nvPr>
        </p:nvSpPr>
        <p:spPr/>
        <p:txBody>
          <a:bodyPr/>
          <a:lstStyle/>
          <a:p>
            <a:pPr lvl="3"/>
            <a:r>
              <a:rPr lang="en-US" dirty="0"/>
              <a:t>Lorem Ipsum</a:t>
            </a:r>
          </a:p>
          <a:p>
            <a:r>
              <a:rPr lang="en-US" dirty="0"/>
              <a:t>Lorem ipsum dolor sit </a:t>
            </a:r>
            <a:r>
              <a:rPr lang="en-US" dirty="0" err="1"/>
              <a:t>amet</a:t>
            </a:r>
            <a:r>
              <a:rPr lang="en-US" dirty="0"/>
              <a:t>, con-</a:t>
            </a:r>
            <a:r>
              <a:rPr lang="en-US" dirty="0" err="1"/>
              <a:t>sectetur</a:t>
            </a:r>
            <a:r>
              <a:rPr lang="en-US" dirty="0"/>
              <a:t> </a:t>
            </a:r>
            <a:r>
              <a:rPr lang="en-US" dirty="0" err="1"/>
              <a:t>adipiscing</a:t>
            </a:r>
            <a:r>
              <a:rPr lang="en-US" dirty="0"/>
              <a:t> </a:t>
            </a:r>
            <a:r>
              <a:rPr lang="en-US" dirty="0" err="1"/>
              <a:t>elit</a:t>
            </a:r>
            <a:r>
              <a:rPr lang="en-US" dirty="0"/>
              <a:t>. </a:t>
            </a:r>
            <a:r>
              <a:rPr lang="en-US" dirty="0" err="1"/>
              <a:t>Praesent</a:t>
            </a:r>
            <a:r>
              <a:rPr lang="en-US" dirty="0"/>
              <a:t> </a:t>
            </a:r>
            <a:br>
              <a:rPr lang="en-US" dirty="0"/>
            </a:br>
            <a:r>
              <a:rPr lang="en-US" dirty="0"/>
              <a:t>in </a:t>
            </a:r>
            <a:r>
              <a:rPr lang="en-US" dirty="0" err="1"/>
              <a:t>elit</a:t>
            </a:r>
            <a:r>
              <a:rPr lang="en-US" dirty="0"/>
              <a:t> </a:t>
            </a:r>
            <a:r>
              <a:rPr lang="en-US" dirty="0" err="1"/>
              <a:t>odio</a:t>
            </a:r>
            <a:r>
              <a:rPr lang="en-US" dirty="0"/>
              <a:t>. </a:t>
            </a:r>
            <a:r>
              <a:rPr lang="en-US" dirty="0" err="1"/>
              <a:t>Interdum</a:t>
            </a:r>
            <a:r>
              <a:rPr lang="en-US" dirty="0"/>
              <a:t> et </a:t>
            </a:r>
            <a:r>
              <a:rPr lang="en-US" dirty="0" err="1"/>
              <a:t>malesuada</a:t>
            </a:r>
            <a:r>
              <a:rPr lang="en-US" dirty="0"/>
              <a:t> fames ac ante ipsum </a:t>
            </a:r>
            <a:r>
              <a:rPr lang="en-US" dirty="0" err="1"/>
              <a:t>primis</a:t>
            </a:r>
            <a:r>
              <a:rPr lang="en-US" dirty="0"/>
              <a:t> in </a:t>
            </a:r>
            <a:r>
              <a:rPr lang="en-US" dirty="0" err="1"/>
              <a:t>fau</a:t>
            </a:r>
            <a:r>
              <a:rPr lang="en-US" dirty="0"/>
              <a:t>-ci. </a:t>
            </a:r>
            <a:r>
              <a:rPr lang="en-US" dirty="0" err="1"/>
              <a:t>Etiam</a:t>
            </a:r>
            <a:r>
              <a:rPr lang="en-US" dirty="0"/>
              <a:t> </a:t>
            </a:r>
            <a:r>
              <a:rPr lang="en-US" dirty="0" err="1"/>
              <a:t>ultricies</a:t>
            </a:r>
            <a:r>
              <a:rPr lang="en-US" dirty="0"/>
              <a:t>, </a:t>
            </a:r>
            <a:r>
              <a:rPr lang="en-US" dirty="0" err="1"/>
              <a:t>quam</a:t>
            </a:r>
            <a:r>
              <a:rPr lang="en-US" dirty="0"/>
              <a:t> at stie </a:t>
            </a:r>
            <a:r>
              <a:rPr lang="en-US" dirty="0" err="1"/>
              <a:t>facilisis</a:t>
            </a:r>
            <a:r>
              <a:rPr lang="en-US" dirty="0"/>
              <a:t>, dolor magna </a:t>
            </a:r>
            <a:r>
              <a:rPr lang="en-US" dirty="0" err="1"/>
              <a:t>vehicula</a:t>
            </a:r>
            <a:r>
              <a:rPr lang="en-US" dirty="0"/>
              <a:t> dui, auctor </a:t>
            </a:r>
            <a:r>
              <a:rPr lang="en-US" dirty="0" err="1"/>
              <a:t>venenatis</a:t>
            </a:r>
            <a:r>
              <a:rPr lang="en-US" dirty="0"/>
              <a:t> </a:t>
            </a:r>
            <a:r>
              <a:rPr lang="en-US" dirty="0" err="1"/>
              <a:t>quam</a:t>
            </a:r>
            <a:r>
              <a:rPr lang="en-US" dirty="0"/>
              <a:t> ante in </a:t>
            </a:r>
            <a:r>
              <a:rPr lang="en-US" dirty="0" err="1"/>
              <a:t>lectus</a:t>
            </a:r>
            <a:r>
              <a:rPr lang="en-US" dirty="0"/>
              <a:t>. 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 </a:t>
            </a:r>
          </a:p>
        </p:txBody>
      </p:sp>
      <p:sp>
        <p:nvSpPr>
          <p:cNvPr id="5" name="Text Placeholder 4">
            <a:extLst>
              <a:ext uri="{FF2B5EF4-FFF2-40B4-BE49-F238E27FC236}">
                <a16:creationId xmlns:a16="http://schemas.microsoft.com/office/drawing/2014/main" id="{CF25B6D2-344B-1B7C-BDCD-E4F8A7E4E2C0}"/>
              </a:ext>
            </a:extLst>
          </p:cNvPr>
          <p:cNvSpPr>
            <a:spLocks noGrp="1"/>
          </p:cNvSpPr>
          <p:nvPr>
            <p:ph type="body" sz="quarter" idx="21"/>
          </p:nvPr>
        </p:nvSpPr>
        <p:spPr/>
        <p:txBody>
          <a:bodyPr/>
          <a:lstStyle/>
          <a:p>
            <a:r>
              <a:rPr lang="en-US" dirty="0"/>
              <a:t>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a:t>
            </a:r>
          </a:p>
        </p:txBody>
      </p:sp>
    </p:spTree>
    <p:extLst>
      <p:ext uri="{BB962C8B-B14F-4D97-AF65-F5344CB8AC3E}">
        <p14:creationId xmlns:p14="http://schemas.microsoft.com/office/powerpoint/2010/main" val="217377726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75744631-3E1D-83C6-D2CE-47E735D9C683}"/>
              </a:ext>
            </a:extLst>
          </p:cNvPr>
          <p:cNvSpPr>
            <a:spLocks noGrp="1"/>
          </p:cNvSpPr>
          <p:nvPr>
            <p:ph type="title"/>
          </p:nvPr>
        </p:nvSpPr>
        <p:spPr/>
        <p:txBody>
          <a:bodyPr/>
          <a:lstStyle/>
          <a:p>
            <a:r>
              <a:rPr lang="en-US" dirty="0"/>
              <a:t>Statement </a:t>
            </a:r>
            <a:br>
              <a:rPr lang="en-US" dirty="0"/>
            </a:br>
            <a:r>
              <a:rPr lang="en-US" dirty="0"/>
              <a:t>Blue-2 Layout</a:t>
            </a:r>
          </a:p>
        </p:txBody>
      </p:sp>
      <p:sp>
        <p:nvSpPr>
          <p:cNvPr id="8" name="Text Placeholder 7">
            <a:extLst>
              <a:ext uri="{FF2B5EF4-FFF2-40B4-BE49-F238E27FC236}">
                <a16:creationId xmlns:a16="http://schemas.microsoft.com/office/drawing/2014/main" id="{1B0FD76C-2EA2-49EB-B6B9-363A23000542}"/>
              </a:ext>
            </a:extLst>
          </p:cNvPr>
          <p:cNvSpPr>
            <a:spLocks noGrp="1"/>
          </p:cNvSpPr>
          <p:nvPr>
            <p:ph type="body" sz="quarter" idx="20"/>
          </p:nvPr>
        </p:nvSpPr>
        <p:spPr/>
        <p:txBody>
          <a:bodyPr/>
          <a:lstStyle/>
          <a:p>
            <a:pPr lvl="3"/>
            <a:r>
              <a:rPr lang="en-US" dirty="0"/>
              <a:t>Lorem Ipsum</a:t>
            </a:r>
          </a:p>
          <a:p>
            <a:r>
              <a:rPr lang="en-US" dirty="0"/>
              <a:t>Lorem ipsum dolor sit </a:t>
            </a:r>
            <a:r>
              <a:rPr lang="en-US" dirty="0" err="1"/>
              <a:t>amet</a:t>
            </a:r>
            <a:r>
              <a:rPr lang="en-US" dirty="0"/>
              <a:t>, con-</a:t>
            </a:r>
            <a:r>
              <a:rPr lang="en-US" dirty="0" err="1"/>
              <a:t>sectetur</a:t>
            </a:r>
            <a:r>
              <a:rPr lang="en-US" dirty="0"/>
              <a:t> </a:t>
            </a:r>
            <a:r>
              <a:rPr lang="en-US" dirty="0" err="1"/>
              <a:t>adipiscing</a:t>
            </a:r>
            <a:r>
              <a:rPr lang="en-US" dirty="0"/>
              <a:t> </a:t>
            </a:r>
            <a:r>
              <a:rPr lang="en-US" dirty="0" err="1"/>
              <a:t>elit</a:t>
            </a:r>
            <a:r>
              <a:rPr lang="en-US" dirty="0"/>
              <a:t>. </a:t>
            </a:r>
            <a:r>
              <a:rPr lang="en-US" dirty="0" err="1"/>
              <a:t>Praesent</a:t>
            </a:r>
            <a:r>
              <a:rPr lang="en-US" dirty="0"/>
              <a:t> </a:t>
            </a:r>
            <a:br>
              <a:rPr lang="en-US" dirty="0"/>
            </a:br>
            <a:r>
              <a:rPr lang="en-US" dirty="0"/>
              <a:t>in </a:t>
            </a:r>
            <a:r>
              <a:rPr lang="en-US" dirty="0" err="1"/>
              <a:t>elit</a:t>
            </a:r>
            <a:r>
              <a:rPr lang="en-US" dirty="0"/>
              <a:t> </a:t>
            </a:r>
            <a:r>
              <a:rPr lang="en-US" dirty="0" err="1"/>
              <a:t>odio</a:t>
            </a:r>
            <a:r>
              <a:rPr lang="en-US" dirty="0"/>
              <a:t>. </a:t>
            </a:r>
            <a:r>
              <a:rPr lang="en-US" dirty="0" err="1"/>
              <a:t>Interdum</a:t>
            </a:r>
            <a:r>
              <a:rPr lang="en-US" dirty="0"/>
              <a:t> et </a:t>
            </a:r>
            <a:r>
              <a:rPr lang="en-US" dirty="0" err="1"/>
              <a:t>malesuada</a:t>
            </a:r>
            <a:r>
              <a:rPr lang="en-US" dirty="0"/>
              <a:t> fames ac ante ipsum </a:t>
            </a:r>
            <a:r>
              <a:rPr lang="en-US" dirty="0" err="1"/>
              <a:t>primis</a:t>
            </a:r>
            <a:r>
              <a:rPr lang="en-US" dirty="0"/>
              <a:t> in </a:t>
            </a:r>
            <a:r>
              <a:rPr lang="en-US" dirty="0" err="1"/>
              <a:t>fau</a:t>
            </a:r>
            <a:r>
              <a:rPr lang="en-US" dirty="0"/>
              <a:t>-ci. </a:t>
            </a:r>
            <a:r>
              <a:rPr lang="en-US" dirty="0" err="1"/>
              <a:t>Etiam</a:t>
            </a:r>
            <a:r>
              <a:rPr lang="en-US" dirty="0"/>
              <a:t> </a:t>
            </a:r>
            <a:r>
              <a:rPr lang="en-US" dirty="0" err="1"/>
              <a:t>ultricies</a:t>
            </a:r>
            <a:r>
              <a:rPr lang="en-US" dirty="0"/>
              <a:t>, </a:t>
            </a:r>
            <a:r>
              <a:rPr lang="en-US" dirty="0" err="1"/>
              <a:t>quam</a:t>
            </a:r>
            <a:r>
              <a:rPr lang="en-US" dirty="0"/>
              <a:t> at stie </a:t>
            </a:r>
            <a:r>
              <a:rPr lang="en-US" dirty="0" err="1"/>
              <a:t>facilisis</a:t>
            </a:r>
            <a:r>
              <a:rPr lang="en-US" dirty="0"/>
              <a:t>, dolor magna </a:t>
            </a:r>
            <a:r>
              <a:rPr lang="en-US" dirty="0" err="1"/>
              <a:t>vehicula</a:t>
            </a:r>
            <a:r>
              <a:rPr lang="en-US" dirty="0"/>
              <a:t> dui, auctor </a:t>
            </a:r>
            <a:r>
              <a:rPr lang="en-US" dirty="0" err="1"/>
              <a:t>venenatis</a:t>
            </a:r>
            <a:r>
              <a:rPr lang="en-US" dirty="0"/>
              <a:t> </a:t>
            </a:r>
            <a:r>
              <a:rPr lang="en-US" dirty="0" err="1"/>
              <a:t>quam</a:t>
            </a:r>
            <a:r>
              <a:rPr lang="en-US" dirty="0"/>
              <a:t> ante in </a:t>
            </a:r>
            <a:r>
              <a:rPr lang="en-US" dirty="0" err="1"/>
              <a:t>lectus</a:t>
            </a:r>
            <a:r>
              <a:rPr lang="en-US" dirty="0"/>
              <a:t>. 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 </a:t>
            </a:r>
          </a:p>
        </p:txBody>
      </p:sp>
      <p:sp>
        <p:nvSpPr>
          <p:cNvPr id="4" name="Text Placeholder 3">
            <a:extLst>
              <a:ext uri="{FF2B5EF4-FFF2-40B4-BE49-F238E27FC236}">
                <a16:creationId xmlns:a16="http://schemas.microsoft.com/office/drawing/2014/main" id="{4772B8C3-F09A-95BC-BA5D-BAEFCF0B992D}"/>
              </a:ext>
            </a:extLst>
          </p:cNvPr>
          <p:cNvSpPr>
            <a:spLocks noGrp="1"/>
          </p:cNvSpPr>
          <p:nvPr>
            <p:ph type="body" sz="quarter" idx="22"/>
          </p:nvPr>
        </p:nvSpPr>
        <p:spPr/>
        <p:txBody>
          <a:bodyPr/>
          <a:lstStyle/>
          <a:p>
            <a:r>
              <a:rPr lang="en-US" dirty="0"/>
              <a:t>Cras </a:t>
            </a:r>
            <a:r>
              <a:rPr lang="en-US" dirty="0" err="1"/>
              <a:t>placerat</a:t>
            </a:r>
            <a:r>
              <a:rPr lang="en-US" dirty="0"/>
              <a:t> </a:t>
            </a:r>
            <a:r>
              <a:rPr lang="en-US" dirty="0" err="1"/>
              <a:t>nunc</a:t>
            </a:r>
            <a:r>
              <a:rPr lang="en-US" dirty="0"/>
              <a:t> </a:t>
            </a:r>
            <a:r>
              <a:rPr lang="en-US" dirty="0" err="1"/>
              <a:t>quis</a:t>
            </a:r>
            <a:r>
              <a:rPr lang="en-US" dirty="0"/>
              <a:t> </a:t>
            </a:r>
            <a:r>
              <a:rPr lang="en-US" dirty="0" err="1"/>
              <a:t>tellus</a:t>
            </a:r>
            <a:r>
              <a:rPr lang="en-US" dirty="0"/>
              <a:t> porta </a:t>
            </a:r>
            <a:r>
              <a:rPr lang="en-US" dirty="0" err="1"/>
              <a:t>pellentesque</a:t>
            </a:r>
            <a:r>
              <a:rPr lang="en-US" dirty="0"/>
              <a:t>.</a:t>
            </a:r>
          </a:p>
        </p:txBody>
      </p:sp>
    </p:spTree>
    <p:extLst>
      <p:ext uri="{BB962C8B-B14F-4D97-AF65-F5344CB8AC3E}">
        <p14:creationId xmlns:p14="http://schemas.microsoft.com/office/powerpoint/2010/main" val="382879928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825E9B51-E389-C7CB-4DF1-9852E7549D1E}"/>
              </a:ext>
            </a:extLst>
          </p:cNvPr>
          <p:cNvSpPr>
            <a:spLocks noGrp="1"/>
          </p:cNvSpPr>
          <p:nvPr>
            <p:ph type="title"/>
          </p:nvPr>
        </p:nvSpPr>
        <p:spPr/>
        <p:txBody>
          <a:bodyPr/>
          <a:lstStyle/>
          <a:p>
            <a:r>
              <a:rPr lang="en-US" dirty="0"/>
              <a:t>Stat Gray Layout</a:t>
            </a:r>
          </a:p>
        </p:txBody>
      </p:sp>
      <p:sp>
        <p:nvSpPr>
          <p:cNvPr id="7" name="Text Placeholder 6">
            <a:extLst>
              <a:ext uri="{FF2B5EF4-FFF2-40B4-BE49-F238E27FC236}">
                <a16:creationId xmlns:a16="http://schemas.microsoft.com/office/drawing/2014/main" id="{5F1EF595-B8B6-4719-883D-CB24CE343B27}"/>
              </a:ext>
            </a:extLst>
          </p:cNvPr>
          <p:cNvSpPr>
            <a:spLocks noGrp="1"/>
          </p:cNvSpPr>
          <p:nvPr>
            <p:ph type="body" sz="quarter" idx="16"/>
          </p:nvPr>
        </p:nvSpPr>
        <p:spPr/>
        <p:txBody>
          <a:bodyPr/>
          <a:lstStyle/>
          <a:p>
            <a:r>
              <a:rPr lang="en-US"/>
              <a:t>00%</a:t>
            </a:r>
          </a:p>
        </p:txBody>
      </p:sp>
      <p:sp>
        <p:nvSpPr>
          <p:cNvPr id="5" name="Text Placeholder 4">
            <a:extLst>
              <a:ext uri="{FF2B5EF4-FFF2-40B4-BE49-F238E27FC236}">
                <a16:creationId xmlns:a16="http://schemas.microsoft.com/office/drawing/2014/main" id="{9F761D82-0998-4BAA-B530-D874F1117138}"/>
              </a:ext>
            </a:extLst>
          </p:cNvPr>
          <p:cNvSpPr>
            <a:spLocks noGrp="1"/>
          </p:cNvSpPr>
          <p:nvPr>
            <p:ph type="body" sz="quarter" idx="14"/>
          </p:nvPr>
        </p:nvSpPr>
        <p:spPr/>
        <p:txBody>
          <a:bodyPr/>
          <a:lstStyle/>
          <a:p>
            <a:r>
              <a:rPr lang="en-US" dirty="0"/>
              <a:t>Lorem Ipsum</a:t>
            </a:r>
          </a:p>
          <a:p>
            <a:pPr lvl="1"/>
            <a:r>
              <a:rPr lang="en-US" dirty="0"/>
              <a:t>Aenean pharetra </a:t>
            </a:r>
            <a:r>
              <a:rPr lang="en-US" dirty="0" err="1"/>
              <a:t>esteas</a:t>
            </a:r>
            <a:r>
              <a:rPr lang="en-US" dirty="0"/>
              <a:t> </a:t>
            </a:r>
            <a:r>
              <a:rPr lang="en-US" dirty="0" err="1"/>
              <a:t>purus</a:t>
            </a:r>
            <a:r>
              <a:rPr lang="en-US" dirty="0"/>
              <a:t>. </a:t>
            </a:r>
            <a:r>
              <a:rPr lang="en-US" dirty="0" err="1"/>
              <a:t>Curabitur</a:t>
            </a:r>
            <a:r>
              <a:rPr lang="en-US" dirty="0"/>
              <a:t> </a:t>
            </a:r>
            <a:r>
              <a:rPr lang="en-US" dirty="0" err="1"/>
              <a:t>viverra</a:t>
            </a:r>
            <a:r>
              <a:rPr lang="en-US" dirty="0"/>
              <a:t> </a:t>
            </a:r>
            <a:br>
              <a:rPr lang="en-US" dirty="0"/>
            </a:br>
            <a:r>
              <a:rPr lang="en-US" dirty="0" err="1"/>
              <a:t>felis</a:t>
            </a:r>
            <a:r>
              <a:rPr lang="en-US" dirty="0"/>
              <a:t> a </a:t>
            </a:r>
            <a:r>
              <a:rPr lang="en-US" dirty="0" err="1"/>
              <a:t>elit</a:t>
            </a:r>
            <a:r>
              <a:rPr lang="en-US" dirty="0"/>
              <a:t> </a:t>
            </a:r>
            <a:r>
              <a:rPr lang="en-US" dirty="0" err="1"/>
              <a:t>ornare</a:t>
            </a:r>
            <a:r>
              <a:rPr lang="en-US" dirty="0"/>
              <a:t>, ac </a:t>
            </a:r>
            <a:r>
              <a:rPr lang="en-US" dirty="0" err="1"/>
              <a:t>commodo</a:t>
            </a:r>
            <a:r>
              <a:rPr lang="en-US" dirty="0"/>
              <a:t> </a:t>
            </a:r>
            <a:r>
              <a:rPr lang="en-US" dirty="0" err="1"/>
              <a:t>risus</a:t>
            </a:r>
            <a:r>
              <a:rPr lang="en-US" dirty="0"/>
              <a:t> </a:t>
            </a:r>
            <a:r>
              <a:rPr lang="en-US" dirty="0" err="1"/>
              <a:t>malesuada</a:t>
            </a:r>
            <a:r>
              <a:rPr lang="en-US" dirty="0"/>
              <a:t>.</a:t>
            </a:r>
          </a:p>
        </p:txBody>
      </p:sp>
    </p:spTree>
    <p:extLst>
      <p:ext uri="{BB962C8B-B14F-4D97-AF65-F5344CB8AC3E}">
        <p14:creationId xmlns:p14="http://schemas.microsoft.com/office/powerpoint/2010/main" val="344189941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5F1EF595-B8B6-4719-883D-CB24CE343B27}"/>
              </a:ext>
            </a:extLst>
          </p:cNvPr>
          <p:cNvSpPr>
            <a:spLocks noGrp="1"/>
          </p:cNvSpPr>
          <p:nvPr>
            <p:ph type="body" sz="quarter" idx="16"/>
          </p:nvPr>
        </p:nvSpPr>
        <p:spPr/>
        <p:txBody>
          <a:bodyPr/>
          <a:lstStyle/>
          <a:p>
            <a:r>
              <a:rPr lang="en-US"/>
              <a:t>00%</a:t>
            </a:r>
          </a:p>
        </p:txBody>
      </p:sp>
      <p:sp>
        <p:nvSpPr>
          <p:cNvPr id="8" name="Title 7">
            <a:extLst>
              <a:ext uri="{FF2B5EF4-FFF2-40B4-BE49-F238E27FC236}">
                <a16:creationId xmlns:a16="http://schemas.microsoft.com/office/drawing/2014/main" id="{2E242B0D-9E66-CD45-F9B8-10C5AB0118E0}"/>
              </a:ext>
            </a:extLst>
          </p:cNvPr>
          <p:cNvSpPr>
            <a:spLocks noGrp="1"/>
          </p:cNvSpPr>
          <p:nvPr>
            <p:ph type="title"/>
          </p:nvPr>
        </p:nvSpPr>
        <p:spPr/>
        <p:txBody>
          <a:bodyPr/>
          <a:lstStyle/>
          <a:p>
            <a:r>
              <a:rPr lang="en-US" dirty="0"/>
              <a:t>Stat Blue Layout</a:t>
            </a:r>
          </a:p>
        </p:txBody>
      </p:sp>
      <p:sp>
        <p:nvSpPr>
          <p:cNvPr id="5" name="Text Placeholder 4">
            <a:extLst>
              <a:ext uri="{FF2B5EF4-FFF2-40B4-BE49-F238E27FC236}">
                <a16:creationId xmlns:a16="http://schemas.microsoft.com/office/drawing/2014/main" id="{9F761D82-0998-4BAA-B530-D874F1117138}"/>
              </a:ext>
            </a:extLst>
          </p:cNvPr>
          <p:cNvSpPr>
            <a:spLocks noGrp="1"/>
          </p:cNvSpPr>
          <p:nvPr>
            <p:ph type="body" sz="quarter" idx="14"/>
          </p:nvPr>
        </p:nvSpPr>
        <p:spPr/>
        <p:txBody>
          <a:bodyPr/>
          <a:lstStyle/>
          <a:p>
            <a:r>
              <a:rPr lang="en-US" dirty="0"/>
              <a:t>Stat Blue Layout</a:t>
            </a:r>
          </a:p>
          <a:p>
            <a:pPr lvl="1"/>
            <a:r>
              <a:rPr lang="en-US" dirty="0"/>
              <a:t>Aenean pharetra </a:t>
            </a:r>
            <a:r>
              <a:rPr lang="en-US" dirty="0" err="1"/>
              <a:t>esteas</a:t>
            </a:r>
            <a:r>
              <a:rPr lang="en-US" dirty="0"/>
              <a:t> </a:t>
            </a:r>
            <a:r>
              <a:rPr lang="en-US" dirty="0" err="1"/>
              <a:t>purus</a:t>
            </a:r>
            <a:r>
              <a:rPr lang="en-US" dirty="0"/>
              <a:t>. </a:t>
            </a:r>
            <a:r>
              <a:rPr lang="en-US" dirty="0" err="1"/>
              <a:t>Curabitur</a:t>
            </a:r>
            <a:r>
              <a:rPr lang="en-US" dirty="0"/>
              <a:t> </a:t>
            </a:r>
            <a:r>
              <a:rPr lang="en-US" dirty="0" err="1"/>
              <a:t>viverra</a:t>
            </a:r>
            <a:r>
              <a:rPr lang="en-US" dirty="0"/>
              <a:t> </a:t>
            </a:r>
            <a:br>
              <a:rPr lang="en-US" dirty="0"/>
            </a:br>
            <a:r>
              <a:rPr lang="en-US" dirty="0" err="1"/>
              <a:t>felis</a:t>
            </a:r>
            <a:r>
              <a:rPr lang="en-US" dirty="0"/>
              <a:t> a </a:t>
            </a:r>
            <a:r>
              <a:rPr lang="en-US" dirty="0" err="1"/>
              <a:t>elit</a:t>
            </a:r>
            <a:r>
              <a:rPr lang="en-US" dirty="0"/>
              <a:t> </a:t>
            </a:r>
            <a:r>
              <a:rPr lang="en-US" dirty="0" err="1"/>
              <a:t>ornare</a:t>
            </a:r>
            <a:r>
              <a:rPr lang="en-US" dirty="0"/>
              <a:t>, ac </a:t>
            </a:r>
            <a:r>
              <a:rPr lang="en-US" dirty="0" err="1"/>
              <a:t>commodo</a:t>
            </a:r>
            <a:r>
              <a:rPr lang="en-US" dirty="0"/>
              <a:t> </a:t>
            </a:r>
            <a:r>
              <a:rPr lang="en-US" dirty="0" err="1"/>
              <a:t>risus</a:t>
            </a:r>
            <a:r>
              <a:rPr lang="en-US" dirty="0"/>
              <a:t> </a:t>
            </a:r>
            <a:r>
              <a:rPr lang="en-US" dirty="0" err="1"/>
              <a:t>malesuada</a:t>
            </a:r>
            <a:r>
              <a:rPr lang="en-US" dirty="0"/>
              <a:t>.</a:t>
            </a:r>
          </a:p>
        </p:txBody>
      </p:sp>
    </p:spTree>
    <p:extLst>
      <p:ext uri="{BB962C8B-B14F-4D97-AF65-F5344CB8AC3E}">
        <p14:creationId xmlns:p14="http://schemas.microsoft.com/office/powerpoint/2010/main" val="388245424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FCE748E-0373-467B-8B3E-7349CE7DEAC1}"/>
              </a:ext>
            </a:extLst>
          </p:cNvPr>
          <p:cNvSpPr>
            <a:spLocks noGrp="1"/>
          </p:cNvSpPr>
          <p:nvPr>
            <p:ph type="body" sz="quarter" idx="14"/>
          </p:nvPr>
        </p:nvSpPr>
        <p:spPr/>
        <p:txBody>
          <a:bodyPr/>
          <a:lstStyle/>
          <a:p>
            <a:r>
              <a:rPr lang="en-US"/>
              <a:t>Avoiding danger is no safer in the long run than outright exposure. The fearful are caught as often as the bold.</a:t>
            </a:r>
          </a:p>
        </p:txBody>
      </p:sp>
      <p:sp>
        <p:nvSpPr>
          <p:cNvPr id="4" name="Text Placeholder 3">
            <a:extLst>
              <a:ext uri="{FF2B5EF4-FFF2-40B4-BE49-F238E27FC236}">
                <a16:creationId xmlns:a16="http://schemas.microsoft.com/office/drawing/2014/main" id="{8445E089-B7D4-4EAC-A9B8-FA6C64A557B6}"/>
              </a:ext>
            </a:extLst>
          </p:cNvPr>
          <p:cNvSpPr>
            <a:spLocks noGrp="1"/>
          </p:cNvSpPr>
          <p:nvPr>
            <p:ph type="body" sz="quarter" idx="15"/>
          </p:nvPr>
        </p:nvSpPr>
        <p:spPr/>
        <p:txBody>
          <a:bodyPr/>
          <a:lstStyle/>
          <a:p>
            <a:r>
              <a:rPr lang="en-US"/>
              <a:t>Helen Keller</a:t>
            </a:r>
          </a:p>
          <a:p>
            <a:pPr lvl="1"/>
            <a:r>
              <a:rPr lang="en-US"/>
              <a:t>American author and disability rights advocate</a:t>
            </a:r>
          </a:p>
        </p:txBody>
      </p:sp>
      <p:sp>
        <p:nvSpPr>
          <p:cNvPr id="6" name="Title 5">
            <a:extLst>
              <a:ext uri="{FF2B5EF4-FFF2-40B4-BE49-F238E27FC236}">
                <a16:creationId xmlns:a16="http://schemas.microsoft.com/office/drawing/2014/main" id="{BAA14EAC-D4D4-2C87-A4B0-AC174CD8F8DB}"/>
              </a:ext>
            </a:extLst>
          </p:cNvPr>
          <p:cNvSpPr>
            <a:spLocks noGrp="1"/>
          </p:cNvSpPr>
          <p:nvPr>
            <p:ph type="title"/>
          </p:nvPr>
        </p:nvSpPr>
        <p:spPr>
          <a:xfrm>
            <a:off x="922338" y="-960506"/>
            <a:ext cx="5861304" cy="786335"/>
          </a:xfrm>
        </p:spPr>
        <p:txBody>
          <a:bodyPr/>
          <a:lstStyle/>
          <a:p>
            <a:r>
              <a:rPr lang="en-US" dirty="0"/>
              <a:t>Quote Layout</a:t>
            </a:r>
          </a:p>
        </p:txBody>
      </p:sp>
    </p:spTree>
    <p:extLst>
      <p:ext uri="{BB962C8B-B14F-4D97-AF65-F5344CB8AC3E}">
        <p14:creationId xmlns:p14="http://schemas.microsoft.com/office/powerpoint/2010/main" val="235375227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FCE748E-0373-467B-8B3E-7349CE7DEAC1}"/>
              </a:ext>
            </a:extLst>
          </p:cNvPr>
          <p:cNvSpPr>
            <a:spLocks noGrp="1"/>
          </p:cNvSpPr>
          <p:nvPr>
            <p:ph type="body" sz="quarter" idx="14"/>
          </p:nvPr>
        </p:nvSpPr>
        <p:spPr/>
        <p:txBody>
          <a:bodyPr/>
          <a:lstStyle/>
          <a:p>
            <a:r>
              <a:rPr lang="en-US"/>
              <a:t>Avoiding danger is no safer </a:t>
            </a:r>
            <a:br>
              <a:rPr lang="en-US"/>
            </a:br>
            <a:r>
              <a:rPr lang="en-US"/>
              <a:t>in the long run than outright exposure. The fearful are caught as often as the bold.</a:t>
            </a:r>
          </a:p>
          <a:p>
            <a:pPr lvl="1"/>
            <a:r>
              <a:rPr lang="en-US"/>
              <a:t>Helen Keller</a:t>
            </a:r>
          </a:p>
          <a:p>
            <a:pPr lvl="1"/>
            <a:r>
              <a:rPr lang="en-US"/>
              <a:t>American author and disability rights advocate</a:t>
            </a:r>
          </a:p>
        </p:txBody>
      </p:sp>
      <p:sp>
        <p:nvSpPr>
          <p:cNvPr id="4" name="Text Placeholder 3">
            <a:extLst>
              <a:ext uri="{FF2B5EF4-FFF2-40B4-BE49-F238E27FC236}">
                <a16:creationId xmlns:a16="http://schemas.microsoft.com/office/drawing/2014/main" id="{8445E089-B7D4-4EAC-A9B8-FA6C64A557B6}"/>
              </a:ext>
            </a:extLst>
          </p:cNvPr>
          <p:cNvSpPr>
            <a:spLocks noGrp="1"/>
          </p:cNvSpPr>
          <p:nvPr>
            <p:ph type="body" sz="quarter" idx="20"/>
          </p:nvPr>
        </p:nvSpPr>
        <p:spPr/>
        <p:txBody>
          <a:bodyPr/>
          <a:lstStyle/>
          <a:p>
            <a:r>
              <a:rPr lang="en-US"/>
              <a:t>Lorem ipsum dolor sit </a:t>
            </a:r>
            <a:r>
              <a:rPr lang="en-US" err="1"/>
              <a:t>amet</a:t>
            </a:r>
            <a:r>
              <a:rPr lang="en-US"/>
              <a:t>, </a:t>
            </a:r>
            <a:r>
              <a:rPr lang="en-US" err="1"/>
              <a:t>consectetur</a:t>
            </a:r>
            <a:r>
              <a:rPr lang="en-US"/>
              <a:t> </a:t>
            </a:r>
            <a:r>
              <a:rPr lang="en-US" err="1"/>
              <a:t>adi</a:t>
            </a:r>
            <a:r>
              <a:rPr lang="en-US"/>
              <a:t> </a:t>
            </a:r>
            <a:r>
              <a:rPr lang="en-US" err="1"/>
              <a:t>oppiscing</a:t>
            </a:r>
            <a:r>
              <a:rPr lang="en-US"/>
              <a:t> </a:t>
            </a:r>
            <a:r>
              <a:rPr lang="en-US" err="1"/>
              <a:t>elit</a:t>
            </a:r>
            <a:r>
              <a:rPr lang="en-US"/>
              <a:t>. </a:t>
            </a:r>
            <a:r>
              <a:rPr lang="en-US" err="1"/>
              <a:t>Etiam</a:t>
            </a:r>
            <a:r>
              <a:rPr lang="en-US"/>
              <a:t> </a:t>
            </a:r>
            <a:r>
              <a:rPr lang="en-US" err="1"/>
              <a:t>tortor</a:t>
            </a:r>
            <a:r>
              <a:rPr lang="en-US"/>
              <a:t> dui, </a:t>
            </a:r>
            <a:r>
              <a:rPr lang="en-US" err="1"/>
              <a:t>luctus</a:t>
            </a:r>
            <a:r>
              <a:rPr lang="en-US"/>
              <a:t> vitae </a:t>
            </a:r>
            <a:br>
              <a:rPr lang="en-US"/>
            </a:br>
            <a:r>
              <a:rPr lang="en-US"/>
              <a:t>libero sit </a:t>
            </a:r>
            <a:r>
              <a:rPr lang="en-US" err="1"/>
              <a:t>amet</a:t>
            </a:r>
            <a:r>
              <a:rPr lang="en-US"/>
              <a:t>, </a:t>
            </a:r>
            <a:r>
              <a:rPr lang="en-US" err="1"/>
              <a:t>ornare</a:t>
            </a:r>
            <a:r>
              <a:rPr lang="en-US"/>
              <a:t> </a:t>
            </a:r>
            <a:r>
              <a:rPr lang="en-US" err="1"/>
              <a:t>tristique</a:t>
            </a:r>
            <a:r>
              <a:rPr lang="en-US"/>
              <a:t> </a:t>
            </a:r>
            <a:r>
              <a:rPr lang="en-US" err="1"/>
              <a:t>nunc</a:t>
            </a:r>
            <a:r>
              <a:rPr lang="en-US"/>
              <a:t>. Integer </a:t>
            </a:r>
            <a:r>
              <a:rPr lang="en-US" err="1"/>
              <a:t>enim</a:t>
            </a:r>
            <a:r>
              <a:rPr lang="en-US"/>
              <a:t> </a:t>
            </a:r>
            <a:r>
              <a:rPr lang="en-US" err="1"/>
              <a:t>nulla</a:t>
            </a:r>
            <a:r>
              <a:rPr lang="en-US"/>
              <a:t>, </a:t>
            </a:r>
            <a:r>
              <a:rPr lang="en-US" err="1"/>
              <a:t>laoreet</a:t>
            </a:r>
            <a:r>
              <a:rPr lang="en-US"/>
              <a:t> </a:t>
            </a:r>
            <a:r>
              <a:rPr lang="en-US" err="1"/>
              <a:t>eu</a:t>
            </a:r>
            <a:r>
              <a:rPr lang="en-US"/>
              <a:t> lorem </a:t>
            </a:r>
            <a:r>
              <a:rPr lang="en-US" err="1"/>
              <a:t>eu</a:t>
            </a:r>
            <a:r>
              <a:rPr lang="en-US"/>
              <a:t>, tempus </a:t>
            </a:r>
            <a:r>
              <a:rPr lang="en-US" err="1"/>
              <a:t>accum</a:t>
            </a:r>
            <a:r>
              <a:rPr lang="en-US"/>
              <a:t> </a:t>
            </a:r>
            <a:r>
              <a:rPr lang="en-US" err="1"/>
              <a:t>saneque</a:t>
            </a:r>
            <a:r>
              <a:rPr lang="en-US"/>
              <a:t>. </a:t>
            </a:r>
            <a:r>
              <a:rPr lang="en-US" err="1"/>
              <a:t>Phasellus</a:t>
            </a:r>
            <a:r>
              <a:rPr lang="en-US"/>
              <a:t> ac </a:t>
            </a:r>
            <a:r>
              <a:rPr lang="en-US" err="1"/>
              <a:t>tortor</a:t>
            </a:r>
            <a:r>
              <a:rPr lang="en-US"/>
              <a:t> </a:t>
            </a:r>
            <a:r>
              <a:rPr lang="en-US" err="1"/>
              <a:t>justo</a:t>
            </a:r>
            <a:r>
              <a:rPr lang="en-US"/>
              <a:t>. </a:t>
            </a:r>
            <a:r>
              <a:rPr lang="en-US" err="1"/>
              <a:t>Nullam</a:t>
            </a:r>
            <a:r>
              <a:rPr lang="en-US"/>
              <a:t> port </a:t>
            </a:r>
            <a:r>
              <a:rPr lang="en-US" err="1"/>
              <a:t>aquititor</a:t>
            </a:r>
            <a:r>
              <a:rPr lang="en-US"/>
              <a:t> </a:t>
            </a:r>
            <a:r>
              <a:rPr lang="en-US" err="1"/>
              <a:t>nunc</a:t>
            </a:r>
            <a:r>
              <a:rPr lang="en-US"/>
              <a:t> cursus </a:t>
            </a:r>
            <a:r>
              <a:rPr lang="en-US" err="1"/>
              <a:t>mauris</a:t>
            </a:r>
            <a:r>
              <a:rPr lang="en-US"/>
              <a:t> maximus </a:t>
            </a:r>
            <a:r>
              <a:rPr lang="en-US" err="1"/>
              <a:t>pretium</a:t>
            </a:r>
            <a:r>
              <a:rPr lang="en-US"/>
              <a:t>. </a:t>
            </a:r>
            <a:r>
              <a:rPr lang="en-US" err="1"/>
              <a:t>Nulla</a:t>
            </a:r>
            <a:r>
              <a:rPr lang="en-US"/>
              <a:t> id </a:t>
            </a:r>
            <a:r>
              <a:rPr lang="en-US" err="1"/>
              <a:t>risus</a:t>
            </a:r>
            <a:r>
              <a:rPr lang="en-US"/>
              <a:t> </a:t>
            </a:r>
            <a:r>
              <a:rPr lang="en-US" err="1"/>
              <a:t>dignissim</a:t>
            </a:r>
            <a:r>
              <a:rPr lang="en-US"/>
              <a:t>, </a:t>
            </a:r>
            <a:r>
              <a:rPr lang="en-US" err="1"/>
              <a:t>porttitor</a:t>
            </a:r>
            <a:r>
              <a:rPr lang="en-US"/>
              <a:t> </a:t>
            </a:r>
            <a:r>
              <a:rPr lang="en-US" err="1"/>
              <a:t>elit</a:t>
            </a:r>
            <a:r>
              <a:rPr lang="en-US"/>
              <a:t> at, </a:t>
            </a:r>
            <a:r>
              <a:rPr lang="en-US" err="1"/>
              <a:t>posuere</a:t>
            </a:r>
            <a:r>
              <a:rPr lang="en-US"/>
              <a:t> dolor. </a:t>
            </a:r>
            <a:r>
              <a:rPr lang="en-US" err="1"/>
              <a:t>Fusce</a:t>
            </a:r>
            <a:r>
              <a:rPr lang="en-US"/>
              <a:t> non </a:t>
            </a:r>
            <a:r>
              <a:rPr lang="en-US" err="1"/>
              <a:t>tortor</a:t>
            </a:r>
            <a:r>
              <a:rPr lang="en-US"/>
              <a:t> pharetra, </a:t>
            </a:r>
            <a:r>
              <a:rPr lang="en-US" err="1"/>
              <a:t>ultricies</a:t>
            </a:r>
            <a:r>
              <a:rPr lang="en-US"/>
              <a:t> ipsum non, </a:t>
            </a:r>
            <a:r>
              <a:rPr lang="en-US" err="1"/>
              <a:t>mattis</a:t>
            </a:r>
            <a:r>
              <a:rPr lang="en-US"/>
              <a:t> </a:t>
            </a:r>
            <a:r>
              <a:rPr lang="en-US" err="1"/>
              <a:t>leo</a:t>
            </a:r>
            <a:r>
              <a:rPr lang="en-US"/>
              <a:t>. </a:t>
            </a:r>
          </a:p>
          <a:p>
            <a:r>
              <a:rPr lang="en-US"/>
              <a:t>Lorem ipsum dolor sit </a:t>
            </a:r>
            <a:r>
              <a:rPr lang="en-US" err="1"/>
              <a:t>amet</a:t>
            </a:r>
            <a:r>
              <a:rPr lang="en-US"/>
              <a:t>, </a:t>
            </a:r>
            <a:r>
              <a:rPr lang="en-US" err="1"/>
              <a:t>consectetur</a:t>
            </a:r>
            <a:r>
              <a:rPr lang="en-US"/>
              <a:t> </a:t>
            </a:r>
            <a:r>
              <a:rPr lang="en-US" err="1"/>
              <a:t>adi</a:t>
            </a:r>
            <a:r>
              <a:rPr lang="en-US"/>
              <a:t> </a:t>
            </a:r>
            <a:r>
              <a:rPr lang="en-US" err="1"/>
              <a:t>oppiscing</a:t>
            </a:r>
            <a:r>
              <a:rPr lang="en-US"/>
              <a:t> </a:t>
            </a:r>
            <a:r>
              <a:rPr lang="en-US" err="1"/>
              <a:t>elit</a:t>
            </a:r>
            <a:r>
              <a:rPr lang="en-US"/>
              <a:t>. </a:t>
            </a:r>
            <a:r>
              <a:rPr lang="en-US" err="1"/>
              <a:t>Etiam</a:t>
            </a:r>
            <a:r>
              <a:rPr lang="en-US"/>
              <a:t> </a:t>
            </a:r>
            <a:r>
              <a:rPr lang="en-US" err="1"/>
              <a:t>tortor</a:t>
            </a:r>
            <a:r>
              <a:rPr lang="en-US"/>
              <a:t> dui, </a:t>
            </a:r>
            <a:r>
              <a:rPr lang="en-US" err="1"/>
              <a:t>luctus</a:t>
            </a:r>
            <a:r>
              <a:rPr lang="en-US"/>
              <a:t> vitae </a:t>
            </a:r>
            <a:br>
              <a:rPr lang="en-US"/>
            </a:br>
            <a:r>
              <a:rPr lang="en-US"/>
              <a:t>libero sit </a:t>
            </a:r>
            <a:r>
              <a:rPr lang="en-US" err="1"/>
              <a:t>amet</a:t>
            </a:r>
            <a:r>
              <a:rPr lang="en-US"/>
              <a:t>, </a:t>
            </a:r>
            <a:r>
              <a:rPr lang="en-US" err="1"/>
              <a:t>ornare</a:t>
            </a:r>
            <a:r>
              <a:rPr lang="en-US"/>
              <a:t> </a:t>
            </a:r>
            <a:r>
              <a:rPr lang="en-US" err="1"/>
              <a:t>tristique</a:t>
            </a:r>
            <a:r>
              <a:rPr lang="en-US"/>
              <a:t> </a:t>
            </a:r>
            <a:r>
              <a:rPr lang="en-US" err="1"/>
              <a:t>nunc</a:t>
            </a:r>
            <a:r>
              <a:rPr lang="en-US"/>
              <a:t>. Integer </a:t>
            </a:r>
            <a:r>
              <a:rPr lang="en-US" err="1"/>
              <a:t>enim</a:t>
            </a:r>
            <a:r>
              <a:rPr lang="en-US"/>
              <a:t> </a:t>
            </a:r>
            <a:r>
              <a:rPr lang="en-US" err="1"/>
              <a:t>nulla</a:t>
            </a:r>
            <a:r>
              <a:rPr lang="en-US"/>
              <a:t>, </a:t>
            </a:r>
            <a:r>
              <a:rPr lang="en-US" err="1"/>
              <a:t>laoreet</a:t>
            </a:r>
            <a:r>
              <a:rPr lang="en-US"/>
              <a:t> </a:t>
            </a:r>
            <a:r>
              <a:rPr lang="en-US" err="1"/>
              <a:t>eu</a:t>
            </a:r>
            <a:r>
              <a:rPr lang="en-US"/>
              <a:t> lorem </a:t>
            </a:r>
            <a:r>
              <a:rPr lang="en-US" err="1"/>
              <a:t>eu</a:t>
            </a:r>
            <a:r>
              <a:rPr lang="en-US"/>
              <a:t>, tempus </a:t>
            </a:r>
            <a:r>
              <a:rPr lang="en-US" err="1"/>
              <a:t>accum</a:t>
            </a:r>
            <a:r>
              <a:rPr lang="en-US"/>
              <a:t> </a:t>
            </a:r>
            <a:r>
              <a:rPr lang="en-US" err="1"/>
              <a:t>saneque</a:t>
            </a:r>
            <a:r>
              <a:rPr lang="en-US"/>
              <a:t>. </a:t>
            </a:r>
            <a:r>
              <a:rPr lang="en-US" err="1"/>
              <a:t>Phasellus</a:t>
            </a:r>
            <a:r>
              <a:rPr lang="en-US"/>
              <a:t> ac </a:t>
            </a:r>
            <a:r>
              <a:rPr lang="en-US" err="1"/>
              <a:t>tortor</a:t>
            </a:r>
            <a:r>
              <a:rPr lang="en-US"/>
              <a:t> </a:t>
            </a:r>
            <a:r>
              <a:rPr lang="en-US" err="1"/>
              <a:t>justo</a:t>
            </a:r>
            <a:r>
              <a:rPr lang="en-US"/>
              <a:t>. </a:t>
            </a:r>
            <a:r>
              <a:rPr lang="en-US" err="1"/>
              <a:t>Nullam</a:t>
            </a:r>
            <a:r>
              <a:rPr lang="en-US"/>
              <a:t> port </a:t>
            </a:r>
            <a:r>
              <a:rPr lang="en-US" err="1"/>
              <a:t>aquititor</a:t>
            </a:r>
            <a:r>
              <a:rPr lang="en-US"/>
              <a:t> </a:t>
            </a:r>
            <a:r>
              <a:rPr lang="en-US" err="1"/>
              <a:t>nunc</a:t>
            </a:r>
            <a:r>
              <a:rPr lang="en-US"/>
              <a:t> cursus </a:t>
            </a:r>
            <a:r>
              <a:rPr lang="en-US" err="1"/>
              <a:t>mauris</a:t>
            </a:r>
            <a:r>
              <a:rPr lang="en-US"/>
              <a:t> maximus </a:t>
            </a:r>
            <a:r>
              <a:rPr lang="en-US" err="1"/>
              <a:t>pretium</a:t>
            </a:r>
            <a:r>
              <a:rPr lang="en-US"/>
              <a:t>. </a:t>
            </a:r>
            <a:r>
              <a:rPr lang="en-US" err="1"/>
              <a:t>Nulla</a:t>
            </a:r>
            <a:r>
              <a:rPr lang="en-US"/>
              <a:t> id </a:t>
            </a:r>
            <a:r>
              <a:rPr lang="en-US" err="1"/>
              <a:t>risus</a:t>
            </a:r>
            <a:r>
              <a:rPr lang="en-US"/>
              <a:t> </a:t>
            </a:r>
            <a:r>
              <a:rPr lang="en-US" err="1"/>
              <a:t>dignissim</a:t>
            </a:r>
            <a:r>
              <a:rPr lang="en-US"/>
              <a:t>, </a:t>
            </a:r>
            <a:r>
              <a:rPr lang="en-US" err="1"/>
              <a:t>porttitor</a:t>
            </a:r>
            <a:r>
              <a:rPr lang="en-US"/>
              <a:t> </a:t>
            </a:r>
            <a:r>
              <a:rPr lang="en-US" err="1"/>
              <a:t>elit</a:t>
            </a:r>
            <a:r>
              <a:rPr lang="en-US"/>
              <a:t> at, </a:t>
            </a:r>
            <a:r>
              <a:rPr lang="en-US" err="1"/>
              <a:t>posuere</a:t>
            </a:r>
            <a:r>
              <a:rPr lang="en-US"/>
              <a:t> dolor. </a:t>
            </a:r>
            <a:r>
              <a:rPr lang="en-US" err="1"/>
              <a:t>Fusce</a:t>
            </a:r>
            <a:r>
              <a:rPr lang="en-US"/>
              <a:t> non </a:t>
            </a:r>
            <a:r>
              <a:rPr lang="en-US" err="1"/>
              <a:t>tortor</a:t>
            </a:r>
            <a:r>
              <a:rPr lang="en-US"/>
              <a:t> pharetra, </a:t>
            </a:r>
            <a:r>
              <a:rPr lang="en-US" err="1"/>
              <a:t>ultricies</a:t>
            </a:r>
            <a:r>
              <a:rPr lang="en-US"/>
              <a:t> ipsum non, </a:t>
            </a:r>
            <a:r>
              <a:rPr lang="en-US" err="1"/>
              <a:t>mattis</a:t>
            </a:r>
            <a:r>
              <a:rPr lang="en-US"/>
              <a:t> </a:t>
            </a:r>
            <a:r>
              <a:rPr lang="en-US" err="1"/>
              <a:t>leo</a:t>
            </a:r>
            <a:r>
              <a:rPr lang="en-US"/>
              <a:t>. </a:t>
            </a:r>
          </a:p>
          <a:p>
            <a:endParaRPr lang="en-US"/>
          </a:p>
        </p:txBody>
      </p:sp>
      <p:sp>
        <p:nvSpPr>
          <p:cNvPr id="6" name="Title 5">
            <a:extLst>
              <a:ext uri="{FF2B5EF4-FFF2-40B4-BE49-F238E27FC236}">
                <a16:creationId xmlns:a16="http://schemas.microsoft.com/office/drawing/2014/main" id="{F03EBAED-1BAE-8FD2-F670-8B115C7266E9}"/>
              </a:ext>
            </a:extLst>
          </p:cNvPr>
          <p:cNvSpPr>
            <a:spLocks noGrp="1"/>
          </p:cNvSpPr>
          <p:nvPr>
            <p:ph type="title"/>
          </p:nvPr>
        </p:nvSpPr>
        <p:spPr/>
        <p:txBody>
          <a:bodyPr/>
          <a:lstStyle/>
          <a:p>
            <a:r>
              <a:rPr lang="en-US" dirty="0"/>
              <a:t>Quote+ Layout</a:t>
            </a:r>
          </a:p>
        </p:txBody>
      </p:sp>
    </p:spTree>
    <p:extLst>
      <p:ext uri="{BB962C8B-B14F-4D97-AF65-F5344CB8AC3E}">
        <p14:creationId xmlns:p14="http://schemas.microsoft.com/office/powerpoint/2010/main" val="169216067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B3EEA885-DFF2-9F4E-BC4B-D1458DE3A185}"/>
              </a:ext>
            </a:extLst>
          </p:cNvPr>
          <p:cNvSpPr>
            <a:spLocks noGrp="1"/>
          </p:cNvSpPr>
          <p:nvPr>
            <p:ph type="subTitle" idx="64"/>
          </p:nvPr>
        </p:nvSpPr>
        <p:spPr/>
        <p:txBody>
          <a:bodyPr/>
          <a:lstStyle/>
          <a:p>
            <a:r>
              <a:rPr lang="en-US" dirty="0"/>
              <a:t>Lorem Ipsum</a:t>
            </a:r>
          </a:p>
        </p:txBody>
      </p:sp>
      <p:sp>
        <p:nvSpPr>
          <p:cNvPr id="54" name="Title 53">
            <a:extLst>
              <a:ext uri="{FF2B5EF4-FFF2-40B4-BE49-F238E27FC236}">
                <a16:creationId xmlns:a16="http://schemas.microsoft.com/office/drawing/2014/main" id="{D8182548-1F58-2A4E-A59B-663B818D12AA}"/>
              </a:ext>
            </a:extLst>
          </p:cNvPr>
          <p:cNvSpPr>
            <a:spLocks noGrp="1"/>
          </p:cNvSpPr>
          <p:nvPr>
            <p:ph type="title"/>
          </p:nvPr>
        </p:nvSpPr>
        <p:spPr/>
        <p:txBody>
          <a:bodyPr/>
          <a:lstStyle/>
          <a:p>
            <a:r>
              <a:rPr lang="en-US" dirty="0"/>
              <a:t>Table of Contents Layout</a:t>
            </a:r>
          </a:p>
        </p:txBody>
      </p:sp>
      <p:sp>
        <p:nvSpPr>
          <p:cNvPr id="507" name="Text Placeholder 506">
            <a:extLst>
              <a:ext uri="{FF2B5EF4-FFF2-40B4-BE49-F238E27FC236}">
                <a16:creationId xmlns:a16="http://schemas.microsoft.com/office/drawing/2014/main" id="{DCF15CBD-E309-450A-B4BE-870A31A8B4C4}"/>
              </a:ext>
            </a:extLst>
          </p:cNvPr>
          <p:cNvSpPr>
            <a:spLocks noGrp="1"/>
          </p:cNvSpPr>
          <p:nvPr>
            <p:ph type="body" idx="31"/>
          </p:nvPr>
        </p:nvSpPr>
        <p:spPr/>
        <p:txBody>
          <a:bodyPr/>
          <a:lstStyle/>
          <a:p>
            <a:pPr lvl="1"/>
            <a:r>
              <a:rPr lang="en-US"/>
              <a:t>Lorem ipsum dolor</a:t>
            </a:r>
          </a:p>
          <a:p>
            <a:r>
              <a:rPr lang="en-US"/>
              <a:t>Page 00</a:t>
            </a:r>
          </a:p>
        </p:txBody>
      </p:sp>
      <p:sp>
        <p:nvSpPr>
          <p:cNvPr id="509" name="Text Placeholder 508">
            <a:extLst>
              <a:ext uri="{FF2B5EF4-FFF2-40B4-BE49-F238E27FC236}">
                <a16:creationId xmlns:a16="http://schemas.microsoft.com/office/drawing/2014/main" id="{39B454E4-847E-4615-B29B-91AA8E295318}"/>
              </a:ext>
            </a:extLst>
          </p:cNvPr>
          <p:cNvSpPr>
            <a:spLocks noGrp="1"/>
          </p:cNvSpPr>
          <p:nvPr>
            <p:ph type="body" idx="66"/>
          </p:nvPr>
        </p:nvSpPr>
        <p:spPr/>
        <p:txBody>
          <a:bodyPr/>
          <a:lstStyle/>
          <a:p>
            <a:pPr lvl="1"/>
            <a:r>
              <a:rPr lang="en-US"/>
              <a:t>Lorem ipsum dolor</a:t>
            </a:r>
          </a:p>
          <a:p>
            <a:r>
              <a:rPr lang="en-US"/>
              <a:t>Page 00</a:t>
            </a:r>
          </a:p>
          <a:p>
            <a:endParaRPr lang="en-US"/>
          </a:p>
        </p:txBody>
      </p:sp>
      <p:sp>
        <p:nvSpPr>
          <p:cNvPr id="510" name="Text Placeholder 509">
            <a:extLst>
              <a:ext uri="{FF2B5EF4-FFF2-40B4-BE49-F238E27FC236}">
                <a16:creationId xmlns:a16="http://schemas.microsoft.com/office/drawing/2014/main" id="{C76F256F-E0CF-4B5C-9851-DCDAF181EAC1}"/>
              </a:ext>
            </a:extLst>
          </p:cNvPr>
          <p:cNvSpPr>
            <a:spLocks noGrp="1"/>
          </p:cNvSpPr>
          <p:nvPr>
            <p:ph type="body" idx="67"/>
          </p:nvPr>
        </p:nvSpPr>
        <p:spPr/>
        <p:txBody>
          <a:bodyPr/>
          <a:lstStyle/>
          <a:p>
            <a:pPr lvl="1"/>
            <a:r>
              <a:rPr lang="en-US"/>
              <a:t>Lorem ipsum dolor</a:t>
            </a:r>
          </a:p>
          <a:p>
            <a:r>
              <a:rPr lang="en-US"/>
              <a:t>Page 00</a:t>
            </a:r>
          </a:p>
          <a:p>
            <a:endParaRPr lang="en-US"/>
          </a:p>
        </p:txBody>
      </p:sp>
      <p:sp>
        <p:nvSpPr>
          <p:cNvPr id="511" name="Text Placeholder 510">
            <a:extLst>
              <a:ext uri="{FF2B5EF4-FFF2-40B4-BE49-F238E27FC236}">
                <a16:creationId xmlns:a16="http://schemas.microsoft.com/office/drawing/2014/main" id="{9621D1A0-D246-4810-BE69-1B04105C680C}"/>
              </a:ext>
            </a:extLst>
          </p:cNvPr>
          <p:cNvSpPr>
            <a:spLocks noGrp="1"/>
          </p:cNvSpPr>
          <p:nvPr>
            <p:ph type="body" idx="68"/>
          </p:nvPr>
        </p:nvSpPr>
        <p:spPr/>
        <p:txBody>
          <a:bodyPr/>
          <a:lstStyle/>
          <a:p>
            <a:pPr lvl="1"/>
            <a:r>
              <a:rPr lang="en-US"/>
              <a:t>Lorem ipsum dolor</a:t>
            </a:r>
          </a:p>
          <a:p>
            <a:r>
              <a:rPr lang="en-US"/>
              <a:t>Page 00</a:t>
            </a:r>
          </a:p>
          <a:p>
            <a:endParaRPr lang="en-US"/>
          </a:p>
        </p:txBody>
      </p:sp>
      <p:sp>
        <p:nvSpPr>
          <p:cNvPr id="487" name="Text Placeholder 486">
            <a:extLst>
              <a:ext uri="{FF2B5EF4-FFF2-40B4-BE49-F238E27FC236}">
                <a16:creationId xmlns:a16="http://schemas.microsoft.com/office/drawing/2014/main" id="{409DCE1C-C8CD-41A2-A1B3-ED378D82B9D3}"/>
              </a:ext>
              <a:ext uri="{C183D7F6-B498-43B3-948B-1728B52AA6E4}">
                <adec:decorative xmlns:adec="http://schemas.microsoft.com/office/drawing/2017/decorative" val="1"/>
              </a:ext>
            </a:extLst>
          </p:cNvPr>
          <p:cNvSpPr>
            <a:spLocks noGrp="1"/>
          </p:cNvSpPr>
          <p:nvPr>
            <p:ph type="body" sz="quarter" idx="49"/>
          </p:nvPr>
        </p:nvSpPr>
        <p:spPr/>
        <p:txBody>
          <a:bodyPr/>
          <a:lstStyle/>
          <a:p>
            <a:r>
              <a:rPr lang="en-US"/>
              <a:t>1</a:t>
            </a:r>
          </a:p>
        </p:txBody>
      </p:sp>
      <p:sp>
        <p:nvSpPr>
          <p:cNvPr id="489" name="Text Placeholder 488">
            <a:extLst>
              <a:ext uri="{FF2B5EF4-FFF2-40B4-BE49-F238E27FC236}">
                <a16:creationId xmlns:a16="http://schemas.microsoft.com/office/drawing/2014/main" id="{AE295FCF-44FC-43A5-83ED-E3FB65D98F53}"/>
              </a:ext>
              <a:ext uri="{C183D7F6-B498-43B3-948B-1728B52AA6E4}">
                <adec:decorative xmlns:adec="http://schemas.microsoft.com/office/drawing/2017/decorative" val="1"/>
              </a:ext>
            </a:extLst>
          </p:cNvPr>
          <p:cNvSpPr>
            <a:spLocks noGrp="1"/>
          </p:cNvSpPr>
          <p:nvPr>
            <p:ph type="body" sz="quarter" idx="50"/>
          </p:nvPr>
        </p:nvSpPr>
        <p:spPr/>
        <p:txBody>
          <a:bodyPr/>
          <a:lstStyle/>
          <a:p>
            <a:r>
              <a:rPr lang="en-US"/>
              <a:t>2</a:t>
            </a:r>
          </a:p>
        </p:txBody>
      </p:sp>
      <p:sp>
        <p:nvSpPr>
          <p:cNvPr id="491" name="Text Placeholder 490">
            <a:extLst>
              <a:ext uri="{FF2B5EF4-FFF2-40B4-BE49-F238E27FC236}">
                <a16:creationId xmlns:a16="http://schemas.microsoft.com/office/drawing/2014/main" id="{32893D85-2F61-4E3B-BDA3-5C4096E20396}"/>
              </a:ext>
              <a:ext uri="{C183D7F6-B498-43B3-948B-1728B52AA6E4}">
                <adec:decorative xmlns:adec="http://schemas.microsoft.com/office/drawing/2017/decorative" val="1"/>
              </a:ext>
            </a:extLst>
          </p:cNvPr>
          <p:cNvSpPr>
            <a:spLocks noGrp="1"/>
          </p:cNvSpPr>
          <p:nvPr>
            <p:ph type="body" sz="quarter" idx="51"/>
          </p:nvPr>
        </p:nvSpPr>
        <p:spPr/>
        <p:txBody>
          <a:bodyPr/>
          <a:lstStyle/>
          <a:p>
            <a:r>
              <a:rPr lang="en-US"/>
              <a:t>3</a:t>
            </a:r>
          </a:p>
        </p:txBody>
      </p:sp>
      <p:sp>
        <p:nvSpPr>
          <p:cNvPr id="508" name="Text Placeholder 507">
            <a:extLst>
              <a:ext uri="{FF2B5EF4-FFF2-40B4-BE49-F238E27FC236}">
                <a16:creationId xmlns:a16="http://schemas.microsoft.com/office/drawing/2014/main" id="{47DDE49A-5525-4643-87C7-69C59B0FC6D4}"/>
              </a:ext>
              <a:ext uri="{C183D7F6-B498-43B3-948B-1728B52AA6E4}">
                <adec:decorative xmlns:adec="http://schemas.microsoft.com/office/drawing/2017/decorative" val="1"/>
              </a:ext>
            </a:extLst>
          </p:cNvPr>
          <p:cNvSpPr>
            <a:spLocks noGrp="1"/>
          </p:cNvSpPr>
          <p:nvPr>
            <p:ph type="body" sz="quarter" idx="55"/>
          </p:nvPr>
        </p:nvSpPr>
        <p:spPr/>
        <p:txBody>
          <a:bodyPr/>
          <a:lstStyle/>
          <a:p>
            <a:r>
              <a:rPr lang="en-US"/>
              <a:t>4</a:t>
            </a:r>
          </a:p>
        </p:txBody>
      </p:sp>
      <p:sp>
        <p:nvSpPr>
          <p:cNvPr id="512" name="Text Placeholder 511">
            <a:extLst>
              <a:ext uri="{FF2B5EF4-FFF2-40B4-BE49-F238E27FC236}">
                <a16:creationId xmlns:a16="http://schemas.microsoft.com/office/drawing/2014/main" id="{B7EACB6E-F5E0-41D3-8A7F-6076EB6AE5CC}"/>
              </a:ext>
            </a:extLst>
          </p:cNvPr>
          <p:cNvSpPr>
            <a:spLocks noGrp="1"/>
          </p:cNvSpPr>
          <p:nvPr>
            <p:ph type="body" idx="69"/>
          </p:nvPr>
        </p:nvSpPr>
        <p:spPr/>
        <p:txBody>
          <a:bodyPr/>
          <a:lstStyle/>
          <a:p>
            <a:pPr lvl="1"/>
            <a:r>
              <a:rPr lang="en-US"/>
              <a:t>Lorem ipsum dolor</a:t>
            </a:r>
          </a:p>
          <a:p>
            <a:r>
              <a:rPr lang="en-US"/>
              <a:t>Page 00</a:t>
            </a:r>
          </a:p>
          <a:p>
            <a:endParaRPr lang="en-US"/>
          </a:p>
        </p:txBody>
      </p:sp>
      <p:sp>
        <p:nvSpPr>
          <p:cNvPr id="513" name="Text Placeholder 512">
            <a:extLst>
              <a:ext uri="{FF2B5EF4-FFF2-40B4-BE49-F238E27FC236}">
                <a16:creationId xmlns:a16="http://schemas.microsoft.com/office/drawing/2014/main" id="{86222F40-9222-41F8-848D-E2A8A71535F7}"/>
              </a:ext>
            </a:extLst>
          </p:cNvPr>
          <p:cNvSpPr>
            <a:spLocks noGrp="1"/>
          </p:cNvSpPr>
          <p:nvPr>
            <p:ph type="body" idx="70"/>
          </p:nvPr>
        </p:nvSpPr>
        <p:spPr/>
        <p:txBody>
          <a:bodyPr/>
          <a:lstStyle/>
          <a:p>
            <a:pPr lvl="1"/>
            <a:r>
              <a:rPr lang="en-US"/>
              <a:t>Lorem ipsum dolor</a:t>
            </a:r>
          </a:p>
          <a:p>
            <a:r>
              <a:rPr lang="en-US"/>
              <a:t>Page 00</a:t>
            </a:r>
          </a:p>
          <a:p>
            <a:endParaRPr lang="en-US"/>
          </a:p>
        </p:txBody>
      </p:sp>
      <p:sp>
        <p:nvSpPr>
          <p:cNvPr id="514" name="Text Placeholder 513">
            <a:extLst>
              <a:ext uri="{FF2B5EF4-FFF2-40B4-BE49-F238E27FC236}">
                <a16:creationId xmlns:a16="http://schemas.microsoft.com/office/drawing/2014/main" id="{575E3457-C07F-43DE-A7F3-EB58ACEF6429}"/>
              </a:ext>
            </a:extLst>
          </p:cNvPr>
          <p:cNvSpPr>
            <a:spLocks noGrp="1"/>
          </p:cNvSpPr>
          <p:nvPr>
            <p:ph type="body" idx="71"/>
          </p:nvPr>
        </p:nvSpPr>
        <p:spPr/>
        <p:txBody>
          <a:bodyPr/>
          <a:lstStyle/>
          <a:p>
            <a:pPr lvl="1"/>
            <a:r>
              <a:rPr lang="en-US"/>
              <a:t>Lorem ipsum dolor</a:t>
            </a:r>
          </a:p>
          <a:p>
            <a:r>
              <a:rPr lang="en-US"/>
              <a:t>Page 00</a:t>
            </a:r>
          </a:p>
          <a:p>
            <a:endParaRPr lang="en-US"/>
          </a:p>
        </p:txBody>
      </p:sp>
      <p:sp>
        <p:nvSpPr>
          <p:cNvPr id="515" name="Text Placeholder 514">
            <a:extLst>
              <a:ext uri="{FF2B5EF4-FFF2-40B4-BE49-F238E27FC236}">
                <a16:creationId xmlns:a16="http://schemas.microsoft.com/office/drawing/2014/main" id="{7645AB0B-466B-46CE-B9C2-F1830A572912}"/>
              </a:ext>
            </a:extLst>
          </p:cNvPr>
          <p:cNvSpPr>
            <a:spLocks noGrp="1"/>
          </p:cNvSpPr>
          <p:nvPr>
            <p:ph type="body" idx="72"/>
          </p:nvPr>
        </p:nvSpPr>
        <p:spPr/>
        <p:txBody>
          <a:bodyPr/>
          <a:lstStyle/>
          <a:p>
            <a:pPr lvl="1"/>
            <a:r>
              <a:rPr lang="en-US"/>
              <a:t>Lorem ipsum dolor</a:t>
            </a:r>
          </a:p>
          <a:p>
            <a:r>
              <a:rPr lang="en-US"/>
              <a:t>Page 00</a:t>
            </a:r>
          </a:p>
          <a:p>
            <a:endParaRPr lang="en-US"/>
          </a:p>
        </p:txBody>
      </p:sp>
      <p:sp>
        <p:nvSpPr>
          <p:cNvPr id="516" name="Text Placeholder 515">
            <a:extLst>
              <a:ext uri="{FF2B5EF4-FFF2-40B4-BE49-F238E27FC236}">
                <a16:creationId xmlns:a16="http://schemas.microsoft.com/office/drawing/2014/main" id="{7799B583-DBEB-416B-B2DD-49B551642693}"/>
              </a:ext>
              <a:ext uri="{C183D7F6-B498-43B3-948B-1728B52AA6E4}">
                <adec:decorative xmlns:adec="http://schemas.microsoft.com/office/drawing/2017/decorative" val="1"/>
              </a:ext>
            </a:extLst>
          </p:cNvPr>
          <p:cNvSpPr>
            <a:spLocks noGrp="1"/>
          </p:cNvSpPr>
          <p:nvPr>
            <p:ph type="body" sz="quarter" idx="73"/>
          </p:nvPr>
        </p:nvSpPr>
        <p:spPr/>
        <p:txBody>
          <a:bodyPr/>
          <a:lstStyle/>
          <a:p>
            <a:r>
              <a:rPr lang="en-US"/>
              <a:t>5</a:t>
            </a:r>
          </a:p>
        </p:txBody>
      </p:sp>
      <p:sp>
        <p:nvSpPr>
          <p:cNvPr id="517" name="Text Placeholder 516">
            <a:extLst>
              <a:ext uri="{FF2B5EF4-FFF2-40B4-BE49-F238E27FC236}">
                <a16:creationId xmlns:a16="http://schemas.microsoft.com/office/drawing/2014/main" id="{69A13EEE-1B79-42FD-8248-A703748BF586}"/>
              </a:ext>
              <a:ext uri="{C183D7F6-B498-43B3-948B-1728B52AA6E4}">
                <adec:decorative xmlns:adec="http://schemas.microsoft.com/office/drawing/2017/decorative" val="1"/>
              </a:ext>
            </a:extLst>
          </p:cNvPr>
          <p:cNvSpPr>
            <a:spLocks noGrp="1"/>
          </p:cNvSpPr>
          <p:nvPr>
            <p:ph type="body" sz="quarter" idx="74"/>
          </p:nvPr>
        </p:nvSpPr>
        <p:spPr/>
        <p:txBody>
          <a:bodyPr/>
          <a:lstStyle/>
          <a:p>
            <a:r>
              <a:rPr lang="en-US"/>
              <a:t>6</a:t>
            </a:r>
          </a:p>
        </p:txBody>
      </p:sp>
      <p:sp>
        <p:nvSpPr>
          <p:cNvPr id="518" name="Text Placeholder 517">
            <a:extLst>
              <a:ext uri="{FF2B5EF4-FFF2-40B4-BE49-F238E27FC236}">
                <a16:creationId xmlns:a16="http://schemas.microsoft.com/office/drawing/2014/main" id="{0F6A2892-B985-4674-924F-0C495222D2D8}"/>
              </a:ext>
              <a:ext uri="{C183D7F6-B498-43B3-948B-1728B52AA6E4}">
                <adec:decorative xmlns:adec="http://schemas.microsoft.com/office/drawing/2017/decorative" val="1"/>
              </a:ext>
            </a:extLst>
          </p:cNvPr>
          <p:cNvSpPr>
            <a:spLocks noGrp="1"/>
          </p:cNvSpPr>
          <p:nvPr>
            <p:ph type="body" sz="quarter" idx="75"/>
          </p:nvPr>
        </p:nvSpPr>
        <p:spPr/>
        <p:txBody>
          <a:bodyPr/>
          <a:lstStyle/>
          <a:p>
            <a:r>
              <a:rPr lang="en-US"/>
              <a:t>7</a:t>
            </a:r>
          </a:p>
        </p:txBody>
      </p:sp>
      <p:sp>
        <p:nvSpPr>
          <p:cNvPr id="519" name="Text Placeholder 518">
            <a:extLst>
              <a:ext uri="{FF2B5EF4-FFF2-40B4-BE49-F238E27FC236}">
                <a16:creationId xmlns:a16="http://schemas.microsoft.com/office/drawing/2014/main" id="{6F4307D0-894D-4FC3-ADE2-39BDD685E313}"/>
              </a:ext>
              <a:ext uri="{C183D7F6-B498-43B3-948B-1728B52AA6E4}">
                <adec:decorative xmlns:adec="http://schemas.microsoft.com/office/drawing/2017/decorative" val="1"/>
              </a:ext>
            </a:extLst>
          </p:cNvPr>
          <p:cNvSpPr>
            <a:spLocks noGrp="1"/>
          </p:cNvSpPr>
          <p:nvPr>
            <p:ph type="body" sz="quarter" idx="76"/>
          </p:nvPr>
        </p:nvSpPr>
        <p:spPr/>
        <p:txBody>
          <a:bodyPr/>
          <a:lstStyle/>
          <a:p>
            <a:r>
              <a:rPr lang="en-US"/>
              <a:t>8</a:t>
            </a:r>
          </a:p>
        </p:txBody>
      </p:sp>
    </p:spTree>
    <p:extLst>
      <p:ext uri="{BB962C8B-B14F-4D97-AF65-F5344CB8AC3E}">
        <p14:creationId xmlns:p14="http://schemas.microsoft.com/office/powerpoint/2010/main" val="150393398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E6ED777-DC2C-4756-987E-BD9BF71F0632}"/>
              </a:ext>
            </a:extLst>
          </p:cNvPr>
          <p:cNvSpPr>
            <a:spLocks noGrp="1"/>
          </p:cNvSpPr>
          <p:nvPr>
            <p:ph type="body" sz="quarter" idx="11"/>
          </p:nvPr>
        </p:nvSpPr>
        <p:spPr/>
        <p:txBody>
          <a:bodyPr/>
          <a:lstStyle/>
          <a:p>
            <a:r>
              <a:rPr lang="en-US"/>
              <a:t>Contact Information</a:t>
            </a:r>
          </a:p>
          <a:p>
            <a:pPr lvl="1"/>
            <a:r>
              <a:rPr lang="en-US"/>
              <a:t>Contact Information</a:t>
            </a:r>
          </a:p>
        </p:txBody>
      </p:sp>
      <p:sp>
        <p:nvSpPr>
          <p:cNvPr id="4" name="Title 1">
            <a:extLst>
              <a:ext uri="{FF2B5EF4-FFF2-40B4-BE49-F238E27FC236}">
                <a16:creationId xmlns:a16="http://schemas.microsoft.com/office/drawing/2014/main" id="{FDAC4402-BDF2-6ECE-5853-98D0057F8641}"/>
              </a:ext>
            </a:extLst>
          </p:cNvPr>
          <p:cNvSpPr>
            <a:spLocks noGrp="1"/>
          </p:cNvSpPr>
          <p:nvPr>
            <p:ph type="title" hasCustomPrompt="1"/>
          </p:nvPr>
        </p:nvSpPr>
        <p:spPr>
          <a:xfrm>
            <a:off x="922338" y="-960506"/>
            <a:ext cx="5861304" cy="786335"/>
          </a:xfrm>
        </p:spPr>
        <p:txBody>
          <a:bodyPr/>
          <a:lstStyle>
            <a:lvl1pPr>
              <a:defRPr/>
            </a:lvl1pPr>
          </a:lstStyle>
          <a:p>
            <a:r>
              <a:rPr lang="en-US" dirty="0"/>
              <a:t>End Layout</a:t>
            </a:r>
          </a:p>
        </p:txBody>
      </p:sp>
    </p:spTree>
    <p:extLst>
      <p:ext uri="{BB962C8B-B14F-4D97-AF65-F5344CB8AC3E}">
        <p14:creationId xmlns:p14="http://schemas.microsoft.com/office/powerpoint/2010/main" val="55129928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 Placeholder 15">
            <a:extLst>
              <a:ext uri="{FF2B5EF4-FFF2-40B4-BE49-F238E27FC236}">
                <a16:creationId xmlns:a16="http://schemas.microsoft.com/office/drawing/2014/main" id="{A82C7020-3DE7-9F31-EACF-4EEB60D3F377}"/>
              </a:ext>
            </a:extLst>
          </p:cNvPr>
          <p:cNvSpPr>
            <a:spLocks noGrp="1"/>
          </p:cNvSpPr>
          <p:nvPr>
            <p:ph type="body" sz="quarter" idx="18"/>
          </p:nvPr>
        </p:nvSpPr>
        <p:spPr/>
        <p:txBody>
          <a:bodyPr/>
          <a:lstStyle/>
          <a:p>
            <a:r>
              <a:rPr lang="en-US" dirty="0"/>
              <a:t>3</a:t>
            </a:r>
          </a:p>
        </p:txBody>
      </p:sp>
      <p:sp>
        <p:nvSpPr>
          <p:cNvPr id="3" name="Title 2">
            <a:extLst>
              <a:ext uri="{FF2B5EF4-FFF2-40B4-BE49-F238E27FC236}">
                <a16:creationId xmlns:a16="http://schemas.microsoft.com/office/drawing/2014/main" id="{9579F0CD-6E24-4A07-B3D5-00B4A29F4E85}"/>
              </a:ext>
              <a:ext uri="{C183D7F6-B498-43B3-948B-1728B52AA6E4}">
                <adec:decorative xmlns:adec="http://schemas.microsoft.com/office/drawing/2017/decorative" val="1"/>
              </a:ext>
            </a:extLst>
          </p:cNvPr>
          <p:cNvSpPr>
            <a:spLocks noGrp="1"/>
          </p:cNvSpPr>
          <p:nvPr>
            <p:ph type="ctrTitle"/>
          </p:nvPr>
        </p:nvSpPr>
        <p:spPr/>
        <p:txBody>
          <a:bodyPr/>
          <a:lstStyle/>
          <a:p>
            <a:r>
              <a:rPr lang="en-US" dirty="0"/>
              <a:t>Organizing Data</a:t>
            </a:r>
          </a:p>
        </p:txBody>
      </p:sp>
    </p:spTree>
    <p:extLst>
      <p:ext uri="{BB962C8B-B14F-4D97-AF65-F5344CB8AC3E}">
        <p14:creationId xmlns:p14="http://schemas.microsoft.com/office/powerpoint/2010/main" val="69714311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ubtitle 8">
            <a:extLst>
              <a:ext uri="{FF2B5EF4-FFF2-40B4-BE49-F238E27FC236}">
                <a16:creationId xmlns:a16="http://schemas.microsoft.com/office/drawing/2014/main" id="{48EF6AFF-51A3-4571-A6CE-2EA964926BBD}"/>
              </a:ext>
            </a:extLst>
          </p:cNvPr>
          <p:cNvSpPr>
            <a:spLocks noGrp="1"/>
          </p:cNvSpPr>
          <p:nvPr>
            <p:ph type="subTitle" idx="15"/>
          </p:nvPr>
        </p:nvSpPr>
        <p:spPr/>
        <p:txBody>
          <a:bodyPr/>
          <a:lstStyle/>
          <a:p>
            <a:r>
              <a:rPr lang="en-US"/>
              <a:t>Organizing Data</a:t>
            </a:r>
          </a:p>
        </p:txBody>
      </p:sp>
      <p:sp>
        <p:nvSpPr>
          <p:cNvPr id="8" name="Title 7">
            <a:extLst>
              <a:ext uri="{FF2B5EF4-FFF2-40B4-BE49-F238E27FC236}">
                <a16:creationId xmlns:a16="http://schemas.microsoft.com/office/drawing/2014/main" id="{1F5C5476-3B9D-442D-B52D-52B8C3F21297}"/>
              </a:ext>
            </a:extLst>
          </p:cNvPr>
          <p:cNvSpPr>
            <a:spLocks noGrp="1"/>
          </p:cNvSpPr>
          <p:nvPr>
            <p:ph type="title"/>
          </p:nvPr>
        </p:nvSpPr>
        <p:spPr>
          <a:xfrm>
            <a:off x="922338" y="1182433"/>
            <a:ext cx="5861304" cy="786335"/>
          </a:xfrm>
        </p:spPr>
        <p:txBody>
          <a:bodyPr/>
          <a:lstStyle/>
          <a:p>
            <a:r>
              <a:rPr lang="en-US"/>
              <a:t>Text Table</a:t>
            </a:r>
          </a:p>
        </p:txBody>
      </p:sp>
      <p:graphicFrame>
        <p:nvGraphicFramePr>
          <p:cNvPr id="5" name="Table 11">
            <a:extLst>
              <a:ext uri="{FF2B5EF4-FFF2-40B4-BE49-F238E27FC236}">
                <a16:creationId xmlns:a16="http://schemas.microsoft.com/office/drawing/2014/main" id="{344462E7-FCEC-4EA5-A630-F3B46F3C85E3}"/>
              </a:ext>
            </a:extLst>
          </p:cNvPr>
          <p:cNvGraphicFramePr>
            <a:graphicFrameLocks/>
          </p:cNvGraphicFramePr>
          <p:nvPr>
            <p:extLst>
              <p:ext uri="{D42A27DB-BD31-4B8C-83A1-F6EECF244321}">
                <p14:modId xmlns:p14="http://schemas.microsoft.com/office/powerpoint/2010/main" val="4286397475"/>
              </p:ext>
            </p:extLst>
          </p:nvPr>
        </p:nvGraphicFramePr>
        <p:xfrm>
          <a:off x="922338" y="2109457"/>
          <a:ext cx="10355262" cy="4069079"/>
        </p:xfrm>
        <a:graphic>
          <a:graphicData uri="http://schemas.openxmlformats.org/drawingml/2006/table">
            <a:tbl>
              <a:tblPr firstRow="1">
                <a:tableStyleId>{5C22544A-7EE6-4342-B048-85BDC9FD1C3A}</a:tableStyleId>
              </a:tblPr>
              <a:tblGrid>
                <a:gridCol w="3451754">
                  <a:extLst>
                    <a:ext uri="{9D8B030D-6E8A-4147-A177-3AD203B41FA5}">
                      <a16:colId xmlns:a16="http://schemas.microsoft.com/office/drawing/2014/main" val="311790701"/>
                    </a:ext>
                  </a:extLst>
                </a:gridCol>
                <a:gridCol w="3451754">
                  <a:extLst>
                    <a:ext uri="{9D8B030D-6E8A-4147-A177-3AD203B41FA5}">
                      <a16:colId xmlns:a16="http://schemas.microsoft.com/office/drawing/2014/main" val="1838381066"/>
                    </a:ext>
                  </a:extLst>
                </a:gridCol>
                <a:gridCol w="3451754">
                  <a:extLst>
                    <a:ext uri="{9D8B030D-6E8A-4147-A177-3AD203B41FA5}">
                      <a16:colId xmlns:a16="http://schemas.microsoft.com/office/drawing/2014/main" val="3297794768"/>
                    </a:ext>
                  </a:extLst>
                </a:gridCol>
              </a:tblGrid>
              <a:tr h="401992">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ontserrat"/>
                          <a:ea typeface="+mn-ea"/>
                          <a:cs typeface="+mn-cs"/>
                        </a:rPr>
                        <a:t>Column Heading</a:t>
                      </a:r>
                      <a:endParaRPr kumimoji="0" lang="en-US" sz="1200" b="1" i="0" u="none" strike="noStrike" kern="1200" cap="none" spc="0" normalizeH="0" baseline="0">
                        <a:ln>
                          <a:noFill/>
                        </a:ln>
                        <a:solidFill>
                          <a:schemeClr val="accent1"/>
                        </a:solidFill>
                        <a:effectLst/>
                        <a:uLnTx/>
                        <a:uFillTx/>
                        <a:latin typeface="+mn-lt"/>
                        <a:ea typeface="+mn-ea"/>
                        <a:cs typeface="+mn-cs"/>
                      </a:endParaRPr>
                    </a:p>
                  </a:txBody>
                  <a:tcPr marL="274320" marR="274320" anchor="ctr">
                    <a:lnR w="19050" cap="flat" cmpd="sng" algn="ctr">
                      <a:solidFill>
                        <a:schemeClr val="bg1"/>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ontserrat"/>
                          <a:ea typeface="+mn-ea"/>
                          <a:cs typeface="+mn-cs"/>
                        </a:rPr>
                        <a:t>Column Heading</a:t>
                      </a:r>
                      <a:endParaRPr kumimoji="0" lang="en-US" sz="1200" b="1" i="0" u="none" strike="noStrike" kern="1200" cap="none" spc="0" normalizeH="0" baseline="0">
                        <a:ln>
                          <a:noFill/>
                        </a:ln>
                        <a:solidFill>
                          <a:schemeClr val="accent1"/>
                        </a:solidFill>
                        <a:effectLst/>
                        <a:uLnTx/>
                        <a:uFillTx/>
                        <a:latin typeface="+mn-lt"/>
                        <a:ea typeface="+mn-ea"/>
                        <a:cs typeface="+mn-cs"/>
                      </a:endParaRPr>
                    </a:p>
                  </a:txBody>
                  <a:tcPr marL="274320" marR="27432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ontserrat"/>
                          <a:ea typeface="+mn-ea"/>
                          <a:cs typeface="+mn-cs"/>
                        </a:rPr>
                        <a:t>Column Heading</a:t>
                      </a:r>
                      <a:endParaRPr kumimoji="0" lang="en-US" sz="1200" b="1" i="0" u="none" strike="noStrike" kern="1200" cap="none" spc="0" normalizeH="0" baseline="0">
                        <a:ln>
                          <a:noFill/>
                        </a:ln>
                        <a:solidFill>
                          <a:schemeClr val="accent1"/>
                        </a:solidFill>
                        <a:effectLst/>
                        <a:uLnTx/>
                        <a:uFillTx/>
                        <a:latin typeface="+mn-lt"/>
                        <a:ea typeface="+mn-ea"/>
                        <a:cs typeface="+mn-cs"/>
                      </a:endParaRPr>
                    </a:p>
                  </a:txBody>
                  <a:tcPr marL="274320" marR="274320" anchor="ctr">
                    <a:lnL w="19050" cap="flat" cmpd="sng" algn="ctr">
                      <a:solidFill>
                        <a:schemeClr val="bg1"/>
                      </a:solidFill>
                      <a:prstDash val="solid"/>
                      <a:round/>
                      <a:headEnd type="none" w="med" len="med"/>
                      <a:tailEnd type="none" w="med" len="med"/>
                    </a:lnL>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754255459"/>
                  </a:ext>
                </a:extLst>
              </a:tr>
              <a:tr h="871033">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n-lt"/>
                          <a:ea typeface="+mn-ea"/>
                          <a:cs typeface="+mn-cs"/>
                        </a:rPr>
                        <a:t>amet</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consectetur</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adi</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oppiscing</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elit</a:t>
                      </a:r>
                      <a:endParaRPr kumimoji="0" lang="en-US" sz="1000" b="0" i="0" u="none" strike="noStrike" kern="1200" cap="none" spc="0" normalizeH="0" baseline="0" noProof="0">
                        <a:ln>
                          <a:noFill/>
                        </a:ln>
                        <a:solidFill>
                          <a:schemeClr val="tx2"/>
                        </a:solidFill>
                        <a:effectLst/>
                        <a:uLnTx/>
                        <a:uFillTx/>
                        <a:latin typeface="+mj-lt"/>
                        <a:ea typeface="+mn-ea"/>
                        <a:cs typeface="+mn-cs"/>
                      </a:endParaRPr>
                    </a:p>
                  </a:txBody>
                  <a:tcPr marL="274320" marR="274320">
                    <a:lnT w="12700" cap="flat" cmpd="sng" algn="ctr">
                      <a:solidFill>
                        <a:schemeClr val="accent1"/>
                      </a:solidFill>
                      <a:prstDash val="solid"/>
                      <a:round/>
                      <a:headEnd type="none" w="med" len="med"/>
                      <a:tailEnd type="none" w="med" len="med"/>
                    </a:lnT>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n-lt"/>
                          <a:ea typeface="+mn-ea"/>
                          <a:cs typeface="+mn-cs"/>
                        </a:rPr>
                        <a:t>amet</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consectetur</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adi</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oppiscing</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elit</a:t>
                      </a:r>
                      <a:endParaRPr kumimoji="0" lang="en-US" sz="1000" b="0" i="0" u="none" strike="noStrike" kern="1200" cap="none" spc="0" normalizeH="0" baseline="0" noProof="0">
                        <a:ln>
                          <a:noFill/>
                        </a:ln>
                        <a:solidFill>
                          <a:schemeClr val="tx1"/>
                        </a:solidFill>
                        <a:effectLst/>
                        <a:uLnTx/>
                        <a:uFillTx/>
                        <a:latin typeface="+mn-lt"/>
                        <a:ea typeface="+mn-ea"/>
                        <a:cs typeface="+mn-cs"/>
                      </a:endParaRPr>
                    </a:p>
                  </a:txBody>
                  <a:tcPr marL="274320" marR="274320">
                    <a:lnT w="12700" cap="flat" cmpd="sng" algn="ctr">
                      <a:solidFill>
                        <a:schemeClr val="accent1"/>
                      </a:solidFill>
                      <a:prstDash val="solid"/>
                      <a:round/>
                      <a:headEnd type="none" w="med" len="med"/>
                      <a:tailEnd type="none" w="med" len="med"/>
                    </a:lnT>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amet, consectetur adi oppiscing elit</a:t>
                      </a:r>
                    </a:p>
                  </a:txBody>
                  <a:tcPr marL="274320" marR="274320">
                    <a:lnT w="12700" cap="flat" cmpd="sng" algn="ctr">
                      <a:solidFill>
                        <a:schemeClr val="accent1"/>
                      </a:solidFill>
                      <a:prstDash val="solid"/>
                      <a:round/>
                      <a:headEnd type="none" w="med" len="med"/>
                      <a:tailEnd type="none" w="med" len="med"/>
                    </a:lnT>
                    <a:noFill/>
                  </a:tcPr>
                </a:tc>
                <a:extLst>
                  <a:ext uri="{0D108BD9-81ED-4DB2-BD59-A6C34878D82A}">
                    <a16:rowId xmlns:a16="http://schemas.microsoft.com/office/drawing/2014/main" val="3283131513"/>
                  </a:ext>
                </a:extLst>
              </a:tr>
              <a:tr h="1053988">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amet, consectetur adi oppiscing elit</a:t>
                      </a:r>
                    </a:p>
                  </a:txBody>
                  <a:tcPr marL="274320" marR="274320">
                    <a:lnR w="6350" cap="flat" cmpd="sng" algn="ctr">
                      <a:solidFill>
                        <a:schemeClr val="bg1">
                          <a:lumMod val="95000"/>
                        </a:schemeClr>
                      </a:solidFill>
                      <a:prstDash val="solid"/>
                      <a:round/>
                      <a:headEnd type="none" w="med" len="med"/>
                      <a:tailEnd type="none" w="med" len="med"/>
                    </a:ln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n-lt"/>
                          <a:ea typeface="+mn-ea"/>
                          <a:cs typeface="+mn-cs"/>
                        </a:rPr>
                        <a:t>amet</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consectetur</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adi</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oppiscing</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elit</a:t>
                      </a:r>
                      <a:endParaRPr kumimoji="0" lang="en-US" sz="1000" b="0" i="0" u="none" strike="noStrike" kern="1200" cap="none" spc="0" normalizeH="0" baseline="0" noProof="0">
                        <a:ln>
                          <a:noFill/>
                        </a:ln>
                        <a:solidFill>
                          <a:schemeClr val="tx1"/>
                        </a:solidFill>
                        <a:effectLst/>
                        <a:uLnTx/>
                        <a:uFillTx/>
                        <a:latin typeface="+mn-lt"/>
                        <a:ea typeface="+mn-ea"/>
                        <a:cs typeface="+mn-cs"/>
                      </a:endParaRPr>
                    </a:p>
                  </a:txBody>
                  <a:tcPr marL="274320" marR="274320">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n-lt"/>
                          <a:ea typeface="+mn-ea"/>
                          <a:cs typeface="+mn-cs"/>
                        </a:rPr>
                        <a:t>amet</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consectetur</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adi</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oppiscing</a:t>
                      </a:r>
                      <a:r>
                        <a:rPr kumimoji="0" lang="en-US" sz="1000" b="0" i="0" u="none" strike="noStrike" kern="1200" cap="none" spc="0" normalizeH="0" baseline="0" noProof="0">
                          <a:ln>
                            <a:noFill/>
                          </a:ln>
                          <a:solidFill>
                            <a:schemeClr val="tx1"/>
                          </a:solidFill>
                          <a:effectLst/>
                          <a:uLnTx/>
                          <a:uFillTx/>
                          <a:latin typeface="+mn-lt"/>
                          <a:ea typeface="+mn-ea"/>
                          <a:cs typeface="+mn-cs"/>
                        </a:rPr>
                        <a:t> </a:t>
                      </a:r>
                      <a:r>
                        <a:rPr kumimoji="0" lang="en-US" sz="1000" b="0" i="0" u="none" strike="noStrike" kern="1200" cap="none" spc="0" normalizeH="0" baseline="0" noProof="0" err="1">
                          <a:ln>
                            <a:noFill/>
                          </a:ln>
                          <a:solidFill>
                            <a:schemeClr val="tx1"/>
                          </a:solidFill>
                          <a:effectLst/>
                          <a:uLnTx/>
                          <a:uFillTx/>
                          <a:latin typeface="+mn-lt"/>
                          <a:ea typeface="+mn-ea"/>
                          <a:cs typeface="+mn-cs"/>
                        </a:rPr>
                        <a:t>elit</a:t>
                      </a:r>
                      <a:endParaRPr kumimoji="0" lang="en-US" sz="1000" b="0" i="0" u="none" strike="noStrike" kern="1200" cap="none" spc="0" normalizeH="0" baseline="0" noProof="0">
                        <a:ln>
                          <a:noFill/>
                        </a:ln>
                        <a:solidFill>
                          <a:schemeClr val="tx1"/>
                        </a:solidFill>
                        <a:effectLst/>
                        <a:uLnTx/>
                        <a:uFillTx/>
                        <a:latin typeface="+mn-lt"/>
                        <a:ea typeface="+mn-ea"/>
                        <a:cs typeface="+mn-cs"/>
                      </a:endParaRPr>
                    </a:p>
                  </a:txBody>
                  <a:tcPr marL="274320" marR="274320">
                    <a:lnL w="6350" cap="flat" cmpd="sng" algn="ctr">
                      <a:solidFill>
                        <a:schemeClr val="bg1">
                          <a:lumMod val="9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val="2699132550"/>
                  </a:ext>
                </a:extLst>
              </a:tr>
              <a:tr h="871033">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amet, consectetur adi oppiscing elit</a:t>
                      </a:r>
                    </a:p>
                  </a:txBody>
                  <a:tcPr marL="274320" marR="274320">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j-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j-lt"/>
                          <a:ea typeface="+mn-ea"/>
                          <a:cs typeface="+mn-cs"/>
                        </a:rPr>
                        <a:t>amet</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consectetur</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adi</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oppiscing</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elit</a:t>
                      </a:r>
                      <a:endParaRPr kumimoji="0" lang="en-US" sz="1000" b="0" i="0" u="none" strike="noStrike" kern="1200" cap="none" spc="0" normalizeH="0" baseline="0" noProof="0">
                        <a:ln>
                          <a:noFill/>
                        </a:ln>
                        <a:solidFill>
                          <a:schemeClr val="tx1"/>
                        </a:solidFill>
                        <a:effectLst/>
                        <a:uLnTx/>
                        <a:uFillTx/>
                        <a:latin typeface="+mj-lt"/>
                        <a:ea typeface="+mn-ea"/>
                        <a:cs typeface="+mn-cs"/>
                      </a:endParaRPr>
                    </a:p>
                  </a:txBody>
                  <a:tcPr marL="274320" marR="274320">
                    <a:no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j-lt"/>
                          <a:ea typeface="+mn-ea"/>
                          <a:cs typeface="+mn-cs"/>
                        </a:rPr>
                        <a:t>Lorem ipsum dolor sit </a:t>
                      </a:r>
                      <a:r>
                        <a:rPr kumimoji="0" lang="en-US" sz="1000" b="0" i="0" u="none" strike="noStrike" kern="1200" cap="none" spc="0" normalizeH="0" baseline="0" noProof="0" err="1">
                          <a:ln>
                            <a:noFill/>
                          </a:ln>
                          <a:solidFill>
                            <a:schemeClr val="tx1"/>
                          </a:solidFill>
                          <a:effectLst/>
                          <a:uLnTx/>
                          <a:uFillTx/>
                          <a:latin typeface="+mj-lt"/>
                          <a:ea typeface="+mn-ea"/>
                          <a:cs typeface="+mn-cs"/>
                        </a:rPr>
                        <a:t>amet</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consectetur</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adi</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oppiscing</a:t>
                      </a:r>
                      <a:r>
                        <a:rPr kumimoji="0" lang="en-US" sz="1000" b="0" i="0" u="none" strike="noStrike" kern="1200" cap="none" spc="0" normalizeH="0" baseline="0" noProof="0">
                          <a:ln>
                            <a:noFill/>
                          </a:ln>
                          <a:solidFill>
                            <a:schemeClr val="tx1"/>
                          </a:solidFill>
                          <a:effectLst/>
                          <a:uLnTx/>
                          <a:uFillTx/>
                          <a:latin typeface="+mj-lt"/>
                          <a:ea typeface="+mn-ea"/>
                          <a:cs typeface="+mn-cs"/>
                        </a:rPr>
                        <a:t> </a:t>
                      </a:r>
                      <a:r>
                        <a:rPr kumimoji="0" lang="en-US" sz="1000" b="0" i="0" u="none" strike="noStrike" kern="1200" cap="none" spc="0" normalizeH="0" baseline="0" noProof="0" err="1">
                          <a:ln>
                            <a:noFill/>
                          </a:ln>
                          <a:solidFill>
                            <a:schemeClr val="tx1"/>
                          </a:solidFill>
                          <a:effectLst/>
                          <a:uLnTx/>
                          <a:uFillTx/>
                          <a:latin typeface="+mj-lt"/>
                          <a:ea typeface="+mn-ea"/>
                          <a:cs typeface="+mn-cs"/>
                        </a:rPr>
                        <a:t>elit</a:t>
                      </a:r>
                      <a:endParaRPr kumimoji="0" lang="en-US" sz="1000" b="0" i="0" u="none" strike="noStrike" kern="1200" cap="none" spc="0" normalizeH="0" baseline="0" noProof="0">
                        <a:ln>
                          <a:noFill/>
                        </a:ln>
                        <a:solidFill>
                          <a:schemeClr val="tx1"/>
                        </a:solidFill>
                        <a:effectLst/>
                        <a:uLnTx/>
                        <a:uFillTx/>
                        <a:latin typeface="+mj-lt"/>
                        <a:ea typeface="+mn-ea"/>
                        <a:cs typeface="+mn-cs"/>
                      </a:endParaRPr>
                    </a:p>
                  </a:txBody>
                  <a:tcPr marL="274320" marR="274320">
                    <a:noFill/>
                  </a:tcPr>
                </a:tc>
                <a:extLst>
                  <a:ext uri="{0D108BD9-81ED-4DB2-BD59-A6C34878D82A}">
                    <a16:rowId xmlns:a16="http://schemas.microsoft.com/office/drawing/2014/main" val="3336001085"/>
                  </a:ext>
                </a:extLst>
              </a:tr>
              <a:tr h="871033">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amet, consectetur adi oppiscing elit</a:t>
                      </a:r>
                    </a:p>
                  </a:txBody>
                  <a:tcPr marL="274320" marR="274320">
                    <a:lnR w="12700" cap="flat" cmpd="sng" algn="ctr">
                      <a:solidFill>
                        <a:schemeClr val="bg1">
                          <a:lumMod val="95000"/>
                        </a:schemeClr>
                      </a:solidFill>
                      <a:prstDash val="solid"/>
                      <a:round/>
                      <a:headEnd type="none" w="med" len="med"/>
                      <a:tailEnd type="none" w="med" len="med"/>
                    </a:lnR>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Lorem ipsum dolor sit amet, consectetur adi oppiscing elit</a:t>
                      </a:r>
                    </a:p>
                  </a:txBody>
                  <a:tcPr marL="274320" marR="274320">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000" b="0" i="0" u="none" strike="noStrike" kern="1200" cap="none" spc="0" normalizeH="0" baseline="0" noProof="0" dirty="0" err="1">
                          <a:ln>
                            <a:noFill/>
                          </a:ln>
                          <a:solidFill>
                            <a:schemeClr val="tx1"/>
                          </a:solidFill>
                          <a:effectLst/>
                          <a:uLnTx/>
                          <a:uFillTx/>
                          <a:latin typeface="+mn-lt"/>
                          <a:ea typeface="+mn-ea"/>
                          <a:cs typeface="+mn-cs"/>
                        </a:rPr>
                        <a:t>amet</a:t>
                      </a:r>
                      <a:r>
                        <a:rPr kumimoji="0" lang="en-US" sz="1000" b="0" i="0" u="none" strike="noStrike" kern="1200" cap="none" spc="0" normalizeH="0" baseline="0" noProof="0" dirty="0">
                          <a:ln>
                            <a:noFill/>
                          </a:ln>
                          <a:solidFill>
                            <a:schemeClr val="tx1"/>
                          </a:solidFill>
                          <a:effectLst/>
                          <a:uLnTx/>
                          <a:uFillTx/>
                          <a:latin typeface="+mn-lt"/>
                          <a:ea typeface="+mn-ea"/>
                          <a:cs typeface="+mn-cs"/>
                        </a:rPr>
                        <a:t>, </a:t>
                      </a:r>
                      <a:r>
                        <a:rPr kumimoji="0" lang="en-US" sz="1000" b="0" i="0" u="none" strike="noStrike" kern="1200" cap="none" spc="0" normalizeH="0" baseline="0" noProof="0" dirty="0" err="1">
                          <a:ln>
                            <a:noFill/>
                          </a:ln>
                          <a:solidFill>
                            <a:schemeClr val="tx1"/>
                          </a:solidFill>
                          <a:effectLst/>
                          <a:uLnTx/>
                          <a:uFillTx/>
                          <a:latin typeface="+mn-lt"/>
                          <a:ea typeface="+mn-ea"/>
                          <a:cs typeface="+mn-cs"/>
                        </a:rPr>
                        <a:t>consectetur</a:t>
                      </a:r>
                      <a:r>
                        <a:rPr kumimoji="0" lang="en-US" sz="1000" b="0" i="0" u="none" strike="noStrike" kern="1200" cap="none" spc="0" normalizeH="0" baseline="0" noProof="0" dirty="0">
                          <a:ln>
                            <a:noFill/>
                          </a:ln>
                          <a:solidFill>
                            <a:schemeClr val="tx1"/>
                          </a:solidFill>
                          <a:effectLst/>
                          <a:uLnTx/>
                          <a:uFillTx/>
                          <a:latin typeface="+mn-lt"/>
                          <a:ea typeface="+mn-ea"/>
                          <a:cs typeface="+mn-cs"/>
                        </a:rPr>
                        <a:t> </a:t>
                      </a:r>
                      <a:r>
                        <a:rPr kumimoji="0" lang="en-US" sz="1000" b="0" i="0" u="none" strike="noStrike" kern="1200" cap="none" spc="0" normalizeH="0" baseline="0" noProof="0" dirty="0" err="1">
                          <a:ln>
                            <a:noFill/>
                          </a:ln>
                          <a:solidFill>
                            <a:schemeClr val="tx1"/>
                          </a:solidFill>
                          <a:effectLst/>
                          <a:uLnTx/>
                          <a:uFillTx/>
                          <a:latin typeface="+mn-lt"/>
                          <a:ea typeface="+mn-ea"/>
                          <a:cs typeface="+mn-cs"/>
                        </a:rPr>
                        <a:t>adi</a:t>
                      </a:r>
                      <a:r>
                        <a:rPr kumimoji="0" lang="en-US" sz="1000" b="0" i="0" u="none" strike="noStrike" kern="1200" cap="none" spc="0" normalizeH="0" baseline="0" noProof="0" dirty="0">
                          <a:ln>
                            <a:noFill/>
                          </a:ln>
                          <a:solidFill>
                            <a:schemeClr val="tx1"/>
                          </a:solidFill>
                          <a:effectLst/>
                          <a:uLnTx/>
                          <a:uFillTx/>
                          <a:latin typeface="+mn-lt"/>
                          <a:ea typeface="+mn-ea"/>
                          <a:cs typeface="+mn-cs"/>
                        </a:rPr>
                        <a:t> </a:t>
                      </a:r>
                      <a:r>
                        <a:rPr kumimoji="0" lang="en-US" sz="1000" b="0" i="0" u="none" strike="noStrike" kern="1200" cap="none" spc="0" normalizeH="0" baseline="0" noProof="0" dirty="0" err="1">
                          <a:ln>
                            <a:noFill/>
                          </a:ln>
                          <a:solidFill>
                            <a:schemeClr val="tx1"/>
                          </a:solidFill>
                          <a:effectLst/>
                          <a:uLnTx/>
                          <a:uFillTx/>
                          <a:latin typeface="+mn-lt"/>
                          <a:ea typeface="+mn-ea"/>
                          <a:cs typeface="+mn-cs"/>
                        </a:rPr>
                        <a:t>oppiscing</a:t>
                      </a:r>
                      <a:r>
                        <a:rPr kumimoji="0" lang="en-US" sz="1000" b="0" i="0" u="none" strike="noStrike" kern="1200" cap="none" spc="0" normalizeH="0" baseline="0" noProof="0" dirty="0">
                          <a:ln>
                            <a:noFill/>
                          </a:ln>
                          <a:solidFill>
                            <a:schemeClr val="tx1"/>
                          </a:solidFill>
                          <a:effectLst/>
                          <a:uLnTx/>
                          <a:uFillTx/>
                          <a:latin typeface="+mn-lt"/>
                          <a:ea typeface="+mn-ea"/>
                          <a:cs typeface="+mn-cs"/>
                        </a:rPr>
                        <a:t> </a:t>
                      </a:r>
                      <a:r>
                        <a:rPr kumimoji="0" lang="en-US" sz="1000" b="0" i="0" u="none" strike="noStrike" kern="1200" cap="none" spc="0" normalizeH="0" baseline="0" noProof="0" dirty="0" err="1">
                          <a:ln>
                            <a:noFill/>
                          </a:ln>
                          <a:solidFill>
                            <a:schemeClr val="tx1"/>
                          </a:solidFill>
                          <a:effectLst/>
                          <a:uLnTx/>
                          <a:uFillTx/>
                          <a:latin typeface="+mn-lt"/>
                          <a:ea typeface="+mn-ea"/>
                          <a:cs typeface="+mn-cs"/>
                        </a:rPr>
                        <a:t>elit</a:t>
                      </a:r>
                      <a:endParaRPr kumimoji="0" lang="en-US" sz="1000" b="0" i="0" u="none" strike="noStrike" kern="1200" cap="none" spc="0" normalizeH="0" baseline="0" noProof="0" dirty="0">
                        <a:ln>
                          <a:noFill/>
                        </a:ln>
                        <a:solidFill>
                          <a:schemeClr val="tx1"/>
                        </a:solidFill>
                        <a:effectLst/>
                        <a:uLnTx/>
                        <a:uFillTx/>
                        <a:latin typeface="+mn-lt"/>
                        <a:ea typeface="+mn-ea"/>
                        <a:cs typeface="+mn-cs"/>
                      </a:endParaRPr>
                    </a:p>
                  </a:txBody>
                  <a:tcPr marL="274320" marR="274320">
                    <a:lnL w="12700" cap="flat" cmpd="sng" algn="ctr">
                      <a:solidFill>
                        <a:schemeClr val="bg1">
                          <a:lumMod val="95000"/>
                        </a:schemeClr>
                      </a:solidFill>
                      <a:prstDash val="solid"/>
                      <a:round/>
                      <a:headEnd type="none" w="med" len="med"/>
                      <a:tailEnd type="none" w="med" len="med"/>
                    </a:lnL>
                    <a:lnB w="6350" cap="flat" cmpd="sng" algn="ctr">
                      <a:solidFill>
                        <a:schemeClr val="accent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52494473"/>
                  </a:ext>
                </a:extLst>
              </a:tr>
            </a:tbl>
          </a:graphicData>
        </a:graphic>
      </p:graphicFrame>
    </p:spTree>
    <p:extLst>
      <p:ext uri="{BB962C8B-B14F-4D97-AF65-F5344CB8AC3E}">
        <p14:creationId xmlns:p14="http://schemas.microsoft.com/office/powerpoint/2010/main" val="232120808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ubtitle 8">
            <a:extLst>
              <a:ext uri="{FF2B5EF4-FFF2-40B4-BE49-F238E27FC236}">
                <a16:creationId xmlns:a16="http://schemas.microsoft.com/office/drawing/2014/main" id="{E76781B4-4691-4735-B82C-47F95DE9B028}"/>
              </a:ext>
            </a:extLst>
          </p:cNvPr>
          <p:cNvSpPr>
            <a:spLocks noGrp="1"/>
          </p:cNvSpPr>
          <p:nvPr>
            <p:ph type="subTitle" idx="15"/>
          </p:nvPr>
        </p:nvSpPr>
        <p:spPr/>
        <p:txBody>
          <a:bodyPr/>
          <a:lstStyle/>
          <a:p>
            <a:r>
              <a:rPr lang="en-US" dirty="0"/>
              <a:t>Organizing Data</a:t>
            </a:r>
          </a:p>
        </p:txBody>
      </p:sp>
      <p:sp>
        <p:nvSpPr>
          <p:cNvPr id="8" name="Title 7">
            <a:extLst>
              <a:ext uri="{FF2B5EF4-FFF2-40B4-BE49-F238E27FC236}">
                <a16:creationId xmlns:a16="http://schemas.microsoft.com/office/drawing/2014/main" id="{1F5C5476-3B9D-442D-B52D-52B8C3F21297}"/>
              </a:ext>
            </a:extLst>
          </p:cNvPr>
          <p:cNvSpPr>
            <a:spLocks noGrp="1"/>
          </p:cNvSpPr>
          <p:nvPr>
            <p:ph type="title"/>
          </p:nvPr>
        </p:nvSpPr>
        <p:spPr>
          <a:xfrm>
            <a:off x="922338" y="1182433"/>
            <a:ext cx="5861304" cy="786335"/>
          </a:xfrm>
        </p:spPr>
        <p:txBody>
          <a:bodyPr/>
          <a:lstStyle/>
          <a:p>
            <a:r>
              <a:rPr lang="en-US"/>
              <a:t>Numerical Table</a:t>
            </a:r>
          </a:p>
        </p:txBody>
      </p:sp>
      <p:graphicFrame>
        <p:nvGraphicFramePr>
          <p:cNvPr id="5" name="Table 11">
            <a:extLst>
              <a:ext uri="{FF2B5EF4-FFF2-40B4-BE49-F238E27FC236}">
                <a16:creationId xmlns:a16="http://schemas.microsoft.com/office/drawing/2014/main" id="{AFB0F756-74EC-4F43-960F-3CA0C24273B1}"/>
              </a:ext>
            </a:extLst>
          </p:cNvPr>
          <p:cNvGraphicFramePr>
            <a:graphicFrameLocks/>
          </p:cNvGraphicFramePr>
          <p:nvPr>
            <p:extLst>
              <p:ext uri="{D42A27DB-BD31-4B8C-83A1-F6EECF244321}">
                <p14:modId xmlns:p14="http://schemas.microsoft.com/office/powerpoint/2010/main" val="571135961"/>
              </p:ext>
            </p:extLst>
          </p:nvPr>
        </p:nvGraphicFramePr>
        <p:xfrm>
          <a:off x="922338" y="2109456"/>
          <a:ext cx="10355262" cy="4102850"/>
        </p:xfrm>
        <a:graphic>
          <a:graphicData uri="http://schemas.openxmlformats.org/drawingml/2006/table">
            <a:tbl>
              <a:tblPr firstRow="1" firstCol="1">
                <a:tableStyleId>{5C22544A-7EE6-4342-B048-85BDC9FD1C3A}</a:tableStyleId>
              </a:tblPr>
              <a:tblGrid>
                <a:gridCol w="1725877">
                  <a:extLst>
                    <a:ext uri="{9D8B030D-6E8A-4147-A177-3AD203B41FA5}">
                      <a16:colId xmlns:a16="http://schemas.microsoft.com/office/drawing/2014/main" val="311790701"/>
                    </a:ext>
                  </a:extLst>
                </a:gridCol>
                <a:gridCol w="1725877">
                  <a:extLst>
                    <a:ext uri="{9D8B030D-6E8A-4147-A177-3AD203B41FA5}">
                      <a16:colId xmlns:a16="http://schemas.microsoft.com/office/drawing/2014/main" val="2688065607"/>
                    </a:ext>
                  </a:extLst>
                </a:gridCol>
                <a:gridCol w="1725877">
                  <a:extLst>
                    <a:ext uri="{9D8B030D-6E8A-4147-A177-3AD203B41FA5}">
                      <a16:colId xmlns:a16="http://schemas.microsoft.com/office/drawing/2014/main" val="1838381066"/>
                    </a:ext>
                  </a:extLst>
                </a:gridCol>
                <a:gridCol w="1725877">
                  <a:extLst>
                    <a:ext uri="{9D8B030D-6E8A-4147-A177-3AD203B41FA5}">
                      <a16:colId xmlns:a16="http://schemas.microsoft.com/office/drawing/2014/main" val="3260678400"/>
                    </a:ext>
                  </a:extLst>
                </a:gridCol>
                <a:gridCol w="1725877">
                  <a:extLst>
                    <a:ext uri="{9D8B030D-6E8A-4147-A177-3AD203B41FA5}">
                      <a16:colId xmlns:a16="http://schemas.microsoft.com/office/drawing/2014/main" val="3297794768"/>
                    </a:ext>
                  </a:extLst>
                </a:gridCol>
                <a:gridCol w="1725877">
                  <a:extLst>
                    <a:ext uri="{9D8B030D-6E8A-4147-A177-3AD203B41FA5}">
                      <a16:colId xmlns:a16="http://schemas.microsoft.com/office/drawing/2014/main" val="1949163221"/>
                    </a:ext>
                  </a:extLst>
                </a:gridCol>
              </a:tblGrid>
              <a:tr h="402336">
                <a:tc>
                  <a:txBody>
                    <a:bodyPr/>
                    <a:lstStyle/>
                    <a:p>
                      <a:pPr algn="r"/>
                      <a:endParaRPr lang="en-US" sz="1000">
                        <a:solidFill>
                          <a:schemeClr val="tx1"/>
                        </a:solidFill>
                        <a:latin typeface="+mn-lt"/>
                      </a:endParaRPr>
                    </a:p>
                  </a:txBody>
                  <a:tcPr marR="182880" anchor="ctr">
                    <a:lnR w="19050" cap="flat" cmpd="sng" algn="ctr">
                      <a:solidFill>
                        <a:schemeClr val="bg1"/>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a:txBody>
                    <a:bodyPr/>
                    <a:lstStyle/>
                    <a:p>
                      <a:pPr algn="r"/>
                      <a:r>
                        <a:rPr lang="en-US" sz="1200">
                          <a:solidFill>
                            <a:schemeClr val="tx1"/>
                          </a:solidFill>
                          <a:latin typeface="+mn-lt"/>
                        </a:rPr>
                        <a:t>%</a:t>
                      </a:r>
                    </a:p>
                  </a:txBody>
                  <a:tcPr marR="182880" anchor="ctr">
                    <a:lnL w="19050" cap="flat" cmpd="sng" algn="ctr">
                      <a:solidFill>
                        <a:schemeClr val="bg1"/>
                      </a:solidFill>
                      <a:prstDash val="solid"/>
                      <a:round/>
                      <a:headEnd type="none" w="med" len="med"/>
                      <a:tailEnd type="none" w="med" len="med"/>
                    </a:lnL>
                    <a:lnB w="12700" cap="flat" cmpd="sng" algn="ctr">
                      <a:solidFill>
                        <a:schemeClr val="accent1"/>
                      </a:solidFill>
                      <a:prstDash val="solid"/>
                      <a:round/>
                      <a:headEnd type="none" w="med" len="med"/>
                      <a:tailEnd type="none" w="med" len="med"/>
                    </a:lnB>
                    <a:noFill/>
                  </a:tcPr>
                </a:tc>
                <a:tc>
                  <a:txBody>
                    <a:bodyPr/>
                    <a:lstStyle/>
                    <a:p>
                      <a:pPr algn="r"/>
                      <a:r>
                        <a:rPr lang="en-US" sz="1200">
                          <a:solidFill>
                            <a:schemeClr val="tx1"/>
                          </a:solidFill>
                          <a:latin typeface="+mn-lt"/>
                        </a:rPr>
                        <a:t>2016</a:t>
                      </a:r>
                    </a:p>
                  </a:txBody>
                  <a:tcPr marR="182880" anchor="ctr">
                    <a:lnR w="19050" cap="flat" cmpd="sng" algn="ctr">
                      <a:solidFill>
                        <a:schemeClr val="bg1"/>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a:txBody>
                    <a:bodyPr/>
                    <a:lstStyle/>
                    <a:p>
                      <a:pPr algn="r"/>
                      <a:r>
                        <a:rPr lang="en-US" sz="1200">
                          <a:solidFill>
                            <a:schemeClr val="tx1"/>
                          </a:solidFill>
                          <a:latin typeface="+mn-lt"/>
                        </a:rPr>
                        <a:t>2017</a:t>
                      </a:r>
                    </a:p>
                  </a:txBody>
                  <a:tcPr marR="182880" anchor="ctr">
                    <a:lnL w="19050" cap="flat" cmpd="sng" algn="ctr">
                      <a:solidFill>
                        <a:schemeClr val="bg1"/>
                      </a:solidFill>
                      <a:prstDash val="solid"/>
                      <a:round/>
                      <a:headEnd type="none" w="med" len="med"/>
                      <a:tailEnd type="none" w="med" len="med"/>
                    </a:lnL>
                    <a:lnB w="12700" cap="flat" cmpd="sng" algn="ctr">
                      <a:solidFill>
                        <a:schemeClr val="accent1"/>
                      </a:solidFill>
                      <a:prstDash val="solid"/>
                      <a:round/>
                      <a:headEnd type="none" w="med" len="med"/>
                      <a:tailEnd type="none" w="med" len="med"/>
                    </a:lnB>
                    <a:noFill/>
                  </a:tcPr>
                </a:tc>
                <a:tc>
                  <a:txBody>
                    <a:bodyPr/>
                    <a:lstStyle/>
                    <a:p>
                      <a:pPr algn="r"/>
                      <a:r>
                        <a:rPr lang="en-US" sz="1200">
                          <a:solidFill>
                            <a:schemeClr val="tx1"/>
                          </a:solidFill>
                          <a:latin typeface="+mn-lt"/>
                        </a:rPr>
                        <a:t>2018</a:t>
                      </a:r>
                    </a:p>
                  </a:txBody>
                  <a:tcPr marR="182880" anchor="ctr">
                    <a:lnB w="12700" cap="flat" cmpd="sng" algn="ctr">
                      <a:solidFill>
                        <a:schemeClr val="accent1"/>
                      </a:solidFill>
                      <a:prstDash val="solid"/>
                      <a:round/>
                      <a:headEnd type="none" w="med" len="med"/>
                      <a:tailEnd type="none" w="med" len="med"/>
                    </a:lnB>
                    <a:noFill/>
                  </a:tcPr>
                </a:tc>
                <a:tc>
                  <a:txBody>
                    <a:bodyPr/>
                    <a:lstStyle/>
                    <a:p>
                      <a:pPr algn="r"/>
                      <a:r>
                        <a:rPr lang="en-US" sz="1200">
                          <a:solidFill>
                            <a:schemeClr val="tx1"/>
                          </a:solidFill>
                          <a:latin typeface="+mn-lt"/>
                        </a:rPr>
                        <a:t>2019</a:t>
                      </a:r>
                    </a:p>
                  </a:txBody>
                  <a:tcPr marR="182880" anchor="ctr">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754255459"/>
                  </a:ext>
                </a:extLst>
              </a:tr>
              <a:tr h="710266">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n-lt"/>
                          <a:ea typeface="+mn-ea"/>
                          <a:cs typeface="+mn-cs"/>
                        </a:rPr>
                        <a:t>Row Heading</a:t>
                      </a:r>
                    </a:p>
                  </a:txBody>
                  <a:tcPr marR="182880"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a:t>
                      </a:r>
                    </a:p>
                  </a:txBody>
                  <a:tcPr marR="182880" anchor="ctr">
                    <a:lnL w="12700" cmpd="sng">
                      <a:noFill/>
                    </a:lnL>
                    <a:lnR w="12700" cmpd="sng">
                      <a:noFill/>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$20,000</a:t>
                      </a:r>
                    </a:p>
                  </a:txBody>
                  <a:tcPr marR="182880" anchor="ctr">
                    <a:lnL w="12700" cmpd="sng">
                      <a:noFill/>
                    </a:lnL>
                    <a:lnR w="12700" cmpd="sng">
                      <a:noFill/>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$40,000</a:t>
                      </a:r>
                    </a:p>
                  </a:txBody>
                  <a:tcPr marR="182880" anchor="ctr">
                    <a:lnL w="12700" cmpd="sng">
                      <a:noFill/>
                    </a:lnL>
                    <a:lnR w="12700" cmpd="sng">
                      <a:noFill/>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$60,000</a:t>
                      </a:r>
                    </a:p>
                  </a:txBody>
                  <a:tcPr marR="182880" anchor="ctr">
                    <a:lnL w="12700" cmpd="sng">
                      <a:noFill/>
                    </a:lnL>
                    <a:lnR w="12700" cmpd="sng">
                      <a:noFill/>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$100,000</a:t>
                      </a:r>
                    </a:p>
                  </a:txBody>
                  <a:tcPr marR="182880" anchor="ctr">
                    <a:lnL w="12700" cmpd="sng">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283131513"/>
                  </a:ext>
                </a:extLst>
              </a:tr>
              <a:tr h="859450">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n-lt"/>
                          <a:ea typeface="+mn-ea"/>
                          <a:cs typeface="+mn-cs"/>
                        </a:rPr>
                        <a:t>Row Heading</a:t>
                      </a:r>
                    </a:p>
                  </a:txBody>
                  <a:tcPr marR="18288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100%</a:t>
                      </a:r>
                    </a:p>
                  </a:txBody>
                  <a:tcPr marR="18288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$500,000</a:t>
                      </a:r>
                    </a:p>
                  </a:txBody>
                  <a:tcPr marR="18288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$300,000</a:t>
                      </a:r>
                    </a:p>
                  </a:txBody>
                  <a:tcPr marR="18288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$600,000</a:t>
                      </a:r>
                    </a:p>
                  </a:txBody>
                  <a:tcPr marR="182880" anchor="ctr">
                    <a:lnL w="6350" cap="flat" cmpd="sng" algn="ctr">
                      <a:noFill/>
                      <a:prstDash val="solid"/>
                      <a:round/>
                      <a:headEnd type="none" w="med" len="med"/>
                      <a:tailEnd type="none" w="med" len="med"/>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$1,000,000</a:t>
                      </a:r>
                    </a:p>
                  </a:txBody>
                  <a:tcPr marR="182880" anchor="ctr">
                    <a:lnL w="12700" cmpd="sng">
                      <a:noFill/>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699132550"/>
                  </a:ext>
                </a:extLst>
              </a:tr>
              <a:tr h="710266">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n-lt"/>
                          <a:ea typeface="+mn-ea"/>
                          <a:cs typeface="+mn-cs"/>
                        </a:rPr>
                        <a:t>Row Heading</a:t>
                      </a:r>
                    </a:p>
                  </a:txBody>
                  <a:tcPr marR="182880" anchor="ctr">
                    <a:lnL w="12700" cap="flat" cmpd="sng" algn="ctr">
                      <a:noFill/>
                      <a:prstDash val="solid"/>
                      <a:round/>
                      <a:headEnd type="none" w="med" len="med"/>
                      <a:tailEnd type="none" w="med" len="med"/>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a:t>
                      </a:r>
                    </a:p>
                  </a:txBody>
                  <a:tcPr marR="182880" anchor="ctr">
                    <a:lnL w="12700" cmpd="sng">
                      <a:noFill/>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$120,500</a:t>
                      </a:r>
                    </a:p>
                  </a:txBody>
                  <a:tcPr marR="182880" anchor="ctr">
                    <a:lnL w="12700" cmpd="sng">
                      <a:noFill/>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$200,000</a:t>
                      </a:r>
                    </a:p>
                  </a:txBody>
                  <a:tcPr marR="182880" anchor="ctr">
                    <a:lnL w="12700" cmpd="sng">
                      <a:noFill/>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$300,000</a:t>
                      </a:r>
                    </a:p>
                  </a:txBody>
                  <a:tcPr marR="182880" anchor="ctr">
                    <a:lnL w="12700" cmpd="sng">
                      <a:noFill/>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$500,000</a:t>
                      </a:r>
                    </a:p>
                  </a:txBody>
                  <a:tcPr marR="182880" anchor="ctr">
                    <a:lnL w="12700" cmpd="sng">
                      <a:noFill/>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336001085"/>
                  </a:ext>
                </a:extLst>
              </a:tr>
              <a:tr h="710266">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n-lt"/>
                          <a:ea typeface="+mn-ea"/>
                          <a:cs typeface="+mn-cs"/>
                        </a:rPr>
                        <a:t>Row Heading</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-75%</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-$300,803</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-$200,000</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-$100,000</a:t>
                      </a:r>
                    </a:p>
                  </a:txBody>
                  <a:tcPr marR="182880" anchor="ctr">
                    <a:lnL w="12700" cap="flat" cmpd="sng" algn="ctr">
                      <a:noFill/>
                      <a:prstDash val="solid"/>
                      <a:round/>
                      <a:headEnd type="none" w="med" len="med"/>
                      <a:tailEnd type="none" w="med" len="med"/>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-$500</a:t>
                      </a:r>
                    </a:p>
                  </a:txBody>
                  <a:tcPr marR="182880" anchor="ctr">
                    <a:lnL w="12700" cmpd="sng">
                      <a:noFill/>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982536701"/>
                  </a:ext>
                </a:extLst>
              </a:tr>
              <a:tr h="710266">
                <a:tc>
                  <a:txBody>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a:ln>
                            <a:noFill/>
                          </a:ln>
                          <a:solidFill>
                            <a:schemeClr val="accent1"/>
                          </a:solidFill>
                          <a:effectLst/>
                          <a:uLnTx/>
                          <a:uFillTx/>
                          <a:latin typeface="+mn-lt"/>
                          <a:ea typeface="+mn-ea"/>
                          <a:cs typeface="+mn-cs"/>
                        </a:rPr>
                        <a:t>Row Heading</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150%</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$750,000</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$750,000</a:t>
                      </a:r>
                    </a:p>
                  </a:txBody>
                  <a:tcPr marR="1828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$1,000,000</a:t>
                      </a:r>
                    </a:p>
                  </a:txBody>
                  <a:tcPr marR="182880" anchor="ctr">
                    <a:lnL w="12700" cap="flat" cmpd="sng" algn="ctr">
                      <a:noFill/>
                      <a:prstDash val="solid"/>
                      <a:round/>
                      <a:headEnd type="none" w="med" len="med"/>
                      <a:tailEnd type="none" w="med" len="med"/>
                    </a:lnL>
                    <a:lnR w="12700" cmpd="sng">
                      <a:noFill/>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mn-lt"/>
                          <a:ea typeface="+mn-ea"/>
                          <a:cs typeface="+mn-cs"/>
                        </a:rPr>
                        <a:t>$1,005,000</a:t>
                      </a:r>
                    </a:p>
                  </a:txBody>
                  <a:tcPr marR="182880" anchor="ctr">
                    <a:lnL w="12700" cmpd="sng">
                      <a:noFill/>
                    </a:lnL>
                    <a:lnR w="1270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752494473"/>
                  </a:ext>
                </a:extLst>
              </a:tr>
            </a:tbl>
          </a:graphicData>
        </a:graphic>
      </p:graphicFrame>
    </p:spTree>
    <p:extLst>
      <p:ext uri="{BB962C8B-B14F-4D97-AF65-F5344CB8AC3E}">
        <p14:creationId xmlns:p14="http://schemas.microsoft.com/office/powerpoint/2010/main" val="120339045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ubtitle 17">
            <a:extLst>
              <a:ext uri="{FF2B5EF4-FFF2-40B4-BE49-F238E27FC236}">
                <a16:creationId xmlns:a16="http://schemas.microsoft.com/office/drawing/2014/main" id="{B60B2F14-FB95-4996-B777-7F2AFB1B2DC3}"/>
              </a:ext>
            </a:extLst>
          </p:cNvPr>
          <p:cNvSpPr>
            <a:spLocks noGrp="1"/>
          </p:cNvSpPr>
          <p:nvPr>
            <p:ph type="subTitle" idx="15"/>
          </p:nvPr>
        </p:nvSpPr>
        <p:spPr/>
        <p:txBody>
          <a:bodyPr/>
          <a:lstStyle/>
          <a:p>
            <a:r>
              <a:rPr lang="en-US" dirty="0"/>
              <a:t>Organizing Data</a:t>
            </a:r>
          </a:p>
        </p:txBody>
      </p:sp>
      <p:sp>
        <p:nvSpPr>
          <p:cNvPr id="8" name="Title 7">
            <a:extLst>
              <a:ext uri="{FF2B5EF4-FFF2-40B4-BE49-F238E27FC236}">
                <a16:creationId xmlns:a16="http://schemas.microsoft.com/office/drawing/2014/main" id="{1F5C5476-3B9D-442D-B52D-52B8C3F21297}"/>
              </a:ext>
            </a:extLst>
          </p:cNvPr>
          <p:cNvSpPr>
            <a:spLocks noGrp="1"/>
          </p:cNvSpPr>
          <p:nvPr>
            <p:ph type="title"/>
          </p:nvPr>
        </p:nvSpPr>
        <p:spPr>
          <a:xfrm>
            <a:off x="922338" y="1182433"/>
            <a:ext cx="5861304" cy="786335"/>
          </a:xfrm>
        </p:spPr>
        <p:txBody>
          <a:bodyPr/>
          <a:lstStyle/>
          <a:p>
            <a:r>
              <a:rPr lang="en-US"/>
              <a:t>Line Chart</a:t>
            </a:r>
          </a:p>
        </p:txBody>
      </p:sp>
      <p:sp>
        <p:nvSpPr>
          <p:cNvPr id="51" name="TextBox 50">
            <a:extLst>
              <a:ext uri="{FF2B5EF4-FFF2-40B4-BE49-F238E27FC236}">
                <a16:creationId xmlns:a16="http://schemas.microsoft.com/office/drawing/2014/main" id="{CB3EAF23-D00D-48D8-9037-8B55E13DD33C}"/>
              </a:ext>
            </a:extLst>
          </p:cNvPr>
          <p:cNvSpPr txBox="1"/>
          <p:nvPr/>
        </p:nvSpPr>
        <p:spPr>
          <a:xfrm>
            <a:off x="7679944" y="3305892"/>
            <a:ext cx="2402347" cy="398699"/>
          </a:xfrm>
          <a:prstGeom prst="rect">
            <a:avLst/>
          </a:prstGeom>
          <a:noFill/>
        </p:spPr>
        <p:txBody>
          <a:bodyPr wrap="square" lIns="182880" tIns="91440" rIns="91440" bIns="91440" rtlCol="0" anchor="ctr">
            <a:spAutoFit/>
          </a:bodyPr>
          <a:lstStyle/>
          <a:p>
            <a:pPr>
              <a:lnSpc>
                <a:spcPct val="105000"/>
              </a:lnSpc>
              <a:spcAft>
                <a:spcPts val="400"/>
              </a:spcAft>
            </a:pPr>
            <a:r>
              <a:rPr lang="en-US" sz="1400">
                <a:solidFill>
                  <a:schemeClr val="accent5"/>
                </a:solidFill>
              </a:rPr>
              <a:t>Data label</a:t>
            </a:r>
          </a:p>
        </p:txBody>
      </p:sp>
      <p:sp>
        <p:nvSpPr>
          <p:cNvPr id="52" name="TextBox 51">
            <a:extLst>
              <a:ext uri="{FF2B5EF4-FFF2-40B4-BE49-F238E27FC236}">
                <a16:creationId xmlns:a16="http://schemas.microsoft.com/office/drawing/2014/main" id="{68FF9BD7-815F-4F19-9F2E-22DE74DC814F}"/>
              </a:ext>
            </a:extLst>
          </p:cNvPr>
          <p:cNvSpPr txBox="1"/>
          <p:nvPr/>
        </p:nvSpPr>
        <p:spPr>
          <a:xfrm>
            <a:off x="7679944" y="3735690"/>
            <a:ext cx="2402347" cy="398699"/>
          </a:xfrm>
          <a:prstGeom prst="rect">
            <a:avLst/>
          </a:prstGeom>
          <a:noFill/>
        </p:spPr>
        <p:txBody>
          <a:bodyPr wrap="square" lIns="182880" tIns="91440" rIns="91440" bIns="91440" rtlCol="0" anchor="ctr">
            <a:spAutoFit/>
          </a:bodyPr>
          <a:lstStyle>
            <a:defPPr>
              <a:defRPr lang="en-US"/>
            </a:defPPr>
            <a:lvl1pPr>
              <a:lnSpc>
                <a:spcPct val="105000"/>
              </a:lnSpc>
              <a:spcAft>
                <a:spcPts val="400"/>
              </a:spcAft>
              <a:defRPr sz="2000" b="1" spc="-30" baseline="0">
                <a:solidFill>
                  <a:schemeClr val="accent4"/>
                </a:solidFill>
              </a:defRPr>
            </a:lvl1pPr>
          </a:lstStyle>
          <a:p>
            <a:r>
              <a:rPr lang="en-US" sz="1400" b="0" spc="0" dirty="0">
                <a:solidFill>
                  <a:schemeClr val="accent3">
                    <a:lumMod val="75000"/>
                  </a:schemeClr>
                </a:solidFill>
              </a:rPr>
              <a:t>Data label</a:t>
            </a:r>
          </a:p>
        </p:txBody>
      </p:sp>
      <p:sp>
        <p:nvSpPr>
          <p:cNvPr id="53" name="TextBox 52">
            <a:extLst>
              <a:ext uri="{FF2B5EF4-FFF2-40B4-BE49-F238E27FC236}">
                <a16:creationId xmlns:a16="http://schemas.microsoft.com/office/drawing/2014/main" id="{72073772-EF80-4729-9B57-0363F830D9AD}"/>
              </a:ext>
            </a:extLst>
          </p:cNvPr>
          <p:cNvSpPr txBox="1"/>
          <p:nvPr/>
        </p:nvSpPr>
        <p:spPr>
          <a:xfrm>
            <a:off x="7679944" y="4076070"/>
            <a:ext cx="2402347" cy="398699"/>
          </a:xfrm>
          <a:prstGeom prst="rect">
            <a:avLst/>
          </a:prstGeom>
          <a:noFill/>
        </p:spPr>
        <p:txBody>
          <a:bodyPr wrap="square" lIns="182880" tIns="91440" rIns="91440" bIns="91440" rtlCol="0" anchor="ctr">
            <a:spAutoFit/>
          </a:bodyPr>
          <a:lstStyle>
            <a:defPPr>
              <a:defRPr lang="en-US"/>
            </a:defPPr>
            <a:lvl1pPr>
              <a:lnSpc>
                <a:spcPct val="105000"/>
              </a:lnSpc>
              <a:spcAft>
                <a:spcPts val="400"/>
              </a:spcAft>
              <a:defRPr sz="2000" b="1" spc="-30" baseline="0">
                <a:solidFill>
                  <a:schemeClr val="accent4"/>
                </a:solidFill>
              </a:defRPr>
            </a:lvl1pPr>
          </a:lstStyle>
          <a:p>
            <a:r>
              <a:rPr lang="en-US" sz="1400" b="0" spc="0">
                <a:solidFill>
                  <a:schemeClr val="accent2"/>
                </a:solidFill>
              </a:rPr>
              <a:t>Data label</a:t>
            </a:r>
          </a:p>
        </p:txBody>
      </p:sp>
      <p:sp>
        <p:nvSpPr>
          <p:cNvPr id="54" name="TextBox 53">
            <a:extLst>
              <a:ext uri="{FF2B5EF4-FFF2-40B4-BE49-F238E27FC236}">
                <a16:creationId xmlns:a16="http://schemas.microsoft.com/office/drawing/2014/main" id="{D6C929BA-05D3-4E1C-917F-79F8EF743D69}"/>
              </a:ext>
            </a:extLst>
          </p:cNvPr>
          <p:cNvSpPr txBox="1"/>
          <p:nvPr/>
        </p:nvSpPr>
        <p:spPr>
          <a:xfrm>
            <a:off x="7679944" y="4433381"/>
            <a:ext cx="2402347" cy="398699"/>
          </a:xfrm>
          <a:prstGeom prst="rect">
            <a:avLst/>
          </a:prstGeom>
          <a:noFill/>
        </p:spPr>
        <p:txBody>
          <a:bodyPr wrap="square" lIns="182880" tIns="91440" rIns="91440" bIns="91440" rtlCol="0" anchor="ctr">
            <a:spAutoFit/>
          </a:bodyPr>
          <a:lstStyle>
            <a:defPPr>
              <a:defRPr lang="en-US"/>
            </a:defPPr>
            <a:lvl1pPr>
              <a:lnSpc>
                <a:spcPct val="105000"/>
              </a:lnSpc>
              <a:spcAft>
                <a:spcPts val="400"/>
              </a:spcAft>
              <a:defRPr sz="2000" b="1" spc="-30" baseline="0">
                <a:solidFill>
                  <a:schemeClr val="accent4"/>
                </a:solidFill>
              </a:defRPr>
            </a:lvl1pPr>
          </a:lstStyle>
          <a:p>
            <a:r>
              <a:rPr lang="en-US" sz="1400" b="0" spc="0">
                <a:solidFill>
                  <a:schemeClr val="accent1"/>
                </a:solidFill>
              </a:rPr>
              <a:t>Data label</a:t>
            </a:r>
          </a:p>
        </p:txBody>
      </p:sp>
      <p:graphicFrame>
        <p:nvGraphicFramePr>
          <p:cNvPr id="16" name="Content Placeholder 11" descr="Chart">
            <a:extLst>
              <a:ext uri="{FF2B5EF4-FFF2-40B4-BE49-F238E27FC236}">
                <a16:creationId xmlns:a16="http://schemas.microsoft.com/office/drawing/2014/main" id="{4C241525-564A-4689-A9F6-B2BE499D27BD}"/>
              </a:ext>
            </a:extLst>
          </p:cNvPr>
          <p:cNvGraphicFramePr>
            <a:graphicFrameLocks/>
          </p:cNvGraphicFramePr>
          <p:nvPr>
            <p:extLst>
              <p:ext uri="{D42A27DB-BD31-4B8C-83A1-F6EECF244321}">
                <p14:modId xmlns:p14="http://schemas.microsoft.com/office/powerpoint/2010/main" val="1159104164"/>
              </p:ext>
            </p:extLst>
          </p:nvPr>
        </p:nvGraphicFramePr>
        <p:xfrm>
          <a:off x="923544" y="2514600"/>
          <a:ext cx="6756400" cy="36576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3522490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FE50962C-F4F0-4C88-B347-4128F1E1A4B0}"/>
              </a:ext>
            </a:extLst>
          </p:cNvPr>
          <p:cNvSpPr>
            <a:spLocks noGrp="1"/>
          </p:cNvSpPr>
          <p:nvPr>
            <p:ph type="subTitle" idx="15"/>
          </p:nvPr>
        </p:nvSpPr>
        <p:spPr>
          <a:xfrm>
            <a:off x="923544" y="834900"/>
            <a:ext cx="6309360" cy="238207"/>
          </a:xfrm>
        </p:spPr>
        <p:txBody>
          <a:bodyPr/>
          <a:lstStyle/>
          <a:p>
            <a:r>
              <a:rPr lang="en-US" dirty="0"/>
              <a:t>Organizing Data</a:t>
            </a:r>
          </a:p>
        </p:txBody>
      </p:sp>
      <p:sp>
        <p:nvSpPr>
          <p:cNvPr id="3" name="Title 2">
            <a:extLst>
              <a:ext uri="{FF2B5EF4-FFF2-40B4-BE49-F238E27FC236}">
                <a16:creationId xmlns:a16="http://schemas.microsoft.com/office/drawing/2014/main" id="{7826577A-61C4-4069-AE90-F2B10F789123}"/>
              </a:ext>
            </a:extLst>
          </p:cNvPr>
          <p:cNvSpPr>
            <a:spLocks noGrp="1"/>
          </p:cNvSpPr>
          <p:nvPr>
            <p:ph type="title"/>
          </p:nvPr>
        </p:nvSpPr>
        <p:spPr>
          <a:xfrm>
            <a:off x="922338" y="1182433"/>
            <a:ext cx="5861304" cy="786335"/>
          </a:xfrm>
        </p:spPr>
        <p:txBody>
          <a:bodyPr/>
          <a:lstStyle/>
          <a:p>
            <a:r>
              <a:rPr lang="en-US"/>
              <a:t>Bar, Column, Stack Chart</a:t>
            </a:r>
          </a:p>
        </p:txBody>
      </p:sp>
      <p:sp>
        <p:nvSpPr>
          <p:cNvPr id="6" name="TextBox 6">
            <a:extLst>
              <a:ext uri="{FF2B5EF4-FFF2-40B4-BE49-F238E27FC236}">
                <a16:creationId xmlns:a16="http://schemas.microsoft.com/office/drawing/2014/main" id="{C1190819-13E5-42AC-A931-888EBE0D9ADF}"/>
              </a:ext>
            </a:extLst>
          </p:cNvPr>
          <p:cNvSpPr txBox="1"/>
          <p:nvPr/>
        </p:nvSpPr>
        <p:spPr bwMode="gray">
          <a:xfrm>
            <a:off x="7232904" y="3178140"/>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r>
              <a:rPr lang="en-US" sz="1400">
                <a:solidFill>
                  <a:schemeClr val="accent3">
                    <a:lumMod val="75000"/>
                  </a:schemeClr>
                </a:solidFill>
              </a:rPr>
              <a:t>Data Label</a:t>
            </a:r>
          </a:p>
        </p:txBody>
      </p:sp>
      <p:sp>
        <p:nvSpPr>
          <p:cNvPr id="7" name="TextBox 6">
            <a:extLst>
              <a:ext uri="{FF2B5EF4-FFF2-40B4-BE49-F238E27FC236}">
                <a16:creationId xmlns:a16="http://schemas.microsoft.com/office/drawing/2014/main" id="{E6928622-36F9-47CB-9763-38CCEE5D4AF5}"/>
              </a:ext>
            </a:extLst>
          </p:cNvPr>
          <p:cNvSpPr txBox="1"/>
          <p:nvPr/>
        </p:nvSpPr>
        <p:spPr bwMode="gray">
          <a:xfrm>
            <a:off x="7232904" y="4154433"/>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400">
                <a:solidFill>
                  <a:schemeClr val="accent2"/>
                </a:solidFill>
              </a:rPr>
              <a:t>Data Label</a:t>
            </a:r>
          </a:p>
        </p:txBody>
      </p:sp>
      <p:sp>
        <p:nvSpPr>
          <p:cNvPr id="8" name="TextBox 6">
            <a:extLst>
              <a:ext uri="{FF2B5EF4-FFF2-40B4-BE49-F238E27FC236}">
                <a16:creationId xmlns:a16="http://schemas.microsoft.com/office/drawing/2014/main" id="{934D0D93-438F-44F6-95AA-26CAB4F65658}"/>
              </a:ext>
            </a:extLst>
          </p:cNvPr>
          <p:cNvSpPr txBox="1"/>
          <p:nvPr/>
        </p:nvSpPr>
        <p:spPr bwMode="gray">
          <a:xfrm>
            <a:off x="7232904" y="4937804"/>
            <a:ext cx="2000791" cy="215444"/>
          </a:xfrm>
          <a:prstGeom prst="rect">
            <a:avLst/>
          </a:prstGeom>
          <a:noFill/>
        </p:spPr>
        <p:txBody>
          <a:bodyPr wrap="square" lIns="0" tIns="0" rIns="0" bIns="0" rtlCol="0" anchor="ctr"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400">
                <a:solidFill>
                  <a:schemeClr val="accent1"/>
                </a:solidFill>
              </a:rPr>
              <a:t>Data Label</a:t>
            </a:r>
          </a:p>
        </p:txBody>
      </p:sp>
      <p:graphicFrame>
        <p:nvGraphicFramePr>
          <p:cNvPr id="9" name="Content Placeholder 4" descr="Chart">
            <a:extLst>
              <a:ext uri="{FF2B5EF4-FFF2-40B4-BE49-F238E27FC236}">
                <a16:creationId xmlns:a16="http://schemas.microsoft.com/office/drawing/2014/main" id="{0CE96023-F18A-C460-0C00-2CAFC30C8AF8}"/>
              </a:ext>
            </a:extLst>
          </p:cNvPr>
          <p:cNvGraphicFramePr>
            <a:graphicFrameLocks/>
          </p:cNvGraphicFramePr>
          <p:nvPr>
            <p:extLst>
              <p:ext uri="{D42A27DB-BD31-4B8C-83A1-F6EECF244321}">
                <p14:modId xmlns:p14="http://schemas.microsoft.com/office/powerpoint/2010/main" val="3142966752"/>
              </p:ext>
            </p:extLst>
          </p:nvPr>
        </p:nvGraphicFramePr>
        <p:xfrm>
          <a:off x="922338" y="2514600"/>
          <a:ext cx="6289675" cy="36576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32715912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F6383876-FF39-4CDD-AF5F-0408914F3534}"/>
              </a:ext>
              <a:ext uri="{C183D7F6-B498-43B3-948B-1728B52AA6E4}">
                <adec:decorative xmlns:adec="http://schemas.microsoft.com/office/drawing/2017/decorative" val="1"/>
              </a:ext>
            </a:extLst>
          </p:cNvPr>
          <p:cNvSpPr/>
          <p:nvPr/>
        </p:nvSpPr>
        <p:spPr>
          <a:xfrm>
            <a:off x="3429907" y="757948"/>
            <a:ext cx="166710" cy="16671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kern="100">
              <a:solidFill>
                <a:schemeClr val="tx1"/>
              </a:solidFill>
            </a:endParaRPr>
          </a:p>
        </p:txBody>
      </p:sp>
      <p:graphicFrame>
        <p:nvGraphicFramePr>
          <p:cNvPr id="5" name="Chart 4" descr="Chart">
            <a:extLst>
              <a:ext uri="{FF2B5EF4-FFF2-40B4-BE49-F238E27FC236}">
                <a16:creationId xmlns:a16="http://schemas.microsoft.com/office/drawing/2014/main" id="{56358A19-C9A9-4E22-937E-21D7EA3380BF}"/>
              </a:ext>
              <a:ext uri="{C183D7F6-B498-43B3-948B-1728B52AA6E4}">
                <adec:decorative xmlns:adec="http://schemas.microsoft.com/office/drawing/2017/decorative" val="0"/>
              </a:ext>
            </a:extLst>
          </p:cNvPr>
          <p:cNvGraphicFramePr/>
          <p:nvPr>
            <p:extLst>
              <p:ext uri="{D42A27DB-BD31-4B8C-83A1-F6EECF244321}">
                <p14:modId xmlns:p14="http://schemas.microsoft.com/office/powerpoint/2010/main" val="1997477345"/>
              </p:ext>
            </p:extLst>
          </p:nvPr>
        </p:nvGraphicFramePr>
        <p:xfrm>
          <a:off x="2844800" y="1261535"/>
          <a:ext cx="6502400" cy="4334930"/>
        </p:xfrm>
        <a:graphic>
          <a:graphicData uri="http://schemas.openxmlformats.org/drawingml/2006/chart">
            <c:chart xmlns:c="http://schemas.openxmlformats.org/drawingml/2006/chart" xmlns:r="http://schemas.openxmlformats.org/officeDocument/2006/relationships" r:id="rId3"/>
          </a:graphicData>
        </a:graphic>
      </p:graphicFrame>
      <p:sp>
        <p:nvSpPr>
          <p:cNvPr id="29" name="Oval 28">
            <a:extLst>
              <a:ext uri="{FF2B5EF4-FFF2-40B4-BE49-F238E27FC236}">
                <a16:creationId xmlns:a16="http://schemas.microsoft.com/office/drawing/2014/main" id="{5B7AF614-79C2-421D-9152-0738AFE55497}"/>
              </a:ext>
              <a:ext uri="{C183D7F6-B498-43B3-948B-1728B52AA6E4}">
                <adec:decorative xmlns:adec="http://schemas.microsoft.com/office/drawing/2017/decorative" val="1"/>
              </a:ext>
            </a:extLst>
          </p:cNvPr>
          <p:cNvSpPr/>
          <p:nvPr/>
        </p:nvSpPr>
        <p:spPr>
          <a:xfrm>
            <a:off x="3429907" y="2831724"/>
            <a:ext cx="166710" cy="16671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kern="100">
              <a:solidFill>
                <a:schemeClr val="tx1"/>
              </a:solidFill>
            </a:endParaRPr>
          </a:p>
        </p:txBody>
      </p:sp>
      <p:sp>
        <p:nvSpPr>
          <p:cNvPr id="30" name="Oval 29">
            <a:extLst>
              <a:ext uri="{FF2B5EF4-FFF2-40B4-BE49-F238E27FC236}">
                <a16:creationId xmlns:a16="http://schemas.microsoft.com/office/drawing/2014/main" id="{C7259310-3598-4042-9645-0674DAD2341C}"/>
              </a:ext>
              <a:ext uri="{C183D7F6-B498-43B3-948B-1728B52AA6E4}">
                <adec:decorative xmlns:adec="http://schemas.microsoft.com/office/drawing/2017/decorative" val="1"/>
              </a:ext>
            </a:extLst>
          </p:cNvPr>
          <p:cNvSpPr/>
          <p:nvPr/>
        </p:nvSpPr>
        <p:spPr>
          <a:xfrm>
            <a:off x="3429907" y="4883375"/>
            <a:ext cx="166710" cy="16671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kern="100">
              <a:solidFill>
                <a:schemeClr val="tx1"/>
              </a:solidFill>
            </a:endParaRPr>
          </a:p>
        </p:txBody>
      </p:sp>
      <p:sp>
        <p:nvSpPr>
          <p:cNvPr id="32" name="Oval 31">
            <a:extLst>
              <a:ext uri="{FF2B5EF4-FFF2-40B4-BE49-F238E27FC236}">
                <a16:creationId xmlns:a16="http://schemas.microsoft.com/office/drawing/2014/main" id="{5B7BAAD9-5884-4110-A82E-8594F03E4C96}"/>
              </a:ext>
              <a:ext uri="{C183D7F6-B498-43B3-948B-1728B52AA6E4}">
                <adec:decorative xmlns:adec="http://schemas.microsoft.com/office/drawing/2017/decorative" val="1"/>
              </a:ext>
            </a:extLst>
          </p:cNvPr>
          <p:cNvSpPr/>
          <p:nvPr/>
        </p:nvSpPr>
        <p:spPr>
          <a:xfrm>
            <a:off x="8397530" y="1580918"/>
            <a:ext cx="166710" cy="16671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kern="100" spc="-30" baseline="0">
              <a:solidFill>
                <a:schemeClr val="tx1"/>
              </a:solidFill>
            </a:endParaRPr>
          </a:p>
        </p:txBody>
      </p:sp>
      <p:sp>
        <p:nvSpPr>
          <p:cNvPr id="33" name="Oval 32">
            <a:extLst>
              <a:ext uri="{FF2B5EF4-FFF2-40B4-BE49-F238E27FC236}">
                <a16:creationId xmlns:a16="http://schemas.microsoft.com/office/drawing/2014/main" id="{6DAB0AE0-9A58-42BB-BFD7-EAEFE814735A}"/>
              </a:ext>
              <a:ext uri="{C183D7F6-B498-43B3-948B-1728B52AA6E4}">
                <adec:decorative xmlns:adec="http://schemas.microsoft.com/office/drawing/2017/decorative" val="1"/>
              </a:ext>
            </a:extLst>
          </p:cNvPr>
          <p:cNvSpPr/>
          <p:nvPr/>
        </p:nvSpPr>
        <p:spPr>
          <a:xfrm>
            <a:off x="8397530" y="4883375"/>
            <a:ext cx="166710" cy="16671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kern="100" spc="-30" baseline="0">
              <a:solidFill>
                <a:schemeClr val="tx1"/>
              </a:solidFill>
            </a:endParaRPr>
          </a:p>
        </p:txBody>
      </p:sp>
      <p:sp>
        <p:nvSpPr>
          <p:cNvPr id="50" name="TextBox 8">
            <a:extLst>
              <a:ext uri="{FF2B5EF4-FFF2-40B4-BE49-F238E27FC236}">
                <a16:creationId xmlns:a16="http://schemas.microsoft.com/office/drawing/2014/main" id="{1C318D00-9602-416D-9EE2-E51FEDE9370B}"/>
              </a:ext>
            </a:extLst>
          </p:cNvPr>
          <p:cNvSpPr txBox="1"/>
          <p:nvPr/>
        </p:nvSpPr>
        <p:spPr>
          <a:xfrm>
            <a:off x="734866" y="595082"/>
            <a:ext cx="2596003" cy="492443"/>
          </a:xfrm>
          <a:prstGeom prst="rect">
            <a:avLst/>
          </a:prstGeom>
        </p:spPr>
        <p:txBody>
          <a:bodyPr vert="horz" wrap="square" lIns="91440" tIns="91440" rIns="91440" bIns="91440" rtlCol="0" anchor="b"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j-lt"/>
              </a:rPr>
              <a:t>Data Label</a:t>
            </a:r>
            <a:endParaRPr lang="en-US" sz="1800"/>
          </a:p>
        </p:txBody>
      </p:sp>
      <p:sp>
        <p:nvSpPr>
          <p:cNvPr id="38" name="TextBox 8">
            <a:extLst>
              <a:ext uri="{FF2B5EF4-FFF2-40B4-BE49-F238E27FC236}">
                <a16:creationId xmlns:a16="http://schemas.microsoft.com/office/drawing/2014/main" id="{53DBEFBC-7F62-444F-A289-CB5716D7056E}"/>
              </a:ext>
            </a:extLst>
          </p:cNvPr>
          <p:cNvSpPr txBox="1"/>
          <p:nvPr/>
        </p:nvSpPr>
        <p:spPr>
          <a:xfrm>
            <a:off x="2399168" y="877515"/>
            <a:ext cx="931701" cy="492443"/>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ontserrat SemiBold" panose="00000700000000000000" pitchFamily="2" charset="0"/>
              </a:rPr>
              <a:t>6%</a:t>
            </a:r>
            <a:endParaRPr lang="en-US" sz="1800">
              <a:latin typeface="Montserrat SemiBold" panose="00000700000000000000" pitchFamily="2" charset="0"/>
            </a:endParaRPr>
          </a:p>
        </p:txBody>
      </p:sp>
      <p:sp>
        <p:nvSpPr>
          <p:cNvPr id="51" name="TextBox 8">
            <a:extLst>
              <a:ext uri="{FF2B5EF4-FFF2-40B4-BE49-F238E27FC236}">
                <a16:creationId xmlns:a16="http://schemas.microsoft.com/office/drawing/2014/main" id="{06A61A24-17F2-47E7-95A1-C9A8FC3C3489}"/>
              </a:ext>
            </a:extLst>
          </p:cNvPr>
          <p:cNvSpPr txBox="1"/>
          <p:nvPr/>
        </p:nvSpPr>
        <p:spPr>
          <a:xfrm>
            <a:off x="1280160" y="1210481"/>
            <a:ext cx="2050709" cy="923330"/>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lnSpc>
                <a:spcPct val="110000"/>
              </a:lnSpc>
              <a:spcAft>
                <a:spcPts val="900"/>
              </a:spcAft>
              <a:defRPr/>
            </a:pPr>
            <a:r>
              <a:rPr lang="en-US" sz="1000" b="1"/>
              <a:t>$18M Lorem ipsum </a:t>
            </a:r>
          </a:p>
          <a:p>
            <a:pPr algn="r">
              <a:lnSpc>
                <a:spcPct val="110000"/>
              </a:lnSpc>
              <a:spcAft>
                <a:spcPts val="900"/>
              </a:spcAft>
              <a:defRPr/>
            </a:pPr>
            <a:r>
              <a:rPr lang="en-US" sz="1000"/>
              <a:t>Dolor sit amet </a:t>
            </a:r>
            <a:r>
              <a:rPr lang="en-US" sz="1000" err="1"/>
              <a:t>allepsis</a:t>
            </a:r>
            <a:r>
              <a:rPr lang="en-US" sz="1000"/>
              <a:t> </a:t>
            </a:r>
            <a:r>
              <a:rPr lang="en-US" sz="1000" err="1"/>
              <a:t>conquistator</a:t>
            </a:r>
            <a:r>
              <a:rPr lang="en-US" sz="1000"/>
              <a:t> </a:t>
            </a:r>
            <a:r>
              <a:rPr lang="en-US" sz="1000" err="1"/>
              <a:t>alascum</a:t>
            </a:r>
            <a:endParaRPr lang="en-US" sz="1000"/>
          </a:p>
        </p:txBody>
      </p:sp>
      <p:sp>
        <p:nvSpPr>
          <p:cNvPr id="41" name="TextBox 8">
            <a:extLst>
              <a:ext uri="{FF2B5EF4-FFF2-40B4-BE49-F238E27FC236}">
                <a16:creationId xmlns:a16="http://schemas.microsoft.com/office/drawing/2014/main" id="{C27B8730-F762-4E33-98F3-0828E7EDC9CD}"/>
              </a:ext>
            </a:extLst>
          </p:cNvPr>
          <p:cNvSpPr txBox="1"/>
          <p:nvPr/>
        </p:nvSpPr>
        <p:spPr>
          <a:xfrm>
            <a:off x="734866" y="2668858"/>
            <a:ext cx="2596003" cy="492443"/>
          </a:xfrm>
          <a:prstGeom prst="rect">
            <a:avLst/>
          </a:prstGeom>
        </p:spPr>
        <p:txBody>
          <a:bodyPr vert="horz" wrap="square" lIns="91440" tIns="91440" rIns="91440" bIns="91440" rtlCol="0" anchor="b"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j-lt"/>
              </a:rPr>
              <a:t>Data Label</a:t>
            </a:r>
            <a:endParaRPr lang="en-US" sz="1800"/>
          </a:p>
        </p:txBody>
      </p:sp>
      <p:sp>
        <p:nvSpPr>
          <p:cNvPr id="45" name="TextBox 8">
            <a:extLst>
              <a:ext uri="{FF2B5EF4-FFF2-40B4-BE49-F238E27FC236}">
                <a16:creationId xmlns:a16="http://schemas.microsoft.com/office/drawing/2014/main" id="{93899A79-22FA-4B65-924D-118678723E16}"/>
              </a:ext>
            </a:extLst>
          </p:cNvPr>
          <p:cNvSpPr txBox="1"/>
          <p:nvPr/>
        </p:nvSpPr>
        <p:spPr>
          <a:xfrm>
            <a:off x="2399168" y="2945030"/>
            <a:ext cx="931701" cy="492443"/>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ontserrat SemiBold" panose="00000700000000000000" pitchFamily="2" charset="0"/>
              </a:rPr>
              <a:t>12%</a:t>
            </a:r>
            <a:endParaRPr lang="en-US" sz="1800">
              <a:latin typeface="Montserrat SemiBold" panose="00000700000000000000" pitchFamily="2" charset="0"/>
            </a:endParaRPr>
          </a:p>
        </p:txBody>
      </p:sp>
      <p:sp>
        <p:nvSpPr>
          <p:cNvPr id="44" name="TextBox 8">
            <a:extLst>
              <a:ext uri="{FF2B5EF4-FFF2-40B4-BE49-F238E27FC236}">
                <a16:creationId xmlns:a16="http://schemas.microsoft.com/office/drawing/2014/main" id="{E14125E1-FFB9-49D0-B906-FECB6BAAAA4A}"/>
              </a:ext>
            </a:extLst>
          </p:cNvPr>
          <p:cNvSpPr txBox="1"/>
          <p:nvPr/>
        </p:nvSpPr>
        <p:spPr>
          <a:xfrm>
            <a:off x="1280160" y="3277996"/>
            <a:ext cx="2050709" cy="923330"/>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lnSpc>
                <a:spcPct val="110000"/>
              </a:lnSpc>
              <a:spcAft>
                <a:spcPts val="900"/>
              </a:spcAft>
              <a:defRPr/>
            </a:pPr>
            <a:r>
              <a:rPr lang="en-US" sz="1000" b="1"/>
              <a:t>$32M Lorem ipsum </a:t>
            </a:r>
          </a:p>
          <a:p>
            <a:pPr algn="r">
              <a:lnSpc>
                <a:spcPct val="110000"/>
              </a:lnSpc>
              <a:spcAft>
                <a:spcPts val="900"/>
              </a:spcAft>
              <a:defRPr/>
            </a:pPr>
            <a:r>
              <a:rPr lang="en-US" sz="1000"/>
              <a:t>Dolor sit amet </a:t>
            </a:r>
            <a:r>
              <a:rPr lang="en-US" sz="1000" err="1"/>
              <a:t>allepsis</a:t>
            </a:r>
            <a:r>
              <a:rPr lang="en-US" sz="1000"/>
              <a:t> </a:t>
            </a:r>
            <a:r>
              <a:rPr lang="en-US" sz="1000" err="1"/>
              <a:t>conquistator</a:t>
            </a:r>
            <a:r>
              <a:rPr lang="en-US" sz="1000"/>
              <a:t> </a:t>
            </a:r>
            <a:r>
              <a:rPr lang="en-US" sz="1000" err="1"/>
              <a:t>alascum</a:t>
            </a:r>
            <a:endParaRPr lang="en-US" sz="1000"/>
          </a:p>
        </p:txBody>
      </p:sp>
      <p:sp>
        <p:nvSpPr>
          <p:cNvPr id="43" name="TextBox 8">
            <a:extLst>
              <a:ext uri="{FF2B5EF4-FFF2-40B4-BE49-F238E27FC236}">
                <a16:creationId xmlns:a16="http://schemas.microsoft.com/office/drawing/2014/main" id="{9B827D5C-DBDE-4029-BFAE-AEC06C6D8924}"/>
              </a:ext>
            </a:extLst>
          </p:cNvPr>
          <p:cNvSpPr txBox="1"/>
          <p:nvPr/>
        </p:nvSpPr>
        <p:spPr>
          <a:xfrm>
            <a:off x="734866" y="4720509"/>
            <a:ext cx="2596003" cy="492443"/>
          </a:xfrm>
          <a:prstGeom prst="rect">
            <a:avLst/>
          </a:prstGeom>
        </p:spPr>
        <p:txBody>
          <a:bodyPr vert="horz" wrap="square" lIns="91440" tIns="91440" rIns="91440" bIns="91440" rtlCol="0" anchor="b"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j-lt"/>
              </a:rPr>
              <a:t>Data Label</a:t>
            </a:r>
            <a:endParaRPr lang="en-US" sz="1800"/>
          </a:p>
        </p:txBody>
      </p:sp>
      <p:sp>
        <p:nvSpPr>
          <p:cNvPr id="52" name="TextBox 8">
            <a:extLst>
              <a:ext uri="{FF2B5EF4-FFF2-40B4-BE49-F238E27FC236}">
                <a16:creationId xmlns:a16="http://schemas.microsoft.com/office/drawing/2014/main" id="{F4375233-163C-4D50-8898-2ACFA8A0E4F4}"/>
              </a:ext>
            </a:extLst>
          </p:cNvPr>
          <p:cNvSpPr txBox="1"/>
          <p:nvPr/>
        </p:nvSpPr>
        <p:spPr>
          <a:xfrm>
            <a:off x="2399168" y="5012545"/>
            <a:ext cx="931701" cy="492443"/>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defRPr/>
            </a:pPr>
            <a:r>
              <a:rPr lang="en-US" sz="1800" b="1">
                <a:latin typeface="Montserrat SemiBold" panose="00000700000000000000" pitchFamily="2" charset="0"/>
              </a:rPr>
              <a:t>17%</a:t>
            </a:r>
            <a:endParaRPr lang="en-US" sz="1800">
              <a:latin typeface="Montserrat SemiBold" panose="00000700000000000000" pitchFamily="2" charset="0"/>
            </a:endParaRPr>
          </a:p>
        </p:txBody>
      </p:sp>
      <p:sp>
        <p:nvSpPr>
          <p:cNvPr id="48" name="TextBox 8">
            <a:extLst>
              <a:ext uri="{FF2B5EF4-FFF2-40B4-BE49-F238E27FC236}">
                <a16:creationId xmlns:a16="http://schemas.microsoft.com/office/drawing/2014/main" id="{0D822AC7-BE0E-489A-8100-81FB3318B132}"/>
              </a:ext>
            </a:extLst>
          </p:cNvPr>
          <p:cNvSpPr txBox="1"/>
          <p:nvPr/>
        </p:nvSpPr>
        <p:spPr>
          <a:xfrm>
            <a:off x="1280160" y="5345511"/>
            <a:ext cx="2050709" cy="923330"/>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lnSpc>
                <a:spcPct val="110000"/>
              </a:lnSpc>
              <a:spcAft>
                <a:spcPts val="900"/>
              </a:spcAft>
              <a:defRPr/>
            </a:pPr>
            <a:r>
              <a:rPr lang="en-US" sz="1000" b="1"/>
              <a:t>$46M Lorem ipsum </a:t>
            </a:r>
          </a:p>
          <a:p>
            <a:pPr algn="r">
              <a:lnSpc>
                <a:spcPct val="110000"/>
              </a:lnSpc>
              <a:spcAft>
                <a:spcPts val="900"/>
              </a:spcAft>
              <a:defRPr/>
            </a:pPr>
            <a:r>
              <a:rPr lang="en-US" sz="1000"/>
              <a:t>Dolor sit amet </a:t>
            </a:r>
            <a:r>
              <a:rPr lang="en-US" sz="1000" err="1"/>
              <a:t>allepsis</a:t>
            </a:r>
            <a:r>
              <a:rPr lang="en-US" sz="1000"/>
              <a:t> </a:t>
            </a:r>
            <a:r>
              <a:rPr lang="en-US" sz="1000" err="1"/>
              <a:t>conquistator</a:t>
            </a:r>
            <a:r>
              <a:rPr lang="en-US" sz="1000"/>
              <a:t> </a:t>
            </a:r>
            <a:r>
              <a:rPr lang="en-US" sz="1000" err="1"/>
              <a:t>alascum</a:t>
            </a:r>
            <a:endParaRPr lang="en-US" sz="1000"/>
          </a:p>
        </p:txBody>
      </p:sp>
      <p:sp>
        <p:nvSpPr>
          <p:cNvPr id="46" name="TextBox 8">
            <a:extLst>
              <a:ext uri="{FF2B5EF4-FFF2-40B4-BE49-F238E27FC236}">
                <a16:creationId xmlns:a16="http://schemas.microsoft.com/office/drawing/2014/main" id="{56687B98-9907-45EE-A0DB-FFB38E07B012}"/>
              </a:ext>
            </a:extLst>
          </p:cNvPr>
          <p:cNvSpPr txBox="1">
            <a:spLocks/>
          </p:cNvSpPr>
          <p:nvPr/>
        </p:nvSpPr>
        <p:spPr>
          <a:xfrm>
            <a:off x="8673824" y="1433441"/>
            <a:ext cx="2733597" cy="461665"/>
          </a:xfrm>
          <a:prstGeom prst="rect">
            <a:avLst/>
          </a:prstGeom>
        </p:spPr>
        <p:txBody>
          <a:bodyPr vert="horz" wrap="square" lIns="91440" tIns="91440" rIns="91440" bIns="91440" rtlCol="0" anchor="b"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defRPr/>
            </a:pPr>
            <a:r>
              <a:rPr lang="en-US" sz="1800" b="1">
                <a:latin typeface="+mj-lt"/>
              </a:rPr>
              <a:t>Data Label</a:t>
            </a:r>
            <a:endParaRPr lang="en-US" sz="1800"/>
          </a:p>
        </p:txBody>
      </p:sp>
      <p:sp>
        <p:nvSpPr>
          <p:cNvPr id="54" name="TextBox 8">
            <a:extLst>
              <a:ext uri="{FF2B5EF4-FFF2-40B4-BE49-F238E27FC236}">
                <a16:creationId xmlns:a16="http://schemas.microsoft.com/office/drawing/2014/main" id="{BDC4921D-6FE3-4B0B-97BD-85235F4B7CA6}"/>
              </a:ext>
            </a:extLst>
          </p:cNvPr>
          <p:cNvSpPr txBox="1"/>
          <p:nvPr/>
        </p:nvSpPr>
        <p:spPr>
          <a:xfrm>
            <a:off x="8673824" y="1680598"/>
            <a:ext cx="931701" cy="492443"/>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defRPr/>
            </a:pPr>
            <a:r>
              <a:rPr lang="en-US" sz="1800" b="1">
                <a:latin typeface="Montserrat SemiBold" panose="00000700000000000000" pitchFamily="2" charset="0"/>
              </a:rPr>
              <a:t>34%</a:t>
            </a:r>
            <a:endParaRPr lang="en-US" sz="1800">
              <a:latin typeface="Montserrat SemiBold" panose="00000700000000000000" pitchFamily="2" charset="0"/>
            </a:endParaRPr>
          </a:p>
        </p:txBody>
      </p:sp>
      <p:sp>
        <p:nvSpPr>
          <p:cNvPr id="53" name="TextBox 8">
            <a:extLst>
              <a:ext uri="{FF2B5EF4-FFF2-40B4-BE49-F238E27FC236}">
                <a16:creationId xmlns:a16="http://schemas.microsoft.com/office/drawing/2014/main" id="{5D54E345-BB2D-47B3-B3D9-116D83F6F904}"/>
              </a:ext>
            </a:extLst>
          </p:cNvPr>
          <p:cNvSpPr txBox="1"/>
          <p:nvPr/>
        </p:nvSpPr>
        <p:spPr>
          <a:xfrm>
            <a:off x="8673824" y="2013564"/>
            <a:ext cx="2050709" cy="923330"/>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nSpc>
                <a:spcPct val="110000"/>
              </a:lnSpc>
              <a:spcAft>
                <a:spcPts val="900"/>
              </a:spcAft>
              <a:defRPr/>
            </a:pPr>
            <a:r>
              <a:rPr lang="en-US" sz="1000" b="1"/>
              <a:t>$95M Lorem ipsum </a:t>
            </a:r>
          </a:p>
          <a:p>
            <a:pPr>
              <a:lnSpc>
                <a:spcPct val="110000"/>
              </a:lnSpc>
              <a:spcAft>
                <a:spcPts val="900"/>
              </a:spcAft>
              <a:defRPr/>
            </a:pPr>
            <a:r>
              <a:rPr lang="en-US" sz="1000"/>
              <a:t>Dolor sit amet </a:t>
            </a:r>
            <a:r>
              <a:rPr lang="en-US" sz="1000" err="1"/>
              <a:t>allepsis</a:t>
            </a:r>
            <a:r>
              <a:rPr lang="en-US" sz="1000"/>
              <a:t> </a:t>
            </a:r>
            <a:r>
              <a:rPr lang="en-US" sz="1000" err="1"/>
              <a:t>conquistator</a:t>
            </a:r>
            <a:r>
              <a:rPr lang="en-US" sz="1000"/>
              <a:t> </a:t>
            </a:r>
            <a:r>
              <a:rPr lang="en-US" sz="1000" err="1"/>
              <a:t>alascum</a:t>
            </a:r>
            <a:endParaRPr lang="en-US" sz="1000"/>
          </a:p>
        </p:txBody>
      </p:sp>
      <p:sp>
        <p:nvSpPr>
          <p:cNvPr id="39" name="TextBox 8">
            <a:extLst>
              <a:ext uri="{FF2B5EF4-FFF2-40B4-BE49-F238E27FC236}">
                <a16:creationId xmlns:a16="http://schemas.microsoft.com/office/drawing/2014/main" id="{27F3CF03-AD55-4D89-A81C-F999120456B2}"/>
              </a:ext>
            </a:extLst>
          </p:cNvPr>
          <p:cNvSpPr txBox="1">
            <a:spLocks/>
          </p:cNvSpPr>
          <p:nvPr/>
        </p:nvSpPr>
        <p:spPr>
          <a:xfrm>
            <a:off x="8673824" y="4735898"/>
            <a:ext cx="2733597" cy="461665"/>
          </a:xfrm>
          <a:prstGeom prst="rect">
            <a:avLst/>
          </a:prstGeom>
        </p:spPr>
        <p:txBody>
          <a:bodyPr vert="horz" wrap="square" lIns="91440" tIns="91440" rIns="91440" bIns="91440" rtlCol="0" anchor="b" anchorCtr="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defRPr/>
            </a:pPr>
            <a:r>
              <a:rPr lang="en-US" sz="1800" b="1">
                <a:latin typeface="+mj-lt"/>
              </a:rPr>
              <a:t>Data Label</a:t>
            </a:r>
            <a:endParaRPr lang="en-US" sz="1800"/>
          </a:p>
        </p:txBody>
      </p:sp>
      <p:sp>
        <p:nvSpPr>
          <p:cNvPr id="56" name="TextBox 8">
            <a:extLst>
              <a:ext uri="{FF2B5EF4-FFF2-40B4-BE49-F238E27FC236}">
                <a16:creationId xmlns:a16="http://schemas.microsoft.com/office/drawing/2014/main" id="{EFC860EB-BDA9-4D80-97B7-78CEACB7D40A}"/>
              </a:ext>
            </a:extLst>
          </p:cNvPr>
          <p:cNvSpPr txBox="1"/>
          <p:nvPr/>
        </p:nvSpPr>
        <p:spPr>
          <a:xfrm>
            <a:off x="8673824" y="5012545"/>
            <a:ext cx="931701" cy="492443"/>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defRPr/>
            </a:pPr>
            <a:r>
              <a:rPr lang="en-US" sz="1800" b="1">
                <a:latin typeface="Montserrat SemiBold" panose="00000700000000000000" pitchFamily="2" charset="0"/>
              </a:rPr>
              <a:t>31%</a:t>
            </a:r>
            <a:endParaRPr lang="en-US" sz="1800">
              <a:latin typeface="Montserrat SemiBold" panose="00000700000000000000" pitchFamily="2" charset="0"/>
            </a:endParaRPr>
          </a:p>
        </p:txBody>
      </p:sp>
      <p:sp>
        <p:nvSpPr>
          <p:cNvPr id="55" name="TextBox 8">
            <a:extLst>
              <a:ext uri="{FF2B5EF4-FFF2-40B4-BE49-F238E27FC236}">
                <a16:creationId xmlns:a16="http://schemas.microsoft.com/office/drawing/2014/main" id="{145ABAB9-20D4-4B8F-9983-A3E3A35CC3CC}"/>
              </a:ext>
            </a:extLst>
          </p:cNvPr>
          <p:cNvSpPr txBox="1"/>
          <p:nvPr/>
        </p:nvSpPr>
        <p:spPr>
          <a:xfrm>
            <a:off x="8673824" y="5345511"/>
            <a:ext cx="2050709" cy="923330"/>
          </a:xfrm>
          <a:prstGeom prst="rect">
            <a:avLst/>
          </a:prstGeom>
        </p:spPr>
        <p:txBody>
          <a:bodyPr vert="horz" wrap="square" lIns="91440" tIns="91440" rIns="91440" bIns="91440" rtlCol="0" anchor="t"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nSpc>
                <a:spcPct val="110000"/>
              </a:lnSpc>
              <a:spcAft>
                <a:spcPts val="900"/>
              </a:spcAft>
              <a:defRPr/>
            </a:pPr>
            <a:r>
              <a:rPr lang="en-US" sz="1000" b="1"/>
              <a:t>$86M Lorem ipsum </a:t>
            </a:r>
          </a:p>
          <a:p>
            <a:pPr>
              <a:lnSpc>
                <a:spcPct val="110000"/>
              </a:lnSpc>
              <a:spcAft>
                <a:spcPts val="900"/>
              </a:spcAft>
              <a:defRPr/>
            </a:pPr>
            <a:r>
              <a:rPr lang="en-US" sz="1000"/>
              <a:t>Dolor sit amet </a:t>
            </a:r>
            <a:r>
              <a:rPr lang="en-US" sz="1000" err="1"/>
              <a:t>allepsis</a:t>
            </a:r>
            <a:r>
              <a:rPr lang="en-US" sz="1000"/>
              <a:t> </a:t>
            </a:r>
            <a:r>
              <a:rPr lang="en-US" sz="1000" err="1"/>
              <a:t>conquistator</a:t>
            </a:r>
            <a:r>
              <a:rPr lang="en-US" sz="1000"/>
              <a:t> </a:t>
            </a:r>
            <a:r>
              <a:rPr lang="en-US" sz="1000" err="1"/>
              <a:t>alascum</a:t>
            </a:r>
            <a:endParaRPr lang="en-US" sz="1000"/>
          </a:p>
        </p:txBody>
      </p:sp>
      <p:sp>
        <p:nvSpPr>
          <p:cNvPr id="2" name="Title 1">
            <a:extLst>
              <a:ext uri="{FF2B5EF4-FFF2-40B4-BE49-F238E27FC236}">
                <a16:creationId xmlns:a16="http://schemas.microsoft.com/office/drawing/2014/main" id="{2FD02371-E853-7033-42FD-253C3FAACEC3}"/>
              </a:ext>
            </a:extLst>
          </p:cNvPr>
          <p:cNvSpPr>
            <a:spLocks noGrp="1"/>
          </p:cNvSpPr>
          <p:nvPr>
            <p:ph type="title"/>
          </p:nvPr>
        </p:nvSpPr>
        <p:spPr/>
        <p:txBody>
          <a:bodyPr/>
          <a:lstStyle/>
          <a:p>
            <a:r>
              <a:rPr lang="en-US" dirty="0"/>
              <a:t>Full Page Chart Example</a:t>
            </a:r>
          </a:p>
        </p:txBody>
      </p:sp>
    </p:spTree>
    <p:extLst>
      <p:ext uri="{BB962C8B-B14F-4D97-AF65-F5344CB8AC3E}">
        <p14:creationId xmlns:p14="http://schemas.microsoft.com/office/powerpoint/2010/main" val="236045309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AFAE2892-33D5-3737-95A2-D867934DBB85}"/>
              </a:ext>
            </a:extLst>
          </p:cNvPr>
          <p:cNvSpPr>
            <a:spLocks noGrp="1"/>
          </p:cNvSpPr>
          <p:nvPr>
            <p:ph type="body" sz="quarter" idx="18"/>
          </p:nvPr>
        </p:nvSpPr>
        <p:spPr/>
        <p:txBody>
          <a:bodyPr/>
          <a:lstStyle/>
          <a:p>
            <a:r>
              <a:rPr lang="en-US" dirty="0"/>
              <a:t>4</a:t>
            </a:r>
          </a:p>
        </p:txBody>
      </p:sp>
      <p:sp>
        <p:nvSpPr>
          <p:cNvPr id="3" name="Title 2">
            <a:extLst>
              <a:ext uri="{FF2B5EF4-FFF2-40B4-BE49-F238E27FC236}">
                <a16:creationId xmlns:a16="http://schemas.microsoft.com/office/drawing/2014/main" id="{9579F0CD-6E24-4A07-B3D5-00B4A29F4E85}"/>
              </a:ext>
              <a:ext uri="{C183D7F6-B498-43B3-948B-1728B52AA6E4}">
                <adec:decorative xmlns:adec="http://schemas.microsoft.com/office/drawing/2017/decorative" val="1"/>
              </a:ext>
            </a:extLst>
          </p:cNvPr>
          <p:cNvSpPr>
            <a:spLocks noGrp="1"/>
          </p:cNvSpPr>
          <p:nvPr>
            <p:ph type="ctrTitle"/>
          </p:nvPr>
        </p:nvSpPr>
        <p:spPr/>
        <p:txBody>
          <a:bodyPr/>
          <a:lstStyle/>
          <a:p>
            <a:r>
              <a:rPr lang="en-US" dirty="0"/>
              <a:t>Diagrams</a:t>
            </a:r>
          </a:p>
        </p:txBody>
      </p:sp>
    </p:spTree>
    <p:extLst>
      <p:ext uri="{BB962C8B-B14F-4D97-AF65-F5344CB8AC3E}">
        <p14:creationId xmlns:p14="http://schemas.microsoft.com/office/powerpoint/2010/main" val="424570614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Arrow: Chevron 24">
            <a:extLst>
              <a:ext uri="{FF2B5EF4-FFF2-40B4-BE49-F238E27FC236}">
                <a16:creationId xmlns:a16="http://schemas.microsoft.com/office/drawing/2014/main" id="{1E258378-CC29-494E-A047-7E73C9EA1D8F}"/>
              </a:ext>
              <a:ext uri="{C183D7F6-B498-43B3-948B-1728B52AA6E4}">
                <adec:decorative xmlns:adec="http://schemas.microsoft.com/office/drawing/2017/decorative" val="1"/>
              </a:ext>
            </a:extLst>
          </p:cNvPr>
          <p:cNvSpPr/>
          <p:nvPr/>
        </p:nvSpPr>
        <p:spPr>
          <a:xfrm>
            <a:off x="928499" y="2728633"/>
            <a:ext cx="1988937" cy="168313"/>
          </a:xfrm>
          <a:prstGeom prst="chevron">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tx1"/>
              </a:solidFill>
            </a:endParaRPr>
          </a:p>
        </p:txBody>
      </p:sp>
      <p:sp>
        <p:nvSpPr>
          <p:cNvPr id="28" name="Arrow: Chevron 27">
            <a:extLst>
              <a:ext uri="{FF2B5EF4-FFF2-40B4-BE49-F238E27FC236}">
                <a16:creationId xmlns:a16="http://schemas.microsoft.com/office/drawing/2014/main" id="{23ABC64D-F7F1-46A1-852C-B8121569918C}"/>
              </a:ext>
              <a:ext uri="{C183D7F6-B498-43B3-948B-1728B52AA6E4}">
                <adec:decorative xmlns:adec="http://schemas.microsoft.com/office/drawing/2017/decorative" val="1"/>
              </a:ext>
            </a:extLst>
          </p:cNvPr>
          <p:cNvSpPr/>
          <p:nvPr/>
        </p:nvSpPr>
        <p:spPr>
          <a:xfrm>
            <a:off x="3016159" y="2728633"/>
            <a:ext cx="1988937" cy="168313"/>
          </a:xfrm>
          <a:prstGeom prst="chevron">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5000"/>
              </a:lnSpc>
              <a:spcBef>
                <a:spcPts val="800"/>
              </a:spcBef>
              <a:buFont typeface="Montserrat" panose="00000500000000000000" pitchFamily="2" charset="0"/>
              <a:buChar char="​"/>
            </a:pPr>
            <a:endParaRPr lang="en-US" sz="1200" err="1">
              <a:solidFill>
                <a:schemeClr val="tx1"/>
              </a:solidFill>
            </a:endParaRPr>
          </a:p>
        </p:txBody>
      </p:sp>
      <p:sp>
        <p:nvSpPr>
          <p:cNvPr id="29" name="Arrow: Chevron 28">
            <a:extLst>
              <a:ext uri="{FF2B5EF4-FFF2-40B4-BE49-F238E27FC236}">
                <a16:creationId xmlns:a16="http://schemas.microsoft.com/office/drawing/2014/main" id="{FE3B8E6E-FB50-4319-A7B8-CD9DA34B1E67}"/>
              </a:ext>
              <a:ext uri="{C183D7F6-B498-43B3-948B-1728B52AA6E4}">
                <adec:decorative xmlns:adec="http://schemas.microsoft.com/office/drawing/2017/decorative" val="1"/>
              </a:ext>
            </a:extLst>
          </p:cNvPr>
          <p:cNvSpPr/>
          <p:nvPr/>
        </p:nvSpPr>
        <p:spPr>
          <a:xfrm>
            <a:off x="5103819" y="2728633"/>
            <a:ext cx="1988937" cy="168313"/>
          </a:xfrm>
          <a:prstGeom prst="chevron">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5000"/>
              </a:lnSpc>
              <a:spcBef>
                <a:spcPts val="800"/>
              </a:spcBef>
              <a:buFont typeface="Montserrat" panose="00000500000000000000" pitchFamily="2" charset="0"/>
              <a:buChar char="​"/>
            </a:pPr>
            <a:endParaRPr lang="en-US" sz="1200" err="1">
              <a:solidFill>
                <a:schemeClr val="tx1"/>
              </a:solidFill>
            </a:endParaRPr>
          </a:p>
        </p:txBody>
      </p:sp>
      <p:sp>
        <p:nvSpPr>
          <p:cNvPr id="30" name="Arrow: Chevron 29">
            <a:extLst>
              <a:ext uri="{FF2B5EF4-FFF2-40B4-BE49-F238E27FC236}">
                <a16:creationId xmlns:a16="http://schemas.microsoft.com/office/drawing/2014/main" id="{025972B5-EBD7-42AB-A95A-76F042E14CA3}"/>
              </a:ext>
              <a:ext uri="{C183D7F6-B498-43B3-948B-1728B52AA6E4}">
                <adec:decorative xmlns:adec="http://schemas.microsoft.com/office/drawing/2017/decorative" val="1"/>
              </a:ext>
            </a:extLst>
          </p:cNvPr>
          <p:cNvSpPr/>
          <p:nvPr/>
        </p:nvSpPr>
        <p:spPr>
          <a:xfrm>
            <a:off x="7191479" y="2728633"/>
            <a:ext cx="1988937" cy="168313"/>
          </a:xfrm>
          <a:prstGeom prst="chevron">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5000"/>
              </a:lnSpc>
              <a:spcBef>
                <a:spcPts val="800"/>
              </a:spcBef>
              <a:buFont typeface="Montserrat" panose="00000500000000000000" pitchFamily="2" charset="0"/>
              <a:buChar char="​"/>
            </a:pPr>
            <a:endParaRPr lang="en-US" sz="1200" err="1">
              <a:solidFill>
                <a:schemeClr val="tx1"/>
              </a:solidFill>
            </a:endParaRPr>
          </a:p>
        </p:txBody>
      </p:sp>
      <p:sp>
        <p:nvSpPr>
          <p:cNvPr id="31" name="Arrow: Chevron 30">
            <a:extLst>
              <a:ext uri="{FF2B5EF4-FFF2-40B4-BE49-F238E27FC236}">
                <a16:creationId xmlns:a16="http://schemas.microsoft.com/office/drawing/2014/main" id="{8ACD08ED-CB3E-40DB-8FD1-629D848EFA35}"/>
              </a:ext>
              <a:ext uri="{C183D7F6-B498-43B3-948B-1728B52AA6E4}">
                <adec:decorative xmlns:adec="http://schemas.microsoft.com/office/drawing/2017/decorative" val="1"/>
              </a:ext>
            </a:extLst>
          </p:cNvPr>
          <p:cNvSpPr/>
          <p:nvPr/>
        </p:nvSpPr>
        <p:spPr>
          <a:xfrm>
            <a:off x="9279139" y="2728633"/>
            <a:ext cx="1988937" cy="168313"/>
          </a:xfrm>
          <a:prstGeom prst="chevron">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5000"/>
              </a:lnSpc>
              <a:spcBef>
                <a:spcPts val="800"/>
              </a:spcBef>
              <a:buFont typeface="Montserrat" panose="00000500000000000000" pitchFamily="2" charset="0"/>
              <a:buChar char="​"/>
            </a:pPr>
            <a:endParaRPr lang="en-US" sz="1200" err="1">
              <a:solidFill>
                <a:schemeClr val="tx1"/>
              </a:solidFill>
            </a:endParaRPr>
          </a:p>
        </p:txBody>
      </p:sp>
      <p:sp>
        <p:nvSpPr>
          <p:cNvPr id="3" name="Subtitle 2">
            <a:extLst>
              <a:ext uri="{FF2B5EF4-FFF2-40B4-BE49-F238E27FC236}">
                <a16:creationId xmlns:a16="http://schemas.microsoft.com/office/drawing/2014/main" id="{8CDC520B-85A7-4FF7-996D-2E1FF43F36B2}"/>
              </a:ext>
            </a:extLst>
          </p:cNvPr>
          <p:cNvSpPr>
            <a:spLocks noGrp="1"/>
          </p:cNvSpPr>
          <p:nvPr>
            <p:ph type="subTitle" idx="15"/>
          </p:nvPr>
        </p:nvSpPr>
        <p:spPr/>
        <p:txBody>
          <a:bodyPr/>
          <a:lstStyle/>
          <a:p>
            <a:r>
              <a:rPr lang="en-US" dirty="0"/>
              <a:t>Diagrams</a:t>
            </a:r>
          </a:p>
        </p:txBody>
      </p:sp>
      <p:sp>
        <p:nvSpPr>
          <p:cNvPr id="6" name="Title 5">
            <a:extLst>
              <a:ext uri="{FF2B5EF4-FFF2-40B4-BE49-F238E27FC236}">
                <a16:creationId xmlns:a16="http://schemas.microsoft.com/office/drawing/2014/main" id="{B49F95DE-E15C-4A45-8A77-B910DB84DD7B}"/>
              </a:ext>
            </a:extLst>
          </p:cNvPr>
          <p:cNvSpPr>
            <a:spLocks noGrp="1"/>
          </p:cNvSpPr>
          <p:nvPr>
            <p:ph type="title"/>
          </p:nvPr>
        </p:nvSpPr>
        <p:spPr/>
        <p:txBody>
          <a:bodyPr/>
          <a:lstStyle/>
          <a:p>
            <a:r>
              <a:rPr lang="en-US"/>
              <a:t>Linear Process Diagram</a:t>
            </a:r>
          </a:p>
        </p:txBody>
      </p:sp>
      <p:sp>
        <p:nvSpPr>
          <p:cNvPr id="33" name="TextBox 32">
            <a:extLst>
              <a:ext uri="{FF2B5EF4-FFF2-40B4-BE49-F238E27FC236}">
                <a16:creationId xmlns:a16="http://schemas.microsoft.com/office/drawing/2014/main" id="{24A62696-4652-44A1-A4FE-4777EAB35761}"/>
              </a:ext>
            </a:extLst>
          </p:cNvPr>
          <p:cNvSpPr txBox="1"/>
          <p:nvPr/>
        </p:nvSpPr>
        <p:spPr>
          <a:xfrm>
            <a:off x="928499" y="2286544"/>
            <a:ext cx="561975" cy="444224"/>
          </a:xfrm>
          <a:prstGeom prst="rect">
            <a:avLst/>
          </a:prstGeom>
        </p:spPr>
        <p:txBody>
          <a:bodyPr vert="horz" wrap="square" lIns="0" tIns="0" rIns="0" bIns="0" rtlCol="0" anchor="b">
            <a:spAutoFit/>
          </a:bodyPr>
          <a:lstStyle/>
          <a:p>
            <a:pPr algn="l">
              <a:lnSpc>
                <a:spcPct val="110000"/>
              </a:lnSpc>
              <a:spcBef>
                <a:spcPts val="600"/>
              </a:spcBef>
              <a:spcAft>
                <a:spcPts val="600"/>
              </a:spcAft>
            </a:pPr>
            <a:r>
              <a:rPr lang="en-US" sz="2800" b="1">
                <a:latin typeface="Montserrat SemiBold" panose="00000700000000000000" pitchFamily="2" charset="0"/>
              </a:rPr>
              <a:t>1</a:t>
            </a:r>
          </a:p>
        </p:txBody>
      </p:sp>
      <p:sp>
        <p:nvSpPr>
          <p:cNvPr id="16" name="TextBox 15">
            <a:extLst>
              <a:ext uri="{FF2B5EF4-FFF2-40B4-BE49-F238E27FC236}">
                <a16:creationId xmlns:a16="http://schemas.microsoft.com/office/drawing/2014/main" id="{A7BF795D-246F-48E3-8DF5-C6D5F8BF3E82}"/>
              </a:ext>
            </a:extLst>
          </p:cNvPr>
          <p:cNvSpPr txBox="1"/>
          <p:nvPr/>
        </p:nvSpPr>
        <p:spPr>
          <a:xfrm>
            <a:off x="928498" y="2971800"/>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dirty="0">
                <a:latin typeface="+mj-lt"/>
              </a:rPr>
              <a:t>Label Name</a:t>
            </a:r>
          </a:p>
        </p:txBody>
      </p:sp>
      <p:sp>
        <p:nvSpPr>
          <p:cNvPr id="15" name="TextBox 14">
            <a:extLst>
              <a:ext uri="{FF2B5EF4-FFF2-40B4-BE49-F238E27FC236}">
                <a16:creationId xmlns:a16="http://schemas.microsoft.com/office/drawing/2014/main" id="{6554412F-6903-488F-B714-913F10C2D4F2}"/>
              </a:ext>
            </a:extLst>
          </p:cNvPr>
          <p:cNvSpPr txBox="1"/>
          <p:nvPr/>
        </p:nvSpPr>
        <p:spPr>
          <a:xfrm>
            <a:off x="928498" y="3429000"/>
            <a:ext cx="1770774" cy="2359236"/>
          </a:xfrm>
          <a:prstGeom prst="rect">
            <a:avLst/>
          </a:prstGeom>
        </p:spPr>
        <p:txBody>
          <a:bodyPr vert="horz" wrap="square" lIns="0" tIns="0" rIns="0" bIns="0" rtlCol="0">
            <a:spAutoFit/>
          </a:bodyPr>
          <a:lstStyle/>
          <a:p>
            <a:pPr>
              <a:lnSpc>
                <a:spcPct val="110000"/>
              </a:lnSpc>
              <a:spcBef>
                <a:spcPts val="600"/>
              </a:spcBef>
              <a:spcAft>
                <a:spcPts val="600"/>
              </a:spcAft>
            </a:pPr>
            <a:r>
              <a:rPr lang="en-US" sz="1000" dirty="0"/>
              <a:t>Lorem ipsum dolor sit </a:t>
            </a:r>
            <a:r>
              <a:rPr lang="en-US" sz="1000" dirty="0" err="1"/>
              <a:t>amet</a:t>
            </a:r>
            <a:r>
              <a:rPr lang="en-US" sz="1000" dirty="0"/>
              <a:t>, </a:t>
            </a:r>
            <a:r>
              <a:rPr lang="en-US" sz="1000" dirty="0" err="1"/>
              <a:t>consectetur</a:t>
            </a:r>
            <a:r>
              <a:rPr lang="en-US" sz="1000" dirty="0"/>
              <a:t>  </a:t>
            </a:r>
            <a:r>
              <a:rPr lang="en-US" sz="1000" dirty="0" err="1"/>
              <a:t>miscing</a:t>
            </a:r>
            <a:r>
              <a:rPr lang="en-US" sz="1000" dirty="0"/>
              <a:t> </a:t>
            </a:r>
            <a:r>
              <a:rPr lang="en-US" sz="1000" dirty="0" err="1"/>
              <a:t>elit</a:t>
            </a:r>
            <a:r>
              <a:rPr lang="en-US" sz="1000" dirty="0"/>
              <a:t>. </a:t>
            </a:r>
            <a:r>
              <a:rPr lang="en-US" sz="1000" dirty="0" err="1"/>
              <a:t>Praesent</a:t>
            </a:r>
            <a:r>
              <a:rPr lang="en-US" sz="1000" dirty="0"/>
              <a:t> in </a:t>
            </a:r>
            <a:r>
              <a:rPr lang="en-US" sz="1000" dirty="0" err="1"/>
              <a:t>elit</a:t>
            </a:r>
            <a:r>
              <a:rPr lang="en-US" sz="1000" dirty="0"/>
              <a:t> </a:t>
            </a:r>
            <a:r>
              <a:rPr lang="en-US" sz="1000" dirty="0" err="1"/>
              <a:t>odio</a:t>
            </a:r>
            <a:r>
              <a:rPr lang="en-US" sz="1000" dirty="0"/>
              <a:t>. </a:t>
            </a:r>
            <a:r>
              <a:rPr lang="en-US" sz="1000" dirty="0" err="1"/>
              <a:t>Interdum</a:t>
            </a:r>
            <a:r>
              <a:rPr lang="en-US" sz="1000" dirty="0"/>
              <a:t>  </a:t>
            </a:r>
            <a:r>
              <a:rPr lang="en-US" sz="1000" dirty="0" err="1"/>
              <a:t>malesuada</a:t>
            </a:r>
            <a:r>
              <a:rPr lang="en-US" sz="1000" dirty="0"/>
              <a:t> fames ac ante ipsum </a:t>
            </a:r>
            <a:r>
              <a:rPr lang="en-US" sz="1000" dirty="0" err="1"/>
              <a:t>primis</a:t>
            </a:r>
            <a:r>
              <a:rPr lang="en-US" sz="1000" dirty="0"/>
              <a:t> in </a:t>
            </a:r>
            <a:r>
              <a:rPr lang="en-US" sz="1000" dirty="0" err="1"/>
              <a:t>faucibus</a:t>
            </a:r>
            <a:r>
              <a:rPr lang="en-US" sz="1000" dirty="0"/>
              <a:t>. </a:t>
            </a:r>
            <a:r>
              <a:rPr lang="en-US" sz="1000" dirty="0" err="1"/>
              <a:t>Etiam</a:t>
            </a:r>
            <a:r>
              <a:rPr lang="en-US" sz="1000" dirty="0"/>
              <a:t> </a:t>
            </a:r>
            <a:r>
              <a:rPr lang="en-US" sz="1000" dirty="0" err="1"/>
              <a:t>ultricies</a:t>
            </a:r>
            <a:r>
              <a:rPr lang="en-US" sz="1000" dirty="0"/>
              <a:t>, </a:t>
            </a:r>
            <a:r>
              <a:rPr lang="en-US" sz="1000" dirty="0" err="1"/>
              <a:t>quam</a:t>
            </a:r>
            <a:r>
              <a:rPr lang="en-US" sz="1000" dirty="0"/>
              <a:t> at </a:t>
            </a:r>
            <a:r>
              <a:rPr lang="en-US" sz="1000" dirty="0" err="1"/>
              <a:t>polestir</a:t>
            </a:r>
            <a:r>
              <a:rPr lang="en-US" sz="1000" dirty="0"/>
              <a:t> </a:t>
            </a:r>
            <a:r>
              <a:rPr lang="en-US" sz="1000" dirty="0" err="1"/>
              <a:t>facilisis</a:t>
            </a:r>
            <a:r>
              <a:rPr lang="en-US" sz="1000" dirty="0"/>
              <a:t>, dolor magna </a:t>
            </a:r>
            <a:r>
              <a:rPr lang="en-US" sz="1000" dirty="0" err="1"/>
              <a:t>vehicula</a:t>
            </a:r>
            <a:r>
              <a:rPr lang="en-US" sz="1000" dirty="0"/>
              <a:t> dui, auctor </a:t>
            </a:r>
            <a:r>
              <a:rPr lang="en-US" sz="1000" dirty="0" err="1"/>
              <a:t>venenatis</a:t>
            </a:r>
            <a:r>
              <a:rPr lang="en-US" sz="1000" dirty="0"/>
              <a:t> </a:t>
            </a:r>
            <a:r>
              <a:rPr lang="en-US" sz="1000" dirty="0" err="1"/>
              <a:t>quam</a:t>
            </a:r>
            <a:r>
              <a:rPr lang="en-US" sz="1000" dirty="0"/>
              <a:t> </a:t>
            </a:r>
            <a:r>
              <a:rPr lang="en-US" sz="1000" dirty="0" err="1"/>
              <a:t>lectus</a:t>
            </a:r>
            <a:r>
              <a:rPr lang="en-US" sz="1000" dirty="0"/>
              <a:t>. Cras </a:t>
            </a:r>
            <a:r>
              <a:rPr lang="en-US" sz="1000" dirty="0" err="1"/>
              <a:t>placerat</a:t>
            </a:r>
            <a:r>
              <a:rPr lang="en-US" sz="1000" dirty="0"/>
              <a:t> </a:t>
            </a:r>
            <a:r>
              <a:rPr lang="en-US" sz="1000" dirty="0" err="1"/>
              <a:t>nunc</a:t>
            </a:r>
            <a:r>
              <a:rPr lang="en-US" sz="1000" dirty="0"/>
              <a:t> </a:t>
            </a:r>
            <a:br>
              <a:rPr lang="en-US" sz="1000" dirty="0"/>
            </a:br>
            <a:r>
              <a:rPr lang="en-US" sz="1000" dirty="0" err="1"/>
              <a:t>quis</a:t>
            </a:r>
            <a:r>
              <a:rPr lang="en-US" sz="1000" dirty="0"/>
              <a:t> </a:t>
            </a:r>
            <a:r>
              <a:rPr lang="en-US" sz="1000" dirty="0" err="1"/>
              <a:t>tellus</a:t>
            </a:r>
            <a:r>
              <a:rPr lang="en-US" sz="1000" dirty="0"/>
              <a:t> porta </a:t>
            </a:r>
            <a:r>
              <a:rPr lang="en-US" sz="1000" dirty="0" err="1"/>
              <a:t>pellent</a:t>
            </a:r>
            <a:r>
              <a:rPr lang="en-US" sz="1000" dirty="0"/>
              <a:t> </a:t>
            </a:r>
            <a:r>
              <a:rPr lang="en-US" sz="1000" dirty="0" err="1"/>
              <a:t>esque</a:t>
            </a:r>
            <a:r>
              <a:rPr lang="en-US" sz="1000" dirty="0"/>
              <a:t>. Suspend </a:t>
            </a:r>
            <a:r>
              <a:rPr lang="en-US" sz="1000" dirty="0" err="1"/>
              <a:t>isse</a:t>
            </a:r>
            <a:r>
              <a:rPr lang="en-US" sz="1000" dirty="0"/>
              <a:t> sed </a:t>
            </a:r>
            <a:r>
              <a:rPr lang="en-US" sz="1000" dirty="0" err="1"/>
              <a:t>felis</a:t>
            </a:r>
            <a:r>
              <a:rPr lang="en-US" sz="1000" dirty="0"/>
              <a:t> ac </a:t>
            </a:r>
            <a:r>
              <a:rPr lang="en-US" sz="1000" dirty="0" err="1"/>
              <a:t>metus</a:t>
            </a:r>
            <a:r>
              <a:rPr lang="en-US" sz="1000" dirty="0"/>
              <a:t> </a:t>
            </a:r>
            <a:r>
              <a:rPr lang="en-US" sz="1000" dirty="0" err="1"/>
              <a:t>tristique</a:t>
            </a:r>
            <a:r>
              <a:rPr lang="en-US" sz="1000" dirty="0"/>
              <a:t> </a:t>
            </a:r>
            <a:r>
              <a:rPr lang="en-US" sz="1000" dirty="0" err="1"/>
              <a:t>ullamcorper</a:t>
            </a:r>
            <a:r>
              <a:rPr lang="en-US" sz="1000" dirty="0"/>
              <a:t>. </a:t>
            </a:r>
          </a:p>
        </p:txBody>
      </p:sp>
      <p:sp>
        <p:nvSpPr>
          <p:cNvPr id="34" name="TextBox 33">
            <a:extLst>
              <a:ext uri="{FF2B5EF4-FFF2-40B4-BE49-F238E27FC236}">
                <a16:creationId xmlns:a16="http://schemas.microsoft.com/office/drawing/2014/main" id="{E5C66A17-908B-41AF-9DE2-5F36D447E551}"/>
              </a:ext>
            </a:extLst>
          </p:cNvPr>
          <p:cNvSpPr txBox="1"/>
          <p:nvPr/>
        </p:nvSpPr>
        <p:spPr>
          <a:xfrm>
            <a:off x="3023999" y="2286544"/>
            <a:ext cx="561975" cy="444224"/>
          </a:xfrm>
          <a:prstGeom prst="rect">
            <a:avLst/>
          </a:prstGeom>
        </p:spPr>
        <p:txBody>
          <a:bodyPr vert="horz" wrap="square" lIns="0" tIns="0" rIns="0" bIns="0" rtlCol="0" anchor="b">
            <a:spAutoFit/>
          </a:bodyPr>
          <a:lstStyle>
            <a:defPPr>
              <a:defRPr lang="en-US"/>
            </a:defPPr>
            <a:lvl1pPr>
              <a:lnSpc>
                <a:spcPct val="110000"/>
              </a:lnSpc>
              <a:spcBef>
                <a:spcPts val="600"/>
              </a:spcBef>
              <a:spcAft>
                <a:spcPts val="600"/>
              </a:spcAft>
              <a:defRPr sz="2800" b="1">
                <a:solidFill>
                  <a:schemeClr val="accent1"/>
                </a:solidFill>
                <a:latin typeface="Montserrat SemiBold" panose="00000700000000000000" pitchFamily="2" charset="0"/>
              </a:defRPr>
            </a:lvl1pPr>
          </a:lstStyle>
          <a:p>
            <a:r>
              <a:rPr lang="en-US"/>
              <a:t>2</a:t>
            </a:r>
          </a:p>
        </p:txBody>
      </p:sp>
      <p:sp>
        <p:nvSpPr>
          <p:cNvPr id="18" name="TextBox 17">
            <a:extLst>
              <a:ext uri="{FF2B5EF4-FFF2-40B4-BE49-F238E27FC236}">
                <a16:creationId xmlns:a16="http://schemas.microsoft.com/office/drawing/2014/main" id="{11BE020A-D0C5-4C8C-B1E9-725FA088CE63}"/>
              </a:ext>
            </a:extLst>
          </p:cNvPr>
          <p:cNvSpPr txBox="1"/>
          <p:nvPr/>
        </p:nvSpPr>
        <p:spPr>
          <a:xfrm>
            <a:off x="3016159" y="2971800"/>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t>Label Name</a:t>
            </a:r>
          </a:p>
        </p:txBody>
      </p:sp>
      <p:sp>
        <p:nvSpPr>
          <p:cNvPr id="17" name="TextBox 16">
            <a:extLst>
              <a:ext uri="{FF2B5EF4-FFF2-40B4-BE49-F238E27FC236}">
                <a16:creationId xmlns:a16="http://schemas.microsoft.com/office/drawing/2014/main" id="{7B3E6BF2-741A-45DA-AC54-3325BBB33B0E}"/>
              </a:ext>
            </a:extLst>
          </p:cNvPr>
          <p:cNvSpPr txBox="1"/>
          <p:nvPr/>
        </p:nvSpPr>
        <p:spPr>
          <a:xfrm>
            <a:off x="3016159" y="3429000"/>
            <a:ext cx="1770774" cy="2343847"/>
          </a:xfrm>
          <a:prstGeom prst="rect">
            <a:avLst/>
          </a:prstGeom>
        </p:spPr>
        <p:txBody>
          <a:bodyPr vert="horz" wrap="square" lIns="0" tIns="0" rIns="0" bIns="0" rtlCol="0">
            <a:spAutoFit/>
          </a:bodyPr>
          <a:lstStyle/>
          <a:p>
            <a:pPr>
              <a:lnSpc>
                <a:spcPct val="110000"/>
              </a:lnSpc>
              <a:spcBef>
                <a:spcPts val="600"/>
              </a:spcBef>
              <a:spcAft>
                <a:spcPts val="600"/>
              </a:spcAft>
            </a:pPr>
            <a:r>
              <a:rPr lang="en-US" sz="1000" err="1"/>
              <a:t>Nulla</a:t>
            </a:r>
            <a:r>
              <a:rPr lang="en-US" sz="1000"/>
              <a:t> </a:t>
            </a:r>
            <a:r>
              <a:rPr lang="en-US" sz="1000" err="1"/>
              <a:t>neque</a:t>
            </a:r>
            <a:r>
              <a:rPr lang="en-US" sz="1000"/>
              <a:t> </a:t>
            </a:r>
            <a:r>
              <a:rPr lang="en-US" sz="1000" err="1"/>
              <a:t>lacus</a:t>
            </a:r>
            <a:r>
              <a:rPr lang="en-US" sz="1000"/>
              <a:t>, </a:t>
            </a:r>
            <a:r>
              <a:rPr lang="en-US" sz="1000" err="1"/>
              <a:t>sceleris</a:t>
            </a:r>
            <a:r>
              <a:rPr lang="en-US" sz="1000"/>
              <a:t> que sit </a:t>
            </a:r>
            <a:r>
              <a:rPr lang="en-US" sz="1000" err="1"/>
              <a:t>amet</a:t>
            </a:r>
            <a:r>
              <a:rPr lang="en-US" sz="1000"/>
              <a:t> diam </a:t>
            </a:r>
            <a:r>
              <a:rPr lang="en-US" sz="1000" err="1"/>
              <a:t>nec</a:t>
            </a:r>
            <a:r>
              <a:rPr lang="en-US" sz="1000"/>
              <a:t>, </a:t>
            </a:r>
            <a:r>
              <a:rPr lang="en-US" sz="1000" err="1"/>
              <a:t>interdum</a:t>
            </a:r>
            <a:r>
              <a:rPr lang="en-US" sz="1000"/>
              <a:t> </a:t>
            </a:r>
            <a:r>
              <a:rPr lang="en-US" sz="1000" err="1"/>
              <a:t>imperdiet</a:t>
            </a:r>
            <a:r>
              <a:rPr lang="en-US" sz="1000"/>
              <a:t> </a:t>
            </a:r>
            <a:r>
              <a:rPr lang="en-US" sz="1000" err="1"/>
              <a:t>maga</a:t>
            </a:r>
            <a:r>
              <a:rPr lang="en-US" sz="1000"/>
              <a:t>. </a:t>
            </a:r>
            <a:r>
              <a:rPr lang="en-US" sz="1000" err="1"/>
              <a:t>Donec</a:t>
            </a:r>
            <a:r>
              <a:rPr lang="en-US" sz="1000"/>
              <a:t> in </a:t>
            </a:r>
            <a:r>
              <a:rPr lang="en-US" sz="1000" err="1"/>
              <a:t>egestas</a:t>
            </a:r>
            <a:r>
              <a:rPr lang="en-US" sz="1000"/>
              <a:t> </a:t>
            </a:r>
            <a:r>
              <a:rPr lang="en-US" sz="1000" err="1"/>
              <a:t>odio</a:t>
            </a:r>
            <a:r>
              <a:rPr lang="en-US" sz="1000"/>
              <a:t>, sed </a:t>
            </a:r>
            <a:r>
              <a:rPr lang="en-US" sz="1000" err="1"/>
              <a:t>efficitur</a:t>
            </a:r>
            <a:r>
              <a:rPr lang="en-US" sz="1000"/>
              <a:t> </a:t>
            </a:r>
            <a:r>
              <a:rPr lang="en-US" sz="1000" err="1"/>
              <a:t>neque</a:t>
            </a:r>
            <a:r>
              <a:rPr lang="en-US" sz="1000"/>
              <a:t>. Integer sit </a:t>
            </a:r>
            <a:r>
              <a:rPr lang="en-US" sz="1000" err="1"/>
              <a:t>amet</a:t>
            </a:r>
            <a:r>
              <a:rPr lang="en-US" sz="1000"/>
              <a:t> </a:t>
            </a:r>
            <a:r>
              <a:rPr lang="en-US" sz="1000" err="1"/>
              <a:t>volutpat</a:t>
            </a:r>
            <a:r>
              <a:rPr lang="en-US" sz="1000"/>
              <a:t> </a:t>
            </a:r>
            <a:r>
              <a:rPr lang="en-US" sz="1000" err="1"/>
              <a:t>metus</a:t>
            </a:r>
            <a:r>
              <a:rPr lang="en-US" sz="1000"/>
              <a:t>.</a:t>
            </a:r>
          </a:p>
          <a:p>
            <a:pPr>
              <a:lnSpc>
                <a:spcPct val="110000"/>
              </a:lnSpc>
              <a:spcBef>
                <a:spcPts val="600"/>
              </a:spcBef>
              <a:spcAft>
                <a:spcPts val="600"/>
              </a:spcAft>
            </a:pPr>
            <a:r>
              <a:rPr lang="en-US" sz="1000" err="1"/>
              <a:t>Phasellus</a:t>
            </a:r>
            <a:r>
              <a:rPr lang="en-US" sz="1000"/>
              <a:t> </a:t>
            </a:r>
            <a:r>
              <a:rPr lang="en-US" sz="1000" err="1"/>
              <a:t>accumsan</a:t>
            </a:r>
            <a:r>
              <a:rPr lang="en-US" sz="1000"/>
              <a:t> libero </a:t>
            </a:r>
            <a:r>
              <a:rPr lang="en-US" sz="1000" err="1"/>
              <a:t>auctor</a:t>
            </a:r>
            <a:r>
              <a:rPr lang="en-US" sz="1000"/>
              <a:t> </a:t>
            </a:r>
            <a:r>
              <a:rPr lang="en-US" sz="1000" err="1"/>
              <a:t>laoreet</a:t>
            </a:r>
            <a:r>
              <a:rPr lang="en-US" sz="1000"/>
              <a:t> </a:t>
            </a:r>
            <a:r>
              <a:rPr lang="en-US" sz="1000" err="1"/>
              <a:t>tristique</a:t>
            </a:r>
            <a:r>
              <a:rPr lang="en-US" sz="1000"/>
              <a:t>. </a:t>
            </a:r>
            <a:r>
              <a:rPr lang="en-US" sz="1000" err="1"/>
              <a:t>Interdum</a:t>
            </a:r>
            <a:r>
              <a:rPr lang="en-US" sz="1000"/>
              <a:t> et </a:t>
            </a:r>
            <a:r>
              <a:rPr lang="en-US" sz="1000" err="1"/>
              <a:t>malesuada</a:t>
            </a:r>
            <a:r>
              <a:rPr lang="en-US" sz="1000"/>
              <a:t> fames ac ante ipsum </a:t>
            </a:r>
            <a:r>
              <a:rPr lang="en-US" sz="1000" err="1"/>
              <a:t>primis</a:t>
            </a:r>
            <a:r>
              <a:rPr lang="en-US" sz="1000"/>
              <a:t> in </a:t>
            </a:r>
            <a:r>
              <a:rPr lang="en-US" sz="1000" err="1"/>
              <a:t>faucibus</a:t>
            </a:r>
            <a:r>
              <a:rPr lang="en-US" sz="1000"/>
              <a:t>. </a:t>
            </a:r>
            <a:r>
              <a:rPr lang="en-US" sz="1000" err="1"/>
              <a:t>Quisque</a:t>
            </a:r>
            <a:r>
              <a:rPr lang="en-US" sz="1000"/>
              <a:t> </a:t>
            </a:r>
            <a:r>
              <a:rPr lang="en-US" sz="1000" err="1"/>
              <a:t>urna</a:t>
            </a:r>
            <a:r>
              <a:rPr lang="en-US" sz="1000"/>
              <a:t> </a:t>
            </a:r>
            <a:r>
              <a:rPr lang="en-US" sz="1000" err="1"/>
              <a:t>neque</a:t>
            </a:r>
            <a:r>
              <a:rPr lang="en-US" sz="1000"/>
              <a:t>, </a:t>
            </a:r>
            <a:r>
              <a:rPr lang="en-US" sz="1000" err="1"/>
              <a:t>finibus</a:t>
            </a:r>
            <a:r>
              <a:rPr lang="en-US" sz="1000"/>
              <a:t> a </a:t>
            </a:r>
            <a:r>
              <a:rPr lang="en-US" sz="1000" err="1"/>
              <a:t>sem</a:t>
            </a:r>
            <a:r>
              <a:rPr lang="en-US" sz="1000"/>
              <a:t> at, maximus </a:t>
            </a:r>
            <a:r>
              <a:rPr lang="en-US" sz="1000" err="1"/>
              <a:t>faucibus</a:t>
            </a:r>
            <a:r>
              <a:rPr lang="en-US" sz="1000"/>
              <a:t> ante.</a:t>
            </a:r>
          </a:p>
        </p:txBody>
      </p:sp>
      <p:sp>
        <p:nvSpPr>
          <p:cNvPr id="35" name="TextBox 34">
            <a:extLst>
              <a:ext uri="{FF2B5EF4-FFF2-40B4-BE49-F238E27FC236}">
                <a16:creationId xmlns:a16="http://schemas.microsoft.com/office/drawing/2014/main" id="{B07DF7B5-7A84-4D9F-87B0-D3CAA5944782}"/>
              </a:ext>
            </a:extLst>
          </p:cNvPr>
          <p:cNvSpPr txBox="1"/>
          <p:nvPr/>
        </p:nvSpPr>
        <p:spPr>
          <a:xfrm>
            <a:off x="5119499" y="2286544"/>
            <a:ext cx="561975" cy="444224"/>
          </a:xfrm>
          <a:prstGeom prst="rect">
            <a:avLst/>
          </a:prstGeom>
        </p:spPr>
        <p:txBody>
          <a:bodyPr vert="horz" wrap="square" lIns="0" tIns="0" rIns="0" bIns="0" rtlCol="0" anchor="b">
            <a:spAutoFit/>
          </a:bodyPr>
          <a:lstStyle>
            <a:defPPr>
              <a:defRPr lang="en-US"/>
            </a:defPPr>
            <a:lvl1pPr>
              <a:lnSpc>
                <a:spcPct val="110000"/>
              </a:lnSpc>
              <a:spcBef>
                <a:spcPts val="600"/>
              </a:spcBef>
              <a:spcAft>
                <a:spcPts val="600"/>
              </a:spcAft>
              <a:defRPr sz="2800" b="1">
                <a:solidFill>
                  <a:schemeClr val="accent2"/>
                </a:solidFill>
                <a:latin typeface="Montserrat SemiBold" panose="00000700000000000000" pitchFamily="2" charset="0"/>
              </a:defRPr>
            </a:lvl1pPr>
          </a:lstStyle>
          <a:p>
            <a:r>
              <a:rPr lang="en-US"/>
              <a:t>3</a:t>
            </a:r>
          </a:p>
        </p:txBody>
      </p:sp>
      <p:sp>
        <p:nvSpPr>
          <p:cNvPr id="20" name="TextBox 19">
            <a:extLst>
              <a:ext uri="{FF2B5EF4-FFF2-40B4-BE49-F238E27FC236}">
                <a16:creationId xmlns:a16="http://schemas.microsoft.com/office/drawing/2014/main" id="{2B19D71F-EDCB-4CA4-A87E-7EAE3ACF4E29}"/>
              </a:ext>
            </a:extLst>
          </p:cNvPr>
          <p:cNvSpPr txBox="1"/>
          <p:nvPr/>
        </p:nvSpPr>
        <p:spPr>
          <a:xfrm>
            <a:off x="5103819" y="2971800"/>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t>Label Name</a:t>
            </a:r>
          </a:p>
        </p:txBody>
      </p:sp>
      <p:sp>
        <p:nvSpPr>
          <p:cNvPr id="19" name="TextBox 18">
            <a:extLst>
              <a:ext uri="{FF2B5EF4-FFF2-40B4-BE49-F238E27FC236}">
                <a16:creationId xmlns:a16="http://schemas.microsoft.com/office/drawing/2014/main" id="{31127FD8-27F2-413A-A82F-1C54B5EF6003}"/>
              </a:ext>
            </a:extLst>
          </p:cNvPr>
          <p:cNvSpPr txBox="1"/>
          <p:nvPr/>
        </p:nvSpPr>
        <p:spPr>
          <a:xfrm>
            <a:off x="5103819" y="3429000"/>
            <a:ext cx="1770774" cy="2343847"/>
          </a:xfrm>
          <a:prstGeom prst="rect">
            <a:avLst/>
          </a:prstGeom>
        </p:spPr>
        <p:txBody>
          <a:bodyPr vert="horz" wrap="square" lIns="0" tIns="0" rIns="0" bIns="0" rtlCol="0">
            <a:spAutoFit/>
          </a:bodyPr>
          <a:lstStyle/>
          <a:p>
            <a:pPr>
              <a:lnSpc>
                <a:spcPct val="110000"/>
              </a:lnSpc>
              <a:spcBef>
                <a:spcPts val="600"/>
              </a:spcBef>
              <a:spcAft>
                <a:spcPts val="600"/>
              </a:spcAft>
            </a:pPr>
            <a:r>
              <a:rPr lang="en-US" sz="1000" err="1"/>
              <a:t>Ivamus</a:t>
            </a:r>
            <a:r>
              <a:rPr lang="en-US" sz="1000"/>
              <a:t> </a:t>
            </a:r>
            <a:r>
              <a:rPr lang="en-US" sz="1000" err="1"/>
              <a:t>hendrerit</a:t>
            </a:r>
            <a:r>
              <a:rPr lang="en-US" sz="1000"/>
              <a:t> </a:t>
            </a:r>
            <a:r>
              <a:rPr lang="en-US" sz="1000" err="1"/>
              <a:t>metus</a:t>
            </a:r>
            <a:r>
              <a:rPr lang="en-US" sz="1000"/>
              <a:t> sit </a:t>
            </a:r>
            <a:r>
              <a:rPr lang="en-US" sz="1000" err="1"/>
              <a:t>amet</a:t>
            </a:r>
            <a:r>
              <a:rPr lang="en-US" sz="1000"/>
              <a:t> </a:t>
            </a:r>
            <a:r>
              <a:rPr lang="en-US" sz="1000" err="1"/>
              <a:t>turpis</a:t>
            </a:r>
            <a:r>
              <a:rPr lang="en-US" sz="1000"/>
              <a:t> porta, at </a:t>
            </a:r>
            <a:r>
              <a:rPr lang="en-US" sz="1000" err="1"/>
              <a:t>aliqu</a:t>
            </a:r>
            <a:r>
              <a:rPr lang="en-US" sz="1000"/>
              <a:t> am </a:t>
            </a:r>
            <a:r>
              <a:rPr lang="en-US" sz="1000" err="1"/>
              <a:t>urna</a:t>
            </a:r>
            <a:r>
              <a:rPr lang="en-US" sz="1000"/>
              <a:t> </a:t>
            </a:r>
            <a:r>
              <a:rPr lang="en-US" sz="1000" err="1"/>
              <a:t>ultricies</a:t>
            </a:r>
            <a:r>
              <a:rPr lang="en-US" sz="1000"/>
              <a:t>. </a:t>
            </a:r>
            <a:r>
              <a:rPr lang="en-US" sz="1000" err="1"/>
              <a:t>Praesent</a:t>
            </a:r>
            <a:r>
              <a:rPr lang="en-US" sz="1000"/>
              <a:t> at </a:t>
            </a:r>
            <a:r>
              <a:rPr lang="en-US" sz="1000" err="1"/>
              <a:t>sapien</a:t>
            </a:r>
            <a:r>
              <a:rPr lang="en-US" sz="1000"/>
              <a:t> </a:t>
            </a:r>
            <a:r>
              <a:rPr lang="en-US" sz="1000" err="1"/>
              <a:t>facilisis</a:t>
            </a:r>
            <a:r>
              <a:rPr lang="en-US" sz="1000"/>
              <a:t>, </a:t>
            </a:r>
            <a:r>
              <a:rPr lang="en-US" sz="1000" err="1"/>
              <a:t>sceleris</a:t>
            </a:r>
            <a:r>
              <a:rPr lang="en-US" sz="1000"/>
              <a:t> que </a:t>
            </a:r>
            <a:r>
              <a:rPr lang="en-US" sz="1000" err="1"/>
              <a:t>erat</a:t>
            </a:r>
            <a:r>
              <a:rPr lang="en-US" sz="1000"/>
              <a:t> in, </a:t>
            </a:r>
            <a:r>
              <a:rPr lang="en-US" sz="1000" err="1"/>
              <a:t>malesuada</a:t>
            </a:r>
            <a:r>
              <a:rPr lang="en-US" sz="1000"/>
              <a:t> diam. </a:t>
            </a:r>
            <a:r>
              <a:rPr lang="en-US" sz="1000" err="1"/>
              <a:t>Donec</a:t>
            </a:r>
            <a:r>
              <a:rPr lang="en-US" sz="1000"/>
              <a:t> </a:t>
            </a:r>
            <a:r>
              <a:rPr lang="en-US" sz="1000" err="1"/>
              <a:t>elementum</a:t>
            </a:r>
            <a:r>
              <a:rPr lang="en-US" sz="1000"/>
              <a:t> libero a dolor </a:t>
            </a:r>
            <a:r>
              <a:rPr lang="en-US" sz="1000" err="1"/>
              <a:t>viverra</a:t>
            </a:r>
            <a:r>
              <a:rPr lang="en-US" sz="1000"/>
              <a:t> </a:t>
            </a:r>
            <a:r>
              <a:rPr lang="en-US" sz="1000" err="1"/>
              <a:t>bibendum</a:t>
            </a:r>
            <a:r>
              <a:rPr lang="en-US" sz="1000"/>
              <a:t>. </a:t>
            </a:r>
          </a:p>
          <a:p>
            <a:pPr>
              <a:lnSpc>
                <a:spcPct val="110000"/>
              </a:lnSpc>
              <a:spcBef>
                <a:spcPts val="600"/>
              </a:spcBef>
              <a:spcAft>
                <a:spcPts val="600"/>
              </a:spcAft>
            </a:pPr>
            <a:r>
              <a:rPr lang="en-US" sz="1000" err="1"/>
              <a:t>Etiam</a:t>
            </a:r>
            <a:r>
              <a:rPr lang="en-US" sz="1000"/>
              <a:t> id mi </a:t>
            </a:r>
            <a:r>
              <a:rPr lang="en-US" sz="1000" err="1"/>
              <a:t>orci</a:t>
            </a:r>
            <a:r>
              <a:rPr lang="en-US" sz="1000"/>
              <a:t>. </a:t>
            </a:r>
            <a:r>
              <a:rPr lang="en-US" sz="1000" err="1"/>
              <a:t>Donec</a:t>
            </a:r>
            <a:r>
              <a:rPr lang="en-US" sz="1000"/>
              <a:t> </a:t>
            </a:r>
            <a:r>
              <a:rPr lang="en-US" sz="1000" err="1"/>
              <a:t>blandit</a:t>
            </a:r>
            <a:r>
              <a:rPr lang="en-US" sz="1000"/>
              <a:t> </a:t>
            </a:r>
            <a:r>
              <a:rPr lang="en-US" sz="1000" err="1"/>
              <a:t>consequat</a:t>
            </a:r>
            <a:r>
              <a:rPr lang="en-US" sz="1000"/>
              <a:t> </a:t>
            </a:r>
            <a:r>
              <a:rPr lang="en-US" sz="1000" err="1"/>
              <a:t>eleifend</a:t>
            </a:r>
            <a:r>
              <a:rPr lang="en-US" sz="1000"/>
              <a:t>. Sed </a:t>
            </a:r>
            <a:r>
              <a:rPr lang="en-US" sz="1000" err="1"/>
              <a:t>tincidunt</a:t>
            </a:r>
            <a:r>
              <a:rPr lang="en-US" sz="1000"/>
              <a:t> </a:t>
            </a:r>
            <a:r>
              <a:rPr lang="en-US" sz="1000" err="1"/>
              <a:t>vehicula</a:t>
            </a:r>
            <a:r>
              <a:rPr lang="en-US" sz="1000"/>
              <a:t> convallis. </a:t>
            </a:r>
            <a:r>
              <a:rPr lang="en-US" sz="1000" err="1"/>
              <a:t>Donec</a:t>
            </a:r>
            <a:r>
              <a:rPr lang="en-US" sz="1000"/>
              <a:t> semper </a:t>
            </a:r>
            <a:r>
              <a:rPr lang="en-US" sz="1000" err="1"/>
              <a:t>tellus</a:t>
            </a:r>
            <a:r>
              <a:rPr lang="en-US" sz="1000"/>
              <a:t> </a:t>
            </a:r>
            <a:r>
              <a:rPr lang="en-US" sz="1000" err="1"/>
              <a:t>quis</a:t>
            </a:r>
            <a:r>
              <a:rPr lang="en-US" sz="1000"/>
              <a:t> dolor </a:t>
            </a:r>
            <a:r>
              <a:rPr lang="en-US" sz="1000" err="1"/>
              <a:t>varius</a:t>
            </a:r>
            <a:r>
              <a:rPr lang="en-US" sz="1000"/>
              <a:t>.</a:t>
            </a:r>
          </a:p>
        </p:txBody>
      </p:sp>
      <p:sp>
        <p:nvSpPr>
          <p:cNvPr id="36" name="TextBox 35">
            <a:extLst>
              <a:ext uri="{FF2B5EF4-FFF2-40B4-BE49-F238E27FC236}">
                <a16:creationId xmlns:a16="http://schemas.microsoft.com/office/drawing/2014/main" id="{B4DB4247-D72B-4DEE-8306-87F9861777FD}"/>
              </a:ext>
            </a:extLst>
          </p:cNvPr>
          <p:cNvSpPr txBox="1"/>
          <p:nvPr/>
        </p:nvSpPr>
        <p:spPr>
          <a:xfrm>
            <a:off x="7214999" y="2286544"/>
            <a:ext cx="561975" cy="444224"/>
          </a:xfrm>
          <a:prstGeom prst="rect">
            <a:avLst/>
          </a:prstGeom>
        </p:spPr>
        <p:txBody>
          <a:bodyPr vert="horz" wrap="square" lIns="0" tIns="0" rIns="0" bIns="0" rtlCol="0" anchor="b">
            <a:spAutoFit/>
          </a:bodyPr>
          <a:lstStyle>
            <a:defPPr>
              <a:defRPr lang="en-US"/>
            </a:defPPr>
            <a:lvl1pPr>
              <a:lnSpc>
                <a:spcPct val="110000"/>
              </a:lnSpc>
              <a:spcBef>
                <a:spcPts val="600"/>
              </a:spcBef>
              <a:spcAft>
                <a:spcPts val="600"/>
              </a:spcAft>
              <a:defRPr sz="2800" b="1">
                <a:solidFill>
                  <a:schemeClr val="accent3"/>
                </a:solidFill>
                <a:latin typeface="Montserrat SemiBold" panose="00000700000000000000" pitchFamily="2" charset="0"/>
              </a:defRPr>
            </a:lvl1pPr>
          </a:lstStyle>
          <a:p>
            <a:r>
              <a:rPr lang="en-US"/>
              <a:t>4</a:t>
            </a:r>
          </a:p>
        </p:txBody>
      </p:sp>
      <p:sp>
        <p:nvSpPr>
          <p:cNvPr id="22" name="TextBox 21">
            <a:extLst>
              <a:ext uri="{FF2B5EF4-FFF2-40B4-BE49-F238E27FC236}">
                <a16:creationId xmlns:a16="http://schemas.microsoft.com/office/drawing/2014/main" id="{9B0C47DC-A198-46A3-8D68-CFEBBBC743CA}"/>
              </a:ext>
            </a:extLst>
          </p:cNvPr>
          <p:cNvSpPr txBox="1"/>
          <p:nvPr/>
        </p:nvSpPr>
        <p:spPr>
          <a:xfrm>
            <a:off x="7191479" y="2971800"/>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t>Label Name</a:t>
            </a:r>
          </a:p>
        </p:txBody>
      </p:sp>
      <p:sp>
        <p:nvSpPr>
          <p:cNvPr id="21" name="TextBox 20">
            <a:extLst>
              <a:ext uri="{FF2B5EF4-FFF2-40B4-BE49-F238E27FC236}">
                <a16:creationId xmlns:a16="http://schemas.microsoft.com/office/drawing/2014/main" id="{83C6CF42-A735-45B1-9CFC-8059F4FF63D5}"/>
              </a:ext>
            </a:extLst>
          </p:cNvPr>
          <p:cNvSpPr txBox="1"/>
          <p:nvPr/>
        </p:nvSpPr>
        <p:spPr>
          <a:xfrm>
            <a:off x="7191479" y="3429000"/>
            <a:ext cx="1770774" cy="2359236"/>
          </a:xfrm>
          <a:prstGeom prst="rect">
            <a:avLst/>
          </a:prstGeom>
        </p:spPr>
        <p:txBody>
          <a:bodyPr vert="horz" wrap="square" lIns="0" tIns="0" rIns="0" bIns="0" rtlCol="0">
            <a:spAutoFit/>
          </a:bodyPr>
          <a:lstStyle/>
          <a:p>
            <a:pPr>
              <a:lnSpc>
                <a:spcPct val="110000"/>
              </a:lnSpc>
              <a:spcBef>
                <a:spcPts val="600"/>
              </a:spcBef>
              <a:spcAft>
                <a:spcPts val="600"/>
              </a:spcAft>
            </a:pPr>
            <a:r>
              <a:rPr lang="en-US" sz="1000"/>
              <a:t>Cras </a:t>
            </a:r>
            <a:r>
              <a:rPr lang="en-US" sz="1000" err="1"/>
              <a:t>aliquet</a:t>
            </a:r>
            <a:r>
              <a:rPr lang="en-US" sz="1000"/>
              <a:t> id </a:t>
            </a:r>
            <a:r>
              <a:rPr lang="en-US" sz="1000" err="1"/>
              <a:t>nibh</a:t>
            </a:r>
            <a:r>
              <a:rPr lang="en-US" sz="1000"/>
              <a:t> in </a:t>
            </a:r>
            <a:r>
              <a:rPr lang="en-US" sz="1000" err="1"/>
              <a:t>vulputate</a:t>
            </a:r>
            <a:r>
              <a:rPr lang="en-US" sz="1000"/>
              <a:t>. </a:t>
            </a:r>
            <a:r>
              <a:rPr lang="en-US" sz="1000" err="1"/>
              <a:t>Pellentesque</a:t>
            </a:r>
            <a:r>
              <a:rPr lang="en-US" sz="1000"/>
              <a:t> habitant </a:t>
            </a:r>
            <a:r>
              <a:rPr lang="en-US" sz="1000" err="1"/>
              <a:t>morbi</a:t>
            </a:r>
            <a:r>
              <a:rPr lang="en-US" sz="1000"/>
              <a:t> </a:t>
            </a:r>
            <a:r>
              <a:rPr lang="en-US" sz="1000" err="1"/>
              <a:t>tristique</a:t>
            </a:r>
            <a:r>
              <a:rPr lang="en-US" sz="1000"/>
              <a:t> </a:t>
            </a:r>
            <a:r>
              <a:rPr lang="en-US" sz="1000" err="1"/>
              <a:t>senectus</a:t>
            </a:r>
            <a:r>
              <a:rPr lang="en-US" sz="1000"/>
              <a:t> et </a:t>
            </a:r>
            <a:r>
              <a:rPr lang="en-US" sz="1000" err="1"/>
              <a:t>netus</a:t>
            </a:r>
            <a:r>
              <a:rPr lang="en-US" sz="1000"/>
              <a:t> et male-</a:t>
            </a:r>
            <a:r>
              <a:rPr lang="en-US" sz="1000" err="1"/>
              <a:t>suada</a:t>
            </a:r>
            <a:r>
              <a:rPr lang="en-US" sz="1000"/>
              <a:t> fames ac </a:t>
            </a:r>
            <a:r>
              <a:rPr lang="en-US" sz="1000" err="1"/>
              <a:t>turpis</a:t>
            </a:r>
            <a:r>
              <a:rPr lang="en-US" sz="1000"/>
              <a:t> </a:t>
            </a:r>
            <a:r>
              <a:rPr lang="en-US" sz="1000" err="1"/>
              <a:t>egestas</a:t>
            </a:r>
            <a:r>
              <a:rPr lang="en-US" sz="1000"/>
              <a:t>. Duis </a:t>
            </a:r>
            <a:r>
              <a:rPr lang="en-US" sz="1000" err="1"/>
              <a:t>ultricies</a:t>
            </a:r>
            <a:r>
              <a:rPr lang="en-US" sz="1000"/>
              <a:t> </a:t>
            </a:r>
            <a:r>
              <a:rPr lang="en-US" sz="1000" err="1"/>
              <a:t>mollis</a:t>
            </a:r>
            <a:r>
              <a:rPr lang="en-US" sz="1000"/>
              <a:t> </a:t>
            </a:r>
            <a:r>
              <a:rPr lang="en-US" sz="1000" err="1"/>
              <a:t>tellus</a:t>
            </a:r>
            <a:r>
              <a:rPr lang="en-US" sz="1000"/>
              <a:t> ac </a:t>
            </a:r>
            <a:r>
              <a:rPr lang="en-US" sz="1000" err="1"/>
              <a:t>condim-entum</a:t>
            </a:r>
            <a:r>
              <a:rPr lang="en-US" sz="1000"/>
              <a:t>. </a:t>
            </a:r>
            <a:r>
              <a:rPr lang="en-US" sz="1000" err="1"/>
              <a:t>Praesent</a:t>
            </a:r>
            <a:r>
              <a:rPr lang="en-US" sz="1000"/>
              <a:t> </a:t>
            </a:r>
            <a:r>
              <a:rPr lang="en-US" sz="1000" err="1"/>
              <a:t>commodo</a:t>
            </a:r>
            <a:r>
              <a:rPr lang="en-US" sz="1000"/>
              <a:t> </a:t>
            </a:r>
            <a:r>
              <a:rPr lang="en-US" sz="1000" err="1"/>
              <a:t>urna</a:t>
            </a:r>
            <a:r>
              <a:rPr lang="en-US" sz="1000"/>
              <a:t> ac </a:t>
            </a:r>
            <a:r>
              <a:rPr lang="en-US" sz="1000" err="1"/>
              <a:t>bibendum</a:t>
            </a:r>
            <a:r>
              <a:rPr lang="en-US" sz="1000"/>
              <a:t> pulvinar. Maecenas </a:t>
            </a:r>
            <a:r>
              <a:rPr lang="en-US" sz="1000" err="1"/>
              <a:t>pellentesque</a:t>
            </a:r>
            <a:r>
              <a:rPr lang="en-US" sz="1000"/>
              <a:t> cursus </a:t>
            </a:r>
            <a:r>
              <a:rPr lang="en-US" sz="1000" err="1"/>
              <a:t>metus</a:t>
            </a:r>
            <a:r>
              <a:rPr lang="en-US" sz="1000"/>
              <a:t>, </a:t>
            </a:r>
            <a:r>
              <a:rPr lang="en-US" sz="1000" err="1"/>
              <a:t>eget</a:t>
            </a:r>
            <a:r>
              <a:rPr lang="en-US" sz="1000"/>
              <a:t> </a:t>
            </a:r>
            <a:r>
              <a:rPr lang="en-US" sz="1000" err="1"/>
              <a:t>egestas</a:t>
            </a:r>
            <a:r>
              <a:rPr lang="en-US" sz="1000"/>
              <a:t> </a:t>
            </a:r>
            <a:r>
              <a:rPr lang="en-US" sz="1000" err="1"/>
              <a:t>felis</a:t>
            </a:r>
            <a:r>
              <a:rPr lang="en-US" sz="1000"/>
              <a:t> </a:t>
            </a:r>
            <a:r>
              <a:rPr lang="en-US" sz="1000" err="1"/>
              <a:t>mollis</a:t>
            </a:r>
            <a:r>
              <a:rPr lang="en-US" sz="1000"/>
              <a:t> sit </a:t>
            </a:r>
            <a:r>
              <a:rPr lang="en-US" sz="1000" err="1"/>
              <a:t>amet</a:t>
            </a:r>
            <a:r>
              <a:rPr lang="en-US" sz="1000"/>
              <a:t>. </a:t>
            </a:r>
            <a:r>
              <a:rPr lang="en-US" sz="1000" err="1"/>
              <a:t>Curabitur</a:t>
            </a:r>
            <a:r>
              <a:rPr lang="en-US" sz="1000"/>
              <a:t> </a:t>
            </a:r>
            <a:r>
              <a:rPr lang="en-US" sz="1000" err="1"/>
              <a:t>faucibus</a:t>
            </a:r>
            <a:r>
              <a:rPr lang="en-US" sz="1000"/>
              <a:t>, </a:t>
            </a:r>
            <a:r>
              <a:rPr lang="en-US" sz="1000" err="1"/>
              <a:t>nulla</a:t>
            </a:r>
            <a:r>
              <a:rPr lang="en-US" sz="1000"/>
              <a:t> sed </a:t>
            </a:r>
            <a:r>
              <a:rPr lang="en-US" sz="1000" err="1"/>
              <a:t>interdum</a:t>
            </a:r>
            <a:r>
              <a:rPr lang="en-US" sz="1000"/>
              <a:t> cursus</a:t>
            </a:r>
          </a:p>
        </p:txBody>
      </p:sp>
      <p:sp>
        <p:nvSpPr>
          <p:cNvPr id="37" name="TextBox 36">
            <a:extLst>
              <a:ext uri="{FF2B5EF4-FFF2-40B4-BE49-F238E27FC236}">
                <a16:creationId xmlns:a16="http://schemas.microsoft.com/office/drawing/2014/main" id="{1B102053-AF30-412D-B949-961DF77F6900}"/>
              </a:ext>
            </a:extLst>
          </p:cNvPr>
          <p:cNvSpPr txBox="1"/>
          <p:nvPr/>
        </p:nvSpPr>
        <p:spPr>
          <a:xfrm>
            <a:off x="9310499" y="2286544"/>
            <a:ext cx="561975" cy="444224"/>
          </a:xfrm>
          <a:prstGeom prst="rect">
            <a:avLst/>
          </a:prstGeom>
        </p:spPr>
        <p:txBody>
          <a:bodyPr vert="horz" wrap="square" lIns="0" tIns="0" rIns="0" bIns="0" rtlCol="0" anchor="b">
            <a:spAutoFit/>
          </a:bodyPr>
          <a:lstStyle>
            <a:defPPr>
              <a:defRPr lang="en-US"/>
            </a:defPPr>
            <a:lvl1pPr>
              <a:lnSpc>
                <a:spcPct val="110000"/>
              </a:lnSpc>
              <a:spcBef>
                <a:spcPts val="600"/>
              </a:spcBef>
              <a:spcAft>
                <a:spcPts val="600"/>
              </a:spcAft>
              <a:defRPr sz="2800" b="1">
                <a:solidFill>
                  <a:schemeClr val="accent4"/>
                </a:solidFill>
                <a:latin typeface="Montserrat SemiBold" panose="00000700000000000000" pitchFamily="2" charset="0"/>
              </a:defRPr>
            </a:lvl1pPr>
          </a:lstStyle>
          <a:p>
            <a:r>
              <a:rPr lang="en-US"/>
              <a:t>5</a:t>
            </a:r>
          </a:p>
        </p:txBody>
      </p:sp>
      <p:sp>
        <p:nvSpPr>
          <p:cNvPr id="24" name="TextBox 23">
            <a:extLst>
              <a:ext uri="{FF2B5EF4-FFF2-40B4-BE49-F238E27FC236}">
                <a16:creationId xmlns:a16="http://schemas.microsoft.com/office/drawing/2014/main" id="{F8962EC4-CE9B-48C9-9278-D51C5F47DF07}"/>
              </a:ext>
            </a:extLst>
          </p:cNvPr>
          <p:cNvSpPr txBox="1"/>
          <p:nvPr/>
        </p:nvSpPr>
        <p:spPr>
          <a:xfrm>
            <a:off x="9279139" y="2971800"/>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t>Label Name</a:t>
            </a:r>
          </a:p>
        </p:txBody>
      </p:sp>
      <p:sp>
        <p:nvSpPr>
          <p:cNvPr id="23" name="TextBox 22">
            <a:extLst>
              <a:ext uri="{FF2B5EF4-FFF2-40B4-BE49-F238E27FC236}">
                <a16:creationId xmlns:a16="http://schemas.microsoft.com/office/drawing/2014/main" id="{400EDE63-F469-4265-B06C-7FBC05C119D1}"/>
              </a:ext>
            </a:extLst>
          </p:cNvPr>
          <p:cNvSpPr txBox="1"/>
          <p:nvPr/>
        </p:nvSpPr>
        <p:spPr>
          <a:xfrm>
            <a:off x="9279139" y="3429000"/>
            <a:ext cx="1770774" cy="2359236"/>
          </a:xfrm>
          <a:prstGeom prst="rect">
            <a:avLst/>
          </a:prstGeom>
        </p:spPr>
        <p:txBody>
          <a:bodyPr vert="horz" wrap="square" lIns="0" tIns="0" rIns="0" bIns="0" rtlCol="0">
            <a:spAutoFit/>
          </a:bodyPr>
          <a:lstStyle/>
          <a:p>
            <a:pPr>
              <a:lnSpc>
                <a:spcPct val="110000"/>
              </a:lnSpc>
              <a:spcBef>
                <a:spcPts val="600"/>
              </a:spcBef>
              <a:spcAft>
                <a:spcPts val="600"/>
              </a:spcAft>
            </a:pPr>
            <a:r>
              <a:rPr lang="en-US" sz="1000" err="1"/>
              <a:t>Sivamus</a:t>
            </a:r>
            <a:r>
              <a:rPr lang="en-US" sz="1000"/>
              <a:t> </a:t>
            </a:r>
            <a:r>
              <a:rPr lang="en-US" sz="1000" err="1"/>
              <a:t>laoreet</a:t>
            </a:r>
            <a:r>
              <a:rPr lang="en-US" sz="1000"/>
              <a:t> </a:t>
            </a:r>
            <a:r>
              <a:rPr lang="en-US" sz="1000" err="1"/>
              <a:t>sem</a:t>
            </a:r>
            <a:r>
              <a:rPr lang="en-US" sz="1000"/>
              <a:t> </a:t>
            </a:r>
            <a:r>
              <a:rPr lang="en-US" sz="1000" err="1"/>
              <a:t>nunc</a:t>
            </a:r>
            <a:r>
              <a:rPr lang="en-US" sz="1000"/>
              <a:t>, ac </a:t>
            </a:r>
            <a:r>
              <a:rPr lang="en-US" sz="1000" err="1"/>
              <a:t>ullamcorper</a:t>
            </a:r>
            <a:r>
              <a:rPr lang="en-US" sz="1000"/>
              <a:t> </a:t>
            </a:r>
            <a:r>
              <a:rPr lang="en-US" sz="1000" err="1"/>
              <a:t>orci</a:t>
            </a:r>
            <a:r>
              <a:rPr lang="en-US" sz="1000"/>
              <a:t> </a:t>
            </a:r>
            <a:r>
              <a:rPr lang="en-US" sz="1000" err="1"/>
              <a:t>pul-vinar</a:t>
            </a:r>
            <a:r>
              <a:rPr lang="en-US" sz="1000"/>
              <a:t> </a:t>
            </a:r>
            <a:r>
              <a:rPr lang="en-US" sz="1000" err="1"/>
              <a:t>eu</a:t>
            </a:r>
            <a:r>
              <a:rPr lang="en-US" sz="1000"/>
              <a:t>. Duis a </a:t>
            </a:r>
            <a:r>
              <a:rPr lang="en-US" sz="1000" err="1"/>
              <a:t>velit</a:t>
            </a:r>
            <a:r>
              <a:rPr lang="en-US" sz="1000"/>
              <a:t> </a:t>
            </a:r>
            <a:r>
              <a:rPr lang="en-US" sz="1000" err="1"/>
              <a:t>sodal</a:t>
            </a:r>
            <a:r>
              <a:rPr lang="en-US" sz="1000"/>
              <a:t> </a:t>
            </a:r>
            <a:r>
              <a:rPr lang="en-US" sz="1000" err="1"/>
              <a:t>eros</a:t>
            </a:r>
            <a:r>
              <a:rPr lang="en-US" sz="1000"/>
              <a:t> </a:t>
            </a:r>
            <a:r>
              <a:rPr lang="en-US" sz="1000" err="1"/>
              <a:t>tincidunt</a:t>
            </a:r>
            <a:r>
              <a:rPr lang="en-US" sz="1000"/>
              <a:t> </a:t>
            </a:r>
            <a:r>
              <a:rPr lang="en-US" sz="1000" err="1"/>
              <a:t>pretium</a:t>
            </a:r>
            <a:r>
              <a:rPr lang="en-US" sz="1000"/>
              <a:t> vitae vel </a:t>
            </a:r>
            <a:r>
              <a:rPr lang="en-US" sz="1000" err="1"/>
              <a:t>erat</a:t>
            </a:r>
            <a:r>
              <a:rPr lang="en-US" sz="1000"/>
              <a:t>. Nam </a:t>
            </a:r>
            <a:r>
              <a:rPr lang="en-US" sz="1000" err="1"/>
              <a:t>condi</a:t>
            </a:r>
            <a:r>
              <a:rPr lang="en-US" sz="1000"/>
              <a:t>-mentum </a:t>
            </a:r>
            <a:r>
              <a:rPr lang="en-US" sz="1000" err="1"/>
              <a:t>tincidunt</a:t>
            </a:r>
            <a:r>
              <a:rPr lang="en-US" sz="1000"/>
              <a:t> </a:t>
            </a:r>
            <a:r>
              <a:rPr lang="en-US" sz="1000" err="1"/>
              <a:t>eros</a:t>
            </a:r>
            <a:r>
              <a:rPr lang="en-US" sz="1000"/>
              <a:t>, in </a:t>
            </a:r>
            <a:r>
              <a:rPr lang="en-US" sz="1000" err="1"/>
              <a:t>mattis</a:t>
            </a:r>
            <a:r>
              <a:rPr lang="en-US" sz="1000"/>
              <a:t> </a:t>
            </a:r>
            <a:r>
              <a:rPr lang="en-US" sz="1000" err="1"/>
              <a:t>turpis</a:t>
            </a:r>
            <a:r>
              <a:rPr lang="en-US" sz="1000"/>
              <a:t> </a:t>
            </a:r>
            <a:r>
              <a:rPr lang="en-US" sz="1000" err="1"/>
              <a:t>egestas</a:t>
            </a:r>
            <a:r>
              <a:rPr lang="en-US" sz="1000"/>
              <a:t> at. </a:t>
            </a:r>
            <a:r>
              <a:rPr lang="en-US" sz="1000" err="1"/>
              <a:t>Praesent</a:t>
            </a:r>
            <a:r>
              <a:rPr lang="en-US" sz="1000"/>
              <a:t> </a:t>
            </a:r>
            <a:r>
              <a:rPr lang="en-US" sz="1000" err="1"/>
              <a:t>consectetur</a:t>
            </a:r>
            <a:r>
              <a:rPr lang="en-US" sz="1000"/>
              <a:t> </a:t>
            </a:r>
            <a:r>
              <a:rPr lang="en-US" sz="1000" err="1"/>
              <a:t>ornare</a:t>
            </a:r>
            <a:r>
              <a:rPr lang="en-US" sz="1000"/>
              <a:t> </a:t>
            </a:r>
            <a:r>
              <a:rPr lang="en-US" sz="1000" err="1"/>
              <a:t>lacus</a:t>
            </a:r>
            <a:r>
              <a:rPr lang="en-US" sz="1000"/>
              <a:t> non </a:t>
            </a:r>
            <a:r>
              <a:rPr lang="en-US" sz="1000" err="1"/>
              <a:t>pellen-tesque</a:t>
            </a:r>
            <a:r>
              <a:rPr lang="en-US" sz="1000"/>
              <a:t>. In </a:t>
            </a:r>
            <a:r>
              <a:rPr lang="en-US" sz="1000" err="1"/>
              <a:t>iaculis</a:t>
            </a:r>
            <a:r>
              <a:rPr lang="en-US" sz="1000"/>
              <a:t> ex </a:t>
            </a:r>
            <a:r>
              <a:rPr lang="en-US" sz="1000" err="1"/>
              <a:t>risus</a:t>
            </a:r>
            <a:r>
              <a:rPr lang="en-US" sz="1000"/>
              <a:t>, non </a:t>
            </a:r>
            <a:r>
              <a:rPr lang="en-US" sz="1000" err="1"/>
              <a:t>ullamcorper</a:t>
            </a:r>
            <a:r>
              <a:rPr lang="en-US" sz="1000"/>
              <a:t> </a:t>
            </a:r>
            <a:r>
              <a:rPr lang="en-US" sz="1000" err="1"/>
              <a:t>nunc</a:t>
            </a:r>
            <a:r>
              <a:rPr lang="en-US" sz="1000"/>
              <a:t> </a:t>
            </a:r>
            <a:r>
              <a:rPr lang="en-US" sz="1000" err="1"/>
              <a:t>tincidunt</a:t>
            </a:r>
            <a:r>
              <a:rPr lang="en-US" sz="1000"/>
              <a:t>, </a:t>
            </a:r>
            <a:r>
              <a:rPr lang="en-US" sz="1000" err="1"/>
              <a:t>justo</a:t>
            </a:r>
            <a:r>
              <a:rPr lang="en-US" sz="1000"/>
              <a:t> ex cursus </a:t>
            </a:r>
            <a:r>
              <a:rPr lang="en-US" sz="1000" err="1"/>
              <a:t>felis</a:t>
            </a:r>
            <a:r>
              <a:rPr lang="en-US" sz="1000"/>
              <a:t>, at </a:t>
            </a:r>
            <a:r>
              <a:rPr lang="en-US" sz="1000" err="1"/>
              <a:t>sollicitudin</a:t>
            </a:r>
            <a:r>
              <a:rPr lang="en-US" sz="1000"/>
              <a:t> </a:t>
            </a:r>
            <a:r>
              <a:rPr lang="en-US" sz="1000" err="1"/>
              <a:t>nulla</a:t>
            </a:r>
            <a:r>
              <a:rPr lang="en-US" sz="1000"/>
              <a:t> </a:t>
            </a:r>
            <a:r>
              <a:rPr lang="en-US" sz="1000" err="1"/>
              <a:t>nibh</a:t>
            </a:r>
            <a:r>
              <a:rPr lang="en-US" sz="1000"/>
              <a:t> </a:t>
            </a:r>
            <a:r>
              <a:rPr lang="en-US" sz="1000" err="1"/>
              <a:t>dignissim</a:t>
            </a:r>
            <a:r>
              <a:rPr lang="en-US" sz="1000"/>
              <a:t> diam. </a:t>
            </a:r>
          </a:p>
        </p:txBody>
      </p:sp>
    </p:spTree>
    <p:extLst>
      <p:ext uri="{BB962C8B-B14F-4D97-AF65-F5344CB8AC3E}">
        <p14:creationId xmlns:p14="http://schemas.microsoft.com/office/powerpoint/2010/main" val="29339889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140AA0EA-4D6D-4C7E-85D2-CB47C44D3236}"/>
              </a:ext>
              <a:ext uri="{C183D7F6-B498-43B3-948B-1728B52AA6E4}">
                <adec:decorative xmlns:adec="http://schemas.microsoft.com/office/drawing/2017/decorative" val="1"/>
              </a:ext>
            </a:extLst>
          </p:cNvPr>
          <p:cNvGrpSpPr/>
          <p:nvPr/>
        </p:nvGrpSpPr>
        <p:grpSpPr>
          <a:xfrm>
            <a:off x="5170742" y="1055539"/>
            <a:ext cx="6906958" cy="5102119"/>
            <a:chOff x="5170742" y="1055539"/>
            <a:chExt cx="6906958" cy="5102119"/>
          </a:xfrm>
        </p:grpSpPr>
        <p:grpSp>
          <p:nvGrpSpPr>
            <p:cNvPr id="8" name="Group 7">
              <a:extLst>
                <a:ext uri="{FF2B5EF4-FFF2-40B4-BE49-F238E27FC236}">
                  <a16:creationId xmlns:a16="http://schemas.microsoft.com/office/drawing/2014/main" id="{A33F91A1-2E9B-4ACB-AF04-BCD5A4F331EB}"/>
                </a:ext>
                <a:ext uri="{C183D7F6-B498-43B3-948B-1728B52AA6E4}">
                  <adec:decorative xmlns:adec="http://schemas.microsoft.com/office/drawing/2017/decorative" val="1"/>
                </a:ext>
              </a:extLst>
            </p:cNvPr>
            <p:cNvGrpSpPr/>
            <p:nvPr/>
          </p:nvGrpSpPr>
          <p:grpSpPr>
            <a:xfrm>
              <a:off x="5822757" y="1055539"/>
              <a:ext cx="5611314" cy="5102119"/>
              <a:chOff x="5822757" y="1055539"/>
              <a:chExt cx="5611314" cy="5102119"/>
            </a:xfrm>
          </p:grpSpPr>
          <p:sp>
            <p:nvSpPr>
              <p:cNvPr id="22" name="Block Arc 21">
                <a:extLst>
                  <a:ext uri="{FF2B5EF4-FFF2-40B4-BE49-F238E27FC236}">
                    <a16:creationId xmlns:a16="http://schemas.microsoft.com/office/drawing/2014/main" id="{563A2351-4170-44D2-B82E-BCC0C677D1EE}"/>
                  </a:ext>
                </a:extLst>
              </p:cNvPr>
              <p:cNvSpPr/>
              <p:nvPr/>
            </p:nvSpPr>
            <p:spPr>
              <a:xfrm flipH="1">
                <a:off x="6212142" y="1333500"/>
                <a:ext cx="4824158" cy="4824158"/>
              </a:xfrm>
              <a:prstGeom prst="blockArc">
                <a:avLst>
                  <a:gd name="adj1" fmla="val 9788731"/>
                  <a:gd name="adj2" fmla="val 13944062"/>
                  <a:gd name="adj3" fmla="val 59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4" name="Block Arc 3">
                <a:extLst>
                  <a:ext uri="{FF2B5EF4-FFF2-40B4-BE49-F238E27FC236}">
                    <a16:creationId xmlns:a16="http://schemas.microsoft.com/office/drawing/2014/main" id="{6B08D3A8-81BB-4DFE-BA6F-C531DC05CF63}"/>
                  </a:ext>
                </a:extLst>
              </p:cNvPr>
              <p:cNvSpPr/>
              <p:nvPr/>
            </p:nvSpPr>
            <p:spPr>
              <a:xfrm>
                <a:off x="6212142" y="1333500"/>
                <a:ext cx="4824158" cy="4824158"/>
              </a:xfrm>
              <a:prstGeom prst="blockArc">
                <a:avLst>
                  <a:gd name="adj1" fmla="val 9824116"/>
                  <a:gd name="adj2" fmla="val 13933248"/>
                  <a:gd name="adj3" fmla="val 5992"/>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5" name="Oval 4">
                <a:extLst>
                  <a:ext uri="{FF2B5EF4-FFF2-40B4-BE49-F238E27FC236}">
                    <a16:creationId xmlns:a16="http://schemas.microsoft.com/office/drawing/2014/main" id="{3E170601-9A04-42E1-8703-BBA8D7F089B1}"/>
                  </a:ext>
                </a:extLst>
              </p:cNvPr>
              <p:cNvSpPr>
                <a:spLocks noChangeAspect="1"/>
              </p:cNvSpPr>
              <p:nvPr/>
            </p:nvSpPr>
            <p:spPr>
              <a:xfrm>
                <a:off x="6609913" y="1731271"/>
                <a:ext cx="4028616" cy="402861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1" name="Block Arc 20">
                <a:extLst>
                  <a:ext uri="{FF2B5EF4-FFF2-40B4-BE49-F238E27FC236}">
                    <a16:creationId xmlns:a16="http://schemas.microsoft.com/office/drawing/2014/main" id="{1AE24C3B-DF4D-4850-A79E-31E2E6F257AC}"/>
                  </a:ext>
                </a:extLst>
              </p:cNvPr>
              <p:cNvSpPr/>
              <p:nvPr/>
            </p:nvSpPr>
            <p:spPr>
              <a:xfrm>
                <a:off x="6212142" y="1333500"/>
                <a:ext cx="4824158" cy="4824158"/>
              </a:xfrm>
              <a:prstGeom prst="blockArc">
                <a:avLst>
                  <a:gd name="adj1" fmla="val 14149954"/>
                  <a:gd name="adj2" fmla="val 18283538"/>
                  <a:gd name="adj3" fmla="val 59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3" name="Block Arc 22">
                <a:extLst>
                  <a:ext uri="{FF2B5EF4-FFF2-40B4-BE49-F238E27FC236}">
                    <a16:creationId xmlns:a16="http://schemas.microsoft.com/office/drawing/2014/main" id="{02920D72-008D-4AA1-955B-E652F460408E}"/>
                  </a:ext>
                </a:extLst>
              </p:cNvPr>
              <p:cNvSpPr/>
              <p:nvPr/>
            </p:nvSpPr>
            <p:spPr>
              <a:xfrm flipH="1">
                <a:off x="6212142" y="1333500"/>
                <a:ext cx="4824158" cy="4824158"/>
              </a:xfrm>
              <a:prstGeom prst="blockArc">
                <a:avLst>
                  <a:gd name="adj1" fmla="val 5474642"/>
                  <a:gd name="adj2" fmla="val 9647815"/>
                  <a:gd name="adj3" fmla="val 597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5" name="Block Arc 24">
                <a:extLst>
                  <a:ext uri="{FF2B5EF4-FFF2-40B4-BE49-F238E27FC236}">
                    <a16:creationId xmlns:a16="http://schemas.microsoft.com/office/drawing/2014/main" id="{502B0F97-BCE0-4C1F-B140-7E50F52E4027}"/>
                  </a:ext>
                </a:extLst>
              </p:cNvPr>
              <p:cNvSpPr/>
              <p:nvPr/>
            </p:nvSpPr>
            <p:spPr>
              <a:xfrm>
                <a:off x="6212142" y="1333500"/>
                <a:ext cx="4824158" cy="4824158"/>
              </a:xfrm>
              <a:prstGeom prst="blockArc">
                <a:avLst>
                  <a:gd name="adj1" fmla="val 5474642"/>
                  <a:gd name="adj2" fmla="val 9647815"/>
                  <a:gd name="adj3" fmla="val 597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26" name="TextBox 25">
                <a:extLst>
                  <a:ext uri="{FF2B5EF4-FFF2-40B4-BE49-F238E27FC236}">
                    <a16:creationId xmlns:a16="http://schemas.microsoft.com/office/drawing/2014/main" id="{D1106651-8E9C-4FF7-9DC8-E4A11143B824}"/>
                  </a:ext>
                </a:extLst>
              </p:cNvPr>
              <p:cNvSpPr txBox="1"/>
              <p:nvPr/>
            </p:nvSpPr>
            <p:spPr>
              <a:xfrm>
                <a:off x="8103521" y="1055539"/>
                <a:ext cx="1041400" cy="253787"/>
              </a:xfrm>
              <a:prstGeom prst="rect">
                <a:avLst/>
              </a:prstGeom>
            </p:spPr>
            <p:txBody>
              <a:bodyPr vert="horz" wrap="square" lIns="0" tIns="0" rIns="0" bIns="0" rtlCol="0">
                <a:spAutoFit/>
              </a:bodyPr>
              <a:lstStyle/>
              <a:p>
                <a:pPr algn="ctr">
                  <a:lnSpc>
                    <a:spcPct val="110000"/>
                  </a:lnSpc>
                  <a:spcBef>
                    <a:spcPts val="600"/>
                  </a:spcBef>
                  <a:spcAft>
                    <a:spcPts val="600"/>
                  </a:spcAft>
                </a:pPr>
                <a:r>
                  <a:rPr lang="en-US" sz="1600" b="1"/>
                  <a:t>1</a:t>
                </a:r>
              </a:p>
            </p:txBody>
          </p:sp>
          <p:sp>
            <p:nvSpPr>
              <p:cNvPr id="28" name="TextBox 27">
                <a:extLst>
                  <a:ext uri="{FF2B5EF4-FFF2-40B4-BE49-F238E27FC236}">
                    <a16:creationId xmlns:a16="http://schemas.microsoft.com/office/drawing/2014/main" id="{B36A1577-95D7-4A80-B381-91D1C990D8C4}"/>
                  </a:ext>
                </a:extLst>
              </p:cNvPr>
              <p:cNvSpPr txBox="1"/>
              <p:nvPr/>
            </p:nvSpPr>
            <p:spPr>
              <a:xfrm>
                <a:off x="10392671" y="5632993"/>
                <a:ext cx="1041400" cy="253787"/>
              </a:xfrm>
              <a:prstGeom prst="rect">
                <a:avLst/>
              </a:prstGeom>
            </p:spPr>
            <p:txBody>
              <a:bodyPr vert="horz" wrap="square" lIns="0" tIns="0" rIns="0" bIns="0" rtlCol="0">
                <a:spAutoFit/>
              </a:bodyPr>
              <a:lstStyle/>
              <a:p>
                <a:pPr>
                  <a:lnSpc>
                    <a:spcPct val="110000"/>
                  </a:lnSpc>
                  <a:spcBef>
                    <a:spcPts val="600"/>
                  </a:spcBef>
                  <a:spcAft>
                    <a:spcPts val="600"/>
                  </a:spcAft>
                </a:pPr>
                <a:r>
                  <a:rPr lang="en-US" sz="1600" b="1"/>
                  <a:t>3</a:t>
                </a:r>
              </a:p>
            </p:txBody>
          </p:sp>
          <p:sp>
            <p:nvSpPr>
              <p:cNvPr id="29" name="TextBox 28">
                <a:extLst>
                  <a:ext uri="{FF2B5EF4-FFF2-40B4-BE49-F238E27FC236}">
                    <a16:creationId xmlns:a16="http://schemas.microsoft.com/office/drawing/2014/main" id="{98F9C590-D368-44BB-B8F3-E1FC212003BF}"/>
                  </a:ext>
                </a:extLst>
              </p:cNvPr>
              <p:cNvSpPr txBox="1"/>
              <p:nvPr/>
            </p:nvSpPr>
            <p:spPr>
              <a:xfrm>
                <a:off x="5822757" y="5632993"/>
                <a:ext cx="1041400" cy="253787"/>
              </a:xfrm>
              <a:prstGeom prst="rect">
                <a:avLst/>
              </a:prstGeom>
            </p:spPr>
            <p:txBody>
              <a:bodyPr vert="horz" wrap="square" lIns="0" tIns="0" rIns="0" bIns="0" rtlCol="0">
                <a:spAutoFit/>
              </a:bodyPr>
              <a:lstStyle/>
              <a:p>
                <a:pPr algn="r">
                  <a:lnSpc>
                    <a:spcPct val="110000"/>
                  </a:lnSpc>
                  <a:spcBef>
                    <a:spcPts val="600"/>
                  </a:spcBef>
                  <a:spcAft>
                    <a:spcPts val="600"/>
                  </a:spcAft>
                </a:pPr>
                <a:r>
                  <a:rPr lang="en-US" sz="1600" b="1"/>
                  <a:t>4</a:t>
                </a:r>
              </a:p>
            </p:txBody>
          </p:sp>
          <p:cxnSp>
            <p:nvCxnSpPr>
              <p:cNvPr id="46" name="Straight Connector 45">
                <a:extLst>
                  <a:ext uri="{FF2B5EF4-FFF2-40B4-BE49-F238E27FC236}">
                    <a16:creationId xmlns:a16="http://schemas.microsoft.com/office/drawing/2014/main" id="{A3E5E79D-7FA4-4850-A711-9817942E1ABB}"/>
                  </a:ext>
                </a:extLst>
              </p:cNvPr>
              <p:cNvCxnSpPr/>
              <p:nvPr/>
            </p:nvCxnSpPr>
            <p:spPr>
              <a:xfrm>
                <a:off x="8304564" y="3200507"/>
                <a:ext cx="63931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17E20983-7551-4839-A418-F91FF7EA5DDB}"/>
                </a:ext>
              </a:extLst>
            </p:cNvPr>
            <p:cNvSpPr txBox="1"/>
            <p:nvPr/>
          </p:nvSpPr>
          <p:spPr>
            <a:xfrm>
              <a:off x="11036300" y="2643039"/>
              <a:ext cx="1041400" cy="253787"/>
            </a:xfrm>
            <a:prstGeom prst="rect">
              <a:avLst/>
            </a:prstGeom>
          </p:spPr>
          <p:txBody>
            <a:bodyPr vert="horz" wrap="square" lIns="0" tIns="0" rIns="0" bIns="0" rtlCol="0">
              <a:spAutoFit/>
            </a:bodyPr>
            <a:lstStyle/>
            <a:p>
              <a:pPr>
                <a:lnSpc>
                  <a:spcPct val="110000"/>
                </a:lnSpc>
                <a:spcBef>
                  <a:spcPts val="600"/>
                </a:spcBef>
                <a:spcAft>
                  <a:spcPts val="600"/>
                </a:spcAft>
              </a:pPr>
              <a:r>
                <a:rPr lang="en-US" sz="1600" b="1"/>
                <a:t>2</a:t>
              </a:r>
            </a:p>
          </p:txBody>
        </p:sp>
        <p:sp>
          <p:nvSpPr>
            <p:cNvPr id="30" name="TextBox 29">
              <a:extLst>
                <a:ext uri="{FF2B5EF4-FFF2-40B4-BE49-F238E27FC236}">
                  <a16:creationId xmlns:a16="http://schemas.microsoft.com/office/drawing/2014/main" id="{FFCD5638-6759-47F3-9BCA-0A781B832F4E}"/>
                </a:ext>
              </a:extLst>
            </p:cNvPr>
            <p:cNvSpPr txBox="1"/>
            <p:nvPr/>
          </p:nvSpPr>
          <p:spPr>
            <a:xfrm>
              <a:off x="5170742" y="2643039"/>
              <a:ext cx="1041400" cy="253787"/>
            </a:xfrm>
            <a:prstGeom prst="rect">
              <a:avLst/>
            </a:prstGeom>
          </p:spPr>
          <p:txBody>
            <a:bodyPr vert="horz" wrap="square" lIns="0" tIns="0" rIns="0" bIns="0" rtlCol="0">
              <a:spAutoFit/>
            </a:bodyPr>
            <a:lstStyle/>
            <a:p>
              <a:pPr algn="r">
                <a:lnSpc>
                  <a:spcPct val="110000"/>
                </a:lnSpc>
                <a:spcBef>
                  <a:spcPts val="600"/>
                </a:spcBef>
                <a:spcAft>
                  <a:spcPts val="600"/>
                </a:spcAft>
              </a:pPr>
              <a:r>
                <a:rPr lang="en-US" sz="1600" b="1"/>
                <a:t>5</a:t>
              </a:r>
            </a:p>
          </p:txBody>
        </p:sp>
      </p:grpSp>
      <p:sp>
        <p:nvSpPr>
          <p:cNvPr id="6" name="Subtitle 5">
            <a:extLst>
              <a:ext uri="{FF2B5EF4-FFF2-40B4-BE49-F238E27FC236}">
                <a16:creationId xmlns:a16="http://schemas.microsoft.com/office/drawing/2014/main" id="{58BCE8A7-3389-4725-B678-01C0B4EA8563}"/>
              </a:ext>
            </a:extLst>
          </p:cNvPr>
          <p:cNvSpPr>
            <a:spLocks noGrp="1"/>
          </p:cNvSpPr>
          <p:nvPr>
            <p:ph type="subTitle" idx="15"/>
          </p:nvPr>
        </p:nvSpPr>
        <p:spPr/>
        <p:txBody>
          <a:bodyPr/>
          <a:lstStyle/>
          <a:p>
            <a:r>
              <a:rPr lang="en-US"/>
              <a:t>Diagrams</a:t>
            </a:r>
          </a:p>
        </p:txBody>
      </p:sp>
      <p:sp>
        <p:nvSpPr>
          <p:cNvPr id="3" name="Title 2">
            <a:extLst>
              <a:ext uri="{FF2B5EF4-FFF2-40B4-BE49-F238E27FC236}">
                <a16:creationId xmlns:a16="http://schemas.microsoft.com/office/drawing/2014/main" id="{AC89E7CC-1B96-4014-A524-FF01574CD0AD}"/>
              </a:ext>
            </a:extLst>
          </p:cNvPr>
          <p:cNvSpPr>
            <a:spLocks noGrp="1"/>
          </p:cNvSpPr>
          <p:nvPr>
            <p:ph type="title"/>
          </p:nvPr>
        </p:nvSpPr>
        <p:spPr/>
        <p:txBody>
          <a:bodyPr/>
          <a:lstStyle/>
          <a:p>
            <a:r>
              <a:rPr lang="en-US"/>
              <a:t>Parts of a Whole Diagram</a:t>
            </a:r>
          </a:p>
        </p:txBody>
      </p:sp>
      <p:sp>
        <p:nvSpPr>
          <p:cNvPr id="32" name="TextBox 31">
            <a:extLst>
              <a:ext uri="{FF2B5EF4-FFF2-40B4-BE49-F238E27FC236}">
                <a16:creationId xmlns:a16="http://schemas.microsoft.com/office/drawing/2014/main" id="{207885D9-6121-408F-9D3E-026A0E50BCA2}"/>
              </a:ext>
            </a:extLst>
          </p:cNvPr>
          <p:cNvSpPr txBox="1"/>
          <p:nvPr/>
        </p:nvSpPr>
        <p:spPr>
          <a:xfrm>
            <a:off x="928498" y="2489991"/>
            <a:ext cx="1770774" cy="213328"/>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dirty="0">
                <a:latin typeface="+mj-lt"/>
              </a:rPr>
              <a:t>1</a:t>
            </a:r>
            <a:r>
              <a:rPr lang="en-US" sz="1400" b="1" dirty="0">
                <a:latin typeface="+mj-lt"/>
                <a:cs typeface="Montserrat" panose="00000500000000000000" pitchFamily="2" charset="0"/>
                <a:sym typeface="Montserrat" panose="00000500000000000000" pitchFamily="2" charset="0"/>
              </a:rPr>
              <a:t> </a:t>
            </a:r>
            <a:r>
              <a:rPr lang="en-US" sz="1400" b="1" dirty="0">
                <a:latin typeface="+mj-lt"/>
              </a:rPr>
              <a:t>Label Name</a:t>
            </a:r>
          </a:p>
        </p:txBody>
      </p:sp>
      <p:sp>
        <p:nvSpPr>
          <p:cNvPr id="31" name="TextBox 30">
            <a:extLst>
              <a:ext uri="{FF2B5EF4-FFF2-40B4-BE49-F238E27FC236}">
                <a16:creationId xmlns:a16="http://schemas.microsoft.com/office/drawing/2014/main" id="{D2D63C52-281A-44A5-9283-376006C22AAB}"/>
              </a:ext>
            </a:extLst>
          </p:cNvPr>
          <p:cNvSpPr txBox="1"/>
          <p:nvPr/>
        </p:nvSpPr>
        <p:spPr>
          <a:xfrm>
            <a:off x="928498" y="2787171"/>
            <a:ext cx="1770774" cy="666464"/>
          </a:xfrm>
          <a:prstGeom prst="rect">
            <a:avLst/>
          </a:prstGeom>
        </p:spPr>
        <p:txBody>
          <a:bodyPr vert="horz" wrap="square" lIns="0" tIns="0" rIns="0" bIns="0" rtlCol="0">
            <a:spAutoFit/>
          </a:bodyPr>
          <a:lstStyle/>
          <a:p>
            <a:pPr>
              <a:lnSpc>
                <a:spcPct val="110000"/>
              </a:lnSpc>
              <a:spcBef>
                <a:spcPts val="600"/>
              </a:spcBef>
              <a:spcAft>
                <a:spcPts val="600"/>
              </a:spcAft>
            </a:pPr>
            <a:r>
              <a:rPr lang="en-US" sz="1000"/>
              <a:t>Lorem ipsum dolor sit </a:t>
            </a:r>
            <a:r>
              <a:rPr lang="en-US" sz="1000" err="1"/>
              <a:t>amet</a:t>
            </a:r>
            <a:r>
              <a:rPr lang="en-US" sz="1000"/>
              <a:t>, </a:t>
            </a:r>
            <a:r>
              <a:rPr lang="en-US" sz="1000" err="1"/>
              <a:t>consectetur</a:t>
            </a:r>
            <a:r>
              <a:rPr lang="en-US" sz="1000"/>
              <a:t>  </a:t>
            </a:r>
            <a:r>
              <a:rPr lang="en-US" sz="1000" err="1"/>
              <a:t>miscing</a:t>
            </a:r>
            <a:r>
              <a:rPr lang="en-US" sz="1000"/>
              <a:t> </a:t>
            </a:r>
            <a:r>
              <a:rPr lang="en-US" sz="1000" err="1"/>
              <a:t>elit</a:t>
            </a:r>
            <a:r>
              <a:rPr lang="en-US" sz="1000"/>
              <a:t>. </a:t>
            </a:r>
            <a:r>
              <a:rPr lang="en-US" sz="1000" err="1"/>
              <a:t>Praesent</a:t>
            </a:r>
            <a:r>
              <a:rPr lang="en-US" sz="1000"/>
              <a:t> in </a:t>
            </a:r>
            <a:r>
              <a:rPr lang="en-US" sz="1000" err="1"/>
              <a:t>elit</a:t>
            </a:r>
            <a:r>
              <a:rPr lang="en-US" sz="1000"/>
              <a:t> </a:t>
            </a:r>
            <a:r>
              <a:rPr lang="en-US" sz="1000" err="1"/>
              <a:t>odio</a:t>
            </a:r>
            <a:r>
              <a:rPr lang="en-US" sz="1000"/>
              <a:t>. </a:t>
            </a:r>
            <a:r>
              <a:rPr lang="en-US" sz="1000" err="1"/>
              <a:t>Interdum</a:t>
            </a:r>
            <a:r>
              <a:rPr lang="en-US" sz="1000"/>
              <a:t> </a:t>
            </a:r>
            <a:r>
              <a:rPr lang="en-US" sz="1000" err="1"/>
              <a:t>malesuada</a:t>
            </a:r>
            <a:endParaRPr lang="en-US" sz="1000"/>
          </a:p>
        </p:txBody>
      </p:sp>
      <p:sp>
        <p:nvSpPr>
          <p:cNvPr id="34" name="TextBox 33">
            <a:extLst>
              <a:ext uri="{FF2B5EF4-FFF2-40B4-BE49-F238E27FC236}">
                <a16:creationId xmlns:a16="http://schemas.microsoft.com/office/drawing/2014/main" id="{0C5EAEF5-49DF-4E2C-A4D5-E2CAF102F286}"/>
              </a:ext>
            </a:extLst>
          </p:cNvPr>
          <p:cNvSpPr txBox="1"/>
          <p:nvPr/>
        </p:nvSpPr>
        <p:spPr>
          <a:xfrm>
            <a:off x="3357096" y="2489991"/>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dirty="0">
                <a:latin typeface="+mj-lt"/>
              </a:rPr>
              <a:t>2 Label Name</a:t>
            </a:r>
          </a:p>
        </p:txBody>
      </p:sp>
      <p:sp>
        <p:nvSpPr>
          <p:cNvPr id="33" name="TextBox 32">
            <a:extLst>
              <a:ext uri="{FF2B5EF4-FFF2-40B4-BE49-F238E27FC236}">
                <a16:creationId xmlns:a16="http://schemas.microsoft.com/office/drawing/2014/main" id="{0D7E339F-49BD-4E57-83A6-19CEC2FB4CDC}"/>
              </a:ext>
            </a:extLst>
          </p:cNvPr>
          <p:cNvSpPr txBox="1"/>
          <p:nvPr/>
        </p:nvSpPr>
        <p:spPr>
          <a:xfrm>
            <a:off x="3357096" y="2787171"/>
            <a:ext cx="1770774" cy="666464"/>
          </a:xfrm>
          <a:prstGeom prst="rect">
            <a:avLst/>
          </a:prstGeom>
        </p:spPr>
        <p:txBody>
          <a:bodyPr vert="horz" wrap="square" lIns="0" tIns="0" rIns="0" bIns="0" rtlCol="0">
            <a:spAutoFit/>
          </a:bodyPr>
          <a:lstStyle/>
          <a:p>
            <a:pPr>
              <a:lnSpc>
                <a:spcPct val="110000"/>
              </a:lnSpc>
              <a:spcBef>
                <a:spcPts val="600"/>
              </a:spcBef>
              <a:spcAft>
                <a:spcPts val="600"/>
              </a:spcAft>
            </a:pPr>
            <a:r>
              <a:rPr lang="en-US" sz="1000"/>
              <a:t>Lorem ipsum dolor sit </a:t>
            </a:r>
            <a:r>
              <a:rPr lang="en-US" sz="1000" err="1"/>
              <a:t>amet</a:t>
            </a:r>
            <a:r>
              <a:rPr lang="en-US" sz="1000"/>
              <a:t>, </a:t>
            </a:r>
            <a:r>
              <a:rPr lang="en-US" sz="1000" err="1"/>
              <a:t>consectetur</a:t>
            </a:r>
            <a:r>
              <a:rPr lang="en-US" sz="1000"/>
              <a:t>  </a:t>
            </a:r>
            <a:r>
              <a:rPr lang="en-US" sz="1000" err="1"/>
              <a:t>miscing</a:t>
            </a:r>
            <a:r>
              <a:rPr lang="en-US" sz="1000"/>
              <a:t> </a:t>
            </a:r>
            <a:r>
              <a:rPr lang="en-US" sz="1000" err="1"/>
              <a:t>elit</a:t>
            </a:r>
            <a:r>
              <a:rPr lang="en-US" sz="1000"/>
              <a:t>. </a:t>
            </a:r>
            <a:r>
              <a:rPr lang="en-US" sz="1000" err="1"/>
              <a:t>Praesent</a:t>
            </a:r>
            <a:r>
              <a:rPr lang="en-US" sz="1000"/>
              <a:t> in </a:t>
            </a:r>
            <a:r>
              <a:rPr lang="en-US" sz="1000" err="1"/>
              <a:t>elit</a:t>
            </a:r>
            <a:r>
              <a:rPr lang="en-US" sz="1000"/>
              <a:t> </a:t>
            </a:r>
            <a:r>
              <a:rPr lang="en-US" sz="1000" err="1"/>
              <a:t>odio</a:t>
            </a:r>
            <a:r>
              <a:rPr lang="en-US" sz="1000"/>
              <a:t>. </a:t>
            </a:r>
            <a:r>
              <a:rPr lang="en-US" sz="1000" err="1"/>
              <a:t>Interdum</a:t>
            </a:r>
            <a:r>
              <a:rPr lang="en-US" sz="1000"/>
              <a:t> </a:t>
            </a:r>
            <a:r>
              <a:rPr lang="en-US" sz="1000" err="1"/>
              <a:t>malesuada</a:t>
            </a:r>
            <a:endParaRPr lang="en-US" sz="1000"/>
          </a:p>
        </p:txBody>
      </p:sp>
      <p:sp>
        <p:nvSpPr>
          <p:cNvPr id="36" name="TextBox 35">
            <a:extLst>
              <a:ext uri="{FF2B5EF4-FFF2-40B4-BE49-F238E27FC236}">
                <a16:creationId xmlns:a16="http://schemas.microsoft.com/office/drawing/2014/main" id="{127201CB-4F59-4A8E-942F-2C030A96A41C}"/>
              </a:ext>
            </a:extLst>
          </p:cNvPr>
          <p:cNvSpPr txBox="1"/>
          <p:nvPr/>
        </p:nvSpPr>
        <p:spPr>
          <a:xfrm>
            <a:off x="928498" y="3908663"/>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latin typeface="+mj-lt"/>
              </a:rPr>
              <a:t>3 Label Name</a:t>
            </a:r>
          </a:p>
        </p:txBody>
      </p:sp>
      <p:sp>
        <p:nvSpPr>
          <p:cNvPr id="35" name="TextBox 34">
            <a:extLst>
              <a:ext uri="{FF2B5EF4-FFF2-40B4-BE49-F238E27FC236}">
                <a16:creationId xmlns:a16="http://schemas.microsoft.com/office/drawing/2014/main" id="{BDE7704A-9E19-4CB2-A537-1EDC4CACAEDE}"/>
              </a:ext>
            </a:extLst>
          </p:cNvPr>
          <p:cNvSpPr txBox="1"/>
          <p:nvPr/>
        </p:nvSpPr>
        <p:spPr>
          <a:xfrm>
            <a:off x="928498" y="4205843"/>
            <a:ext cx="1770774" cy="666464"/>
          </a:xfrm>
          <a:prstGeom prst="rect">
            <a:avLst/>
          </a:prstGeom>
        </p:spPr>
        <p:txBody>
          <a:bodyPr vert="horz" wrap="square" lIns="0" tIns="0" rIns="0" bIns="0" rtlCol="0">
            <a:spAutoFit/>
          </a:bodyPr>
          <a:lstStyle/>
          <a:p>
            <a:pPr>
              <a:lnSpc>
                <a:spcPct val="110000"/>
              </a:lnSpc>
              <a:spcBef>
                <a:spcPts val="600"/>
              </a:spcBef>
              <a:spcAft>
                <a:spcPts val="600"/>
              </a:spcAft>
            </a:pPr>
            <a:r>
              <a:rPr lang="en-US" sz="1000"/>
              <a:t>Lorem ipsum dolor sit </a:t>
            </a:r>
            <a:r>
              <a:rPr lang="en-US" sz="1000" err="1"/>
              <a:t>amet</a:t>
            </a:r>
            <a:r>
              <a:rPr lang="en-US" sz="1000"/>
              <a:t>, </a:t>
            </a:r>
            <a:r>
              <a:rPr lang="en-US" sz="1000" err="1"/>
              <a:t>consectetur</a:t>
            </a:r>
            <a:r>
              <a:rPr lang="en-US" sz="1000"/>
              <a:t>  </a:t>
            </a:r>
            <a:r>
              <a:rPr lang="en-US" sz="1000" err="1"/>
              <a:t>miscing</a:t>
            </a:r>
            <a:r>
              <a:rPr lang="en-US" sz="1000"/>
              <a:t> </a:t>
            </a:r>
            <a:r>
              <a:rPr lang="en-US" sz="1000" err="1"/>
              <a:t>elit</a:t>
            </a:r>
            <a:r>
              <a:rPr lang="en-US" sz="1000"/>
              <a:t>. </a:t>
            </a:r>
            <a:r>
              <a:rPr lang="en-US" sz="1000" err="1"/>
              <a:t>Praesent</a:t>
            </a:r>
            <a:r>
              <a:rPr lang="en-US" sz="1000"/>
              <a:t> in </a:t>
            </a:r>
            <a:r>
              <a:rPr lang="en-US" sz="1000" err="1"/>
              <a:t>elit</a:t>
            </a:r>
            <a:r>
              <a:rPr lang="en-US" sz="1000"/>
              <a:t> </a:t>
            </a:r>
            <a:r>
              <a:rPr lang="en-US" sz="1000" err="1"/>
              <a:t>odio</a:t>
            </a:r>
            <a:r>
              <a:rPr lang="en-US" sz="1000"/>
              <a:t>. </a:t>
            </a:r>
            <a:r>
              <a:rPr lang="en-US" sz="1000" err="1"/>
              <a:t>Interdum</a:t>
            </a:r>
            <a:r>
              <a:rPr lang="en-US" sz="1000"/>
              <a:t> </a:t>
            </a:r>
            <a:r>
              <a:rPr lang="en-US" sz="1000" err="1"/>
              <a:t>malesuada</a:t>
            </a:r>
            <a:endParaRPr lang="en-US" sz="1000"/>
          </a:p>
        </p:txBody>
      </p:sp>
      <p:sp>
        <p:nvSpPr>
          <p:cNvPr id="38" name="TextBox 37">
            <a:extLst>
              <a:ext uri="{FF2B5EF4-FFF2-40B4-BE49-F238E27FC236}">
                <a16:creationId xmlns:a16="http://schemas.microsoft.com/office/drawing/2014/main" id="{E4DF99A9-82FA-4331-9B3A-CB84DBA9DAA6}"/>
              </a:ext>
            </a:extLst>
          </p:cNvPr>
          <p:cNvSpPr txBox="1"/>
          <p:nvPr/>
        </p:nvSpPr>
        <p:spPr>
          <a:xfrm>
            <a:off x="3357096" y="3908663"/>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latin typeface="+mj-lt"/>
              </a:rPr>
              <a:t>4 Label Name</a:t>
            </a:r>
          </a:p>
        </p:txBody>
      </p:sp>
      <p:sp>
        <p:nvSpPr>
          <p:cNvPr id="37" name="TextBox 36">
            <a:extLst>
              <a:ext uri="{FF2B5EF4-FFF2-40B4-BE49-F238E27FC236}">
                <a16:creationId xmlns:a16="http://schemas.microsoft.com/office/drawing/2014/main" id="{8323CAF1-1A45-472F-949A-FF0E64EC1DE8}"/>
              </a:ext>
            </a:extLst>
          </p:cNvPr>
          <p:cNvSpPr txBox="1"/>
          <p:nvPr/>
        </p:nvSpPr>
        <p:spPr>
          <a:xfrm>
            <a:off x="3357096" y="4205843"/>
            <a:ext cx="1770774" cy="666464"/>
          </a:xfrm>
          <a:prstGeom prst="rect">
            <a:avLst/>
          </a:prstGeom>
        </p:spPr>
        <p:txBody>
          <a:bodyPr vert="horz" wrap="square" lIns="0" tIns="0" rIns="0" bIns="0" rtlCol="0">
            <a:spAutoFit/>
          </a:bodyPr>
          <a:lstStyle/>
          <a:p>
            <a:pPr>
              <a:lnSpc>
                <a:spcPct val="110000"/>
              </a:lnSpc>
              <a:spcBef>
                <a:spcPts val="600"/>
              </a:spcBef>
              <a:spcAft>
                <a:spcPts val="600"/>
              </a:spcAft>
            </a:pPr>
            <a:r>
              <a:rPr lang="en-US" sz="1000"/>
              <a:t>Lorem ipsum dolor sit </a:t>
            </a:r>
            <a:r>
              <a:rPr lang="en-US" sz="1000" err="1"/>
              <a:t>amet</a:t>
            </a:r>
            <a:r>
              <a:rPr lang="en-US" sz="1000"/>
              <a:t>, </a:t>
            </a:r>
            <a:r>
              <a:rPr lang="en-US" sz="1000" err="1"/>
              <a:t>consectetur</a:t>
            </a:r>
            <a:r>
              <a:rPr lang="en-US" sz="1000"/>
              <a:t>  </a:t>
            </a:r>
            <a:r>
              <a:rPr lang="en-US" sz="1000" err="1"/>
              <a:t>miscing</a:t>
            </a:r>
            <a:r>
              <a:rPr lang="en-US" sz="1000"/>
              <a:t> </a:t>
            </a:r>
            <a:r>
              <a:rPr lang="en-US" sz="1000" err="1"/>
              <a:t>elit</a:t>
            </a:r>
            <a:r>
              <a:rPr lang="en-US" sz="1000"/>
              <a:t>. </a:t>
            </a:r>
            <a:r>
              <a:rPr lang="en-US" sz="1000" err="1"/>
              <a:t>Praesent</a:t>
            </a:r>
            <a:r>
              <a:rPr lang="en-US" sz="1000"/>
              <a:t> in </a:t>
            </a:r>
            <a:r>
              <a:rPr lang="en-US" sz="1000" err="1"/>
              <a:t>elit</a:t>
            </a:r>
            <a:r>
              <a:rPr lang="en-US" sz="1000"/>
              <a:t> </a:t>
            </a:r>
            <a:r>
              <a:rPr lang="en-US" sz="1000" err="1"/>
              <a:t>odio</a:t>
            </a:r>
            <a:r>
              <a:rPr lang="en-US" sz="1000"/>
              <a:t>. </a:t>
            </a:r>
            <a:r>
              <a:rPr lang="en-US" sz="1000" err="1"/>
              <a:t>Interdum</a:t>
            </a:r>
            <a:r>
              <a:rPr lang="en-US" sz="1000"/>
              <a:t> </a:t>
            </a:r>
            <a:r>
              <a:rPr lang="en-US" sz="1000" err="1"/>
              <a:t>malesuada</a:t>
            </a:r>
            <a:endParaRPr lang="en-US" sz="1000"/>
          </a:p>
        </p:txBody>
      </p:sp>
      <p:sp>
        <p:nvSpPr>
          <p:cNvPr id="40" name="TextBox 39">
            <a:extLst>
              <a:ext uri="{FF2B5EF4-FFF2-40B4-BE49-F238E27FC236}">
                <a16:creationId xmlns:a16="http://schemas.microsoft.com/office/drawing/2014/main" id="{A07E30F0-5752-433D-BB2D-C97208FB1316}"/>
              </a:ext>
            </a:extLst>
          </p:cNvPr>
          <p:cNvSpPr txBox="1"/>
          <p:nvPr/>
        </p:nvSpPr>
        <p:spPr>
          <a:xfrm>
            <a:off x="928498" y="5258542"/>
            <a:ext cx="1770774" cy="214033"/>
          </a:xfrm>
          <a:prstGeom prst="rect">
            <a:avLst/>
          </a:prstGeom>
        </p:spPr>
        <p:txBody>
          <a:bodyPr vert="horz" wrap="square" lIns="0" tIns="0" rIns="0" bIns="0" rtlCol="0">
            <a:spAutoFit/>
          </a:bodyPr>
          <a:lstStyle/>
          <a:p>
            <a:pPr marL="0" lvl="3">
              <a:lnSpc>
                <a:spcPct val="105000"/>
              </a:lnSpc>
              <a:spcBef>
                <a:spcPts val="800"/>
              </a:spcBef>
              <a:buFont typeface="Montserrat" panose="00000500000000000000" pitchFamily="2" charset="0"/>
              <a:buChar char="​"/>
            </a:pPr>
            <a:r>
              <a:rPr lang="en-US" sz="1400" b="1">
                <a:latin typeface="+mj-lt"/>
              </a:rPr>
              <a:t>5 Label Name</a:t>
            </a:r>
          </a:p>
        </p:txBody>
      </p:sp>
      <p:sp>
        <p:nvSpPr>
          <p:cNvPr id="39" name="TextBox 38">
            <a:extLst>
              <a:ext uri="{FF2B5EF4-FFF2-40B4-BE49-F238E27FC236}">
                <a16:creationId xmlns:a16="http://schemas.microsoft.com/office/drawing/2014/main" id="{D983EDDA-87E7-419C-8F04-558A0F99AA39}"/>
              </a:ext>
            </a:extLst>
          </p:cNvPr>
          <p:cNvSpPr txBox="1"/>
          <p:nvPr/>
        </p:nvSpPr>
        <p:spPr>
          <a:xfrm>
            <a:off x="928498" y="5555722"/>
            <a:ext cx="1770774" cy="666464"/>
          </a:xfrm>
          <a:prstGeom prst="rect">
            <a:avLst/>
          </a:prstGeom>
        </p:spPr>
        <p:txBody>
          <a:bodyPr vert="horz" wrap="square" lIns="0" tIns="0" rIns="0" bIns="0" rtlCol="0">
            <a:spAutoFit/>
          </a:bodyPr>
          <a:lstStyle/>
          <a:p>
            <a:pPr>
              <a:lnSpc>
                <a:spcPct val="110000"/>
              </a:lnSpc>
              <a:spcBef>
                <a:spcPts val="600"/>
              </a:spcBef>
              <a:spcAft>
                <a:spcPts val="600"/>
              </a:spcAft>
            </a:pPr>
            <a:r>
              <a:rPr lang="en-US" sz="1000"/>
              <a:t>Lorem ipsum dolor sit </a:t>
            </a:r>
            <a:r>
              <a:rPr lang="en-US" sz="1000" err="1"/>
              <a:t>amet</a:t>
            </a:r>
            <a:r>
              <a:rPr lang="en-US" sz="1000"/>
              <a:t>, </a:t>
            </a:r>
            <a:r>
              <a:rPr lang="en-US" sz="1000" err="1"/>
              <a:t>consectetur</a:t>
            </a:r>
            <a:r>
              <a:rPr lang="en-US" sz="1000"/>
              <a:t>  </a:t>
            </a:r>
            <a:r>
              <a:rPr lang="en-US" sz="1000" err="1"/>
              <a:t>miscing</a:t>
            </a:r>
            <a:r>
              <a:rPr lang="en-US" sz="1000"/>
              <a:t> </a:t>
            </a:r>
            <a:r>
              <a:rPr lang="en-US" sz="1000" err="1"/>
              <a:t>elit</a:t>
            </a:r>
            <a:r>
              <a:rPr lang="en-US" sz="1000"/>
              <a:t>. </a:t>
            </a:r>
            <a:r>
              <a:rPr lang="en-US" sz="1000" err="1"/>
              <a:t>Praesent</a:t>
            </a:r>
            <a:r>
              <a:rPr lang="en-US" sz="1000"/>
              <a:t> in </a:t>
            </a:r>
            <a:r>
              <a:rPr lang="en-US" sz="1000" err="1"/>
              <a:t>elit</a:t>
            </a:r>
            <a:r>
              <a:rPr lang="en-US" sz="1000"/>
              <a:t> </a:t>
            </a:r>
            <a:r>
              <a:rPr lang="en-US" sz="1000" err="1"/>
              <a:t>odio</a:t>
            </a:r>
            <a:r>
              <a:rPr lang="en-US" sz="1000"/>
              <a:t>. </a:t>
            </a:r>
            <a:r>
              <a:rPr lang="en-US" sz="1000" err="1"/>
              <a:t>Interdum</a:t>
            </a:r>
            <a:r>
              <a:rPr lang="en-US" sz="1000"/>
              <a:t> </a:t>
            </a:r>
            <a:r>
              <a:rPr lang="en-US" sz="1000" err="1"/>
              <a:t>malesuada</a:t>
            </a:r>
            <a:endParaRPr lang="en-US" sz="1000"/>
          </a:p>
        </p:txBody>
      </p:sp>
      <p:sp>
        <p:nvSpPr>
          <p:cNvPr id="44" name="TextBox 43">
            <a:extLst>
              <a:ext uri="{FF2B5EF4-FFF2-40B4-BE49-F238E27FC236}">
                <a16:creationId xmlns:a16="http://schemas.microsoft.com/office/drawing/2014/main" id="{03430DD5-925C-41CC-802C-2694A4893905}"/>
              </a:ext>
            </a:extLst>
          </p:cNvPr>
          <p:cNvSpPr txBox="1"/>
          <p:nvPr/>
        </p:nvSpPr>
        <p:spPr>
          <a:xfrm>
            <a:off x="7212902" y="2525313"/>
            <a:ext cx="2822638" cy="428066"/>
          </a:xfrm>
          <a:prstGeom prst="rect">
            <a:avLst/>
          </a:prstGeom>
        </p:spPr>
        <p:txBody>
          <a:bodyPr vert="horz" wrap="square" lIns="0" tIns="0" rIns="0" bIns="0" rtlCol="0" anchor="b">
            <a:spAutoFit/>
          </a:bodyPr>
          <a:lstStyle/>
          <a:p>
            <a:pPr marL="0" lvl="3" algn="ctr">
              <a:lnSpc>
                <a:spcPct val="105000"/>
              </a:lnSpc>
              <a:spcBef>
                <a:spcPts val="800"/>
              </a:spcBef>
              <a:buFont typeface="Montserrat" panose="00000500000000000000" pitchFamily="2" charset="0"/>
              <a:buChar char="​"/>
            </a:pPr>
            <a:r>
              <a:rPr lang="en-US" sz="2800" b="1">
                <a:latin typeface="Montserrat SemiBold" panose="00000700000000000000" pitchFamily="2" charset="0"/>
              </a:rPr>
              <a:t>Diagram Title</a:t>
            </a:r>
          </a:p>
        </p:txBody>
      </p:sp>
      <p:sp>
        <p:nvSpPr>
          <p:cNvPr id="43" name="TextBox 42">
            <a:extLst>
              <a:ext uri="{FF2B5EF4-FFF2-40B4-BE49-F238E27FC236}">
                <a16:creationId xmlns:a16="http://schemas.microsoft.com/office/drawing/2014/main" id="{10A34D6C-F921-44BA-92ED-C4EE52832013}"/>
              </a:ext>
            </a:extLst>
          </p:cNvPr>
          <p:cNvSpPr txBox="1"/>
          <p:nvPr/>
        </p:nvSpPr>
        <p:spPr>
          <a:xfrm>
            <a:off x="7532021" y="3552968"/>
            <a:ext cx="2184400" cy="1343573"/>
          </a:xfrm>
          <a:prstGeom prst="rect">
            <a:avLst/>
          </a:prstGeom>
        </p:spPr>
        <p:txBody>
          <a:bodyPr vert="horz" wrap="square" lIns="0" tIns="0" rIns="0" bIns="0" rtlCol="0">
            <a:spAutoFit/>
          </a:bodyPr>
          <a:lstStyle/>
          <a:p>
            <a:pPr>
              <a:lnSpc>
                <a:spcPct val="110000"/>
              </a:lnSpc>
              <a:spcBef>
                <a:spcPts val="600"/>
              </a:spcBef>
              <a:spcAft>
                <a:spcPts val="600"/>
              </a:spcAft>
            </a:pPr>
            <a:r>
              <a:rPr lang="en-US" sz="1000" err="1"/>
              <a:t>Delames</a:t>
            </a:r>
            <a:r>
              <a:rPr lang="en-US" sz="1000"/>
              <a:t> ac ante ipsum </a:t>
            </a:r>
            <a:r>
              <a:rPr lang="en-US" sz="1000" err="1"/>
              <a:t>primis</a:t>
            </a:r>
            <a:r>
              <a:rPr lang="en-US" sz="1000"/>
              <a:t> in </a:t>
            </a:r>
            <a:r>
              <a:rPr lang="en-US" sz="1000" err="1"/>
              <a:t>faucibus</a:t>
            </a:r>
            <a:r>
              <a:rPr lang="en-US" sz="1000"/>
              <a:t>. </a:t>
            </a:r>
            <a:r>
              <a:rPr lang="en-US" sz="1000" err="1"/>
              <a:t>Etiam</a:t>
            </a:r>
            <a:r>
              <a:rPr lang="en-US" sz="1000"/>
              <a:t> </a:t>
            </a:r>
            <a:r>
              <a:rPr lang="en-US" sz="1000" err="1"/>
              <a:t>ultricies</a:t>
            </a:r>
            <a:r>
              <a:rPr lang="en-US" sz="1000"/>
              <a:t>, </a:t>
            </a:r>
            <a:r>
              <a:rPr lang="en-US" sz="1000" err="1"/>
              <a:t>quam</a:t>
            </a:r>
            <a:r>
              <a:rPr lang="en-US" sz="1000"/>
              <a:t> at </a:t>
            </a:r>
            <a:r>
              <a:rPr lang="en-US" sz="1000" err="1"/>
              <a:t>polestir</a:t>
            </a:r>
            <a:r>
              <a:rPr lang="en-US" sz="1000"/>
              <a:t> </a:t>
            </a:r>
            <a:r>
              <a:rPr lang="en-US" sz="1000" err="1"/>
              <a:t>facilisis</a:t>
            </a:r>
            <a:r>
              <a:rPr lang="en-US" sz="1000"/>
              <a:t>, dolor magna </a:t>
            </a:r>
            <a:r>
              <a:rPr lang="en-US" sz="1000" err="1"/>
              <a:t>vehicula</a:t>
            </a:r>
            <a:r>
              <a:rPr lang="en-US" sz="1000"/>
              <a:t> dui, </a:t>
            </a:r>
            <a:r>
              <a:rPr lang="en-US" sz="1000" err="1"/>
              <a:t>auctor</a:t>
            </a:r>
            <a:r>
              <a:rPr lang="en-US" sz="1000"/>
              <a:t> </a:t>
            </a:r>
            <a:r>
              <a:rPr lang="en-US" sz="1000" err="1"/>
              <a:t>venenatis</a:t>
            </a:r>
            <a:r>
              <a:rPr lang="en-US" sz="1000"/>
              <a:t> </a:t>
            </a:r>
            <a:r>
              <a:rPr lang="en-US" sz="1000" err="1"/>
              <a:t>quam</a:t>
            </a:r>
            <a:r>
              <a:rPr lang="en-US" sz="1000"/>
              <a:t> </a:t>
            </a:r>
            <a:r>
              <a:rPr lang="en-US" sz="1000" err="1"/>
              <a:t>lectus</a:t>
            </a:r>
            <a:r>
              <a:rPr lang="en-US" sz="1000"/>
              <a:t>. Cras </a:t>
            </a:r>
            <a:r>
              <a:rPr lang="en-US" sz="1000" err="1"/>
              <a:t>placerat</a:t>
            </a:r>
            <a:r>
              <a:rPr lang="en-US" sz="1000"/>
              <a:t> </a:t>
            </a:r>
            <a:r>
              <a:rPr lang="en-US" sz="1000" err="1"/>
              <a:t>nunc</a:t>
            </a:r>
            <a:r>
              <a:rPr lang="en-US" sz="1000"/>
              <a:t> </a:t>
            </a:r>
            <a:r>
              <a:rPr lang="en-US" sz="1000" err="1"/>
              <a:t>quis</a:t>
            </a:r>
            <a:r>
              <a:rPr lang="en-US" sz="1000"/>
              <a:t> </a:t>
            </a:r>
            <a:r>
              <a:rPr lang="en-US" sz="1000" err="1"/>
              <a:t>tellus</a:t>
            </a:r>
            <a:r>
              <a:rPr lang="en-US" sz="1000"/>
              <a:t> porta </a:t>
            </a:r>
            <a:r>
              <a:rPr lang="en-US" sz="1000" err="1"/>
              <a:t>pellent</a:t>
            </a:r>
            <a:r>
              <a:rPr lang="en-US" sz="1000"/>
              <a:t> </a:t>
            </a:r>
            <a:r>
              <a:rPr lang="en-US" sz="1000" err="1"/>
              <a:t>esque</a:t>
            </a:r>
            <a:r>
              <a:rPr lang="en-US" sz="1000"/>
              <a:t>. Suspend </a:t>
            </a:r>
            <a:r>
              <a:rPr lang="en-US" sz="1000" err="1"/>
              <a:t>isse</a:t>
            </a:r>
            <a:r>
              <a:rPr lang="en-US" sz="1000"/>
              <a:t> sed </a:t>
            </a:r>
            <a:r>
              <a:rPr lang="en-US" sz="1000" err="1"/>
              <a:t>felis</a:t>
            </a:r>
            <a:r>
              <a:rPr lang="en-US" sz="1000"/>
              <a:t> ac </a:t>
            </a:r>
            <a:r>
              <a:rPr lang="en-US" sz="1000" err="1"/>
              <a:t>metus</a:t>
            </a:r>
            <a:r>
              <a:rPr lang="en-US" sz="1000"/>
              <a:t> </a:t>
            </a:r>
            <a:r>
              <a:rPr lang="en-US" sz="1000" err="1"/>
              <a:t>tristique</a:t>
            </a:r>
            <a:r>
              <a:rPr lang="en-US" sz="1000"/>
              <a:t> </a:t>
            </a:r>
            <a:r>
              <a:rPr lang="en-US" sz="1000" err="1"/>
              <a:t>ullamcorper</a:t>
            </a:r>
            <a:r>
              <a:rPr lang="en-US" sz="1000"/>
              <a:t>. </a:t>
            </a:r>
          </a:p>
        </p:txBody>
      </p:sp>
    </p:spTree>
    <p:extLst>
      <p:ext uri="{BB962C8B-B14F-4D97-AF65-F5344CB8AC3E}">
        <p14:creationId xmlns:p14="http://schemas.microsoft.com/office/powerpoint/2010/main" val="231360087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6060B83F-6352-4D76-A48A-A967862C0BC3}"/>
              </a:ext>
              <a:ext uri="{C183D7F6-B498-43B3-948B-1728B52AA6E4}">
                <adec:decorative xmlns:adec="http://schemas.microsoft.com/office/drawing/2017/decorative" val="1"/>
              </a:ext>
            </a:extLst>
          </p:cNvPr>
          <p:cNvGrpSpPr/>
          <p:nvPr/>
        </p:nvGrpSpPr>
        <p:grpSpPr>
          <a:xfrm>
            <a:off x="5973423" y="2164527"/>
            <a:ext cx="3900546" cy="3900546"/>
            <a:chOff x="5973423" y="2164527"/>
            <a:chExt cx="3900546" cy="3900546"/>
          </a:xfrm>
        </p:grpSpPr>
        <p:sp>
          <p:nvSpPr>
            <p:cNvPr id="21" name="Oval 20">
              <a:extLst>
                <a:ext uri="{FF2B5EF4-FFF2-40B4-BE49-F238E27FC236}">
                  <a16:creationId xmlns:a16="http://schemas.microsoft.com/office/drawing/2014/main" id="{C7C141A3-D868-464A-AD50-C3C1A8FA32EA}"/>
                </a:ext>
              </a:extLst>
            </p:cNvPr>
            <p:cNvSpPr/>
            <p:nvPr/>
          </p:nvSpPr>
          <p:spPr>
            <a:xfrm>
              <a:off x="5973423" y="2164527"/>
              <a:ext cx="3900546" cy="390054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4" name="Arc 3">
              <a:extLst>
                <a:ext uri="{FF2B5EF4-FFF2-40B4-BE49-F238E27FC236}">
                  <a16:creationId xmlns:a16="http://schemas.microsoft.com/office/drawing/2014/main" id="{3964871F-CE55-4129-B44E-10E773D9901A}"/>
                </a:ext>
              </a:extLst>
            </p:cNvPr>
            <p:cNvSpPr/>
            <p:nvPr/>
          </p:nvSpPr>
          <p:spPr>
            <a:xfrm rot="16200000">
              <a:off x="6326216" y="2487441"/>
              <a:ext cx="3226203" cy="3227832"/>
            </a:xfrm>
            <a:prstGeom prst="arc">
              <a:avLst>
                <a:gd name="adj1" fmla="val 15523372"/>
                <a:gd name="adj2" fmla="val 19051880"/>
              </a:avLst>
            </a:prstGeom>
            <a:ln w="174625" cap="flat">
              <a:solidFill>
                <a:schemeClr val="accent4"/>
              </a:solidFill>
              <a:miter lim="800000"/>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 name="Arc 4">
              <a:extLst>
                <a:ext uri="{FF2B5EF4-FFF2-40B4-BE49-F238E27FC236}">
                  <a16:creationId xmlns:a16="http://schemas.microsoft.com/office/drawing/2014/main" id="{AD341C4C-A149-414D-ADCE-B28C48072C74}"/>
                </a:ext>
              </a:extLst>
            </p:cNvPr>
            <p:cNvSpPr/>
            <p:nvPr/>
          </p:nvSpPr>
          <p:spPr>
            <a:xfrm rot="5400000">
              <a:off x="6326216" y="2487441"/>
              <a:ext cx="3226203" cy="3227832"/>
            </a:xfrm>
            <a:prstGeom prst="arc">
              <a:avLst>
                <a:gd name="adj1" fmla="val 17679336"/>
                <a:gd name="adj2" fmla="val 21202398"/>
              </a:avLst>
            </a:prstGeom>
            <a:ln w="174625" cap="flat">
              <a:solidFill>
                <a:schemeClr val="accent2"/>
              </a:solidFill>
              <a:miter lim="800000"/>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Arc 5">
              <a:extLst>
                <a:ext uri="{FF2B5EF4-FFF2-40B4-BE49-F238E27FC236}">
                  <a16:creationId xmlns:a16="http://schemas.microsoft.com/office/drawing/2014/main" id="{CCCC77F5-07DA-4E24-90C2-AE0781B817CB}"/>
                </a:ext>
              </a:extLst>
            </p:cNvPr>
            <p:cNvSpPr/>
            <p:nvPr/>
          </p:nvSpPr>
          <p:spPr>
            <a:xfrm rot="16200000">
              <a:off x="6326216" y="2487441"/>
              <a:ext cx="3226203" cy="3227832"/>
            </a:xfrm>
            <a:prstGeom prst="arc">
              <a:avLst>
                <a:gd name="adj1" fmla="val 11194517"/>
                <a:gd name="adj2" fmla="val 14734271"/>
              </a:avLst>
            </a:prstGeom>
            <a:ln w="174625" cap="flat">
              <a:solidFill>
                <a:schemeClr val="accent3"/>
              </a:solidFill>
              <a:miter lim="800000"/>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Arc 6">
              <a:extLst>
                <a:ext uri="{FF2B5EF4-FFF2-40B4-BE49-F238E27FC236}">
                  <a16:creationId xmlns:a16="http://schemas.microsoft.com/office/drawing/2014/main" id="{5A8E4B6E-8857-4CE4-B087-3179E925D9F6}"/>
                </a:ext>
              </a:extLst>
            </p:cNvPr>
            <p:cNvSpPr/>
            <p:nvPr/>
          </p:nvSpPr>
          <p:spPr>
            <a:xfrm rot="5400000">
              <a:off x="6322575" y="2490908"/>
              <a:ext cx="3226203" cy="3227832"/>
            </a:xfrm>
            <a:prstGeom prst="arc">
              <a:avLst>
                <a:gd name="adj1" fmla="val 13349476"/>
                <a:gd name="adj2" fmla="val 16885755"/>
              </a:avLst>
            </a:prstGeom>
            <a:ln w="174625" cap="flat">
              <a:solidFill>
                <a:schemeClr val="accent1"/>
              </a:solidFill>
              <a:miter lim="800000"/>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Arc 7">
              <a:extLst>
                <a:ext uri="{FF2B5EF4-FFF2-40B4-BE49-F238E27FC236}">
                  <a16:creationId xmlns:a16="http://schemas.microsoft.com/office/drawing/2014/main" id="{E2F67304-6216-45F6-9478-B1B18AFA3C4E}"/>
                </a:ext>
              </a:extLst>
            </p:cNvPr>
            <p:cNvSpPr/>
            <p:nvPr/>
          </p:nvSpPr>
          <p:spPr>
            <a:xfrm rot="16200000">
              <a:off x="6326216" y="2487441"/>
              <a:ext cx="3226203" cy="3227832"/>
            </a:xfrm>
            <a:prstGeom prst="arc">
              <a:avLst>
                <a:gd name="adj1" fmla="val 19836317"/>
                <a:gd name="adj2" fmla="val 1762191"/>
              </a:avLst>
            </a:prstGeom>
            <a:ln w="174625" cap="flat">
              <a:solidFill>
                <a:schemeClr val="tx1"/>
              </a:solidFill>
              <a:miter lim="800000"/>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22" name="Subtitle 21">
            <a:extLst>
              <a:ext uri="{FF2B5EF4-FFF2-40B4-BE49-F238E27FC236}">
                <a16:creationId xmlns:a16="http://schemas.microsoft.com/office/drawing/2014/main" id="{05951FFB-E69D-4EB2-A378-65F5FC445B9C}"/>
              </a:ext>
            </a:extLst>
          </p:cNvPr>
          <p:cNvSpPr>
            <a:spLocks noGrp="1"/>
          </p:cNvSpPr>
          <p:nvPr>
            <p:ph type="subTitle" idx="15"/>
          </p:nvPr>
        </p:nvSpPr>
        <p:spPr/>
        <p:txBody>
          <a:bodyPr/>
          <a:lstStyle/>
          <a:p>
            <a:r>
              <a:rPr lang="en-US"/>
              <a:t>Diagrams</a:t>
            </a:r>
          </a:p>
        </p:txBody>
      </p:sp>
      <p:sp>
        <p:nvSpPr>
          <p:cNvPr id="3" name="Title 2">
            <a:extLst>
              <a:ext uri="{FF2B5EF4-FFF2-40B4-BE49-F238E27FC236}">
                <a16:creationId xmlns:a16="http://schemas.microsoft.com/office/drawing/2014/main" id="{DDF3911E-F355-43A2-A939-87F03E382FD8}"/>
              </a:ext>
            </a:extLst>
          </p:cNvPr>
          <p:cNvSpPr>
            <a:spLocks noGrp="1"/>
          </p:cNvSpPr>
          <p:nvPr>
            <p:ph type="title"/>
          </p:nvPr>
        </p:nvSpPr>
        <p:spPr/>
        <p:txBody>
          <a:bodyPr/>
          <a:lstStyle/>
          <a:p>
            <a:r>
              <a:rPr lang="en-US"/>
              <a:t>Cycle Diagram</a:t>
            </a:r>
          </a:p>
        </p:txBody>
      </p:sp>
      <p:sp>
        <p:nvSpPr>
          <p:cNvPr id="19" name="Rectangle 286">
            <a:extLst>
              <a:ext uri="{FF2B5EF4-FFF2-40B4-BE49-F238E27FC236}">
                <a16:creationId xmlns:a16="http://schemas.microsoft.com/office/drawing/2014/main" id="{1727922B-A61E-420B-965D-CD8F4290E943}"/>
              </a:ext>
            </a:extLst>
          </p:cNvPr>
          <p:cNvSpPr txBox="1">
            <a:spLocks noChangeArrowheads="1"/>
          </p:cNvSpPr>
          <p:nvPr/>
        </p:nvSpPr>
        <p:spPr bwMode="auto">
          <a:xfrm>
            <a:off x="6493423" y="3793585"/>
            <a:ext cx="2891789"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82880" tIns="0" rIns="182880" bIns="0" numCol="1" anchor="ctr"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algn="ctr" defTabSz="677830"/>
            <a:r>
              <a:rPr lang="en-US" sz="2000" b="1"/>
              <a:t>Lorem ipsum </a:t>
            </a:r>
            <a:br>
              <a:rPr lang="en-US" sz="2000" b="1"/>
            </a:br>
            <a:r>
              <a:rPr lang="en-US" sz="2000" b="1"/>
              <a:t>dolor sit </a:t>
            </a:r>
            <a:r>
              <a:rPr lang="en-US" sz="2000" b="1" err="1"/>
              <a:t>amet</a:t>
            </a:r>
            <a:endParaRPr lang="en-US" sz="2000" b="1"/>
          </a:p>
        </p:txBody>
      </p:sp>
      <p:sp>
        <p:nvSpPr>
          <p:cNvPr id="9" name="Oval 8">
            <a:extLst>
              <a:ext uri="{FF2B5EF4-FFF2-40B4-BE49-F238E27FC236}">
                <a16:creationId xmlns:a16="http://schemas.microsoft.com/office/drawing/2014/main" id="{C434845A-DE2C-4405-B2A9-98D0FA8C9594}"/>
              </a:ext>
            </a:extLst>
          </p:cNvPr>
          <p:cNvSpPr>
            <a:spLocks noChangeAspect="1"/>
          </p:cNvSpPr>
          <p:nvPr/>
        </p:nvSpPr>
        <p:spPr>
          <a:xfrm>
            <a:off x="7819174" y="2289321"/>
            <a:ext cx="209043" cy="209043"/>
          </a:xfrm>
          <a:prstGeom prst="ellipse">
            <a:avLst/>
          </a:prstGeom>
          <a:solidFill>
            <a:schemeClr val="tx1"/>
          </a:solidFill>
          <a:ln w="6350" cap="rnd">
            <a:no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algn="ctr"/>
            <a:r>
              <a:rPr lang="en-US" sz="1000">
                <a:solidFill>
                  <a:schemeClr val="bg1"/>
                </a:solidFill>
              </a:rPr>
              <a:t>1</a:t>
            </a:r>
          </a:p>
        </p:txBody>
      </p:sp>
      <p:sp>
        <p:nvSpPr>
          <p:cNvPr id="18" name="Rectangle 286">
            <a:extLst>
              <a:ext uri="{FF2B5EF4-FFF2-40B4-BE49-F238E27FC236}">
                <a16:creationId xmlns:a16="http://schemas.microsoft.com/office/drawing/2014/main" id="{0FE37CF3-5B51-455B-859A-11F73D3542B4}"/>
              </a:ext>
            </a:extLst>
          </p:cNvPr>
          <p:cNvSpPr txBox="1">
            <a:spLocks noChangeArrowheads="1"/>
          </p:cNvSpPr>
          <p:nvPr/>
        </p:nvSpPr>
        <p:spPr bwMode="auto">
          <a:xfrm>
            <a:off x="6508279" y="1717569"/>
            <a:ext cx="28620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b"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algn="ctr" defTabSz="677830"/>
            <a:r>
              <a:rPr lang="en-US" sz="1400" b="1"/>
              <a:t>Label Name</a:t>
            </a:r>
          </a:p>
          <a:p>
            <a:pPr algn="ctr" defTabSz="677830"/>
            <a:r>
              <a:rPr lang="en-US" sz="1000"/>
              <a:t>Label description</a:t>
            </a:r>
          </a:p>
        </p:txBody>
      </p:sp>
      <p:sp>
        <p:nvSpPr>
          <p:cNvPr id="10" name="Oval 9">
            <a:extLst>
              <a:ext uri="{FF2B5EF4-FFF2-40B4-BE49-F238E27FC236}">
                <a16:creationId xmlns:a16="http://schemas.microsoft.com/office/drawing/2014/main" id="{FD62B5C5-398E-4633-AF04-1C2391573B00}"/>
              </a:ext>
            </a:extLst>
          </p:cNvPr>
          <p:cNvSpPr>
            <a:spLocks noChangeAspect="1"/>
          </p:cNvSpPr>
          <p:nvPr/>
        </p:nvSpPr>
        <p:spPr>
          <a:xfrm>
            <a:off x="9368576" y="3324481"/>
            <a:ext cx="209043" cy="209043"/>
          </a:xfrm>
          <a:prstGeom prst="ellipse">
            <a:avLst/>
          </a:prstGeom>
          <a:solidFill>
            <a:schemeClr val="tx1"/>
          </a:solidFill>
          <a:ln w="6350" cap="rnd">
            <a:no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algn="ctr"/>
            <a:r>
              <a:rPr lang="en-US" sz="1000">
                <a:solidFill>
                  <a:schemeClr val="bg1"/>
                </a:solidFill>
              </a:rPr>
              <a:t>2</a:t>
            </a:r>
          </a:p>
        </p:txBody>
      </p:sp>
      <p:sp>
        <p:nvSpPr>
          <p:cNvPr id="16" name="Rectangle 286">
            <a:extLst>
              <a:ext uri="{FF2B5EF4-FFF2-40B4-BE49-F238E27FC236}">
                <a16:creationId xmlns:a16="http://schemas.microsoft.com/office/drawing/2014/main" id="{341A3C49-582F-4A99-AF6B-C934FBCC1EEB}"/>
              </a:ext>
            </a:extLst>
          </p:cNvPr>
          <p:cNvSpPr txBox="1">
            <a:spLocks noChangeArrowheads="1"/>
          </p:cNvSpPr>
          <p:nvPr/>
        </p:nvSpPr>
        <p:spPr bwMode="auto">
          <a:xfrm>
            <a:off x="10014249" y="3514469"/>
            <a:ext cx="199742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b"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lvl="0" defTabSz="677830" fontAlgn="auto">
              <a:spcBef>
                <a:spcPts val="0"/>
              </a:spcBef>
              <a:spcAft>
                <a:spcPts val="0"/>
              </a:spcAft>
              <a:buClrTx/>
            </a:pPr>
            <a:r>
              <a:rPr lang="en-US" sz="1400" b="1">
                <a:solidFill>
                  <a:prstClr val="black"/>
                </a:solidFill>
              </a:rPr>
              <a:t>Label Name</a:t>
            </a:r>
          </a:p>
          <a:p>
            <a:pPr lvl="0" defTabSz="677830" fontAlgn="auto">
              <a:spcBef>
                <a:spcPts val="0"/>
              </a:spcBef>
              <a:spcAft>
                <a:spcPts val="0"/>
              </a:spcAft>
              <a:buClrTx/>
            </a:pPr>
            <a:r>
              <a:rPr lang="en-US" sz="1000">
                <a:solidFill>
                  <a:prstClr val="black"/>
                </a:solidFill>
              </a:rPr>
              <a:t>Label description</a:t>
            </a:r>
          </a:p>
        </p:txBody>
      </p:sp>
      <p:sp>
        <p:nvSpPr>
          <p:cNvPr id="12" name="Oval 11">
            <a:extLst>
              <a:ext uri="{FF2B5EF4-FFF2-40B4-BE49-F238E27FC236}">
                <a16:creationId xmlns:a16="http://schemas.microsoft.com/office/drawing/2014/main" id="{95D1362E-FAD2-4323-B2B3-2CA824F10BB4}"/>
              </a:ext>
            </a:extLst>
          </p:cNvPr>
          <p:cNvSpPr>
            <a:spLocks noChangeAspect="1"/>
          </p:cNvSpPr>
          <p:nvPr/>
        </p:nvSpPr>
        <p:spPr>
          <a:xfrm>
            <a:off x="8952959" y="5260086"/>
            <a:ext cx="209043" cy="209043"/>
          </a:xfrm>
          <a:prstGeom prst="ellipse">
            <a:avLst/>
          </a:prstGeom>
          <a:solidFill>
            <a:schemeClr val="tx1"/>
          </a:solidFill>
          <a:ln w="6350" cap="rnd">
            <a:no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algn="ctr"/>
            <a:r>
              <a:rPr lang="en-US" sz="1000">
                <a:solidFill>
                  <a:schemeClr val="bg1"/>
                </a:solidFill>
              </a:rPr>
              <a:t>3</a:t>
            </a:r>
          </a:p>
        </p:txBody>
      </p:sp>
      <p:sp>
        <p:nvSpPr>
          <p:cNvPr id="14" name="Rectangle 286">
            <a:extLst>
              <a:ext uri="{FF2B5EF4-FFF2-40B4-BE49-F238E27FC236}">
                <a16:creationId xmlns:a16="http://schemas.microsoft.com/office/drawing/2014/main" id="{13E4BAED-1AF9-4382-8359-BACEBF2D2B5F}"/>
              </a:ext>
            </a:extLst>
          </p:cNvPr>
          <p:cNvSpPr txBox="1">
            <a:spLocks noChangeArrowheads="1"/>
          </p:cNvSpPr>
          <p:nvPr/>
        </p:nvSpPr>
        <p:spPr bwMode="auto">
          <a:xfrm>
            <a:off x="9307992" y="5606921"/>
            <a:ext cx="27416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lvl="0" defTabSz="677830" fontAlgn="auto">
              <a:spcBef>
                <a:spcPts val="0"/>
              </a:spcBef>
              <a:spcAft>
                <a:spcPts val="0"/>
              </a:spcAft>
              <a:buClrTx/>
            </a:pPr>
            <a:r>
              <a:rPr lang="en-US" sz="1400" b="1">
                <a:solidFill>
                  <a:prstClr val="black"/>
                </a:solidFill>
              </a:rPr>
              <a:t>Label Name</a:t>
            </a:r>
          </a:p>
          <a:p>
            <a:pPr lvl="0" defTabSz="677830" fontAlgn="auto">
              <a:spcBef>
                <a:spcPts val="0"/>
              </a:spcBef>
              <a:spcAft>
                <a:spcPts val="0"/>
              </a:spcAft>
              <a:buClrTx/>
            </a:pPr>
            <a:r>
              <a:rPr lang="en-US" sz="1000">
                <a:solidFill>
                  <a:prstClr val="black"/>
                </a:solidFill>
              </a:rPr>
              <a:t>Label description</a:t>
            </a:r>
          </a:p>
        </p:txBody>
      </p:sp>
      <p:sp>
        <p:nvSpPr>
          <p:cNvPr id="13" name="Oval 12">
            <a:extLst>
              <a:ext uri="{FF2B5EF4-FFF2-40B4-BE49-F238E27FC236}">
                <a16:creationId xmlns:a16="http://schemas.microsoft.com/office/drawing/2014/main" id="{F7C6365D-AE39-483E-AD09-3D34C530CA88}"/>
              </a:ext>
            </a:extLst>
          </p:cNvPr>
          <p:cNvSpPr>
            <a:spLocks noChangeAspect="1"/>
          </p:cNvSpPr>
          <p:nvPr/>
        </p:nvSpPr>
        <p:spPr>
          <a:xfrm>
            <a:off x="6880950" y="5406095"/>
            <a:ext cx="209043" cy="209043"/>
          </a:xfrm>
          <a:prstGeom prst="ellipse">
            <a:avLst/>
          </a:prstGeom>
          <a:solidFill>
            <a:schemeClr val="tx1"/>
          </a:solidFill>
          <a:ln w="6350" cap="rnd">
            <a:no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algn="ctr"/>
            <a:r>
              <a:rPr lang="en-US" sz="1000">
                <a:solidFill>
                  <a:schemeClr val="bg1"/>
                </a:solidFill>
              </a:rPr>
              <a:t>4</a:t>
            </a:r>
          </a:p>
        </p:txBody>
      </p:sp>
      <p:sp>
        <p:nvSpPr>
          <p:cNvPr id="15" name="Rectangle 286">
            <a:extLst>
              <a:ext uri="{FF2B5EF4-FFF2-40B4-BE49-F238E27FC236}">
                <a16:creationId xmlns:a16="http://schemas.microsoft.com/office/drawing/2014/main" id="{0969E640-9216-4319-AFB9-F9BF46571ABE}"/>
              </a:ext>
            </a:extLst>
          </p:cNvPr>
          <p:cNvSpPr txBox="1">
            <a:spLocks noChangeArrowheads="1"/>
          </p:cNvSpPr>
          <p:nvPr/>
        </p:nvSpPr>
        <p:spPr bwMode="auto">
          <a:xfrm>
            <a:off x="3835724" y="5606921"/>
            <a:ext cx="27416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lvl="0" algn="r" defTabSz="677830" fontAlgn="auto">
              <a:spcBef>
                <a:spcPts val="0"/>
              </a:spcBef>
              <a:spcAft>
                <a:spcPts val="0"/>
              </a:spcAft>
              <a:buClrTx/>
            </a:pPr>
            <a:r>
              <a:rPr lang="en-US" sz="1400" b="1">
                <a:solidFill>
                  <a:prstClr val="black"/>
                </a:solidFill>
              </a:rPr>
              <a:t>Label Name</a:t>
            </a:r>
          </a:p>
          <a:p>
            <a:pPr lvl="0" algn="r" defTabSz="677830" fontAlgn="auto">
              <a:spcBef>
                <a:spcPts val="0"/>
              </a:spcBef>
              <a:spcAft>
                <a:spcPts val="0"/>
              </a:spcAft>
              <a:buClrTx/>
            </a:pPr>
            <a:r>
              <a:rPr lang="en-US" sz="1000">
                <a:solidFill>
                  <a:prstClr val="black"/>
                </a:solidFill>
              </a:rPr>
              <a:t>Label description</a:t>
            </a:r>
          </a:p>
        </p:txBody>
      </p:sp>
      <p:sp>
        <p:nvSpPr>
          <p:cNvPr id="11" name="Oval 10">
            <a:extLst>
              <a:ext uri="{FF2B5EF4-FFF2-40B4-BE49-F238E27FC236}">
                <a16:creationId xmlns:a16="http://schemas.microsoft.com/office/drawing/2014/main" id="{0E13822D-37BC-445D-BA68-8B756FEAC3D4}"/>
              </a:ext>
            </a:extLst>
          </p:cNvPr>
          <p:cNvSpPr>
            <a:spLocks noChangeAspect="1"/>
          </p:cNvSpPr>
          <p:nvPr/>
        </p:nvSpPr>
        <p:spPr>
          <a:xfrm>
            <a:off x="6232752" y="3514469"/>
            <a:ext cx="209043" cy="209043"/>
          </a:xfrm>
          <a:prstGeom prst="ellipse">
            <a:avLst/>
          </a:prstGeom>
          <a:solidFill>
            <a:schemeClr val="tx1"/>
          </a:solidFill>
          <a:ln w="6350" cap="rnd">
            <a:no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algn="ctr"/>
            <a:r>
              <a:rPr lang="en-US" sz="1000">
                <a:solidFill>
                  <a:schemeClr val="bg1"/>
                </a:solidFill>
              </a:rPr>
              <a:t>5</a:t>
            </a:r>
          </a:p>
        </p:txBody>
      </p:sp>
      <p:sp>
        <p:nvSpPr>
          <p:cNvPr id="17" name="Rectangle 286">
            <a:extLst>
              <a:ext uri="{FF2B5EF4-FFF2-40B4-BE49-F238E27FC236}">
                <a16:creationId xmlns:a16="http://schemas.microsoft.com/office/drawing/2014/main" id="{3F0B6FF0-99AA-4782-A50B-9035B663F980}"/>
              </a:ext>
            </a:extLst>
          </p:cNvPr>
          <p:cNvSpPr txBox="1">
            <a:spLocks noChangeArrowheads="1"/>
          </p:cNvSpPr>
          <p:nvPr/>
        </p:nvSpPr>
        <p:spPr bwMode="auto">
          <a:xfrm>
            <a:off x="3115409" y="3514469"/>
            <a:ext cx="27416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b" anchorCtr="0" compatLnSpc="1">
            <a:prstTxWarp prst="textNoShape">
              <a:avLst/>
            </a:prstTxWarp>
            <a:spAutoFit/>
          </a:bodyPr>
          <a:lstStyle>
            <a:lvl1pPr marL="0" indent="0" algn="l" defTabSz="895350" rtl="0" eaLnBrk="1" fontAlgn="base" hangingPunct="1">
              <a:spcBef>
                <a:spcPct val="0"/>
              </a:spcBef>
              <a:spcAft>
                <a:spcPct val="0"/>
              </a:spcAft>
              <a:buClr>
                <a:schemeClr val="tx2"/>
              </a:buClr>
              <a:defRPr sz="160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Montserrat" panose="00000500000000000000" pitchFamily="2" charset="0"/>
              <a:buChar char="▪"/>
              <a:defRPr sz="160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3pPr>
            <a:lvl4pPr marL="614363" indent="-155575" algn="l" defTabSz="895350" rtl="0" eaLnBrk="1" fontAlgn="base" hangingPunct="1">
              <a:spcBef>
                <a:spcPct val="0"/>
              </a:spcBef>
              <a:spcAft>
                <a:spcPct val="0"/>
              </a:spcAft>
              <a:buClr>
                <a:schemeClr val="tx2"/>
              </a:buClr>
              <a:buSzPct val="120000"/>
              <a:buFont typeface="Montserrat" panose="00000500000000000000" pitchFamily="2" charset="0"/>
              <a:buChar char="▫"/>
              <a:defRPr sz="1600">
                <a:solidFill>
                  <a:schemeClr val="tx1"/>
                </a:solidFill>
                <a:latin typeface="+mn-lt"/>
              </a:defRPr>
            </a:lvl4pPr>
            <a:lvl5pPr marL="746125"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Montserrat" panose="00000500000000000000" pitchFamily="2" charset="0"/>
              <a:buChar char="-"/>
              <a:defRPr sz="1600">
                <a:solidFill>
                  <a:schemeClr val="tx1"/>
                </a:solidFill>
                <a:latin typeface="+mn-lt"/>
              </a:defRPr>
            </a:lvl9pPr>
          </a:lstStyle>
          <a:p>
            <a:pPr lvl="0" algn="r" defTabSz="677830" fontAlgn="auto">
              <a:spcBef>
                <a:spcPts val="0"/>
              </a:spcBef>
              <a:spcAft>
                <a:spcPts val="0"/>
              </a:spcAft>
              <a:buClrTx/>
            </a:pPr>
            <a:r>
              <a:rPr lang="en-US" sz="1400" b="1">
                <a:solidFill>
                  <a:prstClr val="black"/>
                </a:solidFill>
              </a:rPr>
              <a:t>Label Name</a:t>
            </a:r>
          </a:p>
          <a:p>
            <a:pPr lvl="0" algn="r" defTabSz="677830" fontAlgn="auto">
              <a:spcBef>
                <a:spcPts val="0"/>
              </a:spcBef>
              <a:spcAft>
                <a:spcPts val="0"/>
              </a:spcAft>
              <a:buClrTx/>
            </a:pPr>
            <a:r>
              <a:rPr lang="en-US" sz="1000">
                <a:solidFill>
                  <a:prstClr val="black"/>
                </a:solidFill>
              </a:rPr>
              <a:t>Label description</a:t>
            </a:r>
          </a:p>
        </p:txBody>
      </p:sp>
    </p:spTree>
    <p:extLst>
      <p:ext uri="{BB962C8B-B14F-4D97-AF65-F5344CB8AC3E}">
        <p14:creationId xmlns:p14="http://schemas.microsoft.com/office/powerpoint/2010/main" val="404640835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Arrow: Pentagon 40">
            <a:extLst>
              <a:ext uri="{FF2B5EF4-FFF2-40B4-BE49-F238E27FC236}">
                <a16:creationId xmlns:a16="http://schemas.microsoft.com/office/drawing/2014/main" id="{35D998DF-AEE5-4969-8192-84CE76A53340}"/>
              </a:ext>
              <a:ext uri="{C183D7F6-B498-43B3-948B-1728B52AA6E4}">
                <adec:decorative xmlns:adec="http://schemas.microsoft.com/office/drawing/2017/decorative" val="1"/>
              </a:ext>
            </a:extLst>
          </p:cNvPr>
          <p:cNvSpPr/>
          <p:nvPr/>
        </p:nvSpPr>
        <p:spPr>
          <a:xfrm rot="5400000">
            <a:off x="7715292" y="4497228"/>
            <a:ext cx="381096" cy="579394"/>
          </a:xfrm>
          <a:prstGeom prst="homePlate">
            <a:avLst>
              <a:gd name="adj" fmla="val 6024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Ins="274320"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40" name="Arrow: Pentagon 39">
            <a:extLst>
              <a:ext uri="{FF2B5EF4-FFF2-40B4-BE49-F238E27FC236}">
                <a16:creationId xmlns:a16="http://schemas.microsoft.com/office/drawing/2014/main" id="{BDA654CB-147C-4876-B154-4863E04820FA}"/>
              </a:ext>
              <a:ext uri="{C183D7F6-B498-43B3-948B-1728B52AA6E4}">
                <adec:decorative xmlns:adec="http://schemas.microsoft.com/office/drawing/2017/decorative" val="1"/>
              </a:ext>
            </a:extLst>
          </p:cNvPr>
          <p:cNvSpPr/>
          <p:nvPr/>
        </p:nvSpPr>
        <p:spPr>
          <a:xfrm rot="5400000">
            <a:off x="7715293" y="3417978"/>
            <a:ext cx="381091" cy="579394"/>
          </a:xfrm>
          <a:prstGeom prst="homePlate">
            <a:avLst>
              <a:gd name="adj" fmla="val 6024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Ins="274320"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27" name="Arrow: Pentagon 26">
            <a:extLst>
              <a:ext uri="{FF2B5EF4-FFF2-40B4-BE49-F238E27FC236}">
                <a16:creationId xmlns:a16="http://schemas.microsoft.com/office/drawing/2014/main" id="{AD679729-7987-42F3-95DC-9E0D5F918317}"/>
              </a:ext>
              <a:ext uri="{C183D7F6-B498-43B3-948B-1728B52AA6E4}">
                <adec:decorative xmlns:adec="http://schemas.microsoft.com/office/drawing/2017/decorative" val="1"/>
              </a:ext>
            </a:extLst>
          </p:cNvPr>
          <p:cNvSpPr/>
          <p:nvPr/>
        </p:nvSpPr>
        <p:spPr>
          <a:xfrm rot="5400000">
            <a:off x="7715292" y="2340661"/>
            <a:ext cx="381096" cy="579394"/>
          </a:xfrm>
          <a:prstGeom prst="homePlate">
            <a:avLst>
              <a:gd name="adj" fmla="val 6024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Ins="274320"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4" name="Subtitle 3">
            <a:extLst>
              <a:ext uri="{FF2B5EF4-FFF2-40B4-BE49-F238E27FC236}">
                <a16:creationId xmlns:a16="http://schemas.microsoft.com/office/drawing/2014/main" id="{17DE0A74-6935-4F00-9E56-F0BC6AD08C19}"/>
              </a:ext>
            </a:extLst>
          </p:cNvPr>
          <p:cNvSpPr>
            <a:spLocks noGrp="1"/>
          </p:cNvSpPr>
          <p:nvPr>
            <p:ph type="subTitle" idx="15"/>
          </p:nvPr>
        </p:nvSpPr>
        <p:spPr/>
        <p:txBody>
          <a:bodyPr/>
          <a:lstStyle/>
          <a:p>
            <a:r>
              <a:rPr lang="en-US"/>
              <a:t>Diagrams</a:t>
            </a:r>
          </a:p>
        </p:txBody>
      </p:sp>
      <p:sp>
        <p:nvSpPr>
          <p:cNvPr id="2" name="Title 1">
            <a:extLst>
              <a:ext uri="{FF2B5EF4-FFF2-40B4-BE49-F238E27FC236}">
                <a16:creationId xmlns:a16="http://schemas.microsoft.com/office/drawing/2014/main" id="{71495639-DDE6-4008-8331-BA1CA61FA60E}"/>
              </a:ext>
            </a:extLst>
          </p:cNvPr>
          <p:cNvSpPr>
            <a:spLocks noGrp="1"/>
          </p:cNvSpPr>
          <p:nvPr>
            <p:ph type="title"/>
          </p:nvPr>
        </p:nvSpPr>
        <p:spPr/>
        <p:txBody>
          <a:bodyPr/>
          <a:lstStyle/>
          <a:p>
            <a:r>
              <a:rPr lang="en-US"/>
              <a:t>Funnel Diagram</a:t>
            </a:r>
          </a:p>
        </p:txBody>
      </p:sp>
      <p:sp>
        <p:nvSpPr>
          <p:cNvPr id="12" name="Rectangle 11">
            <a:extLst>
              <a:ext uri="{FF2B5EF4-FFF2-40B4-BE49-F238E27FC236}">
                <a16:creationId xmlns:a16="http://schemas.microsoft.com/office/drawing/2014/main" id="{01F99E81-6220-41D6-A3FD-F3CD4BD4FF80}"/>
              </a:ext>
            </a:extLst>
          </p:cNvPr>
          <p:cNvSpPr/>
          <p:nvPr/>
        </p:nvSpPr>
        <p:spPr>
          <a:xfrm>
            <a:off x="6578793" y="1824722"/>
            <a:ext cx="2654093" cy="6613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ctr"/>
          <a:lstStyle/>
          <a:p>
            <a:pPr algn="ctr">
              <a:lnSpc>
                <a:spcPct val="110000"/>
              </a:lnSpc>
              <a:spcAft>
                <a:spcPts val="800"/>
              </a:spcAft>
            </a:pPr>
            <a:r>
              <a:rPr lang="en-US" sz="1400" b="1">
                <a:solidFill>
                  <a:schemeClr val="bg1"/>
                </a:solidFill>
              </a:rPr>
              <a:t>Lorem ipsum </a:t>
            </a:r>
            <a:br>
              <a:rPr lang="en-US" sz="1400" b="1">
                <a:solidFill>
                  <a:schemeClr val="bg1"/>
                </a:solidFill>
              </a:rPr>
            </a:br>
            <a:r>
              <a:rPr lang="en-US" sz="1400" b="1">
                <a:solidFill>
                  <a:schemeClr val="bg1"/>
                </a:solidFill>
              </a:rPr>
              <a:t>dolor sit amet</a:t>
            </a:r>
          </a:p>
        </p:txBody>
      </p:sp>
      <p:sp>
        <p:nvSpPr>
          <p:cNvPr id="14" name="Rectangle 13">
            <a:extLst>
              <a:ext uri="{FF2B5EF4-FFF2-40B4-BE49-F238E27FC236}">
                <a16:creationId xmlns:a16="http://schemas.microsoft.com/office/drawing/2014/main" id="{5918B3D8-369F-4FBB-A5A6-F2B1C6F6F994}"/>
              </a:ext>
            </a:extLst>
          </p:cNvPr>
          <p:cNvSpPr/>
          <p:nvPr/>
        </p:nvSpPr>
        <p:spPr>
          <a:xfrm>
            <a:off x="6139540" y="2903968"/>
            <a:ext cx="3532597" cy="6613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ctr"/>
          <a:lstStyle/>
          <a:p>
            <a:pPr algn="ctr">
              <a:lnSpc>
                <a:spcPct val="110000"/>
              </a:lnSpc>
              <a:spcAft>
                <a:spcPts val="800"/>
              </a:spcAft>
            </a:pPr>
            <a:r>
              <a:rPr lang="en-US" sz="1400" b="1" err="1">
                <a:solidFill>
                  <a:schemeClr val="bg1"/>
                </a:solidFill>
              </a:rPr>
              <a:t>Pellentesque</a:t>
            </a:r>
            <a:r>
              <a:rPr lang="en-US" sz="1400" b="1">
                <a:solidFill>
                  <a:schemeClr val="bg1"/>
                </a:solidFill>
              </a:rPr>
              <a:t> habitant </a:t>
            </a:r>
            <a:r>
              <a:rPr lang="en-US" sz="1400" b="1" err="1">
                <a:solidFill>
                  <a:schemeClr val="bg1"/>
                </a:solidFill>
              </a:rPr>
              <a:t>morbi</a:t>
            </a:r>
            <a:r>
              <a:rPr lang="en-US" sz="1400" b="1">
                <a:solidFill>
                  <a:schemeClr val="bg1"/>
                </a:solidFill>
              </a:rPr>
              <a:t> </a:t>
            </a:r>
          </a:p>
        </p:txBody>
      </p:sp>
      <p:sp>
        <p:nvSpPr>
          <p:cNvPr id="15" name="Rectangle 14">
            <a:extLst>
              <a:ext uri="{FF2B5EF4-FFF2-40B4-BE49-F238E27FC236}">
                <a16:creationId xmlns:a16="http://schemas.microsoft.com/office/drawing/2014/main" id="{8540E4F7-830F-461F-B8AF-8CF4D71A142B}"/>
              </a:ext>
            </a:extLst>
          </p:cNvPr>
          <p:cNvSpPr/>
          <p:nvPr/>
        </p:nvSpPr>
        <p:spPr>
          <a:xfrm>
            <a:off x="5768618" y="3983215"/>
            <a:ext cx="4274442" cy="6613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ctr"/>
          <a:lstStyle/>
          <a:p>
            <a:pPr algn="ctr">
              <a:lnSpc>
                <a:spcPct val="110000"/>
              </a:lnSpc>
              <a:spcAft>
                <a:spcPts val="800"/>
              </a:spcAft>
            </a:pPr>
            <a:r>
              <a:rPr lang="en-US" sz="1400" b="1" err="1">
                <a:solidFill>
                  <a:schemeClr val="bg1"/>
                </a:solidFill>
              </a:rPr>
              <a:t>Nulla</a:t>
            </a:r>
            <a:r>
              <a:rPr lang="en-US" sz="1400" b="1">
                <a:solidFill>
                  <a:schemeClr val="bg1"/>
                </a:solidFill>
              </a:rPr>
              <a:t> </a:t>
            </a:r>
            <a:r>
              <a:rPr lang="en-US" sz="1400" b="1" err="1">
                <a:solidFill>
                  <a:schemeClr val="bg1"/>
                </a:solidFill>
              </a:rPr>
              <a:t>neque</a:t>
            </a:r>
            <a:r>
              <a:rPr lang="en-US" sz="1400" b="1">
                <a:solidFill>
                  <a:schemeClr val="bg1"/>
                </a:solidFill>
              </a:rPr>
              <a:t> </a:t>
            </a:r>
            <a:r>
              <a:rPr lang="en-US" sz="1400" b="1" err="1">
                <a:solidFill>
                  <a:schemeClr val="bg1"/>
                </a:solidFill>
              </a:rPr>
              <a:t>lacus</a:t>
            </a:r>
            <a:r>
              <a:rPr lang="en-US" sz="1400" b="1">
                <a:solidFill>
                  <a:schemeClr val="bg1"/>
                </a:solidFill>
              </a:rPr>
              <a:t>, </a:t>
            </a:r>
            <a:r>
              <a:rPr lang="en-US" sz="1400" b="1" err="1">
                <a:solidFill>
                  <a:schemeClr val="bg1"/>
                </a:solidFill>
              </a:rPr>
              <a:t>scelerisque</a:t>
            </a:r>
            <a:endParaRPr lang="en-US" sz="1400" b="1">
              <a:solidFill>
                <a:schemeClr val="bg1"/>
              </a:solidFill>
            </a:endParaRPr>
          </a:p>
        </p:txBody>
      </p:sp>
      <p:sp>
        <p:nvSpPr>
          <p:cNvPr id="16" name="Rectangle 15">
            <a:extLst>
              <a:ext uri="{FF2B5EF4-FFF2-40B4-BE49-F238E27FC236}">
                <a16:creationId xmlns:a16="http://schemas.microsoft.com/office/drawing/2014/main" id="{626E3271-C6C8-46C2-A344-DEBEFDA6B31E}"/>
              </a:ext>
            </a:extLst>
          </p:cNvPr>
          <p:cNvSpPr/>
          <p:nvPr/>
        </p:nvSpPr>
        <p:spPr>
          <a:xfrm>
            <a:off x="5319802" y="5062463"/>
            <a:ext cx="5172075" cy="66130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ctr"/>
          <a:lstStyle/>
          <a:p>
            <a:pPr algn="ctr">
              <a:lnSpc>
                <a:spcPct val="90000"/>
              </a:lnSpc>
              <a:spcAft>
                <a:spcPts val="600"/>
              </a:spcAft>
            </a:pPr>
            <a:r>
              <a:rPr lang="en-US" sz="1400" b="1" err="1">
                <a:solidFill>
                  <a:schemeClr val="bg1"/>
                </a:solidFill>
              </a:rPr>
              <a:t>Congue</a:t>
            </a:r>
            <a:r>
              <a:rPr lang="en-US" sz="1400" b="1">
                <a:solidFill>
                  <a:schemeClr val="bg1"/>
                </a:solidFill>
              </a:rPr>
              <a:t> </a:t>
            </a:r>
            <a:r>
              <a:rPr lang="en-US" sz="1400" b="1" err="1">
                <a:solidFill>
                  <a:schemeClr val="bg1"/>
                </a:solidFill>
              </a:rPr>
              <a:t>pellentesque</a:t>
            </a:r>
            <a:r>
              <a:rPr lang="en-US" sz="1400" b="1">
                <a:solidFill>
                  <a:schemeClr val="bg1"/>
                </a:solidFill>
              </a:rPr>
              <a:t> </a:t>
            </a:r>
            <a:r>
              <a:rPr lang="en-US" sz="1400" b="1" err="1">
                <a:solidFill>
                  <a:schemeClr val="bg1"/>
                </a:solidFill>
              </a:rPr>
              <a:t>augue</a:t>
            </a:r>
            <a:r>
              <a:rPr lang="en-US" sz="1400" b="1">
                <a:solidFill>
                  <a:schemeClr val="bg1"/>
                </a:solidFill>
              </a:rPr>
              <a:t>. Ut at </a:t>
            </a:r>
            <a:r>
              <a:rPr lang="en-US" sz="1400" b="1" err="1">
                <a:solidFill>
                  <a:schemeClr val="bg1"/>
                </a:solidFill>
              </a:rPr>
              <a:t>dignissim</a:t>
            </a:r>
            <a:r>
              <a:rPr lang="en-US" sz="1400" b="1">
                <a:solidFill>
                  <a:schemeClr val="bg1"/>
                </a:solidFill>
              </a:rPr>
              <a:t> </a:t>
            </a:r>
            <a:r>
              <a:rPr lang="en-US" sz="1400" b="1" err="1">
                <a:solidFill>
                  <a:schemeClr val="bg1"/>
                </a:solidFill>
              </a:rPr>
              <a:t>felis</a:t>
            </a:r>
            <a:endParaRPr lang="en-US" sz="1400" b="1">
              <a:solidFill>
                <a:schemeClr val="bg1"/>
              </a:solidFill>
            </a:endParaRPr>
          </a:p>
        </p:txBody>
      </p:sp>
    </p:spTree>
    <p:extLst>
      <p:ext uri="{BB962C8B-B14F-4D97-AF65-F5344CB8AC3E}">
        <p14:creationId xmlns:p14="http://schemas.microsoft.com/office/powerpoint/2010/main" val="45756783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9A9E9949-997F-456E-A5D1-0F5F12D9DC8D}"/>
              </a:ext>
              <a:ext uri="{C183D7F6-B498-43B3-948B-1728B52AA6E4}">
                <adec:decorative xmlns:adec="http://schemas.microsoft.com/office/drawing/2017/decorative" val="1"/>
              </a:ext>
            </a:extLst>
          </p:cNvPr>
          <p:cNvSpPr>
            <a:spLocks/>
          </p:cNvSpPr>
          <p:nvPr/>
        </p:nvSpPr>
        <p:spPr bwMode="auto">
          <a:xfrm>
            <a:off x="5583302" y="1515614"/>
            <a:ext cx="4595536" cy="4656586"/>
          </a:xfrm>
          <a:custGeom>
            <a:avLst/>
            <a:gdLst>
              <a:gd name="connsiteX0" fmla="*/ 2026781 w 4058817"/>
              <a:gd name="connsiteY0" fmla="*/ 0 h 4112738"/>
              <a:gd name="connsiteX1" fmla="*/ 3061991 w 4058817"/>
              <a:gd name="connsiteY1" fmla="*/ 597796 h 4112738"/>
              <a:gd name="connsiteX2" fmla="*/ 3061991 w 4058817"/>
              <a:gd name="connsiteY2" fmla="*/ 1741069 h 4112738"/>
              <a:gd name="connsiteX3" fmla="*/ 4058817 w 4058817"/>
              <a:gd name="connsiteY3" fmla="*/ 2316700 h 4112738"/>
              <a:gd name="connsiteX4" fmla="*/ 4058817 w 4058817"/>
              <a:gd name="connsiteY4" fmla="*/ 3513617 h 4112738"/>
              <a:gd name="connsiteX5" fmla="*/ 3023607 w 4058817"/>
              <a:gd name="connsiteY5" fmla="*/ 4112738 h 4112738"/>
              <a:gd name="connsiteX6" fmla="*/ 2029409 w 4058817"/>
              <a:gd name="connsiteY6" fmla="*/ 3537352 h 4112738"/>
              <a:gd name="connsiteX7" fmla="*/ 1035210 w 4058817"/>
              <a:gd name="connsiteY7" fmla="*/ 4112738 h 4112738"/>
              <a:gd name="connsiteX8" fmla="*/ 0 w 4058817"/>
              <a:gd name="connsiteY8" fmla="*/ 3513617 h 4112738"/>
              <a:gd name="connsiteX9" fmla="*/ 0 w 4058817"/>
              <a:gd name="connsiteY9" fmla="*/ 2316700 h 4112738"/>
              <a:gd name="connsiteX10" fmla="*/ 991571 w 4058817"/>
              <a:gd name="connsiteY10" fmla="*/ 1744104 h 4112738"/>
              <a:gd name="connsiteX11" fmla="*/ 991571 w 4058817"/>
              <a:gd name="connsiteY11" fmla="*/ 597796 h 411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58817" h="4112738">
                <a:moveTo>
                  <a:pt x="2026781" y="0"/>
                </a:moveTo>
                <a:lnTo>
                  <a:pt x="3061991" y="597796"/>
                </a:lnTo>
                <a:lnTo>
                  <a:pt x="3061991" y="1741069"/>
                </a:lnTo>
                <a:lnTo>
                  <a:pt x="4058817" y="2316700"/>
                </a:lnTo>
                <a:lnTo>
                  <a:pt x="4058817" y="3513617"/>
                </a:lnTo>
                <a:lnTo>
                  <a:pt x="3023607" y="4112738"/>
                </a:lnTo>
                <a:lnTo>
                  <a:pt x="2029409" y="3537352"/>
                </a:lnTo>
                <a:lnTo>
                  <a:pt x="1035210" y="4112738"/>
                </a:lnTo>
                <a:lnTo>
                  <a:pt x="0" y="3513617"/>
                </a:lnTo>
                <a:lnTo>
                  <a:pt x="0" y="2316700"/>
                </a:lnTo>
                <a:lnTo>
                  <a:pt x="991571" y="1744104"/>
                </a:lnTo>
                <a:lnTo>
                  <a:pt x="991571" y="597796"/>
                </a:lnTo>
                <a:close/>
              </a:path>
            </a:pathLst>
          </a:custGeom>
          <a:solidFill>
            <a:schemeClr val="bg1">
              <a:lumMod val="95000"/>
            </a:schemeClr>
          </a:solidFill>
          <a:ln w="6350">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0000"/>
              </a:lnSpc>
            </a:pPr>
            <a:endParaRPr lang="en-US">
              <a:ln>
                <a:solidFill>
                  <a:schemeClr val="bg1">
                    <a:lumMod val="50000"/>
                  </a:schemeClr>
                </a:solidFill>
              </a:ln>
              <a:solidFill>
                <a:schemeClr val="bg1">
                  <a:lumMod val="95000"/>
                </a:schemeClr>
              </a:solidFill>
              <a:latin typeface="+mj-lt"/>
              <a:ea typeface="Montserrat" panose="00000500000000000000" pitchFamily="2" charset="0"/>
              <a:cs typeface="Montserrat" panose="00000500000000000000" pitchFamily="2" charset="0"/>
            </a:endParaRPr>
          </a:p>
        </p:txBody>
      </p:sp>
      <p:sp>
        <p:nvSpPr>
          <p:cNvPr id="4" name="Subtitle 3">
            <a:extLst>
              <a:ext uri="{FF2B5EF4-FFF2-40B4-BE49-F238E27FC236}">
                <a16:creationId xmlns:a16="http://schemas.microsoft.com/office/drawing/2014/main" id="{3206CF90-29B9-41C2-9F6B-4FA5C3325443}"/>
              </a:ext>
            </a:extLst>
          </p:cNvPr>
          <p:cNvSpPr>
            <a:spLocks noGrp="1"/>
          </p:cNvSpPr>
          <p:nvPr>
            <p:ph type="subTitle" idx="15"/>
          </p:nvPr>
        </p:nvSpPr>
        <p:spPr/>
        <p:txBody>
          <a:bodyPr/>
          <a:lstStyle/>
          <a:p>
            <a:r>
              <a:rPr lang="en-US"/>
              <a:t>Diagrams</a:t>
            </a:r>
          </a:p>
        </p:txBody>
      </p:sp>
      <p:sp>
        <p:nvSpPr>
          <p:cNvPr id="2" name="Title 1">
            <a:extLst>
              <a:ext uri="{FF2B5EF4-FFF2-40B4-BE49-F238E27FC236}">
                <a16:creationId xmlns:a16="http://schemas.microsoft.com/office/drawing/2014/main" id="{71495639-DDE6-4008-8331-BA1CA61FA60E}"/>
              </a:ext>
            </a:extLst>
          </p:cNvPr>
          <p:cNvSpPr>
            <a:spLocks noGrp="1"/>
          </p:cNvSpPr>
          <p:nvPr>
            <p:ph type="title"/>
          </p:nvPr>
        </p:nvSpPr>
        <p:spPr/>
        <p:txBody>
          <a:bodyPr/>
          <a:lstStyle/>
          <a:p>
            <a:r>
              <a:rPr lang="en-US" dirty="0"/>
              <a:t>Join Diagram</a:t>
            </a:r>
          </a:p>
        </p:txBody>
      </p:sp>
      <p:sp>
        <p:nvSpPr>
          <p:cNvPr id="15" name="Hex 3 Final">
            <a:extLst>
              <a:ext uri="{FF2B5EF4-FFF2-40B4-BE49-F238E27FC236}">
                <a16:creationId xmlns:a16="http://schemas.microsoft.com/office/drawing/2014/main" id="{21FCD22C-A284-43A7-9D84-2673AB36A02E}"/>
              </a:ext>
              <a:ext uri="{C183D7F6-B498-43B3-948B-1728B52AA6E4}">
                <adec:decorative xmlns:adec="http://schemas.microsoft.com/office/drawing/2017/decorative" val="0"/>
              </a:ext>
            </a:extLst>
          </p:cNvPr>
          <p:cNvSpPr>
            <a:spLocks/>
          </p:cNvSpPr>
          <p:nvPr/>
        </p:nvSpPr>
        <p:spPr bwMode="auto">
          <a:xfrm>
            <a:off x="6859085" y="1679296"/>
            <a:ext cx="2043970" cy="2361743"/>
          </a:xfrm>
          <a:custGeom>
            <a:avLst/>
            <a:gdLst>
              <a:gd name="T0" fmla="*/ 1563 w 1563"/>
              <a:gd name="T1" fmla="*/ 1355 h 1806"/>
              <a:gd name="T2" fmla="*/ 1563 w 1563"/>
              <a:gd name="T3" fmla="*/ 452 h 1806"/>
              <a:gd name="T4" fmla="*/ 781 w 1563"/>
              <a:gd name="T5" fmla="*/ 0 h 1806"/>
              <a:gd name="T6" fmla="*/ 0 w 1563"/>
              <a:gd name="T7" fmla="*/ 452 h 1806"/>
              <a:gd name="T8" fmla="*/ 0 w 1563"/>
              <a:gd name="T9" fmla="*/ 1355 h 1806"/>
              <a:gd name="T10" fmla="*/ 781 w 1563"/>
              <a:gd name="T11" fmla="*/ 1806 h 1806"/>
              <a:gd name="T12" fmla="*/ 1563 w 1563"/>
              <a:gd name="T13" fmla="*/ 1355 h 1806"/>
            </a:gdLst>
            <a:ahLst/>
            <a:cxnLst>
              <a:cxn ang="0">
                <a:pos x="T0" y="T1"/>
              </a:cxn>
              <a:cxn ang="0">
                <a:pos x="T2" y="T3"/>
              </a:cxn>
              <a:cxn ang="0">
                <a:pos x="T4" y="T5"/>
              </a:cxn>
              <a:cxn ang="0">
                <a:pos x="T6" y="T7"/>
              </a:cxn>
              <a:cxn ang="0">
                <a:pos x="T8" y="T9"/>
              </a:cxn>
              <a:cxn ang="0">
                <a:pos x="T10" y="T11"/>
              </a:cxn>
              <a:cxn ang="0">
                <a:pos x="T12" y="T13"/>
              </a:cxn>
            </a:cxnLst>
            <a:rect l="0" t="0" r="r" b="b"/>
            <a:pathLst>
              <a:path w="1563" h="1806">
                <a:moveTo>
                  <a:pt x="1563" y="1355"/>
                </a:moveTo>
                <a:lnTo>
                  <a:pt x="1563" y="452"/>
                </a:lnTo>
                <a:lnTo>
                  <a:pt x="781" y="0"/>
                </a:lnTo>
                <a:lnTo>
                  <a:pt x="0" y="452"/>
                </a:lnTo>
                <a:lnTo>
                  <a:pt x="0" y="1355"/>
                </a:lnTo>
                <a:lnTo>
                  <a:pt x="781" y="1806"/>
                </a:lnTo>
                <a:lnTo>
                  <a:pt x="1563" y="1355"/>
                </a:lnTo>
                <a:close/>
              </a:path>
            </a:pathLst>
          </a:custGeom>
          <a:solidFill>
            <a:schemeClr val="accent2"/>
          </a:solidFill>
          <a:ln w="12700" cap="sq">
            <a:noFill/>
          </a:ln>
        </p:spPr>
        <p:style>
          <a:lnRef idx="1">
            <a:schemeClr val="accent2"/>
          </a:lnRef>
          <a:fillRef idx="0">
            <a:schemeClr val="accent2"/>
          </a:fillRef>
          <a:effectRef idx="0">
            <a:schemeClr val="accent2"/>
          </a:effectRef>
          <a:fontRef idx="minor">
            <a:schemeClr val="tx1"/>
          </a:fontRef>
        </p:style>
        <p:txBody>
          <a:bodyPr rot="0" spcFirstLastPara="0" vertOverflow="overflow" horzOverflow="overflow" vert="horz" wrap="square" lIns="182880" tIns="365760" rIns="182880" bIns="182880" numCol="1" spcCol="0" rtlCol="0" fromWordArt="0" anchor="t" anchorCtr="0" forceAA="0" compatLnSpc="1">
            <a:prstTxWarp prst="textNoShape">
              <a:avLst/>
            </a:prstTxWarp>
            <a:noAutofit/>
          </a:bodyPr>
          <a:lstStyle/>
          <a:p>
            <a:pPr algn="ctr">
              <a:lnSpc>
                <a:spcPct val="110000"/>
              </a:lnSpc>
              <a:spcAft>
                <a:spcPts val="800"/>
              </a:spcAft>
            </a:pPr>
            <a:r>
              <a:rPr lang="en-US" sz="2800" b="1" dirty="0">
                <a:solidFill>
                  <a:schemeClr val="bg1"/>
                </a:solidFill>
                <a:latin typeface="Montserrat SemiBold" panose="00000700000000000000" pitchFamily="2" charset="0"/>
                <a:cs typeface="Montserrat" panose="00000500000000000000" pitchFamily="2" charset="0"/>
              </a:rPr>
              <a:t>1</a:t>
            </a:r>
          </a:p>
          <a:p>
            <a:pPr algn="ctr">
              <a:lnSpc>
                <a:spcPct val="110000"/>
              </a:lnSpc>
              <a:spcAft>
                <a:spcPts val="800"/>
              </a:spcAft>
            </a:pPr>
            <a:r>
              <a:rPr lang="en-US" sz="1200" dirty="0">
                <a:solidFill>
                  <a:schemeClr val="bg1"/>
                </a:solidFill>
              </a:rPr>
              <a:t>Lorem ipsum </a:t>
            </a:r>
            <a:br>
              <a:rPr lang="en-US" sz="1200" dirty="0">
                <a:solidFill>
                  <a:schemeClr val="bg1"/>
                </a:solidFill>
              </a:rPr>
            </a:br>
            <a:r>
              <a:rPr lang="en-US" sz="1200" dirty="0">
                <a:solidFill>
                  <a:schemeClr val="bg1"/>
                </a:solidFill>
              </a:rPr>
              <a:t>dolor sit </a:t>
            </a:r>
            <a:r>
              <a:rPr lang="en-US" sz="1200" dirty="0" err="1">
                <a:solidFill>
                  <a:schemeClr val="bg1"/>
                </a:solidFill>
              </a:rPr>
              <a:t>amet</a:t>
            </a:r>
            <a:endParaRPr lang="en-US" sz="1200" dirty="0">
              <a:solidFill>
                <a:schemeClr val="bg1"/>
              </a:solidFill>
            </a:endParaRPr>
          </a:p>
        </p:txBody>
      </p:sp>
      <p:sp>
        <p:nvSpPr>
          <p:cNvPr id="17" name="Hex 1 Final">
            <a:extLst>
              <a:ext uri="{FF2B5EF4-FFF2-40B4-BE49-F238E27FC236}">
                <a16:creationId xmlns:a16="http://schemas.microsoft.com/office/drawing/2014/main" id="{1F8F26CF-54A3-426C-AC48-E538B20E29D2}"/>
              </a:ext>
              <a:ext uri="{C183D7F6-B498-43B3-948B-1728B52AA6E4}">
                <adec:decorative xmlns:adec="http://schemas.microsoft.com/office/drawing/2017/decorative" val="0"/>
              </a:ext>
            </a:extLst>
          </p:cNvPr>
          <p:cNvSpPr>
            <a:spLocks/>
          </p:cNvSpPr>
          <p:nvPr/>
        </p:nvSpPr>
        <p:spPr bwMode="auto">
          <a:xfrm>
            <a:off x="5737048" y="3638333"/>
            <a:ext cx="2042661" cy="2361743"/>
          </a:xfrm>
          <a:custGeom>
            <a:avLst/>
            <a:gdLst>
              <a:gd name="T0" fmla="*/ 1562 w 1562"/>
              <a:gd name="T1" fmla="*/ 1354 h 1806"/>
              <a:gd name="T2" fmla="*/ 1562 w 1562"/>
              <a:gd name="T3" fmla="*/ 451 h 1806"/>
              <a:gd name="T4" fmla="*/ 781 w 1562"/>
              <a:gd name="T5" fmla="*/ 0 h 1806"/>
              <a:gd name="T6" fmla="*/ 0 w 1562"/>
              <a:gd name="T7" fmla="*/ 451 h 1806"/>
              <a:gd name="T8" fmla="*/ 0 w 1562"/>
              <a:gd name="T9" fmla="*/ 1354 h 1806"/>
              <a:gd name="T10" fmla="*/ 781 w 1562"/>
              <a:gd name="T11" fmla="*/ 1806 h 1806"/>
              <a:gd name="T12" fmla="*/ 1562 w 1562"/>
              <a:gd name="T13" fmla="*/ 1354 h 1806"/>
            </a:gdLst>
            <a:ahLst/>
            <a:cxnLst>
              <a:cxn ang="0">
                <a:pos x="T0" y="T1"/>
              </a:cxn>
              <a:cxn ang="0">
                <a:pos x="T2" y="T3"/>
              </a:cxn>
              <a:cxn ang="0">
                <a:pos x="T4" y="T5"/>
              </a:cxn>
              <a:cxn ang="0">
                <a:pos x="T6" y="T7"/>
              </a:cxn>
              <a:cxn ang="0">
                <a:pos x="T8" y="T9"/>
              </a:cxn>
              <a:cxn ang="0">
                <a:pos x="T10" y="T11"/>
              </a:cxn>
              <a:cxn ang="0">
                <a:pos x="T12" y="T13"/>
              </a:cxn>
            </a:cxnLst>
            <a:rect l="0" t="0" r="r" b="b"/>
            <a:pathLst>
              <a:path w="1562" h="1806">
                <a:moveTo>
                  <a:pt x="1562" y="1354"/>
                </a:moveTo>
                <a:lnTo>
                  <a:pt x="1562" y="451"/>
                </a:lnTo>
                <a:lnTo>
                  <a:pt x="781" y="0"/>
                </a:lnTo>
                <a:lnTo>
                  <a:pt x="0" y="451"/>
                </a:lnTo>
                <a:lnTo>
                  <a:pt x="0" y="1354"/>
                </a:lnTo>
                <a:lnTo>
                  <a:pt x="781" y="1806"/>
                </a:lnTo>
                <a:lnTo>
                  <a:pt x="1562" y="1354"/>
                </a:lnTo>
                <a:close/>
              </a:path>
            </a:pathLst>
          </a:custGeom>
          <a:solidFill>
            <a:schemeClr val="accent2"/>
          </a:solidFill>
          <a:ln w="12700" cap="sq">
            <a:noFill/>
          </a:ln>
        </p:spPr>
        <p:style>
          <a:lnRef idx="1">
            <a:schemeClr val="accent2"/>
          </a:lnRef>
          <a:fillRef idx="0">
            <a:schemeClr val="accent2"/>
          </a:fillRef>
          <a:effectRef idx="0">
            <a:schemeClr val="accent2"/>
          </a:effectRef>
          <a:fontRef idx="minor">
            <a:schemeClr val="tx1"/>
          </a:fontRef>
        </p:style>
        <p:txBody>
          <a:bodyPr rot="0" spcFirstLastPara="0" vertOverflow="overflow" horzOverflow="overflow" vert="horz" wrap="square" lIns="182880" tIns="365760" rIns="182880" bIns="182880" numCol="1" spcCol="0" rtlCol="0" fromWordArt="0" anchor="t" anchorCtr="0" forceAA="0" compatLnSpc="1">
            <a:prstTxWarp prst="textNoShape">
              <a:avLst/>
            </a:prstTxWarp>
            <a:noAutofit/>
          </a:bodyPr>
          <a:lstStyle/>
          <a:p>
            <a:pPr algn="ctr">
              <a:lnSpc>
                <a:spcPct val="110000"/>
              </a:lnSpc>
              <a:spcAft>
                <a:spcPts val="800"/>
              </a:spcAft>
            </a:pPr>
            <a:r>
              <a:rPr lang="en-US" sz="2800" b="1" dirty="0">
                <a:solidFill>
                  <a:schemeClr val="bg1"/>
                </a:solidFill>
                <a:latin typeface="Montserrat SemiBold" panose="00000700000000000000" pitchFamily="2" charset="0"/>
                <a:cs typeface="Montserrat" panose="00000500000000000000" pitchFamily="2" charset="0"/>
              </a:rPr>
              <a:t>2</a:t>
            </a:r>
          </a:p>
          <a:p>
            <a:pPr algn="ctr">
              <a:lnSpc>
                <a:spcPct val="110000"/>
              </a:lnSpc>
              <a:spcAft>
                <a:spcPts val="800"/>
              </a:spcAft>
            </a:pPr>
            <a:r>
              <a:rPr lang="en-US" sz="1200" dirty="0" err="1">
                <a:solidFill>
                  <a:schemeClr val="bg1"/>
                </a:solidFill>
              </a:rPr>
              <a:t>Pellentesque</a:t>
            </a:r>
            <a:r>
              <a:rPr lang="en-US" sz="1200" dirty="0">
                <a:solidFill>
                  <a:schemeClr val="bg1"/>
                </a:solidFill>
              </a:rPr>
              <a:t> habitant </a:t>
            </a:r>
            <a:r>
              <a:rPr lang="en-US" sz="1200" dirty="0" err="1">
                <a:solidFill>
                  <a:schemeClr val="bg1"/>
                </a:solidFill>
              </a:rPr>
              <a:t>morbi</a:t>
            </a:r>
            <a:r>
              <a:rPr lang="en-US" sz="1200" dirty="0">
                <a:solidFill>
                  <a:schemeClr val="bg1"/>
                </a:solidFill>
              </a:rPr>
              <a:t> </a:t>
            </a:r>
          </a:p>
        </p:txBody>
      </p:sp>
      <p:sp>
        <p:nvSpPr>
          <p:cNvPr id="16" name="Hex 2 Final">
            <a:extLst>
              <a:ext uri="{FF2B5EF4-FFF2-40B4-BE49-F238E27FC236}">
                <a16:creationId xmlns:a16="http://schemas.microsoft.com/office/drawing/2014/main" id="{BBABBDB2-86A5-49B9-B13E-24FB035FFF67}"/>
              </a:ext>
              <a:ext uri="{C183D7F6-B498-43B3-948B-1728B52AA6E4}">
                <adec:decorative xmlns:adec="http://schemas.microsoft.com/office/drawing/2017/decorative" val="0"/>
              </a:ext>
            </a:extLst>
          </p:cNvPr>
          <p:cNvSpPr>
            <a:spLocks/>
          </p:cNvSpPr>
          <p:nvPr/>
        </p:nvSpPr>
        <p:spPr bwMode="auto">
          <a:xfrm>
            <a:off x="7993543" y="3638333"/>
            <a:ext cx="2042661" cy="2361743"/>
          </a:xfrm>
          <a:custGeom>
            <a:avLst/>
            <a:gdLst>
              <a:gd name="T0" fmla="*/ 1562 w 1562"/>
              <a:gd name="T1" fmla="*/ 1354 h 1806"/>
              <a:gd name="T2" fmla="*/ 1562 w 1562"/>
              <a:gd name="T3" fmla="*/ 451 h 1806"/>
              <a:gd name="T4" fmla="*/ 781 w 1562"/>
              <a:gd name="T5" fmla="*/ 0 h 1806"/>
              <a:gd name="T6" fmla="*/ 0 w 1562"/>
              <a:gd name="T7" fmla="*/ 451 h 1806"/>
              <a:gd name="T8" fmla="*/ 0 w 1562"/>
              <a:gd name="T9" fmla="*/ 1354 h 1806"/>
              <a:gd name="T10" fmla="*/ 781 w 1562"/>
              <a:gd name="T11" fmla="*/ 1806 h 1806"/>
              <a:gd name="T12" fmla="*/ 1562 w 1562"/>
              <a:gd name="T13" fmla="*/ 1354 h 1806"/>
            </a:gdLst>
            <a:ahLst/>
            <a:cxnLst>
              <a:cxn ang="0">
                <a:pos x="T0" y="T1"/>
              </a:cxn>
              <a:cxn ang="0">
                <a:pos x="T2" y="T3"/>
              </a:cxn>
              <a:cxn ang="0">
                <a:pos x="T4" y="T5"/>
              </a:cxn>
              <a:cxn ang="0">
                <a:pos x="T6" y="T7"/>
              </a:cxn>
              <a:cxn ang="0">
                <a:pos x="T8" y="T9"/>
              </a:cxn>
              <a:cxn ang="0">
                <a:pos x="T10" y="T11"/>
              </a:cxn>
              <a:cxn ang="0">
                <a:pos x="T12" y="T13"/>
              </a:cxn>
            </a:cxnLst>
            <a:rect l="0" t="0" r="r" b="b"/>
            <a:pathLst>
              <a:path w="1562" h="1806">
                <a:moveTo>
                  <a:pt x="1562" y="1354"/>
                </a:moveTo>
                <a:lnTo>
                  <a:pt x="1562" y="451"/>
                </a:lnTo>
                <a:lnTo>
                  <a:pt x="781" y="0"/>
                </a:lnTo>
                <a:lnTo>
                  <a:pt x="0" y="451"/>
                </a:lnTo>
                <a:lnTo>
                  <a:pt x="0" y="1354"/>
                </a:lnTo>
                <a:lnTo>
                  <a:pt x="781" y="1806"/>
                </a:lnTo>
                <a:lnTo>
                  <a:pt x="1562" y="1354"/>
                </a:lnTo>
                <a:close/>
              </a:path>
            </a:pathLst>
          </a:custGeom>
          <a:solidFill>
            <a:schemeClr val="accent2"/>
          </a:solidFill>
          <a:ln w="12700" cap="sq">
            <a:noFill/>
          </a:ln>
        </p:spPr>
        <p:style>
          <a:lnRef idx="1">
            <a:schemeClr val="accent2"/>
          </a:lnRef>
          <a:fillRef idx="0">
            <a:schemeClr val="accent2"/>
          </a:fillRef>
          <a:effectRef idx="0">
            <a:schemeClr val="accent2"/>
          </a:effectRef>
          <a:fontRef idx="minor">
            <a:schemeClr val="tx1"/>
          </a:fontRef>
        </p:style>
        <p:txBody>
          <a:bodyPr rot="0" spcFirstLastPara="0" vertOverflow="overflow" horzOverflow="overflow" vert="horz" wrap="square" lIns="182880" tIns="365760" rIns="182880" bIns="182880" numCol="1" spcCol="0" rtlCol="0" fromWordArt="0" anchor="t" anchorCtr="0" forceAA="0" compatLnSpc="1">
            <a:prstTxWarp prst="textNoShape">
              <a:avLst/>
            </a:prstTxWarp>
            <a:noAutofit/>
          </a:bodyPr>
          <a:lstStyle/>
          <a:p>
            <a:pPr algn="ctr">
              <a:lnSpc>
                <a:spcPct val="110000"/>
              </a:lnSpc>
              <a:spcAft>
                <a:spcPts val="800"/>
              </a:spcAft>
            </a:pPr>
            <a:r>
              <a:rPr lang="en-US" sz="2800" b="1" dirty="0">
                <a:solidFill>
                  <a:schemeClr val="bg1"/>
                </a:solidFill>
                <a:latin typeface="Montserrat SemiBold" panose="00000700000000000000" pitchFamily="2" charset="0"/>
                <a:cs typeface="Montserrat" panose="00000500000000000000" pitchFamily="2" charset="0"/>
              </a:rPr>
              <a:t>3</a:t>
            </a:r>
          </a:p>
          <a:p>
            <a:pPr algn="ctr">
              <a:lnSpc>
                <a:spcPct val="110000"/>
              </a:lnSpc>
              <a:spcAft>
                <a:spcPts val="800"/>
              </a:spcAft>
            </a:pPr>
            <a:r>
              <a:rPr lang="en-US" sz="1200" dirty="0" err="1">
                <a:solidFill>
                  <a:schemeClr val="bg1"/>
                </a:solidFill>
              </a:rPr>
              <a:t>Nulla</a:t>
            </a:r>
            <a:r>
              <a:rPr lang="en-US" sz="1200" dirty="0">
                <a:solidFill>
                  <a:schemeClr val="bg1"/>
                </a:solidFill>
              </a:rPr>
              <a:t> </a:t>
            </a:r>
            <a:r>
              <a:rPr lang="en-US" sz="1200" dirty="0" err="1">
                <a:solidFill>
                  <a:schemeClr val="bg1"/>
                </a:solidFill>
              </a:rPr>
              <a:t>neque</a:t>
            </a:r>
            <a:r>
              <a:rPr lang="en-US" sz="1200" dirty="0">
                <a:solidFill>
                  <a:schemeClr val="bg1"/>
                </a:solidFill>
              </a:rPr>
              <a:t> </a:t>
            </a:r>
            <a:r>
              <a:rPr lang="en-US" sz="1200" dirty="0" err="1">
                <a:solidFill>
                  <a:schemeClr val="bg1"/>
                </a:solidFill>
              </a:rPr>
              <a:t>lacus</a:t>
            </a:r>
            <a:r>
              <a:rPr lang="en-US" sz="1200" dirty="0">
                <a:solidFill>
                  <a:schemeClr val="bg1"/>
                </a:solidFill>
              </a:rPr>
              <a:t>, </a:t>
            </a:r>
            <a:r>
              <a:rPr lang="en-US" sz="1200" dirty="0" err="1">
                <a:solidFill>
                  <a:schemeClr val="bg1"/>
                </a:solidFill>
              </a:rPr>
              <a:t>scelerisque</a:t>
            </a:r>
            <a:endParaRPr lang="en-US" sz="1200" dirty="0">
              <a:solidFill>
                <a:schemeClr val="bg1"/>
              </a:solidFill>
            </a:endParaRPr>
          </a:p>
        </p:txBody>
      </p:sp>
    </p:spTree>
    <p:extLst>
      <p:ext uri="{BB962C8B-B14F-4D97-AF65-F5344CB8AC3E}">
        <p14:creationId xmlns:p14="http://schemas.microsoft.com/office/powerpoint/2010/main" val="299441628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8F975F2A-DBC7-4731-AFFE-F3580E6C6AFE}"/>
              </a:ext>
              <a:ext uri="{C183D7F6-B498-43B3-948B-1728B52AA6E4}">
                <adec:decorative xmlns:adec="http://schemas.microsoft.com/office/drawing/2017/decorative" val="1"/>
              </a:ext>
            </a:extLst>
          </p:cNvPr>
          <p:cNvGrpSpPr/>
          <p:nvPr/>
        </p:nvGrpSpPr>
        <p:grpSpPr>
          <a:xfrm>
            <a:off x="3882714" y="2333791"/>
            <a:ext cx="6006053" cy="911947"/>
            <a:chOff x="2905411" y="2578679"/>
            <a:chExt cx="4908432" cy="745286"/>
          </a:xfrm>
        </p:grpSpPr>
        <p:sp>
          <p:nvSpPr>
            <p:cNvPr id="28" name="Right Bracket 27">
              <a:extLst>
                <a:ext uri="{FF2B5EF4-FFF2-40B4-BE49-F238E27FC236}">
                  <a16:creationId xmlns:a16="http://schemas.microsoft.com/office/drawing/2014/main" id="{C2799EEE-11B5-403D-AF82-054D2B295376}"/>
                </a:ext>
              </a:extLst>
            </p:cNvPr>
            <p:cNvSpPr/>
            <p:nvPr/>
          </p:nvSpPr>
          <p:spPr>
            <a:xfrm rot="16200000">
              <a:off x="5190558" y="700680"/>
              <a:ext cx="338138" cy="4908432"/>
            </a:xfrm>
            <a:prstGeom prst="righ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9" name="Straight Connector 28">
              <a:extLst>
                <a:ext uri="{FF2B5EF4-FFF2-40B4-BE49-F238E27FC236}">
                  <a16:creationId xmlns:a16="http://schemas.microsoft.com/office/drawing/2014/main" id="{40E358E6-C4B0-4522-AF9C-3C5D6B443153}"/>
                </a:ext>
              </a:extLst>
            </p:cNvPr>
            <p:cNvCxnSpPr>
              <a:cxnSpLocks/>
            </p:cNvCxnSpPr>
            <p:nvPr/>
          </p:nvCxnSpPr>
          <p:spPr>
            <a:xfrm>
              <a:off x="5359627" y="2578679"/>
              <a:ext cx="0" cy="6218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Subtitle 3">
            <a:extLst>
              <a:ext uri="{FF2B5EF4-FFF2-40B4-BE49-F238E27FC236}">
                <a16:creationId xmlns:a16="http://schemas.microsoft.com/office/drawing/2014/main" id="{58B3875F-57D4-4811-81EB-0F67A156EB46}"/>
              </a:ext>
            </a:extLst>
          </p:cNvPr>
          <p:cNvSpPr>
            <a:spLocks noGrp="1"/>
          </p:cNvSpPr>
          <p:nvPr>
            <p:ph type="subTitle" idx="15"/>
          </p:nvPr>
        </p:nvSpPr>
        <p:spPr/>
        <p:txBody>
          <a:bodyPr/>
          <a:lstStyle/>
          <a:p>
            <a:r>
              <a:rPr lang="en-US"/>
              <a:t>Diagrams</a:t>
            </a:r>
          </a:p>
        </p:txBody>
      </p:sp>
      <p:sp>
        <p:nvSpPr>
          <p:cNvPr id="3" name="Title 2">
            <a:extLst>
              <a:ext uri="{FF2B5EF4-FFF2-40B4-BE49-F238E27FC236}">
                <a16:creationId xmlns:a16="http://schemas.microsoft.com/office/drawing/2014/main" id="{AEBC730D-8578-4995-BA8D-D7E0B2BF6383}"/>
              </a:ext>
            </a:extLst>
          </p:cNvPr>
          <p:cNvSpPr>
            <a:spLocks noGrp="1"/>
          </p:cNvSpPr>
          <p:nvPr>
            <p:ph type="title"/>
          </p:nvPr>
        </p:nvSpPr>
        <p:spPr/>
        <p:txBody>
          <a:bodyPr/>
          <a:lstStyle/>
          <a:p>
            <a:r>
              <a:rPr lang="en-US"/>
              <a:t>Org Chart</a:t>
            </a:r>
          </a:p>
        </p:txBody>
      </p:sp>
      <p:sp>
        <p:nvSpPr>
          <p:cNvPr id="20" name="Rectangle 19">
            <a:extLst>
              <a:ext uri="{FF2B5EF4-FFF2-40B4-BE49-F238E27FC236}">
                <a16:creationId xmlns:a16="http://schemas.microsoft.com/office/drawing/2014/main" id="{BC2986E7-574C-4130-9242-0420E170C3CC}"/>
              </a:ext>
            </a:extLst>
          </p:cNvPr>
          <p:cNvSpPr/>
          <p:nvPr/>
        </p:nvSpPr>
        <p:spPr>
          <a:xfrm>
            <a:off x="5224823" y="1268854"/>
            <a:ext cx="3321836" cy="10649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marL="0" algn="ctr">
              <a:spcAft>
                <a:spcPts val="400"/>
              </a:spcAft>
              <a:buFont typeface="Montserrat" panose="00000500000000000000" pitchFamily="2" charset="0"/>
              <a:buChar char="​"/>
            </a:pPr>
            <a:r>
              <a:rPr lang="en-US" sz="1000">
                <a:solidFill>
                  <a:schemeClr val="bg1"/>
                </a:solidFill>
              </a:rPr>
              <a:t>Role/Job description</a:t>
            </a:r>
          </a:p>
        </p:txBody>
      </p:sp>
      <p:sp>
        <p:nvSpPr>
          <p:cNvPr id="31" name="Rectangle 30">
            <a:extLst>
              <a:ext uri="{FF2B5EF4-FFF2-40B4-BE49-F238E27FC236}">
                <a16:creationId xmlns:a16="http://schemas.microsoft.com/office/drawing/2014/main" id="{20405760-45D9-4D0B-9E8E-CA0859028698}"/>
              </a:ext>
            </a:extLst>
          </p:cNvPr>
          <p:cNvSpPr/>
          <p:nvPr/>
        </p:nvSpPr>
        <p:spPr>
          <a:xfrm>
            <a:off x="2501820" y="3094720"/>
            <a:ext cx="2701397" cy="10009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32" name="Rectangle 31">
            <a:extLst>
              <a:ext uri="{FF2B5EF4-FFF2-40B4-BE49-F238E27FC236}">
                <a16:creationId xmlns:a16="http://schemas.microsoft.com/office/drawing/2014/main" id="{72E5F937-8A0A-4537-A534-8E1201882F78}"/>
              </a:ext>
            </a:extLst>
          </p:cNvPr>
          <p:cNvSpPr/>
          <p:nvPr/>
        </p:nvSpPr>
        <p:spPr>
          <a:xfrm>
            <a:off x="5497556" y="3094720"/>
            <a:ext cx="2744609" cy="10009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33" name="Rectangle 32">
            <a:extLst>
              <a:ext uri="{FF2B5EF4-FFF2-40B4-BE49-F238E27FC236}">
                <a16:creationId xmlns:a16="http://schemas.microsoft.com/office/drawing/2014/main" id="{ABD2CB2D-ECFC-4EB6-9B53-DDF5CCB8F93A}"/>
              </a:ext>
            </a:extLst>
          </p:cNvPr>
          <p:cNvSpPr/>
          <p:nvPr/>
        </p:nvSpPr>
        <p:spPr>
          <a:xfrm>
            <a:off x="8525053" y="3094720"/>
            <a:ext cx="2744609" cy="10009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1" name="Rectangle 10">
            <a:extLst>
              <a:ext uri="{FF2B5EF4-FFF2-40B4-BE49-F238E27FC236}">
                <a16:creationId xmlns:a16="http://schemas.microsoft.com/office/drawing/2014/main" id="{7D37774E-94A1-4798-B1C3-2133549338EE}"/>
              </a:ext>
            </a:extLst>
          </p:cNvPr>
          <p:cNvSpPr/>
          <p:nvPr/>
        </p:nvSpPr>
        <p:spPr>
          <a:xfrm>
            <a:off x="2501819"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2" name="Rectangle 11">
            <a:extLst>
              <a:ext uri="{FF2B5EF4-FFF2-40B4-BE49-F238E27FC236}">
                <a16:creationId xmlns:a16="http://schemas.microsoft.com/office/drawing/2014/main" id="{B4A2BFAB-5122-44EA-A9DF-4BDB816F9461}"/>
              </a:ext>
            </a:extLst>
          </p:cNvPr>
          <p:cNvSpPr/>
          <p:nvPr/>
        </p:nvSpPr>
        <p:spPr>
          <a:xfrm>
            <a:off x="4005453"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3" name="Rectangle 12">
            <a:extLst>
              <a:ext uri="{FF2B5EF4-FFF2-40B4-BE49-F238E27FC236}">
                <a16:creationId xmlns:a16="http://schemas.microsoft.com/office/drawing/2014/main" id="{AE272617-6371-4DC0-AE25-D6E53084E573}"/>
              </a:ext>
            </a:extLst>
          </p:cNvPr>
          <p:cNvSpPr/>
          <p:nvPr/>
        </p:nvSpPr>
        <p:spPr>
          <a:xfrm>
            <a:off x="5509088"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4" name="Rectangle 13">
            <a:extLst>
              <a:ext uri="{FF2B5EF4-FFF2-40B4-BE49-F238E27FC236}">
                <a16:creationId xmlns:a16="http://schemas.microsoft.com/office/drawing/2014/main" id="{372E016E-A2EF-4026-96A1-1AAB49E6AEB9}"/>
              </a:ext>
            </a:extLst>
          </p:cNvPr>
          <p:cNvSpPr/>
          <p:nvPr/>
        </p:nvSpPr>
        <p:spPr>
          <a:xfrm>
            <a:off x="7012722"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050" b="1">
                <a:solidFill>
                  <a:schemeClr val="bg1"/>
                </a:solidFill>
              </a:rPr>
              <a:t>FirstName </a:t>
            </a:r>
            <a:r>
              <a:rPr lang="en-US" sz="1050" b="1" err="1">
                <a:solidFill>
                  <a:schemeClr val="bg1"/>
                </a:solidFill>
              </a:rPr>
              <a:t>LastName</a:t>
            </a:r>
            <a:endParaRPr lang="en-US" sz="105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5" name="Rectangle 14">
            <a:extLst>
              <a:ext uri="{FF2B5EF4-FFF2-40B4-BE49-F238E27FC236}">
                <a16:creationId xmlns:a16="http://schemas.microsoft.com/office/drawing/2014/main" id="{8D5A3CED-DA67-478D-8CC4-194324B7EAD3}"/>
              </a:ext>
            </a:extLst>
          </p:cNvPr>
          <p:cNvSpPr/>
          <p:nvPr/>
        </p:nvSpPr>
        <p:spPr>
          <a:xfrm>
            <a:off x="8513992"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sp>
        <p:nvSpPr>
          <p:cNvPr id="16" name="Rectangle 15">
            <a:extLst>
              <a:ext uri="{FF2B5EF4-FFF2-40B4-BE49-F238E27FC236}">
                <a16:creationId xmlns:a16="http://schemas.microsoft.com/office/drawing/2014/main" id="{871F3A91-9D8F-4DAE-9803-E7A0460B732F}"/>
              </a:ext>
            </a:extLst>
          </p:cNvPr>
          <p:cNvSpPr/>
          <p:nvPr/>
        </p:nvSpPr>
        <p:spPr>
          <a:xfrm>
            <a:off x="10017625" y="4760215"/>
            <a:ext cx="1252037" cy="12276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400"/>
              </a:spcAft>
              <a:buFont typeface="Montserrat" panose="00000500000000000000" pitchFamily="2" charset="0"/>
              <a:buChar char="​"/>
            </a:pPr>
            <a:r>
              <a:rPr lang="en-US" sz="1100" b="1">
                <a:solidFill>
                  <a:schemeClr val="bg1"/>
                </a:solidFill>
              </a:rPr>
              <a:t>FirstName </a:t>
            </a:r>
            <a:r>
              <a:rPr lang="en-US" sz="1100" b="1" err="1">
                <a:solidFill>
                  <a:schemeClr val="bg1"/>
                </a:solidFill>
              </a:rPr>
              <a:t>LastName</a:t>
            </a:r>
            <a:endParaRPr lang="en-US" sz="1100" b="1">
              <a:solidFill>
                <a:schemeClr val="bg1"/>
              </a:solidFill>
            </a:endParaRPr>
          </a:p>
          <a:p>
            <a:pPr algn="ctr">
              <a:spcAft>
                <a:spcPts val="400"/>
              </a:spcAft>
              <a:buFont typeface="Montserrat" panose="00000500000000000000" pitchFamily="2" charset="0"/>
              <a:buChar char="​"/>
            </a:pPr>
            <a:r>
              <a:rPr lang="en-US" sz="1000">
                <a:solidFill>
                  <a:schemeClr val="bg1"/>
                </a:solidFill>
              </a:rPr>
              <a:t>Role/Job description</a:t>
            </a:r>
          </a:p>
        </p:txBody>
      </p:sp>
      <p:grpSp>
        <p:nvGrpSpPr>
          <p:cNvPr id="17" name="Group 16">
            <a:extLst>
              <a:ext uri="{FF2B5EF4-FFF2-40B4-BE49-F238E27FC236}">
                <a16:creationId xmlns:a16="http://schemas.microsoft.com/office/drawing/2014/main" id="{12EF101D-5863-4670-8AEE-7941B42FD434}"/>
              </a:ext>
              <a:ext uri="{C183D7F6-B498-43B3-948B-1728B52AA6E4}">
                <adec:decorative xmlns:adec="http://schemas.microsoft.com/office/drawing/2017/decorative" val="1"/>
              </a:ext>
            </a:extLst>
          </p:cNvPr>
          <p:cNvGrpSpPr/>
          <p:nvPr/>
        </p:nvGrpSpPr>
        <p:grpSpPr>
          <a:xfrm>
            <a:off x="3096912" y="4095695"/>
            <a:ext cx="1511214" cy="664520"/>
            <a:chOff x="2263216" y="3753924"/>
            <a:chExt cx="1235036" cy="543077"/>
          </a:xfrm>
        </p:grpSpPr>
        <p:sp>
          <p:nvSpPr>
            <p:cNvPr id="18" name="Right Bracket 17">
              <a:extLst>
                <a:ext uri="{FF2B5EF4-FFF2-40B4-BE49-F238E27FC236}">
                  <a16:creationId xmlns:a16="http://schemas.microsoft.com/office/drawing/2014/main" id="{F13008E2-D2FA-43BD-9882-0B7FFBCAB8B5}"/>
                </a:ext>
              </a:extLst>
            </p:cNvPr>
            <p:cNvSpPr/>
            <p:nvPr/>
          </p:nvSpPr>
          <p:spPr>
            <a:xfrm rot="16200000">
              <a:off x="2748575" y="3547324"/>
              <a:ext cx="264318" cy="1235036"/>
            </a:xfrm>
            <a:prstGeom prst="righ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9" name="Straight Connector 18">
              <a:extLst>
                <a:ext uri="{FF2B5EF4-FFF2-40B4-BE49-F238E27FC236}">
                  <a16:creationId xmlns:a16="http://schemas.microsoft.com/office/drawing/2014/main" id="{03039208-891E-45FC-8F08-F477D99857ED}"/>
                </a:ext>
              </a:extLst>
            </p:cNvPr>
            <p:cNvCxnSpPr>
              <a:cxnSpLocks/>
              <a:stCxn id="18" idx="2"/>
            </p:cNvCxnSpPr>
            <p:nvPr/>
          </p:nvCxnSpPr>
          <p:spPr>
            <a:xfrm flipV="1">
              <a:off x="2880734" y="3753924"/>
              <a:ext cx="0" cy="2787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7A620AB4-15CD-4F1B-A952-83128DAADD6F}"/>
              </a:ext>
              <a:ext uri="{C183D7F6-B498-43B3-948B-1728B52AA6E4}">
                <adec:decorative xmlns:adec="http://schemas.microsoft.com/office/drawing/2017/decorative" val="1"/>
              </a:ext>
            </a:extLst>
          </p:cNvPr>
          <p:cNvGrpSpPr/>
          <p:nvPr/>
        </p:nvGrpSpPr>
        <p:grpSpPr>
          <a:xfrm>
            <a:off x="6108957" y="4095695"/>
            <a:ext cx="1511214" cy="664520"/>
            <a:chOff x="2263216" y="3753924"/>
            <a:chExt cx="1235036" cy="543077"/>
          </a:xfrm>
        </p:grpSpPr>
        <p:sp>
          <p:nvSpPr>
            <p:cNvPr id="22" name="Right Bracket 21">
              <a:extLst>
                <a:ext uri="{FF2B5EF4-FFF2-40B4-BE49-F238E27FC236}">
                  <a16:creationId xmlns:a16="http://schemas.microsoft.com/office/drawing/2014/main" id="{E8BBC8BF-57C0-4446-BA0B-589686084050}"/>
                </a:ext>
              </a:extLst>
            </p:cNvPr>
            <p:cNvSpPr/>
            <p:nvPr/>
          </p:nvSpPr>
          <p:spPr>
            <a:xfrm rot="16200000">
              <a:off x="2748575" y="3547324"/>
              <a:ext cx="264318" cy="1235036"/>
            </a:xfrm>
            <a:prstGeom prst="righ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410B6F05-916B-44A8-A79E-090F4B64D7A6}"/>
                </a:ext>
              </a:extLst>
            </p:cNvPr>
            <p:cNvCxnSpPr>
              <a:cxnSpLocks/>
              <a:stCxn id="22" idx="2"/>
            </p:cNvCxnSpPr>
            <p:nvPr/>
          </p:nvCxnSpPr>
          <p:spPr>
            <a:xfrm flipV="1">
              <a:off x="2880734" y="3753924"/>
              <a:ext cx="0" cy="2787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C5EC455A-2812-4439-9967-A264FE1A3C5F}"/>
              </a:ext>
              <a:ext uri="{C183D7F6-B498-43B3-948B-1728B52AA6E4}">
                <adec:decorative xmlns:adec="http://schemas.microsoft.com/office/drawing/2017/decorative" val="1"/>
              </a:ext>
            </a:extLst>
          </p:cNvPr>
          <p:cNvGrpSpPr/>
          <p:nvPr/>
        </p:nvGrpSpPr>
        <p:grpSpPr>
          <a:xfrm>
            <a:off x="9102968" y="4095695"/>
            <a:ext cx="1511214" cy="664520"/>
            <a:chOff x="2263216" y="3753924"/>
            <a:chExt cx="1235036" cy="543077"/>
          </a:xfrm>
        </p:grpSpPr>
        <p:sp>
          <p:nvSpPr>
            <p:cNvPr id="25" name="Right Bracket 24">
              <a:extLst>
                <a:ext uri="{FF2B5EF4-FFF2-40B4-BE49-F238E27FC236}">
                  <a16:creationId xmlns:a16="http://schemas.microsoft.com/office/drawing/2014/main" id="{BD615912-920F-40E9-96A9-7D5B88EDE745}"/>
                </a:ext>
              </a:extLst>
            </p:cNvPr>
            <p:cNvSpPr/>
            <p:nvPr/>
          </p:nvSpPr>
          <p:spPr>
            <a:xfrm rot="16200000">
              <a:off x="2748575" y="3547324"/>
              <a:ext cx="264318" cy="1235036"/>
            </a:xfrm>
            <a:prstGeom prst="righ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892E181B-C332-44D4-9A17-89C13292AB0A}"/>
                </a:ext>
              </a:extLst>
            </p:cNvPr>
            <p:cNvCxnSpPr>
              <a:cxnSpLocks/>
              <a:stCxn id="25" idx="2"/>
            </p:cNvCxnSpPr>
            <p:nvPr/>
          </p:nvCxnSpPr>
          <p:spPr>
            <a:xfrm flipV="1">
              <a:off x="2880734" y="3753924"/>
              <a:ext cx="0" cy="2787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5075236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4" name="Subtitle 3">
            <a:extLst>
              <a:ext uri="{FF2B5EF4-FFF2-40B4-BE49-F238E27FC236}">
                <a16:creationId xmlns:a16="http://schemas.microsoft.com/office/drawing/2014/main" id="{1FFF956C-5A5C-4F54-8A8E-88CC1BCA4521}"/>
              </a:ext>
            </a:extLst>
          </p:cNvPr>
          <p:cNvSpPr>
            <a:spLocks noGrp="1"/>
          </p:cNvSpPr>
          <p:nvPr>
            <p:ph type="subTitle" idx="15"/>
          </p:nvPr>
        </p:nvSpPr>
        <p:spPr/>
        <p:txBody>
          <a:bodyPr/>
          <a:lstStyle/>
          <a:p>
            <a:r>
              <a:rPr lang="en-US"/>
              <a:t>Diagrams</a:t>
            </a:r>
          </a:p>
        </p:txBody>
      </p:sp>
      <p:sp>
        <p:nvSpPr>
          <p:cNvPr id="3" name="Title 2">
            <a:extLst>
              <a:ext uri="{FF2B5EF4-FFF2-40B4-BE49-F238E27FC236}">
                <a16:creationId xmlns:a16="http://schemas.microsoft.com/office/drawing/2014/main" id="{315C2CEA-A5F5-43E9-BB95-4EE08D10C127}"/>
              </a:ext>
            </a:extLst>
          </p:cNvPr>
          <p:cNvSpPr>
            <a:spLocks noGrp="1"/>
          </p:cNvSpPr>
          <p:nvPr>
            <p:ph type="title"/>
          </p:nvPr>
        </p:nvSpPr>
        <p:spPr/>
        <p:txBody>
          <a:bodyPr/>
          <a:lstStyle/>
          <a:p>
            <a:r>
              <a:rPr lang="en-US"/>
              <a:t>Map</a:t>
            </a:r>
          </a:p>
        </p:txBody>
      </p:sp>
      <p:grpSp>
        <p:nvGrpSpPr>
          <p:cNvPr id="5" name="Graphic 3" descr="US Map">
            <a:extLst>
              <a:ext uri="{FF2B5EF4-FFF2-40B4-BE49-F238E27FC236}">
                <a16:creationId xmlns:a16="http://schemas.microsoft.com/office/drawing/2014/main" id="{3423515D-EB12-42DE-9D61-A66C2DB7B953}"/>
              </a:ext>
            </a:extLst>
          </p:cNvPr>
          <p:cNvGrpSpPr/>
          <p:nvPr/>
        </p:nvGrpSpPr>
        <p:grpSpPr>
          <a:xfrm>
            <a:off x="1058501" y="1377263"/>
            <a:ext cx="10076426" cy="4902620"/>
            <a:chOff x="476" y="462914"/>
            <a:chExt cx="12192476" cy="5932170"/>
          </a:xfrm>
          <a:blipFill>
            <a:blip r:embed="rId2">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grpSpPr>
        <p:sp>
          <p:nvSpPr>
            <p:cNvPr id="6" name="Freeform: Shape 5">
              <a:extLst>
                <a:ext uri="{FF2B5EF4-FFF2-40B4-BE49-F238E27FC236}">
                  <a16:creationId xmlns:a16="http://schemas.microsoft.com/office/drawing/2014/main" id="{94213146-F21F-4167-9D91-3E7B88864646}"/>
                </a:ext>
              </a:extLst>
            </p:cNvPr>
            <p:cNvSpPr/>
            <p:nvPr/>
          </p:nvSpPr>
          <p:spPr>
            <a:xfrm>
              <a:off x="6577964" y="4828698"/>
              <a:ext cx="264795" cy="236219"/>
            </a:xfrm>
            <a:custGeom>
              <a:avLst/>
              <a:gdLst>
                <a:gd name="connsiteX0" fmla="*/ 263366 w 264795"/>
                <a:gd name="connsiteY0" fmla="*/ 143351 h 236219"/>
                <a:gd name="connsiteX1" fmla="*/ 260509 w 264795"/>
                <a:gd name="connsiteY1" fmla="*/ 139065 h 236219"/>
                <a:gd name="connsiteX2" fmla="*/ 258604 w 264795"/>
                <a:gd name="connsiteY2" fmla="*/ 135255 h 236219"/>
                <a:gd name="connsiteX3" fmla="*/ 256699 w 264795"/>
                <a:gd name="connsiteY3" fmla="*/ 129540 h 236219"/>
                <a:gd name="connsiteX4" fmla="*/ 258604 w 264795"/>
                <a:gd name="connsiteY4" fmla="*/ 124301 h 236219"/>
                <a:gd name="connsiteX5" fmla="*/ 259080 w 264795"/>
                <a:gd name="connsiteY5" fmla="*/ 120967 h 236219"/>
                <a:gd name="connsiteX6" fmla="*/ 259080 w 264795"/>
                <a:gd name="connsiteY6" fmla="*/ 119063 h 236219"/>
                <a:gd name="connsiteX7" fmla="*/ 258128 w 264795"/>
                <a:gd name="connsiteY7" fmla="*/ 117634 h 236219"/>
                <a:gd name="connsiteX8" fmla="*/ 256223 w 264795"/>
                <a:gd name="connsiteY8" fmla="*/ 116205 h 236219"/>
                <a:gd name="connsiteX9" fmla="*/ 254318 w 264795"/>
                <a:gd name="connsiteY9" fmla="*/ 115252 h 236219"/>
                <a:gd name="connsiteX10" fmla="*/ 253841 w 264795"/>
                <a:gd name="connsiteY10" fmla="*/ 113347 h 236219"/>
                <a:gd name="connsiteX11" fmla="*/ 253841 w 264795"/>
                <a:gd name="connsiteY11" fmla="*/ 110966 h 236219"/>
                <a:gd name="connsiteX12" fmla="*/ 254794 w 264795"/>
                <a:gd name="connsiteY12" fmla="*/ 109538 h 236219"/>
                <a:gd name="connsiteX13" fmla="*/ 259080 w 264795"/>
                <a:gd name="connsiteY13" fmla="*/ 107156 h 236219"/>
                <a:gd name="connsiteX14" fmla="*/ 260033 w 264795"/>
                <a:gd name="connsiteY14" fmla="*/ 105727 h 236219"/>
                <a:gd name="connsiteX15" fmla="*/ 260509 w 264795"/>
                <a:gd name="connsiteY15" fmla="*/ 104299 h 236219"/>
                <a:gd name="connsiteX16" fmla="*/ 260509 w 264795"/>
                <a:gd name="connsiteY16" fmla="*/ 102394 h 236219"/>
                <a:gd name="connsiteX17" fmla="*/ 261938 w 264795"/>
                <a:gd name="connsiteY17" fmla="*/ 97631 h 236219"/>
                <a:gd name="connsiteX18" fmla="*/ 263843 w 264795"/>
                <a:gd name="connsiteY18" fmla="*/ 92869 h 236219"/>
                <a:gd name="connsiteX19" fmla="*/ 263843 w 264795"/>
                <a:gd name="connsiteY19" fmla="*/ 91440 h 236219"/>
                <a:gd name="connsiteX20" fmla="*/ 263366 w 264795"/>
                <a:gd name="connsiteY20" fmla="*/ 90011 h 236219"/>
                <a:gd name="connsiteX21" fmla="*/ 262890 w 264795"/>
                <a:gd name="connsiteY21" fmla="*/ 87630 h 236219"/>
                <a:gd name="connsiteX22" fmla="*/ 262414 w 264795"/>
                <a:gd name="connsiteY22" fmla="*/ 83820 h 236219"/>
                <a:gd name="connsiteX23" fmla="*/ 262414 w 264795"/>
                <a:gd name="connsiteY23" fmla="*/ 72866 h 236219"/>
                <a:gd name="connsiteX24" fmla="*/ 263366 w 264795"/>
                <a:gd name="connsiteY24" fmla="*/ 61436 h 236219"/>
                <a:gd name="connsiteX25" fmla="*/ 262890 w 264795"/>
                <a:gd name="connsiteY25" fmla="*/ 54769 h 236219"/>
                <a:gd name="connsiteX26" fmla="*/ 260033 w 264795"/>
                <a:gd name="connsiteY26" fmla="*/ 47149 h 236219"/>
                <a:gd name="connsiteX27" fmla="*/ 259556 w 264795"/>
                <a:gd name="connsiteY27" fmla="*/ 41910 h 236219"/>
                <a:gd name="connsiteX28" fmla="*/ 261461 w 264795"/>
                <a:gd name="connsiteY28" fmla="*/ 38100 h 236219"/>
                <a:gd name="connsiteX29" fmla="*/ 261938 w 264795"/>
                <a:gd name="connsiteY29" fmla="*/ 35719 h 236219"/>
                <a:gd name="connsiteX30" fmla="*/ 260509 w 264795"/>
                <a:gd name="connsiteY30" fmla="*/ 35242 h 236219"/>
                <a:gd name="connsiteX31" fmla="*/ 257175 w 264795"/>
                <a:gd name="connsiteY31" fmla="*/ 35242 h 236219"/>
                <a:gd name="connsiteX32" fmla="*/ 254794 w 264795"/>
                <a:gd name="connsiteY32" fmla="*/ 34766 h 236219"/>
                <a:gd name="connsiteX33" fmla="*/ 250984 w 264795"/>
                <a:gd name="connsiteY33" fmla="*/ 31909 h 236219"/>
                <a:gd name="connsiteX34" fmla="*/ 244793 w 264795"/>
                <a:gd name="connsiteY34" fmla="*/ 29527 h 236219"/>
                <a:gd name="connsiteX35" fmla="*/ 237649 w 264795"/>
                <a:gd name="connsiteY35" fmla="*/ 27146 h 236219"/>
                <a:gd name="connsiteX36" fmla="*/ 227172 w 264795"/>
                <a:gd name="connsiteY36" fmla="*/ 26670 h 236219"/>
                <a:gd name="connsiteX37" fmla="*/ 218599 w 264795"/>
                <a:gd name="connsiteY37" fmla="*/ 19050 h 236219"/>
                <a:gd name="connsiteX38" fmla="*/ 211931 w 264795"/>
                <a:gd name="connsiteY38" fmla="*/ 18097 h 236219"/>
                <a:gd name="connsiteX39" fmla="*/ 209550 w 264795"/>
                <a:gd name="connsiteY39" fmla="*/ 17145 h 236219"/>
                <a:gd name="connsiteX40" fmla="*/ 202883 w 264795"/>
                <a:gd name="connsiteY40" fmla="*/ 12859 h 236219"/>
                <a:gd name="connsiteX41" fmla="*/ 192881 w 264795"/>
                <a:gd name="connsiteY41" fmla="*/ 12382 h 236219"/>
                <a:gd name="connsiteX42" fmla="*/ 182404 w 264795"/>
                <a:gd name="connsiteY42" fmla="*/ 11906 h 236219"/>
                <a:gd name="connsiteX43" fmla="*/ 175736 w 264795"/>
                <a:gd name="connsiteY43" fmla="*/ 11906 h 236219"/>
                <a:gd name="connsiteX44" fmla="*/ 174784 w 264795"/>
                <a:gd name="connsiteY44" fmla="*/ 11430 h 236219"/>
                <a:gd name="connsiteX45" fmla="*/ 174308 w 264795"/>
                <a:gd name="connsiteY45" fmla="*/ 5239 h 236219"/>
                <a:gd name="connsiteX46" fmla="*/ 174308 w 264795"/>
                <a:gd name="connsiteY46" fmla="*/ 0 h 236219"/>
                <a:gd name="connsiteX47" fmla="*/ 169545 w 264795"/>
                <a:gd name="connsiteY47" fmla="*/ 0 h 236219"/>
                <a:gd name="connsiteX48" fmla="*/ 160973 w 264795"/>
                <a:gd name="connsiteY48" fmla="*/ 0 h 236219"/>
                <a:gd name="connsiteX49" fmla="*/ 151924 w 264795"/>
                <a:gd name="connsiteY49" fmla="*/ 0 h 236219"/>
                <a:gd name="connsiteX50" fmla="*/ 143828 w 264795"/>
                <a:gd name="connsiteY50" fmla="*/ 1905 h 236219"/>
                <a:gd name="connsiteX51" fmla="*/ 137160 w 264795"/>
                <a:gd name="connsiteY51" fmla="*/ 4763 h 236219"/>
                <a:gd name="connsiteX52" fmla="*/ 129064 w 264795"/>
                <a:gd name="connsiteY52" fmla="*/ 9049 h 236219"/>
                <a:gd name="connsiteX53" fmla="*/ 126206 w 264795"/>
                <a:gd name="connsiteY53" fmla="*/ 10954 h 236219"/>
                <a:gd name="connsiteX54" fmla="*/ 124302 w 264795"/>
                <a:gd name="connsiteY54" fmla="*/ 12382 h 236219"/>
                <a:gd name="connsiteX55" fmla="*/ 122873 w 264795"/>
                <a:gd name="connsiteY55" fmla="*/ 13811 h 236219"/>
                <a:gd name="connsiteX56" fmla="*/ 122397 w 264795"/>
                <a:gd name="connsiteY56" fmla="*/ 17621 h 236219"/>
                <a:gd name="connsiteX57" fmla="*/ 122397 w 264795"/>
                <a:gd name="connsiteY57" fmla="*/ 23336 h 236219"/>
                <a:gd name="connsiteX58" fmla="*/ 121444 w 264795"/>
                <a:gd name="connsiteY58" fmla="*/ 27622 h 236219"/>
                <a:gd name="connsiteX59" fmla="*/ 119063 w 264795"/>
                <a:gd name="connsiteY59" fmla="*/ 31432 h 236219"/>
                <a:gd name="connsiteX60" fmla="*/ 122397 w 264795"/>
                <a:gd name="connsiteY60" fmla="*/ 32861 h 236219"/>
                <a:gd name="connsiteX61" fmla="*/ 123825 w 264795"/>
                <a:gd name="connsiteY61" fmla="*/ 32861 h 236219"/>
                <a:gd name="connsiteX62" fmla="*/ 125254 w 264795"/>
                <a:gd name="connsiteY62" fmla="*/ 32861 h 236219"/>
                <a:gd name="connsiteX63" fmla="*/ 126206 w 264795"/>
                <a:gd name="connsiteY63" fmla="*/ 33814 h 236219"/>
                <a:gd name="connsiteX64" fmla="*/ 126683 w 264795"/>
                <a:gd name="connsiteY64" fmla="*/ 34290 h 236219"/>
                <a:gd name="connsiteX65" fmla="*/ 126206 w 264795"/>
                <a:gd name="connsiteY65" fmla="*/ 34766 h 236219"/>
                <a:gd name="connsiteX66" fmla="*/ 125254 w 264795"/>
                <a:gd name="connsiteY66" fmla="*/ 35719 h 236219"/>
                <a:gd name="connsiteX67" fmla="*/ 124778 w 264795"/>
                <a:gd name="connsiteY67" fmla="*/ 36671 h 236219"/>
                <a:gd name="connsiteX68" fmla="*/ 123825 w 264795"/>
                <a:gd name="connsiteY68" fmla="*/ 36671 h 236219"/>
                <a:gd name="connsiteX69" fmla="*/ 122873 w 264795"/>
                <a:gd name="connsiteY69" fmla="*/ 36671 h 236219"/>
                <a:gd name="connsiteX70" fmla="*/ 122397 w 264795"/>
                <a:gd name="connsiteY70" fmla="*/ 38576 h 236219"/>
                <a:gd name="connsiteX71" fmla="*/ 121444 w 264795"/>
                <a:gd name="connsiteY71" fmla="*/ 40005 h 236219"/>
                <a:gd name="connsiteX72" fmla="*/ 120015 w 264795"/>
                <a:gd name="connsiteY72" fmla="*/ 40481 h 236219"/>
                <a:gd name="connsiteX73" fmla="*/ 119063 w 264795"/>
                <a:gd name="connsiteY73" fmla="*/ 40957 h 236219"/>
                <a:gd name="connsiteX74" fmla="*/ 117634 w 264795"/>
                <a:gd name="connsiteY74" fmla="*/ 40481 h 236219"/>
                <a:gd name="connsiteX75" fmla="*/ 116681 w 264795"/>
                <a:gd name="connsiteY75" fmla="*/ 39529 h 236219"/>
                <a:gd name="connsiteX76" fmla="*/ 116681 w 264795"/>
                <a:gd name="connsiteY76" fmla="*/ 38576 h 236219"/>
                <a:gd name="connsiteX77" fmla="*/ 116205 w 264795"/>
                <a:gd name="connsiteY77" fmla="*/ 37147 h 236219"/>
                <a:gd name="connsiteX78" fmla="*/ 114777 w 264795"/>
                <a:gd name="connsiteY78" fmla="*/ 36671 h 236219"/>
                <a:gd name="connsiteX79" fmla="*/ 113348 w 264795"/>
                <a:gd name="connsiteY79" fmla="*/ 37147 h 236219"/>
                <a:gd name="connsiteX80" fmla="*/ 112395 w 264795"/>
                <a:gd name="connsiteY80" fmla="*/ 37624 h 236219"/>
                <a:gd name="connsiteX81" fmla="*/ 111443 w 264795"/>
                <a:gd name="connsiteY81" fmla="*/ 38100 h 236219"/>
                <a:gd name="connsiteX82" fmla="*/ 110014 w 264795"/>
                <a:gd name="connsiteY82" fmla="*/ 38576 h 236219"/>
                <a:gd name="connsiteX83" fmla="*/ 109061 w 264795"/>
                <a:gd name="connsiteY83" fmla="*/ 40005 h 236219"/>
                <a:gd name="connsiteX84" fmla="*/ 108585 w 264795"/>
                <a:gd name="connsiteY84" fmla="*/ 41434 h 236219"/>
                <a:gd name="connsiteX85" fmla="*/ 108585 w 264795"/>
                <a:gd name="connsiteY85" fmla="*/ 42386 h 236219"/>
                <a:gd name="connsiteX86" fmla="*/ 108585 w 264795"/>
                <a:gd name="connsiteY86" fmla="*/ 42386 h 236219"/>
                <a:gd name="connsiteX87" fmla="*/ 107156 w 264795"/>
                <a:gd name="connsiteY87" fmla="*/ 41434 h 236219"/>
                <a:gd name="connsiteX88" fmla="*/ 105728 w 264795"/>
                <a:gd name="connsiteY88" fmla="*/ 40005 h 236219"/>
                <a:gd name="connsiteX89" fmla="*/ 104299 w 264795"/>
                <a:gd name="connsiteY89" fmla="*/ 39529 h 236219"/>
                <a:gd name="connsiteX90" fmla="*/ 100965 w 264795"/>
                <a:gd name="connsiteY90" fmla="*/ 40481 h 236219"/>
                <a:gd name="connsiteX91" fmla="*/ 97631 w 264795"/>
                <a:gd name="connsiteY91" fmla="*/ 41434 h 236219"/>
                <a:gd name="connsiteX92" fmla="*/ 96679 w 264795"/>
                <a:gd name="connsiteY92" fmla="*/ 42386 h 236219"/>
                <a:gd name="connsiteX93" fmla="*/ 96203 w 264795"/>
                <a:gd name="connsiteY93" fmla="*/ 43815 h 236219"/>
                <a:gd name="connsiteX94" fmla="*/ 95727 w 264795"/>
                <a:gd name="connsiteY94" fmla="*/ 45720 h 236219"/>
                <a:gd name="connsiteX95" fmla="*/ 95727 w 264795"/>
                <a:gd name="connsiteY95" fmla="*/ 46672 h 236219"/>
                <a:gd name="connsiteX96" fmla="*/ 96203 w 264795"/>
                <a:gd name="connsiteY96" fmla="*/ 47149 h 236219"/>
                <a:gd name="connsiteX97" fmla="*/ 96203 w 264795"/>
                <a:gd name="connsiteY97" fmla="*/ 48101 h 236219"/>
                <a:gd name="connsiteX98" fmla="*/ 95727 w 264795"/>
                <a:gd name="connsiteY98" fmla="*/ 49054 h 236219"/>
                <a:gd name="connsiteX99" fmla="*/ 94774 w 264795"/>
                <a:gd name="connsiteY99" fmla="*/ 49530 h 236219"/>
                <a:gd name="connsiteX100" fmla="*/ 93345 w 264795"/>
                <a:gd name="connsiteY100" fmla="*/ 49054 h 236219"/>
                <a:gd name="connsiteX101" fmla="*/ 91916 w 264795"/>
                <a:gd name="connsiteY101" fmla="*/ 48577 h 236219"/>
                <a:gd name="connsiteX102" fmla="*/ 91440 w 264795"/>
                <a:gd name="connsiteY102" fmla="*/ 49054 h 236219"/>
                <a:gd name="connsiteX103" fmla="*/ 90488 w 264795"/>
                <a:gd name="connsiteY103" fmla="*/ 50006 h 236219"/>
                <a:gd name="connsiteX104" fmla="*/ 89059 w 264795"/>
                <a:gd name="connsiteY104" fmla="*/ 51435 h 236219"/>
                <a:gd name="connsiteX105" fmla="*/ 88106 w 264795"/>
                <a:gd name="connsiteY105" fmla="*/ 52388 h 236219"/>
                <a:gd name="connsiteX106" fmla="*/ 87154 w 264795"/>
                <a:gd name="connsiteY106" fmla="*/ 52864 h 236219"/>
                <a:gd name="connsiteX107" fmla="*/ 84773 w 264795"/>
                <a:gd name="connsiteY107" fmla="*/ 53340 h 236219"/>
                <a:gd name="connsiteX108" fmla="*/ 83344 w 264795"/>
                <a:gd name="connsiteY108" fmla="*/ 54292 h 236219"/>
                <a:gd name="connsiteX109" fmla="*/ 82391 w 264795"/>
                <a:gd name="connsiteY109" fmla="*/ 55245 h 236219"/>
                <a:gd name="connsiteX110" fmla="*/ 81915 w 264795"/>
                <a:gd name="connsiteY110" fmla="*/ 56197 h 236219"/>
                <a:gd name="connsiteX111" fmla="*/ 81439 w 264795"/>
                <a:gd name="connsiteY111" fmla="*/ 57626 h 236219"/>
                <a:gd name="connsiteX112" fmla="*/ 80010 w 264795"/>
                <a:gd name="connsiteY112" fmla="*/ 60484 h 236219"/>
                <a:gd name="connsiteX113" fmla="*/ 78581 w 264795"/>
                <a:gd name="connsiteY113" fmla="*/ 62865 h 236219"/>
                <a:gd name="connsiteX114" fmla="*/ 78105 w 264795"/>
                <a:gd name="connsiteY114" fmla="*/ 62865 h 236219"/>
                <a:gd name="connsiteX115" fmla="*/ 77629 w 264795"/>
                <a:gd name="connsiteY115" fmla="*/ 63341 h 236219"/>
                <a:gd name="connsiteX116" fmla="*/ 76200 w 264795"/>
                <a:gd name="connsiteY116" fmla="*/ 64770 h 236219"/>
                <a:gd name="connsiteX117" fmla="*/ 74772 w 264795"/>
                <a:gd name="connsiteY117" fmla="*/ 65722 h 236219"/>
                <a:gd name="connsiteX118" fmla="*/ 74295 w 264795"/>
                <a:gd name="connsiteY118" fmla="*/ 66199 h 236219"/>
                <a:gd name="connsiteX119" fmla="*/ 74772 w 264795"/>
                <a:gd name="connsiteY119" fmla="*/ 66199 h 236219"/>
                <a:gd name="connsiteX120" fmla="*/ 75248 w 264795"/>
                <a:gd name="connsiteY120" fmla="*/ 66199 h 236219"/>
                <a:gd name="connsiteX121" fmla="*/ 74772 w 264795"/>
                <a:gd name="connsiteY121" fmla="*/ 66675 h 236219"/>
                <a:gd name="connsiteX122" fmla="*/ 73343 w 264795"/>
                <a:gd name="connsiteY122" fmla="*/ 67151 h 236219"/>
                <a:gd name="connsiteX123" fmla="*/ 71438 w 264795"/>
                <a:gd name="connsiteY123" fmla="*/ 68104 h 236219"/>
                <a:gd name="connsiteX124" fmla="*/ 69056 w 264795"/>
                <a:gd name="connsiteY124" fmla="*/ 70961 h 236219"/>
                <a:gd name="connsiteX125" fmla="*/ 67152 w 264795"/>
                <a:gd name="connsiteY125" fmla="*/ 73819 h 236219"/>
                <a:gd name="connsiteX126" fmla="*/ 66199 w 264795"/>
                <a:gd name="connsiteY126" fmla="*/ 75247 h 236219"/>
                <a:gd name="connsiteX127" fmla="*/ 65247 w 264795"/>
                <a:gd name="connsiteY127" fmla="*/ 76676 h 236219"/>
                <a:gd name="connsiteX128" fmla="*/ 63818 w 264795"/>
                <a:gd name="connsiteY128" fmla="*/ 79057 h 236219"/>
                <a:gd name="connsiteX129" fmla="*/ 62389 w 264795"/>
                <a:gd name="connsiteY129" fmla="*/ 80486 h 236219"/>
                <a:gd name="connsiteX130" fmla="*/ 61436 w 264795"/>
                <a:gd name="connsiteY130" fmla="*/ 80963 h 236219"/>
                <a:gd name="connsiteX131" fmla="*/ 60484 w 264795"/>
                <a:gd name="connsiteY131" fmla="*/ 80963 h 236219"/>
                <a:gd name="connsiteX132" fmla="*/ 52388 w 264795"/>
                <a:gd name="connsiteY132" fmla="*/ 83820 h 236219"/>
                <a:gd name="connsiteX133" fmla="*/ 45720 w 264795"/>
                <a:gd name="connsiteY133" fmla="*/ 83344 h 236219"/>
                <a:gd name="connsiteX134" fmla="*/ 37624 w 264795"/>
                <a:gd name="connsiteY134" fmla="*/ 80010 h 236219"/>
                <a:gd name="connsiteX135" fmla="*/ 30956 w 264795"/>
                <a:gd name="connsiteY135" fmla="*/ 79534 h 236219"/>
                <a:gd name="connsiteX136" fmla="*/ 26194 w 264795"/>
                <a:gd name="connsiteY136" fmla="*/ 81439 h 236219"/>
                <a:gd name="connsiteX137" fmla="*/ 21908 w 264795"/>
                <a:gd name="connsiteY137" fmla="*/ 80963 h 236219"/>
                <a:gd name="connsiteX138" fmla="*/ 17622 w 264795"/>
                <a:gd name="connsiteY138" fmla="*/ 77629 h 236219"/>
                <a:gd name="connsiteX139" fmla="*/ 14288 w 264795"/>
                <a:gd name="connsiteY139" fmla="*/ 76676 h 236219"/>
                <a:gd name="connsiteX140" fmla="*/ 11430 w 264795"/>
                <a:gd name="connsiteY140" fmla="*/ 77629 h 236219"/>
                <a:gd name="connsiteX141" fmla="*/ 7620 w 264795"/>
                <a:gd name="connsiteY141" fmla="*/ 77629 h 236219"/>
                <a:gd name="connsiteX142" fmla="*/ 953 w 264795"/>
                <a:gd name="connsiteY142" fmla="*/ 75724 h 236219"/>
                <a:gd name="connsiteX143" fmla="*/ 477 w 264795"/>
                <a:gd name="connsiteY143" fmla="*/ 77629 h 236219"/>
                <a:gd name="connsiteX144" fmla="*/ 0 w 264795"/>
                <a:gd name="connsiteY144" fmla="*/ 80010 h 236219"/>
                <a:gd name="connsiteX145" fmla="*/ 477 w 264795"/>
                <a:gd name="connsiteY145" fmla="*/ 81915 h 236219"/>
                <a:gd name="connsiteX146" fmla="*/ 1905 w 264795"/>
                <a:gd name="connsiteY146" fmla="*/ 84296 h 236219"/>
                <a:gd name="connsiteX147" fmla="*/ 3810 w 264795"/>
                <a:gd name="connsiteY147" fmla="*/ 86677 h 236219"/>
                <a:gd name="connsiteX148" fmla="*/ 5239 w 264795"/>
                <a:gd name="connsiteY148" fmla="*/ 88106 h 236219"/>
                <a:gd name="connsiteX149" fmla="*/ 7144 w 264795"/>
                <a:gd name="connsiteY149" fmla="*/ 91440 h 236219"/>
                <a:gd name="connsiteX150" fmla="*/ 9049 w 264795"/>
                <a:gd name="connsiteY150" fmla="*/ 95250 h 236219"/>
                <a:gd name="connsiteX151" fmla="*/ 11430 w 264795"/>
                <a:gd name="connsiteY151" fmla="*/ 98584 h 236219"/>
                <a:gd name="connsiteX152" fmla="*/ 18098 w 264795"/>
                <a:gd name="connsiteY152" fmla="*/ 105727 h 236219"/>
                <a:gd name="connsiteX153" fmla="*/ 19050 w 264795"/>
                <a:gd name="connsiteY153" fmla="*/ 108109 h 236219"/>
                <a:gd name="connsiteX154" fmla="*/ 20003 w 264795"/>
                <a:gd name="connsiteY154" fmla="*/ 110490 h 236219"/>
                <a:gd name="connsiteX155" fmla="*/ 24289 w 264795"/>
                <a:gd name="connsiteY155" fmla="*/ 115252 h 236219"/>
                <a:gd name="connsiteX156" fmla="*/ 24765 w 264795"/>
                <a:gd name="connsiteY156" fmla="*/ 116681 h 236219"/>
                <a:gd name="connsiteX157" fmla="*/ 24289 w 264795"/>
                <a:gd name="connsiteY157" fmla="*/ 120015 h 236219"/>
                <a:gd name="connsiteX158" fmla="*/ 28575 w 264795"/>
                <a:gd name="connsiteY158" fmla="*/ 130016 h 236219"/>
                <a:gd name="connsiteX159" fmla="*/ 31433 w 264795"/>
                <a:gd name="connsiteY159" fmla="*/ 135731 h 236219"/>
                <a:gd name="connsiteX160" fmla="*/ 33814 w 264795"/>
                <a:gd name="connsiteY160" fmla="*/ 136684 h 236219"/>
                <a:gd name="connsiteX161" fmla="*/ 41910 w 264795"/>
                <a:gd name="connsiteY161" fmla="*/ 142875 h 236219"/>
                <a:gd name="connsiteX162" fmla="*/ 49054 w 264795"/>
                <a:gd name="connsiteY162" fmla="*/ 148114 h 236219"/>
                <a:gd name="connsiteX163" fmla="*/ 57150 w 264795"/>
                <a:gd name="connsiteY163" fmla="*/ 151447 h 236219"/>
                <a:gd name="connsiteX164" fmla="*/ 63341 w 264795"/>
                <a:gd name="connsiteY164" fmla="*/ 153829 h 236219"/>
                <a:gd name="connsiteX165" fmla="*/ 66199 w 264795"/>
                <a:gd name="connsiteY165" fmla="*/ 155257 h 236219"/>
                <a:gd name="connsiteX166" fmla="*/ 67628 w 264795"/>
                <a:gd name="connsiteY166" fmla="*/ 156686 h 236219"/>
                <a:gd name="connsiteX167" fmla="*/ 69056 w 264795"/>
                <a:gd name="connsiteY167" fmla="*/ 159544 h 236219"/>
                <a:gd name="connsiteX168" fmla="*/ 69533 w 264795"/>
                <a:gd name="connsiteY168" fmla="*/ 164782 h 236219"/>
                <a:gd name="connsiteX169" fmla="*/ 69533 w 264795"/>
                <a:gd name="connsiteY169" fmla="*/ 168116 h 236219"/>
                <a:gd name="connsiteX170" fmla="*/ 75724 w 264795"/>
                <a:gd name="connsiteY170" fmla="*/ 168116 h 236219"/>
                <a:gd name="connsiteX171" fmla="*/ 80963 w 264795"/>
                <a:gd name="connsiteY171" fmla="*/ 168592 h 236219"/>
                <a:gd name="connsiteX172" fmla="*/ 82868 w 264795"/>
                <a:gd name="connsiteY172" fmla="*/ 169069 h 236219"/>
                <a:gd name="connsiteX173" fmla="*/ 83344 w 264795"/>
                <a:gd name="connsiteY173" fmla="*/ 170021 h 236219"/>
                <a:gd name="connsiteX174" fmla="*/ 83344 w 264795"/>
                <a:gd name="connsiteY174" fmla="*/ 172402 h 236219"/>
                <a:gd name="connsiteX175" fmla="*/ 83344 w 264795"/>
                <a:gd name="connsiteY175" fmla="*/ 175736 h 236219"/>
                <a:gd name="connsiteX176" fmla="*/ 83820 w 264795"/>
                <a:gd name="connsiteY176" fmla="*/ 178594 h 236219"/>
                <a:gd name="connsiteX177" fmla="*/ 83344 w 264795"/>
                <a:gd name="connsiteY177" fmla="*/ 181451 h 236219"/>
                <a:gd name="connsiteX178" fmla="*/ 82868 w 264795"/>
                <a:gd name="connsiteY178" fmla="*/ 184785 h 236219"/>
                <a:gd name="connsiteX179" fmla="*/ 82391 w 264795"/>
                <a:gd name="connsiteY179" fmla="*/ 189071 h 236219"/>
                <a:gd name="connsiteX180" fmla="*/ 83344 w 264795"/>
                <a:gd name="connsiteY180" fmla="*/ 190500 h 236219"/>
                <a:gd name="connsiteX181" fmla="*/ 88583 w 264795"/>
                <a:gd name="connsiteY181" fmla="*/ 195739 h 236219"/>
                <a:gd name="connsiteX182" fmla="*/ 90964 w 264795"/>
                <a:gd name="connsiteY182" fmla="*/ 199072 h 236219"/>
                <a:gd name="connsiteX183" fmla="*/ 93345 w 264795"/>
                <a:gd name="connsiteY183" fmla="*/ 204311 h 236219"/>
                <a:gd name="connsiteX184" fmla="*/ 94774 w 264795"/>
                <a:gd name="connsiteY184" fmla="*/ 206216 h 236219"/>
                <a:gd name="connsiteX185" fmla="*/ 95727 w 264795"/>
                <a:gd name="connsiteY185" fmla="*/ 206692 h 236219"/>
                <a:gd name="connsiteX186" fmla="*/ 100489 w 264795"/>
                <a:gd name="connsiteY186" fmla="*/ 207169 h 236219"/>
                <a:gd name="connsiteX187" fmla="*/ 112395 w 264795"/>
                <a:gd name="connsiteY187" fmla="*/ 209550 h 236219"/>
                <a:gd name="connsiteX188" fmla="*/ 119539 w 264795"/>
                <a:gd name="connsiteY188" fmla="*/ 211455 h 236219"/>
                <a:gd name="connsiteX189" fmla="*/ 125254 w 264795"/>
                <a:gd name="connsiteY189" fmla="*/ 213360 h 236219"/>
                <a:gd name="connsiteX190" fmla="*/ 127635 w 264795"/>
                <a:gd name="connsiteY190" fmla="*/ 213836 h 236219"/>
                <a:gd name="connsiteX191" fmla="*/ 128588 w 264795"/>
                <a:gd name="connsiteY191" fmla="*/ 214313 h 236219"/>
                <a:gd name="connsiteX192" fmla="*/ 129064 w 264795"/>
                <a:gd name="connsiteY192" fmla="*/ 214789 h 236219"/>
                <a:gd name="connsiteX193" fmla="*/ 128111 w 264795"/>
                <a:gd name="connsiteY193" fmla="*/ 219551 h 236219"/>
                <a:gd name="connsiteX194" fmla="*/ 128588 w 264795"/>
                <a:gd name="connsiteY194" fmla="*/ 220980 h 236219"/>
                <a:gd name="connsiteX195" fmla="*/ 129064 w 264795"/>
                <a:gd name="connsiteY195" fmla="*/ 222409 h 236219"/>
                <a:gd name="connsiteX196" fmla="*/ 130016 w 264795"/>
                <a:gd name="connsiteY196" fmla="*/ 223361 h 236219"/>
                <a:gd name="connsiteX197" fmla="*/ 131445 w 264795"/>
                <a:gd name="connsiteY197" fmla="*/ 223838 h 236219"/>
                <a:gd name="connsiteX198" fmla="*/ 135731 w 264795"/>
                <a:gd name="connsiteY198" fmla="*/ 224314 h 236219"/>
                <a:gd name="connsiteX199" fmla="*/ 138589 w 264795"/>
                <a:gd name="connsiteY199" fmla="*/ 227171 h 236219"/>
                <a:gd name="connsiteX200" fmla="*/ 140494 w 264795"/>
                <a:gd name="connsiteY200" fmla="*/ 228600 h 236219"/>
                <a:gd name="connsiteX201" fmla="*/ 140970 w 264795"/>
                <a:gd name="connsiteY201" fmla="*/ 228600 h 236219"/>
                <a:gd name="connsiteX202" fmla="*/ 150495 w 264795"/>
                <a:gd name="connsiteY202" fmla="*/ 227171 h 236219"/>
                <a:gd name="connsiteX203" fmla="*/ 158591 w 264795"/>
                <a:gd name="connsiteY203" fmla="*/ 228600 h 236219"/>
                <a:gd name="connsiteX204" fmla="*/ 168593 w 264795"/>
                <a:gd name="connsiteY204" fmla="*/ 232410 h 236219"/>
                <a:gd name="connsiteX205" fmla="*/ 177641 w 264795"/>
                <a:gd name="connsiteY205" fmla="*/ 233839 h 236219"/>
                <a:gd name="connsiteX206" fmla="*/ 186214 w 264795"/>
                <a:gd name="connsiteY206" fmla="*/ 232886 h 236219"/>
                <a:gd name="connsiteX207" fmla="*/ 193358 w 264795"/>
                <a:gd name="connsiteY207" fmla="*/ 232410 h 236219"/>
                <a:gd name="connsiteX208" fmla="*/ 198597 w 264795"/>
                <a:gd name="connsiteY208" fmla="*/ 232886 h 236219"/>
                <a:gd name="connsiteX209" fmla="*/ 202883 w 264795"/>
                <a:gd name="connsiteY209" fmla="*/ 234315 h 236219"/>
                <a:gd name="connsiteX210" fmla="*/ 205740 w 264795"/>
                <a:gd name="connsiteY210" fmla="*/ 236220 h 236219"/>
                <a:gd name="connsiteX211" fmla="*/ 210503 w 264795"/>
                <a:gd name="connsiteY211" fmla="*/ 232410 h 236219"/>
                <a:gd name="connsiteX212" fmla="*/ 215265 w 264795"/>
                <a:gd name="connsiteY212" fmla="*/ 227171 h 236219"/>
                <a:gd name="connsiteX213" fmla="*/ 220980 w 264795"/>
                <a:gd name="connsiteY213" fmla="*/ 220980 h 236219"/>
                <a:gd name="connsiteX214" fmla="*/ 226219 w 264795"/>
                <a:gd name="connsiteY214" fmla="*/ 215741 h 236219"/>
                <a:gd name="connsiteX215" fmla="*/ 230505 w 264795"/>
                <a:gd name="connsiteY215" fmla="*/ 210979 h 236219"/>
                <a:gd name="connsiteX216" fmla="*/ 236697 w 264795"/>
                <a:gd name="connsiteY216" fmla="*/ 204788 h 236219"/>
                <a:gd name="connsiteX217" fmla="*/ 242888 w 264795"/>
                <a:gd name="connsiteY217" fmla="*/ 198596 h 236219"/>
                <a:gd name="connsiteX218" fmla="*/ 244316 w 264795"/>
                <a:gd name="connsiteY218" fmla="*/ 197644 h 236219"/>
                <a:gd name="connsiteX219" fmla="*/ 244793 w 264795"/>
                <a:gd name="connsiteY219" fmla="*/ 197167 h 236219"/>
                <a:gd name="connsiteX220" fmla="*/ 242411 w 264795"/>
                <a:gd name="connsiteY220" fmla="*/ 191452 h 236219"/>
                <a:gd name="connsiteX221" fmla="*/ 246698 w 264795"/>
                <a:gd name="connsiteY221" fmla="*/ 184785 h 236219"/>
                <a:gd name="connsiteX222" fmla="*/ 246698 w 264795"/>
                <a:gd name="connsiteY222" fmla="*/ 180499 h 236219"/>
                <a:gd name="connsiteX223" fmla="*/ 246698 w 264795"/>
                <a:gd name="connsiteY223" fmla="*/ 176213 h 236219"/>
                <a:gd name="connsiteX224" fmla="*/ 247174 w 264795"/>
                <a:gd name="connsiteY224" fmla="*/ 174307 h 236219"/>
                <a:gd name="connsiteX225" fmla="*/ 248603 w 264795"/>
                <a:gd name="connsiteY225" fmla="*/ 172879 h 236219"/>
                <a:gd name="connsiteX226" fmla="*/ 253365 w 264795"/>
                <a:gd name="connsiteY226" fmla="*/ 169545 h 236219"/>
                <a:gd name="connsiteX227" fmla="*/ 257175 w 264795"/>
                <a:gd name="connsiteY227" fmla="*/ 164306 h 236219"/>
                <a:gd name="connsiteX228" fmla="*/ 260033 w 264795"/>
                <a:gd name="connsiteY228" fmla="*/ 159067 h 236219"/>
                <a:gd name="connsiteX229" fmla="*/ 264319 w 264795"/>
                <a:gd name="connsiteY229" fmla="*/ 150971 h 236219"/>
                <a:gd name="connsiteX230" fmla="*/ 264795 w 264795"/>
                <a:gd name="connsiteY230" fmla="*/ 149066 h 236219"/>
                <a:gd name="connsiteX231" fmla="*/ 264795 w 264795"/>
                <a:gd name="connsiteY231" fmla="*/ 147161 h 236219"/>
                <a:gd name="connsiteX232" fmla="*/ 263366 w 264795"/>
                <a:gd name="connsiteY232" fmla="*/ 143351 h 236219"/>
                <a:gd name="connsiteX233" fmla="*/ 120015 w 264795"/>
                <a:gd name="connsiteY233" fmla="*/ 30004 h 236219"/>
                <a:gd name="connsiteX234" fmla="*/ 120015 w 264795"/>
                <a:gd name="connsiteY234" fmla="*/ 30004 h 236219"/>
                <a:gd name="connsiteX235" fmla="*/ 120015 w 264795"/>
                <a:gd name="connsiteY235" fmla="*/ 30004 h 236219"/>
                <a:gd name="connsiteX236" fmla="*/ 120015 w 264795"/>
                <a:gd name="connsiteY236" fmla="*/ 30004 h 23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264795" h="236219">
                  <a:moveTo>
                    <a:pt x="263366" y="143351"/>
                  </a:moveTo>
                  <a:lnTo>
                    <a:pt x="260509" y="139065"/>
                  </a:lnTo>
                  <a:lnTo>
                    <a:pt x="258604" y="135255"/>
                  </a:lnTo>
                  <a:lnTo>
                    <a:pt x="256699" y="129540"/>
                  </a:lnTo>
                  <a:lnTo>
                    <a:pt x="258604" y="124301"/>
                  </a:lnTo>
                  <a:lnTo>
                    <a:pt x="259080" y="120967"/>
                  </a:lnTo>
                  <a:lnTo>
                    <a:pt x="259080" y="119063"/>
                  </a:lnTo>
                  <a:lnTo>
                    <a:pt x="258128" y="117634"/>
                  </a:lnTo>
                  <a:lnTo>
                    <a:pt x="256223" y="116205"/>
                  </a:lnTo>
                  <a:lnTo>
                    <a:pt x="254318" y="115252"/>
                  </a:lnTo>
                  <a:lnTo>
                    <a:pt x="253841" y="113347"/>
                  </a:lnTo>
                  <a:lnTo>
                    <a:pt x="253841" y="110966"/>
                  </a:lnTo>
                  <a:lnTo>
                    <a:pt x="254794" y="109538"/>
                  </a:lnTo>
                  <a:lnTo>
                    <a:pt x="259080" y="107156"/>
                  </a:lnTo>
                  <a:lnTo>
                    <a:pt x="260033" y="105727"/>
                  </a:lnTo>
                  <a:lnTo>
                    <a:pt x="260509" y="104299"/>
                  </a:lnTo>
                  <a:lnTo>
                    <a:pt x="260509" y="102394"/>
                  </a:lnTo>
                  <a:lnTo>
                    <a:pt x="261938" y="97631"/>
                  </a:lnTo>
                  <a:lnTo>
                    <a:pt x="263843" y="92869"/>
                  </a:lnTo>
                  <a:lnTo>
                    <a:pt x="263843" y="91440"/>
                  </a:lnTo>
                  <a:lnTo>
                    <a:pt x="263366" y="90011"/>
                  </a:lnTo>
                  <a:lnTo>
                    <a:pt x="262890" y="87630"/>
                  </a:lnTo>
                  <a:lnTo>
                    <a:pt x="262414" y="83820"/>
                  </a:lnTo>
                  <a:lnTo>
                    <a:pt x="262414" y="72866"/>
                  </a:lnTo>
                  <a:lnTo>
                    <a:pt x="263366" y="61436"/>
                  </a:lnTo>
                  <a:lnTo>
                    <a:pt x="262890" y="54769"/>
                  </a:lnTo>
                  <a:lnTo>
                    <a:pt x="260033" y="47149"/>
                  </a:lnTo>
                  <a:lnTo>
                    <a:pt x="259556" y="41910"/>
                  </a:lnTo>
                  <a:lnTo>
                    <a:pt x="261461" y="38100"/>
                  </a:lnTo>
                  <a:lnTo>
                    <a:pt x="261938" y="35719"/>
                  </a:lnTo>
                  <a:lnTo>
                    <a:pt x="260509" y="35242"/>
                  </a:lnTo>
                  <a:lnTo>
                    <a:pt x="257175" y="35242"/>
                  </a:lnTo>
                  <a:lnTo>
                    <a:pt x="254794" y="34766"/>
                  </a:lnTo>
                  <a:lnTo>
                    <a:pt x="250984" y="31909"/>
                  </a:lnTo>
                  <a:lnTo>
                    <a:pt x="244793" y="29527"/>
                  </a:lnTo>
                  <a:lnTo>
                    <a:pt x="237649" y="27146"/>
                  </a:lnTo>
                  <a:lnTo>
                    <a:pt x="227172" y="26670"/>
                  </a:lnTo>
                  <a:lnTo>
                    <a:pt x="218599" y="19050"/>
                  </a:lnTo>
                  <a:lnTo>
                    <a:pt x="211931" y="18097"/>
                  </a:lnTo>
                  <a:lnTo>
                    <a:pt x="209550" y="17145"/>
                  </a:lnTo>
                  <a:lnTo>
                    <a:pt x="202883" y="12859"/>
                  </a:lnTo>
                  <a:lnTo>
                    <a:pt x="192881" y="12382"/>
                  </a:lnTo>
                  <a:lnTo>
                    <a:pt x="182404" y="11906"/>
                  </a:lnTo>
                  <a:lnTo>
                    <a:pt x="175736" y="11906"/>
                  </a:lnTo>
                  <a:lnTo>
                    <a:pt x="174784" y="11430"/>
                  </a:lnTo>
                  <a:lnTo>
                    <a:pt x="174308" y="5239"/>
                  </a:lnTo>
                  <a:lnTo>
                    <a:pt x="174308" y="0"/>
                  </a:lnTo>
                  <a:lnTo>
                    <a:pt x="169545" y="0"/>
                  </a:lnTo>
                  <a:lnTo>
                    <a:pt x="160973" y="0"/>
                  </a:lnTo>
                  <a:lnTo>
                    <a:pt x="151924" y="0"/>
                  </a:lnTo>
                  <a:lnTo>
                    <a:pt x="143828" y="1905"/>
                  </a:lnTo>
                  <a:lnTo>
                    <a:pt x="137160" y="4763"/>
                  </a:lnTo>
                  <a:lnTo>
                    <a:pt x="129064" y="9049"/>
                  </a:lnTo>
                  <a:lnTo>
                    <a:pt x="126206" y="10954"/>
                  </a:lnTo>
                  <a:lnTo>
                    <a:pt x="124302" y="12382"/>
                  </a:lnTo>
                  <a:lnTo>
                    <a:pt x="122873" y="13811"/>
                  </a:lnTo>
                  <a:lnTo>
                    <a:pt x="122397" y="17621"/>
                  </a:lnTo>
                  <a:lnTo>
                    <a:pt x="122397" y="23336"/>
                  </a:lnTo>
                  <a:lnTo>
                    <a:pt x="121444" y="27622"/>
                  </a:lnTo>
                  <a:lnTo>
                    <a:pt x="119063" y="31432"/>
                  </a:lnTo>
                  <a:lnTo>
                    <a:pt x="122397" y="32861"/>
                  </a:lnTo>
                  <a:lnTo>
                    <a:pt x="123825" y="32861"/>
                  </a:lnTo>
                  <a:lnTo>
                    <a:pt x="125254" y="32861"/>
                  </a:lnTo>
                  <a:lnTo>
                    <a:pt x="126206" y="33814"/>
                  </a:lnTo>
                  <a:lnTo>
                    <a:pt x="126683" y="34290"/>
                  </a:lnTo>
                  <a:lnTo>
                    <a:pt x="126206" y="34766"/>
                  </a:lnTo>
                  <a:lnTo>
                    <a:pt x="125254" y="35719"/>
                  </a:lnTo>
                  <a:lnTo>
                    <a:pt x="124778" y="36671"/>
                  </a:lnTo>
                  <a:lnTo>
                    <a:pt x="123825" y="36671"/>
                  </a:lnTo>
                  <a:lnTo>
                    <a:pt x="122873" y="36671"/>
                  </a:lnTo>
                  <a:lnTo>
                    <a:pt x="122397" y="38576"/>
                  </a:lnTo>
                  <a:lnTo>
                    <a:pt x="121444" y="40005"/>
                  </a:lnTo>
                  <a:lnTo>
                    <a:pt x="120015" y="40481"/>
                  </a:lnTo>
                  <a:lnTo>
                    <a:pt x="119063" y="40957"/>
                  </a:lnTo>
                  <a:lnTo>
                    <a:pt x="117634" y="40481"/>
                  </a:lnTo>
                  <a:lnTo>
                    <a:pt x="116681" y="39529"/>
                  </a:lnTo>
                  <a:lnTo>
                    <a:pt x="116681" y="38576"/>
                  </a:lnTo>
                  <a:lnTo>
                    <a:pt x="116205" y="37147"/>
                  </a:lnTo>
                  <a:lnTo>
                    <a:pt x="114777" y="36671"/>
                  </a:lnTo>
                  <a:lnTo>
                    <a:pt x="113348" y="37147"/>
                  </a:lnTo>
                  <a:lnTo>
                    <a:pt x="112395" y="37624"/>
                  </a:lnTo>
                  <a:lnTo>
                    <a:pt x="111443" y="38100"/>
                  </a:lnTo>
                  <a:lnTo>
                    <a:pt x="110014" y="38576"/>
                  </a:lnTo>
                  <a:lnTo>
                    <a:pt x="109061" y="40005"/>
                  </a:lnTo>
                  <a:lnTo>
                    <a:pt x="108585" y="41434"/>
                  </a:lnTo>
                  <a:lnTo>
                    <a:pt x="108585" y="42386"/>
                  </a:lnTo>
                  <a:lnTo>
                    <a:pt x="108585" y="42386"/>
                  </a:lnTo>
                  <a:lnTo>
                    <a:pt x="107156" y="41434"/>
                  </a:lnTo>
                  <a:lnTo>
                    <a:pt x="105728" y="40005"/>
                  </a:lnTo>
                  <a:lnTo>
                    <a:pt x="104299" y="39529"/>
                  </a:lnTo>
                  <a:lnTo>
                    <a:pt x="100965" y="40481"/>
                  </a:lnTo>
                  <a:lnTo>
                    <a:pt x="97631" y="41434"/>
                  </a:lnTo>
                  <a:lnTo>
                    <a:pt x="96679" y="42386"/>
                  </a:lnTo>
                  <a:lnTo>
                    <a:pt x="96203" y="43815"/>
                  </a:lnTo>
                  <a:lnTo>
                    <a:pt x="95727" y="45720"/>
                  </a:lnTo>
                  <a:lnTo>
                    <a:pt x="95727" y="46672"/>
                  </a:lnTo>
                  <a:lnTo>
                    <a:pt x="96203" y="47149"/>
                  </a:lnTo>
                  <a:lnTo>
                    <a:pt x="96203" y="48101"/>
                  </a:lnTo>
                  <a:lnTo>
                    <a:pt x="95727" y="49054"/>
                  </a:lnTo>
                  <a:lnTo>
                    <a:pt x="94774" y="49530"/>
                  </a:lnTo>
                  <a:lnTo>
                    <a:pt x="93345" y="49054"/>
                  </a:lnTo>
                  <a:lnTo>
                    <a:pt x="91916" y="48577"/>
                  </a:lnTo>
                  <a:lnTo>
                    <a:pt x="91440" y="49054"/>
                  </a:lnTo>
                  <a:lnTo>
                    <a:pt x="90488" y="50006"/>
                  </a:lnTo>
                  <a:lnTo>
                    <a:pt x="89059" y="51435"/>
                  </a:lnTo>
                  <a:lnTo>
                    <a:pt x="88106" y="52388"/>
                  </a:lnTo>
                  <a:lnTo>
                    <a:pt x="87154" y="52864"/>
                  </a:lnTo>
                  <a:lnTo>
                    <a:pt x="84773" y="53340"/>
                  </a:lnTo>
                  <a:lnTo>
                    <a:pt x="83344" y="54292"/>
                  </a:lnTo>
                  <a:lnTo>
                    <a:pt x="82391" y="55245"/>
                  </a:lnTo>
                  <a:lnTo>
                    <a:pt x="81915" y="56197"/>
                  </a:lnTo>
                  <a:lnTo>
                    <a:pt x="81439" y="57626"/>
                  </a:lnTo>
                  <a:lnTo>
                    <a:pt x="80010" y="60484"/>
                  </a:lnTo>
                  <a:lnTo>
                    <a:pt x="78581" y="62865"/>
                  </a:lnTo>
                  <a:lnTo>
                    <a:pt x="78105" y="62865"/>
                  </a:lnTo>
                  <a:lnTo>
                    <a:pt x="77629" y="63341"/>
                  </a:lnTo>
                  <a:lnTo>
                    <a:pt x="76200" y="64770"/>
                  </a:lnTo>
                  <a:lnTo>
                    <a:pt x="74772" y="65722"/>
                  </a:lnTo>
                  <a:lnTo>
                    <a:pt x="74295" y="66199"/>
                  </a:lnTo>
                  <a:lnTo>
                    <a:pt x="74772" y="66199"/>
                  </a:lnTo>
                  <a:lnTo>
                    <a:pt x="75248" y="66199"/>
                  </a:lnTo>
                  <a:lnTo>
                    <a:pt x="74772" y="66675"/>
                  </a:lnTo>
                  <a:lnTo>
                    <a:pt x="73343" y="67151"/>
                  </a:lnTo>
                  <a:lnTo>
                    <a:pt x="71438" y="68104"/>
                  </a:lnTo>
                  <a:lnTo>
                    <a:pt x="69056" y="70961"/>
                  </a:lnTo>
                  <a:lnTo>
                    <a:pt x="67152" y="73819"/>
                  </a:lnTo>
                  <a:lnTo>
                    <a:pt x="66199" y="75247"/>
                  </a:lnTo>
                  <a:lnTo>
                    <a:pt x="65247" y="76676"/>
                  </a:lnTo>
                  <a:lnTo>
                    <a:pt x="63818" y="79057"/>
                  </a:lnTo>
                  <a:lnTo>
                    <a:pt x="62389" y="80486"/>
                  </a:lnTo>
                  <a:lnTo>
                    <a:pt x="61436" y="80963"/>
                  </a:lnTo>
                  <a:lnTo>
                    <a:pt x="60484" y="80963"/>
                  </a:lnTo>
                  <a:lnTo>
                    <a:pt x="52388" y="83820"/>
                  </a:lnTo>
                  <a:lnTo>
                    <a:pt x="45720" y="83344"/>
                  </a:lnTo>
                  <a:lnTo>
                    <a:pt x="37624" y="80010"/>
                  </a:lnTo>
                  <a:lnTo>
                    <a:pt x="30956" y="79534"/>
                  </a:lnTo>
                  <a:lnTo>
                    <a:pt x="26194" y="81439"/>
                  </a:lnTo>
                  <a:lnTo>
                    <a:pt x="21908" y="80963"/>
                  </a:lnTo>
                  <a:lnTo>
                    <a:pt x="17622" y="77629"/>
                  </a:lnTo>
                  <a:lnTo>
                    <a:pt x="14288" y="76676"/>
                  </a:lnTo>
                  <a:lnTo>
                    <a:pt x="11430" y="77629"/>
                  </a:lnTo>
                  <a:lnTo>
                    <a:pt x="7620" y="77629"/>
                  </a:lnTo>
                  <a:lnTo>
                    <a:pt x="953" y="75724"/>
                  </a:lnTo>
                  <a:lnTo>
                    <a:pt x="477" y="77629"/>
                  </a:lnTo>
                  <a:lnTo>
                    <a:pt x="0" y="80010"/>
                  </a:lnTo>
                  <a:lnTo>
                    <a:pt x="477" y="81915"/>
                  </a:lnTo>
                  <a:lnTo>
                    <a:pt x="1905" y="84296"/>
                  </a:lnTo>
                  <a:lnTo>
                    <a:pt x="3810" y="86677"/>
                  </a:lnTo>
                  <a:lnTo>
                    <a:pt x="5239" y="88106"/>
                  </a:lnTo>
                  <a:lnTo>
                    <a:pt x="7144" y="91440"/>
                  </a:lnTo>
                  <a:lnTo>
                    <a:pt x="9049" y="95250"/>
                  </a:lnTo>
                  <a:lnTo>
                    <a:pt x="11430" y="98584"/>
                  </a:lnTo>
                  <a:lnTo>
                    <a:pt x="18098" y="105727"/>
                  </a:lnTo>
                  <a:lnTo>
                    <a:pt x="19050" y="108109"/>
                  </a:lnTo>
                  <a:lnTo>
                    <a:pt x="20003" y="110490"/>
                  </a:lnTo>
                  <a:lnTo>
                    <a:pt x="24289" y="115252"/>
                  </a:lnTo>
                  <a:lnTo>
                    <a:pt x="24765" y="116681"/>
                  </a:lnTo>
                  <a:lnTo>
                    <a:pt x="24289" y="120015"/>
                  </a:lnTo>
                  <a:lnTo>
                    <a:pt x="28575" y="130016"/>
                  </a:lnTo>
                  <a:lnTo>
                    <a:pt x="31433" y="135731"/>
                  </a:lnTo>
                  <a:lnTo>
                    <a:pt x="33814" y="136684"/>
                  </a:lnTo>
                  <a:lnTo>
                    <a:pt x="41910" y="142875"/>
                  </a:lnTo>
                  <a:lnTo>
                    <a:pt x="49054" y="148114"/>
                  </a:lnTo>
                  <a:lnTo>
                    <a:pt x="57150" y="151447"/>
                  </a:lnTo>
                  <a:lnTo>
                    <a:pt x="63341" y="153829"/>
                  </a:lnTo>
                  <a:lnTo>
                    <a:pt x="66199" y="155257"/>
                  </a:lnTo>
                  <a:lnTo>
                    <a:pt x="67628" y="156686"/>
                  </a:lnTo>
                  <a:lnTo>
                    <a:pt x="69056" y="159544"/>
                  </a:lnTo>
                  <a:lnTo>
                    <a:pt x="69533" y="164782"/>
                  </a:lnTo>
                  <a:lnTo>
                    <a:pt x="69533" y="168116"/>
                  </a:lnTo>
                  <a:lnTo>
                    <a:pt x="75724" y="168116"/>
                  </a:lnTo>
                  <a:lnTo>
                    <a:pt x="80963" y="168592"/>
                  </a:lnTo>
                  <a:lnTo>
                    <a:pt x="82868" y="169069"/>
                  </a:lnTo>
                  <a:lnTo>
                    <a:pt x="83344" y="170021"/>
                  </a:lnTo>
                  <a:lnTo>
                    <a:pt x="83344" y="172402"/>
                  </a:lnTo>
                  <a:lnTo>
                    <a:pt x="83344" y="175736"/>
                  </a:lnTo>
                  <a:lnTo>
                    <a:pt x="83820" y="178594"/>
                  </a:lnTo>
                  <a:lnTo>
                    <a:pt x="83344" y="181451"/>
                  </a:lnTo>
                  <a:lnTo>
                    <a:pt x="82868" y="184785"/>
                  </a:lnTo>
                  <a:lnTo>
                    <a:pt x="82391" y="189071"/>
                  </a:lnTo>
                  <a:lnTo>
                    <a:pt x="83344" y="190500"/>
                  </a:lnTo>
                  <a:lnTo>
                    <a:pt x="88583" y="195739"/>
                  </a:lnTo>
                  <a:lnTo>
                    <a:pt x="90964" y="199072"/>
                  </a:lnTo>
                  <a:lnTo>
                    <a:pt x="93345" y="204311"/>
                  </a:lnTo>
                  <a:lnTo>
                    <a:pt x="94774" y="206216"/>
                  </a:lnTo>
                  <a:lnTo>
                    <a:pt x="95727" y="206692"/>
                  </a:lnTo>
                  <a:lnTo>
                    <a:pt x="100489" y="207169"/>
                  </a:lnTo>
                  <a:lnTo>
                    <a:pt x="112395" y="209550"/>
                  </a:lnTo>
                  <a:lnTo>
                    <a:pt x="119539" y="211455"/>
                  </a:lnTo>
                  <a:lnTo>
                    <a:pt x="125254" y="213360"/>
                  </a:lnTo>
                  <a:lnTo>
                    <a:pt x="127635" y="213836"/>
                  </a:lnTo>
                  <a:lnTo>
                    <a:pt x="128588" y="214313"/>
                  </a:lnTo>
                  <a:lnTo>
                    <a:pt x="129064" y="214789"/>
                  </a:lnTo>
                  <a:lnTo>
                    <a:pt x="128111" y="219551"/>
                  </a:lnTo>
                  <a:lnTo>
                    <a:pt x="128588" y="220980"/>
                  </a:lnTo>
                  <a:lnTo>
                    <a:pt x="129064" y="222409"/>
                  </a:lnTo>
                  <a:lnTo>
                    <a:pt x="130016" y="223361"/>
                  </a:lnTo>
                  <a:lnTo>
                    <a:pt x="131445" y="223838"/>
                  </a:lnTo>
                  <a:lnTo>
                    <a:pt x="135731" y="224314"/>
                  </a:lnTo>
                  <a:lnTo>
                    <a:pt x="138589" y="227171"/>
                  </a:lnTo>
                  <a:lnTo>
                    <a:pt x="140494" y="228600"/>
                  </a:lnTo>
                  <a:lnTo>
                    <a:pt x="140970" y="228600"/>
                  </a:lnTo>
                  <a:lnTo>
                    <a:pt x="150495" y="227171"/>
                  </a:lnTo>
                  <a:lnTo>
                    <a:pt x="158591" y="228600"/>
                  </a:lnTo>
                  <a:lnTo>
                    <a:pt x="168593" y="232410"/>
                  </a:lnTo>
                  <a:lnTo>
                    <a:pt x="177641" y="233839"/>
                  </a:lnTo>
                  <a:lnTo>
                    <a:pt x="186214" y="232886"/>
                  </a:lnTo>
                  <a:lnTo>
                    <a:pt x="193358" y="232410"/>
                  </a:lnTo>
                  <a:lnTo>
                    <a:pt x="198597" y="232886"/>
                  </a:lnTo>
                  <a:lnTo>
                    <a:pt x="202883" y="234315"/>
                  </a:lnTo>
                  <a:lnTo>
                    <a:pt x="205740" y="236220"/>
                  </a:lnTo>
                  <a:lnTo>
                    <a:pt x="210503" y="232410"/>
                  </a:lnTo>
                  <a:lnTo>
                    <a:pt x="215265" y="227171"/>
                  </a:lnTo>
                  <a:lnTo>
                    <a:pt x="220980" y="220980"/>
                  </a:lnTo>
                  <a:lnTo>
                    <a:pt x="226219" y="215741"/>
                  </a:lnTo>
                  <a:lnTo>
                    <a:pt x="230505" y="210979"/>
                  </a:lnTo>
                  <a:lnTo>
                    <a:pt x="236697" y="204788"/>
                  </a:lnTo>
                  <a:lnTo>
                    <a:pt x="242888" y="198596"/>
                  </a:lnTo>
                  <a:lnTo>
                    <a:pt x="244316" y="197644"/>
                  </a:lnTo>
                  <a:lnTo>
                    <a:pt x="244793" y="197167"/>
                  </a:lnTo>
                  <a:lnTo>
                    <a:pt x="242411" y="191452"/>
                  </a:lnTo>
                  <a:lnTo>
                    <a:pt x="246698" y="184785"/>
                  </a:lnTo>
                  <a:lnTo>
                    <a:pt x="246698" y="180499"/>
                  </a:lnTo>
                  <a:lnTo>
                    <a:pt x="246698" y="176213"/>
                  </a:lnTo>
                  <a:lnTo>
                    <a:pt x="247174" y="174307"/>
                  </a:lnTo>
                  <a:lnTo>
                    <a:pt x="248603" y="172879"/>
                  </a:lnTo>
                  <a:lnTo>
                    <a:pt x="253365" y="169545"/>
                  </a:lnTo>
                  <a:lnTo>
                    <a:pt x="257175" y="164306"/>
                  </a:lnTo>
                  <a:lnTo>
                    <a:pt x="260033" y="159067"/>
                  </a:lnTo>
                  <a:lnTo>
                    <a:pt x="264319" y="150971"/>
                  </a:lnTo>
                  <a:lnTo>
                    <a:pt x="264795" y="149066"/>
                  </a:lnTo>
                  <a:lnTo>
                    <a:pt x="264795" y="147161"/>
                  </a:lnTo>
                  <a:lnTo>
                    <a:pt x="263366" y="143351"/>
                  </a:lnTo>
                  <a:close/>
                  <a:moveTo>
                    <a:pt x="120015" y="30004"/>
                  </a:moveTo>
                  <a:lnTo>
                    <a:pt x="120015" y="30004"/>
                  </a:lnTo>
                  <a:lnTo>
                    <a:pt x="120015" y="30004"/>
                  </a:lnTo>
                  <a:lnTo>
                    <a:pt x="120015" y="30004"/>
                  </a:lnTo>
                  <a:close/>
                </a:path>
              </a:pathLst>
            </a:custGeom>
            <a:grpFill/>
            <a:ln w="317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780335D9-A5AD-4F91-A49F-CCC0BA0AE3CD}"/>
                </a:ext>
              </a:extLst>
            </p:cNvPr>
            <p:cNvSpPr/>
            <p:nvPr/>
          </p:nvSpPr>
          <p:spPr>
            <a:xfrm>
              <a:off x="6469380" y="4574856"/>
              <a:ext cx="395287" cy="331946"/>
            </a:xfrm>
            <a:custGeom>
              <a:avLst/>
              <a:gdLst>
                <a:gd name="connsiteX0" fmla="*/ 384810 w 395287"/>
                <a:gd name="connsiteY0" fmla="*/ 88106 h 331946"/>
                <a:gd name="connsiteX1" fmla="*/ 386715 w 395287"/>
                <a:gd name="connsiteY1" fmla="*/ 87630 h 331946"/>
                <a:gd name="connsiteX2" fmla="*/ 388620 w 395287"/>
                <a:gd name="connsiteY2" fmla="*/ 87154 h 331946"/>
                <a:gd name="connsiteX3" fmla="*/ 395288 w 395287"/>
                <a:gd name="connsiteY3" fmla="*/ 80486 h 331946"/>
                <a:gd name="connsiteX4" fmla="*/ 395288 w 395287"/>
                <a:gd name="connsiteY4" fmla="*/ 79058 h 331946"/>
                <a:gd name="connsiteX5" fmla="*/ 393859 w 395287"/>
                <a:gd name="connsiteY5" fmla="*/ 76676 h 331946"/>
                <a:gd name="connsiteX6" fmla="*/ 391477 w 395287"/>
                <a:gd name="connsiteY6" fmla="*/ 73343 h 331946"/>
                <a:gd name="connsiteX7" fmla="*/ 391001 w 395287"/>
                <a:gd name="connsiteY7" fmla="*/ 71914 h 331946"/>
                <a:gd name="connsiteX8" fmla="*/ 390525 w 395287"/>
                <a:gd name="connsiteY8" fmla="*/ 68104 h 331946"/>
                <a:gd name="connsiteX9" fmla="*/ 389572 w 395287"/>
                <a:gd name="connsiteY9" fmla="*/ 67151 h 331946"/>
                <a:gd name="connsiteX10" fmla="*/ 385763 w 395287"/>
                <a:gd name="connsiteY10" fmla="*/ 64294 h 331946"/>
                <a:gd name="connsiteX11" fmla="*/ 382905 w 395287"/>
                <a:gd name="connsiteY11" fmla="*/ 61436 h 331946"/>
                <a:gd name="connsiteX12" fmla="*/ 383857 w 395287"/>
                <a:gd name="connsiteY12" fmla="*/ 58579 h 331946"/>
                <a:gd name="connsiteX13" fmla="*/ 384334 w 395287"/>
                <a:gd name="connsiteY13" fmla="*/ 55245 h 331946"/>
                <a:gd name="connsiteX14" fmla="*/ 382905 w 395287"/>
                <a:gd name="connsiteY14" fmla="*/ 53340 h 331946"/>
                <a:gd name="connsiteX15" fmla="*/ 381000 w 395287"/>
                <a:gd name="connsiteY15" fmla="*/ 51435 h 331946"/>
                <a:gd name="connsiteX16" fmla="*/ 379571 w 395287"/>
                <a:gd name="connsiteY16" fmla="*/ 49054 h 331946"/>
                <a:gd name="connsiteX17" fmla="*/ 379095 w 395287"/>
                <a:gd name="connsiteY17" fmla="*/ 47149 h 331946"/>
                <a:gd name="connsiteX18" fmla="*/ 377666 w 395287"/>
                <a:gd name="connsiteY18" fmla="*/ 46196 h 331946"/>
                <a:gd name="connsiteX19" fmla="*/ 376238 w 395287"/>
                <a:gd name="connsiteY19" fmla="*/ 46196 h 331946"/>
                <a:gd name="connsiteX20" fmla="*/ 375285 w 395287"/>
                <a:gd name="connsiteY20" fmla="*/ 47625 h 331946"/>
                <a:gd name="connsiteX21" fmla="*/ 374332 w 395287"/>
                <a:gd name="connsiteY21" fmla="*/ 47625 h 331946"/>
                <a:gd name="connsiteX22" fmla="*/ 372903 w 395287"/>
                <a:gd name="connsiteY22" fmla="*/ 47149 h 331946"/>
                <a:gd name="connsiteX23" fmla="*/ 372427 w 395287"/>
                <a:gd name="connsiteY23" fmla="*/ 45244 h 331946"/>
                <a:gd name="connsiteX24" fmla="*/ 372427 w 395287"/>
                <a:gd name="connsiteY24" fmla="*/ 43339 h 331946"/>
                <a:gd name="connsiteX25" fmla="*/ 371475 w 395287"/>
                <a:gd name="connsiteY25" fmla="*/ 41910 h 331946"/>
                <a:gd name="connsiteX26" fmla="*/ 370522 w 395287"/>
                <a:gd name="connsiteY26" fmla="*/ 40005 h 331946"/>
                <a:gd name="connsiteX27" fmla="*/ 370522 w 395287"/>
                <a:gd name="connsiteY27" fmla="*/ 39053 h 331946"/>
                <a:gd name="connsiteX28" fmla="*/ 368618 w 395287"/>
                <a:gd name="connsiteY28" fmla="*/ 38100 h 331946"/>
                <a:gd name="connsiteX29" fmla="*/ 364807 w 395287"/>
                <a:gd name="connsiteY29" fmla="*/ 36195 h 331946"/>
                <a:gd name="connsiteX30" fmla="*/ 359569 w 395287"/>
                <a:gd name="connsiteY30" fmla="*/ 34290 h 331946"/>
                <a:gd name="connsiteX31" fmla="*/ 355282 w 395287"/>
                <a:gd name="connsiteY31" fmla="*/ 32385 h 331946"/>
                <a:gd name="connsiteX32" fmla="*/ 353377 w 395287"/>
                <a:gd name="connsiteY32" fmla="*/ 30480 h 331946"/>
                <a:gd name="connsiteX33" fmla="*/ 349568 w 395287"/>
                <a:gd name="connsiteY33" fmla="*/ 29528 h 331946"/>
                <a:gd name="connsiteX34" fmla="*/ 346234 w 395287"/>
                <a:gd name="connsiteY34" fmla="*/ 29051 h 331946"/>
                <a:gd name="connsiteX35" fmla="*/ 342900 w 395287"/>
                <a:gd name="connsiteY35" fmla="*/ 27146 h 331946"/>
                <a:gd name="connsiteX36" fmla="*/ 339566 w 395287"/>
                <a:gd name="connsiteY36" fmla="*/ 27146 h 331946"/>
                <a:gd name="connsiteX37" fmla="*/ 336232 w 395287"/>
                <a:gd name="connsiteY37" fmla="*/ 26670 h 331946"/>
                <a:gd name="connsiteX38" fmla="*/ 335756 w 395287"/>
                <a:gd name="connsiteY38" fmla="*/ 25718 h 331946"/>
                <a:gd name="connsiteX39" fmla="*/ 335756 w 395287"/>
                <a:gd name="connsiteY39" fmla="*/ 23336 h 331946"/>
                <a:gd name="connsiteX40" fmla="*/ 334803 w 395287"/>
                <a:gd name="connsiteY40" fmla="*/ 22860 h 331946"/>
                <a:gd name="connsiteX41" fmla="*/ 332422 w 395287"/>
                <a:gd name="connsiteY41" fmla="*/ 22384 h 331946"/>
                <a:gd name="connsiteX42" fmla="*/ 330041 w 395287"/>
                <a:gd name="connsiteY42" fmla="*/ 22384 h 331946"/>
                <a:gd name="connsiteX43" fmla="*/ 328613 w 395287"/>
                <a:gd name="connsiteY43" fmla="*/ 22860 h 331946"/>
                <a:gd name="connsiteX44" fmla="*/ 327660 w 395287"/>
                <a:gd name="connsiteY44" fmla="*/ 22860 h 331946"/>
                <a:gd name="connsiteX45" fmla="*/ 325755 w 395287"/>
                <a:gd name="connsiteY45" fmla="*/ 21431 h 331946"/>
                <a:gd name="connsiteX46" fmla="*/ 323850 w 395287"/>
                <a:gd name="connsiteY46" fmla="*/ 19526 h 331946"/>
                <a:gd name="connsiteX47" fmla="*/ 322897 w 395287"/>
                <a:gd name="connsiteY47" fmla="*/ 16193 h 331946"/>
                <a:gd name="connsiteX48" fmla="*/ 320040 w 395287"/>
                <a:gd name="connsiteY48" fmla="*/ 14288 h 331946"/>
                <a:gd name="connsiteX49" fmla="*/ 316706 w 395287"/>
                <a:gd name="connsiteY49" fmla="*/ 12859 h 331946"/>
                <a:gd name="connsiteX50" fmla="*/ 310991 w 395287"/>
                <a:gd name="connsiteY50" fmla="*/ 12859 h 331946"/>
                <a:gd name="connsiteX51" fmla="*/ 311468 w 395287"/>
                <a:gd name="connsiteY51" fmla="*/ 14288 h 331946"/>
                <a:gd name="connsiteX52" fmla="*/ 310991 w 395287"/>
                <a:gd name="connsiteY52" fmla="*/ 17145 h 331946"/>
                <a:gd name="connsiteX53" fmla="*/ 310515 w 395287"/>
                <a:gd name="connsiteY53" fmla="*/ 17621 h 331946"/>
                <a:gd name="connsiteX54" fmla="*/ 310039 w 395287"/>
                <a:gd name="connsiteY54" fmla="*/ 17621 h 331946"/>
                <a:gd name="connsiteX55" fmla="*/ 309563 w 395287"/>
                <a:gd name="connsiteY55" fmla="*/ 17145 h 331946"/>
                <a:gd name="connsiteX56" fmla="*/ 309086 w 395287"/>
                <a:gd name="connsiteY56" fmla="*/ 17145 h 331946"/>
                <a:gd name="connsiteX57" fmla="*/ 308610 w 395287"/>
                <a:gd name="connsiteY57" fmla="*/ 18098 h 331946"/>
                <a:gd name="connsiteX58" fmla="*/ 307657 w 395287"/>
                <a:gd name="connsiteY58" fmla="*/ 19050 h 331946"/>
                <a:gd name="connsiteX59" fmla="*/ 306228 w 395287"/>
                <a:gd name="connsiteY59" fmla="*/ 19526 h 331946"/>
                <a:gd name="connsiteX60" fmla="*/ 305276 w 395287"/>
                <a:gd name="connsiteY60" fmla="*/ 19526 h 331946"/>
                <a:gd name="connsiteX61" fmla="*/ 303371 w 395287"/>
                <a:gd name="connsiteY61" fmla="*/ 18098 h 331946"/>
                <a:gd name="connsiteX62" fmla="*/ 297656 w 395287"/>
                <a:gd name="connsiteY62" fmla="*/ 12383 h 331946"/>
                <a:gd name="connsiteX63" fmla="*/ 297180 w 395287"/>
                <a:gd name="connsiteY63" fmla="*/ 11906 h 331946"/>
                <a:gd name="connsiteX64" fmla="*/ 294322 w 395287"/>
                <a:gd name="connsiteY64" fmla="*/ 10954 h 331946"/>
                <a:gd name="connsiteX65" fmla="*/ 293370 w 395287"/>
                <a:gd name="connsiteY65" fmla="*/ 10478 h 331946"/>
                <a:gd name="connsiteX66" fmla="*/ 292894 w 395287"/>
                <a:gd name="connsiteY66" fmla="*/ 10001 h 331946"/>
                <a:gd name="connsiteX67" fmla="*/ 292418 w 395287"/>
                <a:gd name="connsiteY67" fmla="*/ 10001 h 331946"/>
                <a:gd name="connsiteX68" fmla="*/ 291465 w 395287"/>
                <a:gd name="connsiteY68" fmla="*/ 11430 h 331946"/>
                <a:gd name="connsiteX69" fmla="*/ 289084 w 395287"/>
                <a:gd name="connsiteY69" fmla="*/ 12859 h 331946"/>
                <a:gd name="connsiteX70" fmla="*/ 288607 w 395287"/>
                <a:gd name="connsiteY70" fmla="*/ 12859 h 331946"/>
                <a:gd name="connsiteX71" fmla="*/ 289560 w 395287"/>
                <a:gd name="connsiteY71" fmla="*/ 11906 h 331946"/>
                <a:gd name="connsiteX72" fmla="*/ 290036 w 395287"/>
                <a:gd name="connsiteY72" fmla="*/ 11430 h 331946"/>
                <a:gd name="connsiteX73" fmla="*/ 290036 w 395287"/>
                <a:gd name="connsiteY73" fmla="*/ 10478 h 331946"/>
                <a:gd name="connsiteX74" fmla="*/ 289084 w 395287"/>
                <a:gd name="connsiteY74" fmla="*/ 10001 h 331946"/>
                <a:gd name="connsiteX75" fmla="*/ 287655 w 395287"/>
                <a:gd name="connsiteY75" fmla="*/ 10001 h 331946"/>
                <a:gd name="connsiteX76" fmla="*/ 286702 w 395287"/>
                <a:gd name="connsiteY76" fmla="*/ 9525 h 331946"/>
                <a:gd name="connsiteX77" fmla="*/ 286226 w 395287"/>
                <a:gd name="connsiteY77" fmla="*/ 8096 h 331946"/>
                <a:gd name="connsiteX78" fmla="*/ 286702 w 395287"/>
                <a:gd name="connsiteY78" fmla="*/ 5715 h 331946"/>
                <a:gd name="connsiteX79" fmla="*/ 287178 w 395287"/>
                <a:gd name="connsiteY79" fmla="*/ 4763 h 331946"/>
                <a:gd name="connsiteX80" fmla="*/ 288131 w 395287"/>
                <a:gd name="connsiteY80" fmla="*/ 3810 h 331946"/>
                <a:gd name="connsiteX81" fmla="*/ 289560 w 395287"/>
                <a:gd name="connsiteY81" fmla="*/ 3334 h 331946"/>
                <a:gd name="connsiteX82" fmla="*/ 290513 w 395287"/>
                <a:gd name="connsiteY82" fmla="*/ 1429 h 331946"/>
                <a:gd name="connsiteX83" fmla="*/ 290513 w 395287"/>
                <a:gd name="connsiteY83" fmla="*/ 0 h 331946"/>
                <a:gd name="connsiteX84" fmla="*/ 281940 w 395287"/>
                <a:gd name="connsiteY84" fmla="*/ 1429 h 331946"/>
                <a:gd name="connsiteX85" fmla="*/ 272415 w 395287"/>
                <a:gd name="connsiteY85" fmla="*/ 2858 h 331946"/>
                <a:gd name="connsiteX86" fmla="*/ 262890 w 395287"/>
                <a:gd name="connsiteY86" fmla="*/ 4286 h 331946"/>
                <a:gd name="connsiteX87" fmla="*/ 253365 w 395287"/>
                <a:gd name="connsiteY87" fmla="*/ 5715 h 331946"/>
                <a:gd name="connsiteX88" fmla="*/ 244316 w 395287"/>
                <a:gd name="connsiteY88" fmla="*/ 7144 h 331946"/>
                <a:gd name="connsiteX89" fmla="*/ 236220 w 395287"/>
                <a:gd name="connsiteY89" fmla="*/ 8573 h 331946"/>
                <a:gd name="connsiteX90" fmla="*/ 233839 w 395287"/>
                <a:gd name="connsiteY90" fmla="*/ 9049 h 331946"/>
                <a:gd name="connsiteX91" fmla="*/ 235268 w 395287"/>
                <a:gd name="connsiteY91" fmla="*/ 12383 h 331946"/>
                <a:gd name="connsiteX92" fmla="*/ 234791 w 395287"/>
                <a:gd name="connsiteY92" fmla="*/ 16193 h 331946"/>
                <a:gd name="connsiteX93" fmla="*/ 233363 w 395287"/>
                <a:gd name="connsiteY93" fmla="*/ 19050 h 331946"/>
                <a:gd name="connsiteX94" fmla="*/ 230981 w 395287"/>
                <a:gd name="connsiteY94" fmla="*/ 22384 h 331946"/>
                <a:gd name="connsiteX95" fmla="*/ 230028 w 395287"/>
                <a:gd name="connsiteY95" fmla="*/ 23813 h 331946"/>
                <a:gd name="connsiteX96" fmla="*/ 227171 w 395287"/>
                <a:gd name="connsiteY96" fmla="*/ 26670 h 331946"/>
                <a:gd name="connsiteX97" fmla="*/ 224790 w 395287"/>
                <a:gd name="connsiteY97" fmla="*/ 28575 h 331946"/>
                <a:gd name="connsiteX98" fmla="*/ 220503 w 395287"/>
                <a:gd name="connsiteY98" fmla="*/ 31909 h 331946"/>
                <a:gd name="connsiteX99" fmla="*/ 217646 w 395287"/>
                <a:gd name="connsiteY99" fmla="*/ 33814 h 331946"/>
                <a:gd name="connsiteX100" fmla="*/ 217646 w 395287"/>
                <a:gd name="connsiteY100" fmla="*/ 35719 h 331946"/>
                <a:gd name="connsiteX101" fmla="*/ 222409 w 395287"/>
                <a:gd name="connsiteY101" fmla="*/ 43815 h 331946"/>
                <a:gd name="connsiteX102" fmla="*/ 224790 w 395287"/>
                <a:gd name="connsiteY102" fmla="*/ 49530 h 331946"/>
                <a:gd name="connsiteX103" fmla="*/ 225743 w 395287"/>
                <a:gd name="connsiteY103" fmla="*/ 54769 h 331946"/>
                <a:gd name="connsiteX104" fmla="*/ 225743 w 395287"/>
                <a:gd name="connsiteY104" fmla="*/ 57626 h 331946"/>
                <a:gd name="connsiteX105" fmla="*/ 225743 w 395287"/>
                <a:gd name="connsiteY105" fmla="*/ 63818 h 331946"/>
                <a:gd name="connsiteX106" fmla="*/ 225743 w 395287"/>
                <a:gd name="connsiteY106" fmla="*/ 70961 h 331946"/>
                <a:gd name="connsiteX107" fmla="*/ 225266 w 395287"/>
                <a:gd name="connsiteY107" fmla="*/ 73819 h 331946"/>
                <a:gd name="connsiteX108" fmla="*/ 226695 w 395287"/>
                <a:gd name="connsiteY108" fmla="*/ 79058 h 331946"/>
                <a:gd name="connsiteX109" fmla="*/ 226695 w 395287"/>
                <a:gd name="connsiteY109" fmla="*/ 82868 h 331946"/>
                <a:gd name="connsiteX110" fmla="*/ 223361 w 395287"/>
                <a:gd name="connsiteY110" fmla="*/ 87154 h 331946"/>
                <a:gd name="connsiteX111" fmla="*/ 222409 w 395287"/>
                <a:gd name="connsiteY111" fmla="*/ 91440 h 331946"/>
                <a:gd name="connsiteX112" fmla="*/ 220980 w 395287"/>
                <a:gd name="connsiteY112" fmla="*/ 97631 h 331946"/>
                <a:gd name="connsiteX113" fmla="*/ 218599 w 395287"/>
                <a:gd name="connsiteY113" fmla="*/ 105728 h 331946"/>
                <a:gd name="connsiteX114" fmla="*/ 217170 w 395287"/>
                <a:gd name="connsiteY114" fmla="*/ 110014 h 331946"/>
                <a:gd name="connsiteX115" fmla="*/ 218122 w 395287"/>
                <a:gd name="connsiteY115" fmla="*/ 112871 h 331946"/>
                <a:gd name="connsiteX116" fmla="*/ 219075 w 395287"/>
                <a:gd name="connsiteY116" fmla="*/ 114776 h 331946"/>
                <a:gd name="connsiteX117" fmla="*/ 220027 w 395287"/>
                <a:gd name="connsiteY117" fmla="*/ 117158 h 331946"/>
                <a:gd name="connsiteX118" fmla="*/ 221932 w 395287"/>
                <a:gd name="connsiteY118" fmla="*/ 120968 h 331946"/>
                <a:gd name="connsiteX119" fmla="*/ 223838 w 395287"/>
                <a:gd name="connsiteY119" fmla="*/ 123349 h 331946"/>
                <a:gd name="connsiteX120" fmla="*/ 224790 w 395287"/>
                <a:gd name="connsiteY120" fmla="*/ 124301 h 331946"/>
                <a:gd name="connsiteX121" fmla="*/ 231457 w 395287"/>
                <a:gd name="connsiteY121" fmla="*/ 129064 h 331946"/>
                <a:gd name="connsiteX122" fmla="*/ 234315 w 395287"/>
                <a:gd name="connsiteY122" fmla="*/ 131445 h 331946"/>
                <a:gd name="connsiteX123" fmla="*/ 238601 w 395287"/>
                <a:gd name="connsiteY123" fmla="*/ 136208 h 331946"/>
                <a:gd name="connsiteX124" fmla="*/ 241459 w 395287"/>
                <a:gd name="connsiteY124" fmla="*/ 139541 h 331946"/>
                <a:gd name="connsiteX125" fmla="*/ 245745 w 395287"/>
                <a:gd name="connsiteY125" fmla="*/ 140494 h 331946"/>
                <a:gd name="connsiteX126" fmla="*/ 250984 w 395287"/>
                <a:gd name="connsiteY126" fmla="*/ 141446 h 331946"/>
                <a:gd name="connsiteX127" fmla="*/ 253841 w 395287"/>
                <a:gd name="connsiteY127" fmla="*/ 142399 h 331946"/>
                <a:gd name="connsiteX128" fmla="*/ 255746 w 395287"/>
                <a:gd name="connsiteY128" fmla="*/ 141923 h 331946"/>
                <a:gd name="connsiteX129" fmla="*/ 256222 w 395287"/>
                <a:gd name="connsiteY129" fmla="*/ 140970 h 331946"/>
                <a:gd name="connsiteX130" fmla="*/ 256222 w 395287"/>
                <a:gd name="connsiteY130" fmla="*/ 138589 h 331946"/>
                <a:gd name="connsiteX131" fmla="*/ 255746 w 395287"/>
                <a:gd name="connsiteY131" fmla="*/ 136684 h 331946"/>
                <a:gd name="connsiteX132" fmla="*/ 256222 w 395287"/>
                <a:gd name="connsiteY132" fmla="*/ 135255 h 331946"/>
                <a:gd name="connsiteX133" fmla="*/ 258127 w 395287"/>
                <a:gd name="connsiteY133" fmla="*/ 134303 h 331946"/>
                <a:gd name="connsiteX134" fmla="*/ 262414 w 395287"/>
                <a:gd name="connsiteY134" fmla="*/ 134303 h 331946"/>
                <a:gd name="connsiteX135" fmla="*/ 264319 w 395287"/>
                <a:gd name="connsiteY135" fmla="*/ 133350 h 331946"/>
                <a:gd name="connsiteX136" fmla="*/ 265747 w 395287"/>
                <a:gd name="connsiteY136" fmla="*/ 132874 h 331946"/>
                <a:gd name="connsiteX137" fmla="*/ 265747 w 395287"/>
                <a:gd name="connsiteY137" fmla="*/ 138113 h 331946"/>
                <a:gd name="connsiteX138" fmla="*/ 265747 w 395287"/>
                <a:gd name="connsiteY138" fmla="*/ 142875 h 331946"/>
                <a:gd name="connsiteX139" fmla="*/ 265747 w 395287"/>
                <a:gd name="connsiteY139" fmla="*/ 149066 h 331946"/>
                <a:gd name="connsiteX140" fmla="*/ 265747 w 395287"/>
                <a:gd name="connsiteY140" fmla="*/ 155734 h 331946"/>
                <a:gd name="connsiteX141" fmla="*/ 265747 w 395287"/>
                <a:gd name="connsiteY141" fmla="*/ 161449 h 331946"/>
                <a:gd name="connsiteX142" fmla="*/ 265747 w 395287"/>
                <a:gd name="connsiteY142" fmla="*/ 167640 h 331946"/>
                <a:gd name="connsiteX143" fmla="*/ 265747 w 395287"/>
                <a:gd name="connsiteY143" fmla="*/ 174784 h 331946"/>
                <a:gd name="connsiteX144" fmla="*/ 265747 w 395287"/>
                <a:gd name="connsiteY144" fmla="*/ 175736 h 331946"/>
                <a:gd name="connsiteX145" fmla="*/ 265271 w 395287"/>
                <a:gd name="connsiteY145" fmla="*/ 177165 h 331946"/>
                <a:gd name="connsiteX146" fmla="*/ 263366 w 395287"/>
                <a:gd name="connsiteY146" fmla="*/ 177641 h 331946"/>
                <a:gd name="connsiteX147" fmla="*/ 260985 w 395287"/>
                <a:gd name="connsiteY147" fmla="*/ 176213 h 331946"/>
                <a:gd name="connsiteX148" fmla="*/ 260985 w 395287"/>
                <a:gd name="connsiteY148" fmla="*/ 174784 h 331946"/>
                <a:gd name="connsiteX149" fmla="*/ 260509 w 395287"/>
                <a:gd name="connsiteY149" fmla="*/ 172403 h 331946"/>
                <a:gd name="connsiteX150" fmla="*/ 259556 w 395287"/>
                <a:gd name="connsiteY150" fmla="*/ 170974 h 331946"/>
                <a:gd name="connsiteX151" fmla="*/ 258127 w 395287"/>
                <a:gd name="connsiteY151" fmla="*/ 170498 h 331946"/>
                <a:gd name="connsiteX152" fmla="*/ 255746 w 395287"/>
                <a:gd name="connsiteY152" fmla="*/ 170974 h 331946"/>
                <a:gd name="connsiteX153" fmla="*/ 252413 w 395287"/>
                <a:gd name="connsiteY153" fmla="*/ 172879 h 331946"/>
                <a:gd name="connsiteX154" fmla="*/ 248126 w 395287"/>
                <a:gd name="connsiteY154" fmla="*/ 174308 h 331946"/>
                <a:gd name="connsiteX155" fmla="*/ 246221 w 395287"/>
                <a:gd name="connsiteY155" fmla="*/ 175260 h 331946"/>
                <a:gd name="connsiteX156" fmla="*/ 243364 w 395287"/>
                <a:gd name="connsiteY156" fmla="*/ 175260 h 331946"/>
                <a:gd name="connsiteX157" fmla="*/ 240030 w 395287"/>
                <a:gd name="connsiteY157" fmla="*/ 174308 h 331946"/>
                <a:gd name="connsiteX158" fmla="*/ 237649 w 395287"/>
                <a:gd name="connsiteY158" fmla="*/ 172403 h 331946"/>
                <a:gd name="connsiteX159" fmla="*/ 237172 w 395287"/>
                <a:gd name="connsiteY159" fmla="*/ 169069 h 331946"/>
                <a:gd name="connsiteX160" fmla="*/ 235268 w 395287"/>
                <a:gd name="connsiteY160" fmla="*/ 165735 h 331946"/>
                <a:gd name="connsiteX161" fmla="*/ 232410 w 395287"/>
                <a:gd name="connsiteY161" fmla="*/ 160973 h 331946"/>
                <a:gd name="connsiteX162" fmla="*/ 230981 w 395287"/>
                <a:gd name="connsiteY162" fmla="*/ 159068 h 331946"/>
                <a:gd name="connsiteX163" fmla="*/ 229076 w 395287"/>
                <a:gd name="connsiteY163" fmla="*/ 156686 h 331946"/>
                <a:gd name="connsiteX164" fmla="*/ 227171 w 395287"/>
                <a:gd name="connsiteY164" fmla="*/ 156210 h 331946"/>
                <a:gd name="connsiteX165" fmla="*/ 224790 w 395287"/>
                <a:gd name="connsiteY165" fmla="*/ 155734 h 331946"/>
                <a:gd name="connsiteX166" fmla="*/ 223361 w 395287"/>
                <a:gd name="connsiteY166" fmla="*/ 152400 h 331946"/>
                <a:gd name="connsiteX167" fmla="*/ 221932 w 395287"/>
                <a:gd name="connsiteY167" fmla="*/ 148114 h 331946"/>
                <a:gd name="connsiteX168" fmla="*/ 220980 w 395287"/>
                <a:gd name="connsiteY168" fmla="*/ 146685 h 331946"/>
                <a:gd name="connsiteX169" fmla="*/ 219551 w 395287"/>
                <a:gd name="connsiteY169" fmla="*/ 144780 h 331946"/>
                <a:gd name="connsiteX170" fmla="*/ 217646 w 395287"/>
                <a:gd name="connsiteY170" fmla="*/ 143351 h 331946"/>
                <a:gd name="connsiteX171" fmla="*/ 213360 w 395287"/>
                <a:gd name="connsiteY171" fmla="*/ 141923 h 331946"/>
                <a:gd name="connsiteX172" fmla="*/ 207645 w 395287"/>
                <a:gd name="connsiteY172" fmla="*/ 139541 h 331946"/>
                <a:gd name="connsiteX173" fmla="*/ 200501 w 395287"/>
                <a:gd name="connsiteY173" fmla="*/ 136684 h 331946"/>
                <a:gd name="connsiteX174" fmla="*/ 197168 w 395287"/>
                <a:gd name="connsiteY174" fmla="*/ 136684 h 331946"/>
                <a:gd name="connsiteX175" fmla="*/ 193357 w 395287"/>
                <a:gd name="connsiteY175" fmla="*/ 136208 h 331946"/>
                <a:gd name="connsiteX176" fmla="*/ 190976 w 395287"/>
                <a:gd name="connsiteY176" fmla="*/ 134779 h 331946"/>
                <a:gd name="connsiteX177" fmla="*/ 189547 w 395287"/>
                <a:gd name="connsiteY177" fmla="*/ 133826 h 331946"/>
                <a:gd name="connsiteX178" fmla="*/ 188119 w 395287"/>
                <a:gd name="connsiteY178" fmla="*/ 130016 h 331946"/>
                <a:gd name="connsiteX179" fmla="*/ 185738 w 395287"/>
                <a:gd name="connsiteY179" fmla="*/ 125254 h 331946"/>
                <a:gd name="connsiteX180" fmla="*/ 179546 w 395287"/>
                <a:gd name="connsiteY180" fmla="*/ 119539 h 331946"/>
                <a:gd name="connsiteX181" fmla="*/ 178118 w 395287"/>
                <a:gd name="connsiteY181" fmla="*/ 113348 h 331946"/>
                <a:gd name="connsiteX182" fmla="*/ 176689 w 395287"/>
                <a:gd name="connsiteY182" fmla="*/ 112395 h 331946"/>
                <a:gd name="connsiteX183" fmla="*/ 174307 w 395287"/>
                <a:gd name="connsiteY183" fmla="*/ 112871 h 331946"/>
                <a:gd name="connsiteX184" fmla="*/ 172402 w 395287"/>
                <a:gd name="connsiteY184" fmla="*/ 113824 h 331946"/>
                <a:gd name="connsiteX185" fmla="*/ 171926 w 395287"/>
                <a:gd name="connsiteY185" fmla="*/ 115253 h 331946"/>
                <a:gd name="connsiteX186" fmla="*/ 170021 w 395287"/>
                <a:gd name="connsiteY186" fmla="*/ 120491 h 331946"/>
                <a:gd name="connsiteX187" fmla="*/ 169069 w 395287"/>
                <a:gd name="connsiteY187" fmla="*/ 122873 h 331946"/>
                <a:gd name="connsiteX188" fmla="*/ 168593 w 395287"/>
                <a:gd name="connsiteY188" fmla="*/ 123349 h 331946"/>
                <a:gd name="connsiteX189" fmla="*/ 167164 w 395287"/>
                <a:gd name="connsiteY189" fmla="*/ 124301 h 331946"/>
                <a:gd name="connsiteX190" fmla="*/ 164782 w 395287"/>
                <a:gd name="connsiteY190" fmla="*/ 125254 h 331946"/>
                <a:gd name="connsiteX191" fmla="*/ 161449 w 395287"/>
                <a:gd name="connsiteY191" fmla="*/ 125730 h 331946"/>
                <a:gd name="connsiteX192" fmla="*/ 156686 w 395287"/>
                <a:gd name="connsiteY192" fmla="*/ 125730 h 331946"/>
                <a:gd name="connsiteX193" fmla="*/ 150971 w 395287"/>
                <a:gd name="connsiteY193" fmla="*/ 124778 h 331946"/>
                <a:gd name="connsiteX194" fmla="*/ 148114 w 395287"/>
                <a:gd name="connsiteY194" fmla="*/ 124301 h 331946"/>
                <a:gd name="connsiteX195" fmla="*/ 140018 w 395287"/>
                <a:gd name="connsiteY195" fmla="*/ 123349 h 331946"/>
                <a:gd name="connsiteX196" fmla="*/ 137636 w 395287"/>
                <a:gd name="connsiteY196" fmla="*/ 122873 h 331946"/>
                <a:gd name="connsiteX197" fmla="*/ 134302 w 395287"/>
                <a:gd name="connsiteY197" fmla="*/ 121920 h 331946"/>
                <a:gd name="connsiteX198" fmla="*/ 131921 w 395287"/>
                <a:gd name="connsiteY198" fmla="*/ 120491 h 331946"/>
                <a:gd name="connsiteX199" fmla="*/ 123825 w 395287"/>
                <a:gd name="connsiteY199" fmla="*/ 118110 h 331946"/>
                <a:gd name="connsiteX200" fmla="*/ 120015 w 395287"/>
                <a:gd name="connsiteY200" fmla="*/ 118586 h 331946"/>
                <a:gd name="connsiteX201" fmla="*/ 118110 w 395287"/>
                <a:gd name="connsiteY201" fmla="*/ 116681 h 331946"/>
                <a:gd name="connsiteX202" fmla="*/ 116681 w 395287"/>
                <a:gd name="connsiteY202" fmla="*/ 115729 h 331946"/>
                <a:gd name="connsiteX203" fmla="*/ 114300 w 395287"/>
                <a:gd name="connsiteY203" fmla="*/ 113824 h 331946"/>
                <a:gd name="connsiteX204" fmla="*/ 113347 w 395287"/>
                <a:gd name="connsiteY204" fmla="*/ 111443 h 331946"/>
                <a:gd name="connsiteX205" fmla="*/ 111919 w 395287"/>
                <a:gd name="connsiteY205" fmla="*/ 106204 h 331946"/>
                <a:gd name="connsiteX206" fmla="*/ 112395 w 395287"/>
                <a:gd name="connsiteY206" fmla="*/ 103346 h 331946"/>
                <a:gd name="connsiteX207" fmla="*/ 113347 w 395287"/>
                <a:gd name="connsiteY207" fmla="*/ 100489 h 331946"/>
                <a:gd name="connsiteX208" fmla="*/ 112395 w 395287"/>
                <a:gd name="connsiteY208" fmla="*/ 99536 h 331946"/>
                <a:gd name="connsiteX209" fmla="*/ 110966 w 395287"/>
                <a:gd name="connsiteY209" fmla="*/ 99536 h 331946"/>
                <a:gd name="connsiteX210" fmla="*/ 109061 w 395287"/>
                <a:gd name="connsiteY210" fmla="*/ 100489 h 331946"/>
                <a:gd name="connsiteX211" fmla="*/ 105251 w 395287"/>
                <a:gd name="connsiteY211" fmla="*/ 100965 h 331946"/>
                <a:gd name="connsiteX212" fmla="*/ 98584 w 395287"/>
                <a:gd name="connsiteY212" fmla="*/ 102394 h 331946"/>
                <a:gd name="connsiteX213" fmla="*/ 96202 w 395287"/>
                <a:gd name="connsiteY213" fmla="*/ 103346 h 331946"/>
                <a:gd name="connsiteX214" fmla="*/ 93345 w 395287"/>
                <a:gd name="connsiteY214" fmla="*/ 103823 h 331946"/>
                <a:gd name="connsiteX215" fmla="*/ 91440 w 395287"/>
                <a:gd name="connsiteY215" fmla="*/ 104299 h 331946"/>
                <a:gd name="connsiteX216" fmla="*/ 86201 w 395287"/>
                <a:gd name="connsiteY216" fmla="*/ 107156 h 331946"/>
                <a:gd name="connsiteX217" fmla="*/ 84296 w 395287"/>
                <a:gd name="connsiteY217" fmla="*/ 107633 h 331946"/>
                <a:gd name="connsiteX218" fmla="*/ 81439 w 395287"/>
                <a:gd name="connsiteY218" fmla="*/ 106680 h 331946"/>
                <a:gd name="connsiteX219" fmla="*/ 80010 w 395287"/>
                <a:gd name="connsiteY219" fmla="*/ 105251 h 331946"/>
                <a:gd name="connsiteX220" fmla="*/ 81439 w 395287"/>
                <a:gd name="connsiteY220" fmla="*/ 103346 h 331946"/>
                <a:gd name="connsiteX221" fmla="*/ 81915 w 395287"/>
                <a:gd name="connsiteY221" fmla="*/ 100965 h 331946"/>
                <a:gd name="connsiteX222" fmla="*/ 80963 w 395287"/>
                <a:gd name="connsiteY222" fmla="*/ 96679 h 331946"/>
                <a:gd name="connsiteX223" fmla="*/ 79534 w 395287"/>
                <a:gd name="connsiteY223" fmla="*/ 94774 h 331946"/>
                <a:gd name="connsiteX224" fmla="*/ 75247 w 395287"/>
                <a:gd name="connsiteY224" fmla="*/ 93345 h 331946"/>
                <a:gd name="connsiteX225" fmla="*/ 73343 w 395287"/>
                <a:gd name="connsiteY225" fmla="*/ 93345 h 331946"/>
                <a:gd name="connsiteX226" fmla="*/ 72390 w 395287"/>
                <a:gd name="connsiteY226" fmla="*/ 90964 h 331946"/>
                <a:gd name="connsiteX227" fmla="*/ 70961 w 395287"/>
                <a:gd name="connsiteY227" fmla="*/ 88583 h 331946"/>
                <a:gd name="connsiteX228" fmla="*/ 68580 w 395287"/>
                <a:gd name="connsiteY228" fmla="*/ 88106 h 331946"/>
                <a:gd name="connsiteX229" fmla="*/ 67151 w 395287"/>
                <a:gd name="connsiteY229" fmla="*/ 87630 h 331946"/>
                <a:gd name="connsiteX230" fmla="*/ 68103 w 395287"/>
                <a:gd name="connsiteY230" fmla="*/ 91916 h 331946"/>
                <a:gd name="connsiteX231" fmla="*/ 69056 w 395287"/>
                <a:gd name="connsiteY231" fmla="*/ 98108 h 331946"/>
                <a:gd name="connsiteX232" fmla="*/ 69532 w 395287"/>
                <a:gd name="connsiteY232" fmla="*/ 102394 h 331946"/>
                <a:gd name="connsiteX233" fmla="*/ 70009 w 395287"/>
                <a:gd name="connsiteY233" fmla="*/ 104299 h 331946"/>
                <a:gd name="connsiteX234" fmla="*/ 70009 w 395287"/>
                <a:gd name="connsiteY234" fmla="*/ 105251 h 331946"/>
                <a:gd name="connsiteX235" fmla="*/ 69532 w 395287"/>
                <a:gd name="connsiteY235" fmla="*/ 106204 h 331946"/>
                <a:gd name="connsiteX236" fmla="*/ 69056 w 395287"/>
                <a:gd name="connsiteY236" fmla="*/ 109061 h 331946"/>
                <a:gd name="connsiteX237" fmla="*/ 68103 w 395287"/>
                <a:gd name="connsiteY237" fmla="*/ 111443 h 331946"/>
                <a:gd name="connsiteX238" fmla="*/ 67627 w 395287"/>
                <a:gd name="connsiteY238" fmla="*/ 112871 h 331946"/>
                <a:gd name="connsiteX239" fmla="*/ 68103 w 395287"/>
                <a:gd name="connsiteY239" fmla="*/ 115729 h 331946"/>
                <a:gd name="connsiteX240" fmla="*/ 67627 w 395287"/>
                <a:gd name="connsiteY240" fmla="*/ 120015 h 331946"/>
                <a:gd name="connsiteX241" fmla="*/ 67151 w 395287"/>
                <a:gd name="connsiteY241" fmla="*/ 124778 h 331946"/>
                <a:gd name="connsiteX242" fmla="*/ 67151 w 395287"/>
                <a:gd name="connsiteY242" fmla="*/ 129064 h 331946"/>
                <a:gd name="connsiteX243" fmla="*/ 68580 w 395287"/>
                <a:gd name="connsiteY243" fmla="*/ 137160 h 331946"/>
                <a:gd name="connsiteX244" fmla="*/ 68580 w 395287"/>
                <a:gd name="connsiteY244" fmla="*/ 139541 h 331946"/>
                <a:gd name="connsiteX245" fmla="*/ 67151 w 395287"/>
                <a:gd name="connsiteY245" fmla="*/ 143828 h 331946"/>
                <a:gd name="connsiteX246" fmla="*/ 65722 w 395287"/>
                <a:gd name="connsiteY246" fmla="*/ 147161 h 331946"/>
                <a:gd name="connsiteX247" fmla="*/ 64770 w 395287"/>
                <a:gd name="connsiteY247" fmla="*/ 150971 h 331946"/>
                <a:gd name="connsiteX248" fmla="*/ 64770 w 395287"/>
                <a:gd name="connsiteY248" fmla="*/ 152876 h 331946"/>
                <a:gd name="connsiteX249" fmla="*/ 67627 w 395287"/>
                <a:gd name="connsiteY249" fmla="*/ 158115 h 331946"/>
                <a:gd name="connsiteX250" fmla="*/ 67627 w 395287"/>
                <a:gd name="connsiteY250" fmla="*/ 159068 h 331946"/>
                <a:gd name="connsiteX251" fmla="*/ 65246 w 395287"/>
                <a:gd name="connsiteY251" fmla="*/ 159544 h 331946"/>
                <a:gd name="connsiteX252" fmla="*/ 63341 w 395287"/>
                <a:gd name="connsiteY252" fmla="*/ 159544 h 331946"/>
                <a:gd name="connsiteX253" fmla="*/ 56197 w 395287"/>
                <a:gd name="connsiteY253" fmla="*/ 159544 h 331946"/>
                <a:gd name="connsiteX254" fmla="*/ 46196 w 395287"/>
                <a:gd name="connsiteY254" fmla="*/ 159544 h 331946"/>
                <a:gd name="connsiteX255" fmla="*/ 36195 w 395287"/>
                <a:gd name="connsiteY255" fmla="*/ 159544 h 331946"/>
                <a:gd name="connsiteX256" fmla="*/ 26194 w 395287"/>
                <a:gd name="connsiteY256" fmla="*/ 159544 h 331946"/>
                <a:gd name="connsiteX257" fmla="*/ 16669 w 395287"/>
                <a:gd name="connsiteY257" fmla="*/ 159544 h 331946"/>
                <a:gd name="connsiteX258" fmla="*/ 7620 w 395287"/>
                <a:gd name="connsiteY258" fmla="*/ 159544 h 331946"/>
                <a:gd name="connsiteX259" fmla="*/ 0 w 395287"/>
                <a:gd name="connsiteY259" fmla="*/ 159544 h 331946"/>
                <a:gd name="connsiteX260" fmla="*/ 0 w 395287"/>
                <a:gd name="connsiteY260" fmla="*/ 164783 h 331946"/>
                <a:gd name="connsiteX261" fmla="*/ 0 w 395287"/>
                <a:gd name="connsiteY261" fmla="*/ 175736 h 331946"/>
                <a:gd name="connsiteX262" fmla="*/ 0 w 395287"/>
                <a:gd name="connsiteY262" fmla="*/ 186690 h 331946"/>
                <a:gd name="connsiteX263" fmla="*/ 0 w 395287"/>
                <a:gd name="connsiteY263" fmla="*/ 197644 h 331946"/>
                <a:gd name="connsiteX264" fmla="*/ 0 w 395287"/>
                <a:gd name="connsiteY264" fmla="*/ 208598 h 331946"/>
                <a:gd name="connsiteX265" fmla="*/ 0 w 395287"/>
                <a:gd name="connsiteY265" fmla="*/ 219551 h 331946"/>
                <a:gd name="connsiteX266" fmla="*/ 0 w 395287"/>
                <a:gd name="connsiteY266" fmla="*/ 230505 h 331946"/>
                <a:gd name="connsiteX267" fmla="*/ 0 w 395287"/>
                <a:gd name="connsiteY267" fmla="*/ 241459 h 331946"/>
                <a:gd name="connsiteX268" fmla="*/ 0 w 395287"/>
                <a:gd name="connsiteY268" fmla="*/ 252413 h 331946"/>
                <a:gd name="connsiteX269" fmla="*/ 0 w 395287"/>
                <a:gd name="connsiteY269" fmla="*/ 260509 h 331946"/>
                <a:gd name="connsiteX270" fmla="*/ 1905 w 395287"/>
                <a:gd name="connsiteY270" fmla="*/ 270986 h 331946"/>
                <a:gd name="connsiteX271" fmla="*/ 5715 w 395287"/>
                <a:gd name="connsiteY271" fmla="*/ 282416 h 331946"/>
                <a:gd name="connsiteX272" fmla="*/ 7144 w 395287"/>
                <a:gd name="connsiteY272" fmla="*/ 283369 h 331946"/>
                <a:gd name="connsiteX273" fmla="*/ 10953 w 395287"/>
                <a:gd name="connsiteY273" fmla="*/ 285274 h 331946"/>
                <a:gd name="connsiteX274" fmla="*/ 16193 w 395287"/>
                <a:gd name="connsiteY274" fmla="*/ 289560 h 331946"/>
                <a:gd name="connsiteX275" fmla="*/ 19050 w 395287"/>
                <a:gd name="connsiteY275" fmla="*/ 292894 h 331946"/>
                <a:gd name="connsiteX276" fmla="*/ 25241 w 395287"/>
                <a:gd name="connsiteY276" fmla="*/ 298609 h 331946"/>
                <a:gd name="connsiteX277" fmla="*/ 33338 w 395287"/>
                <a:gd name="connsiteY277" fmla="*/ 305753 h 331946"/>
                <a:gd name="connsiteX278" fmla="*/ 40957 w 395287"/>
                <a:gd name="connsiteY278" fmla="*/ 312420 h 331946"/>
                <a:gd name="connsiteX279" fmla="*/ 47625 w 395287"/>
                <a:gd name="connsiteY279" fmla="*/ 318135 h 331946"/>
                <a:gd name="connsiteX280" fmla="*/ 54769 w 395287"/>
                <a:gd name="connsiteY280" fmla="*/ 316706 h 331946"/>
                <a:gd name="connsiteX281" fmla="*/ 61913 w 395287"/>
                <a:gd name="connsiteY281" fmla="*/ 315278 h 331946"/>
                <a:gd name="connsiteX282" fmla="*/ 70009 w 395287"/>
                <a:gd name="connsiteY282" fmla="*/ 313849 h 331946"/>
                <a:gd name="connsiteX283" fmla="*/ 76676 w 395287"/>
                <a:gd name="connsiteY283" fmla="*/ 312896 h 331946"/>
                <a:gd name="connsiteX284" fmla="*/ 78105 w 395287"/>
                <a:gd name="connsiteY284" fmla="*/ 312420 h 331946"/>
                <a:gd name="connsiteX285" fmla="*/ 93821 w 395287"/>
                <a:gd name="connsiteY285" fmla="*/ 313849 h 331946"/>
                <a:gd name="connsiteX286" fmla="*/ 100489 w 395287"/>
                <a:gd name="connsiteY286" fmla="*/ 314801 h 331946"/>
                <a:gd name="connsiteX287" fmla="*/ 102870 w 395287"/>
                <a:gd name="connsiteY287" fmla="*/ 315754 h 331946"/>
                <a:gd name="connsiteX288" fmla="*/ 105727 w 395287"/>
                <a:gd name="connsiteY288" fmla="*/ 318135 h 331946"/>
                <a:gd name="connsiteX289" fmla="*/ 111443 w 395287"/>
                <a:gd name="connsiteY289" fmla="*/ 323850 h 331946"/>
                <a:gd name="connsiteX290" fmla="*/ 118110 w 395287"/>
                <a:gd name="connsiteY290" fmla="*/ 325755 h 331946"/>
                <a:gd name="connsiteX291" fmla="*/ 121920 w 395287"/>
                <a:gd name="connsiteY291" fmla="*/ 325755 h 331946"/>
                <a:gd name="connsiteX292" fmla="*/ 124777 w 395287"/>
                <a:gd name="connsiteY292" fmla="*/ 324803 h 331946"/>
                <a:gd name="connsiteX293" fmla="*/ 128111 w 395287"/>
                <a:gd name="connsiteY293" fmla="*/ 325755 h 331946"/>
                <a:gd name="connsiteX294" fmla="*/ 132397 w 395287"/>
                <a:gd name="connsiteY294" fmla="*/ 329089 h 331946"/>
                <a:gd name="connsiteX295" fmla="*/ 136684 w 395287"/>
                <a:gd name="connsiteY295" fmla="*/ 329565 h 331946"/>
                <a:gd name="connsiteX296" fmla="*/ 141446 w 395287"/>
                <a:gd name="connsiteY296" fmla="*/ 327660 h 331946"/>
                <a:gd name="connsiteX297" fmla="*/ 148114 w 395287"/>
                <a:gd name="connsiteY297" fmla="*/ 328136 h 331946"/>
                <a:gd name="connsiteX298" fmla="*/ 156210 w 395287"/>
                <a:gd name="connsiteY298" fmla="*/ 331470 h 331946"/>
                <a:gd name="connsiteX299" fmla="*/ 162877 w 395287"/>
                <a:gd name="connsiteY299" fmla="*/ 331946 h 331946"/>
                <a:gd name="connsiteX300" fmla="*/ 170974 w 395287"/>
                <a:gd name="connsiteY300" fmla="*/ 329089 h 331946"/>
                <a:gd name="connsiteX301" fmla="*/ 170974 w 395287"/>
                <a:gd name="connsiteY301" fmla="*/ 328136 h 331946"/>
                <a:gd name="connsiteX302" fmla="*/ 171926 w 395287"/>
                <a:gd name="connsiteY302" fmla="*/ 327184 h 331946"/>
                <a:gd name="connsiteX303" fmla="*/ 172878 w 395287"/>
                <a:gd name="connsiteY303" fmla="*/ 326231 h 331946"/>
                <a:gd name="connsiteX304" fmla="*/ 173831 w 395287"/>
                <a:gd name="connsiteY304" fmla="*/ 325279 h 331946"/>
                <a:gd name="connsiteX305" fmla="*/ 173831 w 395287"/>
                <a:gd name="connsiteY305" fmla="*/ 323850 h 331946"/>
                <a:gd name="connsiteX306" fmla="*/ 174307 w 395287"/>
                <a:gd name="connsiteY306" fmla="*/ 322421 h 331946"/>
                <a:gd name="connsiteX307" fmla="*/ 176689 w 395287"/>
                <a:gd name="connsiteY307" fmla="*/ 319564 h 331946"/>
                <a:gd name="connsiteX308" fmla="*/ 179546 w 395287"/>
                <a:gd name="connsiteY308" fmla="*/ 316706 h 331946"/>
                <a:gd name="connsiteX309" fmla="*/ 180975 w 395287"/>
                <a:gd name="connsiteY309" fmla="*/ 315754 h 331946"/>
                <a:gd name="connsiteX310" fmla="*/ 181927 w 395287"/>
                <a:gd name="connsiteY310" fmla="*/ 315278 h 331946"/>
                <a:gd name="connsiteX311" fmla="*/ 182403 w 395287"/>
                <a:gd name="connsiteY311" fmla="*/ 314801 h 331946"/>
                <a:gd name="connsiteX312" fmla="*/ 182880 w 395287"/>
                <a:gd name="connsiteY312" fmla="*/ 313849 h 331946"/>
                <a:gd name="connsiteX313" fmla="*/ 183356 w 395287"/>
                <a:gd name="connsiteY313" fmla="*/ 312896 h 331946"/>
                <a:gd name="connsiteX314" fmla="*/ 183356 w 395287"/>
                <a:gd name="connsiteY314" fmla="*/ 311944 h 331946"/>
                <a:gd name="connsiteX315" fmla="*/ 182403 w 395287"/>
                <a:gd name="connsiteY315" fmla="*/ 311468 h 331946"/>
                <a:gd name="connsiteX316" fmla="*/ 183356 w 395287"/>
                <a:gd name="connsiteY316" fmla="*/ 309086 h 331946"/>
                <a:gd name="connsiteX317" fmla="*/ 185261 w 395287"/>
                <a:gd name="connsiteY317" fmla="*/ 306229 h 331946"/>
                <a:gd name="connsiteX318" fmla="*/ 186690 w 395287"/>
                <a:gd name="connsiteY318" fmla="*/ 304324 h 331946"/>
                <a:gd name="connsiteX319" fmla="*/ 189547 w 395287"/>
                <a:gd name="connsiteY319" fmla="*/ 300990 h 331946"/>
                <a:gd name="connsiteX320" fmla="*/ 191452 w 395287"/>
                <a:gd name="connsiteY320" fmla="*/ 298133 h 331946"/>
                <a:gd name="connsiteX321" fmla="*/ 192405 w 395287"/>
                <a:gd name="connsiteY321" fmla="*/ 298133 h 331946"/>
                <a:gd name="connsiteX322" fmla="*/ 193357 w 395287"/>
                <a:gd name="connsiteY322" fmla="*/ 298609 h 331946"/>
                <a:gd name="connsiteX323" fmla="*/ 193834 w 395287"/>
                <a:gd name="connsiteY323" fmla="*/ 298133 h 331946"/>
                <a:gd name="connsiteX324" fmla="*/ 193834 w 395287"/>
                <a:gd name="connsiteY324" fmla="*/ 297180 h 331946"/>
                <a:gd name="connsiteX325" fmla="*/ 194310 w 395287"/>
                <a:gd name="connsiteY325" fmla="*/ 295751 h 331946"/>
                <a:gd name="connsiteX326" fmla="*/ 194786 w 395287"/>
                <a:gd name="connsiteY326" fmla="*/ 294323 h 331946"/>
                <a:gd name="connsiteX327" fmla="*/ 194310 w 395287"/>
                <a:gd name="connsiteY327" fmla="*/ 293846 h 331946"/>
                <a:gd name="connsiteX328" fmla="*/ 194786 w 395287"/>
                <a:gd name="connsiteY328" fmla="*/ 293370 h 331946"/>
                <a:gd name="connsiteX329" fmla="*/ 196215 w 395287"/>
                <a:gd name="connsiteY329" fmla="*/ 293370 h 331946"/>
                <a:gd name="connsiteX330" fmla="*/ 197644 w 395287"/>
                <a:gd name="connsiteY330" fmla="*/ 293370 h 331946"/>
                <a:gd name="connsiteX331" fmla="*/ 198596 w 395287"/>
                <a:gd name="connsiteY331" fmla="*/ 292894 h 331946"/>
                <a:gd name="connsiteX332" fmla="*/ 198120 w 395287"/>
                <a:gd name="connsiteY332" fmla="*/ 291941 h 331946"/>
                <a:gd name="connsiteX333" fmla="*/ 197168 w 395287"/>
                <a:gd name="connsiteY333" fmla="*/ 290989 h 331946"/>
                <a:gd name="connsiteX334" fmla="*/ 197168 w 395287"/>
                <a:gd name="connsiteY334" fmla="*/ 290513 h 331946"/>
                <a:gd name="connsiteX335" fmla="*/ 198120 w 395287"/>
                <a:gd name="connsiteY335" fmla="*/ 290036 h 331946"/>
                <a:gd name="connsiteX336" fmla="*/ 199072 w 395287"/>
                <a:gd name="connsiteY336" fmla="*/ 289560 h 331946"/>
                <a:gd name="connsiteX337" fmla="*/ 199549 w 395287"/>
                <a:gd name="connsiteY337" fmla="*/ 289084 h 331946"/>
                <a:gd name="connsiteX338" fmla="*/ 200501 w 395287"/>
                <a:gd name="connsiteY338" fmla="*/ 289084 h 331946"/>
                <a:gd name="connsiteX339" fmla="*/ 200977 w 395287"/>
                <a:gd name="connsiteY339" fmla="*/ 289560 h 331946"/>
                <a:gd name="connsiteX340" fmla="*/ 201930 w 395287"/>
                <a:gd name="connsiteY340" fmla="*/ 290036 h 331946"/>
                <a:gd name="connsiteX341" fmla="*/ 202882 w 395287"/>
                <a:gd name="connsiteY341" fmla="*/ 290989 h 331946"/>
                <a:gd name="connsiteX342" fmla="*/ 203835 w 395287"/>
                <a:gd name="connsiteY342" fmla="*/ 290989 h 331946"/>
                <a:gd name="connsiteX343" fmla="*/ 204788 w 395287"/>
                <a:gd name="connsiteY343" fmla="*/ 290989 h 331946"/>
                <a:gd name="connsiteX344" fmla="*/ 205740 w 395287"/>
                <a:gd name="connsiteY344" fmla="*/ 290036 h 331946"/>
                <a:gd name="connsiteX345" fmla="*/ 206693 w 395287"/>
                <a:gd name="connsiteY345" fmla="*/ 288608 h 331946"/>
                <a:gd name="connsiteX346" fmla="*/ 207645 w 395287"/>
                <a:gd name="connsiteY346" fmla="*/ 288131 h 331946"/>
                <a:gd name="connsiteX347" fmla="*/ 208597 w 395287"/>
                <a:gd name="connsiteY347" fmla="*/ 287179 h 331946"/>
                <a:gd name="connsiteX348" fmla="*/ 209074 w 395287"/>
                <a:gd name="connsiteY348" fmla="*/ 286226 h 331946"/>
                <a:gd name="connsiteX349" fmla="*/ 209074 w 395287"/>
                <a:gd name="connsiteY349" fmla="*/ 285274 h 331946"/>
                <a:gd name="connsiteX350" fmla="*/ 210026 w 395287"/>
                <a:gd name="connsiteY350" fmla="*/ 284798 h 331946"/>
                <a:gd name="connsiteX351" fmla="*/ 211455 w 395287"/>
                <a:gd name="connsiteY351" fmla="*/ 284321 h 331946"/>
                <a:gd name="connsiteX352" fmla="*/ 212884 w 395287"/>
                <a:gd name="connsiteY352" fmla="*/ 283369 h 331946"/>
                <a:gd name="connsiteX353" fmla="*/ 213360 w 395287"/>
                <a:gd name="connsiteY353" fmla="*/ 282416 h 331946"/>
                <a:gd name="connsiteX354" fmla="*/ 212884 w 395287"/>
                <a:gd name="connsiteY354" fmla="*/ 281464 h 331946"/>
                <a:gd name="connsiteX355" fmla="*/ 213836 w 395287"/>
                <a:gd name="connsiteY355" fmla="*/ 281464 h 331946"/>
                <a:gd name="connsiteX356" fmla="*/ 215265 w 395287"/>
                <a:gd name="connsiteY356" fmla="*/ 281940 h 331946"/>
                <a:gd name="connsiteX357" fmla="*/ 216218 w 395287"/>
                <a:gd name="connsiteY357" fmla="*/ 282416 h 331946"/>
                <a:gd name="connsiteX358" fmla="*/ 216694 w 395287"/>
                <a:gd name="connsiteY358" fmla="*/ 282893 h 331946"/>
                <a:gd name="connsiteX359" fmla="*/ 218122 w 395287"/>
                <a:gd name="connsiteY359" fmla="*/ 281940 h 331946"/>
                <a:gd name="connsiteX360" fmla="*/ 220027 w 395287"/>
                <a:gd name="connsiteY360" fmla="*/ 281464 h 331946"/>
                <a:gd name="connsiteX361" fmla="*/ 220980 w 395287"/>
                <a:gd name="connsiteY361" fmla="*/ 281464 h 331946"/>
                <a:gd name="connsiteX362" fmla="*/ 221932 w 395287"/>
                <a:gd name="connsiteY362" fmla="*/ 280988 h 331946"/>
                <a:gd name="connsiteX363" fmla="*/ 222409 w 395287"/>
                <a:gd name="connsiteY363" fmla="*/ 280511 h 331946"/>
                <a:gd name="connsiteX364" fmla="*/ 222885 w 395287"/>
                <a:gd name="connsiteY364" fmla="*/ 280035 h 331946"/>
                <a:gd name="connsiteX365" fmla="*/ 224314 w 395287"/>
                <a:gd name="connsiteY365" fmla="*/ 279559 h 331946"/>
                <a:gd name="connsiteX366" fmla="*/ 226219 w 395287"/>
                <a:gd name="connsiteY366" fmla="*/ 280035 h 331946"/>
                <a:gd name="connsiteX367" fmla="*/ 229076 w 395287"/>
                <a:gd name="connsiteY367" fmla="*/ 280988 h 331946"/>
                <a:gd name="connsiteX368" fmla="*/ 229076 w 395287"/>
                <a:gd name="connsiteY368" fmla="*/ 280988 h 331946"/>
                <a:gd name="connsiteX369" fmla="*/ 229076 w 395287"/>
                <a:gd name="connsiteY369" fmla="*/ 280988 h 331946"/>
                <a:gd name="connsiteX370" fmla="*/ 231457 w 395287"/>
                <a:gd name="connsiteY370" fmla="*/ 277178 h 331946"/>
                <a:gd name="connsiteX371" fmla="*/ 232410 w 395287"/>
                <a:gd name="connsiteY371" fmla="*/ 272891 h 331946"/>
                <a:gd name="connsiteX372" fmla="*/ 232410 w 395287"/>
                <a:gd name="connsiteY372" fmla="*/ 267176 h 331946"/>
                <a:gd name="connsiteX373" fmla="*/ 232886 w 395287"/>
                <a:gd name="connsiteY373" fmla="*/ 263366 h 331946"/>
                <a:gd name="connsiteX374" fmla="*/ 234315 w 395287"/>
                <a:gd name="connsiteY374" fmla="*/ 261938 h 331946"/>
                <a:gd name="connsiteX375" fmla="*/ 236220 w 395287"/>
                <a:gd name="connsiteY375" fmla="*/ 260509 h 331946"/>
                <a:gd name="connsiteX376" fmla="*/ 239077 w 395287"/>
                <a:gd name="connsiteY376" fmla="*/ 258604 h 331946"/>
                <a:gd name="connsiteX377" fmla="*/ 247174 w 395287"/>
                <a:gd name="connsiteY377" fmla="*/ 254318 h 331946"/>
                <a:gd name="connsiteX378" fmla="*/ 253841 w 395287"/>
                <a:gd name="connsiteY378" fmla="*/ 251460 h 331946"/>
                <a:gd name="connsiteX379" fmla="*/ 261938 w 395287"/>
                <a:gd name="connsiteY379" fmla="*/ 249555 h 331946"/>
                <a:gd name="connsiteX380" fmla="*/ 270986 w 395287"/>
                <a:gd name="connsiteY380" fmla="*/ 249555 h 331946"/>
                <a:gd name="connsiteX381" fmla="*/ 279559 w 395287"/>
                <a:gd name="connsiteY381" fmla="*/ 249555 h 331946"/>
                <a:gd name="connsiteX382" fmla="*/ 284321 w 395287"/>
                <a:gd name="connsiteY382" fmla="*/ 249555 h 331946"/>
                <a:gd name="connsiteX383" fmla="*/ 283845 w 395287"/>
                <a:gd name="connsiteY383" fmla="*/ 244793 h 331946"/>
                <a:gd name="connsiteX384" fmla="*/ 282893 w 395287"/>
                <a:gd name="connsiteY384" fmla="*/ 239554 h 331946"/>
                <a:gd name="connsiteX385" fmla="*/ 281464 w 395287"/>
                <a:gd name="connsiteY385" fmla="*/ 237649 h 331946"/>
                <a:gd name="connsiteX386" fmla="*/ 279559 w 395287"/>
                <a:gd name="connsiteY386" fmla="*/ 233839 h 331946"/>
                <a:gd name="connsiteX387" fmla="*/ 278606 w 395287"/>
                <a:gd name="connsiteY387" fmla="*/ 230029 h 331946"/>
                <a:gd name="connsiteX388" fmla="*/ 278606 w 395287"/>
                <a:gd name="connsiteY388" fmla="*/ 228124 h 331946"/>
                <a:gd name="connsiteX389" fmla="*/ 279082 w 395287"/>
                <a:gd name="connsiteY389" fmla="*/ 227648 h 331946"/>
                <a:gd name="connsiteX390" fmla="*/ 286226 w 395287"/>
                <a:gd name="connsiteY390" fmla="*/ 224790 h 331946"/>
                <a:gd name="connsiteX391" fmla="*/ 289560 w 395287"/>
                <a:gd name="connsiteY391" fmla="*/ 223361 h 331946"/>
                <a:gd name="connsiteX392" fmla="*/ 294322 w 395287"/>
                <a:gd name="connsiteY392" fmla="*/ 221933 h 331946"/>
                <a:gd name="connsiteX393" fmla="*/ 302419 w 395287"/>
                <a:gd name="connsiteY393" fmla="*/ 219551 h 331946"/>
                <a:gd name="connsiteX394" fmla="*/ 309563 w 395287"/>
                <a:gd name="connsiteY394" fmla="*/ 217646 h 331946"/>
                <a:gd name="connsiteX395" fmla="*/ 316230 w 395287"/>
                <a:gd name="connsiteY395" fmla="*/ 215741 h 331946"/>
                <a:gd name="connsiteX396" fmla="*/ 323374 w 395287"/>
                <a:gd name="connsiteY396" fmla="*/ 213836 h 331946"/>
                <a:gd name="connsiteX397" fmla="*/ 326231 w 395287"/>
                <a:gd name="connsiteY397" fmla="*/ 212408 h 331946"/>
                <a:gd name="connsiteX398" fmla="*/ 330041 w 395287"/>
                <a:gd name="connsiteY398" fmla="*/ 210979 h 331946"/>
                <a:gd name="connsiteX399" fmla="*/ 338614 w 395287"/>
                <a:gd name="connsiteY399" fmla="*/ 208121 h 331946"/>
                <a:gd name="connsiteX400" fmla="*/ 340995 w 395287"/>
                <a:gd name="connsiteY400" fmla="*/ 207169 h 331946"/>
                <a:gd name="connsiteX401" fmla="*/ 345757 w 395287"/>
                <a:gd name="connsiteY401" fmla="*/ 205740 h 331946"/>
                <a:gd name="connsiteX402" fmla="*/ 348139 w 395287"/>
                <a:gd name="connsiteY402" fmla="*/ 205264 h 331946"/>
                <a:gd name="connsiteX403" fmla="*/ 357664 w 395287"/>
                <a:gd name="connsiteY403" fmla="*/ 201930 h 331946"/>
                <a:gd name="connsiteX404" fmla="*/ 368618 w 395287"/>
                <a:gd name="connsiteY404" fmla="*/ 198120 h 331946"/>
                <a:gd name="connsiteX405" fmla="*/ 372427 w 395287"/>
                <a:gd name="connsiteY405" fmla="*/ 196691 h 331946"/>
                <a:gd name="connsiteX406" fmla="*/ 379571 w 395287"/>
                <a:gd name="connsiteY406" fmla="*/ 194310 h 331946"/>
                <a:gd name="connsiteX407" fmla="*/ 377666 w 395287"/>
                <a:gd name="connsiteY407" fmla="*/ 191929 h 331946"/>
                <a:gd name="connsiteX408" fmla="*/ 376238 w 395287"/>
                <a:gd name="connsiteY408" fmla="*/ 192405 h 331946"/>
                <a:gd name="connsiteX409" fmla="*/ 374332 w 395287"/>
                <a:gd name="connsiteY409" fmla="*/ 194310 h 331946"/>
                <a:gd name="connsiteX410" fmla="*/ 373380 w 395287"/>
                <a:gd name="connsiteY410" fmla="*/ 194786 h 331946"/>
                <a:gd name="connsiteX411" fmla="*/ 372903 w 395287"/>
                <a:gd name="connsiteY411" fmla="*/ 194786 h 331946"/>
                <a:gd name="connsiteX412" fmla="*/ 372427 w 395287"/>
                <a:gd name="connsiteY412" fmla="*/ 194310 h 331946"/>
                <a:gd name="connsiteX413" fmla="*/ 371951 w 395287"/>
                <a:gd name="connsiteY413" fmla="*/ 193358 h 331946"/>
                <a:gd name="connsiteX414" fmla="*/ 370522 w 395287"/>
                <a:gd name="connsiteY414" fmla="*/ 190024 h 331946"/>
                <a:gd name="connsiteX415" fmla="*/ 368618 w 395287"/>
                <a:gd name="connsiteY415" fmla="*/ 187643 h 331946"/>
                <a:gd name="connsiteX416" fmla="*/ 366713 w 395287"/>
                <a:gd name="connsiteY416" fmla="*/ 186690 h 331946"/>
                <a:gd name="connsiteX417" fmla="*/ 365284 w 395287"/>
                <a:gd name="connsiteY417" fmla="*/ 185738 h 331946"/>
                <a:gd name="connsiteX418" fmla="*/ 365760 w 395287"/>
                <a:gd name="connsiteY418" fmla="*/ 184785 h 331946"/>
                <a:gd name="connsiteX419" fmla="*/ 366713 w 395287"/>
                <a:gd name="connsiteY419" fmla="*/ 183833 h 331946"/>
                <a:gd name="connsiteX420" fmla="*/ 366236 w 395287"/>
                <a:gd name="connsiteY420" fmla="*/ 182880 h 331946"/>
                <a:gd name="connsiteX421" fmla="*/ 365284 w 395287"/>
                <a:gd name="connsiteY421" fmla="*/ 181928 h 331946"/>
                <a:gd name="connsiteX422" fmla="*/ 361950 w 395287"/>
                <a:gd name="connsiteY422" fmla="*/ 180499 h 331946"/>
                <a:gd name="connsiteX423" fmla="*/ 361950 w 395287"/>
                <a:gd name="connsiteY423" fmla="*/ 180023 h 331946"/>
                <a:gd name="connsiteX424" fmla="*/ 364807 w 395287"/>
                <a:gd name="connsiteY424" fmla="*/ 178594 h 331946"/>
                <a:gd name="connsiteX425" fmla="*/ 366713 w 395287"/>
                <a:gd name="connsiteY425" fmla="*/ 177165 h 331946"/>
                <a:gd name="connsiteX426" fmla="*/ 368141 w 395287"/>
                <a:gd name="connsiteY426" fmla="*/ 175736 h 331946"/>
                <a:gd name="connsiteX427" fmla="*/ 369570 w 395287"/>
                <a:gd name="connsiteY427" fmla="*/ 172403 h 331946"/>
                <a:gd name="connsiteX428" fmla="*/ 370999 w 395287"/>
                <a:gd name="connsiteY428" fmla="*/ 169069 h 331946"/>
                <a:gd name="connsiteX429" fmla="*/ 371951 w 395287"/>
                <a:gd name="connsiteY429" fmla="*/ 168116 h 331946"/>
                <a:gd name="connsiteX430" fmla="*/ 372427 w 395287"/>
                <a:gd name="connsiteY430" fmla="*/ 165735 h 331946"/>
                <a:gd name="connsiteX431" fmla="*/ 372427 w 395287"/>
                <a:gd name="connsiteY431" fmla="*/ 163354 h 331946"/>
                <a:gd name="connsiteX432" fmla="*/ 372903 w 395287"/>
                <a:gd name="connsiteY432" fmla="*/ 160020 h 331946"/>
                <a:gd name="connsiteX433" fmla="*/ 373380 w 395287"/>
                <a:gd name="connsiteY433" fmla="*/ 157163 h 331946"/>
                <a:gd name="connsiteX434" fmla="*/ 372427 w 395287"/>
                <a:gd name="connsiteY434" fmla="*/ 155734 h 331946"/>
                <a:gd name="connsiteX435" fmla="*/ 371475 w 395287"/>
                <a:gd name="connsiteY435" fmla="*/ 153829 h 331946"/>
                <a:gd name="connsiteX436" fmla="*/ 372427 w 395287"/>
                <a:gd name="connsiteY436" fmla="*/ 150495 h 331946"/>
                <a:gd name="connsiteX437" fmla="*/ 373856 w 395287"/>
                <a:gd name="connsiteY437" fmla="*/ 148114 h 331946"/>
                <a:gd name="connsiteX438" fmla="*/ 381476 w 395287"/>
                <a:gd name="connsiteY438" fmla="*/ 145733 h 331946"/>
                <a:gd name="connsiteX439" fmla="*/ 386715 w 395287"/>
                <a:gd name="connsiteY439" fmla="*/ 143351 h 331946"/>
                <a:gd name="connsiteX440" fmla="*/ 387668 w 395287"/>
                <a:gd name="connsiteY440" fmla="*/ 142399 h 331946"/>
                <a:gd name="connsiteX441" fmla="*/ 389572 w 395287"/>
                <a:gd name="connsiteY441" fmla="*/ 140494 h 331946"/>
                <a:gd name="connsiteX442" fmla="*/ 390525 w 395287"/>
                <a:gd name="connsiteY442" fmla="*/ 138589 h 331946"/>
                <a:gd name="connsiteX443" fmla="*/ 390049 w 395287"/>
                <a:gd name="connsiteY443" fmla="*/ 138113 h 331946"/>
                <a:gd name="connsiteX444" fmla="*/ 385763 w 395287"/>
                <a:gd name="connsiteY444" fmla="*/ 138113 h 331946"/>
                <a:gd name="connsiteX445" fmla="*/ 384810 w 395287"/>
                <a:gd name="connsiteY445" fmla="*/ 137160 h 331946"/>
                <a:gd name="connsiteX446" fmla="*/ 381952 w 395287"/>
                <a:gd name="connsiteY446" fmla="*/ 130493 h 331946"/>
                <a:gd name="connsiteX447" fmla="*/ 383381 w 395287"/>
                <a:gd name="connsiteY447" fmla="*/ 122873 h 331946"/>
                <a:gd name="connsiteX448" fmla="*/ 383381 w 395287"/>
                <a:gd name="connsiteY448" fmla="*/ 120015 h 331946"/>
                <a:gd name="connsiteX449" fmla="*/ 383381 w 395287"/>
                <a:gd name="connsiteY449" fmla="*/ 116205 h 331946"/>
                <a:gd name="connsiteX450" fmla="*/ 382905 w 395287"/>
                <a:gd name="connsiteY450" fmla="*/ 113348 h 331946"/>
                <a:gd name="connsiteX451" fmla="*/ 381476 w 395287"/>
                <a:gd name="connsiteY451" fmla="*/ 112395 h 331946"/>
                <a:gd name="connsiteX452" fmla="*/ 380524 w 395287"/>
                <a:gd name="connsiteY452" fmla="*/ 110966 h 331946"/>
                <a:gd name="connsiteX453" fmla="*/ 380524 w 395287"/>
                <a:gd name="connsiteY453" fmla="*/ 107156 h 331946"/>
                <a:gd name="connsiteX454" fmla="*/ 381952 w 395287"/>
                <a:gd name="connsiteY454" fmla="*/ 106680 h 331946"/>
                <a:gd name="connsiteX455" fmla="*/ 384810 w 395287"/>
                <a:gd name="connsiteY455" fmla="*/ 101441 h 331946"/>
                <a:gd name="connsiteX456" fmla="*/ 385763 w 395287"/>
                <a:gd name="connsiteY456" fmla="*/ 98108 h 331946"/>
                <a:gd name="connsiteX457" fmla="*/ 384334 w 395287"/>
                <a:gd name="connsiteY457" fmla="*/ 95726 h 331946"/>
                <a:gd name="connsiteX458" fmla="*/ 382905 w 395287"/>
                <a:gd name="connsiteY458" fmla="*/ 92393 h 331946"/>
                <a:gd name="connsiteX459" fmla="*/ 382428 w 395287"/>
                <a:gd name="connsiteY459" fmla="*/ 90011 h 331946"/>
                <a:gd name="connsiteX460" fmla="*/ 381952 w 395287"/>
                <a:gd name="connsiteY460" fmla="*/ 89059 h 331946"/>
                <a:gd name="connsiteX461" fmla="*/ 382905 w 395287"/>
                <a:gd name="connsiteY461" fmla="*/ 87630 h 331946"/>
                <a:gd name="connsiteX462" fmla="*/ 384810 w 395287"/>
                <a:gd name="connsiteY462" fmla="*/ 88106 h 331946"/>
                <a:gd name="connsiteX463" fmla="*/ 180022 w 395287"/>
                <a:gd name="connsiteY463" fmla="*/ 321469 h 331946"/>
                <a:gd name="connsiteX464" fmla="*/ 178118 w 395287"/>
                <a:gd name="connsiteY464" fmla="*/ 323374 h 331946"/>
                <a:gd name="connsiteX465" fmla="*/ 178118 w 395287"/>
                <a:gd name="connsiteY465" fmla="*/ 323374 h 331946"/>
                <a:gd name="connsiteX466" fmla="*/ 180499 w 395287"/>
                <a:gd name="connsiteY466" fmla="*/ 320516 h 331946"/>
                <a:gd name="connsiteX467" fmla="*/ 180499 w 395287"/>
                <a:gd name="connsiteY467" fmla="*/ 320516 h 331946"/>
                <a:gd name="connsiteX468" fmla="*/ 180022 w 395287"/>
                <a:gd name="connsiteY468" fmla="*/ 321469 h 33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395287" h="331946">
                  <a:moveTo>
                    <a:pt x="384810" y="88106"/>
                  </a:moveTo>
                  <a:lnTo>
                    <a:pt x="386715" y="87630"/>
                  </a:lnTo>
                  <a:lnTo>
                    <a:pt x="388620" y="87154"/>
                  </a:lnTo>
                  <a:lnTo>
                    <a:pt x="395288" y="80486"/>
                  </a:lnTo>
                  <a:lnTo>
                    <a:pt x="395288" y="79058"/>
                  </a:lnTo>
                  <a:lnTo>
                    <a:pt x="393859" y="76676"/>
                  </a:lnTo>
                  <a:lnTo>
                    <a:pt x="391477" y="73343"/>
                  </a:lnTo>
                  <a:lnTo>
                    <a:pt x="391001" y="71914"/>
                  </a:lnTo>
                  <a:lnTo>
                    <a:pt x="390525" y="68104"/>
                  </a:lnTo>
                  <a:lnTo>
                    <a:pt x="389572" y="67151"/>
                  </a:lnTo>
                  <a:lnTo>
                    <a:pt x="385763" y="64294"/>
                  </a:lnTo>
                  <a:lnTo>
                    <a:pt x="382905" y="61436"/>
                  </a:lnTo>
                  <a:lnTo>
                    <a:pt x="383857" y="58579"/>
                  </a:lnTo>
                  <a:lnTo>
                    <a:pt x="384334" y="55245"/>
                  </a:lnTo>
                  <a:lnTo>
                    <a:pt x="382905" y="53340"/>
                  </a:lnTo>
                  <a:lnTo>
                    <a:pt x="381000" y="51435"/>
                  </a:lnTo>
                  <a:lnTo>
                    <a:pt x="379571" y="49054"/>
                  </a:lnTo>
                  <a:lnTo>
                    <a:pt x="379095" y="47149"/>
                  </a:lnTo>
                  <a:lnTo>
                    <a:pt x="377666" y="46196"/>
                  </a:lnTo>
                  <a:lnTo>
                    <a:pt x="376238" y="46196"/>
                  </a:lnTo>
                  <a:lnTo>
                    <a:pt x="375285" y="47625"/>
                  </a:lnTo>
                  <a:lnTo>
                    <a:pt x="374332" y="47625"/>
                  </a:lnTo>
                  <a:lnTo>
                    <a:pt x="372903" y="47149"/>
                  </a:lnTo>
                  <a:lnTo>
                    <a:pt x="372427" y="45244"/>
                  </a:lnTo>
                  <a:lnTo>
                    <a:pt x="372427" y="43339"/>
                  </a:lnTo>
                  <a:lnTo>
                    <a:pt x="371475" y="41910"/>
                  </a:lnTo>
                  <a:lnTo>
                    <a:pt x="370522" y="40005"/>
                  </a:lnTo>
                  <a:lnTo>
                    <a:pt x="370522" y="39053"/>
                  </a:lnTo>
                  <a:lnTo>
                    <a:pt x="368618" y="38100"/>
                  </a:lnTo>
                  <a:lnTo>
                    <a:pt x="364807" y="36195"/>
                  </a:lnTo>
                  <a:lnTo>
                    <a:pt x="359569" y="34290"/>
                  </a:lnTo>
                  <a:lnTo>
                    <a:pt x="355282" y="32385"/>
                  </a:lnTo>
                  <a:lnTo>
                    <a:pt x="353377" y="30480"/>
                  </a:lnTo>
                  <a:lnTo>
                    <a:pt x="349568" y="29528"/>
                  </a:lnTo>
                  <a:lnTo>
                    <a:pt x="346234" y="29051"/>
                  </a:lnTo>
                  <a:lnTo>
                    <a:pt x="342900" y="27146"/>
                  </a:lnTo>
                  <a:lnTo>
                    <a:pt x="339566" y="27146"/>
                  </a:lnTo>
                  <a:lnTo>
                    <a:pt x="336232" y="26670"/>
                  </a:lnTo>
                  <a:lnTo>
                    <a:pt x="335756" y="25718"/>
                  </a:lnTo>
                  <a:lnTo>
                    <a:pt x="335756" y="23336"/>
                  </a:lnTo>
                  <a:lnTo>
                    <a:pt x="334803" y="22860"/>
                  </a:lnTo>
                  <a:lnTo>
                    <a:pt x="332422" y="22384"/>
                  </a:lnTo>
                  <a:lnTo>
                    <a:pt x="330041" y="22384"/>
                  </a:lnTo>
                  <a:lnTo>
                    <a:pt x="328613" y="22860"/>
                  </a:lnTo>
                  <a:lnTo>
                    <a:pt x="327660" y="22860"/>
                  </a:lnTo>
                  <a:lnTo>
                    <a:pt x="325755" y="21431"/>
                  </a:lnTo>
                  <a:lnTo>
                    <a:pt x="323850" y="19526"/>
                  </a:lnTo>
                  <a:lnTo>
                    <a:pt x="322897" y="16193"/>
                  </a:lnTo>
                  <a:lnTo>
                    <a:pt x="320040" y="14288"/>
                  </a:lnTo>
                  <a:lnTo>
                    <a:pt x="316706" y="12859"/>
                  </a:lnTo>
                  <a:lnTo>
                    <a:pt x="310991" y="12859"/>
                  </a:lnTo>
                  <a:lnTo>
                    <a:pt x="311468" y="14288"/>
                  </a:lnTo>
                  <a:lnTo>
                    <a:pt x="310991" y="17145"/>
                  </a:lnTo>
                  <a:lnTo>
                    <a:pt x="310515" y="17621"/>
                  </a:lnTo>
                  <a:lnTo>
                    <a:pt x="310039" y="17621"/>
                  </a:lnTo>
                  <a:lnTo>
                    <a:pt x="309563" y="17145"/>
                  </a:lnTo>
                  <a:lnTo>
                    <a:pt x="309086" y="17145"/>
                  </a:lnTo>
                  <a:lnTo>
                    <a:pt x="308610" y="18098"/>
                  </a:lnTo>
                  <a:lnTo>
                    <a:pt x="307657" y="19050"/>
                  </a:lnTo>
                  <a:lnTo>
                    <a:pt x="306228" y="19526"/>
                  </a:lnTo>
                  <a:lnTo>
                    <a:pt x="305276" y="19526"/>
                  </a:lnTo>
                  <a:lnTo>
                    <a:pt x="303371" y="18098"/>
                  </a:lnTo>
                  <a:lnTo>
                    <a:pt x="297656" y="12383"/>
                  </a:lnTo>
                  <a:lnTo>
                    <a:pt x="297180" y="11906"/>
                  </a:lnTo>
                  <a:lnTo>
                    <a:pt x="294322" y="10954"/>
                  </a:lnTo>
                  <a:lnTo>
                    <a:pt x="293370" y="10478"/>
                  </a:lnTo>
                  <a:lnTo>
                    <a:pt x="292894" y="10001"/>
                  </a:lnTo>
                  <a:lnTo>
                    <a:pt x="292418" y="10001"/>
                  </a:lnTo>
                  <a:lnTo>
                    <a:pt x="291465" y="11430"/>
                  </a:lnTo>
                  <a:lnTo>
                    <a:pt x="289084" y="12859"/>
                  </a:lnTo>
                  <a:lnTo>
                    <a:pt x="288607" y="12859"/>
                  </a:lnTo>
                  <a:lnTo>
                    <a:pt x="289560" y="11906"/>
                  </a:lnTo>
                  <a:lnTo>
                    <a:pt x="290036" y="11430"/>
                  </a:lnTo>
                  <a:lnTo>
                    <a:pt x="290036" y="10478"/>
                  </a:lnTo>
                  <a:lnTo>
                    <a:pt x="289084" y="10001"/>
                  </a:lnTo>
                  <a:lnTo>
                    <a:pt x="287655" y="10001"/>
                  </a:lnTo>
                  <a:lnTo>
                    <a:pt x="286702" y="9525"/>
                  </a:lnTo>
                  <a:lnTo>
                    <a:pt x="286226" y="8096"/>
                  </a:lnTo>
                  <a:lnTo>
                    <a:pt x="286702" y="5715"/>
                  </a:lnTo>
                  <a:lnTo>
                    <a:pt x="287178" y="4763"/>
                  </a:lnTo>
                  <a:lnTo>
                    <a:pt x="288131" y="3810"/>
                  </a:lnTo>
                  <a:lnTo>
                    <a:pt x="289560" y="3334"/>
                  </a:lnTo>
                  <a:lnTo>
                    <a:pt x="290513" y="1429"/>
                  </a:lnTo>
                  <a:lnTo>
                    <a:pt x="290513" y="0"/>
                  </a:lnTo>
                  <a:lnTo>
                    <a:pt x="281940" y="1429"/>
                  </a:lnTo>
                  <a:lnTo>
                    <a:pt x="272415" y="2858"/>
                  </a:lnTo>
                  <a:lnTo>
                    <a:pt x="262890" y="4286"/>
                  </a:lnTo>
                  <a:lnTo>
                    <a:pt x="253365" y="5715"/>
                  </a:lnTo>
                  <a:lnTo>
                    <a:pt x="244316" y="7144"/>
                  </a:lnTo>
                  <a:lnTo>
                    <a:pt x="236220" y="8573"/>
                  </a:lnTo>
                  <a:lnTo>
                    <a:pt x="233839" y="9049"/>
                  </a:lnTo>
                  <a:lnTo>
                    <a:pt x="235268" y="12383"/>
                  </a:lnTo>
                  <a:lnTo>
                    <a:pt x="234791" y="16193"/>
                  </a:lnTo>
                  <a:lnTo>
                    <a:pt x="233363" y="19050"/>
                  </a:lnTo>
                  <a:lnTo>
                    <a:pt x="230981" y="22384"/>
                  </a:lnTo>
                  <a:lnTo>
                    <a:pt x="230028" y="23813"/>
                  </a:lnTo>
                  <a:lnTo>
                    <a:pt x="227171" y="26670"/>
                  </a:lnTo>
                  <a:lnTo>
                    <a:pt x="224790" y="28575"/>
                  </a:lnTo>
                  <a:lnTo>
                    <a:pt x="220503" y="31909"/>
                  </a:lnTo>
                  <a:lnTo>
                    <a:pt x="217646" y="33814"/>
                  </a:lnTo>
                  <a:lnTo>
                    <a:pt x="217646" y="35719"/>
                  </a:lnTo>
                  <a:lnTo>
                    <a:pt x="222409" y="43815"/>
                  </a:lnTo>
                  <a:lnTo>
                    <a:pt x="224790" y="49530"/>
                  </a:lnTo>
                  <a:lnTo>
                    <a:pt x="225743" y="54769"/>
                  </a:lnTo>
                  <a:lnTo>
                    <a:pt x="225743" y="57626"/>
                  </a:lnTo>
                  <a:lnTo>
                    <a:pt x="225743" y="63818"/>
                  </a:lnTo>
                  <a:lnTo>
                    <a:pt x="225743" y="70961"/>
                  </a:lnTo>
                  <a:lnTo>
                    <a:pt x="225266" y="73819"/>
                  </a:lnTo>
                  <a:lnTo>
                    <a:pt x="226695" y="79058"/>
                  </a:lnTo>
                  <a:lnTo>
                    <a:pt x="226695" y="82868"/>
                  </a:lnTo>
                  <a:lnTo>
                    <a:pt x="223361" y="87154"/>
                  </a:lnTo>
                  <a:lnTo>
                    <a:pt x="222409" y="91440"/>
                  </a:lnTo>
                  <a:lnTo>
                    <a:pt x="220980" y="97631"/>
                  </a:lnTo>
                  <a:lnTo>
                    <a:pt x="218599" y="105728"/>
                  </a:lnTo>
                  <a:lnTo>
                    <a:pt x="217170" y="110014"/>
                  </a:lnTo>
                  <a:lnTo>
                    <a:pt x="218122" y="112871"/>
                  </a:lnTo>
                  <a:lnTo>
                    <a:pt x="219075" y="114776"/>
                  </a:lnTo>
                  <a:lnTo>
                    <a:pt x="220027" y="117158"/>
                  </a:lnTo>
                  <a:lnTo>
                    <a:pt x="221932" y="120968"/>
                  </a:lnTo>
                  <a:lnTo>
                    <a:pt x="223838" y="123349"/>
                  </a:lnTo>
                  <a:lnTo>
                    <a:pt x="224790" y="124301"/>
                  </a:lnTo>
                  <a:lnTo>
                    <a:pt x="231457" y="129064"/>
                  </a:lnTo>
                  <a:lnTo>
                    <a:pt x="234315" y="131445"/>
                  </a:lnTo>
                  <a:lnTo>
                    <a:pt x="238601" y="136208"/>
                  </a:lnTo>
                  <a:lnTo>
                    <a:pt x="241459" y="139541"/>
                  </a:lnTo>
                  <a:lnTo>
                    <a:pt x="245745" y="140494"/>
                  </a:lnTo>
                  <a:lnTo>
                    <a:pt x="250984" y="141446"/>
                  </a:lnTo>
                  <a:lnTo>
                    <a:pt x="253841" y="142399"/>
                  </a:lnTo>
                  <a:lnTo>
                    <a:pt x="255746" y="141923"/>
                  </a:lnTo>
                  <a:lnTo>
                    <a:pt x="256222" y="140970"/>
                  </a:lnTo>
                  <a:lnTo>
                    <a:pt x="256222" y="138589"/>
                  </a:lnTo>
                  <a:lnTo>
                    <a:pt x="255746" y="136684"/>
                  </a:lnTo>
                  <a:lnTo>
                    <a:pt x="256222" y="135255"/>
                  </a:lnTo>
                  <a:lnTo>
                    <a:pt x="258127" y="134303"/>
                  </a:lnTo>
                  <a:lnTo>
                    <a:pt x="262414" y="134303"/>
                  </a:lnTo>
                  <a:lnTo>
                    <a:pt x="264319" y="133350"/>
                  </a:lnTo>
                  <a:lnTo>
                    <a:pt x="265747" y="132874"/>
                  </a:lnTo>
                  <a:lnTo>
                    <a:pt x="265747" y="138113"/>
                  </a:lnTo>
                  <a:lnTo>
                    <a:pt x="265747" y="142875"/>
                  </a:lnTo>
                  <a:lnTo>
                    <a:pt x="265747" y="149066"/>
                  </a:lnTo>
                  <a:lnTo>
                    <a:pt x="265747" y="155734"/>
                  </a:lnTo>
                  <a:lnTo>
                    <a:pt x="265747" y="161449"/>
                  </a:lnTo>
                  <a:lnTo>
                    <a:pt x="265747" y="167640"/>
                  </a:lnTo>
                  <a:lnTo>
                    <a:pt x="265747" y="174784"/>
                  </a:lnTo>
                  <a:lnTo>
                    <a:pt x="265747" y="175736"/>
                  </a:lnTo>
                  <a:lnTo>
                    <a:pt x="265271" y="177165"/>
                  </a:lnTo>
                  <a:lnTo>
                    <a:pt x="263366" y="177641"/>
                  </a:lnTo>
                  <a:lnTo>
                    <a:pt x="260985" y="176213"/>
                  </a:lnTo>
                  <a:lnTo>
                    <a:pt x="260985" y="174784"/>
                  </a:lnTo>
                  <a:lnTo>
                    <a:pt x="260509" y="172403"/>
                  </a:lnTo>
                  <a:lnTo>
                    <a:pt x="259556" y="170974"/>
                  </a:lnTo>
                  <a:lnTo>
                    <a:pt x="258127" y="170498"/>
                  </a:lnTo>
                  <a:lnTo>
                    <a:pt x="255746" y="170974"/>
                  </a:lnTo>
                  <a:lnTo>
                    <a:pt x="252413" y="172879"/>
                  </a:lnTo>
                  <a:lnTo>
                    <a:pt x="248126" y="174308"/>
                  </a:lnTo>
                  <a:lnTo>
                    <a:pt x="246221" y="175260"/>
                  </a:lnTo>
                  <a:lnTo>
                    <a:pt x="243364" y="175260"/>
                  </a:lnTo>
                  <a:lnTo>
                    <a:pt x="240030" y="174308"/>
                  </a:lnTo>
                  <a:lnTo>
                    <a:pt x="237649" y="172403"/>
                  </a:lnTo>
                  <a:lnTo>
                    <a:pt x="237172" y="169069"/>
                  </a:lnTo>
                  <a:lnTo>
                    <a:pt x="235268" y="165735"/>
                  </a:lnTo>
                  <a:lnTo>
                    <a:pt x="232410" y="160973"/>
                  </a:lnTo>
                  <a:lnTo>
                    <a:pt x="230981" y="159068"/>
                  </a:lnTo>
                  <a:lnTo>
                    <a:pt x="229076" y="156686"/>
                  </a:lnTo>
                  <a:lnTo>
                    <a:pt x="227171" y="156210"/>
                  </a:lnTo>
                  <a:lnTo>
                    <a:pt x="224790" y="155734"/>
                  </a:lnTo>
                  <a:lnTo>
                    <a:pt x="223361" y="152400"/>
                  </a:lnTo>
                  <a:lnTo>
                    <a:pt x="221932" y="148114"/>
                  </a:lnTo>
                  <a:lnTo>
                    <a:pt x="220980" y="146685"/>
                  </a:lnTo>
                  <a:lnTo>
                    <a:pt x="219551" y="144780"/>
                  </a:lnTo>
                  <a:lnTo>
                    <a:pt x="217646" y="143351"/>
                  </a:lnTo>
                  <a:lnTo>
                    <a:pt x="213360" y="141923"/>
                  </a:lnTo>
                  <a:lnTo>
                    <a:pt x="207645" y="139541"/>
                  </a:lnTo>
                  <a:lnTo>
                    <a:pt x="200501" y="136684"/>
                  </a:lnTo>
                  <a:lnTo>
                    <a:pt x="197168" y="136684"/>
                  </a:lnTo>
                  <a:lnTo>
                    <a:pt x="193357" y="136208"/>
                  </a:lnTo>
                  <a:lnTo>
                    <a:pt x="190976" y="134779"/>
                  </a:lnTo>
                  <a:lnTo>
                    <a:pt x="189547" y="133826"/>
                  </a:lnTo>
                  <a:lnTo>
                    <a:pt x="188119" y="130016"/>
                  </a:lnTo>
                  <a:lnTo>
                    <a:pt x="185738" y="125254"/>
                  </a:lnTo>
                  <a:lnTo>
                    <a:pt x="179546" y="119539"/>
                  </a:lnTo>
                  <a:lnTo>
                    <a:pt x="178118" y="113348"/>
                  </a:lnTo>
                  <a:lnTo>
                    <a:pt x="176689" y="112395"/>
                  </a:lnTo>
                  <a:lnTo>
                    <a:pt x="174307" y="112871"/>
                  </a:lnTo>
                  <a:lnTo>
                    <a:pt x="172402" y="113824"/>
                  </a:lnTo>
                  <a:lnTo>
                    <a:pt x="171926" y="115253"/>
                  </a:lnTo>
                  <a:lnTo>
                    <a:pt x="170021" y="120491"/>
                  </a:lnTo>
                  <a:lnTo>
                    <a:pt x="169069" y="122873"/>
                  </a:lnTo>
                  <a:lnTo>
                    <a:pt x="168593" y="123349"/>
                  </a:lnTo>
                  <a:lnTo>
                    <a:pt x="167164" y="124301"/>
                  </a:lnTo>
                  <a:lnTo>
                    <a:pt x="164782" y="125254"/>
                  </a:lnTo>
                  <a:lnTo>
                    <a:pt x="161449" y="125730"/>
                  </a:lnTo>
                  <a:lnTo>
                    <a:pt x="156686" y="125730"/>
                  </a:lnTo>
                  <a:lnTo>
                    <a:pt x="150971" y="124778"/>
                  </a:lnTo>
                  <a:lnTo>
                    <a:pt x="148114" y="124301"/>
                  </a:lnTo>
                  <a:lnTo>
                    <a:pt x="140018" y="123349"/>
                  </a:lnTo>
                  <a:lnTo>
                    <a:pt x="137636" y="122873"/>
                  </a:lnTo>
                  <a:lnTo>
                    <a:pt x="134302" y="121920"/>
                  </a:lnTo>
                  <a:lnTo>
                    <a:pt x="131921" y="120491"/>
                  </a:lnTo>
                  <a:lnTo>
                    <a:pt x="123825" y="118110"/>
                  </a:lnTo>
                  <a:lnTo>
                    <a:pt x="120015" y="118586"/>
                  </a:lnTo>
                  <a:lnTo>
                    <a:pt x="118110" y="116681"/>
                  </a:lnTo>
                  <a:lnTo>
                    <a:pt x="116681" y="115729"/>
                  </a:lnTo>
                  <a:lnTo>
                    <a:pt x="114300" y="113824"/>
                  </a:lnTo>
                  <a:lnTo>
                    <a:pt x="113347" y="111443"/>
                  </a:lnTo>
                  <a:lnTo>
                    <a:pt x="111919" y="106204"/>
                  </a:lnTo>
                  <a:lnTo>
                    <a:pt x="112395" y="103346"/>
                  </a:lnTo>
                  <a:lnTo>
                    <a:pt x="113347" y="100489"/>
                  </a:lnTo>
                  <a:lnTo>
                    <a:pt x="112395" y="99536"/>
                  </a:lnTo>
                  <a:lnTo>
                    <a:pt x="110966" y="99536"/>
                  </a:lnTo>
                  <a:lnTo>
                    <a:pt x="109061" y="100489"/>
                  </a:lnTo>
                  <a:lnTo>
                    <a:pt x="105251" y="100965"/>
                  </a:lnTo>
                  <a:lnTo>
                    <a:pt x="98584" y="102394"/>
                  </a:lnTo>
                  <a:lnTo>
                    <a:pt x="96202" y="103346"/>
                  </a:lnTo>
                  <a:lnTo>
                    <a:pt x="93345" y="103823"/>
                  </a:lnTo>
                  <a:lnTo>
                    <a:pt x="91440" y="104299"/>
                  </a:lnTo>
                  <a:lnTo>
                    <a:pt x="86201" y="107156"/>
                  </a:lnTo>
                  <a:lnTo>
                    <a:pt x="84296" y="107633"/>
                  </a:lnTo>
                  <a:lnTo>
                    <a:pt x="81439" y="106680"/>
                  </a:lnTo>
                  <a:lnTo>
                    <a:pt x="80010" y="105251"/>
                  </a:lnTo>
                  <a:lnTo>
                    <a:pt x="81439" y="103346"/>
                  </a:lnTo>
                  <a:lnTo>
                    <a:pt x="81915" y="100965"/>
                  </a:lnTo>
                  <a:lnTo>
                    <a:pt x="80963" y="96679"/>
                  </a:lnTo>
                  <a:lnTo>
                    <a:pt x="79534" y="94774"/>
                  </a:lnTo>
                  <a:lnTo>
                    <a:pt x="75247" y="93345"/>
                  </a:lnTo>
                  <a:lnTo>
                    <a:pt x="73343" y="93345"/>
                  </a:lnTo>
                  <a:lnTo>
                    <a:pt x="72390" y="90964"/>
                  </a:lnTo>
                  <a:lnTo>
                    <a:pt x="70961" y="88583"/>
                  </a:lnTo>
                  <a:lnTo>
                    <a:pt x="68580" y="88106"/>
                  </a:lnTo>
                  <a:lnTo>
                    <a:pt x="67151" y="87630"/>
                  </a:lnTo>
                  <a:lnTo>
                    <a:pt x="68103" y="91916"/>
                  </a:lnTo>
                  <a:lnTo>
                    <a:pt x="69056" y="98108"/>
                  </a:lnTo>
                  <a:lnTo>
                    <a:pt x="69532" y="102394"/>
                  </a:lnTo>
                  <a:lnTo>
                    <a:pt x="70009" y="104299"/>
                  </a:lnTo>
                  <a:lnTo>
                    <a:pt x="70009" y="105251"/>
                  </a:lnTo>
                  <a:lnTo>
                    <a:pt x="69532" y="106204"/>
                  </a:lnTo>
                  <a:lnTo>
                    <a:pt x="69056" y="109061"/>
                  </a:lnTo>
                  <a:lnTo>
                    <a:pt x="68103" y="111443"/>
                  </a:lnTo>
                  <a:lnTo>
                    <a:pt x="67627" y="112871"/>
                  </a:lnTo>
                  <a:lnTo>
                    <a:pt x="68103" y="115729"/>
                  </a:lnTo>
                  <a:lnTo>
                    <a:pt x="67627" y="120015"/>
                  </a:lnTo>
                  <a:lnTo>
                    <a:pt x="67151" y="124778"/>
                  </a:lnTo>
                  <a:lnTo>
                    <a:pt x="67151" y="129064"/>
                  </a:lnTo>
                  <a:lnTo>
                    <a:pt x="68580" y="137160"/>
                  </a:lnTo>
                  <a:lnTo>
                    <a:pt x="68580" y="139541"/>
                  </a:lnTo>
                  <a:lnTo>
                    <a:pt x="67151" y="143828"/>
                  </a:lnTo>
                  <a:lnTo>
                    <a:pt x="65722" y="147161"/>
                  </a:lnTo>
                  <a:lnTo>
                    <a:pt x="64770" y="150971"/>
                  </a:lnTo>
                  <a:lnTo>
                    <a:pt x="64770" y="152876"/>
                  </a:lnTo>
                  <a:lnTo>
                    <a:pt x="67627" y="158115"/>
                  </a:lnTo>
                  <a:lnTo>
                    <a:pt x="67627" y="159068"/>
                  </a:lnTo>
                  <a:lnTo>
                    <a:pt x="65246" y="159544"/>
                  </a:lnTo>
                  <a:lnTo>
                    <a:pt x="63341" y="159544"/>
                  </a:lnTo>
                  <a:lnTo>
                    <a:pt x="56197" y="159544"/>
                  </a:lnTo>
                  <a:lnTo>
                    <a:pt x="46196" y="159544"/>
                  </a:lnTo>
                  <a:lnTo>
                    <a:pt x="36195" y="159544"/>
                  </a:lnTo>
                  <a:lnTo>
                    <a:pt x="26194" y="159544"/>
                  </a:lnTo>
                  <a:lnTo>
                    <a:pt x="16669" y="159544"/>
                  </a:lnTo>
                  <a:lnTo>
                    <a:pt x="7620" y="159544"/>
                  </a:lnTo>
                  <a:lnTo>
                    <a:pt x="0" y="159544"/>
                  </a:lnTo>
                  <a:lnTo>
                    <a:pt x="0" y="164783"/>
                  </a:lnTo>
                  <a:lnTo>
                    <a:pt x="0" y="175736"/>
                  </a:lnTo>
                  <a:lnTo>
                    <a:pt x="0" y="186690"/>
                  </a:lnTo>
                  <a:lnTo>
                    <a:pt x="0" y="197644"/>
                  </a:lnTo>
                  <a:lnTo>
                    <a:pt x="0" y="208598"/>
                  </a:lnTo>
                  <a:lnTo>
                    <a:pt x="0" y="219551"/>
                  </a:lnTo>
                  <a:lnTo>
                    <a:pt x="0" y="230505"/>
                  </a:lnTo>
                  <a:lnTo>
                    <a:pt x="0" y="241459"/>
                  </a:lnTo>
                  <a:lnTo>
                    <a:pt x="0" y="252413"/>
                  </a:lnTo>
                  <a:lnTo>
                    <a:pt x="0" y="260509"/>
                  </a:lnTo>
                  <a:lnTo>
                    <a:pt x="1905" y="270986"/>
                  </a:lnTo>
                  <a:lnTo>
                    <a:pt x="5715" y="282416"/>
                  </a:lnTo>
                  <a:lnTo>
                    <a:pt x="7144" y="283369"/>
                  </a:lnTo>
                  <a:lnTo>
                    <a:pt x="10953" y="285274"/>
                  </a:lnTo>
                  <a:lnTo>
                    <a:pt x="16193" y="289560"/>
                  </a:lnTo>
                  <a:lnTo>
                    <a:pt x="19050" y="292894"/>
                  </a:lnTo>
                  <a:lnTo>
                    <a:pt x="25241" y="298609"/>
                  </a:lnTo>
                  <a:lnTo>
                    <a:pt x="33338" y="305753"/>
                  </a:lnTo>
                  <a:lnTo>
                    <a:pt x="40957" y="312420"/>
                  </a:lnTo>
                  <a:lnTo>
                    <a:pt x="47625" y="318135"/>
                  </a:lnTo>
                  <a:lnTo>
                    <a:pt x="54769" y="316706"/>
                  </a:lnTo>
                  <a:lnTo>
                    <a:pt x="61913" y="315278"/>
                  </a:lnTo>
                  <a:lnTo>
                    <a:pt x="70009" y="313849"/>
                  </a:lnTo>
                  <a:lnTo>
                    <a:pt x="76676" y="312896"/>
                  </a:lnTo>
                  <a:lnTo>
                    <a:pt x="78105" y="312420"/>
                  </a:lnTo>
                  <a:lnTo>
                    <a:pt x="93821" y="313849"/>
                  </a:lnTo>
                  <a:lnTo>
                    <a:pt x="100489" y="314801"/>
                  </a:lnTo>
                  <a:lnTo>
                    <a:pt x="102870" y="315754"/>
                  </a:lnTo>
                  <a:lnTo>
                    <a:pt x="105727" y="318135"/>
                  </a:lnTo>
                  <a:lnTo>
                    <a:pt x="111443" y="323850"/>
                  </a:lnTo>
                  <a:lnTo>
                    <a:pt x="118110" y="325755"/>
                  </a:lnTo>
                  <a:lnTo>
                    <a:pt x="121920" y="325755"/>
                  </a:lnTo>
                  <a:lnTo>
                    <a:pt x="124777" y="324803"/>
                  </a:lnTo>
                  <a:lnTo>
                    <a:pt x="128111" y="325755"/>
                  </a:lnTo>
                  <a:lnTo>
                    <a:pt x="132397" y="329089"/>
                  </a:lnTo>
                  <a:lnTo>
                    <a:pt x="136684" y="329565"/>
                  </a:lnTo>
                  <a:lnTo>
                    <a:pt x="141446" y="327660"/>
                  </a:lnTo>
                  <a:lnTo>
                    <a:pt x="148114" y="328136"/>
                  </a:lnTo>
                  <a:lnTo>
                    <a:pt x="156210" y="331470"/>
                  </a:lnTo>
                  <a:lnTo>
                    <a:pt x="162877" y="331946"/>
                  </a:lnTo>
                  <a:lnTo>
                    <a:pt x="170974" y="329089"/>
                  </a:lnTo>
                  <a:lnTo>
                    <a:pt x="170974" y="328136"/>
                  </a:lnTo>
                  <a:lnTo>
                    <a:pt x="171926" y="327184"/>
                  </a:lnTo>
                  <a:lnTo>
                    <a:pt x="172878" y="326231"/>
                  </a:lnTo>
                  <a:lnTo>
                    <a:pt x="173831" y="325279"/>
                  </a:lnTo>
                  <a:lnTo>
                    <a:pt x="173831" y="323850"/>
                  </a:lnTo>
                  <a:lnTo>
                    <a:pt x="174307" y="322421"/>
                  </a:lnTo>
                  <a:lnTo>
                    <a:pt x="176689" y="319564"/>
                  </a:lnTo>
                  <a:lnTo>
                    <a:pt x="179546" y="316706"/>
                  </a:lnTo>
                  <a:lnTo>
                    <a:pt x="180975" y="315754"/>
                  </a:lnTo>
                  <a:lnTo>
                    <a:pt x="181927" y="315278"/>
                  </a:lnTo>
                  <a:lnTo>
                    <a:pt x="182403" y="314801"/>
                  </a:lnTo>
                  <a:lnTo>
                    <a:pt x="182880" y="313849"/>
                  </a:lnTo>
                  <a:lnTo>
                    <a:pt x="183356" y="312896"/>
                  </a:lnTo>
                  <a:lnTo>
                    <a:pt x="183356" y="311944"/>
                  </a:lnTo>
                  <a:lnTo>
                    <a:pt x="182403" y="311468"/>
                  </a:lnTo>
                  <a:lnTo>
                    <a:pt x="183356" y="309086"/>
                  </a:lnTo>
                  <a:lnTo>
                    <a:pt x="185261" y="306229"/>
                  </a:lnTo>
                  <a:lnTo>
                    <a:pt x="186690" y="304324"/>
                  </a:lnTo>
                  <a:lnTo>
                    <a:pt x="189547" y="300990"/>
                  </a:lnTo>
                  <a:lnTo>
                    <a:pt x="191452" y="298133"/>
                  </a:lnTo>
                  <a:lnTo>
                    <a:pt x="192405" y="298133"/>
                  </a:lnTo>
                  <a:lnTo>
                    <a:pt x="193357" y="298609"/>
                  </a:lnTo>
                  <a:lnTo>
                    <a:pt x="193834" y="298133"/>
                  </a:lnTo>
                  <a:lnTo>
                    <a:pt x="193834" y="297180"/>
                  </a:lnTo>
                  <a:lnTo>
                    <a:pt x="194310" y="295751"/>
                  </a:lnTo>
                  <a:lnTo>
                    <a:pt x="194786" y="294323"/>
                  </a:lnTo>
                  <a:lnTo>
                    <a:pt x="194310" y="293846"/>
                  </a:lnTo>
                  <a:lnTo>
                    <a:pt x="194786" y="293370"/>
                  </a:lnTo>
                  <a:lnTo>
                    <a:pt x="196215" y="293370"/>
                  </a:lnTo>
                  <a:lnTo>
                    <a:pt x="197644" y="293370"/>
                  </a:lnTo>
                  <a:lnTo>
                    <a:pt x="198596" y="292894"/>
                  </a:lnTo>
                  <a:lnTo>
                    <a:pt x="198120" y="291941"/>
                  </a:lnTo>
                  <a:lnTo>
                    <a:pt x="197168" y="290989"/>
                  </a:lnTo>
                  <a:lnTo>
                    <a:pt x="197168" y="290513"/>
                  </a:lnTo>
                  <a:lnTo>
                    <a:pt x="198120" y="290036"/>
                  </a:lnTo>
                  <a:lnTo>
                    <a:pt x="199072" y="289560"/>
                  </a:lnTo>
                  <a:lnTo>
                    <a:pt x="199549" y="289084"/>
                  </a:lnTo>
                  <a:lnTo>
                    <a:pt x="200501" y="289084"/>
                  </a:lnTo>
                  <a:lnTo>
                    <a:pt x="200977" y="289560"/>
                  </a:lnTo>
                  <a:lnTo>
                    <a:pt x="201930" y="290036"/>
                  </a:lnTo>
                  <a:lnTo>
                    <a:pt x="202882" y="290989"/>
                  </a:lnTo>
                  <a:lnTo>
                    <a:pt x="203835" y="290989"/>
                  </a:lnTo>
                  <a:lnTo>
                    <a:pt x="204788" y="290989"/>
                  </a:lnTo>
                  <a:lnTo>
                    <a:pt x="205740" y="290036"/>
                  </a:lnTo>
                  <a:lnTo>
                    <a:pt x="206693" y="288608"/>
                  </a:lnTo>
                  <a:lnTo>
                    <a:pt x="207645" y="288131"/>
                  </a:lnTo>
                  <a:lnTo>
                    <a:pt x="208597" y="287179"/>
                  </a:lnTo>
                  <a:lnTo>
                    <a:pt x="209074" y="286226"/>
                  </a:lnTo>
                  <a:lnTo>
                    <a:pt x="209074" y="285274"/>
                  </a:lnTo>
                  <a:lnTo>
                    <a:pt x="210026" y="284798"/>
                  </a:lnTo>
                  <a:lnTo>
                    <a:pt x="211455" y="284321"/>
                  </a:lnTo>
                  <a:lnTo>
                    <a:pt x="212884" y="283369"/>
                  </a:lnTo>
                  <a:lnTo>
                    <a:pt x="213360" y="282416"/>
                  </a:lnTo>
                  <a:lnTo>
                    <a:pt x="212884" y="281464"/>
                  </a:lnTo>
                  <a:lnTo>
                    <a:pt x="213836" y="281464"/>
                  </a:lnTo>
                  <a:lnTo>
                    <a:pt x="215265" y="281940"/>
                  </a:lnTo>
                  <a:lnTo>
                    <a:pt x="216218" y="282416"/>
                  </a:lnTo>
                  <a:lnTo>
                    <a:pt x="216694" y="282893"/>
                  </a:lnTo>
                  <a:lnTo>
                    <a:pt x="218122" y="281940"/>
                  </a:lnTo>
                  <a:lnTo>
                    <a:pt x="220027" y="281464"/>
                  </a:lnTo>
                  <a:lnTo>
                    <a:pt x="220980" y="281464"/>
                  </a:lnTo>
                  <a:lnTo>
                    <a:pt x="221932" y="280988"/>
                  </a:lnTo>
                  <a:lnTo>
                    <a:pt x="222409" y="280511"/>
                  </a:lnTo>
                  <a:lnTo>
                    <a:pt x="222885" y="280035"/>
                  </a:lnTo>
                  <a:lnTo>
                    <a:pt x="224314" y="279559"/>
                  </a:lnTo>
                  <a:lnTo>
                    <a:pt x="226219" y="280035"/>
                  </a:lnTo>
                  <a:lnTo>
                    <a:pt x="229076" y="280988"/>
                  </a:lnTo>
                  <a:lnTo>
                    <a:pt x="229076" y="280988"/>
                  </a:lnTo>
                  <a:lnTo>
                    <a:pt x="229076" y="280988"/>
                  </a:lnTo>
                  <a:lnTo>
                    <a:pt x="231457" y="277178"/>
                  </a:lnTo>
                  <a:lnTo>
                    <a:pt x="232410" y="272891"/>
                  </a:lnTo>
                  <a:lnTo>
                    <a:pt x="232410" y="267176"/>
                  </a:lnTo>
                  <a:lnTo>
                    <a:pt x="232886" y="263366"/>
                  </a:lnTo>
                  <a:lnTo>
                    <a:pt x="234315" y="261938"/>
                  </a:lnTo>
                  <a:lnTo>
                    <a:pt x="236220" y="260509"/>
                  </a:lnTo>
                  <a:lnTo>
                    <a:pt x="239077" y="258604"/>
                  </a:lnTo>
                  <a:lnTo>
                    <a:pt x="247174" y="254318"/>
                  </a:lnTo>
                  <a:lnTo>
                    <a:pt x="253841" y="251460"/>
                  </a:lnTo>
                  <a:lnTo>
                    <a:pt x="261938" y="249555"/>
                  </a:lnTo>
                  <a:lnTo>
                    <a:pt x="270986" y="249555"/>
                  </a:lnTo>
                  <a:lnTo>
                    <a:pt x="279559" y="249555"/>
                  </a:lnTo>
                  <a:lnTo>
                    <a:pt x="284321" y="249555"/>
                  </a:lnTo>
                  <a:lnTo>
                    <a:pt x="283845" y="244793"/>
                  </a:lnTo>
                  <a:lnTo>
                    <a:pt x="282893" y="239554"/>
                  </a:lnTo>
                  <a:lnTo>
                    <a:pt x="281464" y="237649"/>
                  </a:lnTo>
                  <a:lnTo>
                    <a:pt x="279559" y="233839"/>
                  </a:lnTo>
                  <a:lnTo>
                    <a:pt x="278606" y="230029"/>
                  </a:lnTo>
                  <a:lnTo>
                    <a:pt x="278606" y="228124"/>
                  </a:lnTo>
                  <a:lnTo>
                    <a:pt x="279082" y="227648"/>
                  </a:lnTo>
                  <a:lnTo>
                    <a:pt x="286226" y="224790"/>
                  </a:lnTo>
                  <a:lnTo>
                    <a:pt x="289560" y="223361"/>
                  </a:lnTo>
                  <a:lnTo>
                    <a:pt x="294322" y="221933"/>
                  </a:lnTo>
                  <a:lnTo>
                    <a:pt x="302419" y="219551"/>
                  </a:lnTo>
                  <a:lnTo>
                    <a:pt x="309563" y="217646"/>
                  </a:lnTo>
                  <a:lnTo>
                    <a:pt x="316230" y="215741"/>
                  </a:lnTo>
                  <a:lnTo>
                    <a:pt x="323374" y="213836"/>
                  </a:lnTo>
                  <a:lnTo>
                    <a:pt x="326231" y="212408"/>
                  </a:lnTo>
                  <a:lnTo>
                    <a:pt x="330041" y="210979"/>
                  </a:lnTo>
                  <a:lnTo>
                    <a:pt x="338614" y="208121"/>
                  </a:lnTo>
                  <a:lnTo>
                    <a:pt x="340995" y="207169"/>
                  </a:lnTo>
                  <a:lnTo>
                    <a:pt x="345757" y="205740"/>
                  </a:lnTo>
                  <a:lnTo>
                    <a:pt x="348139" y="205264"/>
                  </a:lnTo>
                  <a:lnTo>
                    <a:pt x="357664" y="201930"/>
                  </a:lnTo>
                  <a:lnTo>
                    <a:pt x="368618" y="198120"/>
                  </a:lnTo>
                  <a:lnTo>
                    <a:pt x="372427" y="196691"/>
                  </a:lnTo>
                  <a:lnTo>
                    <a:pt x="379571" y="194310"/>
                  </a:lnTo>
                  <a:lnTo>
                    <a:pt x="377666" y="191929"/>
                  </a:lnTo>
                  <a:lnTo>
                    <a:pt x="376238" y="192405"/>
                  </a:lnTo>
                  <a:lnTo>
                    <a:pt x="374332" y="194310"/>
                  </a:lnTo>
                  <a:lnTo>
                    <a:pt x="373380" y="194786"/>
                  </a:lnTo>
                  <a:lnTo>
                    <a:pt x="372903" y="194786"/>
                  </a:lnTo>
                  <a:lnTo>
                    <a:pt x="372427" y="194310"/>
                  </a:lnTo>
                  <a:lnTo>
                    <a:pt x="371951" y="193358"/>
                  </a:lnTo>
                  <a:lnTo>
                    <a:pt x="370522" y="190024"/>
                  </a:lnTo>
                  <a:lnTo>
                    <a:pt x="368618" y="187643"/>
                  </a:lnTo>
                  <a:lnTo>
                    <a:pt x="366713" y="186690"/>
                  </a:lnTo>
                  <a:lnTo>
                    <a:pt x="365284" y="185738"/>
                  </a:lnTo>
                  <a:lnTo>
                    <a:pt x="365760" y="184785"/>
                  </a:lnTo>
                  <a:lnTo>
                    <a:pt x="366713" y="183833"/>
                  </a:lnTo>
                  <a:lnTo>
                    <a:pt x="366236" y="182880"/>
                  </a:lnTo>
                  <a:lnTo>
                    <a:pt x="365284" y="181928"/>
                  </a:lnTo>
                  <a:lnTo>
                    <a:pt x="361950" y="180499"/>
                  </a:lnTo>
                  <a:lnTo>
                    <a:pt x="361950" y="180023"/>
                  </a:lnTo>
                  <a:lnTo>
                    <a:pt x="364807" y="178594"/>
                  </a:lnTo>
                  <a:lnTo>
                    <a:pt x="366713" y="177165"/>
                  </a:lnTo>
                  <a:lnTo>
                    <a:pt x="368141" y="175736"/>
                  </a:lnTo>
                  <a:lnTo>
                    <a:pt x="369570" y="172403"/>
                  </a:lnTo>
                  <a:lnTo>
                    <a:pt x="370999" y="169069"/>
                  </a:lnTo>
                  <a:lnTo>
                    <a:pt x="371951" y="168116"/>
                  </a:lnTo>
                  <a:lnTo>
                    <a:pt x="372427" y="165735"/>
                  </a:lnTo>
                  <a:lnTo>
                    <a:pt x="372427" y="163354"/>
                  </a:lnTo>
                  <a:lnTo>
                    <a:pt x="372903" y="160020"/>
                  </a:lnTo>
                  <a:lnTo>
                    <a:pt x="373380" y="157163"/>
                  </a:lnTo>
                  <a:lnTo>
                    <a:pt x="372427" y="155734"/>
                  </a:lnTo>
                  <a:lnTo>
                    <a:pt x="371475" y="153829"/>
                  </a:lnTo>
                  <a:lnTo>
                    <a:pt x="372427" y="150495"/>
                  </a:lnTo>
                  <a:lnTo>
                    <a:pt x="373856" y="148114"/>
                  </a:lnTo>
                  <a:lnTo>
                    <a:pt x="381476" y="145733"/>
                  </a:lnTo>
                  <a:lnTo>
                    <a:pt x="386715" y="143351"/>
                  </a:lnTo>
                  <a:lnTo>
                    <a:pt x="387668" y="142399"/>
                  </a:lnTo>
                  <a:lnTo>
                    <a:pt x="389572" y="140494"/>
                  </a:lnTo>
                  <a:lnTo>
                    <a:pt x="390525" y="138589"/>
                  </a:lnTo>
                  <a:lnTo>
                    <a:pt x="390049" y="138113"/>
                  </a:lnTo>
                  <a:lnTo>
                    <a:pt x="385763" y="138113"/>
                  </a:lnTo>
                  <a:lnTo>
                    <a:pt x="384810" y="137160"/>
                  </a:lnTo>
                  <a:lnTo>
                    <a:pt x="381952" y="130493"/>
                  </a:lnTo>
                  <a:lnTo>
                    <a:pt x="383381" y="122873"/>
                  </a:lnTo>
                  <a:lnTo>
                    <a:pt x="383381" y="120015"/>
                  </a:lnTo>
                  <a:lnTo>
                    <a:pt x="383381" y="116205"/>
                  </a:lnTo>
                  <a:lnTo>
                    <a:pt x="382905" y="113348"/>
                  </a:lnTo>
                  <a:lnTo>
                    <a:pt x="381476" y="112395"/>
                  </a:lnTo>
                  <a:lnTo>
                    <a:pt x="380524" y="110966"/>
                  </a:lnTo>
                  <a:lnTo>
                    <a:pt x="380524" y="107156"/>
                  </a:lnTo>
                  <a:lnTo>
                    <a:pt x="381952" y="106680"/>
                  </a:lnTo>
                  <a:lnTo>
                    <a:pt x="384810" y="101441"/>
                  </a:lnTo>
                  <a:lnTo>
                    <a:pt x="385763" y="98108"/>
                  </a:lnTo>
                  <a:lnTo>
                    <a:pt x="384334" y="95726"/>
                  </a:lnTo>
                  <a:lnTo>
                    <a:pt x="382905" y="92393"/>
                  </a:lnTo>
                  <a:lnTo>
                    <a:pt x="382428" y="90011"/>
                  </a:lnTo>
                  <a:lnTo>
                    <a:pt x="381952" y="89059"/>
                  </a:lnTo>
                  <a:lnTo>
                    <a:pt x="382905" y="87630"/>
                  </a:lnTo>
                  <a:lnTo>
                    <a:pt x="384810" y="88106"/>
                  </a:lnTo>
                  <a:close/>
                  <a:moveTo>
                    <a:pt x="180022" y="321469"/>
                  </a:moveTo>
                  <a:lnTo>
                    <a:pt x="178118" y="323374"/>
                  </a:lnTo>
                  <a:lnTo>
                    <a:pt x="178118" y="323374"/>
                  </a:lnTo>
                  <a:lnTo>
                    <a:pt x="180499" y="320516"/>
                  </a:lnTo>
                  <a:lnTo>
                    <a:pt x="180499" y="320516"/>
                  </a:lnTo>
                  <a:lnTo>
                    <a:pt x="180022" y="321469"/>
                  </a:lnTo>
                  <a:close/>
                </a:path>
              </a:pathLst>
            </a:custGeom>
            <a:grpFill/>
            <a:ln w="317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6FD6529-D086-41D6-BF8B-614CBD7A0CDD}"/>
                </a:ext>
              </a:extLst>
            </p:cNvPr>
            <p:cNvSpPr/>
            <p:nvPr/>
          </p:nvSpPr>
          <p:spPr>
            <a:xfrm>
              <a:off x="6281261" y="5054917"/>
              <a:ext cx="557688" cy="456723"/>
            </a:xfrm>
            <a:custGeom>
              <a:avLst/>
              <a:gdLst>
                <a:gd name="connsiteX0" fmla="*/ 547211 w 557688"/>
                <a:gd name="connsiteY0" fmla="*/ 167640 h 456723"/>
                <a:gd name="connsiteX1" fmla="*/ 543401 w 557688"/>
                <a:gd name="connsiteY1" fmla="*/ 167640 h 456723"/>
                <a:gd name="connsiteX2" fmla="*/ 539115 w 557688"/>
                <a:gd name="connsiteY2" fmla="*/ 167640 h 456723"/>
                <a:gd name="connsiteX3" fmla="*/ 533876 w 557688"/>
                <a:gd name="connsiteY3" fmla="*/ 166688 h 456723"/>
                <a:gd name="connsiteX4" fmla="*/ 531019 w 557688"/>
                <a:gd name="connsiteY4" fmla="*/ 166688 h 456723"/>
                <a:gd name="connsiteX5" fmla="*/ 530066 w 557688"/>
                <a:gd name="connsiteY5" fmla="*/ 166211 h 456723"/>
                <a:gd name="connsiteX6" fmla="*/ 528161 w 557688"/>
                <a:gd name="connsiteY6" fmla="*/ 165735 h 456723"/>
                <a:gd name="connsiteX7" fmla="*/ 527209 w 557688"/>
                <a:gd name="connsiteY7" fmla="*/ 165735 h 456723"/>
                <a:gd name="connsiteX8" fmla="*/ 526256 w 557688"/>
                <a:gd name="connsiteY8" fmla="*/ 170974 h 456723"/>
                <a:gd name="connsiteX9" fmla="*/ 525303 w 557688"/>
                <a:gd name="connsiteY9" fmla="*/ 178594 h 456723"/>
                <a:gd name="connsiteX10" fmla="*/ 525780 w 557688"/>
                <a:gd name="connsiteY10" fmla="*/ 183356 h 456723"/>
                <a:gd name="connsiteX11" fmla="*/ 518636 w 557688"/>
                <a:gd name="connsiteY11" fmla="*/ 183356 h 456723"/>
                <a:gd name="connsiteX12" fmla="*/ 509111 w 557688"/>
                <a:gd name="connsiteY12" fmla="*/ 182880 h 456723"/>
                <a:gd name="connsiteX13" fmla="*/ 502444 w 557688"/>
                <a:gd name="connsiteY13" fmla="*/ 180975 h 456723"/>
                <a:gd name="connsiteX14" fmla="*/ 495300 w 557688"/>
                <a:gd name="connsiteY14" fmla="*/ 176213 h 456723"/>
                <a:gd name="connsiteX15" fmla="*/ 491014 w 557688"/>
                <a:gd name="connsiteY15" fmla="*/ 169069 h 456723"/>
                <a:gd name="connsiteX16" fmla="*/ 489109 w 557688"/>
                <a:gd name="connsiteY16" fmla="*/ 164782 h 456723"/>
                <a:gd name="connsiteX17" fmla="*/ 486727 w 557688"/>
                <a:gd name="connsiteY17" fmla="*/ 164306 h 456723"/>
                <a:gd name="connsiteX18" fmla="*/ 486251 w 557688"/>
                <a:gd name="connsiteY18" fmla="*/ 163354 h 456723"/>
                <a:gd name="connsiteX19" fmla="*/ 486251 w 557688"/>
                <a:gd name="connsiteY19" fmla="*/ 158115 h 456723"/>
                <a:gd name="connsiteX20" fmla="*/ 486251 w 557688"/>
                <a:gd name="connsiteY20" fmla="*/ 152400 h 456723"/>
                <a:gd name="connsiteX21" fmla="*/ 486727 w 557688"/>
                <a:gd name="connsiteY21" fmla="*/ 150971 h 456723"/>
                <a:gd name="connsiteX22" fmla="*/ 491490 w 557688"/>
                <a:gd name="connsiteY22" fmla="*/ 143827 h 456723"/>
                <a:gd name="connsiteX23" fmla="*/ 494347 w 557688"/>
                <a:gd name="connsiteY23" fmla="*/ 139541 h 456723"/>
                <a:gd name="connsiteX24" fmla="*/ 496252 w 557688"/>
                <a:gd name="connsiteY24" fmla="*/ 135255 h 456723"/>
                <a:gd name="connsiteX25" fmla="*/ 500539 w 557688"/>
                <a:gd name="connsiteY25" fmla="*/ 130492 h 456723"/>
                <a:gd name="connsiteX26" fmla="*/ 504825 w 557688"/>
                <a:gd name="connsiteY26" fmla="*/ 127159 h 456723"/>
                <a:gd name="connsiteX27" fmla="*/ 506253 w 557688"/>
                <a:gd name="connsiteY27" fmla="*/ 126682 h 456723"/>
                <a:gd name="connsiteX28" fmla="*/ 507206 w 557688"/>
                <a:gd name="connsiteY28" fmla="*/ 126682 h 456723"/>
                <a:gd name="connsiteX29" fmla="*/ 514826 w 557688"/>
                <a:gd name="connsiteY29" fmla="*/ 130969 h 456723"/>
                <a:gd name="connsiteX30" fmla="*/ 522922 w 557688"/>
                <a:gd name="connsiteY30" fmla="*/ 135255 h 456723"/>
                <a:gd name="connsiteX31" fmla="*/ 524827 w 557688"/>
                <a:gd name="connsiteY31" fmla="*/ 134779 h 456723"/>
                <a:gd name="connsiteX32" fmla="*/ 525780 w 557688"/>
                <a:gd name="connsiteY32" fmla="*/ 134302 h 456723"/>
                <a:gd name="connsiteX33" fmla="*/ 525303 w 557688"/>
                <a:gd name="connsiteY33" fmla="*/ 131921 h 456723"/>
                <a:gd name="connsiteX34" fmla="*/ 524827 w 557688"/>
                <a:gd name="connsiteY34" fmla="*/ 128111 h 456723"/>
                <a:gd name="connsiteX35" fmla="*/ 527209 w 557688"/>
                <a:gd name="connsiteY35" fmla="*/ 122872 h 456723"/>
                <a:gd name="connsiteX36" fmla="*/ 527209 w 557688"/>
                <a:gd name="connsiteY36" fmla="*/ 112871 h 456723"/>
                <a:gd name="connsiteX37" fmla="*/ 527685 w 557688"/>
                <a:gd name="connsiteY37" fmla="*/ 109538 h 456723"/>
                <a:gd name="connsiteX38" fmla="*/ 527685 w 557688"/>
                <a:gd name="connsiteY38" fmla="*/ 102870 h 456723"/>
                <a:gd name="connsiteX39" fmla="*/ 527685 w 557688"/>
                <a:gd name="connsiteY39" fmla="*/ 94774 h 456723"/>
                <a:gd name="connsiteX40" fmla="*/ 527685 w 557688"/>
                <a:gd name="connsiteY40" fmla="*/ 87630 h 456723"/>
                <a:gd name="connsiteX41" fmla="*/ 527685 w 557688"/>
                <a:gd name="connsiteY41" fmla="*/ 81439 h 456723"/>
                <a:gd name="connsiteX42" fmla="*/ 527209 w 557688"/>
                <a:gd name="connsiteY42" fmla="*/ 78581 h 456723"/>
                <a:gd name="connsiteX43" fmla="*/ 526732 w 557688"/>
                <a:gd name="connsiteY43" fmla="*/ 77152 h 456723"/>
                <a:gd name="connsiteX44" fmla="*/ 525303 w 557688"/>
                <a:gd name="connsiteY44" fmla="*/ 73819 h 456723"/>
                <a:gd name="connsiteX45" fmla="*/ 523399 w 557688"/>
                <a:gd name="connsiteY45" fmla="*/ 66675 h 456723"/>
                <a:gd name="connsiteX46" fmla="*/ 521494 w 557688"/>
                <a:gd name="connsiteY46" fmla="*/ 61436 h 456723"/>
                <a:gd name="connsiteX47" fmla="*/ 519113 w 557688"/>
                <a:gd name="connsiteY47" fmla="*/ 58102 h 456723"/>
                <a:gd name="connsiteX48" fmla="*/ 518160 w 557688"/>
                <a:gd name="connsiteY48" fmla="*/ 56197 h 456723"/>
                <a:gd name="connsiteX49" fmla="*/ 517207 w 557688"/>
                <a:gd name="connsiteY49" fmla="*/ 53816 h 456723"/>
                <a:gd name="connsiteX50" fmla="*/ 514826 w 557688"/>
                <a:gd name="connsiteY50" fmla="*/ 49530 h 456723"/>
                <a:gd name="connsiteX51" fmla="*/ 512921 w 557688"/>
                <a:gd name="connsiteY51" fmla="*/ 47149 h 456723"/>
                <a:gd name="connsiteX52" fmla="*/ 512445 w 557688"/>
                <a:gd name="connsiteY52" fmla="*/ 45244 h 456723"/>
                <a:gd name="connsiteX53" fmla="*/ 512445 w 557688"/>
                <a:gd name="connsiteY53" fmla="*/ 40005 h 456723"/>
                <a:gd name="connsiteX54" fmla="*/ 510064 w 557688"/>
                <a:gd name="connsiteY54" fmla="*/ 30480 h 456723"/>
                <a:gd name="connsiteX55" fmla="*/ 508635 w 557688"/>
                <a:gd name="connsiteY55" fmla="*/ 23813 h 456723"/>
                <a:gd name="connsiteX56" fmla="*/ 506253 w 557688"/>
                <a:gd name="connsiteY56" fmla="*/ 16669 h 456723"/>
                <a:gd name="connsiteX57" fmla="*/ 504825 w 557688"/>
                <a:gd name="connsiteY57" fmla="*/ 11906 h 456723"/>
                <a:gd name="connsiteX58" fmla="*/ 504349 w 557688"/>
                <a:gd name="connsiteY58" fmla="*/ 10954 h 456723"/>
                <a:gd name="connsiteX59" fmla="*/ 504349 w 557688"/>
                <a:gd name="connsiteY59" fmla="*/ 9049 h 456723"/>
                <a:gd name="connsiteX60" fmla="*/ 501491 w 557688"/>
                <a:gd name="connsiteY60" fmla="*/ 7144 h 456723"/>
                <a:gd name="connsiteX61" fmla="*/ 497205 w 557688"/>
                <a:gd name="connsiteY61" fmla="*/ 5715 h 456723"/>
                <a:gd name="connsiteX62" fmla="*/ 491966 w 557688"/>
                <a:gd name="connsiteY62" fmla="*/ 5239 h 456723"/>
                <a:gd name="connsiteX63" fmla="*/ 484822 w 557688"/>
                <a:gd name="connsiteY63" fmla="*/ 5715 h 456723"/>
                <a:gd name="connsiteX64" fmla="*/ 476250 w 557688"/>
                <a:gd name="connsiteY64" fmla="*/ 6667 h 456723"/>
                <a:gd name="connsiteX65" fmla="*/ 467201 w 557688"/>
                <a:gd name="connsiteY65" fmla="*/ 5239 h 456723"/>
                <a:gd name="connsiteX66" fmla="*/ 457200 w 557688"/>
                <a:gd name="connsiteY66" fmla="*/ 1429 h 456723"/>
                <a:gd name="connsiteX67" fmla="*/ 449103 w 557688"/>
                <a:gd name="connsiteY67" fmla="*/ 0 h 456723"/>
                <a:gd name="connsiteX68" fmla="*/ 439578 w 557688"/>
                <a:gd name="connsiteY68" fmla="*/ 1429 h 456723"/>
                <a:gd name="connsiteX69" fmla="*/ 439102 w 557688"/>
                <a:gd name="connsiteY69" fmla="*/ 1429 h 456723"/>
                <a:gd name="connsiteX70" fmla="*/ 431006 w 557688"/>
                <a:gd name="connsiteY70" fmla="*/ 1905 h 456723"/>
                <a:gd name="connsiteX71" fmla="*/ 427196 w 557688"/>
                <a:gd name="connsiteY71" fmla="*/ 4286 h 456723"/>
                <a:gd name="connsiteX72" fmla="*/ 424815 w 557688"/>
                <a:gd name="connsiteY72" fmla="*/ 8572 h 456723"/>
                <a:gd name="connsiteX73" fmla="*/ 421005 w 557688"/>
                <a:gd name="connsiteY73" fmla="*/ 11430 h 456723"/>
                <a:gd name="connsiteX74" fmla="*/ 416243 w 557688"/>
                <a:gd name="connsiteY74" fmla="*/ 13335 h 456723"/>
                <a:gd name="connsiteX75" fmla="*/ 411003 w 557688"/>
                <a:gd name="connsiteY75" fmla="*/ 14764 h 456723"/>
                <a:gd name="connsiteX76" fmla="*/ 405289 w 557688"/>
                <a:gd name="connsiteY76" fmla="*/ 15716 h 456723"/>
                <a:gd name="connsiteX77" fmla="*/ 399574 w 557688"/>
                <a:gd name="connsiteY77" fmla="*/ 19050 h 456723"/>
                <a:gd name="connsiteX78" fmla="*/ 393382 w 557688"/>
                <a:gd name="connsiteY78" fmla="*/ 25241 h 456723"/>
                <a:gd name="connsiteX79" fmla="*/ 390049 w 557688"/>
                <a:gd name="connsiteY79" fmla="*/ 29051 h 456723"/>
                <a:gd name="connsiteX80" fmla="*/ 390049 w 557688"/>
                <a:gd name="connsiteY80" fmla="*/ 30480 h 456723"/>
                <a:gd name="connsiteX81" fmla="*/ 388620 w 557688"/>
                <a:gd name="connsiteY81" fmla="*/ 31909 h 456723"/>
                <a:gd name="connsiteX82" fmla="*/ 385763 w 557688"/>
                <a:gd name="connsiteY82" fmla="*/ 33338 h 456723"/>
                <a:gd name="connsiteX83" fmla="*/ 384334 w 557688"/>
                <a:gd name="connsiteY83" fmla="*/ 34766 h 456723"/>
                <a:gd name="connsiteX84" fmla="*/ 383857 w 557688"/>
                <a:gd name="connsiteY84" fmla="*/ 36671 h 456723"/>
                <a:gd name="connsiteX85" fmla="*/ 382428 w 557688"/>
                <a:gd name="connsiteY85" fmla="*/ 37624 h 456723"/>
                <a:gd name="connsiteX86" fmla="*/ 380047 w 557688"/>
                <a:gd name="connsiteY86" fmla="*/ 37624 h 456723"/>
                <a:gd name="connsiteX87" fmla="*/ 378143 w 557688"/>
                <a:gd name="connsiteY87" fmla="*/ 39052 h 456723"/>
                <a:gd name="connsiteX88" fmla="*/ 377190 w 557688"/>
                <a:gd name="connsiteY88" fmla="*/ 41434 h 456723"/>
                <a:gd name="connsiteX89" fmla="*/ 374809 w 557688"/>
                <a:gd name="connsiteY89" fmla="*/ 42863 h 456723"/>
                <a:gd name="connsiteX90" fmla="*/ 371475 w 557688"/>
                <a:gd name="connsiteY90" fmla="*/ 43339 h 456723"/>
                <a:gd name="connsiteX91" fmla="*/ 368618 w 557688"/>
                <a:gd name="connsiteY91" fmla="*/ 44767 h 456723"/>
                <a:gd name="connsiteX92" fmla="*/ 366236 w 557688"/>
                <a:gd name="connsiteY92" fmla="*/ 47149 h 456723"/>
                <a:gd name="connsiteX93" fmla="*/ 364331 w 557688"/>
                <a:gd name="connsiteY93" fmla="*/ 48101 h 456723"/>
                <a:gd name="connsiteX94" fmla="*/ 362902 w 557688"/>
                <a:gd name="connsiteY94" fmla="*/ 48101 h 456723"/>
                <a:gd name="connsiteX95" fmla="*/ 360997 w 557688"/>
                <a:gd name="connsiteY95" fmla="*/ 50006 h 456723"/>
                <a:gd name="connsiteX96" fmla="*/ 357664 w 557688"/>
                <a:gd name="connsiteY96" fmla="*/ 54292 h 456723"/>
                <a:gd name="connsiteX97" fmla="*/ 357188 w 557688"/>
                <a:gd name="connsiteY97" fmla="*/ 56197 h 456723"/>
                <a:gd name="connsiteX98" fmla="*/ 352425 w 557688"/>
                <a:gd name="connsiteY98" fmla="*/ 73342 h 456723"/>
                <a:gd name="connsiteX99" fmla="*/ 350044 w 557688"/>
                <a:gd name="connsiteY99" fmla="*/ 75247 h 456723"/>
                <a:gd name="connsiteX100" fmla="*/ 345281 w 557688"/>
                <a:gd name="connsiteY100" fmla="*/ 78581 h 456723"/>
                <a:gd name="connsiteX101" fmla="*/ 341471 w 557688"/>
                <a:gd name="connsiteY101" fmla="*/ 82867 h 456723"/>
                <a:gd name="connsiteX102" fmla="*/ 339566 w 557688"/>
                <a:gd name="connsiteY102" fmla="*/ 85249 h 456723"/>
                <a:gd name="connsiteX103" fmla="*/ 337661 w 557688"/>
                <a:gd name="connsiteY103" fmla="*/ 86201 h 456723"/>
                <a:gd name="connsiteX104" fmla="*/ 328613 w 557688"/>
                <a:gd name="connsiteY104" fmla="*/ 88106 h 456723"/>
                <a:gd name="connsiteX105" fmla="*/ 325278 w 557688"/>
                <a:gd name="connsiteY105" fmla="*/ 89059 h 456723"/>
                <a:gd name="connsiteX106" fmla="*/ 320993 w 557688"/>
                <a:gd name="connsiteY106" fmla="*/ 90488 h 456723"/>
                <a:gd name="connsiteX107" fmla="*/ 320040 w 557688"/>
                <a:gd name="connsiteY107" fmla="*/ 91916 h 456723"/>
                <a:gd name="connsiteX108" fmla="*/ 319088 w 557688"/>
                <a:gd name="connsiteY108" fmla="*/ 97155 h 456723"/>
                <a:gd name="connsiteX109" fmla="*/ 316230 w 557688"/>
                <a:gd name="connsiteY109" fmla="*/ 104775 h 456723"/>
                <a:gd name="connsiteX110" fmla="*/ 313849 w 557688"/>
                <a:gd name="connsiteY110" fmla="*/ 110490 h 456723"/>
                <a:gd name="connsiteX111" fmla="*/ 312420 w 557688"/>
                <a:gd name="connsiteY111" fmla="*/ 115252 h 456723"/>
                <a:gd name="connsiteX112" fmla="*/ 310039 w 557688"/>
                <a:gd name="connsiteY112" fmla="*/ 121444 h 456723"/>
                <a:gd name="connsiteX113" fmla="*/ 307657 w 557688"/>
                <a:gd name="connsiteY113" fmla="*/ 123349 h 456723"/>
                <a:gd name="connsiteX114" fmla="*/ 305276 w 557688"/>
                <a:gd name="connsiteY114" fmla="*/ 125254 h 456723"/>
                <a:gd name="connsiteX115" fmla="*/ 301943 w 557688"/>
                <a:gd name="connsiteY115" fmla="*/ 126206 h 456723"/>
                <a:gd name="connsiteX116" fmla="*/ 297656 w 557688"/>
                <a:gd name="connsiteY116" fmla="*/ 126682 h 456723"/>
                <a:gd name="connsiteX117" fmla="*/ 293370 w 557688"/>
                <a:gd name="connsiteY117" fmla="*/ 126682 h 456723"/>
                <a:gd name="connsiteX118" fmla="*/ 290036 w 557688"/>
                <a:gd name="connsiteY118" fmla="*/ 126682 h 456723"/>
                <a:gd name="connsiteX119" fmla="*/ 285750 w 557688"/>
                <a:gd name="connsiteY119" fmla="*/ 128588 h 456723"/>
                <a:gd name="connsiteX120" fmla="*/ 281464 w 557688"/>
                <a:gd name="connsiteY120" fmla="*/ 128588 h 456723"/>
                <a:gd name="connsiteX121" fmla="*/ 274796 w 557688"/>
                <a:gd name="connsiteY121" fmla="*/ 127159 h 456723"/>
                <a:gd name="connsiteX122" fmla="*/ 269557 w 557688"/>
                <a:gd name="connsiteY122" fmla="*/ 125730 h 456723"/>
                <a:gd name="connsiteX123" fmla="*/ 267176 w 557688"/>
                <a:gd name="connsiteY123" fmla="*/ 125254 h 456723"/>
                <a:gd name="connsiteX124" fmla="*/ 262414 w 557688"/>
                <a:gd name="connsiteY124" fmla="*/ 121444 h 456723"/>
                <a:gd name="connsiteX125" fmla="*/ 259556 w 557688"/>
                <a:gd name="connsiteY125" fmla="*/ 121444 h 456723"/>
                <a:gd name="connsiteX126" fmla="*/ 254794 w 557688"/>
                <a:gd name="connsiteY126" fmla="*/ 120967 h 456723"/>
                <a:gd name="connsiteX127" fmla="*/ 252413 w 557688"/>
                <a:gd name="connsiteY127" fmla="*/ 120015 h 456723"/>
                <a:gd name="connsiteX128" fmla="*/ 250031 w 557688"/>
                <a:gd name="connsiteY128" fmla="*/ 118110 h 456723"/>
                <a:gd name="connsiteX129" fmla="*/ 244793 w 557688"/>
                <a:gd name="connsiteY129" fmla="*/ 114300 h 456723"/>
                <a:gd name="connsiteX130" fmla="*/ 239553 w 557688"/>
                <a:gd name="connsiteY130" fmla="*/ 110966 h 456723"/>
                <a:gd name="connsiteX131" fmla="*/ 235268 w 557688"/>
                <a:gd name="connsiteY131" fmla="*/ 109061 h 456723"/>
                <a:gd name="connsiteX132" fmla="*/ 230981 w 557688"/>
                <a:gd name="connsiteY132" fmla="*/ 108109 h 456723"/>
                <a:gd name="connsiteX133" fmla="*/ 227171 w 557688"/>
                <a:gd name="connsiteY133" fmla="*/ 109061 h 456723"/>
                <a:gd name="connsiteX134" fmla="*/ 223838 w 557688"/>
                <a:gd name="connsiteY134" fmla="*/ 110014 h 456723"/>
                <a:gd name="connsiteX135" fmla="*/ 222409 w 557688"/>
                <a:gd name="connsiteY135" fmla="*/ 110490 h 456723"/>
                <a:gd name="connsiteX136" fmla="*/ 220027 w 557688"/>
                <a:gd name="connsiteY136" fmla="*/ 111919 h 456723"/>
                <a:gd name="connsiteX137" fmla="*/ 217646 w 557688"/>
                <a:gd name="connsiteY137" fmla="*/ 115252 h 456723"/>
                <a:gd name="connsiteX138" fmla="*/ 215741 w 557688"/>
                <a:gd name="connsiteY138" fmla="*/ 120015 h 456723"/>
                <a:gd name="connsiteX139" fmla="*/ 214789 w 557688"/>
                <a:gd name="connsiteY139" fmla="*/ 122872 h 456723"/>
                <a:gd name="connsiteX140" fmla="*/ 212407 w 557688"/>
                <a:gd name="connsiteY140" fmla="*/ 129064 h 456723"/>
                <a:gd name="connsiteX141" fmla="*/ 209550 w 557688"/>
                <a:gd name="connsiteY141" fmla="*/ 136684 h 456723"/>
                <a:gd name="connsiteX142" fmla="*/ 208121 w 557688"/>
                <a:gd name="connsiteY142" fmla="*/ 139065 h 456723"/>
                <a:gd name="connsiteX143" fmla="*/ 206693 w 557688"/>
                <a:gd name="connsiteY143" fmla="*/ 140494 h 456723"/>
                <a:gd name="connsiteX144" fmla="*/ 203835 w 557688"/>
                <a:gd name="connsiteY144" fmla="*/ 141922 h 456723"/>
                <a:gd name="connsiteX145" fmla="*/ 195263 w 557688"/>
                <a:gd name="connsiteY145" fmla="*/ 148114 h 456723"/>
                <a:gd name="connsiteX146" fmla="*/ 190976 w 557688"/>
                <a:gd name="connsiteY146" fmla="*/ 154781 h 456723"/>
                <a:gd name="connsiteX147" fmla="*/ 188119 w 557688"/>
                <a:gd name="connsiteY147" fmla="*/ 156686 h 456723"/>
                <a:gd name="connsiteX148" fmla="*/ 184785 w 557688"/>
                <a:gd name="connsiteY148" fmla="*/ 157639 h 456723"/>
                <a:gd name="connsiteX149" fmla="*/ 181927 w 557688"/>
                <a:gd name="connsiteY149" fmla="*/ 158115 h 456723"/>
                <a:gd name="connsiteX150" fmla="*/ 180499 w 557688"/>
                <a:gd name="connsiteY150" fmla="*/ 159067 h 456723"/>
                <a:gd name="connsiteX151" fmla="*/ 178594 w 557688"/>
                <a:gd name="connsiteY151" fmla="*/ 162401 h 456723"/>
                <a:gd name="connsiteX152" fmla="*/ 177165 w 557688"/>
                <a:gd name="connsiteY152" fmla="*/ 163830 h 456723"/>
                <a:gd name="connsiteX153" fmla="*/ 175736 w 557688"/>
                <a:gd name="connsiteY153" fmla="*/ 164306 h 456723"/>
                <a:gd name="connsiteX154" fmla="*/ 170974 w 557688"/>
                <a:gd name="connsiteY154" fmla="*/ 163830 h 456723"/>
                <a:gd name="connsiteX155" fmla="*/ 169545 w 557688"/>
                <a:gd name="connsiteY155" fmla="*/ 163354 h 456723"/>
                <a:gd name="connsiteX156" fmla="*/ 156686 w 557688"/>
                <a:gd name="connsiteY156" fmla="*/ 163830 h 456723"/>
                <a:gd name="connsiteX157" fmla="*/ 152876 w 557688"/>
                <a:gd name="connsiteY157" fmla="*/ 162877 h 456723"/>
                <a:gd name="connsiteX158" fmla="*/ 150019 w 557688"/>
                <a:gd name="connsiteY158" fmla="*/ 162401 h 456723"/>
                <a:gd name="connsiteX159" fmla="*/ 145732 w 557688"/>
                <a:gd name="connsiteY159" fmla="*/ 163830 h 456723"/>
                <a:gd name="connsiteX160" fmla="*/ 143827 w 557688"/>
                <a:gd name="connsiteY160" fmla="*/ 162877 h 456723"/>
                <a:gd name="connsiteX161" fmla="*/ 142399 w 557688"/>
                <a:gd name="connsiteY161" fmla="*/ 160020 h 456723"/>
                <a:gd name="connsiteX162" fmla="*/ 141446 w 557688"/>
                <a:gd name="connsiteY162" fmla="*/ 154305 h 456723"/>
                <a:gd name="connsiteX163" fmla="*/ 141446 w 557688"/>
                <a:gd name="connsiteY163" fmla="*/ 149542 h 456723"/>
                <a:gd name="connsiteX164" fmla="*/ 143827 w 557688"/>
                <a:gd name="connsiteY164" fmla="*/ 145732 h 456723"/>
                <a:gd name="connsiteX165" fmla="*/ 145732 w 557688"/>
                <a:gd name="connsiteY165" fmla="*/ 142875 h 456723"/>
                <a:gd name="connsiteX166" fmla="*/ 147638 w 557688"/>
                <a:gd name="connsiteY166" fmla="*/ 139065 h 456723"/>
                <a:gd name="connsiteX167" fmla="*/ 148114 w 557688"/>
                <a:gd name="connsiteY167" fmla="*/ 137636 h 456723"/>
                <a:gd name="connsiteX168" fmla="*/ 147638 w 557688"/>
                <a:gd name="connsiteY168" fmla="*/ 136207 h 456723"/>
                <a:gd name="connsiteX169" fmla="*/ 147161 w 557688"/>
                <a:gd name="connsiteY169" fmla="*/ 133350 h 456723"/>
                <a:gd name="connsiteX170" fmla="*/ 147161 w 557688"/>
                <a:gd name="connsiteY170" fmla="*/ 130492 h 456723"/>
                <a:gd name="connsiteX171" fmla="*/ 144303 w 557688"/>
                <a:gd name="connsiteY171" fmla="*/ 123825 h 456723"/>
                <a:gd name="connsiteX172" fmla="*/ 140970 w 557688"/>
                <a:gd name="connsiteY172" fmla="*/ 115252 h 456723"/>
                <a:gd name="connsiteX173" fmla="*/ 136207 w 557688"/>
                <a:gd name="connsiteY173" fmla="*/ 105727 h 456723"/>
                <a:gd name="connsiteX174" fmla="*/ 134778 w 557688"/>
                <a:gd name="connsiteY174" fmla="*/ 102870 h 456723"/>
                <a:gd name="connsiteX175" fmla="*/ 131921 w 557688"/>
                <a:gd name="connsiteY175" fmla="*/ 98584 h 456723"/>
                <a:gd name="connsiteX176" fmla="*/ 120968 w 557688"/>
                <a:gd name="connsiteY176" fmla="*/ 90488 h 456723"/>
                <a:gd name="connsiteX177" fmla="*/ 119539 w 557688"/>
                <a:gd name="connsiteY177" fmla="*/ 89535 h 456723"/>
                <a:gd name="connsiteX178" fmla="*/ 119539 w 557688"/>
                <a:gd name="connsiteY178" fmla="*/ 104775 h 456723"/>
                <a:gd name="connsiteX179" fmla="*/ 119539 w 557688"/>
                <a:gd name="connsiteY179" fmla="*/ 120491 h 456723"/>
                <a:gd name="connsiteX180" fmla="*/ 119539 w 557688"/>
                <a:gd name="connsiteY180" fmla="*/ 136684 h 456723"/>
                <a:gd name="connsiteX181" fmla="*/ 119539 w 557688"/>
                <a:gd name="connsiteY181" fmla="*/ 152876 h 456723"/>
                <a:gd name="connsiteX182" fmla="*/ 119539 w 557688"/>
                <a:gd name="connsiteY182" fmla="*/ 169069 h 456723"/>
                <a:gd name="connsiteX183" fmla="*/ 119539 w 557688"/>
                <a:gd name="connsiteY183" fmla="*/ 185261 h 456723"/>
                <a:gd name="connsiteX184" fmla="*/ 119539 w 557688"/>
                <a:gd name="connsiteY184" fmla="*/ 201454 h 456723"/>
                <a:gd name="connsiteX185" fmla="*/ 119539 w 557688"/>
                <a:gd name="connsiteY185" fmla="*/ 217646 h 456723"/>
                <a:gd name="connsiteX186" fmla="*/ 119539 w 557688"/>
                <a:gd name="connsiteY186" fmla="*/ 222885 h 456723"/>
                <a:gd name="connsiteX187" fmla="*/ 116205 w 557688"/>
                <a:gd name="connsiteY187" fmla="*/ 222885 h 456723"/>
                <a:gd name="connsiteX188" fmla="*/ 109061 w 557688"/>
                <a:gd name="connsiteY188" fmla="*/ 224790 h 456723"/>
                <a:gd name="connsiteX189" fmla="*/ 104775 w 557688"/>
                <a:gd name="connsiteY189" fmla="*/ 227171 h 456723"/>
                <a:gd name="connsiteX190" fmla="*/ 102870 w 557688"/>
                <a:gd name="connsiteY190" fmla="*/ 230505 h 456723"/>
                <a:gd name="connsiteX191" fmla="*/ 100489 w 557688"/>
                <a:gd name="connsiteY191" fmla="*/ 232410 h 456723"/>
                <a:gd name="connsiteX192" fmla="*/ 97155 w 557688"/>
                <a:gd name="connsiteY192" fmla="*/ 232886 h 456723"/>
                <a:gd name="connsiteX193" fmla="*/ 95726 w 557688"/>
                <a:gd name="connsiteY193" fmla="*/ 234315 h 456723"/>
                <a:gd name="connsiteX194" fmla="*/ 96202 w 557688"/>
                <a:gd name="connsiteY194" fmla="*/ 236696 h 456723"/>
                <a:gd name="connsiteX195" fmla="*/ 94774 w 557688"/>
                <a:gd name="connsiteY195" fmla="*/ 238601 h 456723"/>
                <a:gd name="connsiteX196" fmla="*/ 91916 w 557688"/>
                <a:gd name="connsiteY196" fmla="*/ 240030 h 456723"/>
                <a:gd name="connsiteX197" fmla="*/ 87153 w 557688"/>
                <a:gd name="connsiteY197" fmla="*/ 239554 h 456723"/>
                <a:gd name="connsiteX198" fmla="*/ 80963 w 557688"/>
                <a:gd name="connsiteY198" fmla="*/ 237172 h 456723"/>
                <a:gd name="connsiteX199" fmla="*/ 72866 w 557688"/>
                <a:gd name="connsiteY199" fmla="*/ 236696 h 456723"/>
                <a:gd name="connsiteX200" fmla="*/ 62865 w 557688"/>
                <a:gd name="connsiteY200" fmla="*/ 237649 h 456723"/>
                <a:gd name="connsiteX201" fmla="*/ 55721 w 557688"/>
                <a:gd name="connsiteY201" fmla="*/ 237172 h 456723"/>
                <a:gd name="connsiteX202" fmla="*/ 51435 w 557688"/>
                <a:gd name="connsiteY202" fmla="*/ 234791 h 456723"/>
                <a:gd name="connsiteX203" fmla="*/ 46672 w 557688"/>
                <a:gd name="connsiteY203" fmla="*/ 233363 h 456723"/>
                <a:gd name="connsiteX204" fmla="*/ 41910 w 557688"/>
                <a:gd name="connsiteY204" fmla="*/ 232886 h 456723"/>
                <a:gd name="connsiteX205" fmla="*/ 39052 w 557688"/>
                <a:gd name="connsiteY205" fmla="*/ 231934 h 456723"/>
                <a:gd name="connsiteX206" fmla="*/ 33338 w 557688"/>
                <a:gd name="connsiteY206" fmla="*/ 230505 h 456723"/>
                <a:gd name="connsiteX207" fmla="*/ 32385 w 557688"/>
                <a:gd name="connsiteY207" fmla="*/ 227647 h 456723"/>
                <a:gd name="connsiteX208" fmla="*/ 31909 w 557688"/>
                <a:gd name="connsiteY208" fmla="*/ 225742 h 456723"/>
                <a:gd name="connsiteX209" fmla="*/ 30480 w 557688"/>
                <a:gd name="connsiteY209" fmla="*/ 223361 h 456723"/>
                <a:gd name="connsiteX210" fmla="*/ 30480 w 557688"/>
                <a:gd name="connsiteY210" fmla="*/ 221456 h 456723"/>
                <a:gd name="connsiteX211" fmla="*/ 31909 w 557688"/>
                <a:gd name="connsiteY211" fmla="*/ 220027 h 456723"/>
                <a:gd name="connsiteX212" fmla="*/ 31909 w 557688"/>
                <a:gd name="connsiteY212" fmla="*/ 217646 h 456723"/>
                <a:gd name="connsiteX213" fmla="*/ 30956 w 557688"/>
                <a:gd name="connsiteY213" fmla="*/ 214789 h 456723"/>
                <a:gd name="connsiteX214" fmla="*/ 29527 w 557688"/>
                <a:gd name="connsiteY214" fmla="*/ 213360 h 456723"/>
                <a:gd name="connsiteX215" fmla="*/ 27146 w 557688"/>
                <a:gd name="connsiteY215" fmla="*/ 213360 h 456723"/>
                <a:gd name="connsiteX216" fmla="*/ 25718 w 557688"/>
                <a:gd name="connsiteY216" fmla="*/ 212407 h 456723"/>
                <a:gd name="connsiteX217" fmla="*/ 25241 w 557688"/>
                <a:gd name="connsiteY217" fmla="*/ 210026 h 456723"/>
                <a:gd name="connsiteX218" fmla="*/ 23813 w 557688"/>
                <a:gd name="connsiteY218" fmla="*/ 208121 h 456723"/>
                <a:gd name="connsiteX219" fmla="*/ 20478 w 557688"/>
                <a:gd name="connsiteY219" fmla="*/ 206216 h 456723"/>
                <a:gd name="connsiteX220" fmla="*/ 16193 w 557688"/>
                <a:gd name="connsiteY220" fmla="*/ 207645 h 456723"/>
                <a:gd name="connsiteX221" fmla="*/ 14288 w 557688"/>
                <a:gd name="connsiteY221" fmla="*/ 209550 h 456723"/>
                <a:gd name="connsiteX222" fmla="*/ 13335 w 557688"/>
                <a:gd name="connsiteY222" fmla="*/ 212884 h 456723"/>
                <a:gd name="connsiteX223" fmla="*/ 12382 w 557688"/>
                <a:gd name="connsiteY223" fmla="*/ 214313 h 456723"/>
                <a:gd name="connsiteX224" fmla="*/ 11906 w 557688"/>
                <a:gd name="connsiteY224" fmla="*/ 217170 h 456723"/>
                <a:gd name="connsiteX225" fmla="*/ 11430 w 557688"/>
                <a:gd name="connsiteY225" fmla="*/ 219075 h 456723"/>
                <a:gd name="connsiteX226" fmla="*/ 10477 w 557688"/>
                <a:gd name="connsiteY226" fmla="*/ 220980 h 456723"/>
                <a:gd name="connsiteX227" fmla="*/ 9525 w 557688"/>
                <a:gd name="connsiteY227" fmla="*/ 221932 h 456723"/>
                <a:gd name="connsiteX228" fmla="*/ 8572 w 557688"/>
                <a:gd name="connsiteY228" fmla="*/ 221456 h 456723"/>
                <a:gd name="connsiteX229" fmla="*/ 6191 w 557688"/>
                <a:gd name="connsiteY229" fmla="*/ 222409 h 456723"/>
                <a:gd name="connsiteX230" fmla="*/ 1428 w 557688"/>
                <a:gd name="connsiteY230" fmla="*/ 225742 h 456723"/>
                <a:gd name="connsiteX231" fmla="*/ 0 w 557688"/>
                <a:gd name="connsiteY231" fmla="*/ 227171 h 456723"/>
                <a:gd name="connsiteX232" fmla="*/ 952 w 557688"/>
                <a:gd name="connsiteY232" fmla="*/ 228124 h 456723"/>
                <a:gd name="connsiteX233" fmla="*/ 9525 w 557688"/>
                <a:gd name="connsiteY233" fmla="*/ 241459 h 456723"/>
                <a:gd name="connsiteX234" fmla="*/ 16669 w 557688"/>
                <a:gd name="connsiteY234" fmla="*/ 255746 h 456723"/>
                <a:gd name="connsiteX235" fmla="*/ 24765 w 557688"/>
                <a:gd name="connsiteY235" fmla="*/ 281464 h 456723"/>
                <a:gd name="connsiteX236" fmla="*/ 30003 w 557688"/>
                <a:gd name="connsiteY236" fmla="*/ 294322 h 456723"/>
                <a:gd name="connsiteX237" fmla="*/ 41434 w 557688"/>
                <a:gd name="connsiteY237" fmla="*/ 315753 h 456723"/>
                <a:gd name="connsiteX238" fmla="*/ 50482 w 557688"/>
                <a:gd name="connsiteY238" fmla="*/ 329089 h 456723"/>
                <a:gd name="connsiteX239" fmla="*/ 58102 w 557688"/>
                <a:gd name="connsiteY239" fmla="*/ 339090 h 456723"/>
                <a:gd name="connsiteX240" fmla="*/ 59531 w 557688"/>
                <a:gd name="connsiteY240" fmla="*/ 342424 h 456723"/>
                <a:gd name="connsiteX241" fmla="*/ 62865 w 557688"/>
                <a:gd name="connsiteY241" fmla="*/ 356711 h 456723"/>
                <a:gd name="connsiteX242" fmla="*/ 63341 w 557688"/>
                <a:gd name="connsiteY242" fmla="*/ 362426 h 456723"/>
                <a:gd name="connsiteX243" fmla="*/ 63341 w 557688"/>
                <a:gd name="connsiteY243" fmla="*/ 370999 h 456723"/>
                <a:gd name="connsiteX244" fmla="*/ 60960 w 557688"/>
                <a:gd name="connsiteY244" fmla="*/ 376714 h 456723"/>
                <a:gd name="connsiteX245" fmla="*/ 56674 w 557688"/>
                <a:gd name="connsiteY245" fmla="*/ 380524 h 456723"/>
                <a:gd name="connsiteX246" fmla="*/ 53816 w 557688"/>
                <a:gd name="connsiteY246" fmla="*/ 381476 h 456723"/>
                <a:gd name="connsiteX247" fmla="*/ 51435 w 557688"/>
                <a:gd name="connsiteY247" fmla="*/ 379095 h 456723"/>
                <a:gd name="connsiteX248" fmla="*/ 49053 w 557688"/>
                <a:gd name="connsiteY248" fmla="*/ 380524 h 456723"/>
                <a:gd name="connsiteX249" fmla="*/ 47625 w 557688"/>
                <a:gd name="connsiteY249" fmla="*/ 383381 h 456723"/>
                <a:gd name="connsiteX250" fmla="*/ 48577 w 557688"/>
                <a:gd name="connsiteY250" fmla="*/ 388620 h 456723"/>
                <a:gd name="connsiteX251" fmla="*/ 51435 w 557688"/>
                <a:gd name="connsiteY251" fmla="*/ 391953 h 456723"/>
                <a:gd name="connsiteX252" fmla="*/ 52388 w 557688"/>
                <a:gd name="connsiteY252" fmla="*/ 395764 h 456723"/>
                <a:gd name="connsiteX253" fmla="*/ 55245 w 557688"/>
                <a:gd name="connsiteY253" fmla="*/ 397669 h 456723"/>
                <a:gd name="connsiteX254" fmla="*/ 58102 w 557688"/>
                <a:gd name="connsiteY254" fmla="*/ 403384 h 456723"/>
                <a:gd name="connsiteX255" fmla="*/ 61436 w 557688"/>
                <a:gd name="connsiteY255" fmla="*/ 405765 h 456723"/>
                <a:gd name="connsiteX256" fmla="*/ 62865 w 557688"/>
                <a:gd name="connsiteY256" fmla="*/ 409099 h 456723"/>
                <a:gd name="connsiteX257" fmla="*/ 67151 w 557688"/>
                <a:gd name="connsiteY257" fmla="*/ 416719 h 456723"/>
                <a:gd name="connsiteX258" fmla="*/ 68103 w 557688"/>
                <a:gd name="connsiteY258" fmla="*/ 419576 h 456723"/>
                <a:gd name="connsiteX259" fmla="*/ 68580 w 557688"/>
                <a:gd name="connsiteY259" fmla="*/ 422910 h 456723"/>
                <a:gd name="connsiteX260" fmla="*/ 64770 w 557688"/>
                <a:gd name="connsiteY260" fmla="*/ 424815 h 456723"/>
                <a:gd name="connsiteX261" fmla="*/ 64294 w 557688"/>
                <a:gd name="connsiteY261" fmla="*/ 430053 h 456723"/>
                <a:gd name="connsiteX262" fmla="*/ 64770 w 557688"/>
                <a:gd name="connsiteY262" fmla="*/ 434340 h 456723"/>
                <a:gd name="connsiteX263" fmla="*/ 66675 w 557688"/>
                <a:gd name="connsiteY263" fmla="*/ 438626 h 456723"/>
                <a:gd name="connsiteX264" fmla="*/ 68580 w 557688"/>
                <a:gd name="connsiteY264" fmla="*/ 440531 h 456723"/>
                <a:gd name="connsiteX265" fmla="*/ 68580 w 557688"/>
                <a:gd name="connsiteY265" fmla="*/ 433864 h 456723"/>
                <a:gd name="connsiteX266" fmla="*/ 70009 w 557688"/>
                <a:gd name="connsiteY266" fmla="*/ 431482 h 456723"/>
                <a:gd name="connsiteX267" fmla="*/ 70961 w 557688"/>
                <a:gd name="connsiteY267" fmla="*/ 430530 h 456723"/>
                <a:gd name="connsiteX268" fmla="*/ 73343 w 557688"/>
                <a:gd name="connsiteY268" fmla="*/ 430053 h 456723"/>
                <a:gd name="connsiteX269" fmla="*/ 76676 w 557688"/>
                <a:gd name="connsiteY269" fmla="*/ 430053 h 456723"/>
                <a:gd name="connsiteX270" fmla="*/ 78105 w 557688"/>
                <a:gd name="connsiteY270" fmla="*/ 430530 h 456723"/>
                <a:gd name="connsiteX271" fmla="*/ 80010 w 557688"/>
                <a:gd name="connsiteY271" fmla="*/ 431482 h 456723"/>
                <a:gd name="connsiteX272" fmla="*/ 80486 w 557688"/>
                <a:gd name="connsiteY272" fmla="*/ 434340 h 456723"/>
                <a:gd name="connsiteX273" fmla="*/ 80486 w 557688"/>
                <a:gd name="connsiteY273" fmla="*/ 436721 h 456723"/>
                <a:gd name="connsiteX274" fmla="*/ 80486 w 557688"/>
                <a:gd name="connsiteY274" fmla="*/ 438150 h 456723"/>
                <a:gd name="connsiteX275" fmla="*/ 80486 w 557688"/>
                <a:gd name="connsiteY275" fmla="*/ 440531 h 456723"/>
                <a:gd name="connsiteX276" fmla="*/ 82868 w 557688"/>
                <a:gd name="connsiteY276" fmla="*/ 440531 h 456723"/>
                <a:gd name="connsiteX277" fmla="*/ 84772 w 557688"/>
                <a:gd name="connsiteY277" fmla="*/ 440055 h 456723"/>
                <a:gd name="connsiteX278" fmla="*/ 89535 w 557688"/>
                <a:gd name="connsiteY278" fmla="*/ 440531 h 456723"/>
                <a:gd name="connsiteX279" fmla="*/ 91440 w 557688"/>
                <a:gd name="connsiteY279" fmla="*/ 442913 h 456723"/>
                <a:gd name="connsiteX280" fmla="*/ 94774 w 557688"/>
                <a:gd name="connsiteY280" fmla="*/ 442913 h 456723"/>
                <a:gd name="connsiteX281" fmla="*/ 95726 w 557688"/>
                <a:gd name="connsiteY281" fmla="*/ 443865 h 456723"/>
                <a:gd name="connsiteX282" fmla="*/ 97631 w 557688"/>
                <a:gd name="connsiteY282" fmla="*/ 445770 h 456723"/>
                <a:gd name="connsiteX283" fmla="*/ 97155 w 557688"/>
                <a:gd name="connsiteY283" fmla="*/ 448627 h 456723"/>
                <a:gd name="connsiteX284" fmla="*/ 96202 w 557688"/>
                <a:gd name="connsiteY284" fmla="*/ 450532 h 456723"/>
                <a:gd name="connsiteX285" fmla="*/ 99536 w 557688"/>
                <a:gd name="connsiteY285" fmla="*/ 450056 h 456723"/>
                <a:gd name="connsiteX286" fmla="*/ 107632 w 557688"/>
                <a:gd name="connsiteY286" fmla="*/ 455771 h 456723"/>
                <a:gd name="connsiteX287" fmla="*/ 114776 w 557688"/>
                <a:gd name="connsiteY287" fmla="*/ 455771 h 456723"/>
                <a:gd name="connsiteX288" fmla="*/ 117157 w 557688"/>
                <a:gd name="connsiteY288" fmla="*/ 456247 h 456723"/>
                <a:gd name="connsiteX289" fmla="*/ 120491 w 557688"/>
                <a:gd name="connsiteY289" fmla="*/ 456724 h 456723"/>
                <a:gd name="connsiteX290" fmla="*/ 134778 w 557688"/>
                <a:gd name="connsiteY290" fmla="*/ 446246 h 456723"/>
                <a:gd name="connsiteX291" fmla="*/ 138113 w 557688"/>
                <a:gd name="connsiteY291" fmla="*/ 444341 h 456723"/>
                <a:gd name="connsiteX292" fmla="*/ 146209 w 557688"/>
                <a:gd name="connsiteY292" fmla="*/ 443389 h 456723"/>
                <a:gd name="connsiteX293" fmla="*/ 150019 w 557688"/>
                <a:gd name="connsiteY293" fmla="*/ 441484 h 456723"/>
                <a:gd name="connsiteX294" fmla="*/ 153828 w 557688"/>
                <a:gd name="connsiteY294" fmla="*/ 440531 h 456723"/>
                <a:gd name="connsiteX295" fmla="*/ 156210 w 557688"/>
                <a:gd name="connsiteY295" fmla="*/ 440531 h 456723"/>
                <a:gd name="connsiteX296" fmla="*/ 162401 w 557688"/>
                <a:gd name="connsiteY296" fmla="*/ 441960 h 456723"/>
                <a:gd name="connsiteX297" fmla="*/ 165735 w 557688"/>
                <a:gd name="connsiteY297" fmla="*/ 441960 h 456723"/>
                <a:gd name="connsiteX298" fmla="*/ 172878 w 557688"/>
                <a:gd name="connsiteY298" fmla="*/ 440531 h 456723"/>
                <a:gd name="connsiteX299" fmla="*/ 180975 w 557688"/>
                <a:gd name="connsiteY299" fmla="*/ 440531 h 456723"/>
                <a:gd name="connsiteX300" fmla="*/ 196691 w 557688"/>
                <a:gd name="connsiteY300" fmla="*/ 429101 h 456723"/>
                <a:gd name="connsiteX301" fmla="*/ 202406 w 557688"/>
                <a:gd name="connsiteY301" fmla="*/ 428625 h 456723"/>
                <a:gd name="connsiteX302" fmla="*/ 207169 w 557688"/>
                <a:gd name="connsiteY302" fmla="*/ 427196 h 456723"/>
                <a:gd name="connsiteX303" fmla="*/ 213360 w 557688"/>
                <a:gd name="connsiteY303" fmla="*/ 427196 h 456723"/>
                <a:gd name="connsiteX304" fmla="*/ 220027 w 557688"/>
                <a:gd name="connsiteY304" fmla="*/ 429101 h 456723"/>
                <a:gd name="connsiteX305" fmla="*/ 231457 w 557688"/>
                <a:gd name="connsiteY305" fmla="*/ 429577 h 456723"/>
                <a:gd name="connsiteX306" fmla="*/ 234315 w 557688"/>
                <a:gd name="connsiteY306" fmla="*/ 429101 h 456723"/>
                <a:gd name="connsiteX307" fmla="*/ 242411 w 557688"/>
                <a:gd name="connsiteY307" fmla="*/ 425768 h 456723"/>
                <a:gd name="connsiteX308" fmla="*/ 246221 w 557688"/>
                <a:gd name="connsiteY308" fmla="*/ 426244 h 456723"/>
                <a:gd name="connsiteX309" fmla="*/ 262890 w 557688"/>
                <a:gd name="connsiteY309" fmla="*/ 428625 h 456723"/>
                <a:gd name="connsiteX310" fmla="*/ 276701 w 557688"/>
                <a:gd name="connsiteY310" fmla="*/ 432911 h 456723"/>
                <a:gd name="connsiteX311" fmla="*/ 284797 w 557688"/>
                <a:gd name="connsiteY311" fmla="*/ 432911 h 456723"/>
                <a:gd name="connsiteX312" fmla="*/ 287655 w 557688"/>
                <a:gd name="connsiteY312" fmla="*/ 428625 h 456723"/>
                <a:gd name="connsiteX313" fmla="*/ 290989 w 557688"/>
                <a:gd name="connsiteY313" fmla="*/ 425291 h 456723"/>
                <a:gd name="connsiteX314" fmla="*/ 296703 w 557688"/>
                <a:gd name="connsiteY314" fmla="*/ 424815 h 456723"/>
                <a:gd name="connsiteX315" fmla="*/ 307181 w 557688"/>
                <a:gd name="connsiteY315" fmla="*/ 427196 h 456723"/>
                <a:gd name="connsiteX316" fmla="*/ 310515 w 557688"/>
                <a:gd name="connsiteY316" fmla="*/ 427672 h 456723"/>
                <a:gd name="connsiteX317" fmla="*/ 312896 w 557688"/>
                <a:gd name="connsiteY317" fmla="*/ 426720 h 456723"/>
                <a:gd name="connsiteX318" fmla="*/ 313372 w 557688"/>
                <a:gd name="connsiteY318" fmla="*/ 420528 h 456723"/>
                <a:gd name="connsiteX319" fmla="*/ 318611 w 557688"/>
                <a:gd name="connsiteY319" fmla="*/ 416243 h 456723"/>
                <a:gd name="connsiteX320" fmla="*/ 324802 w 557688"/>
                <a:gd name="connsiteY320" fmla="*/ 415290 h 456723"/>
                <a:gd name="connsiteX321" fmla="*/ 339566 w 557688"/>
                <a:gd name="connsiteY321" fmla="*/ 417195 h 456723"/>
                <a:gd name="connsiteX322" fmla="*/ 345757 w 557688"/>
                <a:gd name="connsiteY322" fmla="*/ 415290 h 456723"/>
                <a:gd name="connsiteX323" fmla="*/ 361474 w 557688"/>
                <a:gd name="connsiteY323" fmla="*/ 408146 h 456723"/>
                <a:gd name="connsiteX324" fmla="*/ 370999 w 557688"/>
                <a:gd name="connsiteY324" fmla="*/ 401955 h 456723"/>
                <a:gd name="connsiteX325" fmla="*/ 384334 w 557688"/>
                <a:gd name="connsiteY325" fmla="*/ 391953 h 456723"/>
                <a:gd name="connsiteX326" fmla="*/ 387668 w 557688"/>
                <a:gd name="connsiteY326" fmla="*/ 390525 h 456723"/>
                <a:gd name="connsiteX327" fmla="*/ 399574 w 557688"/>
                <a:gd name="connsiteY327" fmla="*/ 380047 h 456723"/>
                <a:gd name="connsiteX328" fmla="*/ 407670 w 557688"/>
                <a:gd name="connsiteY328" fmla="*/ 374809 h 456723"/>
                <a:gd name="connsiteX329" fmla="*/ 421481 w 557688"/>
                <a:gd name="connsiteY329" fmla="*/ 362426 h 456723"/>
                <a:gd name="connsiteX330" fmla="*/ 430530 w 557688"/>
                <a:gd name="connsiteY330" fmla="*/ 351472 h 456723"/>
                <a:gd name="connsiteX331" fmla="*/ 442436 w 557688"/>
                <a:gd name="connsiteY331" fmla="*/ 339090 h 456723"/>
                <a:gd name="connsiteX332" fmla="*/ 451009 w 557688"/>
                <a:gd name="connsiteY332" fmla="*/ 331470 h 456723"/>
                <a:gd name="connsiteX333" fmla="*/ 454343 w 557688"/>
                <a:gd name="connsiteY333" fmla="*/ 329565 h 456723"/>
                <a:gd name="connsiteX334" fmla="*/ 459105 w 557688"/>
                <a:gd name="connsiteY334" fmla="*/ 325755 h 456723"/>
                <a:gd name="connsiteX335" fmla="*/ 470059 w 557688"/>
                <a:gd name="connsiteY335" fmla="*/ 312896 h 456723"/>
                <a:gd name="connsiteX336" fmla="*/ 476250 w 557688"/>
                <a:gd name="connsiteY336" fmla="*/ 303371 h 456723"/>
                <a:gd name="connsiteX337" fmla="*/ 482918 w 557688"/>
                <a:gd name="connsiteY337" fmla="*/ 292894 h 456723"/>
                <a:gd name="connsiteX338" fmla="*/ 490061 w 557688"/>
                <a:gd name="connsiteY338" fmla="*/ 279559 h 456723"/>
                <a:gd name="connsiteX339" fmla="*/ 494824 w 557688"/>
                <a:gd name="connsiteY339" fmla="*/ 273367 h 456723"/>
                <a:gd name="connsiteX340" fmla="*/ 499586 w 557688"/>
                <a:gd name="connsiteY340" fmla="*/ 261938 h 456723"/>
                <a:gd name="connsiteX341" fmla="*/ 505301 w 557688"/>
                <a:gd name="connsiteY341" fmla="*/ 254317 h 456723"/>
                <a:gd name="connsiteX342" fmla="*/ 520541 w 557688"/>
                <a:gd name="connsiteY342" fmla="*/ 238125 h 456723"/>
                <a:gd name="connsiteX343" fmla="*/ 524351 w 557688"/>
                <a:gd name="connsiteY343" fmla="*/ 237172 h 456723"/>
                <a:gd name="connsiteX344" fmla="*/ 526732 w 557688"/>
                <a:gd name="connsiteY344" fmla="*/ 236220 h 456723"/>
                <a:gd name="connsiteX345" fmla="*/ 529114 w 557688"/>
                <a:gd name="connsiteY345" fmla="*/ 234791 h 456723"/>
                <a:gd name="connsiteX346" fmla="*/ 537686 w 557688"/>
                <a:gd name="connsiteY346" fmla="*/ 226695 h 456723"/>
                <a:gd name="connsiteX347" fmla="*/ 540544 w 557688"/>
                <a:gd name="connsiteY347" fmla="*/ 222409 h 456723"/>
                <a:gd name="connsiteX348" fmla="*/ 545782 w 557688"/>
                <a:gd name="connsiteY348" fmla="*/ 211455 h 456723"/>
                <a:gd name="connsiteX349" fmla="*/ 550069 w 557688"/>
                <a:gd name="connsiteY349" fmla="*/ 190024 h 456723"/>
                <a:gd name="connsiteX350" fmla="*/ 551497 w 557688"/>
                <a:gd name="connsiteY350" fmla="*/ 183832 h 456723"/>
                <a:gd name="connsiteX351" fmla="*/ 556260 w 557688"/>
                <a:gd name="connsiteY351" fmla="*/ 170974 h 456723"/>
                <a:gd name="connsiteX352" fmla="*/ 557689 w 557688"/>
                <a:gd name="connsiteY352" fmla="*/ 162401 h 456723"/>
                <a:gd name="connsiteX353" fmla="*/ 553878 w 557688"/>
                <a:gd name="connsiteY353" fmla="*/ 162401 h 456723"/>
                <a:gd name="connsiteX354" fmla="*/ 547211 w 557688"/>
                <a:gd name="connsiteY354" fmla="*/ 167640 h 456723"/>
                <a:gd name="connsiteX355" fmla="*/ 438150 w 557688"/>
                <a:gd name="connsiteY355" fmla="*/ 257175 h 456723"/>
                <a:gd name="connsiteX356" fmla="*/ 436721 w 557688"/>
                <a:gd name="connsiteY356" fmla="*/ 261461 h 456723"/>
                <a:gd name="connsiteX357" fmla="*/ 434816 w 557688"/>
                <a:gd name="connsiteY357" fmla="*/ 266224 h 456723"/>
                <a:gd name="connsiteX358" fmla="*/ 433388 w 557688"/>
                <a:gd name="connsiteY358" fmla="*/ 268129 h 456723"/>
                <a:gd name="connsiteX359" fmla="*/ 431482 w 557688"/>
                <a:gd name="connsiteY359" fmla="*/ 269557 h 456723"/>
                <a:gd name="connsiteX360" fmla="*/ 429577 w 557688"/>
                <a:gd name="connsiteY360" fmla="*/ 271463 h 456723"/>
                <a:gd name="connsiteX361" fmla="*/ 429101 w 557688"/>
                <a:gd name="connsiteY361" fmla="*/ 275272 h 456723"/>
                <a:gd name="connsiteX362" fmla="*/ 428149 w 557688"/>
                <a:gd name="connsiteY362" fmla="*/ 279559 h 456723"/>
                <a:gd name="connsiteX363" fmla="*/ 425768 w 557688"/>
                <a:gd name="connsiteY363" fmla="*/ 281464 h 456723"/>
                <a:gd name="connsiteX364" fmla="*/ 423863 w 557688"/>
                <a:gd name="connsiteY364" fmla="*/ 282416 h 456723"/>
                <a:gd name="connsiteX365" fmla="*/ 421481 w 557688"/>
                <a:gd name="connsiteY365" fmla="*/ 283845 h 456723"/>
                <a:gd name="connsiteX366" fmla="*/ 415766 w 557688"/>
                <a:gd name="connsiteY366" fmla="*/ 286226 h 456723"/>
                <a:gd name="connsiteX367" fmla="*/ 412909 w 557688"/>
                <a:gd name="connsiteY367" fmla="*/ 287178 h 456723"/>
                <a:gd name="connsiteX368" fmla="*/ 412432 w 557688"/>
                <a:gd name="connsiteY368" fmla="*/ 287178 h 456723"/>
                <a:gd name="connsiteX369" fmla="*/ 410527 w 557688"/>
                <a:gd name="connsiteY369" fmla="*/ 287178 h 456723"/>
                <a:gd name="connsiteX370" fmla="*/ 407670 w 557688"/>
                <a:gd name="connsiteY370" fmla="*/ 287178 h 456723"/>
                <a:gd name="connsiteX371" fmla="*/ 405765 w 557688"/>
                <a:gd name="connsiteY371" fmla="*/ 287655 h 456723"/>
                <a:gd name="connsiteX372" fmla="*/ 404336 w 557688"/>
                <a:gd name="connsiteY372" fmla="*/ 287655 h 456723"/>
                <a:gd name="connsiteX373" fmla="*/ 401955 w 557688"/>
                <a:gd name="connsiteY373" fmla="*/ 290036 h 456723"/>
                <a:gd name="connsiteX374" fmla="*/ 397193 w 557688"/>
                <a:gd name="connsiteY374" fmla="*/ 297180 h 456723"/>
                <a:gd name="connsiteX375" fmla="*/ 395764 w 557688"/>
                <a:gd name="connsiteY375" fmla="*/ 298609 h 456723"/>
                <a:gd name="connsiteX376" fmla="*/ 395288 w 557688"/>
                <a:gd name="connsiteY376" fmla="*/ 301466 h 456723"/>
                <a:gd name="connsiteX377" fmla="*/ 394335 w 557688"/>
                <a:gd name="connsiteY377" fmla="*/ 303847 h 456723"/>
                <a:gd name="connsiteX378" fmla="*/ 392906 w 557688"/>
                <a:gd name="connsiteY378" fmla="*/ 305752 h 456723"/>
                <a:gd name="connsiteX379" fmla="*/ 391477 w 557688"/>
                <a:gd name="connsiteY379" fmla="*/ 306228 h 456723"/>
                <a:gd name="connsiteX380" fmla="*/ 387668 w 557688"/>
                <a:gd name="connsiteY380" fmla="*/ 305752 h 456723"/>
                <a:gd name="connsiteX381" fmla="*/ 382428 w 557688"/>
                <a:gd name="connsiteY381" fmla="*/ 304800 h 456723"/>
                <a:gd name="connsiteX382" fmla="*/ 379571 w 557688"/>
                <a:gd name="connsiteY382" fmla="*/ 302895 h 456723"/>
                <a:gd name="connsiteX383" fmla="*/ 377190 w 557688"/>
                <a:gd name="connsiteY383" fmla="*/ 300038 h 456723"/>
                <a:gd name="connsiteX384" fmla="*/ 375761 w 557688"/>
                <a:gd name="connsiteY384" fmla="*/ 298132 h 456723"/>
                <a:gd name="connsiteX385" fmla="*/ 374332 w 557688"/>
                <a:gd name="connsiteY385" fmla="*/ 297180 h 456723"/>
                <a:gd name="connsiteX386" fmla="*/ 373856 w 557688"/>
                <a:gd name="connsiteY386" fmla="*/ 296703 h 456723"/>
                <a:gd name="connsiteX387" fmla="*/ 371951 w 557688"/>
                <a:gd name="connsiteY387" fmla="*/ 295751 h 456723"/>
                <a:gd name="connsiteX388" fmla="*/ 370999 w 557688"/>
                <a:gd name="connsiteY388" fmla="*/ 295275 h 456723"/>
                <a:gd name="connsiteX389" fmla="*/ 370522 w 557688"/>
                <a:gd name="connsiteY389" fmla="*/ 294799 h 456723"/>
                <a:gd name="connsiteX390" fmla="*/ 369570 w 557688"/>
                <a:gd name="connsiteY390" fmla="*/ 293370 h 456723"/>
                <a:gd name="connsiteX391" fmla="*/ 369094 w 557688"/>
                <a:gd name="connsiteY391" fmla="*/ 292418 h 456723"/>
                <a:gd name="connsiteX392" fmla="*/ 369094 w 557688"/>
                <a:gd name="connsiteY392" fmla="*/ 289084 h 456723"/>
                <a:gd name="connsiteX393" fmla="*/ 367665 w 557688"/>
                <a:gd name="connsiteY393" fmla="*/ 287178 h 456723"/>
                <a:gd name="connsiteX394" fmla="*/ 365284 w 557688"/>
                <a:gd name="connsiteY394" fmla="*/ 283845 h 456723"/>
                <a:gd name="connsiteX395" fmla="*/ 363855 w 557688"/>
                <a:gd name="connsiteY395" fmla="*/ 280988 h 456723"/>
                <a:gd name="connsiteX396" fmla="*/ 361474 w 557688"/>
                <a:gd name="connsiteY396" fmla="*/ 277177 h 456723"/>
                <a:gd name="connsiteX397" fmla="*/ 360045 w 557688"/>
                <a:gd name="connsiteY397" fmla="*/ 273844 h 456723"/>
                <a:gd name="connsiteX398" fmla="*/ 358616 w 557688"/>
                <a:gd name="connsiteY398" fmla="*/ 270510 h 456723"/>
                <a:gd name="connsiteX399" fmla="*/ 358616 w 557688"/>
                <a:gd name="connsiteY399" fmla="*/ 269081 h 456723"/>
                <a:gd name="connsiteX400" fmla="*/ 360045 w 557688"/>
                <a:gd name="connsiteY400" fmla="*/ 268129 h 456723"/>
                <a:gd name="connsiteX401" fmla="*/ 363855 w 557688"/>
                <a:gd name="connsiteY401" fmla="*/ 266700 h 456723"/>
                <a:gd name="connsiteX402" fmla="*/ 366713 w 557688"/>
                <a:gd name="connsiteY402" fmla="*/ 265271 h 456723"/>
                <a:gd name="connsiteX403" fmla="*/ 368618 w 557688"/>
                <a:gd name="connsiteY403" fmla="*/ 262890 h 456723"/>
                <a:gd name="connsiteX404" fmla="*/ 370999 w 557688"/>
                <a:gd name="connsiteY404" fmla="*/ 259556 h 456723"/>
                <a:gd name="connsiteX405" fmla="*/ 371951 w 557688"/>
                <a:gd name="connsiteY405" fmla="*/ 257651 h 456723"/>
                <a:gd name="connsiteX406" fmla="*/ 372903 w 557688"/>
                <a:gd name="connsiteY406" fmla="*/ 256699 h 456723"/>
                <a:gd name="connsiteX407" fmla="*/ 374332 w 557688"/>
                <a:gd name="connsiteY407" fmla="*/ 255270 h 456723"/>
                <a:gd name="connsiteX408" fmla="*/ 376714 w 557688"/>
                <a:gd name="connsiteY408" fmla="*/ 251936 h 456723"/>
                <a:gd name="connsiteX409" fmla="*/ 379095 w 557688"/>
                <a:gd name="connsiteY409" fmla="*/ 248126 h 456723"/>
                <a:gd name="connsiteX410" fmla="*/ 381476 w 557688"/>
                <a:gd name="connsiteY410" fmla="*/ 244316 h 456723"/>
                <a:gd name="connsiteX411" fmla="*/ 384810 w 557688"/>
                <a:gd name="connsiteY411" fmla="*/ 243364 h 456723"/>
                <a:gd name="connsiteX412" fmla="*/ 389096 w 557688"/>
                <a:gd name="connsiteY412" fmla="*/ 241935 h 456723"/>
                <a:gd name="connsiteX413" fmla="*/ 393382 w 557688"/>
                <a:gd name="connsiteY413" fmla="*/ 238601 h 456723"/>
                <a:gd name="connsiteX414" fmla="*/ 398621 w 557688"/>
                <a:gd name="connsiteY414" fmla="*/ 235744 h 456723"/>
                <a:gd name="connsiteX415" fmla="*/ 406718 w 557688"/>
                <a:gd name="connsiteY415" fmla="*/ 232410 h 456723"/>
                <a:gd name="connsiteX416" fmla="*/ 410527 w 557688"/>
                <a:gd name="connsiteY416" fmla="*/ 231457 h 456723"/>
                <a:gd name="connsiteX417" fmla="*/ 411956 w 557688"/>
                <a:gd name="connsiteY417" fmla="*/ 230981 h 456723"/>
                <a:gd name="connsiteX418" fmla="*/ 412909 w 557688"/>
                <a:gd name="connsiteY418" fmla="*/ 231457 h 456723"/>
                <a:gd name="connsiteX419" fmla="*/ 413861 w 557688"/>
                <a:gd name="connsiteY419" fmla="*/ 233363 h 456723"/>
                <a:gd name="connsiteX420" fmla="*/ 415290 w 557688"/>
                <a:gd name="connsiteY420" fmla="*/ 234791 h 456723"/>
                <a:gd name="connsiteX421" fmla="*/ 418624 w 557688"/>
                <a:gd name="connsiteY421" fmla="*/ 237172 h 456723"/>
                <a:gd name="connsiteX422" fmla="*/ 420052 w 557688"/>
                <a:gd name="connsiteY422" fmla="*/ 237649 h 456723"/>
                <a:gd name="connsiteX423" fmla="*/ 423386 w 557688"/>
                <a:gd name="connsiteY423" fmla="*/ 241459 h 456723"/>
                <a:gd name="connsiteX424" fmla="*/ 426720 w 557688"/>
                <a:gd name="connsiteY424" fmla="*/ 244316 h 456723"/>
                <a:gd name="connsiteX425" fmla="*/ 431006 w 557688"/>
                <a:gd name="connsiteY425" fmla="*/ 247174 h 456723"/>
                <a:gd name="connsiteX426" fmla="*/ 433864 w 557688"/>
                <a:gd name="connsiteY426" fmla="*/ 248602 h 456723"/>
                <a:gd name="connsiteX427" fmla="*/ 435293 w 557688"/>
                <a:gd name="connsiteY427" fmla="*/ 249079 h 456723"/>
                <a:gd name="connsiteX428" fmla="*/ 436245 w 557688"/>
                <a:gd name="connsiteY428" fmla="*/ 251936 h 456723"/>
                <a:gd name="connsiteX429" fmla="*/ 437197 w 557688"/>
                <a:gd name="connsiteY429" fmla="*/ 253841 h 456723"/>
                <a:gd name="connsiteX430" fmla="*/ 437674 w 557688"/>
                <a:gd name="connsiteY430" fmla="*/ 255746 h 456723"/>
                <a:gd name="connsiteX431" fmla="*/ 438150 w 557688"/>
                <a:gd name="connsiteY431" fmla="*/ 257175 h 45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557688" h="456723">
                  <a:moveTo>
                    <a:pt x="547211" y="167640"/>
                  </a:moveTo>
                  <a:lnTo>
                    <a:pt x="543401" y="167640"/>
                  </a:lnTo>
                  <a:lnTo>
                    <a:pt x="539115" y="167640"/>
                  </a:lnTo>
                  <a:lnTo>
                    <a:pt x="533876" y="166688"/>
                  </a:lnTo>
                  <a:lnTo>
                    <a:pt x="531019" y="166688"/>
                  </a:lnTo>
                  <a:lnTo>
                    <a:pt x="530066" y="166211"/>
                  </a:lnTo>
                  <a:lnTo>
                    <a:pt x="528161" y="165735"/>
                  </a:lnTo>
                  <a:lnTo>
                    <a:pt x="527209" y="165735"/>
                  </a:lnTo>
                  <a:lnTo>
                    <a:pt x="526256" y="170974"/>
                  </a:lnTo>
                  <a:lnTo>
                    <a:pt x="525303" y="178594"/>
                  </a:lnTo>
                  <a:lnTo>
                    <a:pt x="525780" y="183356"/>
                  </a:lnTo>
                  <a:lnTo>
                    <a:pt x="518636" y="183356"/>
                  </a:lnTo>
                  <a:lnTo>
                    <a:pt x="509111" y="182880"/>
                  </a:lnTo>
                  <a:lnTo>
                    <a:pt x="502444" y="180975"/>
                  </a:lnTo>
                  <a:lnTo>
                    <a:pt x="495300" y="176213"/>
                  </a:lnTo>
                  <a:lnTo>
                    <a:pt x="491014" y="169069"/>
                  </a:lnTo>
                  <a:lnTo>
                    <a:pt x="489109" y="164782"/>
                  </a:lnTo>
                  <a:lnTo>
                    <a:pt x="486727" y="164306"/>
                  </a:lnTo>
                  <a:lnTo>
                    <a:pt x="486251" y="163354"/>
                  </a:lnTo>
                  <a:lnTo>
                    <a:pt x="486251" y="158115"/>
                  </a:lnTo>
                  <a:lnTo>
                    <a:pt x="486251" y="152400"/>
                  </a:lnTo>
                  <a:lnTo>
                    <a:pt x="486727" y="150971"/>
                  </a:lnTo>
                  <a:lnTo>
                    <a:pt x="491490" y="143827"/>
                  </a:lnTo>
                  <a:lnTo>
                    <a:pt x="494347" y="139541"/>
                  </a:lnTo>
                  <a:lnTo>
                    <a:pt x="496252" y="135255"/>
                  </a:lnTo>
                  <a:lnTo>
                    <a:pt x="500539" y="130492"/>
                  </a:lnTo>
                  <a:lnTo>
                    <a:pt x="504825" y="127159"/>
                  </a:lnTo>
                  <a:lnTo>
                    <a:pt x="506253" y="126682"/>
                  </a:lnTo>
                  <a:lnTo>
                    <a:pt x="507206" y="126682"/>
                  </a:lnTo>
                  <a:lnTo>
                    <a:pt x="514826" y="130969"/>
                  </a:lnTo>
                  <a:lnTo>
                    <a:pt x="522922" y="135255"/>
                  </a:lnTo>
                  <a:lnTo>
                    <a:pt x="524827" y="134779"/>
                  </a:lnTo>
                  <a:lnTo>
                    <a:pt x="525780" y="134302"/>
                  </a:lnTo>
                  <a:lnTo>
                    <a:pt x="525303" y="131921"/>
                  </a:lnTo>
                  <a:lnTo>
                    <a:pt x="524827" y="128111"/>
                  </a:lnTo>
                  <a:lnTo>
                    <a:pt x="527209" y="122872"/>
                  </a:lnTo>
                  <a:lnTo>
                    <a:pt x="527209" y="112871"/>
                  </a:lnTo>
                  <a:lnTo>
                    <a:pt x="527685" y="109538"/>
                  </a:lnTo>
                  <a:lnTo>
                    <a:pt x="527685" y="102870"/>
                  </a:lnTo>
                  <a:lnTo>
                    <a:pt x="527685" y="94774"/>
                  </a:lnTo>
                  <a:lnTo>
                    <a:pt x="527685" y="87630"/>
                  </a:lnTo>
                  <a:lnTo>
                    <a:pt x="527685" y="81439"/>
                  </a:lnTo>
                  <a:lnTo>
                    <a:pt x="527209" y="78581"/>
                  </a:lnTo>
                  <a:lnTo>
                    <a:pt x="526732" y="77152"/>
                  </a:lnTo>
                  <a:lnTo>
                    <a:pt x="525303" y="73819"/>
                  </a:lnTo>
                  <a:lnTo>
                    <a:pt x="523399" y="66675"/>
                  </a:lnTo>
                  <a:lnTo>
                    <a:pt x="521494" y="61436"/>
                  </a:lnTo>
                  <a:lnTo>
                    <a:pt x="519113" y="58102"/>
                  </a:lnTo>
                  <a:lnTo>
                    <a:pt x="518160" y="56197"/>
                  </a:lnTo>
                  <a:lnTo>
                    <a:pt x="517207" y="53816"/>
                  </a:lnTo>
                  <a:lnTo>
                    <a:pt x="514826" y="49530"/>
                  </a:lnTo>
                  <a:lnTo>
                    <a:pt x="512921" y="47149"/>
                  </a:lnTo>
                  <a:lnTo>
                    <a:pt x="512445" y="45244"/>
                  </a:lnTo>
                  <a:lnTo>
                    <a:pt x="512445" y="40005"/>
                  </a:lnTo>
                  <a:lnTo>
                    <a:pt x="510064" y="30480"/>
                  </a:lnTo>
                  <a:lnTo>
                    <a:pt x="508635" y="23813"/>
                  </a:lnTo>
                  <a:lnTo>
                    <a:pt x="506253" y="16669"/>
                  </a:lnTo>
                  <a:lnTo>
                    <a:pt x="504825" y="11906"/>
                  </a:lnTo>
                  <a:lnTo>
                    <a:pt x="504349" y="10954"/>
                  </a:lnTo>
                  <a:lnTo>
                    <a:pt x="504349" y="9049"/>
                  </a:lnTo>
                  <a:lnTo>
                    <a:pt x="501491" y="7144"/>
                  </a:lnTo>
                  <a:lnTo>
                    <a:pt x="497205" y="5715"/>
                  </a:lnTo>
                  <a:lnTo>
                    <a:pt x="491966" y="5239"/>
                  </a:lnTo>
                  <a:lnTo>
                    <a:pt x="484822" y="5715"/>
                  </a:lnTo>
                  <a:lnTo>
                    <a:pt x="476250" y="6667"/>
                  </a:lnTo>
                  <a:lnTo>
                    <a:pt x="467201" y="5239"/>
                  </a:lnTo>
                  <a:lnTo>
                    <a:pt x="457200" y="1429"/>
                  </a:lnTo>
                  <a:lnTo>
                    <a:pt x="449103" y="0"/>
                  </a:lnTo>
                  <a:lnTo>
                    <a:pt x="439578" y="1429"/>
                  </a:lnTo>
                  <a:lnTo>
                    <a:pt x="439102" y="1429"/>
                  </a:lnTo>
                  <a:lnTo>
                    <a:pt x="431006" y="1905"/>
                  </a:lnTo>
                  <a:lnTo>
                    <a:pt x="427196" y="4286"/>
                  </a:lnTo>
                  <a:lnTo>
                    <a:pt x="424815" y="8572"/>
                  </a:lnTo>
                  <a:lnTo>
                    <a:pt x="421005" y="11430"/>
                  </a:lnTo>
                  <a:lnTo>
                    <a:pt x="416243" y="13335"/>
                  </a:lnTo>
                  <a:lnTo>
                    <a:pt x="411003" y="14764"/>
                  </a:lnTo>
                  <a:lnTo>
                    <a:pt x="405289" y="15716"/>
                  </a:lnTo>
                  <a:lnTo>
                    <a:pt x="399574" y="19050"/>
                  </a:lnTo>
                  <a:lnTo>
                    <a:pt x="393382" y="25241"/>
                  </a:lnTo>
                  <a:lnTo>
                    <a:pt x="390049" y="29051"/>
                  </a:lnTo>
                  <a:lnTo>
                    <a:pt x="390049" y="30480"/>
                  </a:lnTo>
                  <a:lnTo>
                    <a:pt x="388620" y="31909"/>
                  </a:lnTo>
                  <a:lnTo>
                    <a:pt x="385763" y="33338"/>
                  </a:lnTo>
                  <a:lnTo>
                    <a:pt x="384334" y="34766"/>
                  </a:lnTo>
                  <a:lnTo>
                    <a:pt x="383857" y="36671"/>
                  </a:lnTo>
                  <a:lnTo>
                    <a:pt x="382428" y="37624"/>
                  </a:lnTo>
                  <a:lnTo>
                    <a:pt x="380047" y="37624"/>
                  </a:lnTo>
                  <a:lnTo>
                    <a:pt x="378143" y="39052"/>
                  </a:lnTo>
                  <a:lnTo>
                    <a:pt x="377190" y="41434"/>
                  </a:lnTo>
                  <a:lnTo>
                    <a:pt x="374809" y="42863"/>
                  </a:lnTo>
                  <a:lnTo>
                    <a:pt x="371475" y="43339"/>
                  </a:lnTo>
                  <a:lnTo>
                    <a:pt x="368618" y="44767"/>
                  </a:lnTo>
                  <a:lnTo>
                    <a:pt x="366236" y="47149"/>
                  </a:lnTo>
                  <a:lnTo>
                    <a:pt x="364331" y="48101"/>
                  </a:lnTo>
                  <a:lnTo>
                    <a:pt x="362902" y="48101"/>
                  </a:lnTo>
                  <a:lnTo>
                    <a:pt x="360997" y="50006"/>
                  </a:lnTo>
                  <a:lnTo>
                    <a:pt x="357664" y="54292"/>
                  </a:lnTo>
                  <a:lnTo>
                    <a:pt x="357188" y="56197"/>
                  </a:lnTo>
                  <a:lnTo>
                    <a:pt x="352425" y="73342"/>
                  </a:lnTo>
                  <a:lnTo>
                    <a:pt x="350044" y="75247"/>
                  </a:lnTo>
                  <a:lnTo>
                    <a:pt x="345281" y="78581"/>
                  </a:lnTo>
                  <a:lnTo>
                    <a:pt x="341471" y="82867"/>
                  </a:lnTo>
                  <a:lnTo>
                    <a:pt x="339566" y="85249"/>
                  </a:lnTo>
                  <a:lnTo>
                    <a:pt x="337661" y="86201"/>
                  </a:lnTo>
                  <a:lnTo>
                    <a:pt x="328613" y="88106"/>
                  </a:lnTo>
                  <a:lnTo>
                    <a:pt x="325278" y="89059"/>
                  </a:lnTo>
                  <a:lnTo>
                    <a:pt x="320993" y="90488"/>
                  </a:lnTo>
                  <a:lnTo>
                    <a:pt x="320040" y="91916"/>
                  </a:lnTo>
                  <a:lnTo>
                    <a:pt x="319088" y="97155"/>
                  </a:lnTo>
                  <a:lnTo>
                    <a:pt x="316230" y="104775"/>
                  </a:lnTo>
                  <a:lnTo>
                    <a:pt x="313849" y="110490"/>
                  </a:lnTo>
                  <a:lnTo>
                    <a:pt x="312420" y="115252"/>
                  </a:lnTo>
                  <a:lnTo>
                    <a:pt x="310039" y="121444"/>
                  </a:lnTo>
                  <a:lnTo>
                    <a:pt x="307657" y="123349"/>
                  </a:lnTo>
                  <a:lnTo>
                    <a:pt x="305276" y="125254"/>
                  </a:lnTo>
                  <a:lnTo>
                    <a:pt x="301943" y="126206"/>
                  </a:lnTo>
                  <a:lnTo>
                    <a:pt x="297656" y="126682"/>
                  </a:lnTo>
                  <a:lnTo>
                    <a:pt x="293370" y="126682"/>
                  </a:lnTo>
                  <a:lnTo>
                    <a:pt x="290036" y="126682"/>
                  </a:lnTo>
                  <a:lnTo>
                    <a:pt x="285750" y="128588"/>
                  </a:lnTo>
                  <a:lnTo>
                    <a:pt x="281464" y="128588"/>
                  </a:lnTo>
                  <a:lnTo>
                    <a:pt x="274796" y="127159"/>
                  </a:lnTo>
                  <a:lnTo>
                    <a:pt x="269557" y="125730"/>
                  </a:lnTo>
                  <a:lnTo>
                    <a:pt x="267176" y="125254"/>
                  </a:lnTo>
                  <a:lnTo>
                    <a:pt x="262414" y="121444"/>
                  </a:lnTo>
                  <a:lnTo>
                    <a:pt x="259556" y="121444"/>
                  </a:lnTo>
                  <a:lnTo>
                    <a:pt x="254794" y="120967"/>
                  </a:lnTo>
                  <a:lnTo>
                    <a:pt x="252413" y="120015"/>
                  </a:lnTo>
                  <a:lnTo>
                    <a:pt x="250031" y="118110"/>
                  </a:lnTo>
                  <a:lnTo>
                    <a:pt x="244793" y="114300"/>
                  </a:lnTo>
                  <a:lnTo>
                    <a:pt x="239553" y="110966"/>
                  </a:lnTo>
                  <a:lnTo>
                    <a:pt x="235268" y="109061"/>
                  </a:lnTo>
                  <a:lnTo>
                    <a:pt x="230981" y="108109"/>
                  </a:lnTo>
                  <a:lnTo>
                    <a:pt x="227171" y="109061"/>
                  </a:lnTo>
                  <a:lnTo>
                    <a:pt x="223838" y="110014"/>
                  </a:lnTo>
                  <a:lnTo>
                    <a:pt x="222409" y="110490"/>
                  </a:lnTo>
                  <a:lnTo>
                    <a:pt x="220027" y="111919"/>
                  </a:lnTo>
                  <a:lnTo>
                    <a:pt x="217646" y="115252"/>
                  </a:lnTo>
                  <a:lnTo>
                    <a:pt x="215741" y="120015"/>
                  </a:lnTo>
                  <a:lnTo>
                    <a:pt x="214789" y="122872"/>
                  </a:lnTo>
                  <a:lnTo>
                    <a:pt x="212407" y="129064"/>
                  </a:lnTo>
                  <a:lnTo>
                    <a:pt x="209550" y="136684"/>
                  </a:lnTo>
                  <a:lnTo>
                    <a:pt x="208121" y="139065"/>
                  </a:lnTo>
                  <a:lnTo>
                    <a:pt x="206693" y="140494"/>
                  </a:lnTo>
                  <a:lnTo>
                    <a:pt x="203835" y="141922"/>
                  </a:lnTo>
                  <a:lnTo>
                    <a:pt x="195263" y="148114"/>
                  </a:lnTo>
                  <a:lnTo>
                    <a:pt x="190976" y="154781"/>
                  </a:lnTo>
                  <a:lnTo>
                    <a:pt x="188119" y="156686"/>
                  </a:lnTo>
                  <a:lnTo>
                    <a:pt x="184785" y="157639"/>
                  </a:lnTo>
                  <a:lnTo>
                    <a:pt x="181927" y="158115"/>
                  </a:lnTo>
                  <a:lnTo>
                    <a:pt x="180499" y="159067"/>
                  </a:lnTo>
                  <a:lnTo>
                    <a:pt x="178594" y="162401"/>
                  </a:lnTo>
                  <a:lnTo>
                    <a:pt x="177165" y="163830"/>
                  </a:lnTo>
                  <a:lnTo>
                    <a:pt x="175736" y="164306"/>
                  </a:lnTo>
                  <a:lnTo>
                    <a:pt x="170974" y="163830"/>
                  </a:lnTo>
                  <a:lnTo>
                    <a:pt x="169545" y="163354"/>
                  </a:lnTo>
                  <a:lnTo>
                    <a:pt x="156686" y="163830"/>
                  </a:lnTo>
                  <a:lnTo>
                    <a:pt x="152876" y="162877"/>
                  </a:lnTo>
                  <a:lnTo>
                    <a:pt x="150019" y="162401"/>
                  </a:lnTo>
                  <a:lnTo>
                    <a:pt x="145732" y="163830"/>
                  </a:lnTo>
                  <a:lnTo>
                    <a:pt x="143827" y="162877"/>
                  </a:lnTo>
                  <a:lnTo>
                    <a:pt x="142399" y="160020"/>
                  </a:lnTo>
                  <a:lnTo>
                    <a:pt x="141446" y="154305"/>
                  </a:lnTo>
                  <a:lnTo>
                    <a:pt x="141446" y="149542"/>
                  </a:lnTo>
                  <a:lnTo>
                    <a:pt x="143827" y="145732"/>
                  </a:lnTo>
                  <a:lnTo>
                    <a:pt x="145732" y="142875"/>
                  </a:lnTo>
                  <a:lnTo>
                    <a:pt x="147638" y="139065"/>
                  </a:lnTo>
                  <a:lnTo>
                    <a:pt x="148114" y="137636"/>
                  </a:lnTo>
                  <a:lnTo>
                    <a:pt x="147638" y="136207"/>
                  </a:lnTo>
                  <a:lnTo>
                    <a:pt x="147161" y="133350"/>
                  </a:lnTo>
                  <a:lnTo>
                    <a:pt x="147161" y="130492"/>
                  </a:lnTo>
                  <a:lnTo>
                    <a:pt x="144303" y="123825"/>
                  </a:lnTo>
                  <a:lnTo>
                    <a:pt x="140970" y="115252"/>
                  </a:lnTo>
                  <a:lnTo>
                    <a:pt x="136207" y="105727"/>
                  </a:lnTo>
                  <a:lnTo>
                    <a:pt x="134778" y="102870"/>
                  </a:lnTo>
                  <a:lnTo>
                    <a:pt x="131921" y="98584"/>
                  </a:lnTo>
                  <a:lnTo>
                    <a:pt x="120968" y="90488"/>
                  </a:lnTo>
                  <a:lnTo>
                    <a:pt x="119539" y="89535"/>
                  </a:lnTo>
                  <a:lnTo>
                    <a:pt x="119539" y="104775"/>
                  </a:lnTo>
                  <a:lnTo>
                    <a:pt x="119539" y="120491"/>
                  </a:lnTo>
                  <a:lnTo>
                    <a:pt x="119539" y="136684"/>
                  </a:lnTo>
                  <a:lnTo>
                    <a:pt x="119539" y="152876"/>
                  </a:lnTo>
                  <a:lnTo>
                    <a:pt x="119539" y="169069"/>
                  </a:lnTo>
                  <a:lnTo>
                    <a:pt x="119539" y="185261"/>
                  </a:lnTo>
                  <a:lnTo>
                    <a:pt x="119539" y="201454"/>
                  </a:lnTo>
                  <a:lnTo>
                    <a:pt x="119539" y="217646"/>
                  </a:lnTo>
                  <a:lnTo>
                    <a:pt x="119539" y="222885"/>
                  </a:lnTo>
                  <a:lnTo>
                    <a:pt x="116205" y="222885"/>
                  </a:lnTo>
                  <a:lnTo>
                    <a:pt x="109061" y="224790"/>
                  </a:lnTo>
                  <a:lnTo>
                    <a:pt x="104775" y="227171"/>
                  </a:lnTo>
                  <a:lnTo>
                    <a:pt x="102870" y="230505"/>
                  </a:lnTo>
                  <a:lnTo>
                    <a:pt x="100489" y="232410"/>
                  </a:lnTo>
                  <a:lnTo>
                    <a:pt x="97155" y="232886"/>
                  </a:lnTo>
                  <a:lnTo>
                    <a:pt x="95726" y="234315"/>
                  </a:lnTo>
                  <a:lnTo>
                    <a:pt x="96202" y="236696"/>
                  </a:lnTo>
                  <a:lnTo>
                    <a:pt x="94774" y="238601"/>
                  </a:lnTo>
                  <a:lnTo>
                    <a:pt x="91916" y="240030"/>
                  </a:lnTo>
                  <a:lnTo>
                    <a:pt x="87153" y="239554"/>
                  </a:lnTo>
                  <a:lnTo>
                    <a:pt x="80963" y="237172"/>
                  </a:lnTo>
                  <a:lnTo>
                    <a:pt x="72866" y="236696"/>
                  </a:lnTo>
                  <a:lnTo>
                    <a:pt x="62865" y="237649"/>
                  </a:lnTo>
                  <a:lnTo>
                    <a:pt x="55721" y="237172"/>
                  </a:lnTo>
                  <a:lnTo>
                    <a:pt x="51435" y="234791"/>
                  </a:lnTo>
                  <a:lnTo>
                    <a:pt x="46672" y="233363"/>
                  </a:lnTo>
                  <a:lnTo>
                    <a:pt x="41910" y="232886"/>
                  </a:lnTo>
                  <a:lnTo>
                    <a:pt x="39052" y="231934"/>
                  </a:lnTo>
                  <a:lnTo>
                    <a:pt x="33338" y="230505"/>
                  </a:lnTo>
                  <a:lnTo>
                    <a:pt x="32385" y="227647"/>
                  </a:lnTo>
                  <a:lnTo>
                    <a:pt x="31909" y="225742"/>
                  </a:lnTo>
                  <a:lnTo>
                    <a:pt x="30480" y="223361"/>
                  </a:lnTo>
                  <a:lnTo>
                    <a:pt x="30480" y="221456"/>
                  </a:lnTo>
                  <a:lnTo>
                    <a:pt x="31909" y="220027"/>
                  </a:lnTo>
                  <a:lnTo>
                    <a:pt x="31909" y="217646"/>
                  </a:lnTo>
                  <a:lnTo>
                    <a:pt x="30956" y="214789"/>
                  </a:lnTo>
                  <a:lnTo>
                    <a:pt x="29527" y="213360"/>
                  </a:lnTo>
                  <a:lnTo>
                    <a:pt x="27146" y="213360"/>
                  </a:lnTo>
                  <a:lnTo>
                    <a:pt x="25718" y="212407"/>
                  </a:lnTo>
                  <a:lnTo>
                    <a:pt x="25241" y="210026"/>
                  </a:lnTo>
                  <a:lnTo>
                    <a:pt x="23813" y="208121"/>
                  </a:lnTo>
                  <a:lnTo>
                    <a:pt x="20478" y="206216"/>
                  </a:lnTo>
                  <a:lnTo>
                    <a:pt x="16193" y="207645"/>
                  </a:lnTo>
                  <a:lnTo>
                    <a:pt x="14288" y="209550"/>
                  </a:lnTo>
                  <a:lnTo>
                    <a:pt x="13335" y="212884"/>
                  </a:lnTo>
                  <a:lnTo>
                    <a:pt x="12382" y="214313"/>
                  </a:lnTo>
                  <a:lnTo>
                    <a:pt x="11906" y="217170"/>
                  </a:lnTo>
                  <a:lnTo>
                    <a:pt x="11430" y="219075"/>
                  </a:lnTo>
                  <a:lnTo>
                    <a:pt x="10477" y="220980"/>
                  </a:lnTo>
                  <a:lnTo>
                    <a:pt x="9525" y="221932"/>
                  </a:lnTo>
                  <a:lnTo>
                    <a:pt x="8572" y="221456"/>
                  </a:lnTo>
                  <a:lnTo>
                    <a:pt x="6191" y="222409"/>
                  </a:lnTo>
                  <a:lnTo>
                    <a:pt x="1428" y="225742"/>
                  </a:lnTo>
                  <a:lnTo>
                    <a:pt x="0" y="227171"/>
                  </a:lnTo>
                  <a:lnTo>
                    <a:pt x="952" y="228124"/>
                  </a:lnTo>
                  <a:lnTo>
                    <a:pt x="9525" y="241459"/>
                  </a:lnTo>
                  <a:lnTo>
                    <a:pt x="16669" y="255746"/>
                  </a:lnTo>
                  <a:lnTo>
                    <a:pt x="24765" y="281464"/>
                  </a:lnTo>
                  <a:lnTo>
                    <a:pt x="30003" y="294322"/>
                  </a:lnTo>
                  <a:lnTo>
                    <a:pt x="41434" y="315753"/>
                  </a:lnTo>
                  <a:lnTo>
                    <a:pt x="50482" y="329089"/>
                  </a:lnTo>
                  <a:lnTo>
                    <a:pt x="58102" y="339090"/>
                  </a:lnTo>
                  <a:lnTo>
                    <a:pt x="59531" y="342424"/>
                  </a:lnTo>
                  <a:lnTo>
                    <a:pt x="62865" y="356711"/>
                  </a:lnTo>
                  <a:lnTo>
                    <a:pt x="63341" y="362426"/>
                  </a:lnTo>
                  <a:lnTo>
                    <a:pt x="63341" y="370999"/>
                  </a:lnTo>
                  <a:lnTo>
                    <a:pt x="60960" y="376714"/>
                  </a:lnTo>
                  <a:lnTo>
                    <a:pt x="56674" y="380524"/>
                  </a:lnTo>
                  <a:lnTo>
                    <a:pt x="53816" y="381476"/>
                  </a:lnTo>
                  <a:lnTo>
                    <a:pt x="51435" y="379095"/>
                  </a:lnTo>
                  <a:lnTo>
                    <a:pt x="49053" y="380524"/>
                  </a:lnTo>
                  <a:lnTo>
                    <a:pt x="47625" y="383381"/>
                  </a:lnTo>
                  <a:lnTo>
                    <a:pt x="48577" y="388620"/>
                  </a:lnTo>
                  <a:lnTo>
                    <a:pt x="51435" y="391953"/>
                  </a:lnTo>
                  <a:lnTo>
                    <a:pt x="52388" y="395764"/>
                  </a:lnTo>
                  <a:lnTo>
                    <a:pt x="55245" y="397669"/>
                  </a:lnTo>
                  <a:lnTo>
                    <a:pt x="58102" y="403384"/>
                  </a:lnTo>
                  <a:lnTo>
                    <a:pt x="61436" y="405765"/>
                  </a:lnTo>
                  <a:lnTo>
                    <a:pt x="62865" y="409099"/>
                  </a:lnTo>
                  <a:lnTo>
                    <a:pt x="67151" y="416719"/>
                  </a:lnTo>
                  <a:lnTo>
                    <a:pt x="68103" y="419576"/>
                  </a:lnTo>
                  <a:lnTo>
                    <a:pt x="68580" y="422910"/>
                  </a:lnTo>
                  <a:lnTo>
                    <a:pt x="64770" y="424815"/>
                  </a:lnTo>
                  <a:lnTo>
                    <a:pt x="64294" y="430053"/>
                  </a:lnTo>
                  <a:lnTo>
                    <a:pt x="64770" y="434340"/>
                  </a:lnTo>
                  <a:lnTo>
                    <a:pt x="66675" y="438626"/>
                  </a:lnTo>
                  <a:lnTo>
                    <a:pt x="68580" y="440531"/>
                  </a:lnTo>
                  <a:lnTo>
                    <a:pt x="68580" y="433864"/>
                  </a:lnTo>
                  <a:lnTo>
                    <a:pt x="70009" y="431482"/>
                  </a:lnTo>
                  <a:lnTo>
                    <a:pt x="70961" y="430530"/>
                  </a:lnTo>
                  <a:lnTo>
                    <a:pt x="73343" y="430053"/>
                  </a:lnTo>
                  <a:lnTo>
                    <a:pt x="76676" y="430053"/>
                  </a:lnTo>
                  <a:lnTo>
                    <a:pt x="78105" y="430530"/>
                  </a:lnTo>
                  <a:lnTo>
                    <a:pt x="80010" y="431482"/>
                  </a:lnTo>
                  <a:lnTo>
                    <a:pt x="80486" y="434340"/>
                  </a:lnTo>
                  <a:lnTo>
                    <a:pt x="80486" y="436721"/>
                  </a:lnTo>
                  <a:lnTo>
                    <a:pt x="80486" y="438150"/>
                  </a:lnTo>
                  <a:lnTo>
                    <a:pt x="80486" y="440531"/>
                  </a:lnTo>
                  <a:lnTo>
                    <a:pt x="82868" y="440531"/>
                  </a:lnTo>
                  <a:lnTo>
                    <a:pt x="84772" y="440055"/>
                  </a:lnTo>
                  <a:lnTo>
                    <a:pt x="89535" y="440531"/>
                  </a:lnTo>
                  <a:lnTo>
                    <a:pt x="91440" y="442913"/>
                  </a:lnTo>
                  <a:lnTo>
                    <a:pt x="94774" y="442913"/>
                  </a:lnTo>
                  <a:lnTo>
                    <a:pt x="95726" y="443865"/>
                  </a:lnTo>
                  <a:lnTo>
                    <a:pt x="97631" y="445770"/>
                  </a:lnTo>
                  <a:lnTo>
                    <a:pt x="97155" y="448627"/>
                  </a:lnTo>
                  <a:lnTo>
                    <a:pt x="96202" y="450532"/>
                  </a:lnTo>
                  <a:lnTo>
                    <a:pt x="99536" y="450056"/>
                  </a:lnTo>
                  <a:lnTo>
                    <a:pt x="107632" y="455771"/>
                  </a:lnTo>
                  <a:lnTo>
                    <a:pt x="114776" y="455771"/>
                  </a:lnTo>
                  <a:lnTo>
                    <a:pt x="117157" y="456247"/>
                  </a:lnTo>
                  <a:lnTo>
                    <a:pt x="120491" y="456724"/>
                  </a:lnTo>
                  <a:lnTo>
                    <a:pt x="134778" y="446246"/>
                  </a:lnTo>
                  <a:lnTo>
                    <a:pt x="138113" y="444341"/>
                  </a:lnTo>
                  <a:lnTo>
                    <a:pt x="146209" y="443389"/>
                  </a:lnTo>
                  <a:lnTo>
                    <a:pt x="150019" y="441484"/>
                  </a:lnTo>
                  <a:lnTo>
                    <a:pt x="153828" y="440531"/>
                  </a:lnTo>
                  <a:lnTo>
                    <a:pt x="156210" y="440531"/>
                  </a:lnTo>
                  <a:lnTo>
                    <a:pt x="162401" y="441960"/>
                  </a:lnTo>
                  <a:lnTo>
                    <a:pt x="165735" y="441960"/>
                  </a:lnTo>
                  <a:lnTo>
                    <a:pt x="172878" y="440531"/>
                  </a:lnTo>
                  <a:lnTo>
                    <a:pt x="180975" y="440531"/>
                  </a:lnTo>
                  <a:lnTo>
                    <a:pt x="196691" y="429101"/>
                  </a:lnTo>
                  <a:lnTo>
                    <a:pt x="202406" y="428625"/>
                  </a:lnTo>
                  <a:lnTo>
                    <a:pt x="207169" y="427196"/>
                  </a:lnTo>
                  <a:lnTo>
                    <a:pt x="213360" y="427196"/>
                  </a:lnTo>
                  <a:lnTo>
                    <a:pt x="220027" y="429101"/>
                  </a:lnTo>
                  <a:lnTo>
                    <a:pt x="231457" y="429577"/>
                  </a:lnTo>
                  <a:lnTo>
                    <a:pt x="234315" y="429101"/>
                  </a:lnTo>
                  <a:lnTo>
                    <a:pt x="242411" y="425768"/>
                  </a:lnTo>
                  <a:lnTo>
                    <a:pt x="246221" y="426244"/>
                  </a:lnTo>
                  <a:lnTo>
                    <a:pt x="262890" y="428625"/>
                  </a:lnTo>
                  <a:lnTo>
                    <a:pt x="276701" y="432911"/>
                  </a:lnTo>
                  <a:lnTo>
                    <a:pt x="284797" y="432911"/>
                  </a:lnTo>
                  <a:lnTo>
                    <a:pt x="287655" y="428625"/>
                  </a:lnTo>
                  <a:lnTo>
                    <a:pt x="290989" y="425291"/>
                  </a:lnTo>
                  <a:lnTo>
                    <a:pt x="296703" y="424815"/>
                  </a:lnTo>
                  <a:lnTo>
                    <a:pt x="307181" y="427196"/>
                  </a:lnTo>
                  <a:lnTo>
                    <a:pt x="310515" y="427672"/>
                  </a:lnTo>
                  <a:lnTo>
                    <a:pt x="312896" y="426720"/>
                  </a:lnTo>
                  <a:lnTo>
                    <a:pt x="313372" y="420528"/>
                  </a:lnTo>
                  <a:lnTo>
                    <a:pt x="318611" y="416243"/>
                  </a:lnTo>
                  <a:lnTo>
                    <a:pt x="324802" y="415290"/>
                  </a:lnTo>
                  <a:lnTo>
                    <a:pt x="339566" y="417195"/>
                  </a:lnTo>
                  <a:lnTo>
                    <a:pt x="345757" y="415290"/>
                  </a:lnTo>
                  <a:lnTo>
                    <a:pt x="361474" y="408146"/>
                  </a:lnTo>
                  <a:lnTo>
                    <a:pt x="370999" y="401955"/>
                  </a:lnTo>
                  <a:lnTo>
                    <a:pt x="384334" y="391953"/>
                  </a:lnTo>
                  <a:lnTo>
                    <a:pt x="387668" y="390525"/>
                  </a:lnTo>
                  <a:lnTo>
                    <a:pt x="399574" y="380047"/>
                  </a:lnTo>
                  <a:lnTo>
                    <a:pt x="407670" y="374809"/>
                  </a:lnTo>
                  <a:lnTo>
                    <a:pt x="421481" y="362426"/>
                  </a:lnTo>
                  <a:lnTo>
                    <a:pt x="430530" y="351472"/>
                  </a:lnTo>
                  <a:lnTo>
                    <a:pt x="442436" y="339090"/>
                  </a:lnTo>
                  <a:lnTo>
                    <a:pt x="451009" y="331470"/>
                  </a:lnTo>
                  <a:lnTo>
                    <a:pt x="454343" y="329565"/>
                  </a:lnTo>
                  <a:lnTo>
                    <a:pt x="459105" y="325755"/>
                  </a:lnTo>
                  <a:lnTo>
                    <a:pt x="470059" y="312896"/>
                  </a:lnTo>
                  <a:lnTo>
                    <a:pt x="476250" y="303371"/>
                  </a:lnTo>
                  <a:lnTo>
                    <a:pt x="482918" y="292894"/>
                  </a:lnTo>
                  <a:lnTo>
                    <a:pt x="490061" y="279559"/>
                  </a:lnTo>
                  <a:lnTo>
                    <a:pt x="494824" y="273367"/>
                  </a:lnTo>
                  <a:lnTo>
                    <a:pt x="499586" y="261938"/>
                  </a:lnTo>
                  <a:lnTo>
                    <a:pt x="505301" y="254317"/>
                  </a:lnTo>
                  <a:lnTo>
                    <a:pt x="520541" y="238125"/>
                  </a:lnTo>
                  <a:lnTo>
                    <a:pt x="524351" y="237172"/>
                  </a:lnTo>
                  <a:lnTo>
                    <a:pt x="526732" y="236220"/>
                  </a:lnTo>
                  <a:lnTo>
                    <a:pt x="529114" y="234791"/>
                  </a:lnTo>
                  <a:lnTo>
                    <a:pt x="537686" y="226695"/>
                  </a:lnTo>
                  <a:lnTo>
                    <a:pt x="540544" y="222409"/>
                  </a:lnTo>
                  <a:lnTo>
                    <a:pt x="545782" y="211455"/>
                  </a:lnTo>
                  <a:lnTo>
                    <a:pt x="550069" y="190024"/>
                  </a:lnTo>
                  <a:lnTo>
                    <a:pt x="551497" y="183832"/>
                  </a:lnTo>
                  <a:lnTo>
                    <a:pt x="556260" y="170974"/>
                  </a:lnTo>
                  <a:lnTo>
                    <a:pt x="557689" y="162401"/>
                  </a:lnTo>
                  <a:lnTo>
                    <a:pt x="553878" y="162401"/>
                  </a:lnTo>
                  <a:lnTo>
                    <a:pt x="547211" y="167640"/>
                  </a:lnTo>
                  <a:close/>
                  <a:moveTo>
                    <a:pt x="438150" y="257175"/>
                  </a:moveTo>
                  <a:lnTo>
                    <a:pt x="436721" y="261461"/>
                  </a:lnTo>
                  <a:lnTo>
                    <a:pt x="434816" y="266224"/>
                  </a:lnTo>
                  <a:lnTo>
                    <a:pt x="433388" y="268129"/>
                  </a:lnTo>
                  <a:lnTo>
                    <a:pt x="431482" y="269557"/>
                  </a:lnTo>
                  <a:lnTo>
                    <a:pt x="429577" y="271463"/>
                  </a:lnTo>
                  <a:lnTo>
                    <a:pt x="429101" y="275272"/>
                  </a:lnTo>
                  <a:lnTo>
                    <a:pt x="428149" y="279559"/>
                  </a:lnTo>
                  <a:lnTo>
                    <a:pt x="425768" y="281464"/>
                  </a:lnTo>
                  <a:lnTo>
                    <a:pt x="423863" y="282416"/>
                  </a:lnTo>
                  <a:lnTo>
                    <a:pt x="421481" y="283845"/>
                  </a:lnTo>
                  <a:lnTo>
                    <a:pt x="415766" y="286226"/>
                  </a:lnTo>
                  <a:lnTo>
                    <a:pt x="412909" y="287178"/>
                  </a:lnTo>
                  <a:lnTo>
                    <a:pt x="412432" y="287178"/>
                  </a:lnTo>
                  <a:lnTo>
                    <a:pt x="410527" y="287178"/>
                  </a:lnTo>
                  <a:lnTo>
                    <a:pt x="407670" y="287178"/>
                  </a:lnTo>
                  <a:lnTo>
                    <a:pt x="405765" y="287655"/>
                  </a:lnTo>
                  <a:lnTo>
                    <a:pt x="404336" y="287655"/>
                  </a:lnTo>
                  <a:lnTo>
                    <a:pt x="401955" y="290036"/>
                  </a:lnTo>
                  <a:lnTo>
                    <a:pt x="397193" y="297180"/>
                  </a:lnTo>
                  <a:lnTo>
                    <a:pt x="395764" y="298609"/>
                  </a:lnTo>
                  <a:lnTo>
                    <a:pt x="395288" y="301466"/>
                  </a:lnTo>
                  <a:lnTo>
                    <a:pt x="394335" y="303847"/>
                  </a:lnTo>
                  <a:lnTo>
                    <a:pt x="392906" y="305752"/>
                  </a:lnTo>
                  <a:lnTo>
                    <a:pt x="391477" y="306228"/>
                  </a:lnTo>
                  <a:lnTo>
                    <a:pt x="387668" y="305752"/>
                  </a:lnTo>
                  <a:lnTo>
                    <a:pt x="382428" y="304800"/>
                  </a:lnTo>
                  <a:lnTo>
                    <a:pt x="379571" y="302895"/>
                  </a:lnTo>
                  <a:lnTo>
                    <a:pt x="377190" y="300038"/>
                  </a:lnTo>
                  <a:lnTo>
                    <a:pt x="375761" y="298132"/>
                  </a:lnTo>
                  <a:lnTo>
                    <a:pt x="374332" y="297180"/>
                  </a:lnTo>
                  <a:lnTo>
                    <a:pt x="373856" y="296703"/>
                  </a:lnTo>
                  <a:lnTo>
                    <a:pt x="371951" y="295751"/>
                  </a:lnTo>
                  <a:lnTo>
                    <a:pt x="370999" y="295275"/>
                  </a:lnTo>
                  <a:lnTo>
                    <a:pt x="370522" y="294799"/>
                  </a:lnTo>
                  <a:lnTo>
                    <a:pt x="369570" y="293370"/>
                  </a:lnTo>
                  <a:lnTo>
                    <a:pt x="369094" y="292418"/>
                  </a:lnTo>
                  <a:lnTo>
                    <a:pt x="369094" y="289084"/>
                  </a:lnTo>
                  <a:lnTo>
                    <a:pt x="367665" y="287178"/>
                  </a:lnTo>
                  <a:lnTo>
                    <a:pt x="365284" y="283845"/>
                  </a:lnTo>
                  <a:lnTo>
                    <a:pt x="363855" y="280988"/>
                  </a:lnTo>
                  <a:lnTo>
                    <a:pt x="361474" y="277177"/>
                  </a:lnTo>
                  <a:lnTo>
                    <a:pt x="360045" y="273844"/>
                  </a:lnTo>
                  <a:lnTo>
                    <a:pt x="358616" y="270510"/>
                  </a:lnTo>
                  <a:lnTo>
                    <a:pt x="358616" y="269081"/>
                  </a:lnTo>
                  <a:lnTo>
                    <a:pt x="360045" y="268129"/>
                  </a:lnTo>
                  <a:lnTo>
                    <a:pt x="363855" y="266700"/>
                  </a:lnTo>
                  <a:lnTo>
                    <a:pt x="366713" y="265271"/>
                  </a:lnTo>
                  <a:lnTo>
                    <a:pt x="368618" y="262890"/>
                  </a:lnTo>
                  <a:lnTo>
                    <a:pt x="370999" y="259556"/>
                  </a:lnTo>
                  <a:lnTo>
                    <a:pt x="371951" y="257651"/>
                  </a:lnTo>
                  <a:lnTo>
                    <a:pt x="372903" y="256699"/>
                  </a:lnTo>
                  <a:lnTo>
                    <a:pt x="374332" y="255270"/>
                  </a:lnTo>
                  <a:lnTo>
                    <a:pt x="376714" y="251936"/>
                  </a:lnTo>
                  <a:lnTo>
                    <a:pt x="379095" y="248126"/>
                  </a:lnTo>
                  <a:lnTo>
                    <a:pt x="381476" y="244316"/>
                  </a:lnTo>
                  <a:lnTo>
                    <a:pt x="384810" y="243364"/>
                  </a:lnTo>
                  <a:lnTo>
                    <a:pt x="389096" y="241935"/>
                  </a:lnTo>
                  <a:lnTo>
                    <a:pt x="393382" y="238601"/>
                  </a:lnTo>
                  <a:lnTo>
                    <a:pt x="398621" y="235744"/>
                  </a:lnTo>
                  <a:lnTo>
                    <a:pt x="406718" y="232410"/>
                  </a:lnTo>
                  <a:lnTo>
                    <a:pt x="410527" y="231457"/>
                  </a:lnTo>
                  <a:lnTo>
                    <a:pt x="411956" y="230981"/>
                  </a:lnTo>
                  <a:lnTo>
                    <a:pt x="412909" y="231457"/>
                  </a:lnTo>
                  <a:lnTo>
                    <a:pt x="413861" y="233363"/>
                  </a:lnTo>
                  <a:lnTo>
                    <a:pt x="415290" y="234791"/>
                  </a:lnTo>
                  <a:lnTo>
                    <a:pt x="418624" y="237172"/>
                  </a:lnTo>
                  <a:lnTo>
                    <a:pt x="420052" y="237649"/>
                  </a:lnTo>
                  <a:lnTo>
                    <a:pt x="423386" y="241459"/>
                  </a:lnTo>
                  <a:lnTo>
                    <a:pt x="426720" y="244316"/>
                  </a:lnTo>
                  <a:lnTo>
                    <a:pt x="431006" y="247174"/>
                  </a:lnTo>
                  <a:lnTo>
                    <a:pt x="433864" y="248602"/>
                  </a:lnTo>
                  <a:lnTo>
                    <a:pt x="435293" y="249079"/>
                  </a:lnTo>
                  <a:lnTo>
                    <a:pt x="436245" y="251936"/>
                  </a:lnTo>
                  <a:lnTo>
                    <a:pt x="437197" y="253841"/>
                  </a:lnTo>
                  <a:lnTo>
                    <a:pt x="437674" y="255746"/>
                  </a:lnTo>
                  <a:lnTo>
                    <a:pt x="438150" y="257175"/>
                  </a:lnTo>
                  <a:close/>
                </a:path>
              </a:pathLst>
            </a:custGeom>
            <a:grpFill/>
            <a:ln w="317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374A2098-476C-484C-8F2B-F6846FFC9FA0}"/>
                </a:ext>
              </a:extLst>
            </p:cNvPr>
            <p:cNvSpPr/>
            <p:nvPr/>
          </p:nvSpPr>
          <p:spPr>
            <a:xfrm>
              <a:off x="7173277" y="3655218"/>
              <a:ext cx="354806" cy="220503"/>
            </a:xfrm>
            <a:custGeom>
              <a:avLst/>
              <a:gdLst>
                <a:gd name="connsiteX0" fmla="*/ 348139 w 354806"/>
                <a:gd name="connsiteY0" fmla="*/ 70485 h 220503"/>
                <a:gd name="connsiteX1" fmla="*/ 346234 w 354806"/>
                <a:gd name="connsiteY1" fmla="*/ 65722 h 220503"/>
                <a:gd name="connsiteX2" fmla="*/ 344329 w 354806"/>
                <a:gd name="connsiteY2" fmla="*/ 60960 h 220503"/>
                <a:gd name="connsiteX3" fmla="*/ 342900 w 354806"/>
                <a:gd name="connsiteY3" fmla="*/ 57626 h 220503"/>
                <a:gd name="connsiteX4" fmla="*/ 340519 w 354806"/>
                <a:gd name="connsiteY4" fmla="*/ 56674 h 220503"/>
                <a:gd name="connsiteX5" fmla="*/ 339090 w 354806"/>
                <a:gd name="connsiteY5" fmla="*/ 53340 h 220503"/>
                <a:gd name="connsiteX6" fmla="*/ 337661 w 354806"/>
                <a:gd name="connsiteY6" fmla="*/ 50006 h 220503"/>
                <a:gd name="connsiteX7" fmla="*/ 336233 w 354806"/>
                <a:gd name="connsiteY7" fmla="*/ 46672 h 220503"/>
                <a:gd name="connsiteX8" fmla="*/ 334804 w 354806"/>
                <a:gd name="connsiteY8" fmla="*/ 43339 h 220503"/>
                <a:gd name="connsiteX9" fmla="*/ 333375 w 354806"/>
                <a:gd name="connsiteY9" fmla="*/ 40005 h 220503"/>
                <a:gd name="connsiteX10" fmla="*/ 331947 w 354806"/>
                <a:gd name="connsiteY10" fmla="*/ 36671 h 220503"/>
                <a:gd name="connsiteX11" fmla="*/ 330518 w 354806"/>
                <a:gd name="connsiteY11" fmla="*/ 33338 h 220503"/>
                <a:gd name="connsiteX12" fmla="*/ 329089 w 354806"/>
                <a:gd name="connsiteY12" fmla="*/ 30004 h 220503"/>
                <a:gd name="connsiteX13" fmla="*/ 327660 w 354806"/>
                <a:gd name="connsiteY13" fmla="*/ 26670 h 220503"/>
                <a:gd name="connsiteX14" fmla="*/ 326231 w 354806"/>
                <a:gd name="connsiteY14" fmla="*/ 23336 h 220503"/>
                <a:gd name="connsiteX15" fmla="*/ 324803 w 354806"/>
                <a:gd name="connsiteY15" fmla="*/ 20003 h 220503"/>
                <a:gd name="connsiteX16" fmla="*/ 323374 w 354806"/>
                <a:gd name="connsiteY16" fmla="*/ 16669 h 220503"/>
                <a:gd name="connsiteX17" fmla="*/ 321945 w 354806"/>
                <a:gd name="connsiteY17" fmla="*/ 13335 h 220503"/>
                <a:gd name="connsiteX18" fmla="*/ 320516 w 354806"/>
                <a:gd name="connsiteY18" fmla="*/ 10001 h 220503"/>
                <a:gd name="connsiteX19" fmla="*/ 319088 w 354806"/>
                <a:gd name="connsiteY19" fmla="*/ 6668 h 220503"/>
                <a:gd name="connsiteX20" fmla="*/ 317659 w 354806"/>
                <a:gd name="connsiteY20" fmla="*/ 3334 h 220503"/>
                <a:gd name="connsiteX21" fmla="*/ 316230 w 354806"/>
                <a:gd name="connsiteY21" fmla="*/ 0 h 220503"/>
                <a:gd name="connsiteX22" fmla="*/ 308134 w 354806"/>
                <a:gd name="connsiteY22" fmla="*/ 953 h 220503"/>
                <a:gd name="connsiteX23" fmla="*/ 300514 w 354806"/>
                <a:gd name="connsiteY23" fmla="*/ 1905 h 220503"/>
                <a:gd name="connsiteX24" fmla="*/ 291941 w 354806"/>
                <a:gd name="connsiteY24" fmla="*/ 3334 h 220503"/>
                <a:gd name="connsiteX25" fmla="*/ 281464 w 354806"/>
                <a:gd name="connsiteY25" fmla="*/ 4763 h 220503"/>
                <a:gd name="connsiteX26" fmla="*/ 273368 w 354806"/>
                <a:gd name="connsiteY26" fmla="*/ 5715 h 220503"/>
                <a:gd name="connsiteX27" fmla="*/ 261461 w 354806"/>
                <a:gd name="connsiteY27" fmla="*/ 7144 h 220503"/>
                <a:gd name="connsiteX28" fmla="*/ 250508 w 354806"/>
                <a:gd name="connsiteY28" fmla="*/ 8572 h 220503"/>
                <a:gd name="connsiteX29" fmla="*/ 240506 w 354806"/>
                <a:gd name="connsiteY29" fmla="*/ 10001 h 220503"/>
                <a:gd name="connsiteX30" fmla="*/ 230505 w 354806"/>
                <a:gd name="connsiteY30" fmla="*/ 11430 h 220503"/>
                <a:gd name="connsiteX31" fmla="*/ 221933 w 354806"/>
                <a:gd name="connsiteY31" fmla="*/ 12382 h 220503"/>
                <a:gd name="connsiteX32" fmla="*/ 216694 w 354806"/>
                <a:gd name="connsiteY32" fmla="*/ 13811 h 220503"/>
                <a:gd name="connsiteX33" fmla="*/ 210503 w 354806"/>
                <a:gd name="connsiteY33" fmla="*/ 16669 h 220503"/>
                <a:gd name="connsiteX34" fmla="*/ 201454 w 354806"/>
                <a:gd name="connsiteY34" fmla="*/ 21431 h 220503"/>
                <a:gd name="connsiteX35" fmla="*/ 191929 w 354806"/>
                <a:gd name="connsiteY35" fmla="*/ 26194 h 220503"/>
                <a:gd name="connsiteX36" fmla="*/ 187166 w 354806"/>
                <a:gd name="connsiteY36" fmla="*/ 28575 h 220503"/>
                <a:gd name="connsiteX37" fmla="*/ 181928 w 354806"/>
                <a:gd name="connsiteY37" fmla="*/ 34766 h 220503"/>
                <a:gd name="connsiteX38" fmla="*/ 179547 w 354806"/>
                <a:gd name="connsiteY38" fmla="*/ 38100 h 220503"/>
                <a:gd name="connsiteX39" fmla="*/ 174784 w 354806"/>
                <a:gd name="connsiteY39" fmla="*/ 43815 h 220503"/>
                <a:gd name="connsiteX40" fmla="*/ 171450 w 354806"/>
                <a:gd name="connsiteY40" fmla="*/ 48101 h 220503"/>
                <a:gd name="connsiteX41" fmla="*/ 167164 w 354806"/>
                <a:gd name="connsiteY41" fmla="*/ 53340 h 220503"/>
                <a:gd name="connsiteX42" fmla="*/ 165259 w 354806"/>
                <a:gd name="connsiteY42" fmla="*/ 58103 h 220503"/>
                <a:gd name="connsiteX43" fmla="*/ 162402 w 354806"/>
                <a:gd name="connsiteY43" fmla="*/ 65246 h 220503"/>
                <a:gd name="connsiteX44" fmla="*/ 160020 w 354806"/>
                <a:gd name="connsiteY44" fmla="*/ 67151 h 220503"/>
                <a:gd name="connsiteX45" fmla="*/ 156210 w 354806"/>
                <a:gd name="connsiteY45" fmla="*/ 69532 h 220503"/>
                <a:gd name="connsiteX46" fmla="*/ 152400 w 354806"/>
                <a:gd name="connsiteY46" fmla="*/ 70961 h 220503"/>
                <a:gd name="connsiteX47" fmla="*/ 146685 w 354806"/>
                <a:gd name="connsiteY47" fmla="*/ 70961 h 220503"/>
                <a:gd name="connsiteX48" fmla="*/ 143352 w 354806"/>
                <a:gd name="connsiteY48" fmla="*/ 66675 h 220503"/>
                <a:gd name="connsiteX49" fmla="*/ 140018 w 354806"/>
                <a:gd name="connsiteY49" fmla="*/ 61913 h 220503"/>
                <a:gd name="connsiteX50" fmla="*/ 138113 w 354806"/>
                <a:gd name="connsiteY50" fmla="*/ 60007 h 220503"/>
                <a:gd name="connsiteX51" fmla="*/ 136684 w 354806"/>
                <a:gd name="connsiteY51" fmla="*/ 60007 h 220503"/>
                <a:gd name="connsiteX52" fmla="*/ 130969 w 354806"/>
                <a:gd name="connsiteY52" fmla="*/ 60484 h 220503"/>
                <a:gd name="connsiteX53" fmla="*/ 123825 w 354806"/>
                <a:gd name="connsiteY53" fmla="*/ 60960 h 220503"/>
                <a:gd name="connsiteX54" fmla="*/ 115729 w 354806"/>
                <a:gd name="connsiteY54" fmla="*/ 60007 h 220503"/>
                <a:gd name="connsiteX55" fmla="*/ 106204 w 354806"/>
                <a:gd name="connsiteY55" fmla="*/ 59055 h 220503"/>
                <a:gd name="connsiteX56" fmla="*/ 97155 w 354806"/>
                <a:gd name="connsiteY56" fmla="*/ 58103 h 220503"/>
                <a:gd name="connsiteX57" fmla="*/ 92869 w 354806"/>
                <a:gd name="connsiteY57" fmla="*/ 57626 h 220503"/>
                <a:gd name="connsiteX58" fmla="*/ 87154 w 354806"/>
                <a:gd name="connsiteY58" fmla="*/ 54769 h 220503"/>
                <a:gd name="connsiteX59" fmla="*/ 85725 w 354806"/>
                <a:gd name="connsiteY59" fmla="*/ 54293 h 220503"/>
                <a:gd name="connsiteX60" fmla="*/ 84297 w 354806"/>
                <a:gd name="connsiteY60" fmla="*/ 54293 h 220503"/>
                <a:gd name="connsiteX61" fmla="*/ 77629 w 354806"/>
                <a:gd name="connsiteY61" fmla="*/ 54293 h 220503"/>
                <a:gd name="connsiteX62" fmla="*/ 70961 w 354806"/>
                <a:gd name="connsiteY62" fmla="*/ 54293 h 220503"/>
                <a:gd name="connsiteX63" fmla="*/ 64294 w 354806"/>
                <a:gd name="connsiteY63" fmla="*/ 55245 h 220503"/>
                <a:gd name="connsiteX64" fmla="*/ 57627 w 354806"/>
                <a:gd name="connsiteY64" fmla="*/ 54769 h 220503"/>
                <a:gd name="connsiteX65" fmla="*/ 50959 w 354806"/>
                <a:gd name="connsiteY65" fmla="*/ 55245 h 220503"/>
                <a:gd name="connsiteX66" fmla="*/ 48578 w 354806"/>
                <a:gd name="connsiteY66" fmla="*/ 56197 h 220503"/>
                <a:gd name="connsiteX67" fmla="*/ 45720 w 354806"/>
                <a:gd name="connsiteY67" fmla="*/ 56197 h 220503"/>
                <a:gd name="connsiteX68" fmla="*/ 44291 w 354806"/>
                <a:gd name="connsiteY68" fmla="*/ 57150 h 220503"/>
                <a:gd name="connsiteX69" fmla="*/ 42863 w 354806"/>
                <a:gd name="connsiteY69" fmla="*/ 57626 h 220503"/>
                <a:gd name="connsiteX70" fmla="*/ 40958 w 354806"/>
                <a:gd name="connsiteY70" fmla="*/ 56674 h 220503"/>
                <a:gd name="connsiteX71" fmla="*/ 39053 w 354806"/>
                <a:gd name="connsiteY71" fmla="*/ 56674 h 220503"/>
                <a:gd name="connsiteX72" fmla="*/ 35719 w 354806"/>
                <a:gd name="connsiteY72" fmla="*/ 55721 h 220503"/>
                <a:gd name="connsiteX73" fmla="*/ 33814 w 354806"/>
                <a:gd name="connsiteY73" fmla="*/ 53816 h 220503"/>
                <a:gd name="connsiteX74" fmla="*/ 31909 w 354806"/>
                <a:gd name="connsiteY74" fmla="*/ 51911 h 220503"/>
                <a:gd name="connsiteX75" fmla="*/ 30004 w 354806"/>
                <a:gd name="connsiteY75" fmla="*/ 50959 h 220503"/>
                <a:gd name="connsiteX76" fmla="*/ 27623 w 354806"/>
                <a:gd name="connsiteY76" fmla="*/ 50482 h 220503"/>
                <a:gd name="connsiteX77" fmla="*/ 25718 w 354806"/>
                <a:gd name="connsiteY77" fmla="*/ 50482 h 220503"/>
                <a:gd name="connsiteX78" fmla="*/ 23336 w 354806"/>
                <a:gd name="connsiteY78" fmla="*/ 51435 h 220503"/>
                <a:gd name="connsiteX79" fmla="*/ 21908 w 354806"/>
                <a:gd name="connsiteY79" fmla="*/ 52388 h 220503"/>
                <a:gd name="connsiteX80" fmla="*/ 18098 w 354806"/>
                <a:gd name="connsiteY80" fmla="*/ 55721 h 220503"/>
                <a:gd name="connsiteX81" fmla="*/ 18098 w 354806"/>
                <a:gd name="connsiteY81" fmla="*/ 57150 h 220503"/>
                <a:gd name="connsiteX82" fmla="*/ 20003 w 354806"/>
                <a:gd name="connsiteY82" fmla="*/ 59055 h 220503"/>
                <a:gd name="connsiteX83" fmla="*/ 19527 w 354806"/>
                <a:gd name="connsiteY83" fmla="*/ 60007 h 220503"/>
                <a:gd name="connsiteX84" fmla="*/ 17145 w 354806"/>
                <a:gd name="connsiteY84" fmla="*/ 60960 h 220503"/>
                <a:gd name="connsiteX85" fmla="*/ 16669 w 354806"/>
                <a:gd name="connsiteY85" fmla="*/ 64294 h 220503"/>
                <a:gd name="connsiteX86" fmla="*/ 16193 w 354806"/>
                <a:gd name="connsiteY86" fmla="*/ 66199 h 220503"/>
                <a:gd name="connsiteX87" fmla="*/ 15716 w 354806"/>
                <a:gd name="connsiteY87" fmla="*/ 70485 h 220503"/>
                <a:gd name="connsiteX88" fmla="*/ 16669 w 354806"/>
                <a:gd name="connsiteY88" fmla="*/ 73819 h 220503"/>
                <a:gd name="connsiteX89" fmla="*/ 18098 w 354806"/>
                <a:gd name="connsiteY89" fmla="*/ 75247 h 220503"/>
                <a:gd name="connsiteX90" fmla="*/ 18098 w 354806"/>
                <a:gd name="connsiteY90" fmla="*/ 76676 h 220503"/>
                <a:gd name="connsiteX91" fmla="*/ 17145 w 354806"/>
                <a:gd name="connsiteY91" fmla="*/ 79534 h 220503"/>
                <a:gd name="connsiteX92" fmla="*/ 15240 w 354806"/>
                <a:gd name="connsiteY92" fmla="*/ 80486 h 220503"/>
                <a:gd name="connsiteX93" fmla="*/ 13811 w 354806"/>
                <a:gd name="connsiteY93" fmla="*/ 83344 h 220503"/>
                <a:gd name="connsiteX94" fmla="*/ 12859 w 354806"/>
                <a:gd name="connsiteY94" fmla="*/ 84772 h 220503"/>
                <a:gd name="connsiteX95" fmla="*/ 11430 w 354806"/>
                <a:gd name="connsiteY95" fmla="*/ 86201 h 220503"/>
                <a:gd name="connsiteX96" fmla="*/ 5239 w 354806"/>
                <a:gd name="connsiteY96" fmla="*/ 90964 h 220503"/>
                <a:gd name="connsiteX97" fmla="*/ 6668 w 354806"/>
                <a:gd name="connsiteY97" fmla="*/ 102870 h 220503"/>
                <a:gd name="connsiteX98" fmla="*/ 2381 w 354806"/>
                <a:gd name="connsiteY98" fmla="*/ 115729 h 220503"/>
                <a:gd name="connsiteX99" fmla="*/ 5239 w 354806"/>
                <a:gd name="connsiteY99" fmla="*/ 125254 h 220503"/>
                <a:gd name="connsiteX100" fmla="*/ 5239 w 354806"/>
                <a:gd name="connsiteY100" fmla="*/ 126682 h 220503"/>
                <a:gd name="connsiteX101" fmla="*/ 4763 w 354806"/>
                <a:gd name="connsiteY101" fmla="*/ 128588 h 220503"/>
                <a:gd name="connsiteX102" fmla="*/ 2858 w 354806"/>
                <a:gd name="connsiteY102" fmla="*/ 127635 h 220503"/>
                <a:gd name="connsiteX103" fmla="*/ 1429 w 354806"/>
                <a:gd name="connsiteY103" fmla="*/ 126682 h 220503"/>
                <a:gd name="connsiteX104" fmla="*/ 0 w 354806"/>
                <a:gd name="connsiteY104" fmla="*/ 130016 h 220503"/>
                <a:gd name="connsiteX105" fmla="*/ 6668 w 354806"/>
                <a:gd name="connsiteY105" fmla="*/ 133350 h 220503"/>
                <a:gd name="connsiteX106" fmla="*/ 8097 w 354806"/>
                <a:gd name="connsiteY106" fmla="*/ 137636 h 220503"/>
                <a:gd name="connsiteX107" fmla="*/ 9525 w 354806"/>
                <a:gd name="connsiteY107" fmla="*/ 140018 h 220503"/>
                <a:gd name="connsiteX108" fmla="*/ 9525 w 354806"/>
                <a:gd name="connsiteY108" fmla="*/ 141446 h 220503"/>
                <a:gd name="connsiteX109" fmla="*/ 8573 w 354806"/>
                <a:gd name="connsiteY109" fmla="*/ 142875 h 220503"/>
                <a:gd name="connsiteX110" fmla="*/ 9049 w 354806"/>
                <a:gd name="connsiteY110" fmla="*/ 144304 h 220503"/>
                <a:gd name="connsiteX111" fmla="*/ 10002 w 354806"/>
                <a:gd name="connsiteY111" fmla="*/ 145732 h 220503"/>
                <a:gd name="connsiteX112" fmla="*/ 12383 w 354806"/>
                <a:gd name="connsiteY112" fmla="*/ 153353 h 220503"/>
                <a:gd name="connsiteX113" fmla="*/ 12383 w 354806"/>
                <a:gd name="connsiteY113" fmla="*/ 154305 h 220503"/>
                <a:gd name="connsiteX114" fmla="*/ 11906 w 354806"/>
                <a:gd name="connsiteY114" fmla="*/ 155734 h 220503"/>
                <a:gd name="connsiteX115" fmla="*/ 13335 w 354806"/>
                <a:gd name="connsiteY115" fmla="*/ 160496 h 220503"/>
                <a:gd name="connsiteX116" fmla="*/ 14764 w 354806"/>
                <a:gd name="connsiteY116" fmla="*/ 165259 h 220503"/>
                <a:gd name="connsiteX117" fmla="*/ 14764 w 354806"/>
                <a:gd name="connsiteY117" fmla="*/ 171926 h 220503"/>
                <a:gd name="connsiteX118" fmla="*/ 19527 w 354806"/>
                <a:gd name="connsiteY118" fmla="*/ 177165 h 220503"/>
                <a:gd name="connsiteX119" fmla="*/ 20955 w 354806"/>
                <a:gd name="connsiteY119" fmla="*/ 182880 h 220503"/>
                <a:gd name="connsiteX120" fmla="*/ 20955 w 354806"/>
                <a:gd name="connsiteY120" fmla="*/ 184785 h 220503"/>
                <a:gd name="connsiteX121" fmla="*/ 19050 w 354806"/>
                <a:gd name="connsiteY121" fmla="*/ 197644 h 220503"/>
                <a:gd name="connsiteX122" fmla="*/ 27147 w 354806"/>
                <a:gd name="connsiteY122" fmla="*/ 212407 h 220503"/>
                <a:gd name="connsiteX123" fmla="*/ 27623 w 354806"/>
                <a:gd name="connsiteY123" fmla="*/ 217170 h 220503"/>
                <a:gd name="connsiteX124" fmla="*/ 32385 w 354806"/>
                <a:gd name="connsiteY124" fmla="*/ 215741 h 220503"/>
                <a:gd name="connsiteX125" fmla="*/ 39053 w 354806"/>
                <a:gd name="connsiteY125" fmla="*/ 218122 h 220503"/>
                <a:gd name="connsiteX126" fmla="*/ 42386 w 354806"/>
                <a:gd name="connsiteY126" fmla="*/ 220028 h 220503"/>
                <a:gd name="connsiteX127" fmla="*/ 44768 w 354806"/>
                <a:gd name="connsiteY127" fmla="*/ 220504 h 220503"/>
                <a:gd name="connsiteX128" fmla="*/ 48578 w 354806"/>
                <a:gd name="connsiteY128" fmla="*/ 219551 h 220503"/>
                <a:gd name="connsiteX129" fmla="*/ 53816 w 354806"/>
                <a:gd name="connsiteY129" fmla="*/ 219551 h 220503"/>
                <a:gd name="connsiteX130" fmla="*/ 57150 w 354806"/>
                <a:gd name="connsiteY130" fmla="*/ 218599 h 220503"/>
                <a:gd name="connsiteX131" fmla="*/ 66199 w 354806"/>
                <a:gd name="connsiteY131" fmla="*/ 213360 h 220503"/>
                <a:gd name="connsiteX132" fmla="*/ 70961 w 354806"/>
                <a:gd name="connsiteY132" fmla="*/ 215265 h 220503"/>
                <a:gd name="connsiteX133" fmla="*/ 75724 w 354806"/>
                <a:gd name="connsiteY133" fmla="*/ 214789 h 220503"/>
                <a:gd name="connsiteX134" fmla="*/ 80963 w 354806"/>
                <a:gd name="connsiteY134" fmla="*/ 213836 h 220503"/>
                <a:gd name="connsiteX135" fmla="*/ 83344 w 354806"/>
                <a:gd name="connsiteY135" fmla="*/ 209550 h 220503"/>
                <a:gd name="connsiteX136" fmla="*/ 85249 w 354806"/>
                <a:gd name="connsiteY136" fmla="*/ 207645 h 220503"/>
                <a:gd name="connsiteX137" fmla="*/ 92869 w 354806"/>
                <a:gd name="connsiteY137" fmla="*/ 205264 h 220503"/>
                <a:gd name="connsiteX138" fmla="*/ 97631 w 354806"/>
                <a:gd name="connsiteY138" fmla="*/ 199549 h 220503"/>
                <a:gd name="connsiteX139" fmla="*/ 101918 w 354806"/>
                <a:gd name="connsiteY139" fmla="*/ 195739 h 220503"/>
                <a:gd name="connsiteX140" fmla="*/ 110966 w 354806"/>
                <a:gd name="connsiteY140" fmla="*/ 193834 h 220503"/>
                <a:gd name="connsiteX141" fmla="*/ 120491 w 354806"/>
                <a:gd name="connsiteY141" fmla="*/ 192881 h 220503"/>
                <a:gd name="connsiteX142" fmla="*/ 130493 w 354806"/>
                <a:gd name="connsiteY142" fmla="*/ 193357 h 220503"/>
                <a:gd name="connsiteX143" fmla="*/ 136208 w 354806"/>
                <a:gd name="connsiteY143" fmla="*/ 192881 h 220503"/>
                <a:gd name="connsiteX144" fmla="*/ 140494 w 354806"/>
                <a:gd name="connsiteY144" fmla="*/ 191929 h 220503"/>
                <a:gd name="connsiteX145" fmla="*/ 146685 w 354806"/>
                <a:gd name="connsiteY145" fmla="*/ 189071 h 220503"/>
                <a:gd name="connsiteX146" fmla="*/ 155734 w 354806"/>
                <a:gd name="connsiteY146" fmla="*/ 187166 h 220503"/>
                <a:gd name="connsiteX147" fmla="*/ 161449 w 354806"/>
                <a:gd name="connsiteY147" fmla="*/ 185261 h 220503"/>
                <a:gd name="connsiteX148" fmla="*/ 169069 w 354806"/>
                <a:gd name="connsiteY148" fmla="*/ 178594 h 220503"/>
                <a:gd name="connsiteX149" fmla="*/ 176689 w 354806"/>
                <a:gd name="connsiteY149" fmla="*/ 175260 h 220503"/>
                <a:gd name="connsiteX150" fmla="*/ 178594 w 354806"/>
                <a:gd name="connsiteY150" fmla="*/ 173355 h 220503"/>
                <a:gd name="connsiteX151" fmla="*/ 180975 w 354806"/>
                <a:gd name="connsiteY151" fmla="*/ 171926 h 220503"/>
                <a:gd name="connsiteX152" fmla="*/ 190977 w 354806"/>
                <a:gd name="connsiteY152" fmla="*/ 173831 h 220503"/>
                <a:gd name="connsiteX153" fmla="*/ 196691 w 354806"/>
                <a:gd name="connsiteY153" fmla="*/ 173355 h 220503"/>
                <a:gd name="connsiteX154" fmla="*/ 201454 w 354806"/>
                <a:gd name="connsiteY154" fmla="*/ 171926 h 220503"/>
                <a:gd name="connsiteX155" fmla="*/ 203835 w 354806"/>
                <a:gd name="connsiteY155" fmla="*/ 171926 h 220503"/>
                <a:gd name="connsiteX156" fmla="*/ 207645 w 354806"/>
                <a:gd name="connsiteY156" fmla="*/ 169545 h 220503"/>
                <a:gd name="connsiteX157" fmla="*/ 212884 w 354806"/>
                <a:gd name="connsiteY157" fmla="*/ 164782 h 220503"/>
                <a:gd name="connsiteX158" fmla="*/ 215265 w 354806"/>
                <a:gd name="connsiteY158" fmla="*/ 161925 h 220503"/>
                <a:gd name="connsiteX159" fmla="*/ 216694 w 354806"/>
                <a:gd name="connsiteY159" fmla="*/ 158591 h 220503"/>
                <a:gd name="connsiteX160" fmla="*/ 218599 w 354806"/>
                <a:gd name="connsiteY160" fmla="*/ 157163 h 220503"/>
                <a:gd name="connsiteX161" fmla="*/ 227172 w 354806"/>
                <a:gd name="connsiteY161" fmla="*/ 152400 h 220503"/>
                <a:gd name="connsiteX162" fmla="*/ 233839 w 354806"/>
                <a:gd name="connsiteY162" fmla="*/ 149543 h 220503"/>
                <a:gd name="connsiteX163" fmla="*/ 246222 w 354806"/>
                <a:gd name="connsiteY163" fmla="*/ 145732 h 220503"/>
                <a:gd name="connsiteX164" fmla="*/ 255270 w 354806"/>
                <a:gd name="connsiteY164" fmla="*/ 144780 h 220503"/>
                <a:gd name="connsiteX165" fmla="*/ 260985 w 354806"/>
                <a:gd name="connsiteY165" fmla="*/ 142399 h 220503"/>
                <a:gd name="connsiteX166" fmla="*/ 267177 w 354806"/>
                <a:gd name="connsiteY166" fmla="*/ 138589 h 220503"/>
                <a:gd name="connsiteX167" fmla="*/ 283845 w 354806"/>
                <a:gd name="connsiteY167" fmla="*/ 135255 h 220503"/>
                <a:gd name="connsiteX168" fmla="*/ 294323 w 354806"/>
                <a:gd name="connsiteY168" fmla="*/ 132397 h 220503"/>
                <a:gd name="connsiteX169" fmla="*/ 303848 w 354806"/>
                <a:gd name="connsiteY169" fmla="*/ 128588 h 220503"/>
                <a:gd name="connsiteX170" fmla="*/ 306705 w 354806"/>
                <a:gd name="connsiteY170" fmla="*/ 127159 h 220503"/>
                <a:gd name="connsiteX171" fmla="*/ 309086 w 354806"/>
                <a:gd name="connsiteY171" fmla="*/ 125254 h 220503"/>
                <a:gd name="connsiteX172" fmla="*/ 311944 w 354806"/>
                <a:gd name="connsiteY172" fmla="*/ 124778 h 220503"/>
                <a:gd name="connsiteX173" fmla="*/ 316706 w 354806"/>
                <a:gd name="connsiteY173" fmla="*/ 121920 h 220503"/>
                <a:gd name="connsiteX174" fmla="*/ 320993 w 354806"/>
                <a:gd name="connsiteY174" fmla="*/ 120015 h 220503"/>
                <a:gd name="connsiteX175" fmla="*/ 325279 w 354806"/>
                <a:gd name="connsiteY175" fmla="*/ 117634 h 220503"/>
                <a:gd name="connsiteX176" fmla="*/ 325279 w 354806"/>
                <a:gd name="connsiteY176" fmla="*/ 113824 h 220503"/>
                <a:gd name="connsiteX177" fmla="*/ 323850 w 354806"/>
                <a:gd name="connsiteY177" fmla="*/ 107156 h 220503"/>
                <a:gd name="connsiteX178" fmla="*/ 326231 w 354806"/>
                <a:gd name="connsiteY178" fmla="*/ 99536 h 220503"/>
                <a:gd name="connsiteX179" fmla="*/ 329089 w 354806"/>
                <a:gd name="connsiteY179" fmla="*/ 95250 h 220503"/>
                <a:gd name="connsiteX180" fmla="*/ 333375 w 354806"/>
                <a:gd name="connsiteY180" fmla="*/ 91916 h 220503"/>
                <a:gd name="connsiteX181" fmla="*/ 337661 w 354806"/>
                <a:gd name="connsiteY181" fmla="*/ 89059 h 220503"/>
                <a:gd name="connsiteX182" fmla="*/ 354806 w 354806"/>
                <a:gd name="connsiteY182" fmla="*/ 82868 h 220503"/>
                <a:gd name="connsiteX183" fmla="*/ 352902 w 354806"/>
                <a:gd name="connsiteY183" fmla="*/ 78105 h 220503"/>
                <a:gd name="connsiteX184" fmla="*/ 348139 w 354806"/>
                <a:gd name="connsiteY184" fmla="*/ 70485 h 22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54806" h="220503">
                  <a:moveTo>
                    <a:pt x="348139" y="70485"/>
                  </a:moveTo>
                  <a:lnTo>
                    <a:pt x="346234" y="65722"/>
                  </a:lnTo>
                  <a:lnTo>
                    <a:pt x="344329" y="60960"/>
                  </a:lnTo>
                  <a:lnTo>
                    <a:pt x="342900" y="57626"/>
                  </a:lnTo>
                  <a:lnTo>
                    <a:pt x="340519" y="56674"/>
                  </a:lnTo>
                  <a:lnTo>
                    <a:pt x="339090" y="53340"/>
                  </a:lnTo>
                  <a:lnTo>
                    <a:pt x="337661" y="50006"/>
                  </a:lnTo>
                  <a:lnTo>
                    <a:pt x="336233" y="46672"/>
                  </a:lnTo>
                  <a:lnTo>
                    <a:pt x="334804" y="43339"/>
                  </a:lnTo>
                  <a:lnTo>
                    <a:pt x="333375" y="40005"/>
                  </a:lnTo>
                  <a:lnTo>
                    <a:pt x="331947" y="36671"/>
                  </a:lnTo>
                  <a:lnTo>
                    <a:pt x="330518" y="33338"/>
                  </a:lnTo>
                  <a:lnTo>
                    <a:pt x="329089" y="30004"/>
                  </a:lnTo>
                  <a:lnTo>
                    <a:pt x="327660" y="26670"/>
                  </a:lnTo>
                  <a:lnTo>
                    <a:pt x="326231" y="23336"/>
                  </a:lnTo>
                  <a:lnTo>
                    <a:pt x="324803" y="20003"/>
                  </a:lnTo>
                  <a:lnTo>
                    <a:pt x="323374" y="16669"/>
                  </a:lnTo>
                  <a:lnTo>
                    <a:pt x="321945" y="13335"/>
                  </a:lnTo>
                  <a:lnTo>
                    <a:pt x="320516" y="10001"/>
                  </a:lnTo>
                  <a:lnTo>
                    <a:pt x="319088" y="6668"/>
                  </a:lnTo>
                  <a:lnTo>
                    <a:pt x="317659" y="3334"/>
                  </a:lnTo>
                  <a:lnTo>
                    <a:pt x="316230" y="0"/>
                  </a:lnTo>
                  <a:lnTo>
                    <a:pt x="308134" y="953"/>
                  </a:lnTo>
                  <a:lnTo>
                    <a:pt x="300514" y="1905"/>
                  </a:lnTo>
                  <a:lnTo>
                    <a:pt x="291941" y="3334"/>
                  </a:lnTo>
                  <a:lnTo>
                    <a:pt x="281464" y="4763"/>
                  </a:lnTo>
                  <a:lnTo>
                    <a:pt x="273368" y="5715"/>
                  </a:lnTo>
                  <a:lnTo>
                    <a:pt x="261461" y="7144"/>
                  </a:lnTo>
                  <a:lnTo>
                    <a:pt x="250508" y="8572"/>
                  </a:lnTo>
                  <a:lnTo>
                    <a:pt x="240506" y="10001"/>
                  </a:lnTo>
                  <a:lnTo>
                    <a:pt x="230505" y="11430"/>
                  </a:lnTo>
                  <a:lnTo>
                    <a:pt x="221933" y="12382"/>
                  </a:lnTo>
                  <a:lnTo>
                    <a:pt x="216694" y="13811"/>
                  </a:lnTo>
                  <a:lnTo>
                    <a:pt x="210503" y="16669"/>
                  </a:lnTo>
                  <a:lnTo>
                    <a:pt x="201454" y="21431"/>
                  </a:lnTo>
                  <a:lnTo>
                    <a:pt x="191929" y="26194"/>
                  </a:lnTo>
                  <a:lnTo>
                    <a:pt x="187166" y="28575"/>
                  </a:lnTo>
                  <a:lnTo>
                    <a:pt x="181928" y="34766"/>
                  </a:lnTo>
                  <a:lnTo>
                    <a:pt x="179547" y="38100"/>
                  </a:lnTo>
                  <a:lnTo>
                    <a:pt x="174784" y="43815"/>
                  </a:lnTo>
                  <a:lnTo>
                    <a:pt x="171450" y="48101"/>
                  </a:lnTo>
                  <a:lnTo>
                    <a:pt x="167164" y="53340"/>
                  </a:lnTo>
                  <a:lnTo>
                    <a:pt x="165259" y="58103"/>
                  </a:lnTo>
                  <a:lnTo>
                    <a:pt x="162402" y="65246"/>
                  </a:lnTo>
                  <a:lnTo>
                    <a:pt x="160020" y="67151"/>
                  </a:lnTo>
                  <a:lnTo>
                    <a:pt x="156210" y="69532"/>
                  </a:lnTo>
                  <a:lnTo>
                    <a:pt x="152400" y="70961"/>
                  </a:lnTo>
                  <a:lnTo>
                    <a:pt x="146685" y="70961"/>
                  </a:lnTo>
                  <a:lnTo>
                    <a:pt x="143352" y="66675"/>
                  </a:lnTo>
                  <a:lnTo>
                    <a:pt x="140018" y="61913"/>
                  </a:lnTo>
                  <a:lnTo>
                    <a:pt x="138113" y="60007"/>
                  </a:lnTo>
                  <a:lnTo>
                    <a:pt x="136684" y="60007"/>
                  </a:lnTo>
                  <a:lnTo>
                    <a:pt x="130969" y="60484"/>
                  </a:lnTo>
                  <a:lnTo>
                    <a:pt x="123825" y="60960"/>
                  </a:lnTo>
                  <a:lnTo>
                    <a:pt x="115729" y="60007"/>
                  </a:lnTo>
                  <a:lnTo>
                    <a:pt x="106204" y="59055"/>
                  </a:lnTo>
                  <a:lnTo>
                    <a:pt x="97155" y="58103"/>
                  </a:lnTo>
                  <a:lnTo>
                    <a:pt x="92869" y="57626"/>
                  </a:lnTo>
                  <a:lnTo>
                    <a:pt x="87154" y="54769"/>
                  </a:lnTo>
                  <a:lnTo>
                    <a:pt x="85725" y="54293"/>
                  </a:lnTo>
                  <a:lnTo>
                    <a:pt x="84297" y="54293"/>
                  </a:lnTo>
                  <a:lnTo>
                    <a:pt x="77629" y="54293"/>
                  </a:lnTo>
                  <a:lnTo>
                    <a:pt x="70961" y="54293"/>
                  </a:lnTo>
                  <a:lnTo>
                    <a:pt x="64294" y="55245"/>
                  </a:lnTo>
                  <a:lnTo>
                    <a:pt x="57627" y="54769"/>
                  </a:lnTo>
                  <a:lnTo>
                    <a:pt x="50959" y="55245"/>
                  </a:lnTo>
                  <a:lnTo>
                    <a:pt x="48578" y="56197"/>
                  </a:lnTo>
                  <a:lnTo>
                    <a:pt x="45720" y="56197"/>
                  </a:lnTo>
                  <a:lnTo>
                    <a:pt x="44291" y="57150"/>
                  </a:lnTo>
                  <a:lnTo>
                    <a:pt x="42863" y="57626"/>
                  </a:lnTo>
                  <a:lnTo>
                    <a:pt x="40958" y="56674"/>
                  </a:lnTo>
                  <a:lnTo>
                    <a:pt x="39053" y="56674"/>
                  </a:lnTo>
                  <a:lnTo>
                    <a:pt x="35719" y="55721"/>
                  </a:lnTo>
                  <a:lnTo>
                    <a:pt x="33814" y="53816"/>
                  </a:lnTo>
                  <a:lnTo>
                    <a:pt x="31909" y="51911"/>
                  </a:lnTo>
                  <a:lnTo>
                    <a:pt x="30004" y="50959"/>
                  </a:lnTo>
                  <a:lnTo>
                    <a:pt x="27623" y="50482"/>
                  </a:lnTo>
                  <a:lnTo>
                    <a:pt x="25718" y="50482"/>
                  </a:lnTo>
                  <a:lnTo>
                    <a:pt x="23336" y="51435"/>
                  </a:lnTo>
                  <a:lnTo>
                    <a:pt x="21908" y="52388"/>
                  </a:lnTo>
                  <a:lnTo>
                    <a:pt x="18098" y="55721"/>
                  </a:lnTo>
                  <a:lnTo>
                    <a:pt x="18098" y="57150"/>
                  </a:lnTo>
                  <a:lnTo>
                    <a:pt x="20003" y="59055"/>
                  </a:lnTo>
                  <a:lnTo>
                    <a:pt x="19527" y="60007"/>
                  </a:lnTo>
                  <a:lnTo>
                    <a:pt x="17145" y="60960"/>
                  </a:lnTo>
                  <a:lnTo>
                    <a:pt x="16669" y="64294"/>
                  </a:lnTo>
                  <a:lnTo>
                    <a:pt x="16193" y="66199"/>
                  </a:lnTo>
                  <a:lnTo>
                    <a:pt x="15716" y="70485"/>
                  </a:lnTo>
                  <a:lnTo>
                    <a:pt x="16669" y="73819"/>
                  </a:lnTo>
                  <a:lnTo>
                    <a:pt x="18098" y="75247"/>
                  </a:lnTo>
                  <a:lnTo>
                    <a:pt x="18098" y="76676"/>
                  </a:lnTo>
                  <a:lnTo>
                    <a:pt x="17145" y="79534"/>
                  </a:lnTo>
                  <a:lnTo>
                    <a:pt x="15240" y="80486"/>
                  </a:lnTo>
                  <a:lnTo>
                    <a:pt x="13811" y="83344"/>
                  </a:lnTo>
                  <a:lnTo>
                    <a:pt x="12859" y="84772"/>
                  </a:lnTo>
                  <a:lnTo>
                    <a:pt x="11430" y="86201"/>
                  </a:lnTo>
                  <a:lnTo>
                    <a:pt x="5239" y="90964"/>
                  </a:lnTo>
                  <a:lnTo>
                    <a:pt x="6668" y="102870"/>
                  </a:lnTo>
                  <a:lnTo>
                    <a:pt x="2381" y="115729"/>
                  </a:lnTo>
                  <a:lnTo>
                    <a:pt x="5239" y="125254"/>
                  </a:lnTo>
                  <a:lnTo>
                    <a:pt x="5239" y="126682"/>
                  </a:lnTo>
                  <a:lnTo>
                    <a:pt x="4763" y="128588"/>
                  </a:lnTo>
                  <a:lnTo>
                    <a:pt x="2858" y="127635"/>
                  </a:lnTo>
                  <a:lnTo>
                    <a:pt x="1429" y="126682"/>
                  </a:lnTo>
                  <a:lnTo>
                    <a:pt x="0" y="130016"/>
                  </a:lnTo>
                  <a:lnTo>
                    <a:pt x="6668" y="133350"/>
                  </a:lnTo>
                  <a:lnTo>
                    <a:pt x="8097" y="137636"/>
                  </a:lnTo>
                  <a:lnTo>
                    <a:pt x="9525" y="140018"/>
                  </a:lnTo>
                  <a:lnTo>
                    <a:pt x="9525" y="141446"/>
                  </a:lnTo>
                  <a:lnTo>
                    <a:pt x="8573" y="142875"/>
                  </a:lnTo>
                  <a:lnTo>
                    <a:pt x="9049" y="144304"/>
                  </a:lnTo>
                  <a:lnTo>
                    <a:pt x="10002" y="145732"/>
                  </a:lnTo>
                  <a:lnTo>
                    <a:pt x="12383" y="153353"/>
                  </a:lnTo>
                  <a:lnTo>
                    <a:pt x="12383" y="154305"/>
                  </a:lnTo>
                  <a:lnTo>
                    <a:pt x="11906" y="155734"/>
                  </a:lnTo>
                  <a:lnTo>
                    <a:pt x="13335" y="160496"/>
                  </a:lnTo>
                  <a:lnTo>
                    <a:pt x="14764" y="165259"/>
                  </a:lnTo>
                  <a:lnTo>
                    <a:pt x="14764" y="171926"/>
                  </a:lnTo>
                  <a:lnTo>
                    <a:pt x="19527" y="177165"/>
                  </a:lnTo>
                  <a:lnTo>
                    <a:pt x="20955" y="182880"/>
                  </a:lnTo>
                  <a:lnTo>
                    <a:pt x="20955" y="184785"/>
                  </a:lnTo>
                  <a:lnTo>
                    <a:pt x="19050" y="197644"/>
                  </a:lnTo>
                  <a:lnTo>
                    <a:pt x="27147" y="212407"/>
                  </a:lnTo>
                  <a:lnTo>
                    <a:pt x="27623" y="217170"/>
                  </a:lnTo>
                  <a:lnTo>
                    <a:pt x="32385" y="215741"/>
                  </a:lnTo>
                  <a:lnTo>
                    <a:pt x="39053" y="218122"/>
                  </a:lnTo>
                  <a:lnTo>
                    <a:pt x="42386" y="220028"/>
                  </a:lnTo>
                  <a:lnTo>
                    <a:pt x="44768" y="220504"/>
                  </a:lnTo>
                  <a:lnTo>
                    <a:pt x="48578" y="219551"/>
                  </a:lnTo>
                  <a:lnTo>
                    <a:pt x="53816" y="219551"/>
                  </a:lnTo>
                  <a:lnTo>
                    <a:pt x="57150" y="218599"/>
                  </a:lnTo>
                  <a:lnTo>
                    <a:pt x="66199" y="213360"/>
                  </a:lnTo>
                  <a:lnTo>
                    <a:pt x="70961" y="215265"/>
                  </a:lnTo>
                  <a:lnTo>
                    <a:pt x="75724" y="214789"/>
                  </a:lnTo>
                  <a:lnTo>
                    <a:pt x="80963" y="213836"/>
                  </a:lnTo>
                  <a:lnTo>
                    <a:pt x="83344" y="209550"/>
                  </a:lnTo>
                  <a:lnTo>
                    <a:pt x="85249" y="207645"/>
                  </a:lnTo>
                  <a:lnTo>
                    <a:pt x="92869" y="205264"/>
                  </a:lnTo>
                  <a:lnTo>
                    <a:pt x="97631" y="199549"/>
                  </a:lnTo>
                  <a:lnTo>
                    <a:pt x="101918" y="195739"/>
                  </a:lnTo>
                  <a:lnTo>
                    <a:pt x="110966" y="193834"/>
                  </a:lnTo>
                  <a:lnTo>
                    <a:pt x="120491" y="192881"/>
                  </a:lnTo>
                  <a:lnTo>
                    <a:pt x="130493" y="193357"/>
                  </a:lnTo>
                  <a:lnTo>
                    <a:pt x="136208" y="192881"/>
                  </a:lnTo>
                  <a:lnTo>
                    <a:pt x="140494" y="191929"/>
                  </a:lnTo>
                  <a:lnTo>
                    <a:pt x="146685" y="189071"/>
                  </a:lnTo>
                  <a:lnTo>
                    <a:pt x="155734" y="187166"/>
                  </a:lnTo>
                  <a:lnTo>
                    <a:pt x="161449" y="185261"/>
                  </a:lnTo>
                  <a:lnTo>
                    <a:pt x="169069" y="178594"/>
                  </a:lnTo>
                  <a:lnTo>
                    <a:pt x="176689" y="175260"/>
                  </a:lnTo>
                  <a:lnTo>
                    <a:pt x="178594" y="173355"/>
                  </a:lnTo>
                  <a:lnTo>
                    <a:pt x="180975" y="171926"/>
                  </a:lnTo>
                  <a:lnTo>
                    <a:pt x="190977" y="173831"/>
                  </a:lnTo>
                  <a:lnTo>
                    <a:pt x="196691" y="173355"/>
                  </a:lnTo>
                  <a:lnTo>
                    <a:pt x="201454" y="171926"/>
                  </a:lnTo>
                  <a:lnTo>
                    <a:pt x="203835" y="171926"/>
                  </a:lnTo>
                  <a:lnTo>
                    <a:pt x="207645" y="169545"/>
                  </a:lnTo>
                  <a:lnTo>
                    <a:pt x="212884" y="164782"/>
                  </a:lnTo>
                  <a:lnTo>
                    <a:pt x="215265" y="161925"/>
                  </a:lnTo>
                  <a:lnTo>
                    <a:pt x="216694" y="158591"/>
                  </a:lnTo>
                  <a:lnTo>
                    <a:pt x="218599" y="157163"/>
                  </a:lnTo>
                  <a:lnTo>
                    <a:pt x="227172" y="152400"/>
                  </a:lnTo>
                  <a:lnTo>
                    <a:pt x="233839" y="149543"/>
                  </a:lnTo>
                  <a:lnTo>
                    <a:pt x="246222" y="145732"/>
                  </a:lnTo>
                  <a:lnTo>
                    <a:pt x="255270" y="144780"/>
                  </a:lnTo>
                  <a:lnTo>
                    <a:pt x="260985" y="142399"/>
                  </a:lnTo>
                  <a:lnTo>
                    <a:pt x="267177" y="138589"/>
                  </a:lnTo>
                  <a:lnTo>
                    <a:pt x="283845" y="135255"/>
                  </a:lnTo>
                  <a:lnTo>
                    <a:pt x="294323" y="132397"/>
                  </a:lnTo>
                  <a:lnTo>
                    <a:pt x="303848" y="128588"/>
                  </a:lnTo>
                  <a:lnTo>
                    <a:pt x="306705" y="127159"/>
                  </a:lnTo>
                  <a:lnTo>
                    <a:pt x="309086" y="125254"/>
                  </a:lnTo>
                  <a:lnTo>
                    <a:pt x="311944" y="124778"/>
                  </a:lnTo>
                  <a:lnTo>
                    <a:pt x="316706" y="121920"/>
                  </a:lnTo>
                  <a:lnTo>
                    <a:pt x="320993" y="120015"/>
                  </a:lnTo>
                  <a:lnTo>
                    <a:pt x="325279" y="117634"/>
                  </a:lnTo>
                  <a:lnTo>
                    <a:pt x="325279" y="113824"/>
                  </a:lnTo>
                  <a:lnTo>
                    <a:pt x="323850" y="107156"/>
                  </a:lnTo>
                  <a:lnTo>
                    <a:pt x="326231" y="99536"/>
                  </a:lnTo>
                  <a:lnTo>
                    <a:pt x="329089" y="95250"/>
                  </a:lnTo>
                  <a:lnTo>
                    <a:pt x="333375" y="91916"/>
                  </a:lnTo>
                  <a:lnTo>
                    <a:pt x="337661" y="89059"/>
                  </a:lnTo>
                  <a:lnTo>
                    <a:pt x="354806" y="82868"/>
                  </a:lnTo>
                  <a:lnTo>
                    <a:pt x="352902" y="78105"/>
                  </a:lnTo>
                  <a:lnTo>
                    <a:pt x="348139" y="70485"/>
                  </a:lnTo>
                  <a:close/>
                </a:path>
              </a:pathLst>
            </a:custGeom>
            <a:grpFill/>
            <a:ln w="317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73C406A0-1E84-4B18-A604-3B4DBA583598}"/>
                </a:ext>
              </a:extLst>
            </p:cNvPr>
            <p:cNvSpPr/>
            <p:nvPr/>
          </p:nvSpPr>
          <p:spPr>
            <a:xfrm>
              <a:off x="6400800" y="2747485"/>
              <a:ext cx="59055" cy="57150"/>
            </a:xfrm>
            <a:custGeom>
              <a:avLst/>
              <a:gdLst>
                <a:gd name="connsiteX0" fmla="*/ 58102 w 59055"/>
                <a:gd name="connsiteY0" fmla="*/ 23336 h 57150"/>
                <a:gd name="connsiteX1" fmla="*/ 55721 w 59055"/>
                <a:gd name="connsiteY1" fmla="*/ 23336 h 57150"/>
                <a:gd name="connsiteX2" fmla="*/ 46673 w 59055"/>
                <a:gd name="connsiteY2" fmla="*/ 20479 h 57150"/>
                <a:gd name="connsiteX3" fmla="*/ 47149 w 59055"/>
                <a:gd name="connsiteY3" fmla="*/ 17145 h 57150"/>
                <a:gd name="connsiteX4" fmla="*/ 44291 w 59055"/>
                <a:gd name="connsiteY4" fmla="*/ 15716 h 57150"/>
                <a:gd name="connsiteX5" fmla="*/ 41434 w 59055"/>
                <a:gd name="connsiteY5" fmla="*/ 13811 h 57150"/>
                <a:gd name="connsiteX6" fmla="*/ 40957 w 59055"/>
                <a:gd name="connsiteY6" fmla="*/ 12383 h 57150"/>
                <a:gd name="connsiteX7" fmla="*/ 37624 w 59055"/>
                <a:gd name="connsiteY7" fmla="*/ 8573 h 57150"/>
                <a:gd name="connsiteX8" fmla="*/ 35243 w 59055"/>
                <a:gd name="connsiteY8" fmla="*/ 6667 h 57150"/>
                <a:gd name="connsiteX9" fmla="*/ 32385 w 59055"/>
                <a:gd name="connsiteY9" fmla="*/ 5715 h 57150"/>
                <a:gd name="connsiteX10" fmla="*/ 29527 w 59055"/>
                <a:gd name="connsiteY10" fmla="*/ 4286 h 57150"/>
                <a:gd name="connsiteX11" fmla="*/ 28099 w 59055"/>
                <a:gd name="connsiteY11" fmla="*/ 3334 h 57150"/>
                <a:gd name="connsiteX12" fmla="*/ 27146 w 59055"/>
                <a:gd name="connsiteY12" fmla="*/ 1905 h 57150"/>
                <a:gd name="connsiteX13" fmla="*/ 27146 w 59055"/>
                <a:gd name="connsiteY13" fmla="*/ 953 h 57150"/>
                <a:gd name="connsiteX14" fmla="*/ 26670 w 59055"/>
                <a:gd name="connsiteY14" fmla="*/ 0 h 57150"/>
                <a:gd name="connsiteX15" fmla="*/ 25241 w 59055"/>
                <a:gd name="connsiteY15" fmla="*/ 0 h 57150"/>
                <a:gd name="connsiteX16" fmla="*/ 22860 w 59055"/>
                <a:gd name="connsiteY16" fmla="*/ 1429 h 57150"/>
                <a:gd name="connsiteX17" fmla="*/ 20479 w 59055"/>
                <a:gd name="connsiteY17" fmla="*/ 2381 h 57150"/>
                <a:gd name="connsiteX18" fmla="*/ 20002 w 59055"/>
                <a:gd name="connsiteY18" fmla="*/ 3334 h 57150"/>
                <a:gd name="connsiteX19" fmla="*/ 20955 w 59055"/>
                <a:gd name="connsiteY19" fmla="*/ 5239 h 57150"/>
                <a:gd name="connsiteX20" fmla="*/ 21431 w 59055"/>
                <a:gd name="connsiteY20" fmla="*/ 6191 h 57150"/>
                <a:gd name="connsiteX21" fmla="*/ 21431 w 59055"/>
                <a:gd name="connsiteY21" fmla="*/ 7620 h 57150"/>
                <a:gd name="connsiteX22" fmla="*/ 20479 w 59055"/>
                <a:gd name="connsiteY22" fmla="*/ 9049 h 57150"/>
                <a:gd name="connsiteX23" fmla="*/ 15240 w 59055"/>
                <a:gd name="connsiteY23" fmla="*/ 12383 h 57150"/>
                <a:gd name="connsiteX24" fmla="*/ 14764 w 59055"/>
                <a:gd name="connsiteY24" fmla="*/ 13335 h 57150"/>
                <a:gd name="connsiteX25" fmla="*/ 15716 w 59055"/>
                <a:gd name="connsiteY25" fmla="*/ 15240 h 57150"/>
                <a:gd name="connsiteX26" fmla="*/ 15240 w 59055"/>
                <a:gd name="connsiteY26" fmla="*/ 16192 h 57150"/>
                <a:gd name="connsiteX27" fmla="*/ 10954 w 59055"/>
                <a:gd name="connsiteY27" fmla="*/ 17621 h 57150"/>
                <a:gd name="connsiteX28" fmla="*/ 6668 w 59055"/>
                <a:gd name="connsiteY28" fmla="*/ 18574 h 57150"/>
                <a:gd name="connsiteX29" fmla="*/ 5715 w 59055"/>
                <a:gd name="connsiteY29" fmla="*/ 20479 h 57150"/>
                <a:gd name="connsiteX30" fmla="*/ 3810 w 59055"/>
                <a:gd name="connsiteY30" fmla="*/ 20479 h 57150"/>
                <a:gd name="connsiteX31" fmla="*/ 952 w 59055"/>
                <a:gd name="connsiteY31" fmla="*/ 20479 h 57150"/>
                <a:gd name="connsiteX32" fmla="*/ 0 w 59055"/>
                <a:gd name="connsiteY32" fmla="*/ 21431 h 57150"/>
                <a:gd name="connsiteX33" fmla="*/ 1429 w 59055"/>
                <a:gd name="connsiteY33" fmla="*/ 23336 h 57150"/>
                <a:gd name="connsiteX34" fmla="*/ 2381 w 59055"/>
                <a:gd name="connsiteY34" fmla="*/ 25717 h 57150"/>
                <a:gd name="connsiteX35" fmla="*/ 1429 w 59055"/>
                <a:gd name="connsiteY35" fmla="*/ 28575 h 57150"/>
                <a:gd name="connsiteX36" fmla="*/ 1429 w 59055"/>
                <a:gd name="connsiteY36" fmla="*/ 29051 h 57150"/>
                <a:gd name="connsiteX37" fmla="*/ 2857 w 59055"/>
                <a:gd name="connsiteY37" fmla="*/ 30004 h 57150"/>
                <a:gd name="connsiteX38" fmla="*/ 5715 w 59055"/>
                <a:gd name="connsiteY38" fmla="*/ 33814 h 57150"/>
                <a:gd name="connsiteX39" fmla="*/ 7620 w 59055"/>
                <a:gd name="connsiteY39" fmla="*/ 37148 h 57150"/>
                <a:gd name="connsiteX40" fmla="*/ 10954 w 59055"/>
                <a:gd name="connsiteY40" fmla="*/ 38576 h 57150"/>
                <a:gd name="connsiteX41" fmla="*/ 13335 w 59055"/>
                <a:gd name="connsiteY41" fmla="*/ 40005 h 57150"/>
                <a:gd name="connsiteX42" fmla="*/ 15716 w 59055"/>
                <a:gd name="connsiteY42" fmla="*/ 41910 h 57150"/>
                <a:gd name="connsiteX43" fmla="*/ 17145 w 59055"/>
                <a:gd name="connsiteY43" fmla="*/ 44291 h 57150"/>
                <a:gd name="connsiteX44" fmla="*/ 18574 w 59055"/>
                <a:gd name="connsiteY44" fmla="*/ 50483 h 57150"/>
                <a:gd name="connsiteX45" fmla="*/ 19050 w 59055"/>
                <a:gd name="connsiteY45" fmla="*/ 54292 h 57150"/>
                <a:gd name="connsiteX46" fmla="*/ 18574 w 59055"/>
                <a:gd name="connsiteY46" fmla="*/ 56198 h 57150"/>
                <a:gd name="connsiteX47" fmla="*/ 19050 w 59055"/>
                <a:gd name="connsiteY47" fmla="*/ 56674 h 57150"/>
                <a:gd name="connsiteX48" fmla="*/ 22860 w 59055"/>
                <a:gd name="connsiteY48" fmla="*/ 57150 h 57150"/>
                <a:gd name="connsiteX49" fmla="*/ 23813 w 59055"/>
                <a:gd name="connsiteY49" fmla="*/ 56198 h 57150"/>
                <a:gd name="connsiteX50" fmla="*/ 24765 w 59055"/>
                <a:gd name="connsiteY50" fmla="*/ 54769 h 57150"/>
                <a:gd name="connsiteX51" fmla="*/ 24765 w 59055"/>
                <a:gd name="connsiteY51" fmla="*/ 50483 h 57150"/>
                <a:gd name="connsiteX52" fmla="*/ 25718 w 59055"/>
                <a:gd name="connsiteY52" fmla="*/ 48101 h 57150"/>
                <a:gd name="connsiteX53" fmla="*/ 35243 w 59055"/>
                <a:gd name="connsiteY53" fmla="*/ 44291 h 57150"/>
                <a:gd name="connsiteX54" fmla="*/ 38100 w 59055"/>
                <a:gd name="connsiteY54" fmla="*/ 43815 h 57150"/>
                <a:gd name="connsiteX55" fmla="*/ 40481 w 59055"/>
                <a:gd name="connsiteY55" fmla="*/ 45720 h 57150"/>
                <a:gd name="connsiteX56" fmla="*/ 41910 w 59055"/>
                <a:gd name="connsiteY56" fmla="*/ 47149 h 57150"/>
                <a:gd name="connsiteX57" fmla="*/ 42863 w 59055"/>
                <a:gd name="connsiteY57" fmla="*/ 47149 h 57150"/>
                <a:gd name="connsiteX58" fmla="*/ 43339 w 59055"/>
                <a:gd name="connsiteY58" fmla="*/ 45720 h 57150"/>
                <a:gd name="connsiteX59" fmla="*/ 44768 w 59055"/>
                <a:gd name="connsiteY59" fmla="*/ 43339 h 57150"/>
                <a:gd name="connsiteX60" fmla="*/ 46673 w 59055"/>
                <a:gd name="connsiteY60" fmla="*/ 42386 h 57150"/>
                <a:gd name="connsiteX61" fmla="*/ 52388 w 59055"/>
                <a:gd name="connsiteY61" fmla="*/ 40958 h 57150"/>
                <a:gd name="connsiteX62" fmla="*/ 52388 w 59055"/>
                <a:gd name="connsiteY62" fmla="*/ 40958 h 57150"/>
                <a:gd name="connsiteX63" fmla="*/ 51911 w 59055"/>
                <a:gd name="connsiteY63" fmla="*/ 39529 h 57150"/>
                <a:gd name="connsiteX64" fmla="*/ 50959 w 59055"/>
                <a:gd name="connsiteY64" fmla="*/ 37624 h 57150"/>
                <a:gd name="connsiteX65" fmla="*/ 51435 w 59055"/>
                <a:gd name="connsiteY65" fmla="*/ 37148 h 57150"/>
                <a:gd name="connsiteX66" fmla="*/ 53816 w 59055"/>
                <a:gd name="connsiteY66" fmla="*/ 35242 h 57150"/>
                <a:gd name="connsiteX67" fmla="*/ 54293 w 59055"/>
                <a:gd name="connsiteY67" fmla="*/ 33814 h 57150"/>
                <a:gd name="connsiteX68" fmla="*/ 58102 w 59055"/>
                <a:gd name="connsiteY68" fmla="*/ 27146 h 57150"/>
                <a:gd name="connsiteX69" fmla="*/ 59055 w 59055"/>
                <a:gd name="connsiteY69" fmla="*/ 24765 h 57150"/>
                <a:gd name="connsiteX70" fmla="*/ 59055 w 59055"/>
                <a:gd name="connsiteY70"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9055" h="57150">
                  <a:moveTo>
                    <a:pt x="58102" y="23336"/>
                  </a:moveTo>
                  <a:lnTo>
                    <a:pt x="55721" y="23336"/>
                  </a:lnTo>
                  <a:lnTo>
                    <a:pt x="46673" y="20479"/>
                  </a:lnTo>
                  <a:lnTo>
                    <a:pt x="47149" y="17145"/>
                  </a:lnTo>
                  <a:lnTo>
                    <a:pt x="44291" y="15716"/>
                  </a:lnTo>
                  <a:lnTo>
                    <a:pt x="41434" y="13811"/>
                  </a:lnTo>
                  <a:lnTo>
                    <a:pt x="40957" y="12383"/>
                  </a:lnTo>
                  <a:lnTo>
                    <a:pt x="37624" y="8573"/>
                  </a:lnTo>
                  <a:lnTo>
                    <a:pt x="35243" y="6667"/>
                  </a:lnTo>
                  <a:lnTo>
                    <a:pt x="32385" y="5715"/>
                  </a:lnTo>
                  <a:lnTo>
                    <a:pt x="29527" y="4286"/>
                  </a:lnTo>
                  <a:lnTo>
                    <a:pt x="28099" y="3334"/>
                  </a:lnTo>
                  <a:lnTo>
                    <a:pt x="27146" y="1905"/>
                  </a:lnTo>
                  <a:lnTo>
                    <a:pt x="27146" y="953"/>
                  </a:lnTo>
                  <a:lnTo>
                    <a:pt x="26670" y="0"/>
                  </a:lnTo>
                  <a:lnTo>
                    <a:pt x="25241" y="0"/>
                  </a:lnTo>
                  <a:lnTo>
                    <a:pt x="22860" y="1429"/>
                  </a:lnTo>
                  <a:lnTo>
                    <a:pt x="20479" y="2381"/>
                  </a:lnTo>
                  <a:lnTo>
                    <a:pt x="20002" y="3334"/>
                  </a:lnTo>
                  <a:lnTo>
                    <a:pt x="20955" y="5239"/>
                  </a:lnTo>
                  <a:lnTo>
                    <a:pt x="21431" y="6191"/>
                  </a:lnTo>
                  <a:lnTo>
                    <a:pt x="21431" y="7620"/>
                  </a:lnTo>
                  <a:lnTo>
                    <a:pt x="20479" y="9049"/>
                  </a:lnTo>
                  <a:lnTo>
                    <a:pt x="15240" y="12383"/>
                  </a:lnTo>
                  <a:lnTo>
                    <a:pt x="14764" y="13335"/>
                  </a:lnTo>
                  <a:lnTo>
                    <a:pt x="15716" y="15240"/>
                  </a:lnTo>
                  <a:lnTo>
                    <a:pt x="15240" y="16192"/>
                  </a:lnTo>
                  <a:lnTo>
                    <a:pt x="10954" y="17621"/>
                  </a:lnTo>
                  <a:lnTo>
                    <a:pt x="6668" y="18574"/>
                  </a:lnTo>
                  <a:lnTo>
                    <a:pt x="5715" y="20479"/>
                  </a:lnTo>
                  <a:lnTo>
                    <a:pt x="3810" y="20479"/>
                  </a:lnTo>
                  <a:lnTo>
                    <a:pt x="952" y="20479"/>
                  </a:lnTo>
                  <a:lnTo>
                    <a:pt x="0" y="21431"/>
                  </a:lnTo>
                  <a:lnTo>
                    <a:pt x="1429" y="23336"/>
                  </a:lnTo>
                  <a:lnTo>
                    <a:pt x="2381" y="25717"/>
                  </a:lnTo>
                  <a:lnTo>
                    <a:pt x="1429" y="28575"/>
                  </a:lnTo>
                  <a:lnTo>
                    <a:pt x="1429" y="29051"/>
                  </a:lnTo>
                  <a:lnTo>
                    <a:pt x="2857" y="30004"/>
                  </a:lnTo>
                  <a:lnTo>
                    <a:pt x="5715" y="33814"/>
                  </a:lnTo>
                  <a:lnTo>
                    <a:pt x="7620" y="37148"/>
                  </a:lnTo>
                  <a:lnTo>
                    <a:pt x="10954" y="38576"/>
                  </a:lnTo>
                  <a:lnTo>
                    <a:pt x="13335" y="40005"/>
                  </a:lnTo>
                  <a:lnTo>
                    <a:pt x="15716" y="41910"/>
                  </a:lnTo>
                  <a:lnTo>
                    <a:pt x="17145" y="44291"/>
                  </a:lnTo>
                  <a:lnTo>
                    <a:pt x="18574" y="50483"/>
                  </a:lnTo>
                  <a:lnTo>
                    <a:pt x="19050" y="54292"/>
                  </a:lnTo>
                  <a:lnTo>
                    <a:pt x="18574" y="56198"/>
                  </a:lnTo>
                  <a:lnTo>
                    <a:pt x="19050" y="56674"/>
                  </a:lnTo>
                  <a:lnTo>
                    <a:pt x="22860" y="57150"/>
                  </a:lnTo>
                  <a:lnTo>
                    <a:pt x="23813" y="56198"/>
                  </a:lnTo>
                  <a:lnTo>
                    <a:pt x="24765" y="54769"/>
                  </a:lnTo>
                  <a:lnTo>
                    <a:pt x="24765" y="50483"/>
                  </a:lnTo>
                  <a:lnTo>
                    <a:pt x="25718" y="48101"/>
                  </a:lnTo>
                  <a:lnTo>
                    <a:pt x="35243" y="44291"/>
                  </a:lnTo>
                  <a:lnTo>
                    <a:pt x="38100" y="43815"/>
                  </a:lnTo>
                  <a:lnTo>
                    <a:pt x="40481" y="45720"/>
                  </a:lnTo>
                  <a:lnTo>
                    <a:pt x="41910" y="47149"/>
                  </a:lnTo>
                  <a:lnTo>
                    <a:pt x="42863" y="47149"/>
                  </a:lnTo>
                  <a:lnTo>
                    <a:pt x="43339" y="45720"/>
                  </a:lnTo>
                  <a:lnTo>
                    <a:pt x="44768" y="43339"/>
                  </a:lnTo>
                  <a:lnTo>
                    <a:pt x="46673" y="42386"/>
                  </a:lnTo>
                  <a:lnTo>
                    <a:pt x="52388" y="40958"/>
                  </a:lnTo>
                  <a:lnTo>
                    <a:pt x="52388" y="40958"/>
                  </a:lnTo>
                  <a:lnTo>
                    <a:pt x="51911" y="39529"/>
                  </a:lnTo>
                  <a:lnTo>
                    <a:pt x="50959" y="37624"/>
                  </a:lnTo>
                  <a:lnTo>
                    <a:pt x="51435" y="37148"/>
                  </a:lnTo>
                  <a:lnTo>
                    <a:pt x="53816" y="35242"/>
                  </a:lnTo>
                  <a:lnTo>
                    <a:pt x="54293" y="33814"/>
                  </a:lnTo>
                  <a:lnTo>
                    <a:pt x="58102" y="27146"/>
                  </a:lnTo>
                  <a:lnTo>
                    <a:pt x="59055" y="24765"/>
                  </a:lnTo>
                  <a:lnTo>
                    <a:pt x="59055" y="23813"/>
                  </a:lnTo>
                  <a:close/>
                </a:path>
              </a:pathLst>
            </a:custGeom>
            <a:grpFill/>
            <a:ln w="317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33DC6717-970F-4EFD-AA45-944AD2E548EF}"/>
                </a:ext>
              </a:extLst>
            </p:cNvPr>
            <p:cNvSpPr/>
            <p:nvPr/>
          </p:nvSpPr>
          <p:spPr>
            <a:xfrm>
              <a:off x="11384756" y="4792979"/>
              <a:ext cx="45243" cy="66675"/>
            </a:xfrm>
            <a:custGeom>
              <a:avLst/>
              <a:gdLst>
                <a:gd name="connsiteX0" fmla="*/ 23336 w 45243"/>
                <a:gd name="connsiteY0" fmla="*/ 28099 h 66675"/>
                <a:gd name="connsiteX1" fmla="*/ 22860 w 45243"/>
                <a:gd name="connsiteY1" fmla="*/ 26194 h 66675"/>
                <a:gd name="connsiteX2" fmla="*/ 20955 w 45243"/>
                <a:gd name="connsiteY2" fmla="*/ 17621 h 66675"/>
                <a:gd name="connsiteX3" fmla="*/ 20002 w 45243"/>
                <a:gd name="connsiteY3" fmla="*/ 17145 h 66675"/>
                <a:gd name="connsiteX4" fmla="*/ 18573 w 45243"/>
                <a:gd name="connsiteY4" fmla="*/ 15240 h 66675"/>
                <a:gd name="connsiteX5" fmla="*/ 18098 w 45243"/>
                <a:gd name="connsiteY5" fmla="*/ 11906 h 66675"/>
                <a:gd name="connsiteX6" fmla="*/ 19050 w 45243"/>
                <a:gd name="connsiteY6" fmla="*/ 10477 h 66675"/>
                <a:gd name="connsiteX7" fmla="*/ 17145 w 45243"/>
                <a:gd name="connsiteY7" fmla="*/ 10001 h 66675"/>
                <a:gd name="connsiteX8" fmla="*/ 15716 w 45243"/>
                <a:gd name="connsiteY8" fmla="*/ 10477 h 66675"/>
                <a:gd name="connsiteX9" fmla="*/ 15240 w 45243"/>
                <a:gd name="connsiteY9" fmla="*/ 14764 h 66675"/>
                <a:gd name="connsiteX10" fmla="*/ 13811 w 45243"/>
                <a:gd name="connsiteY10" fmla="*/ 17621 h 66675"/>
                <a:gd name="connsiteX11" fmla="*/ 12383 w 45243"/>
                <a:gd name="connsiteY11" fmla="*/ 18097 h 66675"/>
                <a:gd name="connsiteX12" fmla="*/ 10002 w 45243"/>
                <a:gd name="connsiteY12" fmla="*/ 18097 h 66675"/>
                <a:gd name="connsiteX13" fmla="*/ 7620 w 45243"/>
                <a:gd name="connsiteY13" fmla="*/ 6667 h 66675"/>
                <a:gd name="connsiteX14" fmla="*/ 4763 w 45243"/>
                <a:gd name="connsiteY14" fmla="*/ 3334 h 66675"/>
                <a:gd name="connsiteX15" fmla="*/ 2858 w 45243"/>
                <a:gd name="connsiteY15" fmla="*/ 0 h 66675"/>
                <a:gd name="connsiteX16" fmla="*/ 1429 w 45243"/>
                <a:gd name="connsiteY16" fmla="*/ 0 h 66675"/>
                <a:gd name="connsiteX17" fmla="*/ 0 w 45243"/>
                <a:gd name="connsiteY17" fmla="*/ 3810 h 66675"/>
                <a:gd name="connsiteX18" fmla="*/ 0 w 45243"/>
                <a:gd name="connsiteY18" fmla="*/ 7144 h 66675"/>
                <a:gd name="connsiteX19" fmla="*/ 4286 w 45243"/>
                <a:gd name="connsiteY19" fmla="*/ 19526 h 66675"/>
                <a:gd name="connsiteX20" fmla="*/ 3810 w 45243"/>
                <a:gd name="connsiteY20" fmla="*/ 26194 h 66675"/>
                <a:gd name="connsiteX21" fmla="*/ 6191 w 45243"/>
                <a:gd name="connsiteY21" fmla="*/ 30004 h 66675"/>
                <a:gd name="connsiteX22" fmla="*/ 8096 w 45243"/>
                <a:gd name="connsiteY22" fmla="*/ 31909 h 66675"/>
                <a:gd name="connsiteX23" fmla="*/ 8096 w 45243"/>
                <a:gd name="connsiteY23" fmla="*/ 34290 h 66675"/>
                <a:gd name="connsiteX24" fmla="*/ 10477 w 45243"/>
                <a:gd name="connsiteY24" fmla="*/ 34290 h 66675"/>
                <a:gd name="connsiteX25" fmla="*/ 14288 w 45243"/>
                <a:gd name="connsiteY25" fmla="*/ 32385 h 66675"/>
                <a:gd name="connsiteX26" fmla="*/ 19527 w 45243"/>
                <a:gd name="connsiteY26" fmla="*/ 32385 h 66675"/>
                <a:gd name="connsiteX27" fmla="*/ 23336 w 45243"/>
                <a:gd name="connsiteY27" fmla="*/ 29051 h 66675"/>
                <a:gd name="connsiteX28" fmla="*/ 23336 w 45243"/>
                <a:gd name="connsiteY28" fmla="*/ 28099 h 66675"/>
                <a:gd name="connsiteX29" fmla="*/ 42863 w 45243"/>
                <a:gd name="connsiteY29" fmla="*/ 59055 h 66675"/>
                <a:gd name="connsiteX30" fmla="*/ 40958 w 45243"/>
                <a:gd name="connsiteY30" fmla="*/ 58102 h 66675"/>
                <a:gd name="connsiteX31" fmla="*/ 40005 w 45243"/>
                <a:gd name="connsiteY31" fmla="*/ 56197 h 66675"/>
                <a:gd name="connsiteX32" fmla="*/ 38577 w 45243"/>
                <a:gd name="connsiteY32" fmla="*/ 56197 h 66675"/>
                <a:gd name="connsiteX33" fmla="*/ 33814 w 45243"/>
                <a:gd name="connsiteY33" fmla="*/ 52864 h 66675"/>
                <a:gd name="connsiteX34" fmla="*/ 33338 w 45243"/>
                <a:gd name="connsiteY34" fmla="*/ 50959 h 66675"/>
                <a:gd name="connsiteX35" fmla="*/ 32385 w 45243"/>
                <a:gd name="connsiteY35" fmla="*/ 50959 h 66675"/>
                <a:gd name="connsiteX36" fmla="*/ 30956 w 45243"/>
                <a:gd name="connsiteY36" fmla="*/ 50006 h 66675"/>
                <a:gd name="connsiteX37" fmla="*/ 28575 w 45243"/>
                <a:gd name="connsiteY37" fmla="*/ 43815 h 66675"/>
                <a:gd name="connsiteX38" fmla="*/ 25717 w 45243"/>
                <a:gd name="connsiteY38" fmla="*/ 42386 h 66675"/>
                <a:gd name="connsiteX39" fmla="*/ 23813 w 45243"/>
                <a:gd name="connsiteY39" fmla="*/ 42863 h 66675"/>
                <a:gd name="connsiteX40" fmla="*/ 23336 w 45243"/>
                <a:gd name="connsiteY40" fmla="*/ 44291 h 66675"/>
                <a:gd name="connsiteX41" fmla="*/ 22384 w 45243"/>
                <a:gd name="connsiteY41" fmla="*/ 49530 h 66675"/>
                <a:gd name="connsiteX42" fmla="*/ 24765 w 45243"/>
                <a:gd name="connsiteY42" fmla="*/ 51911 h 66675"/>
                <a:gd name="connsiteX43" fmla="*/ 25717 w 45243"/>
                <a:gd name="connsiteY43" fmla="*/ 51911 h 66675"/>
                <a:gd name="connsiteX44" fmla="*/ 28098 w 45243"/>
                <a:gd name="connsiteY44" fmla="*/ 50959 h 66675"/>
                <a:gd name="connsiteX45" fmla="*/ 29052 w 45243"/>
                <a:gd name="connsiteY45" fmla="*/ 52388 h 66675"/>
                <a:gd name="connsiteX46" fmla="*/ 30004 w 45243"/>
                <a:gd name="connsiteY46" fmla="*/ 55721 h 66675"/>
                <a:gd name="connsiteX47" fmla="*/ 30480 w 45243"/>
                <a:gd name="connsiteY47" fmla="*/ 60960 h 66675"/>
                <a:gd name="connsiteX48" fmla="*/ 31909 w 45243"/>
                <a:gd name="connsiteY48" fmla="*/ 64294 h 66675"/>
                <a:gd name="connsiteX49" fmla="*/ 31433 w 45243"/>
                <a:gd name="connsiteY49" fmla="*/ 64770 h 66675"/>
                <a:gd name="connsiteX50" fmla="*/ 31909 w 45243"/>
                <a:gd name="connsiteY50" fmla="*/ 66199 h 66675"/>
                <a:gd name="connsiteX51" fmla="*/ 34766 w 45243"/>
                <a:gd name="connsiteY51" fmla="*/ 66675 h 66675"/>
                <a:gd name="connsiteX52" fmla="*/ 37623 w 45243"/>
                <a:gd name="connsiteY52" fmla="*/ 64294 h 66675"/>
                <a:gd name="connsiteX53" fmla="*/ 42863 w 45243"/>
                <a:gd name="connsiteY53" fmla="*/ 64770 h 66675"/>
                <a:gd name="connsiteX54" fmla="*/ 45244 w 45243"/>
                <a:gd name="connsiteY54" fmla="*/ 62389 h 66675"/>
                <a:gd name="connsiteX55" fmla="*/ 43815 w 45243"/>
                <a:gd name="connsiteY55" fmla="*/ 60484 h 66675"/>
                <a:gd name="connsiteX56" fmla="*/ 42863 w 45243"/>
                <a:gd name="connsiteY56" fmla="*/ 5905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5243" h="66675">
                  <a:moveTo>
                    <a:pt x="23336" y="28099"/>
                  </a:moveTo>
                  <a:lnTo>
                    <a:pt x="22860" y="26194"/>
                  </a:lnTo>
                  <a:lnTo>
                    <a:pt x="20955" y="17621"/>
                  </a:lnTo>
                  <a:lnTo>
                    <a:pt x="20002" y="17145"/>
                  </a:lnTo>
                  <a:lnTo>
                    <a:pt x="18573" y="15240"/>
                  </a:lnTo>
                  <a:lnTo>
                    <a:pt x="18098" y="11906"/>
                  </a:lnTo>
                  <a:lnTo>
                    <a:pt x="19050" y="10477"/>
                  </a:lnTo>
                  <a:lnTo>
                    <a:pt x="17145" y="10001"/>
                  </a:lnTo>
                  <a:lnTo>
                    <a:pt x="15716" y="10477"/>
                  </a:lnTo>
                  <a:lnTo>
                    <a:pt x="15240" y="14764"/>
                  </a:lnTo>
                  <a:lnTo>
                    <a:pt x="13811" y="17621"/>
                  </a:lnTo>
                  <a:lnTo>
                    <a:pt x="12383" y="18097"/>
                  </a:lnTo>
                  <a:lnTo>
                    <a:pt x="10002" y="18097"/>
                  </a:lnTo>
                  <a:lnTo>
                    <a:pt x="7620" y="6667"/>
                  </a:lnTo>
                  <a:lnTo>
                    <a:pt x="4763" y="3334"/>
                  </a:lnTo>
                  <a:lnTo>
                    <a:pt x="2858" y="0"/>
                  </a:lnTo>
                  <a:lnTo>
                    <a:pt x="1429" y="0"/>
                  </a:lnTo>
                  <a:lnTo>
                    <a:pt x="0" y="3810"/>
                  </a:lnTo>
                  <a:lnTo>
                    <a:pt x="0" y="7144"/>
                  </a:lnTo>
                  <a:lnTo>
                    <a:pt x="4286" y="19526"/>
                  </a:lnTo>
                  <a:lnTo>
                    <a:pt x="3810" y="26194"/>
                  </a:lnTo>
                  <a:lnTo>
                    <a:pt x="6191" y="30004"/>
                  </a:lnTo>
                  <a:lnTo>
                    <a:pt x="8096" y="31909"/>
                  </a:lnTo>
                  <a:lnTo>
                    <a:pt x="8096" y="34290"/>
                  </a:lnTo>
                  <a:lnTo>
                    <a:pt x="10477" y="34290"/>
                  </a:lnTo>
                  <a:lnTo>
                    <a:pt x="14288" y="32385"/>
                  </a:lnTo>
                  <a:lnTo>
                    <a:pt x="19527" y="32385"/>
                  </a:lnTo>
                  <a:lnTo>
                    <a:pt x="23336" y="29051"/>
                  </a:lnTo>
                  <a:lnTo>
                    <a:pt x="23336" y="28099"/>
                  </a:lnTo>
                  <a:close/>
                  <a:moveTo>
                    <a:pt x="42863" y="59055"/>
                  </a:moveTo>
                  <a:lnTo>
                    <a:pt x="40958" y="58102"/>
                  </a:lnTo>
                  <a:lnTo>
                    <a:pt x="40005" y="56197"/>
                  </a:lnTo>
                  <a:lnTo>
                    <a:pt x="38577" y="56197"/>
                  </a:lnTo>
                  <a:lnTo>
                    <a:pt x="33814" y="52864"/>
                  </a:lnTo>
                  <a:lnTo>
                    <a:pt x="33338" y="50959"/>
                  </a:lnTo>
                  <a:lnTo>
                    <a:pt x="32385" y="50959"/>
                  </a:lnTo>
                  <a:lnTo>
                    <a:pt x="30956" y="50006"/>
                  </a:lnTo>
                  <a:lnTo>
                    <a:pt x="28575" y="43815"/>
                  </a:lnTo>
                  <a:lnTo>
                    <a:pt x="25717" y="42386"/>
                  </a:lnTo>
                  <a:lnTo>
                    <a:pt x="23813" y="42863"/>
                  </a:lnTo>
                  <a:lnTo>
                    <a:pt x="23336" y="44291"/>
                  </a:lnTo>
                  <a:lnTo>
                    <a:pt x="22384" y="49530"/>
                  </a:lnTo>
                  <a:lnTo>
                    <a:pt x="24765" y="51911"/>
                  </a:lnTo>
                  <a:lnTo>
                    <a:pt x="25717" y="51911"/>
                  </a:lnTo>
                  <a:lnTo>
                    <a:pt x="28098" y="50959"/>
                  </a:lnTo>
                  <a:lnTo>
                    <a:pt x="29052" y="52388"/>
                  </a:lnTo>
                  <a:lnTo>
                    <a:pt x="30004" y="55721"/>
                  </a:lnTo>
                  <a:lnTo>
                    <a:pt x="30480" y="60960"/>
                  </a:lnTo>
                  <a:lnTo>
                    <a:pt x="31909" y="64294"/>
                  </a:lnTo>
                  <a:lnTo>
                    <a:pt x="31433" y="64770"/>
                  </a:lnTo>
                  <a:lnTo>
                    <a:pt x="31909" y="66199"/>
                  </a:lnTo>
                  <a:lnTo>
                    <a:pt x="34766" y="66675"/>
                  </a:lnTo>
                  <a:lnTo>
                    <a:pt x="37623" y="64294"/>
                  </a:lnTo>
                  <a:lnTo>
                    <a:pt x="42863" y="64770"/>
                  </a:lnTo>
                  <a:lnTo>
                    <a:pt x="45244" y="62389"/>
                  </a:lnTo>
                  <a:lnTo>
                    <a:pt x="43815" y="60484"/>
                  </a:lnTo>
                  <a:lnTo>
                    <a:pt x="42863" y="59055"/>
                  </a:lnTo>
                  <a:close/>
                </a:path>
              </a:pathLst>
            </a:custGeom>
            <a:grpFill/>
            <a:ln w="317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CBC78BD8-5C30-4BBA-AF02-F5E2457C2EB9}"/>
                </a:ext>
              </a:extLst>
            </p:cNvPr>
            <p:cNvSpPr/>
            <p:nvPr/>
          </p:nvSpPr>
          <p:spPr>
            <a:xfrm>
              <a:off x="9194482" y="3502818"/>
              <a:ext cx="249555" cy="508634"/>
            </a:xfrm>
            <a:custGeom>
              <a:avLst/>
              <a:gdLst>
                <a:gd name="connsiteX0" fmla="*/ 247650 w 249555"/>
                <a:gd name="connsiteY0" fmla="*/ 366713 h 508634"/>
                <a:gd name="connsiteX1" fmla="*/ 247650 w 249555"/>
                <a:gd name="connsiteY1" fmla="*/ 358616 h 508634"/>
                <a:gd name="connsiteX2" fmla="*/ 246222 w 249555"/>
                <a:gd name="connsiteY2" fmla="*/ 356235 h 508634"/>
                <a:gd name="connsiteX3" fmla="*/ 243840 w 249555"/>
                <a:gd name="connsiteY3" fmla="*/ 349568 h 508634"/>
                <a:gd name="connsiteX4" fmla="*/ 242411 w 249555"/>
                <a:gd name="connsiteY4" fmla="*/ 347663 h 508634"/>
                <a:gd name="connsiteX5" fmla="*/ 242888 w 249555"/>
                <a:gd name="connsiteY5" fmla="*/ 341947 h 508634"/>
                <a:gd name="connsiteX6" fmla="*/ 241459 w 249555"/>
                <a:gd name="connsiteY6" fmla="*/ 337185 h 508634"/>
                <a:gd name="connsiteX7" fmla="*/ 241459 w 249555"/>
                <a:gd name="connsiteY7" fmla="*/ 328136 h 508634"/>
                <a:gd name="connsiteX8" fmla="*/ 242888 w 249555"/>
                <a:gd name="connsiteY8" fmla="*/ 330994 h 508634"/>
                <a:gd name="connsiteX9" fmla="*/ 243364 w 249555"/>
                <a:gd name="connsiteY9" fmla="*/ 327660 h 508634"/>
                <a:gd name="connsiteX10" fmla="*/ 241459 w 249555"/>
                <a:gd name="connsiteY10" fmla="*/ 320993 h 508634"/>
                <a:gd name="connsiteX11" fmla="*/ 240982 w 249555"/>
                <a:gd name="connsiteY11" fmla="*/ 319564 h 508634"/>
                <a:gd name="connsiteX12" fmla="*/ 240506 w 249555"/>
                <a:gd name="connsiteY12" fmla="*/ 317659 h 508634"/>
                <a:gd name="connsiteX13" fmla="*/ 240030 w 249555"/>
                <a:gd name="connsiteY13" fmla="*/ 313849 h 508634"/>
                <a:gd name="connsiteX14" fmla="*/ 238125 w 249555"/>
                <a:gd name="connsiteY14" fmla="*/ 310039 h 508634"/>
                <a:gd name="connsiteX15" fmla="*/ 236220 w 249555"/>
                <a:gd name="connsiteY15" fmla="*/ 304324 h 508634"/>
                <a:gd name="connsiteX16" fmla="*/ 236220 w 249555"/>
                <a:gd name="connsiteY16" fmla="*/ 298609 h 508634"/>
                <a:gd name="connsiteX17" fmla="*/ 234315 w 249555"/>
                <a:gd name="connsiteY17" fmla="*/ 295751 h 508634"/>
                <a:gd name="connsiteX18" fmla="*/ 231457 w 249555"/>
                <a:gd name="connsiteY18" fmla="*/ 289084 h 508634"/>
                <a:gd name="connsiteX19" fmla="*/ 230029 w 249555"/>
                <a:gd name="connsiteY19" fmla="*/ 282893 h 508634"/>
                <a:gd name="connsiteX20" fmla="*/ 227648 w 249555"/>
                <a:gd name="connsiteY20" fmla="*/ 276225 h 508634"/>
                <a:gd name="connsiteX21" fmla="*/ 224790 w 249555"/>
                <a:gd name="connsiteY21" fmla="*/ 274320 h 508634"/>
                <a:gd name="connsiteX22" fmla="*/ 222409 w 249555"/>
                <a:gd name="connsiteY22" fmla="*/ 272415 h 508634"/>
                <a:gd name="connsiteX23" fmla="*/ 219075 w 249555"/>
                <a:gd name="connsiteY23" fmla="*/ 269081 h 508634"/>
                <a:gd name="connsiteX24" fmla="*/ 214789 w 249555"/>
                <a:gd name="connsiteY24" fmla="*/ 262890 h 508634"/>
                <a:gd name="connsiteX25" fmla="*/ 212884 w 249555"/>
                <a:gd name="connsiteY25" fmla="*/ 259080 h 508634"/>
                <a:gd name="connsiteX26" fmla="*/ 209074 w 249555"/>
                <a:gd name="connsiteY26" fmla="*/ 255270 h 508634"/>
                <a:gd name="connsiteX27" fmla="*/ 208598 w 249555"/>
                <a:gd name="connsiteY27" fmla="*/ 253841 h 508634"/>
                <a:gd name="connsiteX28" fmla="*/ 208598 w 249555"/>
                <a:gd name="connsiteY28" fmla="*/ 251936 h 508634"/>
                <a:gd name="connsiteX29" fmla="*/ 207645 w 249555"/>
                <a:gd name="connsiteY29" fmla="*/ 251460 h 508634"/>
                <a:gd name="connsiteX30" fmla="*/ 206693 w 249555"/>
                <a:gd name="connsiteY30" fmla="*/ 251936 h 508634"/>
                <a:gd name="connsiteX31" fmla="*/ 205264 w 249555"/>
                <a:gd name="connsiteY31" fmla="*/ 249555 h 508634"/>
                <a:gd name="connsiteX32" fmla="*/ 202406 w 249555"/>
                <a:gd name="connsiteY32" fmla="*/ 246697 h 508634"/>
                <a:gd name="connsiteX33" fmla="*/ 200501 w 249555"/>
                <a:gd name="connsiteY33" fmla="*/ 243840 h 508634"/>
                <a:gd name="connsiteX34" fmla="*/ 199073 w 249555"/>
                <a:gd name="connsiteY34" fmla="*/ 243840 h 508634"/>
                <a:gd name="connsiteX35" fmla="*/ 197168 w 249555"/>
                <a:gd name="connsiteY35" fmla="*/ 244316 h 508634"/>
                <a:gd name="connsiteX36" fmla="*/ 195263 w 249555"/>
                <a:gd name="connsiteY36" fmla="*/ 244793 h 508634"/>
                <a:gd name="connsiteX37" fmla="*/ 193834 w 249555"/>
                <a:gd name="connsiteY37" fmla="*/ 244316 h 508634"/>
                <a:gd name="connsiteX38" fmla="*/ 192881 w 249555"/>
                <a:gd name="connsiteY38" fmla="*/ 241459 h 508634"/>
                <a:gd name="connsiteX39" fmla="*/ 190024 w 249555"/>
                <a:gd name="connsiteY39" fmla="*/ 238601 h 508634"/>
                <a:gd name="connsiteX40" fmla="*/ 185738 w 249555"/>
                <a:gd name="connsiteY40" fmla="*/ 235744 h 508634"/>
                <a:gd name="connsiteX41" fmla="*/ 183832 w 249555"/>
                <a:gd name="connsiteY41" fmla="*/ 234315 h 508634"/>
                <a:gd name="connsiteX42" fmla="*/ 184309 w 249555"/>
                <a:gd name="connsiteY42" fmla="*/ 233363 h 508634"/>
                <a:gd name="connsiteX43" fmla="*/ 177641 w 249555"/>
                <a:gd name="connsiteY43" fmla="*/ 228124 h 508634"/>
                <a:gd name="connsiteX44" fmla="*/ 171926 w 249555"/>
                <a:gd name="connsiteY44" fmla="*/ 224314 h 508634"/>
                <a:gd name="connsiteX45" fmla="*/ 170022 w 249555"/>
                <a:gd name="connsiteY45" fmla="*/ 219075 h 508634"/>
                <a:gd name="connsiteX46" fmla="*/ 163354 w 249555"/>
                <a:gd name="connsiteY46" fmla="*/ 213360 h 508634"/>
                <a:gd name="connsiteX47" fmla="*/ 156686 w 249555"/>
                <a:gd name="connsiteY47" fmla="*/ 208121 h 508634"/>
                <a:gd name="connsiteX48" fmla="*/ 149066 w 249555"/>
                <a:gd name="connsiteY48" fmla="*/ 198120 h 508634"/>
                <a:gd name="connsiteX49" fmla="*/ 144304 w 249555"/>
                <a:gd name="connsiteY49" fmla="*/ 195263 h 508634"/>
                <a:gd name="connsiteX50" fmla="*/ 143828 w 249555"/>
                <a:gd name="connsiteY50" fmla="*/ 194786 h 508634"/>
                <a:gd name="connsiteX51" fmla="*/ 148114 w 249555"/>
                <a:gd name="connsiteY51" fmla="*/ 196215 h 508634"/>
                <a:gd name="connsiteX52" fmla="*/ 147638 w 249555"/>
                <a:gd name="connsiteY52" fmla="*/ 190976 h 508634"/>
                <a:gd name="connsiteX53" fmla="*/ 149066 w 249555"/>
                <a:gd name="connsiteY53" fmla="*/ 188595 h 508634"/>
                <a:gd name="connsiteX54" fmla="*/ 146209 w 249555"/>
                <a:gd name="connsiteY54" fmla="*/ 184785 h 508634"/>
                <a:gd name="connsiteX55" fmla="*/ 140494 w 249555"/>
                <a:gd name="connsiteY55" fmla="*/ 179070 h 508634"/>
                <a:gd name="connsiteX56" fmla="*/ 137160 w 249555"/>
                <a:gd name="connsiteY56" fmla="*/ 177641 h 508634"/>
                <a:gd name="connsiteX57" fmla="*/ 134303 w 249555"/>
                <a:gd name="connsiteY57" fmla="*/ 175736 h 508634"/>
                <a:gd name="connsiteX58" fmla="*/ 128111 w 249555"/>
                <a:gd name="connsiteY58" fmla="*/ 169069 h 508634"/>
                <a:gd name="connsiteX59" fmla="*/ 126682 w 249555"/>
                <a:gd name="connsiteY59" fmla="*/ 166688 h 508634"/>
                <a:gd name="connsiteX60" fmla="*/ 125730 w 249555"/>
                <a:gd name="connsiteY60" fmla="*/ 164306 h 508634"/>
                <a:gd name="connsiteX61" fmla="*/ 123349 w 249555"/>
                <a:gd name="connsiteY61" fmla="*/ 160972 h 508634"/>
                <a:gd name="connsiteX62" fmla="*/ 122873 w 249555"/>
                <a:gd name="connsiteY62" fmla="*/ 160020 h 508634"/>
                <a:gd name="connsiteX63" fmla="*/ 119063 w 249555"/>
                <a:gd name="connsiteY63" fmla="*/ 153353 h 508634"/>
                <a:gd name="connsiteX64" fmla="*/ 119539 w 249555"/>
                <a:gd name="connsiteY64" fmla="*/ 150019 h 508634"/>
                <a:gd name="connsiteX65" fmla="*/ 122397 w 249555"/>
                <a:gd name="connsiteY65" fmla="*/ 147638 h 508634"/>
                <a:gd name="connsiteX66" fmla="*/ 124778 w 249555"/>
                <a:gd name="connsiteY66" fmla="*/ 141922 h 508634"/>
                <a:gd name="connsiteX67" fmla="*/ 124778 w 249555"/>
                <a:gd name="connsiteY67" fmla="*/ 139065 h 508634"/>
                <a:gd name="connsiteX68" fmla="*/ 125730 w 249555"/>
                <a:gd name="connsiteY68" fmla="*/ 136207 h 508634"/>
                <a:gd name="connsiteX69" fmla="*/ 125730 w 249555"/>
                <a:gd name="connsiteY69" fmla="*/ 131921 h 508634"/>
                <a:gd name="connsiteX70" fmla="*/ 131445 w 249555"/>
                <a:gd name="connsiteY70" fmla="*/ 119539 h 508634"/>
                <a:gd name="connsiteX71" fmla="*/ 134303 w 249555"/>
                <a:gd name="connsiteY71" fmla="*/ 117634 h 508634"/>
                <a:gd name="connsiteX72" fmla="*/ 137636 w 249555"/>
                <a:gd name="connsiteY72" fmla="*/ 117634 h 508634"/>
                <a:gd name="connsiteX73" fmla="*/ 145256 w 249555"/>
                <a:gd name="connsiteY73" fmla="*/ 110014 h 508634"/>
                <a:gd name="connsiteX74" fmla="*/ 149543 w 249555"/>
                <a:gd name="connsiteY74" fmla="*/ 107156 h 508634"/>
                <a:gd name="connsiteX75" fmla="*/ 151448 w 249555"/>
                <a:gd name="connsiteY75" fmla="*/ 103346 h 508634"/>
                <a:gd name="connsiteX76" fmla="*/ 150495 w 249555"/>
                <a:gd name="connsiteY76" fmla="*/ 98584 h 508634"/>
                <a:gd name="connsiteX77" fmla="*/ 157163 w 249555"/>
                <a:gd name="connsiteY77" fmla="*/ 91440 h 508634"/>
                <a:gd name="connsiteX78" fmla="*/ 156686 w 249555"/>
                <a:gd name="connsiteY78" fmla="*/ 89059 h 508634"/>
                <a:gd name="connsiteX79" fmla="*/ 154781 w 249555"/>
                <a:gd name="connsiteY79" fmla="*/ 83820 h 508634"/>
                <a:gd name="connsiteX80" fmla="*/ 155257 w 249555"/>
                <a:gd name="connsiteY80" fmla="*/ 82391 h 508634"/>
                <a:gd name="connsiteX81" fmla="*/ 156686 w 249555"/>
                <a:gd name="connsiteY81" fmla="*/ 82391 h 508634"/>
                <a:gd name="connsiteX82" fmla="*/ 158115 w 249555"/>
                <a:gd name="connsiteY82" fmla="*/ 82868 h 508634"/>
                <a:gd name="connsiteX83" fmla="*/ 160020 w 249555"/>
                <a:gd name="connsiteY83" fmla="*/ 83820 h 508634"/>
                <a:gd name="connsiteX84" fmla="*/ 162401 w 249555"/>
                <a:gd name="connsiteY84" fmla="*/ 84296 h 508634"/>
                <a:gd name="connsiteX85" fmla="*/ 164306 w 249555"/>
                <a:gd name="connsiteY85" fmla="*/ 83344 h 508634"/>
                <a:gd name="connsiteX86" fmla="*/ 165735 w 249555"/>
                <a:gd name="connsiteY86" fmla="*/ 83344 h 508634"/>
                <a:gd name="connsiteX87" fmla="*/ 167164 w 249555"/>
                <a:gd name="connsiteY87" fmla="*/ 82868 h 508634"/>
                <a:gd name="connsiteX88" fmla="*/ 169069 w 249555"/>
                <a:gd name="connsiteY88" fmla="*/ 82391 h 508634"/>
                <a:gd name="connsiteX89" fmla="*/ 170498 w 249555"/>
                <a:gd name="connsiteY89" fmla="*/ 83820 h 508634"/>
                <a:gd name="connsiteX90" fmla="*/ 172403 w 249555"/>
                <a:gd name="connsiteY90" fmla="*/ 84296 h 508634"/>
                <a:gd name="connsiteX91" fmla="*/ 179070 w 249555"/>
                <a:gd name="connsiteY91" fmla="*/ 80486 h 508634"/>
                <a:gd name="connsiteX92" fmla="*/ 179547 w 249555"/>
                <a:gd name="connsiteY92" fmla="*/ 78105 h 508634"/>
                <a:gd name="connsiteX93" fmla="*/ 179547 w 249555"/>
                <a:gd name="connsiteY93" fmla="*/ 75724 h 508634"/>
                <a:gd name="connsiteX94" fmla="*/ 180499 w 249555"/>
                <a:gd name="connsiteY94" fmla="*/ 72390 h 508634"/>
                <a:gd name="connsiteX95" fmla="*/ 184309 w 249555"/>
                <a:gd name="connsiteY95" fmla="*/ 70485 h 508634"/>
                <a:gd name="connsiteX96" fmla="*/ 188119 w 249555"/>
                <a:gd name="connsiteY96" fmla="*/ 69532 h 508634"/>
                <a:gd name="connsiteX97" fmla="*/ 190500 w 249555"/>
                <a:gd name="connsiteY97" fmla="*/ 68104 h 508634"/>
                <a:gd name="connsiteX98" fmla="*/ 193834 w 249555"/>
                <a:gd name="connsiteY98" fmla="*/ 64770 h 508634"/>
                <a:gd name="connsiteX99" fmla="*/ 197644 w 249555"/>
                <a:gd name="connsiteY99" fmla="*/ 64770 h 508634"/>
                <a:gd name="connsiteX100" fmla="*/ 199073 w 249555"/>
                <a:gd name="connsiteY100" fmla="*/ 64294 h 508634"/>
                <a:gd name="connsiteX101" fmla="*/ 196691 w 249555"/>
                <a:gd name="connsiteY101" fmla="*/ 62389 h 508634"/>
                <a:gd name="connsiteX102" fmla="*/ 192881 w 249555"/>
                <a:gd name="connsiteY102" fmla="*/ 59531 h 508634"/>
                <a:gd name="connsiteX103" fmla="*/ 191453 w 249555"/>
                <a:gd name="connsiteY103" fmla="*/ 59055 h 508634"/>
                <a:gd name="connsiteX104" fmla="*/ 187643 w 249555"/>
                <a:gd name="connsiteY104" fmla="*/ 60484 h 508634"/>
                <a:gd name="connsiteX105" fmla="*/ 181928 w 249555"/>
                <a:gd name="connsiteY105" fmla="*/ 60960 h 508634"/>
                <a:gd name="connsiteX106" fmla="*/ 180499 w 249555"/>
                <a:gd name="connsiteY106" fmla="*/ 59531 h 508634"/>
                <a:gd name="connsiteX107" fmla="*/ 177641 w 249555"/>
                <a:gd name="connsiteY107" fmla="*/ 60484 h 508634"/>
                <a:gd name="connsiteX108" fmla="*/ 174784 w 249555"/>
                <a:gd name="connsiteY108" fmla="*/ 56674 h 508634"/>
                <a:gd name="connsiteX109" fmla="*/ 171450 w 249555"/>
                <a:gd name="connsiteY109" fmla="*/ 56674 h 508634"/>
                <a:gd name="connsiteX110" fmla="*/ 167640 w 249555"/>
                <a:gd name="connsiteY110" fmla="*/ 53816 h 508634"/>
                <a:gd name="connsiteX111" fmla="*/ 166211 w 249555"/>
                <a:gd name="connsiteY111" fmla="*/ 52388 h 508634"/>
                <a:gd name="connsiteX112" fmla="*/ 165735 w 249555"/>
                <a:gd name="connsiteY112" fmla="*/ 50482 h 508634"/>
                <a:gd name="connsiteX113" fmla="*/ 164306 w 249555"/>
                <a:gd name="connsiteY113" fmla="*/ 49530 h 508634"/>
                <a:gd name="connsiteX114" fmla="*/ 162878 w 249555"/>
                <a:gd name="connsiteY114" fmla="*/ 49530 h 508634"/>
                <a:gd name="connsiteX115" fmla="*/ 160973 w 249555"/>
                <a:gd name="connsiteY115" fmla="*/ 48578 h 508634"/>
                <a:gd name="connsiteX116" fmla="*/ 158115 w 249555"/>
                <a:gd name="connsiteY116" fmla="*/ 47625 h 508634"/>
                <a:gd name="connsiteX117" fmla="*/ 155734 w 249555"/>
                <a:gd name="connsiteY117" fmla="*/ 47149 h 508634"/>
                <a:gd name="connsiteX118" fmla="*/ 154781 w 249555"/>
                <a:gd name="connsiteY118" fmla="*/ 47625 h 508634"/>
                <a:gd name="connsiteX119" fmla="*/ 153829 w 249555"/>
                <a:gd name="connsiteY119" fmla="*/ 48101 h 508634"/>
                <a:gd name="connsiteX120" fmla="*/ 153829 w 249555"/>
                <a:gd name="connsiteY120" fmla="*/ 46672 h 508634"/>
                <a:gd name="connsiteX121" fmla="*/ 153829 w 249555"/>
                <a:gd name="connsiteY121" fmla="*/ 42386 h 508634"/>
                <a:gd name="connsiteX122" fmla="*/ 153829 w 249555"/>
                <a:gd name="connsiteY122" fmla="*/ 38576 h 508634"/>
                <a:gd name="connsiteX123" fmla="*/ 153353 w 249555"/>
                <a:gd name="connsiteY123" fmla="*/ 37147 h 508634"/>
                <a:gd name="connsiteX124" fmla="*/ 151924 w 249555"/>
                <a:gd name="connsiteY124" fmla="*/ 35719 h 508634"/>
                <a:gd name="connsiteX125" fmla="*/ 150495 w 249555"/>
                <a:gd name="connsiteY125" fmla="*/ 35243 h 508634"/>
                <a:gd name="connsiteX126" fmla="*/ 150019 w 249555"/>
                <a:gd name="connsiteY126" fmla="*/ 33338 h 508634"/>
                <a:gd name="connsiteX127" fmla="*/ 150495 w 249555"/>
                <a:gd name="connsiteY127" fmla="*/ 29528 h 508634"/>
                <a:gd name="connsiteX128" fmla="*/ 151448 w 249555"/>
                <a:gd name="connsiteY128" fmla="*/ 27146 h 508634"/>
                <a:gd name="connsiteX129" fmla="*/ 153353 w 249555"/>
                <a:gd name="connsiteY129" fmla="*/ 26670 h 508634"/>
                <a:gd name="connsiteX130" fmla="*/ 155734 w 249555"/>
                <a:gd name="connsiteY130" fmla="*/ 24765 h 508634"/>
                <a:gd name="connsiteX131" fmla="*/ 156686 w 249555"/>
                <a:gd name="connsiteY131" fmla="*/ 22384 h 508634"/>
                <a:gd name="connsiteX132" fmla="*/ 158115 w 249555"/>
                <a:gd name="connsiteY132" fmla="*/ 20003 h 508634"/>
                <a:gd name="connsiteX133" fmla="*/ 152876 w 249555"/>
                <a:gd name="connsiteY133" fmla="*/ 16669 h 508634"/>
                <a:gd name="connsiteX134" fmla="*/ 150019 w 249555"/>
                <a:gd name="connsiteY134" fmla="*/ 15240 h 508634"/>
                <a:gd name="connsiteX135" fmla="*/ 146685 w 249555"/>
                <a:gd name="connsiteY135" fmla="*/ 15716 h 508634"/>
                <a:gd name="connsiteX136" fmla="*/ 142875 w 249555"/>
                <a:gd name="connsiteY136" fmla="*/ 16669 h 508634"/>
                <a:gd name="connsiteX137" fmla="*/ 140970 w 249555"/>
                <a:gd name="connsiteY137" fmla="*/ 16669 h 508634"/>
                <a:gd name="connsiteX138" fmla="*/ 140018 w 249555"/>
                <a:gd name="connsiteY138" fmla="*/ 16193 h 508634"/>
                <a:gd name="connsiteX139" fmla="*/ 137636 w 249555"/>
                <a:gd name="connsiteY139" fmla="*/ 13335 h 508634"/>
                <a:gd name="connsiteX140" fmla="*/ 136207 w 249555"/>
                <a:gd name="connsiteY140" fmla="*/ 12859 h 508634"/>
                <a:gd name="connsiteX141" fmla="*/ 133350 w 249555"/>
                <a:gd name="connsiteY141" fmla="*/ 12859 h 508634"/>
                <a:gd name="connsiteX142" fmla="*/ 130969 w 249555"/>
                <a:gd name="connsiteY142" fmla="*/ 12859 h 508634"/>
                <a:gd name="connsiteX143" fmla="*/ 129540 w 249555"/>
                <a:gd name="connsiteY143" fmla="*/ 14288 h 508634"/>
                <a:gd name="connsiteX144" fmla="*/ 127635 w 249555"/>
                <a:gd name="connsiteY144" fmla="*/ 14764 h 508634"/>
                <a:gd name="connsiteX145" fmla="*/ 125730 w 249555"/>
                <a:gd name="connsiteY145" fmla="*/ 14764 h 508634"/>
                <a:gd name="connsiteX146" fmla="*/ 123825 w 249555"/>
                <a:gd name="connsiteY146" fmla="*/ 13335 h 508634"/>
                <a:gd name="connsiteX147" fmla="*/ 120491 w 249555"/>
                <a:gd name="connsiteY147" fmla="*/ 10954 h 508634"/>
                <a:gd name="connsiteX148" fmla="*/ 115729 w 249555"/>
                <a:gd name="connsiteY148" fmla="*/ 9525 h 508634"/>
                <a:gd name="connsiteX149" fmla="*/ 115253 w 249555"/>
                <a:gd name="connsiteY149" fmla="*/ 7620 h 508634"/>
                <a:gd name="connsiteX150" fmla="*/ 113824 w 249555"/>
                <a:gd name="connsiteY150" fmla="*/ 5715 h 508634"/>
                <a:gd name="connsiteX151" fmla="*/ 111919 w 249555"/>
                <a:gd name="connsiteY151" fmla="*/ 3810 h 508634"/>
                <a:gd name="connsiteX152" fmla="*/ 109061 w 249555"/>
                <a:gd name="connsiteY152" fmla="*/ 1429 h 508634"/>
                <a:gd name="connsiteX153" fmla="*/ 106680 w 249555"/>
                <a:gd name="connsiteY153" fmla="*/ 0 h 508634"/>
                <a:gd name="connsiteX154" fmla="*/ 105251 w 249555"/>
                <a:gd name="connsiteY154" fmla="*/ 953 h 508634"/>
                <a:gd name="connsiteX155" fmla="*/ 103347 w 249555"/>
                <a:gd name="connsiteY155" fmla="*/ 2381 h 508634"/>
                <a:gd name="connsiteX156" fmla="*/ 96679 w 249555"/>
                <a:gd name="connsiteY156" fmla="*/ 5239 h 508634"/>
                <a:gd name="connsiteX157" fmla="*/ 93822 w 249555"/>
                <a:gd name="connsiteY157" fmla="*/ 6668 h 508634"/>
                <a:gd name="connsiteX158" fmla="*/ 92393 w 249555"/>
                <a:gd name="connsiteY158" fmla="*/ 7620 h 508634"/>
                <a:gd name="connsiteX159" fmla="*/ 90964 w 249555"/>
                <a:gd name="connsiteY159" fmla="*/ 9049 h 508634"/>
                <a:gd name="connsiteX160" fmla="*/ 90488 w 249555"/>
                <a:gd name="connsiteY160" fmla="*/ 12382 h 508634"/>
                <a:gd name="connsiteX161" fmla="*/ 90011 w 249555"/>
                <a:gd name="connsiteY161" fmla="*/ 15716 h 508634"/>
                <a:gd name="connsiteX162" fmla="*/ 88106 w 249555"/>
                <a:gd name="connsiteY162" fmla="*/ 17621 h 508634"/>
                <a:gd name="connsiteX163" fmla="*/ 86201 w 249555"/>
                <a:gd name="connsiteY163" fmla="*/ 19050 h 508634"/>
                <a:gd name="connsiteX164" fmla="*/ 84297 w 249555"/>
                <a:gd name="connsiteY164" fmla="*/ 19050 h 508634"/>
                <a:gd name="connsiteX165" fmla="*/ 82391 w 249555"/>
                <a:gd name="connsiteY165" fmla="*/ 19050 h 508634"/>
                <a:gd name="connsiteX166" fmla="*/ 80486 w 249555"/>
                <a:gd name="connsiteY166" fmla="*/ 19526 h 508634"/>
                <a:gd name="connsiteX167" fmla="*/ 75248 w 249555"/>
                <a:gd name="connsiteY167" fmla="*/ 22860 h 508634"/>
                <a:gd name="connsiteX168" fmla="*/ 72866 w 249555"/>
                <a:gd name="connsiteY168" fmla="*/ 22384 h 508634"/>
                <a:gd name="connsiteX169" fmla="*/ 70961 w 249555"/>
                <a:gd name="connsiteY169" fmla="*/ 20479 h 508634"/>
                <a:gd name="connsiteX170" fmla="*/ 70009 w 249555"/>
                <a:gd name="connsiteY170" fmla="*/ 19050 h 508634"/>
                <a:gd name="connsiteX171" fmla="*/ 67628 w 249555"/>
                <a:gd name="connsiteY171" fmla="*/ 19526 h 508634"/>
                <a:gd name="connsiteX172" fmla="*/ 64770 w 249555"/>
                <a:gd name="connsiteY172" fmla="*/ 21431 h 508634"/>
                <a:gd name="connsiteX173" fmla="*/ 63341 w 249555"/>
                <a:gd name="connsiteY173" fmla="*/ 24289 h 508634"/>
                <a:gd name="connsiteX174" fmla="*/ 62389 w 249555"/>
                <a:gd name="connsiteY174" fmla="*/ 27146 h 508634"/>
                <a:gd name="connsiteX175" fmla="*/ 61913 w 249555"/>
                <a:gd name="connsiteY175" fmla="*/ 28575 h 508634"/>
                <a:gd name="connsiteX176" fmla="*/ 60960 w 249555"/>
                <a:gd name="connsiteY176" fmla="*/ 29051 h 508634"/>
                <a:gd name="connsiteX177" fmla="*/ 60007 w 249555"/>
                <a:gd name="connsiteY177" fmla="*/ 29051 h 508634"/>
                <a:gd name="connsiteX178" fmla="*/ 50482 w 249555"/>
                <a:gd name="connsiteY178" fmla="*/ 20955 h 508634"/>
                <a:gd name="connsiteX179" fmla="*/ 50006 w 249555"/>
                <a:gd name="connsiteY179" fmla="*/ 20479 h 508634"/>
                <a:gd name="connsiteX180" fmla="*/ 48101 w 249555"/>
                <a:gd name="connsiteY180" fmla="*/ 22384 h 508634"/>
                <a:gd name="connsiteX181" fmla="*/ 46673 w 249555"/>
                <a:gd name="connsiteY181" fmla="*/ 26670 h 508634"/>
                <a:gd name="connsiteX182" fmla="*/ 45720 w 249555"/>
                <a:gd name="connsiteY182" fmla="*/ 27622 h 508634"/>
                <a:gd name="connsiteX183" fmla="*/ 44768 w 249555"/>
                <a:gd name="connsiteY183" fmla="*/ 27146 h 508634"/>
                <a:gd name="connsiteX184" fmla="*/ 40957 w 249555"/>
                <a:gd name="connsiteY184" fmla="*/ 21431 h 508634"/>
                <a:gd name="connsiteX185" fmla="*/ 40005 w 249555"/>
                <a:gd name="connsiteY185" fmla="*/ 20955 h 508634"/>
                <a:gd name="connsiteX186" fmla="*/ 39053 w 249555"/>
                <a:gd name="connsiteY186" fmla="*/ 20955 h 508634"/>
                <a:gd name="connsiteX187" fmla="*/ 38100 w 249555"/>
                <a:gd name="connsiteY187" fmla="*/ 22860 h 508634"/>
                <a:gd name="connsiteX188" fmla="*/ 35719 w 249555"/>
                <a:gd name="connsiteY188" fmla="*/ 25718 h 508634"/>
                <a:gd name="connsiteX189" fmla="*/ 33814 w 249555"/>
                <a:gd name="connsiteY189" fmla="*/ 27146 h 508634"/>
                <a:gd name="connsiteX190" fmla="*/ 33814 w 249555"/>
                <a:gd name="connsiteY190" fmla="*/ 29051 h 508634"/>
                <a:gd name="connsiteX191" fmla="*/ 31909 w 249555"/>
                <a:gd name="connsiteY191" fmla="*/ 30480 h 508634"/>
                <a:gd name="connsiteX192" fmla="*/ 29528 w 249555"/>
                <a:gd name="connsiteY192" fmla="*/ 31909 h 508634"/>
                <a:gd name="connsiteX193" fmla="*/ 28575 w 249555"/>
                <a:gd name="connsiteY193" fmla="*/ 31909 h 508634"/>
                <a:gd name="connsiteX194" fmla="*/ 27147 w 249555"/>
                <a:gd name="connsiteY194" fmla="*/ 31432 h 508634"/>
                <a:gd name="connsiteX195" fmla="*/ 25241 w 249555"/>
                <a:gd name="connsiteY195" fmla="*/ 29528 h 508634"/>
                <a:gd name="connsiteX196" fmla="*/ 23813 w 249555"/>
                <a:gd name="connsiteY196" fmla="*/ 27146 h 508634"/>
                <a:gd name="connsiteX197" fmla="*/ 20003 w 249555"/>
                <a:gd name="connsiteY197" fmla="*/ 24765 h 508634"/>
                <a:gd name="connsiteX198" fmla="*/ 15716 w 249555"/>
                <a:gd name="connsiteY198" fmla="*/ 22860 h 508634"/>
                <a:gd name="connsiteX199" fmla="*/ 12859 w 249555"/>
                <a:gd name="connsiteY199" fmla="*/ 21431 h 508634"/>
                <a:gd name="connsiteX200" fmla="*/ 11430 w 249555"/>
                <a:gd name="connsiteY200" fmla="*/ 20955 h 508634"/>
                <a:gd name="connsiteX201" fmla="*/ 10001 w 249555"/>
                <a:gd name="connsiteY201" fmla="*/ 21431 h 508634"/>
                <a:gd name="connsiteX202" fmla="*/ 9049 w 249555"/>
                <a:gd name="connsiteY202" fmla="*/ 22384 h 508634"/>
                <a:gd name="connsiteX203" fmla="*/ 8097 w 249555"/>
                <a:gd name="connsiteY203" fmla="*/ 24765 h 508634"/>
                <a:gd name="connsiteX204" fmla="*/ 5715 w 249555"/>
                <a:gd name="connsiteY204" fmla="*/ 28099 h 508634"/>
                <a:gd name="connsiteX205" fmla="*/ 3334 w 249555"/>
                <a:gd name="connsiteY205" fmla="*/ 30956 h 508634"/>
                <a:gd name="connsiteX206" fmla="*/ 1429 w 249555"/>
                <a:gd name="connsiteY206" fmla="*/ 32861 h 508634"/>
                <a:gd name="connsiteX207" fmla="*/ 0 w 249555"/>
                <a:gd name="connsiteY207" fmla="*/ 34290 h 508634"/>
                <a:gd name="connsiteX208" fmla="*/ 1905 w 249555"/>
                <a:gd name="connsiteY208" fmla="*/ 37624 h 508634"/>
                <a:gd name="connsiteX209" fmla="*/ 5715 w 249555"/>
                <a:gd name="connsiteY209" fmla="*/ 41434 h 508634"/>
                <a:gd name="connsiteX210" fmla="*/ 10478 w 249555"/>
                <a:gd name="connsiteY210" fmla="*/ 46672 h 508634"/>
                <a:gd name="connsiteX211" fmla="*/ 11906 w 249555"/>
                <a:gd name="connsiteY211" fmla="*/ 49054 h 508634"/>
                <a:gd name="connsiteX212" fmla="*/ 15240 w 249555"/>
                <a:gd name="connsiteY212" fmla="*/ 50959 h 508634"/>
                <a:gd name="connsiteX213" fmla="*/ 16193 w 249555"/>
                <a:gd name="connsiteY213" fmla="*/ 52864 h 508634"/>
                <a:gd name="connsiteX214" fmla="*/ 17145 w 249555"/>
                <a:gd name="connsiteY214" fmla="*/ 55721 h 508634"/>
                <a:gd name="connsiteX215" fmla="*/ 17622 w 249555"/>
                <a:gd name="connsiteY215" fmla="*/ 57626 h 508634"/>
                <a:gd name="connsiteX216" fmla="*/ 18574 w 249555"/>
                <a:gd name="connsiteY216" fmla="*/ 59055 h 508634"/>
                <a:gd name="connsiteX217" fmla="*/ 19526 w 249555"/>
                <a:gd name="connsiteY217" fmla="*/ 59531 h 508634"/>
                <a:gd name="connsiteX218" fmla="*/ 20955 w 249555"/>
                <a:gd name="connsiteY218" fmla="*/ 59055 h 508634"/>
                <a:gd name="connsiteX219" fmla="*/ 21907 w 249555"/>
                <a:gd name="connsiteY219" fmla="*/ 58103 h 508634"/>
                <a:gd name="connsiteX220" fmla="*/ 22860 w 249555"/>
                <a:gd name="connsiteY220" fmla="*/ 54769 h 508634"/>
                <a:gd name="connsiteX221" fmla="*/ 23336 w 249555"/>
                <a:gd name="connsiteY221" fmla="*/ 54293 h 508634"/>
                <a:gd name="connsiteX222" fmla="*/ 24289 w 249555"/>
                <a:gd name="connsiteY222" fmla="*/ 56674 h 508634"/>
                <a:gd name="connsiteX223" fmla="*/ 25241 w 249555"/>
                <a:gd name="connsiteY223" fmla="*/ 57150 h 508634"/>
                <a:gd name="connsiteX224" fmla="*/ 26670 w 249555"/>
                <a:gd name="connsiteY224" fmla="*/ 57626 h 508634"/>
                <a:gd name="connsiteX225" fmla="*/ 27623 w 249555"/>
                <a:gd name="connsiteY225" fmla="*/ 58579 h 508634"/>
                <a:gd name="connsiteX226" fmla="*/ 28099 w 249555"/>
                <a:gd name="connsiteY226" fmla="*/ 60484 h 508634"/>
                <a:gd name="connsiteX227" fmla="*/ 27623 w 249555"/>
                <a:gd name="connsiteY227" fmla="*/ 62389 h 508634"/>
                <a:gd name="connsiteX228" fmla="*/ 26194 w 249555"/>
                <a:gd name="connsiteY228" fmla="*/ 64770 h 508634"/>
                <a:gd name="connsiteX229" fmla="*/ 25241 w 249555"/>
                <a:gd name="connsiteY229" fmla="*/ 67151 h 508634"/>
                <a:gd name="connsiteX230" fmla="*/ 24765 w 249555"/>
                <a:gd name="connsiteY230" fmla="*/ 70961 h 508634"/>
                <a:gd name="connsiteX231" fmla="*/ 23813 w 249555"/>
                <a:gd name="connsiteY231" fmla="*/ 73343 h 508634"/>
                <a:gd name="connsiteX232" fmla="*/ 24765 w 249555"/>
                <a:gd name="connsiteY232" fmla="*/ 75724 h 508634"/>
                <a:gd name="connsiteX233" fmla="*/ 32385 w 249555"/>
                <a:gd name="connsiteY233" fmla="*/ 86678 h 508634"/>
                <a:gd name="connsiteX234" fmla="*/ 36195 w 249555"/>
                <a:gd name="connsiteY234" fmla="*/ 88582 h 508634"/>
                <a:gd name="connsiteX235" fmla="*/ 44768 w 249555"/>
                <a:gd name="connsiteY235" fmla="*/ 90488 h 508634"/>
                <a:gd name="connsiteX236" fmla="*/ 48101 w 249555"/>
                <a:gd name="connsiteY236" fmla="*/ 91916 h 508634"/>
                <a:gd name="connsiteX237" fmla="*/ 50959 w 249555"/>
                <a:gd name="connsiteY237" fmla="*/ 93345 h 508634"/>
                <a:gd name="connsiteX238" fmla="*/ 53816 w 249555"/>
                <a:gd name="connsiteY238" fmla="*/ 92869 h 508634"/>
                <a:gd name="connsiteX239" fmla="*/ 56198 w 249555"/>
                <a:gd name="connsiteY239" fmla="*/ 89535 h 508634"/>
                <a:gd name="connsiteX240" fmla="*/ 59531 w 249555"/>
                <a:gd name="connsiteY240" fmla="*/ 87630 h 508634"/>
                <a:gd name="connsiteX241" fmla="*/ 65247 w 249555"/>
                <a:gd name="connsiteY241" fmla="*/ 84772 h 508634"/>
                <a:gd name="connsiteX242" fmla="*/ 67151 w 249555"/>
                <a:gd name="connsiteY242" fmla="*/ 84772 h 508634"/>
                <a:gd name="connsiteX243" fmla="*/ 70485 w 249555"/>
                <a:gd name="connsiteY243" fmla="*/ 85725 h 508634"/>
                <a:gd name="connsiteX244" fmla="*/ 75724 w 249555"/>
                <a:gd name="connsiteY244" fmla="*/ 89059 h 508634"/>
                <a:gd name="connsiteX245" fmla="*/ 79534 w 249555"/>
                <a:gd name="connsiteY245" fmla="*/ 91916 h 508634"/>
                <a:gd name="connsiteX246" fmla="*/ 81915 w 249555"/>
                <a:gd name="connsiteY246" fmla="*/ 93345 h 508634"/>
                <a:gd name="connsiteX247" fmla="*/ 83820 w 249555"/>
                <a:gd name="connsiteY247" fmla="*/ 94774 h 508634"/>
                <a:gd name="connsiteX248" fmla="*/ 83344 w 249555"/>
                <a:gd name="connsiteY248" fmla="*/ 96203 h 508634"/>
                <a:gd name="connsiteX249" fmla="*/ 81915 w 249555"/>
                <a:gd name="connsiteY249" fmla="*/ 97631 h 508634"/>
                <a:gd name="connsiteX250" fmla="*/ 80010 w 249555"/>
                <a:gd name="connsiteY250" fmla="*/ 98584 h 508634"/>
                <a:gd name="connsiteX251" fmla="*/ 77629 w 249555"/>
                <a:gd name="connsiteY251" fmla="*/ 100013 h 508634"/>
                <a:gd name="connsiteX252" fmla="*/ 76200 w 249555"/>
                <a:gd name="connsiteY252" fmla="*/ 101441 h 508634"/>
                <a:gd name="connsiteX253" fmla="*/ 77153 w 249555"/>
                <a:gd name="connsiteY253" fmla="*/ 101918 h 508634"/>
                <a:gd name="connsiteX254" fmla="*/ 80486 w 249555"/>
                <a:gd name="connsiteY254" fmla="*/ 102394 h 508634"/>
                <a:gd name="connsiteX255" fmla="*/ 84773 w 249555"/>
                <a:gd name="connsiteY255" fmla="*/ 103822 h 508634"/>
                <a:gd name="connsiteX256" fmla="*/ 86201 w 249555"/>
                <a:gd name="connsiteY256" fmla="*/ 105251 h 508634"/>
                <a:gd name="connsiteX257" fmla="*/ 86201 w 249555"/>
                <a:gd name="connsiteY257" fmla="*/ 106680 h 508634"/>
                <a:gd name="connsiteX258" fmla="*/ 86678 w 249555"/>
                <a:gd name="connsiteY258" fmla="*/ 109061 h 508634"/>
                <a:gd name="connsiteX259" fmla="*/ 87630 w 249555"/>
                <a:gd name="connsiteY259" fmla="*/ 109538 h 508634"/>
                <a:gd name="connsiteX260" fmla="*/ 91440 w 249555"/>
                <a:gd name="connsiteY260" fmla="*/ 109061 h 508634"/>
                <a:gd name="connsiteX261" fmla="*/ 92869 w 249555"/>
                <a:gd name="connsiteY261" fmla="*/ 109538 h 508634"/>
                <a:gd name="connsiteX262" fmla="*/ 94298 w 249555"/>
                <a:gd name="connsiteY262" fmla="*/ 110490 h 508634"/>
                <a:gd name="connsiteX263" fmla="*/ 95726 w 249555"/>
                <a:gd name="connsiteY263" fmla="*/ 113347 h 508634"/>
                <a:gd name="connsiteX264" fmla="*/ 95726 w 249555"/>
                <a:gd name="connsiteY264" fmla="*/ 115729 h 508634"/>
                <a:gd name="connsiteX265" fmla="*/ 92869 w 249555"/>
                <a:gd name="connsiteY265" fmla="*/ 118110 h 508634"/>
                <a:gd name="connsiteX266" fmla="*/ 91916 w 249555"/>
                <a:gd name="connsiteY266" fmla="*/ 119539 h 508634"/>
                <a:gd name="connsiteX267" fmla="*/ 91440 w 249555"/>
                <a:gd name="connsiteY267" fmla="*/ 121920 h 508634"/>
                <a:gd name="connsiteX268" fmla="*/ 89535 w 249555"/>
                <a:gd name="connsiteY268" fmla="*/ 124778 h 508634"/>
                <a:gd name="connsiteX269" fmla="*/ 84297 w 249555"/>
                <a:gd name="connsiteY269" fmla="*/ 129540 h 508634"/>
                <a:gd name="connsiteX270" fmla="*/ 82868 w 249555"/>
                <a:gd name="connsiteY270" fmla="*/ 130016 h 508634"/>
                <a:gd name="connsiteX271" fmla="*/ 73343 w 249555"/>
                <a:gd name="connsiteY271" fmla="*/ 127635 h 508634"/>
                <a:gd name="connsiteX272" fmla="*/ 69056 w 249555"/>
                <a:gd name="connsiteY272" fmla="*/ 127635 h 508634"/>
                <a:gd name="connsiteX273" fmla="*/ 66675 w 249555"/>
                <a:gd name="connsiteY273" fmla="*/ 127635 h 508634"/>
                <a:gd name="connsiteX274" fmla="*/ 65723 w 249555"/>
                <a:gd name="connsiteY274" fmla="*/ 127635 h 508634"/>
                <a:gd name="connsiteX275" fmla="*/ 65247 w 249555"/>
                <a:gd name="connsiteY275" fmla="*/ 128588 h 508634"/>
                <a:gd name="connsiteX276" fmla="*/ 66675 w 249555"/>
                <a:gd name="connsiteY276" fmla="*/ 131445 h 508634"/>
                <a:gd name="connsiteX277" fmla="*/ 67151 w 249555"/>
                <a:gd name="connsiteY277" fmla="*/ 134303 h 508634"/>
                <a:gd name="connsiteX278" fmla="*/ 65723 w 249555"/>
                <a:gd name="connsiteY278" fmla="*/ 136684 h 508634"/>
                <a:gd name="connsiteX279" fmla="*/ 62389 w 249555"/>
                <a:gd name="connsiteY279" fmla="*/ 138589 h 508634"/>
                <a:gd name="connsiteX280" fmla="*/ 60960 w 249555"/>
                <a:gd name="connsiteY280" fmla="*/ 139541 h 508634"/>
                <a:gd name="connsiteX281" fmla="*/ 60960 w 249555"/>
                <a:gd name="connsiteY281" fmla="*/ 140970 h 508634"/>
                <a:gd name="connsiteX282" fmla="*/ 61913 w 249555"/>
                <a:gd name="connsiteY282" fmla="*/ 142399 h 508634"/>
                <a:gd name="connsiteX283" fmla="*/ 64770 w 249555"/>
                <a:gd name="connsiteY283" fmla="*/ 143828 h 508634"/>
                <a:gd name="connsiteX284" fmla="*/ 68104 w 249555"/>
                <a:gd name="connsiteY284" fmla="*/ 145256 h 508634"/>
                <a:gd name="connsiteX285" fmla="*/ 79534 w 249555"/>
                <a:gd name="connsiteY285" fmla="*/ 152400 h 508634"/>
                <a:gd name="connsiteX286" fmla="*/ 81915 w 249555"/>
                <a:gd name="connsiteY286" fmla="*/ 154305 h 508634"/>
                <a:gd name="connsiteX287" fmla="*/ 85249 w 249555"/>
                <a:gd name="connsiteY287" fmla="*/ 156686 h 508634"/>
                <a:gd name="connsiteX288" fmla="*/ 88582 w 249555"/>
                <a:gd name="connsiteY288" fmla="*/ 158591 h 508634"/>
                <a:gd name="connsiteX289" fmla="*/ 98107 w 249555"/>
                <a:gd name="connsiteY289" fmla="*/ 160972 h 508634"/>
                <a:gd name="connsiteX290" fmla="*/ 102394 w 249555"/>
                <a:gd name="connsiteY290" fmla="*/ 162878 h 508634"/>
                <a:gd name="connsiteX291" fmla="*/ 103347 w 249555"/>
                <a:gd name="connsiteY291" fmla="*/ 163830 h 508634"/>
                <a:gd name="connsiteX292" fmla="*/ 103347 w 249555"/>
                <a:gd name="connsiteY292" fmla="*/ 164782 h 508634"/>
                <a:gd name="connsiteX293" fmla="*/ 102394 w 249555"/>
                <a:gd name="connsiteY293" fmla="*/ 166211 h 508634"/>
                <a:gd name="connsiteX294" fmla="*/ 101441 w 249555"/>
                <a:gd name="connsiteY294" fmla="*/ 169069 h 508634"/>
                <a:gd name="connsiteX295" fmla="*/ 101441 w 249555"/>
                <a:gd name="connsiteY295" fmla="*/ 170497 h 508634"/>
                <a:gd name="connsiteX296" fmla="*/ 102394 w 249555"/>
                <a:gd name="connsiteY296" fmla="*/ 171926 h 508634"/>
                <a:gd name="connsiteX297" fmla="*/ 103823 w 249555"/>
                <a:gd name="connsiteY297" fmla="*/ 174307 h 508634"/>
                <a:gd name="connsiteX298" fmla="*/ 107632 w 249555"/>
                <a:gd name="connsiteY298" fmla="*/ 178118 h 508634"/>
                <a:gd name="connsiteX299" fmla="*/ 109538 w 249555"/>
                <a:gd name="connsiteY299" fmla="*/ 179546 h 508634"/>
                <a:gd name="connsiteX300" fmla="*/ 111919 w 249555"/>
                <a:gd name="connsiteY300" fmla="*/ 180022 h 508634"/>
                <a:gd name="connsiteX301" fmla="*/ 113824 w 249555"/>
                <a:gd name="connsiteY301" fmla="*/ 180975 h 508634"/>
                <a:gd name="connsiteX302" fmla="*/ 115729 w 249555"/>
                <a:gd name="connsiteY302" fmla="*/ 183832 h 508634"/>
                <a:gd name="connsiteX303" fmla="*/ 118110 w 249555"/>
                <a:gd name="connsiteY303" fmla="*/ 187166 h 508634"/>
                <a:gd name="connsiteX304" fmla="*/ 118586 w 249555"/>
                <a:gd name="connsiteY304" fmla="*/ 189547 h 508634"/>
                <a:gd name="connsiteX305" fmla="*/ 119539 w 249555"/>
                <a:gd name="connsiteY305" fmla="*/ 192405 h 508634"/>
                <a:gd name="connsiteX306" fmla="*/ 121920 w 249555"/>
                <a:gd name="connsiteY306" fmla="*/ 195739 h 508634"/>
                <a:gd name="connsiteX307" fmla="*/ 124778 w 249555"/>
                <a:gd name="connsiteY307" fmla="*/ 199072 h 508634"/>
                <a:gd name="connsiteX308" fmla="*/ 129064 w 249555"/>
                <a:gd name="connsiteY308" fmla="*/ 202882 h 508634"/>
                <a:gd name="connsiteX309" fmla="*/ 131445 w 249555"/>
                <a:gd name="connsiteY309" fmla="*/ 205740 h 508634"/>
                <a:gd name="connsiteX310" fmla="*/ 132398 w 249555"/>
                <a:gd name="connsiteY310" fmla="*/ 206693 h 508634"/>
                <a:gd name="connsiteX311" fmla="*/ 141447 w 249555"/>
                <a:gd name="connsiteY311" fmla="*/ 213360 h 508634"/>
                <a:gd name="connsiteX312" fmla="*/ 143828 w 249555"/>
                <a:gd name="connsiteY312" fmla="*/ 215741 h 508634"/>
                <a:gd name="connsiteX313" fmla="*/ 147161 w 249555"/>
                <a:gd name="connsiteY313" fmla="*/ 220504 h 508634"/>
                <a:gd name="connsiteX314" fmla="*/ 148590 w 249555"/>
                <a:gd name="connsiteY314" fmla="*/ 220980 h 508634"/>
                <a:gd name="connsiteX315" fmla="*/ 150019 w 249555"/>
                <a:gd name="connsiteY315" fmla="*/ 221932 h 508634"/>
                <a:gd name="connsiteX316" fmla="*/ 150972 w 249555"/>
                <a:gd name="connsiteY316" fmla="*/ 224790 h 508634"/>
                <a:gd name="connsiteX317" fmla="*/ 151448 w 249555"/>
                <a:gd name="connsiteY317" fmla="*/ 226695 h 508634"/>
                <a:gd name="connsiteX318" fmla="*/ 151924 w 249555"/>
                <a:gd name="connsiteY318" fmla="*/ 232410 h 508634"/>
                <a:gd name="connsiteX319" fmla="*/ 153353 w 249555"/>
                <a:gd name="connsiteY319" fmla="*/ 234315 h 508634"/>
                <a:gd name="connsiteX320" fmla="*/ 154781 w 249555"/>
                <a:gd name="connsiteY320" fmla="*/ 236220 h 508634"/>
                <a:gd name="connsiteX321" fmla="*/ 155257 w 249555"/>
                <a:gd name="connsiteY321" fmla="*/ 237649 h 508634"/>
                <a:gd name="connsiteX322" fmla="*/ 156686 w 249555"/>
                <a:gd name="connsiteY322" fmla="*/ 238601 h 508634"/>
                <a:gd name="connsiteX323" fmla="*/ 158115 w 249555"/>
                <a:gd name="connsiteY323" fmla="*/ 238601 h 508634"/>
                <a:gd name="connsiteX324" fmla="*/ 160020 w 249555"/>
                <a:gd name="connsiteY324" fmla="*/ 237172 h 508634"/>
                <a:gd name="connsiteX325" fmla="*/ 161449 w 249555"/>
                <a:gd name="connsiteY325" fmla="*/ 235744 h 508634"/>
                <a:gd name="connsiteX326" fmla="*/ 161925 w 249555"/>
                <a:gd name="connsiteY326" fmla="*/ 236220 h 508634"/>
                <a:gd name="connsiteX327" fmla="*/ 163354 w 249555"/>
                <a:gd name="connsiteY327" fmla="*/ 240506 h 508634"/>
                <a:gd name="connsiteX328" fmla="*/ 164782 w 249555"/>
                <a:gd name="connsiteY328" fmla="*/ 241935 h 508634"/>
                <a:gd name="connsiteX329" fmla="*/ 167164 w 249555"/>
                <a:gd name="connsiteY329" fmla="*/ 243364 h 508634"/>
                <a:gd name="connsiteX330" fmla="*/ 169545 w 249555"/>
                <a:gd name="connsiteY330" fmla="*/ 244316 h 508634"/>
                <a:gd name="connsiteX331" fmla="*/ 174784 w 249555"/>
                <a:gd name="connsiteY331" fmla="*/ 249079 h 508634"/>
                <a:gd name="connsiteX332" fmla="*/ 177641 w 249555"/>
                <a:gd name="connsiteY332" fmla="*/ 250984 h 508634"/>
                <a:gd name="connsiteX333" fmla="*/ 179547 w 249555"/>
                <a:gd name="connsiteY333" fmla="*/ 251460 h 508634"/>
                <a:gd name="connsiteX334" fmla="*/ 180975 w 249555"/>
                <a:gd name="connsiteY334" fmla="*/ 252413 h 508634"/>
                <a:gd name="connsiteX335" fmla="*/ 181451 w 249555"/>
                <a:gd name="connsiteY335" fmla="*/ 253841 h 508634"/>
                <a:gd name="connsiteX336" fmla="*/ 180975 w 249555"/>
                <a:gd name="connsiteY336" fmla="*/ 255270 h 508634"/>
                <a:gd name="connsiteX337" fmla="*/ 180023 w 249555"/>
                <a:gd name="connsiteY337" fmla="*/ 256222 h 508634"/>
                <a:gd name="connsiteX338" fmla="*/ 174307 w 249555"/>
                <a:gd name="connsiteY338" fmla="*/ 259080 h 508634"/>
                <a:gd name="connsiteX339" fmla="*/ 173355 w 249555"/>
                <a:gd name="connsiteY339" fmla="*/ 260509 h 508634"/>
                <a:gd name="connsiteX340" fmla="*/ 174307 w 249555"/>
                <a:gd name="connsiteY340" fmla="*/ 262414 h 508634"/>
                <a:gd name="connsiteX341" fmla="*/ 175736 w 249555"/>
                <a:gd name="connsiteY341" fmla="*/ 264795 h 508634"/>
                <a:gd name="connsiteX342" fmla="*/ 177165 w 249555"/>
                <a:gd name="connsiteY342" fmla="*/ 266700 h 508634"/>
                <a:gd name="connsiteX343" fmla="*/ 179070 w 249555"/>
                <a:gd name="connsiteY343" fmla="*/ 268605 h 508634"/>
                <a:gd name="connsiteX344" fmla="*/ 183356 w 249555"/>
                <a:gd name="connsiteY344" fmla="*/ 271939 h 508634"/>
                <a:gd name="connsiteX345" fmla="*/ 186690 w 249555"/>
                <a:gd name="connsiteY345" fmla="*/ 274320 h 508634"/>
                <a:gd name="connsiteX346" fmla="*/ 188595 w 249555"/>
                <a:gd name="connsiteY346" fmla="*/ 277178 h 508634"/>
                <a:gd name="connsiteX347" fmla="*/ 189548 w 249555"/>
                <a:gd name="connsiteY347" fmla="*/ 279082 h 508634"/>
                <a:gd name="connsiteX348" fmla="*/ 189072 w 249555"/>
                <a:gd name="connsiteY348" fmla="*/ 281464 h 508634"/>
                <a:gd name="connsiteX349" fmla="*/ 187643 w 249555"/>
                <a:gd name="connsiteY349" fmla="*/ 283845 h 508634"/>
                <a:gd name="connsiteX350" fmla="*/ 186690 w 249555"/>
                <a:gd name="connsiteY350" fmla="*/ 285750 h 508634"/>
                <a:gd name="connsiteX351" fmla="*/ 184785 w 249555"/>
                <a:gd name="connsiteY351" fmla="*/ 287179 h 508634"/>
                <a:gd name="connsiteX352" fmla="*/ 184309 w 249555"/>
                <a:gd name="connsiteY352" fmla="*/ 288607 h 508634"/>
                <a:gd name="connsiteX353" fmla="*/ 185261 w 249555"/>
                <a:gd name="connsiteY353" fmla="*/ 290989 h 508634"/>
                <a:gd name="connsiteX354" fmla="*/ 185738 w 249555"/>
                <a:gd name="connsiteY354" fmla="*/ 292418 h 508634"/>
                <a:gd name="connsiteX355" fmla="*/ 185261 w 249555"/>
                <a:gd name="connsiteY355" fmla="*/ 294322 h 508634"/>
                <a:gd name="connsiteX356" fmla="*/ 185261 w 249555"/>
                <a:gd name="connsiteY356" fmla="*/ 298132 h 508634"/>
                <a:gd name="connsiteX357" fmla="*/ 185738 w 249555"/>
                <a:gd name="connsiteY357" fmla="*/ 300038 h 508634"/>
                <a:gd name="connsiteX358" fmla="*/ 184309 w 249555"/>
                <a:gd name="connsiteY358" fmla="*/ 303847 h 508634"/>
                <a:gd name="connsiteX359" fmla="*/ 182880 w 249555"/>
                <a:gd name="connsiteY359" fmla="*/ 307181 h 508634"/>
                <a:gd name="connsiteX360" fmla="*/ 180023 w 249555"/>
                <a:gd name="connsiteY360" fmla="*/ 310039 h 508634"/>
                <a:gd name="connsiteX361" fmla="*/ 180023 w 249555"/>
                <a:gd name="connsiteY361" fmla="*/ 311944 h 508634"/>
                <a:gd name="connsiteX362" fmla="*/ 179070 w 249555"/>
                <a:gd name="connsiteY362" fmla="*/ 318135 h 508634"/>
                <a:gd name="connsiteX363" fmla="*/ 179547 w 249555"/>
                <a:gd name="connsiteY363" fmla="*/ 320040 h 508634"/>
                <a:gd name="connsiteX364" fmla="*/ 180023 w 249555"/>
                <a:gd name="connsiteY364" fmla="*/ 321945 h 508634"/>
                <a:gd name="connsiteX365" fmla="*/ 180975 w 249555"/>
                <a:gd name="connsiteY365" fmla="*/ 322897 h 508634"/>
                <a:gd name="connsiteX366" fmla="*/ 183356 w 249555"/>
                <a:gd name="connsiteY366" fmla="*/ 329089 h 508634"/>
                <a:gd name="connsiteX367" fmla="*/ 185738 w 249555"/>
                <a:gd name="connsiteY367" fmla="*/ 334804 h 508634"/>
                <a:gd name="connsiteX368" fmla="*/ 188119 w 249555"/>
                <a:gd name="connsiteY368" fmla="*/ 339566 h 508634"/>
                <a:gd name="connsiteX369" fmla="*/ 188595 w 249555"/>
                <a:gd name="connsiteY369" fmla="*/ 342424 h 508634"/>
                <a:gd name="connsiteX370" fmla="*/ 186690 w 249555"/>
                <a:gd name="connsiteY370" fmla="*/ 349568 h 508634"/>
                <a:gd name="connsiteX371" fmla="*/ 184309 w 249555"/>
                <a:gd name="connsiteY371" fmla="*/ 356235 h 508634"/>
                <a:gd name="connsiteX372" fmla="*/ 184309 w 249555"/>
                <a:gd name="connsiteY372" fmla="*/ 359569 h 508634"/>
                <a:gd name="connsiteX373" fmla="*/ 185261 w 249555"/>
                <a:gd name="connsiteY373" fmla="*/ 362903 h 508634"/>
                <a:gd name="connsiteX374" fmla="*/ 186214 w 249555"/>
                <a:gd name="connsiteY374" fmla="*/ 367189 h 508634"/>
                <a:gd name="connsiteX375" fmla="*/ 186690 w 249555"/>
                <a:gd name="connsiteY375" fmla="*/ 372904 h 508634"/>
                <a:gd name="connsiteX376" fmla="*/ 186214 w 249555"/>
                <a:gd name="connsiteY376" fmla="*/ 376714 h 508634"/>
                <a:gd name="connsiteX377" fmla="*/ 185261 w 249555"/>
                <a:gd name="connsiteY377" fmla="*/ 379095 h 508634"/>
                <a:gd name="connsiteX378" fmla="*/ 183356 w 249555"/>
                <a:gd name="connsiteY378" fmla="*/ 381476 h 508634"/>
                <a:gd name="connsiteX379" fmla="*/ 181451 w 249555"/>
                <a:gd name="connsiteY379" fmla="*/ 382905 h 508634"/>
                <a:gd name="connsiteX380" fmla="*/ 179070 w 249555"/>
                <a:gd name="connsiteY380" fmla="*/ 381000 h 508634"/>
                <a:gd name="connsiteX381" fmla="*/ 177165 w 249555"/>
                <a:gd name="connsiteY381" fmla="*/ 381000 h 508634"/>
                <a:gd name="connsiteX382" fmla="*/ 174784 w 249555"/>
                <a:gd name="connsiteY382" fmla="*/ 381476 h 508634"/>
                <a:gd name="connsiteX383" fmla="*/ 172879 w 249555"/>
                <a:gd name="connsiteY383" fmla="*/ 382429 h 508634"/>
                <a:gd name="connsiteX384" fmla="*/ 169069 w 249555"/>
                <a:gd name="connsiteY384" fmla="*/ 385763 h 508634"/>
                <a:gd name="connsiteX385" fmla="*/ 164782 w 249555"/>
                <a:gd name="connsiteY385" fmla="*/ 389096 h 508634"/>
                <a:gd name="connsiteX386" fmla="*/ 159068 w 249555"/>
                <a:gd name="connsiteY386" fmla="*/ 390049 h 508634"/>
                <a:gd name="connsiteX387" fmla="*/ 156686 w 249555"/>
                <a:gd name="connsiteY387" fmla="*/ 392430 h 508634"/>
                <a:gd name="connsiteX388" fmla="*/ 154305 w 249555"/>
                <a:gd name="connsiteY388" fmla="*/ 392906 h 508634"/>
                <a:gd name="connsiteX389" fmla="*/ 150019 w 249555"/>
                <a:gd name="connsiteY389" fmla="*/ 392906 h 508634"/>
                <a:gd name="connsiteX390" fmla="*/ 147161 w 249555"/>
                <a:gd name="connsiteY390" fmla="*/ 393382 h 508634"/>
                <a:gd name="connsiteX391" fmla="*/ 147161 w 249555"/>
                <a:gd name="connsiteY391" fmla="*/ 394811 h 508634"/>
                <a:gd name="connsiteX392" fmla="*/ 146685 w 249555"/>
                <a:gd name="connsiteY392" fmla="*/ 400526 h 508634"/>
                <a:gd name="connsiteX393" fmla="*/ 146685 w 249555"/>
                <a:gd name="connsiteY393" fmla="*/ 401955 h 508634"/>
                <a:gd name="connsiteX394" fmla="*/ 146209 w 249555"/>
                <a:gd name="connsiteY394" fmla="*/ 402431 h 508634"/>
                <a:gd name="connsiteX395" fmla="*/ 144304 w 249555"/>
                <a:gd name="connsiteY395" fmla="*/ 402431 h 508634"/>
                <a:gd name="connsiteX396" fmla="*/ 140970 w 249555"/>
                <a:gd name="connsiteY396" fmla="*/ 401479 h 508634"/>
                <a:gd name="connsiteX397" fmla="*/ 136207 w 249555"/>
                <a:gd name="connsiteY397" fmla="*/ 400050 h 508634"/>
                <a:gd name="connsiteX398" fmla="*/ 132874 w 249555"/>
                <a:gd name="connsiteY398" fmla="*/ 400050 h 508634"/>
                <a:gd name="connsiteX399" fmla="*/ 130969 w 249555"/>
                <a:gd name="connsiteY399" fmla="*/ 402431 h 508634"/>
                <a:gd name="connsiteX400" fmla="*/ 130016 w 249555"/>
                <a:gd name="connsiteY400" fmla="*/ 403384 h 508634"/>
                <a:gd name="connsiteX401" fmla="*/ 128588 w 249555"/>
                <a:gd name="connsiteY401" fmla="*/ 403384 h 508634"/>
                <a:gd name="connsiteX402" fmla="*/ 127159 w 249555"/>
                <a:gd name="connsiteY402" fmla="*/ 403860 h 508634"/>
                <a:gd name="connsiteX403" fmla="*/ 126682 w 249555"/>
                <a:gd name="connsiteY403" fmla="*/ 404813 h 508634"/>
                <a:gd name="connsiteX404" fmla="*/ 126682 w 249555"/>
                <a:gd name="connsiteY404" fmla="*/ 406241 h 508634"/>
                <a:gd name="connsiteX405" fmla="*/ 127159 w 249555"/>
                <a:gd name="connsiteY405" fmla="*/ 408622 h 508634"/>
                <a:gd name="connsiteX406" fmla="*/ 127159 w 249555"/>
                <a:gd name="connsiteY406" fmla="*/ 412432 h 508634"/>
                <a:gd name="connsiteX407" fmla="*/ 127159 w 249555"/>
                <a:gd name="connsiteY407" fmla="*/ 415290 h 508634"/>
                <a:gd name="connsiteX408" fmla="*/ 128588 w 249555"/>
                <a:gd name="connsiteY408" fmla="*/ 417195 h 508634"/>
                <a:gd name="connsiteX409" fmla="*/ 135731 w 249555"/>
                <a:gd name="connsiteY409" fmla="*/ 422910 h 508634"/>
                <a:gd name="connsiteX410" fmla="*/ 137636 w 249555"/>
                <a:gd name="connsiteY410" fmla="*/ 424339 h 508634"/>
                <a:gd name="connsiteX411" fmla="*/ 138113 w 249555"/>
                <a:gd name="connsiteY411" fmla="*/ 425291 h 508634"/>
                <a:gd name="connsiteX412" fmla="*/ 136684 w 249555"/>
                <a:gd name="connsiteY412" fmla="*/ 428149 h 508634"/>
                <a:gd name="connsiteX413" fmla="*/ 137636 w 249555"/>
                <a:gd name="connsiteY413" fmla="*/ 432435 h 508634"/>
                <a:gd name="connsiteX414" fmla="*/ 135255 w 249555"/>
                <a:gd name="connsiteY414" fmla="*/ 432435 h 508634"/>
                <a:gd name="connsiteX415" fmla="*/ 131445 w 249555"/>
                <a:gd name="connsiteY415" fmla="*/ 430530 h 508634"/>
                <a:gd name="connsiteX416" fmla="*/ 129540 w 249555"/>
                <a:gd name="connsiteY416" fmla="*/ 429578 h 508634"/>
                <a:gd name="connsiteX417" fmla="*/ 127635 w 249555"/>
                <a:gd name="connsiteY417" fmla="*/ 430530 h 508634"/>
                <a:gd name="connsiteX418" fmla="*/ 126682 w 249555"/>
                <a:gd name="connsiteY418" fmla="*/ 430530 h 508634"/>
                <a:gd name="connsiteX419" fmla="*/ 125254 w 249555"/>
                <a:gd name="connsiteY419" fmla="*/ 428625 h 508634"/>
                <a:gd name="connsiteX420" fmla="*/ 123349 w 249555"/>
                <a:gd name="connsiteY420" fmla="*/ 426244 h 508634"/>
                <a:gd name="connsiteX421" fmla="*/ 121444 w 249555"/>
                <a:gd name="connsiteY421" fmla="*/ 426244 h 508634"/>
                <a:gd name="connsiteX422" fmla="*/ 117157 w 249555"/>
                <a:gd name="connsiteY422" fmla="*/ 427196 h 508634"/>
                <a:gd name="connsiteX423" fmla="*/ 112872 w 249555"/>
                <a:gd name="connsiteY423" fmla="*/ 427672 h 508634"/>
                <a:gd name="connsiteX424" fmla="*/ 111443 w 249555"/>
                <a:gd name="connsiteY424" fmla="*/ 427672 h 508634"/>
                <a:gd name="connsiteX425" fmla="*/ 110966 w 249555"/>
                <a:gd name="connsiteY425" fmla="*/ 428149 h 508634"/>
                <a:gd name="connsiteX426" fmla="*/ 108585 w 249555"/>
                <a:gd name="connsiteY426" fmla="*/ 431482 h 508634"/>
                <a:gd name="connsiteX427" fmla="*/ 107632 w 249555"/>
                <a:gd name="connsiteY427" fmla="*/ 431006 h 508634"/>
                <a:gd name="connsiteX428" fmla="*/ 103347 w 249555"/>
                <a:gd name="connsiteY428" fmla="*/ 429578 h 508634"/>
                <a:gd name="connsiteX429" fmla="*/ 99536 w 249555"/>
                <a:gd name="connsiteY429" fmla="*/ 429101 h 508634"/>
                <a:gd name="connsiteX430" fmla="*/ 98584 w 249555"/>
                <a:gd name="connsiteY430" fmla="*/ 430054 h 508634"/>
                <a:gd name="connsiteX431" fmla="*/ 99060 w 249555"/>
                <a:gd name="connsiteY431" fmla="*/ 432911 h 508634"/>
                <a:gd name="connsiteX432" fmla="*/ 100013 w 249555"/>
                <a:gd name="connsiteY432" fmla="*/ 435293 h 508634"/>
                <a:gd name="connsiteX433" fmla="*/ 99536 w 249555"/>
                <a:gd name="connsiteY433" fmla="*/ 436245 h 508634"/>
                <a:gd name="connsiteX434" fmla="*/ 97631 w 249555"/>
                <a:gd name="connsiteY434" fmla="*/ 437674 h 508634"/>
                <a:gd name="connsiteX435" fmla="*/ 94774 w 249555"/>
                <a:gd name="connsiteY435" fmla="*/ 440055 h 508634"/>
                <a:gd name="connsiteX436" fmla="*/ 92869 w 249555"/>
                <a:gd name="connsiteY436" fmla="*/ 441960 h 508634"/>
                <a:gd name="connsiteX437" fmla="*/ 91440 w 249555"/>
                <a:gd name="connsiteY437" fmla="*/ 442436 h 508634"/>
                <a:gd name="connsiteX438" fmla="*/ 87154 w 249555"/>
                <a:gd name="connsiteY438" fmla="*/ 442436 h 508634"/>
                <a:gd name="connsiteX439" fmla="*/ 82868 w 249555"/>
                <a:gd name="connsiteY439" fmla="*/ 442913 h 508634"/>
                <a:gd name="connsiteX440" fmla="*/ 80963 w 249555"/>
                <a:gd name="connsiteY440" fmla="*/ 444818 h 508634"/>
                <a:gd name="connsiteX441" fmla="*/ 79534 w 249555"/>
                <a:gd name="connsiteY441" fmla="*/ 446246 h 508634"/>
                <a:gd name="connsiteX442" fmla="*/ 78105 w 249555"/>
                <a:gd name="connsiteY442" fmla="*/ 446722 h 508634"/>
                <a:gd name="connsiteX443" fmla="*/ 80963 w 249555"/>
                <a:gd name="connsiteY443" fmla="*/ 449104 h 508634"/>
                <a:gd name="connsiteX444" fmla="*/ 83820 w 249555"/>
                <a:gd name="connsiteY444" fmla="*/ 451485 h 508634"/>
                <a:gd name="connsiteX445" fmla="*/ 84297 w 249555"/>
                <a:gd name="connsiteY445" fmla="*/ 453390 h 508634"/>
                <a:gd name="connsiteX446" fmla="*/ 86201 w 249555"/>
                <a:gd name="connsiteY446" fmla="*/ 454819 h 508634"/>
                <a:gd name="connsiteX447" fmla="*/ 89059 w 249555"/>
                <a:gd name="connsiteY447" fmla="*/ 453866 h 508634"/>
                <a:gd name="connsiteX448" fmla="*/ 90964 w 249555"/>
                <a:gd name="connsiteY448" fmla="*/ 453866 h 508634"/>
                <a:gd name="connsiteX449" fmla="*/ 93345 w 249555"/>
                <a:gd name="connsiteY449" fmla="*/ 456724 h 508634"/>
                <a:gd name="connsiteX450" fmla="*/ 96679 w 249555"/>
                <a:gd name="connsiteY450" fmla="*/ 457200 h 508634"/>
                <a:gd name="connsiteX451" fmla="*/ 98584 w 249555"/>
                <a:gd name="connsiteY451" fmla="*/ 458153 h 508634"/>
                <a:gd name="connsiteX452" fmla="*/ 100489 w 249555"/>
                <a:gd name="connsiteY452" fmla="*/ 460534 h 508634"/>
                <a:gd name="connsiteX453" fmla="*/ 100965 w 249555"/>
                <a:gd name="connsiteY453" fmla="*/ 462439 h 508634"/>
                <a:gd name="connsiteX454" fmla="*/ 100965 w 249555"/>
                <a:gd name="connsiteY454" fmla="*/ 463868 h 508634"/>
                <a:gd name="connsiteX455" fmla="*/ 97155 w 249555"/>
                <a:gd name="connsiteY455" fmla="*/ 464820 h 508634"/>
                <a:gd name="connsiteX456" fmla="*/ 94298 w 249555"/>
                <a:gd name="connsiteY456" fmla="*/ 466725 h 508634"/>
                <a:gd name="connsiteX457" fmla="*/ 92393 w 249555"/>
                <a:gd name="connsiteY457" fmla="*/ 473869 h 508634"/>
                <a:gd name="connsiteX458" fmla="*/ 91440 w 249555"/>
                <a:gd name="connsiteY458" fmla="*/ 488156 h 508634"/>
                <a:gd name="connsiteX459" fmla="*/ 91440 w 249555"/>
                <a:gd name="connsiteY459" fmla="*/ 501015 h 508634"/>
                <a:gd name="connsiteX460" fmla="*/ 94298 w 249555"/>
                <a:gd name="connsiteY460" fmla="*/ 502920 h 508634"/>
                <a:gd name="connsiteX461" fmla="*/ 90011 w 249555"/>
                <a:gd name="connsiteY461" fmla="*/ 508159 h 508634"/>
                <a:gd name="connsiteX462" fmla="*/ 94298 w 249555"/>
                <a:gd name="connsiteY462" fmla="*/ 508635 h 508634"/>
                <a:gd name="connsiteX463" fmla="*/ 101918 w 249555"/>
                <a:gd name="connsiteY463" fmla="*/ 507206 h 508634"/>
                <a:gd name="connsiteX464" fmla="*/ 104299 w 249555"/>
                <a:gd name="connsiteY464" fmla="*/ 504349 h 508634"/>
                <a:gd name="connsiteX465" fmla="*/ 108585 w 249555"/>
                <a:gd name="connsiteY465" fmla="*/ 501491 h 508634"/>
                <a:gd name="connsiteX466" fmla="*/ 111443 w 249555"/>
                <a:gd name="connsiteY466" fmla="*/ 496253 h 508634"/>
                <a:gd name="connsiteX467" fmla="*/ 114776 w 249555"/>
                <a:gd name="connsiteY467" fmla="*/ 491966 h 508634"/>
                <a:gd name="connsiteX468" fmla="*/ 137636 w 249555"/>
                <a:gd name="connsiteY468" fmla="*/ 481489 h 508634"/>
                <a:gd name="connsiteX469" fmla="*/ 138589 w 249555"/>
                <a:gd name="connsiteY469" fmla="*/ 479584 h 508634"/>
                <a:gd name="connsiteX470" fmla="*/ 139065 w 249555"/>
                <a:gd name="connsiteY470" fmla="*/ 477679 h 508634"/>
                <a:gd name="connsiteX471" fmla="*/ 137636 w 249555"/>
                <a:gd name="connsiteY471" fmla="*/ 474345 h 508634"/>
                <a:gd name="connsiteX472" fmla="*/ 136207 w 249555"/>
                <a:gd name="connsiteY472" fmla="*/ 471488 h 508634"/>
                <a:gd name="connsiteX473" fmla="*/ 126682 w 249555"/>
                <a:gd name="connsiteY473" fmla="*/ 460534 h 508634"/>
                <a:gd name="connsiteX474" fmla="*/ 130016 w 249555"/>
                <a:gd name="connsiteY474" fmla="*/ 461963 h 508634"/>
                <a:gd name="connsiteX475" fmla="*/ 139541 w 249555"/>
                <a:gd name="connsiteY475" fmla="*/ 471488 h 508634"/>
                <a:gd name="connsiteX476" fmla="*/ 145256 w 249555"/>
                <a:gd name="connsiteY476" fmla="*/ 475297 h 508634"/>
                <a:gd name="connsiteX477" fmla="*/ 149066 w 249555"/>
                <a:gd name="connsiteY477" fmla="*/ 475297 h 508634"/>
                <a:gd name="connsiteX478" fmla="*/ 150972 w 249555"/>
                <a:gd name="connsiteY478" fmla="*/ 473869 h 508634"/>
                <a:gd name="connsiteX479" fmla="*/ 151924 w 249555"/>
                <a:gd name="connsiteY479" fmla="*/ 472440 h 508634"/>
                <a:gd name="connsiteX480" fmla="*/ 151448 w 249555"/>
                <a:gd name="connsiteY480" fmla="*/ 470059 h 508634"/>
                <a:gd name="connsiteX481" fmla="*/ 149543 w 249555"/>
                <a:gd name="connsiteY481" fmla="*/ 466249 h 508634"/>
                <a:gd name="connsiteX482" fmla="*/ 138589 w 249555"/>
                <a:gd name="connsiteY482" fmla="*/ 455295 h 508634"/>
                <a:gd name="connsiteX483" fmla="*/ 137160 w 249555"/>
                <a:gd name="connsiteY483" fmla="*/ 452438 h 508634"/>
                <a:gd name="connsiteX484" fmla="*/ 147638 w 249555"/>
                <a:gd name="connsiteY484" fmla="*/ 461963 h 508634"/>
                <a:gd name="connsiteX485" fmla="*/ 151448 w 249555"/>
                <a:gd name="connsiteY485" fmla="*/ 464344 h 508634"/>
                <a:gd name="connsiteX486" fmla="*/ 152876 w 249555"/>
                <a:gd name="connsiteY486" fmla="*/ 464820 h 508634"/>
                <a:gd name="connsiteX487" fmla="*/ 154781 w 249555"/>
                <a:gd name="connsiteY487" fmla="*/ 463391 h 508634"/>
                <a:gd name="connsiteX488" fmla="*/ 154781 w 249555"/>
                <a:gd name="connsiteY488" fmla="*/ 461963 h 508634"/>
                <a:gd name="connsiteX489" fmla="*/ 154781 w 249555"/>
                <a:gd name="connsiteY489" fmla="*/ 460534 h 508634"/>
                <a:gd name="connsiteX490" fmla="*/ 156686 w 249555"/>
                <a:gd name="connsiteY490" fmla="*/ 458153 h 508634"/>
                <a:gd name="connsiteX491" fmla="*/ 159068 w 249555"/>
                <a:gd name="connsiteY491" fmla="*/ 456247 h 508634"/>
                <a:gd name="connsiteX492" fmla="*/ 159068 w 249555"/>
                <a:gd name="connsiteY492" fmla="*/ 455295 h 508634"/>
                <a:gd name="connsiteX493" fmla="*/ 157163 w 249555"/>
                <a:gd name="connsiteY493" fmla="*/ 453866 h 508634"/>
                <a:gd name="connsiteX494" fmla="*/ 152876 w 249555"/>
                <a:gd name="connsiteY494" fmla="*/ 452438 h 508634"/>
                <a:gd name="connsiteX495" fmla="*/ 148114 w 249555"/>
                <a:gd name="connsiteY495" fmla="*/ 450056 h 508634"/>
                <a:gd name="connsiteX496" fmla="*/ 149066 w 249555"/>
                <a:gd name="connsiteY496" fmla="*/ 450056 h 508634"/>
                <a:gd name="connsiteX497" fmla="*/ 154305 w 249555"/>
                <a:gd name="connsiteY497" fmla="*/ 450532 h 508634"/>
                <a:gd name="connsiteX498" fmla="*/ 158115 w 249555"/>
                <a:gd name="connsiteY498" fmla="*/ 450532 h 508634"/>
                <a:gd name="connsiteX499" fmla="*/ 158591 w 249555"/>
                <a:gd name="connsiteY499" fmla="*/ 449104 h 508634"/>
                <a:gd name="connsiteX500" fmla="*/ 158591 w 249555"/>
                <a:gd name="connsiteY500" fmla="*/ 447675 h 508634"/>
                <a:gd name="connsiteX501" fmla="*/ 157163 w 249555"/>
                <a:gd name="connsiteY501" fmla="*/ 445294 h 508634"/>
                <a:gd name="connsiteX502" fmla="*/ 155734 w 249555"/>
                <a:gd name="connsiteY502" fmla="*/ 444818 h 508634"/>
                <a:gd name="connsiteX503" fmla="*/ 153829 w 249555"/>
                <a:gd name="connsiteY503" fmla="*/ 444818 h 508634"/>
                <a:gd name="connsiteX504" fmla="*/ 152400 w 249555"/>
                <a:gd name="connsiteY504" fmla="*/ 444341 h 508634"/>
                <a:gd name="connsiteX505" fmla="*/ 156686 w 249555"/>
                <a:gd name="connsiteY505" fmla="*/ 441960 h 508634"/>
                <a:gd name="connsiteX506" fmla="*/ 159544 w 249555"/>
                <a:gd name="connsiteY506" fmla="*/ 445294 h 508634"/>
                <a:gd name="connsiteX507" fmla="*/ 162401 w 249555"/>
                <a:gd name="connsiteY507" fmla="*/ 447199 h 508634"/>
                <a:gd name="connsiteX508" fmla="*/ 163830 w 249555"/>
                <a:gd name="connsiteY508" fmla="*/ 446722 h 508634"/>
                <a:gd name="connsiteX509" fmla="*/ 164306 w 249555"/>
                <a:gd name="connsiteY509" fmla="*/ 445294 h 508634"/>
                <a:gd name="connsiteX510" fmla="*/ 164782 w 249555"/>
                <a:gd name="connsiteY510" fmla="*/ 439103 h 508634"/>
                <a:gd name="connsiteX511" fmla="*/ 165735 w 249555"/>
                <a:gd name="connsiteY511" fmla="*/ 437674 h 508634"/>
                <a:gd name="connsiteX512" fmla="*/ 166211 w 249555"/>
                <a:gd name="connsiteY512" fmla="*/ 438626 h 508634"/>
                <a:gd name="connsiteX513" fmla="*/ 166688 w 249555"/>
                <a:gd name="connsiteY513" fmla="*/ 441007 h 508634"/>
                <a:gd name="connsiteX514" fmla="*/ 168593 w 249555"/>
                <a:gd name="connsiteY514" fmla="*/ 442913 h 508634"/>
                <a:gd name="connsiteX515" fmla="*/ 172403 w 249555"/>
                <a:gd name="connsiteY515" fmla="*/ 443865 h 508634"/>
                <a:gd name="connsiteX516" fmla="*/ 173831 w 249555"/>
                <a:gd name="connsiteY516" fmla="*/ 445770 h 508634"/>
                <a:gd name="connsiteX517" fmla="*/ 174784 w 249555"/>
                <a:gd name="connsiteY517" fmla="*/ 446722 h 508634"/>
                <a:gd name="connsiteX518" fmla="*/ 179070 w 249555"/>
                <a:gd name="connsiteY518" fmla="*/ 444818 h 508634"/>
                <a:gd name="connsiteX519" fmla="*/ 181928 w 249555"/>
                <a:gd name="connsiteY519" fmla="*/ 443865 h 508634"/>
                <a:gd name="connsiteX520" fmla="*/ 185261 w 249555"/>
                <a:gd name="connsiteY520" fmla="*/ 441484 h 508634"/>
                <a:gd name="connsiteX521" fmla="*/ 194786 w 249555"/>
                <a:gd name="connsiteY521" fmla="*/ 436721 h 508634"/>
                <a:gd name="connsiteX522" fmla="*/ 200025 w 249555"/>
                <a:gd name="connsiteY522" fmla="*/ 436245 h 508634"/>
                <a:gd name="connsiteX523" fmla="*/ 203359 w 249555"/>
                <a:gd name="connsiteY523" fmla="*/ 430054 h 508634"/>
                <a:gd name="connsiteX524" fmla="*/ 206216 w 249555"/>
                <a:gd name="connsiteY524" fmla="*/ 429101 h 508634"/>
                <a:gd name="connsiteX525" fmla="*/ 209550 w 249555"/>
                <a:gd name="connsiteY525" fmla="*/ 428625 h 508634"/>
                <a:gd name="connsiteX526" fmla="*/ 214313 w 249555"/>
                <a:gd name="connsiteY526" fmla="*/ 424815 h 508634"/>
                <a:gd name="connsiteX527" fmla="*/ 218599 w 249555"/>
                <a:gd name="connsiteY527" fmla="*/ 421005 h 508634"/>
                <a:gd name="connsiteX528" fmla="*/ 223838 w 249555"/>
                <a:gd name="connsiteY528" fmla="*/ 419576 h 508634"/>
                <a:gd name="connsiteX529" fmla="*/ 228124 w 249555"/>
                <a:gd name="connsiteY529" fmla="*/ 415766 h 508634"/>
                <a:gd name="connsiteX530" fmla="*/ 233839 w 249555"/>
                <a:gd name="connsiteY530" fmla="*/ 415290 h 508634"/>
                <a:gd name="connsiteX531" fmla="*/ 234791 w 249555"/>
                <a:gd name="connsiteY531" fmla="*/ 411004 h 508634"/>
                <a:gd name="connsiteX532" fmla="*/ 235744 w 249555"/>
                <a:gd name="connsiteY532" fmla="*/ 406718 h 508634"/>
                <a:gd name="connsiteX533" fmla="*/ 239078 w 249555"/>
                <a:gd name="connsiteY533" fmla="*/ 406241 h 508634"/>
                <a:gd name="connsiteX534" fmla="*/ 240506 w 249555"/>
                <a:gd name="connsiteY534" fmla="*/ 403860 h 508634"/>
                <a:gd name="connsiteX535" fmla="*/ 241459 w 249555"/>
                <a:gd name="connsiteY535" fmla="*/ 401955 h 508634"/>
                <a:gd name="connsiteX536" fmla="*/ 241459 w 249555"/>
                <a:gd name="connsiteY536" fmla="*/ 400526 h 508634"/>
                <a:gd name="connsiteX537" fmla="*/ 240030 w 249555"/>
                <a:gd name="connsiteY537" fmla="*/ 398145 h 508634"/>
                <a:gd name="connsiteX538" fmla="*/ 240506 w 249555"/>
                <a:gd name="connsiteY538" fmla="*/ 395764 h 508634"/>
                <a:gd name="connsiteX539" fmla="*/ 241459 w 249555"/>
                <a:gd name="connsiteY539" fmla="*/ 393859 h 508634"/>
                <a:gd name="connsiteX540" fmla="*/ 241459 w 249555"/>
                <a:gd name="connsiteY540" fmla="*/ 392906 h 508634"/>
                <a:gd name="connsiteX541" fmla="*/ 241935 w 249555"/>
                <a:gd name="connsiteY541" fmla="*/ 392430 h 508634"/>
                <a:gd name="connsiteX542" fmla="*/ 241935 w 249555"/>
                <a:gd name="connsiteY542" fmla="*/ 394335 h 508634"/>
                <a:gd name="connsiteX543" fmla="*/ 242888 w 249555"/>
                <a:gd name="connsiteY543" fmla="*/ 396240 h 508634"/>
                <a:gd name="connsiteX544" fmla="*/ 243364 w 249555"/>
                <a:gd name="connsiteY544" fmla="*/ 394811 h 508634"/>
                <a:gd name="connsiteX545" fmla="*/ 243364 w 249555"/>
                <a:gd name="connsiteY545" fmla="*/ 393382 h 508634"/>
                <a:gd name="connsiteX546" fmla="*/ 241935 w 249555"/>
                <a:gd name="connsiteY546" fmla="*/ 390525 h 508634"/>
                <a:gd name="connsiteX547" fmla="*/ 241459 w 249555"/>
                <a:gd name="connsiteY547" fmla="*/ 378619 h 508634"/>
                <a:gd name="connsiteX548" fmla="*/ 244793 w 249555"/>
                <a:gd name="connsiteY548" fmla="*/ 379571 h 508634"/>
                <a:gd name="connsiteX549" fmla="*/ 241935 w 249555"/>
                <a:gd name="connsiteY549" fmla="*/ 370999 h 508634"/>
                <a:gd name="connsiteX550" fmla="*/ 243840 w 249555"/>
                <a:gd name="connsiteY550" fmla="*/ 368618 h 508634"/>
                <a:gd name="connsiteX551" fmla="*/ 245745 w 249555"/>
                <a:gd name="connsiteY551" fmla="*/ 367189 h 508634"/>
                <a:gd name="connsiteX552" fmla="*/ 247174 w 249555"/>
                <a:gd name="connsiteY552" fmla="*/ 370046 h 508634"/>
                <a:gd name="connsiteX553" fmla="*/ 249555 w 249555"/>
                <a:gd name="connsiteY553" fmla="*/ 372428 h 508634"/>
                <a:gd name="connsiteX554" fmla="*/ 247650 w 249555"/>
                <a:gd name="connsiteY554" fmla="*/ 366713 h 50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Lst>
              <a:rect l="l" t="t" r="r" b="b"/>
              <a:pathLst>
                <a:path w="249555" h="508634">
                  <a:moveTo>
                    <a:pt x="247650" y="366713"/>
                  </a:moveTo>
                  <a:lnTo>
                    <a:pt x="247650" y="358616"/>
                  </a:lnTo>
                  <a:lnTo>
                    <a:pt x="246222" y="356235"/>
                  </a:lnTo>
                  <a:lnTo>
                    <a:pt x="243840" y="349568"/>
                  </a:lnTo>
                  <a:lnTo>
                    <a:pt x="242411" y="347663"/>
                  </a:lnTo>
                  <a:lnTo>
                    <a:pt x="242888" y="341947"/>
                  </a:lnTo>
                  <a:lnTo>
                    <a:pt x="241459" y="337185"/>
                  </a:lnTo>
                  <a:lnTo>
                    <a:pt x="241459" y="328136"/>
                  </a:lnTo>
                  <a:lnTo>
                    <a:pt x="242888" y="330994"/>
                  </a:lnTo>
                  <a:lnTo>
                    <a:pt x="243364" y="327660"/>
                  </a:lnTo>
                  <a:lnTo>
                    <a:pt x="241459" y="320993"/>
                  </a:lnTo>
                  <a:lnTo>
                    <a:pt x="240982" y="319564"/>
                  </a:lnTo>
                  <a:lnTo>
                    <a:pt x="240506" y="317659"/>
                  </a:lnTo>
                  <a:lnTo>
                    <a:pt x="240030" y="313849"/>
                  </a:lnTo>
                  <a:lnTo>
                    <a:pt x="238125" y="310039"/>
                  </a:lnTo>
                  <a:lnTo>
                    <a:pt x="236220" y="304324"/>
                  </a:lnTo>
                  <a:lnTo>
                    <a:pt x="236220" y="298609"/>
                  </a:lnTo>
                  <a:lnTo>
                    <a:pt x="234315" y="295751"/>
                  </a:lnTo>
                  <a:lnTo>
                    <a:pt x="231457" y="289084"/>
                  </a:lnTo>
                  <a:lnTo>
                    <a:pt x="230029" y="282893"/>
                  </a:lnTo>
                  <a:lnTo>
                    <a:pt x="227648" y="276225"/>
                  </a:lnTo>
                  <a:lnTo>
                    <a:pt x="224790" y="274320"/>
                  </a:lnTo>
                  <a:lnTo>
                    <a:pt x="222409" y="272415"/>
                  </a:lnTo>
                  <a:lnTo>
                    <a:pt x="219075" y="269081"/>
                  </a:lnTo>
                  <a:lnTo>
                    <a:pt x="214789" y="262890"/>
                  </a:lnTo>
                  <a:lnTo>
                    <a:pt x="212884" y="259080"/>
                  </a:lnTo>
                  <a:lnTo>
                    <a:pt x="209074" y="255270"/>
                  </a:lnTo>
                  <a:lnTo>
                    <a:pt x="208598" y="253841"/>
                  </a:lnTo>
                  <a:lnTo>
                    <a:pt x="208598" y="251936"/>
                  </a:lnTo>
                  <a:lnTo>
                    <a:pt x="207645" y="251460"/>
                  </a:lnTo>
                  <a:lnTo>
                    <a:pt x="206693" y="251936"/>
                  </a:lnTo>
                  <a:lnTo>
                    <a:pt x="205264" y="249555"/>
                  </a:lnTo>
                  <a:lnTo>
                    <a:pt x="202406" y="246697"/>
                  </a:lnTo>
                  <a:lnTo>
                    <a:pt x="200501" y="243840"/>
                  </a:lnTo>
                  <a:lnTo>
                    <a:pt x="199073" y="243840"/>
                  </a:lnTo>
                  <a:lnTo>
                    <a:pt x="197168" y="244316"/>
                  </a:lnTo>
                  <a:lnTo>
                    <a:pt x="195263" y="244793"/>
                  </a:lnTo>
                  <a:lnTo>
                    <a:pt x="193834" y="244316"/>
                  </a:lnTo>
                  <a:lnTo>
                    <a:pt x="192881" y="241459"/>
                  </a:lnTo>
                  <a:lnTo>
                    <a:pt x="190024" y="238601"/>
                  </a:lnTo>
                  <a:lnTo>
                    <a:pt x="185738" y="235744"/>
                  </a:lnTo>
                  <a:lnTo>
                    <a:pt x="183832" y="234315"/>
                  </a:lnTo>
                  <a:lnTo>
                    <a:pt x="184309" y="233363"/>
                  </a:lnTo>
                  <a:lnTo>
                    <a:pt x="177641" y="228124"/>
                  </a:lnTo>
                  <a:lnTo>
                    <a:pt x="171926" y="224314"/>
                  </a:lnTo>
                  <a:lnTo>
                    <a:pt x="170022" y="219075"/>
                  </a:lnTo>
                  <a:lnTo>
                    <a:pt x="163354" y="213360"/>
                  </a:lnTo>
                  <a:lnTo>
                    <a:pt x="156686" y="208121"/>
                  </a:lnTo>
                  <a:lnTo>
                    <a:pt x="149066" y="198120"/>
                  </a:lnTo>
                  <a:lnTo>
                    <a:pt x="144304" y="195263"/>
                  </a:lnTo>
                  <a:lnTo>
                    <a:pt x="143828" y="194786"/>
                  </a:lnTo>
                  <a:lnTo>
                    <a:pt x="148114" y="196215"/>
                  </a:lnTo>
                  <a:lnTo>
                    <a:pt x="147638" y="190976"/>
                  </a:lnTo>
                  <a:lnTo>
                    <a:pt x="149066" y="188595"/>
                  </a:lnTo>
                  <a:lnTo>
                    <a:pt x="146209" y="184785"/>
                  </a:lnTo>
                  <a:lnTo>
                    <a:pt x="140494" y="179070"/>
                  </a:lnTo>
                  <a:lnTo>
                    <a:pt x="137160" y="177641"/>
                  </a:lnTo>
                  <a:lnTo>
                    <a:pt x="134303" y="175736"/>
                  </a:lnTo>
                  <a:lnTo>
                    <a:pt x="128111" y="169069"/>
                  </a:lnTo>
                  <a:lnTo>
                    <a:pt x="126682" y="166688"/>
                  </a:lnTo>
                  <a:lnTo>
                    <a:pt x="125730" y="164306"/>
                  </a:lnTo>
                  <a:lnTo>
                    <a:pt x="123349" y="160972"/>
                  </a:lnTo>
                  <a:lnTo>
                    <a:pt x="122873" y="160020"/>
                  </a:lnTo>
                  <a:lnTo>
                    <a:pt x="119063" y="153353"/>
                  </a:lnTo>
                  <a:lnTo>
                    <a:pt x="119539" y="150019"/>
                  </a:lnTo>
                  <a:lnTo>
                    <a:pt x="122397" y="147638"/>
                  </a:lnTo>
                  <a:lnTo>
                    <a:pt x="124778" y="141922"/>
                  </a:lnTo>
                  <a:lnTo>
                    <a:pt x="124778" y="139065"/>
                  </a:lnTo>
                  <a:lnTo>
                    <a:pt x="125730" y="136207"/>
                  </a:lnTo>
                  <a:lnTo>
                    <a:pt x="125730" y="131921"/>
                  </a:lnTo>
                  <a:lnTo>
                    <a:pt x="131445" y="119539"/>
                  </a:lnTo>
                  <a:lnTo>
                    <a:pt x="134303" y="117634"/>
                  </a:lnTo>
                  <a:lnTo>
                    <a:pt x="137636" y="117634"/>
                  </a:lnTo>
                  <a:lnTo>
                    <a:pt x="145256" y="110014"/>
                  </a:lnTo>
                  <a:lnTo>
                    <a:pt x="149543" y="107156"/>
                  </a:lnTo>
                  <a:lnTo>
                    <a:pt x="151448" y="103346"/>
                  </a:lnTo>
                  <a:lnTo>
                    <a:pt x="150495" y="98584"/>
                  </a:lnTo>
                  <a:lnTo>
                    <a:pt x="157163" y="91440"/>
                  </a:lnTo>
                  <a:lnTo>
                    <a:pt x="156686" y="89059"/>
                  </a:lnTo>
                  <a:lnTo>
                    <a:pt x="154781" y="83820"/>
                  </a:lnTo>
                  <a:lnTo>
                    <a:pt x="155257" y="82391"/>
                  </a:lnTo>
                  <a:lnTo>
                    <a:pt x="156686" y="82391"/>
                  </a:lnTo>
                  <a:lnTo>
                    <a:pt x="158115" y="82868"/>
                  </a:lnTo>
                  <a:lnTo>
                    <a:pt x="160020" y="83820"/>
                  </a:lnTo>
                  <a:lnTo>
                    <a:pt x="162401" y="84296"/>
                  </a:lnTo>
                  <a:lnTo>
                    <a:pt x="164306" y="83344"/>
                  </a:lnTo>
                  <a:lnTo>
                    <a:pt x="165735" y="83344"/>
                  </a:lnTo>
                  <a:lnTo>
                    <a:pt x="167164" y="82868"/>
                  </a:lnTo>
                  <a:lnTo>
                    <a:pt x="169069" y="82391"/>
                  </a:lnTo>
                  <a:lnTo>
                    <a:pt x="170498" y="83820"/>
                  </a:lnTo>
                  <a:lnTo>
                    <a:pt x="172403" y="84296"/>
                  </a:lnTo>
                  <a:lnTo>
                    <a:pt x="179070" y="80486"/>
                  </a:lnTo>
                  <a:lnTo>
                    <a:pt x="179547" y="78105"/>
                  </a:lnTo>
                  <a:lnTo>
                    <a:pt x="179547" y="75724"/>
                  </a:lnTo>
                  <a:lnTo>
                    <a:pt x="180499" y="72390"/>
                  </a:lnTo>
                  <a:lnTo>
                    <a:pt x="184309" y="70485"/>
                  </a:lnTo>
                  <a:lnTo>
                    <a:pt x="188119" y="69532"/>
                  </a:lnTo>
                  <a:lnTo>
                    <a:pt x="190500" y="68104"/>
                  </a:lnTo>
                  <a:lnTo>
                    <a:pt x="193834" y="64770"/>
                  </a:lnTo>
                  <a:lnTo>
                    <a:pt x="197644" y="64770"/>
                  </a:lnTo>
                  <a:lnTo>
                    <a:pt x="199073" y="64294"/>
                  </a:lnTo>
                  <a:lnTo>
                    <a:pt x="196691" y="62389"/>
                  </a:lnTo>
                  <a:lnTo>
                    <a:pt x="192881" y="59531"/>
                  </a:lnTo>
                  <a:lnTo>
                    <a:pt x="191453" y="59055"/>
                  </a:lnTo>
                  <a:lnTo>
                    <a:pt x="187643" y="60484"/>
                  </a:lnTo>
                  <a:lnTo>
                    <a:pt x="181928" y="60960"/>
                  </a:lnTo>
                  <a:lnTo>
                    <a:pt x="180499" y="59531"/>
                  </a:lnTo>
                  <a:lnTo>
                    <a:pt x="177641" y="60484"/>
                  </a:lnTo>
                  <a:lnTo>
                    <a:pt x="174784" y="56674"/>
                  </a:lnTo>
                  <a:lnTo>
                    <a:pt x="171450" y="56674"/>
                  </a:lnTo>
                  <a:lnTo>
                    <a:pt x="167640" y="53816"/>
                  </a:lnTo>
                  <a:lnTo>
                    <a:pt x="166211" y="52388"/>
                  </a:lnTo>
                  <a:lnTo>
                    <a:pt x="165735" y="50482"/>
                  </a:lnTo>
                  <a:lnTo>
                    <a:pt x="164306" y="49530"/>
                  </a:lnTo>
                  <a:lnTo>
                    <a:pt x="162878" y="49530"/>
                  </a:lnTo>
                  <a:lnTo>
                    <a:pt x="160973" y="48578"/>
                  </a:lnTo>
                  <a:lnTo>
                    <a:pt x="158115" y="47625"/>
                  </a:lnTo>
                  <a:lnTo>
                    <a:pt x="155734" y="47149"/>
                  </a:lnTo>
                  <a:lnTo>
                    <a:pt x="154781" y="47625"/>
                  </a:lnTo>
                  <a:lnTo>
                    <a:pt x="153829" y="48101"/>
                  </a:lnTo>
                  <a:lnTo>
                    <a:pt x="153829" y="46672"/>
                  </a:lnTo>
                  <a:lnTo>
                    <a:pt x="153829" y="42386"/>
                  </a:lnTo>
                  <a:lnTo>
                    <a:pt x="153829" y="38576"/>
                  </a:lnTo>
                  <a:lnTo>
                    <a:pt x="153353" y="37147"/>
                  </a:lnTo>
                  <a:lnTo>
                    <a:pt x="151924" y="35719"/>
                  </a:lnTo>
                  <a:lnTo>
                    <a:pt x="150495" y="35243"/>
                  </a:lnTo>
                  <a:lnTo>
                    <a:pt x="150019" y="33338"/>
                  </a:lnTo>
                  <a:lnTo>
                    <a:pt x="150495" y="29528"/>
                  </a:lnTo>
                  <a:lnTo>
                    <a:pt x="151448" y="27146"/>
                  </a:lnTo>
                  <a:lnTo>
                    <a:pt x="153353" y="26670"/>
                  </a:lnTo>
                  <a:lnTo>
                    <a:pt x="155734" y="24765"/>
                  </a:lnTo>
                  <a:lnTo>
                    <a:pt x="156686" y="22384"/>
                  </a:lnTo>
                  <a:lnTo>
                    <a:pt x="158115" y="20003"/>
                  </a:lnTo>
                  <a:lnTo>
                    <a:pt x="152876" y="16669"/>
                  </a:lnTo>
                  <a:lnTo>
                    <a:pt x="150019" y="15240"/>
                  </a:lnTo>
                  <a:lnTo>
                    <a:pt x="146685" y="15716"/>
                  </a:lnTo>
                  <a:lnTo>
                    <a:pt x="142875" y="16669"/>
                  </a:lnTo>
                  <a:lnTo>
                    <a:pt x="140970" y="16669"/>
                  </a:lnTo>
                  <a:lnTo>
                    <a:pt x="140018" y="16193"/>
                  </a:lnTo>
                  <a:lnTo>
                    <a:pt x="137636" y="13335"/>
                  </a:lnTo>
                  <a:lnTo>
                    <a:pt x="136207" y="12859"/>
                  </a:lnTo>
                  <a:lnTo>
                    <a:pt x="133350" y="12859"/>
                  </a:lnTo>
                  <a:lnTo>
                    <a:pt x="130969" y="12859"/>
                  </a:lnTo>
                  <a:lnTo>
                    <a:pt x="129540" y="14288"/>
                  </a:lnTo>
                  <a:lnTo>
                    <a:pt x="127635" y="14764"/>
                  </a:lnTo>
                  <a:lnTo>
                    <a:pt x="125730" y="14764"/>
                  </a:lnTo>
                  <a:lnTo>
                    <a:pt x="123825" y="13335"/>
                  </a:lnTo>
                  <a:lnTo>
                    <a:pt x="120491" y="10954"/>
                  </a:lnTo>
                  <a:lnTo>
                    <a:pt x="115729" y="9525"/>
                  </a:lnTo>
                  <a:lnTo>
                    <a:pt x="115253" y="7620"/>
                  </a:lnTo>
                  <a:lnTo>
                    <a:pt x="113824" y="5715"/>
                  </a:lnTo>
                  <a:lnTo>
                    <a:pt x="111919" y="3810"/>
                  </a:lnTo>
                  <a:lnTo>
                    <a:pt x="109061" y="1429"/>
                  </a:lnTo>
                  <a:lnTo>
                    <a:pt x="106680" y="0"/>
                  </a:lnTo>
                  <a:lnTo>
                    <a:pt x="105251" y="953"/>
                  </a:lnTo>
                  <a:lnTo>
                    <a:pt x="103347" y="2381"/>
                  </a:lnTo>
                  <a:lnTo>
                    <a:pt x="96679" y="5239"/>
                  </a:lnTo>
                  <a:lnTo>
                    <a:pt x="93822" y="6668"/>
                  </a:lnTo>
                  <a:lnTo>
                    <a:pt x="92393" y="7620"/>
                  </a:lnTo>
                  <a:lnTo>
                    <a:pt x="90964" y="9049"/>
                  </a:lnTo>
                  <a:lnTo>
                    <a:pt x="90488" y="12382"/>
                  </a:lnTo>
                  <a:lnTo>
                    <a:pt x="90011" y="15716"/>
                  </a:lnTo>
                  <a:lnTo>
                    <a:pt x="88106" y="17621"/>
                  </a:lnTo>
                  <a:lnTo>
                    <a:pt x="86201" y="19050"/>
                  </a:lnTo>
                  <a:lnTo>
                    <a:pt x="84297" y="19050"/>
                  </a:lnTo>
                  <a:lnTo>
                    <a:pt x="82391" y="19050"/>
                  </a:lnTo>
                  <a:lnTo>
                    <a:pt x="80486" y="19526"/>
                  </a:lnTo>
                  <a:lnTo>
                    <a:pt x="75248" y="22860"/>
                  </a:lnTo>
                  <a:lnTo>
                    <a:pt x="72866" y="22384"/>
                  </a:lnTo>
                  <a:lnTo>
                    <a:pt x="70961" y="20479"/>
                  </a:lnTo>
                  <a:lnTo>
                    <a:pt x="70009" y="19050"/>
                  </a:lnTo>
                  <a:lnTo>
                    <a:pt x="67628" y="19526"/>
                  </a:lnTo>
                  <a:lnTo>
                    <a:pt x="64770" y="21431"/>
                  </a:lnTo>
                  <a:lnTo>
                    <a:pt x="63341" y="24289"/>
                  </a:lnTo>
                  <a:lnTo>
                    <a:pt x="62389" y="27146"/>
                  </a:lnTo>
                  <a:lnTo>
                    <a:pt x="61913" y="28575"/>
                  </a:lnTo>
                  <a:lnTo>
                    <a:pt x="60960" y="29051"/>
                  </a:lnTo>
                  <a:lnTo>
                    <a:pt x="60007" y="29051"/>
                  </a:lnTo>
                  <a:lnTo>
                    <a:pt x="50482" y="20955"/>
                  </a:lnTo>
                  <a:lnTo>
                    <a:pt x="50006" y="20479"/>
                  </a:lnTo>
                  <a:lnTo>
                    <a:pt x="48101" y="22384"/>
                  </a:lnTo>
                  <a:lnTo>
                    <a:pt x="46673" y="26670"/>
                  </a:lnTo>
                  <a:lnTo>
                    <a:pt x="45720" y="27622"/>
                  </a:lnTo>
                  <a:lnTo>
                    <a:pt x="44768" y="27146"/>
                  </a:lnTo>
                  <a:lnTo>
                    <a:pt x="40957" y="21431"/>
                  </a:lnTo>
                  <a:lnTo>
                    <a:pt x="40005" y="20955"/>
                  </a:lnTo>
                  <a:lnTo>
                    <a:pt x="39053" y="20955"/>
                  </a:lnTo>
                  <a:lnTo>
                    <a:pt x="38100" y="22860"/>
                  </a:lnTo>
                  <a:lnTo>
                    <a:pt x="35719" y="25718"/>
                  </a:lnTo>
                  <a:lnTo>
                    <a:pt x="33814" y="27146"/>
                  </a:lnTo>
                  <a:lnTo>
                    <a:pt x="33814" y="29051"/>
                  </a:lnTo>
                  <a:lnTo>
                    <a:pt x="31909" y="30480"/>
                  </a:lnTo>
                  <a:lnTo>
                    <a:pt x="29528" y="31909"/>
                  </a:lnTo>
                  <a:lnTo>
                    <a:pt x="28575" y="31909"/>
                  </a:lnTo>
                  <a:lnTo>
                    <a:pt x="27147" y="31432"/>
                  </a:lnTo>
                  <a:lnTo>
                    <a:pt x="25241" y="29528"/>
                  </a:lnTo>
                  <a:lnTo>
                    <a:pt x="23813" y="27146"/>
                  </a:lnTo>
                  <a:lnTo>
                    <a:pt x="20003" y="24765"/>
                  </a:lnTo>
                  <a:lnTo>
                    <a:pt x="15716" y="22860"/>
                  </a:lnTo>
                  <a:lnTo>
                    <a:pt x="12859" y="21431"/>
                  </a:lnTo>
                  <a:lnTo>
                    <a:pt x="11430" y="20955"/>
                  </a:lnTo>
                  <a:lnTo>
                    <a:pt x="10001" y="21431"/>
                  </a:lnTo>
                  <a:lnTo>
                    <a:pt x="9049" y="22384"/>
                  </a:lnTo>
                  <a:lnTo>
                    <a:pt x="8097" y="24765"/>
                  </a:lnTo>
                  <a:lnTo>
                    <a:pt x="5715" y="28099"/>
                  </a:lnTo>
                  <a:lnTo>
                    <a:pt x="3334" y="30956"/>
                  </a:lnTo>
                  <a:lnTo>
                    <a:pt x="1429" y="32861"/>
                  </a:lnTo>
                  <a:lnTo>
                    <a:pt x="0" y="34290"/>
                  </a:lnTo>
                  <a:lnTo>
                    <a:pt x="1905" y="37624"/>
                  </a:lnTo>
                  <a:lnTo>
                    <a:pt x="5715" y="41434"/>
                  </a:lnTo>
                  <a:lnTo>
                    <a:pt x="10478" y="46672"/>
                  </a:lnTo>
                  <a:lnTo>
                    <a:pt x="11906" y="49054"/>
                  </a:lnTo>
                  <a:lnTo>
                    <a:pt x="15240" y="50959"/>
                  </a:lnTo>
                  <a:lnTo>
                    <a:pt x="16193" y="52864"/>
                  </a:lnTo>
                  <a:lnTo>
                    <a:pt x="17145" y="55721"/>
                  </a:lnTo>
                  <a:lnTo>
                    <a:pt x="17622" y="57626"/>
                  </a:lnTo>
                  <a:lnTo>
                    <a:pt x="18574" y="59055"/>
                  </a:lnTo>
                  <a:lnTo>
                    <a:pt x="19526" y="59531"/>
                  </a:lnTo>
                  <a:lnTo>
                    <a:pt x="20955" y="59055"/>
                  </a:lnTo>
                  <a:lnTo>
                    <a:pt x="21907" y="58103"/>
                  </a:lnTo>
                  <a:lnTo>
                    <a:pt x="22860" y="54769"/>
                  </a:lnTo>
                  <a:lnTo>
                    <a:pt x="23336" y="54293"/>
                  </a:lnTo>
                  <a:lnTo>
                    <a:pt x="24289" y="56674"/>
                  </a:lnTo>
                  <a:lnTo>
                    <a:pt x="25241" y="57150"/>
                  </a:lnTo>
                  <a:lnTo>
                    <a:pt x="26670" y="57626"/>
                  </a:lnTo>
                  <a:lnTo>
                    <a:pt x="27623" y="58579"/>
                  </a:lnTo>
                  <a:lnTo>
                    <a:pt x="28099" y="60484"/>
                  </a:lnTo>
                  <a:lnTo>
                    <a:pt x="27623" y="62389"/>
                  </a:lnTo>
                  <a:lnTo>
                    <a:pt x="26194" y="64770"/>
                  </a:lnTo>
                  <a:lnTo>
                    <a:pt x="25241" y="67151"/>
                  </a:lnTo>
                  <a:lnTo>
                    <a:pt x="24765" y="70961"/>
                  </a:lnTo>
                  <a:lnTo>
                    <a:pt x="23813" y="73343"/>
                  </a:lnTo>
                  <a:lnTo>
                    <a:pt x="24765" y="75724"/>
                  </a:lnTo>
                  <a:lnTo>
                    <a:pt x="32385" y="86678"/>
                  </a:lnTo>
                  <a:lnTo>
                    <a:pt x="36195" y="88582"/>
                  </a:lnTo>
                  <a:lnTo>
                    <a:pt x="44768" y="90488"/>
                  </a:lnTo>
                  <a:lnTo>
                    <a:pt x="48101" y="91916"/>
                  </a:lnTo>
                  <a:lnTo>
                    <a:pt x="50959" y="93345"/>
                  </a:lnTo>
                  <a:lnTo>
                    <a:pt x="53816" y="92869"/>
                  </a:lnTo>
                  <a:lnTo>
                    <a:pt x="56198" y="89535"/>
                  </a:lnTo>
                  <a:lnTo>
                    <a:pt x="59531" y="87630"/>
                  </a:lnTo>
                  <a:lnTo>
                    <a:pt x="65247" y="84772"/>
                  </a:lnTo>
                  <a:lnTo>
                    <a:pt x="67151" y="84772"/>
                  </a:lnTo>
                  <a:lnTo>
                    <a:pt x="70485" y="85725"/>
                  </a:lnTo>
                  <a:lnTo>
                    <a:pt x="75724" y="89059"/>
                  </a:lnTo>
                  <a:lnTo>
                    <a:pt x="79534" y="91916"/>
                  </a:lnTo>
                  <a:lnTo>
                    <a:pt x="81915" y="93345"/>
                  </a:lnTo>
                  <a:lnTo>
                    <a:pt x="83820" y="94774"/>
                  </a:lnTo>
                  <a:lnTo>
                    <a:pt x="83344" y="96203"/>
                  </a:lnTo>
                  <a:lnTo>
                    <a:pt x="81915" y="97631"/>
                  </a:lnTo>
                  <a:lnTo>
                    <a:pt x="80010" y="98584"/>
                  </a:lnTo>
                  <a:lnTo>
                    <a:pt x="77629" y="100013"/>
                  </a:lnTo>
                  <a:lnTo>
                    <a:pt x="76200" y="101441"/>
                  </a:lnTo>
                  <a:lnTo>
                    <a:pt x="77153" y="101918"/>
                  </a:lnTo>
                  <a:lnTo>
                    <a:pt x="80486" y="102394"/>
                  </a:lnTo>
                  <a:lnTo>
                    <a:pt x="84773" y="103822"/>
                  </a:lnTo>
                  <a:lnTo>
                    <a:pt x="86201" y="105251"/>
                  </a:lnTo>
                  <a:lnTo>
                    <a:pt x="86201" y="106680"/>
                  </a:lnTo>
                  <a:lnTo>
                    <a:pt x="86678" y="109061"/>
                  </a:lnTo>
                  <a:lnTo>
                    <a:pt x="87630" y="109538"/>
                  </a:lnTo>
                  <a:lnTo>
                    <a:pt x="91440" y="109061"/>
                  </a:lnTo>
                  <a:lnTo>
                    <a:pt x="92869" y="109538"/>
                  </a:lnTo>
                  <a:lnTo>
                    <a:pt x="94298" y="110490"/>
                  </a:lnTo>
                  <a:lnTo>
                    <a:pt x="95726" y="113347"/>
                  </a:lnTo>
                  <a:lnTo>
                    <a:pt x="95726" y="115729"/>
                  </a:lnTo>
                  <a:lnTo>
                    <a:pt x="92869" y="118110"/>
                  </a:lnTo>
                  <a:lnTo>
                    <a:pt x="91916" y="119539"/>
                  </a:lnTo>
                  <a:lnTo>
                    <a:pt x="91440" y="121920"/>
                  </a:lnTo>
                  <a:lnTo>
                    <a:pt x="89535" y="124778"/>
                  </a:lnTo>
                  <a:lnTo>
                    <a:pt x="84297" y="129540"/>
                  </a:lnTo>
                  <a:lnTo>
                    <a:pt x="82868" y="130016"/>
                  </a:lnTo>
                  <a:lnTo>
                    <a:pt x="73343" y="127635"/>
                  </a:lnTo>
                  <a:lnTo>
                    <a:pt x="69056" y="127635"/>
                  </a:lnTo>
                  <a:lnTo>
                    <a:pt x="66675" y="127635"/>
                  </a:lnTo>
                  <a:lnTo>
                    <a:pt x="65723" y="127635"/>
                  </a:lnTo>
                  <a:lnTo>
                    <a:pt x="65247" y="128588"/>
                  </a:lnTo>
                  <a:lnTo>
                    <a:pt x="66675" y="131445"/>
                  </a:lnTo>
                  <a:lnTo>
                    <a:pt x="67151" y="134303"/>
                  </a:lnTo>
                  <a:lnTo>
                    <a:pt x="65723" y="136684"/>
                  </a:lnTo>
                  <a:lnTo>
                    <a:pt x="62389" y="138589"/>
                  </a:lnTo>
                  <a:lnTo>
                    <a:pt x="60960" y="139541"/>
                  </a:lnTo>
                  <a:lnTo>
                    <a:pt x="60960" y="140970"/>
                  </a:lnTo>
                  <a:lnTo>
                    <a:pt x="61913" y="142399"/>
                  </a:lnTo>
                  <a:lnTo>
                    <a:pt x="64770" y="143828"/>
                  </a:lnTo>
                  <a:lnTo>
                    <a:pt x="68104" y="145256"/>
                  </a:lnTo>
                  <a:lnTo>
                    <a:pt x="79534" y="152400"/>
                  </a:lnTo>
                  <a:lnTo>
                    <a:pt x="81915" y="154305"/>
                  </a:lnTo>
                  <a:lnTo>
                    <a:pt x="85249" y="156686"/>
                  </a:lnTo>
                  <a:lnTo>
                    <a:pt x="88582" y="158591"/>
                  </a:lnTo>
                  <a:lnTo>
                    <a:pt x="98107" y="160972"/>
                  </a:lnTo>
                  <a:lnTo>
                    <a:pt x="102394" y="162878"/>
                  </a:lnTo>
                  <a:lnTo>
                    <a:pt x="103347" y="163830"/>
                  </a:lnTo>
                  <a:lnTo>
                    <a:pt x="103347" y="164782"/>
                  </a:lnTo>
                  <a:lnTo>
                    <a:pt x="102394" y="166211"/>
                  </a:lnTo>
                  <a:lnTo>
                    <a:pt x="101441" y="169069"/>
                  </a:lnTo>
                  <a:lnTo>
                    <a:pt x="101441" y="170497"/>
                  </a:lnTo>
                  <a:lnTo>
                    <a:pt x="102394" y="171926"/>
                  </a:lnTo>
                  <a:lnTo>
                    <a:pt x="103823" y="174307"/>
                  </a:lnTo>
                  <a:lnTo>
                    <a:pt x="107632" y="178118"/>
                  </a:lnTo>
                  <a:lnTo>
                    <a:pt x="109538" y="179546"/>
                  </a:lnTo>
                  <a:lnTo>
                    <a:pt x="111919" y="180022"/>
                  </a:lnTo>
                  <a:lnTo>
                    <a:pt x="113824" y="180975"/>
                  </a:lnTo>
                  <a:lnTo>
                    <a:pt x="115729" y="183832"/>
                  </a:lnTo>
                  <a:lnTo>
                    <a:pt x="118110" y="187166"/>
                  </a:lnTo>
                  <a:lnTo>
                    <a:pt x="118586" y="189547"/>
                  </a:lnTo>
                  <a:lnTo>
                    <a:pt x="119539" y="192405"/>
                  </a:lnTo>
                  <a:lnTo>
                    <a:pt x="121920" y="195739"/>
                  </a:lnTo>
                  <a:lnTo>
                    <a:pt x="124778" y="199072"/>
                  </a:lnTo>
                  <a:lnTo>
                    <a:pt x="129064" y="202882"/>
                  </a:lnTo>
                  <a:lnTo>
                    <a:pt x="131445" y="205740"/>
                  </a:lnTo>
                  <a:lnTo>
                    <a:pt x="132398" y="206693"/>
                  </a:lnTo>
                  <a:lnTo>
                    <a:pt x="141447" y="213360"/>
                  </a:lnTo>
                  <a:lnTo>
                    <a:pt x="143828" y="215741"/>
                  </a:lnTo>
                  <a:lnTo>
                    <a:pt x="147161" y="220504"/>
                  </a:lnTo>
                  <a:lnTo>
                    <a:pt x="148590" y="220980"/>
                  </a:lnTo>
                  <a:lnTo>
                    <a:pt x="150019" y="221932"/>
                  </a:lnTo>
                  <a:lnTo>
                    <a:pt x="150972" y="224790"/>
                  </a:lnTo>
                  <a:lnTo>
                    <a:pt x="151448" y="226695"/>
                  </a:lnTo>
                  <a:lnTo>
                    <a:pt x="151924" y="232410"/>
                  </a:lnTo>
                  <a:lnTo>
                    <a:pt x="153353" y="234315"/>
                  </a:lnTo>
                  <a:lnTo>
                    <a:pt x="154781" y="236220"/>
                  </a:lnTo>
                  <a:lnTo>
                    <a:pt x="155257" y="237649"/>
                  </a:lnTo>
                  <a:lnTo>
                    <a:pt x="156686" y="238601"/>
                  </a:lnTo>
                  <a:lnTo>
                    <a:pt x="158115" y="238601"/>
                  </a:lnTo>
                  <a:lnTo>
                    <a:pt x="160020" y="237172"/>
                  </a:lnTo>
                  <a:lnTo>
                    <a:pt x="161449" y="235744"/>
                  </a:lnTo>
                  <a:lnTo>
                    <a:pt x="161925" y="236220"/>
                  </a:lnTo>
                  <a:lnTo>
                    <a:pt x="163354" y="240506"/>
                  </a:lnTo>
                  <a:lnTo>
                    <a:pt x="164782" y="241935"/>
                  </a:lnTo>
                  <a:lnTo>
                    <a:pt x="167164" y="243364"/>
                  </a:lnTo>
                  <a:lnTo>
                    <a:pt x="169545" y="244316"/>
                  </a:lnTo>
                  <a:lnTo>
                    <a:pt x="174784" y="249079"/>
                  </a:lnTo>
                  <a:lnTo>
                    <a:pt x="177641" y="250984"/>
                  </a:lnTo>
                  <a:lnTo>
                    <a:pt x="179547" y="251460"/>
                  </a:lnTo>
                  <a:lnTo>
                    <a:pt x="180975" y="252413"/>
                  </a:lnTo>
                  <a:lnTo>
                    <a:pt x="181451" y="253841"/>
                  </a:lnTo>
                  <a:lnTo>
                    <a:pt x="180975" y="255270"/>
                  </a:lnTo>
                  <a:lnTo>
                    <a:pt x="180023" y="256222"/>
                  </a:lnTo>
                  <a:lnTo>
                    <a:pt x="174307" y="259080"/>
                  </a:lnTo>
                  <a:lnTo>
                    <a:pt x="173355" y="260509"/>
                  </a:lnTo>
                  <a:lnTo>
                    <a:pt x="174307" y="262414"/>
                  </a:lnTo>
                  <a:lnTo>
                    <a:pt x="175736" y="264795"/>
                  </a:lnTo>
                  <a:lnTo>
                    <a:pt x="177165" y="266700"/>
                  </a:lnTo>
                  <a:lnTo>
                    <a:pt x="179070" y="268605"/>
                  </a:lnTo>
                  <a:lnTo>
                    <a:pt x="183356" y="271939"/>
                  </a:lnTo>
                  <a:lnTo>
                    <a:pt x="186690" y="274320"/>
                  </a:lnTo>
                  <a:lnTo>
                    <a:pt x="188595" y="277178"/>
                  </a:lnTo>
                  <a:lnTo>
                    <a:pt x="189548" y="279082"/>
                  </a:lnTo>
                  <a:lnTo>
                    <a:pt x="189072" y="281464"/>
                  </a:lnTo>
                  <a:lnTo>
                    <a:pt x="187643" y="283845"/>
                  </a:lnTo>
                  <a:lnTo>
                    <a:pt x="186690" y="285750"/>
                  </a:lnTo>
                  <a:lnTo>
                    <a:pt x="184785" y="287179"/>
                  </a:lnTo>
                  <a:lnTo>
                    <a:pt x="184309" y="288607"/>
                  </a:lnTo>
                  <a:lnTo>
                    <a:pt x="185261" y="290989"/>
                  </a:lnTo>
                  <a:lnTo>
                    <a:pt x="185738" y="292418"/>
                  </a:lnTo>
                  <a:lnTo>
                    <a:pt x="185261" y="294322"/>
                  </a:lnTo>
                  <a:lnTo>
                    <a:pt x="185261" y="298132"/>
                  </a:lnTo>
                  <a:lnTo>
                    <a:pt x="185738" y="300038"/>
                  </a:lnTo>
                  <a:lnTo>
                    <a:pt x="184309" y="303847"/>
                  </a:lnTo>
                  <a:lnTo>
                    <a:pt x="182880" y="307181"/>
                  </a:lnTo>
                  <a:lnTo>
                    <a:pt x="180023" y="310039"/>
                  </a:lnTo>
                  <a:lnTo>
                    <a:pt x="180023" y="311944"/>
                  </a:lnTo>
                  <a:lnTo>
                    <a:pt x="179070" y="318135"/>
                  </a:lnTo>
                  <a:lnTo>
                    <a:pt x="179547" y="320040"/>
                  </a:lnTo>
                  <a:lnTo>
                    <a:pt x="180023" y="321945"/>
                  </a:lnTo>
                  <a:lnTo>
                    <a:pt x="180975" y="322897"/>
                  </a:lnTo>
                  <a:lnTo>
                    <a:pt x="183356" y="329089"/>
                  </a:lnTo>
                  <a:lnTo>
                    <a:pt x="185738" y="334804"/>
                  </a:lnTo>
                  <a:lnTo>
                    <a:pt x="188119" y="339566"/>
                  </a:lnTo>
                  <a:lnTo>
                    <a:pt x="188595" y="342424"/>
                  </a:lnTo>
                  <a:lnTo>
                    <a:pt x="186690" y="349568"/>
                  </a:lnTo>
                  <a:lnTo>
                    <a:pt x="184309" y="356235"/>
                  </a:lnTo>
                  <a:lnTo>
                    <a:pt x="184309" y="359569"/>
                  </a:lnTo>
                  <a:lnTo>
                    <a:pt x="185261" y="362903"/>
                  </a:lnTo>
                  <a:lnTo>
                    <a:pt x="186214" y="367189"/>
                  </a:lnTo>
                  <a:lnTo>
                    <a:pt x="186690" y="372904"/>
                  </a:lnTo>
                  <a:lnTo>
                    <a:pt x="186214" y="376714"/>
                  </a:lnTo>
                  <a:lnTo>
                    <a:pt x="185261" y="379095"/>
                  </a:lnTo>
                  <a:lnTo>
                    <a:pt x="183356" y="381476"/>
                  </a:lnTo>
                  <a:lnTo>
                    <a:pt x="181451" y="382905"/>
                  </a:lnTo>
                  <a:lnTo>
                    <a:pt x="179070" y="381000"/>
                  </a:lnTo>
                  <a:lnTo>
                    <a:pt x="177165" y="381000"/>
                  </a:lnTo>
                  <a:lnTo>
                    <a:pt x="174784" y="381476"/>
                  </a:lnTo>
                  <a:lnTo>
                    <a:pt x="172879" y="382429"/>
                  </a:lnTo>
                  <a:lnTo>
                    <a:pt x="169069" y="385763"/>
                  </a:lnTo>
                  <a:lnTo>
                    <a:pt x="164782" y="389096"/>
                  </a:lnTo>
                  <a:lnTo>
                    <a:pt x="159068" y="390049"/>
                  </a:lnTo>
                  <a:lnTo>
                    <a:pt x="156686" y="392430"/>
                  </a:lnTo>
                  <a:lnTo>
                    <a:pt x="154305" y="392906"/>
                  </a:lnTo>
                  <a:lnTo>
                    <a:pt x="150019" y="392906"/>
                  </a:lnTo>
                  <a:lnTo>
                    <a:pt x="147161" y="393382"/>
                  </a:lnTo>
                  <a:lnTo>
                    <a:pt x="147161" y="394811"/>
                  </a:lnTo>
                  <a:lnTo>
                    <a:pt x="146685" y="400526"/>
                  </a:lnTo>
                  <a:lnTo>
                    <a:pt x="146685" y="401955"/>
                  </a:lnTo>
                  <a:lnTo>
                    <a:pt x="146209" y="402431"/>
                  </a:lnTo>
                  <a:lnTo>
                    <a:pt x="144304" y="402431"/>
                  </a:lnTo>
                  <a:lnTo>
                    <a:pt x="140970" y="401479"/>
                  </a:lnTo>
                  <a:lnTo>
                    <a:pt x="136207" y="400050"/>
                  </a:lnTo>
                  <a:lnTo>
                    <a:pt x="132874" y="400050"/>
                  </a:lnTo>
                  <a:lnTo>
                    <a:pt x="130969" y="402431"/>
                  </a:lnTo>
                  <a:lnTo>
                    <a:pt x="130016" y="403384"/>
                  </a:lnTo>
                  <a:lnTo>
                    <a:pt x="128588" y="403384"/>
                  </a:lnTo>
                  <a:lnTo>
                    <a:pt x="127159" y="403860"/>
                  </a:lnTo>
                  <a:lnTo>
                    <a:pt x="126682" y="404813"/>
                  </a:lnTo>
                  <a:lnTo>
                    <a:pt x="126682" y="406241"/>
                  </a:lnTo>
                  <a:lnTo>
                    <a:pt x="127159" y="408622"/>
                  </a:lnTo>
                  <a:lnTo>
                    <a:pt x="127159" y="412432"/>
                  </a:lnTo>
                  <a:lnTo>
                    <a:pt x="127159" y="415290"/>
                  </a:lnTo>
                  <a:lnTo>
                    <a:pt x="128588" y="417195"/>
                  </a:lnTo>
                  <a:lnTo>
                    <a:pt x="135731" y="422910"/>
                  </a:lnTo>
                  <a:lnTo>
                    <a:pt x="137636" y="424339"/>
                  </a:lnTo>
                  <a:lnTo>
                    <a:pt x="138113" y="425291"/>
                  </a:lnTo>
                  <a:lnTo>
                    <a:pt x="136684" y="428149"/>
                  </a:lnTo>
                  <a:lnTo>
                    <a:pt x="137636" y="432435"/>
                  </a:lnTo>
                  <a:lnTo>
                    <a:pt x="135255" y="432435"/>
                  </a:lnTo>
                  <a:lnTo>
                    <a:pt x="131445" y="430530"/>
                  </a:lnTo>
                  <a:lnTo>
                    <a:pt x="129540" y="429578"/>
                  </a:lnTo>
                  <a:lnTo>
                    <a:pt x="127635" y="430530"/>
                  </a:lnTo>
                  <a:lnTo>
                    <a:pt x="126682" y="430530"/>
                  </a:lnTo>
                  <a:lnTo>
                    <a:pt x="125254" y="428625"/>
                  </a:lnTo>
                  <a:lnTo>
                    <a:pt x="123349" y="426244"/>
                  </a:lnTo>
                  <a:lnTo>
                    <a:pt x="121444" y="426244"/>
                  </a:lnTo>
                  <a:lnTo>
                    <a:pt x="117157" y="427196"/>
                  </a:lnTo>
                  <a:lnTo>
                    <a:pt x="112872" y="427672"/>
                  </a:lnTo>
                  <a:lnTo>
                    <a:pt x="111443" y="427672"/>
                  </a:lnTo>
                  <a:lnTo>
                    <a:pt x="110966" y="428149"/>
                  </a:lnTo>
                  <a:lnTo>
                    <a:pt x="108585" y="431482"/>
                  </a:lnTo>
                  <a:lnTo>
                    <a:pt x="107632" y="431006"/>
                  </a:lnTo>
                  <a:lnTo>
                    <a:pt x="103347" y="429578"/>
                  </a:lnTo>
                  <a:lnTo>
                    <a:pt x="99536" y="429101"/>
                  </a:lnTo>
                  <a:lnTo>
                    <a:pt x="98584" y="430054"/>
                  </a:lnTo>
                  <a:lnTo>
                    <a:pt x="99060" y="432911"/>
                  </a:lnTo>
                  <a:lnTo>
                    <a:pt x="100013" y="435293"/>
                  </a:lnTo>
                  <a:lnTo>
                    <a:pt x="99536" y="436245"/>
                  </a:lnTo>
                  <a:lnTo>
                    <a:pt x="97631" y="437674"/>
                  </a:lnTo>
                  <a:lnTo>
                    <a:pt x="94774" y="440055"/>
                  </a:lnTo>
                  <a:lnTo>
                    <a:pt x="92869" y="441960"/>
                  </a:lnTo>
                  <a:lnTo>
                    <a:pt x="91440" y="442436"/>
                  </a:lnTo>
                  <a:lnTo>
                    <a:pt x="87154" y="442436"/>
                  </a:lnTo>
                  <a:lnTo>
                    <a:pt x="82868" y="442913"/>
                  </a:lnTo>
                  <a:lnTo>
                    <a:pt x="80963" y="444818"/>
                  </a:lnTo>
                  <a:lnTo>
                    <a:pt x="79534" y="446246"/>
                  </a:lnTo>
                  <a:lnTo>
                    <a:pt x="78105" y="446722"/>
                  </a:lnTo>
                  <a:lnTo>
                    <a:pt x="80963" y="449104"/>
                  </a:lnTo>
                  <a:lnTo>
                    <a:pt x="83820" y="451485"/>
                  </a:lnTo>
                  <a:lnTo>
                    <a:pt x="84297" y="453390"/>
                  </a:lnTo>
                  <a:lnTo>
                    <a:pt x="86201" y="454819"/>
                  </a:lnTo>
                  <a:lnTo>
                    <a:pt x="89059" y="453866"/>
                  </a:lnTo>
                  <a:lnTo>
                    <a:pt x="90964" y="453866"/>
                  </a:lnTo>
                  <a:lnTo>
                    <a:pt x="93345" y="456724"/>
                  </a:lnTo>
                  <a:lnTo>
                    <a:pt x="96679" y="457200"/>
                  </a:lnTo>
                  <a:lnTo>
                    <a:pt x="98584" y="458153"/>
                  </a:lnTo>
                  <a:lnTo>
                    <a:pt x="100489" y="460534"/>
                  </a:lnTo>
                  <a:lnTo>
                    <a:pt x="100965" y="462439"/>
                  </a:lnTo>
                  <a:lnTo>
                    <a:pt x="100965" y="463868"/>
                  </a:lnTo>
                  <a:lnTo>
                    <a:pt x="97155" y="464820"/>
                  </a:lnTo>
                  <a:lnTo>
                    <a:pt x="94298" y="466725"/>
                  </a:lnTo>
                  <a:lnTo>
                    <a:pt x="92393" y="473869"/>
                  </a:lnTo>
                  <a:lnTo>
                    <a:pt x="91440" y="488156"/>
                  </a:lnTo>
                  <a:lnTo>
                    <a:pt x="91440" y="501015"/>
                  </a:lnTo>
                  <a:lnTo>
                    <a:pt x="94298" y="502920"/>
                  </a:lnTo>
                  <a:lnTo>
                    <a:pt x="90011" y="508159"/>
                  </a:lnTo>
                  <a:lnTo>
                    <a:pt x="94298" y="508635"/>
                  </a:lnTo>
                  <a:lnTo>
                    <a:pt x="101918" y="507206"/>
                  </a:lnTo>
                  <a:lnTo>
                    <a:pt x="104299" y="504349"/>
                  </a:lnTo>
                  <a:lnTo>
                    <a:pt x="108585" y="501491"/>
                  </a:lnTo>
                  <a:lnTo>
                    <a:pt x="111443" y="496253"/>
                  </a:lnTo>
                  <a:lnTo>
                    <a:pt x="114776" y="491966"/>
                  </a:lnTo>
                  <a:lnTo>
                    <a:pt x="137636" y="481489"/>
                  </a:lnTo>
                  <a:lnTo>
                    <a:pt x="138589" y="479584"/>
                  </a:lnTo>
                  <a:lnTo>
                    <a:pt x="139065" y="477679"/>
                  </a:lnTo>
                  <a:lnTo>
                    <a:pt x="137636" y="474345"/>
                  </a:lnTo>
                  <a:lnTo>
                    <a:pt x="136207" y="471488"/>
                  </a:lnTo>
                  <a:lnTo>
                    <a:pt x="126682" y="460534"/>
                  </a:lnTo>
                  <a:lnTo>
                    <a:pt x="130016" y="461963"/>
                  </a:lnTo>
                  <a:lnTo>
                    <a:pt x="139541" y="471488"/>
                  </a:lnTo>
                  <a:lnTo>
                    <a:pt x="145256" y="475297"/>
                  </a:lnTo>
                  <a:lnTo>
                    <a:pt x="149066" y="475297"/>
                  </a:lnTo>
                  <a:lnTo>
                    <a:pt x="150972" y="473869"/>
                  </a:lnTo>
                  <a:lnTo>
                    <a:pt x="151924" y="472440"/>
                  </a:lnTo>
                  <a:lnTo>
                    <a:pt x="151448" y="470059"/>
                  </a:lnTo>
                  <a:lnTo>
                    <a:pt x="149543" y="466249"/>
                  </a:lnTo>
                  <a:lnTo>
                    <a:pt x="138589" y="455295"/>
                  </a:lnTo>
                  <a:lnTo>
                    <a:pt x="137160" y="452438"/>
                  </a:lnTo>
                  <a:lnTo>
                    <a:pt x="147638" y="461963"/>
                  </a:lnTo>
                  <a:lnTo>
                    <a:pt x="151448" y="464344"/>
                  </a:lnTo>
                  <a:lnTo>
                    <a:pt x="152876" y="464820"/>
                  </a:lnTo>
                  <a:lnTo>
                    <a:pt x="154781" y="463391"/>
                  </a:lnTo>
                  <a:lnTo>
                    <a:pt x="154781" y="461963"/>
                  </a:lnTo>
                  <a:lnTo>
                    <a:pt x="154781" y="460534"/>
                  </a:lnTo>
                  <a:lnTo>
                    <a:pt x="156686" y="458153"/>
                  </a:lnTo>
                  <a:lnTo>
                    <a:pt x="159068" y="456247"/>
                  </a:lnTo>
                  <a:lnTo>
                    <a:pt x="159068" y="455295"/>
                  </a:lnTo>
                  <a:lnTo>
                    <a:pt x="157163" y="453866"/>
                  </a:lnTo>
                  <a:lnTo>
                    <a:pt x="152876" y="452438"/>
                  </a:lnTo>
                  <a:lnTo>
                    <a:pt x="148114" y="450056"/>
                  </a:lnTo>
                  <a:lnTo>
                    <a:pt x="149066" y="450056"/>
                  </a:lnTo>
                  <a:lnTo>
                    <a:pt x="154305" y="450532"/>
                  </a:lnTo>
                  <a:lnTo>
                    <a:pt x="158115" y="450532"/>
                  </a:lnTo>
                  <a:lnTo>
                    <a:pt x="158591" y="449104"/>
                  </a:lnTo>
                  <a:lnTo>
                    <a:pt x="158591" y="447675"/>
                  </a:lnTo>
                  <a:lnTo>
                    <a:pt x="157163" y="445294"/>
                  </a:lnTo>
                  <a:lnTo>
                    <a:pt x="155734" y="444818"/>
                  </a:lnTo>
                  <a:lnTo>
                    <a:pt x="153829" y="444818"/>
                  </a:lnTo>
                  <a:lnTo>
                    <a:pt x="152400" y="444341"/>
                  </a:lnTo>
                  <a:lnTo>
                    <a:pt x="156686" y="441960"/>
                  </a:lnTo>
                  <a:lnTo>
                    <a:pt x="159544" y="445294"/>
                  </a:lnTo>
                  <a:lnTo>
                    <a:pt x="162401" y="447199"/>
                  </a:lnTo>
                  <a:lnTo>
                    <a:pt x="163830" y="446722"/>
                  </a:lnTo>
                  <a:lnTo>
                    <a:pt x="164306" y="445294"/>
                  </a:lnTo>
                  <a:lnTo>
                    <a:pt x="164782" y="439103"/>
                  </a:lnTo>
                  <a:lnTo>
                    <a:pt x="165735" y="437674"/>
                  </a:lnTo>
                  <a:lnTo>
                    <a:pt x="166211" y="438626"/>
                  </a:lnTo>
                  <a:lnTo>
                    <a:pt x="166688" y="441007"/>
                  </a:lnTo>
                  <a:lnTo>
                    <a:pt x="168593" y="442913"/>
                  </a:lnTo>
                  <a:lnTo>
                    <a:pt x="172403" y="443865"/>
                  </a:lnTo>
                  <a:lnTo>
                    <a:pt x="173831" y="445770"/>
                  </a:lnTo>
                  <a:lnTo>
                    <a:pt x="174784" y="446722"/>
                  </a:lnTo>
                  <a:lnTo>
                    <a:pt x="179070" y="444818"/>
                  </a:lnTo>
                  <a:lnTo>
                    <a:pt x="181928" y="443865"/>
                  </a:lnTo>
                  <a:lnTo>
                    <a:pt x="185261" y="441484"/>
                  </a:lnTo>
                  <a:lnTo>
                    <a:pt x="194786" y="436721"/>
                  </a:lnTo>
                  <a:lnTo>
                    <a:pt x="200025" y="436245"/>
                  </a:lnTo>
                  <a:lnTo>
                    <a:pt x="203359" y="430054"/>
                  </a:lnTo>
                  <a:lnTo>
                    <a:pt x="206216" y="429101"/>
                  </a:lnTo>
                  <a:lnTo>
                    <a:pt x="209550" y="428625"/>
                  </a:lnTo>
                  <a:lnTo>
                    <a:pt x="214313" y="424815"/>
                  </a:lnTo>
                  <a:lnTo>
                    <a:pt x="218599" y="421005"/>
                  </a:lnTo>
                  <a:lnTo>
                    <a:pt x="223838" y="419576"/>
                  </a:lnTo>
                  <a:lnTo>
                    <a:pt x="228124" y="415766"/>
                  </a:lnTo>
                  <a:lnTo>
                    <a:pt x="233839" y="415290"/>
                  </a:lnTo>
                  <a:lnTo>
                    <a:pt x="234791" y="411004"/>
                  </a:lnTo>
                  <a:lnTo>
                    <a:pt x="235744" y="406718"/>
                  </a:lnTo>
                  <a:lnTo>
                    <a:pt x="239078" y="406241"/>
                  </a:lnTo>
                  <a:lnTo>
                    <a:pt x="240506" y="403860"/>
                  </a:lnTo>
                  <a:lnTo>
                    <a:pt x="241459" y="401955"/>
                  </a:lnTo>
                  <a:lnTo>
                    <a:pt x="241459" y="400526"/>
                  </a:lnTo>
                  <a:lnTo>
                    <a:pt x="240030" y="398145"/>
                  </a:lnTo>
                  <a:lnTo>
                    <a:pt x="240506" y="395764"/>
                  </a:lnTo>
                  <a:lnTo>
                    <a:pt x="241459" y="393859"/>
                  </a:lnTo>
                  <a:lnTo>
                    <a:pt x="241459" y="392906"/>
                  </a:lnTo>
                  <a:lnTo>
                    <a:pt x="241935" y="392430"/>
                  </a:lnTo>
                  <a:lnTo>
                    <a:pt x="241935" y="394335"/>
                  </a:lnTo>
                  <a:lnTo>
                    <a:pt x="242888" y="396240"/>
                  </a:lnTo>
                  <a:lnTo>
                    <a:pt x="243364" y="394811"/>
                  </a:lnTo>
                  <a:lnTo>
                    <a:pt x="243364" y="393382"/>
                  </a:lnTo>
                  <a:lnTo>
                    <a:pt x="241935" y="390525"/>
                  </a:lnTo>
                  <a:lnTo>
                    <a:pt x="241459" y="378619"/>
                  </a:lnTo>
                  <a:lnTo>
                    <a:pt x="244793" y="379571"/>
                  </a:lnTo>
                  <a:lnTo>
                    <a:pt x="241935" y="370999"/>
                  </a:lnTo>
                  <a:lnTo>
                    <a:pt x="243840" y="368618"/>
                  </a:lnTo>
                  <a:lnTo>
                    <a:pt x="245745" y="367189"/>
                  </a:lnTo>
                  <a:lnTo>
                    <a:pt x="247174" y="370046"/>
                  </a:lnTo>
                  <a:lnTo>
                    <a:pt x="249555" y="372428"/>
                  </a:lnTo>
                  <a:lnTo>
                    <a:pt x="247650" y="366713"/>
                  </a:lnTo>
                  <a:close/>
                </a:path>
              </a:pathLst>
            </a:custGeom>
            <a:grpFill/>
            <a:ln w="317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44FBE612-93F3-4B86-B1B8-072A0BCE89D8}"/>
                </a:ext>
              </a:extLst>
            </p:cNvPr>
            <p:cNvSpPr/>
            <p:nvPr/>
          </p:nvSpPr>
          <p:spPr>
            <a:xfrm>
              <a:off x="3221355" y="3888580"/>
              <a:ext cx="462914" cy="389572"/>
            </a:xfrm>
            <a:custGeom>
              <a:avLst/>
              <a:gdLst>
                <a:gd name="connsiteX0" fmla="*/ 462439 w 462914"/>
                <a:gd name="connsiteY0" fmla="*/ 130969 h 389572"/>
                <a:gd name="connsiteX1" fmla="*/ 456247 w 462914"/>
                <a:gd name="connsiteY1" fmla="*/ 122872 h 389572"/>
                <a:gd name="connsiteX2" fmla="*/ 451009 w 462914"/>
                <a:gd name="connsiteY2" fmla="*/ 120491 h 389572"/>
                <a:gd name="connsiteX3" fmla="*/ 445294 w 462914"/>
                <a:gd name="connsiteY3" fmla="*/ 120015 h 389572"/>
                <a:gd name="connsiteX4" fmla="*/ 442913 w 462914"/>
                <a:gd name="connsiteY4" fmla="*/ 120491 h 389572"/>
                <a:gd name="connsiteX5" fmla="*/ 440055 w 462914"/>
                <a:gd name="connsiteY5" fmla="*/ 122396 h 389572"/>
                <a:gd name="connsiteX6" fmla="*/ 429101 w 462914"/>
                <a:gd name="connsiteY6" fmla="*/ 120968 h 389572"/>
                <a:gd name="connsiteX7" fmla="*/ 426720 w 462914"/>
                <a:gd name="connsiteY7" fmla="*/ 121444 h 389572"/>
                <a:gd name="connsiteX8" fmla="*/ 421005 w 462914"/>
                <a:gd name="connsiteY8" fmla="*/ 124301 h 389572"/>
                <a:gd name="connsiteX9" fmla="*/ 415766 w 462914"/>
                <a:gd name="connsiteY9" fmla="*/ 124301 h 389572"/>
                <a:gd name="connsiteX10" fmla="*/ 411956 w 462914"/>
                <a:gd name="connsiteY10" fmla="*/ 126682 h 389572"/>
                <a:gd name="connsiteX11" fmla="*/ 407194 w 462914"/>
                <a:gd name="connsiteY11" fmla="*/ 123349 h 389572"/>
                <a:gd name="connsiteX12" fmla="*/ 404336 w 462914"/>
                <a:gd name="connsiteY12" fmla="*/ 121920 h 389572"/>
                <a:gd name="connsiteX13" fmla="*/ 401002 w 462914"/>
                <a:gd name="connsiteY13" fmla="*/ 120015 h 389572"/>
                <a:gd name="connsiteX14" fmla="*/ 413861 w 462914"/>
                <a:gd name="connsiteY14" fmla="*/ 120015 h 389572"/>
                <a:gd name="connsiteX15" fmla="*/ 416242 w 462914"/>
                <a:gd name="connsiteY15" fmla="*/ 115729 h 389572"/>
                <a:gd name="connsiteX16" fmla="*/ 418147 w 462914"/>
                <a:gd name="connsiteY16" fmla="*/ 111919 h 389572"/>
                <a:gd name="connsiteX17" fmla="*/ 419100 w 462914"/>
                <a:gd name="connsiteY17" fmla="*/ 108585 h 389572"/>
                <a:gd name="connsiteX18" fmla="*/ 419100 w 462914"/>
                <a:gd name="connsiteY18" fmla="*/ 107632 h 389572"/>
                <a:gd name="connsiteX19" fmla="*/ 420529 w 462914"/>
                <a:gd name="connsiteY19" fmla="*/ 105251 h 389572"/>
                <a:gd name="connsiteX20" fmla="*/ 420529 w 462914"/>
                <a:gd name="connsiteY20" fmla="*/ 103346 h 389572"/>
                <a:gd name="connsiteX21" fmla="*/ 421481 w 462914"/>
                <a:gd name="connsiteY21" fmla="*/ 101441 h 389572"/>
                <a:gd name="connsiteX22" fmla="*/ 423386 w 462914"/>
                <a:gd name="connsiteY22" fmla="*/ 99536 h 389572"/>
                <a:gd name="connsiteX23" fmla="*/ 427672 w 462914"/>
                <a:gd name="connsiteY23" fmla="*/ 98107 h 389572"/>
                <a:gd name="connsiteX24" fmla="*/ 429101 w 462914"/>
                <a:gd name="connsiteY24" fmla="*/ 94774 h 389572"/>
                <a:gd name="connsiteX25" fmla="*/ 426244 w 462914"/>
                <a:gd name="connsiteY25" fmla="*/ 91440 h 389572"/>
                <a:gd name="connsiteX26" fmla="*/ 421481 w 462914"/>
                <a:gd name="connsiteY26" fmla="*/ 88106 h 389572"/>
                <a:gd name="connsiteX27" fmla="*/ 413861 w 462914"/>
                <a:gd name="connsiteY27" fmla="*/ 86678 h 389572"/>
                <a:gd name="connsiteX28" fmla="*/ 411480 w 462914"/>
                <a:gd name="connsiteY28" fmla="*/ 85249 h 389572"/>
                <a:gd name="connsiteX29" fmla="*/ 404813 w 462914"/>
                <a:gd name="connsiteY29" fmla="*/ 78105 h 389572"/>
                <a:gd name="connsiteX30" fmla="*/ 402431 w 462914"/>
                <a:gd name="connsiteY30" fmla="*/ 76676 h 389572"/>
                <a:gd name="connsiteX31" fmla="*/ 401002 w 462914"/>
                <a:gd name="connsiteY31" fmla="*/ 79534 h 389572"/>
                <a:gd name="connsiteX32" fmla="*/ 396240 w 462914"/>
                <a:gd name="connsiteY32" fmla="*/ 79534 h 389572"/>
                <a:gd name="connsiteX33" fmla="*/ 396240 w 462914"/>
                <a:gd name="connsiteY33" fmla="*/ 81439 h 389572"/>
                <a:gd name="connsiteX34" fmla="*/ 397192 w 462914"/>
                <a:gd name="connsiteY34" fmla="*/ 83344 h 389572"/>
                <a:gd name="connsiteX35" fmla="*/ 397192 w 462914"/>
                <a:gd name="connsiteY35" fmla="*/ 85725 h 389572"/>
                <a:gd name="connsiteX36" fmla="*/ 396240 w 462914"/>
                <a:gd name="connsiteY36" fmla="*/ 84296 h 389572"/>
                <a:gd name="connsiteX37" fmla="*/ 394811 w 462914"/>
                <a:gd name="connsiteY37" fmla="*/ 83344 h 389572"/>
                <a:gd name="connsiteX38" fmla="*/ 393859 w 462914"/>
                <a:gd name="connsiteY38" fmla="*/ 82391 h 389572"/>
                <a:gd name="connsiteX39" fmla="*/ 393859 w 462914"/>
                <a:gd name="connsiteY39" fmla="*/ 80963 h 389572"/>
                <a:gd name="connsiteX40" fmla="*/ 391477 w 462914"/>
                <a:gd name="connsiteY40" fmla="*/ 78105 h 389572"/>
                <a:gd name="connsiteX41" fmla="*/ 387667 w 462914"/>
                <a:gd name="connsiteY41" fmla="*/ 75247 h 389572"/>
                <a:gd name="connsiteX42" fmla="*/ 385763 w 462914"/>
                <a:gd name="connsiteY42" fmla="*/ 74771 h 389572"/>
                <a:gd name="connsiteX43" fmla="*/ 384334 w 462914"/>
                <a:gd name="connsiteY43" fmla="*/ 74295 h 389572"/>
                <a:gd name="connsiteX44" fmla="*/ 382905 w 462914"/>
                <a:gd name="connsiteY44" fmla="*/ 74295 h 389572"/>
                <a:gd name="connsiteX45" fmla="*/ 383381 w 462914"/>
                <a:gd name="connsiteY45" fmla="*/ 75247 h 389572"/>
                <a:gd name="connsiteX46" fmla="*/ 382429 w 462914"/>
                <a:gd name="connsiteY46" fmla="*/ 77629 h 389572"/>
                <a:gd name="connsiteX47" fmla="*/ 382905 w 462914"/>
                <a:gd name="connsiteY47" fmla="*/ 79534 h 389572"/>
                <a:gd name="connsiteX48" fmla="*/ 382429 w 462914"/>
                <a:gd name="connsiteY48" fmla="*/ 79534 h 389572"/>
                <a:gd name="connsiteX49" fmla="*/ 381952 w 462914"/>
                <a:gd name="connsiteY49" fmla="*/ 79057 h 389572"/>
                <a:gd name="connsiteX50" fmla="*/ 381000 w 462914"/>
                <a:gd name="connsiteY50" fmla="*/ 77629 h 389572"/>
                <a:gd name="connsiteX51" fmla="*/ 379571 w 462914"/>
                <a:gd name="connsiteY51" fmla="*/ 80010 h 389572"/>
                <a:gd name="connsiteX52" fmla="*/ 378619 w 462914"/>
                <a:gd name="connsiteY52" fmla="*/ 80963 h 389572"/>
                <a:gd name="connsiteX53" fmla="*/ 378142 w 462914"/>
                <a:gd name="connsiteY53" fmla="*/ 80963 h 389572"/>
                <a:gd name="connsiteX54" fmla="*/ 377666 w 462914"/>
                <a:gd name="connsiteY54" fmla="*/ 80963 h 389572"/>
                <a:gd name="connsiteX55" fmla="*/ 374809 w 462914"/>
                <a:gd name="connsiteY55" fmla="*/ 76200 h 389572"/>
                <a:gd name="connsiteX56" fmla="*/ 370999 w 462914"/>
                <a:gd name="connsiteY56" fmla="*/ 67628 h 389572"/>
                <a:gd name="connsiteX57" fmla="*/ 369570 w 462914"/>
                <a:gd name="connsiteY57" fmla="*/ 66675 h 389572"/>
                <a:gd name="connsiteX58" fmla="*/ 367665 w 462914"/>
                <a:gd name="connsiteY58" fmla="*/ 66199 h 389572"/>
                <a:gd name="connsiteX59" fmla="*/ 367189 w 462914"/>
                <a:gd name="connsiteY59" fmla="*/ 68104 h 389572"/>
                <a:gd name="connsiteX60" fmla="*/ 367665 w 462914"/>
                <a:gd name="connsiteY60" fmla="*/ 69532 h 389572"/>
                <a:gd name="connsiteX61" fmla="*/ 365760 w 462914"/>
                <a:gd name="connsiteY61" fmla="*/ 70961 h 389572"/>
                <a:gd name="connsiteX62" fmla="*/ 362902 w 462914"/>
                <a:gd name="connsiteY62" fmla="*/ 71438 h 389572"/>
                <a:gd name="connsiteX63" fmla="*/ 364331 w 462914"/>
                <a:gd name="connsiteY63" fmla="*/ 70009 h 389572"/>
                <a:gd name="connsiteX64" fmla="*/ 365284 w 462914"/>
                <a:gd name="connsiteY64" fmla="*/ 66675 h 389572"/>
                <a:gd name="connsiteX65" fmla="*/ 364331 w 462914"/>
                <a:gd name="connsiteY65" fmla="*/ 63818 h 389572"/>
                <a:gd name="connsiteX66" fmla="*/ 363855 w 462914"/>
                <a:gd name="connsiteY66" fmla="*/ 62389 h 389572"/>
                <a:gd name="connsiteX67" fmla="*/ 361474 w 462914"/>
                <a:gd name="connsiteY67" fmla="*/ 60007 h 389572"/>
                <a:gd name="connsiteX68" fmla="*/ 360521 w 462914"/>
                <a:gd name="connsiteY68" fmla="*/ 60007 h 389572"/>
                <a:gd name="connsiteX69" fmla="*/ 360045 w 462914"/>
                <a:gd name="connsiteY69" fmla="*/ 59531 h 389572"/>
                <a:gd name="connsiteX70" fmla="*/ 360045 w 462914"/>
                <a:gd name="connsiteY70" fmla="*/ 56674 h 389572"/>
                <a:gd name="connsiteX71" fmla="*/ 357664 w 462914"/>
                <a:gd name="connsiteY71" fmla="*/ 55721 h 389572"/>
                <a:gd name="connsiteX72" fmla="*/ 365284 w 462914"/>
                <a:gd name="connsiteY72" fmla="*/ 54769 h 389572"/>
                <a:gd name="connsiteX73" fmla="*/ 375761 w 462914"/>
                <a:gd name="connsiteY73" fmla="*/ 55245 h 389572"/>
                <a:gd name="connsiteX74" fmla="*/ 381000 w 462914"/>
                <a:gd name="connsiteY74" fmla="*/ 52388 h 389572"/>
                <a:gd name="connsiteX75" fmla="*/ 387667 w 462914"/>
                <a:gd name="connsiteY75" fmla="*/ 51911 h 389572"/>
                <a:gd name="connsiteX76" fmla="*/ 391954 w 462914"/>
                <a:gd name="connsiteY76" fmla="*/ 50482 h 389572"/>
                <a:gd name="connsiteX77" fmla="*/ 393382 w 462914"/>
                <a:gd name="connsiteY77" fmla="*/ 48578 h 389572"/>
                <a:gd name="connsiteX78" fmla="*/ 381000 w 462914"/>
                <a:gd name="connsiteY78" fmla="*/ 50006 h 389572"/>
                <a:gd name="connsiteX79" fmla="*/ 365284 w 462914"/>
                <a:gd name="connsiteY79" fmla="*/ 48101 h 389572"/>
                <a:gd name="connsiteX80" fmla="*/ 357188 w 462914"/>
                <a:gd name="connsiteY80" fmla="*/ 49530 h 389572"/>
                <a:gd name="connsiteX81" fmla="*/ 354330 w 462914"/>
                <a:gd name="connsiteY81" fmla="*/ 49054 h 389572"/>
                <a:gd name="connsiteX82" fmla="*/ 349091 w 462914"/>
                <a:gd name="connsiteY82" fmla="*/ 49530 h 389572"/>
                <a:gd name="connsiteX83" fmla="*/ 338614 w 462914"/>
                <a:gd name="connsiteY83" fmla="*/ 51911 h 389572"/>
                <a:gd name="connsiteX84" fmla="*/ 325755 w 462914"/>
                <a:gd name="connsiteY84" fmla="*/ 51435 h 389572"/>
                <a:gd name="connsiteX85" fmla="*/ 314801 w 462914"/>
                <a:gd name="connsiteY85" fmla="*/ 52388 h 389572"/>
                <a:gd name="connsiteX86" fmla="*/ 311467 w 462914"/>
                <a:gd name="connsiteY86" fmla="*/ 52388 h 389572"/>
                <a:gd name="connsiteX87" fmla="*/ 313372 w 462914"/>
                <a:gd name="connsiteY87" fmla="*/ 55721 h 389572"/>
                <a:gd name="connsiteX88" fmla="*/ 316230 w 462914"/>
                <a:gd name="connsiteY88" fmla="*/ 54293 h 389572"/>
                <a:gd name="connsiteX89" fmla="*/ 326231 w 462914"/>
                <a:gd name="connsiteY89" fmla="*/ 55245 h 389572"/>
                <a:gd name="connsiteX90" fmla="*/ 330517 w 462914"/>
                <a:gd name="connsiteY90" fmla="*/ 57150 h 389572"/>
                <a:gd name="connsiteX91" fmla="*/ 329089 w 462914"/>
                <a:gd name="connsiteY91" fmla="*/ 58103 h 389572"/>
                <a:gd name="connsiteX92" fmla="*/ 327184 w 462914"/>
                <a:gd name="connsiteY92" fmla="*/ 59055 h 389572"/>
                <a:gd name="connsiteX93" fmla="*/ 315277 w 462914"/>
                <a:gd name="connsiteY93" fmla="*/ 58579 h 389572"/>
                <a:gd name="connsiteX94" fmla="*/ 292894 w 462914"/>
                <a:gd name="connsiteY94" fmla="*/ 70961 h 389572"/>
                <a:gd name="connsiteX95" fmla="*/ 289560 w 462914"/>
                <a:gd name="connsiteY95" fmla="*/ 70961 h 389572"/>
                <a:gd name="connsiteX96" fmla="*/ 286702 w 462914"/>
                <a:gd name="connsiteY96" fmla="*/ 71438 h 389572"/>
                <a:gd name="connsiteX97" fmla="*/ 282892 w 462914"/>
                <a:gd name="connsiteY97" fmla="*/ 71438 h 389572"/>
                <a:gd name="connsiteX98" fmla="*/ 276701 w 462914"/>
                <a:gd name="connsiteY98" fmla="*/ 69532 h 389572"/>
                <a:gd name="connsiteX99" fmla="*/ 270986 w 462914"/>
                <a:gd name="connsiteY99" fmla="*/ 68104 h 389572"/>
                <a:gd name="connsiteX100" fmla="*/ 265271 w 462914"/>
                <a:gd name="connsiteY100" fmla="*/ 65722 h 389572"/>
                <a:gd name="connsiteX101" fmla="*/ 258604 w 462914"/>
                <a:gd name="connsiteY101" fmla="*/ 64770 h 389572"/>
                <a:gd name="connsiteX102" fmla="*/ 250507 w 462914"/>
                <a:gd name="connsiteY102" fmla="*/ 57626 h 389572"/>
                <a:gd name="connsiteX103" fmla="*/ 250507 w 462914"/>
                <a:gd name="connsiteY103" fmla="*/ 56197 h 389572"/>
                <a:gd name="connsiteX104" fmla="*/ 250031 w 462914"/>
                <a:gd name="connsiteY104" fmla="*/ 54293 h 389572"/>
                <a:gd name="connsiteX105" fmla="*/ 245269 w 462914"/>
                <a:gd name="connsiteY105" fmla="*/ 52388 h 389572"/>
                <a:gd name="connsiteX106" fmla="*/ 220027 w 462914"/>
                <a:gd name="connsiteY106" fmla="*/ 53340 h 389572"/>
                <a:gd name="connsiteX107" fmla="*/ 215265 w 462914"/>
                <a:gd name="connsiteY107" fmla="*/ 54769 h 389572"/>
                <a:gd name="connsiteX108" fmla="*/ 200025 w 462914"/>
                <a:gd name="connsiteY108" fmla="*/ 56197 h 389572"/>
                <a:gd name="connsiteX109" fmla="*/ 190024 w 462914"/>
                <a:gd name="connsiteY109" fmla="*/ 58103 h 389572"/>
                <a:gd name="connsiteX110" fmla="*/ 180975 w 462914"/>
                <a:gd name="connsiteY110" fmla="*/ 57626 h 389572"/>
                <a:gd name="connsiteX111" fmla="*/ 177641 w 462914"/>
                <a:gd name="connsiteY111" fmla="*/ 55245 h 389572"/>
                <a:gd name="connsiteX112" fmla="*/ 175736 w 462914"/>
                <a:gd name="connsiteY112" fmla="*/ 50959 h 389572"/>
                <a:gd name="connsiteX113" fmla="*/ 174784 w 462914"/>
                <a:gd name="connsiteY113" fmla="*/ 46672 h 389572"/>
                <a:gd name="connsiteX114" fmla="*/ 176689 w 462914"/>
                <a:gd name="connsiteY114" fmla="*/ 44291 h 389572"/>
                <a:gd name="connsiteX115" fmla="*/ 174784 w 462914"/>
                <a:gd name="connsiteY115" fmla="*/ 41910 h 389572"/>
                <a:gd name="connsiteX116" fmla="*/ 174307 w 462914"/>
                <a:gd name="connsiteY116" fmla="*/ 38576 h 389572"/>
                <a:gd name="connsiteX117" fmla="*/ 172402 w 462914"/>
                <a:gd name="connsiteY117" fmla="*/ 34766 h 389572"/>
                <a:gd name="connsiteX118" fmla="*/ 164782 w 462914"/>
                <a:gd name="connsiteY118" fmla="*/ 29528 h 389572"/>
                <a:gd name="connsiteX119" fmla="*/ 157639 w 462914"/>
                <a:gd name="connsiteY119" fmla="*/ 25241 h 389572"/>
                <a:gd name="connsiteX120" fmla="*/ 150019 w 462914"/>
                <a:gd name="connsiteY120" fmla="*/ 24289 h 389572"/>
                <a:gd name="connsiteX121" fmla="*/ 143827 w 462914"/>
                <a:gd name="connsiteY121" fmla="*/ 22384 h 389572"/>
                <a:gd name="connsiteX122" fmla="*/ 133826 w 462914"/>
                <a:gd name="connsiteY122" fmla="*/ 22860 h 389572"/>
                <a:gd name="connsiteX123" fmla="*/ 132397 w 462914"/>
                <a:gd name="connsiteY123" fmla="*/ 23336 h 389572"/>
                <a:gd name="connsiteX124" fmla="*/ 130492 w 462914"/>
                <a:gd name="connsiteY124" fmla="*/ 23336 h 389572"/>
                <a:gd name="connsiteX125" fmla="*/ 127635 w 462914"/>
                <a:gd name="connsiteY125" fmla="*/ 20479 h 389572"/>
                <a:gd name="connsiteX126" fmla="*/ 125730 w 462914"/>
                <a:gd name="connsiteY126" fmla="*/ 16669 h 389572"/>
                <a:gd name="connsiteX127" fmla="*/ 124301 w 462914"/>
                <a:gd name="connsiteY127" fmla="*/ 11430 h 389572"/>
                <a:gd name="connsiteX128" fmla="*/ 123825 w 462914"/>
                <a:gd name="connsiteY128" fmla="*/ 6191 h 389572"/>
                <a:gd name="connsiteX129" fmla="*/ 122872 w 462914"/>
                <a:gd name="connsiteY129" fmla="*/ 4286 h 389572"/>
                <a:gd name="connsiteX130" fmla="*/ 120967 w 462914"/>
                <a:gd name="connsiteY130" fmla="*/ 2381 h 389572"/>
                <a:gd name="connsiteX131" fmla="*/ 118110 w 462914"/>
                <a:gd name="connsiteY131" fmla="*/ 0 h 389572"/>
                <a:gd name="connsiteX132" fmla="*/ 114300 w 462914"/>
                <a:gd name="connsiteY132" fmla="*/ 1429 h 389572"/>
                <a:gd name="connsiteX133" fmla="*/ 111442 w 462914"/>
                <a:gd name="connsiteY133" fmla="*/ 2857 h 389572"/>
                <a:gd name="connsiteX134" fmla="*/ 110014 w 462914"/>
                <a:gd name="connsiteY134" fmla="*/ 6191 h 389572"/>
                <a:gd name="connsiteX135" fmla="*/ 108585 w 462914"/>
                <a:gd name="connsiteY135" fmla="*/ 10001 h 389572"/>
                <a:gd name="connsiteX136" fmla="*/ 110966 w 462914"/>
                <a:gd name="connsiteY136" fmla="*/ 15240 h 389572"/>
                <a:gd name="connsiteX137" fmla="*/ 110966 w 462914"/>
                <a:gd name="connsiteY137" fmla="*/ 17145 h 389572"/>
                <a:gd name="connsiteX138" fmla="*/ 111919 w 462914"/>
                <a:gd name="connsiteY138" fmla="*/ 19050 h 389572"/>
                <a:gd name="connsiteX139" fmla="*/ 121444 w 462914"/>
                <a:gd name="connsiteY139" fmla="*/ 17621 h 389572"/>
                <a:gd name="connsiteX140" fmla="*/ 124777 w 462914"/>
                <a:gd name="connsiteY140" fmla="*/ 17621 h 389572"/>
                <a:gd name="connsiteX141" fmla="*/ 126206 w 462914"/>
                <a:gd name="connsiteY141" fmla="*/ 21907 h 389572"/>
                <a:gd name="connsiteX142" fmla="*/ 125254 w 462914"/>
                <a:gd name="connsiteY142" fmla="*/ 24289 h 389572"/>
                <a:gd name="connsiteX143" fmla="*/ 122396 w 462914"/>
                <a:gd name="connsiteY143" fmla="*/ 25241 h 389572"/>
                <a:gd name="connsiteX144" fmla="*/ 116681 w 462914"/>
                <a:gd name="connsiteY144" fmla="*/ 22384 h 389572"/>
                <a:gd name="connsiteX145" fmla="*/ 115252 w 462914"/>
                <a:gd name="connsiteY145" fmla="*/ 22860 h 389572"/>
                <a:gd name="connsiteX146" fmla="*/ 113347 w 462914"/>
                <a:gd name="connsiteY146" fmla="*/ 26194 h 389572"/>
                <a:gd name="connsiteX147" fmla="*/ 110966 w 462914"/>
                <a:gd name="connsiteY147" fmla="*/ 28099 h 389572"/>
                <a:gd name="connsiteX148" fmla="*/ 98107 w 462914"/>
                <a:gd name="connsiteY148" fmla="*/ 30956 h 389572"/>
                <a:gd name="connsiteX149" fmla="*/ 88582 w 462914"/>
                <a:gd name="connsiteY149" fmla="*/ 32861 h 389572"/>
                <a:gd name="connsiteX150" fmla="*/ 73342 w 462914"/>
                <a:gd name="connsiteY150" fmla="*/ 40005 h 389572"/>
                <a:gd name="connsiteX151" fmla="*/ 66199 w 462914"/>
                <a:gd name="connsiteY151" fmla="*/ 41434 h 389572"/>
                <a:gd name="connsiteX152" fmla="*/ 66675 w 462914"/>
                <a:gd name="connsiteY152" fmla="*/ 45720 h 389572"/>
                <a:gd name="connsiteX153" fmla="*/ 63817 w 462914"/>
                <a:gd name="connsiteY153" fmla="*/ 47625 h 389572"/>
                <a:gd name="connsiteX154" fmla="*/ 64770 w 462914"/>
                <a:gd name="connsiteY154" fmla="*/ 52864 h 389572"/>
                <a:gd name="connsiteX155" fmla="*/ 65722 w 462914"/>
                <a:gd name="connsiteY155" fmla="*/ 55721 h 389572"/>
                <a:gd name="connsiteX156" fmla="*/ 66675 w 462914"/>
                <a:gd name="connsiteY156" fmla="*/ 58103 h 389572"/>
                <a:gd name="connsiteX157" fmla="*/ 69056 w 462914"/>
                <a:gd name="connsiteY157" fmla="*/ 65246 h 389572"/>
                <a:gd name="connsiteX158" fmla="*/ 73342 w 462914"/>
                <a:gd name="connsiteY158" fmla="*/ 69532 h 389572"/>
                <a:gd name="connsiteX159" fmla="*/ 75247 w 462914"/>
                <a:gd name="connsiteY159" fmla="*/ 73819 h 389572"/>
                <a:gd name="connsiteX160" fmla="*/ 79534 w 462914"/>
                <a:gd name="connsiteY160" fmla="*/ 80010 h 389572"/>
                <a:gd name="connsiteX161" fmla="*/ 80486 w 462914"/>
                <a:gd name="connsiteY161" fmla="*/ 84296 h 389572"/>
                <a:gd name="connsiteX162" fmla="*/ 79534 w 462914"/>
                <a:gd name="connsiteY162" fmla="*/ 90964 h 389572"/>
                <a:gd name="connsiteX163" fmla="*/ 79057 w 462914"/>
                <a:gd name="connsiteY163" fmla="*/ 96679 h 389572"/>
                <a:gd name="connsiteX164" fmla="*/ 74771 w 462914"/>
                <a:gd name="connsiteY164" fmla="*/ 100965 h 389572"/>
                <a:gd name="connsiteX165" fmla="*/ 73342 w 462914"/>
                <a:gd name="connsiteY165" fmla="*/ 102870 h 389572"/>
                <a:gd name="connsiteX166" fmla="*/ 71438 w 462914"/>
                <a:gd name="connsiteY166" fmla="*/ 103822 h 389572"/>
                <a:gd name="connsiteX167" fmla="*/ 63341 w 462914"/>
                <a:gd name="connsiteY167" fmla="*/ 106204 h 389572"/>
                <a:gd name="connsiteX168" fmla="*/ 60484 w 462914"/>
                <a:gd name="connsiteY168" fmla="*/ 106204 h 389572"/>
                <a:gd name="connsiteX169" fmla="*/ 58102 w 462914"/>
                <a:gd name="connsiteY169" fmla="*/ 105251 h 389572"/>
                <a:gd name="connsiteX170" fmla="*/ 56197 w 462914"/>
                <a:gd name="connsiteY170" fmla="*/ 103346 h 389572"/>
                <a:gd name="connsiteX171" fmla="*/ 54769 w 462914"/>
                <a:gd name="connsiteY171" fmla="*/ 99536 h 389572"/>
                <a:gd name="connsiteX172" fmla="*/ 55245 w 462914"/>
                <a:gd name="connsiteY172" fmla="*/ 96679 h 389572"/>
                <a:gd name="connsiteX173" fmla="*/ 53816 w 462914"/>
                <a:gd name="connsiteY173" fmla="*/ 94774 h 389572"/>
                <a:gd name="connsiteX174" fmla="*/ 51435 w 462914"/>
                <a:gd name="connsiteY174" fmla="*/ 93345 h 389572"/>
                <a:gd name="connsiteX175" fmla="*/ 48101 w 462914"/>
                <a:gd name="connsiteY175" fmla="*/ 89059 h 389572"/>
                <a:gd name="connsiteX176" fmla="*/ 47625 w 462914"/>
                <a:gd name="connsiteY176" fmla="*/ 86201 h 389572"/>
                <a:gd name="connsiteX177" fmla="*/ 43339 w 462914"/>
                <a:gd name="connsiteY177" fmla="*/ 80486 h 389572"/>
                <a:gd name="connsiteX178" fmla="*/ 48577 w 462914"/>
                <a:gd name="connsiteY178" fmla="*/ 70485 h 389572"/>
                <a:gd name="connsiteX179" fmla="*/ 50959 w 462914"/>
                <a:gd name="connsiteY179" fmla="*/ 68580 h 389572"/>
                <a:gd name="connsiteX180" fmla="*/ 54292 w 462914"/>
                <a:gd name="connsiteY180" fmla="*/ 63341 h 389572"/>
                <a:gd name="connsiteX181" fmla="*/ 58579 w 462914"/>
                <a:gd name="connsiteY181" fmla="*/ 59055 h 389572"/>
                <a:gd name="connsiteX182" fmla="*/ 60960 w 462914"/>
                <a:gd name="connsiteY182" fmla="*/ 51911 h 389572"/>
                <a:gd name="connsiteX183" fmla="*/ 60960 w 462914"/>
                <a:gd name="connsiteY183" fmla="*/ 49530 h 389572"/>
                <a:gd name="connsiteX184" fmla="*/ 57626 w 462914"/>
                <a:gd name="connsiteY184" fmla="*/ 45720 h 389572"/>
                <a:gd name="connsiteX185" fmla="*/ 56197 w 462914"/>
                <a:gd name="connsiteY185" fmla="*/ 40481 h 389572"/>
                <a:gd name="connsiteX186" fmla="*/ 58102 w 462914"/>
                <a:gd name="connsiteY186" fmla="*/ 40481 h 389572"/>
                <a:gd name="connsiteX187" fmla="*/ 59055 w 462914"/>
                <a:gd name="connsiteY187" fmla="*/ 40005 h 389572"/>
                <a:gd name="connsiteX188" fmla="*/ 53816 w 462914"/>
                <a:gd name="connsiteY188" fmla="*/ 35719 h 389572"/>
                <a:gd name="connsiteX189" fmla="*/ 52388 w 462914"/>
                <a:gd name="connsiteY189" fmla="*/ 33814 h 389572"/>
                <a:gd name="connsiteX190" fmla="*/ 48577 w 462914"/>
                <a:gd name="connsiteY190" fmla="*/ 26194 h 389572"/>
                <a:gd name="connsiteX191" fmla="*/ 48101 w 462914"/>
                <a:gd name="connsiteY191" fmla="*/ 23813 h 389572"/>
                <a:gd name="connsiteX192" fmla="*/ 48101 w 462914"/>
                <a:gd name="connsiteY192" fmla="*/ 20955 h 389572"/>
                <a:gd name="connsiteX193" fmla="*/ 50006 w 462914"/>
                <a:gd name="connsiteY193" fmla="*/ 19526 h 389572"/>
                <a:gd name="connsiteX194" fmla="*/ 51435 w 462914"/>
                <a:gd name="connsiteY194" fmla="*/ 19050 h 389572"/>
                <a:gd name="connsiteX195" fmla="*/ 64294 w 462914"/>
                <a:gd name="connsiteY195" fmla="*/ 15716 h 389572"/>
                <a:gd name="connsiteX196" fmla="*/ 66675 w 462914"/>
                <a:gd name="connsiteY196" fmla="*/ 14288 h 389572"/>
                <a:gd name="connsiteX197" fmla="*/ 69056 w 462914"/>
                <a:gd name="connsiteY197" fmla="*/ 12382 h 389572"/>
                <a:gd name="connsiteX198" fmla="*/ 70009 w 462914"/>
                <a:gd name="connsiteY198" fmla="*/ 10954 h 389572"/>
                <a:gd name="connsiteX199" fmla="*/ 68580 w 462914"/>
                <a:gd name="connsiteY199" fmla="*/ 11430 h 389572"/>
                <a:gd name="connsiteX200" fmla="*/ 67151 w 462914"/>
                <a:gd name="connsiteY200" fmla="*/ 12382 h 389572"/>
                <a:gd name="connsiteX201" fmla="*/ 62389 w 462914"/>
                <a:gd name="connsiteY201" fmla="*/ 14288 h 389572"/>
                <a:gd name="connsiteX202" fmla="*/ 56197 w 462914"/>
                <a:gd name="connsiteY202" fmla="*/ 15716 h 389572"/>
                <a:gd name="connsiteX203" fmla="*/ 48101 w 462914"/>
                <a:gd name="connsiteY203" fmla="*/ 17621 h 389572"/>
                <a:gd name="connsiteX204" fmla="*/ 46196 w 462914"/>
                <a:gd name="connsiteY204" fmla="*/ 20003 h 389572"/>
                <a:gd name="connsiteX205" fmla="*/ 38100 w 462914"/>
                <a:gd name="connsiteY205" fmla="*/ 33814 h 389572"/>
                <a:gd name="connsiteX206" fmla="*/ 31432 w 462914"/>
                <a:gd name="connsiteY206" fmla="*/ 36671 h 389572"/>
                <a:gd name="connsiteX207" fmla="*/ 29051 w 462914"/>
                <a:gd name="connsiteY207" fmla="*/ 38576 h 389572"/>
                <a:gd name="connsiteX208" fmla="*/ 27146 w 462914"/>
                <a:gd name="connsiteY208" fmla="*/ 40957 h 389572"/>
                <a:gd name="connsiteX209" fmla="*/ 23336 w 462914"/>
                <a:gd name="connsiteY209" fmla="*/ 45720 h 389572"/>
                <a:gd name="connsiteX210" fmla="*/ 21431 w 462914"/>
                <a:gd name="connsiteY210" fmla="*/ 49530 h 389572"/>
                <a:gd name="connsiteX211" fmla="*/ 17145 w 462914"/>
                <a:gd name="connsiteY211" fmla="*/ 57626 h 389572"/>
                <a:gd name="connsiteX212" fmla="*/ 14764 w 462914"/>
                <a:gd name="connsiteY212" fmla="*/ 67628 h 389572"/>
                <a:gd name="connsiteX213" fmla="*/ 13811 w 462914"/>
                <a:gd name="connsiteY213" fmla="*/ 73343 h 389572"/>
                <a:gd name="connsiteX214" fmla="*/ 12382 w 462914"/>
                <a:gd name="connsiteY214" fmla="*/ 81439 h 389572"/>
                <a:gd name="connsiteX215" fmla="*/ 10477 w 462914"/>
                <a:gd name="connsiteY215" fmla="*/ 85725 h 389572"/>
                <a:gd name="connsiteX216" fmla="*/ 7620 w 462914"/>
                <a:gd name="connsiteY216" fmla="*/ 89535 h 389572"/>
                <a:gd name="connsiteX217" fmla="*/ 4763 w 462914"/>
                <a:gd name="connsiteY217" fmla="*/ 93345 h 389572"/>
                <a:gd name="connsiteX218" fmla="*/ 2381 w 462914"/>
                <a:gd name="connsiteY218" fmla="*/ 97631 h 389572"/>
                <a:gd name="connsiteX219" fmla="*/ 476 w 462914"/>
                <a:gd name="connsiteY219" fmla="*/ 100965 h 389572"/>
                <a:gd name="connsiteX220" fmla="*/ 0 w 462914"/>
                <a:gd name="connsiteY220" fmla="*/ 101918 h 389572"/>
                <a:gd name="connsiteX221" fmla="*/ 952 w 462914"/>
                <a:gd name="connsiteY221" fmla="*/ 102870 h 389572"/>
                <a:gd name="connsiteX222" fmla="*/ 5715 w 462914"/>
                <a:gd name="connsiteY222" fmla="*/ 101918 h 389572"/>
                <a:gd name="connsiteX223" fmla="*/ 7620 w 462914"/>
                <a:gd name="connsiteY223" fmla="*/ 100965 h 389572"/>
                <a:gd name="connsiteX224" fmla="*/ 10477 w 462914"/>
                <a:gd name="connsiteY224" fmla="*/ 99536 h 389572"/>
                <a:gd name="connsiteX225" fmla="*/ 12382 w 462914"/>
                <a:gd name="connsiteY225" fmla="*/ 100013 h 389572"/>
                <a:gd name="connsiteX226" fmla="*/ 14288 w 462914"/>
                <a:gd name="connsiteY226" fmla="*/ 103346 h 389572"/>
                <a:gd name="connsiteX227" fmla="*/ 16192 w 462914"/>
                <a:gd name="connsiteY227" fmla="*/ 103822 h 389572"/>
                <a:gd name="connsiteX228" fmla="*/ 18097 w 462914"/>
                <a:gd name="connsiteY228" fmla="*/ 103346 h 389572"/>
                <a:gd name="connsiteX229" fmla="*/ 20002 w 462914"/>
                <a:gd name="connsiteY229" fmla="*/ 104299 h 389572"/>
                <a:gd name="connsiteX230" fmla="*/ 22384 w 462914"/>
                <a:gd name="connsiteY230" fmla="*/ 113347 h 389572"/>
                <a:gd name="connsiteX231" fmla="*/ 24289 w 462914"/>
                <a:gd name="connsiteY231" fmla="*/ 120968 h 389572"/>
                <a:gd name="connsiteX232" fmla="*/ 29051 w 462914"/>
                <a:gd name="connsiteY232" fmla="*/ 125730 h 389572"/>
                <a:gd name="connsiteX233" fmla="*/ 32861 w 462914"/>
                <a:gd name="connsiteY233" fmla="*/ 129540 h 389572"/>
                <a:gd name="connsiteX234" fmla="*/ 33814 w 462914"/>
                <a:gd name="connsiteY234" fmla="*/ 132874 h 389572"/>
                <a:gd name="connsiteX235" fmla="*/ 34766 w 462914"/>
                <a:gd name="connsiteY235" fmla="*/ 137636 h 389572"/>
                <a:gd name="connsiteX236" fmla="*/ 34766 w 462914"/>
                <a:gd name="connsiteY236" fmla="*/ 140018 h 389572"/>
                <a:gd name="connsiteX237" fmla="*/ 33814 w 462914"/>
                <a:gd name="connsiteY237" fmla="*/ 141446 h 389572"/>
                <a:gd name="connsiteX238" fmla="*/ 31909 w 462914"/>
                <a:gd name="connsiteY238" fmla="*/ 144304 h 389572"/>
                <a:gd name="connsiteX239" fmla="*/ 31432 w 462914"/>
                <a:gd name="connsiteY239" fmla="*/ 149543 h 389572"/>
                <a:gd name="connsiteX240" fmla="*/ 30956 w 462914"/>
                <a:gd name="connsiteY240" fmla="*/ 151447 h 389572"/>
                <a:gd name="connsiteX241" fmla="*/ 30480 w 462914"/>
                <a:gd name="connsiteY241" fmla="*/ 156210 h 389572"/>
                <a:gd name="connsiteX242" fmla="*/ 30480 w 462914"/>
                <a:gd name="connsiteY242" fmla="*/ 159068 h 389572"/>
                <a:gd name="connsiteX243" fmla="*/ 31432 w 462914"/>
                <a:gd name="connsiteY243" fmla="*/ 161449 h 389572"/>
                <a:gd name="connsiteX244" fmla="*/ 32861 w 462914"/>
                <a:gd name="connsiteY244" fmla="*/ 162878 h 389572"/>
                <a:gd name="connsiteX245" fmla="*/ 36195 w 462914"/>
                <a:gd name="connsiteY245" fmla="*/ 163354 h 389572"/>
                <a:gd name="connsiteX246" fmla="*/ 39052 w 462914"/>
                <a:gd name="connsiteY246" fmla="*/ 164306 h 389572"/>
                <a:gd name="connsiteX247" fmla="*/ 40957 w 462914"/>
                <a:gd name="connsiteY247" fmla="*/ 168593 h 389572"/>
                <a:gd name="connsiteX248" fmla="*/ 43339 w 462914"/>
                <a:gd name="connsiteY248" fmla="*/ 173831 h 389572"/>
                <a:gd name="connsiteX249" fmla="*/ 46196 w 462914"/>
                <a:gd name="connsiteY249" fmla="*/ 176213 h 389572"/>
                <a:gd name="connsiteX250" fmla="*/ 50006 w 462914"/>
                <a:gd name="connsiteY250" fmla="*/ 177641 h 389572"/>
                <a:gd name="connsiteX251" fmla="*/ 52864 w 462914"/>
                <a:gd name="connsiteY251" fmla="*/ 177165 h 389572"/>
                <a:gd name="connsiteX252" fmla="*/ 59531 w 462914"/>
                <a:gd name="connsiteY252" fmla="*/ 176213 h 389572"/>
                <a:gd name="connsiteX253" fmla="*/ 65246 w 462914"/>
                <a:gd name="connsiteY253" fmla="*/ 176213 h 389572"/>
                <a:gd name="connsiteX254" fmla="*/ 73342 w 462914"/>
                <a:gd name="connsiteY254" fmla="*/ 177641 h 389572"/>
                <a:gd name="connsiteX255" fmla="*/ 76200 w 462914"/>
                <a:gd name="connsiteY255" fmla="*/ 177641 h 389572"/>
                <a:gd name="connsiteX256" fmla="*/ 80010 w 462914"/>
                <a:gd name="connsiteY256" fmla="*/ 177165 h 389572"/>
                <a:gd name="connsiteX257" fmla="*/ 86677 w 462914"/>
                <a:gd name="connsiteY257" fmla="*/ 174307 h 389572"/>
                <a:gd name="connsiteX258" fmla="*/ 89059 w 462914"/>
                <a:gd name="connsiteY258" fmla="*/ 173831 h 389572"/>
                <a:gd name="connsiteX259" fmla="*/ 91916 w 462914"/>
                <a:gd name="connsiteY259" fmla="*/ 174307 h 389572"/>
                <a:gd name="connsiteX260" fmla="*/ 96202 w 462914"/>
                <a:gd name="connsiteY260" fmla="*/ 175736 h 389572"/>
                <a:gd name="connsiteX261" fmla="*/ 98584 w 462914"/>
                <a:gd name="connsiteY261" fmla="*/ 176689 h 389572"/>
                <a:gd name="connsiteX262" fmla="*/ 101441 w 462914"/>
                <a:gd name="connsiteY262" fmla="*/ 177641 h 389572"/>
                <a:gd name="connsiteX263" fmla="*/ 105727 w 462914"/>
                <a:gd name="connsiteY263" fmla="*/ 178594 h 389572"/>
                <a:gd name="connsiteX264" fmla="*/ 108585 w 462914"/>
                <a:gd name="connsiteY264" fmla="*/ 178594 h 389572"/>
                <a:gd name="connsiteX265" fmla="*/ 110490 w 462914"/>
                <a:gd name="connsiteY265" fmla="*/ 178594 h 389572"/>
                <a:gd name="connsiteX266" fmla="*/ 111442 w 462914"/>
                <a:gd name="connsiteY266" fmla="*/ 179070 h 389572"/>
                <a:gd name="connsiteX267" fmla="*/ 118110 w 462914"/>
                <a:gd name="connsiteY267" fmla="*/ 187166 h 389572"/>
                <a:gd name="connsiteX268" fmla="*/ 123825 w 462914"/>
                <a:gd name="connsiteY268" fmla="*/ 194310 h 389572"/>
                <a:gd name="connsiteX269" fmla="*/ 128588 w 462914"/>
                <a:gd name="connsiteY269" fmla="*/ 200025 h 389572"/>
                <a:gd name="connsiteX270" fmla="*/ 133826 w 462914"/>
                <a:gd name="connsiteY270" fmla="*/ 206216 h 389572"/>
                <a:gd name="connsiteX271" fmla="*/ 134302 w 462914"/>
                <a:gd name="connsiteY271" fmla="*/ 206693 h 389572"/>
                <a:gd name="connsiteX272" fmla="*/ 136684 w 462914"/>
                <a:gd name="connsiteY272" fmla="*/ 205740 h 389572"/>
                <a:gd name="connsiteX273" fmla="*/ 138113 w 462914"/>
                <a:gd name="connsiteY273" fmla="*/ 206216 h 389572"/>
                <a:gd name="connsiteX274" fmla="*/ 139541 w 462914"/>
                <a:gd name="connsiteY274" fmla="*/ 207645 h 389572"/>
                <a:gd name="connsiteX275" fmla="*/ 141922 w 462914"/>
                <a:gd name="connsiteY275" fmla="*/ 207169 h 389572"/>
                <a:gd name="connsiteX276" fmla="*/ 145256 w 462914"/>
                <a:gd name="connsiteY276" fmla="*/ 204788 h 389572"/>
                <a:gd name="connsiteX277" fmla="*/ 150495 w 462914"/>
                <a:gd name="connsiteY277" fmla="*/ 204311 h 389572"/>
                <a:gd name="connsiteX278" fmla="*/ 157163 w 462914"/>
                <a:gd name="connsiteY278" fmla="*/ 205740 h 389572"/>
                <a:gd name="connsiteX279" fmla="*/ 166211 w 462914"/>
                <a:gd name="connsiteY279" fmla="*/ 205740 h 389572"/>
                <a:gd name="connsiteX280" fmla="*/ 177165 w 462914"/>
                <a:gd name="connsiteY280" fmla="*/ 204311 h 389572"/>
                <a:gd name="connsiteX281" fmla="*/ 184309 w 462914"/>
                <a:gd name="connsiteY281" fmla="*/ 202882 h 389572"/>
                <a:gd name="connsiteX282" fmla="*/ 187166 w 462914"/>
                <a:gd name="connsiteY282" fmla="*/ 201454 h 389572"/>
                <a:gd name="connsiteX283" fmla="*/ 191452 w 462914"/>
                <a:gd name="connsiteY283" fmla="*/ 201454 h 389572"/>
                <a:gd name="connsiteX284" fmla="*/ 196691 w 462914"/>
                <a:gd name="connsiteY284" fmla="*/ 202882 h 389572"/>
                <a:gd name="connsiteX285" fmla="*/ 199549 w 462914"/>
                <a:gd name="connsiteY285" fmla="*/ 204788 h 389572"/>
                <a:gd name="connsiteX286" fmla="*/ 200025 w 462914"/>
                <a:gd name="connsiteY286" fmla="*/ 206693 h 389572"/>
                <a:gd name="connsiteX287" fmla="*/ 200977 w 462914"/>
                <a:gd name="connsiteY287" fmla="*/ 210026 h 389572"/>
                <a:gd name="connsiteX288" fmla="*/ 200025 w 462914"/>
                <a:gd name="connsiteY288" fmla="*/ 213360 h 389572"/>
                <a:gd name="connsiteX289" fmla="*/ 196691 w 462914"/>
                <a:gd name="connsiteY289" fmla="*/ 216694 h 389572"/>
                <a:gd name="connsiteX290" fmla="*/ 194786 w 462914"/>
                <a:gd name="connsiteY290" fmla="*/ 220980 h 389572"/>
                <a:gd name="connsiteX291" fmla="*/ 194310 w 462914"/>
                <a:gd name="connsiteY291" fmla="*/ 226219 h 389572"/>
                <a:gd name="connsiteX292" fmla="*/ 192405 w 462914"/>
                <a:gd name="connsiteY292" fmla="*/ 230029 h 389572"/>
                <a:gd name="connsiteX293" fmla="*/ 189071 w 462914"/>
                <a:gd name="connsiteY293" fmla="*/ 232410 h 389572"/>
                <a:gd name="connsiteX294" fmla="*/ 187642 w 462914"/>
                <a:gd name="connsiteY294" fmla="*/ 235744 h 389572"/>
                <a:gd name="connsiteX295" fmla="*/ 188119 w 462914"/>
                <a:gd name="connsiteY295" fmla="*/ 240506 h 389572"/>
                <a:gd name="connsiteX296" fmla="*/ 187642 w 462914"/>
                <a:gd name="connsiteY296" fmla="*/ 247174 h 389572"/>
                <a:gd name="connsiteX297" fmla="*/ 186214 w 462914"/>
                <a:gd name="connsiteY297" fmla="*/ 256222 h 389572"/>
                <a:gd name="connsiteX298" fmla="*/ 186214 w 462914"/>
                <a:gd name="connsiteY298" fmla="*/ 261461 h 389572"/>
                <a:gd name="connsiteX299" fmla="*/ 187642 w 462914"/>
                <a:gd name="connsiteY299" fmla="*/ 263366 h 389572"/>
                <a:gd name="connsiteX300" fmla="*/ 188119 w 462914"/>
                <a:gd name="connsiteY300" fmla="*/ 265747 h 389572"/>
                <a:gd name="connsiteX301" fmla="*/ 188119 w 462914"/>
                <a:gd name="connsiteY301" fmla="*/ 269081 h 389572"/>
                <a:gd name="connsiteX302" fmla="*/ 188595 w 462914"/>
                <a:gd name="connsiteY302" fmla="*/ 271939 h 389572"/>
                <a:gd name="connsiteX303" fmla="*/ 190500 w 462914"/>
                <a:gd name="connsiteY303" fmla="*/ 275749 h 389572"/>
                <a:gd name="connsiteX304" fmla="*/ 192881 w 462914"/>
                <a:gd name="connsiteY304" fmla="*/ 283369 h 389572"/>
                <a:gd name="connsiteX305" fmla="*/ 194786 w 462914"/>
                <a:gd name="connsiteY305" fmla="*/ 286703 h 389572"/>
                <a:gd name="connsiteX306" fmla="*/ 196691 w 462914"/>
                <a:gd name="connsiteY306" fmla="*/ 287655 h 389572"/>
                <a:gd name="connsiteX307" fmla="*/ 198596 w 462914"/>
                <a:gd name="connsiteY307" fmla="*/ 289084 h 389572"/>
                <a:gd name="connsiteX308" fmla="*/ 203835 w 462914"/>
                <a:gd name="connsiteY308" fmla="*/ 296704 h 389572"/>
                <a:gd name="connsiteX309" fmla="*/ 205264 w 462914"/>
                <a:gd name="connsiteY309" fmla="*/ 298132 h 389572"/>
                <a:gd name="connsiteX310" fmla="*/ 204788 w 462914"/>
                <a:gd name="connsiteY310" fmla="*/ 299561 h 389572"/>
                <a:gd name="connsiteX311" fmla="*/ 204311 w 462914"/>
                <a:gd name="connsiteY311" fmla="*/ 300514 h 389572"/>
                <a:gd name="connsiteX312" fmla="*/ 203835 w 462914"/>
                <a:gd name="connsiteY312" fmla="*/ 300990 h 389572"/>
                <a:gd name="connsiteX313" fmla="*/ 198120 w 462914"/>
                <a:gd name="connsiteY313" fmla="*/ 305753 h 389572"/>
                <a:gd name="connsiteX314" fmla="*/ 187166 w 462914"/>
                <a:gd name="connsiteY314" fmla="*/ 315754 h 389572"/>
                <a:gd name="connsiteX315" fmla="*/ 186214 w 462914"/>
                <a:gd name="connsiteY315" fmla="*/ 317182 h 389572"/>
                <a:gd name="connsiteX316" fmla="*/ 186214 w 462914"/>
                <a:gd name="connsiteY316" fmla="*/ 319088 h 389572"/>
                <a:gd name="connsiteX317" fmla="*/ 189547 w 462914"/>
                <a:gd name="connsiteY317" fmla="*/ 317659 h 389572"/>
                <a:gd name="connsiteX318" fmla="*/ 192881 w 462914"/>
                <a:gd name="connsiteY318" fmla="*/ 318611 h 389572"/>
                <a:gd name="connsiteX319" fmla="*/ 194310 w 462914"/>
                <a:gd name="connsiteY319" fmla="*/ 318611 h 389572"/>
                <a:gd name="connsiteX320" fmla="*/ 195263 w 462914"/>
                <a:gd name="connsiteY320" fmla="*/ 319564 h 389572"/>
                <a:gd name="connsiteX321" fmla="*/ 196215 w 462914"/>
                <a:gd name="connsiteY321" fmla="*/ 322421 h 389572"/>
                <a:gd name="connsiteX322" fmla="*/ 197167 w 462914"/>
                <a:gd name="connsiteY322" fmla="*/ 322897 h 389572"/>
                <a:gd name="connsiteX323" fmla="*/ 198596 w 462914"/>
                <a:gd name="connsiteY323" fmla="*/ 323850 h 389572"/>
                <a:gd name="connsiteX324" fmla="*/ 201930 w 462914"/>
                <a:gd name="connsiteY324" fmla="*/ 326707 h 389572"/>
                <a:gd name="connsiteX325" fmla="*/ 204788 w 462914"/>
                <a:gd name="connsiteY325" fmla="*/ 329565 h 389572"/>
                <a:gd name="connsiteX326" fmla="*/ 206692 w 462914"/>
                <a:gd name="connsiteY326" fmla="*/ 330994 h 389572"/>
                <a:gd name="connsiteX327" fmla="*/ 208121 w 462914"/>
                <a:gd name="connsiteY327" fmla="*/ 332422 h 389572"/>
                <a:gd name="connsiteX328" fmla="*/ 208597 w 462914"/>
                <a:gd name="connsiteY328" fmla="*/ 334328 h 389572"/>
                <a:gd name="connsiteX329" fmla="*/ 208121 w 462914"/>
                <a:gd name="connsiteY329" fmla="*/ 336232 h 389572"/>
                <a:gd name="connsiteX330" fmla="*/ 210026 w 462914"/>
                <a:gd name="connsiteY330" fmla="*/ 340519 h 389572"/>
                <a:gd name="connsiteX331" fmla="*/ 210979 w 462914"/>
                <a:gd name="connsiteY331" fmla="*/ 341947 h 389572"/>
                <a:gd name="connsiteX332" fmla="*/ 211455 w 462914"/>
                <a:gd name="connsiteY332" fmla="*/ 343853 h 389572"/>
                <a:gd name="connsiteX333" fmla="*/ 210979 w 462914"/>
                <a:gd name="connsiteY333" fmla="*/ 345757 h 389572"/>
                <a:gd name="connsiteX334" fmla="*/ 212407 w 462914"/>
                <a:gd name="connsiteY334" fmla="*/ 347663 h 389572"/>
                <a:gd name="connsiteX335" fmla="*/ 213836 w 462914"/>
                <a:gd name="connsiteY335" fmla="*/ 351472 h 389572"/>
                <a:gd name="connsiteX336" fmla="*/ 215741 w 462914"/>
                <a:gd name="connsiteY336" fmla="*/ 356235 h 389572"/>
                <a:gd name="connsiteX337" fmla="*/ 215741 w 462914"/>
                <a:gd name="connsiteY337" fmla="*/ 359093 h 389572"/>
                <a:gd name="connsiteX338" fmla="*/ 216694 w 462914"/>
                <a:gd name="connsiteY338" fmla="*/ 360521 h 389572"/>
                <a:gd name="connsiteX339" fmla="*/ 217646 w 462914"/>
                <a:gd name="connsiteY339" fmla="*/ 363855 h 389572"/>
                <a:gd name="connsiteX340" fmla="*/ 219075 w 462914"/>
                <a:gd name="connsiteY340" fmla="*/ 367189 h 389572"/>
                <a:gd name="connsiteX341" fmla="*/ 218599 w 462914"/>
                <a:gd name="connsiteY341" fmla="*/ 369570 h 389572"/>
                <a:gd name="connsiteX342" fmla="*/ 219075 w 462914"/>
                <a:gd name="connsiteY342" fmla="*/ 371951 h 389572"/>
                <a:gd name="connsiteX343" fmla="*/ 227647 w 462914"/>
                <a:gd name="connsiteY343" fmla="*/ 379571 h 389572"/>
                <a:gd name="connsiteX344" fmla="*/ 234315 w 462914"/>
                <a:gd name="connsiteY344" fmla="*/ 385286 h 389572"/>
                <a:gd name="connsiteX345" fmla="*/ 237172 w 462914"/>
                <a:gd name="connsiteY345" fmla="*/ 387191 h 389572"/>
                <a:gd name="connsiteX346" fmla="*/ 238601 w 462914"/>
                <a:gd name="connsiteY346" fmla="*/ 387668 h 389572"/>
                <a:gd name="connsiteX347" fmla="*/ 242411 w 462914"/>
                <a:gd name="connsiteY347" fmla="*/ 387191 h 389572"/>
                <a:gd name="connsiteX348" fmla="*/ 246697 w 462914"/>
                <a:gd name="connsiteY348" fmla="*/ 386239 h 389572"/>
                <a:gd name="connsiteX349" fmla="*/ 249079 w 462914"/>
                <a:gd name="connsiteY349" fmla="*/ 385286 h 389572"/>
                <a:gd name="connsiteX350" fmla="*/ 251460 w 462914"/>
                <a:gd name="connsiteY350" fmla="*/ 383381 h 389572"/>
                <a:gd name="connsiteX351" fmla="*/ 255270 w 462914"/>
                <a:gd name="connsiteY351" fmla="*/ 381000 h 389572"/>
                <a:gd name="connsiteX352" fmla="*/ 258604 w 462914"/>
                <a:gd name="connsiteY352" fmla="*/ 379571 h 389572"/>
                <a:gd name="connsiteX353" fmla="*/ 260032 w 462914"/>
                <a:gd name="connsiteY353" fmla="*/ 379571 h 389572"/>
                <a:gd name="connsiteX354" fmla="*/ 261461 w 462914"/>
                <a:gd name="connsiteY354" fmla="*/ 380047 h 389572"/>
                <a:gd name="connsiteX355" fmla="*/ 264319 w 462914"/>
                <a:gd name="connsiteY355" fmla="*/ 381476 h 389572"/>
                <a:gd name="connsiteX356" fmla="*/ 265747 w 462914"/>
                <a:gd name="connsiteY356" fmla="*/ 384334 h 389572"/>
                <a:gd name="connsiteX357" fmla="*/ 264319 w 462914"/>
                <a:gd name="connsiteY357" fmla="*/ 387668 h 389572"/>
                <a:gd name="connsiteX358" fmla="*/ 264319 w 462914"/>
                <a:gd name="connsiteY358" fmla="*/ 389572 h 389572"/>
                <a:gd name="connsiteX359" fmla="*/ 267176 w 462914"/>
                <a:gd name="connsiteY359" fmla="*/ 389572 h 389572"/>
                <a:gd name="connsiteX360" fmla="*/ 269557 w 462914"/>
                <a:gd name="connsiteY360" fmla="*/ 386239 h 389572"/>
                <a:gd name="connsiteX361" fmla="*/ 270986 w 462914"/>
                <a:gd name="connsiteY361" fmla="*/ 383381 h 389572"/>
                <a:gd name="connsiteX362" fmla="*/ 274320 w 462914"/>
                <a:gd name="connsiteY362" fmla="*/ 381476 h 389572"/>
                <a:gd name="connsiteX363" fmla="*/ 277654 w 462914"/>
                <a:gd name="connsiteY363" fmla="*/ 378619 h 389572"/>
                <a:gd name="connsiteX364" fmla="*/ 280035 w 462914"/>
                <a:gd name="connsiteY364" fmla="*/ 375761 h 389572"/>
                <a:gd name="connsiteX365" fmla="*/ 282892 w 462914"/>
                <a:gd name="connsiteY365" fmla="*/ 373856 h 389572"/>
                <a:gd name="connsiteX366" fmla="*/ 286702 w 462914"/>
                <a:gd name="connsiteY366" fmla="*/ 371951 h 389572"/>
                <a:gd name="connsiteX367" fmla="*/ 290036 w 462914"/>
                <a:gd name="connsiteY367" fmla="*/ 370522 h 389572"/>
                <a:gd name="connsiteX368" fmla="*/ 292894 w 462914"/>
                <a:gd name="connsiteY368" fmla="*/ 370522 h 389572"/>
                <a:gd name="connsiteX369" fmla="*/ 295275 w 462914"/>
                <a:gd name="connsiteY369" fmla="*/ 369094 h 389572"/>
                <a:gd name="connsiteX370" fmla="*/ 298132 w 462914"/>
                <a:gd name="connsiteY370" fmla="*/ 366713 h 389572"/>
                <a:gd name="connsiteX371" fmla="*/ 300038 w 462914"/>
                <a:gd name="connsiteY371" fmla="*/ 364807 h 389572"/>
                <a:gd name="connsiteX372" fmla="*/ 301466 w 462914"/>
                <a:gd name="connsiteY372" fmla="*/ 363855 h 389572"/>
                <a:gd name="connsiteX373" fmla="*/ 304324 w 462914"/>
                <a:gd name="connsiteY373" fmla="*/ 363855 h 389572"/>
                <a:gd name="connsiteX374" fmla="*/ 307657 w 462914"/>
                <a:gd name="connsiteY374" fmla="*/ 363379 h 389572"/>
                <a:gd name="connsiteX375" fmla="*/ 310991 w 462914"/>
                <a:gd name="connsiteY375" fmla="*/ 360997 h 389572"/>
                <a:gd name="connsiteX376" fmla="*/ 313849 w 462914"/>
                <a:gd name="connsiteY376" fmla="*/ 358140 h 389572"/>
                <a:gd name="connsiteX377" fmla="*/ 315277 w 462914"/>
                <a:gd name="connsiteY377" fmla="*/ 352901 h 389572"/>
                <a:gd name="connsiteX378" fmla="*/ 316230 w 462914"/>
                <a:gd name="connsiteY378" fmla="*/ 348615 h 389572"/>
                <a:gd name="connsiteX379" fmla="*/ 317182 w 462914"/>
                <a:gd name="connsiteY379" fmla="*/ 347663 h 389572"/>
                <a:gd name="connsiteX380" fmla="*/ 318135 w 462914"/>
                <a:gd name="connsiteY380" fmla="*/ 346710 h 389572"/>
                <a:gd name="connsiteX381" fmla="*/ 319564 w 462914"/>
                <a:gd name="connsiteY381" fmla="*/ 346234 h 389572"/>
                <a:gd name="connsiteX382" fmla="*/ 322897 w 462914"/>
                <a:gd name="connsiteY382" fmla="*/ 345757 h 389572"/>
                <a:gd name="connsiteX383" fmla="*/ 328613 w 462914"/>
                <a:gd name="connsiteY383" fmla="*/ 343376 h 389572"/>
                <a:gd name="connsiteX384" fmla="*/ 332422 w 462914"/>
                <a:gd name="connsiteY384" fmla="*/ 340995 h 389572"/>
                <a:gd name="connsiteX385" fmla="*/ 336232 w 462914"/>
                <a:gd name="connsiteY385" fmla="*/ 340519 h 389572"/>
                <a:gd name="connsiteX386" fmla="*/ 337185 w 462914"/>
                <a:gd name="connsiteY386" fmla="*/ 340043 h 389572"/>
                <a:gd name="connsiteX387" fmla="*/ 338614 w 462914"/>
                <a:gd name="connsiteY387" fmla="*/ 337661 h 389572"/>
                <a:gd name="connsiteX388" fmla="*/ 339090 w 462914"/>
                <a:gd name="connsiteY388" fmla="*/ 333851 h 389572"/>
                <a:gd name="connsiteX389" fmla="*/ 338614 w 462914"/>
                <a:gd name="connsiteY389" fmla="*/ 331470 h 389572"/>
                <a:gd name="connsiteX390" fmla="*/ 331946 w 462914"/>
                <a:gd name="connsiteY390" fmla="*/ 330518 h 389572"/>
                <a:gd name="connsiteX391" fmla="*/ 327660 w 462914"/>
                <a:gd name="connsiteY391" fmla="*/ 330518 h 389572"/>
                <a:gd name="connsiteX392" fmla="*/ 320516 w 462914"/>
                <a:gd name="connsiteY392" fmla="*/ 330041 h 389572"/>
                <a:gd name="connsiteX393" fmla="*/ 317182 w 462914"/>
                <a:gd name="connsiteY393" fmla="*/ 329089 h 389572"/>
                <a:gd name="connsiteX394" fmla="*/ 316230 w 462914"/>
                <a:gd name="connsiteY394" fmla="*/ 328613 h 389572"/>
                <a:gd name="connsiteX395" fmla="*/ 316230 w 462914"/>
                <a:gd name="connsiteY395" fmla="*/ 327660 h 389572"/>
                <a:gd name="connsiteX396" fmla="*/ 316706 w 462914"/>
                <a:gd name="connsiteY396" fmla="*/ 325755 h 389572"/>
                <a:gd name="connsiteX397" fmla="*/ 317182 w 462914"/>
                <a:gd name="connsiteY397" fmla="*/ 322421 h 389572"/>
                <a:gd name="connsiteX398" fmla="*/ 316230 w 462914"/>
                <a:gd name="connsiteY398" fmla="*/ 318135 h 389572"/>
                <a:gd name="connsiteX399" fmla="*/ 312420 w 462914"/>
                <a:gd name="connsiteY399" fmla="*/ 311468 h 389572"/>
                <a:gd name="connsiteX400" fmla="*/ 310039 w 462914"/>
                <a:gd name="connsiteY400" fmla="*/ 304800 h 389572"/>
                <a:gd name="connsiteX401" fmla="*/ 309563 w 462914"/>
                <a:gd name="connsiteY401" fmla="*/ 300038 h 389572"/>
                <a:gd name="connsiteX402" fmla="*/ 309563 w 462914"/>
                <a:gd name="connsiteY402" fmla="*/ 295275 h 389572"/>
                <a:gd name="connsiteX403" fmla="*/ 309563 w 462914"/>
                <a:gd name="connsiteY403" fmla="*/ 291941 h 389572"/>
                <a:gd name="connsiteX404" fmla="*/ 307657 w 462914"/>
                <a:gd name="connsiteY404" fmla="*/ 289560 h 389572"/>
                <a:gd name="connsiteX405" fmla="*/ 297656 w 462914"/>
                <a:gd name="connsiteY405" fmla="*/ 281464 h 389572"/>
                <a:gd name="connsiteX406" fmla="*/ 294322 w 462914"/>
                <a:gd name="connsiteY406" fmla="*/ 277654 h 389572"/>
                <a:gd name="connsiteX407" fmla="*/ 293370 w 462914"/>
                <a:gd name="connsiteY407" fmla="*/ 275272 h 389572"/>
                <a:gd name="connsiteX408" fmla="*/ 289560 w 462914"/>
                <a:gd name="connsiteY408" fmla="*/ 270510 h 389572"/>
                <a:gd name="connsiteX409" fmla="*/ 290513 w 462914"/>
                <a:gd name="connsiteY409" fmla="*/ 269081 h 389572"/>
                <a:gd name="connsiteX410" fmla="*/ 292894 w 462914"/>
                <a:gd name="connsiteY410" fmla="*/ 269081 h 389572"/>
                <a:gd name="connsiteX411" fmla="*/ 294799 w 462914"/>
                <a:gd name="connsiteY411" fmla="*/ 270510 h 389572"/>
                <a:gd name="connsiteX412" fmla="*/ 296704 w 462914"/>
                <a:gd name="connsiteY412" fmla="*/ 273368 h 389572"/>
                <a:gd name="connsiteX413" fmla="*/ 298132 w 462914"/>
                <a:gd name="connsiteY413" fmla="*/ 273844 h 389572"/>
                <a:gd name="connsiteX414" fmla="*/ 300038 w 462914"/>
                <a:gd name="connsiteY414" fmla="*/ 273844 h 389572"/>
                <a:gd name="connsiteX415" fmla="*/ 309086 w 462914"/>
                <a:gd name="connsiteY415" fmla="*/ 273844 h 389572"/>
                <a:gd name="connsiteX416" fmla="*/ 311467 w 462914"/>
                <a:gd name="connsiteY416" fmla="*/ 274320 h 389572"/>
                <a:gd name="connsiteX417" fmla="*/ 312896 w 462914"/>
                <a:gd name="connsiteY417" fmla="*/ 275272 h 389572"/>
                <a:gd name="connsiteX418" fmla="*/ 313849 w 462914"/>
                <a:gd name="connsiteY418" fmla="*/ 276225 h 389572"/>
                <a:gd name="connsiteX419" fmla="*/ 315277 w 462914"/>
                <a:gd name="connsiteY419" fmla="*/ 279559 h 389572"/>
                <a:gd name="connsiteX420" fmla="*/ 317182 w 462914"/>
                <a:gd name="connsiteY420" fmla="*/ 280988 h 389572"/>
                <a:gd name="connsiteX421" fmla="*/ 320992 w 462914"/>
                <a:gd name="connsiteY421" fmla="*/ 280988 h 389572"/>
                <a:gd name="connsiteX422" fmla="*/ 326707 w 462914"/>
                <a:gd name="connsiteY422" fmla="*/ 280988 h 389572"/>
                <a:gd name="connsiteX423" fmla="*/ 330041 w 462914"/>
                <a:gd name="connsiteY423" fmla="*/ 280511 h 389572"/>
                <a:gd name="connsiteX424" fmla="*/ 331946 w 462914"/>
                <a:gd name="connsiteY424" fmla="*/ 281464 h 389572"/>
                <a:gd name="connsiteX425" fmla="*/ 334327 w 462914"/>
                <a:gd name="connsiteY425" fmla="*/ 282416 h 389572"/>
                <a:gd name="connsiteX426" fmla="*/ 339566 w 462914"/>
                <a:gd name="connsiteY426" fmla="*/ 280988 h 389572"/>
                <a:gd name="connsiteX427" fmla="*/ 340995 w 462914"/>
                <a:gd name="connsiteY427" fmla="*/ 280988 h 389572"/>
                <a:gd name="connsiteX428" fmla="*/ 342424 w 462914"/>
                <a:gd name="connsiteY428" fmla="*/ 281940 h 389572"/>
                <a:gd name="connsiteX429" fmla="*/ 347663 w 462914"/>
                <a:gd name="connsiteY429" fmla="*/ 287655 h 389572"/>
                <a:gd name="connsiteX430" fmla="*/ 350520 w 462914"/>
                <a:gd name="connsiteY430" fmla="*/ 290036 h 389572"/>
                <a:gd name="connsiteX431" fmla="*/ 352901 w 462914"/>
                <a:gd name="connsiteY431" fmla="*/ 293370 h 389572"/>
                <a:gd name="connsiteX432" fmla="*/ 356711 w 462914"/>
                <a:gd name="connsiteY432" fmla="*/ 293370 h 389572"/>
                <a:gd name="connsiteX433" fmla="*/ 360045 w 462914"/>
                <a:gd name="connsiteY433" fmla="*/ 290513 h 389572"/>
                <a:gd name="connsiteX434" fmla="*/ 360997 w 462914"/>
                <a:gd name="connsiteY434" fmla="*/ 281464 h 389572"/>
                <a:gd name="connsiteX435" fmla="*/ 361950 w 462914"/>
                <a:gd name="connsiteY435" fmla="*/ 279082 h 389572"/>
                <a:gd name="connsiteX436" fmla="*/ 363379 w 462914"/>
                <a:gd name="connsiteY436" fmla="*/ 278130 h 389572"/>
                <a:gd name="connsiteX437" fmla="*/ 365284 w 462914"/>
                <a:gd name="connsiteY437" fmla="*/ 278130 h 389572"/>
                <a:gd name="connsiteX438" fmla="*/ 367665 w 462914"/>
                <a:gd name="connsiteY438" fmla="*/ 276701 h 389572"/>
                <a:gd name="connsiteX439" fmla="*/ 370046 w 462914"/>
                <a:gd name="connsiteY439" fmla="*/ 274796 h 389572"/>
                <a:gd name="connsiteX440" fmla="*/ 371951 w 462914"/>
                <a:gd name="connsiteY440" fmla="*/ 274320 h 389572"/>
                <a:gd name="connsiteX441" fmla="*/ 380524 w 462914"/>
                <a:gd name="connsiteY441" fmla="*/ 276225 h 389572"/>
                <a:gd name="connsiteX442" fmla="*/ 382905 w 462914"/>
                <a:gd name="connsiteY442" fmla="*/ 275272 h 389572"/>
                <a:gd name="connsiteX443" fmla="*/ 391954 w 462914"/>
                <a:gd name="connsiteY443" fmla="*/ 272891 h 389572"/>
                <a:gd name="connsiteX444" fmla="*/ 401002 w 462914"/>
                <a:gd name="connsiteY444" fmla="*/ 270034 h 389572"/>
                <a:gd name="connsiteX445" fmla="*/ 403384 w 462914"/>
                <a:gd name="connsiteY445" fmla="*/ 266224 h 389572"/>
                <a:gd name="connsiteX446" fmla="*/ 407194 w 462914"/>
                <a:gd name="connsiteY446" fmla="*/ 265271 h 389572"/>
                <a:gd name="connsiteX447" fmla="*/ 410051 w 462914"/>
                <a:gd name="connsiteY447" fmla="*/ 262414 h 389572"/>
                <a:gd name="connsiteX448" fmla="*/ 412432 w 462914"/>
                <a:gd name="connsiteY448" fmla="*/ 262890 h 389572"/>
                <a:gd name="connsiteX449" fmla="*/ 416242 w 462914"/>
                <a:gd name="connsiteY449" fmla="*/ 262890 h 389572"/>
                <a:gd name="connsiteX450" fmla="*/ 418624 w 462914"/>
                <a:gd name="connsiteY450" fmla="*/ 262414 h 389572"/>
                <a:gd name="connsiteX451" fmla="*/ 419576 w 462914"/>
                <a:gd name="connsiteY451" fmla="*/ 261938 h 389572"/>
                <a:gd name="connsiteX452" fmla="*/ 421005 w 462914"/>
                <a:gd name="connsiteY452" fmla="*/ 260509 h 389572"/>
                <a:gd name="connsiteX453" fmla="*/ 422910 w 462914"/>
                <a:gd name="connsiteY453" fmla="*/ 256699 h 389572"/>
                <a:gd name="connsiteX454" fmla="*/ 425291 w 462914"/>
                <a:gd name="connsiteY454" fmla="*/ 255270 h 389572"/>
                <a:gd name="connsiteX455" fmla="*/ 428625 w 462914"/>
                <a:gd name="connsiteY455" fmla="*/ 253841 h 389572"/>
                <a:gd name="connsiteX456" fmla="*/ 430530 w 462914"/>
                <a:gd name="connsiteY456" fmla="*/ 251936 h 389572"/>
                <a:gd name="connsiteX457" fmla="*/ 432435 w 462914"/>
                <a:gd name="connsiteY457" fmla="*/ 249555 h 389572"/>
                <a:gd name="connsiteX458" fmla="*/ 433388 w 462914"/>
                <a:gd name="connsiteY458" fmla="*/ 247650 h 389572"/>
                <a:gd name="connsiteX459" fmla="*/ 433388 w 462914"/>
                <a:gd name="connsiteY459" fmla="*/ 246221 h 389572"/>
                <a:gd name="connsiteX460" fmla="*/ 432435 w 462914"/>
                <a:gd name="connsiteY460" fmla="*/ 243364 h 389572"/>
                <a:gd name="connsiteX461" fmla="*/ 431006 w 462914"/>
                <a:gd name="connsiteY461" fmla="*/ 240506 h 389572"/>
                <a:gd name="connsiteX462" fmla="*/ 429577 w 462914"/>
                <a:gd name="connsiteY462" fmla="*/ 239554 h 389572"/>
                <a:gd name="connsiteX463" fmla="*/ 431482 w 462914"/>
                <a:gd name="connsiteY463" fmla="*/ 235744 h 389572"/>
                <a:gd name="connsiteX464" fmla="*/ 424339 w 462914"/>
                <a:gd name="connsiteY464" fmla="*/ 227647 h 389572"/>
                <a:gd name="connsiteX465" fmla="*/ 417195 w 462914"/>
                <a:gd name="connsiteY465" fmla="*/ 219551 h 389572"/>
                <a:gd name="connsiteX466" fmla="*/ 410051 w 462914"/>
                <a:gd name="connsiteY466" fmla="*/ 211931 h 389572"/>
                <a:gd name="connsiteX467" fmla="*/ 409575 w 462914"/>
                <a:gd name="connsiteY467" fmla="*/ 210979 h 389572"/>
                <a:gd name="connsiteX468" fmla="*/ 412432 w 462914"/>
                <a:gd name="connsiteY468" fmla="*/ 207169 h 389572"/>
                <a:gd name="connsiteX469" fmla="*/ 415290 w 462914"/>
                <a:gd name="connsiteY469" fmla="*/ 204311 h 389572"/>
                <a:gd name="connsiteX470" fmla="*/ 417671 w 462914"/>
                <a:gd name="connsiteY470" fmla="*/ 202882 h 389572"/>
                <a:gd name="connsiteX471" fmla="*/ 418624 w 462914"/>
                <a:gd name="connsiteY471" fmla="*/ 201454 h 389572"/>
                <a:gd name="connsiteX472" fmla="*/ 417671 w 462914"/>
                <a:gd name="connsiteY472" fmla="*/ 195739 h 389572"/>
                <a:gd name="connsiteX473" fmla="*/ 417671 w 462914"/>
                <a:gd name="connsiteY473" fmla="*/ 193834 h 389572"/>
                <a:gd name="connsiteX474" fmla="*/ 416719 w 462914"/>
                <a:gd name="connsiteY474" fmla="*/ 191453 h 389572"/>
                <a:gd name="connsiteX475" fmla="*/ 415766 w 462914"/>
                <a:gd name="connsiteY475" fmla="*/ 189071 h 389572"/>
                <a:gd name="connsiteX476" fmla="*/ 416719 w 462914"/>
                <a:gd name="connsiteY476" fmla="*/ 187166 h 389572"/>
                <a:gd name="connsiteX477" fmla="*/ 417671 w 462914"/>
                <a:gd name="connsiteY477" fmla="*/ 185738 h 389572"/>
                <a:gd name="connsiteX478" fmla="*/ 419100 w 462914"/>
                <a:gd name="connsiteY478" fmla="*/ 185261 h 389572"/>
                <a:gd name="connsiteX479" fmla="*/ 422434 w 462914"/>
                <a:gd name="connsiteY479" fmla="*/ 184785 h 389572"/>
                <a:gd name="connsiteX480" fmla="*/ 424815 w 462914"/>
                <a:gd name="connsiteY480" fmla="*/ 184785 h 389572"/>
                <a:gd name="connsiteX481" fmla="*/ 425767 w 462914"/>
                <a:gd name="connsiteY481" fmla="*/ 183832 h 389572"/>
                <a:gd name="connsiteX482" fmla="*/ 427196 w 462914"/>
                <a:gd name="connsiteY482" fmla="*/ 182880 h 389572"/>
                <a:gd name="connsiteX483" fmla="*/ 429101 w 462914"/>
                <a:gd name="connsiteY483" fmla="*/ 182880 h 389572"/>
                <a:gd name="connsiteX484" fmla="*/ 432435 w 462914"/>
                <a:gd name="connsiteY484" fmla="*/ 183356 h 389572"/>
                <a:gd name="connsiteX485" fmla="*/ 433864 w 462914"/>
                <a:gd name="connsiteY485" fmla="*/ 181928 h 389572"/>
                <a:gd name="connsiteX486" fmla="*/ 436721 w 462914"/>
                <a:gd name="connsiteY486" fmla="*/ 180022 h 389572"/>
                <a:gd name="connsiteX487" fmla="*/ 443389 w 462914"/>
                <a:gd name="connsiteY487" fmla="*/ 177165 h 389572"/>
                <a:gd name="connsiteX488" fmla="*/ 444817 w 462914"/>
                <a:gd name="connsiteY488" fmla="*/ 175260 h 389572"/>
                <a:gd name="connsiteX489" fmla="*/ 445770 w 462914"/>
                <a:gd name="connsiteY489" fmla="*/ 172403 h 389572"/>
                <a:gd name="connsiteX490" fmla="*/ 445770 w 462914"/>
                <a:gd name="connsiteY490" fmla="*/ 170974 h 389572"/>
                <a:gd name="connsiteX491" fmla="*/ 445294 w 462914"/>
                <a:gd name="connsiteY491" fmla="*/ 170497 h 389572"/>
                <a:gd name="connsiteX492" fmla="*/ 443865 w 462914"/>
                <a:gd name="connsiteY492" fmla="*/ 170021 h 389572"/>
                <a:gd name="connsiteX493" fmla="*/ 441484 w 462914"/>
                <a:gd name="connsiteY493" fmla="*/ 170021 h 389572"/>
                <a:gd name="connsiteX494" fmla="*/ 439579 w 462914"/>
                <a:gd name="connsiteY494" fmla="*/ 170974 h 389572"/>
                <a:gd name="connsiteX495" fmla="*/ 437674 w 462914"/>
                <a:gd name="connsiteY495" fmla="*/ 170497 h 389572"/>
                <a:gd name="connsiteX496" fmla="*/ 435769 w 462914"/>
                <a:gd name="connsiteY496" fmla="*/ 168593 h 389572"/>
                <a:gd name="connsiteX497" fmla="*/ 435769 w 462914"/>
                <a:gd name="connsiteY497" fmla="*/ 167164 h 389572"/>
                <a:gd name="connsiteX498" fmla="*/ 436721 w 462914"/>
                <a:gd name="connsiteY498" fmla="*/ 164782 h 389572"/>
                <a:gd name="connsiteX499" fmla="*/ 436245 w 462914"/>
                <a:gd name="connsiteY499" fmla="*/ 163354 h 389572"/>
                <a:gd name="connsiteX500" fmla="*/ 432911 w 462914"/>
                <a:gd name="connsiteY500" fmla="*/ 158591 h 389572"/>
                <a:gd name="connsiteX501" fmla="*/ 432911 w 462914"/>
                <a:gd name="connsiteY501" fmla="*/ 157163 h 389572"/>
                <a:gd name="connsiteX502" fmla="*/ 435292 w 462914"/>
                <a:gd name="connsiteY502" fmla="*/ 155257 h 389572"/>
                <a:gd name="connsiteX503" fmla="*/ 436721 w 462914"/>
                <a:gd name="connsiteY503" fmla="*/ 153353 h 389572"/>
                <a:gd name="connsiteX504" fmla="*/ 438626 w 462914"/>
                <a:gd name="connsiteY504" fmla="*/ 149066 h 389572"/>
                <a:gd name="connsiteX505" fmla="*/ 440055 w 462914"/>
                <a:gd name="connsiteY505" fmla="*/ 147638 h 389572"/>
                <a:gd name="connsiteX506" fmla="*/ 444817 w 462914"/>
                <a:gd name="connsiteY506" fmla="*/ 147161 h 389572"/>
                <a:gd name="connsiteX507" fmla="*/ 445770 w 462914"/>
                <a:gd name="connsiteY507" fmla="*/ 146209 h 389572"/>
                <a:gd name="connsiteX508" fmla="*/ 448151 w 462914"/>
                <a:gd name="connsiteY508" fmla="*/ 143828 h 389572"/>
                <a:gd name="connsiteX509" fmla="*/ 451485 w 462914"/>
                <a:gd name="connsiteY509" fmla="*/ 141446 h 389572"/>
                <a:gd name="connsiteX510" fmla="*/ 456247 w 462914"/>
                <a:gd name="connsiteY510" fmla="*/ 139541 h 389572"/>
                <a:gd name="connsiteX511" fmla="*/ 457676 w 462914"/>
                <a:gd name="connsiteY511" fmla="*/ 135731 h 389572"/>
                <a:gd name="connsiteX512" fmla="*/ 458629 w 462914"/>
                <a:gd name="connsiteY512" fmla="*/ 134779 h 389572"/>
                <a:gd name="connsiteX513" fmla="*/ 462439 w 462914"/>
                <a:gd name="connsiteY513" fmla="*/ 132874 h 389572"/>
                <a:gd name="connsiteX514" fmla="*/ 462915 w 462914"/>
                <a:gd name="connsiteY514" fmla="*/ 131921 h 389572"/>
                <a:gd name="connsiteX515" fmla="*/ 462439 w 462914"/>
                <a:gd name="connsiteY515" fmla="*/ 130969 h 38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462914" h="389572">
                  <a:moveTo>
                    <a:pt x="462439" y="130969"/>
                  </a:moveTo>
                  <a:lnTo>
                    <a:pt x="456247" y="122872"/>
                  </a:lnTo>
                  <a:lnTo>
                    <a:pt x="451009" y="120491"/>
                  </a:lnTo>
                  <a:lnTo>
                    <a:pt x="445294" y="120015"/>
                  </a:lnTo>
                  <a:lnTo>
                    <a:pt x="442913" y="120491"/>
                  </a:lnTo>
                  <a:lnTo>
                    <a:pt x="440055" y="122396"/>
                  </a:lnTo>
                  <a:lnTo>
                    <a:pt x="429101" y="120968"/>
                  </a:lnTo>
                  <a:lnTo>
                    <a:pt x="426720" y="121444"/>
                  </a:lnTo>
                  <a:lnTo>
                    <a:pt x="421005" y="124301"/>
                  </a:lnTo>
                  <a:lnTo>
                    <a:pt x="415766" y="124301"/>
                  </a:lnTo>
                  <a:lnTo>
                    <a:pt x="411956" y="126682"/>
                  </a:lnTo>
                  <a:lnTo>
                    <a:pt x="407194" y="123349"/>
                  </a:lnTo>
                  <a:lnTo>
                    <a:pt x="404336" y="121920"/>
                  </a:lnTo>
                  <a:lnTo>
                    <a:pt x="401002" y="120015"/>
                  </a:lnTo>
                  <a:lnTo>
                    <a:pt x="413861" y="120015"/>
                  </a:lnTo>
                  <a:lnTo>
                    <a:pt x="416242" y="115729"/>
                  </a:lnTo>
                  <a:lnTo>
                    <a:pt x="418147" y="111919"/>
                  </a:lnTo>
                  <a:lnTo>
                    <a:pt x="419100" y="108585"/>
                  </a:lnTo>
                  <a:lnTo>
                    <a:pt x="419100" y="107632"/>
                  </a:lnTo>
                  <a:lnTo>
                    <a:pt x="420529" y="105251"/>
                  </a:lnTo>
                  <a:lnTo>
                    <a:pt x="420529" y="103346"/>
                  </a:lnTo>
                  <a:lnTo>
                    <a:pt x="421481" y="101441"/>
                  </a:lnTo>
                  <a:lnTo>
                    <a:pt x="423386" y="99536"/>
                  </a:lnTo>
                  <a:lnTo>
                    <a:pt x="427672" y="98107"/>
                  </a:lnTo>
                  <a:lnTo>
                    <a:pt x="429101" y="94774"/>
                  </a:lnTo>
                  <a:lnTo>
                    <a:pt x="426244" y="91440"/>
                  </a:lnTo>
                  <a:lnTo>
                    <a:pt x="421481" y="88106"/>
                  </a:lnTo>
                  <a:lnTo>
                    <a:pt x="413861" y="86678"/>
                  </a:lnTo>
                  <a:lnTo>
                    <a:pt x="411480" y="85249"/>
                  </a:lnTo>
                  <a:lnTo>
                    <a:pt x="404813" y="78105"/>
                  </a:lnTo>
                  <a:lnTo>
                    <a:pt x="402431" y="76676"/>
                  </a:lnTo>
                  <a:lnTo>
                    <a:pt x="401002" y="79534"/>
                  </a:lnTo>
                  <a:lnTo>
                    <a:pt x="396240" y="79534"/>
                  </a:lnTo>
                  <a:lnTo>
                    <a:pt x="396240" y="81439"/>
                  </a:lnTo>
                  <a:lnTo>
                    <a:pt x="397192" y="83344"/>
                  </a:lnTo>
                  <a:lnTo>
                    <a:pt x="397192" y="85725"/>
                  </a:lnTo>
                  <a:lnTo>
                    <a:pt x="396240" y="84296"/>
                  </a:lnTo>
                  <a:lnTo>
                    <a:pt x="394811" y="83344"/>
                  </a:lnTo>
                  <a:lnTo>
                    <a:pt x="393859" y="82391"/>
                  </a:lnTo>
                  <a:lnTo>
                    <a:pt x="393859" y="80963"/>
                  </a:lnTo>
                  <a:lnTo>
                    <a:pt x="391477" y="78105"/>
                  </a:lnTo>
                  <a:lnTo>
                    <a:pt x="387667" y="75247"/>
                  </a:lnTo>
                  <a:lnTo>
                    <a:pt x="385763" y="74771"/>
                  </a:lnTo>
                  <a:lnTo>
                    <a:pt x="384334" y="74295"/>
                  </a:lnTo>
                  <a:lnTo>
                    <a:pt x="382905" y="74295"/>
                  </a:lnTo>
                  <a:lnTo>
                    <a:pt x="383381" y="75247"/>
                  </a:lnTo>
                  <a:lnTo>
                    <a:pt x="382429" y="77629"/>
                  </a:lnTo>
                  <a:lnTo>
                    <a:pt x="382905" y="79534"/>
                  </a:lnTo>
                  <a:lnTo>
                    <a:pt x="382429" y="79534"/>
                  </a:lnTo>
                  <a:lnTo>
                    <a:pt x="381952" y="79057"/>
                  </a:lnTo>
                  <a:lnTo>
                    <a:pt x="381000" y="77629"/>
                  </a:lnTo>
                  <a:lnTo>
                    <a:pt x="379571" y="80010"/>
                  </a:lnTo>
                  <a:lnTo>
                    <a:pt x="378619" y="80963"/>
                  </a:lnTo>
                  <a:lnTo>
                    <a:pt x="378142" y="80963"/>
                  </a:lnTo>
                  <a:lnTo>
                    <a:pt x="377666" y="80963"/>
                  </a:lnTo>
                  <a:lnTo>
                    <a:pt x="374809" y="76200"/>
                  </a:lnTo>
                  <a:lnTo>
                    <a:pt x="370999" y="67628"/>
                  </a:lnTo>
                  <a:lnTo>
                    <a:pt x="369570" y="66675"/>
                  </a:lnTo>
                  <a:lnTo>
                    <a:pt x="367665" y="66199"/>
                  </a:lnTo>
                  <a:lnTo>
                    <a:pt x="367189" y="68104"/>
                  </a:lnTo>
                  <a:lnTo>
                    <a:pt x="367665" y="69532"/>
                  </a:lnTo>
                  <a:lnTo>
                    <a:pt x="365760" y="70961"/>
                  </a:lnTo>
                  <a:lnTo>
                    <a:pt x="362902" y="71438"/>
                  </a:lnTo>
                  <a:lnTo>
                    <a:pt x="364331" y="70009"/>
                  </a:lnTo>
                  <a:lnTo>
                    <a:pt x="365284" y="66675"/>
                  </a:lnTo>
                  <a:lnTo>
                    <a:pt x="364331" y="63818"/>
                  </a:lnTo>
                  <a:lnTo>
                    <a:pt x="363855" y="62389"/>
                  </a:lnTo>
                  <a:lnTo>
                    <a:pt x="361474" y="60007"/>
                  </a:lnTo>
                  <a:lnTo>
                    <a:pt x="360521" y="60007"/>
                  </a:lnTo>
                  <a:lnTo>
                    <a:pt x="360045" y="59531"/>
                  </a:lnTo>
                  <a:lnTo>
                    <a:pt x="360045" y="56674"/>
                  </a:lnTo>
                  <a:lnTo>
                    <a:pt x="357664" y="55721"/>
                  </a:lnTo>
                  <a:lnTo>
                    <a:pt x="365284" y="54769"/>
                  </a:lnTo>
                  <a:lnTo>
                    <a:pt x="375761" y="55245"/>
                  </a:lnTo>
                  <a:lnTo>
                    <a:pt x="381000" y="52388"/>
                  </a:lnTo>
                  <a:lnTo>
                    <a:pt x="387667" y="51911"/>
                  </a:lnTo>
                  <a:lnTo>
                    <a:pt x="391954" y="50482"/>
                  </a:lnTo>
                  <a:lnTo>
                    <a:pt x="393382" y="48578"/>
                  </a:lnTo>
                  <a:lnTo>
                    <a:pt x="381000" y="50006"/>
                  </a:lnTo>
                  <a:lnTo>
                    <a:pt x="365284" y="48101"/>
                  </a:lnTo>
                  <a:lnTo>
                    <a:pt x="357188" y="49530"/>
                  </a:lnTo>
                  <a:lnTo>
                    <a:pt x="354330" y="49054"/>
                  </a:lnTo>
                  <a:lnTo>
                    <a:pt x="349091" y="49530"/>
                  </a:lnTo>
                  <a:lnTo>
                    <a:pt x="338614" y="51911"/>
                  </a:lnTo>
                  <a:lnTo>
                    <a:pt x="325755" y="51435"/>
                  </a:lnTo>
                  <a:lnTo>
                    <a:pt x="314801" y="52388"/>
                  </a:lnTo>
                  <a:lnTo>
                    <a:pt x="311467" y="52388"/>
                  </a:lnTo>
                  <a:lnTo>
                    <a:pt x="313372" y="55721"/>
                  </a:lnTo>
                  <a:lnTo>
                    <a:pt x="316230" y="54293"/>
                  </a:lnTo>
                  <a:lnTo>
                    <a:pt x="326231" y="55245"/>
                  </a:lnTo>
                  <a:lnTo>
                    <a:pt x="330517" y="57150"/>
                  </a:lnTo>
                  <a:lnTo>
                    <a:pt x="329089" y="58103"/>
                  </a:lnTo>
                  <a:lnTo>
                    <a:pt x="327184" y="59055"/>
                  </a:lnTo>
                  <a:lnTo>
                    <a:pt x="315277" y="58579"/>
                  </a:lnTo>
                  <a:lnTo>
                    <a:pt x="292894" y="70961"/>
                  </a:lnTo>
                  <a:lnTo>
                    <a:pt x="289560" y="70961"/>
                  </a:lnTo>
                  <a:lnTo>
                    <a:pt x="286702" y="71438"/>
                  </a:lnTo>
                  <a:lnTo>
                    <a:pt x="282892" y="71438"/>
                  </a:lnTo>
                  <a:lnTo>
                    <a:pt x="276701" y="69532"/>
                  </a:lnTo>
                  <a:lnTo>
                    <a:pt x="270986" y="68104"/>
                  </a:lnTo>
                  <a:lnTo>
                    <a:pt x="265271" y="65722"/>
                  </a:lnTo>
                  <a:lnTo>
                    <a:pt x="258604" y="64770"/>
                  </a:lnTo>
                  <a:lnTo>
                    <a:pt x="250507" y="57626"/>
                  </a:lnTo>
                  <a:lnTo>
                    <a:pt x="250507" y="56197"/>
                  </a:lnTo>
                  <a:lnTo>
                    <a:pt x="250031" y="54293"/>
                  </a:lnTo>
                  <a:lnTo>
                    <a:pt x="245269" y="52388"/>
                  </a:lnTo>
                  <a:lnTo>
                    <a:pt x="220027" y="53340"/>
                  </a:lnTo>
                  <a:lnTo>
                    <a:pt x="215265" y="54769"/>
                  </a:lnTo>
                  <a:lnTo>
                    <a:pt x="200025" y="56197"/>
                  </a:lnTo>
                  <a:lnTo>
                    <a:pt x="190024" y="58103"/>
                  </a:lnTo>
                  <a:lnTo>
                    <a:pt x="180975" y="57626"/>
                  </a:lnTo>
                  <a:lnTo>
                    <a:pt x="177641" y="55245"/>
                  </a:lnTo>
                  <a:lnTo>
                    <a:pt x="175736" y="50959"/>
                  </a:lnTo>
                  <a:lnTo>
                    <a:pt x="174784" y="46672"/>
                  </a:lnTo>
                  <a:lnTo>
                    <a:pt x="176689" y="44291"/>
                  </a:lnTo>
                  <a:lnTo>
                    <a:pt x="174784" y="41910"/>
                  </a:lnTo>
                  <a:lnTo>
                    <a:pt x="174307" y="38576"/>
                  </a:lnTo>
                  <a:lnTo>
                    <a:pt x="172402" y="34766"/>
                  </a:lnTo>
                  <a:lnTo>
                    <a:pt x="164782" y="29528"/>
                  </a:lnTo>
                  <a:lnTo>
                    <a:pt x="157639" y="25241"/>
                  </a:lnTo>
                  <a:lnTo>
                    <a:pt x="150019" y="24289"/>
                  </a:lnTo>
                  <a:lnTo>
                    <a:pt x="143827" y="22384"/>
                  </a:lnTo>
                  <a:lnTo>
                    <a:pt x="133826" y="22860"/>
                  </a:lnTo>
                  <a:lnTo>
                    <a:pt x="132397" y="23336"/>
                  </a:lnTo>
                  <a:lnTo>
                    <a:pt x="130492" y="23336"/>
                  </a:lnTo>
                  <a:lnTo>
                    <a:pt x="127635" y="20479"/>
                  </a:lnTo>
                  <a:lnTo>
                    <a:pt x="125730" y="16669"/>
                  </a:lnTo>
                  <a:lnTo>
                    <a:pt x="124301" y="11430"/>
                  </a:lnTo>
                  <a:lnTo>
                    <a:pt x="123825" y="6191"/>
                  </a:lnTo>
                  <a:lnTo>
                    <a:pt x="122872" y="4286"/>
                  </a:lnTo>
                  <a:lnTo>
                    <a:pt x="120967" y="2381"/>
                  </a:lnTo>
                  <a:lnTo>
                    <a:pt x="118110" y="0"/>
                  </a:lnTo>
                  <a:lnTo>
                    <a:pt x="114300" y="1429"/>
                  </a:lnTo>
                  <a:lnTo>
                    <a:pt x="111442" y="2857"/>
                  </a:lnTo>
                  <a:lnTo>
                    <a:pt x="110014" y="6191"/>
                  </a:lnTo>
                  <a:lnTo>
                    <a:pt x="108585" y="10001"/>
                  </a:lnTo>
                  <a:lnTo>
                    <a:pt x="110966" y="15240"/>
                  </a:lnTo>
                  <a:lnTo>
                    <a:pt x="110966" y="17145"/>
                  </a:lnTo>
                  <a:lnTo>
                    <a:pt x="111919" y="19050"/>
                  </a:lnTo>
                  <a:lnTo>
                    <a:pt x="121444" y="17621"/>
                  </a:lnTo>
                  <a:lnTo>
                    <a:pt x="124777" y="17621"/>
                  </a:lnTo>
                  <a:lnTo>
                    <a:pt x="126206" y="21907"/>
                  </a:lnTo>
                  <a:lnTo>
                    <a:pt x="125254" y="24289"/>
                  </a:lnTo>
                  <a:lnTo>
                    <a:pt x="122396" y="25241"/>
                  </a:lnTo>
                  <a:lnTo>
                    <a:pt x="116681" y="22384"/>
                  </a:lnTo>
                  <a:lnTo>
                    <a:pt x="115252" y="22860"/>
                  </a:lnTo>
                  <a:lnTo>
                    <a:pt x="113347" y="26194"/>
                  </a:lnTo>
                  <a:lnTo>
                    <a:pt x="110966" y="28099"/>
                  </a:lnTo>
                  <a:lnTo>
                    <a:pt x="98107" y="30956"/>
                  </a:lnTo>
                  <a:lnTo>
                    <a:pt x="88582" y="32861"/>
                  </a:lnTo>
                  <a:lnTo>
                    <a:pt x="73342" y="40005"/>
                  </a:lnTo>
                  <a:lnTo>
                    <a:pt x="66199" y="41434"/>
                  </a:lnTo>
                  <a:lnTo>
                    <a:pt x="66675" y="45720"/>
                  </a:lnTo>
                  <a:lnTo>
                    <a:pt x="63817" y="47625"/>
                  </a:lnTo>
                  <a:lnTo>
                    <a:pt x="64770" y="52864"/>
                  </a:lnTo>
                  <a:lnTo>
                    <a:pt x="65722" y="55721"/>
                  </a:lnTo>
                  <a:lnTo>
                    <a:pt x="66675" y="58103"/>
                  </a:lnTo>
                  <a:lnTo>
                    <a:pt x="69056" y="65246"/>
                  </a:lnTo>
                  <a:lnTo>
                    <a:pt x="73342" y="69532"/>
                  </a:lnTo>
                  <a:lnTo>
                    <a:pt x="75247" y="73819"/>
                  </a:lnTo>
                  <a:lnTo>
                    <a:pt x="79534" y="80010"/>
                  </a:lnTo>
                  <a:lnTo>
                    <a:pt x="80486" y="84296"/>
                  </a:lnTo>
                  <a:lnTo>
                    <a:pt x="79534" y="90964"/>
                  </a:lnTo>
                  <a:lnTo>
                    <a:pt x="79057" y="96679"/>
                  </a:lnTo>
                  <a:lnTo>
                    <a:pt x="74771" y="100965"/>
                  </a:lnTo>
                  <a:lnTo>
                    <a:pt x="73342" y="102870"/>
                  </a:lnTo>
                  <a:lnTo>
                    <a:pt x="71438" y="103822"/>
                  </a:lnTo>
                  <a:lnTo>
                    <a:pt x="63341" y="106204"/>
                  </a:lnTo>
                  <a:lnTo>
                    <a:pt x="60484" y="106204"/>
                  </a:lnTo>
                  <a:lnTo>
                    <a:pt x="58102" y="105251"/>
                  </a:lnTo>
                  <a:lnTo>
                    <a:pt x="56197" y="103346"/>
                  </a:lnTo>
                  <a:lnTo>
                    <a:pt x="54769" y="99536"/>
                  </a:lnTo>
                  <a:lnTo>
                    <a:pt x="55245" y="96679"/>
                  </a:lnTo>
                  <a:lnTo>
                    <a:pt x="53816" y="94774"/>
                  </a:lnTo>
                  <a:lnTo>
                    <a:pt x="51435" y="93345"/>
                  </a:lnTo>
                  <a:lnTo>
                    <a:pt x="48101" y="89059"/>
                  </a:lnTo>
                  <a:lnTo>
                    <a:pt x="47625" y="86201"/>
                  </a:lnTo>
                  <a:lnTo>
                    <a:pt x="43339" y="80486"/>
                  </a:lnTo>
                  <a:lnTo>
                    <a:pt x="48577" y="70485"/>
                  </a:lnTo>
                  <a:lnTo>
                    <a:pt x="50959" y="68580"/>
                  </a:lnTo>
                  <a:lnTo>
                    <a:pt x="54292" y="63341"/>
                  </a:lnTo>
                  <a:lnTo>
                    <a:pt x="58579" y="59055"/>
                  </a:lnTo>
                  <a:lnTo>
                    <a:pt x="60960" y="51911"/>
                  </a:lnTo>
                  <a:lnTo>
                    <a:pt x="60960" y="49530"/>
                  </a:lnTo>
                  <a:lnTo>
                    <a:pt x="57626" y="45720"/>
                  </a:lnTo>
                  <a:lnTo>
                    <a:pt x="56197" y="40481"/>
                  </a:lnTo>
                  <a:lnTo>
                    <a:pt x="58102" y="40481"/>
                  </a:lnTo>
                  <a:lnTo>
                    <a:pt x="59055" y="40005"/>
                  </a:lnTo>
                  <a:lnTo>
                    <a:pt x="53816" y="35719"/>
                  </a:lnTo>
                  <a:lnTo>
                    <a:pt x="52388" y="33814"/>
                  </a:lnTo>
                  <a:lnTo>
                    <a:pt x="48577" y="26194"/>
                  </a:lnTo>
                  <a:lnTo>
                    <a:pt x="48101" y="23813"/>
                  </a:lnTo>
                  <a:lnTo>
                    <a:pt x="48101" y="20955"/>
                  </a:lnTo>
                  <a:lnTo>
                    <a:pt x="50006" y="19526"/>
                  </a:lnTo>
                  <a:lnTo>
                    <a:pt x="51435" y="19050"/>
                  </a:lnTo>
                  <a:lnTo>
                    <a:pt x="64294" y="15716"/>
                  </a:lnTo>
                  <a:lnTo>
                    <a:pt x="66675" y="14288"/>
                  </a:lnTo>
                  <a:lnTo>
                    <a:pt x="69056" y="12382"/>
                  </a:lnTo>
                  <a:lnTo>
                    <a:pt x="70009" y="10954"/>
                  </a:lnTo>
                  <a:lnTo>
                    <a:pt x="68580" y="11430"/>
                  </a:lnTo>
                  <a:lnTo>
                    <a:pt x="67151" y="12382"/>
                  </a:lnTo>
                  <a:lnTo>
                    <a:pt x="62389" y="14288"/>
                  </a:lnTo>
                  <a:lnTo>
                    <a:pt x="56197" y="15716"/>
                  </a:lnTo>
                  <a:lnTo>
                    <a:pt x="48101" y="17621"/>
                  </a:lnTo>
                  <a:lnTo>
                    <a:pt x="46196" y="20003"/>
                  </a:lnTo>
                  <a:lnTo>
                    <a:pt x="38100" y="33814"/>
                  </a:lnTo>
                  <a:lnTo>
                    <a:pt x="31432" y="36671"/>
                  </a:lnTo>
                  <a:lnTo>
                    <a:pt x="29051" y="38576"/>
                  </a:lnTo>
                  <a:lnTo>
                    <a:pt x="27146" y="40957"/>
                  </a:lnTo>
                  <a:lnTo>
                    <a:pt x="23336" y="45720"/>
                  </a:lnTo>
                  <a:lnTo>
                    <a:pt x="21431" y="49530"/>
                  </a:lnTo>
                  <a:lnTo>
                    <a:pt x="17145" y="57626"/>
                  </a:lnTo>
                  <a:lnTo>
                    <a:pt x="14764" y="67628"/>
                  </a:lnTo>
                  <a:lnTo>
                    <a:pt x="13811" y="73343"/>
                  </a:lnTo>
                  <a:lnTo>
                    <a:pt x="12382" y="81439"/>
                  </a:lnTo>
                  <a:lnTo>
                    <a:pt x="10477" y="85725"/>
                  </a:lnTo>
                  <a:lnTo>
                    <a:pt x="7620" y="89535"/>
                  </a:lnTo>
                  <a:lnTo>
                    <a:pt x="4763" y="93345"/>
                  </a:lnTo>
                  <a:lnTo>
                    <a:pt x="2381" y="97631"/>
                  </a:lnTo>
                  <a:lnTo>
                    <a:pt x="476" y="100965"/>
                  </a:lnTo>
                  <a:lnTo>
                    <a:pt x="0" y="101918"/>
                  </a:lnTo>
                  <a:lnTo>
                    <a:pt x="952" y="102870"/>
                  </a:lnTo>
                  <a:lnTo>
                    <a:pt x="5715" y="101918"/>
                  </a:lnTo>
                  <a:lnTo>
                    <a:pt x="7620" y="100965"/>
                  </a:lnTo>
                  <a:lnTo>
                    <a:pt x="10477" y="99536"/>
                  </a:lnTo>
                  <a:lnTo>
                    <a:pt x="12382" y="100013"/>
                  </a:lnTo>
                  <a:lnTo>
                    <a:pt x="14288" y="103346"/>
                  </a:lnTo>
                  <a:lnTo>
                    <a:pt x="16192" y="103822"/>
                  </a:lnTo>
                  <a:lnTo>
                    <a:pt x="18097" y="103346"/>
                  </a:lnTo>
                  <a:lnTo>
                    <a:pt x="20002" y="104299"/>
                  </a:lnTo>
                  <a:lnTo>
                    <a:pt x="22384" y="113347"/>
                  </a:lnTo>
                  <a:lnTo>
                    <a:pt x="24289" y="120968"/>
                  </a:lnTo>
                  <a:lnTo>
                    <a:pt x="29051" y="125730"/>
                  </a:lnTo>
                  <a:lnTo>
                    <a:pt x="32861" y="129540"/>
                  </a:lnTo>
                  <a:lnTo>
                    <a:pt x="33814" y="132874"/>
                  </a:lnTo>
                  <a:lnTo>
                    <a:pt x="34766" y="137636"/>
                  </a:lnTo>
                  <a:lnTo>
                    <a:pt x="34766" y="140018"/>
                  </a:lnTo>
                  <a:lnTo>
                    <a:pt x="33814" y="141446"/>
                  </a:lnTo>
                  <a:lnTo>
                    <a:pt x="31909" y="144304"/>
                  </a:lnTo>
                  <a:lnTo>
                    <a:pt x="31432" y="149543"/>
                  </a:lnTo>
                  <a:lnTo>
                    <a:pt x="30956" y="151447"/>
                  </a:lnTo>
                  <a:lnTo>
                    <a:pt x="30480" y="156210"/>
                  </a:lnTo>
                  <a:lnTo>
                    <a:pt x="30480" y="159068"/>
                  </a:lnTo>
                  <a:lnTo>
                    <a:pt x="31432" y="161449"/>
                  </a:lnTo>
                  <a:lnTo>
                    <a:pt x="32861" y="162878"/>
                  </a:lnTo>
                  <a:lnTo>
                    <a:pt x="36195" y="163354"/>
                  </a:lnTo>
                  <a:lnTo>
                    <a:pt x="39052" y="164306"/>
                  </a:lnTo>
                  <a:lnTo>
                    <a:pt x="40957" y="168593"/>
                  </a:lnTo>
                  <a:lnTo>
                    <a:pt x="43339" y="173831"/>
                  </a:lnTo>
                  <a:lnTo>
                    <a:pt x="46196" y="176213"/>
                  </a:lnTo>
                  <a:lnTo>
                    <a:pt x="50006" y="177641"/>
                  </a:lnTo>
                  <a:lnTo>
                    <a:pt x="52864" y="177165"/>
                  </a:lnTo>
                  <a:lnTo>
                    <a:pt x="59531" y="176213"/>
                  </a:lnTo>
                  <a:lnTo>
                    <a:pt x="65246" y="176213"/>
                  </a:lnTo>
                  <a:lnTo>
                    <a:pt x="73342" y="177641"/>
                  </a:lnTo>
                  <a:lnTo>
                    <a:pt x="76200" y="177641"/>
                  </a:lnTo>
                  <a:lnTo>
                    <a:pt x="80010" y="177165"/>
                  </a:lnTo>
                  <a:lnTo>
                    <a:pt x="86677" y="174307"/>
                  </a:lnTo>
                  <a:lnTo>
                    <a:pt x="89059" y="173831"/>
                  </a:lnTo>
                  <a:lnTo>
                    <a:pt x="91916" y="174307"/>
                  </a:lnTo>
                  <a:lnTo>
                    <a:pt x="96202" y="175736"/>
                  </a:lnTo>
                  <a:lnTo>
                    <a:pt x="98584" y="176689"/>
                  </a:lnTo>
                  <a:lnTo>
                    <a:pt x="101441" y="177641"/>
                  </a:lnTo>
                  <a:lnTo>
                    <a:pt x="105727" y="178594"/>
                  </a:lnTo>
                  <a:lnTo>
                    <a:pt x="108585" y="178594"/>
                  </a:lnTo>
                  <a:lnTo>
                    <a:pt x="110490" y="178594"/>
                  </a:lnTo>
                  <a:lnTo>
                    <a:pt x="111442" y="179070"/>
                  </a:lnTo>
                  <a:lnTo>
                    <a:pt x="118110" y="187166"/>
                  </a:lnTo>
                  <a:lnTo>
                    <a:pt x="123825" y="194310"/>
                  </a:lnTo>
                  <a:lnTo>
                    <a:pt x="128588" y="200025"/>
                  </a:lnTo>
                  <a:lnTo>
                    <a:pt x="133826" y="206216"/>
                  </a:lnTo>
                  <a:lnTo>
                    <a:pt x="134302" y="206693"/>
                  </a:lnTo>
                  <a:lnTo>
                    <a:pt x="136684" y="205740"/>
                  </a:lnTo>
                  <a:lnTo>
                    <a:pt x="138113" y="206216"/>
                  </a:lnTo>
                  <a:lnTo>
                    <a:pt x="139541" y="207645"/>
                  </a:lnTo>
                  <a:lnTo>
                    <a:pt x="141922" y="207169"/>
                  </a:lnTo>
                  <a:lnTo>
                    <a:pt x="145256" y="204788"/>
                  </a:lnTo>
                  <a:lnTo>
                    <a:pt x="150495" y="204311"/>
                  </a:lnTo>
                  <a:lnTo>
                    <a:pt x="157163" y="205740"/>
                  </a:lnTo>
                  <a:lnTo>
                    <a:pt x="166211" y="205740"/>
                  </a:lnTo>
                  <a:lnTo>
                    <a:pt x="177165" y="204311"/>
                  </a:lnTo>
                  <a:lnTo>
                    <a:pt x="184309" y="202882"/>
                  </a:lnTo>
                  <a:lnTo>
                    <a:pt x="187166" y="201454"/>
                  </a:lnTo>
                  <a:lnTo>
                    <a:pt x="191452" y="201454"/>
                  </a:lnTo>
                  <a:lnTo>
                    <a:pt x="196691" y="202882"/>
                  </a:lnTo>
                  <a:lnTo>
                    <a:pt x="199549" y="204788"/>
                  </a:lnTo>
                  <a:lnTo>
                    <a:pt x="200025" y="206693"/>
                  </a:lnTo>
                  <a:lnTo>
                    <a:pt x="200977" y="210026"/>
                  </a:lnTo>
                  <a:lnTo>
                    <a:pt x="200025" y="213360"/>
                  </a:lnTo>
                  <a:lnTo>
                    <a:pt x="196691" y="216694"/>
                  </a:lnTo>
                  <a:lnTo>
                    <a:pt x="194786" y="220980"/>
                  </a:lnTo>
                  <a:lnTo>
                    <a:pt x="194310" y="226219"/>
                  </a:lnTo>
                  <a:lnTo>
                    <a:pt x="192405" y="230029"/>
                  </a:lnTo>
                  <a:lnTo>
                    <a:pt x="189071" y="232410"/>
                  </a:lnTo>
                  <a:lnTo>
                    <a:pt x="187642" y="235744"/>
                  </a:lnTo>
                  <a:lnTo>
                    <a:pt x="188119" y="240506"/>
                  </a:lnTo>
                  <a:lnTo>
                    <a:pt x="187642" y="247174"/>
                  </a:lnTo>
                  <a:lnTo>
                    <a:pt x="186214" y="256222"/>
                  </a:lnTo>
                  <a:lnTo>
                    <a:pt x="186214" y="261461"/>
                  </a:lnTo>
                  <a:lnTo>
                    <a:pt x="187642" y="263366"/>
                  </a:lnTo>
                  <a:lnTo>
                    <a:pt x="188119" y="265747"/>
                  </a:lnTo>
                  <a:lnTo>
                    <a:pt x="188119" y="269081"/>
                  </a:lnTo>
                  <a:lnTo>
                    <a:pt x="188595" y="271939"/>
                  </a:lnTo>
                  <a:lnTo>
                    <a:pt x="190500" y="275749"/>
                  </a:lnTo>
                  <a:lnTo>
                    <a:pt x="192881" y="283369"/>
                  </a:lnTo>
                  <a:lnTo>
                    <a:pt x="194786" y="286703"/>
                  </a:lnTo>
                  <a:lnTo>
                    <a:pt x="196691" y="287655"/>
                  </a:lnTo>
                  <a:lnTo>
                    <a:pt x="198596" y="289084"/>
                  </a:lnTo>
                  <a:lnTo>
                    <a:pt x="203835" y="296704"/>
                  </a:lnTo>
                  <a:lnTo>
                    <a:pt x="205264" y="298132"/>
                  </a:lnTo>
                  <a:lnTo>
                    <a:pt x="204788" y="299561"/>
                  </a:lnTo>
                  <a:lnTo>
                    <a:pt x="204311" y="300514"/>
                  </a:lnTo>
                  <a:lnTo>
                    <a:pt x="203835" y="300990"/>
                  </a:lnTo>
                  <a:lnTo>
                    <a:pt x="198120" y="305753"/>
                  </a:lnTo>
                  <a:lnTo>
                    <a:pt x="187166" y="315754"/>
                  </a:lnTo>
                  <a:lnTo>
                    <a:pt x="186214" y="317182"/>
                  </a:lnTo>
                  <a:lnTo>
                    <a:pt x="186214" y="319088"/>
                  </a:lnTo>
                  <a:lnTo>
                    <a:pt x="189547" y="317659"/>
                  </a:lnTo>
                  <a:lnTo>
                    <a:pt x="192881" y="318611"/>
                  </a:lnTo>
                  <a:lnTo>
                    <a:pt x="194310" y="318611"/>
                  </a:lnTo>
                  <a:lnTo>
                    <a:pt x="195263" y="319564"/>
                  </a:lnTo>
                  <a:lnTo>
                    <a:pt x="196215" y="322421"/>
                  </a:lnTo>
                  <a:lnTo>
                    <a:pt x="197167" y="322897"/>
                  </a:lnTo>
                  <a:lnTo>
                    <a:pt x="198596" y="323850"/>
                  </a:lnTo>
                  <a:lnTo>
                    <a:pt x="201930" y="326707"/>
                  </a:lnTo>
                  <a:lnTo>
                    <a:pt x="204788" y="329565"/>
                  </a:lnTo>
                  <a:lnTo>
                    <a:pt x="206692" y="330994"/>
                  </a:lnTo>
                  <a:lnTo>
                    <a:pt x="208121" y="332422"/>
                  </a:lnTo>
                  <a:lnTo>
                    <a:pt x="208597" y="334328"/>
                  </a:lnTo>
                  <a:lnTo>
                    <a:pt x="208121" y="336232"/>
                  </a:lnTo>
                  <a:lnTo>
                    <a:pt x="210026" y="340519"/>
                  </a:lnTo>
                  <a:lnTo>
                    <a:pt x="210979" y="341947"/>
                  </a:lnTo>
                  <a:lnTo>
                    <a:pt x="211455" y="343853"/>
                  </a:lnTo>
                  <a:lnTo>
                    <a:pt x="210979" y="345757"/>
                  </a:lnTo>
                  <a:lnTo>
                    <a:pt x="212407" y="347663"/>
                  </a:lnTo>
                  <a:lnTo>
                    <a:pt x="213836" y="351472"/>
                  </a:lnTo>
                  <a:lnTo>
                    <a:pt x="215741" y="356235"/>
                  </a:lnTo>
                  <a:lnTo>
                    <a:pt x="215741" y="359093"/>
                  </a:lnTo>
                  <a:lnTo>
                    <a:pt x="216694" y="360521"/>
                  </a:lnTo>
                  <a:lnTo>
                    <a:pt x="217646" y="363855"/>
                  </a:lnTo>
                  <a:lnTo>
                    <a:pt x="219075" y="367189"/>
                  </a:lnTo>
                  <a:lnTo>
                    <a:pt x="218599" y="369570"/>
                  </a:lnTo>
                  <a:lnTo>
                    <a:pt x="219075" y="371951"/>
                  </a:lnTo>
                  <a:lnTo>
                    <a:pt x="227647" y="379571"/>
                  </a:lnTo>
                  <a:lnTo>
                    <a:pt x="234315" y="385286"/>
                  </a:lnTo>
                  <a:lnTo>
                    <a:pt x="237172" y="387191"/>
                  </a:lnTo>
                  <a:lnTo>
                    <a:pt x="238601" y="387668"/>
                  </a:lnTo>
                  <a:lnTo>
                    <a:pt x="242411" y="387191"/>
                  </a:lnTo>
                  <a:lnTo>
                    <a:pt x="246697" y="386239"/>
                  </a:lnTo>
                  <a:lnTo>
                    <a:pt x="249079" y="385286"/>
                  </a:lnTo>
                  <a:lnTo>
                    <a:pt x="251460" y="383381"/>
                  </a:lnTo>
                  <a:lnTo>
                    <a:pt x="255270" y="381000"/>
                  </a:lnTo>
                  <a:lnTo>
                    <a:pt x="258604" y="379571"/>
                  </a:lnTo>
                  <a:lnTo>
                    <a:pt x="260032" y="379571"/>
                  </a:lnTo>
                  <a:lnTo>
                    <a:pt x="261461" y="380047"/>
                  </a:lnTo>
                  <a:lnTo>
                    <a:pt x="264319" y="381476"/>
                  </a:lnTo>
                  <a:lnTo>
                    <a:pt x="265747" y="384334"/>
                  </a:lnTo>
                  <a:lnTo>
                    <a:pt x="264319" y="387668"/>
                  </a:lnTo>
                  <a:lnTo>
                    <a:pt x="264319" y="389572"/>
                  </a:lnTo>
                  <a:lnTo>
                    <a:pt x="267176" y="389572"/>
                  </a:lnTo>
                  <a:lnTo>
                    <a:pt x="269557" y="386239"/>
                  </a:lnTo>
                  <a:lnTo>
                    <a:pt x="270986" y="383381"/>
                  </a:lnTo>
                  <a:lnTo>
                    <a:pt x="274320" y="381476"/>
                  </a:lnTo>
                  <a:lnTo>
                    <a:pt x="277654" y="378619"/>
                  </a:lnTo>
                  <a:lnTo>
                    <a:pt x="280035" y="375761"/>
                  </a:lnTo>
                  <a:lnTo>
                    <a:pt x="282892" y="373856"/>
                  </a:lnTo>
                  <a:lnTo>
                    <a:pt x="286702" y="371951"/>
                  </a:lnTo>
                  <a:lnTo>
                    <a:pt x="290036" y="370522"/>
                  </a:lnTo>
                  <a:lnTo>
                    <a:pt x="292894" y="370522"/>
                  </a:lnTo>
                  <a:lnTo>
                    <a:pt x="295275" y="369094"/>
                  </a:lnTo>
                  <a:lnTo>
                    <a:pt x="298132" y="366713"/>
                  </a:lnTo>
                  <a:lnTo>
                    <a:pt x="300038" y="364807"/>
                  </a:lnTo>
                  <a:lnTo>
                    <a:pt x="301466" y="363855"/>
                  </a:lnTo>
                  <a:lnTo>
                    <a:pt x="304324" y="363855"/>
                  </a:lnTo>
                  <a:lnTo>
                    <a:pt x="307657" y="363379"/>
                  </a:lnTo>
                  <a:lnTo>
                    <a:pt x="310991" y="360997"/>
                  </a:lnTo>
                  <a:lnTo>
                    <a:pt x="313849" y="358140"/>
                  </a:lnTo>
                  <a:lnTo>
                    <a:pt x="315277" y="352901"/>
                  </a:lnTo>
                  <a:lnTo>
                    <a:pt x="316230" y="348615"/>
                  </a:lnTo>
                  <a:lnTo>
                    <a:pt x="317182" y="347663"/>
                  </a:lnTo>
                  <a:lnTo>
                    <a:pt x="318135" y="346710"/>
                  </a:lnTo>
                  <a:lnTo>
                    <a:pt x="319564" y="346234"/>
                  </a:lnTo>
                  <a:lnTo>
                    <a:pt x="322897" y="345757"/>
                  </a:lnTo>
                  <a:lnTo>
                    <a:pt x="328613" y="343376"/>
                  </a:lnTo>
                  <a:lnTo>
                    <a:pt x="332422" y="340995"/>
                  </a:lnTo>
                  <a:lnTo>
                    <a:pt x="336232" y="340519"/>
                  </a:lnTo>
                  <a:lnTo>
                    <a:pt x="337185" y="340043"/>
                  </a:lnTo>
                  <a:lnTo>
                    <a:pt x="338614" y="337661"/>
                  </a:lnTo>
                  <a:lnTo>
                    <a:pt x="339090" y="333851"/>
                  </a:lnTo>
                  <a:lnTo>
                    <a:pt x="338614" y="331470"/>
                  </a:lnTo>
                  <a:lnTo>
                    <a:pt x="331946" y="330518"/>
                  </a:lnTo>
                  <a:lnTo>
                    <a:pt x="327660" y="330518"/>
                  </a:lnTo>
                  <a:lnTo>
                    <a:pt x="320516" y="330041"/>
                  </a:lnTo>
                  <a:lnTo>
                    <a:pt x="317182" y="329089"/>
                  </a:lnTo>
                  <a:lnTo>
                    <a:pt x="316230" y="328613"/>
                  </a:lnTo>
                  <a:lnTo>
                    <a:pt x="316230" y="327660"/>
                  </a:lnTo>
                  <a:lnTo>
                    <a:pt x="316706" y="325755"/>
                  </a:lnTo>
                  <a:lnTo>
                    <a:pt x="317182" y="322421"/>
                  </a:lnTo>
                  <a:lnTo>
                    <a:pt x="316230" y="318135"/>
                  </a:lnTo>
                  <a:lnTo>
                    <a:pt x="312420" y="311468"/>
                  </a:lnTo>
                  <a:lnTo>
                    <a:pt x="310039" y="304800"/>
                  </a:lnTo>
                  <a:lnTo>
                    <a:pt x="309563" y="300038"/>
                  </a:lnTo>
                  <a:lnTo>
                    <a:pt x="309563" y="295275"/>
                  </a:lnTo>
                  <a:lnTo>
                    <a:pt x="309563" y="291941"/>
                  </a:lnTo>
                  <a:lnTo>
                    <a:pt x="307657" y="289560"/>
                  </a:lnTo>
                  <a:lnTo>
                    <a:pt x="297656" y="281464"/>
                  </a:lnTo>
                  <a:lnTo>
                    <a:pt x="294322" y="277654"/>
                  </a:lnTo>
                  <a:lnTo>
                    <a:pt x="293370" y="275272"/>
                  </a:lnTo>
                  <a:lnTo>
                    <a:pt x="289560" y="270510"/>
                  </a:lnTo>
                  <a:lnTo>
                    <a:pt x="290513" y="269081"/>
                  </a:lnTo>
                  <a:lnTo>
                    <a:pt x="292894" y="269081"/>
                  </a:lnTo>
                  <a:lnTo>
                    <a:pt x="294799" y="270510"/>
                  </a:lnTo>
                  <a:lnTo>
                    <a:pt x="296704" y="273368"/>
                  </a:lnTo>
                  <a:lnTo>
                    <a:pt x="298132" y="273844"/>
                  </a:lnTo>
                  <a:lnTo>
                    <a:pt x="300038" y="273844"/>
                  </a:lnTo>
                  <a:lnTo>
                    <a:pt x="309086" y="273844"/>
                  </a:lnTo>
                  <a:lnTo>
                    <a:pt x="311467" y="274320"/>
                  </a:lnTo>
                  <a:lnTo>
                    <a:pt x="312896" y="275272"/>
                  </a:lnTo>
                  <a:lnTo>
                    <a:pt x="313849" y="276225"/>
                  </a:lnTo>
                  <a:lnTo>
                    <a:pt x="315277" y="279559"/>
                  </a:lnTo>
                  <a:lnTo>
                    <a:pt x="317182" y="280988"/>
                  </a:lnTo>
                  <a:lnTo>
                    <a:pt x="320992" y="280988"/>
                  </a:lnTo>
                  <a:lnTo>
                    <a:pt x="326707" y="280988"/>
                  </a:lnTo>
                  <a:lnTo>
                    <a:pt x="330041" y="280511"/>
                  </a:lnTo>
                  <a:lnTo>
                    <a:pt x="331946" y="281464"/>
                  </a:lnTo>
                  <a:lnTo>
                    <a:pt x="334327" y="282416"/>
                  </a:lnTo>
                  <a:lnTo>
                    <a:pt x="339566" y="280988"/>
                  </a:lnTo>
                  <a:lnTo>
                    <a:pt x="340995" y="280988"/>
                  </a:lnTo>
                  <a:lnTo>
                    <a:pt x="342424" y="281940"/>
                  </a:lnTo>
                  <a:lnTo>
                    <a:pt x="347663" y="287655"/>
                  </a:lnTo>
                  <a:lnTo>
                    <a:pt x="350520" y="290036"/>
                  </a:lnTo>
                  <a:lnTo>
                    <a:pt x="352901" y="293370"/>
                  </a:lnTo>
                  <a:lnTo>
                    <a:pt x="356711" y="293370"/>
                  </a:lnTo>
                  <a:lnTo>
                    <a:pt x="360045" y="290513"/>
                  </a:lnTo>
                  <a:lnTo>
                    <a:pt x="360997" y="281464"/>
                  </a:lnTo>
                  <a:lnTo>
                    <a:pt x="361950" y="279082"/>
                  </a:lnTo>
                  <a:lnTo>
                    <a:pt x="363379" y="278130"/>
                  </a:lnTo>
                  <a:lnTo>
                    <a:pt x="365284" y="278130"/>
                  </a:lnTo>
                  <a:lnTo>
                    <a:pt x="367665" y="276701"/>
                  </a:lnTo>
                  <a:lnTo>
                    <a:pt x="370046" y="274796"/>
                  </a:lnTo>
                  <a:lnTo>
                    <a:pt x="371951" y="274320"/>
                  </a:lnTo>
                  <a:lnTo>
                    <a:pt x="380524" y="276225"/>
                  </a:lnTo>
                  <a:lnTo>
                    <a:pt x="382905" y="275272"/>
                  </a:lnTo>
                  <a:lnTo>
                    <a:pt x="391954" y="272891"/>
                  </a:lnTo>
                  <a:lnTo>
                    <a:pt x="401002" y="270034"/>
                  </a:lnTo>
                  <a:lnTo>
                    <a:pt x="403384" y="266224"/>
                  </a:lnTo>
                  <a:lnTo>
                    <a:pt x="407194" y="265271"/>
                  </a:lnTo>
                  <a:lnTo>
                    <a:pt x="410051" y="262414"/>
                  </a:lnTo>
                  <a:lnTo>
                    <a:pt x="412432" y="262890"/>
                  </a:lnTo>
                  <a:lnTo>
                    <a:pt x="416242" y="262890"/>
                  </a:lnTo>
                  <a:lnTo>
                    <a:pt x="418624" y="262414"/>
                  </a:lnTo>
                  <a:lnTo>
                    <a:pt x="419576" y="261938"/>
                  </a:lnTo>
                  <a:lnTo>
                    <a:pt x="421005" y="260509"/>
                  </a:lnTo>
                  <a:lnTo>
                    <a:pt x="422910" y="256699"/>
                  </a:lnTo>
                  <a:lnTo>
                    <a:pt x="425291" y="255270"/>
                  </a:lnTo>
                  <a:lnTo>
                    <a:pt x="428625" y="253841"/>
                  </a:lnTo>
                  <a:lnTo>
                    <a:pt x="430530" y="251936"/>
                  </a:lnTo>
                  <a:lnTo>
                    <a:pt x="432435" y="249555"/>
                  </a:lnTo>
                  <a:lnTo>
                    <a:pt x="433388" y="247650"/>
                  </a:lnTo>
                  <a:lnTo>
                    <a:pt x="433388" y="246221"/>
                  </a:lnTo>
                  <a:lnTo>
                    <a:pt x="432435" y="243364"/>
                  </a:lnTo>
                  <a:lnTo>
                    <a:pt x="431006" y="240506"/>
                  </a:lnTo>
                  <a:lnTo>
                    <a:pt x="429577" y="239554"/>
                  </a:lnTo>
                  <a:lnTo>
                    <a:pt x="431482" y="235744"/>
                  </a:lnTo>
                  <a:lnTo>
                    <a:pt x="424339" y="227647"/>
                  </a:lnTo>
                  <a:lnTo>
                    <a:pt x="417195" y="219551"/>
                  </a:lnTo>
                  <a:lnTo>
                    <a:pt x="410051" y="211931"/>
                  </a:lnTo>
                  <a:lnTo>
                    <a:pt x="409575" y="210979"/>
                  </a:lnTo>
                  <a:lnTo>
                    <a:pt x="412432" y="207169"/>
                  </a:lnTo>
                  <a:lnTo>
                    <a:pt x="415290" y="204311"/>
                  </a:lnTo>
                  <a:lnTo>
                    <a:pt x="417671" y="202882"/>
                  </a:lnTo>
                  <a:lnTo>
                    <a:pt x="418624" y="201454"/>
                  </a:lnTo>
                  <a:lnTo>
                    <a:pt x="417671" y="195739"/>
                  </a:lnTo>
                  <a:lnTo>
                    <a:pt x="417671" y="193834"/>
                  </a:lnTo>
                  <a:lnTo>
                    <a:pt x="416719" y="191453"/>
                  </a:lnTo>
                  <a:lnTo>
                    <a:pt x="415766" y="189071"/>
                  </a:lnTo>
                  <a:lnTo>
                    <a:pt x="416719" y="187166"/>
                  </a:lnTo>
                  <a:lnTo>
                    <a:pt x="417671" y="185738"/>
                  </a:lnTo>
                  <a:lnTo>
                    <a:pt x="419100" y="185261"/>
                  </a:lnTo>
                  <a:lnTo>
                    <a:pt x="422434" y="184785"/>
                  </a:lnTo>
                  <a:lnTo>
                    <a:pt x="424815" y="184785"/>
                  </a:lnTo>
                  <a:lnTo>
                    <a:pt x="425767" y="183832"/>
                  </a:lnTo>
                  <a:lnTo>
                    <a:pt x="427196" y="182880"/>
                  </a:lnTo>
                  <a:lnTo>
                    <a:pt x="429101" y="182880"/>
                  </a:lnTo>
                  <a:lnTo>
                    <a:pt x="432435" y="183356"/>
                  </a:lnTo>
                  <a:lnTo>
                    <a:pt x="433864" y="181928"/>
                  </a:lnTo>
                  <a:lnTo>
                    <a:pt x="436721" y="180022"/>
                  </a:lnTo>
                  <a:lnTo>
                    <a:pt x="443389" y="177165"/>
                  </a:lnTo>
                  <a:lnTo>
                    <a:pt x="444817" y="175260"/>
                  </a:lnTo>
                  <a:lnTo>
                    <a:pt x="445770" y="172403"/>
                  </a:lnTo>
                  <a:lnTo>
                    <a:pt x="445770" y="170974"/>
                  </a:lnTo>
                  <a:lnTo>
                    <a:pt x="445294" y="170497"/>
                  </a:lnTo>
                  <a:lnTo>
                    <a:pt x="443865" y="170021"/>
                  </a:lnTo>
                  <a:lnTo>
                    <a:pt x="441484" y="170021"/>
                  </a:lnTo>
                  <a:lnTo>
                    <a:pt x="439579" y="170974"/>
                  </a:lnTo>
                  <a:lnTo>
                    <a:pt x="437674" y="170497"/>
                  </a:lnTo>
                  <a:lnTo>
                    <a:pt x="435769" y="168593"/>
                  </a:lnTo>
                  <a:lnTo>
                    <a:pt x="435769" y="167164"/>
                  </a:lnTo>
                  <a:lnTo>
                    <a:pt x="436721" y="164782"/>
                  </a:lnTo>
                  <a:lnTo>
                    <a:pt x="436245" y="163354"/>
                  </a:lnTo>
                  <a:lnTo>
                    <a:pt x="432911" y="158591"/>
                  </a:lnTo>
                  <a:lnTo>
                    <a:pt x="432911" y="157163"/>
                  </a:lnTo>
                  <a:lnTo>
                    <a:pt x="435292" y="155257"/>
                  </a:lnTo>
                  <a:lnTo>
                    <a:pt x="436721" y="153353"/>
                  </a:lnTo>
                  <a:lnTo>
                    <a:pt x="438626" y="149066"/>
                  </a:lnTo>
                  <a:lnTo>
                    <a:pt x="440055" y="147638"/>
                  </a:lnTo>
                  <a:lnTo>
                    <a:pt x="444817" y="147161"/>
                  </a:lnTo>
                  <a:lnTo>
                    <a:pt x="445770" y="146209"/>
                  </a:lnTo>
                  <a:lnTo>
                    <a:pt x="448151" y="143828"/>
                  </a:lnTo>
                  <a:lnTo>
                    <a:pt x="451485" y="141446"/>
                  </a:lnTo>
                  <a:lnTo>
                    <a:pt x="456247" y="139541"/>
                  </a:lnTo>
                  <a:lnTo>
                    <a:pt x="457676" y="135731"/>
                  </a:lnTo>
                  <a:lnTo>
                    <a:pt x="458629" y="134779"/>
                  </a:lnTo>
                  <a:lnTo>
                    <a:pt x="462439" y="132874"/>
                  </a:lnTo>
                  <a:lnTo>
                    <a:pt x="462915" y="131921"/>
                  </a:lnTo>
                  <a:lnTo>
                    <a:pt x="462439" y="130969"/>
                  </a:lnTo>
                  <a:close/>
                </a:path>
              </a:pathLst>
            </a:custGeom>
            <a:grpFill/>
            <a:ln w="317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660D9BC-239F-4D77-8C48-E8C8E46572EE}"/>
                </a:ext>
              </a:extLst>
            </p:cNvPr>
            <p:cNvSpPr/>
            <p:nvPr/>
          </p:nvSpPr>
          <p:spPr>
            <a:xfrm>
              <a:off x="3634740" y="3848099"/>
              <a:ext cx="5238" cy="7619"/>
            </a:xfrm>
            <a:custGeom>
              <a:avLst/>
              <a:gdLst>
                <a:gd name="connsiteX0" fmla="*/ 4763 w 5238"/>
                <a:gd name="connsiteY0" fmla="*/ 0 h 7619"/>
                <a:gd name="connsiteX1" fmla="*/ 3334 w 5238"/>
                <a:gd name="connsiteY1" fmla="*/ 0 h 7619"/>
                <a:gd name="connsiteX2" fmla="*/ 1905 w 5238"/>
                <a:gd name="connsiteY2" fmla="*/ 953 h 7619"/>
                <a:gd name="connsiteX3" fmla="*/ 476 w 5238"/>
                <a:gd name="connsiteY3" fmla="*/ 2381 h 7619"/>
                <a:gd name="connsiteX4" fmla="*/ 0 w 5238"/>
                <a:gd name="connsiteY4" fmla="*/ 5239 h 7619"/>
                <a:gd name="connsiteX5" fmla="*/ 2381 w 5238"/>
                <a:gd name="connsiteY5" fmla="*/ 7620 h 7619"/>
                <a:gd name="connsiteX6" fmla="*/ 3334 w 5238"/>
                <a:gd name="connsiteY6" fmla="*/ 7144 h 7619"/>
                <a:gd name="connsiteX7" fmla="*/ 4763 w 5238"/>
                <a:gd name="connsiteY7" fmla="*/ 5715 h 7619"/>
                <a:gd name="connsiteX8" fmla="*/ 5239 w 5238"/>
                <a:gd name="connsiteY8" fmla="*/ 2381 h 7619"/>
                <a:gd name="connsiteX9" fmla="*/ 4763 w 5238"/>
                <a:gd name="connsiteY9" fmla="*/ 0 h 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8" h="7619">
                  <a:moveTo>
                    <a:pt x="4763" y="0"/>
                  </a:moveTo>
                  <a:lnTo>
                    <a:pt x="3334" y="0"/>
                  </a:lnTo>
                  <a:lnTo>
                    <a:pt x="1905" y="953"/>
                  </a:lnTo>
                  <a:lnTo>
                    <a:pt x="476" y="2381"/>
                  </a:lnTo>
                  <a:lnTo>
                    <a:pt x="0" y="5239"/>
                  </a:lnTo>
                  <a:lnTo>
                    <a:pt x="2381" y="7620"/>
                  </a:lnTo>
                  <a:lnTo>
                    <a:pt x="3334" y="7144"/>
                  </a:lnTo>
                  <a:lnTo>
                    <a:pt x="4763" y="5715"/>
                  </a:lnTo>
                  <a:lnTo>
                    <a:pt x="5239" y="2381"/>
                  </a:lnTo>
                  <a:lnTo>
                    <a:pt x="4763" y="0"/>
                  </a:lnTo>
                  <a:close/>
                </a:path>
              </a:pathLst>
            </a:custGeom>
            <a:grpFill/>
            <a:ln w="317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154A1DBF-6924-4ECD-B900-8D8B45E923F3}"/>
                </a:ext>
              </a:extLst>
            </p:cNvPr>
            <p:cNvSpPr/>
            <p:nvPr/>
          </p:nvSpPr>
          <p:spPr>
            <a:xfrm>
              <a:off x="7622381" y="2650330"/>
              <a:ext cx="585311" cy="338137"/>
            </a:xfrm>
            <a:custGeom>
              <a:avLst/>
              <a:gdLst>
                <a:gd name="connsiteX0" fmla="*/ 585311 w 585311"/>
                <a:gd name="connsiteY0" fmla="*/ 195263 h 338137"/>
                <a:gd name="connsiteX1" fmla="*/ 580549 w 585311"/>
                <a:gd name="connsiteY1" fmla="*/ 193834 h 338137"/>
                <a:gd name="connsiteX2" fmla="*/ 578168 w 585311"/>
                <a:gd name="connsiteY2" fmla="*/ 194310 h 338137"/>
                <a:gd name="connsiteX3" fmla="*/ 576263 w 585311"/>
                <a:gd name="connsiteY3" fmla="*/ 194310 h 338137"/>
                <a:gd name="connsiteX4" fmla="*/ 574834 w 585311"/>
                <a:gd name="connsiteY4" fmla="*/ 193358 h 338137"/>
                <a:gd name="connsiteX5" fmla="*/ 569119 w 585311"/>
                <a:gd name="connsiteY5" fmla="*/ 192881 h 338137"/>
                <a:gd name="connsiteX6" fmla="*/ 567690 w 585311"/>
                <a:gd name="connsiteY6" fmla="*/ 192405 h 338137"/>
                <a:gd name="connsiteX7" fmla="*/ 563880 w 585311"/>
                <a:gd name="connsiteY7" fmla="*/ 188595 h 338137"/>
                <a:gd name="connsiteX8" fmla="*/ 561023 w 585311"/>
                <a:gd name="connsiteY8" fmla="*/ 187166 h 338137"/>
                <a:gd name="connsiteX9" fmla="*/ 558642 w 585311"/>
                <a:gd name="connsiteY9" fmla="*/ 186214 h 338137"/>
                <a:gd name="connsiteX10" fmla="*/ 556260 w 585311"/>
                <a:gd name="connsiteY10" fmla="*/ 186214 h 338137"/>
                <a:gd name="connsiteX11" fmla="*/ 553402 w 585311"/>
                <a:gd name="connsiteY11" fmla="*/ 187166 h 338137"/>
                <a:gd name="connsiteX12" fmla="*/ 552450 w 585311"/>
                <a:gd name="connsiteY12" fmla="*/ 186690 h 338137"/>
                <a:gd name="connsiteX13" fmla="*/ 552450 w 585311"/>
                <a:gd name="connsiteY13" fmla="*/ 185261 h 338137"/>
                <a:gd name="connsiteX14" fmla="*/ 552450 w 585311"/>
                <a:gd name="connsiteY14" fmla="*/ 183356 h 338137"/>
                <a:gd name="connsiteX15" fmla="*/ 551974 w 585311"/>
                <a:gd name="connsiteY15" fmla="*/ 180975 h 338137"/>
                <a:gd name="connsiteX16" fmla="*/ 550545 w 585311"/>
                <a:gd name="connsiteY16" fmla="*/ 180499 h 338137"/>
                <a:gd name="connsiteX17" fmla="*/ 548640 w 585311"/>
                <a:gd name="connsiteY17" fmla="*/ 181451 h 338137"/>
                <a:gd name="connsiteX18" fmla="*/ 545306 w 585311"/>
                <a:gd name="connsiteY18" fmla="*/ 180499 h 338137"/>
                <a:gd name="connsiteX19" fmla="*/ 542449 w 585311"/>
                <a:gd name="connsiteY19" fmla="*/ 180022 h 338137"/>
                <a:gd name="connsiteX20" fmla="*/ 541973 w 585311"/>
                <a:gd name="connsiteY20" fmla="*/ 175260 h 338137"/>
                <a:gd name="connsiteX21" fmla="*/ 541020 w 585311"/>
                <a:gd name="connsiteY21" fmla="*/ 173355 h 338137"/>
                <a:gd name="connsiteX22" fmla="*/ 540068 w 585311"/>
                <a:gd name="connsiteY22" fmla="*/ 171450 h 338137"/>
                <a:gd name="connsiteX23" fmla="*/ 539115 w 585311"/>
                <a:gd name="connsiteY23" fmla="*/ 170974 h 338137"/>
                <a:gd name="connsiteX24" fmla="*/ 537210 w 585311"/>
                <a:gd name="connsiteY24" fmla="*/ 170021 h 338137"/>
                <a:gd name="connsiteX25" fmla="*/ 537210 w 585311"/>
                <a:gd name="connsiteY25" fmla="*/ 167640 h 338137"/>
                <a:gd name="connsiteX26" fmla="*/ 536734 w 585311"/>
                <a:gd name="connsiteY26" fmla="*/ 167164 h 338137"/>
                <a:gd name="connsiteX27" fmla="*/ 536257 w 585311"/>
                <a:gd name="connsiteY27" fmla="*/ 166688 h 338137"/>
                <a:gd name="connsiteX28" fmla="*/ 535305 w 585311"/>
                <a:gd name="connsiteY28" fmla="*/ 167164 h 338137"/>
                <a:gd name="connsiteX29" fmla="*/ 533876 w 585311"/>
                <a:gd name="connsiteY29" fmla="*/ 168592 h 338137"/>
                <a:gd name="connsiteX30" fmla="*/ 534352 w 585311"/>
                <a:gd name="connsiteY30" fmla="*/ 171450 h 338137"/>
                <a:gd name="connsiteX31" fmla="*/ 533876 w 585311"/>
                <a:gd name="connsiteY31" fmla="*/ 174308 h 338137"/>
                <a:gd name="connsiteX32" fmla="*/ 533400 w 585311"/>
                <a:gd name="connsiteY32" fmla="*/ 175736 h 338137"/>
                <a:gd name="connsiteX33" fmla="*/ 531971 w 585311"/>
                <a:gd name="connsiteY33" fmla="*/ 176689 h 338137"/>
                <a:gd name="connsiteX34" fmla="*/ 530543 w 585311"/>
                <a:gd name="connsiteY34" fmla="*/ 176689 h 338137"/>
                <a:gd name="connsiteX35" fmla="*/ 527685 w 585311"/>
                <a:gd name="connsiteY35" fmla="*/ 175260 h 338137"/>
                <a:gd name="connsiteX36" fmla="*/ 527209 w 585311"/>
                <a:gd name="connsiteY36" fmla="*/ 183356 h 338137"/>
                <a:gd name="connsiteX37" fmla="*/ 526732 w 585311"/>
                <a:gd name="connsiteY37" fmla="*/ 183833 h 338137"/>
                <a:gd name="connsiteX38" fmla="*/ 523399 w 585311"/>
                <a:gd name="connsiteY38" fmla="*/ 182880 h 338137"/>
                <a:gd name="connsiteX39" fmla="*/ 521018 w 585311"/>
                <a:gd name="connsiteY39" fmla="*/ 183356 h 338137"/>
                <a:gd name="connsiteX40" fmla="*/ 517207 w 585311"/>
                <a:gd name="connsiteY40" fmla="*/ 182880 h 338137"/>
                <a:gd name="connsiteX41" fmla="*/ 514350 w 585311"/>
                <a:gd name="connsiteY41" fmla="*/ 181451 h 338137"/>
                <a:gd name="connsiteX42" fmla="*/ 511969 w 585311"/>
                <a:gd name="connsiteY42" fmla="*/ 180975 h 338137"/>
                <a:gd name="connsiteX43" fmla="*/ 508635 w 585311"/>
                <a:gd name="connsiteY43" fmla="*/ 180022 h 338137"/>
                <a:gd name="connsiteX44" fmla="*/ 505777 w 585311"/>
                <a:gd name="connsiteY44" fmla="*/ 178594 h 338137"/>
                <a:gd name="connsiteX45" fmla="*/ 504349 w 585311"/>
                <a:gd name="connsiteY45" fmla="*/ 172879 h 338137"/>
                <a:gd name="connsiteX46" fmla="*/ 502920 w 585311"/>
                <a:gd name="connsiteY46" fmla="*/ 170974 h 338137"/>
                <a:gd name="connsiteX47" fmla="*/ 501491 w 585311"/>
                <a:gd name="connsiteY47" fmla="*/ 170497 h 338137"/>
                <a:gd name="connsiteX48" fmla="*/ 495776 w 585311"/>
                <a:gd name="connsiteY48" fmla="*/ 172403 h 338137"/>
                <a:gd name="connsiteX49" fmla="*/ 493395 w 585311"/>
                <a:gd name="connsiteY49" fmla="*/ 170974 h 338137"/>
                <a:gd name="connsiteX50" fmla="*/ 489585 w 585311"/>
                <a:gd name="connsiteY50" fmla="*/ 169069 h 338137"/>
                <a:gd name="connsiteX51" fmla="*/ 486727 w 585311"/>
                <a:gd name="connsiteY51" fmla="*/ 168592 h 338137"/>
                <a:gd name="connsiteX52" fmla="*/ 485775 w 585311"/>
                <a:gd name="connsiteY52" fmla="*/ 167640 h 338137"/>
                <a:gd name="connsiteX53" fmla="*/ 485775 w 585311"/>
                <a:gd name="connsiteY53" fmla="*/ 166211 h 338137"/>
                <a:gd name="connsiteX54" fmla="*/ 495300 w 585311"/>
                <a:gd name="connsiteY54" fmla="*/ 160020 h 338137"/>
                <a:gd name="connsiteX55" fmla="*/ 499110 w 585311"/>
                <a:gd name="connsiteY55" fmla="*/ 155734 h 338137"/>
                <a:gd name="connsiteX56" fmla="*/ 501491 w 585311"/>
                <a:gd name="connsiteY56" fmla="*/ 153829 h 338137"/>
                <a:gd name="connsiteX57" fmla="*/ 504825 w 585311"/>
                <a:gd name="connsiteY57" fmla="*/ 152400 h 338137"/>
                <a:gd name="connsiteX58" fmla="*/ 507206 w 585311"/>
                <a:gd name="connsiteY58" fmla="*/ 151924 h 338137"/>
                <a:gd name="connsiteX59" fmla="*/ 508635 w 585311"/>
                <a:gd name="connsiteY59" fmla="*/ 148114 h 338137"/>
                <a:gd name="connsiteX60" fmla="*/ 509111 w 585311"/>
                <a:gd name="connsiteY60" fmla="*/ 147638 h 338137"/>
                <a:gd name="connsiteX61" fmla="*/ 511016 w 585311"/>
                <a:gd name="connsiteY61" fmla="*/ 147161 h 338137"/>
                <a:gd name="connsiteX62" fmla="*/ 515302 w 585311"/>
                <a:gd name="connsiteY62" fmla="*/ 145733 h 338137"/>
                <a:gd name="connsiteX63" fmla="*/ 521970 w 585311"/>
                <a:gd name="connsiteY63" fmla="*/ 142399 h 338137"/>
                <a:gd name="connsiteX64" fmla="*/ 521970 w 585311"/>
                <a:gd name="connsiteY64" fmla="*/ 141446 h 338137"/>
                <a:gd name="connsiteX65" fmla="*/ 521494 w 585311"/>
                <a:gd name="connsiteY65" fmla="*/ 140494 h 338137"/>
                <a:gd name="connsiteX66" fmla="*/ 518636 w 585311"/>
                <a:gd name="connsiteY66" fmla="*/ 138589 h 338137"/>
                <a:gd name="connsiteX67" fmla="*/ 515302 w 585311"/>
                <a:gd name="connsiteY67" fmla="*/ 137160 h 338137"/>
                <a:gd name="connsiteX68" fmla="*/ 513398 w 585311"/>
                <a:gd name="connsiteY68" fmla="*/ 138113 h 338137"/>
                <a:gd name="connsiteX69" fmla="*/ 512445 w 585311"/>
                <a:gd name="connsiteY69" fmla="*/ 139065 h 338137"/>
                <a:gd name="connsiteX70" fmla="*/ 509588 w 585311"/>
                <a:gd name="connsiteY70" fmla="*/ 140970 h 338137"/>
                <a:gd name="connsiteX71" fmla="*/ 506254 w 585311"/>
                <a:gd name="connsiteY71" fmla="*/ 141446 h 338137"/>
                <a:gd name="connsiteX72" fmla="*/ 504349 w 585311"/>
                <a:gd name="connsiteY72" fmla="*/ 142399 h 338137"/>
                <a:gd name="connsiteX73" fmla="*/ 502444 w 585311"/>
                <a:gd name="connsiteY73" fmla="*/ 144780 h 338137"/>
                <a:gd name="connsiteX74" fmla="*/ 500539 w 585311"/>
                <a:gd name="connsiteY74" fmla="*/ 146685 h 338137"/>
                <a:gd name="connsiteX75" fmla="*/ 499586 w 585311"/>
                <a:gd name="connsiteY75" fmla="*/ 147638 h 338137"/>
                <a:gd name="connsiteX76" fmla="*/ 498157 w 585311"/>
                <a:gd name="connsiteY76" fmla="*/ 147638 h 338137"/>
                <a:gd name="connsiteX77" fmla="*/ 496252 w 585311"/>
                <a:gd name="connsiteY77" fmla="*/ 146209 h 338137"/>
                <a:gd name="connsiteX78" fmla="*/ 493871 w 585311"/>
                <a:gd name="connsiteY78" fmla="*/ 146209 h 338137"/>
                <a:gd name="connsiteX79" fmla="*/ 491014 w 585311"/>
                <a:gd name="connsiteY79" fmla="*/ 148114 h 338137"/>
                <a:gd name="connsiteX80" fmla="*/ 487680 w 585311"/>
                <a:gd name="connsiteY80" fmla="*/ 151447 h 338137"/>
                <a:gd name="connsiteX81" fmla="*/ 483394 w 585311"/>
                <a:gd name="connsiteY81" fmla="*/ 156686 h 338137"/>
                <a:gd name="connsiteX82" fmla="*/ 478631 w 585311"/>
                <a:gd name="connsiteY82" fmla="*/ 159544 h 338137"/>
                <a:gd name="connsiteX83" fmla="*/ 472916 w 585311"/>
                <a:gd name="connsiteY83" fmla="*/ 161925 h 338137"/>
                <a:gd name="connsiteX84" fmla="*/ 468630 w 585311"/>
                <a:gd name="connsiteY84" fmla="*/ 162878 h 338137"/>
                <a:gd name="connsiteX85" fmla="*/ 465296 w 585311"/>
                <a:gd name="connsiteY85" fmla="*/ 164783 h 338137"/>
                <a:gd name="connsiteX86" fmla="*/ 459581 w 585311"/>
                <a:gd name="connsiteY86" fmla="*/ 168116 h 338137"/>
                <a:gd name="connsiteX87" fmla="*/ 458629 w 585311"/>
                <a:gd name="connsiteY87" fmla="*/ 170021 h 338137"/>
                <a:gd name="connsiteX88" fmla="*/ 454343 w 585311"/>
                <a:gd name="connsiteY88" fmla="*/ 171450 h 338137"/>
                <a:gd name="connsiteX89" fmla="*/ 451009 w 585311"/>
                <a:gd name="connsiteY89" fmla="*/ 172879 h 338137"/>
                <a:gd name="connsiteX90" fmla="*/ 448151 w 585311"/>
                <a:gd name="connsiteY90" fmla="*/ 175260 h 338137"/>
                <a:gd name="connsiteX91" fmla="*/ 447199 w 585311"/>
                <a:gd name="connsiteY91" fmla="*/ 179546 h 338137"/>
                <a:gd name="connsiteX92" fmla="*/ 445294 w 585311"/>
                <a:gd name="connsiteY92" fmla="*/ 181928 h 338137"/>
                <a:gd name="connsiteX93" fmla="*/ 440531 w 585311"/>
                <a:gd name="connsiteY93" fmla="*/ 185261 h 338137"/>
                <a:gd name="connsiteX94" fmla="*/ 436721 w 585311"/>
                <a:gd name="connsiteY94" fmla="*/ 188595 h 338137"/>
                <a:gd name="connsiteX95" fmla="*/ 434340 w 585311"/>
                <a:gd name="connsiteY95" fmla="*/ 191929 h 338137"/>
                <a:gd name="connsiteX96" fmla="*/ 431482 w 585311"/>
                <a:gd name="connsiteY96" fmla="*/ 195263 h 338137"/>
                <a:gd name="connsiteX97" fmla="*/ 430530 w 585311"/>
                <a:gd name="connsiteY97" fmla="*/ 197167 h 338137"/>
                <a:gd name="connsiteX98" fmla="*/ 430530 w 585311"/>
                <a:gd name="connsiteY98" fmla="*/ 199549 h 338137"/>
                <a:gd name="connsiteX99" fmla="*/ 431959 w 585311"/>
                <a:gd name="connsiteY99" fmla="*/ 201930 h 338137"/>
                <a:gd name="connsiteX100" fmla="*/ 432435 w 585311"/>
                <a:gd name="connsiteY100" fmla="*/ 203835 h 338137"/>
                <a:gd name="connsiteX101" fmla="*/ 431482 w 585311"/>
                <a:gd name="connsiteY101" fmla="*/ 205264 h 338137"/>
                <a:gd name="connsiteX102" fmla="*/ 429101 w 585311"/>
                <a:gd name="connsiteY102" fmla="*/ 205740 h 338137"/>
                <a:gd name="connsiteX103" fmla="*/ 426244 w 585311"/>
                <a:gd name="connsiteY103" fmla="*/ 205264 h 338137"/>
                <a:gd name="connsiteX104" fmla="*/ 421957 w 585311"/>
                <a:gd name="connsiteY104" fmla="*/ 203835 h 338137"/>
                <a:gd name="connsiteX105" fmla="*/ 417671 w 585311"/>
                <a:gd name="connsiteY105" fmla="*/ 200978 h 338137"/>
                <a:gd name="connsiteX106" fmla="*/ 416243 w 585311"/>
                <a:gd name="connsiteY106" fmla="*/ 199549 h 338137"/>
                <a:gd name="connsiteX107" fmla="*/ 413861 w 585311"/>
                <a:gd name="connsiteY107" fmla="*/ 197167 h 338137"/>
                <a:gd name="connsiteX108" fmla="*/ 414338 w 585311"/>
                <a:gd name="connsiteY108" fmla="*/ 195263 h 338137"/>
                <a:gd name="connsiteX109" fmla="*/ 415290 w 585311"/>
                <a:gd name="connsiteY109" fmla="*/ 191453 h 338137"/>
                <a:gd name="connsiteX110" fmla="*/ 416243 w 585311"/>
                <a:gd name="connsiteY110" fmla="*/ 188595 h 338137"/>
                <a:gd name="connsiteX111" fmla="*/ 414338 w 585311"/>
                <a:gd name="connsiteY111" fmla="*/ 187166 h 338137"/>
                <a:gd name="connsiteX112" fmla="*/ 412909 w 585311"/>
                <a:gd name="connsiteY112" fmla="*/ 185738 h 338137"/>
                <a:gd name="connsiteX113" fmla="*/ 411956 w 585311"/>
                <a:gd name="connsiteY113" fmla="*/ 184309 h 338137"/>
                <a:gd name="connsiteX114" fmla="*/ 410051 w 585311"/>
                <a:gd name="connsiteY114" fmla="*/ 181451 h 338137"/>
                <a:gd name="connsiteX115" fmla="*/ 407670 w 585311"/>
                <a:gd name="connsiteY115" fmla="*/ 181928 h 338137"/>
                <a:gd name="connsiteX116" fmla="*/ 405765 w 585311"/>
                <a:gd name="connsiteY116" fmla="*/ 182404 h 338137"/>
                <a:gd name="connsiteX117" fmla="*/ 403384 w 585311"/>
                <a:gd name="connsiteY117" fmla="*/ 181451 h 338137"/>
                <a:gd name="connsiteX118" fmla="*/ 396240 w 585311"/>
                <a:gd name="connsiteY118" fmla="*/ 181928 h 338137"/>
                <a:gd name="connsiteX119" fmla="*/ 391001 w 585311"/>
                <a:gd name="connsiteY119" fmla="*/ 182404 h 338137"/>
                <a:gd name="connsiteX120" fmla="*/ 386239 w 585311"/>
                <a:gd name="connsiteY120" fmla="*/ 182880 h 338137"/>
                <a:gd name="connsiteX121" fmla="*/ 380048 w 585311"/>
                <a:gd name="connsiteY121" fmla="*/ 183356 h 338137"/>
                <a:gd name="connsiteX122" fmla="*/ 372427 w 585311"/>
                <a:gd name="connsiteY122" fmla="*/ 183833 h 338137"/>
                <a:gd name="connsiteX123" fmla="*/ 370046 w 585311"/>
                <a:gd name="connsiteY123" fmla="*/ 183356 h 338137"/>
                <a:gd name="connsiteX124" fmla="*/ 368618 w 585311"/>
                <a:gd name="connsiteY124" fmla="*/ 182404 h 338137"/>
                <a:gd name="connsiteX125" fmla="*/ 367189 w 585311"/>
                <a:gd name="connsiteY125" fmla="*/ 178594 h 338137"/>
                <a:gd name="connsiteX126" fmla="*/ 366236 w 585311"/>
                <a:gd name="connsiteY126" fmla="*/ 175260 h 338137"/>
                <a:gd name="connsiteX127" fmla="*/ 364807 w 585311"/>
                <a:gd name="connsiteY127" fmla="*/ 169545 h 338137"/>
                <a:gd name="connsiteX128" fmla="*/ 363855 w 585311"/>
                <a:gd name="connsiteY128" fmla="*/ 164783 h 338137"/>
                <a:gd name="connsiteX129" fmla="*/ 362902 w 585311"/>
                <a:gd name="connsiteY129" fmla="*/ 159544 h 338137"/>
                <a:gd name="connsiteX130" fmla="*/ 361950 w 585311"/>
                <a:gd name="connsiteY130" fmla="*/ 153353 h 338137"/>
                <a:gd name="connsiteX131" fmla="*/ 361474 w 585311"/>
                <a:gd name="connsiteY131" fmla="*/ 149066 h 338137"/>
                <a:gd name="connsiteX132" fmla="*/ 355759 w 585311"/>
                <a:gd name="connsiteY132" fmla="*/ 149066 h 338137"/>
                <a:gd name="connsiteX133" fmla="*/ 350996 w 585311"/>
                <a:gd name="connsiteY133" fmla="*/ 149066 h 338137"/>
                <a:gd name="connsiteX134" fmla="*/ 344805 w 585311"/>
                <a:gd name="connsiteY134" fmla="*/ 149066 h 338137"/>
                <a:gd name="connsiteX135" fmla="*/ 344805 w 585311"/>
                <a:gd name="connsiteY135" fmla="*/ 145733 h 338137"/>
                <a:gd name="connsiteX136" fmla="*/ 344805 w 585311"/>
                <a:gd name="connsiteY136" fmla="*/ 141446 h 338137"/>
                <a:gd name="connsiteX137" fmla="*/ 344805 w 585311"/>
                <a:gd name="connsiteY137" fmla="*/ 136684 h 338137"/>
                <a:gd name="connsiteX138" fmla="*/ 345757 w 585311"/>
                <a:gd name="connsiteY138" fmla="*/ 130492 h 338137"/>
                <a:gd name="connsiteX139" fmla="*/ 346234 w 585311"/>
                <a:gd name="connsiteY139" fmla="*/ 125254 h 338137"/>
                <a:gd name="connsiteX140" fmla="*/ 346710 w 585311"/>
                <a:gd name="connsiteY140" fmla="*/ 118586 h 338137"/>
                <a:gd name="connsiteX141" fmla="*/ 347186 w 585311"/>
                <a:gd name="connsiteY141" fmla="*/ 114300 h 338137"/>
                <a:gd name="connsiteX142" fmla="*/ 347663 w 585311"/>
                <a:gd name="connsiteY142" fmla="*/ 109538 h 338137"/>
                <a:gd name="connsiteX143" fmla="*/ 344329 w 585311"/>
                <a:gd name="connsiteY143" fmla="*/ 110966 h 338137"/>
                <a:gd name="connsiteX144" fmla="*/ 340995 w 585311"/>
                <a:gd name="connsiteY144" fmla="*/ 112395 h 338137"/>
                <a:gd name="connsiteX145" fmla="*/ 337661 w 585311"/>
                <a:gd name="connsiteY145" fmla="*/ 113824 h 338137"/>
                <a:gd name="connsiteX146" fmla="*/ 335280 w 585311"/>
                <a:gd name="connsiteY146" fmla="*/ 110014 h 338137"/>
                <a:gd name="connsiteX147" fmla="*/ 332899 w 585311"/>
                <a:gd name="connsiteY147" fmla="*/ 106204 h 338137"/>
                <a:gd name="connsiteX148" fmla="*/ 329565 w 585311"/>
                <a:gd name="connsiteY148" fmla="*/ 100489 h 338137"/>
                <a:gd name="connsiteX149" fmla="*/ 327184 w 585311"/>
                <a:gd name="connsiteY149" fmla="*/ 96203 h 338137"/>
                <a:gd name="connsiteX150" fmla="*/ 322898 w 585311"/>
                <a:gd name="connsiteY150" fmla="*/ 93821 h 338137"/>
                <a:gd name="connsiteX151" fmla="*/ 319564 w 585311"/>
                <a:gd name="connsiteY151" fmla="*/ 91916 h 338137"/>
                <a:gd name="connsiteX152" fmla="*/ 316230 w 585311"/>
                <a:gd name="connsiteY152" fmla="*/ 88583 h 338137"/>
                <a:gd name="connsiteX153" fmla="*/ 313373 w 585311"/>
                <a:gd name="connsiteY153" fmla="*/ 85249 h 338137"/>
                <a:gd name="connsiteX154" fmla="*/ 310515 w 585311"/>
                <a:gd name="connsiteY154" fmla="*/ 81915 h 338137"/>
                <a:gd name="connsiteX155" fmla="*/ 307181 w 585311"/>
                <a:gd name="connsiteY155" fmla="*/ 79058 h 338137"/>
                <a:gd name="connsiteX156" fmla="*/ 303848 w 585311"/>
                <a:gd name="connsiteY156" fmla="*/ 80010 h 338137"/>
                <a:gd name="connsiteX157" fmla="*/ 300038 w 585311"/>
                <a:gd name="connsiteY157" fmla="*/ 81915 h 338137"/>
                <a:gd name="connsiteX158" fmla="*/ 296704 w 585311"/>
                <a:gd name="connsiteY158" fmla="*/ 83344 h 338137"/>
                <a:gd name="connsiteX159" fmla="*/ 292894 w 585311"/>
                <a:gd name="connsiteY159" fmla="*/ 85249 h 338137"/>
                <a:gd name="connsiteX160" fmla="*/ 290989 w 585311"/>
                <a:gd name="connsiteY160" fmla="*/ 86201 h 338137"/>
                <a:gd name="connsiteX161" fmla="*/ 286702 w 585311"/>
                <a:gd name="connsiteY161" fmla="*/ 85725 h 338137"/>
                <a:gd name="connsiteX162" fmla="*/ 282893 w 585311"/>
                <a:gd name="connsiteY162" fmla="*/ 85249 h 338137"/>
                <a:gd name="connsiteX163" fmla="*/ 276225 w 585311"/>
                <a:gd name="connsiteY163" fmla="*/ 84772 h 338137"/>
                <a:gd name="connsiteX164" fmla="*/ 270510 w 585311"/>
                <a:gd name="connsiteY164" fmla="*/ 84296 h 338137"/>
                <a:gd name="connsiteX165" fmla="*/ 264795 w 585311"/>
                <a:gd name="connsiteY165" fmla="*/ 83820 h 338137"/>
                <a:gd name="connsiteX166" fmla="*/ 256699 w 585311"/>
                <a:gd name="connsiteY166" fmla="*/ 83344 h 338137"/>
                <a:gd name="connsiteX167" fmla="*/ 248602 w 585311"/>
                <a:gd name="connsiteY167" fmla="*/ 82867 h 338137"/>
                <a:gd name="connsiteX168" fmla="*/ 243364 w 585311"/>
                <a:gd name="connsiteY168" fmla="*/ 83820 h 338137"/>
                <a:gd name="connsiteX169" fmla="*/ 236696 w 585311"/>
                <a:gd name="connsiteY169" fmla="*/ 84772 h 338137"/>
                <a:gd name="connsiteX170" fmla="*/ 229552 w 585311"/>
                <a:gd name="connsiteY170" fmla="*/ 85725 h 338137"/>
                <a:gd name="connsiteX171" fmla="*/ 223361 w 585311"/>
                <a:gd name="connsiteY171" fmla="*/ 86678 h 338137"/>
                <a:gd name="connsiteX172" fmla="*/ 215741 w 585311"/>
                <a:gd name="connsiteY172" fmla="*/ 87630 h 338137"/>
                <a:gd name="connsiteX173" fmla="*/ 210026 w 585311"/>
                <a:gd name="connsiteY173" fmla="*/ 88583 h 338137"/>
                <a:gd name="connsiteX174" fmla="*/ 207169 w 585311"/>
                <a:gd name="connsiteY174" fmla="*/ 88583 h 338137"/>
                <a:gd name="connsiteX175" fmla="*/ 203835 w 585311"/>
                <a:gd name="connsiteY175" fmla="*/ 85249 h 338137"/>
                <a:gd name="connsiteX176" fmla="*/ 198120 w 585311"/>
                <a:gd name="connsiteY176" fmla="*/ 79534 h 338137"/>
                <a:gd name="connsiteX177" fmla="*/ 194786 w 585311"/>
                <a:gd name="connsiteY177" fmla="*/ 76200 h 338137"/>
                <a:gd name="connsiteX178" fmla="*/ 191452 w 585311"/>
                <a:gd name="connsiteY178" fmla="*/ 72866 h 338137"/>
                <a:gd name="connsiteX179" fmla="*/ 186690 w 585311"/>
                <a:gd name="connsiteY179" fmla="*/ 68104 h 338137"/>
                <a:gd name="connsiteX180" fmla="*/ 182880 w 585311"/>
                <a:gd name="connsiteY180" fmla="*/ 64294 h 338137"/>
                <a:gd name="connsiteX181" fmla="*/ 179070 w 585311"/>
                <a:gd name="connsiteY181" fmla="*/ 60960 h 338137"/>
                <a:gd name="connsiteX182" fmla="*/ 176689 w 585311"/>
                <a:gd name="connsiteY182" fmla="*/ 57626 h 338137"/>
                <a:gd name="connsiteX183" fmla="*/ 175736 w 585311"/>
                <a:gd name="connsiteY183" fmla="*/ 53340 h 338137"/>
                <a:gd name="connsiteX184" fmla="*/ 173831 w 585311"/>
                <a:gd name="connsiteY184" fmla="*/ 51435 h 338137"/>
                <a:gd name="connsiteX185" fmla="*/ 169545 w 585311"/>
                <a:gd name="connsiteY185" fmla="*/ 49054 h 338137"/>
                <a:gd name="connsiteX186" fmla="*/ 164782 w 585311"/>
                <a:gd name="connsiteY186" fmla="*/ 46196 h 338137"/>
                <a:gd name="connsiteX187" fmla="*/ 160020 w 585311"/>
                <a:gd name="connsiteY187" fmla="*/ 43339 h 338137"/>
                <a:gd name="connsiteX188" fmla="*/ 155257 w 585311"/>
                <a:gd name="connsiteY188" fmla="*/ 40481 h 338137"/>
                <a:gd name="connsiteX189" fmla="*/ 150495 w 585311"/>
                <a:gd name="connsiteY189" fmla="*/ 37624 h 338137"/>
                <a:gd name="connsiteX190" fmla="*/ 145732 w 585311"/>
                <a:gd name="connsiteY190" fmla="*/ 34766 h 338137"/>
                <a:gd name="connsiteX191" fmla="*/ 140970 w 585311"/>
                <a:gd name="connsiteY191" fmla="*/ 31909 h 338137"/>
                <a:gd name="connsiteX192" fmla="*/ 140970 w 585311"/>
                <a:gd name="connsiteY192" fmla="*/ 32385 h 338137"/>
                <a:gd name="connsiteX193" fmla="*/ 140494 w 585311"/>
                <a:gd name="connsiteY193" fmla="*/ 37624 h 338137"/>
                <a:gd name="connsiteX194" fmla="*/ 139065 w 585311"/>
                <a:gd name="connsiteY194" fmla="*/ 39529 h 338137"/>
                <a:gd name="connsiteX195" fmla="*/ 139065 w 585311"/>
                <a:gd name="connsiteY195" fmla="*/ 42863 h 338137"/>
                <a:gd name="connsiteX196" fmla="*/ 140018 w 585311"/>
                <a:gd name="connsiteY196" fmla="*/ 47149 h 338137"/>
                <a:gd name="connsiteX197" fmla="*/ 140018 w 585311"/>
                <a:gd name="connsiteY197" fmla="*/ 50483 h 338137"/>
                <a:gd name="connsiteX198" fmla="*/ 139065 w 585311"/>
                <a:gd name="connsiteY198" fmla="*/ 52388 h 338137"/>
                <a:gd name="connsiteX199" fmla="*/ 137636 w 585311"/>
                <a:gd name="connsiteY199" fmla="*/ 53340 h 338137"/>
                <a:gd name="connsiteX200" fmla="*/ 135731 w 585311"/>
                <a:gd name="connsiteY200" fmla="*/ 53816 h 338137"/>
                <a:gd name="connsiteX201" fmla="*/ 134779 w 585311"/>
                <a:gd name="connsiteY201" fmla="*/ 54292 h 338137"/>
                <a:gd name="connsiteX202" fmla="*/ 134779 w 585311"/>
                <a:gd name="connsiteY202" fmla="*/ 55245 h 338137"/>
                <a:gd name="connsiteX203" fmla="*/ 135255 w 585311"/>
                <a:gd name="connsiteY203" fmla="*/ 55721 h 338137"/>
                <a:gd name="connsiteX204" fmla="*/ 136207 w 585311"/>
                <a:gd name="connsiteY204" fmla="*/ 56197 h 338137"/>
                <a:gd name="connsiteX205" fmla="*/ 136684 w 585311"/>
                <a:gd name="connsiteY205" fmla="*/ 56674 h 338137"/>
                <a:gd name="connsiteX206" fmla="*/ 136207 w 585311"/>
                <a:gd name="connsiteY206" fmla="*/ 57626 h 338137"/>
                <a:gd name="connsiteX207" fmla="*/ 132398 w 585311"/>
                <a:gd name="connsiteY207" fmla="*/ 60008 h 338137"/>
                <a:gd name="connsiteX208" fmla="*/ 129064 w 585311"/>
                <a:gd name="connsiteY208" fmla="*/ 60960 h 338137"/>
                <a:gd name="connsiteX209" fmla="*/ 122873 w 585311"/>
                <a:gd name="connsiteY209" fmla="*/ 61436 h 338137"/>
                <a:gd name="connsiteX210" fmla="*/ 122396 w 585311"/>
                <a:gd name="connsiteY210" fmla="*/ 60484 h 338137"/>
                <a:gd name="connsiteX211" fmla="*/ 122873 w 585311"/>
                <a:gd name="connsiteY211" fmla="*/ 59055 h 338137"/>
                <a:gd name="connsiteX212" fmla="*/ 123825 w 585311"/>
                <a:gd name="connsiteY212" fmla="*/ 57150 h 338137"/>
                <a:gd name="connsiteX213" fmla="*/ 126682 w 585311"/>
                <a:gd name="connsiteY213" fmla="*/ 53816 h 338137"/>
                <a:gd name="connsiteX214" fmla="*/ 126682 w 585311"/>
                <a:gd name="connsiteY214" fmla="*/ 52864 h 338137"/>
                <a:gd name="connsiteX215" fmla="*/ 115252 w 585311"/>
                <a:gd name="connsiteY215" fmla="*/ 42863 h 338137"/>
                <a:gd name="connsiteX216" fmla="*/ 112871 w 585311"/>
                <a:gd name="connsiteY216" fmla="*/ 40005 h 338137"/>
                <a:gd name="connsiteX217" fmla="*/ 111443 w 585311"/>
                <a:gd name="connsiteY217" fmla="*/ 37624 h 338137"/>
                <a:gd name="connsiteX218" fmla="*/ 111443 w 585311"/>
                <a:gd name="connsiteY218" fmla="*/ 36195 h 338137"/>
                <a:gd name="connsiteX219" fmla="*/ 113348 w 585311"/>
                <a:gd name="connsiteY219" fmla="*/ 31433 h 338137"/>
                <a:gd name="connsiteX220" fmla="*/ 117634 w 585311"/>
                <a:gd name="connsiteY220" fmla="*/ 23813 h 338137"/>
                <a:gd name="connsiteX221" fmla="*/ 119539 w 585311"/>
                <a:gd name="connsiteY221" fmla="*/ 19526 h 338137"/>
                <a:gd name="connsiteX222" fmla="*/ 117157 w 585311"/>
                <a:gd name="connsiteY222" fmla="*/ 18097 h 338137"/>
                <a:gd name="connsiteX223" fmla="*/ 112395 w 585311"/>
                <a:gd name="connsiteY223" fmla="*/ 15240 h 338137"/>
                <a:gd name="connsiteX224" fmla="*/ 107632 w 585311"/>
                <a:gd name="connsiteY224" fmla="*/ 12383 h 338137"/>
                <a:gd name="connsiteX225" fmla="*/ 102870 w 585311"/>
                <a:gd name="connsiteY225" fmla="*/ 9525 h 338137"/>
                <a:gd name="connsiteX226" fmla="*/ 98107 w 585311"/>
                <a:gd name="connsiteY226" fmla="*/ 6667 h 338137"/>
                <a:gd name="connsiteX227" fmla="*/ 96202 w 585311"/>
                <a:gd name="connsiteY227" fmla="*/ 5715 h 338137"/>
                <a:gd name="connsiteX228" fmla="*/ 95250 w 585311"/>
                <a:gd name="connsiteY228" fmla="*/ 7620 h 338137"/>
                <a:gd name="connsiteX229" fmla="*/ 94774 w 585311"/>
                <a:gd name="connsiteY229" fmla="*/ 10478 h 338137"/>
                <a:gd name="connsiteX230" fmla="*/ 95250 w 585311"/>
                <a:gd name="connsiteY230" fmla="*/ 13811 h 338137"/>
                <a:gd name="connsiteX231" fmla="*/ 96202 w 585311"/>
                <a:gd name="connsiteY231" fmla="*/ 16192 h 338137"/>
                <a:gd name="connsiteX232" fmla="*/ 97631 w 585311"/>
                <a:gd name="connsiteY232" fmla="*/ 17145 h 338137"/>
                <a:gd name="connsiteX233" fmla="*/ 97155 w 585311"/>
                <a:gd name="connsiteY233" fmla="*/ 18574 h 338137"/>
                <a:gd name="connsiteX234" fmla="*/ 94774 w 585311"/>
                <a:gd name="connsiteY234" fmla="*/ 20479 h 338137"/>
                <a:gd name="connsiteX235" fmla="*/ 93345 w 585311"/>
                <a:gd name="connsiteY235" fmla="*/ 22384 h 338137"/>
                <a:gd name="connsiteX236" fmla="*/ 92393 w 585311"/>
                <a:gd name="connsiteY236" fmla="*/ 24289 h 338137"/>
                <a:gd name="connsiteX237" fmla="*/ 92393 w 585311"/>
                <a:gd name="connsiteY237" fmla="*/ 25241 h 338137"/>
                <a:gd name="connsiteX238" fmla="*/ 92869 w 585311"/>
                <a:gd name="connsiteY238" fmla="*/ 25717 h 338137"/>
                <a:gd name="connsiteX239" fmla="*/ 97631 w 585311"/>
                <a:gd name="connsiteY239" fmla="*/ 22860 h 338137"/>
                <a:gd name="connsiteX240" fmla="*/ 98107 w 585311"/>
                <a:gd name="connsiteY240" fmla="*/ 22860 h 338137"/>
                <a:gd name="connsiteX241" fmla="*/ 97631 w 585311"/>
                <a:gd name="connsiteY241" fmla="*/ 25717 h 338137"/>
                <a:gd name="connsiteX242" fmla="*/ 97155 w 585311"/>
                <a:gd name="connsiteY242" fmla="*/ 26670 h 338137"/>
                <a:gd name="connsiteX243" fmla="*/ 96202 w 585311"/>
                <a:gd name="connsiteY243" fmla="*/ 26670 h 338137"/>
                <a:gd name="connsiteX244" fmla="*/ 95726 w 585311"/>
                <a:gd name="connsiteY244" fmla="*/ 28099 h 338137"/>
                <a:gd name="connsiteX245" fmla="*/ 95726 w 585311"/>
                <a:gd name="connsiteY245" fmla="*/ 30956 h 338137"/>
                <a:gd name="connsiteX246" fmla="*/ 96202 w 585311"/>
                <a:gd name="connsiteY246" fmla="*/ 32861 h 338137"/>
                <a:gd name="connsiteX247" fmla="*/ 96679 w 585311"/>
                <a:gd name="connsiteY247" fmla="*/ 33814 h 338137"/>
                <a:gd name="connsiteX248" fmla="*/ 96202 w 585311"/>
                <a:gd name="connsiteY248" fmla="*/ 34290 h 338137"/>
                <a:gd name="connsiteX249" fmla="*/ 95250 w 585311"/>
                <a:gd name="connsiteY249" fmla="*/ 34766 h 338137"/>
                <a:gd name="connsiteX250" fmla="*/ 94298 w 585311"/>
                <a:gd name="connsiteY250" fmla="*/ 34290 h 338137"/>
                <a:gd name="connsiteX251" fmla="*/ 93821 w 585311"/>
                <a:gd name="connsiteY251" fmla="*/ 33338 h 338137"/>
                <a:gd name="connsiteX252" fmla="*/ 93345 w 585311"/>
                <a:gd name="connsiteY252" fmla="*/ 32861 h 338137"/>
                <a:gd name="connsiteX253" fmla="*/ 92393 w 585311"/>
                <a:gd name="connsiteY253" fmla="*/ 32861 h 338137"/>
                <a:gd name="connsiteX254" fmla="*/ 91440 w 585311"/>
                <a:gd name="connsiteY254" fmla="*/ 33814 h 338137"/>
                <a:gd name="connsiteX255" fmla="*/ 90964 w 585311"/>
                <a:gd name="connsiteY255" fmla="*/ 35242 h 338137"/>
                <a:gd name="connsiteX256" fmla="*/ 91440 w 585311"/>
                <a:gd name="connsiteY256" fmla="*/ 36195 h 338137"/>
                <a:gd name="connsiteX257" fmla="*/ 93821 w 585311"/>
                <a:gd name="connsiteY257" fmla="*/ 36671 h 338137"/>
                <a:gd name="connsiteX258" fmla="*/ 93821 w 585311"/>
                <a:gd name="connsiteY258" fmla="*/ 37147 h 338137"/>
                <a:gd name="connsiteX259" fmla="*/ 90011 w 585311"/>
                <a:gd name="connsiteY259" fmla="*/ 42386 h 338137"/>
                <a:gd name="connsiteX260" fmla="*/ 87630 w 585311"/>
                <a:gd name="connsiteY260" fmla="*/ 44767 h 338137"/>
                <a:gd name="connsiteX261" fmla="*/ 86201 w 585311"/>
                <a:gd name="connsiteY261" fmla="*/ 46196 h 338137"/>
                <a:gd name="connsiteX262" fmla="*/ 82868 w 585311"/>
                <a:gd name="connsiteY262" fmla="*/ 47625 h 338137"/>
                <a:gd name="connsiteX263" fmla="*/ 80963 w 585311"/>
                <a:gd name="connsiteY263" fmla="*/ 47625 h 338137"/>
                <a:gd name="connsiteX264" fmla="*/ 79534 w 585311"/>
                <a:gd name="connsiteY264" fmla="*/ 46672 h 338137"/>
                <a:gd name="connsiteX265" fmla="*/ 78581 w 585311"/>
                <a:gd name="connsiteY265" fmla="*/ 45244 h 338137"/>
                <a:gd name="connsiteX266" fmla="*/ 78105 w 585311"/>
                <a:gd name="connsiteY266" fmla="*/ 43339 h 338137"/>
                <a:gd name="connsiteX267" fmla="*/ 78581 w 585311"/>
                <a:gd name="connsiteY267" fmla="*/ 40958 h 338137"/>
                <a:gd name="connsiteX268" fmla="*/ 80010 w 585311"/>
                <a:gd name="connsiteY268" fmla="*/ 38576 h 338137"/>
                <a:gd name="connsiteX269" fmla="*/ 80010 w 585311"/>
                <a:gd name="connsiteY269" fmla="*/ 35719 h 338137"/>
                <a:gd name="connsiteX270" fmla="*/ 78581 w 585311"/>
                <a:gd name="connsiteY270" fmla="*/ 32385 h 338137"/>
                <a:gd name="connsiteX271" fmla="*/ 78105 w 585311"/>
                <a:gd name="connsiteY271" fmla="*/ 29528 h 338137"/>
                <a:gd name="connsiteX272" fmla="*/ 78105 w 585311"/>
                <a:gd name="connsiteY272" fmla="*/ 27146 h 338137"/>
                <a:gd name="connsiteX273" fmla="*/ 79057 w 585311"/>
                <a:gd name="connsiteY273" fmla="*/ 23813 h 338137"/>
                <a:gd name="connsiteX274" fmla="*/ 82868 w 585311"/>
                <a:gd name="connsiteY274" fmla="*/ 15716 h 338137"/>
                <a:gd name="connsiteX275" fmla="*/ 83820 w 585311"/>
                <a:gd name="connsiteY275" fmla="*/ 12383 h 338137"/>
                <a:gd name="connsiteX276" fmla="*/ 85249 w 585311"/>
                <a:gd name="connsiteY276" fmla="*/ 9525 h 338137"/>
                <a:gd name="connsiteX277" fmla="*/ 87630 w 585311"/>
                <a:gd name="connsiteY277" fmla="*/ 6667 h 338137"/>
                <a:gd name="connsiteX278" fmla="*/ 89059 w 585311"/>
                <a:gd name="connsiteY278" fmla="*/ 3810 h 338137"/>
                <a:gd name="connsiteX279" fmla="*/ 90011 w 585311"/>
                <a:gd name="connsiteY279" fmla="*/ 476 h 338137"/>
                <a:gd name="connsiteX280" fmla="*/ 90011 w 585311"/>
                <a:gd name="connsiteY280" fmla="*/ 476 h 338137"/>
                <a:gd name="connsiteX281" fmla="*/ 88582 w 585311"/>
                <a:gd name="connsiteY281" fmla="*/ 0 h 338137"/>
                <a:gd name="connsiteX282" fmla="*/ 84773 w 585311"/>
                <a:gd name="connsiteY282" fmla="*/ 476 h 338137"/>
                <a:gd name="connsiteX283" fmla="*/ 79534 w 585311"/>
                <a:gd name="connsiteY283" fmla="*/ 1905 h 338137"/>
                <a:gd name="connsiteX284" fmla="*/ 73819 w 585311"/>
                <a:gd name="connsiteY284" fmla="*/ 3334 h 338137"/>
                <a:gd name="connsiteX285" fmla="*/ 68104 w 585311"/>
                <a:gd name="connsiteY285" fmla="*/ 4763 h 338137"/>
                <a:gd name="connsiteX286" fmla="*/ 58102 w 585311"/>
                <a:gd name="connsiteY286" fmla="*/ 7144 h 338137"/>
                <a:gd name="connsiteX287" fmla="*/ 51435 w 585311"/>
                <a:gd name="connsiteY287" fmla="*/ 9049 h 338137"/>
                <a:gd name="connsiteX288" fmla="*/ 46196 w 585311"/>
                <a:gd name="connsiteY288" fmla="*/ 10478 h 338137"/>
                <a:gd name="connsiteX289" fmla="*/ 40957 w 585311"/>
                <a:gd name="connsiteY289" fmla="*/ 11906 h 338137"/>
                <a:gd name="connsiteX290" fmla="*/ 33814 w 585311"/>
                <a:gd name="connsiteY290" fmla="*/ 13811 h 338137"/>
                <a:gd name="connsiteX291" fmla="*/ 28099 w 585311"/>
                <a:gd name="connsiteY291" fmla="*/ 15240 h 338137"/>
                <a:gd name="connsiteX292" fmla="*/ 20955 w 585311"/>
                <a:gd name="connsiteY292" fmla="*/ 17145 h 338137"/>
                <a:gd name="connsiteX293" fmla="*/ 14764 w 585311"/>
                <a:gd name="connsiteY293" fmla="*/ 19050 h 338137"/>
                <a:gd name="connsiteX294" fmla="*/ 9525 w 585311"/>
                <a:gd name="connsiteY294" fmla="*/ 20479 h 338137"/>
                <a:gd name="connsiteX295" fmla="*/ 4286 w 585311"/>
                <a:gd name="connsiteY295" fmla="*/ 21908 h 338137"/>
                <a:gd name="connsiteX296" fmla="*/ 0 w 585311"/>
                <a:gd name="connsiteY296" fmla="*/ 22860 h 338137"/>
                <a:gd name="connsiteX297" fmla="*/ 0 w 585311"/>
                <a:gd name="connsiteY297" fmla="*/ 32385 h 338137"/>
                <a:gd name="connsiteX298" fmla="*/ 0 w 585311"/>
                <a:gd name="connsiteY298" fmla="*/ 41910 h 338137"/>
                <a:gd name="connsiteX299" fmla="*/ 0 w 585311"/>
                <a:gd name="connsiteY299" fmla="*/ 51435 h 338137"/>
                <a:gd name="connsiteX300" fmla="*/ 0 w 585311"/>
                <a:gd name="connsiteY300" fmla="*/ 60960 h 338137"/>
                <a:gd name="connsiteX301" fmla="*/ 0 w 585311"/>
                <a:gd name="connsiteY301" fmla="*/ 70485 h 338137"/>
                <a:gd name="connsiteX302" fmla="*/ 0 w 585311"/>
                <a:gd name="connsiteY302" fmla="*/ 80010 h 338137"/>
                <a:gd name="connsiteX303" fmla="*/ 0 w 585311"/>
                <a:gd name="connsiteY303" fmla="*/ 89535 h 338137"/>
                <a:gd name="connsiteX304" fmla="*/ 0 w 585311"/>
                <a:gd name="connsiteY304" fmla="*/ 99060 h 338137"/>
                <a:gd name="connsiteX305" fmla="*/ 0 w 585311"/>
                <a:gd name="connsiteY305" fmla="*/ 108585 h 338137"/>
                <a:gd name="connsiteX306" fmla="*/ 0 w 585311"/>
                <a:gd name="connsiteY306" fmla="*/ 118110 h 338137"/>
                <a:gd name="connsiteX307" fmla="*/ 0 w 585311"/>
                <a:gd name="connsiteY307" fmla="*/ 127635 h 338137"/>
                <a:gd name="connsiteX308" fmla="*/ 0 w 585311"/>
                <a:gd name="connsiteY308" fmla="*/ 137160 h 338137"/>
                <a:gd name="connsiteX309" fmla="*/ 0 w 585311"/>
                <a:gd name="connsiteY309" fmla="*/ 146685 h 338137"/>
                <a:gd name="connsiteX310" fmla="*/ 0 w 585311"/>
                <a:gd name="connsiteY310" fmla="*/ 155734 h 338137"/>
                <a:gd name="connsiteX311" fmla="*/ 0 w 585311"/>
                <a:gd name="connsiteY311" fmla="*/ 164783 h 338137"/>
                <a:gd name="connsiteX312" fmla="*/ 0 w 585311"/>
                <a:gd name="connsiteY312" fmla="*/ 173831 h 338137"/>
                <a:gd name="connsiteX313" fmla="*/ 9049 w 585311"/>
                <a:gd name="connsiteY313" fmla="*/ 174308 h 338137"/>
                <a:gd name="connsiteX314" fmla="*/ 17145 w 585311"/>
                <a:gd name="connsiteY314" fmla="*/ 174784 h 338137"/>
                <a:gd name="connsiteX315" fmla="*/ 27146 w 585311"/>
                <a:gd name="connsiteY315" fmla="*/ 175260 h 338137"/>
                <a:gd name="connsiteX316" fmla="*/ 30004 w 585311"/>
                <a:gd name="connsiteY316" fmla="*/ 175736 h 338137"/>
                <a:gd name="connsiteX317" fmla="*/ 33338 w 585311"/>
                <a:gd name="connsiteY317" fmla="*/ 176213 h 338137"/>
                <a:gd name="connsiteX318" fmla="*/ 35243 w 585311"/>
                <a:gd name="connsiteY318" fmla="*/ 176213 h 338137"/>
                <a:gd name="connsiteX319" fmla="*/ 36671 w 585311"/>
                <a:gd name="connsiteY319" fmla="*/ 174308 h 338137"/>
                <a:gd name="connsiteX320" fmla="*/ 37624 w 585311"/>
                <a:gd name="connsiteY320" fmla="*/ 173355 h 338137"/>
                <a:gd name="connsiteX321" fmla="*/ 38576 w 585311"/>
                <a:gd name="connsiteY321" fmla="*/ 172403 h 338137"/>
                <a:gd name="connsiteX322" fmla="*/ 38576 w 585311"/>
                <a:gd name="connsiteY322" fmla="*/ 171450 h 338137"/>
                <a:gd name="connsiteX323" fmla="*/ 37148 w 585311"/>
                <a:gd name="connsiteY323" fmla="*/ 170497 h 338137"/>
                <a:gd name="connsiteX324" fmla="*/ 35243 w 585311"/>
                <a:gd name="connsiteY324" fmla="*/ 168116 h 338137"/>
                <a:gd name="connsiteX325" fmla="*/ 34290 w 585311"/>
                <a:gd name="connsiteY325" fmla="*/ 159067 h 338137"/>
                <a:gd name="connsiteX326" fmla="*/ 33814 w 585311"/>
                <a:gd name="connsiteY326" fmla="*/ 151447 h 338137"/>
                <a:gd name="connsiteX327" fmla="*/ 36195 w 585311"/>
                <a:gd name="connsiteY327" fmla="*/ 149066 h 338137"/>
                <a:gd name="connsiteX328" fmla="*/ 38100 w 585311"/>
                <a:gd name="connsiteY328" fmla="*/ 148114 h 338137"/>
                <a:gd name="connsiteX329" fmla="*/ 38100 w 585311"/>
                <a:gd name="connsiteY329" fmla="*/ 147161 h 338137"/>
                <a:gd name="connsiteX330" fmla="*/ 40957 w 585311"/>
                <a:gd name="connsiteY330" fmla="*/ 138589 h 338137"/>
                <a:gd name="connsiteX331" fmla="*/ 43815 w 585311"/>
                <a:gd name="connsiteY331" fmla="*/ 133826 h 338137"/>
                <a:gd name="connsiteX332" fmla="*/ 48101 w 585311"/>
                <a:gd name="connsiteY332" fmla="*/ 132397 h 338137"/>
                <a:gd name="connsiteX333" fmla="*/ 53340 w 585311"/>
                <a:gd name="connsiteY333" fmla="*/ 135255 h 338137"/>
                <a:gd name="connsiteX334" fmla="*/ 55721 w 585311"/>
                <a:gd name="connsiteY334" fmla="*/ 139065 h 338137"/>
                <a:gd name="connsiteX335" fmla="*/ 58102 w 585311"/>
                <a:gd name="connsiteY335" fmla="*/ 139065 h 338137"/>
                <a:gd name="connsiteX336" fmla="*/ 62389 w 585311"/>
                <a:gd name="connsiteY336" fmla="*/ 138113 h 338137"/>
                <a:gd name="connsiteX337" fmla="*/ 63818 w 585311"/>
                <a:gd name="connsiteY337" fmla="*/ 136208 h 338137"/>
                <a:gd name="connsiteX338" fmla="*/ 66199 w 585311"/>
                <a:gd name="connsiteY338" fmla="*/ 131921 h 338137"/>
                <a:gd name="connsiteX339" fmla="*/ 67151 w 585311"/>
                <a:gd name="connsiteY339" fmla="*/ 128588 h 338137"/>
                <a:gd name="connsiteX340" fmla="*/ 68580 w 585311"/>
                <a:gd name="connsiteY340" fmla="*/ 127159 h 338137"/>
                <a:gd name="connsiteX341" fmla="*/ 70009 w 585311"/>
                <a:gd name="connsiteY341" fmla="*/ 126206 h 338137"/>
                <a:gd name="connsiteX342" fmla="*/ 71438 w 585311"/>
                <a:gd name="connsiteY342" fmla="*/ 126206 h 338137"/>
                <a:gd name="connsiteX343" fmla="*/ 74295 w 585311"/>
                <a:gd name="connsiteY343" fmla="*/ 127159 h 338137"/>
                <a:gd name="connsiteX344" fmla="*/ 76676 w 585311"/>
                <a:gd name="connsiteY344" fmla="*/ 127635 h 338137"/>
                <a:gd name="connsiteX345" fmla="*/ 78105 w 585311"/>
                <a:gd name="connsiteY345" fmla="*/ 128588 h 338137"/>
                <a:gd name="connsiteX346" fmla="*/ 79534 w 585311"/>
                <a:gd name="connsiteY346" fmla="*/ 130016 h 338137"/>
                <a:gd name="connsiteX347" fmla="*/ 80963 w 585311"/>
                <a:gd name="connsiteY347" fmla="*/ 131921 h 338137"/>
                <a:gd name="connsiteX348" fmla="*/ 80963 w 585311"/>
                <a:gd name="connsiteY348" fmla="*/ 133350 h 338137"/>
                <a:gd name="connsiteX349" fmla="*/ 81439 w 585311"/>
                <a:gd name="connsiteY349" fmla="*/ 134303 h 338137"/>
                <a:gd name="connsiteX350" fmla="*/ 82391 w 585311"/>
                <a:gd name="connsiteY350" fmla="*/ 134303 h 338137"/>
                <a:gd name="connsiteX351" fmla="*/ 83344 w 585311"/>
                <a:gd name="connsiteY351" fmla="*/ 134303 h 338137"/>
                <a:gd name="connsiteX352" fmla="*/ 83820 w 585311"/>
                <a:gd name="connsiteY352" fmla="*/ 133826 h 338137"/>
                <a:gd name="connsiteX353" fmla="*/ 84296 w 585311"/>
                <a:gd name="connsiteY353" fmla="*/ 133350 h 338137"/>
                <a:gd name="connsiteX354" fmla="*/ 83820 w 585311"/>
                <a:gd name="connsiteY354" fmla="*/ 132397 h 338137"/>
                <a:gd name="connsiteX355" fmla="*/ 81915 w 585311"/>
                <a:gd name="connsiteY355" fmla="*/ 129540 h 338137"/>
                <a:gd name="connsiteX356" fmla="*/ 77629 w 585311"/>
                <a:gd name="connsiteY356" fmla="*/ 124778 h 338137"/>
                <a:gd name="connsiteX357" fmla="*/ 74771 w 585311"/>
                <a:gd name="connsiteY357" fmla="*/ 122872 h 338137"/>
                <a:gd name="connsiteX358" fmla="*/ 73343 w 585311"/>
                <a:gd name="connsiteY358" fmla="*/ 121920 h 338137"/>
                <a:gd name="connsiteX359" fmla="*/ 72866 w 585311"/>
                <a:gd name="connsiteY359" fmla="*/ 120967 h 338137"/>
                <a:gd name="connsiteX360" fmla="*/ 74771 w 585311"/>
                <a:gd name="connsiteY360" fmla="*/ 119539 h 338137"/>
                <a:gd name="connsiteX361" fmla="*/ 76676 w 585311"/>
                <a:gd name="connsiteY361" fmla="*/ 118586 h 338137"/>
                <a:gd name="connsiteX362" fmla="*/ 80010 w 585311"/>
                <a:gd name="connsiteY362" fmla="*/ 119063 h 338137"/>
                <a:gd name="connsiteX363" fmla="*/ 84296 w 585311"/>
                <a:gd name="connsiteY363" fmla="*/ 119539 h 338137"/>
                <a:gd name="connsiteX364" fmla="*/ 86201 w 585311"/>
                <a:gd name="connsiteY364" fmla="*/ 118586 h 338137"/>
                <a:gd name="connsiteX365" fmla="*/ 88106 w 585311"/>
                <a:gd name="connsiteY365" fmla="*/ 114776 h 338137"/>
                <a:gd name="connsiteX366" fmla="*/ 92869 w 585311"/>
                <a:gd name="connsiteY366" fmla="*/ 119063 h 338137"/>
                <a:gd name="connsiteX367" fmla="*/ 97631 w 585311"/>
                <a:gd name="connsiteY367" fmla="*/ 123825 h 338137"/>
                <a:gd name="connsiteX368" fmla="*/ 99536 w 585311"/>
                <a:gd name="connsiteY368" fmla="*/ 124778 h 338137"/>
                <a:gd name="connsiteX369" fmla="*/ 103346 w 585311"/>
                <a:gd name="connsiteY369" fmla="*/ 125254 h 338137"/>
                <a:gd name="connsiteX370" fmla="*/ 106204 w 585311"/>
                <a:gd name="connsiteY370" fmla="*/ 125254 h 338137"/>
                <a:gd name="connsiteX371" fmla="*/ 107632 w 585311"/>
                <a:gd name="connsiteY371" fmla="*/ 125730 h 338137"/>
                <a:gd name="connsiteX372" fmla="*/ 109061 w 585311"/>
                <a:gd name="connsiteY372" fmla="*/ 127159 h 338137"/>
                <a:gd name="connsiteX373" fmla="*/ 111919 w 585311"/>
                <a:gd name="connsiteY373" fmla="*/ 132397 h 338137"/>
                <a:gd name="connsiteX374" fmla="*/ 114776 w 585311"/>
                <a:gd name="connsiteY374" fmla="*/ 133826 h 338137"/>
                <a:gd name="connsiteX375" fmla="*/ 118110 w 585311"/>
                <a:gd name="connsiteY375" fmla="*/ 134779 h 338137"/>
                <a:gd name="connsiteX376" fmla="*/ 128588 w 585311"/>
                <a:gd name="connsiteY376" fmla="*/ 134779 h 338137"/>
                <a:gd name="connsiteX377" fmla="*/ 131921 w 585311"/>
                <a:gd name="connsiteY377" fmla="*/ 135255 h 338137"/>
                <a:gd name="connsiteX378" fmla="*/ 134779 w 585311"/>
                <a:gd name="connsiteY378" fmla="*/ 137636 h 338137"/>
                <a:gd name="connsiteX379" fmla="*/ 136207 w 585311"/>
                <a:gd name="connsiteY379" fmla="*/ 138589 h 338137"/>
                <a:gd name="connsiteX380" fmla="*/ 136684 w 585311"/>
                <a:gd name="connsiteY380" fmla="*/ 139541 h 338137"/>
                <a:gd name="connsiteX381" fmla="*/ 136684 w 585311"/>
                <a:gd name="connsiteY381" fmla="*/ 140494 h 338137"/>
                <a:gd name="connsiteX382" fmla="*/ 136207 w 585311"/>
                <a:gd name="connsiteY382" fmla="*/ 141922 h 338137"/>
                <a:gd name="connsiteX383" fmla="*/ 136207 w 585311"/>
                <a:gd name="connsiteY383" fmla="*/ 144304 h 338137"/>
                <a:gd name="connsiteX384" fmla="*/ 136207 w 585311"/>
                <a:gd name="connsiteY384" fmla="*/ 146209 h 338137"/>
                <a:gd name="connsiteX385" fmla="*/ 135255 w 585311"/>
                <a:gd name="connsiteY385" fmla="*/ 147161 h 338137"/>
                <a:gd name="connsiteX386" fmla="*/ 134779 w 585311"/>
                <a:gd name="connsiteY386" fmla="*/ 148114 h 338137"/>
                <a:gd name="connsiteX387" fmla="*/ 135255 w 585311"/>
                <a:gd name="connsiteY387" fmla="*/ 149066 h 338137"/>
                <a:gd name="connsiteX388" fmla="*/ 140018 w 585311"/>
                <a:gd name="connsiteY388" fmla="*/ 150971 h 338137"/>
                <a:gd name="connsiteX389" fmla="*/ 141446 w 585311"/>
                <a:gd name="connsiteY389" fmla="*/ 152876 h 338137"/>
                <a:gd name="connsiteX390" fmla="*/ 142875 w 585311"/>
                <a:gd name="connsiteY390" fmla="*/ 153829 h 338137"/>
                <a:gd name="connsiteX391" fmla="*/ 143351 w 585311"/>
                <a:gd name="connsiteY391" fmla="*/ 155258 h 338137"/>
                <a:gd name="connsiteX392" fmla="*/ 142399 w 585311"/>
                <a:gd name="connsiteY392" fmla="*/ 156210 h 338137"/>
                <a:gd name="connsiteX393" fmla="*/ 140018 w 585311"/>
                <a:gd name="connsiteY393" fmla="*/ 155734 h 338137"/>
                <a:gd name="connsiteX394" fmla="*/ 139065 w 585311"/>
                <a:gd name="connsiteY394" fmla="*/ 157163 h 338137"/>
                <a:gd name="connsiteX395" fmla="*/ 139065 w 585311"/>
                <a:gd name="connsiteY395" fmla="*/ 159544 h 338137"/>
                <a:gd name="connsiteX396" fmla="*/ 140494 w 585311"/>
                <a:gd name="connsiteY396" fmla="*/ 161925 h 338137"/>
                <a:gd name="connsiteX397" fmla="*/ 140970 w 585311"/>
                <a:gd name="connsiteY397" fmla="*/ 163830 h 338137"/>
                <a:gd name="connsiteX398" fmla="*/ 140018 w 585311"/>
                <a:gd name="connsiteY398" fmla="*/ 165735 h 338137"/>
                <a:gd name="connsiteX399" fmla="*/ 138589 w 585311"/>
                <a:gd name="connsiteY399" fmla="*/ 168592 h 338137"/>
                <a:gd name="connsiteX400" fmla="*/ 138589 w 585311"/>
                <a:gd name="connsiteY400" fmla="*/ 170497 h 338137"/>
                <a:gd name="connsiteX401" fmla="*/ 139541 w 585311"/>
                <a:gd name="connsiteY401" fmla="*/ 171450 h 338137"/>
                <a:gd name="connsiteX402" fmla="*/ 143351 w 585311"/>
                <a:gd name="connsiteY402" fmla="*/ 173355 h 338137"/>
                <a:gd name="connsiteX403" fmla="*/ 151924 w 585311"/>
                <a:gd name="connsiteY403" fmla="*/ 178594 h 338137"/>
                <a:gd name="connsiteX404" fmla="*/ 153829 w 585311"/>
                <a:gd name="connsiteY404" fmla="*/ 178594 h 338137"/>
                <a:gd name="connsiteX405" fmla="*/ 161925 w 585311"/>
                <a:gd name="connsiteY405" fmla="*/ 177641 h 338137"/>
                <a:gd name="connsiteX406" fmla="*/ 165735 w 585311"/>
                <a:gd name="connsiteY406" fmla="*/ 177641 h 338137"/>
                <a:gd name="connsiteX407" fmla="*/ 168116 w 585311"/>
                <a:gd name="connsiteY407" fmla="*/ 178594 h 338137"/>
                <a:gd name="connsiteX408" fmla="*/ 174307 w 585311"/>
                <a:gd name="connsiteY408" fmla="*/ 179546 h 338137"/>
                <a:gd name="connsiteX409" fmla="*/ 176213 w 585311"/>
                <a:gd name="connsiteY409" fmla="*/ 180499 h 338137"/>
                <a:gd name="connsiteX410" fmla="*/ 178594 w 585311"/>
                <a:gd name="connsiteY410" fmla="*/ 180499 h 338137"/>
                <a:gd name="connsiteX411" fmla="*/ 181451 w 585311"/>
                <a:gd name="connsiteY411" fmla="*/ 180022 h 338137"/>
                <a:gd name="connsiteX412" fmla="*/ 183356 w 585311"/>
                <a:gd name="connsiteY412" fmla="*/ 177641 h 338137"/>
                <a:gd name="connsiteX413" fmla="*/ 184309 w 585311"/>
                <a:gd name="connsiteY413" fmla="*/ 177165 h 338137"/>
                <a:gd name="connsiteX414" fmla="*/ 185261 w 585311"/>
                <a:gd name="connsiteY414" fmla="*/ 176689 h 338137"/>
                <a:gd name="connsiteX415" fmla="*/ 187166 w 585311"/>
                <a:gd name="connsiteY415" fmla="*/ 176689 h 338137"/>
                <a:gd name="connsiteX416" fmla="*/ 192405 w 585311"/>
                <a:gd name="connsiteY416" fmla="*/ 178117 h 338137"/>
                <a:gd name="connsiteX417" fmla="*/ 197644 w 585311"/>
                <a:gd name="connsiteY417" fmla="*/ 180975 h 338137"/>
                <a:gd name="connsiteX418" fmla="*/ 200977 w 585311"/>
                <a:gd name="connsiteY418" fmla="*/ 183833 h 338137"/>
                <a:gd name="connsiteX419" fmla="*/ 202882 w 585311"/>
                <a:gd name="connsiteY419" fmla="*/ 186214 h 338137"/>
                <a:gd name="connsiteX420" fmla="*/ 205264 w 585311"/>
                <a:gd name="connsiteY420" fmla="*/ 191929 h 338137"/>
                <a:gd name="connsiteX421" fmla="*/ 208121 w 585311"/>
                <a:gd name="connsiteY421" fmla="*/ 200501 h 338137"/>
                <a:gd name="connsiteX422" fmla="*/ 211455 w 585311"/>
                <a:gd name="connsiteY422" fmla="*/ 206216 h 338137"/>
                <a:gd name="connsiteX423" fmla="*/ 215265 w 585311"/>
                <a:gd name="connsiteY423" fmla="*/ 209074 h 338137"/>
                <a:gd name="connsiteX424" fmla="*/ 217646 w 585311"/>
                <a:gd name="connsiteY424" fmla="*/ 214313 h 338137"/>
                <a:gd name="connsiteX425" fmla="*/ 220027 w 585311"/>
                <a:gd name="connsiteY425" fmla="*/ 226219 h 338137"/>
                <a:gd name="connsiteX426" fmla="*/ 221456 w 585311"/>
                <a:gd name="connsiteY426" fmla="*/ 228600 h 338137"/>
                <a:gd name="connsiteX427" fmla="*/ 222885 w 585311"/>
                <a:gd name="connsiteY427" fmla="*/ 230029 h 338137"/>
                <a:gd name="connsiteX428" fmla="*/ 227171 w 585311"/>
                <a:gd name="connsiteY428" fmla="*/ 233363 h 338137"/>
                <a:gd name="connsiteX429" fmla="*/ 235744 w 585311"/>
                <a:gd name="connsiteY429" fmla="*/ 239078 h 338137"/>
                <a:gd name="connsiteX430" fmla="*/ 240982 w 585311"/>
                <a:gd name="connsiteY430" fmla="*/ 242411 h 338137"/>
                <a:gd name="connsiteX431" fmla="*/ 249079 w 585311"/>
                <a:gd name="connsiteY431" fmla="*/ 247650 h 338137"/>
                <a:gd name="connsiteX432" fmla="*/ 256223 w 585311"/>
                <a:gd name="connsiteY432" fmla="*/ 252413 h 338137"/>
                <a:gd name="connsiteX433" fmla="*/ 263366 w 585311"/>
                <a:gd name="connsiteY433" fmla="*/ 260032 h 338137"/>
                <a:gd name="connsiteX434" fmla="*/ 264795 w 585311"/>
                <a:gd name="connsiteY434" fmla="*/ 260985 h 338137"/>
                <a:gd name="connsiteX435" fmla="*/ 270986 w 585311"/>
                <a:gd name="connsiteY435" fmla="*/ 264795 h 338137"/>
                <a:gd name="connsiteX436" fmla="*/ 278130 w 585311"/>
                <a:gd name="connsiteY436" fmla="*/ 269081 h 338137"/>
                <a:gd name="connsiteX437" fmla="*/ 283369 w 585311"/>
                <a:gd name="connsiteY437" fmla="*/ 268129 h 338137"/>
                <a:gd name="connsiteX438" fmla="*/ 290989 w 585311"/>
                <a:gd name="connsiteY438" fmla="*/ 274320 h 338137"/>
                <a:gd name="connsiteX439" fmla="*/ 293846 w 585311"/>
                <a:gd name="connsiteY439" fmla="*/ 276701 h 338137"/>
                <a:gd name="connsiteX440" fmla="*/ 295275 w 585311"/>
                <a:gd name="connsiteY440" fmla="*/ 277654 h 338137"/>
                <a:gd name="connsiteX441" fmla="*/ 300514 w 585311"/>
                <a:gd name="connsiteY441" fmla="*/ 280035 h 338137"/>
                <a:gd name="connsiteX442" fmla="*/ 309086 w 585311"/>
                <a:gd name="connsiteY442" fmla="*/ 285274 h 338137"/>
                <a:gd name="connsiteX443" fmla="*/ 320040 w 585311"/>
                <a:gd name="connsiteY443" fmla="*/ 292894 h 338137"/>
                <a:gd name="connsiteX444" fmla="*/ 327184 w 585311"/>
                <a:gd name="connsiteY444" fmla="*/ 297180 h 338137"/>
                <a:gd name="connsiteX445" fmla="*/ 329089 w 585311"/>
                <a:gd name="connsiteY445" fmla="*/ 297656 h 338137"/>
                <a:gd name="connsiteX446" fmla="*/ 330994 w 585311"/>
                <a:gd name="connsiteY446" fmla="*/ 297656 h 338137"/>
                <a:gd name="connsiteX447" fmla="*/ 332899 w 585311"/>
                <a:gd name="connsiteY447" fmla="*/ 296704 h 338137"/>
                <a:gd name="connsiteX448" fmla="*/ 335280 w 585311"/>
                <a:gd name="connsiteY448" fmla="*/ 295751 h 338137"/>
                <a:gd name="connsiteX449" fmla="*/ 339090 w 585311"/>
                <a:gd name="connsiteY449" fmla="*/ 296704 h 338137"/>
                <a:gd name="connsiteX450" fmla="*/ 343376 w 585311"/>
                <a:gd name="connsiteY450" fmla="*/ 298609 h 338137"/>
                <a:gd name="connsiteX451" fmla="*/ 346234 w 585311"/>
                <a:gd name="connsiteY451" fmla="*/ 300038 h 338137"/>
                <a:gd name="connsiteX452" fmla="*/ 349091 w 585311"/>
                <a:gd name="connsiteY452" fmla="*/ 301943 h 338137"/>
                <a:gd name="connsiteX453" fmla="*/ 351473 w 585311"/>
                <a:gd name="connsiteY453" fmla="*/ 303847 h 338137"/>
                <a:gd name="connsiteX454" fmla="*/ 353377 w 585311"/>
                <a:gd name="connsiteY454" fmla="*/ 304800 h 338137"/>
                <a:gd name="connsiteX455" fmla="*/ 359569 w 585311"/>
                <a:gd name="connsiteY455" fmla="*/ 306229 h 338137"/>
                <a:gd name="connsiteX456" fmla="*/ 360521 w 585311"/>
                <a:gd name="connsiteY456" fmla="*/ 307181 h 338137"/>
                <a:gd name="connsiteX457" fmla="*/ 360998 w 585311"/>
                <a:gd name="connsiteY457" fmla="*/ 308134 h 338137"/>
                <a:gd name="connsiteX458" fmla="*/ 360998 w 585311"/>
                <a:gd name="connsiteY458" fmla="*/ 309086 h 338137"/>
                <a:gd name="connsiteX459" fmla="*/ 357664 w 585311"/>
                <a:gd name="connsiteY459" fmla="*/ 314801 h 338137"/>
                <a:gd name="connsiteX460" fmla="*/ 357188 w 585311"/>
                <a:gd name="connsiteY460" fmla="*/ 321945 h 338137"/>
                <a:gd name="connsiteX461" fmla="*/ 357188 w 585311"/>
                <a:gd name="connsiteY461" fmla="*/ 327184 h 338137"/>
                <a:gd name="connsiteX462" fmla="*/ 357664 w 585311"/>
                <a:gd name="connsiteY462" fmla="*/ 331470 h 338137"/>
                <a:gd name="connsiteX463" fmla="*/ 368141 w 585311"/>
                <a:gd name="connsiteY463" fmla="*/ 330518 h 338137"/>
                <a:gd name="connsiteX464" fmla="*/ 376238 w 585311"/>
                <a:gd name="connsiteY464" fmla="*/ 331946 h 338137"/>
                <a:gd name="connsiteX465" fmla="*/ 380524 w 585311"/>
                <a:gd name="connsiteY465" fmla="*/ 335756 h 338137"/>
                <a:gd name="connsiteX466" fmla="*/ 384810 w 585311"/>
                <a:gd name="connsiteY466" fmla="*/ 336709 h 338137"/>
                <a:gd name="connsiteX467" fmla="*/ 389096 w 585311"/>
                <a:gd name="connsiteY467" fmla="*/ 334804 h 338137"/>
                <a:gd name="connsiteX468" fmla="*/ 391477 w 585311"/>
                <a:gd name="connsiteY468" fmla="*/ 334328 h 338137"/>
                <a:gd name="connsiteX469" fmla="*/ 392430 w 585311"/>
                <a:gd name="connsiteY469" fmla="*/ 335756 h 338137"/>
                <a:gd name="connsiteX470" fmla="*/ 394335 w 585311"/>
                <a:gd name="connsiteY470" fmla="*/ 336232 h 338137"/>
                <a:gd name="connsiteX471" fmla="*/ 397669 w 585311"/>
                <a:gd name="connsiteY471" fmla="*/ 336232 h 338137"/>
                <a:gd name="connsiteX472" fmla="*/ 399574 w 585311"/>
                <a:gd name="connsiteY472" fmla="*/ 337185 h 338137"/>
                <a:gd name="connsiteX473" fmla="*/ 399574 w 585311"/>
                <a:gd name="connsiteY473" fmla="*/ 338138 h 338137"/>
                <a:gd name="connsiteX474" fmla="*/ 401002 w 585311"/>
                <a:gd name="connsiteY474" fmla="*/ 335280 h 338137"/>
                <a:gd name="connsiteX475" fmla="*/ 401479 w 585311"/>
                <a:gd name="connsiteY475" fmla="*/ 325755 h 338137"/>
                <a:gd name="connsiteX476" fmla="*/ 403384 w 585311"/>
                <a:gd name="connsiteY476" fmla="*/ 322421 h 338137"/>
                <a:gd name="connsiteX477" fmla="*/ 408623 w 585311"/>
                <a:gd name="connsiteY477" fmla="*/ 316706 h 338137"/>
                <a:gd name="connsiteX478" fmla="*/ 411004 w 585311"/>
                <a:gd name="connsiteY478" fmla="*/ 312420 h 338137"/>
                <a:gd name="connsiteX479" fmla="*/ 413861 w 585311"/>
                <a:gd name="connsiteY479" fmla="*/ 308610 h 338137"/>
                <a:gd name="connsiteX480" fmla="*/ 415766 w 585311"/>
                <a:gd name="connsiteY480" fmla="*/ 307181 h 338137"/>
                <a:gd name="connsiteX481" fmla="*/ 417671 w 585311"/>
                <a:gd name="connsiteY481" fmla="*/ 304324 h 338137"/>
                <a:gd name="connsiteX482" fmla="*/ 419100 w 585311"/>
                <a:gd name="connsiteY482" fmla="*/ 300990 h 338137"/>
                <a:gd name="connsiteX483" fmla="*/ 419576 w 585311"/>
                <a:gd name="connsiteY483" fmla="*/ 299085 h 338137"/>
                <a:gd name="connsiteX484" fmla="*/ 419576 w 585311"/>
                <a:gd name="connsiteY484" fmla="*/ 297656 h 338137"/>
                <a:gd name="connsiteX485" fmla="*/ 419100 w 585311"/>
                <a:gd name="connsiteY485" fmla="*/ 296704 h 338137"/>
                <a:gd name="connsiteX486" fmla="*/ 416243 w 585311"/>
                <a:gd name="connsiteY486" fmla="*/ 294322 h 338137"/>
                <a:gd name="connsiteX487" fmla="*/ 412432 w 585311"/>
                <a:gd name="connsiteY487" fmla="*/ 290989 h 338137"/>
                <a:gd name="connsiteX488" fmla="*/ 410527 w 585311"/>
                <a:gd name="connsiteY488" fmla="*/ 287655 h 338137"/>
                <a:gd name="connsiteX489" fmla="*/ 409575 w 585311"/>
                <a:gd name="connsiteY489" fmla="*/ 282893 h 338137"/>
                <a:gd name="connsiteX490" fmla="*/ 409099 w 585311"/>
                <a:gd name="connsiteY490" fmla="*/ 279559 h 338137"/>
                <a:gd name="connsiteX491" fmla="*/ 412432 w 585311"/>
                <a:gd name="connsiteY491" fmla="*/ 270986 h 338137"/>
                <a:gd name="connsiteX492" fmla="*/ 411956 w 585311"/>
                <a:gd name="connsiteY492" fmla="*/ 269557 h 338137"/>
                <a:gd name="connsiteX493" fmla="*/ 411004 w 585311"/>
                <a:gd name="connsiteY493" fmla="*/ 268129 h 338137"/>
                <a:gd name="connsiteX494" fmla="*/ 409099 w 585311"/>
                <a:gd name="connsiteY494" fmla="*/ 267176 h 338137"/>
                <a:gd name="connsiteX495" fmla="*/ 406241 w 585311"/>
                <a:gd name="connsiteY495" fmla="*/ 266700 h 338137"/>
                <a:gd name="connsiteX496" fmla="*/ 403384 w 585311"/>
                <a:gd name="connsiteY496" fmla="*/ 267176 h 338137"/>
                <a:gd name="connsiteX497" fmla="*/ 399574 w 585311"/>
                <a:gd name="connsiteY497" fmla="*/ 267176 h 338137"/>
                <a:gd name="connsiteX498" fmla="*/ 397193 w 585311"/>
                <a:gd name="connsiteY498" fmla="*/ 266700 h 338137"/>
                <a:gd name="connsiteX499" fmla="*/ 396716 w 585311"/>
                <a:gd name="connsiteY499" fmla="*/ 266224 h 338137"/>
                <a:gd name="connsiteX500" fmla="*/ 396240 w 585311"/>
                <a:gd name="connsiteY500" fmla="*/ 262414 h 338137"/>
                <a:gd name="connsiteX501" fmla="*/ 395764 w 585311"/>
                <a:gd name="connsiteY501" fmla="*/ 261461 h 338137"/>
                <a:gd name="connsiteX502" fmla="*/ 394811 w 585311"/>
                <a:gd name="connsiteY502" fmla="*/ 260509 h 338137"/>
                <a:gd name="connsiteX503" fmla="*/ 387668 w 585311"/>
                <a:gd name="connsiteY503" fmla="*/ 258604 h 338137"/>
                <a:gd name="connsiteX504" fmla="*/ 386239 w 585311"/>
                <a:gd name="connsiteY504" fmla="*/ 257651 h 338137"/>
                <a:gd name="connsiteX505" fmla="*/ 385763 w 585311"/>
                <a:gd name="connsiteY505" fmla="*/ 256699 h 338137"/>
                <a:gd name="connsiteX506" fmla="*/ 388144 w 585311"/>
                <a:gd name="connsiteY506" fmla="*/ 247650 h 338137"/>
                <a:gd name="connsiteX507" fmla="*/ 389096 w 585311"/>
                <a:gd name="connsiteY507" fmla="*/ 247174 h 338137"/>
                <a:gd name="connsiteX508" fmla="*/ 390049 w 585311"/>
                <a:gd name="connsiteY508" fmla="*/ 245745 h 338137"/>
                <a:gd name="connsiteX509" fmla="*/ 391954 w 585311"/>
                <a:gd name="connsiteY509" fmla="*/ 244316 h 338137"/>
                <a:gd name="connsiteX510" fmla="*/ 398145 w 585311"/>
                <a:gd name="connsiteY510" fmla="*/ 241935 h 338137"/>
                <a:gd name="connsiteX511" fmla="*/ 404813 w 585311"/>
                <a:gd name="connsiteY511" fmla="*/ 242888 h 338137"/>
                <a:gd name="connsiteX512" fmla="*/ 410527 w 585311"/>
                <a:gd name="connsiteY512" fmla="*/ 243840 h 338137"/>
                <a:gd name="connsiteX513" fmla="*/ 416243 w 585311"/>
                <a:gd name="connsiteY513" fmla="*/ 244316 h 338137"/>
                <a:gd name="connsiteX514" fmla="*/ 418148 w 585311"/>
                <a:gd name="connsiteY514" fmla="*/ 244792 h 338137"/>
                <a:gd name="connsiteX515" fmla="*/ 421481 w 585311"/>
                <a:gd name="connsiteY515" fmla="*/ 245269 h 338137"/>
                <a:gd name="connsiteX516" fmla="*/ 423863 w 585311"/>
                <a:gd name="connsiteY516" fmla="*/ 244792 h 338137"/>
                <a:gd name="connsiteX517" fmla="*/ 425291 w 585311"/>
                <a:gd name="connsiteY517" fmla="*/ 243840 h 338137"/>
                <a:gd name="connsiteX518" fmla="*/ 428149 w 585311"/>
                <a:gd name="connsiteY518" fmla="*/ 240983 h 338137"/>
                <a:gd name="connsiteX519" fmla="*/ 429101 w 585311"/>
                <a:gd name="connsiteY519" fmla="*/ 236696 h 338137"/>
                <a:gd name="connsiteX520" fmla="*/ 430054 w 585311"/>
                <a:gd name="connsiteY520" fmla="*/ 232886 h 338137"/>
                <a:gd name="connsiteX521" fmla="*/ 431482 w 585311"/>
                <a:gd name="connsiteY521" fmla="*/ 232410 h 338137"/>
                <a:gd name="connsiteX522" fmla="*/ 432911 w 585311"/>
                <a:gd name="connsiteY522" fmla="*/ 232886 h 338137"/>
                <a:gd name="connsiteX523" fmla="*/ 433864 w 585311"/>
                <a:gd name="connsiteY523" fmla="*/ 231934 h 338137"/>
                <a:gd name="connsiteX524" fmla="*/ 434340 w 585311"/>
                <a:gd name="connsiteY524" fmla="*/ 230981 h 338137"/>
                <a:gd name="connsiteX525" fmla="*/ 434816 w 585311"/>
                <a:gd name="connsiteY525" fmla="*/ 230029 h 338137"/>
                <a:gd name="connsiteX526" fmla="*/ 435293 w 585311"/>
                <a:gd name="connsiteY526" fmla="*/ 230029 h 338137"/>
                <a:gd name="connsiteX527" fmla="*/ 436245 w 585311"/>
                <a:gd name="connsiteY527" fmla="*/ 230981 h 338137"/>
                <a:gd name="connsiteX528" fmla="*/ 436721 w 585311"/>
                <a:gd name="connsiteY528" fmla="*/ 230505 h 338137"/>
                <a:gd name="connsiteX529" fmla="*/ 437198 w 585311"/>
                <a:gd name="connsiteY529" fmla="*/ 230029 h 338137"/>
                <a:gd name="connsiteX530" fmla="*/ 437198 w 585311"/>
                <a:gd name="connsiteY530" fmla="*/ 229076 h 338137"/>
                <a:gd name="connsiteX531" fmla="*/ 435769 w 585311"/>
                <a:gd name="connsiteY531" fmla="*/ 227647 h 338137"/>
                <a:gd name="connsiteX532" fmla="*/ 434340 w 585311"/>
                <a:gd name="connsiteY532" fmla="*/ 225742 h 338137"/>
                <a:gd name="connsiteX533" fmla="*/ 434340 w 585311"/>
                <a:gd name="connsiteY533" fmla="*/ 224790 h 338137"/>
                <a:gd name="connsiteX534" fmla="*/ 434816 w 585311"/>
                <a:gd name="connsiteY534" fmla="*/ 223838 h 338137"/>
                <a:gd name="connsiteX535" fmla="*/ 438150 w 585311"/>
                <a:gd name="connsiteY535" fmla="*/ 223361 h 338137"/>
                <a:gd name="connsiteX536" fmla="*/ 439579 w 585311"/>
                <a:gd name="connsiteY536" fmla="*/ 223361 h 338137"/>
                <a:gd name="connsiteX537" fmla="*/ 440055 w 585311"/>
                <a:gd name="connsiteY537" fmla="*/ 222409 h 338137"/>
                <a:gd name="connsiteX538" fmla="*/ 440055 w 585311"/>
                <a:gd name="connsiteY538" fmla="*/ 221456 h 338137"/>
                <a:gd name="connsiteX539" fmla="*/ 438626 w 585311"/>
                <a:gd name="connsiteY539" fmla="*/ 220980 h 338137"/>
                <a:gd name="connsiteX540" fmla="*/ 433864 w 585311"/>
                <a:gd name="connsiteY540" fmla="*/ 221456 h 338137"/>
                <a:gd name="connsiteX541" fmla="*/ 429101 w 585311"/>
                <a:gd name="connsiteY541" fmla="*/ 221456 h 338137"/>
                <a:gd name="connsiteX542" fmla="*/ 428625 w 585311"/>
                <a:gd name="connsiteY542" fmla="*/ 220504 h 338137"/>
                <a:gd name="connsiteX543" fmla="*/ 429101 w 585311"/>
                <a:gd name="connsiteY543" fmla="*/ 219551 h 338137"/>
                <a:gd name="connsiteX544" fmla="*/ 430054 w 585311"/>
                <a:gd name="connsiteY544" fmla="*/ 219075 h 338137"/>
                <a:gd name="connsiteX545" fmla="*/ 440055 w 585311"/>
                <a:gd name="connsiteY545" fmla="*/ 217646 h 338137"/>
                <a:gd name="connsiteX546" fmla="*/ 445294 w 585311"/>
                <a:gd name="connsiteY546" fmla="*/ 218122 h 338137"/>
                <a:gd name="connsiteX547" fmla="*/ 449104 w 585311"/>
                <a:gd name="connsiteY547" fmla="*/ 219075 h 338137"/>
                <a:gd name="connsiteX548" fmla="*/ 450532 w 585311"/>
                <a:gd name="connsiteY548" fmla="*/ 218599 h 338137"/>
                <a:gd name="connsiteX549" fmla="*/ 448627 w 585311"/>
                <a:gd name="connsiteY549" fmla="*/ 214789 h 338137"/>
                <a:gd name="connsiteX550" fmla="*/ 451009 w 585311"/>
                <a:gd name="connsiteY550" fmla="*/ 214313 h 338137"/>
                <a:gd name="connsiteX551" fmla="*/ 451485 w 585311"/>
                <a:gd name="connsiteY551" fmla="*/ 212884 h 338137"/>
                <a:gd name="connsiteX552" fmla="*/ 448151 w 585311"/>
                <a:gd name="connsiteY552" fmla="*/ 203359 h 338137"/>
                <a:gd name="connsiteX553" fmla="*/ 450056 w 585311"/>
                <a:gd name="connsiteY553" fmla="*/ 202406 h 338137"/>
                <a:gd name="connsiteX554" fmla="*/ 451961 w 585311"/>
                <a:gd name="connsiteY554" fmla="*/ 200501 h 338137"/>
                <a:gd name="connsiteX555" fmla="*/ 451961 w 585311"/>
                <a:gd name="connsiteY555" fmla="*/ 197167 h 338137"/>
                <a:gd name="connsiteX556" fmla="*/ 453390 w 585311"/>
                <a:gd name="connsiteY556" fmla="*/ 195263 h 338137"/>
                <a:gd name="connsiteX557" fmla="*/ 455295 w 585311"/>
                <a:gd name="connsiteY557" fmla="*/ 193834 h 338137"/>
                <a:gd name="connsiteX558" fmla="*/ 458152 w 585311"/>
                <a:gd name="connsiteY558" fmla="*/ 195263 h 338137"/>
                <a:gd name="connsiteX559" fmla="*/ 462439 w 585311"/>
                <a:gd name="connsiteY559" fmla="*/ 198596 h 338137"/>
                <a:gd name="connsiteX560" fmla="*/ 463868 w 585311"/>
                <a:gd name="connsiteY560" fmla="*/ 199072 h 338137"/>
                <a:gd name="connsiteX561" fmla="*/ 465296 w 585311"/>
                <a:gd name="connsiteY561" fmla="*/ 199072 h 338137"/>
                <a:gd name="connsiteX562" fmla="*/ 467201 w 585311"/>
                <a:gd name="connsiteY562" fmla="*/ 198120 h 338137"/>
                <a:gd name="connsiteX563" fmla="*/ 475298 w 585311"/>
                <a:gd name="connsiteY563" fmla="*/ 194786 h 338137"/>
                <a:gd name="connsiteX564" fmla="*/ 479584 w 585311"/>
                <a:gd name="connsiteY564" fmla="*/ 192881 h 338137"/>
                <a:gd name="connsiteX565" fmla="*/ 484823 w 585311"/>
                <a:gd name="connsiteY565" fmla="*/ 190024 h 338137"/>
                <a:gd name="connsiteX566" fmla="*/ 485775 w 585311"/>
                <a:gd name="connsiteY566" fmla="*/ 189071 h 338137"/>
                <a:gd name="connsiteX567" fmla="*/ 487680 w 585311"/>
                <a:gd name="connsiteY567" fmla="*/ 184785 h 338137"/>
                <a:gd name="connsiteX568" fmla="*/ 488632 w 585311"/>
                <a:gd name="connsiteY568" fmla="*/ 184309 h 338137"/>
                <a:gd name="connsiteX569" fmla="*/ 490061 w 585311"/>
                <a:gd name="connsiteY569" fmla="*/ 184785 h 338137"/>
                <a:gd name="connsiteX570" fmla="*/ 494824 w 585311"/>
                <a:gd name="connsiteY570" fmla="*/ 189071 h 338137"/>
                <a:gd name="connsiteX571" fmla="*/ 497681 w 585311"/>
                <a:gd name="connsiteY571" fmla="*/ 191929 h 338137"/>
                <a:gd name="connsiteX572" fmla="*/ 497681 w 585311"/>
                <a:gd name="connsiteY572" fmla="*/ 192881 h 338137"/>
                <a:gd name="connsiteX573" fmla="*/ 496729 w 585311"/>
                <a:gd name="connsiteY573" fmla="*/ 193834 h 338137"/>
                <a:gd name="connsiteX574" fmla="*/ 496729 w 585311"/>
                <a:gd name="connsiteY574" fmla="*/ 194786 h 338137"/>
                <a:gd name="connsiteX575" fmla="*/ 500539 w 585311"/>
                <a:gd name="connsiteY575" fmla="*/ 196215 h 338137"/>
                <a:gd name="connsiteX576" fmla="*/ 500539 w 585311"/>
                <a:gd name="connsiteY576" fmla="*/ 196691 h 338137"/>
                <a:gd name="connsiteX577" fmla="*/ 499586 w 585311"/>
                <a:gd name="connsiteY577" fmla="*/ 198120 h 338137"/>
                <a:gd name="connsiteX578" fmla="*/ 499110 w 585311"/>
                <a:gd name="connsiteY578" fmla="*/ 199072 h 338137"/>
                <a:gd name="connsiteX579" fmla="*/ 498634 w 585311"/>
                <a:gd name="connsiteY579" fmla="*/ 199549 h 338137"/>
                <a:gd name="connsiteX580" fmla="*/ 493395 w 585311"/>
                <a:gd name="connsiteY580" fmla="*/ 203359 h 338137"/>
                <a:gd name="connsiteX581" fmla="*/ 487680 w 585311"/>
                <a:gd name="connsiteY581" fmla="*/ 207645 h 338137"/>
                <a:gd name="connsiteX582" fmla="*/ 487680 w 585311"/>
                <a:gd name="connsiteY582" fmla="*/ 208121 h 338137"/>
                <a:gd name="connsiteX583" fmla="*/ 487204 w 585311"/>
                <a:gd name="connsiteY583" fmla="*/ 209074 h 338137"/>
                <a:gd name="connsiteX584" fmla="*/ 487204 w 585311"/>
                <a:gd name="connsiteY584" fmla="*/ 210026 h 338137"/>
                <a:gd name="connsiteX585" fmla="*/ 488156 w 585311"/>
                <a:gd name="connsiteY585" fmla="*/ 210979 h 338137"/>
                <a:gd name="connsiteX586" fmla="*/ 490538 w 585311"/>
                <a:gd name="connsiteY586" fmla="*/ 211455 h 338137"/>
                <a:gd name="connsiteX587" fmla="*/ 492919 w 585311"/>
                <a:gd name="connsiteY587" fmla="*/ 212408 h 338137"/>
                <a:gd name="connsiteX588" fmla="*/ 493871 w 585311"/>
                <a:gd name="connsiteY588" fmla="*/ 214789 h 338137"/>
                <a:gd name="connsiteX589" fmla="*/ 495300 w 585311"/>
                <a:gd name="connsiteY589" fmla="*/ 216694 h 338137"/>
                <a:gd name="connsiteX590" fmla="*/ 497205 w 585311"/>
                <a:gd name="connsiteY590" fmla="*/ 217170 h 338137"/>
                <a:gd name="connsiteX591" fmla="*/ 505777 w 585311"/>
                <a:gd name="connsiteY591" fmla="*/ 215741 h 338137"/>
                <a:gd name="connsiteX592" fmla="*/ 507682 w 585311"/>
                <a:gd name="connsiteY592" fmla="*/ 215741 h 338137"/>
                <a:gd name="connsiteX593" fmla="*/ 508635 w 585311"/>
                <a:gd name="connsiteY593" fmla="*/ 215265 h 338137"/>
                <a:gd name="connsiteX594" fmla="*/ 511969 w 585311"/>
                <a:gd name="connsiteY594" fmla="*/ 214789 h 338137"/>
                <a:gd name="connsiteX595" fmla="*/ 519113 w 585311"/>
                <a:gd name="connsiteY595" fmla="*/ 214313 h 338137"/>
                <a:gd name="connsiteX596" fmla="*/ 521494 w 585311"/>
                <a:gd name="connsiteY596" fmla="*/ 214789 h 338137"/>
                <a:gd name="connsiteX597" fmla="*/ 524351 w 585311"/>
                <a:gd name="connsiteY597" fmla="*/ 216217 h 338137"/>
                <a:gd name="connsiteX598" fmla="*/ 526732 w 585311"/>
                <a:gd name="connsiteY598" fmla="*/ 217646 h 338137"/>
                <a:gd name="connsiteX599" fmla="*/ 528638 w 585311"/>
                <a:gd name="connsiteY599" fmla="*/ 217646 h 338137"/>
                <a:gd name="connsiteX600" fmla="*/ 530543 w 585311"/>
                <a:gd name="connsiteY600" fmla="*/ 217170 h 338137"/>
                <a:gd name="connsiteX601" fmla="*/ 531019 w 585311"/>
                <a:gd name="connsiteY601" fmla="*/ 217646 h 338137"/>
                <a:gd name="connsiteX602" fmla="*/ 531495 w 585311"/>
                <a:gd name="connsiteY602" fmla="*/ 218599 h 338137"/>
                <a:gd name="connsiteX603" fmla="*/ 532448 w 585311"/>
                <a:gd name="connsiteY603" fmla="*/ 219551 h 338137"/>
                <a:gd name="connsiteX604" fmla="*/ 535305 w 585311"/>
                <a:gd name="connsiteY604" fmla="*/ 218122 h 338137"/>
                <a:gd name="connsiteX605" fmla="*/ 537686 w 585311"/>
                <a:gd name="connsiteY605" fmla="*/ 216217 h 338137"/>
                <a:gd name="connsiteX606" fmla="*/ 539592 w 585311"/>
                <a:gd name="connsiteY606" fmla="*/ 215741 h 338137"/>
                <a:gd name="connsiteX607" fmla="*/ 541496 w 585311"/>
                <a:gd name="connsiteY607" fmla="*/ 215265 h 338137"/>
                <a:gd name="connsiteX608" fmla="*/ 541973 w 585311"/>
                <a:gd name="connsiteY608" fmla="*/ 213836 h 338137"/>
                <a:gd name="connsiteX609" fmla="*/ 543401 w 585311"/>
                <a:gd name="connsiteY609" fmla="*/ 211931 h 338137"/>
                <a:gd name="connsiteX610" fmla="*/ 547211 w 585311"/>
                <a:gd name="connsiteY610" fmla="*/ 208121 h 338137"/>
                <a:gd name="connsiteX611" fmla="*/ 549117 w 585311"/>
                <a:gd name="connsiteY611" fmla="*/ 207645 h 338137"/>
                <a:gd name="connsiteX612" fmla="*/ 550545 w 585311"/>
                <a:gd name="connsiteY612" fmla="*/ 207645 h 338137"/>
                <a:gd name="connsiteX613" fmla="*/ 550545 w 585311"/>
                <a:gd name="connsiteY613" fmla="*/ 208121 h 338137"/>
                <a:gd name="connsiteX614" fmla="*/ 551021 w 585311"/>
                <a:gd name="connsiteY614" fmla="*/ 208597 h 338137"/>
                <a:gd name="connsiteX615" fmla="*/ 554355 w 585311"/>
                <a:gd name="connsiteY615" fmla="*/ 209550 h 338137"/>
                <a:gd name="connsiteX616" fmla="*/ 555307 w 585311"/>
                <a:gd name="connsiteY616" fmla="*/ 208597 h 338137"/>
                <a:gd name="connsiteX617" fmla="*/ 555784 w 585311"/>
                <a:gd name="connsiteY617" fmla="*/ 207169 h 338137"/>
                <a:gd name="connsiteX618" fmla="*/ 554355 w 585311"/>
                <a:gd name="connsiteY618" fmla="*/ 204788 h 338137"/>
                <a:gd name="connsiteX619" fmla="*/ 554355 w 585311"/>
                <a:gd name="connsiteY619" fmla="*/ 203835 h 338137"/>
                <a:gd name="connsiteX620" fmla="*/ 554831 w 585311"/>
                <a:gd name="connsiteY620" fmla="*/ 202883 h 338137"/>
                <a:gd name="connsiteX621" fmla="*/ 555307 w 585311"/>
                <a:gd name="connsiteY621" fmla="*/ 202406 h 338137"/>
                <a:gd name="connsiteX622" fmla="*/ 561023 w 585311"/>
                <a:gd name="connsiteY622" fmla="*/ 204788 h 338137"/>
                <a:gd name="connsiteX623" fmla="*/ 562451 w 585311"/>
                <a:gd name="connsiteY623" fmla="*/ 204788 h 338137"/>
                <a:gd name="connsiteX624" fmla="*/ 564832 w 585311"/>
                <a:gd name="connsiteY624" fmla="*/ 203359 h 338137"/>
                <a:gd name="connsiteX625" fmla="*/ 567214 w 585311"/>
                <a:gd name="connsiteY625" fmla="*/ 201454 h 338137"/>
                <a:gd name="connsiteX626" fmla="*/ 568167 w 585311"/>
                <a:gd name="connsiteY626" fmla="*/ 200025 h 338137"/>
                <a:gd name="connsiteX627" fmla="*/ 579596 w 585311"/>
                <a:gd name="connsiteY627" fmla="*/ 194786 h 338137"/>
                <a:gd name="connsiteX628" fmla="*/ 580549 w 585311"/>
                <a:gd name="connsiteY628" fmla="*/ 193834 h 338137"/>
                <a:gd name="connsiteX629" fmla="*/ 585311 w 585311"/>
                <a:gd name="connsiteY629" fmla="*/ 195263 h 338137"/>
                <a:gd name="connsiteX630" fmla="*/ 500063 w 585311"/>
                <a:gd name="connsiteY630" fmla="*/ 190976 h 338137"/>
                <a:gd name="connsiteX631" fmla="*/ 498157 w 585311"/>
                <a:gd name="connsiteY631" fmla="*/ 189071 h 338137"/>
                <a:gd name="connsiteX632" fmla="*/ 497681 w 585311"/>
                <a:gd name="connsiteY632" fmla="*/ 187642 h 338137"/>
                <a:gd name="connsiteX633" fmla="*/ 498634 w 585311"/>
                <a:gd name="connsiteY633" fmla="*/ 187166 h 338137"/>
                <a:gd name="connsiteX634" fmla="*/ 500063 w 585311"/>
                <a:gd name="connsiteY634" fmla="*/ 188119 h 338137"/>
                <a:gd name="connsiteX635" fmla="*/ 501015 w 585311"/>
                <a:gd name="connsiteY635" fmla="*/ 189547 h 338137"/>
                <a:gd name="connsiteX636" fmla="*/ 501015 w 585311"/>
                <a:gd name="connsiteY636" fmla="*/ 190500 h 338137"/>
                <a:gd name="connsiteX637" fmla="*/ 500063 w 585311"/>
                <a:gd name="connsiteY637" fmla="*/ 190976 h 338137"/>
                <a:gd name="connsiteX638" fmla="*/ 517207 w 585311"/>
                <a:gd name="connsiteY638" fmla="*/ 226219 h 338137"/>
                <a:gd name="connsiteX639" fmla="*/ 515302 w 585311"/>
                <a:gd name="connsiteY639" fmla="*/ 225266 h 338137"/>
                <a:gd name="connsiteX640" fmla="*/ 513398 w 585311"/>
                <a:gd name="connsiteY640" fmla="*/ 222409 h 338137"/>
                <a:gd name="connsiteX641" fmla="*/ 512921 w 585311"/>
                <a:gd name="connsiteY641" fmla="*/ 222409 h 338137"/>
                <a:gd name="connsiteX642" fmla="*/ 511969 w 585311"/>
                <a:gd name="connsiteY642" fmla="*/ 223361 h 338137"/>
                <a:gd name="connsiteX643" fmla="*/ 511493 w 585311"/>
                <a:gd name="connsiteY643" fmla="*/ 225266 h 338137"/>
                <a:gd name="connsiteX644" fmla="*/ 511969 w 585311"/>
                <a:gd name="connsiteY644" fmla="*/ 227171 h 338137"/>
                <a:gd name="connsiteX645" fmla="*/ 513398 w 585311"/>
                <a:gd name="connsiteY645" fmla="*/ 228600 h 338137"/>
                <a:gd name="connsiteX646" fmla="*/ 514350 w 585311"/>
                <a:gd name="connsiteY646" fmla="*/ 229076 h 338137"/>
                <a:gd name="connsiteX647" fmla="*/ 514350 w 585311"/>
                <a:gd name="connsiteY647" fmla="*/ 229076 h 338137"/>
                <a:gd name="connsiteX648" fmla="*/ 514350 w 585311"/>
                <a:gd name="connsiteY648" fmla="*/ 229553 h 338137"/>
                <a:gd name="connsiteX649" fmla="*/ 513398 w 585311"/>
                <a:gd name="connsiteY649" fmla="*/ 232886 h 338137"/>
                <a:gd name="connsiteX650" fmla="*/ 515302 w 585311"/>
                <a:gd name="connsiteY650" fmla="*/ 233363 h 338137"/>
                <a:gd name="connsiteX651" fmla="*/ 518636 w 585311"/>
                <a:gd name="connsiteY651" fmla="*/ 233363 h 338137"/>
                <a:gd name="connsiteX652" fmla="*/ 520541 w 585311"/>
                <a:gd name="connsiteY652" fmla="*/ 232886 h 338137"/>
                <a:gd name="connsiteX653" fmla="*/ 521018 w 585311"/>
                <a:gd name="connsiteY653" fmla="*/ 232410 h 338137"/>
                <a:gd name="connsiteX654" fmla="*/ 519589 w 585311"/>
                <a:gd name="connsiteY654" fmla="*/ 229553 h 338137"/>
                <a:gd name="connsiteX655" fmla="*/ 521494 w 585311"/>
                <a:gd name="connsiteY655" fmla="*/ 226695 h 338137"/>
                <a:gd name="connsiteX656" fmla="*/ 517207 w 585311"/>
                <a:gd name="connsiteY656" fmla="*/ 226219 h 338137"/>
                <a:gd name="connsiteX657" fmla="*/ 537686 w 585311"/>
                <a:gd name="connsiteY657" fmla="*/ 229076 h 338137"/>
                <a:gd name="connsiteX658" fmla="*/ 535781 w 585311"/>
                <a:gd name="connsiteY658" fmla="*/ 229553 h 338137"/>
                <a:gd name="connsiteX659" fmla="*/ 535305 w 585311"/>
                <a:gd name="connsiteY659" fmla="*/ 230505 h 338137"/>
                <a:gd name="connsiteX660" fmla="*/ 536734 w 585311"/>
                <a:gd name="connsiteY660" fmla="*/ 231458 h 338137"/>
                <a:gd name="connsiteX661" fmla="*/ 538163 w 585311"/>
                <a:gd name="connsiteY661" fmla="*/ 231934 h 338137"/>
                <a:gd name="connsiteX662" fmla="*/ 539115 w 585311"/>
                <a:gd name="connsiteY662" fmla="*/ 230029 h 338137"/>
                <a:gd name="connsiteX663" fmla="*/ 539592 w 585311"/>
                <a:gd name="connsiteY663" fmla="*/ 228124 h 338137"/>
                <a:gd name="connsiteX664" fmla="*/ 538639 w 585311"/>
                <a:gd name="connsiteY664" fmla="*/ 228124 h 338137"/>
                <a:gd name="connsiteX665" fmla="*/ 537686 w 585311"/>
                <a:gd name="connsiteY665" fmla="*/ 229076 h 33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585311" h="338137">
                  <a:moveTo>
                    <a:pt x="585311" y="195263"/>
                  </a:moveTo>
                  <a:lnTo>
                    <a:pt x="580549" y="193834"/>
                  </a:lnTo>
                  <a:lnTo>
                    <a:pt x="578168" y="194310"/>
                  </a:lnTo>
                  <a:lnTo>
                    <a:pt x="576263" y="194310"/>
                  </a:lnTo>
                  <a:lnTo>
                    <a:pt x="574834" y="193358"/>
                  </a:lnTo>
                  <a:lnTo>
                    <a:pt x="569119" y="192881"/>
                  </a:lnTo>
                  <a:lnTo>
                    <a:pt x="567690" y="192405"/>
                  </a:lnTo>
                  <a:lnTo>
                    <a:pt x="563880" y="188595"/>
                  </a:lnTo>
                  <a:lnTo>
                    <a:pt x="561023" y="187166"/>
                  </a:lnTo>
                  <a:lnTo>
                    <a:pt x="558642" y="186214"/>
                  </a:lnTo>
                  <a:lnTo>
                    <a:pt x="556260" y="186214"/>
                  </a:lnTo>
                  <a:lnTo>
                    <a:pt x="553402" y="187166"/>
                  </a:lnTo>
                  <a:lnTo>
                    <a:pt x="552450" y="186690"/>
                  </a:lnTo>
                  <a:lnTo>
                    <a:pt x="552450" y="185261"/>
                  </a:lnTo>
                  <a:lnTo>
                    <a:pt x="552450" y="183356"/>
                  </a:lnTo>
                  <a:lnTo>
                    <a:pt x="551974" y="180975"/>
                  </a:lnTo>
                  <a:lnTo>
                    <a:pt x="550545" y="180499"/>
                  </a:lnTo>
                  <a:lnTo>
                    <a:pt x="548640" y="181451"/>
                  </a:lnTo>
                  <a:lnTo>
                    <a:pt x="545306" y="180499"/>
                  </a:lnTo>
                  <a:lnTo>
                    <a:pt x="542449" y="180022"/>
                  </a:lnTo>
                  <a:lnTo>
                    <a:pt x="541973" y="175260"/>
                  </a:lnTo>
                  <a:lnTo>
                    <a:pt x="541020" y="173355"/>
                  </a:lnTo>
                  <a:lnTo>
                    <a:pt x="540068" y="171450"/>
                  </a:lnTo>
                  <a:lnTo>
                    <a:pt x="539115" y="170974"/>
                  </a:lnTo>
                  <a:lnTo>
                    <a:pt x="537210" y="170021"/>
                  </a:lnTo>
                  <a:lnTo>
                    <a:pt x="537210" y="167640"/>
                  </a:lnTo>
                  <a:lnTo>
                    <a:pt x="536734" y="167164"/>
                  </a:lnTo>
                  <a:lnTo>
                    <a:pt x="536257" y="166688"/>
                  </a:lnTo>
                  <a:lnTo>
                    <a:pt x="535305" y="167164"/>
                  </a:lnTo>
                  <a:lnTo>
                    <a:pt x="533876" y="168592"/>
                  </a:lnTo>
                  <a:lnTo>
                    <a:pt x="534352" y="171450"/>
                  </a:lnTo>
                  <a:lnTo>
                    <a:pt x="533876" y="174308"/>
                  </a:lnTo>
                  <a:lnTo>
                    <a:pt x="533400" y="175736"/>
                  </a:lnTo>
                  <a:lnTo>
                    <a:pt x="531971" y="176689"/>
                  </a:lnTo>
                  <a:lnTo>
                    <a:pt x="530543" y="176689"/>
                  </a:lnTo>
                  <a:lnTo>
                    <a:pt x="527685" y="175260"/>
                  </a:lnTo>
                  <a:lnTo>
                    <a:pt x="527209" y="183356"/>
                  </a:lnTo>
                  <a:lnTo>
                    <a:pt x="526732" y="183833"/>
                  </a:lnTo>
                  <a:lnTo>
                    <a:pt x="523399" y="182880"/>
                  </a:lnTo>
                  <a:lnTo>
                    <a:pt x="521018" y="183356"/>
                  </a:lnTo>
                  <a:lnTo>
                    <a:pt x="517207" y="182880"/>
                  </a:lnTo>
                  <a:lnTo>
                    <a:pt x="514350" y="181451"/>
                  </a:lnTo>
                  <a:lnTo>
                    <a:pt x="511969" y="180975"/>
                  </a:lnTo>
                  <a:lnTo>
                    <a:pt x="508635" y="180022"/>
                  </a:lnTo>
                  <a:lnTo>
                    <a:pt x="505777" y="178594"/>
                  </a:lnTo>
                  <a:lnTo>
                    <a:pt x="504349" y="172879"/>
                  </a:lnTo>
                  <a:lnTo>
                    <a:pt x="502920" y="170974"/>
                  </a:lnTo>
                  <a:lnTo>
                    <a:pt x="501491" y="170497"/>
                  </a:lnTo>
                  <a:lnTo>
                    <a:pt x="495776" y="172403"/>
                  </a:lnTo>
                  <a:lnTo>
                    <a:pt x="493395" y="170974"/>
                  </a:lnTo>
                  <a:lnTo>
                    <a:pt x="489585" y="169069"/>
                  </a:lnTo>
                  <a:lnTo>
                    <a:pt x="486727" y="168592"/>
                  </a:lnTo>
                  <a:lnTo>
                    <a:pt x="485775" y="167640"/>
                  </a:lnTo>
                  <a:lnTo>
                    <a:pt x="485775" y="166211"/>
                  </a:lnTo>
                  <a:lnTo>
                    <a:pt x="495300" y="160020"/>
                  </a:lnTo>
                  <a:lnTo>
                    <a:pt x="499110" y="155734"/>
                  </a:lnTo>
                  <a:lnTo>
                    <a:pt x="501491" y="153829"/>
                  </a:lnTo>
                  <a:lnTo>
                    <a:pt x="504825" y="152400"/>
                  </a:lnTo>
                  <a:lnTo>
                    <a:pt x="507206" y="151924"/>
                  </a:lnTo>
                  <a:lnTo>
                    <a:pt x="508635" y="148114"/>
                  </a:lnTo>
                  <a:lnTo>
                    <a:pt x="509111" y="147638"/>
                  </a:lnTo>
                  <a:lnTo>
                    <a:pt x="511016" y="147161"/>
                  </a:lnTo>
                  <a:lnTo>
                    <a:pt x="515302" y="145733"/>
                  </a:lnTo>
                  <a:lnTo>
                    <a:pt x="521970" y="142399"/>
                  </a:lnTo>
                  <a:lnTo>
                    <a:pt x="521970" y="141446"/>
                  </a:lnTo>
                  <a:lnTo>
                    <a:pt x="521494" y="140494"/>
                  </a:lnTo>
                  <a:lnTo>
                    <a:pt x="518636" y="138589"/>
                  </a:lnTo>
                  <a:lnTo>
                    <a:pt x="515302" y="137160"/>
                  </a:lnTo>
                  <a:lnTo>
                    <a:pt x="513398" y="138113"/>
                  </a:lnTo>
                  <a:lnTo>
                    <a:pt x="512445" y="139065"/>
                  </a:lnTo>
                  <a:lnTo>
                    <a:pt x="509588" y="140970"/>
                  </a:lnTo>
                  <a:lnTo>
                    <a:pt x="506254" y="141446"/>
                  </a:lnTo>
                  <a:lnTo>
                    <a:pt x="504349" y="142399"/>
                  </a:lnTo>
                  <a:lnTo>
                    <a:pt x="502444" y="144780"/>
                  </a:lnTo>
                  <a:lnTo>
                    <a:pt x="500539" y="146685"/>
                  </a:lnTo>
                  <a:lnTo>
                    <a:pt x="499586" y="147638"/>
                  </a:lnTo>
                  <a:lnTo>
                    <a:pt x="498157" y="147638"/>
                  </a:lnTo>
                  <a:lnTo>
                    <a:pt x="496252" y="146209"/>
                  </a:lnTo>
                  <a:lnTo>
                    <a:pt x="493871" y="146209"/>
                  </a:lnTo>
                  <a:lnTo>
                    <a:pt x="491014" y="148114"/>
                  </a:lnTo>
                  <a:lnTo>
                    <a:pt x="487680" y="151447"/>
                  </a:lnTo>
                  <a:lnTo>
                    <a:pt x="483394" y="156686"/>
                  </a:lnTo>
                  <a:lnTo>
                    <a:pt x="478631" y="159544"/>
                  </a:lnTo>
                  <a:lnTo>
                    <a:pt x="472916" y="161925"/>
                  </a:lnTo>
                  <a:lnTo>
                    <a:pt x="468630" y="162878"/>
                  </a:lnTo>
                  <a:lnTo>
                    <a:pt x="465296" y="164783"/>
                  </a:lnTo>
                  <a:lnTo>
                    <a:pt x="459581" y="168116"/>
                  </a:lnTo>
                  <a:lnTo>
                    <a:pt x="458629" y="170021"/>
                  </a:lnTo>
                  <a:lnTo>
                    <a:pt x="454343" y="171450"/>
                  </a:lnTo>
                  <a:lnTo>
                    <a:pt x="451009" y="172879"/>
                  </a:lnTo>
                  <a:lnTo>
                    <a:pt x="448151" y="175260"/>
                  </a:lnTo>
                  <a:lnTo>
                    <a:pt x="447199" y="179546"/>
                  </a:lnTo>
                  <a:lnTo>
                    <a:pt x="445294" y="181928"/>
                  </a:lnTo>
                  <a:lnTo>
                    <a:pt x="440531" y="185261"/>
                  </a:lnTo>
                  <a:lnTo>
                    <a:pt x="436721" y="188595"/>
                  </a:lnTo>
                  <a:lnTo>
                    <a:pt x="434340" y="191929"/>
                  </a:lnTo>
                  <a:lnTo>
                    <a:pt x="431482" y="195263"/>
                  </a:lnTo>
                  <a:lnTo>
                    <a:pt x="430530" y="197167"/>
                  </a:lnTo>
                  <a:lnTo>
                    <a:pt x="430530" y="199549"/>
                  </a:lnTo>
                  <a:lnTo>
                    <a:pt x="431959" y="201930"/>
                  </a:lnTo>
                  <a:lnTo>
                    <a:pt x="432435" y="203835"/>
                  </a:lnTo>
                  <a:lnTo>
                    <a:pt x="431482" y="205264"/>
                  </a:lnTo>
                  <a:lnTo>
                    <a:pt x="429101" y="205740"/>
                  </a:lnTo>
                  <a:lnTo>
                    <a:pt x="426244" y="205264"/>
                  </a:lnTo>
                  <a:lnTo>
                    <a:pt x="421957" y="203835"/>
                  </a:lnTo>
                  <a:lnTo>
                    <a:pt x="417671" y="200978"/>
                  </a:lnTo>
                  <a:lnTo>
                    <a:pt x="416243" y="199549"/>
                  </a:lnTo>
                  <a:lnTo>
                    <a:pt x="413861" y="197167"/>
                  </a:lnTo>
                  <a:lnTo>
                    <a:pt x="414338" y="195263"/>
                  </a:lnTo>
                  <a:lnTo>
                    <a:pt x="415290" y="191453"/>
                  </a:lnTo>
                  <a:lnTo>
                    <a:pt x="416243" y="188595"/>
                  </a:lnTo>
                  <a:lnTo>
                    <a:pt x="414338" y="187166"/>
                  </a:lnTo>
                  <a:lnTo>
                    <a:pt x="412909" y="185738"/>
                  </a:lnTo>
                  <a:lnTo>
                    <a:pt x="411956" y="184309"/>
                  </a:lnTo>
                  <a:lnTo>
                    <a:pt x="410051" y="181451"/>
                  </a:lnTo>
                  <a:lnTo>
                    <a:pt x="407670" y="181928"/>
                  </a:lnTo>
                  <a:lnTo>
                    <a:pt x="405765" y="182404"/>
                  </a:lnTo>
                  <a:lnTo>
                    <a:pt x="403384" y="181451"/>
                  </a:lnTo>
                  <a:lnTo>
                    <a:pt x="396240" y="181928"/>
                  </a:lnTo>
                  <a:lnTo>
                    <a:pt x="391001" y="182404"/>
                  </a:lnTo>
                  <a:lnTo>
                    <a:pt x="386239" y="182880"/>
                  </a:lnTo>
                  <a:lnTo>
                    <a:pt x="380048" y="183356"/>
                  </a:lnTo>
                  <a:lnTo>
                    <a:pt x="372427" y="183833"/>
                  </a:lnTo>
                  <a:lnTo>
                    <a:pt x="370046" y="183356"/>
                  </a:lnTo>
                  <a:lnTo>
                    <a:pt x="368618" y="182404"/>
                  </a:lnTo>
                  <a:lnTo>
                    <a:pt x="367189" y="178594"/>
                  </a:lnTo>
                  <a:lnTo>
                    <a:pt x="366236" y="175260"/>
                  </a:lnTo>
                  <a:lnTo>
                    <a:pt x="364807" y="169545"/>
                  </a:lnTo>
                  <a:lnTo>
                    <a:pt x="363855" y="164783"/>
                  </a:lnTo>
                  <a:lnTo>
                    <a:pt x="362902" y="159544"/>
                  </a:lnTo>
                  <a:lnTo>
                    <a:pt x="361950" y="153353"/>
                  </a:lnTo>
                  <a:lnTo>
                    <a:pt x="361474" y="149066"/>
                  </a:lnTo>
                  <a:lnTo>
                    <a:pt x="355759" y="149066"/>
                  </a:lnTo>
                  <a:lnTo>
                    <a:pt x="350996" y="149066"/>
                  </a:lnTo>
                  <a:lnTo>
                    <a:pt x="344805" y="149066"/>
                  </a:lnTo>
                  <a:lnTo>
                    <a:pt x="344805" y="145733"/>
                  </a:lnTo>
                  <a:lnTo>
                    <a:pt x="344805" y="141446"/>
                  </a:lnTo>
                  <a:lnTo>
                    <a:pt x="344805" y="136684"/>
                  </a:lnTo>
                  <a:lnTo>
                    <a:pt x="345757" y="130492"/>
                  </a:lnTo>
                  <a:lnTo>
                    <a:pt x="346234" y="125254"/>
                  </a:lnTo>
                  <a:lnTo>
                    <a:pt x="346710" y="118586"/>
                  </a:lnTo>
                  <a:lnTo>
                    <a:pt x="347186" y="114300"/>
                  </a:lnTo>
                  <a:lnTo>
                    <a:pt x="347663" y="109538"/>
                  </a:lnTo>
                  <a:lnTo>
                    <a:pt x="344329" y="110966"/>
                  </a:lnTo>
                  <a:lnTo>
                    <a:pt x="340995" y="112395"/>
                  </a:lnTo>
                  <a:lnTo>
                    <a:pt x="337661" y="113824"/>
                  </a:lnTo>
                  <a:lnTo>
                    <a:pt x="335280" y="110014"/>
                  </a:lnTo>
                  <a:lnTo>
                    <a:pt x="332899" y="106204"/>
                  </a:lnTo>
                  <a:lnTo>
                    <a:pt x="329565" y="100489"/>
                  </a:lnTo>
                  <a:lnTo>
                    <a:pt x="327184" y="96203"/>
                  </a:lnTo>
                  <a:lnTo>
                    <a:pt x="322898" y="93821"/>
                  </a:lnTo>
                  <a:lnTo>
                    <a:pt x="319564" y="91916"/>
                  </a:lnTo>
                  <a:lnTo>
                    <a:pt x="316230" y="88583"/>
                  </a:lnTo>
                  <a:lnTo>
                    <a:pt x="313373" y="85249"/>
                  </a:lnTo>
                  <a:lnTo>
                    <a:pt x="310515" y="81915"/>
                  </a:lnTo>
                  <a:lnTo>
                    <a:pt x="307181" y="79058"/>
                  </a:lnTo>
                  <a:lnTo>
                    <a:pt x="303848" y="80010"/>
                  </a:lnTo>
                  <a:lnTo>
                    <a:pt x="300038" y="81915"/>
                  </a:lnTo>
                  <a:lnTo>
                    <a:pt x="296704" y="83344"/>
                  </a:lnTo>
                  <a:lnTo>
                    <a:pt x="292894" y="85249"/>
                  </a:lnTo>
                  <a:lnTo>
                    <a:pt x="290989" y="86201"/>
                  </a:lnTo>
                  <a:lnTo>
                    <a:pt x="286702" y="85725"/>
                  </a:lnTo>
                  <a:lnTo>
                    <a:pt x="282893" y="85249"/>
                  </a:lnTo>
                  <a:lnTo>
                    <a:pt x="276225" y="84772"/>
                  </a:lnTo>
                  <a:lnTo>
                    <a:pt x="270510" y="84296"/>
                  </a:lnTo>
                  <a:lnTo>
                    <a:pt x="264795" y="83820"/>
                  </a:lnTo>
                  <a:lnTo>
                    <a:pt x="256699" y="83344"/>
                  </a:lnTo>
                  <a:lnTo>
                    <a:pt x="248602" y="82867"/>
                  </a:lnTo>
                  <a:lnTo>
                    <a:pt x="243364" y="83820"/>
                  </a:lnTo>
                  <a:lnTo>
                    <a:pt x="236696" y="84772"/>
                  </a:lnTo>
                  <a:lnTo>
                    <a:pt x="229552" y="85725"/>
                  </a:lnTo>
                  <a:lnTo>
                    <a:pt x="223361" y="86678"/>
                  </a:lnTo>
                  <a:lnTo>
                    <a:pt x="215741" y="87630"/>
                  </a:lnTo>
                  <a:lnTo>
                    <a:pt x="210026" y="88583"/>
                  </a:lnTo>
                  <a:lnTo>
                    <a:pt x="207169" y="88583"/>
                  </a:lnTo>
                  <a:lnTo>
                    <a:pt x="203835" y="85249"/>
                  </a:lnTo>
                  <a:lnTo>
                    <a:pt x="198120" y="79534"/>
                  </a:lnTo>
                  <a:lnTo>
                    <a:pt x="194786" y="76200"/>
                  </a:lnTo>
                  <a:lnTo>
                    <a:pt x="191452" y="72866"/>
                  </a:lnTo>
                  <a:lnTo>
                    <a:pt x="186690" y="68104"/>
                  </a:lnTo>
                  <a:lnTo>
                    <a:pt x="182880" y="64294"/>
                  </a:lnTo>
                  <a:lnTo>
                    <a:pt x="179070" y="60960"/>
                  </a:lnTo>
                  <a:lnTo>
                    <a:pt x="176689" y="57626"/>
                  </a:lnTo>
                  <a:lnTo>
                    <a:pt x="175736" y="53340"/>
                  </a:lnTo>
                  <a:lnTo>
                    <a:pt x="173831" y="51435"/>
                  </a:lnTo>
                  <a:lnTo>
                    <a:pt x="169545" y="49054"/>
                  </a:lnTo>
                  <a:lnTo>
                    <a:pt x="164782" y="46196"/>
                  </a:lnTo>
                  <a:lnTo>
                    <a:pt x="160020" y="43339"/>
                  </a:lnTo>
                  <a:lnTo>
                    <a:pt x="155257" y="40481"/>
                  </a:lnTo>
                  <a:lnTo>
                    <a:pt x="150495" y="37624"/>
                  </a:lnTo>
                  <a:lnTo>
                    <a:pt x="145732" y="34766"/>
                  </a:lnTo>
                  <a:lnTo>
                    <a:pt x="140970" y="31909"/>
                  </a:lnTo>
                  <a:lnTo>
                    <a:pt x="140970" y="32385"/>
                  </a:lnTo>
                  <a:lnTo>
                    <a:pt x="140494" y="37624"/>
                  </a:lnTo>
                  <a:lnTo>
                    <a:pt x="139065" y="39529"/>
                  </a:lnTo>
                  <a:lnTo>
                    <a:pt x="139065" y="42863"/>
                  </a:lnTo>
                  <a:lnTo>
                    <a:pt x="140018" y="47149"/>
                  </a:lnTo>
                  <a:lnTo>
                    <a:pt x="140018" y="50483"/>
                  </a:lnTo>
                  <a:lnTo>
                    <a:pt x="139065" y="52388"/>
                  </a:lnTo>
                  <a:lnTo>
                    <a:pt x="137636" y="53340"/>
                  </a:lnTo>
                  <a:lnTo>
                    <a:pt x="135731" y="53816"/>
                  </a:lnTo>
                  <a:lnTo>
                    <a:pt x="134779" y="54292"/>
                  </a:lnTo>
                  <a:lnTo>
                    <a:pt x="134779" y="55245"/>
                  </a:lnTo>
                  <a:lnTo>
                    <a:pt x="135255" y="55721"/>
                  </a:lnTo>
                  <a:lnTo>
                    <a:pt x="136207" y="56197"/>
                  </a:lnTo>
                  <a:lnTo>
                    <a:pt x="136684" y="56674"/>
                  </a:lnTo>
                  <a:lnTo>
                    <a:pt x="136207" y="57626"/>
                  </a:lnTo>
                  <a:lnTo>
                    <a:pt x="132398" y="60008"/>
                  </a:lnTo>
                  <a:lnTo>
                    <a:pt x="129064" y="60960"/>
                  </a:lnTo>
                  <a:lnTo>
                    <a:pt x="122873" y="61436"/>
                  </a:lnTo>
                  <a:lnTo>
                    <a:pt x="122396" y="60484"/>
                  </a:lnTo>
                  <a:lnTo>
                    <a:pt x="122873" y="59055"/>
                  </a:lnTo>
                  <a:lnTo>
                    <a:pt x="123825" y="57150"/>
                  </a:lnTo>
                  <a:lnTo>
                    <a:pt x="126682" y="53816"/>
                  </a:lnTo>
                  <a:lnTo>
                    <a:pt x="126682" y="52864"/>
                  </a:lnTo>
                  <a:lnTo>
                    <a:pt x="115252" y="42863"/>
                  </a:lnTo>
                  <a:lnTo>
                    <a:pt x="112871" y="40005"/>
                  </a:lnTo>
                  <a:lnTo>
                    <a:pt x="111443" y="37624"/>
                  </a:lnTo>
                  <a:lnTo>
                    <a:pt x="111443" y="36195"/>
                  </a:lnTo>
                  <a:lnTo>
                    <a:pt x="113348" y="31433"/>
                  </a:lnTo>
                  <a:lnTo>
                    <a:pt x="117634" y="23813"/>
                  </a:lnTo>
                  <a:lnTo>
                    <a:pt x="119539" y="19526"/>
                  </a:lnTo>
                  <a:lnTo>
                    <a:pt x="117157" y="18097"/>
                  </a:lnTo>
                  <a:lnTo>
                    <a:pt x="112395" y="15240"/>
                  </a:lnTo>
                  <a:lnTo>
                    <a:pt x="107632" y="12383"/>
                  </a:lnTo>
                  <a:lnTo>
                    <a:pt x="102870" y="9525"/>
                  </a:lnTo>
                  <a:lnTo>
                    <a:pt x="98107" y="6667"/>
                  </a:lnTo>
                  <a:lnTo>
                    <a:pt x="96202" y="5715"/>
                  </a:lnTo>
                  <a:lnTo>
                    <a:pt x="95250" y="7620"/>
                  </a:lnTo>
                  <a:lnTo>
                    <a:pt x="94774" y="10478"/>
                  </a:lnTo>
                  <a:lnTo>
                    <a:pt x="95250" y="13811"/>
                  </a:lnTo>
                  <a:lnTo>
                    <a:pt x="96202" y="16192"/>
                  </a:lnTo>
                  <a:lnTo>
                    <a:pt x="97631" y="17145"/>
                  </a:lnTo>
                  <a:lnTo>
                    <a:pt x="97155" y="18574"/>
                  </a:lnTo>
                  <a:lnTo>
                    <a:pt x="94774" y="20479"/>
                  </a:lnTo>
                  <a:lnTo>
                    <a:pt x="93345" y="22384"/>
                  </a:lnTo>
                  <a:lnTo>
                    <a:pt x="92393" y="24289"/>
                  </a:lnTo>
                  <a:lnTo>
                    <a:pt x="92393" y="25241"/>
                  </a:lnTo>
                  <a:lnTo>
                    <a:pt x="92869" y="25717"/>
                  </a:lnTo>
                  <a:lnTo>
                    <a:pt x="97631" y="22860"/>
                  </a:lnTo>
                  <a:lnTo>
                    <a:pt x="98107" y="22860"/>
                  </a:lnTo>
                  <a:lnTo>
                    <a:pt x="97631" y="25717"/>
                  </a:lnTo>
                  <a:lnTo>
                    <a:pt x="97155" y="26670"/>
                  </a:lnTo>
                  <a:lnTo>
                    <a:pt x="96202" y="26670"/>
                  </a:lnTo>
                  <a:lnTo>
                    <a:pt x="95726" y="28099"/>
                  </a:lnTo>
                  <a:lnTo>
                    <a:pt x="95726" y="30956"/>
                  </a:lnTo>
                  <a:lnTo>
                    <a:pt x="96202" y="32861"/>
                  </a:lnTo>
                  <a:lnTo>
                    <a:pt x="96679" y="33814"/>
                  </a:lnTo>
                  <a:lnTo>
                    <a:pt x="96202" y="34290"/>
                  </a:lnTo>
                  <a:lnTo>
                    <a:pt x="95250" y="34766"/>
                  </a:lnTo>
                  <a:lnTo>
                    <a:pt x="94298" y="34290"/>
                  </a:lnTo>
                  <a:lnTo>
                    <a:pt x="93821" y="33338"/>
                  </a:lnTo>
                  <a:lnTo>
                    <a:pt x="93345" y="32861"/>
                  </a:lnTo>
                  <a:lnTo>
                    <a:pt x="92393" y="32861"/>
                  </a:lnTo>
                  <a:lnTo>
                    <a:pt x="91440" y="33814"/>
                  </a:lnTo>
                  <a:lnTo>
                    <a:pt x="90964" y="35242"/>
                  </a:lnTo>
                  <a:lnTo>
                    <a:pt x="91440" y="36195"/>
                  </a:lnTo>
                  <a:lnTo>
                    <a:pt x="93821" y="36671"/>
                  </a:lnTo>
                  <a:lnTo>
                    <a:pt x="93821" y="37147"/>
                  </a:lnTo>
                  <a:lnTo>
                    <a:pt x="90011" y="42386"/>
                  </a:lnTo>
                  <a:lnTo>
                    <a:pt x="87630" y="44767"/>
                  </a:lnTo>
                  <a:lnTo>
                    <a:pt x="86201" y="46196"/>
                  </a:lnTo>
                  <a:lnTo>
                    <a:pt x="82868" y="47625"/>
                  </a:lnTo>
                  <a:lnTo>
                    <a:pt x="80963" y="47625"/>
                  </a:lnTo>
                  <a:lnTo>
                    <a:pt x="79534" y="46672"/>
                  </a:lnTo>
                  <a:lnTo>
                    <a:pt x="78581" y="45244"/>
                  </a:lnTo>
                  <a:lnTo>
                    <a:pt x="78105" y="43339"/>
                  </a:lnTo>
                  <a:lnTo>
                    <a:pt x="78581" y="40958"/>
                  </a:lnTo>
                  <a:lnTo>
                    <a:pt x="80010" y="38576"/>
                  </a:lnTo>
                  <a:lnTo>
                    <a:pt x="80010" y="35719"/>
                  </a:lnTo>
                  <a:lnTo>
                    <a:pt x="78581" y="32385"/>
                  </a:lnTo>
                  <a:lnTo>
                    <a:pt x="78105" y="29528"/>
                  </a:lnTo>
                  <a:lnTo>
                    <a:pt x="78105" y="27146"/>
                  </a:lnTo>
                  <a:lnTo>
                    <a:pt x="79057" y="23813"/>
                  </a:lnTo>
                  <a:lnTo>
                    <a:pt x="82868" y="15716"/>
                  </a:lnTo>
                  <a:lnTo>
                    <a:pt x="83820" y="12383"/>
                  </a:lnTo>
                  <a:lnTo>
                    <a:pt x="85249" y="9525"/>
                  </a:lnTo>
                  <a:lnTo>
                    <a:pt x="87630" y="6667"/>
                  </a:lnTo>
                  <a:lnTo>
                    <a:pt x="89059" y="3810"/>
                  </a:lnTo>
                  <a:lnTo>
                    <a:pt x="90011" y="476"/>
                  </a:lnTo>
                  <a:lnTo>
                    <a:pt x="90011" y="476"/>
                  </a:lnTo>
                  <a:lnTo>
                    <a:pt x="88582" y="0"/>
                  </a:lnTo>
                  <a:lnTo>
                    <a:pt x="84773" y="476"/>
                  </a:lnTo>
                  <a:lnTo>
                    <a:pt x="79534" y="1905"/>
                  </a:lnTo>
                  <a:lnTo>
                    <a:pt x="73819" y="3334"/>
                  </a:lnTo>
                  <a:lnTo>
                    <a:pt x="68104" y="4763"/>
                  </a:lnTo>
                  <a:lnTo>
                    <a:pt x="58102" y="7144"/>
                  </a:lnTo>
                  <a:lnTo>
                    <a:pt x="51435" y="9049"/>
                  </a:lnTo>
                  <a:lnTo>
                    <a:pt x="46196" y="10478"/>
                  </a:lnTo>
                  <a:lnTo>
                    <a:pt x="40957" y="11906"/>
                  </a:lnTo>
                  <a:lnTo>
                    <a:pt x="33814" y="13811"/>
                  </a:lnTo>
                  <a:lnTo>
                    <a:pt x="28099" y="15240"/>
                  </a:lnTo>
                  <a:lnTo>
                    <a:pt x="20955" y="17145"/>
                  </a:lnTo>
                  <a:lnTo>
                    <a:pt x="14764" y="19050"/>
                  </a:lnTo>
                  <a:lnTo>
                    <a:pt x="9525" y="20479"/>
                  </a:lnTo>
                  <a:lnTo>
                    <a:pt x="4286" y="21908"/>
                  </a:lnTo>
                  <a:lnTo>
                    <a:pt x="0" y="22860"/>
                  </a:lnTo>
                  <a:lnTo>
                    <a:pt x="0" y="32385"/>
                  </a:lnTo>
                  <a:lnTo>
                    <a:pt x="0" y="41910"/>
                  </a:lnTo>
                  <a:lnTo>
                    <a:pt x="0" y="51435"/>
                  </a:lnTo>
                  <a:lnTo>
                    <a:pt x="0" y="60960"/>
                  </a:lnTo>
                  <a:lnTo>
                    <a:pt x="0" y="70485"/>
                  </a:lnTo>
                  <a:lnTo>
                    <a:pt x="0" y="80010"/>
                  </a:lnTo>
                  <a:lnTo>
                    <a:pt x="0" y="89535"/>
                  </a:lnTo>
                  <a:lnTo>
                    <a:pt x="0" y="99060"/>
                  </a:lnTo>
                  <a:lnTo>
                    <a:pt x="0" y="108585"/>
                  </a:lnTo>
                  <a:lnTo>
                    <a:pt x="0" y="118110"/>
                  </a:lnTo>
                  <a:lnTo>
                    <a:pt x="0" y="127635"/>
                  </a:lnTo>
                  <a:lnTo>
                    <a:pt x="0" y="137160"/>
                  </a:lnTo>
                  <a:lnTo>
                    <a:pt x="0" y="146685"/>
                  </a:lnTo>
                  <a:lnTo>
                    <a:pt x="0" y="155734"/>
                  </a:lnTo>
                  <a:lnTo>
                    <a:pt x="0" y="164783"/>
                  </a:lnTo>
                  <a:lnTo>
                    <a:pt x="0" y="173831"/>
                  </a:lnTo>
                  <a:lnTo>
                    <a:pt x="9049" y="174308"/>
                  </a:lnTo>
                  <a:lnTo>
                    <a:pt x="17145" y="174784"/>
                  </a:lnTo>
                  <a:lnTo>
                    <a:pt x="27146" y="175260"/>
                  </a:lnTo>
                  <a:lnTo>
                    <a:pt x="30004" y="175736"/>
                  </a:lnTo>
                  <a:lnTo>
                    <a:pt x="33338" y="176213"/>
                  </a:lnTo>
                  <a:lnTo>
                    <a:pt x="35243" y="176213"/>
                  </a:lnTo>
                  <a:lnTo>
                    <a:pt x="36671" y="174308"/>
                  </a:lnTo>
                  <a:lnTo>
                    <a:pt x="37624" y="173355"/>
                  </a:lnTo>
                  <a:lnTo>
                    <a:pt x="38576" y="172403"/>
                  </a:lnTo>
                  <a:lnTo>
                    <a:pt x="38576" y="171450"/>
                  </a:lnTo>
                  <a:lnTo>
                    <a:pt x="37148" y="170497"/>
                  </a:lnTo>
                  <a:lnTo>
                    <a:pt x="35243" y="168116"/>
                  </a:lnTo>
                  <a:lnTo>
                    <a:pt x="34290" y="159067"/>
                  </a:lnTo>
                  <a:lnTo>
                    <a:pt x="33814" y="151447"/>
                  </a:lnTo>
                  <a:lnTo>
                    <a:pt x="36195" y="149066"/>
                  </a:lnTo>
                  <a:lnTo>
                    <a:pt x="38100" y="148114"/>
                  </a:lnTo>
                  <a:lnTo>
                    <a:pt x="38100" y="147161"/>
                  </a:lnTo>
                  <a:lnTo>
                    <a:pt x="40957" y="138589"/>
                  </a:lnTo>
                  <a:lnTo>
                    <a:pt x="43815" y="133826"/>
                  </a:lnTo>
                  <a:lnTo>
                    <a:pt x="48101" y="132397"/>
                  </a:lnTo>
                  <a:lnTo>
                    <a:pt x="53340" y="135255"/>
                  </a:lnTo>
                  <a:lnTo>
                    <a:pt x="55721" y="139065"/>
                  </a:lnTo>
                  <a:lnTo>
                    <a:pt x="58102" y="139065"/>
                  </a:lnTo>
                  <a:lnTo>
                    <a:pt x="62389" y="138113"/>
                  </a:lnTo>
                  <a:lnTo>
                    <a:pt x="63818" y="136208"/>
                  </a:lnTo>
                  <a:lnTo>
                    <a:pt x="66199" y="131921"/>
                  </a:lnTo>
                  <a:lnTo>
                    <a:pt x="67151" y="128588"/>
                  </a:lnTo>
                  <a:lnTo>
                    <a:pt x="68580" y="127159"/>
                  </a:lnTo>
                  <a:lnTo>
                    <a:pt x="70009" y="126206"/>
                  </a:lnTo>
                  <a:lnTo>
                    <a:pt x="71438" y="126206"/>
                  </a:lnTo>
                  <a:lnTo>
                    <a:pt x="74295" y="127159"/>
                  </a:lnTo>
                  <a:lnTo>
                    <a:pt x="76676" y="127635"/>
                  </a:lnTo>
                  <a:lnTo>
                    <a:pt x="78105" y="128588"/>
                  </a:lnTo>
                  <a:lnTo>
                    <a:pt x="79534" y="130016"/>
                  </a:lnTo>
                  <a:lnTo>
                    <a:pt x="80963" y="131921"/>
                  </a:lnTo>
                  <a:lnTo>
                    <a:pt x="80963" y="133350"/>
                  </a:lnTo>
                  <a:lnTo>
                    <a:pt x="81439" y="134303"/>
                  </a:lnTo>
                  <a:lnTo>
                    <a:pt x="82391" y="134303"/>
                  </a:lnTo>
                  <a:lnTo>
                    <a:pt x="83344" y="134303"/>
                  </a:lnTo>
                  <a:lnTo>
                    <a:pt x="83820" y="133826"/>
                  </a:lnTo>
                  <a:lnTo>
                    <a:pt x="84296" y="133350"/>
                  </a:lnTo>
                  <a:lnTo>
                    <a:pt x="83820" y="132397"/>
                  </a:lnTo>
                  <a:lnTo>
                    <a:pt x="81915" y="129540"/>
                  </a:lnTo>
                  <a:lnTo>
                    <a:pt x="77629" y="124778"/>
                  </a:lnTo>
                  <a:lnTo>
                    <a:pt x="74771" y="122872"/>
                  </a:lnTo>
                  <a:lnTo>
                    <a:pt x="73343" y="121920"/>
                  </a:lnTo>
                  <a:lnTo>
                    <a:pt x="72866" y="120967"/>
                  </a:lnTo>
                  <a:lnTo>
                    <a:pt x="74771" y="119539"/>
                  </a:lnTo>
                  <a:lnTo>
                    <a:pt x="76676" y="118586"/>
                  </a:lnTo>
                  <a:lnTo>
                    <a:pt x="80010" y="119063"/>
                  </a:lnTo>
                  <a:lnTo>
                    <a:pt x="84296" y="119539"/>
                  </a:lnTo>
                  <a:lnTo>
                    <a:pt x="86201" y="118586"/>
                  </a:lnTo>
                  <a:lnTo>
                    <a:pt x="88106" y="114776"/>
                  </a:lnTo>
                  <a:lnTo>
                    <a:pt x="92869" y="119063"/>
                  </a:lnTo>
                  <a:lnTo>
                    <a:pt x="97631" y="123825"/>
                  </a:lnTo>
                  <a:lnTo>
                    <a:pt x="99536" y="124778"/>
                  </a:lnTo>
                  <a:lnTo>
                    <a:pt x="103346" y="125254"/>
                  </a:lnTo>
                  <a:lnTo>
                    <a:pt x="106204" y="125254"/>
                  </a:lnTo>
                  <a:lnTo>
                    <a:pt x="107632" y="125730"/>
                  </a:lnTo>
                  <a:lnTo>
                    <a:pt x="109061" y="127159"/>
                  </a:lnTo>
                  <a:lnTo>
                    <a:pt x="111919" y="132397"/>
                  </a:lnTo>
                  <a:lnTo>
                    <a:pt x="114776" y="133826"/>
                  </a:lnTo>
                  <a:lnTo>
                    <a:pt x="118110" y="134779"/>
                  </a:lnTo>
                  <a:lnTo>
                    <a:pt x="128588" y="134779"/>
                  </a:lnTo>
                  <a:lnTo>
                    <a:pt x="131921" y="135255"/>
                  </a:lnTo>
                  <a:lnTo>
                    <a:pt x="134779" y="137636"/>
                  </a:lnTo>
                  <a:lnTo>
                    <a:pt x="136207" y="138589"/>
                  </a:lnTo>
                  <a:lnTo>
                    <a:pt x="136684" y="139541"/>
                  </a:lnTo>
                  <a:lnTo>
                    <a:pt x="136684" y="140494"/>
                  </a:lnTo>
                  <a:lnTo>
                    <a:pt x="136207" y="141922"/>
                  </a:lnTo>
                  <a:lnTo>
                    <a:pt x="136207" y="144304"/>
                  </a:lnTo>
                  <a:lnTo>
                    <a:pt x="136207" y="146209"/>
                  </a:lnTo>
                  <a:lnTo>
                    <a:pt x="135255" y="147161"/>
                  </a:lnTo>
                  <a:lnTo>
                    <a:pt x="134779" y="148114"/>
                  </a:lnTo>
                  <a:lnTo>
                    <a:pt x="135255" y="149066"/>
                  </a:lnTo>
                  <a:lnTo>
                    <a:pt x="140018" y="150971"/>
                  </a:lnTo>
                  <a:lnTo>
                    <a:pt x="141446" y="152876"/>
                  </a:lnTo>
                  <a:lnTo>
                    <a:pt x="142875" y="153829"/>
                  </a:lnTo>
                  <a:lnTo>
                    <a:pt x="143351" y="155258"/>
                  </a:lnTo>
                  <a:lnTo>
                    <a:pt x="142399" y="156210"/>
                  </a:lnTo>
                  <a:lnTo>
                    <a:pt x="140018" y="155734"/>
                  </a:lnTo>
                  <a:lnTo>
                    <a:pt x="139065" y="157163"/>
                  </a:lnTo>
                  <a:lnTo>
                    <a:pt x="139065" y="159544"/>
                  </a:lnTo>
                  <a:lnTo>
                    <a:pt x="140494" y="161925"/>
                  </a:lnTo>
                  <a:lnTo>
                    <a:pt x="140970" y="163830"/>
                  </a:lnTo>
                  <a:lnTo>
                    <a:pt x="140018" y="165735"/>
                  </a:lnTo>
                  <a:lnTo>
                    <a:pt x="138589" y="168592"/>
                  </a:lnTo>
                  <a:lnTo>
                    <a:pt x="138589" y="170497"/>
                  </a:lnTo>
                  <a:lnTo>
                    <a:pt x="139541" y="171450"/>
                  </a:lnTo>
                  <a:lnTo>
                    <a:pt x="143351" y="173355"/>
                  </a:lnTo>
                  <a:lnTo>
                    <a:pt x="151924" y="178594"/>
                  </a:lnTo>
                  <a:lnTo>
                    <a:pt x="153829" y="178594"/>
                  </a:lnTo>
                  <a:lnTo>
                    <a:pt x="161925" y="177641"/>
                  </a:lnTo>
                  <a:lnTo>
                    <a:pt x="165735" y="177641"/>
                  </a:lnTo>
                  <a:lnTo>
                    <a:pt x="168116" y="178594"/>
                  </a:lnTo>
                  <a:lnTo>
                    <a:pt x="174307" y="179546"/>
                  </a:lnTo>
                  <a:lnTo>
                    <a:pt x="176213" y="180499"/>
                  </a:lnTo>
                  <a:lnTo>
                    <a:pt x="178594" y="180499"/>
                  </a:lnTo>
                  <a:lnTo>
                    <a:pt x="181451" y="180022"/>
                  </a:lnTo>
                  <a:lnTo>
                    <a:pt x="183356" y="177641"/>
                  </a:lnTo>
                  <a:lnTo>
                    <a:pt x="184309" y="177165"/>
                  </a:lnTo>
                  <a:lnTo>
                    <a:pt x="185261" y="176689"/>
                  </a:lnTo>
                  <a:lnTo>
                    <a:pt x="187166" y="176689"/>
                  </a:lnTo>
                  <a:lnTo>
                    <a:pt x="192405" y="178117"/>
                  </a:lnTo>
                  <a:lnTo>
                    <a:pt x="197644" y="180975"/>
                  </a:lnTo>
                  <a:lnTo>
                    <a:pt x="200977" y="183833"/>
                  </a:lnTo>
                  <a:lnTo>
                    <a:pt x="202882" y="186214"/>
                  </a:lnTo>
                  <a:lnTo>
                    <a:pt x="205264" y="191929"/>
                  </a:lnTo>
                  <a:lnTo>
                    <a:pt x="208121" y="200501"/>
                  </a:lnTo>
                  <a:lnTo>
                    <a:pt x="211455" y="206216"/>
                  </a:lnTo>
                  <a:lnTo>
                    <a:pt x="215265" y="209074"/>
                  </a:lnTo>
                  <a:lnTo>
                    <a:pt x="217646" y="214313"/>
                  </a:lnTo>
                  <a:lnTo>
                    <a:pt x="220027" y="226219"/>
                  </a:lnTo>
                  <a:lnTo>
                    <a:pt x="221456" y="228600"/>
                  </a:lnTo>
                  <a:lnTo>
                    <a:pt x="222885" y="230029"/>
                  </a:lnTo>
                  <a:lnTo>
                    <a:pt x="227171" y="233363"/>
                  </a:lnTo>
                  <a:lnTo>
                    <a:pt x="235744" y="239078"/>
                  </a:lnTo>
                  <a:lnTo>
                    <a:pt x="240982" y="242411"/>
                  </a:lnTo>
                  <a:lnTo>
                    <a:pt x="249079" y="247650"/>
                  </a:lnTo>
                  <a:lnTo>
                    <a:pt x="256223" y="252413"/>
                  </a:lnTo>
                  <a:lnTo>
                    <a:pt x="263366" y="260032"/>
                  </a:lnTo>
                  <a:lnTo>
                    <a:pt x="264795" y="260985"/>
                  </a:lnTo>
                  <a:lnTo>
                    <a:pt x="270986" y="264795"/>
                  </a:lnTo>
                  <a:lnTo>
                    <a:pt x="278130" y="269081"/>
                  </a:lnTo>
                  <a:lnTo>
                    <a:pt x="283369" y="268129"/>
                  </a:lnTo>
                  <a:lnTo>
                    <a:pt x="290989" y="274320"/>
                  </a:lnTo>
                  <a:lnTo>
                    <a:pt x="293846" y="276701"/>
                  </a:lnTo>
                  <a:lnTo>
                    <a:pt x="295275" y="277654"/>
                  </a:lnTo>
                  <a:lnTo>
                    <a:pt x="300514" y="280035"/>
                  </a:lnTo>
                  <a:lnTo>
                    <a:pt x="309086" y="285274"/>
                  </a:lnTo>
                  <a:lnTo>
                    <a:pt x="320040" y="292894"/>
                  </a:lnTo>
                  <a:lnTo>
                    <a:pt x="327184" y="297180"/>
                  </a:lnTo>
                  <a:lnTo>
                    <a:pt x="329089" y="297656"/>
                  </a:lnTo>
                  <a:lnTo>
                    <a:pt x="330994" y="297656"/>
                  </a:lnTo>
                  <a:lnTo>
                    <a:pt x="332899" y="296704"/>
                  </a:lnTo>
                  <a:lnTo>
                    <a:pt x="335280" y="295751"/>
                  </a:lnTo>
                  <a:lnTo>
                    <a:pt x="339090" y="296704"/>
                  </a:lnTo>
                  <a:lnTo>
                    <a:pt x="343376" y="298609"/>
                  </a:lnTo>
                  <a:lnTo>
                    <a:pt x="346234" y="300038"/>
                  </a:lnTo>
                  <a:lnTo>
                    <a:pt x="349091" y="301943"/>
                  </a:lnTo>
                  <a:lnTo>
                    <a:pt x="351473" y="303847"/>
                  </a:lnTo>
                  <a:lnTo>
                    <a:pt x="353377" y="304800"/>
                  </a:lnTo>
                  <a:lnTo>
                    <a:pt x="359569" y="306229"/>
                  </a:lnTo>
                  <a:lnTo>
                    <a:pt x="360521" y="307181"/>
                  </a:lnTo>
                  <a:lnTo>
                    <a:pt x="360998" y="308134"/>
                  </a:lnTo>
                  <a:lnTo>
                    <a:pt x="360998" y="309086"/>
                  </a:lnTo>
                  <a:lnTo>
                    <a:pt x="357664" y="314801"/>
                  </a:lnTo>
                  <a:lnTo>
                    <a:pt x="357188" y="321945"/>
                  </a:lnTo>
                  <a:lnTo>
                    <a:pt x="357188" y="327184"/>
                  </a:lnTo>
                  <a:lnTo>
                    <a:pt x="357664" y="331470"/>
                  </a:lnTo>
                  <a:lnTo>
                    <a:pt x="368141" y="330518"/>
                  </a:lnTo>
                  <a:lnTo>
                    <a:pt x="376238" y="331946"/>
                  </a:lnTo>
                  <a:lnTo>
                    <a:pt x="380524" y="335756"/>
                  </a:lnTo>
                  <a:lnTo>
                    <a:pt x="384810" y="336709"/>
                  </a:lnTo>
                  <a:lnTo>
                    <a:pt x="389096" y="334804"/>
                  </a:lnTo>
                  <a:lnTo>
                    <a:pt x="391477" y="334328"/>
                  </a:lnTo>
                  <a:lnTo>
                    <a:pt x="392430" y="335756"/>
                  </a:lnTo>
                  <a:lnTo>
                    <a:pt x="394335" y="336232"/>
                  </a:lnTo>
                  <a:lnTo>
                    <a:pt x="397669" y="336232"/>
                  </a:lnTo>
                  <a:lnTo>
                    <a:pt x="399574" y="337185"/>
                  </a:lnTo>
                  <a:lnTo>
                    <a:pt x="399574" y="338138"/>
                  </a:lnTo>
                  <a:lnTo>
                    <a:pt x="401002" y="335280"/>
                  </a:lnTo>
                  <a:lnTo>
                    <a:pt x="401479" y="325755"/>
                  </a:lnTo>
                  <a:lnTo>
                    <a:pt x="403384" y="322421"/>
                  </a:lnTo>
                  <a:lnTo>
                    <a:pt x="408623" y="316706"/>
                  </a:lnTo>
                  <a:lnTo>
                    <a:pt x="411004" y="312420"/>
                  </a:lnTo>
                  <a:lnTo>
                    <a:pt x="413861" y="308610"/>
                  </a:lnTo>
                  <a:lnTo>
                    <a:pt x="415766" y="307181"/>
                  </a:lnTo>
                  <a:lnTo>
                    <a:pt x="417671" y="304324"/>
                  </a:lnTo>
                  <a:lnTo>
                    <a:pt x="419100" y="300990"/>
                  </a:lnTo>
                  <a:lnTo>
                    <a:pt x="419576" y="299085"/>
                  </a:lnTo>
                  <a:lnTo>
                    <a:pt x="419576" y="297656"/>
                  </a:lnTo>
                  <a:lnTo>
                    <a:pt x="419100" y="296704"/>
                  </a:lnTo>
                  <a:lnTo>
                    <a:pt x="416243" y="294322"/>
                  </a:lnTo>
                  <a:lnTo>
                    <a:pt x="412432" y="290989"/>
                  </a:lnTo>
                  <a:lnTo>
                    <a:pt x="410527" y="287655"/>
                  </a:lnTo>
                  <a:lnTo>
                    <a:pt x="409575" y="282893"/>
                  </a:lnTo>
                  <a:lnTo>
                    <a:pt x="409099" y="279559"/>
                  </a:lnTo>
                  <a:lnTo>
                    <a:pt x="412432" y="270986"/>
                  </a:lnTo>
                  <a:lnTo>
                    <a:pt x="411956" y="269557"/>
                  </a:lnTo>
                  <a:lnTo>
                    <a:pt x="411004" y="268129"/>
                  </a:lnTo>
                  <a:lnTo>
                    <a:pt x="409099" y="267176"/>
                  </a:lnTo>
                  <a:lnTo>
                    <a:pt x="406241" y="266700"/>
                  </a:lnTo>
                  <a:lnTo>
                    <a:pt x="403384" y="267176"/>
                  </a:lnTo>
                  <a:lnTo>
                    <a:pt x="399574" y="267176"/>
                  </a:lnTo>
                  <a:lnTo>
                    <a:pt x="397193" y="266700"/>
                  </a:lnTo>
                  <a:lnTo>
                    <a:pt x="396716" y="266224"/>
                  </a:lnTo>
                  <a:lnTo>
                    <a:pt x="396240" y="262414"/>
                  </a:lnTo>
                  <a:lnTo>
                    <a:pt x="395764" y="261461"/>
                  </a:lnTo>
                  <a:lnTo>
                    <a:pt x="394811" y="260509"/>
                  </a:lnTo>
                  <a:lnTo>
                    <a:pt x="387668" y="258604"/>
                  </a:lnTo>
                  <a:lnTo>
                    <a:pt x="386239" y="257651"/>
                  </a:lnTo>
                  <a:lnTo>
                    <a:pt x="385763" y="256699"/>
                  </a:lnTo>
                  <a:lnTo>
                    <a:pt x="388144" y="247650"/>
                  </a:lnTo>
                  <a:lnTo>
                    <a:pt x="389096" y="247174"/>
                  </a:lnTo>
                  <a:lnTo>
                    <a:pt x="390049" y="245745"/>
                  </a:lnTo>
                  <a:lnTo>
                    <a:pt x="391954" y="244316"/>
                  </a:lnTo>
                  <a:lnTo>
                    <a:pt x="398145" y="241935"/>
                  </a:lnTo>
                  <a:lnTo>
                    <a:pt x="404813" y="242888"/>
                  </a:lnTo>
                  <a:lnTo>
                    <a:pt x="410527" y="243840"/>
                  </a:lnTo>
                  <a:lnTo>
                    <a:pt x="416243" y="244316"/>
                  </a:lnTo>
                  <a:lnTo>
                    <a:pt x="418148" y="244792"/>
                  </a:lnTo>
                  <a:lnTo>
                    <a:pt x="421481" y="245269"/>
                  </a:lnTo>
                  <a:lnTo>
                    <a:pt x="423863" y="244792"/>
                  </a:lnTo>
                  <a:lnTo>
                    <a:pt x="425291" y="243840"/>
                  </a:lnTo>
                  <a:lnTo>
                    <a:pt x="428149" y="240983"/>
                  </a:lnTo>
                  <a:lnTo>
                    <a:pt x="429101" y="236696"/>
                  </a:lnTo>
                  <a:lnTo>
                    <a:pt x="430054" y="232886"/>
                  </a:lnTo>
                  <a:lnTo>
                    <a:pt x="431482" y="232410"/>
                  </a:lnTo>
                  <a:lnTo>
                    <a:pt x="432911" y="232886"/>
                  </a:lnTo>
                  <a:lnTo>
                    <a:pt x="433864" y="231934"/>
                  </a:lnTo>
                  <a:lnTo>
                    <a:pt x="434340" y="230981"/>
                  </a:lnTo>
                  <a:lnTo>
                    <a:pt x="434816" y="230029"/>
                  </a:lnTo>
                  <a:lnTo>
                    <a:pt x="435293" y="230029"/>
                  </a:lnTo>
                  <a:lnTo>
                    <a:pt x="436245" y="230981"/>
                  </a:lnTo>
                  <a:lnTo>
                    <a:pt x="436721" y="230505"/>
                  </a:lnTo>
                  <a:lnTo>
                    <a:pt x="437198" y="230029"/>
                  </a:lnTo>
                  <a:lnTo>
                    <a:pt x="437198" y="229076"/>
                  </a:lnTo>
                  <a:lnTo>
                    <a:pt x="435769" y="227647"/>
                  </a:lnTo>
                  <a:lnTo>
                    <a:pt x="434340" y="225742"/>
                  </a:lnTo>
                  <a:lnTo>
                    <a:pt x="434340" y="224790"/>
                  </a:lnTo>
                  <a:lnTo>
                    <a:pt x="434816" y="223838"/>
                  </a:lnTo>
                  <a:lnTo>
                    <a:pt x="438150" y="223361"/>
                  </a:lnTo>
                  <a:lnTo>
                    <a:pt x="439579" y="223361"/>
                  </a:lnTo>
                  <a:lnTo>
                    <a:pt x="440055" y="222409"/>
                  </a:lnTo>
                  <a:lnTo>
                    <a:pt x="440055" y="221456"/>
                  </a:lnTo>
                  <a:lnTo>
                    <a:pt x="438626" y="220980"/>
                  </a:lnTo>
                  <a:lnTo>
                    <a:pt x="433864" y="221456"/>
                  </a:lnTo>
                  <a:lnTo>
                    <a:pt x="429101" y="221456"/>
                  </a:lnTo>
                  <a:lnTo>
                    <a:pt x="428625" y="220504"/>
                  </a:lnTo>
                  <a:lnTo>
                    <a:pt x="429101" y="219551"/>
                  </a:lnTo>
                  <a:lnTo>
                    <a:pt x="430054" y="219075"/>
                  </a:lnTo>
                  <a:lnTo>
                    <a:pt x="440055" y="217646"/>
                  </a:lnTo>
                  <a:lnTo>
                    <a:pt x="445294" y="218122"/>
                  </a:lnTo>
                  <a:lnTo>
                    <a:pt x="449104" y="219075"/>
                  </a:lnTo>
                  <a:lnTo>
                    <a:pt x="450532" y="218599"/>
                  </a:lnTo>
                  <a:lnTo>
                    <a:pt x="448627" y="214789"/>
                  </a:lnTo>
                  <a:lnTo>
                    <a:pt x="451009" y="214313"/>
                  </a:lnTo>
                  <a:lnTo>
                    <a:pt x="451485" y="212884"/>
                  </a:lnTo>
                  <a:lnTo>
                    <a:pt x="448151" y="203359"/>
                  </a:lnTo>
                  <a:lnTo>
                    <a:pt x="450056" y="202406"/>
                  </a:lnTo>
                  <a:lnTo>
                    <a:pt x="451961" y="200501"/>
                  </a:lnTo>
                  <a:lnTo>
                    <a:pt x="451961" y="197167"/>
                  </a:lnTo>
                  <a:lnTo>
                    <a:pt x="453390" y="195263"/>
                  </a:lnTo>
                  <a:lnTo>
                    <a:pt x="455295" y="193834"/>
                  </a:lnTo>
                  <a:lnTo>
                    <a:pt x="458152" y="195263"/>
                  </a:lnTo>
                  <a:lnTo>
                    <a:pt x="462439" y="198596"/>
                  </a:lnTo>
                  <a:lnTo>
                    <a:pt x="463868" y="199072"/>
                  </a:lnTo>
                  <a:lnTo>
                    <a:pt x="465296" y="199072"/>
                  </a:lnTo>
                  <a:lnTo>
                    <a:pt x="467201" y="198120"/>
                  </a:lnTo>
                  <a:lnTo>
                    <a:pt x="475298" y="194786"/>
                  </a:lnTo>
                  <a:lnTo>
                    <a:pt x="479584" y="192881"/>
                  </a:lnTo>
                  <a:lnTo>
                    <a:pt x="484823" y="190024"/>
                  </a:lnTo>
                  <a:lnTo>
                    <a:pt x="485775" y="189071"/>
                  </a:lnTo>
                  <a:lnTo>
                    <a:pt x="487680" y="184785"/>
                  </a:lnTo>
                  <a:lnTo>
                    <a:pt x="488632" y="184309"/>
                  </a:lnTo>
                  <a:lnTo>
                    <a:pt x="490061" y="184785"/>
                  </a:lnTo>
                  <a:lnTo>
                    <a:pt x="494824" y="189071"/>
                  </a:lnTo>
                  <a:lnTo>
                    <a:pt x="497681" y="191929"/>
                  </a:lnTo>
                  <a:lnTo>
                    <a:pt x="497681" y="192881"/>
                  </a:lnTo>
                  <a:lnTo>
                    <a:pt x="496729" y="193834"/>
                  </a:lnTo>
                  <a:lnTo>
                    <a:pt x="496729" y="194786"/>
                  </a:lnTo>
                  <a:lnTo>
                    <a:pt x="500539" y="196215"/>
                  </a:lnTo>
                  <a:lnTo>
                    <a:pt x="500539" y="196691"/>
                  </a:lnTo>
                  <a:lnTo>
                    <a:pt x="499586" y="198120"/>
                  </a:lnTo>
                  <a:lnTo>
                    <a:pt x="499110" y="199072"/>
                  </a:lnTo>
                  <a:lnTo>
                    <a:pt x="498634" y="199549"/>
                  </a:lnTo>
                  <a:lnTo>
                    <a:pt x="493395" y="203359"/>
                  </a:lnTo>
                  <a:lnTo>
                    <a:pt x="487680" y="207645"/>
                  </a:lnTo>
                  <a:lnTo>
                    <a:pt x="487680" y="208121"/>
                  </a:lnTo>
                  <a:lnTo>
                    <a:pt x="487204" y="209074"/>
                  </a:lnTo>
                  <a:lnTo>
                    <a:pt x="487204" y="210026"/>
                  </a:lnTo>
                  <a:lnTo>
                    <a:pt x="488156" y="210979"/>
                  </a:lnTo>
                  <a:lnTo>
                    <a:pt x="490538" y="211455"/>
                  </a:lnTo>
                  <a:lnTo>
                    <a:pt x="492919" y="212408"/>
                  </a:lnTo>
                  <a:lnTo>
                    <a:pt x="493871" y="214789"/>
                  </a:lnTo>
                  <a:lnTo>
                    <a:pt x="495300" y="216694"/>
                  </a:lnTo>
                  <a:lnTo>
                    <a:pt x="497205" y="217170"/>
                  </a:lnTo>
                  <a:lnTo>
                    <a:pt x="505777" y="215741"/>
                  </a:lnTo>
                  <a:lnTo>
                    <a:pt x="507682" y="215741"/>
                  </a:lnTo>
                  <a:lnTo>
                    <a:pt x="508635" y="215265"/>
                  </a:lnTo>
                  <a:lnTo>
                    <a:pt x="511969" y="214789"/>
                  </a:lnTo>
                  <a:lnTo>
                    <a:pt x="519113" y="214313"/>
                  </a:lnTo>
                  <a:lnTo>
                    <a:pt x="521494" y="214789"/>
                  </a:lnTo>
                  <a:lnTo>
                    <a:pt x="524351" y="216217"/>
                  </a:lnTo>
                  <a:lnTo>
                    <a:pt x="526732" y="217646"/>
                  </a:lnTo>
                  <a:lnTo>
                    <a:pt x="528638" y="217646"/>
                  </a:lnTo>
                  <a:lnTo>
                    <a:pt x="530543" y="217170"/>
                  </a:lnTo>
                  <a:lnTo>
                    <a:pt x="531019" y="217646"/>
                  </a:lnTo>
                  <a:lnTo>
                    <a:pt x="531495" y="218599"/>
                  </a:lnTo>
                  <a:lnTo>
                    <a:pt x="532448" y="219551"/>
                  </a:lnTo>
                  <a:lnTo>
                    <a:pt x="535305" y="218122"/>
                  </a:lnTo>
                  <a:lnTo>
                    <a:pt x="537686" y="216217"/>
                  </a:lnTo>
                  <a:lnTo>
                    <a:pt x="539592" y="215741"/>
                  </a:lnTo>
                  <a:lnTo>
                    <a:pt x="541496" y="215265"/>
                  </a:lnTo>
                  <a:lnTo>
                    <a:pt x="541973" y="213836"/>
                  </a:lnTo>
                  <a:lnTo>
                    <a:pt x="543401" y="211931"/>
                  </a:lnTo>
                  <a:lnTo>
                    <a:pt x="547211" y="208121"/>
                  </a:lnTo>
                  <a:lnTo>
                    <a:pt x="549117" y="207645"/>
                  </a:lnTo>
                  <a:lnTo>
                    <a:pt x="550545" y="207645"/>
                  </a:lnTo>
                  <a:lnTo>
                    <a:pt x="550545" y="208121"/>
                  </a:lnTo>
                  <a:lnTo>
                    <a:pt x="551021" y="208597"/>
                  </a:lnTo>
                  <a:lnTo>
                    <a:pt x="554355" y="209550"/>
                  </a:lnTo>
                  <a:lnTo>
                    <a:pt x="555307" y="208597"/>
                  </a:lnTo>
                  <a:lnTo>
                    <a:pt x="555784" y="207169"/>
                  </a:lnTo>
                  <a:lnTo>
                    <a:pt x="554355" y="204788"/>
                  </a:lnTo>
                  <a:lnTo>
                    <a:pt x="554355" y="203835"/>
                  </a:lnTo>
                  <a:lnTo>
                    <a:pt x="554831" y="202883"/>
                  </a:lnTo>
                  <a:lnTo>
                    <a:pt x="555307" y="202406"/>
                  </a:lnTo>
                  <a:lnTo>
                    <a:pt x="561023" y="204788"/>
                  </a:lnTo>
                  <a:lnTo>
                    <a:pt x="562451" y="204788"/>
                  </a:lnTo>
                  <a:lnTo>
                    <a:pt x="564832" y="203359"/>
                  </a:lnTo>
                  <a:lnTo>
                    <a:pt x="567214" y="201454"/>
                  </a:lnTo>
                  <a:lnTo>
                    <a:pt x="568167" y="200025"/>
                  </a:lnTo>
                  <a:lnTo>
                    <a:pt x="579596" y="194786"/>
                  </a:lnTo>
                  <a:lnTo>
                    <a:pt x="580549" y="193834"/>
                  </a:lnTo>
                  <a:lnTo>
                    <a:pt x="585311" y="195263"/>
                  </a:lnTo>
                  <a:close/>
                  <a:moveTo>
                    <a:pt x="500063" y="190976"/>
                  </a:moveTo>
                  <a:lnTo>
                    <a:pt x="498157" y="189071"/>
                  </a:lnTo>
                  <a:lnTo>
                    <a:pt x="497681" y="187642"/>
                  </a:lnTo>
                  <a:lnTo>
                    <a:pt x="498634" y="187166"/>
                  </a:lnTo>
                  <a:lnTo>
                    <a:pt x="500063" y="188119"/>
                  </a:lnTo>
                  <a:lnTo>
                    <a:pt x="501015" y="189547"/>
                  </a:lnTo>
                  <a:lnTo>
                    <a:pt x="501015" y="190500"/>
                  </a:lnTo>
                  <a:lnTo>
                    <a:pt x="500063" y="190976"/>
                  </a:lnTo>
                  <a:close/>
                  <a:moveTo>
                    <a:pt x="517207" y="226219"/>
                  </a:moveTo>
                  <a:lnTo>
                    <a:pt x="515302" y="225266"/>
                  </a:lnTo>
                  <a:lnTo>
                    <a:pt x="513398" y="222409"/>
                  </a:lnTo>
                  <a:lnTo>
                    <a:pt x="512921" y="222409"/>
                  </a:lnTo>
                  <a:lnTo>
                    <a:pt x="511969" y="223361"/>
                  </a:lnTo>
                  <a:lnTo>
                    <a:pt x="511493" y="225266"/>
                  </a:lnTo>
                  <a:lnTo>
                    <a:pt x="511969" y="227171"/>
                  </a:lnTo>
                  <a:lnTo>
                    <a:pt x="513398" y="228600"/>
                  </a:lnTo>
                  <a:lnTo>
                    <a:pt x="514350" y="229076"/>
                  </a:lnTo>
                  <a:lnTo>
                    <a:pt x="514350" y="229076"/>
                  </a:lnTo>
                  <a:lnTo>
                    <a:pt x="514350" y="229553"/>
                  </a:lnTo>
                  <a:lnTo>
                    <a:pt x="513398" y="232886"/>
                  </a:lnTo>
                  <a:lnTo>
                    <a:pt x="515302" y="233363"/>
                  </a:lnTo>
                  <a:lnTo>
                    <a:pt x="518636" y="233363"/>
                  </a:lnTo>
                  <a:lnTo>
                    <a:pt x="520541" y="232886"/>
                  </a:lnTo>
                  <a:lnTo>
                    <a:pt x="521018" y="232410"/>
                  </a:lnTo>
                  <a:lnTo>
                    <a:pt x="519589" y="229553"/>
                  </a:lnTo>
                  <a:lnTo>
                    <a:pt x="521494" y="226695"/>
                  </a:lnTo>
                  <a:lnTo>
                    <a:pt x="517207" y="226219"/>
                  </a:lnTo>
                  <a:close/>
                  <a:moveTo>
                    <a:pt x="537686" y="229076"/>
                  </a:moveTo>
                  <a:lnTo>
                    <a:pt x="535781" y="229553"/>
                  </a:lnTo>
                  <a:lnTo>
                    <a:pt x="535305" y="230505"/>
                  </a:lnTo>
                  <a:lnTo>
                    <a:pt x="536734" y="231458"/>
                  </a:lnTo>
                  <a:lnTo>
                    <a:pt x="538163" y="231934"/>
                  </a:lnTo>
                  <a:lnTo>
                    <a:pt x="539115" y="230029"/>
                  </a:lnTo>
                  <a:lnTo>
                    <a:pt x="539592" y="228124"/>
                  </a:lnTo>
                  <a:lnTo>
                    <a:pt x="538639" y="228124"/>
                  </a:lnTo>
                  <a:lnTo>
                    <a:pt x="537686" y="229076"/>
                  </a:lnTo>
                  <a:close/>
                </a:path>
              </a:pathLst>
            </a:custGeom>
            <a:grpFill/>
            <a:ln w="317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D3A8200-950F-486F-8450-6684F3F55C6A}"/>
                </a:ext>
              </a:extLst>
            </p:cNvPr>
            <p:cNvSpPr/>
            <p:nvPr/>
          </p:nvSpPr>
          <p:spPr>
            <a:xfrm>
              <a:off x="3731418" y="5341143"/>
              <a:ext cx="179069" cy="180975"/>
            </a:xfrm>
            <a:custGeom>
              <a:avLst/>
              <a:gdLst>
                <a:gd name="connsiteX0" fmla="*/ 177165 w 179069"/>
                <a:gd name="connsiteY0" fmla="*/ 93821 h 180975"/>
                <a:gd name="connsiteX1" fmla="*/ 172879 w 179069"/>
                <a:gd name="connsiteY1" fmla="*/ 91916 h 180975"/>
                <a:gd name="connsiteX2" fmla="*/ 168593 w 179069"/>
                <a:gd name="connsiteY2" fmla="*/ 89059 h 180975"/>
                <a:gd name="connsiteX3" fmla="*/ 164782 w 179069"/>
                <a:gd name="connsiteY3" fmla="*/ 85249 h 180975"/>
                <a:gd name="connsiteX4" fmla="*/ 162878 w 179069"/>
                <a:gd name="connsiteY4" fmla="*/ 81439 h 180975"/>
                <a:gd name="connsiteX5" fmla="*/ 160972 w 179069"/>
                <a:gd name="connsiteY5" fmla="*/ 77152 h 180975"/>
                <a:gd name="connsiteX6" fmla="*/ 159544 w 179069"/>
                <a:gd name="connsiteY6" fmla="*/ 73819 h 180975"/>
                <a:gd name="connsiteX7" fmla="*/ 159068 w 179069"/>
                <a:gd name="connsiteY7" fmla="*/ 72390 h 180975"/>
                <a:gd name="connsiteX8" fmla="*/ 157639 w 179069"/>
                <a:gd name="connsiteY8" fmla="*/ 71914 h 180975"/>
                <a:gd name="connsiteX9" fmla="*/ 155257 w 179069"/>
                <a:gd name="connsiteY9" fmla="*/ 70009 h 180975"/>
                <a:gd name="connsiteX10" fmla="*/ 153829 w 179069"/>
                <a:gd name="connsiteY10" fmla="*/ 68580 h 180975"/>
                <a:gd name="connsiteX11" fmla="*/ 151447 w 179069"/>
                <a:gd name="connsiteY11" fmla="*/ 67627 h 180975"/>
                <a:gd name="connsiteX12" fmla="*/ 147638 w 179069"/>
                <a:gd name="connsiteY12" fmla="*/ 66675 h 180975"/>
                <a:gd name="connsiteX13" fmla="*/ 143351 w 179069"/>
                <a:gd name="connsiteY13" fmla="*/ 64770 h 180975"/>
                <a:gd name="connsiteX14" fmla="*/ 138589 w 179069"/>
                <a:gd name="connsiteY14" fmla="*/ 60484 h 180975"/>
                <a:gd name="connsiteX15" fmla="*/ 134779 w 179069"/>
                <a:gd name="connsiteY15" fmla="*/ 56198 h 180975"/>
                <a:gd name="connsiteX16" fmla="*/ 132874 w 179069"/>
                <a:gd name="connsiteY16" fmla="*/ 53340 h 180975"/>
                <a:gd name="connsiteX17" fmla="*/ 130969 w 179069"/>
                <a:gd name="connsiteY17" fmla="*/ 50959 h 180975"/>
                <a:gd name="connsiteX18" fmla="*/ 120491 w 179069"/>
                <a:gd name="connsiteY18" fmla="*/ 47625 h 180975"/>
                <a:gd name="connsiteX19" fmla="*/ 115729 w 179069"/>
                <a:gd name="connsiteY19" fmla="*/ 43339 h 180975"/>
                <a:gd name="connsiteX20" fmla="*/ 113824 w 179069"/>
                <a:gd name="connsiteY20" fmla="*/ 44768 h 180975"/>
                <a:gd name="connsiteX21" fmla="*/ 110966 w 179069"/>
                <a:gd name="connsiteY21" fmla="*/ 43339 h 180975"/>
                <a:gd name="connsiteX22" fmla="*/ 108109 w 179069"/>
                <a:gd name="connsiteY22" fmla="*/ 41434 h 180975"/>
                <a:gd name="connsiteX23" fmla="*/ 107632 w 179069"/>
                <a:gd name="connsiteY23" fmla="*/ 40005 h 180975"/>
                <a:gd name="connsiteX24" fmla="*/ 106204 w 179069"/>
                <a:gd name="connsiteY24" fmla="*/ 38100 h 180975"/>
                <a:gd name="connsiteX25" fmla="*/ 105251 w 179069"/>
                <a:gd name="connsiteY25" fmla="*/ 36671 h 180975"/>
                <a:gd name="connsiteX26" fmla="*/ 104299 w 179069"/>
                <a:gd name="connsiteY26" fmla="*/ 34766 h 180975"/>
                <a:gd name="connsiteX27" fmla="*/ 101918 w 179069"/>
                <a:gd name="connsiteY27" fmla="*/ 31909 h 180975"/>
                <a:gd name="connsiteX28" fmla="*/ 98107 w 179069"/>
                <a:gd name="connsiteY28" fmla="*/ 28575 h 180975"/>
                <a:gd name="connsiteX29" fmla="*/ 96679 w 179069"/>
                <a:gd name="connsiteY29" fmla="*/ 27623 h 180975"/>
                <a:gd name="connsiteX30" fmla="*/ 95726 w 179069"/>
                <a:gd name="connsiteY30" fmla="*/ 27623 h 180975"/>
                <a:gd name="connsiteX31" fmla="*/ 94774 w 179069"/>
                <a:gd name="connsiteY31" fmla="*/ 29051 h 180975"/>
                <a:gd name="connsiteX32" fmla="*/ 94297 w 179069"/>
                <a:gd name="connsiteY32" fmla="*/ 30480 h 180975"/>
                <a:gd name="connsiteX33" fmla="*/ 92869 w 179069"/>
                <a:gd name="connsiteY33" fmla="*/ 30956 h 180975"/>
                <a:gd name="connsiteX34" fmla="*/ 91440 w 179069"/>
                <a:gd name="connsiteY34" fmla="*/ 32385 h 180975"/>
                <a:gd name="connsiteX35" fmla="*/ 89535 w 179069"/>
                <a:gd name="connsiteY35" fmla="*/ 34290 h 180975"/>
                <a:gd name="connsiteX36" fmla="*/ 87154 w 179069"/>
                <a:gd name="connsiteY36" fmla="*/ 35719 h 180975"/>
                <a:gd name="connsiteX37" fmla="*/ 84772 w 179069"/>
                <a:gd name="connsiteY37" fmla="*/ 36195 h 180975"/>
                <a:gd name="connsiteX38" fmla="*/ 82868 w 179069"/>
                <a:gd name="connsiteY38" fmla="*/ 36195 h 180975"/>
                <a:gd name="connsiteX39" fmla="*/ 82391 w 179069"/>
                <a:gd name="connsiteY39" fmla="*/ 35243 h 180975"/>
                <a:gd name="connsiteX40" fmla="*/ 82391 w 179069"/>
                <a:gd name="connsiteY40" fmla="*/ 32861 h 180975"/>
                <a:gd name="connsiteX41" fmla="*/ 82868 w 179069"/>
                <a:gd name="connsiteY41" fmla="*/ 27146 h 180975"/>
                <a:gd name="connsiteX42" fmla="*/ 81439 w 179069"/>
                <a:gd name="connsiteY42" fmla="*/ 24765 h 180975"/>
                <a:gd name="connsiteX43" fmla="*/ 79534 w 179069"/>
                <a:gd name="connsiteY43" fmla="*/ 22384 h 180975"/>
                <a:gd name="connsiteX44" fmla="*/ 77153 w 179069"/>
                <a:gd name="connsiteY44" fmla="*/ 19050 h 180975"/>
                <a:gd name="connsiteX45" fmla="*/ 69056 w 179069"/>
                <a:gd name="connsiteY45" fmla="*/ 12382 h 180975"/>
                <a:gd name="connsiteX46" fmla="*/ 58579 w 179069"/>
                <a:gd name="connsiteY46" fmla="*/ 2857 h 180975"/>
                <a:gd name="connsiteX47" fmla="*/ 54769 w 179069"/>
                <a:gd name="connsiteY47" fmla="*/ 0 h 180975"/>
                <a:gd name="connsiteX48" fmla="*/ 50959 w 179069"/>
                <a:gd name="connsiteY48" fmla="*/ 0 h 180975"/>
                <a:gd name="connsiteX49" fmla="*/ 47625 w 179069"/>
                <a:gd name="connsiteY49" fmla="*/ 0 h 180975"/>
                <a:gd name="connsiteX50" fmla="*/ 44768 w 179069"/>
                <a:gd name="connsiteY50" fmla="*/ 1429 h 180975"/>
                <a:gd name="connsiteX51" fmla="*/ 42386 w 179069"/>
                <a:gd name="connsiteY51" fmla="*/ 5715 h 180975"/>
                <a:gd name="connsiteX52" fmla="*/ 41434 w 179069"/>
                <a:gd name="connsiteY52" fmla="*/ 6668 h 180975"/>
                <a:gd name="connsiteX53" fmla="*/ 35719 w 179069"/>
                <a:gd name="connsiteY53" fmla="*/ 6668 h 180975"/>
                <a:gd name="connsiteX54" fmla="*/ 30004 w 179069"/>
                <a:gd name="connsiteY54" fmla="*/ 5715 h 180975"/>
                <a:gd name="connsiteX55" fmla="*/ 28099 w 179069"/>
                <a:gd name="connsiteY55" fmla="*/ 2857 h 180975"/>
                <a:gd name="connsiteX56" fmla="*/ 27146 w 179069"/>
                <a:gd name="connsiteY56" fmla="*/ 4286 h 180975"/>
                <a:gd name="connsiteX57" fmla="*/ 26670 w 179069"/>
                <a:gd name="connsiteY57" fmla="*/ 7144 h 180975"/>
                <a:gd name="connsiteX58" fmla="*/ 24765 w 179069"/>
                <a:gd name="connsiteY58" fmla="*/ 10477 h 180975"/>
                <a:gd name="connsiteX59" fmla="*/ 20479 w 179069"/>
                <a:gd name="connsiteY59" fmla="*/ 14288 h 180975"/>
                <a:gd name="connsiteX60" fmla="*/ 19050 w 179069"/>
                <a:gd name="connsiteY60" fmla="*/ 18098 h 180975"/>
                <a:gd name="connsiteX61" fmla="*/ 20955 w 179069"/>
                <a:gd name="connsiteY61" fmla="*/ 22384 h 180975"/>
                <a:gd name="connsiteX62" fmla="*/ 21431 w 179069"/>
                <a:gd name="connsiteY62" fmla="*/ 27623 h 180975"/>
                <a:gd name="connsiteX63" fmla="*/ 20479 w 179069"/>
                <a:gd name="connsiteY63" fmla="*/ 30004 h 180975"/>
                <a:gd name="connsiteX64" fmla="*/ 18574 w 179069"/>
                <a:gd name="connsiteY64" fmla="*/ 30956 h 180975"/>
                <a:gd name="connsiteX65" fmla="*/ 18574 w 179069"/>
                <a:gd name="connsiteY65" fmla="*/ 31909 h 180975"/>
                <a:gd name="connsiteX66" fmla="*/ 19526 w 179069"/>
                <a:gd name="connsiteY66" fmla="*/ 34290 h 180975"/>
                <a:gd name="connsiteX67" fmla="*/ 19526 w 179069"/>
                <a:gd name="connsiteY67" fmla="*/ 36671 h 180975"/>
                <a:gd name="connsiteX68" fmla="*/ 18574 w 179069"/>
                <a:gd name="connsiteY68" fmla="*/ 40481 h 180975"/>
                <a:gd name="connsiteX69" fmla="*/ 16669 w 179069"/>
                <a:gd name="connsiteY69" fmla="*/ 44291 h 180975"/>
                <a:gd name="connsiteX70" fmla="*/ 13811 w 179069"/>
                <a:gd name="connsiteY70" fmla="*/ 48577 h 180975"/>
                <a:gd name="connsiteX71" fmla="*/ 12859 w 179069"/>
                <a:gd name="connsiteY71" fmla="*/ 51435 h 180975"/>
                <a:gd name="connsiteX72" fmla="*/ 14764 w 179069"/>
                <a:gd name="connsiteY72" fmla="*/ 52864 h 180975"/>
                <a:gd name="connsiteX73" fmla="*/ 15240 w 179069"/>
                <a:gd name="connsiteY73" fmla="*/ 54293 h 180975"/>
                <a:gd name="connsiteX74" fmla="*/ 15240 w 179069"/>
                <a:gd name="connsiteY74" fmla="*/ 56198 h 180975"/>
                <a:gd name="connsiteX75" fmla="*/ 14764 w 179069"/>
                <a:gd name="connsiteY75" fmla="*/ 58579 h 180975"/>
                <a:gd name="connsiteX76" fmla="*/ 13335 w 179069"/>
                <a:gd name="connsiteY76" fmla="*/ 61436 h 180975"/>
                <a:gd name="connsiteX77" fmla="*/ 11430 w 179069"/>
                <a:gd name="connsiteY77" fmla="*/ 63818 h 180975"/>
                <a:gd name="connsiteX78" fmla="*/ 9049 w 179069"/>
                <a:gd name="connsiteY78" fmla="*/ 65246 h 180975"/>
                <a:gd name="connsiteX79" fmla="*/ 8572 w 179069"/>
                <a:gd name="connsiteY79" fmla="*/ 67627 h 180975"/>
                <a:gd name="connsiteX80" fmla="*/ 9525 w 179069"/>
                <a:gd name="connsiteY80" fmla="*/ 69532 h 180975"/>
                <a:gd name="connsiteX81" fmla="*/ 9525 w 179069"/>
                <a:gd name="connsiteY81" fmla="*/ 71914 h 180975"/>
                <a:gd name="connsiteX82" fmla="*/ 9049 w 179069"/>
                <a:gd name="connsiteY82" fmla="*/ 74771 h 180975"/>
                <a:gd name="connsiteX83" fmla="*/ 9525 w 179069"/>
                <a:gd name="connsiteY83" fmla="*/ 77152 h 180975"/>
                <a:gd name="connsiteX84" fmla="*/ 10954 w 179069"/>
                <a:gd name="connsiteY84" fmla="*/ 79534 h 180975"/>
                <a:gd name="connsiteX85" fmla="*/ 10954 w 179069"/>
                <a:gd name="connsiteY85" fmla="*/ 82391 h 180975"/>
                <a:gd name="connsiteX86" fmla="*/ 8096 w 179069"/>
                <a:gd name="connsiteY86" fmla="*/ 87630 h 180975"/>
                <a:gd name="connsiteX87" fmla="*/ 9525 w 179069"/>
                <a:gd name="connsiteY87" fmla="*/ 91440 h 180975"/>
                <a:gd name="connsiteX88" fmla="*/ 10478 w 179069"/>
                <a:gd name="connsiteY88" fmla="*/ 98584 h 180975"/>
                <a:gd name="connsiteX89" fmla="*/ 11906 w 179069"/>
                <a:gd name="connsiteY89" fmla="*/ 103823 h 180975"/>
                <a:gd name="connsiteX90" fmla="*/ 11906 w 179069"/>
                <a:gd name="connsiteY90" fmla="*/ 106204 h 180975"/>
                <a:gd name="connsiteX91" fmla="*/ 9525 w 179069"/>
                <a:gd name="connsiteY91" fmla="*/ 110014 h 180975"/>
                <a:gd name="connsiteX92" fmla="*/ 7144 w 179069"/>
                <a:gd name="connsiteY92" fmla="*/ 112395 h 180975"/>
                <a:gd name="connsiteX93" fmla="*/ 4763 w 179069"/>
                <a:gd name="connsiteY93" fmla="*/ 112871 h 180975"/>
                <a:gd name="connsiteX94" fmla="*/ 2381 w 179069"/>
                <a:gd name="connsiteY94" fmla="*/ 114300 h 180975"/>
                <a:gd name="connsiteX95" fmla="*/ 2857 w 179069"/>
                <a:gd name="connsiteY95" fmla="*/ 117634 h 180975"/>
                <a:gd name="connsiteX96" fmla="*/ 953 w 179069"/>
                <a:gd name="connsiteY96" fmla="*/ 126682 h 180975"/>
                <a:gd name="connsiteX97" fmla="*/ 0 w 179069"/>
                <a:gd name="connsiteY97" fmla="*/ 134779 h 180975"/>
                <a:gd name="connsiteX98" fmla="*/ 1429 w 179069"/>
                <a:gd name="connsiteY98" fmla="*/ 141923 h 180975"/>
                <a:gd name="connsiteX99" fmla="*/ 8096 w 179069"/>
                <a:gd name="connsiteY99" fmla="*/ 149543 h 180975"/>
                <a:gd name="connsiteX100" fmla="*/ 16193 w 179069"/>
                <a:gd name="connsiteY100" fmla="*/ 157163 h 180975"/>
                <a:gd name="connsiteX101" fmla="*/ 18097 w 179069"/>
                <a:gd name="connsiteY101" fmla="*/ 160020 h 180975"/>
                <a:gd name="connsiteX102" fmla="*/ 19050 w 179069"/>
                <a:gd name="connsiteY102" fmla="*/ 162401 h 180975"/>
                <a:gd name="connsiteX103" fmla="*/ 20955 w 179069"/>
                <a:gd name="connsiteY103" fmla="*/ 163354 h 180975"/>
                <a:gd name="connsiteX104" fmla="*/ 30480 w 179069"/>
                <a:gd name="connsiteY104" fmla="*/ 162401 h 180975"/>
                <a:gd name="connsiteX105" fmla="*/ 43339 w 179069"/>
                <a:gd name="connsiteY105" fmla="*/ 162401 h 180975"/>
                <a:gd name="connsiteX106" fmla="*/ 53816 w 179069"/>
                <a:gd name="connsiteY106" fmla="*/ 170974 h 180975"/>
                <a:gd name="connsiteX107" fmla="*/ 67151 w 179069"/>
                <a:gd name="connsiteY107" fmla="*/ 174784 h 180975"/>
                <a:gd name="connsiteX108" fmla="*/ 69532 w 179069"/>
                <a:gd name="connsiteY108" fmla="*/ 178118 h 180975"/>
                <a:gd name="connsiteX109" fmla="*/ 74295 w 179069"/>
                <a:gd name="connsiteY109" fmla="*/ 179546 h 180975"/>
                <a:gd name="connsiteX110" fmla="*/ 76200 w 179069"/>
                <a:gd name="connsiteY110" fmla="*/ 179546 h 180975"/>
                <a:gd name="connsiteX111" fmla="*/ 79057 w 179069"/>
                <a:gd name="connsiteY111" fmla="*/ 180023 h 180975"/>
                <a:gd name="connsiteX112" fmla="*/ 87630 w 179069"/>
                <a:gd name="connsiteY112" fmla="*/ 176213 h 180975"/>
                <a:gd name="connsiteX113" fmla="*/ 94297 w 179069"/>
                <a:gd name="connsiteY113" fmla="*/ 174784 h 180975"/>
                <a:gd name="connsiteX114" fmla="*/ 104299 w 179069"/>
                <a:gd name="connsiteY114" fmla="*/ 176213 h 180975"/>
                <a:gd name="connsiteX115" fmla="*/ 109061 w 179069"/>
                <a:gd name="connsiteY115" fmla="*/ 179546 h 180975"/>
                <a:gd name="connsiteX116" fmla="*/ 113824 w 179069"/>
                <a:gd name="connsiteY116" fmla="*/ 179546 h 180975"/>
                <a:gd name="connsiteX117" fmla="*/ 120491 w 179069"/>
                <a:gd name="connsiteY117" fmla="*/ 180975 h 180975"/>
                <a:gd name="connsiteX118" fmla="*/ 138589 w 179069"/>
                <a:gd name="connsiteY118" fmla="*/ 173355 h 180975"/>
                <a:gd name="connsiteX119" fmla="*/ 141922 w 179069"/>
                <a:gd name="connsiteY119" fmla="*/ 170498 h 180975"/>
                <a:gd name="connsiteX120" fmla="*/ 145256 w 179069"/>
                <a:gd name="connsiteY120" fmla="*/ 170974 h 180975"/>
                <a:gd name="connsiteX121" fmla="*/ 150495 w 179069"/>
                <a:gd name="connsiteY121" fmla="*/ 164782 h 180975"/>
                <a:gd name="connsiteX122" fmla="*/ 158115 w 179069"/>
                <a:gd name="connsiteY122" fmla="*/ 159544 h 180975"/>
                <a:gd name="connsiteX123" fmla="*/ 159544 w 179069"/>
                <a:gd name="connsiteY123" fmla="*/ 154781 h 180975"/>
                <a:gd name="connsiteX124" fmla="*/ 166688 w 179069"/>
                <a:gd name="connsiteY124" fmla="*/ 146209 h 180975"/>
                <a:gd name="connsiteX125" fmla="*/ 169069 w 179069"/>
                <a:gd name="connsiteY125" fmla="*/ 139541 h 180975"/>
                <a:gd name="connsiteX126" fmla="*/ 170974 w 179069"/>
                <a:gd name="connsiteY126" fmla="*/ 137160 h 180975"/>
                <a:gd name="connsiteX127" fmla="*/ 172403 w 179069"/>
                <a:gd name="connsiteY127" fmla="*/ 135731 h 180975"/>
                <a:gd name="connsiteX128" fmla="*/ 171450 w 179069"/>
                <a:gd name="connsiteY128" fmla="*/ 135255 h 180975"/>
                <a:gd name="connsiteX129" fmla="*/ 169069 w 179069"/>
                <a:gd name="connsiteY129" fmla="*/ 134302 h 180975"/>
                <a:gd name="connsiteX130" fmla="*/ 167164 w 179069"/>
                <a:gd name="connsiteY130" fmla="*/ 133350 h 180975"/>
                <a:gd name="connsiteX131" fmla="*/ 167164 w 179069"/>
                <a:gd name="connsiteY131" fmla="*/ 132398 h 180975"/>
                <a:gd name="connsiteX132" fmla="*/ 166688 w 179069"/>
                <a:gd name="connsiteY132" fmla="*/ 130969 h 180975"/>
                <a:gd name="connsiteX133" fmla="*/ 166688 w 179069"/>
                <a:gd name="connsiteY133" fmla="*/ 128111 h 180975"/>
                <a:gd name="connsiteX134" fmla="*/ 166688 w 179069"/>
                <a:gd name="connsiteY134" fmla="*/ 128111 h 180975"/>
                <a:gd name="connsiteX135" fmla="*/ 166211 w 179069"/>
                <a:gd name="connsiteY135" fmla="*/ 127159 h 180975"/>
                <a:gd name="connsiteX136" fmla="*/ 165735 w 179069"/>
                <a:gd name="connsiteY136" fmla="*/ 125730 h 180975"/>
                <a:gd name="connsiteX137" fmla="*/ 165735 w 179069"/>
                <a:gd name="connsiteY137" fmla="*/ 123825 h 180975"/>
                <a:gd name="connsiteX138" fmla="*/ 165259 w 179069"/>
                <a:gd name="connsiteY138" fmla="*/ 121444 h 180975"/>
                <a:gd name="connsiteX139" fmla="*/ 165259 w 179069"/>
                <a:gd name="connsiteY139" fmla="*/ 119063 h 180975"/>
                <a:gd name="connsiteX140" fmla="*/ 164306 w 179069"/>
                <a:gd name="connsiteY140" fmla="*/ 116681 h 180975"/>
                <a:gd name="connsiteX141" fmla="*/ 163830 w 179069"/>
                <a:gd name="connsiteY141" fmla="*/ 114776 h 180975"/>
                <a:gd name="connsiteX142" fmla="*/ 163830 w 179069"/>
                <a:gd name="connsiteY142" fmla="*/ 112871 h 180975"/>
                <a:gd name="connsiteX143" fmla="*/ 164782 w 179069"/>
                <a:gd name="connsiteY143" fmla="*/ 110490 h 180975"/>
                <a:gd name="connsiteX144" fmla="*/ 166211 w 179069"/>
                <a:gd name="connsiteY144" fmla="*/ 108585 h 180975"/>
                <a:gd name="connsiteX145" fmla="*/ 169069 w 179069"/>
                <a:gd name="connsiteY145" fmla="*/ 106204 h 180975"/>
                <a:gd name="connsiteX146" fmla="*/ 170974 w 179069"/>
                <a:gd name="connsiteY146" fmla="*/ 105727 h 180975"/>
                <a:gd name="connsiteX147" fmla="*/ 172879 w 179069"/>
                <a:gd name="connsiteY147" fmla="*/ 104775 h 180975"/>
                <a:gd name="connsiteX148" fmla="*/ 173831 w 179069"/>
                <a:gd name="connsiteY148" fmla="*/ 103346 h 180975"/>
                <a:gd name="connsiteX149" fmla="*/ 174307 w 179069"/>
                <a:gd name="connsiteY149" fmla="*/ 101441 h 180975"/>
                <a:gd name="connsiteX150" fmla="*/ 174307 w 179069"/>
                <a:gd name="connsiteY150" fmla="*/ 100013 h 180975"/>
                <a:gd name="connsiteX151" fmla="*/ 174784 w 179069"/>
                <a:gd name="connsiteY151" fmla="*/ 98584 h 180975"/>
                <a:gd name="connsiteX152" fmla="*/ 176213 w 179069"/>
                <a:gd name="connsiteY152" fmla="*/ 97631 h 180975"/>
                <a:gd name="connsiteX153" fmla="*/ 177641 w 179069"/>
                <a:gd name="connsiteY153" fmla="*/ 96679 h 180975"/>
                <a:gd name="connsiteX154" fmla="*/ 179070 w 179069"/>
                <a:gd name="connsiteY154" fmla="*/ 95726 h 180975"/>
                <a:gd name="connsiteX155" fmla="*/ 179070 w 179069"/>
                <a:gd name="connsiteY155" fmla="*/ 9525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179069" h="180975">
                  <a:moveTo>
                    <a:pt x="177165" y="93821"/>
                  </a:moveTo>
                  <a:lnTo>
                    <a:pt x="172879" y="91916"/>
                  </a:lnTo>
                  <a:lnTo>
                    <a:pt x="168593" y="89059"/>
                  </a:lnTo>
                  <a:lnTo>
                    <a:pt x="164782" y="85249"/>
                  </a:lnTo>
                  <a:lnTo>
                    <a:pt x="162878" y="81439"/>
                  </a:lnTo>
                  <a:lnTo>
                    <a:pt x="160972" y="77152"/>
                  </a:lnTo>
                  <a:lnTo>
                    <a:pt x="159544" y="73819"/>
                  </a:lnTo>
                  <a:lnTo>
                    <a:pt x="159068" y="72390"/>
                  </a:lnTo>
                  <a:lnTo>
                    <a:pt x="157639" y="71914"/>
                  </a:lnTo>
                  <a:lnTo>
                    <a:pt x="155257" y="70009"/>
                  </a:lnTo>
                  <a:lnTo>
                    <a:pt x="153829" y="68580"/>
                  </a:lnTo>
                  <a:lnTo>
                    <a:pt x="151447" y="67627"/>
                  </a:lnTo>
                  <a:lnTo>
                    <a:pt x="147638" y="66675"/>
                  </a:lnTo>
                  <a:lnTo>
                    <a:pt x="143351" y="64770"/>
                  </a:lnTo>
                  <a:lnTo>
                    <a:pt x="138589" y="60484"/>
                  </a:lnTo>
                  <a:lnTo>
                    <a:pt x="134779" y="56198"/>
                  </a:lnTo>
                  <a:lnTo>
                    <a:pt x="132874" y="53340"/>
                  </a:lnTo>
                  <a:lnTo>
                    <a:pt x="130969" y="50959"/>
                  </a:lnTo>
                  <a:lnTo>
                    <a:pt x="120491" y="47625"/>
                  </a:lnTo>
                  <a:lnTo>
                    <a:pt x="115729" y="43339"/>
                  </a:lnTo>
                  <a:lnTo>
                    <a:pt x="113824" y="44768"/>
                  </a:lnTo>
                  <a:lnTo>
                    <a:pt x="110966" y="43339"/>
                  </a:lnTo>
                  <a:lnTo>
                    <a:pt x="108109" y="41434"/>
                  </a:lnTo>
                  <a:lnTo>
                    <a:pt x="107632" y="40005"/>
                  </a:lnTo>
                  <a:lnTo>
                    <a:pt x="106204" y="38100"/>
                  </a:lnTo>
                  <a:lnTo>
                    <a:pt x="105251" y="36671"/>
                  </a:lnTo>
                  <a:lnTo>
                    <a:pt x="104299" y="34766"/>
                  </a:lnTo>
                  <a:lnTo>
                    <a:pt x="101918" y="31909"/>
                  </a:lnTo>
                  <a:lnTo>
                    <a:pt x="98107" y="28575"/>
                  </a:lnTo>
                  <a:lnTo>
                    <a:pt x="96679" y="27623"/>
                  </a:lnTo>
                  <a:lnTo>
                    <a:pt x="95726" y="27623"/>
                  </a:lnTo>
                  <a:lnTo>
                    <a:pt x="94774" y="29051"/>
                  </a:lnTo>
                  <a:lnTo>
                    <a:pt x="94297" y="30480"/>
                  </a:lnTo>
                  <a:lnTo>
                    <a:pt x="92869" y="30956"/>
                  </a:lnTo>
                  <a:lnTo>
                    <a:pt x="91440" y="32385"/>
                  </a:lnTo>
                  <a:lnTo>
                    <a:pt x="89535" y="34290"/>
                  </a:lnTo>
                  <a:lnTo>
                    <a:pt x="87154" y="35719"/>
                  </a:lnTo>
                  <a:lnTo>
                    <a:pt x="84772" y="36195"/>
                  </a:lnTo>
                  <a:lnTo>
                    <a:pt x="82868" y="36195"/>
                  </a:lnTo>
                  <a:lnTo>
                    <a:pt x="82391" y="35243"/>
                  </a:lnTo>
                  <a:lnTo>
                    <a:pt x="82391" y="32861"/>
                  </a:lnTo>
                  <a:lnTo>
                    <a:pt x="82868" y="27146"/>
                  </a:lnTo>
                  <a:lnTo>
                    <a:pt x="81439" y="24765"/>
                  </a:lnTo>
                  <a:lnTo>
                    <a:pt x="79534" y="22384"/>
                  </a:lnTo>
                  <a:lnTo>
                    <a:pt x="77153" y="19050"/>
                  </a:lnTo>
                  <a:lnTo>
                    <a:pt x="69056" y="12382"/>
                  </a:lnTo>
                  <a:lnTo>
                    <a:pt x="58579" y="2857"/>
                  </a:lnTo>
                  <a:lnTo>
                    <a:pt x="54769" y="0"/>
                  </a:lnTo>
                  <a:lnTo>
                    <a:pt x="50959" y="0"/>
                  </a:lnTo>
                  <a:lnTo>
                    <a:pt x="47625" y="0"/>
                  </a:lnTo>
                  <a:lnTo>
                    <a:pt x="44768" y="1429"/>
                  </a:lnTo>
                  <a:lnTo>
                    <a:pt x="42386" y="5715"/>
                  </a:lnTo>
                  <a:lnTo>
                    <a:pt x="41434" y="6668"/>
                  </a:lnTo>
                  <a:lnTo>
                    <a:pt x="35719" y="6668"/>
                  </a:lnTo>
                  <a:lnTo>
                    <a:pt x="30004" y="5715"/>
                  </a:lnTo>
                  <a:lnTo>
                    <a:pt x="28099" y="2857"/>
                  </a:lnTo>
                  <a:lnTo>
                    <a:pt x="27146" y="4286"/>
                  </a:lnTo>
                  <a:lnTo>
                    <a:pt x="26670" y="7144"/>
                  </a:lnTo>
                  <a:lnTo>
                    <a:pt x="24765" y="10477"/>
                  </a:lnTo>
                  <a:lnTo>
                    <a:pt x="20479" y="14288"/>
                  </a:lnTo>
                  <a:lnTo>
                    <a:pt x="19050" y="18098"/>
                  </a:lnTo>
                  <a:lnTo>
                    <a:pt x="20955" y="22384"/>
                  </a:lnTo>
                  <a:lnTo>
                    <a:pt x="21431" y="27623"/>
                  </a:lnTo>
                  <a:lnTo>
                    <a:pt x="20479" y="30004"/>
                  </a:lnTo>
                  <a:lnTo>
                    <a:pt x="18574" y="30956"/>
                  </a:lnTo>
                  <a:lnTo>
                    <a:pt x="18574" y="31909"/>
                  </a:lnTo>
                  <a:lnTo>
                    <a:pt x="19526" y="34290"/>
                  </a:lnTo>
                  <a:lnTo>
                    <a:pt x="19526" y="36671"/>
                  </a:lnTo>
                  <a:lnTo>
                    <a:pt x="18574" y="40481"/>
                  </a:lnTo>
                  <a:lnTo>
                    <a:pt x="16669" y="44291"/>
                  </a:lnTo>
                  <a:lnTo>
                    <a:pt x="13811" y="48577"/>
                  </a:lnTo>
                  <a:lnTo>
                    <a:pt x="12859" y="51435"/>
                  </a:lnTo>
                  <a:lnTo>
                    <a:pt x="14764" y="52864"/>
                  </a:lnTo>
                  <a:lnTo>
                    <a:pt x="15240" y="54293"/>
                  </a:lnTo>
                  <a:lnTo>
                    <a:pt x="15240" y="56198"/>
                  </a:lnTo>
                  <a:lnTo>
                    <a:pt x="14764" y="58579"/>
                  </a:lnTo>
                  <a:lnTo>
                    <a:pt x="13335" y="61436"/>
                  </a:lnTo>
                  <a:lnTo>
                    <a:pt x="11430" y="63818"/>
                  </a:lnTo>
                  <a:lnTo>
                    <a:pt x="9049" y="65246"/>
                  </a:lnTo>
                  <a:lnTo>
                    <a:pt x="8572" y="67627"/>
                  </a:lnTo>
                  <a:lnTo>
                    <a:pt x="9525" y="69532"/>
                  </a:lnTo>
                  <a:lnTo>
                    <a:pt x="9525" y="71914"/>
                  </a:lnTo>
                  <a:lnTo>
                    <a:pt x="9049" y="74771"/>
                  </a:lnTo>
                  <a:lnTo>
                    <a:pt x="9525" y="77152"/>
                  </a:lnTo>
                  <a:lnTo>
                    <a:pt x="10954" y="79534"/>
                  </a:lnTo>
                  <a:lnTo>
                    <a:pt x="10954" y="82391"/>
                  </a:lnTo>
                  <a:lnTo>
                    <a:pt x="8096" y="87630"/>
                  </a:lnTo>
                  <a:lnTo>
                    <a:pt x="9525" y="91440"/>
                  </a:lnTo>
                  <a:lnTo>
                    <a:pt x="10478" y="98584"/>
                  </a:lnTo>
                  <a:lnTo>
                    <a:pt x="11906" y="103823"/>
                  </a:lnTo>
                  <a:lnTo>
                    <a:pt x="11906" y="106204"/>
                  </a:lnTo>
                  <a:lnTo>
                    <a:pt x="9525" y="110014"/>
                  </a:lnTo>
                  <a:lnTo>
                    <a:pt x="7144" y="112395"/>
                  </a:lnTo>
                  <a:lnTo>
                    <a:pt x="4763" y="112871"/>
                  </a:lnTo>
                  <a:lnTo>
                    <a:pt x="2381" y="114300"/>
                  </a:lnTo>
                  <a:lnTo>
                    <a:pt x="2857" y="117634"/>
                  </a:lnTo>
                  <a:lnTo>
                    <a:pt x="953" y="126682"/>
                  </a:lnTo>
                  <a:lnTo>
                    <a:pt x="0" y="134779"/>
                  </a:lnTo>
                  <a:lnTo>
                    <a:pt x="1429" y="141923"/>
                  </a:lnTo>
                  <a:lnTo>
                    <a:pt x="8096" y="149543"/>
                  </a:lnTo>
                  <a:lnTo>
                    <a:pt x="16193" y="157163"/>
                  </a:lnTo>
                  <a:lnTo>
                    <a:pt x="18097" y="160020"/>
                  </a:lnTo>
                  <a:lnTo>
                    <a:pt x="19050" y="162401"/>
                  </a:lnTo>
                  <a:lnTo>
                    <a:pt x="20955" y="163354"/>
                  </a:lnTo>
                  <a:lnTo>
                    <a:pt x="30480" y="162401"/>
                  </a:lnTo>
                  <a:lnTo>
                    <a:pt x="43339" y="162401"/>
                  </a:lnTo>
                  <a:lnTo>
                    <a:pt x="53816" y="170974"/>
                  </a:lnTo>
                  <a:lnTo>
                    <a:pt x="67151" y="174784"/>
                  </a:lnTo>
                  <a:lnTo>
                    <a:pt x="69532" y="178118"/>
                  </a:lnTo>
                  <a:lnTo>
                    <a:pt x="74295" y="179546"/>
                  </a:lnTo>
                  <a:lnTo>
                    <a:pt x="76200" y="179546"/>
                  </a:lnTo>
                  <a:lnTo>
                    <a:pt x="79057" y="180023"/>
                  </a:lnTo>
                  <a:lnTo>
                    <a:pt x="87630" y="176213"/>
                  </a:lnTo>
                  <a:lnTo>
                    <a:pt x="94297" y="174784"/>
                  </a:lnTo>
                  <a:lnTo>
                    <a:pt x="104299" y="176213"/>
                  </a:lnTo>
                  <a:lnTo>
                    <a:pt x="109061" y="179546"/>
                  </a:lnTo>
                  <a:lnTo>
                    <a:pt x="113824" y="179546"/>
                  </a:lnTo>
                  <a:lnTo>
                    <a:pt x="120491" y="180975"/>
                  </a:lnTo>
                  <a:lnTo>
                    <a:pt x="138589" y="173355"/>
                  </a:lnTo>
                  <a:lnTo>
                    <a:pt x="141922" y="170498"/>
                  </a:lnTo>
                  <a:lnTo>
                    <a:pt x="145256" y="170974"/>
                  </a:lnTo>
                  <a:lnTo>
                    <a:pt x="150495" y="164782"/>
                  </a:lnTo>
                  <a:lnTo>
                    <a:pt x="158115" y="159544"/>
                  </a:lnTo>
                  <a:lnTo>
                    <a:pt x="159544" y="154781"/>
                  </a:lnTo>
                  <a:lnTo>
                    <a:pt x="166688" y="146209"/>
                  </a:lnTo>
                  <a:lnTo>
                    <a:pt x="169069" y="139541"/>
                  </a:lnTo>
                  <a:lnTo>
                    <a:pt x="170974" y="137160"/>
                  </a:lnTo>
                  <a:lnTo>
                    <a:pt x="172403" y="135731"/>
                  </a:lnTo>
                  <a:lnTo>
                    <a:pt x="171450" y="135255"/>
                  </a:lnTo>
                  <a:lnTo>
                    <a:pt x="169069" y="134302"/>
                  </a:lnTo>
                  <a:lnTo>
                    <a:pt x="167164" y="133350"/>
                  </a:lnTo>
                  <a:lnTo>
                    <a:pt x="167164" y="132398"/>
                  </a:lnTo>
                  <a:lnTo>
                    <a:pt x="166688" y="130969"/>
                  </a:lnTo>
                  <a:lnTo>
                    <a:pt x="166688" y="128111"/>
                  </a:lnTo>
                  <a:lnTo>
                    <a:pt x="166688" y="128111"/>
                  </a:lnTo>
                  <a:lnTo>
                    <a:pt x="166211" y="127159"/>
                  </a:lnTo>
                  <a:lnTo>
                    <a:pt x="165735" y="125730"/>
                  </a:lnTo>
                  <a:lnTo>
                    <a:pt x="165735" y="123825"/>
                  </a:lnTo>
                  <a:lnTo>
                    <a:pt x="165259" y="121444"/>
                  </a:lnTo>
                  <a:lnTo>
                    <a:pt x="165259" y="119063"/>
                  </a:lnTo>
                  <a:lnTo>
                    <a:pt x="164306" y="116681"/>
                  </a:lnTo>
                  <a:lnTo>
                    <a:pt x="163830" y="114776"/>
                  </a:lnTo>
                  <a:lnTo>
                    <a:pt x="163830" y="112871"/>
                  </a:lnTo>
                  <a:lnTo>
                    <a:pt x="164782" y="110490"/>
                  </a:lnTo>
                  <a:lnTo>
                    <a:pt x="166211" y="108585"/>
                  </a:lnTo>
                  <a:lnTo>
                    <a:pt x="169069" y="106204"/>
                  </a:lnTo>
                  <a:lnTo>
                    <a:pt x="170974" y="105727"/>
                  </a:lnTo>
                  <a:lnTo>
                    <a:pt x="172879" y="104775"/>
                  </a:lnTo>
                  <a:lnTo>
                    <a:pt x="173831" y="103346"/>
                  </a:lnTo>
                  <a:lnTo>
                    <a:pt x="174307" y="101441"/>
                  </a:lnTo>
                  <a:lnTo>
                    <a:pt x="174307" y="100013"/>
                  </a:lnTo>
                  <a:lnTo>
                    <a:pt x="174784" y="98584"/>
                  </a:lnTo>
                  <a:lnTo>
                    <a:pt x="176213" y="97631"/>
                  </a:lnTo>
                  <a:lnTo>
                    <a:pt x="177641" y="96679"/>
                  </a:lnTo>
                  <a:lnTo>
                    <a:pt x="179070" y="95726"/>
                  </a:lnTo>
                  <a:lnTo>
                    <a:pt x="179070" y="95250"/>
                  </a:lnTo>
                  <a:close/>
                </a:path>
              </a:pathLst>
            </a:custGeom>
            <a:grpFill/>
            <a:ln w="317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B3DCF684-9807-4FC2-B09F-03596FB4D819}"/>
                </a:ext>
              </a:extLst>
            </p:cNvPr>
            <p:cNvSpPr/>
            <p:nvPr/>
          </p:nvSpPr>
          <p:spPr>
            <a:xfrm>
              <a:off x="476" y="1351120"/>
              <a:ext cx="3439001" cy="2304573"/>
            </a:xfrm>
            <a:custGeom>
              <a:avLst/>
              <a:gdLst>
                <a:gd name="connsiteX0" fmla="*/ 804863 w 3439001"/>
                <a:gd name="connsiteY0" fmla="*/ 641985 h 2304573"/>
                <a:gd name="connsiteX1" fmla="*/ 801529 w 3439001"/>
                <a:gd name="connsiteY1" fmla="*/ 645795 h 2304573"/>
                <a:gd name="connsiteX2" fmla="*/ 799148 w 3439001"/>
                <a:gd name="connsiteY2" fmla="*/ 649129 h 2304573"/>
                <a:gd name="connsiteX3" fmla="*/ 800576 w 3439001"/>
                <a:gd name="connsiteY3" fmla="*/ 648653 h 2304573"/>
                <a:gd name="connsiteX4" fmla="*/ 806291 w 3439001"/>
                <a:gd name="connsiteY4" fmla="*/ 643414 h 2304573"/>
                <a:gd name="connsiteX5" fmla="*/ 811530 w 3439001"/>
                <a:gd name="connsiteY5" fmla="*/ 640556 h 2304573"/>
                <a:gd name="connsiteX6" fmla="*/ 812006 w 3439001"/>
                <a:gd name="connsiteY6" fmla="*/ 638651 h 2304573"/>
                <a:gd name="connsiteX7" fmla="*/ 808196 w 3439001"/>
                <a:gd name="connsiteY7" fmla="*/ 639604 h 2304573"/>
                <a:gd name="connsiteX8" fmla="*/ 804863 w 3439001"/>
                <a:gd name="connsiteY8" fmla="*/ 641985 h 2304573"/>
                <a:gd name="connsiteX9" fmla="*/ 1138714 w 3439001"/>
                <a:gd name="connsiteY9" fmla="*/ 799148 h 2304573"/>
                <a:gd name="connsiteX10" fmla="*/ 1137285 w 3439001"/>
                <a:gd name="connsiteY10" fmla="*/ 795338 h 2304573"/>
                <a:gd name="connsiteX11" fmla="*/ 1133951 w 3439001"/>
                <a:gd name="connsiteY11" fmla="*/ 785336 h 2304573"/>
                <a:gd name="connsiteX12" fmla="*/ 1132046 w 3439001"/>
                <a:gd name="connsiteY12" fmla="*/ 780574 h 2304573"/>
                <a:gd name="connsiteX13" fmla="*/ 1130141 w 3439001"/>
                <a:gd name="connsiteY13" fmla="*/ 776288 h 2304573"/>
                <a:gd name="connsiteX14" fmla="*/ 1127284 w 3439001"/>
                <a:gd name="connsiteY14" fmla="*/ 771049 h 2304573"/>
                <a:gd name="connsiteX15" fmla="*/ 1123950 w 3439001"/>
                <a:gd name="connsiteY15" fmla="*/ 767715 h 2304573"/>
                <a:gd name="connsiteX16" fmla="*/ 1121569 w 3439001"/>
                <a:gd name="connsiteY16" fmla="*/ 766763 h 2304573"/>
                <a:gd name="connsiteX17" fmla="*/ 1114425 w 3439001"/>
                <a:gd name="connsiteY17" fmla="*/ 762000 h 2304573"/>
                <a:gd name="connsiteX18" fmla="*/ 1111091 w 3439001"/>
                <a:gd name="connsiteY18" fmla="*/ 762000 h 2304573"/>
                <a:gd name="connsiteX19" fmla="*/ 1109663 w 3439001"/>
                <a:gd name="connsiteY19" fmla="*/ 762953 h 2304573"/>
                <a:gd name="connsiteX20" fmla="*/ 1106805 w 3439001"/>
                <a:gd name="connsiteY20" fmla="*/ 767239 h 2304573"/>
                <a:gd name="connsiteX21" fmla="*/ 1106329 w 3439001"/>
                <a:gd name="connsiteY21" fmla="*/ 769144 h 2304573"/>
                <a:gd name="connsiteX22" fmla="*/ 1104900 w 3439001"/>
                <a:gd name="connsiteY22" fmla="*/ 771049 h 2304573"/>
                <a:gd name="connsiteX23" fmla="*/ 1102995 w 3439001"/>
                <a:gd name="connsiteY23" fmla="*/ 772001 h 2304573"/>
                <a:gd name="connsiteX24" fmla="*/ 1099185 w 3439001"/>
                <a:gd name="connsiteY24" fmla="*/ 772954 h 2304573"/>
                <a:gd name="connsiteX25" fmla="*/ 1097756 w 3439001"/>
                <a:gd name="connsiteY25" fmla="*/ 774859 h 2304573"/>
                <a:gd name="connsiteX26" fmla="*/ 1097756 w 3439001"/>
                <a:gd name="connsiteY26" fmla="*/ 777240 h 2304573"/>
                <a:gd name="connsiteX27" fmla="*/ 1099661 w 3439001"/>
                <a:gd name="connsiteY27" fmla="*/ 783431 h 2304573"/>
                <a:gd name="connsiteX28" fmla="*/ 1099185 w 3439001"/>
                <a:gd name="connsiteY28" fmla="*/ 785336 h 2304573"/>
                <a:gd name="connsiteX29" fmla="*/ 1098233 w 3439001"/>
                <a:gd name="connsiteY29" fmla="*/ 787718 h 2304573"/>
                <a:gd name="connsiteX30" fmla="*/ 1103471 w 3439001"/>
                <a:gd name="connsiteY30" fmla="*/ 786765 h 2304573"/>
                <a:gd name="connsiteX31" fmla="*/ 1105376 w 3439001"/>
                <a:gd name="connsiteY31" fmla="*/ 784860 h 2304573"/>
                <a:gd name="connsiteX32" fmla="*/ 1109186 w 3439001"/>
                <a:gd name="connsiteY32" fmla="*/ 776288 h 2304573"/>
                <a:gd name="connsiteX33" fmla="*/ 1110615 w 3439001"/>
                <a:gd name="connsiteY33" fmla="*/ 775811 h 2304573"/>
                <a:gd name="connsiteX34" fmla="*/ 1113473 w 3439001"/>
                <a:gd name="connsiteY34" fmla="*/ 778669 h 2304573"/>
                <a:gd name="connsiteX35" fmla="*/ 1114425 w 3439001"/>
                <a:gd name="connsiteY35" fmla="*/ 783907 h 2304573"/>
                <a:gd name="connsiteX36" fmla="*/ 1116806 w 3439001"/>
                <a:gd name="connsiteY36" fmla="*/ 785336 h 2304573"/>
                <a:gd name="connsiteX37" fmla="*/ 1118711 w 3439001"/>
                <a:gd name="connsiteY37" fmla="*/ 785336 h 2304573"/>
                <a:gd name="connsiteX38" fmla="*/ 1119188 w 3439001"/>
                <a:gd name="connsiteY38" fmla="*/ 786289 h 2304573"/>
                <a:gd name="connsiteX39" fmla="*/ 1115378 w 3439001"/>
                <a:gd name="connsiteY39" fmla="*/ 791051 h 2304573"/>
                <a:gd name="connsiteX40" fmla="*/ 1114425 w 3439001"/>
                <a:gd name="connsiteY40" fmla="*/ 792956 h 2304573"/>
                <a:gd name="connsiteX41" fmla="*/ 1114425 w 3439001"/>
                <a:gd name="connsiteY41" fmla="*/ 794861 h 2304573"/>
                <a:gd name="connsiteX42" fmla="*/ 1114901 w 3439001"/>
                <a:gd name="connsiteY42" fmla="*/ 796290 h 2304573"/>
                <a:gd name="connsiteX43" fmla="*/ 1116330 w 3439001"/>
                <a:gd name="connsiteY43" fmla="*/ 797243 h 2304573"/>
                <a:gd name="connsiteX44" fmla="*/ 1120616 w 3439001"/>
                <a:gd name="connsiteY44" fmla="*/ 796290 h 2304573"/>
                <a:gd name="connsiteX45" fmla="*/ 1121093 w 3439001"/>
                <a:gd name="connsiteY45" fmla="*/ 797243 h 2304573"/>
                <a:gd name="connsiteX46" fmla="*/ 1120616 w 3439001"/>
                <a:gd name="connsiteY46" fmla="*/ 801053 h 2304573"/>
                <a:gd name="connsiteX47" fmla="*/ 1122521 w 3439001"/>
                <a:gd name="connsiteY47" fmla="*/ 802005 h 2304573"/>
                <a:gd name="connsiteX48" fmla="*/ 1125379 w 3439001"/>
                <a:gd name="connsiteY48" fmla="*/ 803910 h 2304573"/>
                <a:gd name="connsiteX49" fmla="*/ 1128236 w 3439001"/>
                <a:gd name="connsiteY49" fmla="*/ 803434 h 2304573"/>
                <a:gd name="connsiteX50" fmla="*/ 1129665 w 3439001"/>
                <a:gd name="connsiteY50" fmla="*/ 802957 h 2304573"/>
                <a:gd name="connsiteX51" fmla="*/ 1130141 w 3439001"/>
                <a:gd name="connsiteY51" fmla="*/ 803434 h 2304573"/>
                <a:gd name="connsiteX52" fmla="*/ 1128236 w 3439001"/>
                <a:gd name="connsiteY52" fmla="*/ 806291 h 2304573"/>
                <a:gd name="connsiteX53" fmla="*/ 1127284 w 3439001"/>
                <a:gd name="connsiteY53" fmla="*/ 807244 h 2304573"/>
                <a:gd name="connsiteX54" fmla="*/ 1126808 w 3439001"/>
                <a:gd name="connsiteY54" fmla="*/ 808673 h 2304573"/>
                <a:gd name="connsiteX55" fmla="*/ 1126808 w 3439001"/>
                <a:gd name="connsiteY55" fmla="*/ 811054 h 2304573"/>
                <a:gd name="connsiteX56" fmla="*/ 1127760 w 3439001"/>
                <a:gd name="connsiteY56" fmla="*/ 813911 h 2304573"/>
                <a:gd name="connsiteX57" fmla="*/ 1131094 w 3439001"/>
                <a:gd name="connsiteY57" fmla="*/ 820103 h 2304573"/>
                <a:gd name="connsiteX58" fmla="*/ 1132523 w 3439001"/>
                <a:gd name="connsiteY58" fmla="*/ 822007 h 2304573"/>
                <a:gd name="connsiteX59" fmla="*/ 1134428 w 3439001"/>
                <a:gd name="connsiteY59" fmla="*/ 823913 h 2304573"/>
                <a:gd name="connsiteX60" fmla="*/ 1136809 w 3439001"/>
                <a:gd name="connsiteY60" fmla="*/ 824865 h 2304573"/>
                <a:gd name="connsiteX61" fmla="*/ 1137761 w 3439001"/>
                <a:gd name="connsiteY61" fmla="*/ 824389 h 2304573"/>
                <a:gd name="connsiteX62" fmla="*/ 1138714 w 3439001"/>
                <a:gd name="connsiteY62" fmla="*/ 820579 h 2304573"/>
                <a:gd name="connsiteX63" fmla="*/ 1138714 w 3439001"/>
                <a:gd name="connsiteY63" fmla="*/ 814388 h 2304573"/>
                <a:gd name="connsiteX64" fmla="*/ 1137761 w 3439001"/>
                <a:gd name="connsiteY64" fmla="*/ 810101 h 2304573"/>
                <a:gd name="connsiteX65" fmla="*/ 1137761 w 3439001"/>
                <a:gd name="connsiteY65" fmla="*/ 808673 h 2304573"/>
                <a:gd name="connsiteX66" fmla="*/ 1138714 w 3439001"/>
                <a:gd name="connsiteY66" fmla="*/ 807720 h 2304573"/>
                <a:gd name="connsiteX67" fmla="*/ 1139190 w 3439001"/>
                <a:gd name="connsiteY67" fmla="*/ 806768 h 2304573"/>
                <a:gd name="connsiteX68" fmla="*/ 1138714 w 3439001"/>
                <a:gd name="connsiteY68" fmla="*/ 801053 h 2304573"/>
                <a:gd name="connsiteX69" fmla="*/ 1138714 w 3439001"/>
                <a:gd name="connsiteY69" fmla="*/ 799148 h 2304573"/>
                <a:gd name="connsiteX70" fmla="*/ 1156811 w 3439001"/>
                <a:gd name="connsiteY70" fmla="*/ 772954 h 2304573"/>
                <a:gd name="connsiteX71" fmla="*/ 1162526 w 3439001"/>
                <a:gd name="connsiteY71" fmla="*/ 771049 h 2304573"/>
                <a:gd name="connsiteX72" fmla="*/ 1163003 w 3439001"/>
                <a:gd name="connsiteY72" fmla="*/ 770096 h 2304573"/>
                <a:gd name="connsiteX73" fmla="*/ 1163003 w 3439001"/>
                <a:gd name="connsiteY73" fmla="*/ 769144 h 2304573"/>
                <a:gd name="connsiteX74" fmla="*/ 1160621 w 3439001"/>
                <a:gd name="connsiteY74" fmla="*/ 765334 h 2304573"/>
                <a:gd name="connsiteX75" fmla="*/ 1162526 w 3439001"/>
                <a:gd name="connsiteY75" fmla="*/ 763429 h 2304573"/>
                <a:gd name="connsiteX76" fmla="*/ 1162050 w 3439001"/>
                <a:gd name="connsiteY76" fmla="*/ 759143 h 2304573"/>
                <a:gd name="connsiteX77" fmla="*/ 1161098 w 3439001"/>
                <a:gd name="connsiteY77" fmla="*/ 757714 h 2304573"/>
                <a:gd name="connsiteX78" fmla="*/ 1156811 w 3439001"/>
                <a:gd name="connsiteY78" fmla="*/ 752951 h 2304573"/>
                <a:gd name="connsiteX79" fmla="*/ 1150620 w 3439001"/>
                <a:gd name="connsiteY79" fmla="*/ 744379 h 2304573"/>
                <a:gd name="connsiteX80" fmla="*/ 1149668 w 3439001"/>
                <a:gd name="connsiteY80" fmla="*/ 740569 h 2304573"/>
                <a:gd name="connsiteX81" fmla="*/ 1149668 w 3439001"/>
                <a:gd name="connsiteY81" fmla="*/ 737235 h 2304573"/>
                <a:gd name="connsiteX82" fmla="*/ 1150144 w 3439001"/>
                <a:gd name="connsiteY82" fmla="*/ 736759 h 2304573"/>
                <a:gd name="connsiteX83" fmla="*/ 1151573 w 3439001"/>
                <a:gd name="connsiteY83" fmla="*/ 736759 h 2304573"/>
                <a:gd name="connsiteX84" fmla="*/ 1153001 w 3439001"/>
                <a:gd name="connsiteY84" fmla="*/ 737235 h 2304573"/>
                <a:gd name="connsiteX85" fmla="*/ 1153954 w 3439001"/>
                <a:gd name="connsiteY85" fmla="*/ 738664 h 2304573"/>
                <a:gd name="connsiteX86" fmla="*/ 1153954 w 3439001"/>
                <a:gd name="connsiteY86" fmla="*/ 740093 h 2304573"/>
                <a:gd name="connsiteX87" fmla="*/ 1156335 w 3439001"/>
                <a:gd name="connsiteY87" fmla="*/ 745331 h 2304573"/>
                <a:gd name="connsiteX88" fmla="*/ 1157764 w 3439001"/>
                <a:gd name="connsiteY88" fmla="*/ 747236 h 2304573"/>
                <a:gd name="connsiteX89" fmla="*/ 1159193 w 3439001"/>
                <a:gd name="connsiteY89" fmla="*/ 748189 h 2304573"/>
                <a:gd name="connsiteX90" fmla="*/ 1160621 w 3439001"/>
                <a:gd name="connsiteY90" fmla="*/ 750094 h 2304573"/>
                <a:gd name="connsiteX91" fmla="*/ 1163003 w 3439001"/>
                <a:gd name="connsiteY91" fmla="*/ 755332 h 2304573"/>
                <a:gd name="connsiteX92" fmla="*/ 1166336 w 3439001"/>
                <a:gd name="connsiteY92" fmla="*/ 757714 h 2304573"/>
                <a:gd name="connsiteX93" fmla="*/ 1166336 w 3439001"/>
                <a:gd name="connsiteY93" fmla="*/ 757238 h 2304573"/>
                <a:gd name="connsiteX94" fmla="*/ 1164908 w 3439001"/>
                <a:gd name="connsiteY94" fmla="*/ 753428 h 2304573"/>
                <a:gd name="connsiteX95" fmla="*/ 1163955 w 3439001"/>
                <a:gd name="connsiteY95" fmla="*/ 749618 h 2304573"/>
                <a:gd name="connsiteX96" fmla="*/ 1162050 w 3439001"/>
                <a:gd name="connsiteY96" fmla="*/ 745331 h 2304573"/>
                <a:gd name="connsiteX97" fmla="*/ 1158716 w 3439001"/>
                <a:gd name="connsiteY97" fmla="*/ 739616 h 2304573"/>
                <a:gd name="connsiteX98" fmla="*/ 1153001 w 3439001"/>
                <a:gd name="connsiteY98" fmla="*/ 732473 h 2304573"/>
                <a:gd name="connsiteX99" fmla="*/ 1146810 w 3439001"/>
                <a:gd name="connsiteY99" fmla="*/ 732949 h 2304573"/>
                <a:gd name="connsiteX100" fmla="*/ 1138238 w 3439001"/>
                <a:gd name="connsiteY100" fmla="*/ 731996 h 2304573"/>
                <a:gd name="connsiteX101" fmla="*/ 1136333 w 3439001"/>
                <a:gd name="connsiteY101" fmla="*/ 728663 h 2304573"/>
                <a:gd name="connsiteX102" fmla="*/ 1132999 w 3439001"/>
                <a:gd name="connsiteY102" fmla="*/ 723900 h 2304573"/>
                <a:gd name="connsiteX103" fmla="*/ 1130141 w 3439001"/>
                <a:gd name="connsiteY103" fmla="*/ 721995 h 2304573"/>
                <a:gd name="connsiteX104" fmla="*/ 1129665 w 3439001"/>
                <a:gd name="connsiteY104" fmla="*/ 723424 h 2304573"/>
                <a:gd name="connsiteX105" fmla="*/ 1130618 w 3439001"/>
                <a:gd name="connsiteY105" fmla="*/ 726757 h 2304573"/>
                <a:gd name="connsiteX106" fmla="*/ 1132046 w 3439001"/>
                <a:gd name="connsiteY106" fmla="*/ 729615 h 2304573"/>
                <a:gd name="connsiteX107" fmla="*/ 1133951 w 3439001"/>
                <a:gd name="connsiteY107" fmla="*/ 732473 h 2304573"/>
                <a:gd name="connsiteX108" fmla="*/ 1135380 w 3439001"/>
                <a:gd name="connsiteY108" fmla="*/ 735806 h 2304573"/>
                <a:gd name="connsiteX109" fmla="*/ 1136333 w 3439001"/>
                <a:gd name="connsiteY109" fmla="*/ 740093 h 2304573"/>
                <a:gd name="connsiteX110" fmla="*/ 1138238 w 3439001"/>
                <a:gd name="connsiteY110" fmla="*/ 752951 h 2304573"/>
                <a:gd name="connsiteX111" fmla="*/ 1139666 w 3439001"/>
                <a:gd name="connsiteY111" fmla="*/ 757714 h 2304573"/>
                <a:gd name="connsiteX112" fmla="*/ 1142048 w 3439001"/>
                <a:gd name="connsiteY112" fmla="*/ 761048 h 2304573"/>
                <a:gd name="connsiteX113" fmla="*/ 1145858 w 3439001"/>
                <a:gd name="connsiteY113" fmla="*/ 765334 h 2304573"/>
                <a:gd name="connsiteX114" fmla="*/ 1145858 w 3439001"/>
                <a:gd name="connsiteY114" fmla="*/ 768191 h 2304573"/>
                <a:gd name="connsiteX115" fmla="*/ 1143000 w 3439001"/>
                <a:gd name="connsiteY115" fmla="*/ 777240 h 2304573"/>
                <a:gd name="connsiteX116" fmla="*/ 1141571 w 3439001"/>
                <a:gd name="connsiteY116" fmla="*/ 779145 h 2304573"/>
                <a:gd name="connsiteX117" fmla="*/ 1141571 w 3439001"/>
                <a:gd name="connsiteY117" fmla="*/ 782003 h 2304573"/>
                <a:gd name="connsiteX118" fmla="*/ 1142524 w 3439001"/>
                <a:gd name="connsiteY118" fmla="*/ 784384 h 2304573"/>
                <a:gd name="connsiteX119" fmla="*/ 1143953 w 3439001"/>
                <a:gd name="connsiteY119" fmla="*/ 785813 h 2304573"/>
                <a:gd name="connsiteX120" fmla="*/ 1145381 w 3439001"/>
                <a:gd name="connsiteY120" fmla="*/ 786765 h 2304573"/>
                <a:gd name="connsiteX121" fmla="*/ 1148239 w 3439001"/>
                <a:gd name="connsiteY121" fmla="*/ 786289 h 2304573"/>
                <a:gd name="connsiteX122" fmla="*/ 1154430 w 3439001"/>
                <a:gd name="connsiteY122" fmla="*/ 782003 h 2304573"/>
                <a:gd name="connsiteX123" fmla="*/ 1156811 w 3439001"/>
                <a:gd name="connsiteY123" fmla="*/ 772954 h 2304573"/>
                <a:gd name="connsiteX124" fmla="*/ 1105376 w 3439001"/>
                <a:gd name="connsiteY124" fmla="*/ 764381 h 2304573"/>
                <a:gd name="connsiteX125" fmla="*/ 1105376 w 3439001"/>
                <a:gd name="connsiteY125" fmla="*/ 758666 h 2304573"/>
                <a:gd name="connsiteX126" fmla="*/ 1105853 w 3439001"/>
                <a:gd name="connsiteY126" fmla="*/ 755809 h 2304573"/>
                <a:gd name="connsiteX127" fmla="*/ 1107281 w 3439001"/>
                <a:gd name="connsiteY127" fmla="*/ 754856 h 2304573"/>
                <a:gd name="connsiteX128" fmla="*/ 1109663 w 3439001"/>
                <a:gd name="connsiteY128" fmla="*/ 754856 h 2304573"/>
                <a:gd name="connsiteX129" fmla="*/ 1119188 w 3439001"/>
                <a:gd name="connsiteY129" fmla="*/ 759143 h 2304573"/>
                <a:gd name="connsiteX130" fmla="*/ 1123950 w 3439001"/>
                <a:gd name="connsiteY130" fmla="*/ 762000 h 2304573"/>
                <a:gd name="connsiteX131" fmla="*/ 1129189 w 3439001"/>
                <a:gd name="connsiteY131" fmla="*/ 763429 h 2304573"/>
                <a:gd name="connsiteX132" fmla="*/ 1131094 w 3439001"/>
                <a:gd name="connsiteY132" fmla="*/ 758190 h 2304573"/>
                <a:gd name="connsiteX133" fmla="*/ 1130141 w 3439001"/>
                <a:gd name="connsiteY133" fmla="*/ 755332 h 2304573"/>
                <a:gd name="connsiteX134" fmla="*/ 1127284 w 3439001"/>
                <a:gd name="connsiteY134" fmla="*/ 751523 h 2304573"/>
                <a:gd name="connsiteX135" fmla="*/ 1118235 w 3439001"/>
                <a:gd name="connsiteY135" fmla="*/ 751046 h 2304573"/>
                <a:gd name="connsiteX136" fmla="*/ 1115378 w 3439001"/>
                <a:gd name="connsiteY136" fmla="*/ 749141 h 2304573"/>
                <a:gd name="connsiteX137" fmla="*/ 1119188 w 3439001"/>
                <a:gd name="connsiteY137" fmla="*/ 746760 h 2304573"/>
                <a:gd name="connsiteX138" fmla="*/ 1121569 w 3439001"/>
                <a:gd name="connsiteY138" fmla="*/ 747713 h 2304573"/>
                <a:gd name="connsiteX139" fmla="*/ 1123474 w 3439001"/>
                <a:gd name="connsiteY139" fmla="*/ 747713 h 2304573"/>
                <a:gd name="connsiteX140" fmla="*/ 1127760 w 3439001"/>
                <a:gd name="connsiteY140" fmla="*/ 746760 h 2304573"/>
                <a:gd name="connsiteX141" fmla="*/ 1129189 w 3439001"/>
                <a:gd name="connsiteY141" fmla="*/ 740093 h 2304573"/>
                <a:gd name="connsiteX142" fmla="*/ 1128236 w 3439001"/>
                <a:gd name="connsiteY142" fmla="*/ 737235 h 2304573"/>
                <a:gd name="connsiteX143" fmla="*/ 1126808 w 3439001"/>
                <a:gd name="connsiteY143" fmla="*/ 735330 h 2304573"/>
                <a:gd name="connsiteX144" fmla="*/ 1121569 w 3439001"/>
                <a:gd name="connsiteY144" fmla="*/ 732949 h 2304573"/>
                <a:gd name="connsiteX145" fmla="*/ 1115378 w 3439001"/>
                <a:gd name="connsiteY145" fmla="*/ 731520 h 2304573"/>
                <a:gd name="connsiteX146" fmla="*/ 1114425 w 3439001"/>
                <a:gd name="connsiteY146" fmla="*/ 731520 h 2304573"/>
                <a:gd name="connsiteX147" fmla="*/ 1112996 w 3439001"/>
                <a:gd name="connsiteY147" fmla="*/ 732473 h 2304573"/>
                <a:gd name="connsiteX148" fmla="*/ 1107758 w 3439001"/>
                <a:gd name="connsiteY148" fmla="*/ 737235 h 2304573"/>
                <a:gd name="connsiteX149" fmla="*/ 1106329 w 3439001"/>
                <a:gd name="connsiteY149" fmla="*/ 738188 h 2304573"/>
                <a:gd name="connsiteX150" fmla="*/ 1104424 w 3439001"/>
                <a:gd name="connsiteY150" fmla="*/ 737235 h 2304573"/>
                <a:gd name="connsiteX151" fmla="*/ 1103471 w 3439001"/>
                <a:gd name="connsiteY151" fmla="*/ 735806 h 2304573"/>
                <a:gd name="connsiteX152" fmla="*/ 1106329 w 3439001"/>
                <a:gd name="connsiteY152" fmla="*/ 734854 h 2304573"/>
                <a:gd name="connsiteX153" fmla="*/ 1107281 w 3439001"/>
                <a:gd name="connsiteY153" fmla="*/ 731520 h 2304573"/>
                <a:gd name="connsiteX154" fmla="*/ 1107281 w 3439001"/>
                <a:gd name="connsiteY154" fmla="*/ 730568 h 2304573"/>
                <a:gd name="connsiteX155" fmla="*/ 1102519 w 3439001"/>
                <a:gd name="connsiteY155" fmla="*/ 725805 h 2304573"/>
                <a:gd name="connsiteX156" fmla="*/ 1100614 w 3439001"/>
                <a:gd name="connsiteY156" fmla="*/ 724376 h 2304573"/>
                <a:gd name="connsiteX157" fmla="*/ 1097280 w 3439001"/>
                <a:gd name="connsiteY157" fmla="*/ 725329 h 2304573"/>
                <a:gd name="connsiteX158" fmla="*/ 1094899 w 3439001"/>
                <a:gd name="connsiteY158" fmla="*/ 727234 h 2304573"/>
                <a:gd name="connsiteX159" fmla="*/ 1093470 w 3439001"/>
                <a:gd name="connsiteY159" fmla="*/ 727710 h 2304573"/>
                <a:gd name="connsiteX160" fmla="*/ 1090136 w 3439001"/>
                <a:gd name="connsiteY160" fmla="*/ 727710 h 2304573"/>
                <a:gd name="connsiteX161" fmla="*/ 1088708 w 3439001"/>
                <a:gd name="connsiteY161" fmla="*/ 730091 h 2304573"/>
                <a:gd name="connsiteX162" fmla="*/ 1088708 w 3439001"/>
                <a:gd name="connsiteY162" fmla="*/ 732949 h 2304573"/>
                <a:gd name="connsiteX163" fmla="*/ 1085374 w 3439001"/>
                <a:gd name="connsiteY163" fmla="*/ 730091 h 2304573"/>
                <a:gd name="connsiteX164" fmla="*/ 1082993 w 3439001"/>
                <a:gd name="connsiteY164" fmla="*/ 727234 h 2304573"/>
                <a:gd name="connsiteX165" fmla="*/ 1081564 w 3439001"/>
                <a:gd name="connsiteY165" fmla="*/ 731044 h 2304573"/>
                <a:gd name="connsiteX166" fmla="*/ 1078706 w 3439001"/>
                <a:gd name="connsiteY166" fmla="*/ 732949 h 2304573"/>
                <a:gd name="connsiteX167" fmla="*/ 1076801 w 3439001"/>
                <a:gd name="connsiteY167" fmla="*/ 733425 h 2304573"/>
                <a:gd name="connsiteX168" fmla="*/ 1076325 w 3439001"/>
                <a:gd name="connsiteY168" fmla="*/ 735806 h 2304573"/>
                <a:gd name="connsiteX169" fmla="*/ 1074896 w 3439001"/>
                <a:gd name="connsiteY169" fmla="*/ 739616 h 2304573"/>
                <a:gd name="connsiteX170" fmla="*/ 1078706 w 3439001"/>
                <a:gd name="connsiteY170" fmla="*/ 744379 h 2304573"/>
                <a:gd name="connsiteX171" fmla="*/ 1081564 w 3439001"/>
                <a:gd name="connsiteY171" fmla="*/ 745807 h 2304573"/>
                <a:gd name="connsiteX172" fmla="*/ 1092041 w 3439001"/>
                <a:gd name="connsiteY172" fmla="*/ 753904 h 2304573"/>
                <a:gd name="connsiteX173" fmla="*/ 1094899 w 3439001"/>
                <a:gd name="connsiteY173" fmla="*/ 760571 h 2304573"/>
                <a:gd name="connsiteX174" fmla="*/ 1097756 w 3439001"/>
                <a:gd name="connsiteY174" fmla="*/ 764857 h 2304573"/>
                <a:gd name="connsiteX175" fmla="*/ 1105376 w 3439001"/>
                <a:gd name="connsiteY175" fmla="*/ 766286 h 2304573"/>
                <a:gd name="connsiteX176" fmla="*/ 1105376 w 3439001"/>
                <a:gd name="connsiteY176" fmla="*/ 764381 h 2304573"/>
                <a:gd name="connsiteX177" fmla="*/ 1195864 w 3439001"/>
                <a:gd name="connsiteY177" fmla="*/ 793432 h 2304573"/>
                <a:gd name="connsiteX178" fmla="*/ 1194435 w 3439001"/>
                <a:gd name="connsiteY178" fmla="*/ 791051 h 2304573"/>
                <a:gd name="connsiteX179" fmla="*/ 1192054 w 3439001"/>
                <a:gd name="connsiteY179" fmla="*/ 789146 h 2304573"/>
                <a:gd name="connsiteX180" fmla="*/ 1187768 w 3439001"/>
                <a:gd name="connsiteY180" fmla="*/ 787718 h 2304573"/>
                <a:gd name="connsiteX181" fmla="*/ 1185386 w 3439001"/>
                <a:gd name="connsiteY181" fmla="*/ 787718 h 2304573"/>
                <a:gd name="connsiteX182" fmla="*/ 1183958 w 3439001"/>
                <a:gd name="connsiteY182" fmla="*/ 789146 h 2304573"/>
                <a:gd name="connsiteX183" fmla="*/ 1181576 w 3439001"/>
                <a:gd name="connsiteY183" fmla="*/ 787718 h 2304573"/>
                <a:gd name="connsiteX184" fmla="*/ 1170146 w 3439001"/>
                <a:gd name="connsiteY184" fmla="*/ 784860 h 2304573"/>
                <a:gd name="connsiteX185" fmla="*/ 1164908 w 3439001"/>
                <a:gd name="connsiteY185" fmla="*/ 784384 h 2304573"/>
                <a:gd name="connsiteX186" fmla="*/ 1161574 w 3439001"/>
                <a:gd name="connsiteY186" fmla="*/ 785813 h 2304573"/>
                <a:gd name="connsiteX187" fmla="*/ 1161098 w 3439001"/>
                <a:gd name="connsiteY187" fmla="*/ 787241 h 2304573"/>
                <a:gd name="connsiteX188" fmla="*/ 1163003 w 3439001"/>
                <a:gd name="connsiteY188" fmla="*/ 789146 h 2304573"/>
                <a:gd name="connsiteX189" fmla="*/ 1166336 w 3439001"/>
                <a:gd name="connsiteY189" fmla="*/ 791051 h 2304573"/>
                <a:gd name="connsiteX190" fmla="*/ 1168718 w 3439001"/>
                <a:gd name="connsiteY190" fmla="*/ 793432 h 2304573"/>
                <a:gd name="connsiteX191" fmla="*/ 1171099 w 3439001"/>
                <a:gd name="connsiteY191" fmla="*/ 797243 h 2304573"/>
                <a:gd name="connsiteX192" fmla="*/ 1170623 w 3439001"/>
                <a:gd name="connsiteY192" fmla="*/ 801529 h 2304573"/>
                <a:gd name="connsiteX193" fmla="*/ 1171575 w 3439001"/>
                <a:gd name="connsiteY193" fmla="*/ 806768 h 2304573"/>
                <a:gd name="connsiteX194" fmla="*/ 1172051 w 3439001"/>
                <a:gd name="connsiteY194" fmla="*/ 810578 h 2304573"/>
                <a:gd name="connsiteX195" fmla="*/ 1172528 w 3439001"/>
                <a:gd name="connsiteY195" fmla="*/ 812006 h 2304573"/>
                <a:gd name="connsiteX196" fmla="*/ 1173480 w 3439001"/>
                <a:gd name="connsiteY196" fmla="*/ 812959 h 2304573"/>
                <a:gd name="connsiteX197" fmla="*/ 1177290 w 3439001"/>
                <a:gd name="connsiteY197" fmla="*/ 813435 h 2304573"/>
                <a:gd name="connsiteX198" fmla="*/ 1180624 w 3439001"/>
                <a:gd name="connsiteY198" fmla="*/ 812482 h 2304573"/>
                <a:gd name="connsiteX199" fmla="*/ 1186339 w 3439001"/>
                <a:gd name="connsiteY199" fmla="*/ 812959 h 2304573"/>
                <a:gd name="connsiteX200" fmla="*/ 1187291 w 3439001"/>
                <a:gd name="connsiteY200" fmla="*/ 812482 h 2304573"/>
                <a:gd name="connsiteX201" fmla="*/ 1188244 w 3439001"/>
                <a:gd name="connsiteY201" fmla="*/ 811530 h 2304573"/>
                <a:gd name="connsiteX202" fmla="*/ 1188720 w 3439001"/>
                <a:gd name="connsiteY202" fmla="*/ 810101 h 2304573"/>
                <a:gd name="connsiteX203" fmla="*/ 1188720 w 3439001"/>
                <a:gd name="connsiteY203" fmla="*/ 808196 h 2304573"/>
                <a:gd name="connsiteX204" fmla="*/ 1188244 w 3439001"/>
                <a:gd name="connsiteY204" fmla="*/ 806291 h 2304573"/>
                <a:gd name="connsiteX205" fmla="*/ 1187291 w 3439001"/>
                <a:gd name="connsiteY205" fmla="*/ 804863 h 2304573"/>
                <a:gd name="connsiteX206" fmla="*/ 1185863 w 3439001"/>
                <a:gd name="connsiteY206" fmla="*/ 802957 h 2304573"/>
                <a:gd name="connsiteX207" fmla="*/ 1185386 w 3439001"/>
                <a:gd name="connsiteY207" fmla="*/ 801053 h 2304573"/>
                <a:gd name="connsiteX208" fmla="*/ 1183005 w 3439001"/>
                <a:gd name="connsiteY208" fmla="*/ 798195 h 2304573"/>
                <a:gd name="connsiteX209" fmla="*/ 1182053 w 3439001"/>
                <a:gd name="connsiteY209" fmla="*/ 796766 h 2304573"/>
                <a:gd name="connsiteX210" fmla="*/ 1182053 w 3439001"/>
                <a:gd name="connsiteY210" fmla="*/ 796290 h 2304573"/>
                <a:gd name="connsiteX211" fmla="*/ 1184910 w 3439001"/>
                <a:gd name="connsiteY211" fmla="*/ 797719 h 2304573"/>
                <a:gd name="connsiteX212" fmla="*/ 1188720 w 3439001"/>
                <a:gd name="connsiteY212" fmla="*/ 802957 h 2304573"/>
                <a:gd name="connsiteX213" fmla="*/ 1192054 w 3439001"/>
                <a:gd name="connsiteY213" fmla="*/ 805815 h 2304573"/>
                <a:gd name="connsiteX214" fmla="*/ 1193006 w 3439001"/>
                <a:gd name="connsiteY214" fmla="*/ 805815 h 2304573"/>
                <a:gd name="connsiteX215" fmla="*/ 1193959 w 3439001"/>
                <a:gd name="connsiteY215" fmla="*/ 804863 h 2304573"/>
                <a:gd name="connsiteX216" fmla="*/ 1194435 w 3439001"/>
                <a:gd name="connsiteY216" fmla="*/ 803434 h 2304573"/>
                <a:gd name="connsiteX217" fmla="*/ 1194435 w 3439001"/>
                <a:gd name="connsiteY217" fmla="*/ 801529 h 2304573"/>
                <a:gd name="connsiteX218" fmla="*/ 1193959 w 3439001"/>
                <a:gd name="connsiteY218" fmla="*/ 798195 h 2304573"/>
                <a:gd name="connsiteX219" fmla="*/ 1194435 w 3439001"/>
                <a:gd name="connsiteY219" fmla="*/ 794861 h 2304573"/>
                <a:gd name="connsiteX220" fmla="*/ 1195864 w 3439001"/>
                <a:gd name="connsiteY220" fmla="*/ 793432 h 2304573"/>
                <a:gd name="connsiteX221" fmla="*/ 1214438 w 3439001"/>
                <a:gd name="connsiteY221" fmla="*/ 837724 h 2304573"/>
                <a:gd name="connsiteX222" fmla="*/ 1215866 w 3439001"/>
                <a:gd name="connsiteY222" fmla="*/ 838676 h 2304573"/>
                <a:gd name="connsiteX223" fmla="*/ 1218724 w 3439001"/>
                <a:gd name="connsiteY223" fmla="*/ 839153 h 2304573"/>
                <a:gd name="connsiteX224" fmla="*/ 1221581 w 3439001"/>
                <a:gd name="connsiteY224" fmla="*/ 838200 h 2304573"/>
                <a:gd name="connsiteX225" fmla="*/ 1223010 w 3439001"/>
                <a:gd name="connsiteY225" fmla="*/ 838200 h 2304573"/>
                <a:gd name="connsiteX226" fmla="*/ 1224439 w 3439001"/>
                <a:gd name="connsiteY226" fmla="*/ 838676 h 2304573"/>
                <a:gd name="connsiteX227" fmla="*/ 1224915 w 3439001"/>
                <a:gd name="connsiteY227" fmla="*/ 830580 h 2304573"/>
                <a:gd name="connsiteX228" fmla="*/ 1226344 w 3439001"/>
                <a:gd name="connsiteY228" fmla="*/ 823913 h 2304573"/>
                <a:gd name="connsiteX229" fmla="*/ 1221581 w 3439001"/>
                <a:gd name="connsiteY229" fmla="*/ 817245 h 2304573"/>
                <a:gd name="connsiteX230" fmla="*/ 1217771 w 3439001"/>
                <a:gd name="connsiteY230" fmla="*/ 812482 h 2304573"/>
                <a:gd name="connsiteX231" fmla="*/ 1215390 w 3439001"/>
                <a:gd name="connsiteY231" fmla="*/ 812006 h 2304573"/>
                <a:gd name="connsiteX232" fmla="*/ 1211104 w 3439001"/>
                <a:gd name="connsiteY232" fmla="*/ 819626 h 2304573"/>
                <a:gd name="connsiteX233" fmla="*/ 1210151 w 3439001"/>
                <a:gd name="connsiteY233" fmla="*/ 820103 h 2304573"/>
                <a:gd name="connsiteX234" fmla="*/ 1208246 w 3439001"/>
                <a:gd name="connsiteY234" fmla="*/ 823913 h 2304573"/>
                <a:gd name="connsiteX235" fmla="*/ 1205865 w 3439001"/>
                <a:gd name="connsiteY235" fmla="*/ 824865 h 2304573"/>
                <a:gd name="connsiteX236" fmla="*/ 1204913 w 3439001"/>
                <a:gd name="connsiteY236" fmla="*/ 826294 h 2304573"/>
                <a:gd name="connsiteX237" fmla="*/ 1205389 w 3439001"/>
                <a:gd name="connsiteY237" fmla="*/ 829628 h 2304573"/>
                <a:gd name="connsiteX238" fmla="*/ 1206341 w 3439001"/>
                <a:gd name="connsiteY238" fmla="*/ 832009 h 2304573"/>
                <a:gd name="connsiteX239" fmla="*/ 1208246 w 3439001"/>
                <a:gd name="connsiteY239" fmla="*/ 832485 h 2304573"/>
                <a:gd name="connsiteX240" fmla="*/ 1213485 w 3439001"/>
                <a:gd name="connsiteY240" fmla="*/ 832961 h 2304573"/>
                <a:gd name="connsiteX241" fmla="*/ 1214914 w 3439001"/>
                <a:gd name="connsiteY241" fmla="*/ 834390 h 2304573"/>
                <a:gd name="connsiteX242" fmla="*/ 1214438 w 3439001"/>
                <a:gd name="connsiteY242" fmla="*/ 836771 h 2304573"/>
                <a:gd name="connsiteX243" fmla="*/ 1214438 w 3439001"/>
                <a:gd name="connsiteY243" fmla="*/ 837724 h 2304573"/>
                <a:gd name="connsiteX244" fmla="*/ 2437448 w 3439001"/>
                <a:gd name="connsiteY244" fmla="*/ 1970246 h 2304573"/>
                <a:gd name="connsiteX245" fmla="*/ 2435066 w 3439001"/>
                <a:gd name="connsiteY245" fmla="*/ 1970723 h 2304573"/>
                <a:gd name="connsiteX246" fmla="*/ 2429351 w 3439001"/>
                <a:gd name="connsiteY246" fmla="*/ 1974533 h 2304573"/>
                <a:gd name="connsiteX247" fmla="*/ 2426970 w 3439001"/>
                <a:gd name="connsiteY247" fmla="*/ 1975485 h 2304573"/>
                <a:gd name="connsiteX248" fmla="*/ 2425541 w 3439001"/>
                <a:gd name="connsiteY248" fmla="*/ 1977390 h 2304573"/>
                <a:gd name="connsiteX249" fmla="*/ 2426970 w 3439001"/>
                <a:gd name="connsiteY249" fmla="*/ 1977390 h 2304573"/>
                <a:gd name="connsiteX250" fmla="*/ 2434590 w 3439001"/>
                <a:gd name="connsiteY250" fmla="*/ 1973104 h 2304573"/>
                <a:gd name="connsiteX251" fmla="*/ 2438876 w 3439001"/>
                <a:gd name="connsiteY251" fmla="*/ 1970723 h 2304573"/>
                <a:gd name="connsiteX252" fmla="*/ 2439353 w 3439001"/>
                <a:gd name="connsiteY252" fmla="*/ 1969294 h 2304573"/>
                <a:gd name="connsiteX253" fmla="*/ 2438876 w 3439001"/>
                <a:gd name="connsiteY253" fmla="*/ 1969294 h 2304573"/>
                <a:gd name="connsiteX254" fmla="*/ 2437448 w 3439001"/>
                <a:gd name="connsiteY254" fmla="*/ 1970246 h 2304573"/>
                <a:gd name="connsiteX255" fmla="*/ 1167765 w 3439001"/>
                <a:gd name="connsiteY255" fmla="*/ 800576 h 2304573"/>
                <a:gd name="connsiteX256" fmla="*/ 1165860 w 3439001"/>
                <a:gd name="connsiteY256" fmla="*/ 798195 h 2304573"/>
                <a:gd name="connsiteX257" fmla="*/ 1162526 w 3439001"/>
                <a:gd name="connsiteY257" fmla="*/ 798671 h 2304573"/>
                <a:gd name="connsiteX258" fmla="*/ 1160145 w 3439001"/>
                <a:gd name="connsiteY258" fmla="*/ 795338 h 2304573"/>
                <a:gd name="connsiteX259" fmla="*/ 1159669 w 3439001"/>
                <a:gd name="connsiteY259" fmla="*/ 794385 h 2304573"/>
                <a:gd name="connsiteX260" fmla="*/ 1157764 w 3439001"/>
                <a:gd name="connsiteY260" fmla="*/ 792956 h 2304573"/>
                <a:gd name="connsiteX261" fmla="*/ 1154430 w 3439001"/>
                <a:gd name="connsiteY261" fmla="*/ 791528 h 2304573"/>
                <a:gd name="connsiteX262" fmla="*/ 1150144 w 3439001"/>
                <a:gd name="connsiteY262" fmla="*/ 792004 h 2304573"/>
                <a:gd name="connsiteX263" fmla="*/ 1146810 w 3439001"/>
                <a:gd name="connsiteY263" fmla="*/ 795814 h 2304573"/>
                <a:gd name="connsiteX264" fmla="*/ 1146334 w 3439001"/>
                <a:gd name="connsiteY264" fmla="*/ 800100 h 2304573"/>
                <a:gd name="connsiteX265" fmla="*/ 1146334 w 3439001"/>
                <a:gd name="connsiteY265" fmla="*/ 801529 h 2304573"/>
                <a:gd name="connsiteX266" fmla="*/ 1150144 w 3439001"/>
                <a:gd name="connsiteY266" fmla="*/ 806768 h 2304573"/>
                <a:gd name="connsiteX267" fmla="*/ 1149668 w 3439001"/>
                <a:gd name="connsiteY267" fmla="*/ 808673 h 2304573"/>
                <a:gd name="connsiteX268" fmla="*/ 1154430 w 3439001"/>
                <a:gd name="connsiteY268" fmla="*/ 812006 h 2304573"/>
                <a:gd name="connsiteX269" fmla="*/ 1156811 w 3439001"/>
                <a:gd name="connsiteY269" fmla="*/ 814864 h 2304573"/>
                <a:gd name="connsiteX270" fmla="*/ 1153001 w 3439001"/>
                <a:gd name="connsiteY270" fmla="*/ 816769 h 2304573"/>
                <a:gd name="connsiteX271" fmla="*/ 1151096 w 3439001"/>
                <a:gd name="connsiteY271" fmla="*/ 826770 h 2304573"/>
                <a:gd name="connsiteX272" fmla="*/ 1153001 w 3439001"/>
                <a:gd name="connsiteY272" fmla="*/ 832961 h 2304573"/>
                <a:gd name="connsiteX273" fmla="*/ 1155383 w 3439001"/>
                <a:gd name="connsiteY273" fmla="*/ 832961 h 2304573"/>
                <a:gd name="connsiteX274" fmla="*/ 1157288 w 3439001"/>
                <a:gd name="connsiteY274" fmla="*/ 830104 h 2304573"/>
                <a:gd name="connsiteX275" fmla="*/ 1158716 w 3439001"/>
                <a:gd name="connsiteY275" fmla="*/ 830580 h 2304573"/>
                <a:gd name="connsiteX276" fmla="*/ 1159669 w 3439001"/>
                <a:gd name="connsiteY276" fmla="*/ 831532 h 2304573"/>
                <a:gd name="connsiteX277" fmla="*/ 1160621 w 3439001"/>
                <a:gd name="connsiteY277" fmla="*/ 831056 h 2304573"/>
                <a:gd name="connsiteX278" fmla="*/ 1161574 w 3439001"/>
                <a:gd name="connsiteY278" fmla="*/ 830104 h 2304573"/>
                <a:gd name="connsiteX279" fmla="*/ 1162050 w 3439001"/>
                <a:gd name="connsiteY279" fmla="*/ 826770 h 2304573"/>
                <a:gd name="connsiteX280" fmla="*/ 1163955 w 3439001"/>
                <a:gd name="connsiteY280" fmla="*/ 822007 h 2304573"/>
                <a:gd name="connsiteX281" fmla="*/ 1164431 w 3439001"/>
                <a:gd name="connsiteY281" fmla="*/ 817245 h 2304573"/>
                <a:gd name="connsiteX282" fmla="*/ 1163955 w 3439001"/>
                <a:gd name="connsiteY282" fmla="*/ 812482 h 2304573"/>
                <a:gd name="connsiteX283" fmla="*/ 1164908 w 3439001"/>
                <a:gd name="connsiteY283" fmla="*/ 807720 h 2304573"/>
                <a:gd name="connsiteX284" fmla="*/ 1166336 w 3439001"/>
                <a:gd name="connsiteY284" fmla="*/ 806291 h 2304573"/>
                <a:gd name="connsiteX285" fmla="*/ 1167765 w 3439001"/>
                <a:gd name="connsiteY285" fmla="*/ 806768 h 2304573"/>
                <a:gd name="connsiteX286" fmla="*/ 1168718 w 3439001"/>
                <a:gd name="connsiteY286" fmla="*/ 804386 h 2304573"/>
                <a:gd name="connsiteX287" fmla="*/ 1167765 w 3439001"/>
                <a:gd name="connsiteY287" fmla="*/ 800576 h 2304573"/>
                <a:gd name="connsiteX288" fmla="*/ 2414588 w 3439001"/>
                <a:gd name="connsiteY288" fmla="*/ 1990725 h 2304573"/>
                <a:gd name="connsiteX289" fmla="*/ 2408873 w 3439001"/>
                <a:gd name="connsiteY289" fmla="*/ 2000250 h 2304573"/>
                <a:gd name="connsiteX290" fmla="*/ 2406015 w 3439001"/>
                <a:gd name="connsiteY290" fmla="*/ 2007394 h 2304573"/>
                <a:gd name="connsiteX291" fmla="*/ 2405539 w 3439001"/>
                <a:gd name="connsiteY291" fmla="*/ 2010728 h 2304573"/>
                <a:gd name="connsiteX292" fmla="*/ 2406491 w 3439001"/>
                <a:gd name="connsiteY292" fmla="*/ 2008823 h 2304573"/>
                <a:gd name="connsiteX293" fmla="*/ 2409825 w 3439001"/>
                <a:gd name="connsiteY293" fmla="*/ 2000250 h 2304573"/>
                <a:gd name="connsiteX294" fmla="*/ 2416493 w 3439001"/>
                <a:gd name="connsiteY294" fmla="*/ 1990249 h 2304573"/>
                <a:gd name="connsiteX295" fmla="*/ 2414588 w 3439001"/>
                <a:gd name="connsiteY295" fmla="*/ 1990725 h 2304573"/>
                <a:gd name="connsiteX296" fmla="*/ 2422208 w 3439001"/>
                <a:gd name="connsiteY296" fmla="*/ 1978342 h 2304573"/>
                <a:gd name="connsiteX297" fmla="*/ 2419350 w 3439001"/>
                <a:gd name="connsiteY297" fmla="*/ 1982153 h 2304573"/>
                <a:gd name="connsiteX298" fmla="*/ 2418874 w 3439001"/>
                <a:gd name="connsiteY298" fmla="*/ 1983581 h 2304573"/>
                <a:gd name="connsiteX299" fmla="*/ 2417445 w 3439001"/>
                <a:gd name="connsiteY299" fmla="*/ 1986439 h 2304573"/>
                <a:gd name="connsiteX300" fmla="*/ 2418398 w 3439001"/>
                <a:gd name="connsiteY300" fmla="*/ 1986439 h 2304573"/>
                <a:gd name="connsiteX301" fmla="*/ 2421731 w 3439001"/>
                <a:gd name="connsiteY301" fmla="*/ 1982153 h 2304573"/>
                <a:gd name="connsiteX302" fmla="*/ 2424589 w 3439001"/>
                <a:gd name="connsiteY302" fmla="*/ 1979295 h 2304573"/>
                <a:gd name="connsiteX303" fmla="*/ 2423636 w 3439001"/>
                <a:gd name="connsiteY303" fmla="*/ 1977866 h 2304573"/>
                <a:gd name="connsiteX304" fmla="*/ 2422208 w 3439001"/>
                <a:gd name="connsiteY304" fmla="*/ 1978342 h 2304573"/>
                <a:gd name="connsiteX305" fmla="*/ 2406015 w 3439001"/>
                <a:gd name="connsiteY305" fmla="*/ 2011680 h 2304573"/>
                <a:gd name="connsiteX306" fmla="*/ 2405063 w 3439001"/>
                <a:gd name="connsiteY306" fmla="*/ 2015014 h 2304573"/>
                <a:gd name="connsiteX307" fmla="*/ 2405063 w 3439001"/>
                <a:gd name="connsiteY307" fmla="*/ 2025015 h 2304573"/>
                <a:gd name="connsiteX308" fmla="*/ 2409825 w 3439001"/>
                <a:gd name="connsiteY308" fmla="*/ 2042636 h 2304573"/>
                <a:gd name="connsiteX309" fmla="*/ 2412683 w 3439001"/>
                <a:gd name="connsiteY309" fmla="*/ 2050256 h 2304573"/>
                <a:gd name="connsiteX310" fmla="*/ 2413159 w 3439001"/>
                <a:gd name="connsiteY310" fmla="*/ 2048351 h 2304573"/>
                <a:gd name="connsiteX311" fmla="*/ 2412206 w 3439001"/>
                <a:gd name="connsiteY311" fmla="*/ 2043113 h 2304573"/>
                <a:gd name="connsiteX312" fmla="*/ 2406968 w 3439001"/>
                <a:gd name="connsiteY312" fmla="*/ 2025015 h 2304573"/>
                <a:gd name="connsiteX313" fmla="*/ 2406015 w 3439001"/>
                <a:gd name="connsiteY313" fmla="*/ 2011680 h 2304573"/>
                <a:gd name="connsiteX314" fmla="*/ 1228249 w 3439001"/>
                <a:gd name="connsiteY314" fmla="*/ 872014 h 2304573"/>
                <a:gd name="connsiteX315" fmla="*/ 1223010 w 3439001"/>
                <a:gd name="connsiteY315" fmla="*/ 872490 h 2304573"/>
                <a:gd name="connsiteX316" fmla="*/ 1221581 w 3439001"/>
                <a:gd name="connsiteY316" fmla="*/ 872014 h 2304573"/>
                <a:gd name="connsiteX317" fmla="*/ 1221105 w 3439001"/>
                <a:gd name="connsiteY317" fmla="*/ 871538 h 2304573"/>
                <a:gd name="connsiteX318" fmla="*/ 1222058 w 3439001"/>
                <a:gd name="connsiteY318" fmla="*/ 870585 h 2304573"/>
                <a:gd name="connsiteX319" fmla="*/ 1223010 w 3439001"/>
                <a:gd name="connsiteY319" fmla="*/ 868680 h 2304573"/>
                <a:gd name="connsiteX320" fmla="*/ 1223010 w 3439001"/>
                <a:gd name="connsiteY320" fmla="*/ 867728 h 2304573"/>
                <a:gd name="connsiteX321" fmla="*/ 1221105 w 3439001"/>
                <a:gd name="connsiteY321" fmla="*/ 864870 h 2304573"/>
                <a:gd name="connsiteX322" fmla="*/ 1219200 w 3439001"/>
                <a:gd name="connsiteY322" fmla="*/ 864394 h 2304573"/>
                <a:gd name="connsiteX323" fmla="*/ 1214438 w 3439001"/>
                <a:gd name="connsiteY323" fmla="*/ 860584 h 2304573"/>
                <a:gd name="connsiteX324" fmla="*/ 1208723 w 3439001"/>
                <a:gd name="connsiteY324" fmla="*/ 861536 h 2304573"/>
                <a:gd name="connsiteX325" fmla="*/ 1207294 w 3439001"/>
                <a:gd name="connsiteY325" fmla="*/ 861060 h 2304573"/>
                <a:gd name="connsiteX326" fmla="*/ 1209199 w 3439001"/>
                <a:gd name="connsiteY326" fmla="*/ 859631 h 2304573"/>
                <a:gd name="connsiteX327" fmla="*/ 1210151 w 3439001"/>
                <a:gd name="connsiteY327" fmla="*/ 857726 h 2304573"/>
                <a:gd name="connsiteX328" fmla="*/ 1210628 w 3439001"/>
                <a:gd name="connsiteY328" fmla="*/ 855345 h 2304573"/>
                <a:gd name="connsiteX329" fmla="*/ 1211104 w 3439001"/>
                <a:gd name="connsiteY329" fmla="*/ 855345 h 2304573"/>
                <a:gd name="connsiteX330" fmla="*/ 1218248 w 3439001"/>
                <a:gd name="connsiteY330" fmla="*/ 859631 h 2304573"/>
                <a:gd name="connsiteX331" fmla="*/ 1221581 w 3439001"/>
                <a:gd name="connsiteY331" fmla="*/ 861060 h 2304573"/>
                <a:gd name="connsiteX332" fmla="*/ 1222534 w 3439001"/>
                <a:gd name="connsiteY332" fmla="*/ 861060 h 2304573"/>
                <a:gd name="connsiteX333" fmla="*/ 1221105 w 3439001"/>
                <a:gd name="connsiteY333" fmla="*/ 859155 h 2304573"/>
                <a:gd name="connsiteX334" fmla="*/ 1218724 w 3439001"/>
                <a:gd name="connsiteY334" fmla="*/ 857250 h 2304573"/>
                <a:gd name="connsiteX335" fmla="*/ 1213961 w 3439001"/>
                <a:gd name="connsiteY335" fmla="*/ 851059 h 2304573"/>
                <a:gd name="connsiteX336" fmla="*/ 1211580 w 3439001"/>
                <a:gd name="connsiteY336" fmla="*/ 845820 h 2304573"/>
                <a:gd name="connsiteX337" fmla="*/ 1210151 w 3439001"/>
                <a:gd name="connsiteY337" fmla="*/ 843915 h 2304573"/>
                <a:gd name="connsiteX338" fmla="*/ 1207770 w 3439001"/>
                <a:gd name="connsiteY338" fmla="*/ 841534 h 2304573"/>
                <a:gd name="connsiteX339" fmla="*/ 1202531 w 3439001"/>
                <a:gd name="connsiteY339" fmla="*/ 836771 h 2304573"/>
                <a:gd name="connsiteX340" fmla="*/ 1191101 w 3439001"/>
                <a:gd name="connsiteY340" fmla="*/ 832009 h 2304573"/>
                <a:gd name="connsiteX341" fmla="*/ 1191101 w 3439001"/>
                <a:gd name="connsiteY341" fmla="*/ 831532 h 2304573"/>
                <a:gd name="connsiteX342" fmla="*/ 1192054 w 3439001"/>
                <a:gd name="connsiteY342" fmla="*/ 830104 h 2304573"/>
                <a:gd name="connsiteX343" fmla="*/ 1192054 w 3439001"/>
                <a:gd name="connsiteY343" fmla="*/ 828675 h 2304573"/>
                <a:gd name="connsiteX344" fmla="*/ 1192054 w 3439001"/>
                <a:gd name="connsiteY344" fmla="*/ 826770 h 2304573"/>
                <a:gd name="connsiteX345" fmla="*/ 1191101 w 3439001"/>
                <a:gd name="connsiteY345" fmla="*/ 824865 h 2304573"/>
                <a:gd name="connsiteX346" fmla="*/ 1189673 w 3439001"/>
                <a:gd name="connsiteY346" fmla="*/ 822960 h 2304573"/>
                <a:gd name="connsiteX347" fmla="*/ 1187768 w 3439001"/>
                <a:gd name="connsiteY347" fmla="*/ 821055 h 2304573"/>
                <a:gd name="connsiteX348" fmla="*/ 1182053 w 3439001"/>
                <a:gd name="connsiteY348" fmla="*/ 821055 h 2304573"/>
                <a:gd name="connsiteX349" fmla="*/ 1175385 w 3439001"/>
                <a:gd name="connsiteY349" fmla="*/ 820103 h 2304573"/>
                <a:gd name="connsiteX350" fmla="*/ 1174433 w 3439001"/>
                <a:gd name="connsiteY350" fmla="*/ 821055 h 2304573"/>
                <a:gd name="connsiteX351" fmla="*/ 1174433 w 3439001"/>
                <a:gd name="connsiteY351" fmla="*/ 825818 h 2304573"/>
                <a:gd name="connsiteX352" fmla="*/ 1176338 w 3439001"/>
                <a:gd name="connsiteY352" fmla="*/ 827723 h 2304573"/>
                <a:gd name="connsiteX353" fmla="*/ 1176814 w 3439001"/>
                <a:gd name="connsiteY353" fmla="*/ 829151 h 2304573"/>
                <a:gd name="connsiteX354" fmla="*/ 1174433 w 3439001"/>
                <a:gd name="connsiteY354" fmla="*/ 831532 h 2304573"/>
                <a:gd name="connsiteX355" fmla="*/ 1169194 w 3439001"/>
                <a:gd name="connsiteY355" fmla="*/ 835819 h 2304573"/>
                <a:gd name="connsiteX356" fmla="*/ 1169670 w 3439001"/>
                <a:gd name="connsiteY356" fmla="*/ 837248 h 2304573"/>
                <a:gd name="connsiteX357" fmla="*/ 1171575 w 3439001"/>
                <a:gd name="connsiteY357" fmla="*/ 838200 h 2304573"/>
                <a:gd name="connsiteX358" fmla="*/ 1176338 w 3439001"/>
                <a:gd name="connsiteY358" fmla="*/ 835343 h 2304573"/>
                <a:gd name="connsiteX359" fmla="*/ 1182053 w 3439001"/>
                <a:gd name="connsiteY359" fmla="*/ 833438 h 2304573"/>
                <a:gd name="connsiteX360" fmla="*/ 1184910 w 3439001"/>
                <a:gd name="connsiteY360" fmla="*/ 834390 h 2304573"/>
                <a:gd name="connsiteX361" fmla="*/ 1186339 w 3439001"/>
                <a:gd name="connsiteY361" fmla="*/ 837248 h 2304573"/>
                <a:gd name="connsiteX362" fmla="*/ 1186815 w 3439001"/>
                <a:gd name="connsiteY362" fmla="*/ 839153 h 2304573"/>
                <a:gd name="connsiteX363" fmla="*/ 1184434 w 3439001"/>
                <a:gd name="connsiteY363" fmla="*/ 840581 h 2304573"/>
                <a:gd name="connsiteX364" fmla="*/ 1183958 w 3439001"/>
                <a:gd name="connsiteY364" fmla="*/ 842486 h 2304573"/>
                <a:gd name="connsiteX365" fmla="*/ 1181100 w 3439001"/>
                <a:gd name="connsiteY365" fmla="*/ 844868 h 2304573"/>
                <a:gd name="connsiteX366" fmla="*/ 1179671 w 3439001"/>
                <a:gd name="connsiteY366" fmla="*/ 844868 h 2304573"/>
                <a:gd name="connsiteX367" fmla="*/ 1176814 w 3439001"/>
                <a:gd name="connsiteY367" fmla="*/ 843439 h 2304573"/>
                <a:gd name="connsiteX368" fmla="*/ 1175385 w 3439001"/>
                <a:gd name="connsiteY368" fmla="*/ 843439 h 2304573"/>
                <a:gd name="connsiteX369" fmla="*/ 1172528 w 3439001"/>
                <a:gd name="connsiteY369" fmla="*/ 844868 h 2304573"/>
                <a:gd name="connsiteX370" fmla="*/ 1172051 w 3439001"/>
                <a:gd name="connsiteY370" fmla="*/ 845820 h 2304573"/>
                <a:gd name="connsiteX371" fmla="*/ 1173480 w 3439001"/>
                <a:gd name="connsiteY371" fmla="*/ 847725 h 2304573"/>
                <a:gd name="connsiteX372" fmla="*/ 1176338 w 3439001"/>
                <a:gd name="connsiteY372" fmla="*/ 850582 h 2304573"/>
                <a:gd name="connsiteX373" fmla="*/ 1178243 w 3439001"/>
                <a:gd name="connsiteY373" fmla="*/ 850582 h 2304573"/>
                <a:gd name="connsiteX374" fmla="*/ 1183005 w 3439001"/>
                <a:gd name="connsiteY374" fmla="*/ 851059 h 2304573"/>
                <a:gd name="connsiteX375" fmla="*/ 1183958 w 3439001"/>
                <a:gd name="connsiteY375" fmla="*/ 852964 h 2304573"/>
                <a:gd name="connsiteX376" fmla="*/ 1185386 w 3439001"/>
                <a:gd name="connsiteY376" fmla="*/ 854869 h 2304573"/>
                <a:gd name="connsiteX377" fmla="*/ 1187291 w 3439001"/>
                <a:gd name="connsiteY377" fmla="*/ 855345 h 2304573"/>
                <a:gd name="connsiteX378" fmla="*/ 1192530 w 3439001"/>
                <a:gd name="connsiteY378" fmla="*/ 854393 h 2304573"/>
                <a:gd name="connsiteX379" fmla="*/ 1194435 w 3439001"/>
                <a:gd name="connsiteY379" fmla="*/ 855345 h 2304573"/>
                <a:gd name="connsiteX380" fmla="*/ 1193006 w 3439001"/>
                <a:gd name="connsiteY380" fmla="*/ 857726 h 2304573"/>
                <a:gd name="connsiteX381" fmla="*/ 1193006 w 3439001"/>
                <a:gd name="connsiteY381" fmla="*/ 859155 h 2304573"/>
                <a:gd name="connsiteX382" fmla="*/ 1197293 w 3439001"/>
                <a:gd name="connsiteY382" fmla="*/ 864394 h 2304573"/>
                <a:gd name="connsiteX383" fmla="*/ 1196816 w 3439001"/>
                <a:gd name="connsiteY383" fmla="*/ 865346 h 2304573"/>
                <a:gd name="connsiteX384" fmla="*/ 1194911 w 3439001"/>
                <a:gd name="connsiteY384" fmla="*/ 865346 h 2304573"/>
                <a:gd name="connsiteX385" fmla="*/ 1192530 w 3439001"/>
                <a:gd name="connsiteY385" fmla="*/ 866299 h 2304573"/>
                <a:gd name="connsiteX386" fmla="*/ 1192054 w 3439001"/>
                <a:gd name="connsiteY386" fmla="*/ 867728 h 2304573"/>
                <a:gd name="connsiteX387" fmla="*/ 1193959 w 3439001"/>
                <a:gd name="connsiteY387" fmla="*/ 869156 h 2304573"/>
                <a:gd name="connsiteX388" fmla="*/ 1199198 w 3439001"/>
                <a:gd name="connsiteY388" fmla="*/ 874395 h 2304573"/>
                <a:gd name="connsiteX389" fmla="*/ 1203484 w 3439001"/>
                <a:gd name="connsiteY389" fmla="*/ 881063 h 2304573"/>
                <a:gd name="connsiteX390" fmla="*/ 1206341 w 3439001"/>
                <a:gd name="connsiteY390" fmla="*/ 882015 h 2304573"/>
                <a:gd name="connsiteX391" fmla="*/ 1207294 w 3439001"/>
                <a:gd name="connsiteY391" fmla="*/ 880110 h 2304573"/>
                <a:gd name="connsiteX392" fmla="*/ 1206818 w 3439001"/>
                <a:gd name="connsiteY392" fmla="*/ 877253 h 2304573"/>
                <a:gd name="connsiteX393" fmla="*/ 1208246 w 3439001"/>
                <a:gd name="connsiteY393" fmla="*/ 876300 h 2304573"/>
                <a:gd name="connsiteX394" fmla="*/ 1209675 w 3439001"/>
                <a:gd name="connsiteY394" fmla="*/ 876776 h 2304573"/>
                <a:gd name="connsiteX395" fmla="*/ 1209675 w 3439001"/>
                <a:gd name="connsiteY395" fmla="*/ 878205 h 2304573"/>
                <a:gd name="connsiteX396" fmla="*/ 1211104 w 3439001"/>
                <a:gd name="connsiteY396" fmla="*/ 881063 h 2304573"/>
                <a:gd name="connsiteX397" fmla="*/ 1211104 w 3439001"/>
                <a:gd name="connsiteY397" fmla="*/ 883920 h 2304573"/>
                <a:gd name="connsiteX398" fmla="*/ 1212533 w 3439001"/>
                <a:gd name="connsiteY398" fmla="*/ 885825 h 2304573"/>
                <a:gd name="connsiteX399" fmla="*/ 1214438 w 3439001"/>
                <a:gd name="connsiteY399" fmla="*/ 885825 h 2304573"/>
                <a:gd name="connsiteX400" fmla="*/ 1214914 w 3439001"/>
                <a:gd name="connsiteY400" fmla="*/ 886301 h 2304573"/>
                <a:gd name="connsiteX401" fmla="*/ 1218248 w 3439001"/>
                <a:gd name="connsiteY401" fmla="*/ 887254 h 2304573"/>
                <a:gd name="connsiteX402" fmla="*/ 1219200 w 3439001"/>
                <a:gd name="connsiteY402" fmla="*/ 887730 h 2304573"/>
                <a:gd name="connsiteX403" fmla="*/ 1221581 w 3439001"/>
                <a:gd name="connsiteY403" fmla="*/ 892493 h 2304573"/>
                <a:gd name="connsiteX404" fmla="*/ 1224439 w 3439001"/>
                <a:gd name="connsiteY404" fmla="*/ 895826 h 2304573"/>
                <a:gd name="connsiteX405" fmla="*/ 1226344 w 3439001"/>
                <a:gd name="connsiteY405" fmla="*/ 896779 h 2304573"/>
                <a:gd name="connsiteX406" fmla="*/ 1228725 w 3439001"/>
                <a:gd name="connsiteY406" fmla="*/ 896779 h 2304573"/>
                <a:gd name="connsiteX407" fmla="*/ 1230154 w 3439001"/>
                <a:gd name="connsiteY407" fmla="*/ 896303 h 2304573"/>
                <a:gd name="connsiteX408" fmla="*/ 1231583 w 3439001"/>
                <a:gd name="connsiteY408" fmla="*/ 892493 h 2304573"/>
                <a:gd name="connsiteX409" fmla="*/ 1231583 w 3439001"/>
                <a:gd name="connsiteY409" fmla="*/ 891064 h 2304573"/>
                <a:gd name="connsiteX410" fmla="*/ 1231106 w 3439001"/>
                <a:gd name="connsiteY410" fmla="*/ 889635 h 2304573"/>
                <a:gd name="connsiteX411" fmla="*/ 1231106 w 3439001"/>
                <a:gd name="connsiteY411" fmla="*/ 888206 h 2304573"/>
                <a:gd name="connsiteX412" fmla="*/ 1231583 w 3439001"/>
                <a:gd name="connsiteY412" fmla="*/ 886301 h 2304573"/>
                <a:gd name="connsiteX413" fmla="*/ 1231583 w 3439001"/>
                <a:gd name="connsiteY413" fmla="*/ 884873 h 2304573"/>
                <a:gd name="connsiteX414" fmla="*/ 1230630 w 3439001"/>
                <a:gd name="connsiteY414" fmla="*/ 882015 h 2304573"/>
                <a:gd name="connsiteX415" fmla="*/ 1231583 w 3439001"/>
                <a:gd name="connsiteY415" fmla="*/ 873919 h 2304573"/>
                <a:gd name="connsiteX416" fmla="*/ 1228249 w 3439001"/>
                <a:gd name="connsiteY416" fmla="*/ 872014 h 2304573"/>
                <a:gd name="connsiteX417" fmla="*/ 546735 w 3439001"/>
                <a:gd name="connsiteY417" fmla="*/ 723900 h 2304573"/>
                <a:gd name="connsiteX418" fmla="*/ 545306 w 3439001"/>
                <a:gd name="connsiteY418" fmla="*/ 723424 h 2304573"/>
                <a:gd name="connsiteX419" fmla="*/ 543878 w 3439001"/>
                <a:gd name="connsiteY419" fmla="*/ 720566 h 2304573"/>
                <a:gd name="connsiteX420" fmla="*/ 541496 w 3439001"/>
                <a:gd name="connsiteY420" fmla="*/ 721043 h 2304573"/>
                <a:gd name="connsiteX421" fmla="*/ 537686 w 3439001"/>
                <a:gd name="connsiteY421" fmla="*/ 718661 h 2304573"/>
                <a:gd name="connsiteX422" fmla="*/ 536734 w 3439001"/>
                <a:gd name="connsiteY422" fmla="*/ 718661 h 2304573"/>
                <a:gd name="connsiteX423" fmla="*/ 535305 w 3439001"/>
                <a:gd name="connsiteY423" fmla="*/ 721519 h 2304573"/>
                <a:gd name="connsiteX424" fmla="*/ 533876 w 3439001"/>
                <a:gd name="connsiteY424" fmla="*/ 721043 h 2304573"/>
                <a:gd name="connsiteX425" fmla="*/ 531971 w 3439001"/>
                <a:gd name="connsiteY425" fmla="*/ 719138 h 2304573"/>
                <a:gd name="connsiteX426" fmla="*/ 529590 w 3439001"/>
                <a:gd name="connsiteY426" fmla="*/ 717709 h 2304573"/>
                <a:gd name="connsiteX427" fmla="*/ 527209 w 3439001"/>
                <a:gd name="connsiteY427" fmla="*/ 716756 h 2304573"/>
                <a:gd name="connsiteX428" fmla="*/ 525304 w 3439001"/>
                <a:gd name="connsiteY428" fmla="*/ 716280 h 2304573"/>
                <a:gd name="connsiteX429" fmla="*/ 519589 w 3439001"/>
                <a:gd name="connsiteY429" fmla="*/ 718185 h 2304573"/>
                <a:gd name="connsiteX430" fmla="*/ 519589 w 3439001"/>
                <a:gd name="connsiteY430" fmla="*/ 719138 h 2304573"/>
                <a:gd name="connsiteX431" fmla="*/ 521970 w 3439001"/>
                <a:gd name="connsiteY431" fmla="*/ 721519 h 2304573"/>
                <a:gd name="connsiteX432" fmla="*/ 521970 w 3439001"/>
                <a:gd name="connsiteY432" fmla="*/ 724853 h 2304573"/>
                <a:gd name="connsiteX433" fmla="*/ 520541 w 3439001"/>
                <a:gd name="connsiteY433" fmla="*/ 724853 h 2304573"/>
                <a:gd name="connsiteX434" fmla="*/ 517684 w 3439001"/>
                <a:gd name="connsiteY434" fmla="*/ 723900 h 2304573"/>
                <a:gd name="connsiteX435" fmla="*/ 514826 w 3439001"/>
                <a:gd name="connsiteY435" fmla="*/ 723900 h 2304573"/>
                <a:gd name="connsiteX436" fmla="*/ 510064 w 3439001"/>
                <a:gd name="connsiteY436" fmla="*/ 726757 h 2304573"/>
                <a:gd name="connsiteX437" fmla="*/ 501015 w 3439001"/>
                <a:gd name="connsiteY437" fmla="*/ 734378 h 2304573"/>
                <a:gd name="connsiteX438" fmla="*/ 503396 w 3439001"/>
                <a:gd name="connsiteY438" fmla="*/ 735330 h 2304573"/>
                <a:gd name="connsiteX439" fmla="*/ 514350 w 3439001"/>
                <a:gd name="connsiteY439" fmla="*/ 738664 h 2304573"/>
                <a:gd name="connsiteX440" fmla="*/ 516255 w 3439001"/>
                <a:gd name="connsiteY440" fmla="*/ 738664 h 2304573"/>
                <a:gd name="connsiteX441" fmla="*/ 519113 w 3439001"/>
                <a:gd name="connsiteY441" fmla="*/ 737711 h 2304573"/>
                <a:gd name="connsiteX442" fmla="*/ 521018 w 3439001"/>
                <a:gd name="connsiteY442" fmla="*/ 737711 h 2304573"/>
                <a:gd name="connsiteX443" fmla="*/ 521494 w 3439001"/>
                <a:gd name="connsiteY443" fmla="*/ 736759 h 2304573"/>
                <a:gd name="connsiteX444" fmla="*/ 524351 w 3439001"/>
                <a:gd name="connsiteY444" fmla="*/ 735330 h 2304573"/>
                <a:gd name="connsiteX445" fmla="*/ 525780 w 3439001"/>
                <a:gd name="connsiteY445" fmla="*/ 733425 h 2304573"/>
                <a:gd name="connsiteX446" fmla="*/ 527209 w 3439001"/>
                <a:gd name="connsiteY446" fmla="*/ 730568 h 2304573"/>
                <a:gd name="connsiteX447" fmla="*/ 528161 w 3439001"/>
                <a:gd name="connsiteY447" fmla="*/ 730091 h 2304573"/>
                <a:gd name="connsiteX448" fmla="*/ 528638 w 3439001"/>
                <a:gd name="connsiteY448" fmla="*/ 732473 h 2304573"/>
                <a:gd name="connsiteX449" fmla="*/ 529114 w 3439001"/>
                <a:gd name="connsiteY449" fmla="*/ 733425 h 2304573"/>
                <a:gd name="connsiteX450" fmla="*/ 531971 w 3439001"/>
                <a:gd name="connsiteY450" fmla="*/ 731996 h 2304573"/>
                <a:gd name="connsiteX451" fmla="*/ 534353 w 3439001"/>
                <a:gd name="connsiteY451" fmla="*/ 732473 h 2304573"/>
                <a:gd name="connsiteX452" fmla="*/ 536734 w 3439001"/>
                <a:gd name="connsiteY452" fmla="*/ 731996 h 2304573"/>
                <a:gd name="connsiteX453" fmla="*/ 536734 w 3439001"/>
                <a:gd name="connsiteY453" fmla="*/ 731044 h 2304573"/>
                <a:gd name="connsiteX454" fmla="*/ 535781 w 3439001"/>
                <a:gd name="connsiteY454" fmla="*/ 729615 h 2304573"/>
                <a:gd name="connsiteX455" fmla="*/ 535781 w 3439001"/>
                <a:gd name="connsiteY455" fmla="*/ 728663 h 2304573"/>
                <a:gd name="connsiteX456" fmla="*/ 538163 w 3439001"/>
                <a:gd name="connsiteY456" fmla="*/ 726281 h 2304573"/>
                <a:gd name="connsiteX457" fmla="*/ 538639 w 3439001"/>
                <a:gd name="connsiteY457" fmla="*/ 726281 h 2304573"/>
                <a:gd name="connsiteX458" fmla="*/ 539591 w 3439001"/>
                <a:gd name="connsiteY458" fmla="*/ 728186 h 2304573"/>
                <a:gd name="connsiteX459" fmla="*/ 541020 w 3439001"/>
                <a:gd name="connsiteY459" fmla="*/ 729615 h 2304573"/>
                <a:gd name="connsiteX460" fmla="*/ 541973 w 3439001"/>
                <a:gd name="connsiteY460" fmla="*/ 730091 h 2304573"/>
                <a:gd name="connsiteX461" fmla="*/ 543878 w 3439001"/>
                <a:gd name="connsiteY461" fmla="*/ 731044 h 2304573"/>
                <a:gd name="connsiteX462" fmla="*/ 545306 w 3439001"/>
                <a:gd name="connsiteY462" fmla="*/ 730091 h 2304573"/>
                <a:gd name="connsiteX463" fmla="*/ 548164 w 3439001"/>
                <a:gd name="connsiteY463" fmla="*/ 726757 h 2304573"/>
                <a:gd name="connsiteX464" fmla="*/ 548640 w 3439001"/>
                <a:gd name="connsiteY464" fmla="*/ 723424 h 2304573"/>
                <a:gd name="connsiteX465" fmla="*/ 547688 w 3439001"/>
                <a:gd name="connsiteY465" fmla="*/ 723424 h 2304573"/>
                <a:gd name="connsiteX466" fmla="*/ 546735 w 3439001"/>
                <a:gd name="connsiteY466" fmla="*/ 723900 h 2304573"/>
                <a:gd name="connsiteX467" fmla="*/ 1204436 w 3439001"/>
                <a:gd name="connsiteY467" fmla="*/ 886778 h 2304573"/>
                <a:gd name="connsiteX468" fmla="*/ 1202055 w 3439001"/>
                <a:gd name="connsiteY468" fmla="*/ 886301 h 2304573"/>
                <a:gd name="connsiteX469" fmla="*/ 1200626 w 3439001"/>
                <a:gd name="connsiteY469" fmla="*/ 888206 h 2304573"/>
                <a:gd name="connsiteX470" fmla="*/ 1199674 w 3439001"/>
                <a:gd name="connsiteY470" fmla="*/ 888682 h 2304573"/>
                <a:gd name="connsiteX471" fmla="*/ 1198721 w 3439001"/>
                <a:gd name="connsiteY471" fmla="*/ 888206 h 2304573"/>
                <a:gd name="connsiteX472" fmla="*/ 1195864 w 3439001"/>
                <a:gd name="connsiteY472" fmla="*/ 882968 h 2304573"/>
                <a:gd name="connsiteX473" fmla="*/ 1194435 w 3439001"/>
                <a:gd name="connsiteY473" fmla="*/ 881539 h 2304573"/>
                <a:gd name="connsiteX474" fmla="*/ 1193959 w 3439001"/>
                <a:gd name="connsiteY474" fmla="*/ 877729 h 2304573"/>
                <a:gd name="connsiteX475" fmla="*/ 1191578 w 3439001"/>
                <a:gd name="connsiteY475" fmla="*/ 875348 h 2304573"/>
                <a:gd name="connsiteX476" fmla="*/ 1190625 w 3439001"/>
                <a:gd name="connsiteY476" fmla="*/ 872966 h 2304573"/>
                <a:gd name="connsiteX477" fmla="*/ 1183958 w 3439001"/>
                <a:gd name="connsiteY477" fmla="*/ 867728 h 2304573"/>
                <a:gd name="connsiteX478" fmla="*/ 1179671 w 3439001"/>
                <a:gd name="connsiteY478" fmla="*/ 868680 h 2304573"/>
                <a:gd name="connsiteX479" fmla="*/ 1178719 w 3439001"/>
                <a:gd name="connsiteY479" fmla="*/ 870585 h 2304573"/>
                <a:gd name="connsiteX480" fmla="*/ 1180148 w 3439001"/>
                <a:gd name="connsiteY480" fmla="*/ 872966 h 2304573"/>
                <a:gd name="connsiteX481" fmla="*/ 1183481 w 3439001"/>
                <a:gd name="connsiteY481" fmla="*/ 873919 h 2304573"/>
                <a:gd name="connsiteX482" fmla="*/ 1185863 w 3439001"/>
                <a:gd name="connsiteY482" fmla="*/ 874395 h 2304573"/>
                <a:gd name="connsiteX483" fmla="*/ 1187291 w 3439001"/>
                <a:gd name="connsiteY483" fmla="*/ 878681 h 2304573"/>
                <a:gd name="connsiteX484" fmla="*/ 1190149 w 3439001"/>
                <a:gd name="connsiteY484" fmla="*/ 883920 h 2304573"/>
                <a:gd name="connsiteX485" fmla="*/ 1191578 w 3439001"/>
                <a:gd name="connsiteY485" fmla="*/ 884873 h 2304573"/>
                <a:gd name="connsiteX486" fmla="*/ 1191578 w 3439001"/>
                <a:gd name="connsiteY486" fmla="*/ 886301 h 2304573"/>
                <a:gd name="connsiteX487" fmla="*/ 1193959 w 3439001"/>
                <a:gd name="connsiteY487" fmla="*/ 889635 h 2304573"/>
                <a:gd name="connsiteX488" fmla="*/ 1198245 w 3439001"/>
                <a:gd name="connsiteY488" fmla="*/ 893921 h 2304573"/>
                <a:gd name="connsiteX489" fmla="*/ 1201103 w 3439001"/>
                <a:gd name="connsiteY489" fmla="*/ 896303 h 2304573"/>
                <a:gd name="connsiteX490" fmla="*/ 1204436 w 3439001"/>
                <a:gd name="connsiteY490" fmla="*/ 897255 h 2304573"/>
                <a:gd name="connsiteX491" fmla="*/ 1205389 w 3439001"/>
                <a:gd name="connsiteY491" fmla="*/ 895350 h 2304573"/>
                <a:gd name="connsiteX492" fmla="*/ 1206341 w 3439001"/>
                <a:gd name="connsiteY492" fmla="*/ 893921 h 2304573"/>
                <a:gd name="connsiteX493" fmla="*/ 1206818 w 3439001"/>
                <a:gd name="connsiteY493" fmla="*/ 890111 h 2304573"/>
                <a:gd name="connsiteX494" fmla="*/ 1207294 w 3439001"/>
                <a:gd name="connsiteY494" fmla="*/ 887730 h 2304573"/>
                <a:gd name="connsiteX495" fmla="*/ 1206341 w 3439001"/>
                <a:gd name="connsiteY495" fmla="*/ 887254 h 2304573"/>
                <a:gd name="connsiteX496" fmla="*/ 1204436 w 3439001"/>
                <a:gd name="connsiteY496" fmla="*/ 886778 h 2304573"/>
                <a:gd name="connsiteX497" fmla="*/ 1294448 w 3439001"/>
                <a:gd name="connsiteY497" fmla="*/ 832485 h 2304573"/>
                <a:gd name="connsiteX498" fmla="*/ 1293019 w 3439001"/>
                <a:gd name="connsiteY498" fmla="*/ 830580 h 2304573"/>
                <a:gd name="connsiteX499" fmla="*/ 1289209 w 3439001"/>
                <a:gd name="connsiteY499" fmla="*/ 832009 h 2304573"/>
                <a:gd name="connsiteX500" fmla="*/ 1282541 w 3439001"/>
                <a:gd name="connsiteY500" fmla="*/ 830104 h 2304573"/>
                <a:gd name="connsiteX501" fmla="*/ 1280160 w 3439001"/>
                <a:gd name="connsiteY501" fmla="*/ 824865 h 2304573"/>
                <a:gd name="connsiteX502" fmla="*/ 1274445 w 3439001"/>
                <a:gd name="connsiteY502" fmla="*/ 823436 h 2304573"/>
                <a:gd name="connsiteX503" fmla="*/ 1271111 w 3439001"/>
                <a:gd name="connsiteY503" fmla="*/ 819626 h 2304573"/>
                <a:gd name="connsiteX504" fmla="*/ 1264920 w 3439001"/>
                <a:gd name="connsiteY504" fmla="*/ 817721 h 2304573"/>
                <a:gd name="connsiteX505" fmla="*/ 1259681 w 3439001"/>
                <a:gd name="connsiteY505" fmla="*/ 816293 h 2304573"/>
                <a:gd name="connsiteX506" fmla="*/ 1255871 w 3439001"/>
                <a:gd name="connsiteY506" fmla="*/ 814388 h 2304573"/>
                <a:gd name="connsiteX507" fmla="*/ 1251109 w 3439001"/>
                <a:gd name="connsiteY507" fmla="*/ 812006 h 2304573"/>
                <a:gd name="connsiteX508" fmla="*/ 1246346 w 3439001"/>
                <a:gd name="connsiteY508" fmla="*/ 809149 h 2304573"/>
                <a:gd name="connsiteX509" fmla="*/ 1243013 w 3439001"/>
                <a:gd name="connsiteY509" fmla="*/ 807244 h 2304573"/>
                <a:gd name="connsiteX510" fmla="*/ 1240631 w 3439001"/>
                <a:gd name="connsiteY510" fmla="*/ 807244 h 2304573"/>
                <a:gd name="connsiteX511" fmla="*/ 1234916 w 3439001"/>
                <a:gd name="connsiteY511" fmla="*/ 807720 h 2304573"/>
                <a:gd name="connsiteX512" fmla="*/ 1234440 w 3439001"/>
                <a:gd name="connsiteY512" fmla="*/ 802957 h 2304573"/>
                <a:gd name="connsiteX513" fmla="*/ 1232535 w 3439001"/>
                <a:gd name="connsiteY513" fmla="*/ 800100 h 2304573"/>
                <a:gd name="connsiteX514" fmla="*/ 1233011 w 3439001"/>
                <a:gd name="connsiteY514" fmla="*/ 797719 h 2304573"/>
                <a:gd name="connsiteX515" fmla="*/ 1229678 w 3439001"/>
                <a:gd name="connsiteY515" fmla="*/ 796290 h 2304573"/>
                <a:gd name="connsiteX516" fmla="*/ 1224915 w 3439001"/>
                <a:gd name="connsiteY516" fmla="*/ 794385 h 2304573"/>
                <a:gd name="connsiteX517" fmla="*/ 1226344 w 3439001"/>
                <a:gd name="connsiteY517" fmla="*/ 789623 h 2304573"/>
                <a:gd name="connsiteX518" fmla="*/ 1227296 w 3439001"/>
                <a:gd name="connsiteY518" fmla="*/ 786289 h 2304573"/>
                <a:gd name="connsiteX519" fmla="*/ 1223010 w 3439001"/>
                <a:gd name="connsiteY519" fmla="*/ 785336 h 2304573"/>
                <a:gd name="connsiteX520" fmla="*/ 1216819 w 3439001"/>
                <a:gd name="connsiteY520" fmla="*/ 783907 h 2304573"/>
                <a:gd name="connsiteX521" fmla="*/ 1218724 w 3439001"/>
                <a:gd name="connsiteY521" fmla="*/ 780574 h 2304573"/>
                <a:gd name="connsiteX522" fmla="*/ 1220153 w 3439001"/>
                <a:gd name="connsiteY522" fmla="*/ 778193 h 2304573"/>
                <a:gd name="connsiteX523" fmla="*/ 1217771 w 3439001"/>
                <a:gd name="connsiteY523" fmla="*/ 774382 h 2304573"/>
                <a:gd name="connsiteX524" fmla="*/ 1213009 w 3439001"/>
                <a:gd name="connsiteY524" fmla="*/ 768191 h 2304573"/>
                <a:gd name="connsiteX525" fmla="*/ 1209199 w 3439001"/>
                <a:gd name="connsiteY525" fmla="*/ 763429 h 2304573"/>
                <a:gd name="connsiteX526" fmla="*/ 1204436 w 3439001"/>
                <a:gd name="connsiteY526" fmla="*/ 756285 h 2304573"/>
                <a:gd name="connsiteX527" fmla="*/ 1200150 w 3439001"/>
                <a:gd name="connsiteY527" fmla="*/ 750094 h 2304573"/>
                <a:gd name="connsiteX528" fmla="*/ 1196816 w 3439001"/>
                <a:gd name="connsiteY528" fmla="*/ 744855 h 2304573"/>
                <a:gd name="connsiteX529" fmla="*/ 1193959 w 3439001"/>
                <a:gd name="connsiteY529" fmla="*/ 741521 h 2304573"/>
                <a:gd name="connsiteX530" fmla="*/ 1189673 w 3439001"/>
                <a:gd name="connsiteY530" fmla="*/ 735330 h 2304573"/>
                <a:gd name="connsiteX531" fmla="*/ 1184434 w 3439001"/>
                <a:gd name="connsiteY531" fmla="*/ 728186 h 2304573"/>
                <a:gd name="connsiteX532" fmla="*/ 1179195 w 3439001"/>
                <a:gd name="connsiteY532" fmla="*/ 722471 h 2304573"/>
                <a:gd name="connsiteX533" fmla="*/ 1180148 w 3439001"/>
                <a:gd name="connsiteY533" fmla="*/ 718661 h 2304573"/>
                <a:gd name="connsiteX534" fmla="*/ 1175385 w 3439001"/>
                <a:gd name="connsiteY534" fmla="*/ 713899 h 2304573"/>
                <a:gd name="connsiteX535" fmla="*/ 1171099 w 3439001"/>
                <a:gd name="connsiteY535" fmla="*/ 709136 h 2304573"/>
                <a:gd name="connsiteX536" fmla="*/ 1166336 w 3439001"/>
                <a:gd name="connsiteY536" fmla="*/ 703898 h 2304573"/>
                <a:gd name="connsiteX537" fmla="*/ 1161574 w 3439001"/>
                <a:gd name="connsiteY537" fmla="*/ 701516 h 2304573"/>
                <a:gd name="connsiteX538" fmla="*/ 1158240 w 3439001"/>
                <a:gd name="connsiteY538" fmla="*/ 699611 h 2304573"/>
                <a:gd name="connsiteX539" fmla="*/ 1153001 w 3439001"/>
                <a:gd name="connsiteY539" fmla="*/ 696754 h 2304573"/>
                <a:gd name="connsiteX540" fmla="*/ 1150144 w 3439001"/>
                <a:gd name="connsiteY540" fmla="*/ 694373 h 2304573"/>
                <a:gd name="connsiteX541" fmla="*/ 1149191 w 3439001"/>
                <a:gd name="connsiteY541" fmla="*/ 692468 h 2304573"/>
                <a:gd name="connsiteX542" fmla="*/ 1148239 w 3439001"/>
                <a:gd name="connsiteY542" fmla="*/ 691039 h 2304573"/>
                <a:gd name="connsiteX543" fmla="*/ 1147286 w 3439001"/>
                <a:gd name="connsiteY543" fmla="*/ 689134 h 2304573"/>
                <a:gd name="connsiteX544" fmla="*/ 1146810 w 3439001"/>
                <a:gd name="connsiteY544" fmla="*/ 686753 h 2304573"/>
                <a:gd name="connsiteX545" fmla="*/ 1145858 w 3439001"/>
                <a:gd name="connsiteY545" fmla="*/ 685324 h 2304573"/>
                <a:gd name="connsiteX546" fmla="*/ 1139666 w 3439001"/>
                <a:gd name="connsiteY546" fmla="*/ 681990 h 2304573"/>
                <a:gd name="connsiteX547" fmla="*/ 1137761 w 3439001"/>
                <a:gd name="connsiteY547" fmla="*/ 679609 h 2304573"/>
                <a:gd name="connsiteX548" fmla="*/ 1133475 w 3439001"/>
                <a:gd name="connsiteY548" fmla="*/ 677228 h 2304573"/>
                <a:gd name="connsiteX549" fmla="*/ 1130141 w 3439001"/>
                <a:gd name="connsiteY549" fmla="*/ 676275 h 2304573"/>
                <a:gd name="connsiteX550" fmla="*/ 1128713 w 3439001"/>
                <a:gd name="connsiteY550" fmla="*/ 675323 h 2304573"/>
                <a:gd name="connsiteX551" fmla="*/ 1124426 w 3439001"/>
                <a:gd name="connsiteY551" fmla="*/ 667703 h 2304573"/>
                <a:gd name="connsiteX552" fmla="*/ 1124903 w 3439001"/>
                <a:gd name="connsiteY552" fmla="*/ 664845 h 2304573"/>
                <a:gd name="connsiteX553" fmla="*/ 1125379 w 3439001"/>
                <a:gd name="connsiteY553" fmla="*/ 661988 h 2304573"/>
                <a:gd name="connsiteX554" fmla="*/ 1124903 w 3439001"/>
                <a:gd name="connsiteY554" fmla="*/ 660559 h 2304573"/>
                <a:gd name="connsiteX555" fmla="*/ 1117759 w 3439001"/>
                <a:gd name="connsiteY555" fmla="*/ 654844 h 2304573"/>
                <a:gd name="connsiteX556" fmla="*/ 1113949 w 3439001"/>
                <a:gd name="connsiteY556" fmla="*/ 652463 h 2304573"/>
                <a:gd name="connsiteX557" fmla="*/ 1110139 w 3439001"/>
                <a:gd name="connsiteY557" fmla="*/ 650081 h 2304573"/>
                <a:gd name="connsiteX558" fmla="*/ 1102519 w 3439001"/>
                <a:gd name="connsiteY558" fmla="*/ 653415 h 2304573"/>
                <a:gd name="connsiteX559" fmla="*/ 1094423 w 3439001"/>
                <a:gd name="connsiteY559" fmla="*/ 656749 h 2304573"/>
                <a:gd name="connsiteX560" fmla="*/ 1088708 w 3439001"/>
                <a:gd name="connsiteY560" fmla="*/ 658178 h 2304573"/>
                <a:gd name="connsiteX561" fmla="*/ 1081088 w 3439001"/>
                <a:gd name="connsiteY561" fmla="*/ 660082 h 2304573"/>
                <a:gd name="connsiteX562" fmla="*/ 1083469 w 3439001"/>
                <a:gd name="connsiteY562" fmla="*/ 663893 h 2304573"/>
                <a:gd name="connsiteX563" fmla="*/ 1082516 w 3439001"/>
                <a:gd name="connsiteY563" fmla="*/ 666750 h 2304573"/>
                <a:gd name="connsiteX564" fmla="*/ 1080135 w 3439001"/>
                <a:gd name="connsiteY564" fmla="*/ 668179 h 2304573"/>
                <a:gd name="connsiteX565" fmla="*/ 1076325 w 3439001"/>
                <a:gd name="connsiteY565" fmla="*/ 668179 h 2304573"/>
                <a:gd name="connsiteX566" fmla="*/ 1076325 w 3439001"/>
                <a:gd name="connsiteY566" fmla="*/ 677228 h 2304573"/>
                <a:gd name="connsiteX567" fmla="*/ 1072515 w 3439001"/>
                <a:gd name="connsiteY567" fmla="*/ 683419 h 2304573"/>
                <a:gd name="connsiteX568" fmla="*/ 1064419 w 3439001"/>
                <a:gd name="connsiteY568" fmla="*/ 683419 h 2304573"/>
                <a:gd name="connsiteX569" fmla="*/ 1060133 w 3439001"/>
                <a:gd name="connsiteY569" fmla="*/ 685800 h 2304573"/>
                <a:gd name="connsiteX570" fmla="*/ 1053941 w 3439001"/>
                <a:gd name="connsiteY570" fmla="*/ 689134 h 2304573"/>
                <a:gd name="connsiteX571" fmla="*/ 1048703 w 3439001"/>
                <a:gd name="connsiteY571" fmla="*/ 691991 h 2304573"/>
                <a:gd name="connsiteX572" fmla="*/ 1042988 w 3439001"/>
                <a:gd name="connsiteY572" fmla="*/ 696278 h 2304573"/>
                <a:gd name="connsiteX573" fmla="*/ 1040130 w 3439001"/>
                <a:gd name="connsiteY573" fmla="*/ 695801 h 2304573"/>
                <a:gd name="connsiteX574" fmla="*/ 1041559 w 3439001"/>
                <a:gd name="connsiteY574" fmla="*/ 691991 h 2304573"/>
                <a:gd name="connsiteX575" fmla="*/ 1039654 w 3439001"/>
                <a:gd name="connsiteY575" fmla="*/ 685800 h 2304573"/>
                <a:gd name="connsiteX576" fmla="*/ 1037749 w 3439001"/>
                <a:gd name="connsiteY576" fmla="*/ 680561 h 2304573"/>
                <a:gd name="connsiteX577" fmla="*/ 1034415 w 3439001"/>
                <a:gd name="connsiteY577" fmla="*/ 677704 h 2304573"/>
                <a:gd name="connsiteX578" fmla="*/ 1028700 w 3439001"/>
                <a:gd name="connsiteY578" fmla="*/ 672941 h 2304573"/>
                <a:gd name="connsiteX579" fmla="*/ 1024414 w 3439001"/>
                <a:gd name="connsiteY579" fmla="*/ 669607 h 2304573"/>
                <a:gd name="connsiteX580" fmla="*/ 1018223 w 3439001"/>
                <a:gd name="connsiteY580" fmla="*/ 664845 h 2304573"/>
                <a:gd name="connsiteX581" fmla="*/ 1013936 w 3439001"/>
                <a:gd name="connsiteY581" fmla="*/ 661511 h 2304573"/>
                <a:gd name="connsiteX582" fmla="*/ 1009174 w 3439001"/>
                <a:gd name="connsiteY582" fmla="*/ 657701 h 2304573"/>
                <a:gd name="connsiteX583" fmla="*/ 1002983 w 3439001"/>
                <a:gd name="connsiteY583" fmla="*/ 652939 h 2304573"/>
                <a:gd name="connsiteX584" fmla="*/ 1000601 w 3439001"/>
                <a:gd name="connsiteY584" fmla="*/ 646748 h 2304573"/>
                <a:gd name="connsiteX585" fmla="*/ 994886 w 3439001"/>
                <a:gd name="connsiteY585" fmla="*/ 644366 h 2304573"/>
                <a:gd name="connsiteX586" fmla="*/ 989171 w 3439001"/>
                <a:gd name="connsiteY586" fmla="*/ 641985 h 2304573"/>
                <a:gd name="connsiteX587" fmla="*/ 984409 w 3439001"/>
                <a:gd name="connsiteY587" fmla="*/ 637223 h 2304573"/>
                <a:gd name="connsiteX588" fmla="*/ 985838 w 3439001"/>
                <a:gd name="connsiteY588" fmla="*/ 632936 h 2304573"/>
                <a:gd name="connsiteX589" fmla="*/ 987743 w 3439001"/>
                <a:gd name="connsiteY589" fmla="*/ 627698 h 2304573"/>
                <a:gd name="connsiteX590" fmla="*/ 987743 w 3439001"/>
                <a:gd name="connsiteY590" fmla="*/ 624364 h 2304573"/>
                <a:gd name="connsiteX591" fmla="*/ 982504 w 3439001"/>
                <a:gd name="connsiteY591" fmla="*/ 624364 h 2304573"/>
                <a:gd name="connsiteX592" fmla="*/ 974408 w 3439001"/>
                <a:gd name="connsiteY592" fmla="*/ 624840 h 2304573"/>
                <a:gd name="connsiteX593" fmla="*/ 967264 w 3439001"/>
                <a:gd name="connsiteY593" fmla="*/ 625316 h 2304573"/>
                <a:gd name="connsiteX594" fmla="*/ 962025 w 3439001"/>
                <a:gd name="connsiteY594" fmla="*/ 629126 h 2304573"/>
                <a:gd name="connsiteX595" fmla="*/ 957263 w 3439001"/>
                <a:gd name="connsiteY595" fmla="*/ 632460 h 2304573"/>
                <a:gd name="connsiteX596" fmla="*/ 949643 w 3439001"/>
                <a:gd name="connsiteY596" fmla="*/ 629603 h 2304573"/>
                <a:gd name="connsiteX597" fmla="*/ 941070 w 3439001"/>
                <a:gd name="connsiteY597" fmla="*/ 626269 h 2304573"/>
                <a:gd name="connsiteX598" fmla="*/ 938689 w 3439001"/>
                <a:gd name="connsiteY598" fmla="*/ 630555 h 2304573"/>
                <a:gd name="connsiteX599" fmla="*/ 930593 w 3439001"/>
                <a:gd name="connsiteY599" fmla="*/ 628650 h 2304573"/>
                <a:gd name="connsiteX600" fmla="*/ 922496 w 3439001"/>
                <a:gd name="connsiteY600" fmla="*/ 626745 h 2304573"/>
                <a:gd name="connsiteX601" fmla="*/ 922496 w 3439001"/>
                <a:gd name="connsiteY601" fmla="*/ 611981 h 2304573"/>
                <a:gd name="connsiteX602" fmla="*/ 922496 w 3439001"/>
                <a:gd name="connsiteY602" fmla="*/ 597218 h 2304573"/>
                <a:gd name="connsiteX603" fmla="*/ 922496 w 3439001"/>
                <a:gd name="connsiteY603" fmla="*/ 581978 h 2304573"/>
                <a:gd name="connsiteX604" fmla="*/ 922496 w 3439001"/>
                <a:gd name="connsiteY604" fmla="*/ 566738 h 2304573"/>
                <a:gd name="connsiteX605" fmla="*/ 922496 w 3439001"/>
                <a:gd name="connsiteY605" fmla="*/ 549116 h 2304573"/>
                <a:gd name="connsiteX606" fmla="*/ 922496 w 3439001"/>
                <a:gd name="connsiteY606" fmla="*/ 533876 h 2304573"/>
                <a:gd name="connsiteX607" fmla="*/ 922496 w 3439001"/>
                <a:gd name="connsiteY607" fmla="*/ 518636 h 2304573"/>
                <a:gd name="connsiteX608" fmla="*/ 922496 w 3439001"/>
                <a:gd name="connsiteY608" fmla="*/ 503396 h 2304573"/>
                <a:gd name="connsiteX609" fmla="*/ 922496 w 3439001"/>
                <a:gd name="connsiteY609" fmla="*/ 488156 h 2304573"/>
                <a:gd name="connsiteX610" fmla="*/ 922496 w 3439001"/>
                <a:gd name="connsiteY610" fmla="*/ 472440 h 2304573"/>
                <a:gd name="connsiteX611" fmla="*/ 922496 w 3439001"/>
                <a:gd name="connsiteY611" fmla="*/ 456724 h 2304573"/>
                <a:gd name="connsiteX612" fmla="*/ 922496 w 3439001"/>
                <a:gd name="connsiteY612" fmla="*/ 441007 h 2304573"/>
                <a:gd name="connsiteX613" fmla="*/ 922496 w 3439001"/>
                <a:gd name="connsiteY613" fmla="*/ 425291 h 2304573"/>
                <a:gd name="connsiteX614" fmla="*/ 922496 w 3439001"/>
                <a:gd name="connsiteY614" fmla="*/ 409575 h 2304573"/>
                <a:gd name="connsiteX615" fmla="*/ 922496 w 3439001"/>
                <a:gd name="connsiteY615" fmla="*/ 393859 h 2304573"/>
                <a:gd name="connsiteX616" fmla="*/ 922496 w 3439001"/>
                <a:gd name="connsiteY616" fmla="*/ 377666 h 2304573"/>
                <a:gd name="connsiteX617" fmla="*/ 922496 w 3439001"/>
                <a:gd name="connsiteY617" fmla="*/ 361474 h 2304573"/>
                <a:gd name="connsiteX618" fmla="*/ 922496 w 3439001"/>
                <a:gd name="connsiteY618" fmla="*/ 345281 h 2304573"/>
                <a:gd name="connsiteX619" fmla="*/ 922496 w 3439001"/>
                <a:gd name="connsiteY619" fmla="*/ 329089 h 2304573"/>
                <a:gd name="connsiteX620" fmla="*/ 922496 w 3439001"/>
                <a:gd name="connsiteY620" fmla="*/ 312896 h 2304573"/>
                <a:gd name="connsiteX621" fmla="*/ 922496 w 3439001"/>
                <a:gd name="connsiteY621" fmla="*/ 296228 h 2304573"/>
                <a:gd name="connsiteX622" fmla="*/ 922496 w 3439001"/>
                <a:gd name="connsiteY622" fmla="*/ 279559 h 2304573"/>
                <a:gd name="connsiteX623" fmla="*/ 922496 w 3439001"/>
                <a:gd name="connsiteY623" fmla="*/ 262890 h 2304573"/>
                <a:gd name="connsiteX624" fmla="*/ 922496 w 3439001"/>
                <a:gd name="connsiteY624" fmla="*/ 246221 h 2304573"/>
                <a:gd name="connsiteX625" fmla="*/ 922496 w 3439001"/>
                <a:gd name="connsiteY625" fmla="*/ 229552 h 2304573"/>
                <a:gd name="connsiteX626" fmla="*/ 922496 w 3439001"/>
                <a:gd name="connsiteY626" fmla="*/ 212408 h 2304573"/>
                <a:gd name="connsiteX627" fmla="*/ 922496 w 3439001"/>
                <a:gd name="connsiteY627" fmla="*/ 195263 h 2304573"/>
                <a:gd name="connsiteX628" fmla="*/ 922496 w 3439001"/>
                <a:gd name="connsiteY628" fmla="*/ 178118 h 2304573"/>
                <a:gd name="connsiteX629" fmla="*/ 922496 w 3439001"/>
                <a:gd name="connsiteY629" fmla="*/ 160973 h 2304573"/>
                <a:gd name="connsiteX630" fmla="*/ 922496 w 3439001"/>
                <a:gd name="connsiteY630" fmla="*/ 143827 h 2304573"/>
                <a:gd name="connsiteX631" fmla="*/ 922496 w 3439001"/>
                <a:gd name="connsiteY631" fmla="*/ 126206 h 2304573"/>
                <a:gd name="connsiteX632" fmla="*/ 922496 w 3439001"/>
                <a:gd name="connsiteY632" fmla="*/ 108585 h 2304573"/>
                <a:gd name="connsiteX633" fmla="*/ 919639 w 3439001"/>
                <a:gd name="connsiteY633" fmla="*/ 108109 h 2304573"/>
                <a:gd name="connsiteX634" fmla="*/ 912495 w 3439001"/>
                <a:gd name="connsiteY634" fmla="*/ 107633 h 2304573"/>
                <a:gd name="connsiteX635" fmla="*/ 911066 w 3439001"/>
                <a:gd name="connsiteY635" fmla="*/ 108585 h 2304573"/>
                <a:gd name="connsiteX636" fmla="*/ 908685 w 3439001"/>
                <a:gd name="connsiteY636" fmla="*/ 108109 h 2304573"/>
                <a:gd name="connsiteX637" fmla="*/ 904875 w 3439001"/>
                <a:gd name="connsiteY637" fmla="*/ 104299 h 2304573"/>
                <a:gd name="connsiteX638" fmla="*/ 899160 w 3439001"/>
                <a:gd name="connsiteY638" fmla="*/ 100965 h 2304573"/>
                <a:gd name="connsiteX639" fmla="*/ 878681 w 3439001"/>
                <a:gd name="connsiteY639" fmla="*/ 94774 h 2304573"/>
                <a:gd name="connsiteX640" fmla="*/ 874395 w 3439001"/>
                <a:gd name="connsiteY640" fmla="*/ 90488 h 2304573"/>
                <a:gd name="connsiteX641" fmla="*/ 864870 w 3439001"/>
                <a:gd name="connsiteY641" fmla="*/ 84773 h 2304573"/>
                <a:gd name="connsiteX642" fmla="*/ 847725 w 3439001"/>
                <a:gd name="connsiteY642" fmla="*/ 79534 h 2304573"/>
                <a:gd name="connsiteX643" fmla="*/ 845820 w 3439001"/>
                <a:gd name="connsiteY643" fmla="*/ 80963 h 2304573"/>
                <a:gd name="connsiteX644" fmla="*/ 842963 w 3439001"/>
                <a:gd name="connsiteY644" fmla="*/ 81439 h 2304573"/>
                <a:gd name="connsiteX645" fmla="*/ 835819 w 3439001"/>
                <a:gd name="connsiteY645" fmla="*/ 80486 h 2304573"/>
                <a:gd name="connsiteX646" fmla="*/ 829628 w 3439001"/>
                <a:gd name="connsiteY646" fmla="*/ 80486 h 2304573"/>
                <a:gd name="connsiteX647" fmla="*/ 818674 w 3439001"/>
                <a:gd name="connsiteY647" fmla="*/ 83344 h 2304573"/>
                <a:gd name="connsiteX648" fmla="*/ 806768 w 3439001"/>
                <a:gd name="connsiteY648" fmla="*/ 84296 h 2304573"/>
                <a:gd name="connsiteX649" fmla="*/ 800100 w 3439001"/>
                <a:gd name="connsiteY649" fmla="*/ 87630 h 2304573"/>
                <a:gd name="connsiteX650" fmla="*/ 780574 w 3439001"/>
                <a:gd name="connsiteY650" fmla="*/ 86201 h 2304573"/>
                <a:gd name="connsiteX651" fmla="*/ 779145 w 3439001"/>
                <a:gd name="connsiteY651" fmla="*/ 84773 h 2304573"/>
                <a:gd name="connsiteX652" fmla="*/ 772001 w 3439001"/>
                <a:gd name="connsiteY652" fmla="*/ 83820 h 2304573"/>
                <a:gd name="connsiteX653" fmla="*/ 759143 w 3439001"/>
                <a:gd name="connsiteY653" fmla="*/ 77152 h 2304573"/>
                <a:gd name="connsiteX654" fmla="*/ 751046 w 3439001"/>
                <a:gd name="connsiteY654" fmla="*/ 77152 h 2304573"/>
                <a:gd name="connsiteX655" fmla="*/ 743426 w 3439001"/>
                <a:gd name="connsiteY655" fmla="*/ 75248 h 2304573"/>
                <a:gd name="connsiteX656" fmla="*/ 727710 w 3439001"/>
                <a:gd name="connsiteY656" fmla="*/ 74771 h 2304573"/>
                <a:gd name="connsiteX657" fmla="*/ 716756 w 3439001"/>
                <a:gd name="connsiteY657" fmla="*/ 76200 h 2304573"/>
                <a:gd name="connsiteX658" fmla="*/ 694849 w 3439001"/>
                <a:gd name="connsiteY658" fmla="*/ 73343 h 2304573"/>
                <a:gd name="connsiteX659" fmla="*/ 691991 w 3439001"/>
                <a:gd name="connsiteY659" fmla="*/ 71914 h 2304573"/>
                <a:gd name="connsiteX660" fmla="*/ 689134 w 3439001"/>
                <a:gd name="connsiteY660" fmla="*/ 68104 h 2304573"/>
                <a:gd name="connsiteX661" fmla="*/ 683419 w 3439001"/>
                <a:gd name="connsiteY661" fmla="*/ 67151 h 2304573"/>
                <a:gd name="connsiteX662" fmla="*/ 680085 w 3439001"/>
                <a:gd name="connsiteY662" fmla="*/ 64770 h 2304573"/>
                <a:gd name="connsiteX663" fmla="*/ 676275 w 3439001"/>
                <a:gd name="connsiteY663" fmla="*/ 64770 h 2304573"/>
                <a:gd name="connsiteX664" fmla="*/ 671989 w 3439001"/>
                <a:gd name="connsiteY664" fmla="*/ 67151 h 2304573"/>
                <a:gd name="connsiteX665" fmla="*/ 668179 w 3439001"/>
                <a:gd name="connsiteY665" fmla="*/ 67151 h 2304573"/>
                <a:gd name="connsiteX666" fmla="*/ 661035 w 3439001"/>
                <a:gd name="connsiteY666" fmla="*/ 60960 h 2304573"/>
                <a:gd name="connsiteX667" fmla="*/ 655796 w 3439001"/>
                <a:gd name="connsiteY667" fmla="*/ 60484 h 2304573"/>
                <a:gd name="connsiteX668" fmla="*/ 641509 w 3439001"/>
                <a:gd name="connsiteY668" fmla="*/ 55721 h 2304573"/>
                <a:gd name="connsiteX669" fmla="*/ 636746 w 3439001"/>
                <a:gd name="connsiteY669" fmla="*/ 56198 h 2304573"/>
                <a:gd name="connsiteX670" fmla="*/ 631984 w 3439001"/>
                <a:gd name="connsiteY670" fmla="*/ 54769 h 2304573"/>
                <a:gd name="connsiteX671" fmla="*/ 621030 w 3439001"/>
                <a:gd name="connsiteY671" fmla="*/ 54769 h 2304573"/>
                <a:gd name="connsiteX672" fmla="*/ 611505 w 3439001"/>
                <a:gd name="connsiteY672" fmla="*/ 58579 h 2304573"/>
                <a:gd name="connsiteX673" fmla="*/ 607219 w 3439001"/>
                <a:gd name="connsiteY673" fmla="*/ 59055 h 2304573"/>
                <a:gd name="connsiteX674" fmla="*/ 602933 w 3439001"/>
                <a:gd name="connsiteY674" fmla="*/ 58579 h 2304573"/>
                <a:gd name="connsiteX675" fmla="*/ 598170 w 3439001"/>
                <a:gd name="connsiteY675" fmla="*/ 55721 h 2304573"/>
                <a:gd name="connsiteX676" fmla="*/ 593884 w 3439001"/>
                <a:gd name="connsiteY676" fmla="*/ 54293 h 2304573"/>
                <a:gd name="connsiteX677" fmla="*/ 582930 w 3439001"/>
                <a:gd name="connsiteY677" fmla="*/ 57150 h 2304573"/>
                <a:gd name="connsiteX678" fmla="*/ 577691 w 3439001"/>
                <a:gd name="connsiteY678" fmla="*/ 58102 h 2304573"/>
                <a:gd name="connsiteX679" fmla="*/ 574358 w 3439001"/>
                <a:gd name="connsiteY679" fmla="*/ 60008 h 2304573"/>
                <a:gd name="connsiteX680" fmla="*/ 550069 w 3439001"/>
                <a:gd name="connsiteY680" fmla="*/ 58102 h 2304573"/>
                <a:gd name="connsiteX681" fmla="*/ 554355 w 3439001"/>
                <a:gd name="connsiteY681" fmla="*/ 54293 h 2304573"/>
                <a:gd name="connsiteX682" fmla="*/ 554831 w 3439001"/>
                <a:gd name="connsiteY682" fmla="*/ 52864 h 2304573"/>
                <a:gd name="connsiteX683" fmla="*/ 555784 w 3439001"/>
                <a:gd name="connsiteY683" fmla="*/ 51435 h 2304573"/>
                <a:gd name="connsiteX684" fmla="*/ 541973 w 3439001"/>
                <a:gd name="connsiteY684" fmla="*/ 51435 h 2304573"/>
                <a:gd name="connsiteX685" fmla="*/ 539115 w 3439001"/>
                <a:gd name="connsiteY685" fmla="*/ 50959 h 2304573"/>
                <a:gd name="connsiteX686" fmla="*/ 538639 w 3439001"/>
                <a:gd name="connsiteY686" fmla="*/ 48101 h 2304573"/>
                <a:gd name="connsiteX687" fmla="*/ 534353 w 3439001"/>
                <a:gd name="connsiteY687" fmla="*/ 47625 h 2304573"/>
                <a:gd name="connsiteX688" fmla="*/ 531971 w 3439001"/>
                <a:gd name="connsiteY688" fmla="*/ 45720 h 2304573"/>
                <a:gd name="connsiteX689" fmla="*/ 532924 w 3439001"/>
                <a:gd name="connsiteY689" fmla="*/ 40958 h 2304573"/>
                <a:gd name="connsiteX690" fmla="*/ 540068 w 3439001"/>
                <a:gd name="connsiteY690" fmla="*/ 36195 h 2304573"/>
                <a:gd name="connsiteX691" fmla="*/ 537686 w 3439001"/>
                <a:gd name="connsiteY691" fmla="*/ 33814 h 2304573"/>
                <a:gd name="connsiteX692" fmla="*/ 531019 w 3439001"/>
                <a:gd name="connsiteY692" fmla="*/ 31909 h 2304573"/>
                <a:gd name="connsiteX693" fmla="*/ 524828 w 3439001"/>
                <a:gd name="connsiteY693" fmla="*/ 31433 h 2304573"/>
                <a:gd name="connsiteX694" fmla="*/ 521018 w 3439001"/>
                <a:gd name="connsiteY694" fmla="*/ 32385 h 2304573"/>
                <a:gd name="connsiteX695" fmla="*/ 505778 w 3439001"/>
                <a:gd name="connsiteY695" fmla="*/ 29051 h 2304573"/>
                <a:gd name="connsiteX696" fmla="*/ 496729 w 3439001"/>
                <a:gd name="connsiteY696" fmla="*/ 31433 h 2304573"/>
                <a:gd name="connsiteX697" fmla="*/ 489585 w 3439001"/>
                <a:gd name="connsiteY697" fmla="*/ 31433 h 2304573"/>
                <a:gd name="connsiteX698" fmla="*/ 482441 w 3439001"/>
                <a:gd name="connsiteY698" fmla="*/ 32385 h 2304573"/>
                <a:gd name="connsiteX699" fmla="*/ 472916 w 3439001"/>
                <a:gd name="connsiteY699" fmla="*/ 37148 h 2304573"/>
                <a:gd name="connsiteX700" fmla="*/ 466249 w 3439001"/>
                <a:gd name="connsiteY700" fmla="*/ 34766 h 2304573"/>
                <a:gd name="connsiteX701" fmla="*/ 459105 w 3439001"/>
                <a:gd name="connsiteY701" fmla="*/ 34290 h 2304573"/>
                <a:gd name="connsiteX702" fmla="*/ 452914 w 3439001"/>
                <a:gd name="connsiteY702" fmla="*/ 31433 h 2304573"/>
                <a:gd name="connsiteX703" fmla="*/ 454819 w 3439001"/>
                <a:gd name="connsiteY703" fmla="*/ 29527 h 2304573"/>
                <a:gd name="connsiteX704" fmla="*/ 456724 w 3439001"/>
                <a:gd name="connsiteY704" fmla="*/ 25718 h 2304573"/>
                <a:gd name="connsiteX705" fmla="*/ 451961 w 3439001"/>
                <a:gd name="connsiteY705" fmla="*/ 21908 h 2304573"/>
                <a:gd name="connsiteX706" fmla="*/ 447675 w 3439001"/>
                <a:gd name="connsiteY706" fmla="*/ 20002 h 2304573"/>
                <a:gd name="connsiteX707" fmla="*/ 440055 w 3439001"/>
                <a:gd name="connsiteY707" fmla="*/ 19050 h 2304573"/>
                <a:gd name="connsiteX708" fmla="*/ 438150 w 3439001"/>
                <a:gd name="connsiteY708" fmla="*/ 20002 h 2304573"/>
                <a:gd name="connsiteX709" fmla="*/ 435293 w 3439001"/>
                <a:gd name="connsiteY709" fmla="*/ 24289 h 2304573"/>
                <a:gd name="connsiteX710" fmla="*/ 426244 w 3439001"/>
                <a:gd name="connsiteY710" fmla="*/ 31909 h 2304573"/>
                <a:gd name="connsiteX711" fmla="*/ 421958 w 3439001"/>
                <a:gd name="connsiteY711" fmla="*/ 34290 h 2304573"/>
                <a:gd name="connsiteX712" fmla="*/ 416243 w 3439001"/>
                <a:gd name="connsiteY712" fmla="*/ 35719 h 2304573"/>
                <a:gd name="connsiteX713" fmla="*/ 412909 w 3439001"/>
                <a:gd name="connsiteY713" fmla="*/ 35243 h 2304573"/>
                <a:gd name="connsiteX714" fmla="*/ 410528 w 3439001"/>
                <a:gd name="connsiteY714" fmla="*/ 31433 h 2304573"/>
                <a:gd name="connsiteX715" fmla="*/ 407194 w 3439001"/>
                <a:gd name="connsiteY715" fmla="*/ 30004 h 2304573"/>
                <a:gd name="connsiteX716" fmla="*/ 418624 w 3439001"/>
                <a:gd name="connsiteY716" fmla="*/ 25718 h 2304573"/>
                <a:gd name="connsiteX717" fmla="*/ 424339 w 3439001"/>
                <a:gd name="connsiteY717" fmla="*/ 21431 h 2304573"/>
                <a:gd name="connsiteX718" fmla="*/ 426244 w 3439001"/>
                <a:gd name="connsiteY718" fmla="*/ 17621 h 2304573"/>
                <a:gd name="connsiteX719" fmla="*/ 423863 w 3439001"/>
                <a:gd name="connsiteY719" fmla="*/ 13811 h 2304573"/>
                <a:gd name="connsiteX720" fmla="*/ 418148 w 3439001"/>
                <a:gd name="connsiteY720" fmla="*/ 13335 h 2304573"/>
                <a:gd name="connsiteX721" fmla="*/ 395764 w 3439001"/>
                <a:gd name="connsiteY721" fmla="*/ 7144 h 2304573"/>
                <a:gd name="connsiteX722" fmla="*/ 392430 w 3439001"/>
                <a:gd name="connsiteY722" fmla="*/ 3810 h 2304573"/>
                <a:gd name="connsiteX723" fmla="*/ 394811 w 3439001"/>
                <a:gd name="connsiteY723" fmla="*/ 1429 h 2304573"/>
                <a:gd name="connsiteX724" fmla="*/ 398145 w 3439001"/>
                <a:gd name="connsiteY724" fmla="*/ 476 h 2304573"/>
                <a:gd name="connsiteX725" fmla="*/ 395764 w 3439001"/>
                <a:gd name="connsiteY725" fmla="*/ 0 h 2304573"/>
                <a:gd name="connsiteX726" fmla="*/ 385286 w 3439001"/>
                <a:gd name="connsiteY726" fmla="*/ 5715 h 2304573"/>
                <a:gd name="connsiteX727" fmla="*/ 378619 w 3439001"/>
                <a:gd name="connsiteY727" fmla="*/ 11430 h 2304573"/>
                <a:gd name="connsiteX728" fmla="*/ 370999 w 3439001"/>
                <a:gd name="connsiteY728" fmla="*/ 20002 h 2304573"/>
                <a:gd name="connsiteX729" fmla="*/ 366713 w 3439001"/>
                <a:gd name="connsiteY729" fmla="*/ 23336 h 2304573"/>
                <a:gd name="connsiteX730" fmla="*/ 357188 w 3439001"/>
                <a:gd name="connsiteY730" fmla="*/ 29527 h 2304573"/>
                <a:gd name="connsiteX731" fmla="*/ 346710 w 3439001"/>
                <a:gd name="connsiteY731" fmla="*/ 34766 h 2304573"/>
                <a:gd name="connsiteX732" fmla="*/ 343853 w 3439001"/>
                <a:gd name="connsiteY732" fmla="*/ 35719 h 2304573"/>
                <a:gd name="connsiteX733" fmla="*/ 327184 w 3439001"/>
                <a:gd name="connsiteY733" fmla="*/ 36195 h 2304573"/>
                <a:gd name="connsiteX734" fmla="*/ 326231 w 3439001"/>
                <a:gd name="connsiteY734" fmla="*/ 37624 h 2304573"/>
                <a:gd name="connsiteX735" fmla="*/ 322421 w 3439001"/>
                <a:gd name="connsiteY735" fmla="*/ 39052 h 2304573"/>
                <a:gd name="connsiteX736" fmla="*/ 309563 w 3439001"/>
                <a:gd name="connsiteY736" fmla="*/ 39052 h 2304573"/>
                <a:gd name="connsiteX737" fmla="*/ 306705 w 3439001"/>
                <a:gd name="connsiteY737" fmla="*/ 40958 h 2304573"/>
                <a:gd name="connsiteX738" fmla="*/ 300514 w 3439001"/>
                <a:gd name="connsiteY738" fmla="*/ 42386 h 2304573"/>
                <a:gd name="connsiteX739" fmla="*/ 298609 w 3439001"/>
                <a:gd name="connsiteY739" fmla="*/ 41910 h 2304573"/>
                <a:gd name="connsiteX740" fmla="*/ 297180 w 3439001"/>
                <a:gd name="connsiteY740" fmla="*/ 40005 h 2304573"/>
                <a:gd name="connsiteX741" fmla="*/ 300038 w 3439001"/>
                <a:gd name="connsiteY741" fmla="*/ 38100 h 2304573"/>
                <a:gd name="connsiteX742" fmla="*/ 302895 w 3439001"/>
                <a:gd name="connsiteY742" fmla="*/ 37148 h 2304573"/>
                <a:gd name="connsiteX743" fmla="*/ 302419 w 3439001"/>
                <a:gd name="connsiteY743" fmla="*/ 35243 h 2304573"/>
                <a:gd name="connsiteX744" fmla="*/ 300990 w 3439001"/>
                <a:gd name="connsiteY744" fmla="*/ 34290 h 2304573"/>
                <a:gd name="connsiteX745" fmla="*/ 298133 w 3439001"/>
                <a:gd name="connsiteY745" fmla="*/ 34290 h 2304573"/>
                <a:gd name="connsiteX746" fmla="*/ 285750 w 3439001"/>
                <a:gd name="connsiteY746" fmla="*/ 40005 h 2304573"/>
                <a:gd name="connsiteX747" fmla="*/ 271939 w 3439001"/>
                <a:gd name="connsiteY747" fmla="*/ 49530 h 2304573"/>
                <a:gd name="connsiteX748" fmla="*/ 276225 w 3439001"/>
                <a:gd name="connsiteY748" fmla="*/ 49530 h 2304573"/>
                <a:gd name="connsiteX749" fmla="*/ 283369 w 3439001"/>
                <a:gd name="connsiteY749" fmla="*/ 55721 h 2304573"/>
                <a:gd name="connsiteX750" fmla="*/ 295751 w 3439001"/>
                <a:gd name="connsiteY750" fmla="*/ 56198 h 2304573"/>
                <a:gd name="connsiteX751" fmla="*/ 285750 w 3439001"/>
                <a:gd name="connsiteY751" fmla="*/ 59055 h 2304573"/>
                <a:gd name="connsiteX752" fmla="*/ 281464 w 3439001"/>
                <a:gd name="connsiteY752" fmla="*/ 57626 h 2304573"/>
                <a:gd name="connsiteX753" fmla="*/ 280511 w 3439001"/>
                <a:gd name="connsiteY753" fmla="*/ 60484 h 2304573"/>
                <a:gd name="connsiteX754" fmla="*/ 280035 w 3439001"/>
                <a:gd name="connsiteY754" fmla="*/ 64294 h 2304573"/>
                <a:gd name="connsiteX755" fmla="*/ 280035 w 3439001"/>
                <a:gd name="connsiteY755" fmla="*/ 68104 h 2304573"/>
                <a:gd name="connsiteX756" fmla="*/ 279559 w 3439001"/>
                <a:gd name="connsiteY756" fmla="*/ 70961 h 2304573"/>
                <a:gd name="connsiteX757" fmla="*/ 278130 w 3439001"/>
                <a:gd name="connsiteY757" fmla="*/ 67627 h 2304573"/>
                <a:gd name="connsiteX758" fmla="*/ 271939 w 3439001"/>
                <a:gd name="connsiteY758" fmla="*/ 67627 h 2304573"/>
                <a:gd name="connsiteX759" fmla="*/ 274796 w 3439001"/>
                <a:gd name="connsiteY759" fmla="*/ 60484 h 2304573"/>
                <a:gd name="connsiteX760" fmla="*/ 271463 w 3439001"/>
                <a:gd name="connsiteY760" fmla="*/ 59055 h 2304573"/>
                <a:gd name="connsiteX761" fmla="*/ 276225 w 3439001"/>
                <a:gd name="connsiteY761" fmla="*/ 53340 h 2304573"/>
                <a:gd name="connsiteX762" fmla="*/ 273368 w 3439001"/>
                <a:gd name="connsiteY762" fmla="*/ 52388 h 2304573"/>
                <a:gd name="connsiteX763" fmla="*/ 270986 w 3439001"/>
                <a:gd name="connsiteY763" fmla="*/ 51911 h 2304573"/>
                <a:gd name="connsiteX764" fmla="*/ 253365 w 3439001"/>
                <a:gd name="connsiteY764" fmla="*/ 60960 h 2304573"/>
                <a:gd name="connsiteX765" fmla="*/ 252889 w 3439001"/>
                <a:gd name="connsiteY765" fmla="*/ 62389 h 2304573"/>
                <a:gd name="connsiteX766" fmla="*/ 240983 w 3439001"/>
                <a:gd name="connsiteY766" fmla="*/ 69533 h 2304573"/>
                <a:gd name="connsiteX767" fmla="*/ 219075 w 3439001"/>
                <a:gd name="connsiteY767" fmla="*/ 73819 h 2304573"/>
                <a:gd name="connsiteX768" fmla="*/ 214789 w 3439001"/>
                <a:gd name="connsiteY768" fmla="*/ 76200 h 2304573"/>
                <a:gd name="connsiteX769" fmla="*/ 207169 w 3439001"/>
                <a:gd name="connsiteY769" fmla="*/ 78105 h 2304573"/>
                <a:gd name="connsiteX770" fmla="*/ 204788 w 3439001"/>
                <a:gd name="connsiteY770" fmla="*/ 78105 h 2304573"/>
                <a:gd name="connsiteX771" fmla="*/ 205740 w 3439001"/>
                <a:gd name="connsiteY771" fmla="*/ 77152 h 2304573"/>
                <a:gd name="connsiteX772" fmla="*/ 210026 w 3439001"/>
                <a:gd name="connsiteY772" fmla="*/ 75248 h 2304573"/>
                <a:gd name="connsiteX773" fmla="*/ 213836 w 3439001"/>
                <a:gd name="connsiteY773" fmla="*/ 72866 h 2304573"/>
                <a:gd name="connsiteX774" fmla="*/ 215741 w 3439001"/>
                <a:gd name="connsiteY774" fmla="*/ 72390 h 2304573"/>
                <a:gd name="connsiteX775" fmla="*/ 215265 w 3439001"/>
                <a:gd name="connsiteY775" fmla="*/ 70961 h 2304573"/>
                <a:gd name="connsiteX776" fmla="*/ 214313 w 3439001"/>
                <a:gd name="connsiteY776" fmla="*/ 70009 h 2304573"/>
                <a:gd name="connsiteX777" fmla="*/ 211931 w 3439001"/>
                <a:gd name="connsiteY777" fmla="*/ 67627 h 2304573"/>
                <a:gd name="connsiteX778" fmla="*/ 208598 w 3439001"/>
                <a:gd name="connsiteY778" fmla="*/ 70485 h 2304573"/>
                <a:gd name="connsiteX779" fmla="*/ 205264 w 3439001"/>
                <a:gd name="connsiteY779" fmla="*/ 74295 h 2304573"/>
                <a:gd name="connsiteX780" fmla="*/ 195739 w 3439001"/>
                <a:gd name="connsiteY780" fmla="*/ 82391 h 2304573"/>
                <a:gd name="connsiteX781" fmla="*/ 175260 w 3439001"/>
                <a:gd name="connsiteY781" fmla="*/ 102870 h 2304573"/>
                <a:gd name="connsiteX782" fmla="*/ 170498 w 3439001"/>
                <a:gd name="connsiteY782" fmla="*/ 111919 h 2304573"/>
                <a:gd name="connsiteX783" fmla="*/ 169069 w 3439001"/>
                <a:gd name="connsiteY783" fmla="*/ 121444 h 2304573"/>
                <a:gd name="connsiteX784" fmla="*/ 168116 w 3439001"/>
                <a:gd name="connsiteY784" fmla="*/ 125254 h 2304573"/>
                <a:gd name="connsiteX785" fmla="*/ 167164 w 3439001"/>
                <a:gd name="connsiteY785" fmla="*/ 125730 h 2304573"/>
                <a:gd name="connsiteX786" fmla="*/ 166688 w 3439001"/>
                <a:gd name="connsiteY786" fmla="*/ 124777 h 2304573"/>
                <a:gd name="connsiteX787" fmla="*/ 165259 w 3439001"/>
                <a:gd name="connsiteY787" fmla="*/ 127635 h 2304573"/>
                <a:gd name="connsiteX788" fmla="*/ 155734 w 3439001"/>
                <a:gd name="connsiteY788" fmla="*/ 138113 h 2304573"/>
                <a:gd name="connsiteX789" fmla="*/ 144304 w 3439001"/>
                <a:gd name="connsiteY789" fmla="*/ 146209 h 2304573"/>
                <a:gd name="connsiteX790" fmla="*/ 134779 w 3439001"/>
                <a:gd name="connsiteY790" fmla="*/ 150495 h 2304573"/>
                <a:gd name="connsiteX791" fmla="*/ 129540 w 3439001"/>
                <a:gd name="connsiteY791" fmla="*/ 151924 h 2304573"/>
                <a:gd name="connsiteX792" fmla="*/ 109061 w 3439001"/>
                <a:gd name="connsiteY792" fmla="*/ 153829 h 2304573"/>
                <a:gd name="connsiteX793" fmla="*/ 103823 w 3439001"/>
                <a:gd name="connsiteY793" fmla="*/ 154781 h 2304573"/>
                <a:gd name="connsiteX794" fmla="*/ 88106 w 3439001"/>
                <a:gd name="connsiteY794" fmla="*/ 155734 h 2304573"/>
                <a:gd name="connsiteX795" fmla="*/ 64294 w 3439001"/>
                <a:gd name="connsiteY795" fmla="*/ 154781 h 2304573"/>
                <a:gd name="connsiteX796" fmla="*/ 65246 w 3439001"/>
                <a:gd name="connsiteY796" fmla="*/ 160020 h 2304573"/>
                <a:gd name="connsiteX797" fmla="*/ 61913 w 3439001"/>
                <a:gd name="connsiteY797" fmla="*/ 173355 h 2304573"/>
                <a:gd name="connsiteX798" fmla="*/ 58579 w 3439001"/>
                <a:gd name="connsiteY798" fmla="*/ 181927 h 2304573"/>
                <a:gd name="connsiteX799" fmla="*/ 56198 w 3439001"/>
                <a:gd name="connsiteY799" fmla="*/ 183833 h 2304573"/>
                <a:gd name="connsiteX800" fmla="*/ 51911 w 3439001"/>
                <a:gd name="connsiteY800" fmla="*/ 185738 h 2304573"/>
                <a:gd name="connsiteX801" fmla="*/ 49054 w 3439001"/>
                <a:gd name="connsiteY801" fmla="*/ 184785 h 2304573"/>
                <a:gd name="connsiteX802" fmla="*/ 52388 w 3439001"/>
                <a:gd name="connsiteY802" fmla="*/ 181927 h 2304573"/>
                <a:gd name="connsiteX803" fmla="*/ 49054 w 3439001"/>
                <a:gd name="connsiteY803" fmla="*/ 182880 h 2304573"/>
                <a:gd name="connsiteX804" fmla="*/ 44291 w 3439001"/>
                <a:gd name="connsiteY804" fmla="*/ 185738 h 2304573"/>
                <a:gd name="connsiteX805" fmla="*/ 51435 w 3439001"/>
                <a:gd name="connsiteY805" fmla="*/ 188119 h 2304573"/>
                <a:gd name="connsiteX806" fmla="*/ 57150 w 3439001"/>
                <a:gd name="connsiteY806" fmla="*/ 189071 h 2304573"/>
                <a:gd name="connsiteX807" fmla="*/ 62865 w 3439001"/>
                <a:gd name="connsiteY807" fmla="*/ 190976 h 2304573"/>
                <a:gd name="connsiteX808" fmla="*/ 72390 w 3439001"/>
                <a:gd name="connsiteY808" fmla="*/ 198120 h 2304573"/>
                <a:gd name="connsiteX809" fmla="*/ 91916 w 3439001"/>
                <a:gd name="connsiteY809" fmla="*/ 204311 h 2304573"/>
                <a:gd name="connsiteX810" fmla="*/ 134779 w 3439001"/>
                <a:gd name="connsiteY810" fmla="*/ 229552 h 2304573"/>
                <a:gd name="connsiteX811" fmla="*/ 140970 w 3439001"/>
                <a:gd name="connsiteY811" fmla="*/ 237173 h 2304573"/>
                <a:gd name="connsiteX812" fmla="*/ 145733 w 3439001"/>
                <a:gd name="connsiteY812" fmla="*/ 249079 h 2304573"/>
                <a:gd name="connsiteX813" fmla="*/ 148590 w 3439001"/>
                <a:gd name="connsiteY813" fmla="*/ 253365 h 2304573"/>
                <a:gd name="connsiteX814" fmla="*/ 154781 w 3439001"/>
                <a:gd name="connsiteY814" fmla="*/ 258604 h 2304573"/>
                <a:gd name="connsiteX815" fmla="*/ 172879 w 3439001"/>
                <a:gd name="connsiteY815" fmla="*/ 262890 h 2304573"/>
                <a:gd name="connsiteX816" fmla="*/ 180975 w 3439001"/>
                <a:gd name="connsiteY816" fmla="*/ 262414 h 2304573"/>
                <a:gd name="connsiteX817" fmla="*/ 187166 w 3439001"/>
                <a:gd name="connsiteY817" fmla="*/ 263366 h 2304573"/>
                <a:gd name="connsiteX818" fmla="*/ 192881 w 3439001"/>
                <a:gd name="connsiteY818" fmla="*/ 258604 h 2304573"/>
                <a:gd name="connsiteX819" fmla="*/ 192881 w 3439001"/>
                <a:gd name="connsiteY819" fmla="*/ 260985 h 2304573"/>
                <a:gd name="connsiteX820" fmla="*/ 193358 w 3439001"/>
                <a:gd name="connsiteY820" fmla="*/ 263366 h 2304573"/>
                <a:gd name="connsiteX821" fmla="*/ 207645 w 3439001"/>
                <a:gd name="connsiteY821" fmla="*/ 261461 h 2304573"/>
                <a:gd name="connsiteX822" fmla="*/ 216218 w 3439001"/>
                <a:gd name="connsiteY822" fmla="*/ 262890 h 2304573"/>
                <a:gd name="connsiteX823" fmla="*/ 219551 w 3439001"/>
                <a:gd name="connsiteY823" fmla="*/ 265271 h 2304573"/>
                <a:gd name="connsiteX824" fmla="*/ 215741 w 3439001"/>
                <a:gd name="connsiteY824" fmla="*/ 268605 h 2304573"/>
                <a:gd name="connsiteX825" fmla="*/ 210503 w 3439001"/>
                <a:gd name="connsiteY825" fmla="*/ 275273 h 2304573"/>
                <a:gd name="connsiteX826" fmla="*/ 211455 w 3439001"/>
                <a:gd name="connsiteY826" fmla="*/ 280988 h 2304573"/>
                <a:gd name="connsiteX827" fmla="*/ 217646 w 3439001"/>
                <a:gd name="connsiteY827" fmla="*/ 284321 h 2304573"/>
                <a:gd name="connsiteX828" fmla="*/ 221456 w 3439001"/>
                <a:gd name="connsiteY828" fmla="*/ 287179 h 2304573"/>
                <a:gd name="connsiteX829" fmla="*/ 227171 w 3439001"/>
                <a:gd name="connsiteY829" fmla="*/ 289560 h 2304573"/>
                <a:gd name="connsiteX830" fmla="*/ 239078 w 3439001"/>
                <a:gd name="connsiteY830" fmla="*/ 283845 h 2304573"/>
                <a:gd name="connsiteX831" fmla="*/ 245269 w 3439001"/>
                <a:gd name="connsiteY831" fmla="*/ 282893 h 2304573"/>
                <a:gd name="connsiteX832" fmla="*/ 252889 w 3439001"/>
                <a:gd name="connsiteY832" fmla="*/ 286703 h 2304573"/>
                <a:gd name="connsiteX833" fmla="*/ 262414 w 3439001"/>
                <a:gd name="connsiteY833" fmla="*/ 286226 h 2304573"/>
                <a:gd name="connsiteX834" fmla="*/ 265748 w 3439001"/>
                <a:gd name="connsiteY834" fmla="*/ 288608 h 2304573"/>
                <a:gd name="connsiteX835" fmla="*/ 267176 w 3439001"/>
                <a:gd name="connsiteY835" fmla="*/ 292418 h 2304573"/>
                <a:gd name="connsiteX836" fmla="*/ 267176 w 3439001"/>
                <a:gd name="connsiteY836" fmla="*/ 297180 h 2304573"/>
                <a:gd name="connsiteX837" fmla="*/ 252889 w 3439001"/>
                <a:gd name="connsiteY837" fmla="*/ 300038 h 2304573"/>
                <a:gd name="connsiteX838" fmla="*/ 248126 w 3439001"/>
                <a:gd name="connsiteY838" fmla="*/ 299561 h 2304573"/>
                <a:gd name="connsiteX839" fmla="*/ 239078 w 3439001"/>
                <a:gd name="connsiteY839" fmla="*/ 294323 h 2304573"/>
                <a:gd name="connsiteX840" fmla="*/ 235268 w 3439001"/>
                <a:gd name="connsiteY840" fmla="*/ 292894 h 2304573"/>
                <a:gd name="connsiteX841" fmla="*/ 229076 w 3439001"/>
                <a:gd name="connsiteY841" fmla="*/ 292894 h 2304573"/>
                <a:gd name="connsiteX842" fmla="*/ 220504 w 3439001"/>
                <a:gd name="connsiteY842" fmla="*/ 294799 h 2304573"/>
                <a:gd name="connsiteX843" fmla="*/ 209550 w 3439001"/>
                <a:gd name="connsiteY843" fmla="*/ 289084 h 2304573"/>
                <a:gd name="connsiteX844" fmla="*/ 204788 w 3439001"/>
                <a:gd name="connsiteY844" fmla="*/ 282893 h 2304573"/>
                <a:gd name="connsiteX845" fmla="*/ 205740 w 3439001"/>
                <a:gd name="connsiteY845" fmla="*/ 276225 h 2304573"/>
                <a:gd name="connsiteX846" fmla="*/ 201930 w 3439001"/>
                <a:gd name="connsiteY846" fmla="*/ 275273 h 2304573"/>
                <a:gd name="connsiteX847" fmla="*/ 197644 w 3439001"/>
                <a:gd name="connsiteY847" fmla="*/ 268605 h 2304573"/>
                <a:gd name="connsiteX848" fmla="*/ 193834 w 3439001"/>
                <a:gd name="connsiteY848" fmla="*/ 267176 h 2304573"/>
                <a:gd name="connsiteX849" fmla="*/ 190024 w 3439001"/>
                <a:gd name="connsiteY849" fmla="*/ 268129 h 2304573"/>
                <a:gd name="connsiteX850" fmla="*/ 185738 w 3439001"/>
                <a:gd name="connsiteY850" fmla="*/ 270034 h 2304573"/>
                <a:gd name="connsiteX851" fmla="*/ 188119 w 3439001"/>
                <a:gd name="connsiteY851" fmla="*/ 275273 h 2304573"/>
                <a:gd name="connsiteX852" fmla="*/ 190500 w 3439001"/>
                <a:gd name="connsiteY852" fmla="*/ 279083 h 2304573"/>
                <a:gd name="connsiteX853" fmla="*/ 195739 w 3439001"/>
                <a:gd name="connsiteY853" fmla="*/ 279083 h 2304573"/>
                <a:gd name="connsiteX854" fmla="*/ 200025 w 3439001"/>
                <a:gd name="connsiteY854" fmla="*/ 281464 h 2304573"/>
                <a:gd name="connsiteX855" fmla="*/ 210503 w 3439001"/>
                <a:gd name="connsiteY855" fmla="*/ 292894 h 2304573"/>
                <a:gd name="connsiteX856" fmla="*/ 209550 w 3439001"/>
                <a:gd name="connsiteY856" fmla="*/ 297656 h 2304573"/>
                <a:gd name="connsiteX857" fmla="*/ 212408 w 3439001"/>
                <a:gd name="connsiteY857" fmla="*/ 300038 h 2304573"/>
                <a:gd name="connsiteX858" fmla="*/ 221933 w 3439001"/>
                <a:gd name="connsiteY858" fmla="*/ 298133 h 2304573"/>
                <a:gd name="connsiteX859" fmla="*/ 236220 w 3439001"/>
                <a:gd name="connsiteY859" fmla="*/ 302419 h 2304573"/>
                <a:gd name="connsiteX860" fmla="*/ 238125 w 3439001"/>
                <a:gd name="connsiteY860" fmla="*/ 304800 h 2304573"/>
                <a:gd name="connsiteX861" fmla="*/ 239554 w 3439001"/>
                <a:gd name="connsiteY861" fmla="*/ 310515 h 2304573"/>
                <a:gd name="connsiteX862" fmla="*/ 237173 w 3439001"/>
                <a:gd name="connsiteY862" fmla="*/ 307658 h 2304573"/>
                <a:gd name="connsiteX863" fmla="*/ 233839 w 3439001"/>
                <a:gd name="connsiteY863" fmla="*/ 308610 h 2304573"/>
                <a:gd name="connsiteX864" fmla="*/ 229076 w 3439001"/>
                <a:gd name="connsiteY864" fmla="*/ 307181 h 2304573"/>
                <a:gd name="connsiteX865" fmla="*/ 225266 w 3439001"/>
                <a:gd name="connsiteY865" fmla="*/ 305276 h 2304573"/>
                <a:gd name="connsiteX866" fmla="*/ 221933 w 3439001"/>
                <a:gd name="connsiteY866" fmla="*/ 307181 h 2304573"/>
                <a:gd name="connsiteX867" fmla="*/ 212884 w 3439001"/>
                <a:gd name="connsiteY867" fmla="*/ 318135 h 2304573"/>
                <a:gd name="connsiteX868" fmla="*/ 209074 w 3439001"/>
                <a:gd name="connsiteY868" fmla="*/ 318611 h 2304573"/>
                <a:gd name="connsiteX869" fmla="*/ 199549 w 3439001"/>
                <a:gd name="connsiteY869" fmla="*/ 317183 h 2304573"/>
                <a:gd name="connsiteX870" fmla="*/ 186690 w 3439001"/>
                <a:gd name="connsiteY870" fmla="*/ 318135 h 2304573"/>
                <a:gd name="connsiteX871" fmla="*/ 181928 w 3439001"/>
                <a:gd name="connsiteY871" fmla="*/ 317659 h 2304573"/>
                <a:gd name="connsiteX872" fmla="*/ 176213 w 3439001"/>
                <a:gd name="connsiteY872" fmla="*/ 315278 h 2304573"/>
                <a:gd name="connsiteX873" fmla="*/ 166688 w 3439001"/>
                <a:gd name="connsiteY873" fmla="*/ 316706 h 2304573"/>
                <a:gd name="connsiteX874" fmla="*/ 149066 w 3439001"/>
                <a:gd name="connsiteY874" fmla="*/ 316230 h 2304573"/>
                <a:gd name="connsiteX875" fmla="*/ 137636 w 3439001"/>
                <a:gd name="connsiteY875" fmla="*/ 308610 h 2304573"/>
                <a:gd name="connsiteX876" fmla="*/ 140018 w 3439001"/>
                <a:gd name="connsiteY876" fmla="*/ 306229 h 2304573"/>
                <a:gd name="connsiteX877" fmla="*/ 142399 w 3439001"/>
                <a:gd name="connsiteY877" fmla="*/ 304800 h 2304573"/>
                <a:gd name="connsiteX878" fmla="*/ 141923 w 3439001"/>
                <a:gd name="connsiteY878" fmla="*/ 299561 h 2304573"/>
                <a:gd name="connsiteX879" fmla="*/ 145733 w 3439001"/>
                <a:gd name="connsiteY879" fmla="*/ 292894 h 2304573"/>
                <a:gd name="connsiteX880" fmla="*/ 146209 w 3439001"/>
                <a:gd name="connsiteY880" fmla="*/ 290513 h 2304573"/>
                <a:gd name="connsiteX881" fmla="*/ 144304 w 3439001"/>
                <a:gd name="connsiteY881" fmla="*/ 288608 h 2304573"/>
                <a:gd name="connsiteX882" fmla="*/ 142399 w 3439001"/>
                <a:gd name="connsiteY882" fmla="*/ 287655 h 2304573"/>
                <a:gd name="connsiteX883" fmla="*/ 145256 w 3439001"/>
                <a:gd name="connsiteY883" fmla="*/ 287179 h 2304573"/>
                <a:gd name="connsiteX884" fmla="*/ 151448 w 3439001"/>
                <a:gd name="connsiteY884" fmla="*/ 287655 h 2304573"/>
                <a:gd name="connsiteX885" fmla="*/ 148590 w 3439001"/>
                <a:gd name="connsiteY885" fmla="*/ 285274 h 2304573"/>
                <a:gd name="connsiteX886" fmla="*/ 137160 w 3439001"/>
                <a:gd name="connsiteY886" fmla="*/ 285750 h 2304573"/>
                <a:gd name="connsiteX887" fmla="*/ 123349 w 3439001"/>
                <a:gd name="connsiteY887" fmla="*/ 287179 h 2304573"/>
                <a:gd name="connsiteX888" fmla="*/ 116205 w 3439001"/>
                <a:gd name="connsiteY888" fmla="*/ 289084 h 2304573"/>
                <a:gd name="connsiteX889" fmla="*/ 102870 w 3439001"/>
                <a:gd name="connsiteY889" fmla="*/ 295751 h 2304573"/>
                <a:gd name="connsiteX890" fmla="*/ 98108 w 3439001"/>
                <a:gd name="connsiteY890" fmla="*/ 295751 h 2304573"/>
                <a:gd name="connsiteX891" fmla="*/ 89535 w 3439001"/>
                <a:gd name="connsiteY891" fmla="*/ 297656 h 2304573"/>
                <a:gd name="connsiteX892" fmla="*/ 78581 w 3439001"/>
                <a:gd name="connsiteY892" fmla="*/ 302895 h 2304573"/>
                <a:gd name="connsiteX893" fmla="*/ 77153 w 3439001"/>
                <a:gd name="connsiteY893" fmla="*/ 304800 h 2304573"/>
                <a:gd name="connsiteX894" fmla="*/ 76200 w 3439001"/>
                <a:gd name="connsiteY894" fmla="*/ 307181 h 2304573"/>
                <a:gd name="connsiteX895" fmla="*/ 85725 w 3439001"/>
                <a:gd name="connsiteY895" fmla="*/ 311468 h 2304573"/>
                <a:gd name="connsiteX896" fmla="*/ 84773 w 3439001"/>
                <a:gd name="connsiteY896" fmla="*/ 312896 h 2304573"/>
                <a:gd name="connsiteX897" fmla="*/ 83344 w 3439001"/>
                <a:gd name="connsiteY897" fmla="*/ 313849 h 2304573"/>
                <a:gd name="connsiteX898" fmla="*/ 80010 w 3439001"/>
                <a:gd name="connsiteY898" fmla="*/ 314801 h 2304573"/>
                <a:gd name="connsiteX899" fmla="*/ 70485 w 3439001"/>
                <a:gd name="connsiteY899" fmla="*/ 314325 h 2304573"/>
                <a:gd name="connsiteX900" fmla="*/ 69056 w 3439001"/>
                <a:gd name="connsiteY900" fmla="*/ 313849 h 2304573"/>
                <a:gd name="connsiteX901" fmla="*/ 63818 w 3439001"/>
                <a:gd name="connsiteY901" fmla="*/ 311468 h 2304573"/>
                <a:gd name="connsiteX902" fmla="*/ 57626 w 3439001"/>
                <a:gd name="connsiteY902" fmla="*/ 312896 h 2304573"/>
                <a:gd name="connsiteX903" fmla="*/ 52864 w 3439001"/>
                <a:gd name="connsiteY903" fmla="*/ 315278 h 2304573"/>
                <a:gd name="connsiteX904" fmla="*/ 45720 w 3439001"/>
                <a:gd name="connsiteY904" fmla="*/ 318135 h 2304573"/>
                <a:gd name="connsiteX905" fmla="*/ 40958 w 3439001"/>
                <a:gd name="connsiteY905" fmla="*/ 323374 h 2304573"/>
                <a:gd name="connsiteX906" fmla="*/ 37624 w 3439001"/>
                <a:gd name="connsiteY906" fmla="*/ 326231 h 2304573"/>
                <a:gd name="connsiteX907" fmla="*/ 34766 w 3439001"/>
                <a:gd name="connsiteY907" fmla="*/ 327660 h 2304573"/>
                <a:gd name="connsiteX908" fmla="*/ 23336 w 3439001"/>
                <a:gd name="connsiteY908" fmla="*/ 328613 h 2304573"/>
                <a:gd name="connsiteX909" fmla="*/ 17621 w 3439001"/>
                <a:gd name="connsiteY909" fmla="*/ 334328 h 2304573"/>
                <a:gd name="connsiteX910" fmla="*/ 6191 w 3439001"/>
                <a:gd name="connsiteY910" fmla="*/ 338614 h 2304573"/>
                <a:gd name="connsiteX911" fmla="*/ 5715 w 3439001"/>
                <a:gd name="connsiteY911" fmla="*/ 336709 h 2304573"/>
                <a:gd name="connsiteX912" fmla="*/ 5715 w 3439001"/>
                <a:gd name="connsiteY912" fmla="*/ 334804 h 2304573"/>
                <a:gd name="connsiteX913" fmla="*/ 2858 w 3439001"/>
                <a:gd name="connsiteY913" fmla="*/ 336232 h 2304573"/>
                <a:gd name="connsiteX914" fmla="*/ 0 w 3439001"/>
                <a:gd name="connsiteY914" fmla="*/ 339566 h 2304573"/>
                <a:gd name="connsiteX915" fmla="*/ 1905 w 3439001"/>
                <a:gd name="connsiteY915" fmla="*/ 342900 h 2304573"/>
                <a:gd name="connsiteX916" fmla="*/ 3334 w 3439001"/>
                <a:gd name="connsiteY916" fmla="*/ 344329 h 2304573"/>
                <a:gd name="connsiteX917" fmla="*/ 23336 w 3439001"/>
                <a:gd name="connsiteY917" fmla="*/ 352425 h 2304573"/>
                <a:gd name="connsiteX918" fmla="*/ 48578 w 3439001"/>
                <a:gd name="connsiteY918" fmla="*/ 357188 h 2304573"/>
                <a:gd name="connsiteX919" fmla="*/ 50483 w 3439001"/>
                <a:gd name="connsiteY919" fmla="*/ 356235 h 2304573"/>
                <a:gd name="connsiteX920" fmla="*/ 64294 w 3439001"/>
                <a:gd name="connsiteY920" fmla="*/ 358616 h 2304573"/>
                <a:gd name="connsiteX921" fmla="*/ 65723 w 3439001"/>
                <a:gd name="connsiteY921" fmla="*/ 359569 h 2304573"/>
                <a:gd name="connsiteX922" fmla="*/ 67151 w 3439001"/>
                <a:gd name="connsiteY922" fmla="*/ 360998 h 2304573"/>
                <a:gd name="connsiteX923" fmla="*/ 61913 w 3439001"/>
                <a:gd name="connsiteY923" fmla="*/ 360045 h 2304573"/>
                <a:gd name="connsiteX924" fmla="*/ 56198 w 3439001"/>
                <a:gd name="connsiteY924" fmla="*/ 361474 h 2304573"/>
                <a:gd name="connsiteX925" fmla="*/ 53340 w 3439001"/>
                <a:gd name="connsiteY925" fmla="*/ 366713 h 2304573"/>
                <a:gd name="connsiteX926" fmla="*/ 45244 w 3439001"/>
                <a:gd name="connsiteY926" fmla="*/ 367665 h 2304573"/>
                <a:gd name="connsiteX927" fmla="*/ 42386 w 3439001"/>
                <a:gd name="connsiteY927" fmla="*/ 368141 h 2304573"/>
                <a:gd name="connsiteX928" fmla="*/ 40481 w 3439001"/>
                <a:gd name="connsiteY928" fmla="*/ 367189 h 2304573"/>
                <a:gd name="connsiteX929" fmla="*/ 39529 w 3439001"/>
                <a:gd name="connsiteY929" fmla="*/ 367665 h 2304573"/>
                <a:gd name="connsiteX930" fmla="*/ 42863 w 3439001"/>
                <a:gd name="connsiteY930" fmla="*/ 370999 h 2304573"/>
                <a:gd name="connsiteX931" fmla="*/ 52388 w 3439001"/>
                <a:gd name="connsiteY931" fmla="*/ 379095 h 2304573"/>
                <a:gd name="connsiteX932" fmla="*/ 57150 w 3439001"/>
                <a:gd name="connsiteY932" fmla="*/ 380524 h 2304573"/>
                <a:gd name="connsiteX933" fmla="*/ 57150 w 3439001"/>
                <a:gd name="connsiteY933" fmla="*/ 385763 h 2304573"/>
                <a:gd name="connsiteX934" fmla="*/ 54769 w 3439001"/>
                <a:gd name="connsiteY934" fmla="*/ 387191 h 2304573"/>
                <a:gd name="connsiteX935" fmla="*/ 54769 w 3439001"/>
                <a:gd name="connsiteY935" fmla="*/ 391001 h 2304573"/>
                <a:gd name="connsiteX936" fmla="*/ 60008 w 3439001"/>
                <a:gd name="connsiteY936" fmla="*/ 396716 h 2304573"/>
                <a:gd name="connsiteX937" fmla="*/ 66199 w 3439001"/>
                <a:gd name="connsiteY937" fmla="*/ 399098 h 2304573"/>
                <a:gd name="connsiteX938" fmla="*/ 90011 w 3439001"/>
                <a:gd name="connsiteY938" fmla="*/ 402907 h 2304573"/>
                <a:gd name="connsiteX939" fmla="*/ 100489 w 3439001"/>
                <a:gd name="connsiteY939" fmla="*/ 405289 h 2304573"/>
                <a:gd name="connsiteX940" fmla="*/ 105728 w 3439001"/>
                <a:gd name="connsiteY940" fmla="*/ 405765 h 2304573"/>
                <a:gd name="connsiteX941" fmla="*/ 108585 w 3439001"/>
                <a:gd name="connsiteY941" fmla="*/ 405289 h 2304573"/>
                <a:gd name="connsiteX942" fmla="*/ 110014 w 3439001"/>
                <a:gd name="connsiteY942" fmla="*/ 404336 h 2304573"/>
                <a:gd name="connsiteX943" fmla="*/ 110966 w 3439001"/>
                <a:gd name="connsiteY943" fmla="*/ 402431 h 2304573"/>
                <a:gd name="connsiteX944" fmla="*/ 113348 w 3439001"/>
                <a:gd name="connsiteY944" fmla="*/ 401479 h 2304573"/>
                <a:gd name="connsiteX945" fmla="*/ 114776 w 3439001"/>
                <a:gd name="connsiteY945" fmla="*/ 401955 h 2304573"/>
                <a:gd name="connsiteX946" fmla="*/ 116205 w 3439001"/>
                <a:gd name="connsiteY946" fmla="*/ 402907 h 2304573"/>
                <a:gd name="connsiteX947" fmla="*/ 129540 w 3439001"/>
                <a:gd name="connsiteY947" fmla="*/ 398621 h 2304573"/>
                <a:gd name="connsiteX948" fmla="*/ 149543 w 3439001"/>
                <a:gd name="connsiteY948" fmla="*/ 398621 h 2304573"/>
                <a:gd name="connsiteX949" fmla="*/ 157163 w 3439001"/>
                <a:gd name="connsiteY949" fmla="*/ 400526 h 2304573"/>
                <a:gd name="connsiteX950" fmla="*/ 164783 w 3439001"/>
                <a:gd name="connsiteY950" fmla="*/ 404813 h 2304573"/>
                <a:gd name="connsiteX951" fmla="*/ 169069 w 3439001"/>
                <a:gd name="connsiteY951" fmla="*/ 407670 h 2304573"/>
                <a:gd name="connsiteX952" fmla="*/ 170498 w 3439001"/>
                <a:gd name="connsiteY952" fmla="*/ 404813 h 2304573"/>
                <a:gd name="connsiteX953" fmla="*/ 172403 w 3439001"/>
                <a:gd name="connsiteY953" fmla="*/ 402431 h 2304573"/>
                <a:gd name="connsiteX954" fmla="*/ 168116 w 3439001"/>
                <a:gd name="connsiteY954" fmla="*/ 401479 h 2304573"/>
                <a:gd name="connsiteX955" fmla="*/ 165735 w 3439001"/>
                <a:gd name="connsiteY955" fmla="*/ 400050 h 2304573"/>
                <a:gd name="connsiteX956" fmla="*/ 163830 w 3439001"/>
                <a:gd name="connsiteY956" fmla="*/ 397669 h 2304573"/>
                <a:gd name="connsiteX957" fmla="*/ 167164 w 3439001"/>
                <a:gd name="connsiteY957" fmla="*/ 395288 h 2304573"/>
                <a:gd name="connsiteX958" fmla="*/ 178118 w 3439001"/>
                <a:gd name="connsiteY958" fmla="*/ 402907 h 2304573"/>
                <a:gd name="connsiteX959" fmla="*/ 180499 w 3439001"/>
                <a:gd name="connsiteY959" fmla="*/ 410528 h 2304573"/>
                <a:gd name="connsiteX960" fmla="*/ 183833 w 3439001"/>
                <a:gd name="connsiteY960" fmla="*/ 410528 h 2304573"/>
                <a:gd name="connsiteX961" fmla="*/ 186214 w 3439001"/>
                <a:gd name="connsiteY961" fmla="*/ 406718 h 2304573"/>
                <a:gd name="connsiteX962" fmla="*/ 196691 w 3439001"/>
                <a:gd name="connsiteY962" fmla="*/ 397669 h 2304573"/>
                <a:gd name="connsiteX963" fmla="*/ 202406 w 3439001"/>
                <a:gd name="connsiteY963" fmla="*/ 394335 h 2304573"/>
                <a:gd name="connsiteX964" fmla="*/ 212884 w 3439001"/>
                <a:gd name="connsiteY964" fmla="*/ 391001 h 2304573"/>
                <a:gd name="connsiteX965" fmla="*/ 216694 w 3439001"/>
                <a:gd name="connsiteY965" fmla="*/ 387191 h 2304573"/>
                <a:gd name="connsiteX966" fmla="*/ 220980 w 3439001"/>
                <a:gd name="connsiteY966" fmla="*/ 388620 h 2304573"/>
                <a:gd name="connsiteX967" fmla="*/ 226695 w 3439001"/>
                <a:gd name="connsiteY967" fmla="*/ 388620 h 2304573"/>
                <a:gd name="connsiteX968" fmla="*/ 236220 w 3439001"/>
                <a:gd name="connsiteY968" fmla="*/ 381476 h 2304573"/>
                <a:gd name="connsiteX969" fmla="*/ 238125 w 3439001"/>
                <a:gd name="connsiteY969" fmla="*/ 381476 h 2304573"/>
                <a:gd name="connsiteX970" fmla="*/ 240506 w 3439001"/>
                <a:gd name="connsiteY970" fmla="*/ 382429 h 2304573"/>
                <a:gd name="connsiteX971" fmla="*/ 243840 w 3439001"/>
                <a:gd name="connsiteY971" fmla="*/ 385763 h 2304573"/>
                <a:gd name="connsiteX972" fmla="*/ 246698 w 3439001"/>
                <a:gd name="connsiteY972" fmla="*/ 388144 h 2304573"/>
                <a:gd name="connsiteX973" fmla="*/ 247650 w 3439001"/>
                <a:gd name="connsiteY973" fmla="*/ 390525 h 2304573"/>
                <a:gd name="connsiteX974" fmla="*/ 248126 w 3439001"/>
                <a:gd name="connsiteY974" fmla="*/ 394335 h 2304573"/>
                <a:gd name="connsiteX975" fmla="*/ 246221 w 3439001"/>
                <a:gd name="connsiteY975" fmla="*/ 398145 h 2304573"/>
                <a:gd name="connsiteX976" fmla="*/ 244793 w 3439001"/>
                <a:gd name="connsiteY976" fmla="*/ 400050 h 2304573"/>
                <a:gd name="connsiteX977" fmla="*/ 240983 w 3439001"/>
                <a:gd name="connsiteY977" fmla="*/ 402431 h 2304573"/>
                <a:gd name="connsiteX978" fmla="*/ 236220 w 3439001"/>
                <a:gd name="connsiteY978" fmla="*/ 403384 h 2304573"/>
                <a:gd name="connsiteX979" fmla="*/ 228600 w 3439001"/>
                <a:gd name="connsiteY979" fmla="*/ 402907 h 2304573"/>
                <a:gd name="connsiteX980" fmla="*/ 226219 w 3439001"/>
                <a:gd name="connsiteY980" fmla="*/ 408146 h 2304573"/>
                <a:gd name="connsiteX981" fmla="*/ 230029 w 3439001"/>
                <a:gd name="connsiteY981" fmla="*/ 407670 h 2304573"/>
                <a:gd name="connsiteX982" fmla="*/ 235744 w 3439001"/>
                <a:gd name="connsiteY982" fmla="*/ 410051 h 2304573"/>
                <a:gd name="connsiteX983" fmla="*/ 243840 w 3439001"/>
                <a:gd name="connsiteY983" fmla="*/ 418148 h 2304573"/>
                <a:gd name="connsiteX984" fmla="*/ 246698 w 3439001"/>
                <a:gd name="connsiteY984" fmla="*/ 430054 h 2304573"/>
                <a:gd name="connsiteX985" fmla="*/ 249079 w 3439001"/>
                <a:gd name="connsiteY985" fmla="*/ 435293 h 2304573"/>
                <a:gd name="connsiteX986" fmla="*/ 250984 w 3439001"/>
                <a:gd name="connsiteY986" fmla="*/ 441484 h 2304573"/>
                <a:gd name="connsiteX987" fmla="*/ 249555 w 3439001"/>
                <a:gd name="connsiteY987" fmla="*/ 446246 h 2304573"/>
                <a:gd name="connsiteX988" fmla="*/ 246221 w 3439001"/>
                <a:gd name="connsiteY988" fmla="*/ 450056 h 2304573"/>
                <a:gd name="connsiteX989" fmla="*/ 240506 w 3439001"/>
                <a:gd name="connsiteY989" fmla="*/ 455771 h 2304573"/>
                <a:gd name="connsiteX990" fmla="*/ 234791 w 3439001"/>
                <a:gd name="connsiteY990" fmla="*/ 459105 h 2304573"/>
                <a:gd name="connsiteX991" fmla="*/ 226695 w 3439001"/>
                <a:gd name="connsiteY991" fmla="*/ 460534 h 2304573"/>
                <a:gd name="connsiteX992" fmla="*/ 210979 w 3439001"/>
                <a:gd name="connsiteY992" fmla="*/ 461486 h 2304573"/>
                <a:gd name="connsiteX993" fmla="*/ 208121 w 3439001"/>
                <a:gd name="connsiteY993" fmla="*/ 460534 h 2304573"/>
                <a:gd name="connsiteX994" fmla="*/ 206216 w 3439001"/>
                <a:gd name="connsiteY994" fmla="*/ 457200 h 2304573"/>
                <a:gd name="connsiteX995" fmla="*/ 203359 w 3439001"/>
                <a:gd name="connsiteY995" fmla="*/ 456724 h 2304573"/>
                <a:gd name="connsiteX996" fmla="*/ 200501 w 3439001"/>
                <a:gd name="connsiteY996" fmla="*/ 457200 h 2304573"/>
                <a:gd name="connsiteX997" fmla="*/ 198120 w 3439001"/>
                <a:gd name="connsiteY997" fmla="*/ 461486 h 2304573"/>
                <a:gd name="connsiteX998" fmla="*/ 189071 w 3439001"/>
                <a:gd name="connsiteY998" fmla="*/ 471488 h 2304573"/>
                <a:gd name="connsiteX999" fmla="*/ 182880 w 3439001"/>
                <a:gd name="connsiteY999" fmla="*/ 474821 h 2304573"/>
                <a:gd name="connsiteX1000" fmla="*/ 178118 w 3439001"/>
                <a:gd name="connsiteY1000" fmla="*/ 479584 h 2304573"/>
                <a:gd name="connsiteX1001" fmla="*/ 174308 w 3439001"/>
                <a:gd name="connsiteY1001" fmla="*/ 481489 h 2304573"/>
                <a:gd name="connsiteX1002" fmla="*/ 166688 w 3439001"/>
                <a:gd name="connsiteY1002" fmla="*/ 483394 h 2304573"/>
                <a:gd name="connsiteX1003" fmla="*/ 164306 w 3439001"/>
                <a:gd name="connsiteY1003" fmla="*/ 483394 h 2304573"/>
                <a:gd name="connsiteX1004" fmla="*/ 161925 w 3439001"/>
                <a:gd name="connsiteY1004" fmla="*/ 481489 h 2304573"/>
                <a:gd name="connsiteX1005" fmla="*/ 159068 w 3439001"/>
                <a:gd name="connsiteY1005" fmla="*/ 480536 h 2304573"/>
                <a:gd name="connsiteX1006" fmla="*/ 154305 w 3439001"/>
                <a:gd name="connsiteY1006" fmla="*/ 482918 h 2304573"/>
                <a:gd name="connsiteX1007" fmla="*/ 151448 w 3439001"/>
                <a:gd name="connsiteY1007" fmla="*/ 485299 h 2304573"/>
                <a:gd name="connsiteX1008" fmla="*/ 150971 w 3439001"/>
                <a:gd name="connsiteY1008" fmla="*/ 484346 h 2304573"/>
                <a:gd name="connsiteX1009" fmla="*/ 151924 w 3439001"/>
                <a:gd name="connsiteY1009" fmla="*/ 483394 h 2304573"/>
                <a:gd name="connsiteX1010" fmla="*/ 153829 w 3439001"/>
                <a:gd name="connsiteY1010" fmla="*/ 481965 h 2304573"/>
                <a:gd name="connsiteX1011" fmla="*/ 154781 w 3439001"/>
                <a:gd name="connsiteY1011" fmla="*/ 481013 h 2304573"/>
                <a:gd name="connsiteX1012" fmla="*/ 155258 w 3439001"/>
                <a:gd name="connsiteY1012" fmla="*/ 479107 h 2304573"/>
                <a:gd name="connsiteX1013" fmla="*/ 150971 w 3439001"/>
                <a:gd name="connsiteY1013" fmla="*/ 475298 h 2304573"/>
                <a:gd name="connsiteX1014" fmla="*/ 143828 w 3439001"/>
                <a:gd name="connsiteY1014" fmla="*/ 472440 h 2304573"/>
                <a:gd name="connsiteX1015" fmla="*/ 138113 w 3439001"/>
                <a:gd name="connsiteY1015" fmla="*/ 471488 h 2304573"/>
                <a:gd name="connsiteX1016" fmla="*/ 127635 w 3439001"/>
                <a:gd name="connsiteY1016" fmla="*/ 473869 h 2304573"/>
                <a:gd name="connsiteX1017" fmla="*/ 125730 w 3439001"/>
                <a:gd name="connsiteY1017" fmla="*/ 475298 h 2304573"/>
                <a:gd name="connsiteX1018" fmla="*/ 123825 w 3439001"/>
                <a:gd name="connsiteY1018" fmla="*/ 478155 h 2304573"/>
                <a:gd name="connsiteX1019" fmla="*/ 129064 w 3439001"/>
                <a:gd name="connsiteY1019" fmla="*/ 481965 h 2304573"/>
                <a:gd name="connsiteX1020" fmla="*/ 128588 w 3439001"/>
                <a:gd name="connsiteY1020" fmla="*/ 483394 h 2304573"/>
                <a:gd name="connsiteX1021" fmla="*/ 127159 w 3439001"/>
                <a:gd name="connsiteY1021" fmla="*/ 482918 h 2304573"/>
                <a:gd name="connsiteX1022" fmla="*/ 118586 w 3439001"/>
                <a:gd name="connsiteY1022" fmla="*/ 483870 h 2304573"/>
                <a:gd name="connsiteX1023" fmla="*/ 115729 w 3439001"/>
                <a:gd name="connsiteY1023" fmla="*/ 486728 h 2304573"/>
                <a:gd name="connsiteX1024" fmla="*/ 114300 w 3439001"/>
                <a:gd name="connsiteY1024" fmla="*/ 489585 h 2304573"/>
                <a:gd name="connsiteX1025" fmla="*/ 112871 w 3439001"/>
                <a:gd name="connsiteY1025" fmla="*/ 495776 h 2304573"/>
                <a:gd name="connsiteX1026" fmla="*/ 113824 w 3439001"/>
                <a:gd name="connsiteY1026" fmla="*/ 502444 h 2304573"/>
                <a:gd name="connsiteX1027" fmla="*/ 114776 w 3439001"/>
                <a:gd name="connsiteY1027" fmla="*/ 505301 h 2304573"/>
                <a:gd name="connsiteX1028" fmla="*/ 118110 w 3439001"/>
                <a:gd name="connsiteY1028" fmla="*/ 502444 h 2304573"/>
                <a:gd name="connsiteX1029" fmla="*/ 121444 w 3439001"/>
                <a:gd name="connsiteY1029" fmla="*/ 500539 h 2304573"/>
                <a:gd name="connsiteX1030" fmla="*/ 121444 w 3439001"/>
                <a:gd name="connsiteY1030" fmla="*/ 501968 h 2304573"/>
                <a:gd name="connsiteX1031" fmla="*/ 118110 w 3439001"/>
                <a:gd name="connsiteY1031" fmla="*/ 506254 h 2304573"/>
                <a:gd name="connsiteX1032" fmla="*/ 112871 w 3439001"/>
                <a:gd name="connsiteY1032" fmla="*/ 507682 h 2304573"/>
                <a:gd name="connsiteX1033" fmla="*/ 114300 w 3439001"/>
                <a:gd name="connsiteY1033" fmla="*/ 511493 h 2304573"/>
                <a:gd name="connsiteX1034" fmla="*/ 115729 w 3439001"/>
                <a:gd name="connsiteY1034" fmla="*/ 512445 h 2304573"/>
                <a:gd name="connsiteX1035" fmla="*/ 114776 w 3439001"/>
                <a:gd name="connsiteY1035" fmla="*/ 513398 h 2304573"/>
                <a:gd name="connsiteX1036" fmla="*/ 110966 w 3439001"/>
                <a:gd name="connsiteY1036" fmla="*/ 511493 h 2304573"/>
                <a:gd name="connsiteX1037" fmla="*/ 107156 w 3439001"/>
                <a:gd name="connsiteY1037" fmla="*/ 510540 h 2304573"/>
                <a:gd name="connsiteX1038" fmla="*/ 103346 w 3439001"/>
                <a:gd name="connsiteY1038" fmla="*/ 511493 h 2304573"/>
                <a:gd name="connsiteX1039" fmla="*/ 100489 w 3439001"/>
                <a:gd name="connsiteY1039" fmla="*/ 513398 h 2304573"/>
                <a:gd name="connsiteX1040" fmla="*/ 91916 w 3439001"/>
                <a:gd name="connsiteY1040" fmla="*/ 522446 h 2304573"/>
                <a:gd name="connsiteX1041" fmla="*/ 82868 w 3439001"/>
                <a:gd name="connsiteY1041" fmla="*/ 532924 h 2304573"/>
                <a:gd name="connsiteX1042" fmla="*/ 81439 w 3439001"/>
                <a:gd name="connsiteY1042" fmla="*/ 537686 h 2304573"/>
                <a:gd name="connsiteX1043" fmla="*/ 81915 w 3439001"/>
                <a:gd name="connsiteY1043" fmla="*/ 540544 h 2304573"/>
                <a:gd name="connsiteX1044" fmla="*/ 82391 w 3439001"/>
                <a:gd name="connsiteY1044" fmla="*/ 541973 h 2304573"/>
                <a:gd name="connsiteX1045" fmla="*/ 85725 w 3439001"/>
                <a:gd name="connsiteY1045" fmla="*/ 544830 h 2304573"/>
                <a:gd name="connsiteX1046" fmla="*/ 78105 w 3439001"/>
                <a:gd name="connsiteY1046" fmla="*/ 546735 h 2304573"/>
                <a:gd name="connsiteX1047" fmla="*/ 72866 w 3439001"/>
                <a:gd name="connsiteY1047" fmla="*/ 546735 h 2304573"/>
                <a:gd name="connsiteX1048" fmla="*/ 70009 w 3439001"/>
                <a:gd name="connsiteY1048" fmla="*/ 548164 h 2304573"/>
                <a:gd name="connsiteX1049" fmla="*/ 71914 w 3439001"/>
                <a:gd name="connsiteY1049" fmla="*/ 551021 h 2304573"/>
                <a:gd name="connsiteX1050" fmla="*/ 79058 w 3439001"/>
                <a:gd name="connsiteY1050" fmla="*/ 553879 h 2304573"/>
                <a:gd name="connsiteX1051" fmla="*/ 78105 w 3439001"/>
                <a:gd name="connsiteY1051" fmla="*/ 554831 h 2304573"/>
                <a:gd name="connsiteX1052" fmla="*/ 69056 w 3439001"/>
                <a:gd name="connsiteY1052" fmla="*/ 556736 h 2304573"/>
                <a:gd name="connsiteX1053" fmla="*/ 68104 w 3439001"/>
                <a:gd name="connsiteY1053" fmla="*/ 556260 h 2304573"/>
                <a:gd name="connsiteX1054" fmla="*/ 66675 w 3439001"/>
                <a:gd name="connsiteY1054" fmla="*/ 556736 h 2304573"/>
                <a:gd name="connsiteX1055" fmla="*/ 66675 w 3439001"/>
                <a:gd name="connsiteY1055" fmla="*/ 560070 h 2304573"/>
                <a:gd name="connsiteX1056" fmla="*/ 67151 w 3439001"/>
                <a:gd name="connsiteY1056" fmla="*/ 562451 h 2304573"/>
                <a:gd name="connsiteX1057" fmla="*/ 69056 w 3439001"/>
                <a:gd name="connsiteY1057" fmla="*/ 564356 h 2304573"/>
                <a:gd name="connsiteX1058" fmla="*/ 73343 w 3439001"/>
                <a:gd name="connsiteY1058" fmla="*/ 561975 h 2304573"/>
                <a:gd name="connsiteX1059" fmla="*/ 77153 w 3439001"/>
                <a:gd name="connsiteY1059" fmla="*/ 562928 h 2304573"/>
                <a:gd name="connsiteX1060" fmla="*/ 78581 w 3439001"/>
                <a:gd name="connsiteY1060" fmla="*/ 565309 h 2304573"/>
                <a:gd name="connsiteX1061" fmla="*/ 74771 w 3439001"/>
                <a:gd name="connsiteY1061" fmla="*/ 569595 h 2304573"/>
                <a:gd name="connsiteX1062" fmla="*/ 76200 w 3439001"/>
                <a:gd name="connsiteY1062" fmla="*/ 572929 h 2304573"/>
                <a:gd name="connsiteX1063" fmla="*/ 81915 w 3439001"/>
                <a:gd name="connsiteY1063" fmla="*/ 574834 h 2304573"/>
                <a:gd name="connsiteX1064" fmla="*/ 84296 w 3439001"/>
                <a:gd name="connsiteY1064" fmla="*/ 581978 h 2304573"/>
                <a:gd name="connsiteX1065" fmla="*/ 86201 w 3439001"/>
                <a:gd name="connsiteY1065" fmla="*/ 585311 h 2304573"/>
                <a:gd name="connsiteX1066" fmla="*/ 89059 w 3439001"/>
                <a:gd name="connsiteY1066" fmla="*/ 585788 h 2304573"/>
                <a:gd name="connsiteX1067" fmla="*/ 92393 w 3439001"/>
                <a:gd name="connsiteY1067" fmla="*/ 585311 h 2304573"/>
                <a:gd name="connsiteX1068" fmla="*/ 92393 w 3439001"/>
                <a:gd name="connsiteY1068" fmla="*/ 581978 h 2304573"/>
                <a:gd name="connsiteX1069" fmla="*/ 91916 w 3439001"/>
                <a:gd name="connsiteY1069" fmla="*/ 579596 h 2304573"/>
                <a:gd name="connsiteX1070" fmla="*/ 93821 w 3439001"/>
                <a:gd name="connsiteY1070" fmla="*/ 576739 h 2304573"/>
                <a:gd name="connsiteX1071" fmla="*/ 95726 w 3439001"/>
                <a:gd name="connsiteY1071" fmla="*/ 576263 h 2304573"/>
                <a:gd name="connsiteX1072" fmla="*/ 96679 w 3439001"/>
                <a:gd name="connsiteY1072" fmla="*/ 576739 h 2304573"/>
                <a:gd name="connsiteX1073" fmla="*/ 94298 w 3439001"/>
                <a:gd name="connsiteY1073" fmla="*/ 578644 h 2304573"/>
                <a:gd name="connsiteX1074" fmla="*/ 93345 w 3439001"/>
                <a:gd name="connsiteY1074" fmla="*/ 580073 h 2304573"/>
                <a:gd name="connsiteX1075" fmla="*/ 95726 w 3439001"/>
                <a:gd name="connsiteY1075" fmla="*/ 581501 h 2304573"/>
                <a:gd name="connsiteX1076" fmla="*/ 98108 w 3439001"/>
                <a:gd name="connsiteY1076" fmla="*/ 582454 h 2304573"/>
                <a:gd name="connsiteX1077" fmla="*/ 100013 w 3439001"/>
                <a:gd name="connsiteY1077" fmla="*/ 580549 h 2304573"/>
                <a:gd name="connsiteX1078" fmla="*/ 100965 w 3439001"/>
                <a:gd name="connsiteY1078" fmla="*/ 580073 h 2304573"/>
                <a:gd name="connsiteX1079" fmla="*/ 100489 w 3439001"/>
                <a:gd name="connsiteY1079" fmla="*/ 583406 h 2304573"/>
                <a:gd name="connsiteX1080" fmla="*/ 102394 w 3439001"/>
                <a:gd name="connsiteY1080" fmla="*/ 585311 h 2304573"/>
                <a:gd name="connsiteX1081" fmla="*/ 107156 w 3439001"/>
                <a:gd name="connsiteY1081" fmla="*/ 584359 h 2304573"/>
                <a:gd name="connsiteX1082" fmla="*/ 109538 w 3439001"/>
                <a:gd name="connsiteY1082" fmla="*/ 584359 h 2304573"/>
                <a:gd name="connsiteX1083" fmla="*/ 109538 w 3439001"/>
                <a:gd name="connsiteY1083" fmla="*/ 585788 h 2304573"/>
                <a:gd name="connsiteX1084" fmla="*/ 105251 w 3439001"/>
                <a:gd name="connsiteY1084" fmla="*/ 588169 h 2304573"/>
                <a:gd name="connsiteX1085" fmla="*/ 99060 w 3439001"/>
                <a:gd name="connsiteY1085" fmla="*/ 591979 h 2304573"/>
                <a:gd name="connsiteX1086" fmla="*/ 100965 w 3439001"/>
                <a:gd name="connsiteY1086" fmla="*/ 593884 h 2304573"/>
                <a:gd name="connsiteX1087" fmla="*/ 102870 w 3439001"/>
                <a:gd name="connsiteY1087" fmla="*/ 594360 h 2304573"/>
                <a:gd name="connsiteX1088" fmla="*/ 113824 w 3439001"/>
                <a:gd name="connsiteY1088" fmla="*/ 591979 h 2304573"/>
                <a:gd name="connsiteX1089" fmla="*/ 124301 w 3439001"/>
                <a:gd name="connsiteY1089" fmla="*/ 595313 h 2304573"/>
                <a:gd name="connsiteX1090" fmla="*/ 139541 w 3439001"/>
                <a:gd name="connsiteY1090" fmla="*/ 595789 h 2304573"/>
                <a:gd name="connsiteX1091" fmla="*/ 148114 w 3439001"/>
                <a:gd name="connsiteY1091" fmla="*/ 590550 h 2304573"/>
                <a:gd name="connsiteX1092" fmla="*/ 150971 w 3439001"/>
                <a:gd name="connsiteY1092" fmla="*/ 591979 h 2304573"/>
                <a:gd name="connsiteX1093" fmla="*/ 153353 w 3439001"/>
                <a:gd name="connsiteY1093" fmla="*/ 593884 h 2304573"/>
                <a:gd name="connsiteX1094" fmla="*/ 150971 w 3439001"/>
                <a:gd name="connsiteY1094" fmla="*/ 595313 h 2304573"/>
                <a:gd name="connsiteX1095" fmla="*/ 144780 w 3439001"/>
                <a:gd name="connsiteY1095" fmla="*/ 595313 h 2304573"/>
                <a:gd name="connsiteX1096" fmla="*/ 142399 w 3439001"/>
                <a:gd name="connsiteY1096" fmla="*/ 596741 h 2304573"/>
                <a:gd name="connsiteX1097" fmla="*/ 151924 w 3439001"/>
                <a:gd name="connsiteY1097" fmla="*/ 598170 h 2304573"/>
                <a:gd name="connsiteX1098" fmla="*/ 155734 w 3439001"/>
                <a:gd name="connsiteY1098" fmla="*/ 599599 h 2304573"/>
                <a:gd name="connsiteX1099" fmla="*/ 158591 w 3439001"/>
                <a:gd name="connsiteY1099" fmla="*/ 601504 h 2304573"/>
                <a:gd name="connsiteX1100" fmla="*/ 154781 w 3439001"/>
                <a:gd name="connsiteY1100" fmla="*/ 606266 h 2304573"/>
                <a:gd name="connsiteX1101" fmla="*/ 148114 w 3439001"/>
                <a:gd name="connsiteY1101" fmla="*/ 610076 h 2304573"/>
                <a:gd name="connsiteX1102" fmla="*/ 144780 w 3439001"/>
                <a:gd name="connsiteY1102" fmla="*/ 606266 h 2304573"/>
                <a:gd name="connsiteX1103" fmla="*/ 142399 w 3439001"/>
                <a:gd name="connsiteY1103" fmla="*/ 602456 h 2304573"/>
                <a:gd name="connsiteX1104" fmla="*/ 140970 w 3439001"/>
                <a:gd name="connsiteY1104" fmla="*/ 601980 h 2304573"/>
                <a:gd name="connsiteX1105" fmla="*/ 138589 w 3439001"/>
                <a:gd name="connsiteY1105" fmla="*/ 601504 h 2304573"/>
                <a:gd name="connsiteX1106" fmla="*/ 134303 w 3439001"/>
                <a:gd name="connsiteY1106" fmla="*/ 605314 h 2304573"/>
                <a:gd name="connsiteX1107" fmla="*/ 128111 w 3439001"/>
                <a:gd name="connsiteY1107" fmla="*/ 609600 h 2304573"/>
                <a:gd name="connsiteX1108" fmla="*/ 126206 w 3439001"/>
                <a:gd name="connsiteY1108" fmla="*/ 610553 h 2304573"/>
                <a:gd name="connsiteX1109" fmla="*/ 128111 w 3439001"/>
                <a:gd name="connsiteY1109" fmla="*/ 607695 h 2304573"/>
                <a:gd name="connsiteX1110" fmla="*/ 130016 w 3439001"/>
                <a:gd name="connsiteY1110" fmla="*/ 603885 h 2304573"/>
                <a:gd name="connsiteX1111" fmla="*/ 128111 w 3439001"/>
                <a:gd name="connsiteY1111" fmla="*/ 601504 h 2304573"/>
                <a:gd name="connsiteX1112" fmla="*/ 126206 w 3439001"/>
                <a:gd name="connsiteY1112" fmla="*/ 600075 h 2304573"/>
                <a:gd name="connsiteX1113" fmla="*/ 121444 w 3439001"/>
                <a:gd name="connsiteY1113" fmla="*/ 599123 h 2304573"/>
                <a:gd name="connsiteX1114" fmla="*/ 115729 w 3439001"/>
                <a:gd name="connsiteY1114" fmla="*/ 596265 h 2304573"/>
                <a:gd name="connsiteX1115" fmla="*/ 111443 w 3439001"/>
                <a:gd name="connsiteY1115" fmla="*/ 595313 h 2304573"/>
                <a:gd name="connsiteX1116" fmla="*/ 108109 w 3439001"/>
                <a:gd name="connsiteY1116" fmla="*/ 596265 h 2304573"/>
                <a:gd name="connsiteX1117" fmla="*/ 104299 w 3439001"/>
                <a:gd name="connsiteY1117" fmla="*/ 602932 h 2304573"/>
                <a:gd name="connsiteX1118" fmla="*/ 92869 w 3439001"/>
                <a:gd name="connsiteY1118" fmla="*/ 612934 h 2304573"/>
                <a:gd name="connsiteX1119" fmla="*/ 97155 w 3439001"/>
                <a:gd name="connsiteY1119" fmla="*/ 613886 h 2304573"/>
                <a:gd name="connsiteX1120" fmla="*/ 100965 w 3439001"/>
                <a:gd name="connsiteY1120" fmla="*/ 613886 h 2304573"/>
                <a:gd name="connsiteX1121" fmla="*/ 103823 w 3439001"/>
                <a:gd name="connsiteY1121" fmla="*/ 615315 h 2304573"/>
                <a:gd name="connsiteX1122" fmla="*/ 102870 w 3439001"/>
                <a:gd name="connsiteY1122" fmla="*/ 617220 h 2304573"/>
                <a:gd name="connsiteX1123" fmla="*/ 102394 w 3439001"/>
                <a:gd name="connsiteY1123" fmla="*/ 620078 h 2304573"/>
                <a:gd name="connsiteX1124" fmla="*/ 107156 w 3439001"/>
                <a:gd name="connsiteY1124" fmla="*/ 623411 h 2304573"/>
                <a:gd name="connsiteX1125" fmla="*/ 111443 w 3439001"/>
                <a:gd name="connsiteY1125" fmla="*/ 625316 h 2304573"/>
                <a:gd name="connsiteX1126" fmla="*/ 116205 w 3439001"/>
                <a:gd name="connsiteY1126" fmla="*/ 625316 h 2304573"/>
                <a:gd name="connsiteX1127" fmla="*/ 122873 w 3439001"/>
                <a:gd name="connsiteY1127" fmla="*/ 632936 h 2304573"/>
                <a:gd name="connsiteX1128" fmla="*/ 134303 w 3439001"/>
                <a:gd name="connsiteY1128" fmla="*/ 640556 h 2304573"/>
                <a:gd name="connsiteX1129" fmla="*/ 133826 w 3439001"/>
                <a:gd name="connsiteY1129" fmla="*/ 642938 h 2304573"/>
                <a:gd name="connsiteX1130" fmla="*/ 133826 w 3439001"/>
                <a:gd name="connsiteY1130" fmla="*/ 645795 h 2304573"/>
                <a:gd name="connsiteX1131" fmla="*/ 141923 w 3439001"/>
                <a:gd name="connsiteY1131" fmla="*/ 650557 h 2304573"/>
                <a:gd name="connsiteX1132" fmla="*/ 149543 w 3439001"/>
                <a:gd name="connsiteY1132" fmla="*/ 651034 h 2304573"/>
                <a:gd name="connsiteX1133" fmla="*/ 165259 w 3439001"/>
                <a:gd name="connsiteY1133" fmla="*/ 648653 h 2304573"/>
                <a:gd name="connsiteX1134" fmla="*/ 176689 w 3439001"/>
                <a:gd name="connsiteY1134" fmla="*/ 644843 h 2304573"/>
                <a:gd name="connsiteX1135" fmla="*/ 181451 w 3439001"/>
                <a:gd name="connsiteY1135" fmla="*/ 641032 h 2304573"/>
                <a:gd name="connsiteX1136" fmla="*/ 187166 w 3439001"/>
                <a:gd name="connsiteY1136" fmla="*/ 641032 h 2304573"/>
                <a:gd name="connsiteX1137" fmla="*/ 188595 w 3439001"/>
                <a:gd name="connsiteY1137" fmla="*/ 638651 h 2304573"/>
                <a:gd name="connsiteX1138" fmla="*/ 190024 w 3439001"/>
                <a:gd name="connsiteY1138" fmla="*/ 634365 h 2304573"/>
                <a:gd name="connsiteX1139" fmla="*/ 189071 w 3439001"/>
                <a:gd name="connsiteY1139" fmla="*/ 630555 h 2304573"/>
                <a:gd name="connsiteX1140" fmla="*/ 188595 w 3439001"/>
                <a:gd name="connsiteY1140" fmla="*/ 629126 h 2304573"/>
                <a:gd name="connsiteX1141" fmla="*/ 183833 w 3439001"/>
                <a:gd name="connsiteY1141" fmla="*/ 627221 h 2304573"/>
                <a:gd name="connsiteX1142" fmla="*/ 186690 w 3439001"/>
                <a:gd name="connsiteY1142" fmla="*/ 625793 h 2304573"/>
                <a:gd name="connsiteX1143" fmla="*/ 190976 w 3439001"/>
                <a:gd name="connsiteY1143" fmla="*/ 621030 h 2304573"/>
                <a:gd name="connsiteX1144" fmla="*/ 198120 w 3439001"/>
                <a:gd name="connsiteY1144" fmla="*/ 611029 h 2304573"/>
                <a:gd name="connsiteX1145" fmla="*/ 200501 w 3439001"/>
                <a:gd name="connsiteY1145" fmla="*/ 609124 h 2304573"/>
                <a:gd name="connsiteX1146" fmla="*/ 202406 w 3439001"/>
                <a:gd name="connsiteY1146" fmla="*/ 606743 h 2304573"/>
                <a:gd name="connsiteX1147" fmla="*/ 204788 w 3439001"/>
                <a:gd name="connsiteY1147" fmla="*/ 606266 h 2304573"/>
                <a:gd name="connsiteX1148" fmla="*/ 208598 w 3439001"/>
                <a:gd name="connsiteY1148" fmla="*/ 606266 h 2304573"/>
                <a:gd name="connsiteX1149" fmla="*/ 209074 w 3439001"/>
                <a:gd name="connsiteY1149" fmla="*/ 606743 h 2304573"/>
                <a:gd name="connsiteX1150" fmla="*/ 202406 w 3439001"/>
                <a:gd name="connsiteY1150" fmla="*/ 610553 h 2304573"/>
                <a:gd name="connsiteX1151" fmla="*/ 197168 w 3439001"/>
                <a:gd name="connsiteY1151" fmla="*/ 618649 h 2304573"/>
                <a:gd name="connsiteX1152" fmla="*/ 192405 w 3439001"/>
                <a:gd name="connsiteY1152" fmla="*/ 627221 h 2304573"/>
                <a:gd name="connsiteX1153" fmla="*/ 198596 w 3439001"/>
                <a:gd name="connsiteY1153" fmla="*/ 632460 h 2304573"/>
                <a:gd name="connsiteX1154" fmla="*/ 201930 w 3439001"/>
                <a:gd name="connsiteY1154" fmla="*/ 642461 h 2304573"/>
                <a:gd name="connsiteX1155" fmla="*/ 209550 w 3439001"/>
                <a:gd name="connsiteY1155" fmla="*/ 655796 h 2304573"/>
                <a:gd name="connsiteX1156" fmla="*/ 212408 w 3439001"/>
                <a:gd name="connsiteY1156" fmla="*/ 661988 h 2304573"/>
                <a:gd name="connsiteX1157" fmla="*/ 212408 w 3439001"/>
                <a:gd name="connsiteY1157" fmla="*/ 665798 h 2304573"/>
                <a:gd name="connsiteX1158" fmla="*/ 210979 w 3439001"/>
                <a:gd name="connsiteY1158" fmla="*/ 670084 h 2304573"/>
                <a:gd name="connsiteX1159" fmla="*/ 209550 w 3439001"/>
                <a:gd name="connsiteY1159" fmla="*/ 673418 h 2304573"/>
                <a:gd name="connsiteX1160" fmla="*/ 206216 w 3439001"/>
                <a:gd name="connsiteY1160" fmla="*/ 677704 h 2304573"/>
                <a:gd name="connsiteX1161" fmla="*/ 207645 w 3439001"/>
                <a:gd name="connsiteY1161" fmla="*/ 684371 h 2304573"/>
                <a:gd name="connsiteX1162" fmla="*/ 210503 w 3439001"/>
                <a:gd name="connsiteY1162" fmla="*/ 687705 h 2304573"/>
                <a:gd name="connsiteX1163" fmla="*/ 213836 w 3439001"/>
                <a:gd name="connsiteY1163" fmla="*/ 686276 h 2304573"/>
                <a:gd name="connsiteX1164" fmla="*/ 219075 w 3439001"/>
                <a:gd name="connsiteY1164" fmla="*/ 686276 h 2304573"/>
                <a:gd name="connsiteX1165" fmla="*/ 214313 w 3439001"/>
                <a:gd name="connsiteY1165" fmla="*/ 691039 h 2304573"/>
                <a:gd name="connsiteX1166" fmla="*/ 214313 w 3439001"/>
                <a:gd name="connsiteY1166" fmla="*/ 694373 h 2304573"/>
                <a:gd name="connsiteX1167" fmla="*/ 214789 w 3439001"/>
                <a:gd name="connsiteY1167" fmla="*/ 696754 h 2304573"/>
                <a:gd name="connsiteX1168" fmla="*/ 216694 w 3439001"/>
                <a:gd name="connsiteY1168" fmla="*/ 701993 h 2304573"/>
                <a:gd name="connsiteX1169" fmla="*/ 212408 w 3439001"/>
                <a:gd name="connsiteY1169" fmla="*/ 705803 h 2304573"/>
                <a:gd name="connsiteX1170" fmla="*/ 207169 w 3439001"/>
                <a:gd name="connsiteY1170" fmla="*/ 707231 h 2304573"/>
                <a:gd name="connsiteX1171" fmla="*/ 202406 w 3439001"/>
                <a:gd name="connsiteY1171" fmla="*/ 709136 h 2304573"/>
                <a:gd name="connsiteX1172" fmla="*/ 215741 w 3439001"/>
                <a:gd name="connsiteY1172" fmla="*/ 710565 h 2304573"/>
                <a:gd name="connsiteX1173" fmla="*/ 229076 w 3439001"/>
                <a:gd name="connsiteY1173" fmla="*/ 707707 h 2304573"/>
                <a:gd name="connsiteX1174" fmla="*/ 230029 w 3439001"/>
                <a:gd name="connsiteY1174" fmla="*/ 703898 h 2304573"/>
                <a:gd name="connsiteX1175" fmla="*/ 231458 w 3439001"/>
                <a:gd name="connsiteY1175" fmla="*/ 702945 h 2304573"/>
                <a:gd name="connsiteX1176" fmla="*/ 232886 w 3439001"/>
                <a:gd name="connsiteY1176" fmla="*/ 701040 h 2304573"/>
                <a:gd name="connsiteX1177" fmla="*/ 233839 w 3439001"/>
                <a:gd name="connsiteY1177" fmla="*/ 701040 h 2304573"/>
                <a:gd name="connsiteX1178" fmla="*/ 243840 w 3439001"/>
                <a:gd name="connsiteY1178" fmla="*/ 697706 h 2304573"/>
                <a:gd name="connsiteX1179" fmla="*/ 247650 w 3439001"/>
                <a:gd name="connsiteY1179" fmla="*/ 697706 h 2304573"/>
                <a:gd name="connsiteX1180" fmla="*/ 252889 w 3439001"/>
                <a:gd name="connsiteY1180" fmla="*/ 693420 h 2304573"/>
                <a:gd name="connsiteX1181" fmla="*/ 257651 w 3439001"/>
                <a:gd name="connsiteY1181" fmla="*/ 691039 h 2304573"/>
                <a:gd name="connsiteX1182" fmla="*/ 262890 w 3439001"/>
                <a:gd name="connsiteY1182" fmla="*/ 688657 h 2304573"/>
                <a:gd name="connsiteX1183" fmla="*/ 266224 w 3439001"/>
                <a:gd name="connsiteY1183" fmla="*/ 692468 h 2304573"/>
                <a:gd name="connsiteX1184" fmla="*/ 270034 w 3439001"/>
                <a:gd name="connsiteY1184" fmla="*/ 695801 h 2304573"/>
                <a:gd name="connsiteX1185" fmla="*/ 278130 w 3439001"/>
                <a:gd name="connsiteY1185" fmla="*/ 700088 h 2304573"/>
                <a:gd name="connsiteX1186" fmla="*/ 280988 w 3439001"/>
                <a:gd name="connsiteY1186" fmla="*/ 699135 h 2304573"/>
                <a:gd name="connsiteX1187" fmla="*/ 283845 w 3439001"/>
                <a:gd name="connsiteY1187" fmla="*/ 696278 h 2304573"/>
                <a:gd name="connsiteX1188" fmla="*/ 286226 w 3439001"/>
                <a:gd name="connsiteY1188" fmla="*/ 695325 h 2304573"/>
                <a:gd name="connsiteX1189" fmla="*/ 293370 w 3439001"/>
                <a:gd name="connsiteY1189" fmla="*/ 701040 h 2304573"/>
                <a:gd name="connsiteX1190" fmla="*/ 296704 w 3439001"/>
                <a:gd name="connsiteY1190" fmla="*/ 704374 h 2304573"/>
                <a:gd name="connsiteX1191" fmla="*/ 306229 w 3439001"/>
                <a:gd name="connsiteY1191" fmla="*/ 716756 h 2304573"/>
                <a:gd name="connsiteX1192" fmla="*/ 310515 w 3439001"/>
                <a:gd name="connsiteY1192" fmla="*/ 720090 h 2304573"/>
                <a:gd name="connsiteX1193" fmla="*/ 316230 w 3439001"/>
                <a:gd name="connsiteY1193" fmla="*/ 718185 h 2304573"/>
                <a:gd name="connsiteX1194" fmla="*/ 316706 w 3439001"/>
                <a:gd name="connsiteY1194" fmla="*/ 714375 h 2304573"/>
                <a:gd name="connsiteX1195" fmla="*/ 313849 w 3439001"/>
                <a:gd name="connsiteY1195" fmla="*/ 704374 h 2304573"/>
                <a:gd name="connsiteX1196" fmla="*/ 314801 w 3439001"/>
                <a:gd name="connsiteY1196" fmla="*/ 700564 h 2304573"/>
                <a:gd name="connsiteX1197" fmla="*/ 316706 w 3439001"/>
                <a:gd name="connsiteY1197" fmla="*/ 695325 h 2304573"/>
                <a:gd name="connsiteX1198" fmla="*/ 315754 w 3439001"/>
                <a:gd name="connsiteY1198" fmla="*/ 691991 h 2304573"/>
                <a:gd name="connsiteX1199" fmla="*/ 317183 w 3439001"/>
                <a:gd name="connsiteY1199" fmla="*/ 692944 h 2304573"/>
                <a:gd name="connsiteX1200" fmla="*/ 320040 w 3439001"/>
                <a:gd name="connsiteY1200" fmla="*/ 693896 h 2304573"/>
                <a:gd name="connsiteX1201" fmla="*/ 323374 w 3439001"/>
                <a:gd name="connsiteY1201" fmla="*/ 691039 h 2304573"/>
                <a:gd name="connsiteX1202" fmla="*/ 325755 w 3439001"/>
                <a:gd name="connsiteY1202" fmla="*/ 686753 h 2304573"/>
                <a:gd name="connsiteX1203" fmla="*/ 329089 w 3439001"/>
                <a:gd name="connsiteY1203" fmla="*/ 685800 h 2304573"/>
                <a:gd name="connsiteX1204" fmla="*/ 335756 w 3439001"/>
                <a:gd name="connsiteY1204" fmla="*/ 688181 h 2304573"/>
                <a:gd name="connsiteX1205" fmla="*/ 340519 w 3439001"/>
                <a:gd name="connsiteY1205" fmla="*/ 691039 h 2304573"/>
                <a:gd name="connsiteX1206" fmla="*/ 336709 w 3439001"/>
                <a:gd name="connsiteY1206" fmla="*/ 691039 h 2304573"/>
                <a:gd name="connsiteX1207" fmla="*/ 332423 w 3439001"/>
                <a:gd name="connsiteY1207" fmla="*/ 689610 h 2304573"/>
                <a:gd name="connsiteX1208" fmla="*/ 328613 w 3439001"/>
                <a:gd name="connsiteY1208" fmla="*/ 690086 h 2304573"/>
                <a:gd name="connsiteX1209" fmla="*/ 326708 w 3439001"/>
                <a:gd name="connsiteY1209" fmla="*/ 692944 h 2304573"/>
                <a:gd name="connsiteX1210" fmla="*/ 325755 w 3439001"/>
                <a:gd name="connsiteY1210" fmla="*/ 697230 h 2304573"/>
                <a:gd name="connsiteX1211" fmla="*/ 328136 w 3439001"/>
                <a:gd name="connsiteY1211" fmla="*/ 700564 h 2304573"/>
                <a:gd name="connsiteX1212" fmla="*/ 330041 w 3439001"/>
                <a:gd name="connsiteY1212" fmla="*/ 702469 h 2304573"/>
                <a:gd name="connsiteX1213" fmla="*/ 332899 w 3439001"/>
                <a:gd name="connsiteY1213" fmla="*/ 707707 h 2304573"/>
                <a:gd name="connsiteX1214" fmla="*/ 336709 w 3439001"/>
                <a:gd name="connsiteY1214" fmla="*/ 709136 h 2304573"/>
                <a:gd name="connsiteX1215" fmla="*/ 342424 w 3439001"/>
                <a:gd name="connsiteY1215" fmla="*/ 707707 h 2304573"/>
                <a:gd name="connsiteX1216" fmla="*/ 354330 w 3439001"/>
                <a:gd name="connsiteY1216" fmla="*/ 702469 h 2304573"/>
                <a:gd name="connsiteX1217" fmla="*/ 371951 w 3439001"/>
                <a:gd name="connsiteY1217" fmla="*/ 696278 h 2304573"/>
                <a:gd name="connsiteX1218" fmla="*/ 378143 w 3439001"/>
                <a:gd name="connsiteY1218" fmla="*/ 690563 h 2304573"/>
                <a:gd name="connsiteX1219" fmla="*/ 383381 w 3439001"/>
                <a:gd name="connsiteY1219" fmla="*/ 683419 h 2304573"/>
                <a:gd name="connsiteX1220" fmla="*/ 379571 w 3439001"/>
                <a:gd name="connsiteY1220" fmla="*/ 691991 h 2304573"/>
                <a:gd name="connsiteX1221" fmla="*/ 375761 w 3439001"/>
                <a:gd name="connsiteY1221" fmla="*/ 701516 h 2304573"/>
                <a:gd name="connsiteX1222" fmla="*/ 376714 w 3439001"/>
                <a:gd name="connsiteY1222" fmla="*/ 702945 h 2304573"/>
                <a:gd name="connsiteX1223" fmla="*/ 377666 w 3439001"/>
                <a:gd name="connsiteY1223" fmla="*/ 703421 h 2304573"/>
                <a:gd name="connsiteX1224" fmla="*/ 369094 w 3439001"/>
                <a:gd name="connsiteY1224" fmla="*/ 708184 h 2304573"/>
                <a:gd name="connsiteX1225" fmla="*/ 360998 w 3439001"/>
                <a:gd name="connsiteY1225" fmla="*/ 714851 h 2304573"/>
                <a:gd name="connsiteX1226" fmla="*/ 359093 w 3439001"/>
                <a:gd name="connsiteY1226" fmla="*/ 718661 h 2304573"/>
                <a:gd name="connsiteX1227" fmla="*/ 359093 w 3439001"/>
                <a:gd name="connsiteY1227" fmla="*/ 721995 h 2304573"/>
                <a:gd name="connsiteX1228" fmla="*/ 360521 w 3439001"/>
                <a:gd name="connsiteY1228" fmla="*/ 726757 h 2304573"/>
                <a:gd name="connsiteX1229" fmla="*/ 363855 w 3439001"/>
                <a:gd name="connsiteY1229" fmla="*/ 727710 h 2304573"/>
                <a:gd name="connsiteX1230" fmla="*/ 365760 w 3439001"/>
                <a:gd name="connsiteY1230" fmla="*/ 727710 h 2304573"/>
                <a:gd name="connsiteX1231" fmla="*/ 370523 w 3439001"/>
                <a:gd name="connsiteY1231" fmla="*/ 729615 h 2304573"/>
                <a:gd name="connsiteX1232" fmla="*/ 361950 w 3439001"/>
                <a:gd name="connsiteY1232" fmla="*/ 730568 h 2304573"/>
                <a:gd name="connsiteX1233" fmla="*/ 358140 w 3439001"/>
                <a:gd name="connsiteY1233" fmla="*/ 731996 h 2304573"/>
                <a:gd name="connsiteX1234" fmla="*/ 356235 w 3439001"/>
                <a:gd name="connsiteY1234" fmla="*/ 736282 h 2304573"/>
                <a:gd name="connsiteX1235" fmla="*/ 355759 w 3439001"/>
                <a:gd name="connsiteY1235" fmla="*/ 743903 h 2304573"/>
                <a:gd name="connsiteX1236" fmla="*/ 353854 w 3439001"/>
                <a:gd name="connsiteY1236" fmla="*/ 751523 h 2304573"/>
                <a:gd name="connsiteX1237" fmla="*/ 353378 w 3439001"/>
                <a:gd name="connsiteY1237" fmla="*/ 754856 h 2304573"/>
                <a:gd name="connsiteX1238" fmla="*/ 353854 w 3439001"/>
                <a:gd name="connsiteY1238" fmla="*/ 756761 h 2304573"/>
                <a:gd name="connsiteX1239" fmla="*/ 356235 w 3439001"/>
                <a:gd name="connsiteY1239" fmla="*/ 758666 h 2304573"/>
                <a:gd name="connsiteX1240" fmla="*/ 357664 w 3439001"/>
                <a:gd name="connsiteY1240" fmla="*/ 761524 h 2304573"/>
                <a:gd name="connsiteX1241" fmla="*/ 359093 w 3439001"/>
                <a:gd name="connsiteY1241" fmla="*/ 762476 h 2304573"/>
                <a:gd name="connsiteX1242" fmla="*/ 360998 w 3439001"/>
                <a:gd name="connsiteY1242" fmla="*/ 762953 h 2304573"/>
                <a:gd name="connsiteX1243" fmla="*/ 361474 w 3439001"/>
                <a:gd name="connsiteY1243" fmla="*/ 763429 h 2304573"/>
                <a:gd name="connsiteX1244" fmla="*/ 359093 w 3439001"/>
                <a:gd name="connsiteY1244" fmla="*/ 764381 h 2304573"/>
                <a:gd name="connsiteX1245" fmla="*/ 355283 w 3439001"/>
                <a:gd name="connsiteY1245" fmla="*/ 763905 h 2304573"/>
                <a:gd name="connsiteX1246" fmla="*/ 354330 w 3439001"/>
                <a:gd name="connsiteY1246" fmla="*/ 762953 h 2304573"/>
                <a:gd name="connsiteX1247" fmla="*/ 353378 w 3439001"/>
                <a:gd name="connsiteY1247" fmla="*/ 761524 h 2304573"/>
                <a:gd name="connsiteX1248" fmla="*/ 351949 w 3439001"/>
                <a:gd name="connsiteY1248" fmla="*/ 761048 h 2304573"/>
                <a:gd name="connsiteX1249" fmla="*/ 348139 w 3439001"/>
                <a:gd name="connsiteY1249" fmla="*/ 762000 h 2304573"/>
                <a:gd name="connsiteX1250" fmla="*/ 346710 w 3439001"/>
                <a:gd name="connsiteY1250" fmla="*/ 762953 h 2304573"/>
                <a:gd name="connsiteX1251" fmla="*/ 341471 w 3439001"/>
                <a:gd name="connsiteY1251" fmla="*/ 767715 h 2304573"/>
                <a:gd name="connsiteX1252" fmla="*/ 338614 w 3439001"/>
                <a:gd name="connsiteY1252" fmla="*/ 769620 h 2304573"/>
                <a:gd name="connsiteX1253" fmla="*/ 335756 w 3439001"/>
                <a:gd name="connsiteY1253" fmla="*/ 770573 h 2304573"/>
                <a:gd name="connsiteX1254" fmla="*/ 332423 w 3439001"/>
                <a:gd name="connsiteY1254" fmla="*/ 772954 h 2304573"/>
                <a:gd name="connsiteX1255" fmla="*/ 327184 w 3439001"/>
                <a:gd name="connsiteY1255" fmla="*/ 777716 h 2304573"/>
                <a:gd name="connsiteX1256" fmla="*/ 323374 w 3439001"/>
                <a:gd name="connsiteY1256" fmla="*/ 782003 h 2304573"/>
                <a:gd name="connsiteX1257" fmla="*/ 320993 w 3439001"/>
                <a:gd name="connsiteY1257" fmla="*/ 785813 h 2304573"/>
                <a:gd name="connsiteX1258" fmla="*/ 320516 w 3439001"/>
                <a:gd name="connsiteY1258" fmla="*/ 787718 h 2304573"/>
                <a:gd name="connsiteX1259" fmla="*/ 320040 w 3439001"/>
                <a:gd name="connsiteY1259" fmla="*/ 790099 h 2304573"/>
                <a:gd name="connsiteX1260" fmla="*/ 320040 w 3439001"/>
                <a:gd name="connsiteY1260" fmla="*/ 792956 h 2304573"/>
                <a:gd name="connsiteX1261" fmla="*/ 320516 w 3439001"/>
                <a:gd name="connsiteY1261" fmla="*/ 795814 h 2304573"/>
                <a:gd name="connsiteX1262" fmla="*/ 320040 w 3439001"/>
                <a:gd name="connsiteY1262" fmla="*/ 797243 h 2304573"/>
                <a:gd name="connsiteX1263" fmla="*/ 319088 w 3439001"/>
                <a:gd name="connsiteY1263" fmla="*/ 797719 h 2304573"/>
                <a:gd name="connsiteX1264" fmla="*/ 316706 w 3439001"/>
                <a:gd name="connsiteY1264" fmla="*/ 797243 h 2304573"/>
                <a:gd name="connsiteX1265" fmla="*/ 312896 w 3439001"/>
                <a:gd name="connsiteY1265" fmla="*/ 796290 h 2304573"/>
                <a:gd name="connsiteX1266" fmla="*/ 311944 w 3439001"/>
                <a:gd name="connsiteY1266" fmla="*/ 794861 h 2304573"/>
                <a:gd name="connsiteX1267" fmla="*/ 311944 w 3439001"/>
                <a:gd name="connsiteY1267" fmla="*/ 792956 h 2304573"/>
                <a:gd name="connsiteX1268" fmla="*/ 309563 w 3439001"/>
                <a:gd name="connsiteY1268" fmla="*/ 793909 h 2304573"/>
                <a:gd name="connsiteX1269" fmla="*/ 303848 w 3439001"/>
                <a:gd name="connsiteY1269" fmla="*/ 798195 h 2304573"/>
                <a:gd name="connsiteX1270" fmla="*/ 299561 w 3439001"/>
                <a:gd name="connsiteY1270" fmla="*/ 802005 h 2304573"/>
                <a:gd name="connsiteX1271" fmla="*/ 282416 w 3439001"/>
                <a:gd name="connsiteY1271" fmla="*/ 808196 h 2304573"/>
                <a:gd name="connsiteX1272" fmla="*/ 273368 w 3439001"/>
                <a:gd name="connsiteY1272" fmla="*/ 814388 h 2304573"/>
                <a:gd name="connsiteX1273" fmla="*/ 270034 w 3439001"/>
                <a:gd name="connsiteY1273" fmla="*/ 816293 h 2304573"/>
                <a:gd name="connsiteX1274" fmla="*/ 264795 w 3439001"/>
                <a:gd name="connsiteY1274" fmla="*/ 820103 h 2304573"/>
                <a:gd name="connsiteX1275" fmla="*/ 262414 w 3439001"/>
                <a:gd name="connsiteY1275" fmla="*/ 823436 h 2304573"/>
                <a:gd name="connsiteX1276" fmla="*/ 259556 w 3439001"/>
                <a:gd name="connsiteY1276" fmla="*/ 828199 h 2304573"/>
                <a:gd name="connsiteX1277" fmla="*/ 257651 w 3439001"/>
                <a:gd name="connsiteY1277" fmla="*/ 832009 h 2304573"/>
                <a:gd name="connsiteX1278" fmla="*/ 256699 w 3439001"/>
                <a:gd name="connsiteY1278" fmla="*/ 834390 h 2304573"/>
                <a:gd name="connsiteX1279" fmla="*/ 257175 w 3439001"/>
                <a:gd name="connsiteY1279" fmla="*/ 836295 h 2304573"/>
                <a:gd name="connsiteX1280" fmla="*/ 258604 w 3439001"/>
                <a:gd name="connsiteY1280" fmla="*/ 837724 h 2304573"/>
                <a:gd name="connsiteX1281" fmla="*/ 264319 w 3439001"/>
                <a:gd name="connsiteY1281" fmla="*/ 841057 h 2304573"/>
                <a:gd name="connsiteX1282" fmla="*/ 265748 w 3439001"/>
                <a:gd name="connsiteY1282" fmla="*/ 842486 h 2304573"/>
                <a:gd name="connsiteX1283" fmla="*/ 264795 w 3439001"/>
                <a:gd name="connsiteY1283" fmla="*/ 843915 h 2304573"/>
                <a:gd name="connsiteX1284" fmla="*/ 262890 w 3439001"/>
                <a:gd name="connsiteY1284" fmla="*/ 844391 h 2304573"/>
                <a:gd name="connsiteX1285" fmla="*/ 260033 w 3439001"/>
                <a:gd name="connsiteY1285" fmla="*/ 843439 h 2304573"/>
                <a:gd name="connsiteX1286" fmla="*/ 258128 w 3439001"/>
                <a:gd name="connsiteY1286" fmla="*/ 842486 h 2304573"/>
                <a:gd name="connsiteX1287" fmla="*/ 257175 w 3439001"/>
                <a:gd name="connsiteY1287" fmla="*/ 841057 h 2304573"/>
                <a:gd name="connsiteX1288" fmla="*/ 254794 w 3439001"/>
                <a:gd name="connsiteY1288" fmla="*/ 840581 h 2304573"/>
                <a:gd name="connsiteX1289" fmla="*/ 250984 w 3439001"/>
                <a:gd name="connsiteY1289" fmla="*/ 840581 h 2304573"/>
                <a:gd name="connsiteX1290" fmla="*/ 249079 w 3439001"/>
                <a:gd name="connsiteY1290" fmla="*/ 841534 h 2304573"/>
                <a:gd name="connsiteX1291" fmla="*/ 249555 w 3439001"/>
                <a:gd name="connsiteY1291" fmla="*/ 845344 h 2304573"/>
                <a:gd name="connsiteX1292" fmla="*/ 249079 w 3439001"/>
                <a:gd name="connsiteY1292" fmla="*/ 845820 h 2304573"/>
                <a:gd name="connsiteX1293" fmla="*/ 247650 w 3439001"/>
                <a:gd name="connsiteY1293" fmla="*/ 845820 h 2304573"/>
                <a:gd name="connsiteX1294" fmla="*/ 246221 w 3439001"/>
                <a:gd name="connsiteY1294" fmla="*/ 844868 h 2304573"/>
                <a:gd name="connsiteX1295" fmla="*/ 240983 w 3439001"/>
                <a:gd name="connsiteY1295" fmla="*/ 839629 h 2304573"/>
                <a:gd name="connsiteX1296" fmla="*/ 240983 w 3439001"/>
                <a:gd name="connsiteY1296" fmla="*/ 838676 h 2304573"/>
                <a:gd name="connsiteX1297" fmla="*/ 244793 w 3439001"/>
                <a:gd name="connsiteY1297" fmla="*/ 837248 h 2304573"/>
                <a:gd name="connsiteX1298" fmla="*/ 245745 w 3439001"/>
                <a:gd name="connsiteY1298" fmla="*/ 835819 h 2304573"/>
                <a:gd name="connsiteX1299" fmla="*/ 245269 w 3439001"/>
                <a:gd name="connsiteY1299" fmla="*/ 834866 h 2304573"/>
                <a:gd name="connsiteX1300" fmla="*/ 242888 w 3439001"/>
                <a:gd name="connsiteY1300" fmla="*/ 835819 h 2304573"/>
                <a:gd name="connsiteX1301" fmla="*/ 236696 w 3439001"/>
                <a:gd name="connsiteY1301" fmla="*/ 836771 h 2304573"/>
                <a:gd name="connsiteX1302" fmla="*/ 235268 w 3439001"/>
                <a:gd name="connsiteY1302" fmla="*/ 836771 h 2304573"/>
                <a:gd name="connsiteX1303" fmla="*/ 234315 w 3439001"/>
                <a:gd name="connsiteY1303" fmla="*/ 835819 h 2304573"/>
                <a:gd name="connsiteX1304" fmla="*/ 235744 w 3439001"/>
                <a:gd name="connsiteY1304" fmla="*/ 833914 h 2304573"/>
                <a:gd name="connsiteX1305" fmla="*/ 234315 w 3439001"/>
                <a:gd name="connsiteY1305" fmla="*/ 833438 h 2304573"/>
                <a:gd name="connsiteX1306" fmla="*/ 218123 w 3439001"/>
                <a:gd name="connsiteY1306" fmla="*/ 838676 h 2304573"/>
                <a:gd name="connsiteX1307" fmla="*/ 210026 w 3439001"/>
                <a:gd name="connsiteY1307" fmla="*/ 842486 h 2304573"/>
                <a:gd name="connsiteX1308" fmla="*/ 202406 w 3439001"/>
                <a:gd name="connsiteY1308" fmla="*/ 847249 h 2304573"/>
                <a:gd name="connsiteX1309" fmla="*/ 195739 w 3439001"/>
                <a:gd name="connsiteY1309" fmla="*/ 852964 h 2304573"/>
                <a:gd name="connsiteX1310" fmla="*/ 190024 w 3439001"/>
                <a:gd name="connsiteY1310" fmla="*/ 859631 h 2304573"/>
                <a:gd name="connsiteX1311" fmla="*/ 185261 w 3439001"/>
                <a:gd name="connsiteY1311" fmla="*/ 864394 h 2304573"/>
                <a:gd name="connsiteX1312" fmla="*/ 180975 w 3439001"/>
                <a:gd name="connsiteY1312" fmla="*/ 866775 h 2304573"/>
                <a:gd name="connsiteX1313" fmla="*/ 178594 w 3439001"/>
                <a:gd name="connsiteY1313" fmla="*/ 868680 h 2304573"/>
                <a:gd name="connsiteX1314" fmla="*/ 178118 w 3439001"/>
                <a:gd name="connsiteY1314" fmla="*/ 870109 h 2304573"/>
                <a:gd name="connsiteX1315" fmla="*/ 176689 w 3439001"/>
                <a:gd name="connsiteY1315" fmla="*/ 871061 h 2304573"/>
                <a:gd name="connsiteX1316" fmla="*/ 174784 w 3439001"/>
                <a:gd name="connsiteY1316" fmla="*/ 871538 h 2304573"/>
                <a:gd name="connsiteX1317" fmla="*/ 173355 w 3439001"/>
                <a:gd name="connsiteY1317" fmla="*/ 871538 h 2304573"/>
                <a:gd name="connsiteX1318" fmla="*/ 171926 w 3439001"/>
                <a:gd name="connsiteY1318" fmla="*/ 870585 h 2304573"/>
                <a:gd name="connsiteX1319" fmla="*/ 169545 w 3439001"/>
                <a:gd name="connsiteY1319" fmla="*/ 871061 h 2304573"/>
                <a:gd name="connsiteX1320" fmla="*/ 163830 w 3439001"/>
                <a:gd name="connsiteY1320" fmla="*/ 874395 h 2304573"/>
                <a:gd name="connsiteX1321" fmla="*/ 162878 w 3439001"/>
                <a:gd name="connsiteY1321" fmla="*/ 875824 h 2304573"/>
                <a:gd name="connsiteX1322" fmla="*/ 162878 w 3439001"/>
                <a:gd name="connsiteY1322" fmla="*/ 877729 h 2304573"/>
                <a:gd name="connsiteX1323" fmla="*/ 163354 w 3439001"/>
                <a:gd name="connsiteY1323" fmla="*/ 880110 h 2304573"/>
                <a:gd name="connsiteX1324" fmla="*/ 162878 w 3439001"/>
                <a:gd name="connsiteY1324" fmla="*/ 882968 h 2304573"/>
                <a:gd name="connsiteX1325" fmla="*/ 161449 w 3439001"/>
                <a:gd name="connsiteY1325" fmla="*/ 886301 h 2304573"/>
                <a:gd name="connsiteX1326" fmla="*/ 161449 w 3439001"/>
                <a:gd name="connsiteY1326" fmla="*/ 888206 h 2304573"/>
                <a:gd name="connsiteX1327" fmla="*/ 162878 w 3439001"/>
                <a:gd name="connsiteY1327" fmla="*/ 888206 h 2304573"/>
                <a:gd name="connsiteX1328" fmla="*/ 165259 w 3439001"/>
                <a:gd name="connsiteY1328" fmla="*/ 886778 h 2304573"/>
                <a:gd name="connsiteX1329" fmla="*/ 168116 w 3439001"/>
                <a:gd name="connsiteY1329" fmla="*/ 884396 h 2304573"/>
                <a:gd name="connsiteX1330" fmla="*/ 169069 w 3439001"/>
                <a:gd name="connsiteY1330" fmla="*/ 881539 h 2304573"/>
                <a:gd name="connsiteX1331" fmla="*/ 168116 w 3439001"/>
                <a:gd name="connsiteY1331" fmla="*/ 878681 h 2304573"/>
                <a:gd name="connsiteX1332" fmla="*/ 168593 w 3439001"/>
                <a:gd name="connsiteY1332" fmla="*/ 877253 h 2304573"/>
                <a:gd name="connsiteX1333" fmla="*/ 172879 w 3439001"/>
                <a:gd name="connsiteY1333" fmla="*/ 878205 h 2304573"/>
                <a:gd name="connsiteX1334" fmla="*/ 177165 w 3439001"/>
                <a:gd name="connsiteY1334" fmla="*/ 882491 h 2304573"/>
                <a:gd name="connsiteX1335" fmla="*/ 178594 w 3439001"/>
                <a:gd name="connsiteY1335" fmla="*/ 882491 h 2304573"/>
                <a:gd name="connsiteX1336" fmla="*/ 183356 w 3439001"/>
                <a:gd name="connsiteY1336" fmla="*/ 880110 h 2304573"/>
                <a:gd name="connsiteX1337" fmla="*/ 185261 w 3439001"/>
                <a:gd name="connsiteY1337" fmla="*/ 878205 h 2304573"/>
                <a:gd name="connsiteX1338" fmla="*/ 185261 w 3439001"/>
                <a:gd name="connsiteY1338" fmla="*/ 876776 h 2304573"/>
                <a:gd name="connsiteX1339" fmla="*/ 184309 w 3439001"/>
                <a:gd name="connsiteY1339" fmla="*/ 870109 h 2304573"/>
                <a:gd name="connsiteX1340" fmla="*/ 184785 w 3439001"/>
                <a:gd name="connsiteY1340" fmla="*/ 868680 h 2304573"/>
                <a:gd name="connsiteX1341" fmla="*/ 187643 w 3439001"/>
                <a:gd name="connsiteY1341" fmla="*/ 868680 h 2304573"/>
                <a:gd name="connsiteX1342" fmla="*/ 189071 w 3439001"/>
                <a:gd name="connsiteY1342" fmla="*/ 870109 h 2304573"/>
                <a:gd name="connsiteX1343" fmla="*/ 191453 w 3439001"/>
                <a:gd name="connsiteY1343" fmla="*/ 872966 h 2304573"/>
                <a:gd name="connsiteX1344" fmla="*/ 191929 w 3439001"/>
                <a:gd name="connsiteY1344" fmla="*/ 874871 h 2304573"/>
                <a:gd name="connsiteX1345" fmla="*/ 190500 w 3439001"/>
                <a:gd name="connsiteY1345" fmla="*/ 875348 h 2304573"/>
                <a:gd name="connsiteX1346" fmla="*/ 190500 w 3439001"/>
                <a:gd name="connsiteY1346" fmla="*/ 875824 h 2304573"/>
                <a:gd name="connsiteX1347" fmla="*/ 191453 w 3439001"/>
                <a:gd name="connsiteY1347" fmla="*/ 876776 h 2304573"/>
                <a:gd name="connsiteX1348" fmla="*/ 192881 w 3439001"/>
                <a:gd name="connsiteY1348" fmla="*/ 877253 h 2304573"/>
                <a:gd name="connsiteX1349" fmla="*/ 194786 w 3439001"/>
                <a:gd name="connsiteY1349" fmla="*/ 877253 h 2304573"/>
                <a:gd name="connsiteX1350" fmla="*/ 196691 w 3439001"/>
                <a:gd name="connsiteY1350" fmla="*/ 876300 h 2304573"/>
                <a:gd name="connsiteX1351" fmla="*/ 199073 w 3439001"/>
                <a:gd name="connsiteY1351" fmla="*/ 873919 h 2304573"/>
                <a:gd name="connsiteX1352" fmla="*/ 200501 w 3439001"/>
                <a:gd name="connsiteY1352" fmla="*/ 872966 h 2304573"/>
                <a:gd name="connsiteX1353" fmla="*/ 203835 w 3439001"/>
                <a:gd name="connsiteY1353" fmla="*/ 872966 h 2304573"/>
                <a:gd name="connsiteX1354" fmla="*/ 207169 w 3439001"/>
                <a:gd name="connsiteY1354" fmla="*/ 870109 h 2304573"/>
                <a:gd name="connsiteX1355" fmla="*/ 215265 w 3439001"/>
                <a:gd name="connsiteY1355" fmla="*/ 861060 h 2304573"/>
                <a:gd name="connsiteX1356" fmla="*/ 216218 w 3439001"/>
                <a:gd name="connsiteY1356" fmla="*/ 859631 h 2304573"/>
                <a:gd name="connsiteX1357" fmla="*/ 217646 w 3439001"/>
                <a:gd name="connsiteY1357" fmla="*/ 854393 h 2304573"/>
                <a:gd name="connsiteX1358" fmla="*/ 218599 w 3439001"/>
                <a:gd name="connsiteY1358" fmla="*/ 852964 h 2304573"/>
                <a:gd name="connsiteX1359" fmla="*/ 220504 w 3439001"/>
                <a:gd name="connsiteY1359" fmla="*/ 851535 h 2304573"/>
                <a:gd name="connsiteX1360" fmla="*/ 223361 w 3439001"/>
                <a:gd name="connsiteY1360" fmla="*/ 850106 h 2304573"/>
                <a:gd name="connsiteX1361" fmla="*/ 225266 w 3439001"/>
                <a:gd name="connsiteY1361" fmla="*/ 849630 h 2304573"/>
                <a:gd name="connsiteX1362" fmla="*/ 228600 w 3439001"/>
                <a:gd name="connsiteY1362" fmla="*/ 850582 h 2304573"/>
                <a:gd name="connsiteX1363" fmla="*/ 231934 w 3439001"/>
                <a:gd name="connsiteY1363" fmla="*/ 852011 h 2304573"/>
                <a:gd name="connsiteX1364" fmla="*/ 233363 w 3439001"/>
                <a:gd name="connsiteY1364" fmla="*/ 852964 h 2304573"/>
                <a:gd name="connsiteX1365" fmla="*/ 233839 w 3439001"/>
                <a:gd name="connsiteY1365" fmla="*/ 853916 h 2304573"/>
                <a:gd name="connsiteX1366" fmla="*/ 230029 w 3439001"/>
                <a:gd name="connsiteY1366" fmla="*/ 853440 h 2304573"/>
                <a:gd name="connsiteX1367" fmla="*/ 228124 w 3439001"/>
                <a:gd name="connsiteY1367" fmla="*/ 853440 h 2304573"/>
                <a:gd name="connsiteX1368" fmla="*/ 226695 w 3439001"/>
                <a:gd name="connsiteY1368" fmla="*/ 854393 h 2304573"/>
                <a:gd name="connsiteX1369" fmla="*/ 225743 w 3439001"/>
                <a:gd name="connsiteY1369" fmla="*/ 855345 h 2304573"/>
                <a:gd name="connsiteX1370" fmla="*/ 224790 w 3439001"/>
                <a:gd name="connsiteY1370" fmla="*/ 857726 h 2304573"/>
                <a:gd name="connsiteX1371" fmla="*/ 224790 w 3439001"/>
                <a:gd name="connsiteY1371" fmla="*/ 861060 h 2304573"/>
                <a:gd name="connsiteX1372" fmla="*/ 225266 w 3439001"/>
                <a:gd name="connsiteY1372" fmla="*/ 862013 h 2304573"/>
                <a:gd name="connsiteX1373" fmla="*/ 228124 w 3439001"/>
                <a:gd name="connsiteY1373" fmla="*/ 862489 h 2304573"/>
                <a:gd name="connsiteX1374" fmla="*/ 235268 w 3439001"/>
                <a:gd name="connsiteY1374" fmla="*/ 861536 h 2304573"/>
                <a:gd name="connsiteX1375" fmla="*/ 238125 w 3439001"/>
                <a:gd name="connsiteY1375" fmla="*/ 860584 h 2304573"/>
                <a:gd name="connsiteX1376" fmla="*/ 240506 w 3439001"/>
                <a:gd name="connsiteY1376" fmla="*/ 859155 h 2304573"/>
                <a:gd name="connsiteX1377" fmla="*/ 242888 w 3439001"/>
                <a:gd name="connsiteY1377" fmla="*/ 856774 h 2304573"/>
                <a:gd name="connsiteX1378" fmla="*/ 244793 w 3439001"/>
                <a:gd name="connsiteY1378" fmla="*/ 855821 h 2304573"/>
                <a:gd name="connsiteX1379" fmla="*/ 249079 w 3439001"/>
                <a:gd name="connsiteY1379" fmla="*/ 857250 h 2304573"/>
                <a:gd name="connsiteX1380" fmla="*/ 250508 w 3439001"/>
                <a:gd name="connsiteY1380" fmla="*/ 856298 h 2304573"/>
                <a:gd name="connsiteX1381" fmla="*/ 251936 w 3439001"/>
                <a:gd name="connsiteY1381" fmla="*/ 854393 h 2304573"/>
                <a:gd name="connsiteX1382" fmla="*/ 253841 w 3439001"/>
                <a:gd name="connsiteY1382" fmla="*/ 853916 h 2304573"/>
                <a:gd name="connsiteX1383" fmla="*/ 256223 w 3439001"/>
                <a:gd name="connsiteY1383" fmla="*/ 854869 h 2304573"/>
                <a:gd name="connsiteX1384" fmla="*/ 258128 w 3439001"/>
                <a:gd name="connsiteY1384" fmla="*/ 854869 h 2304573"/>
                <a:gd name="connsiteX1385" fmla="*/ 259556 w 3439001"/>
                <a:gd name="connsiteY1385" fmla="*/ 853916 h 2304573"/>
                <a:gd name="connsiteX1386" fmla="*/ 261461 w 3439001"/>
                <a:gd name="connsiteY1386" fmla="*/ 851059 h 2304573"/>
                <a:gd name="connsiteX1387" fmla="*/ 262414 w 3439001"/>
                <a:gd name="connsiteY1387" fmla="*/ 850106 h 2304573"/>
                <a:gd name="connsiteX1388" fmla="*/ 266700 w 3439001"/>
                <a:gd name="connsiteY1388" fmla="*/ 848678 h 2304573"/>
                <a:gd name="connsiteX1389" fmla="*/ 273368 w 3439001"/>
                <a:gd name="connsiteY1389" fmla="*/ 843915 h 2304573"/>
                <a:gd name="connsiteX1390" fmla="*/ 276225 w 3439001"/>
                <a:gd name="connsiteY1390" fmla="*/ 842486 h 2304573"/>
                <a:gd name="connsiteX1391" fmla="*/ 277654 w 3439001"/>
                <a:gd name="connsiteY1391" fmla="*/ 842486 h 2304573"/>
                <a:gd name="connsiteX1392" fmla="*/ 279083 w 3439001"/>
                <a:gd name="connsiteY1392" fmla="*/ 842010 h 2304573"/>
                <a:gd name="connsiteX1393" fmla="*/ 281464 w 3439001"/>
                <a:gd name="connsiteY1393" fmla="*/ 840581 h 2304573"/>
                <a:gd name="connsiteX1394" fmla="*/ 282893 w 3439001"/>
                <a:gd name="connsiteY1394" fmla="*/ 840105 h 2304573"/>
                <a:gd name="connsiteX1395" fmla="*/ 283845 w 3439001"/>
                <a:gd name="connsiteY1395" fmla="*/ 840105 h 2304573"/>
                <a:gd name="connsiteX1396" fmla="*/ 286226 w 3439001"/>
                <a:gd name="connsiteY1396" fmla="*/ 841057 h 2304573"/>
                <a:gd name="connsiteX1397" fmla="*/ 286703 w 3439001"/>
                <a:gd name="connsiteY1397" fmla="*/ 842486 h 2304573"/>
                <a:gd name="connsiteX1398" fmla="*/ 286703 w 3439001"/>
                <a:gd name="connsiteY1398" fmla="*/ 849630 h 2304573"/>
                <a:gd name="connsiteX1399" fmla="*/ 287179 w 3439001"/>
                <a:gd name="connsiteY1399" fmla="*/ 850582 h 2304573"/>
                <a:gd name="connsiteX1400" fmla="*/ 289084 w 3439001"/>
                <a:gd name="connsiteY1400" fmla="*/ 849154 h 2304573"/>
                <a:gd name="connsiteX1401" fmla="*/ 290513 w 3439001"/>
                <a:gd name="connsiteY1401" fmla="*/ 847249 h 2304573"/>
                <a:gd name="connsiteX1402" fmla="*/ 291465 w 3439001"/>
                <a:gd name="connsiteY1402" fmla="*/ 844868 h 2304573"/>
                <a:gd name="connsiteX1403" fmla="*/ 291941 w 3439001"/>
                <a:gd name="connsiteY1403" fmla="*/ 842010 h 2304573"/>
                <a:gd name="connsiteX1404" fmla="*/ 295275 w 3439001"/>
                <a:gd name="connsiteY1404" fmla="*/ 840581 h 2304573"/>
                <a:gd name="connsiteX1405" fmla="*/ 317183 w 3439001"/>
                <a:gd name="connsiteY1405" fmla="*/ 833914 h 2304573"/>
                <a:gd name="connsiteX1406" fmla="*/ 320040 w 3439001"/>
                <a:gd name="connsiteY1406" fmla="*/ 831056 h 2304573"/>
                <a:gd name="connsiteX1407" fmla="*/ 322898 w 3439001"/>
                <a:gd name="connsiteY1407" fmla="*/ 825818 h 2304573"/>
                <a:gd name="connsiteX1408" fmla="*/ 324326 w 3439001"/>
                <a:gd name="connsiteY1408" fmla="*/ 824389 h 2304573"/>
                <a:gd name="connsiteX1409" fmla="*/ 325755 w 3439001"/>
                <a:gd name="connsiteY1409" fmla="*/ 824389 h 2304573"/>
                <a:gd name="connsiteX1410" fmla="*/ 326231 w 3439001"/>
                <a:gd name="connsiteY1410" fmla="*/ 825341 h 2304573"/>
                <a:gd name="connsiteX1411" fmla="*/ 326708 w 3439001"/>
                <a:gd name="connsiteY1411" fmla="*/ 829628 h 2304573"/>
                <a:gd name="connsiteX1412" fmla="*/ 327184 w 3439001"/>
                <a:gd name="connsiteY1412" fmla="*/ 830104 h 2304573"/>
                <a:gd name="connsiteX1413" fmla="*/ 328136 w 3439001"/>
                <a:gd name="connsiteY1413" fmla="*/ 829628 h 2304573"/>
                <a:gd name="connsiteX1414" fmla="*/ 329565 w 3439001"/>
                <a:gd name="connsiteY1414" fmla="*/ 827723 h 2304573"/>
                <a:gd name="connsiteX1415" fmla="*/ 334804 w 3439001"/>
                <a:gd name="connsiteY1415" fmla="*/ 823913 h 2304573"/>
                <a:gd name="connsiteX1416" fmla="*/ 334328 w 3439001"/>
                <a:gd name="connsiteY1416" fmla="*/ 823436 h 2304573"/>
                <a:gd name="connsiteX1417" fmla="*/ 333375 w 3439001"/>
                <a:gd name="connsiteY1417" fmla="*/ 821055 h 2304573"/>
                <a:gd name="connsiteX1418" fmla="*/ 332423 w 3439001"/>
                <a:gd name="connsiteY1418" fmla="*/ 819626 h 2304573"/>
                <a:gd name="connsiteX1419" fmla="*/ 330994 w 3439001"/>
                <a:gd name="connsiteY1419" fmla="*/ 818674 h 2304573"/>
                <a:gd name="connsiteX1420" fmla="*/ 328136 w 3439001"/>
                <a:gd name="connsiteY1420" fmla="*/ 817721 h 2304573"/>
                <a:gd name="connsiteX1421" fmla="*/ 325755 w 3439001"/>
                <a:gd name="connsiteY1421" fmla="*/ 818198 h 2304573"/>
                <a:gd name="connsiteX1422" fmla="*/ 325279 w 3439001"/>
                <a:gd name="connsiteY1422" fmla="*/ 817721 h 2304573"/>
                <a:gd name="connsiteX1423" fmla="*/ 325755 w 3439001"/>
                <a:gd name="connsiteY1423" fmla="*/ 816769 h 2304573"/>
                <a:gd name="connsiteX1424" fmla="*/ 330041 w 3439001"/>
                <a:gd name="connsiteY1424" fmla="*/ 812006 h 2304573"/>
                <a:gd name="connsiteX1425" fmla="*/ 331946 w 3439001"/>
                <a:gd name="connsiteY1425" fmla="*/ 811054 h 2304573"/>
                <a:gd name="connsiteX1426" fmla="*/ 337661 w 3439001"/>
                <a:gd name="connsiteY1426" fmla="*/ 810101 h 2304573"/>
                <a:gd name="connsiteX1427" fmla="*/ 340043 w 3439001"/>
                <a:gd name="connsiteY1427" fmla="*/ 809149 h 2304573"/>
                <a:gd name="connsiteX1428" fmla="*/ 341948 w 3439001"/>
                <a:gd name="connsiteY1428" fmla="*/ 808673 h 2304573"/>
                <a:gd name="connsiteX1429" fmla="*/ 344805 w 3439001"/>
                <a:gd name="connsiteY1429" fmla="*/ 808673 h 2304573"/>
                <a:gd name="connsiteX1430" fmla="*/ 346710 w 3439001"/>
                <a:gd name="connsiteY1430" fmla="*/ 808196 h 2304573"/>
                <a:gd name="connsiteX1431" fmla="*/ 346710 w 3439001"/>
                <a:gd name="connsiteY1431" fmla="*/ 807720 h 2304573"/>
                <a:gd name="connsiteX1432" fmla="*/ 344805 w 3439001"/>
                <a:gd name="connsiteY1432" fmla="*/ 807244 h 2304573"/>
                <a:gd name="connsiteX1433" fmla="*/ 341471 w 3439001"/>
                <a:gd name="connsiteY1433" fmla="*/ 806768 h 2304573"/>
                <a:gd name="connsiteX1434" fmla="*/ 343376 w 3439001"/>
                <a:gd name="connsiteY1434" fmla="*/ 804863 h 2304573"/>
                <a:gd name="connsiteX1435" fmla="*/ 348615 w 3439001"/>
                <a:gd name="connsiteY1435" fmla="*/ 802481 h 2304573"/>
                <a:gd name="connsiteX1436" fmla="*/ 351949 w 3439001"/>
                <a:gd name="connsiteY1436" fmla="*/ 802005 h 2304573"/>
                <a:gd name="connsiteX1437" fmla="*/ 355283 w 3439001"/>
                <a:gd name="connsiteY1437" fmla="*/ 802957 h 2304573"/>
                <a:gd name="connsiteX1438" fmla="*/ 357664 w 3439001"/>
                <a:gd name="connsiteY1438" fmla="*/ 803434 h 2304573"/>
                <a:gd name="connsiteX1439" fmla="*/ 358616 w 3439001"/>
                <a:gd name="connsiteY1439" fmla="*/ 802957 h 2304573"/>
                <a:gd name="connsiteX1440" fmla="*/ 360521 w 3439001"/>
                <a:gd name="connsiteY1440" fmla="*/ 801053 h 2304573"/>
                <a:gd name="connsiteX1441" fmla="*/ 361950 w 3439001"/>
                <a:gd name="connsiteY1441" fmla="*/ 796766 h 2304573"/>
                <a:gd name="connsiteX1442" fmla="*/ 363855 w 3439001"/>
                <a:gd name="connsiteY1442" fmla="*/ 795338 h 2304573"/>
                <a:gd name="connsiteX1443" fmla="*/ 365760 w 3439001"/>
                <a:gd name="connsiteY1443" fmla="*/ 794385 h 2304573"/>
                <a:gd name="connsiteX1444" fmla="*/ 366236 w 3439001"/>
                <a:gd name="connsiteY1444" fmla="*/ 796766 h 2304573"/>
                <a:gd name="connsiteX1445" fmla="*/ 368618 w 3439001"/>
                <a:gd name="connsiteY1445" fmla="*/ 797243 h 2304573"/>
                <a:gd name="connsiteX1446" fmla="*/ 370999 w 3439001"/>
                <a:gd name="connsiteY1446" fmla="*/ 797243 h 2304573"/>
                <a:gd name="connsiteX1447" fmla="*/ 373380 w 3439001"/>
                <a:gd name="connsiteY1447" fmla="*/ 796766 h 2304573"/>
                <a:gd name="connsiteX1448" fmla="*/ 375761 w 3439001"/>
                <a:gd name="connsiteY1448" fmla="*/ 795338 h 2304573"/>
                <a:gd name="connsiteX1449" fmla="*/ 378619 w 3439001"/>
                <a:gd name="connsiteY1449" fmla="*/ 792956 h 2304573"/>
                <a:gd name="connsiteX1450" fmla="*/ 381000 w 3439001"/>
                <a:gd name="connsiteY1450" fmla="*/ 791528 h 2304573"/>
                <a:gd name="connsiteX1451" fmla="*/ 382905 w 3439001"/>
                <a:gd name="connsiteY1451" fmla="*/ 791051 h 2304573"/>
                <a:gd name="connsiteX1452" fmla="*/ 384334 w 3439001"/>
                <a:gd name="connsiteY1452" fmla="*/ 790099 h 2304573"/>
                <a:gd name="connsiteX1453" fmla="*/ 385286 w 3439001"/>
                <a:gd name="connsiteY1453" fmla="*/ 787241 h 2304573"/>
                <a:gd name="connsiteX1454" fmla="*/ 387668 w 3439001"/>
                <a:gd name="connsiteY1454" fmla="*/ 786765 h 2304573"/>
                <a:gd name="connsiteX1455" fmla="*/ 390525 w 3439001"/>
                <a:gd name="connsiteY1455" fmla="*/ 787241 h 2304573"/>
                <a:gd name="connsiteX1456" fmla="*/ 391954 w 3439001"/>
                <a:gd name="connsiteY1456" fmla="*/ 784384 h 2304573"/>
                <a:gd name="connsiteX1457" fmla="*/ 394811 w 3439001"/>
                <a:gd name="connsiteY1457" fmla="*/ 782955 h 2304573"/>
                <a:gd name="connsiteX1458" fmla="*/ 395764 w 3439001"/>
                <a:gd name="connsiteY1458" fmla="*/ 782003 h 2304573"/>
                <a:gd name="connsiteX1459" fmla="*/ 398145 w 3439001"/>
                <a:gd name="connsiteY1459" fmla="*/ 777240 h 2304573"/>
                <a:gd name="connsiteX1460" fmla="*/ 398145 w 3439001"/>
                <a:gd name="connsiteY1460" fmla="*/ 775335 h 2304573"/>
                <a:gd name="connsiteX1461" fmla="*/ 396716 w 3439001"/>
                <a:gd name="connsiteY1461" fmla="*/ 772954 h 2304573"/>
                <a:gd name="connsiteX1462" fmla="*/ 395764 w 3439001"/>
                <a:gd name="connsiteY1462" fmla="*/ 772001 h 2304573"/>
                <a:gd name="connsiteX1463" fmla="*/ 395764 w 3439001"/>
                <a:gd name="connsiteY1463" fmla="*/ 771049 h 2304573"/>
                <a:gd name="connsiteX1464" fmla="*/ 397193 w 3439001"/>
                <a:gd name="connsiteY1464" fmla="*/ 769620 h 2304573"/>
                <a:gd name="connsiteX1465" fmla="*/ 403860 w 3439001"/>
                <a:gd name="connsiteY1465" fmla="*/ 765334 h 2304573"/>
                <a:gd name="connsiteX1466" fmla="*/ 406718 w 3439001"/>
                <a:gd name="connsiteY1466" fmla="*/ 764857 h 2304573"/>
                <a:gd name="connsiteX1467" fmla="*/ 409099 w 3439001"/>
                <a:gd name="connsiteY1467" fmla="*/ 765810 h 2304573"/>
                <a:gd name="connsiteX1468" fmla="*/ 410051 w 3439001"/>
                <a:gd name="connsiteY1468" fmla="*/ 765810 h 2304573"/>
                <a:gd name="connsiteX1469" fmla="*/ 410528 w 3439001"/>
                <a:gd name="connsiteY1469" fmla="*/ 762000 h 2304573"/>
                <a:gd name="connsiteX1470" fmla="*/ 411956 w 3439001"/>
                <a:gd name="connsiteY1470" fmla="*/ 761048 h 2304573"/>
                <a:gd name="connsiteX1471" fmla="*/ 418148 w 3439001"/>
                <a:gd name="connsiteY1471" fmla="*/ 760571 h 2304573"/>
                <a:gd name="connsiteX1472" fmla="*/ 419576 w 3439001"/>
                <a:gd name="connsiteY1472" fmla="*/ 760095 h 2304573"/>
                <a:gd name="connsiteX1473" fmla="*/ 421481 w 3439001"/>
                <a:gd name="connsiteY1473" fmla="*/ 757238 h 2304573"/>
                <a:gd name="connsiteX1474" fmla="*/ 424815 w 3439001"/>
                <a:gd name="connsiteY1474" fmla="*/ 754856 h 2304573"/>
                <a:gd name="connsiteX1475" fmla="*/ 425768 w 3439001"/>
                <a:gd name="connsiteY1475" fmla="*/ 753428 h 2304573"/>
                <a:gd name="connsiteX1476" fmla="*/ 425768 w 3439001"/>
                <a:gd name="connsiteY1476" fmla="*/ 751999 h 2304573"/>
                <a:gd name="connsiteX1477" fmla="*/ 427673 w 3439001"/>
                <a:gd name="connsiteY1477" fmla="*/ 750570 h 2304573"/>
                <a:gd name="connsiteX1478" fmla="*/ 431483 w 3439001"/>
                <a:gd name="connsiteY1478" fmla="*/ 749618 h 2304573"/>
                <a:gd name="connsiteX1479" fmla="*/ 434816 w 3439001"/>
                <a:gd name="connsiteY1479" fmla="*/ 748189 h 2304573"/>
                <a:gd name="connsiteX1480" fmla="*/ 440531 w 3439001"/>
                <a:gd name="connsiteY1480" fmla="*/ 744379 h 2304573"/>
                <a:gd name="connsiteX1481" fmla="*/ 441960 w 3439001"/>
                <a:gd name="connsiteY1481" fmla="*/ 742950 h 2304573"/>
                <a:gd name="connsiteX1482" fmla="*/ 445294 w 3439001"/>
                <a:gd name="connsiteY1482" fmla="*/ 737711 h 2304573"/>
                <a:gd name="connsiteX1483" fmla="*/ 459581 w 3439001"/>
                <a:gd name="connsiteY1483" fmla="*/ 735806 h 2304573"/>
                <a:gd name="connsiteX1484" fmla="*/ 459581 w 3439001"/>
                <a:gd name="connsiteY1484" fmla="*/ 732949 h 2304573"/>
                <a:gd name="connsiteX1485" fmla="*/ 460058 w 3439001"/>
                <a:gd name="connsiteY1485" fmla="*/ 732473 h 2304573"/>
                <a:gd name="connsiteX1486" fmla="*/ 465773 w 3439001"/>
                <a:gd name="connsiteY1486" fmla="*/ 731044 h 2304573"/>
                <a:gd name="connsiteX1487" fmla="*/ 470059 w 3439001"/>
                <a:gd name="connsiteY1487" fmla="*/ 731044 h 2304573"/>
                <a:gd name="connsiteX1488" fmla="*/ 471488 w 3439001"/>
                <a:gd name="connsiteY1488" fmla="*/ 730568 h 2304573"/>
                <a:gd name="connsiteX1489" fmla="*/ 471964 w 3439001"/>
                <a:gd name="connsiteY1489" fmla="*/ 726757 h 2304573"/>
                <a:gd name="connsiteX1490" fmla="*/ 472916 w 3439001"/>
                <a:gd name="connsiteY1490" fmla="*/ 723900 h 2304573"/>
                <a:gd name="connsiteX1491" fmla="*/ 470535 w 3439001"/>
                <a:gd name="connsiteY1491" fmla="*/ 723900 h 2304573"/>
                <a:gd name="connsiteX1492" fmla="*/ 470059 w 3439001"/>
                <a:gd name="connsiteY1492" fmla="*/ 723424 h 2304573"/>
                <a:gd name="connsiteX1493" fmla="*/ 477203 w 3439001"/>
                <a:gd name="connsiteY1493" fmla="*/ 720566 h 2304573"/>
                <a:gd name="connsiteX1494" fmla="*/ 478155 w 3439001"/>
                <a:gd name="connsiteY1494" fmla="*/ 719138 h 2304573"/>
                <a:gd name="connsiteX1495" fmla="*/ 478155 w 3439001"/>
                <a:gd name="connsiteY1495" fmla="*/ 716756 h 2304573"/>
                <a:gd name="connsiteX1496" fmla="*/ 479584 w 3439001"/>
                <a:gd name="connsiteY1496" fmla="*/ 714375 h 2304573"/>
                <a:gd name="connsiteX1497" fmla="*/ 484823 w 3439001"/>
                <a:gd name="connsiteY1497" fmla="*/ 709613 h 2304573"/>
                <a:gd name="connsiteX1498" fmla="*/ 486251 w 3439001"/>
                <a:gd name="connsiteY1498" fmla="*/ 708660 h 2304573"/>
                <a:gd name="connsiteX1499" fmla="*/ 490538 w 3439001"/>
                <a:gd name="connsiteY1499" fmla="*/ 707707 h 2304573"/>
                <a:gd name="connsiteX1500" fmla="*/ 493395 w 3439001"/>
                <a:gd name="connsiteY1500" fmla="*/ 706279 h 2304573"/>
                <a:gd name="connsiteX1501" fmla="*/ 499586 w 3439001"/>
                <a:gd name="connsiteY1501" fmla="*/ 701516 h 2304573"/>
                <a:gd name="connsiteX1502" fmla="*/ 501968 w 3439001"/>
                <a:gd name="connsiteY1502" fmla="*/ 698182 h 2304573"/>
                <a:gd name="connsiteX1503" fmla="*/ 502920 w 3439001"/>
                <a:gd name="connsiteY1503" fmla="*/ 696278 h 2304573"/>
                <a:gd name="connsiteX1504" fmla="*/ 503396 w 3439001"/>
                <a:gd name="connsiteY1504" fmla="*/ 694849 h 2304573"/>
                <a:gd name="connsiteX1505" fmla="*/ 502920 w 3439001"/>
                <a:gd name="connsiteY1505" fmla="*/ 693420 h 2304573"/>
                <a:gd name="connsiteX1506" fmla="*/ 500063 w 3439001"/>
                <a:gd name="connsiteY1506" fmla="*/ 691039 h 2304573"/>
                <a:gd name="connsiteX1507" fmla="*/ 491966 w 3439001"/>
                <a:gd name="connsiteY1507" fmla="*/ 687229 h 2304573"/>
                <a:gd name="connsiteX1508" fmla="*/ 487680 w 3439001"/>
                <a:gd name="connsiteY1508" fmla="*/ 685800 h 2304573"/>
                <a:gd name="connsiteX1509" fmla="*/ 483870 w 3439001"/>
                <a:gd name="connsiteY1509" fmla="*/ 685324 h 2304573"/>
                <a:gd name="connsiteX1510" fmla="*/ 476250 w 3439001"/>
                <a:gd name="connsiteY1510" fmla="*/ 683419 h 2304573"/>
                <a:gd name="connsiteX1511" fmla="*/ 474821 w 3439001"/>
                <a:gd name="connsiteY1511" fmla="*/ 681514 h 2304573"/>
                <a:gd name="connsiteX1512" fmla="*/ 476250 w 3439001"/>
                <a:gd name="connsiteY1512" fmla="*/ 677228 h 2304573"/>
                <a:gd name="connsiteX1513" fmla="*/ 478631 w 3439001"/>
                <a:gd name="connsiteY1513" fmla="*/ 672465 h 2304573"/>
                <a:gd name="connsiteX1514" fmla="*/ 478155 w 3439001"/>
                <a:gd name="connsiteY1514" fmla="*/ 671036 h 2304573"/>
                <a:gd name="connsiteX1515" fmla="*/ 487680 w 3439001"/>
                <a:gd name="connsiteY1515" fmla="*/ 665321 h 2304573"/>
                <a:gd name="connsiteX1516" fmla="*/ 489585 w 3439001"/>
                <a:gd name="connsiteY1516" fmla="*/ 663416 h 2304573"/>
                <a:gd name="connsiteX1517" fmla="*/ 491014 w 3439001"/>
                <a:gd name="connsiteY1517" fmla="*/ 661511 h 2304573"/>
                <a:gd name="connsiteX1518" fmla="*/ 494348 w 3439001"/>
                <a:gd name="connsiteY1518" fmla="*/ 658654 h 2304573"/>
                <a:gd name="connsiteX1519" fmla="*/ 494824 w 3439001"/>
                <a:gd name="connsiteY1519" fmla="*/ 657701 h 2304573"/>
                <a:gd name="connsiteX1520" fmla="*/ 492919 w 3439001"/>
                <a:gd name="connsiteY1520" fmla="*/ 656749 h 2304573"/>
                <a:gd name="connsiteX1521" fmla="*/ 493395 w 3439001"/>
                <a:gd name="connsiteY1521" fmla="*/ 656273 h 2304573"/>
                <a:gd name="connsiteX1522" fmla="*/ 499110 w 3439001"/>
                <a:gd name="connsiteY1522" fmla="*/ 652463 h 2304573"/>
                <a:gd name="connsiteX1523" fmla="*/ 501491 w 3439001"/>
                <a:gd name="connsiteY1523" fmla="*/ 651510 h 2304573"/>
                <a:gd name="connsiteX1524" fmla="*/ 502920 w 3439001"/>
                <a:gd name="connsiteY1524" fmla="*/ 651986 h 2304573"/>
                <a:gd name="connsiteX1525" fmla="*/ 502920 w 3439001"/>
                <a:gd name="connsiteY1525" fmla="*/ 652463 h 2304573"/>
                <a:gd name="connsiteX1526" fmla="*/ 501968 w 3439001"/>
                <a:gd name="connsiteY1526" fmla="*/ 654844 h 2304573"/>
                <a:gd name="connsiteX1527" fmla="*/ 502444 w 3439001"/>
                <a:gd name="connsiteY1527" fmla="*/ 655320 h 2304573"/>
                <a:gd name="connsiteX1528" fmla="*/ 506730 w 3439001"/>
                <a:gd name="connsiteY1528" fmla="*/ 654844 h 2304573"/>
                <a:gd name="connsiteX1529" fmla="*/ 511493 w 3439001"/>
                <a:gd name="connsiteY1529" fmla="*/ 652939 h 2304573"/>
                <a:gd name="connsiteX1530" fmla="*/ 512921 w 3439001"/>
                <a:gd name="connsiteY1530" fmla="*/ 651986 h 2304573"/>
                <a:gd name="connsiteX1531" fmla="*/ 513874 w 3439001"/>
                <a:gd name="connsiteY1531" fmla="*/ 648653 h 2304573"/>
                <a:gd name="connsiteX1532" fmla="*/ 513398 w 3439001"/>
                <a:gd name="connsiteY1532" fmla="*/ 647700 h 2304573"/>
                <a:gd name="connsiteX1533" fmla="*/ 507683 w 3439001"/>
                <a:gd name="connsiteY1533" fmla="*/ 646271 h 2304573"/>
                <a:gd name="connsiteX1534" fmla="*/ 508635 w 3439001"/>
                <a:gd name="connsiteY1534" fmla="*/ 645795 h 2304573"/>
                <a:gd name="connsiteX1535" fmla="*/ 511493 w 3439001"/>
                <a:gd name="connsiteY1535" fmla="*/ 644843 h 2304573"/>
                <a:gd name="connsiteX1536" fmla="*/ 520065 w 3439001"/>
                <a:gd name="connsiteY1536" fmla="*/ 643890 h 2304573"/>
                <a:gd name="connsiteX1537" fmla="*/ 523399 w 3439001"/>
                <a:gd name="connsiteY1537" fmla="*/ 642938 h 2304573"/>
                <a:gd name="connsiteX1538" fmla="*/ 526733 w 3439001"/>
                <a:gd name="connsiteY1538" fmla="*/ 639128 h 2304573"/>
                <a:gd name="connsiteX1539" fmla="*/ 527685 w 3439001"/>
                <a:gd name="connsiteY1539" fmla="*/ 636746 h 2304573"/>
                <a:gd name="connsiteX1540" fmla="*/ 527685 w 3439001"/>
                <a:gd name="connsiteY1540" fmla="*/ 634365 h 2304573"/>
                <a:gd name="connsiteX1541" fmla="*/ 526733 w 3439001"/>
                <a:gd name="connsiteY1541" fmla="*/ 632460 h 2304573"/>
                <a:gd name="connsiteX1542" fmla="*/ 523875 w 3439001"/>
                <a:gd name="connsiteY1542" fmla="*/ 629603 h 2304573"/>
                <a:gd name="connsiteX1543" fmla="*/ 519113 w 3439001"/>
                <a:gd name="connsiteY1543" fmla="*/ 626269 h 2304573"/>
                <a:gd name="connsiteX1544" fmla="*/ 514350 w 3439001"/>
                <a:gd name="connsiteY1544" fmla="*/ 623888 h 2304573"/>
                <a:gd name="connsiteX1545" fmla="*/ 514350 w 3439001"/>
                <a:gd name="connsiteY1545" fmla="*/ 623411 h 2304573"/>
                <a:gd name="connsiteX1546" fmla="*/ 517684 w 3439001"/>
                <a:gd name="connsiteY1546" fmla="*/ 623411 h 2304573"/>
                <a:gd name="connsiteX1547" fmla="*/ 521970 w 3439001"/>
                <a:gd name="connsiteY1547" fmla="*/ 625793 h 2304573"/>
                <a:gd name="connsiteX1548" fmla="*/ 524351 w 3439001"/>
                <a:gd name="connsiteY1548" fmla="*/ 626269 h 2304573"/>
                <a:gd name="connsiteX1549" fmla="*/ 526733 w 3439001"/>
                <a:gd name="connsiteY1549" fmla="*/ 626269 h 2304573"/>
                <a:gd name="connsiteX1550" fmla="*/ 530543 w 3439001"/>
                <a:gd name="connsiteY1550" fmla="*/ 624840 h 2304573"/>
                <a:gd name="connsiteX1551" fmla="*/ 536258 w 3439001"/>
                <a:gd name="connsiteY1551" fmla="*/ 621030 h 2304573"/>
                <a:gd name="connsiteX1552" fmla="*/ 539115 w 3439001"/>
                <a:gd name="connsiteY1552" fmla="*/ 618649 h 2304573"/>
                <a:gd name="connsiteX1553" fmla="*/ 540068 w 3439001"/>
                <a:gd name="connsiteY1553" fmla="*/ 617220 h 2304573"/>
                <a:gd name="connsiteX1554" fmla="*/ 538639 w 3439001"/>
                <a:gd name="connsiteY1554" fmla="*/ 614839 h 2304573"/>
                <a:gd name="connsiteX1555" fmla="*/ 538639 w 3439001"/>
                <a:gd name="connsiteY1555" fmla="*/ 613886 h 2304573"/>
                <a:gd name="connsiteX1556" fmla="*/ 540068 w 3439001"/>
                <a:gd name="connsiteY1556" fmla="*/ 611029 h 2304573"/>
                <a:gd name="connsiteX1557" fmla="*/ 549593 w 3439001"/>
                <a:gd name="connsiteY1557" fmla="*/ 602932 h 2304573"/>
                <a:gd name="connsiteX1558" fmla="*/ 553879 w 3439001"/>
                <a:gd name="connsiteY1558" fmla="*/ 600075 h 2304573"/>
                <a:gd name="connsiteX1559" fmla="*/ 556736 w 3439001"/>
                <a:gd name="connsiteY1559" fmla="*/ 599599 h 2304573"/>
                <a:gd name="connsiteX1560" fmla="*/ 557689 w 3439001"/>
                <a:gd name="connsiteY1560" fmla="*/ 598646 h 2304573"/>
                <a:gd name="connsiteX1561" fmla="*/ 556736 w 3439001"/>
                <a:gd name="connsiteY1561" fmla="*/ 594836 h 2304573"/>
                <a:gd name="connsiteX1562" fmla="*/ 556736 w 3439001"/>
                <a:gd name="connsiteY1562" fmla="*/ 593407 h 2304573"/>
                <a:gd name="connsiteX1563" fmla="*/ 558165 w 3439001"/>
                <a:gd name="connsiteY1563" fmla="*/ 590550 h 2304573"/>
                <a:gd name="connsiteX1564" fmla="*/ 562928 w 3439001"/>
                <a:gd name="connsiteY1564" fmla="*/ 587216 h 2304573"/>
                <a:gd name="connsiteX1565" fmla="*/ 567690 w 3439001"/>
                <a:gd name="connsiteY1565" fmla="*/ 585311 h 2304573"/>
                <a:gd name="connsiteX1566" fmla="*/ 573881 w 3439001"/>
                <a:gd name="connsiteY1566" fmla="*/ 583882 h 2304573"/>
                <a:gd name="connsiteX1567" fmla="*/ 578168 w 3439001"/>
                <a:gd name="connsiteY1567" fmla="*/ 581501 h 2304573"/>
                <a:gd name="connsiteX1568" fmla="*/ 581025 w 3439001"/>
                <a:gd name="connsiteY1568" fmla="*/ 578644 h 2304573"/>
                <a:gd name="connsiteX1569" fmla="*/ 585311 w 3439001"/>
                <a:gd name="connsiteY1569" fmla="*/ 575786 h 2304573"/>
                <a:gd name="connsiteX1570" fmla="*/ 596741 w 3439001"/>
                <a:gd name="connsiteY1570" fmla="*/ 570548 h 2304573"/>
                <a:gd name="connsiteX1571" fmla="*/ 598170 w 3439001"/>
                <a:gd name="connsiteY1571" fmla="*/ 570071 h 2304573"/>
                <a:gd name="connsiteX1572" fmla="*/ 599123 w 3439001"/>
                <a:gd name="connsiteY1572" fmla="*/ 570548 h 2304573"/>
                <a:gd name="connsiteX1573" fmla="*/ 601028 w 3439001"/>
                <a:gd name="connsiteY1573" fmla="*/ 572453 h 2304573"/>
                <a:gd name="connsiteX1574" fmla="*/ 613410 w 3439001"/>
                <a:gd name="connsiteY1574" fmla="*/ 571976 h 2304573"/>
                <a:gd name="connsiteX1575" fmla="*/ 618173 w 3439001"/>
                <a:gd name="connsiteY1575" fmla="*/ 571500 h 2304573"/>
                <a:gd name="connsiteX1576" fmla="*/ 619125 w 3439001"/>
                <a:gd name="connsiteY1576" fmla="*/ 570548 h 2304573"/>
                <a:gd name="connsiteX1577" fmla="*/ 621506 w 3439001"/>
                <a:gd name="connsiteY1577" fmla="*/ 566261 h 2304573"/>
                <a:gd name="connsiteX1578" fmla="*/ 623411 w 3439001"/>
                <a:gd name="connsiteY1578" fmla="*/ 564356 h 2304573"/>
                <a:gd name="connsiteX1579" fmla="*/ 627698 w 3439001"/>
                <a:gd name="connsiteY1579" fmla="*/ 561499 h 2304573"/>
                <a:gd name="connsiteX1580" fmla="*/ 630079 w 3439001"/>
                <a:gd name="connsiteY1580" fmla="*/ 560546 h 2304573"/>
                <a:gd name="connsiteX1581" fmla="*/ 636746 w 3439001"/>
                <a:gd name="connsiteY1581" fmla="*/ 559594 h 2304573"/>
                <a:gd name="connsiteX1582" fmla="*/ 640080 w 3439001"/>
                <a:gd name="connsiteY1582" fmla="*/ 559594 h 2304573"/>
                <a:gd name="connsiteX1583" fmla="*/ 631031 w 3439001"/>
                <a:gd name="connsiteY1583" fmla="*/ 563880 h 2304573"/>
                <a:gd name="connsiteX1584" fmla="*/ 626269 w 3439001"/>
                <a:gd name="connsiteY1584" fmla="*/ 566738 h 2304573"/>
                <a:gd name="connsiteX1585" fmla="*/ 622935 w 3439001"/>
                <a:gd name="connsiteY1585" fmla="*/ 569595 h 2304573"/>
                <a:gd name="connsiteX1586" fmla="*/ 621030 w 3439001"/>
                <a:gd name="connsiteY1586" fmla="*/ 571976 h 2304573"/>
                <a:gd name="connsiteX1587" fmla="*/ 620554 w 3439001"/>
                <a:gd name="connsiteY1587" fmla="*/ 573405 h 2304573"/>
                <a:gd name="connsiteX1588" fmla="*/ 619601 w 3439001"/>
                <a:gd name="connsiteY1588" fmla="*/ 574357 h 2304573"/>
                <a:gd name="connsiteX1589" fmla="*/ 616268 w 3439001"/>
                <a:gd name="connsiteY1589" fmla="*/ 575310 h 2304573"/>
                <a:gd name="connsiteX1590" fmla="*/ 615315 w 3439001"/>
                <a:gd name="connsiteY1590" fmla="*/ 576739 h 2304573"/>
                <a:gd name="connsiteX1591" fmla="*/ 618173 w 3439001"/>
                <a:gd name="connsiteY1591" fmla="*/ 579120 h 2304573"/>
                <a:gd name="connsiteX1592" fmla="*/ 631031 w 3439001"/>
                <a:gd name="connsiteY1592" fmla="*/ 585788 h 2304573"/>
                <a:gd name="connsiteX1593" fmla="*/ 635794 w 3439001"/>
                <a:gd name="connsiteY1593" fmla="*/ 587216 h 2304573"/>
                <a:gd name="connsiteX1594" fmla="*/ 646748 w 3439001"/>
                <a:gd name="connsiteY1594" fmla="*/ 588645 h 2304573"/>
                <a:gd name="connsiteX1595" fmla="*/ 649129 w 3439001"/>
                <a:gd name="connsiteY1595" fmla="*/ 591026 h 2304573"/>
                <a:gd name="connsiteX1596" fmla="*/ 649129 w 3439001"/>
                <a:gd name="connsiteY1596" fmla="*/ 591503 h 2304573"/>
                <a:gd name="connsiteX1597" fmla="*/ 645795 w 3439001"/>
                <a:gd name="connsiteY1597" fmla="*/ 591503 h 2304573"/>
                <a:gd name="connsiteX1598" fmla="*/ 630079 w 3439001"/>
                <a:gd name="connsiteY1598" fmla="*/ 587693 h 2304573"/>
                <a:gd name="connsiteX1599" fmla="*/ 622459 w 3439001"/>
                <a:gd name="connsiteY1599" fmla="*/ 587216 h 2304573"/>
                <a:gd name="connsiteX1600" fmla="*/ 617696 w 3439001"/>
                <a:gd name="connsiteY1600" fmla="*/ 588645 h 2304573"/>
                <a:gd name="connsiteX1601" fmla="*/ 613886 w 3439001"/>
                <a:gd name="connsiteY1601" fmla="*/ 588645 h 2304573"/>
                <a:gd name="connsiteX1602" fmla="*/ 611029 w 3439001"/>
                <a:gd name="connsiteY1602" fmla="*/ 587693 h 2304573"/>
                <a:gd name="connsiteX1603" fmla="*/ 608171 w 3439001"/>
                <a:gd name="connsiteY1603" fmla="*/ 586264 h 2304573"/>
                <a:gd name="connsiteX1604" fmla="*/ 605790 w 3439001"/>
                <a:gd name="connsiteY1604" fmla="*/ 584359 h 2304573"/>
                <a:gd name="connsiteX1605" fmla="*/ 602456 w 3439001"/>
                <a:gd name="connsiteY1605" fmla="*/ 584359 h 2304573"/>
                <a:gd name="connsiteX1606" fmla="*/ 591026 w 3439001"/>
                <a:gd name="connsiteY1606" fmla="*/ 590074 h 2304573"/>
                <a:gd name="connsiteX1607" fmla="*/ 585311 w 3439001"/>
                <a:gd name="connsiteY1607" fmla="*/ 593884 h 2304573"/>
                <a:gd name="connsiteX1608" fmla="*/ 571024 w 3439001"/>
                <a:gd name="connsiteY1608" fmla="*/ 601504 h 2304573"/>
                <a:gd name="connsiteX1609" fmla="*/ 570071 w 3439001"/>
                <a:gd name="connsiteY1609" fmla="*/ 602456 h 2304573"/>
                <a:gd name="connsiteX1610" fmla="*/ 570071 w 3439001"/>
                <a:gd name="connsiteY1610" fmla="*/ 605790 h 2304573"/>
                <a:gd name="connsiteX1611" fmla="*/ 571500 w 3439001"/>
                <a:gd name="connsiteY1611" fmla="*/ 611029 h 2304573"/>
                <a:gd name="connsiteX1612" fmla="*/ 571500 w 3439001"/>
                <a:gd name="connsiteY1612" fmla="*/ 615315 h 2304573"/>
                <a:gd name="connsiteX1613" fmla="*/ 568643 w 3439001"/>
                <a:gd name="connsiteY1613" fmla="*/ 624840 h 2304573"/>
                <a:gd name="connsiteX1614" fmla="*/ 566738 w 3439001"/>
                <a:gd name="connsiteY1614" fmla="*/ 628650 h 2304573"/>
                <a:gd name="connsiteX1615" fmla="*/ 561499 w 3439001"/>
                <a:gd name="connsiteY1615" fmla="*/ 634365 h 2304573"/>
                <a:gd name="connsiteX1616" fmla="*/ 557213 w 3439001"/>
                <a:gd name="connsiteY1616" fmla="*/ 639604 h 2304573"/>
                <a:gd name="connsiteX1617" fmla="*/ 555784 w 3439001"/>
                <a:gd name="connsiteY1617" fmla="*/ 642938 h 2304573"/>
                <a:gd name="connsiteX1618" fmla="*/ 553403 w 3439001"/>
                <a:gd name="connsiteY1618" fmla="*/ 650081 h 2304573"/>
                <a:gd name="connsiteX1619" fmla="*/ 554831 w 3439001"/>
                <a:gd name="connsiteY1619" fmla="*/ 652939 h 2304573"/>
                <a:gd name="connsiteX1620" fmla="*/ 556736 w 3439001"/>
                <a:gd name="connsiteY1620" fmla="*/ 653891 h 2304573"/>
                <a:gd name="connsiteX1621" fmla="*/ 565309 w 3439001"/>
                <a:gd name="connsiteY1621" fmla="*/ 656273 h 2304573"/>
                <a:gd name="connsiteX1622" fmla="*/ 567214 w 3439001"/>
                <a:gd name="connsiteY1622" fmla="*/ 656273 h 2304573"/>
                <a:gd name="connsiteX1623" fmla="*/ 568643 w 3439001"/>
                <a:gd name="connsiteY1623" fmla="*/ 655796 h 2304573"/>
                <a:gd name="connsiteX1624" fmla="*/ 579120 w 3439001"/>
                <a:gd name="connsiteY1624" fmla="*/ 649605 h 2304573"/>
                <a:gd name="connsiteX1625" fmla="*/ 580073 w 3439001"/>
                <a:gd name="connsiteY1625" fmla="*/ 650081 h 2304573"/>
                <a:gd name="connsiteX1626" fmla="*/ 580549 w 3439001"/>
                <a:gd name="connsiteY1626" fmla="*/ 650557 h 2304573"/>
                <a:gd name="connsiteX1627" fmla="*/ 575786 w 3439001"/>
                <a:gd name="connsiteY1627" fmla="*/ 657225 h 2304573"/>
                <a:gd name="connsiteX1628" fmla="*/ 573405 w 3439001"/>
                <a:gd name="connsiteY1628" fmla="*/ 659606 h 2304573"/>
                <a:gd name="connsiteX1629" fmla="*/ 568643 w 3439001"/>
                <a:gd name="connsiteY1629" fmla="*/ 662940 h 2304573"/>
                <a:gd name="connsiteX1630" fmla="*/ 564833 w 3439001"/>
                <a:gd name="connsiteY1630" fmla="*/ 664845 h 2304573"/>
                <a:gd name="connsiteX1631" fmla="*/ 558641 w 3439001"/>
                <a:gd name="connsiteY1631" fmla="*/ 665798 h 2304573"/>
                <a:gd name="connsiteX1632" fmla="*/ 553403 w 3439001"/>
                <a:gd name="connsiteY1632" fmla="*/ 668655 h 2304573"/>
                <a:gd name="connsiteX1633" fmla="*/ 552450 w 3439001"/>
                <a:gd name="connsiteY1633" fmla="*/ 669607 h 2304573"/>
                <a:gd name="connsiteX1634" fmla="*/ 551021 w 3439001"/>
                <a:gd name="connsiteY1634" fmla="*/ 671989 h 2304573"/>
                <a:gd name="connsiteX1635" fmla="*/ 550069 w 3439001"/>
                <a:gd name="connsiteY1635" fmla="*/ 674846 h 2304573"/>
                <a:gd name="connsiteX1636" fmla="*/ 550545 w 3439001"/>
                <a:gd name="connsiteY1636" fmla="*/ 675799 h 2304573"/>
                <a:gd name="connsiteX1637" fmla="*/ 551974 w 3439001"/>
                <a:gd name="connsiteY1637" fmla="*/ 676275 h 2304573"/>
                <a:gd name="connsiteX1638" fmla="*/ 557689 w 3439001"/>
                <a:gd name="connsiteY1638" fmla="*/ 679609 h 2304573"/>
                <a:gd name="connsiteX1639" fmla="*/ 561499 w 3439001"/>
                <a:gd name="connsiteY1639" fmla="*/ 679609 h 2304573"/>
                <a:gd name="connsiteX1640" fmla="*/ 566261 w 3439001"/>
                <a:gd name="connsiteY1640" fmla="*/ 677228 h 2304573"/>
                <a:gd name="connsiteX1641" fmla="*/ 570071 w 3439001"/>
                <a:gd name="connsiteY1641" fmla="*/ 676275 h 2304573"/>
                <a:gd name="connsiteX1642" fmla="*/ 572929 w 3439001"/>
                <a:gd name="connsiteY1642" fmla="*/ 676751 h 2304573"/>
                <a:gd name="connsiteX1643" fmla="*/ 575310 w 3439001"/>
                <a:gd name="connsiteY1643" fmla="*/ 676751 h 2304573"/>
                <a:gd name="connsiteX1644" fmla="*/ 577215 w 3439001"/>
                <a:gd name="connsiteY1644" fmla="*/ 676275 h 2304573"/>
                <a:gd name="connsiteX1645" fmla="*/ 577691 w 3439001"/>
                <a:gd name="connsiteY1645" fmla="*/ 675323 h 2304573"/>
                <a:gd name="connsiteX1646" fmla="*/ 576263 w 3439001"/>
                <a:gd name="connsiteY1646" fmla="*/ 673894 h 2304573"/>
                <a:gd name="connsiteX1647" fmla="*/ 576739 w 3439001"/>
                <a:gd name="connsiteY1647" fmla="*/ 673418 h 2304573"/>
                <a:gd name="connsiteX1648" fmla="*/ 581025 w 3439001"/>
                <a:gd name="connsiteY1648" fmla="*/ 674370 h 2304573"/>
                <a:gd name="connsiteX1649" fmla="*/ 584359 w 3439001"/>
                <a:gd name="connsiteY1649" fmla="*/ 676275 h 2304573"/>
                <a:gd name="connsiteX1650" fmla="*/ 585311 w 3439001"/>
                <a:gd name="connsiteY1650" fmla="*/ 675799 h 2304573"/>
                <a:gd name="connsiteX1651" fmla="*/ 586740 w 3439001"/>
                <a:gd name="connsiteY1651" fmla="*/ 672941 h 2304573"/>
                <a:gd name="connsiteX1652" fmla="*/ 588169 w 3439001"/>
                <a:gd name="connsiteY1652" fmla="*/ 671036 h 2304573"/>
                <a:gd name="connsiteX1653" fmla="*/ 594360 w 3439001"/>
                <a:gd name="connsiteY1653" fmla="*/ 666750 h 2304573"/>
                <a:gd name="connsiteX1654" fmla="*/ 596265 w 3439001"/>
                <a:gd name="connsiteY1654" fmla="*/ 663893 h 2304573"/>
                <a:gd name="connsiteX1655" fmla="*/ 596265 w 3439001"/>
                <a:gd name="connsiteY1655" fmla="*/ 661035 h 2304573"/>
                <a:gd name="connsiteX1656" fmla="*/ 596741 w 3439001"/>
                <a:gd name="connsiteY1656" fmla="*/ 659606 h 2304573"/>
                <a:gd name="connsiteX1657" fmla="*/ 597694 w 3439001"/>
                <a:gd name="connsiteY1657" fmla="*/ 659606 h 2304573"/>
                <a:gd name="connsiteX1658" fmla="*/ 599599 w 3439001"/>
                <a:gd name="connsiteY1658" fmla="*/ 661035 h 2304573"/>
                <a:gd name="connsiteX1659" fmla="*/ 601028 w 3439001"/>
                <a:gd name="connsiteY1659" fmla="*/ 661035 h 2304573"/>
                <a:gd name="connsiteX1660" fmla="*/ 606266 w 3439001"/>
                <a:gd name="connsiteY1660" fmla="*/ 658654 h 2304573"/>
                <a:gd name="connsiteX1661" fmla="*/ 607695 w 3439001"/>
                <a:gd name="connsiteY1661" fmla="*/ 658654 h 2304573"/>
                <a:gd name="connsiteX1662" fmla="*/ 609124 w 3439001"/>
                <a:gd name="connsiteY1662" fmla="*/ 659130 h 2304573"/>
                <a:gd name="connsiteX1663" fmla="*/ 611029 w 3439001"/>
                <a:gd name="connsiteY1663" fmla="*/ 659130 h 2304573"/>
                <a:gd name="connsiteX1664" fmla="*/ 619125 w 3439001"/>
                <a:gd name="connsiteY1664" fmla="*/ 652939 h 2304573"/>
                <a:gd name="connsiteX1665" fmla="*/ 619125 w 3439001"/>
                <a:gd name="connsiteY1665" fmla="*/ 651986 h 2304573"/>
                <a:gd name="connsiteX1666" fmla="*/ 617220 w 3439001"/>
                <a:gd name="connsiteY1666" fmla="*/ 648653 h 2304573"/>
                <a:gd name="connsiteX1667" fmla="*/ 617696 w 3439001"/>
                <a:gd name="connsiteY1667" fmla="*/ 648176 h 2304573"/>
                <a:gd name="connsiteX1668" fmla="*/ 619125 w 3439001"/>
                <a:gd name="connsiteY1668" fmla="*/ 648176 h 2304573"/>
                <a:gd name="connsiteX1669" fmla="*/ 624840 w 3439001"/>
                <a:gd name="connsiteY1669" fmla="*/ 650557 h 2304573"/>
                <a:gd name="connsiteX1670" fmla="*/ 625316 w 3439001"/>
                <a:gd name="connsiteY1670" fmla="*/ 650081 h 2304573"/>
                <a:gd name="connsiteX1671" fmla="*/ 624364 w 3439001"/>
                <a:gd name="connsiteY1671" fmla="*/ 645795 h 2304573"/>
                <a:gd name="connsiteX1672" fmla="*/ 624840 w 3439001"/>
                <a:gd name="connsiteY1672" fmla="*/ 644843 h 2304573"/>
                <a:gd name="connsiteX1673" fmla="*/ 627698 w 3439001"/>
                <a:gd name="connsiteY1673" fmla="*/ 641509 h 2304573"/>
                <a:gd name="connsiteX1674" fmla="*/ 628650 w 3439001"/>
                <a:gd name="connsiteY1674" fmla="*/ 642938 h 2304573"/>
                <a:gd name="connsiteX1675" fmla="*/ 630555 w 3439001"/>
                <a:gd name="connsiteY1675" fmla="*/ 648653 h 2304573"/>
                <a:gd name="connsiteX1676" fmla="*/ 631031 w 3439001"/>
                <a:gd name="connsiteY1676" fmla="*/ 649605 h 2304573"/>
                <a:gd name="connsiteX1677" fmla="*/ 631508 w 3439001"/>
                <a:gd name="connsiteY1677" fmla="*/ 649605 h 2304573"/>
                <a:gd name="connsiteX1678" fmla="*/ 632936 w 3439001"/>
                <a:gd name="connsiteY1678" fmla="*/ 643414 h 2304573"/>
                <a:gd name="connsiteX1679" fmla="*/ 635794 w 3439001"/>
                <a:gd name="connsiteY1679" fmla="*/ 639604 h 2304573"/>
                <a:gd name="connsiteX1680" fmla="*/ 636746 w 3439001"/>
                <a:gd name="connsiteY1680" fmla="*/ 637699 h 2304573"/>
                <a:gd name="connsiteX1681" fmla="*/ 637223 w 3439001"/>
                <a:gd name="connsiteY1681" fmla="*/ 632460 h 2304573"/>
                <a:gd name="connsiteX1682" fmla="*/ 637699 w 3439001"/>
                <a:gd name="connsiteY1682" fmla="*/ 631984 h 2304573"/>
                <a:gd name="connsiteX1683" fmla="*/ 640556 w 3439001"/>
                <a:gd name="connsiteY1683" fmla="*/ 636746 h 2304573"/>
                <a:gd name="connsiteX1684" fmla="*/ 641985 w 3439001"/>
                <a:gd name="connsiteY1684" fmla="*/ 637699 h 2304573"/>
                <a:gd name="connsiteX1685" fmla="*/ 646748 w 3439001"/>
                <a:gd name="connsiteY1685" fmla="*/ 635794 h 2304573"/>
                <a:gd name="connsiteX1686" fmla="*/ 648653 w 3439001"/>
                <a:gd name="connsiteY1686" fmla="*/ 637699 h 2304573"/>
                <a:gd name="connsiteX1687" fmla="*/ 651034 w 3439001"/>
                <a:gd name="connsiteY1687" fmla="*/ 638651 h 2304573"/>
                <a:gd name="connsiteX1688" fmla="*/ 656749 w 3439001"/>
                <a:gd name="connsiteY1688" fmla="*/ 640080 h 2304573"/>
                <a:gd name="connsiteX1689" fmla="*/ 660083 w 3439001"/>
                <a:gd name="connsiteY1689" fmla="*/ 640080 h 2304573"/>
                <a:gd name="connsiteX1690" fmla="*/ 663893 w 3439001"/>
                <a:gd name="connsiteY1690" fmla="*/ 639604 h 2304573"/>
                <a:gd name="connsiteX1691" fmla="*/ 666274 w 3439001"/>
                <a:gd name="connsiteY1691" fmla="*/ 639128 h 2304573"/>
                <a:gd name="connsiteX1692" fmla="*/ 667226 w 3439001"/>
                <a:gd name="connsiteY1692" fmla="*/ 638175 h 2304573"/>
                <a:gd name="connsiteX1693" fmla="*/ 668655 w 3439001"/>
                <a:gd name="connsiteY1693" fmla="*/ 638175 h 2304573"/>
                <a:gd name="connsiteX1694" fmla="*/ 670084 w 3439001"/>
                <a:gd name="connsiteY1694" fmla="*/ 639128 h 2304573"/>
                <a:gd name="connsiteX1695" fmla="*/ 671036 w 3439001"/>
                <a:gd name="connsiteY1695" fmla="*/ 638175 h 2304573"/>
                <a:gd name="connsiteX1696" fmla="*/ 674370 w 3439001"/>
                <a:gd name="connsiteY1696" fmla="*/ 631507 h 2304573"/>
                <a:gd name="connsiteX1697" fmla="*/ 675799 w 3439001"/>
                <a:gd name="connsiteY1697" fmla="*/ 630555 h 2304573"/>
                <a:gd name="connsiteX1698" fmla="*/ 677228 w 3439001"/>
                <a:gd name="connsiteY1698" fmla="*/ 630555 h 2304573"/>
                <a:gd name="connsiteX1699" fmla="*/ 678180 w 3439001"/>
                <a:gd name="connsiteY1699" fmla="*/ 630079 h 2304573"/>
                <a:gd name="connsiteX1700" fmla="*/ 678656 w 3439001"/>
                <a:gd name="connsiteY1700" fmla="*/ 629603 h 2304573"/>
                <a:gd name="connsiteX1701" fmla="*/ 677704 w 3439001"/>
                <a:gd name="connsiteY1701" fmla="*/ 624364 h 2304573"/>
                <a:gd name="connsiteX1702" fmla="*/ 677704 w 3439001"/>
                <a:gd name="connsiteY1702" fmla="*/ 621506 h 2304573"/>
                <a:gd name="connsiteX1703" fmla="*/ 678180 w 3439001"/>
                <a:gd name="connsiteY1703" fmla="*/ 619601 h 2304573"/>
                <a:gd name="connsiteX1704" fmla="*/ 679133 w 3439001"/>
                <a:gd name="connsiteY1704" fmla="*/ 618173 h 2304573"/>
                <a:gd name="connsiteX1705" fmla="*/ 681038 w 3439001"/>
                <a:gd name="connsiteY1705" fmla="*/ 617220 h 2304573"/>
                <a:gd name="connsiteX1706" fmla="*/ 683895 w 3439001"/>
                <a:gd name="connsiteY1706" fmla="*/ 616268 h 2304573"/>
                <a:gd name="connsiteX1707" fmla="*/ 685800 w 3439001"/>
                <a:gd name="connsiteY1707" fmla="*/ 614839 h 2304573"/>
                <a:gd name="connsiteX1708" fmla="*/ 686753 w 3439001"/>
                <a:gd name="connsiteY1708" fmla="*/ 612934 h 2304573"/>
                <a:gd name="connsiteX1709" fmla="*/ 686276 w 3439001"/>
                <a:gd name="connsiteY1709" fmla="*/ 611029 h 2304573"/>
                <a:gd name="connsiteX1710" fmla="*/ 683895 w 3439001"/>
                <a:gd name="connsiteY1710" fmla="*/ 608648 h 2304573"/>
                <a:gd name="connsiteX1711" fmla="*/ 681514 w 3439001"/>
                <a:gd name="connsiteY1711" fmla="*/ 608171 h 2304573"/>
                <a:gd name="connsiteX1712" fmla="*/ 679133 w 3439001"/>
                <a:gd name="connsiteY1712" fmla="*/ 609600 h 2304573"/>
                <a:gd name="connsiteX1713" fmla="*/ 675323 w 3439001"/>
                <a:gd name="connsiteY1713" fmla="*/ 610553 h 2304573"/>
                <a:gd name="connsiteX1714" fmla="*/ 670560 w 3439001"/>
                <a:gd name="connsiteY1714" fmla="*/ 610553 h 2304573"/>
                <a:gd name="connsiteX1715" fmla="*/ 666750 w 3439001"/>
                <a:gd name="connsiteY1715" fmla="*/ 611505 h 2304573"/>
                <a:gd name="connsiteX1716" fmla="*/ 664369 w 3439001"/>
                <a:gd name="connsiteY1716" fmla="*/ 612934 h 2304573"/>
                <a:gd name="connsiteX1717" fmla="*/ 663893 w 3439001"/>
                <a:gd name="connsiteY1717" fmla="*/ 612934 h 2304573"/>
                <a:gd name="connsiteX1718" fmla="*/ 665321 w 3439001"/>
                <a:gd name="connsiteY1718" fmla="*/ 611029 h 2304573"/>
                <a:gd name="connsiteX1719" fmla="*/ 668179 w 3439001"/>
                <a:gd name="connsiteY1719" fmla="*/ 609124 h 2304573"/>
                <a:gd name="connsiteX1720" fmla="*/ 669608 w 3439001"/>
                <a:gd name="connsiteY1720" fmla="*/ 608648 h 2304573"/>
                <a:gd name="connsiteX1721" fmla="*/ 673894 w 3439001"/>
                <a:gd name="connsiteY1721" fmla="*/ 608648 h 2304573"/>
                <a:gd name="connsiteX1722" fmla="*/ 674846 w 3439001"/>
                <a:gd name="connsiteY1722" fmla="*/ 608171 h 2304573"/>
                <a:gd name="connsiteX1723" fmla="*/ 675323 w 3439001"/>
                <a:gd name="connsiteY1723" fmla="*/ 606743 h 2304573"/>
                <a:gd name="connsiteX1724" fmla="*/ 676275 w 3439001"/>
                <a:gd name="connsiteY1724" fmla="*/ 603409 h 2304573"/>
                <a:gd name="connsiteX1725" fmla="*/ 675799 w 3439001"/>
                <a:gd name="connsiteY1725" fmla="*/ 601980 h 2304573"/>
                <a:gd name="connsiteX1726" fmla="*/ 673418 w 3439001"/>
                <a:gd name="connsiteY1726" fmla="*/ 600551 h 2304573"/>
                <a:gd name="connsiteX1727" fmla="*/ 671513 w 3439001"/>
                <a:gd name="connsiteY1727" fmla="*/ 600075 h 2304573"/>
                <a:gd name="connsiteX1728" fmla="*/ 666274 w 3439001"/>
                <a:gd name="connsiteY1728" fmla="*/ 596741 h 2304573"/>
                <a:gd name="connsiteX1729" fmla="*/ 666274 w 3439001"/>
                <a:gd name="connsiteY1729" fmla="*/ 595313 h 2304573"/>
                <a:gd name="connsiteX1730" fmla="*/ 669131 w 3439001"/>
                <a:gd name="connsiteY1730" fmla="*/ 594836 h 2304573"/>
                <a:gd name="connsiteX1731" fmla="*/ 671989 w 3439001"/>
                <a:gd name="connsiteY1731" fmla="*/ 594836 h 2304573"/>
                <a:gd name="connsiteX1732" fmla="*/ 673418 w 3439001"/>
                <a:gd name="connsiteY1732" fmla="*/ 593884 h 2304573"/>
                <a:gd name="connsiteX1733" fmla="*/ 675323 w 3439001"/>
                <a:gd name="connsiteY1733" fmla="*/ 589598 h 2304573"/>
                <a:gd name="connsiteX1734" fmla="*/ 678180 w 3439001"/>
                <a:gd name="connsiteY1734" fmla="*/ 584835 h 2304573"/>
                <a:gd name="connsiteX1735" fmla="*/ 677704 w 3439001"/>
                <a:gd name="connsiteY1735" fmla="*/ 583882 h 2304573"/>
                <a:gd name="connsiteX1736" fmla="*/ 675799 w 3439001"/>
                <a:gd name="connsiteY1736" fmla="*/ 584359 h 2304573"/>
                <a:gd name="connsiteX1737" fmla="*/ 671989 w 3439001"/>
                <a:gd name="connsiteY1737" fmla="*/ 585788 h 2304573"/>
                <a:gd name="connsiteX1738" fmla="*/ 671513 w 3439001"/>
                <a:gd name="connsiteY1738" fmla="*/ 585788 h 2304573"/>
                <a:gd name="connsiteX1739" fmla="*/ 672465 w 3439001"/>
                <a:gd name="connsiteY1739" fmla="*/ 584359 h 2304573"/>
                <a:gd name="connsiteX1740" fmla="*/ 673894 w 3439001"/>
                <a:gd name="connsiteY1740" fmla="*/ 582930 h 2304573"/>
                <a:gd name="connsiteX1741" fmla="*/ 676275 w 3439001"/>
                <a:gd name="connsiteY1741" fmla="*/ 581978 h 2304573"/>
                <a:gd name="connsiteX1742" fmla="*/ 678180 w 3439001"/>
                <a:gd name="connsiteY1742" fmla="*/ 581501 h 2304573"/>
                <a:gd name="connsiteX1743" fmla="*/ 680085 w 3439001"/>
                <a:gd name="connsiteY1743" fmla="*/ 581978 h 2304573"/>
                <a:gd name="connsiteX1744" fmla="*/ 683895 w 3439001"/>
                <a:gd name="connsiteY1744" fmla="*/ 581978 h 2304573"/>
                <a:gd name="connsiteX1745" fmla="*/ 686276 w 3439001"/>
                <a:gd name="connsiteY1745" fmla="*/ 580549 h 2304573"/>
                <a:gd name="connsiteX1746" fmla="*/ 691039 w 3439001"/>
                <a:gd name="connsiteY1746" fmla="*/ 576263 h 2304573"/>
                <a:gd name="connsiteX1747" fmla="*/ 693420 w 3439001"/>
                <a:gd name="connsiteY1747" fmla="*/ 574834 h 2304573"/>
                <a:gd name="connsiteX1748" fmla="*/ 694373 w 3439001"/>
                <a:gd name="connsiteY1748" fmla="*/ 574834 h 2304573"/>
                <a:gd name="connsiteX1749" fmla="*/ 686753 w 3439001"/>
                <a:gd name="connsiteY1749" fmla="*/ 585311 h 2304573"/>
                <a:gd name="connsiteX1750" fmla="*/ 685800 w 3439001"/>
                <a:gd name="connsiteY1750" fmla="*/ 587693 h 2304573"/>
                <a:gd name="connsiteX1751" fmla="*/ 686276 w 3439001"/>
                <a:gd name="connsiteY1751" fmla="*/ 588645 h 2304573"/>
                <a:gd name="connsiteX1752" fmla="*/ 689610 w 3439001"/>
                <a:gd name="connsiteY1752" fmla="*/ 591503 h 2304573"/>
                <a:gd name="connsiteX1753" fmla="*/ 692468 w 3439001"/>
                <a:gd name="connsiteY1753" fmla="*/ 591503 h 2304573"/>
                <a:gd name="connsiteX1754" fmla="*/ 697706 w 3439001"/>
                <a:gd name="connsiteY1754" fmla="*/ 590074 h 2304573"/>
                <a:gd name="connsiteX1755" fmla="*/ 698659 w 3439001"/>
                <a:gd name="connsiteY1755" fmla="*/ 588645 h 2304573"/>
                <a:gd name="connsiteX1756" fmla="*/ 699611 w 3439001"/>
                <a:gd name="connsiteY1756" fmla="*/ 586264 h 2304573"/>
                <a:gd name="connsiteX1757" fmla="*/ 700564 w 3439001"/>
                <a:gd name="connsiteY1757" fmla="*/ 585311 h 2304573"/>
                <a:gd name="connsiteX1758" fmla="*/ 701993 w 3439001"/>
                <a:gd name="connsiteY1758" fmla="*/ 586740 h 2304573"/>
                <a:gd name="connsiteX1759" fmla="*/ 704850 w 3439001"/>
                <a:gd name="connsiteY1759" fmla="*/ 587693 h 2304573"/>
                <a:gd name="connsiteX1760" fmla="*/ 706279 w 3439001"/>
                <a:gd name="connsiteY1760" fmla="*/ 589121 h 2304573"/>
                <a:gd name="connsiteX1761" fmla="*/ 707231 w 3439001"/>
                <a:gd name="connsiteY1761" fmla="*/ 589121 h 2304573"/>
                <a:gd name="connsiteX1762" fmla="*/ 708660 w 3439001"/>
                <a:gd name="connsiteY1762" fmla="*/ 588645 h 2304573"/>
                <a:gd name="connsiteX1763" fmla="*/ 710089 w 3439001"/>
                <a:gd name="connsiteY1763" fmla="*/ 587693 h 2304573"/>
                <a:gd name="connsiteX1764" fmla="*/ 711041 w 3439001"/>
                <a:gd name="connsiteY1764" fmla="*/ 586264 h 2304573"/>
                <a:gd name="connsiteX1765" fmla="*/ 712946 w 3439001"/>
                <a:gd name="connsiteY1765" fmla="*/ 585311 h 2304573"/>
                <a:gd name="connsiteX1766" fmla="*/ 715804 w 3439001"/>
                <a:gd name="connsiteY1766" fmla="*/ 584835 h 2304573"/>
                <a:gd name="connsiteX1767" fmla="*/ 718185 w 3439001"/>
                <a:gd name="connsiteY1767" fmla="*/ 585311 h 2304573"/>
                <a:gd name="connsiteX1768" fmla="*/ 720090 w 3439001"/>
                <a:gd name="connsiteY1768" fmla="*/ 586264 h 2304573"/>
                <a:gd name="connsiteX1769" fmla="*/ 723900 w 3439001"/>
                <a:gd name="connsiteY1769" fmla="*/ 584835 h 2304573"/>
                <a:gd name="connsiteX1770" fmla="*/ 729139 w 3439001"/>
                <a:gd name="connsiteY1770" fmla="*/ 581025 h 2304573"/>
                <a:gd name="connsiteX1771" fmla="*/ 733901 w 3439001"/>
                <a:gd name="connsiteY1771" fmla="*/ 578644 h 2304573"/>
                <a:gd name="connsiteX1772" fmla="*/ 740569 w 3439001"/>
                <a:gd name="connsiteY1772" fmla="*/ 578168 h 2304573"/>
                <a:gd name="connsiteX1773" fmla="*/ 743903 w 3439001"/>
                <a:gd name="connsiteY1773" fmla="*/ 579596 h 2304573"/>
                <a:gd name="connsiteX1774" fmla="*/ 733425 w 3439001"/>
                <a:gd name="connsiteY1774" fmla="*/ 582454 h 2304573"/>
                <a:gd name="connsiteX1775" fmla="*/ 731996 w 3439001"/>
                <a:gd name="connsiteY1775" fmla="*/ 585788 h 2304573"/>
                <a:gd name="connsiteX1776" fmla="*/ 731996 w 3439001"/>
                <a:gd name="connsiteY1776" fmla="*/ 590550 h 2304573"/>
                <a:gd name="connsiteX1777" fmla="*/ 732949 w 3439001"/>
                <a:gd name="connsiteY1777" fmla="*/ 591979 h 2304573"/>
                <a:gd name="connsiteX1778" fmla="*/ 735330 w 3439001"/>
                <a:gd name="connsiteY1778" fmla="*/ 593407 h 2304573"/>
                <a:gd name="connsiteX1779" fmla="*/ 740093 w 3439001"/>
                <a:gd name="connsiteY1779" fmla="*/ 594836 h 2304573"/>
                <a:gd name="connsiteX1780" fmla="*/ 736759 w 3439001"/>
                <a:gd name="connsiteY1780" fmla="*/ 597694 h 2304573"/>
                <a:gd name="connsiteX1781" fmla="*/ 734854 w 3439001"/>
                <a:gd name="connsiteY1781" fmla="*/ 598170 h 2304573"/>
                <a:gd name="connsiteX1782" fmla="*/ 733901 w 3439001"/>
                <a:gd name="connsiteY1782" fmla="*/ 599123 h 2304573"/>
                <a:gd name="connsiteX1783" fmla="*/ 736283 w 3439001"/>
                <a:gd name="connsiteY1783" fmla="*/ 600551 h 2304573"/>
                <a:gd name="connsiteX1784" fmla="*/ 741521 w 3439001"/>
                <a:gd name="connsiteY1784" fmla="*/ 598646 h 2304573"/>
                <a:gd name="connsiteX1785" fmla="*/ 744855 w 3439001"/>
                <a:gd name="connsiteY1785" fmla="*/ 598170 h 2304573"/>
                <a:gd name="connsiteX1786" fmla="*/ 747236 w 3439001"/>
                <a:gd name="connsiteY1786" fmla="*/ 599123 h 2304573"/>
                <a:gd name="connsiteX1787" fmla="*/ 747713 w 3439001"/>
                <a:gd name="connsiteY1787" fmla="*/ 600075 h 2304573"/>
                <a:gd name="connsiteX1788" fmla="*/ 747713 w 3439001"/>
                <a:gd name="connsiteY1788" fmla="*/ 601028 h 2304573"/>
                <a:gd name="connsiteX1789" fmla="*/ 748189 w 3439001"/>
                <a:gd name="connsiteY1789" fmla="*/ 602456 h 2304573"/>
                <a:gd name="connsiteX1790" fmla="*/ 764381 w 3439001"/>
                <a:gd name="connsiteY1790" fmla="*/ 602932 h 2304573"/>
                <a:gd name="connsiteX1791" fmla="*/ 763905 w 3439001"/>
                <a:gd name="connsiteY1791" fmla="*/ 604361 h 2304573"/>
                <a:gd name="connsiteX1792" fmla="*/ 761524 w 3439001"/>
                <a:gd name="connsiteY1792" fmla="*/ 607219 h 2304573"/>
                <a:gd name="connsiteX1793" fmla="*/ 759619 w 3439001"/>
                <a:gd name="connsiteY1793" fmla="*/ 609124 h 2304573"/>
                <a:gd name="connsiteX1794" fmla="*/ 756761 w 3439001"/>
                <a:gd name="connsiteY1794" fmla="*/ 611505 h 2304573"/>
                <a:gd name="connsiteX1795" fmla="*/ 758666 w 3439001"/>
                <a:gd name="connsiteY1795" fmla="*/ 611981 h 2304573"/>
                <a:gd name="connsiteX1796" fmla="*/ 762953 w 3439001"/>
                <a:gd name="connsiteY1796" fmla="*/ 611981 h 2304573"/>
                <a:gd name="connsiteX1797" fmla="*/ 768191 w 3439001"/>
                <a:gd name="connsiteY1797" fmla="*/ 613410 h 2304573"/>
                <a:gd name="connsiteX1798" fmla="*/ 774383 w 3439001"/>
                <a:gd name="connsiteY1798" fmla="*/ 616268 h 2304573"/>
                <a:gd name="connsiteX1799" fmla="*/ 779145 w 3439001"/>
                <a:gd name="connsiteY1799" fmla="*/ 616744 h 2304573"/>
                <a:gd name="connsiteX1800" fmla="*/ 782003 w 3439001"/>
                <a:gd name="connsiteY1800" fmla="*/ 614839 h 2304573"/>
                <a:gd name="connsiteX1801" fmla="*/ 784384 w 3439001"/>
                <a:gd name="connsiteY1801" fmla="*/ 612934 h 2304573"/>
                <a:gd name="connsiteX1802" fmla="*/ 788194 w 3439001"/>
                <a:gd name="connsiteY1802" fmla="*/ 608648 h 2304573"/>
                <a:gd name="connsiteX1803" fmla="*/ 792480 w 3439001"/>
                <a:gd name="connsiteY1803" fmla="*/ 605314 h 2304573"/>
                <a:gd name="connsiteX1804" fmla="*/ 797243 w 3439001"/>
                <a:gd name="connsiteY1804" fmla="*/ 601980 h 2304573"/>
                <a:gd name="connsiteX1805" fmla="*/ 798195 w 3439001"/>
                <a:gd name="connsiteY1805" fmla="*/ 601504 h 2304573"/>
                <a:gd name="connsiteX1806" fmla="*/ 794861 w 3439001"/>
                <a:gd name="connsiteY1806" fmla="*/ 605790 h 2304573"/>
                <a:gd name="connsiteX1807" fmla="*/ 793433 w 3439001"/>
                <a:gd name="connsiteY1807" fmla="*/ 608171 h 2304573"/>
                <a:gd name="connsiteX1808" fmla="*/ 792004 w 3439001"/>
                <a:gd name="connsiteY1808" fmla="*/ 611981 h 2304573"/>
                <a:gd name="connsiteX1809" fmla="*/ 790575 w 3439001"/>
                <a:gd name="connsiteY1809" fmla="*/ 618173 h 2304573"/>
                <a:gd name="connsiteX1810" fmla="*/ 792004 w 3439001"/>
                <a:gd name="connsiteY1810" fmla="*/ 620078 h 2304573"/>
                <a:gd name="connsiteX1811" fmla="*/ 795814 w 3439001"/>
                <a:gd name="connsiteY1811" fmla="*/ 621030 h 2304573"/>
                <a:gd name="connsiteX1812" fmla="*/ 798195 w 3439001"/>
                <a:gd name="connsiteY1812" fmla="*/ 621982 h 2304573"/>
                <a:gd name="connsiteX1813" fmla="*/ 799148 w 3439001"/>
                <a:gd name="connsiteY1813" fmla="*/ 623411 h 2304573"/>
                <a:gd name="connsiteX1814" fmla="*/ 802958 w 3439001"/>
                <a:gd name="connsiteY1814" fmla="*/ 624364 h 2304573"/>
                <a:gd name="connsiteX1815" fmla="*/ 809625 w 3439001"/>
                <a:gd name="connsiteY1815" fmla="*/ 625316 h 2304573"/>
                <a:gd name="connsiteX1816" fmla="*/ 814864 w 3439001"/>
                <a:gd name="connsiteY1816" fmla="*/ 627221 h 2304573"/>
                <a:gd name="connsiteX1817" fmla="*/ 818198 w 3439001"/>
                <a:gd name="connsiteY1817" fmla="*/ 630555 h 2304573"/>
                <a:gd name="connsiteX1818" fmla="*/ 818198 w 3439001"/>
                <a:gd name="connsiteY1818" fmla="*/ 631507 h 2304573"/>
                <a:gd name="connsiteX1819" fmla="*/ 815816 w 3439001"/>
                <a:gd name="connsiteY1819" fmla="*/ 632460 h 2304573"/>
                <a:gd name="connsiteX1820" fmla="*/ 816293 w 3439001"/>
                <a:gd name="connsiteY1820" fmla="*/ 633889 h 2304573"/>
                <a:gd name="connsiteX1821" fmla="*/ 822008 w 3439001"/>
                <a:gd name="connsiteY1821" fmla="*/ 634365 h 2304573"/>
                <a:gd name="connsiteX1822" fmla="*/ 827723 w 3439001"/>
                <a:gd name="connsiteY1822" fmla="*/ 634365 h 2304573"/>
                <a:gd name="connsiteX1823" fmla="*/ 837724 w 3439001"/>
                <a:gd name="connsiteY1823" fmla="*/ 632460 h 2304573"/>
                <a:gd name="connsiteX1824" fmla="*/ 856774 w 3439001"/>
                <a:gd name="connsiteY1824" fmla="*/ 630555 h 2304573"/>
                <a:gd name="connsiteX1825" fmla="*/ 870109 w 3439001"/>
                <a:gd name="connsiteY1825" fmla="*/ 631031 h 2304573"/>
                <a:gd name="connsiteX1826" fmla="*/ 885349 w 3439001"/>
                <a:gd name="connsiteY1826" fmla="*/ 633889 h 2304573"/>
                <a:gd name="connsiteX1827" fmla="*/ 900113 w 3439001"/>
                <a:gd name="connsiteY1827" fmla="*/ 637223 h 2304573"/>
                <a:gd name="connsiteX1828" fmla="*/ 904875 w 3439001"/>
                <a:gd name="connsiteY1828" fmla="*/ 635794 h 2304573"/>
                <a:gd name="connsiteX1829" fmla="*/ 907733 w 3439001"/>
                <a:gd name="connsiteY1829" fmla="*/ 634365 h 2304573"/>
                <a:gd name="connsiteX1830" fmla="*/ 909161 w 3439001"/>
                <a:gd name="connsiteY1830" fmla="*/ 633413 h 2304573"/>
                <a:gd name="connsiteX1831" fmla="*/ 908685 w 3439001"/>
                <a:gd name="connsiteY1831" fmla="*/ 631031 h 2304573"/>
                <a:gd name="connsiteX1832" fmla="*/ 908685 w 3439001"/>
                <a:gd name="connsiteY1832" fmla="*/ 630079 h 2304573"/>
                <a:gd name="connsiteX1833" fmla="*/ 909161 w 3439001"/>
                <a:gd name="connsiteY1833" fmla="*/ 629603 h 2304573"/>
                <a:gd name="connsiteX1834" fmla="*/ 910590 w 3439001"/>
                <a:gd name="connsiteY1834" fmla="*/ 630079 h 2304573"/>
                <a:gd name="connsiteX1835" fmla="*/ 911543 w 3439001"/>
                <a:gd name="connsiteY1835" fmla="*/ 631031 h 2304573"/>
                <a:gd name="connsiteX1836" fmla="*/ 912971 w 3439001"/>
                <a:gd name="connsiteY1836" fmla="*/ 634841 h 2304573"/>
                <a:gd name="connsiteX1837" fmla="*/ 912971 w 3439001"/>
                <a:gd name="connsiteY1837" fmla="*/ 636270 h 2304573"/>
                <a:gd name="connsiteX1838" fmla="*/ 909161 w 3439001"/>
                <a:gd name="connsiteY1838" fmla="*/ 640080 h 2304573"/>
                <a:gd name="connsiteX1839" fmla="*/ 911543 w 3439001"/>
                <a:gd name="connsiteY1839" fmla="*/ 641509 h 2304573"/>
                <a:gd name="connsiteX1840" fmla="*/ 928211 w 3439001"/>
                <a:gd name="connsiteY1840" fmla="*/ 647700 h 2304573"/>
                <a:gd name="connsiteX1841" fmla="*/ 934879 w 3439001"/>
                <a:gd name="connsiteY1841" fmla="*/ 649129 h 2304573"/>
                <a:gd name="connsiteX1842" fmla="*/ 942499 w 3439001"/>
                <a:gd name="connsiteY1842" fmla="*/ 649605 h 2304573"/>
                <a:gd name="connsiteX1843" fmla="*/ 949643 w 3439001"/>
                <a:gd name="connsiteY1843" fmla="*/ 648653 h 2304573"/>
                <a:gd name="connsiteX1844" fmla="*/ 959644 w 3439001"/>
                <a:gd name="connsiteY1844" fmla="*/ 644843 h 2304573"/>
                <a:gd name="connsiteX1845" fmla="*/ 962025 w 3439001"/>
                <a:gd name="connsiteY1845" fmla="*/ 643414 h 2304573"/>
                <a:gd name="connsiteX1846" fmla="*/ 970121 w 3439001"/>
                <a:gd name="connsiteY1846" fmla="*/ 636270 h 2304573"/>
                <a:gd name="connsiteX1847" fmla="*/ 973455 w 3439001"/>
                <a:gd name="connsiteY1847" fmla="*/ 633889 h 2304573"/>
                <a:gd name="connsiteX1848" fmla="*/ 976313 w 3439001"/>
                <a:gd name="connsiteY1848" fmla="*/ 634365 h 2304573"/>
                <a:gd name="connsiteX1849" fmla="*/ 977265 w 3439001"/>
                <a:gd name="connsiteY1849" fmla="*/ 634841 h 2304573"/>
                <a:gd name="connsiteX1850" fmla="*/ 982504 w 3439001"/>
                <a:gd name="connsiteY1850" fmla="*/ 640080 h 2304573"/>
                <a:gd name="connsiteX1851" fmla="*/ 991076 w 3439001"/>
                <a:gd name="connsiteY1851" fmla="*/ 642938 h 2304573"/>
                <a:gd name="connsiteX1852" fmla="*/ 989171 w 3439001"/>
                <a:gd name="connsiteY1852" fmla="*/ 643414 h 2304573"/>
                <a:gd name="connsiteX1853" fmla="*/ 984885 w 3439001"/>
                <a:gd name="connsiteY1853" fmla="*/ 642938 h 2304573"/>
                <a:gd name="connsiteX1854" fmla="*/ 983456 w 3439001"/>
                <a:gd name="connsiteY1854" fmla="*/ 643890 h 2304573"/>
                <a:gd name="connsiteX1855" fmla="*/ 982504 w 3439001"/>
                <a:gd name="connsiteY1855" fmla="*/ 645795 h 2304573"/>
                <a:gd name="connsiteX1856" fmla="*/ 982028 w 3439001"/>
                <a:gd name="connsiteY1856" fmla="*/ 647700 h 2304573"/>
                <a:gd name="connsiteX1857" fmla="*/ 982028 w 3439001"/>
                <a:gd name="connsiteY1857" fmla="*/ 651986 h 2304573"/>
                <a:gd name="connsiteX1858" fmla="*/ 980599 w 3439001"/>
                <a:gd name="connsiteY1858" fmla="*/ 658654 h 2304573"/>
                <a:gd name="connsiteX1859" fmla="*/ 980123 w 3439001"/>
                <a:gd name="connsiteY1859" fmla="*/ 659130 h 2304573"/>
                <a:gd name="connsiteX1860" fmla="*/ 979170 w 3439001"/>
                <a:gd name="connsiteY1860" fmla="*/ 652939 h 2304573"/>
                <a:gd name="connsiteX1861" fmla="*/ 979170 w 3439001"/>
                <a:gd name="connsiteY1861" fmla="*/ 647224 h 2304573"/>
                <a:gd name="connsiteX1862" fmla="*/ 978694 w 3439001"/>
                <a:gd name="connsiteY1862" fmla="*/ 645795 h 2304573"/>
                <a:gd name="connsiteX1863" fmla="*/ 974884 w 3439001"/>
                <a:gd name="connsiteY1863" fmla="*/ 641985 h 2304573"/>
                <a:gd name="connsiteX1864" fmla="*/ 973455 w 3439001"/>
                <a:gd name="connsiteY1864" fmla="*/ 641509 h 2304573"/>
                <a:gd name="connsiteX1865" fmla="*/ 972503 w 3439001"/>
                <a:gd name="connsiteY1865" fmla="*/ 641985 h 2304573"/>
                <a:gd name="connsiteX1866" fmla="*/ 971074 w 3439001"/>
                <a:gd name="connsiteY1866" fmla="*/ 642938 h 2304573"/>
                <a:gd name="connsiteX1867" fmla="*/ 970598 w 3439001"/>
                <a:gd name="connsiteY1867" fmla="*/ 643890 h 2304573"/>
                <a:gd name="connsiteX1868" fmla="*/ 970121 w 3439001"/>
                <a:gd name="connsiteY1868" fmla="*/ 645319 h 2304573"/>
                <a:gd name="connsiteX1869" fmla="*/ 970121 w 3439001"/>
                <a:gd name="connsiteY1869" fmla="*/ 646748 h 2304573"/>
                <a:gd name="connsiteX1870" fmla="*/ 971074 w 3439001"/>
                <a:gd name="connsiteY1870" fmla="*/ 649605 h 2304573"/>
                <a:gd name="connsiteX1871" fmla="*/ 972979 w 3439001"/>
                <a:gd name="connsiteY1871" fmla="*/ 652939 h 2304573"/>
                <a:gd name="connsiteX1872" fmla="*/ 972503 w 3439001"/>
                <a:gd name="connsiteY1872" fmla="*/ 654368 h 2304573"/>
                <a:gd name="connsiteX1873" fmla="*/ 969169 w 3439001"/>
                <a:gd name="connsiteY1873" fmla="*/ 658654 h 2304573"/>
                <a:gd name="connsiteX1874" fmla="*/ 967264 w 3439001"/>
                <a:gd name="connsiteY1874" fmla="*/ 659606 h 2304573"/>
                <a:gd name="connsiteX1875" fmla="*/ 963930 w 3439001"/>
                <a:gd name="connsiteY1875" fmla="*/ 660559 h 2304573"/>
                <a:gd name="connsiteX1876" fmla="*/ 962978 w 3439001"/>
                <a:gd name="connsiteY1876" fmla="*/ 661511 h 2304573"/>
                <a:gd name="connsiteX1877" fmla="*/ 963930 w 3439001"/>
                <a:gd name="connsiteY1877" fmla="*/ 662464 h 2304573"/>
                <a:gd name="connsiteX1878" fmla="*/ 965835 w 3439001"/>
                <a:gd name="connsiteY1878" fmla="*/ 663416 h 2304573"/>
                <a:gd name="connsiteX1879" fmla="*/ 970598 w 3439001"/>
                <a:gd name="connsiteY1879" fmla="*/ 665321 h 2304573"/>
                <a:gd name="connsiteX1880" fmla="*/ 978694 w 3439001"/>
                <a:gd name="connsiteY1880" fmla="*/ 669607 h 2304573"/>
                <a:gd name="connsiteX1881" fmla="*/ 994410 w 3439001"/>
                <a:gd name="connsiteY1881" fmla="*/ 676751 h 2304573"/>
                <a:gd name="connsiteX1882" fmla="*/ 1000601 w 3439001"/>
                <a:gd name="connsiteY1882" fmla="*/ 679132 h 2304573"/>
                <a:gd name="connsiteX1883" fmla="*/ 1007269 w 3439001"/>
                <a:gd name="connsiteY1883" fmla="*/ 680085 h 2304573"/>
                <a:gd name="connsiteX1884" fmla="*/ 1007269 w 3439001"/>
                <a:gd name="connsiteY1884" fmla="*/ 680561 h 2304573"/>
                <a:gd name="connsiteX1885" fmla="*/ 1005840 w 3439001"/>
                <a:gd name="connsiteY1885" fmla="*/ 681514 h 2304573"/>
                <a:gd name="connsiteX1886" fmla="*/ 1006793 w 3439001"/>
                <a:gd name="connsiteY1886" fmla="*/ 681990 h 2304573"/>
                <a:gd name="connsiteX1887" fmla="*/ 1009650 w 3439001"/>
                <a:gd name="connsiteY1887" fmla="*/ 682466 h 2304573"/>
                <a:gd name="connsiteX1888" fmla="*/ 1012984 w 3439001"/>
                <a:gd name="connsiteY1888" fmla="*/ 683419 h 2304573"/>
                <a:gd name="connsiteX1889" fmla="*/ 1016794 w 3439001"/>
                <a:gd name="connsiteY1889" fmla="*/ 685324 h 2304573"/>
                <a:gd name="connsiteX1890" fmla="*/ 1023938 w 3439001"/>
                <a:gd name="connsiteY1890" fmla="*/ 690563 h 2304573"/>
                <a:gd name="connsiteX1891" fmla="*/ 1026319 w 3439001"/>
                <a:gd name="connsiteY1891" fmla="*/ 692944 h 2304573"/>
                <a:gd name="connsiteX1892" fmla="*/ 1027271 w 3439001"/>
                <a:gd name="connsiteY1892" fmla="*/ 695325 h 2304573"/>
                <a:gd name="connsiteX1893" fmla="*/ 1029653 w 3439001"/>
                <a:gd name="connsiteY1893" fmla="*/ 698182 h 2304573"/>
                <a:gd name="connsiteX1894" fmla="*/ 1033463 w 3439001"/>
                <a:gd name="connsiteY1894" fmla="*/ 701993 h 2304573"/>
                <a:gd name="connsiteX1895" fmla="*/ 1036320 w 3439001"/>
                <a:gd name="connsiteY1895" fmla="*/ 704374 h 2304573"/>
                <a:gd name="connsiteX1896" fmla="*/ 1038701 w 3439001"/>
                <a:gd name="connsiteY1896" fmla="*/ 705326 h 2304573"/>
                <a:gd name="connsiteX1897" fmla="*/ 1039654 w 3439001"/>
                <a:gd name="connsiteY1897" fmla="*/ 706279 h 2304573"/>
                <a:gd name="connsiteX1898" fmla="*/ 1040130 w 3439001"/>
                <a:gd name="connsiteY1898" fmla="*/ 708184 h 2304573"/>
                <a:gd name="connsiteX1899" fmla="*/ 1040606 w 3439001"/>
                <a:gd name="connsiteY1899" fmla="*/ 708660 h 2304573"/>
                <a:gd name="connsiteX1900" fmla="*/ 1056799 w 3439001"/>
                <a:gd name="connsiteY1900" fmla="*/ 717709 h 2304573"/>
                <a:gd name="connsiteX1901" fmla="*/ 1063943 w 3439001"/>
                <a:gd name="connsiteY1901" fmla="*/ 720566 h 2304573"/>
                <a:gd name="connsiteX1902" fmla="*/ 1069658 w 3439001"/>
                <a:gd name="connsiteY1902" fmla="*/ 723900 h 2304573"/>
                <a:gd name="connsiteX1903" fmla="*/ 1072991 w 3439001"/>
                <a:gd name="connsiteY1903" fmla="*/ 724853 h 2304573"/>
                <a:gd name="connsiteX1904" fmla="*/ 1073944 w 3439001"/>
                <a:gd name="connsiteY1904" fmla="*/ 724853 h 2304573"/>
                <a:gd name="connsiteX1905" fmla="*/ 1078230 w 3439001"/>
                <a:gd name="connsiteY1905" fmla="*/ 720566 h 2304573"/>
                <a:gd name="connsiteX1906" fmla="*/ 1089660 w 3439001"/>
                <a:gd name="connsiteY1906" fmla="*/ 719614 h 2304573"/>
                <a:gd name="connsiteX1907" fmla="*/ 1091089 w 3439001"/>
                <a:gd name="connsiteY1907" fmla="*/ 719138 h 2304573"/>
                <a:gd name="connsiteX1908" fmla="*/ 1092041 w 3439001"/>
                <a:gd name="connsiteY1908" fmla="*/ 718185 h 2304573"/>
                <a:gd name="connsiteX1909" fmla="*/ 1092041 w 3439001"/>
                <a:gd name="connsiteY1909" fmla="*/ 714851 h 2304573"/>
                <a:gd name="connsiteX1910" fmla="*/ 1090613 w 3439001"/>
                <a:gd name="connsiteY1910" fmla="*/ 711994 h 2304573"/>
                <a:gd name="connsiteX1911" fmla="*/ 1086326 w 3439001"/>
                <a:gd name="connsiteY1911" fmla="*/ 707231 h 2304573"/>
                <a:gd name="connsiteX1912" fmla="*/ 1082993 w 3439001"/>
                <a:gd name="connsiteY1912" fmla="*/ 706279 h 2304573"/>
                <a:gd name="connsiteX1913" fmla="*/ 1077278 w 3439001"/>
                <a:gd name="connsiteY1913" fmla="*/ 706755 h 2304573"/>
                <a:gd name="connsiteX1914" fmla="*/ 1080135 w 3439001"/>
                <a:gd name="connsiteY1914" fmla="*/ 703898 h 2304573"/>
                <a:gd name="connsiteX1915" fmla="*/ 1080135 w 3439001"/>
                <a:gd name="connsiteY1915" fmla="*/ 702945 h 2304573"/>
                <a:gd name="connsiteX1916" fmla="*/ 1075849 w 3439001"/>
                <a:gd name="connsiteY1916" fmla="*/ 701040 h 2304573"/>
                <a:gd name="connsiteX1917" fmla="*/ 1075373 w 3439001"/>
                <a:gd name="connsiteY1917" fmla="*/ 700564 h 2304573"/>
                <a:gd name="connsiteX1918" fmla="*/ 1074896 w 3439001"/>
                <a:gd name="connsiteY1918" fmla="*/ 698659 h 2304573"/>
                <a:gd name="connsiteX1919" fmla="*/ 1073468 w 3439001"/>
                <a:gd name="connsiteY1919" fmla="*/ 697706 h 2304573"/>
                <a:gd name="connsiteX1920" fmla="*/ 1069181 w 3439001"/>
                <a:gd name="connsiteY1920" fmla="*/ 695801 h 2304573"/>
                <a:gd name="connsiteX1921" fmla="*/ 1064419 w 3439001"/>
                <a:gd name="connsiteY1921" fmla="*/ 694373 h 2304573"/>
                <a:gd name="connsiteX1922" fmla="*/ 1061561 w 3439001"/>
                <a:gd name="connsiteY1922" fmla="*/ 694373 h 2304573"/>
                <a:gd name="connsiteX1923" fmla="*/ 1059180 w 3439001"/>
                <a:gd name="connsiteY1923" fmla="*/ 695325 h 2304573"/>
                <a:gd name="connsiteX1924" fmla="*/ 1058704 w 3439001"/>
                <a:gd name="connsiteY1924" fmla="*/ 694849 h 2304573"/>
                <a:gd name="connsiteX1925" fmla="*/ 1061085 w 3439001"/>
                <a:gd name="connsiteY1925" fmla="*/ 692468 h 2304573"/>
                <a:gd name="connsiteX1926" fmla="*/ 1062514 w 3439001"/>
                <a:gd name="connsiteY1926" fmla="*/ 691991 h 2304573"/>
                <a:gd name="connsiteX1927" fmla="*/ 1062514 w 3439001"/>
                <a:gd name="connsiteY1927" fmla="*/ 690563 h 2304573"/>
                <a:gd name="connsiteX1928" fmla="*/ 1060609 w 3439001"/>
                <a:gd name="connsiteY1928" fmla="*/ 687705 h 2304573"/>
                <a:gd name="connsiteX1929" fmla="*/ 1061085 w 3439001"/>
                <a:gd name="connsiteY1929" fmla="*/ 687229 h 2304573"/>
                <a:gd name="connsiteX1930" fmla="*/ 1066324 w 3439001"/>
                <a:gd name="connsiteY1930" fmla="*/ 689610 h 2304573"/>
                <a:gd name="connsiteX1931" fmla="*/ 1075373 w 3439001"/>
                <a:gd name="connsiteY1931" fmla="*/ 691515 h 2304573"/>
                <a:gd name="connsiteX1932" fmla="*/ 1077278 w 3439001"/>
                <a:gd name="connsiteY1932" fmla="*/ 693420 h 2304573"/>
                <a:gd name="connsiteX1933" fmla="*/ 1078230 w 3439001"/>
                <a:gd name="connsiteY1933" fmla="*/ 695801 h 2304573"/>
                <a:gd name="connsiteX1934" fmla="*/ 1079183 w 3439001"/>
                <a:gd name="connsiteY1934" fmla="*/ 696754 h 2304573"/>
                <a:gd name="connsiteX1935" fmla="*/ 1081564 w 3439001"/>
                <a:gd name="connsiteY1935" fmla="*/ 697706 h 2304573"/>
                <a:gd name="connsiteX1936" fmla="*/ 1084421 w 3439001"/>
                <a:gd name="connsiteY1936" fmla="*/ 699611 h 2304573"/>
                <a:gd name="connsiteX1937" fmla="*/ 1086803 w 3439001"/>
                <a:gd name="connsiteY1937" fmla="*/ 700564 h 2304573"/>
                <a:gd name="connsiteX1938" fmla="*/ 1088231 w 3439001"/>
                <a:gd name="connsiteY1938" fmla="*/ 700564 h 2304573"/>
                <a:gd name="connsiteX1939" fmla="*/ 1089660 w 3439001"/>
                <a:gd name="connsiteY1939" fmla="*/ 699611 h 2304573"/>
                <a:gd name="connsiteX1940" fmla="*/ 1090613 w 3439001"/>
                <a:gd name="connsiteY1940" fmla="*/ 698182 h 2304573"/>
                <a:gd name="connsiteX1941" fmla="*/ 1090613 w 3439001"/>
                <a:gd name="connsiteY1941" fmla="*/ 696278 h 2304573"/>
                <a:gd name="connsiteX1942" fmla="*/ 1090613 w 3439001"/>
                <a:gd name="connsiteY1942" fmla="*/ 694849 h 2304573"/>
                <a:gd name="connsiteX1943" fmla="*/ 1089184 w 3439001"/>
                <a:gd name="connsiteY1943" fmla="*/ 691991 h 2304573"/>
                <a:gd name="connsiteX1944" fmla="*/ 1089660 w 3439001"/>
                <a:gd name="connsiteY1944" fmla="*/ 686753 h 2304573"/>
                <a:gd name="connsiteX1945" fmla="*/ 1090136 w 3439001"/>
                <a:gd name="connsiteY1945" fmla="*/ 687229 h 2304573"/>
                <a:gd name="connsiteX1946" fmla="*/ 1091089 w 3439001"/>
                <a:gd name="connsiteY1946" fmla="*/ 689134 h 2304573"/>
                <a:gd name="connsiteX1947" fmla="*/ 1092994 w 3439001"/>
                <a:gd name="connsiteY1947" fmla="*/ 694373 h 2304573"/>
                <a:gd name="connsiteX1948" fmla="*/ 1093946 w 3439001"/>
                <a:gd name="connsiteY1948" fmla="*/ 695325 h 2304573"/>
                <a:gd name="connsiteX1949" fmla="*/ 1096804 w 3439001"/>
                <a:gd name="connsiteY1949" fmla="*/ 693896 h 2304573"/>
                <a:gd name="connsiteX1950" fmla="*/ 1100614 w 3439001"/>
                <a:gd name="connsiteY1950" fmla="*/ 694373 h 2304573"/>
                <a:gd name="connsiteX1951" fmla="*/ 1093470 w 3439001"/>
                <a:gd name="connsiteY1951" fmla="*/ 698182 h 2304573"/>
                <a:gd name="connsiteX1952" fmla="*/ 1093470 w 3439001"/>
                <a:gd name="connsiteY1952" fmla="*/ 699611 h 2304573"/>
                <a:gd name="connsiteX1953" fmla="*/ 1098709 w 3439001"/>
                <a:gd name="connsiteY1953" fmla="*/ 707707 h 2304573"/>
                <a:gd name="connsiteX1954" fmla="*/ 1099661 w 3439001"/>
                <a:gd name="connsiteY1954" fmla="*/ 710089 h 2304573"/>
                <a:gd name="connsiteX1955" fmla="*/ 1098709 w 3439001"/>
                <a:gd name="connsiteY1955" fmla="*/ 715804 h 2304573"/>
                <a:gd name="connsiteX1956" fmla="*/ 1098709 w 3439001"/>
                <a:gd name="connsiteY1956" fmla="*/ 719138 h 2304573"/>
                <a:gd name="connsiteX1957" fmla="*/ 1099661 w 3439001"/>
                <a:gd name="connsiteY1957" fmla="*/ 719614 h 2304573"/>
                <a:gd name="connsiteX1958" fmla="*/ 1110139 w 3439001"/>
                <a:gd name="connsiteY1958" fmla="*/ 718661 h 2304573"/>
                <a:gd name="connsiteX1959" fmla="*/ 1114425 w 3439001"/>
                <a:gd name="connsiteY1959" fmla="*/ 720566 h 2304573"/>
                <a:gd name="connsiteX1960" fmla="*/ 1117283 w 3439001"/>
                <a:gd name="connsiteY1960" fmla="*/ 724376 h 2304573"/>
                <a:gd name="connsiteX1961" fmla="*/ 1119188 w 3439001"/>
                <a:gd name="connsiteY1961" fmla="*/ 726281 h 2304573"/>
                <a:gd name="connsiteX1962" fmla="*/ 1124903 w 3439001"/>
                <a:gd name="connsiteY1962" fmla="*/ 727234 h 2304573"/>
                <a:gd name="connsiteX1963" fmla="*/ 1126808 w 3439001"/>
                <a:gd name="connsiteY1963" fmla="*/ 726757 h 2304573"/>
                <a:gd name="connsiteX1964" fmla="*/ 1127760 w 3439001"/>
                <a:gd name="connsiteY1964" fmla="*/ 725329 h 2304573"/>
                <a:gd name="connsiteX1965" fmla="*/ 1128236 w 3439001"/>
                <a:gd name="connsiteY1965" fmla="*/ 723900 h 2304573"/>
                <a:gd name="connsiteX1966" fmla="*/ 1127760 w 3439001"/>
                <a:gd name="connsiteY1966" fmla="*/ 721995 h 2304573"/>
                <a:gd name="connsiteX1967" fmla="*/ 1124903 w 3439001"/>
                <a:gd name="connsiteY1967" fmla="*/ 713423 h 2304573"/>
                <a:gd name="connsiteX1968" fmla="*/ 1123950 w 3439001"/>
                <a:gd name="connsiteY1968" fmla="*/ 709613 h 2304573"/>
                <a:gd name="connsiteX1969" fmla="*/ 1122998 w 3439001"/>
                <a:gd name="connsiteY1969" fmla="*/ 705803 h 2304573"/>
                <a:gd name="connsiteX1970" fmla="*/ 1121093 w 3439001"/>
                <a:gd name="connsiteY1970" fmla="*/ 700564 h 2304573"/>
                <a:gd name="connsiteX1971" fmla="*/ 1118711 w 3439001"/>
                <a:gd name="connsiteY1971" fmla="*/ 693896 h 2304573"/>
                <a:gd name="connsiteX1972" fmla="*/ 1116806 w 3439001"/>
                <a:gd name="connsiteY1972" fmla="*/ 684848 h 2304573"/>
                <a:gd name="connsiteX1973" fmla="*/ 1112996 w 3439001"/>
                <a:gd name="connsiteY1973" fmla="*/ 679132 h 2304573"/>
                <a:gd name="connsiteX1974" fmla="*/ 1115378 w 3439001"/>
                <a:gd name="connsiteY1974" fmla="*/ 678656 h 2304573"/>
                <a:gd name="connsiteX1975" fmla="*/ 1116330 w 3439001"/>
                <a:gd name="connsiteY1975" fmla="*/ 678656 h 2304573"/>
                <a:gd name="connsiteX1976" fmla="*/ 1115854 w 3439001"/>
                <a:gd name="connsiteY1976" fmla="*/ 676751 h 2304573"/>
                <a:gd name="connsiteX1977" fmla="*/ 1113473 w 3439001"/>
                <a:gd name="connsiteY1977" fmla="*/ 673418 h 2304573"/>
                <a:gd name="connsiteX1978" fmla="*/ 1115854 w 3439001"/>
                <a:gd name="connsiteY1978" fmla="*/ 672941 h 2304573"/>
                <a:gd name="connsiteX1979" fmla="*/ 1116330 w 3439001"/>
                <a:gd name="connsiteY1979" fmla="*/ 671036 h 2304573"/>
                <a:gd name="connsiteX1980" fmla="*/ 1117759 w 3439001"/>
                <a:gd name="connsiteY1980" fmla="*/ 667703 h 2304573"/>
                <a:gd name="connsiteX1981" fmla="*/ 1118235 w 3439001"/>
                <a:gd name="connsiteY1981" fmla="*/ 668179 h 2304573"/>
                <a:gd name="connsiteX1982" fmla="*/ 1117759 w 3439001"/>
                <a:gd name="connsiteY1982" fmla="*/ 672465 h 2304573"/>
                <a:gd name="connsiteX1983" fmla="*/ 1118711 w 3439001"/>
                <a:gd name="connsiteY1983" fmla="*/ 676751 h 2304573"/>
                <a:gd name="connsiteX1984" fmla="*/ 1122521 w 3439001"/>
                <a:gd name="connsiteY1984" fmla="*/ 684848 h 2304573"/>
                <a:gd name="connsiteX1985" fmla="*/ 1125379 w 3439001"/>
                <a:gd name="connsiteY1985" fmla="*/ 696278 h 2304573"/>
                <a:gd name="connsiteX1986" fmla="*/ 1127284 w 3439001"/>
                <a:gd name="connsiteY1986" fmla="*/ 698659 h 2304573"/>
                <a:gd name="connsiteX1987" fmla="*/ 1130141 w 3439001"/>
                <a:gd name="connsiteY1987" fmla="*/ 700088 h 2304573"/>
                <a:gd name="connsiteX1988" fmla="*/ 1131094 w 3439001"/>
                <a:gd name="connsiteY1988" fmla="*/ 701040 h 2304573"/>
                <a:gd name="connsiteX1989" fmla="*/ 1132046 w 3439001"/>
                <a:gd name="connsiteY1989" fmla="*/ 705803 h 2304573"/>
                <a:gd name="connsiteX1990" fmla="*/ 1137761 w 3439001"/>
                <a:gd name="connsiteY1990" fmla="*/ 715328 h 2304573"/>
                <a:gd name="connsiteX1991" fmla="*/ 1141571 w 3439001"/>
                <a:gd name="connsiteY1991" fmla="*/ 718661 h 2304573"/>
                <a:gd name="connsiteX1992" fmla="*/ 1147763 w 3439001"/>
                <a:gd name="connsiteY1992" fmla="*/ 719614 h 2304573"/>
                <a:gd name="connsiteX1993" fmla="*/ 1153001 w 3439001"/>
                <a:gd name="connsiteY1993" fmla="*/ 722948 h 2304573"/>
                <a:gd name="connsiteX1994" fmla="*/ 1155383 w 3439001"/>
                <a:gd name="connsiteY1994" fmla="*/ 725805 h 2304573"/>
                <a:gd name="connsiteX1995" fmla="*/ 1156811 w 3439001"/>
                <a:gd name="connsiteY1995" fmla="*/ 726281 h 2304573"/>
                <a:gd name="connsiteX1996" fmla="*/ 1159669 w 3439001"/>
                <a:gd name="connsiteY1996" fmla="*/ 723900 h 2304573"/>
                <a:gd name="connsiteX1997" fmla="*/ 1163003 w 3439001"/>
                <a:gd name="connsiteY1997" fmla="*/ 717232 h 2304573"/>
                <a:gd name="connsiteX1998" fmla="*/ 1166336 w 3439001"/>
                <a:gd name="connsiteY1998" fmla="*/ 712946 h 2304573"/>
                <a:gd name="connsiteX1999" fmla="*/ 1167289 w 3439001"/>
                <a:gd name="connsiteY1999" fmla="*/ 711994 h 2304573"/>
                <a:gd name="connsiteX2000" fmla="*/ 1168241 w 3439001"/>
                <a:gd name="connsiteY2000" fmla="*/ 711994 h 2304573"/>
                <a:gd name="connsiteX2001" fmla="*/ 1167765 w 3439001"/>
                <a:gd name="connsiteY2001" fmla="*/ 712946 h 2304573"/>
                <a:gd name="connsiteX2002" fmla="*/ 1166336 w 3439001"/>
                <a:gd name="connsiteY2002" fmla="*/ 714375 h 2304573"/>
                <a:gd name="connsiteX2003" fmla="*/ 1162526 w 3439001"/>
                <a:gd name="connsiteY2003" fmla="*/ 722948 h 2304573"/>
                <a:gd name="connsiteX2004" fmla="*/ 1162050 w 3439001"/>
                <a:gd name="connsiteY2004" fmla="*/ 726757 h 2304573"/>
                <a:gd name="connsiteX2005" fmla="*/ 1162050 w 3439001"/>
                <a:gd name="connsiteY2005" fmla="*/ 731044 h 2304573"/>
                <a:gd name="connsiteX2006" fmla="*/ 1163003 w 3439001"/>
                <a:gd name="connsiteY2006" fmla="*/ 733901 h 2304573"/>
                <a:gd name="connsiteX2007" fmla="*/ 1167765 w 3439001"/>
                <a:gd name="connsiteY2007" fmla="*/ 737711 h 2304573"/>
                <a:gd name="connsiteX2008" fmla="*/ 1170146 w 3439001"/>
                <a:gd name="connsiteY2008" fmla="*/ 740569 h 2304573"/>
                <a:gd name="connsiteX2009" fmla="*/ 1173004 w 3439001"/>
                <a:gd name="connsiteY2009" fmla="*/ 744379 h 2304573"/>
                <a:gd name="connsiteX2010" fmla="*/ 1173956 w 3439001"/>
                <a:gd name="connsiteY2010" fmla="*/ 744855 h 2304573"/>
                <a:gd name="connsiteX2011" fmla="*/ 1176338 w 3439001"/>
                <a:gd name="connsiteY2011" fmla="*/ 744855 h 2304573"/>
                <a:gd name="connsiteX2012" fmla="*/ 1177290 w 3439001"/>
                <a:gd name="connsiteY2012" fmla="*/ 743903 h 2304573"/>
                <a:gd name="connsiteX2013" fmla="*/ 1179671 w 3439001"/>
                <a:gd name="connsiteY2013" fmla="*/ 740569 h 2304573"/>
                <a:gd name="connsiteX2014" fmla="*/ 1181576 w 3439001"/>
                <a:gd name="connsiteY2014" fmla="*/ 740569 h 2304573"/>
                <a:gd name="connsiteX2015" fmla="*/ 1192054 w 3439001"/>
                <a:gd name="connsiteY2015" fmla="*/ 742950 h 2304573"/>
                <a:gd name="connsiteX2016" fmla="*/ 1191578 w 3439001"/>
                <a:gd name="connsiteY2016" fmla="*/ 743426 h 2304573"/>
                <a:gd name="connsiteX2017" fmla="*/ 1181576 w 3439001"/>
                <a:gd name="connsiteY2017" fmla="*/ 742950 h 2304573"/>
                <a:gd name="connsiteX2018" fmla="*/ 1180624 w 3439001"/>
                <a:gd name="connsiteY2018" fmla="*/ 743903 h 2304573"/>
                <a:gd name="connsiteX2019" fmla="*/ 1180624 w 3439001"/>
                <a:gd name="connsiteY2019" fmla="*/ 745331 h 2304573"/>
                <a:gd name="connsiteX2020" fmla="*/ 1181100 w 3439001"/>
                <a:gd name="connsiteY2020" fmla="*/ 748189 h 2304573"/>
                <a:gd name="connsiteX2021" fmla="*/ 1183958 w 3439001"/>
                <a:gd name="connsiteY2021" fmla="*/ 750570 h 2304573"/>
                <a:gd name="connsiteX2022" fmla="*/ 1194911 w 3439001"/>
                <a:gd name="connsiteY2022" fmla="*/ 758190 h 2304573"/>
                <a:gd name="connsiteX2023" fmla="*/ 1193959 w 3439001"/>
                <a:gd name="connsiteY2023" fmla="*/ 758666 h 2304573"/>
                <a:gd name="connsiteX2024" fmla="*/ 1187291 w 3439001"/>
                <a:gd name="connsiteY2024" fmla="*/ 754856 h 2304573"/>
                <a:gd name="connsiteX2025" fmla="*/ 1180148 w 3439001"/>
                <a:gd name="connsiteY2025" fmla="*/ 751523 h 2304573"/>
                <a:gd name="connsiteX2026" fmla="*/ 1178243 w 3439001"/>
                <a:gd name="connsiteY2026" fmla="*/ 751523 h 2304573"/>
                <a:gd name="connsiteX2027" fmla="*/ 1177290 w 3439001"/>
                <a:gd name="connsiteY2027" fmla="*/ 752475 h 2304573"/>
                <a:gd name="connsiteX2028" fmla="*/ 1176338 w 3439001"/>
                <a:gd name="connsiteY2028" fmla="*/ 754380 h 2304573"/>
                <a:gd name="connsiteX2029" fmla="*/ 1180148 w 3439001"/>
                <a:gd name="connsiteY2029" fmla="*/ 758666 h 2304573"/>
                <a:gd name="connsiteX2030" fmla="*/ 1183481 w 3439001"/>
                <a:gd name="connsiteY2030" fmla="*/ 769144 h 2304573"/>
                <a:gd name="connsiteX2031" fmla="*/ 1182529 w 3439001"/>
                <a:gd name="connsiteY2031" fmla="*/ 777240 h 2304573"/>
                <a:gd name="connsiteX2032" fmla="*/ 1201103 w 3439001"/>
                <a:gd name="connsiteY2032" fmla="*/ 783431 h 2304573"/>
                <a:gd name="connsiteX2033" fmla="*/ 1203960 w 3439001"/>
                <a:gd name="connsiteY2033" fmla="*/ 782955 h 2304573"/>
                <a:gd name="connsiteX2034" fmla="*/ 1204436 w 3439001"/>
                <a:gd name="connsiteY2034" fmla="*/ 783907 h 2304573"/>
                <a:gd name="connsiteX2035" fmla="*/ 1203484 w 3439001"/>
                <a:gd name="connsiteY2035" fmla="*/ 787718 h 2304573"/>
                <a:gd name="connsiteX2036" fmla="*/ 1203960 w 3439001"/>
                <a:gd name="connsiteY2036" fmla="*/ 789146 h 2304573"/>
                <a:gd name="connsiteX2037" fmla="*/ 1204913 w 3439001"/>
                <a:gd name="connsiteY2037" fmla="*/ 791051 h 2304573"/>
                <a:gd name="connsiteX2038" fmla="*/ 1208246 w 3439001"/>
                <a:gd name="connsiteY2038" fmla="*/ 794385 h 2304573"/>
                <a:gd name="connsiteX2039" fmla="*/ 1210151 w 3439001"/>
                <a:gd name="connsiteY2039" fmla="*/ 795814 h 2304573"/>
                <a:gd name="connsiteX2040" fmla="*/ 1215390 w 3439001"/>
                <a:gd name="connsiteY2040" fmla="*/ 797243 h 2304573"/>
                <a:gd name="connsiteX2041" fmla="*/ 1215866 w 3439001"/>
                <a:gd name="connsiteY2041" fmla="*/ 802957 h 2304573"/>
                <a:gd name="connsiteX2042" fmla="*/ 1217295 w 3439001"/>
                <a:gd name="connsiteY2042" fmla="*/ 803910 h 2304573"/>
                <a:gd name="connsiteX2043" fmla="*/ 1219676 w 3439001"/>
                <a:gd name="connsiteY2043" fmla="*/ 804386 h 2304573"/>
                <a:gd name="connsiteX2044" fmla="*/ 1220153 w 3439001"/>
                <a:gd name="connsiteY2044" fmla="*/ 805339 h 2304573"/>
                <a:gd name="connsiteX2045" fmla="*/ 1220153 w 3439001"/>
                <a:gd name="connsiteY2045" fmla="*/ 807720 h 2304573"/>
                <a:gd name="connsiteX2046" fmla="*/ 1221105 w 3439001"/>
                <a:gd name="connsiteY2046" fmla="*/ 809625 h 2304573"/>
                <a:gd name="connsiteX2047" fmla="*/ 1223010 w 3439001"/>
                <a:gd name="connsiteY2047" fmla="*/ 811054 h 2304573"/>
                <a:gd name="connsiteX2048" fmla="*/ 1225391 w 3439001"/>
                <a:gd name="connsiteY2048" fmla="*/ 814388 h 2304573"/>
                <a:gd name="connsiteX2049" fmla="*/ 1226820 w 3439001"/>
                <a:gd name="connsiteY2049" fmla="*/ 815340 h 2304573"/>
                <a:gd name="connsiteX2050" fmla="*/ 1230630 w 3439001"/>
                <a:gd name="connsiteY2050" fmla="*/ 816293 h 2304573"/>
                <a:gd name="connsiteX2051" fmla="*/ 1232535 w 3439001"/>
                <a:gd name="connsiteY2051" fmla="*/ 819150 h 2304573"/>
                <a:gd name="connsiteX2052" fmla="*/ 1233964 w 3439001"/>
                <a:gd name="connsiteY2052" fmla="*/ 821531 h 2304573"/>
                <a:gd name="connsiteX2053" fmla="*/ 1235393 w 3439001"/>
                <a:gd name="connsiteY2053" fmla="*/ 822960 h 2304573"/>
                <a:gd name="connsiteX2054" fmla="*/ 1236821 w 3439001"/>
                <a:gd name="connsiteY2054" fmla="*/ 823436 h 2304573"/>
                <a:gd name="connsiteX2055" fmla="*/ 1246823 w 3439001"/>
                <a:gd name="connsiteY2055" fmla="*/ 824389 h 2304573"/>
                <a:gd name="connsiteX2056" fmla="*/ 1240631 w 3439001"/>
                <a:gd name="connsiteY2056" fmla="*/ 826770 h 2304573"/>
                <a:gd name="connsiteX2057" fmla="*/ 1236821 w 3439001"/>
                <a:gd name="connsiteY2057" fmla="*/ 826770 h 2304573"/>
                <a:gd name="connsiteX2058" fmla="*/ 1231106 w 3439001"/>
                <a:gd name="connsiteY2058" fmla="*/ 837724 h 2304573"/>
                <a:gd name="connsiteX2059" fmla="*/ 1228249 w 3439001"/>
                <a:gd name="connsiteY2059" fmla="*/ 842010 h 2304573"/>
                <a:gd name="connsiteX2060" fmla="*/ 1225868 w 3439001"/>
                <a:gd name="connsiteY2060" fmla="*/ 844868 h 2304573"/>
                <a:gd name="connsiteX2061" fmla="*/ 1223963 w 3439001"/>
                <a:gd name="connsiteY2061" fmla="*/ 846296 h 2304573"/>
                <a:gd name="connsiteX2062" fmla="*/ 1223486 w 3439001"/>
                <a:gd name="connsiteY2062" fmla="*/ 847725 h 2304573"/>
                <a:gd name="connsiteX2063" fmla="*/ 1225868 w 3439001"/>
                <a:gd name="connsiteY2063" fmla="*/ 853440 h 2304573"/>
                <a:gd name="connsiteX2064" fmla="*/ 1227296 w 3439001"/>
                <a:gd name="connsiteY2064" fmla="*/ 854869 h 2304573"/>
                <a:gd name="connsiteX2065" fmla="*/ 1232059 w 3439001"/>
                <a:gd name="connsiteY2065" fmla="*/ 856298 h 2304573"/>
                <a:gd name="connsiteX2066" fmla="*/ 1233488 w 3439001"/>
                <a:gd name="connsiteY2066" fmla="*/ 855345 h 2304573"/>
                <a:gd name="connsiteX2067" fmla="*/ 1235869 w 3439001"/>
                <a:gd name="connsiteY2067" fmla="*/ 851059 h 2304573"/>
                <a:gd name="connsiteX2068" fmla="*/ 1237298 w 3439001"/>
                <a:gd name="connsiteY2068" fmla="*/ 846773 h 2304573"/>
                <a:gd name="connsiteX2069" fmla="*/ 1238250 w 3439001"/>
                <a:gd name="connsiteY2069" fmla="*/ 845344 h 2304573"/>
                <a:gd name="connsiteX2070" fmla="*/ 1238250 w 3439001"/>
                <a:gd name="connsiteY2070" fmla="*/ 844391 h 2304573"/>
                <a:gd name="connsiteX2071" fmla="*/ 1237298 w 3439001"/>
                <a:gd name="connsiteY2071" fmla="*/ 842010 h 2304573"/>
                <a:gd name="connsiteX2072" fmla="*/ 1237774 w 3439001"/>
                <a:gd name="connsiteY2072" fmla="*/ 841057 h 2304573"/>
                <a:gd name="connsiteX2073" fmla="*/ 1238726 w 3439001"/>
                <a:gd name="connsiteY2073" fmla="*/ 840105 h 2304573"/>
                <a:gd name="connsiteX2074" fmla="*/ 1243965 w 3439001"/>
                <a:gd name="connsiteY2074" fmla="*/ 837248 h 2304573"/>
                <a:gd name="connsiteX2075" fmla="*/ 1255871 w 3439001"/>
                <a:gd name="connsiteY2075" fmla="*/ 833438 h 2304573"/>
                <a:gd name="connsiteX2076" fmla="*/ 1264444 w 3439001"/>
                <a:gd name="connsiteY2076" fmla="*/ 829628 h 2304573"/>
                <a:gd name="connsiteX2077" fmla="*/ 1263015 w 3439001"/>
                <a:gd name="connsiteY2077" fmla="*/ 831532 h 2304573"/>
                <a:gd name="connsiteX2078" fmla="*/ 1260634 w 3439001"/>
                <a:gd name="connsiteY2078" fmla="*/ 833914 h 2304573"/>
                <a:gd name="connsiteX2079" fmla="*/ 1261110 w 3439001"/>
                <a:gd name="connsiteY2079" fmla="*/ 835819 h 2304573"/>
                <a:gd name="connsiteX2080" fmla="*/ 1266349 w 3439001"/>
                <a:gd name="connsiteY2080" fmla="*/ 842963 h 2304573"/>
                <a:gd name="connsiteX2081" fmla="*/ 1268254 w 3439001"/>
                <a:gd name="connsiteY2081" fmla="*/ 846773 h 2304573"/>
                <a:gd name="connsiteX2082" fmla="*/ 1269683 w 3439001"/>
                <a:gd name="connsiteY2082" fmla="*/ 852488 h 2304573"/>
                <a:gd name="connsiteX2083" fmla="*/ 1269683 w 3439001"/>
                <a:gd name="connsiteY2083" fmla="*/ 855345 h 2304573"/>
                <a:gd name="connsiteX2084" fmla="*/ 1269683 w 3439001"/>
                <a:gd name="connsiteY2084" fmla="*/ 859631 h 2304573"/>
                <a:gd name="connsiteX2085" fmla="*/ 1270635 w 3439001"/>
                <a:gd name="connsiteY2085" fmla="*/ 864394 h 2304573"/>
                <a:gd name="connsiteX2086" fmla="*/ 1271111 w 3439001"/>
                <a:gd name="connsiteY2086" fmla="*/ 865346 h 2304573"/>
                <a:gd name="connsiteX2087" fmla="*/ 1273969 w 3439001"/>
                <a:gd name="connsiteY2087" fmla="*/ 865823 h 2304573"/>
                <a:gd name="connsiteX2088" fmla="*/ 1273969 w 3439001"/>
                <a:gd name="connsiteY2088" fmla="*/ 866775 h 2304573"/>
                <a:gd name="connsiteX2089" fmla="*/ 1265873 w 3439001"/>
                <a:gd name="connsiteY2089" fmla="*/ 869156 h 2304573"/>
                <a:gd name="connsiteX2090" fmla="*/ 1263968 w 3439001"/>
                <a:gd name="connsiteY2090" fmla="*/ 872014 h 2304573"/>
                <a:gd name="connsiteX2091" fmla="*/ 1263968 w 3439001"/>
                <a:gd name="connsiteY2091" fmla="*/ 872966 h 2304573"/>
                <a:gd name="connsiteX2092" fmla="*/ 1266349 w 3439001"/>
                <a:gd name="connsiteY2092" fmla="*/ 877729 h 2304573"/>
                <a:gd name="connsiteX2093" fmla="*/ 1267778 w 3439001"/>
                <a:gd name="connsiteY2093" fmla="*/ 882968 h 2304573"/>
                <a:gd name="connsiteX2094" fmla="*/ 1270635 w 3439001"/>
                <a:gd name="connsiteY2094" fmla="*/ 889635 h 2304573"/>
                <a:gd name="connsiteX2095" fmla="*/ 1278731 w 3439001"/>
                <a:gd name="connsiteY2095" fmla="*/ 890588 h 2304573"/>
                <a:gd name="connsiteX2096" fmla="*/ 1280160 w 3439001"/>
                <a:gd name="connsiteY2096" fmla="*/ 891540 h 2304573"/>
                <a:gd name="connsiteX2097" fmla="*/ 1283018 w 3439001"/>
                <a:gd name="connsiteY2097" fmla="*/ 888682 h 2304573"/>
                <a:gd name="connsiteX2098" fmla="*/ 1289209 w 3439001"/>
                <a:gd name="connsiteY2098" fmla="*/ 883444 h 2304573"/>
                <a:gd name="connsiteX2099" fmla="*/ 1292543 w 3439001"/>
                <a:gd name="connsiteY2099" fmla="*/ 879634 h 2304573"/>
                <a:gd name="connsiteX2100" fmla="*/ 1292543 w 3439001"/>
                <a:gd name="connsiteY2100" fmla="*/ 878205 h 2304573"/>
                <a:gd name="connsiteX2101" fmla="*/ 1293971 w 3439001"/>
                <a:gd name="connsiteY2101" fmla="*/ 874395 h 2304573"/>
                <a:gd name="connsiteX2102" fmla="*/ 1298734 w 3439001"/>
                <a:gd name="connsiteY2102" fmla="*/ 866775 h 2304573"/>
                <a:gd name="connsiteX2103" fmla="*/ 1298734 w 3439001"/>
                <a:gd name="connsiteY2103" fmla="*/ 864394 h 2304573"/>
                <a:gd name="connsiteX2104" fmla="*/ 1298258 w 3439001"/>
                <a:gd name="connsiteY2104" fmla="*/ 861060 h 2304573"/>
                <a:gd name="connsiteX2105" fmla="*/ 1296353 w 3439001"/>
                <a:gd name="connsiteY2105" fmla="*/ 855821 h 2304573"/>
                <a:gd name="connsiteX2106" fmla="*/ 1295876 w 3439001"/>
                <a:gd name="connsiteY2106" fmla="*/ 852964 h 2304573"/>
                <a:gd name="connsiteX2107" fmla="*/ 1295876 w 3439001"/>
                <a:gd name="connsiteY2107" fmla="*/ 849630 h 2304573"/>
                <a:gd name="connsiteX2108" fmla="*/ 1296353 w 3439001"/>
                <a:gd name="connsiteY2108" fmla="*/ 846773 h 2304573"/>
                <a:gd name="connsiteX2109" fmla="*/ 1297305 w 3439001"/>
                <a:gd name="connsiteY2109" fmla="*/ 843915 h 2304573"/>
                <a:gd name="connsiteX2110" fmla="*/ 1298734 w 3439001"/>
                <a:gd name="connsiteY2110" fmla="*/ 841057 h 2304573"/>
                <a:gd name="connsiteX2111" fmla="*/ 1300639 w 3439001"/>
                <a:gd name="connsiteY2111" fmla="*/ 838676 h 2304573"/>
                <a:gd name="connsiteX2112" fmla="*/ 1301115 w 3439001"/>
                <a:gd name="connsiteY2112" fmla="*/ 835819 h 2304573"/>
                <a:gd name="connsiteX2113" fmla="*/ 1300639 w 3439001"/>
                <a:gd name="connsiteY2113" fmla="*/ 832961 h 2304573"/>
                <a:gd name="connsiteX2114" fmla="*/ 1294448 w 3439001"/>
                <a:gd name="connsiteY2114" fmla="*/ 832485 h 2304573"/>
                <a:gd name="connsiteX2115" fmla="*/ 1263015 w 3439001"/>
                <a:gd name="connsiteY2115" fmla="*/ 859631 h 2304573"/>
                <a:gd name="connsiteX2116" fmla="*/ 1263491 w 3439001"/>
                <a:gd name="connsiteY2116" fmla="*/ 855821 h 2304573"/>
                <a:gd name="connsiteX2117" fmla="*/ 1263491 w 3439001"/>
                <a:gd name="connsiteY2117" fmla="*/ 851059 h 2304573"/>
                <a:gd name="connsiteX2118" fmla="*/ 1262539 w 3439001"/>
                <a:gd name="connsiteY2118" fmla="*/ 848201 h 2304573"/>
                <a:gd name="connsiteX2119" fmla="*/ 1258253 w 3439001"/>
                <a:gd name="connsiteY2119" fmla="*/ 842010 h 2304573"/>
                <a:gd name="connsiteX2120" fmla="*/ 1254443 w 3439001"/>
                <a:gd name="connsiteY2120" fmla="*/ 837724 h 2304573"/>
                <a:gd name="connsiteX2121" fmla="*/ 1253490 w 3439001"/>
                <a:gd name="connsiteY2121" fmla="*/ 837248 h 2304573"/>
                <a:gd name="connsiteX2122" fmla="*/ 1241584 w 3439001"/>
                <a:gd name="connsiteY2122" fmla="*/ 842963 h 2304573"/>
                <a:gd name="connsiteX2123" fmla="*/ 1240631 w 3439001"/>
                <a:gd name="connsiteY2123" fmla="*/ 854869 h 2304573"/>
                <a:gd name="connsiteX2124" fmla="*/ 1236821 w 3439001"/>
                <a:gd name="connsiteY2124" fmla="*/ 858679 h 2304573"/>
                <a:gd name="connsiteX2125" fmla="*/ 1233964 w 3439001"/>
                <a:gd name="connsiteY2125" fmla="*/ 862965 h 2304573"/>
                <a:gd name="connsiteX2126" fmla="*/ 1233964 w 3439001"/>
                <a:gd name="connsiteY2126" fmla="*/ 865823 h 2304573"/>
                <a:gd name="connsiteX2127" fmla="*/ 1234916 w 3439001"/>
                <a:gd name="connsiteY2127" fmla="*/ 872014 h 2304573"/>
                <a:gd name="connsiteX2128" fmla="*/ 1236345 w 3439001"/>
                <a:gd name="connsiteY2128" fmla="*/ 874871 h 2304573"/>
                <a:gd name="connsiteX2129" fmla="*/ 1237774 w 3439001"/>
                <a:gd name="connsiteY2129" fmla="*/ 872490 h 2304573"/>
                <a:gd name="connsiteX2130" fmla="*/ 1240631 w 3439001"/>
                <a:gd name="connsiteY2130" fmla="*/ 868680 h 2304573"/>
                <a:gd name="connsiteX2131" fmla="*/ 1244918 w 3439001"/>
                <a:gd name="connsiteY2131" fmla="*/ 866775 h 2304573"/>
                <a:gd name="connsiteX2132" fmla="*/ 1246346 w 3439001"/>
                <a:gd name="connsiteY2132" fmla="*/ 865346 h 2304573"/>
                <a:gd name="connsiteX2133" fmla="*/ 1247299 w 3439001"/>
                <a:gd name="connsiteY2133" fmla="*/ 863918 h 2304573"/>
                <a:gd name="connsiteX2134" fmla="*/ 1248251 w 3439001"/>
                <a:gd name="connsiteY2134" fmla="*/ 865823 h 2304573"/>
                <a:gd name="connsiteX2135" fmla="*/ 1247299 w 3439001"/>
                <a:gd name="connsiteY2135" fmla="*/ 868204 h 2304573"/>
                <a:gd name="connsiteX2136" fmla="*/ 1248251 w 3439001"/>
                <a:gd name="connsiteY2136" fmla="*/ 870109 h 2304573"/>
                <a:gd name="connsiteX2137" fmla="*/ 1250156 w 3439001"/>
                <a:gd name="connsiteY2137" fmla="*/ 870585 h 2304573"/>
                <a:gd name="connsiteX2138" fmla="*/ 1252061 w 3439001"/>
                <a:gd name="connsiteY2138" fmla="*/ 870585 h 2304573"/>
                <a:gd name="connsiteX2139" fmla="*/ 1253966 w 3439001"/>
                <a:gd name="connsiteY2139" fmla="*/ 872966 h 2304573"/>
                <a:gd name="connsiteX2140" fmla="*/ 1256348 w 3439001"/>
                <a:gd name="connsiteY2140" fmla="*/ 873443 h 2304573"/>
                <a:gd name="connsiteX2141" fmla="*/ 1260158 w 3439001"/>
                <a:gd name="connsiteY2141" fmla="*/ 870585 h 2304573"/>
                <a:gd name="connsiteX2142" fmla="*/ 1262539 w 3439001"/>
                <a:gd name="connsiteY2142" fmla="*/ 865346 h 2304573"/>
                <a:gd name="connsiteX2143" fmla="*/ 1263015 w 3439001"/>
                <a:gd name="connsiteY2143" fmla="*/ 859631 h 2304573"/>
                <a:gd name="connsiteX2144" fmla="*/ 77153 w 3439001"/>
                <a:gd name="connsiteY2144" fmla="*/ 302895 h 2304573"/>
                <a:gd name="connsiteX2145" fmla="*/ 77629 w 3439001"/>
                <a:gd name="connsiteY2145" fmla="*/ 302419 h 2304573"/>
                <a:gd name="connsiteX2146" fmla="*/ 70485 w 3439001"/>
                <a:gd name="connsiteY2146" fmla="*/ 305276 h 2304573"/>
                <a:gd name="connsiteX2147" fmla="*/ 66675 w 3439001"/>
                <a:gd name="connsiteY2147" fmla="*/ 307658 h 2304573"/>
                <a:gd name="connsiteX2148" fmla="*/ 66675 w 3439001"/>
                <a:gd name="connsiteY2148" fmla="*/ 308610 h 2304573"/>
                <a:gd name="connsiteX2149" fmla="*/ 68104 w 3439001"/>
                <a:gd name="connsiteY2149" fmla="*/ 308134 h 2304573"/>
                <a:gd name="connsiteX2150" fmla="*/ 73819 w 3439001"/>
                <a:gd name="connsiteY2150" fmla="*/ 305276 h 2304573"/>
                <a:gd name="connsiteX2151" fmla="*/ 77153 w 3439001"/>
                <a:gd name="connsiteY2151" fmla="*/ 302895 h 2304573"/>
                <a:gd name="connsiteX2152" fmla="*/ 81915 w 3439001"/>
                <a:gd name="connsiteY2152" fmla="*/ 625316 h 2304573"/>
                <a:gd name="connsiteX2153" fmla="*/ 80963 w 3439001"/>
                <a:gd name="connsiteY2153" fmla="*/ 623888 h 2304573"/>
                <a:gd name="connsiteX2154" fmla="*/ 79058 w 3439001"/>
                <a:gd name="connsiteY2154" fmla="*/ 622935 h 2304573"/>
                <a:gd name="connsiteX2155" fmla="*/ 77153 w 3439001"/>
                <a:gd name="connsiteY2155" fmla="*/ 622459 h 2304573"/>
                <a:gd name="connsiteX2156" fmla="*/ 71914 w 3439001"/>
                <a:gd name="connsiteY2156" fmla="*/ 623411 h 2304573"/>
                <a:gd name="connsiteX2157" fmla="*/ 70485 w 3439001"/>
                <a:gd name="connsiteY2157" fmla="*/ 623411 h 2304573"/>
                <a:gd name="connsiteX2158" fmla="*/ 67151 w 3439001"/>
                <a:gd name="connsiteY2158" fmla="*/ 621030 h 2304573"/>
                <a:gd name="connsiteX2159" fmla="*/ 65246 w 3439001"/>
                <a:gd name="connsiteY2159" fmla="*/ 620554 h 2304573"/>
                <a:gd name="connsiteX2160" fmla="*/ 63341 w 3439001"/>
                <a:gd name="connsiteY2160" fmla="*/ 621030 h 2304573"/>
                <a:gd name="connsiteX2161" fmla="*/ 59531 w 3439001"/>
                <a:gd name="connsiteY2161" fmla="*/ 622459 h 2304573"/>
                <a:gd name="connsiteX2162" fmla="*/ 57626 w 3439001"/>
                <a:gd name="connsiteY2162" fmla="*/ 621506 h 2304573"/>
                <a:gd name="connsiteX2163" fmla="*/ 55721 w 3439001"/>
                <a:gd name="connsiteY2163" fmla="*/ 621506 h 2304573"/>
                <a:gd name="connsiteX2164" fmla="*/ 51435 w 3439001"/>
                <a:gd name="connsiteY2164" fmla="*/ 623888 h 2304573"/>
                <a:gd name="connsiteX2165" fmla="*/ 47149 w 3439001"/>
                <a:gd name="connsiteY2165" fmla="*/ 624840 h 2304573"/>
                <a:gd name="connsiteX2166" fmla="*/ 45244 w 3439001"/>
                <a:gd name="connsiteY2166" fmla="*/ 625793 h 2304573"/>
                <a:gd name="connsiteX2167" fmla="*/ 43339 w 3439001"/>
                <a:gd name="connsiteY2167" fmla="*/ 629603 h 2304573"/>
                <a:gd name="connsiteX2168" fmla="*/ 29051 w 3439001"/>
                <a:gd name="connsiteY2168" fmla="*/ 628650 h 2304573"/>
                <a:gd name="connsiteX2169" fmla="*/ 25718 w 3439001"/>
                <a:gd name="connsiteY2169" fmla="*/ 629126 h 2304573"/>
                <a:gd name="connsiteX2170" fmla="*/ 22384 w 3439001"/>
                <a:gd name="connsiteY2170" fmla="*/ 630079 h 2304573"/>
                <a:gd name="connsiteX2171" fmla="*/ 27146 w 3439001"/>
                <a:gd name="connsiteY2171" fmla="*/ 635794 h 2304573"/>
                <a:gd name="connsiteX2172" fmla="*/ 32385 w 3439001"/>
                <a:gd name="connsiteY2172" fmla="*/ 640080 h 2304573"/>
                <a:gd name="connsiteX2173" fmla="*/ 37624 w 3439001"/>
                <a:gd name="connsiteY2173" fmla="*/ 641509 h 2304573"/>
                <a:gd name="connsiteX2174" fmla="*/ 50006 w 3439001"/>
                <a:gd name="connsiteY2174" fmla="*/ 647700 h 2304573"/>
                <a:gd name="connsiteX2175" fmla="*/ 59531 w 3439001"/>
                <a:gd name="connsiteY2175" fmla="*/ 649129 h 2304573"/>
                <a:gd name="connsiteX2176" fmla="*/ 62389 w 3439001"/>
                <a:gd name="connsiteY2176" fmla="*/ 650081 h 2304573"/>
                <a:gd name="connsiteX2177" fmla="*/ 64770 w 3439001"/>
                <a:gd name="connsiteY2177" fmla="*/ 651986 h 2304573"/>
                <a:gd name="connsiteX2178" fmla="*/ 66199 w 3439001"/>
                <a:gd name="connsiteY2178" fmla="*/ 652463 h 2304573"/>
                <a:gd name="connsiteX2179" fmla="*/ 67628 w 3439001"/>
                <a:gd name="connsiteY2179" fmla="*/ 651986 h 2304573"/>
                <a:gd name="connsiteX2180" fmla="*/ 66675 w 3439001"/>
                <a:gd name="connsiteY2180" fmla="*/ 649605 h 2304573"/>
                <a:gd name="connsiteX2181" fmla="*/ 67628 w 3439001"/>
                <a:gd name="connsiteY2181" fmla="*/ 648176 h 2304573"/>
                <a:gd name="connsiteX2182" fmla="*/ 72866 w 3439001"/>
                <a:gd name="connsiteY2182" fmla="*/ 646271 h 2304573"/>
                <a:gd name="connsiteX2183" fmla="*/ 79058 w 3439001"/>
                <a:gd name="connsiteY2183" fmla="*/ 646271 h 2304573"/>
                <a:gd name="connsiteX2184" fmla="*/ 85249 w 3439001"/>
                <a:gd name="connsiteY2184" fmla="*/ 645319 h 2304573"/>
                <a:gd name="connsiteX2185" fmla="*/ 84773 w 3439001"/>
                <a:gd name="connsiteY2185" fmla="*/ 642461 h 2304573"/>
                <a:gd name="connsiteX2186" fmla="*/ 83820 w 3439001"/>
                <a:gd name="connsiteY2186" fmla="*/ 639604 h 2304573"/>
                <a:gd name="connsiteX2187" fmla="*/ 80963 w 3439001"/>
                <a:gd name="connsiteY2187" fmla="*/ 637699 h 2304573"/>
                <a:gd name="connsiteX2188" fmla="*/ 80963 w 3439001"/>
                <a:gd name="connsiteY2188" fmla="*/ 636270 h 2304573"/>
                <a:gd name="connsiteX2189" fmla="*/ 80486 w 3439001"/>
                <a:gd name="connsiteY2189" fmla="*/ 632460 h 2304573"/>
                <a:gd name="connsiteX2190" fmla="*/ 81439 w 3439001"/>
                <a:gd name="connsiteY2190" fmla="*/ 630079 h 2304573"/>
                <a:gd name="connsiteX2191" fmla="*/ 81915 w 3439001"/>
                <a:gd name="connsiteY2191" fmla="*/ 625316 h 2304573"/>
                <a:gd name="connsiteX2192" fmla="*/ 58579 w 3439001"/>
                <a:gd name="connsiteY2192" fmla="*/ 942499 h 2304573"/>
                <a:gd name="connsiteX2193" fmla="*/ 52864 w 3439001"/>
                <a:gd name="connsiteY2193" fmla="*/ 943451 h 2304573"/>
                <a:gd name="connsiteX2194" fmla="*/ 52864 w 3439001"/>
                <a:gd name="connsiteY2194" fmla="*/ 942499 h 2304573"/>
                <a:gd name="connsiteX2195" fmla="*/ 54769 w 3439001"/>
                <a:gd name="connsiteY2195" fmla="*/ 939641 h 2304573"/>
                <a:gd name="connsiteX2196" fmla="*/ 60484 w 3439001"/>
                <a:gd name="connsiteY2196" fmla="*/ 935355 h 2304573"/>
                <a:gd name="connsiteX2197" fmla="*/ 63341 w 3439001"/>
                <a:gd name="connsiteY2197" fmla="*/ 932498 h 2304573"/>
                <a:gd name="connsiteX2198" fmla="*/ 60008 w 3439001"/>
                <a:gd name="connsiteY2198" fmla="*/ 930593 h 2304573"/>
                <a:gd name="connsiteX2199" fmla="*/ 58579 w 3439001"/>
                <a:gd name="connsiteY2199" fmla="*/ 929164 h 2304573"/>
                <a:gd name="connsiteX2200" fmla="*/ 57626 w 3439001"/>
                <a:gd name="connsiteY2200" fmla="*/ 930116 h 2304573"/>
                <a:gd name="connsiteX2201" fmla="*/ 56198 w 3439001"/>
                <a:gd name="connsiteY2201" fmla="*/ 932498 h 2304573"/>
                <a:gd name="connsiteX2202" fmla="*/ 54293 w 3439001"/>
                <a:gd name="connsiteY2202" fmla="*/ 934403 h 2304573"/>
                <a:gd name="connsiteX2203" fmla="*/ 51911 w 3439001"/>
                <a:gd name="connsiteY2203" fmla="*/ 935831 h 2304573"/>
                <a:gd name="connsiteX2204" fmla="*/ 50483 w 3439001"/>
                <a:gd name="connsiteY2204" fmla="*/ 933450 h 2304573"/>
                <a:gd name="connsiteX2205" fmla="*/ 50006 w 3439001"/>
                <a:gd name="connsiteY2205" fmla="*/ 929164 h 2304573"/>
                <a:gd name="connsiteX2206" fmla="*/ 48578 w 3439001"/>
                <a:gd name="connsiteY2206" fmla="*/ 928688 h 2304573"/>
                <a:gd name="connsiteX2207" fmla="*/ 46673 w 3439001"/>
                <a:gd name="connsiteY2207" fmla="*/ 928688 h 2304573"/>
                <a:gd name="connsiteX2208" fmla="*/ 42863 w 3439001"/>
                <a:gd name="connsiteY2208" fmla="*/ 929640 h 2304573"/>
                <a:gd name="connsiteX2209" fmla="*/ 38576 w 3439001"/>
                <a:gd name="connsiteY2209" fmla="*/ 930116 h 2304573"/>
                <a:gd name="connsiteX2210" fmla="*/ 36671 w 3439001"/>
                <a:gd name="connsiteY2210" fmla="*/ 931069 h 2304573"/>
                <a:gd name="connsiteX2211" fmla="*/ 34766 w 3439001"/>
                <a:gd name="connsiteY2211" fmla="*/ 932974 h 2304573"/>
                <a:gd name="connsiteX2212" fmla="*/ 33814 w 3439001"/>
                <a:gd name="connsiteY2212" fmla="*/ 934403 h 2304573"/>
                <a:gd name="connsiteX2213" fmla="*/ 33814 w 3439001"/>
                <a:gd name="connsiteY2213" fmla="*/ 935831 h 2304573"/>
                <a:gd name="connsiteX2214" fmla="*/ 34290 w 3439001"/>
                <a:gd name="connsiteY2214" fmla="*/ 937260 h 2304573"/>
                <a:gd name="connsiteX2215" fmla="*/ 35243 w 3439001"/>
                <a:gd name="connsiteY2215" fmla="*/ 938689 h 2304573"/>
                <a:gd name="connsiteX2216" fmla="*/ 36671 w 3439001"/>
                <a:gd name="connsiteY2216" fmla="*/ 939165 h 2304573"/>
                <a:gd name="connsiteX2217" fmla="*/ 38576 w 3439001"/>
                <a:gd name="connsiteY2217" fmla="*/ 939165 h 2304573"/>
                <a:gd name="connsiteX2218" fmla="*/ 41434 w 3439001"/>
                <a:gd name="connsiteY2218" fmla="*/ 939641 h 2304573"/>
                <a:gd name="connsiteX2219" fmla="*/ 45244 w 3439001"/>
                <a:gd name="connsiteY2219" fmla="*/ 940594 h 2304573"/>
                <a:gd name="connsiteX2220" fmla="*/ 46673 w 3439001"/>
                <a:gd name="connsiteY2220" fmla="*/ 941546 h 2304573"/>
                <a:gd name="connsiteX2221" fmla="*/ 44768 w 3439001"/>
                <a:gd name="connsiteY2221" fmla="*/ 942975 h 2304573"/>
                <a:gd name="connsiteX2222" fmla="*/ 44768 w 3439001"/>
                <a:gd name="connsiteY2222" fmla="*/ 944880 h 2304573"/>
                <a:gd name="connsiteX2223" fmla="*/ 44291 w 3439001"/>
                <a:gd name="connsiteY2223" fmla="*/ 944880 h 2304573"/>
                <a:gd name="connsiteX2224" fmla="*/ 43815 w 3439001"/>
                <a:gd name="connsiteY2224" fmla="*/ 944404 h 2304573"/>
                <a:gd name="connsiteX2225" fmla="*/ 41910 w 3439001"/>
                <a:gd name="connsiteY2225" fmla="*/ 942023 h 2304573"/>
                <a:gd name="connsiteX2226" fmla="*/ 37624 w 3439001"/>
                <a:gd name="connsiteY2226" fmla="*/ 942023 h 2304573"/>
                <a:gd name="connsiteX2227" fmla="*/ 36671 w 3439001"/>
                <a:gd name="connsiteY2227" fmla="*/ 943928 h 2304573"/>
                <a:gd name="connsiteX2228" fmla="*/ 34766 w 3439001"/>
                <a:gd name="connsiteY2228" fmla="*/ 944880 h 2304573"/>
                <a:gd name="connsiteX2229" fmla="*/ 32861 w 3439001"/>
                <a:gd name="connsiteY2229" fmla="*/ 951548 h 2304573"/>
                <a:gd name="connsiteX2230" fmla="*/ 30480 w 3439001"/>
                <a:gd name="connsiteY2230" fmla="*/ 952976 h 2304573"/>
                <a:gd name="connsiteX2231" fmla="*/ 22860 w 3439001"/>
                <a:gd name="connsiteY2231" fmla="*/ 955834 h 2304573"/>
                <a:gd name="connsiteX2232" fmla="*/ 19050 w 3439001"/>
                <a:gd name="connsiteY2232" fmla="*/ 957739 h 2304573"/>
                <a:gd name="connsiteX2233" fmla="*/ 15240 w 3439001"/>
                <a:gd name="connsiteY2233" fmla="*/ 958215 h 2304573"/>
                <a:gd name="connsiteX2234" fmla="*/ 13335 w 3439001"/>
                <a:gd name="connsiteY2234" fmla="*/ 958691 h 2304573"/>
                <a:gd name="connsiteX2235" fmla="*/ 10001 w 3439001"/>
                <a:gd name="connsiteY2235" fmla="*/ 961073 h 2304573"/>
                <a:gd name="connsiteX2236" fmla="*/ 10954 w 3439001"/>
                <a:gd name="connsiteY2236" fmla="*/ 962025 h 2304573"/>
                <a:gd name="connsiteX2237" fmla="*/ 14764 w 3439001"/>
                <a:gd name="connsiteY2237" fmla="*/ 963930 h 2304573"/>
                <a:gd name="connsiteX2238" fmla="*/ 16193 w 3439001"/>
                <a:gd name="connsiteY2238" fmla="*/ 963930 h 2304573"/>
                <a:gd name="connsiteX2239" fmla="*/ 17621 w 3439001"/>
                <a:gd name="connsiteY2239" fmla="*/ 963454 h 2304573"/>
                <a:gd name="connsiteX2240" fmla="*/ 20003 w 3439001"/>
                <a:gd name="connsiteY2240" fmla="*/ 963454 h 2304573"/>
                <a:gd name="connsiteX2241" fmla="*/ 21431 w 3439001"/>
                <a:gd name="connsiteY2241" fmla="*/ 962501 h 2304573"/>
                <a:gd name="connsiteX2242" fmla="*/ 23336 w 3439001"/>
                <a:gd name="connsiteY2242" fmla="*/ 961073 h 2304573"/>
                <a:gd name="connsiteX2243" fmla="*/ 24765 w 3439001"/>
                <a:gd name="connsiteY2243" fmla="*/ 960120 h 2304573"/>
                <a:gd name="connsiteX2244" fmla="*/ 26194 w 3439001"/>
                <a:gd name="connsiteY2244" fmla="*/ 960120 h 2304573"/>
                <a:gd name="connsiteX2245" fmla="*/ 27623 w 3439001"/>
                <a:gd name="connsiteY2245" fmla="*/ 959644 h 2304573"/>
                <a:gd name="connsiteX2246" fmla="*/ 28099 w 3439001"/>
                <a:gd name="connsiteY2246" fmla="*/ 958691 h 2304573"/>
                <a:gd name="connsiteX2247" fmla="*/ 31909 w 3439001"/>
                <a:gd name="connsiteY2247" fmla="*/ 956786 h 2304573"/>
                <a:gd name="connsiteX2248" fmla="*/ 38576 w 3439001"/>
                <a:gd name="connsiteY2248" fmla="*/ 954881 h 2304573"/>
                <a:gd name="connsiteX2249" fmla="*/ 42386 w 3439001"/>
                <a:gd name="connsiteY2249" fmla="*/ 954405 h 2304573"/>
                <a:gd name="connsiteX2250" fmla="*/ 45244 w 3439001"/>
                <a:gd name="connsiteY2250" fmla="*/ 953453 h 2304573"/>
                <a:gd name="connsiteX2251" fmla="*/ 47625 w 3439001"/>
                <a:gd name="connsiteY2251" fmla="*/ 950595 h 2304573"/>
                <a:gd name="connsiteX2252" fmla="*/ 53816 w 3439001"/>
                <a:gd name="connsiteY2252" fmla="*/ 947261 h 2304573"/>
                <a:gd name="connsiteX2253" fmla="*/ 56674 w 3439001"/>
                <a:gd name="connsiteY2253" fmla="*/ 945356 h 2304573"/>
                <a:gd name="connsiteX2254" fmla="*/ 59531 w 3439001"/>
                <a:gd name="connsiteY2254" fmla="*/ 944404 h 2304573"/>
                <a:gd name="connsiteX2255" fmla="*/ 60960 w 3439001"/>
                <a:gd name="connsiteY2255" fmla="*/ 943451 h 2304573"/>
                <a:gd name="connsiteX2256" fmla="*/ 60008 w 3439001"/>
                <a:gd name="connsiteY2256" fmla="*/ 942499 h 2304573"/>
                <a:gd name="connsiteX2257" fmla="*/ 58579 w 3439001"/>
                <a:gd name="connsiteY2257" fmla="*/ 942499 h 2304573"/>
                <a:gd name="connsiteX2258" fmla="*/ 169069 w 3439001"/>
                <a:gd name="connsiteY2258" fmla="*/ 895826 h 2304573"/>
                <a:gd name="connsiteX2259" fmla="*/ 167164 w 3439001"/>
                <a:gd name="connsiteY2259" fmla="*/ 894874 h 2304573"/>
                <a:gd name="connsiteX2260" fmla="*/ 164306 w 3439001"/>
                <a:gd name="connsiteY2260" fmla="*/ 893921 h 2304573"/>
                <a:gd name="connsiteX2261" fmla="*/ 162401 w 3439001"/>
                <a:gd name="connsiteY2261" fmla="*/ 892969 h 2304573"/>
                <a:gd name="connsiteX2262" fmla="*/ 160973 w 3439001"/>
                <a:gd name="connsiteY2262" fmla="*/ 891540 h 2304573"/>
                <a:gd name="connsiteX2263" fmla="*/ 157639 w 3439001"/>
                <a:gd name="connsiteY2263" fmla="*/ 883920 h 2304573"/>
                <a:gd name="connsiteX2264" fmla="*/ 156686 w 3439001"/>
                <a:gd name="connsiteY2264" fmla="*/ 882491 h 2304573"/>
                <a:gd name="connsiteX2265" fmla="*/ 155258 w 3439001"/>
                <a:gd name="connsiteY2265" fmla="*/ 881539 h 2304573"/>
                <a:gd name="connsiteX2266" fmla="*/ 153353 w 3439001"/>
                <a:gd name="connsiteY2266" fmla="*/ 881063 h 2304573"/>
                <a:gd name="connsiteX2267" fmla="*/ 146685 w 3439001"/>
                <a:gd name="connsiteY2267" fmla="*/ 881063 h 2304573"/>
                <a:gd name="connsiteX2268" fmla="*/ 144780 w 3439001"/>
                <a:gd name="connsiteY2268" fmla="*/ 881539 h 2304573"/>
                <a:gd name="connsiteX2269" fmla="*/ 135255 w 3439001"/>
                <a:gd name="connsiteY2269" fmla="*/ 885349 h 2304573"/>
                <a:gd name="connsiteX2270" fmla="*/ 130969 w 3439001"/>
                <a:gd name="connsiteY2270" fmla="*/ 887730 h 2304573"/>
                <a:gd name="connsiteX2271" fmla="*/ 125730 w 3439001"/>
                <a:gd name="connsiteY2271" fmla="*/ 887254 h 2304573"/>
                <a:gd name="connsiteX2272" fmla="*/ 123349 w 3439001"/>
                <a:gd name="connsiteY2272" fmla="*/ 887254 h 2304573"/>
                <a:gd name="connsiteX2273" fmla="*/ 121444 w 3439001"/>
                <a:gd name="connsiteY2273" fmla="*/ 888682 h 2304573"/>
                <a:gd name="connsiteX2274" fmla="*/ 115253 w 3439001"/>
                <a:gd name="connsiteY2274" fmla="*/ 897731 h 2304573"/>
                <a:gd name="connsiteX2275" fmla="*/ 113824 w 3439001"/>
                <a:gd name="connsiteY2275" fmla="*/ 899160 h 2304573"/>
                <a:gd name="connsiteX2276" fmla="*/ 109061 w 3439001"/>
                <a:gd name="connsiteY2276" fmla="*/ 901541 h 2304573"/>
                <a:gd name="connsiteX2277" fmla="*/ 108585 w 3439001"/>
                <a:gd name="connsiteY2277" fmla="*/ 903446 h 2304573"/>
                <a:gd name="connsiteX2278" fmla="*/ 108585 w 3439001"/>
                <a:gd name="connsiteY2278" fmla="*/ 904399 h 2304573"/>
                <a:gd name="connsiteX2279" fmla="*/ 110014 w 3439001"/>
                <a:gd name="connsiteY2279" fmla="*/ 908209 h 2304573"/>
                <a:gd name="connsiteX2280" fmla="*/ 111443 w 3439001"/>
                <a:gd name="connsiteY2280" fmla="*/ 910114 h 2304573"/>
                <a:gd name="connsiteX2281" fmla="*/ 114300 w 3439001"/>
                <a:gd name="connsiteY2281" fmla="*/ 910590 h 2304573"/>
                <a:gd name="connsiteX2282" fmla="*/ 119539 w 3439001"/>
                <a:gd name="connsiteY2282" fmla="*/ 910590 h 2304573"/>
                <a:gd name="connsiteX2283" fmla="*/ 123825 w 3439001"/>
                <a:gd name="connsiteY2283" fmla="*/ 909638 h 2304573"/>
                <a:gd name="connsiteX2284" fmla="*/ 125730 w 3439001"/>
                <a:gd name="connsiteY2284" fmla="*/ 908685 h 2304573"/>
                <a:gd name="connsiteX2285" fmla="*/ 127635 w 3439001"/>
                <a:gd name="connsiteY2285" fmla="*/ 907256 h 2304573"/>
                <a:gd name="connsiteX2286" fmla="*/ 131445 w 3439001"/>
                <a:gd name="connsiteY2286" fmla="*/ 902970 h 2304573"/>
                <a:gd name="connsiteX2287" fmla="*/ 133826 w 3439001"/>
                <a:gd name="connsiteY2287" fmla="*/ 901541 h 2304573"/>
                <a:gd name="connsiteX2288" fmla="*/ 137160 w 3439001"/>
                <a:gd name="connsiteY2288" fmla="*/ 900589 h 2304573"/>
                <a:gd name="connsiteX2289" fmla="*/ 153829 w 3439001"/>
                <a:gd name="connsiteY2289" fmla="*/ 900589 h 2304573"/>
                <a:gd name="connsiteX2290" fmla="*/ 155734 w 3439001"/>
                <a:gd name="connsiteY2290" fmla="*/ 900113 h 2304573"/>
                <a:gd name="connsiteX2291" fmla="*/ 161449 w 3439001"/>
                <a:gd name="connsiteY2291" fmla="*/ 895350 h 2304573"/>
                <a:gd name="connsiteX2292" fmla="*/ 170974 w 3439001"/>
                <a:gd name="connsiteY2292" fmla="*/ 898684 h 2304573"/>
                <a:gd name="connsiteX2293" fmla="*/ 170974 w 3439001"/>
                <a:gd name="connsiteY2293" fmla="*/ 897731 h 2304573"/>
                <a:gd name="connsiteX2294" fmla="*/ 169069 w 3439001"/>
                <a:gd name="connsiteY2294" fmla="*/ 895826 h 2304573"/>
                <a:gd name="connsiteX2295" fmla="*/ 380524 w 3439001"/>
                <a:gd name="connsiteY2295" fmla="*/ 2225993 h 2304573"/>
                <a:gd name="connsiteX2296" fmla="*/ 379095 w 3439001"/>
                <a:gd name="connsiteY2296" fmla="*/ 2225040 h 2304573"/>
                <a:gd name="connsiteX2297" fmla="*/ 377190 w 3439001"/>
                <a:gd name="connsiteY2297" fmla="*/ 2225516 h 2304573"/>
                <a:gd name="connsiteX2298" fmla="*/ 370046 w 3439001"/>
                <a:gd name="connsiteY2298" fmla="*/ 2224564 h 2304573"/>
                <a:gd name="connsiteX2299" fmla="*/ 368618 w 3439001"/>
                <a:gd name="connsiteY2299" fmla="*/ 2224088 h 2304573"/>
                <a:gd name="connsiteX2300" fmla="*/ 368618 w 3439001"/>
                <a:gd name="connsiteY2300" fmla="*/ 2225993 h 2304573"/>
                <a:gd name="connsiteX2301" fmla="*/ 367665 w 3439001"/>
                <a:gd name="connsiteY2301" fmla="*/ 2226945 h 2304573"/>
                <a:gd name="connsiteX2302" fmla="*/ 367189 w 3439001"/>
                <a:gd name="connsiteY2302" fmla="*/ 2228374 h 2304573"/>
                <a:gd name="connsiteX2303" fmla="*/ 376238 w 3439001"/>
                <a:gd name="connsiteY2303" fmla="*/ 2228850 h 2304573"/>
                <a:gd name="connsiteX2304" fmla="*/ 381953 w 3439001"/>
                <a:gd name="connsiteY2304" fmla="*/ 2230279 h 2304573"/>
                <a:gd name="connsiteX2305" fmla="*/ 385763 w 3439001"/>
                <a:gd name="connsiteY2305" fmla="*/ 2228850 h 2304573"/>
                <a:gd name="connsiteX2306" fmla="*/ 387191 w 3439001"/>
                <a:gd name="connsiteY2306" fmla="*/ 2226945 h 2304573"/>
                <a:gd name="connsiteX2307" fmla="*/ 386239 w 3439001"/>
                <a:gd name="connsiteY2307" fmla="*/ 2226469 h 2304573"/>
                <a:gd name="connsiteX2308" fmla="*/ 380524 w 3439001"/>
                <a:gd name="connsiteY2308" fmla="*/ 2225993 h 2304573"/>
                <a:gd name="connsiteX2309" fmla="*/ 411956 w 3439001"/>
                <a:gd name="connsiteY2309" fmla="*/ 2240756 h 2304573"/>
                <a:gd name="connsiteX2310" fmla="*/ 411004 w 3439001"/>
                <a:gd name="connsiteY2310" fmla="*/ 2239328 h 2304573"/>
                <a:gd name="connsiteX2311" fmla="*/ 408146 w 3439001"/>
                <a:gd name="connsiteY2311" fmla="*/ 2237423 h 2304573"/>
                <a:gd name="connsiteX2312" fmla="*/ 406718 w 3439001"/>
                <a:gd name="connsiteY2312" fmla="*/ 2235994 h 2304573"/>
                <a:gd name="connsiteX2313" fmla="*/ 402431 w 3439001"/>
                <a:gd name="connsiteY2313" fmla="*/ 2233613 h 2304573"/>
                <a:gd name="connsiteX2314" fmla="*/ 400050 w 3439001"/>
                <a:gd name="connsiteY2314" fmla="*/ 2234089 h 2304573"/>
                <a:gd name="connsiteX2315" fmla="*/ 396240 w 3439001"/>
                <a:gd name="connsiteY2315" fmla="*/ 2235041 h 2304573"/>
                <a:gd name="connsiteX2316" fmla="*/ 395288 w 3439001"/>
                <a:gd name="connsiteY2316" fmla="*/ 2234565 h 2304573"/>
                <a:gd name="connsiteX2317" fmla="*/ 393859 w 3439001"/>
                <a:gd name="connsiteY2317" fmla="*/ 2232660 h 2304573"/>
                <a:gd name="connsiteX2318" fmla="*/ 391954 w 3439001"/>
                <a:gd name="connsiteY2318" fmla="*/ 2231231 h 2304573"/>
                <a:gd name="connsiteX2319" fmla="*/ 389573 w 3439001"/>
                <a:gd name="connsiteY2319" fmla="*/ 2231708 h 2304573"/>
                <a:gd name="connsiteX2320" fmla="*/ 388144 w 3439001"/>
                <a:gd name="connsiteY2320" fmla="*/ 2234565 h 2304573"/>
                <a:gd name="connsiteX2321" fmla="*/ 388620 w 3439001"/>
                <a:gd name="connsiteY2321" fmla="*/ 2236470 h 2304573"/>
                <a:gd name="connsiteX2322" fmla="*/ 391001 w 3439001"/>
                <a:gd name="connsiteY2322" fmla="*/ 2239328 h 2304573"/>
                <a:gd name="connsiteX2323" fmla="*/ 393383 w 3439001"/>
                <a:gd name="connsiteY2323" fmla="*/ 2240280 h 2304573"/>
                <a:gd name="connsiteX2324" fmla="*/ 395764 w 3439001"/>
                <a:gd name="connsiteY2324" fmla="*/ 2239804 h 2304573"/>
                <a:gd name="connsiteX2325" fmla="*/ 396716 w 3439001"/>
                <a:gd name="connsiteY2325" fmla="*/ 2243138 h 2304573"/>
                <a:gd name="connsiteX2326" fmla="*/ 397193 w 3439001"/>
                <a:gd name="connsiteY2326" fmla="*/ 2246472 h 2304573"/>
                <a:gd name="connsiteX2327" fmla="*/ 398145 w 3439001"/>
                <a:gd name="connsiteY2327" fmla="*/ 2246948 h 2304573"/>
                <a:gd name="connsiteX2328" fmla="*/ 401479 w 3439001"/>
                <a:gd name="connsiteY2328" fmla="*/ 2246948 h 2304573"/>
                <a:gd name="connsiteX2329" fmla="*/ 403860 w 3439001"/>
                <a:gd name="connsiteY2329" fmla="*/ 2245995 h 2304573"/>
                <a:gd name="connsiteX2330" fmla="*/ 408146 w 3439001"/>
                <a:gd name="connsiteY2330" fmla="*/ 2245519 h 2304573"/>
                <a:gd name="connsiteX2331" fmla="*/ 411480 w 3439001"/>
                <a:gd name="connsiteY2331" fmla="*/ 2243138 h 2304573"/>
                <a:gd name="connsiteX2332" fmla="*/ 411956 w 3439001"/>
                <a:gd name="connsiteY2332" fmla="*/ 2240756 h 2304573"/>
                <a:gd name="connsiteX2333" fmla="*/ 447199 w 3439001"/>
                <a:gd name="connsiteY2333" fmla="*/ 2279809 h 2304573"/>
                <a:gd name="connsiteX2334" fmla="*/ 445770 w 3439001"/>
                <a:gd name="connsiteY2334" fmla="*/ 2276951 h 2304573"/>
                <a:gd name="connsiteX2335" fmla="*/ 443389 w 3439001"/>
                <a:gd name="connsiteY2335" fmla="*/ 2276475 h 2304573"/>
                <a:gd name="connsiteX2336" fmla="*/ 442913 w 3439001"/>
                <a:gd name="connsiteY2336" fmla="*/ 2272189 h 2304573"/>
                <a:gd name="connsiteX2337" fmla="*/ 439103 w 3439001"/>
                <a:gd name="connsiteY2337" fmla="*/ 2267903 h 2304573"/>
                <a:gd name="connsiteX2338" fmla="*/ 424815 w 3439001"/>
                <a:gd name="connsiteY2338" fmla="*/ 2262188 h 2304573"/>
                <a:gd name="connsiteX2339" fmla="*/ 417671 w 3439001"/>
                <a:gd name="connsiteY2339" fmla="*/ 2258378 h 2304573"/>
                <a:gd name="connsiteX2340" fmla="*/ 416243 w 3439001"/>
                <a:gd name="connsiteY2340" fmla="*/ 2258854 h 2304573"/>
                <a:gd name="connsiteX2341" fmla="*/ 415766 w 3439001"/>
                <a:gd name="connsiteY2341" fmla="*/ 2262188 h 2304573"/>
                <a:gd name="connsiteX2342" fmla="*/ 418148 w 3439001"/>
                <a:gd name="connsiteY2342" fmla="*/ 2267426 h 2304573"/>
                <a:gd name="connsiteX2343" fmla="*/ 415290 w 3439001"/>
                <a:gd name="connsiteY2343" fmla="*/ 2271713 h 2304573"/>
                <a:gd name="connsiteX2344" fmla="*/ 412433 w 3439001"/>
                <a:gd name="connsiteY2344" fmla="*/ 2274094 h 2304573"/>
                <a:gd name="connsiteX2345" fmla="*/ 410528 w 3439001"/>
                <a:gd name="connsiteY2345" fmla="*/ 2276951 h 2304573"/>
                <a:gd name="connsiteX2346" fmla="*/ 413385 w 3439001"/>
                <a:gd name="connsiteY2346" fmla="*/ 2282666 h 2304573"/>
                <a:gd name="connsiteX2347" fmla="*/ 415766 w 3439001"/>
                <a:gd name="connsiteY2347" fmla="*/ 2289810 h 2304573"/>
                <a:gd name="connsiteX2348" fmla="*/ 415290 w 3439001"/>
                <a:gd name="connsiteY2348" fmla="*/ 2298859 h 2304573"/>
                <a:gd name="connsiteX2349" fmla="*/ 416243 w 3439001"/>
                <a:gd name="connsiteY2349" fmla="*/ 2300764 h 2304573"/>
                <a:gd name="connsiteX2350" fmla="*/ 422910 w 3439001"/>
                <a:gd name="connsiteY2350" fmla="*/ 2304574 h 2304573"/>
                <a:gd name="connsiteX2351" fmla="*/ 424815 w 3439001"/>
                <a:gd name="connsiteY2351" fmla="*/ 2304574 h 2304573"/>
                <a:gd name="connsiteX2352" fmla="*/ 426244 w 3439001"/>
                <a:gd name="connsiteY2352" fmla="*/ 2302669 h 2304573"/>
                <a:gd name="connsiteX2353" fmla="*/ 427673 w 3439001"/>
                <a:gd name="connsiteY2353" fmla="*/ 2299335 h 2304573"/>
                <a:gd name="connsiteX2354" fmla="*/ 435293 w 3439001"/>
                <a:gd name="connsiteY2354" fmla="*/ 2294097 h 2304573"/>
                <a:gd name="connsiteX2355" fmla="*/ 443865 w 3439001"/>
                <a:gd name="connsiteY2355" fmla="*/ 2292191 h 2304573"/>
                <a:gd name="connsiteX2356" fmla="*/ 451009 w 3439001"/>
                <a:gd name="connsiteY2356" fmla="*/ 2287429 h 2304573"/>
                <a:gd name="connsiteX2357" fmla="*/ 452438 w 3439001"/>
                <a:gd name="connsiteY2357" fmla="*/ 2285048 h 2304573"/>
                <a:gd name="connsiteX2358" fmla="*/ 451009 w 3439001"/>
                <a:gd name="connsiteY2358" fmla="*/ 2283619 h 2304573"/>
                <a:gd name="connsiteX2359" fmla="*/ 447199 w 3439001"/>
                <a:gd name="connsiteY2359" fmla="*/ 2279809 h 2304573"/>
                <a:gd name="connsiteX2360" fmla="*/ 533876 w 3439001"/>
                <a:gd name="connsiteY2360" fmla="*/ 756285 h 2304573"/>
                <a:gd name="connsiteX2361" fmla="*/ 531495 w 3439001"/>
                <a:gd name="connsiteY2361" fmla="*/ 753428 h 2304573"/>
                <a:gd name="connsiteX2362" fmla="*/ 531495 w 3439001"/>
                <a:gd name="connsiteY2362" fmla="*/ 751999 h 2304573"/>
                <a:gd name="connsiteX2363" fmla="*/ 533876 w 3439001"/>
                <a:gd name="connsiteY2363" fmla="*/ 749618 h 2304573"/>
                <a:gd name="connsiteX2364" fmla="*/ 534353 w 3439001"/>
                <a:gd name="connsiteY2364" fmla="*/ 748665 h 2304573"/>
                <a:gd name="connsiteX2365" fmla="*/ 533876 w 3439001"/>
                <a:gd name="connsiteY2365" fmla="*/ 747713 h 2304573"/>
                <a:gd name="connsiteX2366" fmla="*/ 531019 w 3439001"/>
                <a:gd name="connsiteY2366" fmla="*/ 746284 h 2304573"/>
                <a:gd name="connsiteX2367" fmla="*/ 527685 w 3439001"/>
                <a:gd name="connsiteY2367" fmla="*/ 746284 h 2304573"/>
                <a:gd name="connsiteX2368" fmla="*/ 524828 w 3439001"/>
                <a:gd name="connsiteY2368" fmla="*/ 747236 h 2304573"/>
                <a:gd name="connsiteX2369" fmla="*/ 519589 w 3439001"/>
                <a:gd name="connsiteY2369" fmla="*/ 750094 h 2304573"/>
                <a:gd name="connsiteX2370" fmla="*/ 518160 w 3439001"/>
                <a:gd name="connsiteY2370" fmla="*/ 750570 h 2304573"/>
                <a:gd name="connsiteX2371" fmla="*/ 517684 w 3439001"/>
                <a:gd name="connsiteY2371" fmla="*/ 747713 h 2304573"/>
                <a:gd name="connsiteX2372" fmla="*/ 519113 w 3439001"/>
                <a:gd name="connsiteY2372" fmla="*/ 744379 h 2304573"/>
                <a:gd name="connsiteX2373" fmla="*/ 515779 w 3439001"/>
                <a:gd name="connsiteY2373" fmla="*/ 742474 h 2304573"/>
                <a:gd name="connsiteX2374" fmla="*/ 508159 w 3439001"/>
                <a:gd name="connsiteY2374" fmla="*/ 740569 h 2304573"/>
                <a:gd name="connsiteX2375" fmla="*/ 505778 w 3439001"/>
                <a:gd name="connsiteY2375" fmla="*/ 741045 h 2304573"/>
                <a:gd name="connsiteX2376" fmla="*/ 507683 w 3439001"/>
                <a:gd name="connsiteY2376" fmla="*/ 743426 h 2304573"/>
                <a:gd name="connsiteX2377" fmla="*/ 507683 w 3439001"/>
                <a:gd name="connsiteY2377" fmla="*/ 744855 h 2304573"/>
                <a:gd name="connsiteX2378" fmla="*/ 506730 w 3439001"/>
                <a:gd name="connsiteY2378" fmla="*/ 745807 h 2304573"/>
                <a:gd name="connsiteX2379" fmla="*/ 506730 w 3439001"/>
                <a:gd name="connsiteY2379" fmla="*/ 747713 h 2304573"/>
                <a:gd name="connsiteX2380" fmla="*/ 506254 w 3439001"/>
                <a:gd name="connsiteY2380" fmla="*/ 748665 h 2304573"/>
                <a:gd name="connsiteX2381" fmla="*/ 505301 w 3439001"/>
                <a:gd name="connsiteY2381" fmla="*/ 749141 h 2304573"/>
                <a:gd name="connsiteX2382" fmla="*/ 501968 w 3439001"/>
                <a:gd name="connsiteY2382" fmla="*/ 748665 h 2304573"/>
                <a:gd name="connsiteX2383" fmla="*/ 501015 w 3439001"/>
                <a:gd name="connsiteY2383" fmla="*/ 749141 h 2304573"/>
                <a:gd name="connsiteX2384" fmla="*/ 500063 w 3439001"/>
                <a:gd name="connsiteY2384" fmla="*/ 750094 h 2304573"/>
                <a:gd name="connsiteX2385" fmla="*/ 499110 w 3439001"/>
                <a:gd name="connsiteY2385" fmla="*/ 751523 h 2304573"/>
                <a:gd name="connsiteX2386" fmla="*/ 498158 w 3439001"/>
                <a:gd name="connsiteY2386" fmla="*/ 752475 h 2304573"/>
                <a:gd name="connsiteX2387" fmla="*/ 496729 w 3439001"/>
                <a:gd name="connsiteY2387" fmla="*/ 752475 h 2304573"/>
                <a:gd name="connsiteX2388" fmla="*/ 495300 w 3439001"/>
                <a:gd name="connsiteY2388" fmla="*/ 751046 h 2304573"/>
                <a:gd name="connsiteX2389" fmla="*/ 491966 w 3439001"/>
                <a:gd name="connsiteY2389" fmla="*/ 746284 h 2304573"/>
                <a:gd name="connsiteX2390" fmla="*/ 491014 w 3439001"/>
                <a:gd name="connsiteY2390" fmla="*/ 745807 h 2304573"/>
                <a:gd name="connsiteX2391" fmla="*/ 488633 w 3439001"/>
                <a:gd name="connsiteY2391" fmla="*/ 745331 h 2304573"/>
                <a:gd name="connsiteX2392" fmla="*/ 487204 w 3439001"/>
                <a:gd name="connsiteY2392" fmla="*/ 745807 h 2304573"/>
                <a:gd name="connsiteX2393" fmla="*/ 485775 w 3439001"/>
                <a:gd name="connsiteY2393" fmla="*/ 746284 h 2304573"/>
                <a:gd name="connsiteX2394" fmla="*/ 483870 w 3439001"/>
                <a:gd name="connsiteY2394" fmla="*/ 748189 h 2304573"/>
                <a:gd name="connsiteX2395" fmla="*/ 483870 w 3439001"/>
                <a:gd name="connsiteY2395" fmla="*/ 749618 h 2304573"/>
                <a:gd name="connsiteX2396" fmla="*/ 484823 w 3439001"/>
                <a:gd name="connsiteY2396" fmla="*/ 751046 h 2304573"/>
                <a:gd name="connsiteX2397" fmla="*/ 487204 w 3439001"/>
                <a:gd name="connsiteY2397" fmla="*/ 752951 h 2304573"/>
                <a:gd name="connsiteX2398" fmla="*/ 491014 w 3439001"/>
                <a:gd name="connsiteY2398" fmla="*/ 755332 h 2304573"/>
                <a:gd name="connsiteX2399" fmla="*/ 491014 w 3439001"/>
                <a:gd name="connsiteY2399" fmla="*/ 756285 h 2304573"/>
                <a:gd name="connsiteX2400" fmla="*/ 487204 w 3439001"/>
                <a:gd name="connsiteY2400" fmla="*/ 755809 h 2304573"/>
                <a:gd name="connsiteX2401" fmla="*/ 485775 w 3439001"/>
                <a:gd name="connsiteY2401" fmla="*/ 756285 h 2304573"/>
                <a:gd name="connsiteX2402" fmla="*/ 486251 w 3439001"/>
                <a:gd name="connsiteY2402" fmla="*/ 758190 h 2304573"/>
                <a:gd name="connsiteX2403" fmla="*/ 486728 w 3439001"/>
                <a:gd name="connsiteY2403" fmla="*/ 765810 h 2304573"/>
                <a:gd name="connsiteX2404" fmla="*/ 488156 w 3439001"/>
                <a:gd name="connsiteY2404" fmla="*/ 769620 h 2304573"/>
                <a:gd name="connsiteX2405" fmla="*/ 490538 w 3439001"/>
                <a:gd name="connsiteY2405" fmla="*/ 772478 h 2304573"/>
                <a:gd name="connsiteX2406" fmla="*/ 488156 w 3439001"/>
                <a:gd name="connsiteY2406" fmla="*/ 771525 h 2304573"/>
                <a:gd name="connsiteX2407" fmla="*/ 486251 w 3439001"/>
                <a:gd name="connsiteY2407" fmla="*/ 770096 h 2304573"/>
                <a:gd name="connsiteX2408" fmla="*/ 483870 w 3439001"/>
                <a:gd name="connsiteY2408" fmla="*/ 766286 h 2304573"/>
                <a:gd name="connsiteX2409" fmla="*/ 481489 w 3439001"/>
                <a:gd name="connsiteY2409" fmla="*/ 762000 h 2304573"/>
                <a:gd name="connsiteX2410" fmla="*/ 479584 w 3439001"/>
                <a:gd name="connsiteY2410" fmla="*/ 760571 h 2304573"/>
                <a:gd name="connsiteX2411" fmla="*/ 479108 w 3439001"/>
                <a:gd name="connsiteY2411" fmla="*/ 760095 h 2304573"/>
                <a:gd name="connsiteX2412" fmla="*/ 479584 w 3439001"/>
                <a:gd name="connsiteY2412" fmla="*/ 759143 h 2304573"/>
                <a:gd name="connsiteX2413" fmla="*/ 478631 w 3439001"/>
                <a:gd name="connsiteY2413" fmla="*/ 757238 h 2304573"/>
                <a:gd name="connsiteX2414" fmla="*/ 475774 w 3439001"/>
                <a:gd name="connsiteY2414" fmla="*/ 756285 h 2304573"/>
                <a:gd name="connsiteX2415" fmla="*/ 473393 w 3439001"/>
                <a:gd name="connsiteY2415" fmla="*/ 756285 h 2304573"/>
                <a:gd name="connsiteX2416" fmla="*/ 470059 w 3439001"/>
                <a:gd name="connsiteY2416" fmla="*/ 756761 h 2304573"/>
                <a:gd name="connsiteX2417" fmla="*/ 466249 w 3439001"/>
                <a:gd name="connsiteY2417" fmla="*/ 759143 h 2304573"/>
                <a:gd name="connsiteX2418" fmla="*/ 461010 w 3439001"/>
                <a:gd name="connsiteY2418" fmla="*/ 760571 h 2304573"/>
                <a:gd name="connsiteX2419" fmla="*/ 456248 w 3439001"/>
                <a:gd name="connsiteY2419" fmla="*/ 766286 h 2304573"/>
                <a:gd name="connsiteX2420" fmla="*/ 454819 w 3439001"/>
                <a:gd name="connsiteY2420" fmla="*/ 770096 h 2304573"/>
                <a:gd name="connsiteX2421" fmla="*/ 454819 w 3439001"/>
                <a:gd name="connsiteY2421" fmla="*/ 771525 h 2304573"/>
                <a:gd name="connsiteX2422" fmla="*/ 459581 w 3439001"/>
                <a:gd name="connsiteY2422" fmla="*/ 777716 h 2304573"/>
                <a:gd name="connsiteX2423" fmla="*/ 461963 w 3439001"/>
                <a:gd name="connsiteY2423" fmla="*/ 785813 h 2304573"/>
                <a:gd name="connsiteX2424" fmla="*/ 467201 w 3439001"/>
                <a:gd name="connsiteY2424" fmla="*/ 791528 h 2304573"/>
                <a:gd name="connsiteX2425" fmla="*/ 471011 w 3439001"/>
                <a:gd name="connsiteY2425" fmla="*/ 792004 h 2304573"/>
                <a:gd name="connsiteX2426" fmla="*/ 472916 w 3439001"/>
                <a:gd name="connsiteY2426" fmla="*/ 789623 h 2304573"/>
                <a:gd name="connsiteX2427" fmla="*/ 473869 w 3439001"/>
                <a:gd name="connsiteY2427" fmla="*/ 787718 h 2304573"/>
                <a:gd name="connsiteX2428" fmla="*/ 473869 w 3439001"/>
                <a:gd name="connsiteY2428" fmla="*/ 786289 h 2304573"/>
                <a:gd name="connsiteX2429" fmla="*/ 473393 w 3439001"/>
                <a:gd name="connsiteY2429" fmla="*/ 784860 h 2304573"/>
                <a:gd name="connsiteX2430" fmla="*/ 472440 w 3439001"/>
                <a:gd name="connsiteY2430" fmla="*/ 783907 h 2304573"/>
                <a:gd name="connsiteX2431" fmla="*/ 471488 w 3439001"/>
                <a:gd name="connsiteY2431" fmla="*/ 783431 h 2304573"/>
                <a:gd name="connsiteX2432" fmla="*/ 467678 w 3439001"/>
                <a:gd name="connsiteY2432" fmla="*/ 783431 h 2304573"/>
                <a:gd name="connsiteX2433" fmla="*/ 467678 w 3439001"/>
                <a:gd name="connsiteY2433" fmla="*/ 782955 h 2304573"/>
                <a:gd name="connsiteX2434" fmla="*/ 469583 w 3439001"/>
                <a:gd name="connsiteY2434" fmla="*/ 781526 h 2304573"/>
                <a:gd name="connsiteX2435" fmla="*/ 472440 w 3439001"/>
                <a:gd name="connsiteY2435" fmla="*/ 781050 h 2304573"/>
                <a:gd name="connsiteX2436" fmla="*/ 476250 w 3439001"/>
                <a:gd name="connsiteY2436" fmla="*/ 781050 h 2304573"/>
                <a:gd name="connsiteX2437" fmla="*/ 478631 w 3439001"/>
                <a:gd name="connsiteY2437" fmla="*/ 781526 h 2304573"/>
                <a:gd name="connsiteX2438" fmla="*/ 479584 w 3439001"/>
                <a:gd name="connsiteY2438" fmla="*/ 782003 h 2304573"/>
                <a:gd name="connsiteX2439" fmla="*/ 480060 w 3439001"/>
                <a:gd name="connsiteY2439" fmla="*/ 782479 h 2304573"/>
                <a:gd name="connsiteX2440" fmla="*/ 478155 w 3439001"/>
                <a:gd name="connsiteY2440" fmla="*/ 784860 h 2304573"/>
                <a:gd name="connsiteX2441" fmla="*/ 477203 w 3439001"/>
                <a:gd name="connsiteY2441" fmla="*/ 786765 h 2304573"/>
                <a:gd name="connsiteX2442" fmla="*/ 477679 w 3439001"/>
                <a:gd name="connsiteY2442" fmla="*/ 786765 h 2304573"/>
                <a:gd name="connsiteX2443" fmla="*/ 480536 w 3439001"/>
                <a:gd name="connsiteY2443" fmla="*/ 785336 h 2304573"/>
                <a:gd name="connsiteX2444" fmla="*/ 484823 w 3439001"/>
                <a:gd name="connsiteY2444" fmla="*/ 787718 h 2304573"/>
                <a:gd name="connsiteX2445" fmla="*/ 487204 w 3439001"/>
                <a:gd name="connsiteY2445" fmla="*/ 788194 h 2304573"/>
                <a:gd name="connsiteX2446" fmla="*/ 487680 w 3439001"/>
                <a:gd name="connsiteY2446" fmla="*/ 788670 h 2304573"/>
                <a:gd name="connsiteX2447" fmla="*/ 478155 w 3439001"/>
                <a:gd name="connsiteY2447" fmla="*/ 796766 h 2304573"/>
                <a:gd name="connsiteX2448" fmla="*/ 478155 w 3439001"/>
                <a:gd name="connsiteY2448" fmla="*/ 797719 h 2304573"/>
                <a:gd name="connsiteX2449" fmla="*/ 478631 w 3439001"/>
                <a:gd name="connsiteY2449" fmla="*/ 798671 h 2304573"/>
                <a:gd name="connsiteX2450" fmla="*/ 479584 w 3439001"/>
                <a:gd name="connsiteY2450" fmla="*/ 799148 h 2304573"/>
                <a:gd name="connsiteX2451" fmla="*/ 481489 w 3439001"/>
                <a:gd name="connsiteY2451" fmla="*/ 799148 h 2304573"/>
                <a:gd name="connsiteX2452" fmla="*/ 488633 w 3439001"/>
                <a:gd name="connsiteY2452" fmla="*/ 794861 h 2304573"/>
                <a:gd name="connsiteX2453" fmla="*/ 492443 w 3439001"/>
                <a:gd name="connsiteY2453" fmla="*/ 790099 h 2304573"/>
                <a:gd name="connsiteX2454" fmla="*/ 492919 w 3439001"/>
                <a:gd name="connsiteY2454" fmla="*/ 789146 h 2304573"/>
                <a:gd name="connsiteX2455" fmla="*/ 492919 w 3439001"/>
                <a:gd name="connsiteY2455" fmla="*/ 787718 h 2304573"/>
                <a:gd name="connsiteX2456" fmla="*/ 492443 w 3439001"/>
                <a:gd name="connsiteY2456" fmla="*/ 786765 h 2304573"/>
                <a:gd name="connsiteX2457" fmla="*/ 489585 w 3439001"/>
                <a:gd name="connsiteY2457" fmla="*/ 785813 h 2304573"/>
                <a:gd name="connsiteX2458" fmla="*/ 494348 w 3439001"/>
                <a:gd name="connsiteY2458" fmla="*/ 784384 h 2304573"/>
                <a:gd name="connsiteX2459" fmla="*/ 496729 w 3439001"/>
                <a:gd name="connsiteY2459" fmla="*/ 782955 h 2304573"/>
                <a:gd name="connsiteX2460" fmla="*/ 497205 w 3439001"/>
                <a:gd name="connsiteY2460" fmla="*/ 781050 h 2304573"/>
                <a:gd name="connsiteX2461" fmla="*/ 499110 w 3439001"/>
                <a:gd name="connsiteY2461" fmla="*/ 779621 h 2304573"/>
                <a:gd name="connsiteX2462" fmla="*/ 504825 w 3439001"/>
                <a:gd name="connsiteY2462" fmla="*/ 776764 h 2304573"/>
                <a:gd name="connsiteX2463" fmla="*/ 512445 w 3439001"/>
                <a:gd name="connsiteY2463" fmla="*/ 776288 h 2304573"/>
                <a:gd name="connsiteX2464" fmla="*/ 514350 w 3439001"/>
                <a:gd name="connsiteY2464" fmla="*/ 773906 h 2304573"/>
                <a:gd name="connsiteX2465" fmla="*/ 518160 w 3439001"/>
                <a:gd name="connsiteY2465" fmla="*/ 772001 h 2304573"/>
                <a:gd name="connsiteX2466" fmla="*/ 521018 w 3439001"/>
                <a:gd name="connsiteY2466" fmla="*/ 772001 h 2304573"/>
                <a:gd name="connsiteX2467" fmla="*/ 523399 w 3439001"/>
                <a:gd name="connsiteY2467" fmla="*/ 771525 h 2304573"/>
                <a:gd name="connsiteX2468" fmla="*/ 524828 w 3439001"/>
                <a:gd name="connsiteY2468" fmla="*/ 771049 h 2304573"/>
                <a:gd name="connsiteX2469" fmla="*/ 524351 w 3439001"/>
                <a:gd name="connsiteY2469" fmla="*/ 769144 h 2304573"/>
                <a:gd name="connsiteX2470" fmla="*/ 523399 w 3439001"/>
                <a:gd name="connsiteY2470" fmla="*/ 767715 h 2304573"/>
                <a:gd name="connsiteX2471" fmla="*/ 521494 w 3439001"/>
                <a:gd name="connsiteY2471" fmla="*/ 765810 h 2304573"/>
                <a:gd name="connsiteX2472" fmla="*/ 515303 w 3439001"/>
                <a:gd name="connsiteY2472" fmla="*/ 765334 h 2304573"/>
                <a:gd name="connsiteX2473" fmla="*/ 513874 w 3439001"/>
                <a:gd name="connsiteY2473" fmla="*/ 764857 h 2304573"/>
                <a:gd name="connsiteX2474" fmla="*/ 515779 w 3439001"/>
                <a:gd name="connsiteY2474" fmla="*/ 763429 h 2304573"/>
                <a:gd name="connsiteX2475" fmla="*/ 516731 w 3439001"/>
                <a:gd name="connsiteY2475" fmla="*/ 762953 h 2304573"/>
                <a:gd name="connsiteX2476" fmla="*/ 519589 w 3439001"/>
                <a:gd name="connsiteY2476" fmla="*/ 763429 h 2304573"/>
                <a:gd name="connsiteX2477" fmla="*/ 526256 w 3439001"/>
                <a:gd name="connsiteY2477" fmla="*/ 764857 h 2304573"/>
                <a:gd name="connsiteX2478" fmla="*/ 533876 w 3439001"/>
                <a:gd name="connsiteY2478" fmla="*/ 765810 h 2304573"/>
                <a:gd name="connsiteX2479" fmla="*/ 534829 w 3439001"/>
                <a:gd name="connsiteY2479" fmla="*/ 765334 h 2304573"/>
                <a:gd name="connsiteX2480" fmla="*/ 536258 w 3439001"/>
                <a:gd name="connsiteY2480" fmla="*/ 764381 h 2304573"/>
                <a:gd name="connsiteX2481" fmla="*/ 540544 w 3439001"/>
                <a:gd name="connsiteY2481" fmla="*/ 759619 h 2304573"/>
                <a:gd name="connsiteX2482" fmla="*/ 540544 w 3439001"/>
                <a:gd name="connsiteY2482" fmla="*/ 758666 h 2304573"/>
                <a:gd name="connsiteX2483" fmla="*/ 539591 w 3439001"/>
                <a:gd name="connsiteY2483" fmla="*/ 757714 h 2304573"/>
                <a:gd name="connsiteX2484" fmla="*/ 533876 w 3439001"/>
                <a:gd name="connsiteY2484" fmla="*/ 756285 h 2304573"/>
                <a:gd name="connsiteX2485" fmla="*/ 297656 w 3439001"/>
                <a:gd name="connsiteY2485" fmla="*/ 2189322 h 2304573"/>
                <a:gd name="connsiteX2486" fmla="*/ 290036 w 3439001"/>
                <a:gd name="connsiteY2486" fmla="*/ 2189322 h 2304573"/>
                <a:gd name="connsiteX2487" fmla="*/ 284798 w 3439001"/>
                <a:gd name="connsiteY2487" fmla="*/ 2192179 h 2304573"/>
                <a:gd name="connsiteX2488" fmla="*/ 282893 w 3439001"/>
                <a:gd name="connsiteY2488" fmla="*/ 2195513 h 2304573"/>
                <a:gd name="connsiteX2489" fmla="*/ 284321 w 3439001"/>
                <a:gd name="connsiteY2489" fmla="*/ 2197418 h 2304573"/>
                <a:gd name="connsiteX2490" fmla="*/ 287655 w 3439001"/>
                <a:gd name="connsiteY2490" fmla="*/ 2198847 h 2304573"/>
                <a:gd name="connsiteX2491" fmla="*/ 289084 w 3439001"/>
                <a:gd name="connsiteY2491" fmla="*/ 2200275 h 2304573"/>
                <a:gd name="connsiteX2492" fmla="*/ 292418 w 3439001"/>
                <a:gd name="connsiteY2492" fmla="*/ 2200751 h 2304573"/>
                <a:gd name="connsiteX2493" fmla="*/ 294323 w 3439001"/>
                <a:gd name="connsiteY2493" fmla="*/ 2201704 h 2304573"/>
                <a:gd name="connsiteX2494" fmla="*/ 297180 w 3439001"/>
                <a:gd name="connsiteY2494" fmla="*/ 2199799 h 2304573"/>
                <a:gd name="connsiteX2495" fmla="*/ 298133 w 3439001"/>
                <a:gd name="connsiteY2495" fmla="*/ 2198370 h 2304573"/>
                <a:gd name="connsiteX2496" fmla="*/ 298609 w 3439001"/>
                <a:gd name="connsiteY2496" fmla="*/ 2195513 h 2304573"/>
                <a:gd name="connsiteX2497" fmla="*/ 299561 w 3439001"/>
                <a:gd name="connsiteY2497" fmla="*/ 2193608 h 2304573"/>
                <a:gd name="connsiteX2498" fmla="*/ 299561 w 3439001"/>
                <a:gd name="connsiteY2498" fmla="*/ 2191703 h 2304573"/>
                <a:gd name="connsiteX2499" fmla="*/ 297656 w 3439001"/>
                <a:gd name="connsiteY2499" fmla="*/ 2189322 h 2304573"/>
                <a:gd name="connsiteX2500" fmla="*/ 353854 w 3439001"/>
                <a:gd name="connsiteY2500" fmla="*/ 2219325 h 2304573"/>
                <a:gd name="connsiteX2501" fmla="*/ 353378 w 3439001"/>
                <a:gd name="connsiteY2501" fmla="*/ 2216468 h 2304573"/>
                <a:gd name="connsiteX2502" fmla="*/ 351949 w 3439001"/>
                <a:gd name="connsiteY2502" fmla="*/ 2216468 h 2304573"/>
                <a:gd name="connsiteX2503" fmla="*/ 350996 w 3439001"/>
                <a:gd name="connsiteY2503" fmla="*/ 2216468 h 2304573"/>
                <a:gd name="connsiteX2504" fmla="*/ 350044 w 3439001"/>
                <a:gd name="connsiteY2504" fmla="*/ 2215991 h 2304573"/>
                <a:gd name="connsiteX2505" fmla="*/ 349091 w 3439001"/>
                <a:gd name="connsiteY2505" fmla="*/ 2214563 h 2304573"/>
                <a:gd name="connsiteX2506" fmla="*/ 349091 w 3439001"/>
                <a:gd name="connsiteY2506" fmla="*/ 2213134 h 2304573"/>
                <a:gd name="connsiteX2507" fmla="*/ 345281 w 3439001"/>
                <a:gd name="connsiteY2507" fmla="*/ 2207895 h 2304573"/>
                <a:gd name="connsiteX2508" fmla="*/ 343376 w 3439001"/>
                <a:gd name="connsiteY2508" fmla="*/ 2208372 h 2304573"/>
                <a:gd name="connsiteX2509" fmla="*/ 340043 w 3439001"/>
                <a:gd name="connsiteY2509" fmla="*/ 2211705 h 2304573"/>
                <a:gd name="connsiteX2510" fmla="*/ 334804 w 3439001"/>
                <a:gd name="connsiteY2510" fmla="*/ 2212181 h 2304573"/>
                <a:gd name="connsiteX2511" fmla="*/ 335756 w 3439001"/>
                <a:gd name="connsiteY2511" fmla="*/ 2214086 h 2304573"/>
                <a:gd name="connsiteX2512" fmla="*/ 335756 w 3439001"/>
                <a:gd name="connsiteY2512" fmla="*/ 2215515 h 2304573"/>
                <a:gd name="connsiteX2513" fmla="*/ 339090 w 3439001"/>
                <a:gd name="connsiteY2513" fmla="*/ 2219325 h 2304573"/>
                <a:gd name="connsiteX2514" fmla="*/ 340043 w 3439001"/>
                <a:gd name="connsiteY2514" fmla="*/ 2221230 h 2304573"/>
                <a:gd name="connsiteX2515" fmla="*/ 340995 w 3439001"/>
                <a:gd name="connsiteY2515" fmla="*/ 2221230 h 2304573"/>
                <a:gd name="connsiteX2516" fmla="*/ 344329 w 3439001"/>
                <a:gd name="connsiteY2516" fmla="*/ 2221230 h 2304573"/>
                <a:gd name="connsiteX2517" fmla="*/ 342900 w 3439001"/>
                <a:gd name="connsiteY2517" fmla="*/ 2219325 h 2304573"/>
                <a:gd name="connsiteX2518" fmla="*/ 344329 w 3439001"/>
                <a:gd name="connsiteY2518" fmla="*/ 2218849 h 2304573"/>
                <a:gd name="connsiteX2519" fmla="*/ 344805 w 3439001"/>
                <a:gd name="connsiteY2519" fmla="*/ 2219325 h 2304573"/>
                <a:gd name="connsiteX2520" fmla="*/ 345281 w 3439001"/>
                <a:gd name="connsiteY2520" fmla="*/ 2220754 h 2304573"/>
                <a:gd name="connsiteX2521" fmla="*/ 347186 w 3439001"/>
                <a:gd name="connsiteY2521" fmla="*/ 2220278 h 2304573"/>
                <a:gd name="connsiteX2522" fmla="*/ 349091 w 3439001"/>
                <a:gd name="connsiteY2522" fmla="*/ 2222183 h 2304573"/>
                <a:gd name="connsiteX2523" fmla="*/ 350996 w 3439001"/>
                <a:gd name="connsiteY2523" fmla="*/ 2223135 h 2304573"/>
                <a:gd name="connsiteX2524" fmla="*/ 354806 w 3439001"/>
                <a:gd name="connsiteY2524" fmla="*/ 2222659 h 2304573"/>
                <a:gd name="connsiteX2525" fmla="*/ 356711 w 3439001"/>
                <a:gd name="connsiteY2525" fmla="*/ 2221706 h 2304573"/>
                <a:gd name="connsiteX2526" fmla="*/ 356235 w 3439001"/>
                <a:gd name="connsiteY2526" fmla="*/ 2220754 h 2304573"/>
                <a:gd name="connsiteX2527" fmla="*/ 353854 w 3439001"/>
                <a:gd name="connsiteY2527" fmla="*/ 2219325 h 2304573"/>
                <a:gd name="connsiteX2528" fmla="*/ 2491264 w 3439001"/>
                <a:gd name="connsiteY2528" fmla="*/ 1935480 h 2304573"/>
                <a:gd name="connsiteX2529" fmla="*/ 2483644 w 3439001"/>
                <a:gd name="connsiteY2529" fmla="*/ 1941195 h 2304573"/>
                <a:gd name="connsiteX2530" fmla="*/ 2485549 w 3439001"/>
                <a:gd name="connsiteY2530" fmla="*/ 1940719 h 2304573"/>
                <a:gd name="connsiteX2531" fmla="*/ 2491264 w 3439001"/>
                <a:gd name="connsiteY2531" fmla="*/ 1936909 h 2304573"/>
                <a:gd name="connsiteX2532" fmla="*/ 2494598 w 3439001"/>
                <a:gd name="connsiteY2532" fmla="*/ 1933575 h 2304573"/>
                <a:gd name="connsiteX2533" fmla="*/ 2492693 w 3439001"/>
                <a:gd name="connsiteY2533" fmla="*/ 1933575 h 2304573"/>
                <a:gd name="connsiteX2534" fmla="*/ 2491264 w 3439001"/>
                <a:gd name="connsiteY2534" fmla="*/ 1935480 h 2304573"/>
                <a:gd name="connsiteX2535" fmla="*/ 2695575 w 3439001"/>
                <a:gd name="connsiteY2535" fmla="*/ 1907381 h 2304573"/>
                <a:gd name="connsiteX2536" fmla="*/ 2697004 w 3439001"/>
                <a:gd name="connsiteY2536" fmla="*/ 1912144 h 2304573"/>
                <a:gd name="connsiteX2537" fmla="*/ 2696051 w 3439001"/>
                <a:gd name="connsiteY2537" fmla="*/ 1917859 h 2304573"/>
                <a:gd name="connsiteX2538" fmla="*/ 2697004 w 3439001"/>
                <a:gd name="connsiteY2538" fmla="*/ 1916906 h 2304573"/>
                <a:gd name="connsiteX2539" fmla="*/ 2697480 w 3439001"/>
                <a:gd name="connsiteY2539" fmla="*/ 1912144 h 2304573"/>
                <a:gd name="connsiteX2540" fmla="*/ 2697004 w 3439001"/>
                <a:gd name="connsiteY2540" fmla="*/ 1909763 h 2304573"/>
                <a:gd name="connsiteX2541" fmla="*/ 2695575 w 3439001"/>
                <a:gd name="connsiteY2541" fmla="*/ 1907381 h 2304573"/>
                <a:gd name="connsiteX2542" fmla="*/ 2693194 w 3439001"/>
                <a:gd name="connsiteY2542" fmla="*/ 1921192 h 2304573"/>
                <a:gd name="connsiteX2543" fmla="*/ 2693194 w 3439001"/>
                <a:gd name="connsiteY2543" fmla="*/ 1922145 h 2304573"/>
                <a:gd name="connsiteX2544" fmla="*/ 2695099 w 3439001"/>
                <a:gd name="connsiteY2544" fmla="*/ 1920240 h 2304573"/>
                <a:gd name="connsiteX2545" fmla="*/ 2695575 w 3439001"/>
                <a:gd name="connsiteY2545" fmla="*/ 1918811 h 2304573"/>
                <a:gd name="connsiteX2546" fmla="*/ 2694623 w 3439001"/>
                <a:gd name="connsiteY2546" fmla="*/ 1919764 h 2304573"/>
                <a:gd name="connsiteX2547" fmla="*/ 2693194 w 3439001"/>
                <a:gd name="connsiteY2547" fmla="*/ 1921192 h 2304573"/>
                <a:gd name="connsiteX2548" fmla="*/ 2596039 w 3439001"/>
                <a:gd name="connsiteY2548" fmla="*/ 1924050 h 2304573"/>
                <a:gd name="connsiteX2549" fmla="*/ 2593181 w 3439001"/>
                <a:gd name="connsiteY2549" fmla="*/ 1922621 h 2304573"/>
                <a:gd name="connsiteX2550" fmla="*/ 2591276 w 3439001"/>
                <a:gd name="connsiteY2550" fmla="*/ 1922621 h 2304573"/>
                <a:gd name="connsiteX2551" fmla="*/ 2588419 w 3439001"/>
                <a:gd name="connsiteY2551" fmla="*/ 1924050 h 2304573"/>
                <a:gd name="connsiteX2552" fmla="*/ 2588895 w 3439001"/>
                <a:gd name="connsiteY2552" fmla="*/ 1925479 h 2304573"/>
                <a:gd name="connsiteX2553" fmla="*/ 2594610 w 3439001"/>
                <a:gd name="connsiteY2553" fmla="*/ 1928813 h 2304573"/>
                <a:gd name="connsiteX2554" fmla="*/ 2596039 w 3439001"/>
                <a:gd name="connsiteY2554" fmla="*/ 1928336 h 2304573"/>
                <a:gd name="connsiteX2555" fmla="*/ 2596991 w 3439001"/>
                <a:gd name="connsiteY2555" fmla="*/ 1926908 h 2304573"/>
                <a:gd name="connsiteX2556" fmla="*/ 2597468 w 3439001"/>
                <a:gd name="connsiteY2556" fmla="*/ 1925955 h 2304573"/>
                <a:gd name="connsiteX2557" fmla="*/ 2596991 w 3439001"/>
                <a:gd name="connsiteY2557" fmla="*/ 1925479 h 2304573"/>
                <a:gd name="connsiteX2558" fmla="*/ 2596039 w 3439001"/>
                <a:gd name="connsiteY2558" fmla="*/ 1924050 h 2304573"/>
                <a:gd name="connsiteX2559" fmla="*/ 2700814 w 3439001"/>
                <a:gd name="connsiteY2559" fmla="*/ 1899761 h 2304573"/>
                <a:gd name="connsiteX2560" fmla="*/ 2701290 w 3439001"/>
                <a:gd name="connsiteY2560" fmla="*/ 1900238 h 2304573"/>
                <a:gd name="connsiteX2561" fmla="*/ 2703195 w 3439001"/>
                <a:gd name="connsiteY2561" fmla="*/ 1901190 h 2304573"/>
                <a:gd name="connsiteX2562" fmla="*/ 2706053 w 3439001"/>
                <a:gd name="connsiteY2562" fmla="*/ 1902142 h 2304573"/>
                <a:gd name="connsiteX2563" fmla="*/ 2706529 w 3439001"/>
                <a:gd name="connsiteY2563" fmla="*/ 1901666 h 2304573"/>
                <a:gd name="connsiteX2564" fmla="*/ 2706053 w 3439001"/>
                <a:gd name="connsiteY2564" fmla="*/ 1901190 h 2304573"/>
                <a:gd name="connsiteX2565" fmla="*/ 2700814 w 3439001"/>
                <a:gd name="connsiteY2565" fmla="*/ 1899761 h 2304573"/>
                <a:gd name="connsiteX2566" fmla="*/ 2716054 w 3439001"/>
                <a:gd name="connsiteY2566" fmla="*/ 1899761 h 2304573"/>
                <a:gd name="connsiteX2567" fmla="*/ 2714149 w 3439001"/>
                <a:gd name="connsiteY2567" fmla="*/ 1900238 h 2304573"/>
                <a:gd name="connsiteX2568" fmla="*/ 2715101 w 3439001"/>
                <a:gd name="connsiteY2568" fmla="*/ 1900714 h 2304573"/>
                <a:gd name="connsiteX2569" fmla="*/ 2719388 w 3439001"/>
                <a:gd name="connsiteY2569" fmla="*/ 1900714 h 2304573"/>
                <a:gd name="connsiteX2570" fmla="*/ 2722245 w 3439001"/>
                <a:gd name="connsiteY2570" fmla="*/ 1899761 h 2304573"/>
                <a:gd name="connsiteX2571" fmla="*/ 2720816 w 3439001"/>
                <a:gd name="connsiteY2571" fmla="*/ 1898809 h 2304573"/>
                <a:gd name="connsiteX2572" fmla="*/ 2716054 w 3439001"/>
                <a:gd name="connsiteY2572" fmla="*/ 1899761 h 2304573"/>
                <a:gd name="connsiteX2573" fmla="*/ 2831306 w 3439001"/>
                <a:gd name="connsiteY2573" fmla="*/ 1921192 h 2304573"/>
                <a:gd name="connsiteX2574" fmla="*/ 2827020 w 3439001"/>
                <a:gd name="connsiteY2574" fmla="*/ 1923098 h 2304573"/>
                <a:gd name="connsiteX2575" fmla="*/ 2825591 w 3439001"/>
                <a:gd name="connsiteY2575" fmla="*/ 1922621 h 2304573"/>
                <a:gd name="connsiteX2576" fmla="*/ 2823210 w 3439001"/>
                <a:gd name="connsiteY2576" fmla="*/ 1922621 h 2304573"/>
                <a:gd name="connsiteX2577" fmla="*/ 2827020 w 3439001"/>
                <a:gd name="connsiteY2577" fmla="*/ 1923574 h 2304573"/>
                <a:gd name="connsiteX2578" fmla="*/ 2830354 w 3439001"/>
                <a:gd name="connsiteY2578" fmla="*/ 1922145 h 2304573"/>
                <a:gd name="connsiteX2579" fmla="*/ 2836069 w 3439001"/>
                <a:gd name="connsiteY2579" fmla="*/ 1918811 h 2304573"/>
                <a:gd name="connsiteX2580" fmla="*/ 2833688 w 3439001"/>
                <a:gd name="connsiteY2580" fmla="*/ 1919288 h 2304573"/>
                <a:gd name="connsiteX2581" fmla="*/ 2831306 w 3439001"/>
                <a:gd name="connsiteY2581" fmla="*/ 1921192 h 2304573"/>
                <a:gd name="connsiteX2582" fmla="*/ 3439001 w 3439001"/>
                <a:gd name="connsiteY2582" fmla="*/ 1329690 h 2304573"/>
                <a:gd name="connsiteX2583" fmla="*/ 3435668 w 3439001"/>
                <a:gd name="connsiteY2583" fmla="*/ 1328738 h 2304573"/>
                <a:gd name="connsiteX2584" fmla="*/ 3435191 w 3439001"/>
                <a:gd name="connsiteY2584" fmla="*/ 1326356 h 2304573"/>
                <a:gd name="connsiteX2585" fmla="*/ 3436144 w 3439001"/>
                <a:gd name="connsiteY2585" fmla="*/ 1324451 h 2304573"/>
                <a:gd name="connsiteX2586" fmla="*/ 3435191 w 3439001"/>
                <a:gd name="connsiteY2586" fmla="*/ 1320165 h 2304573"/>
                <a:gd name="connsiteX2587" fmla="*/ 3434239 w 3439001"/>
                <a:gd name="connsiteY2587" fmla="*/ 1318260 h 2304573"/>
                <a:gd name="connsiteX2588" fmla="*/ 3434239 w 3439001"/>
                <a:gd name="connsiteY2588" fmla="*/ 1316831 h 2304573"/>
                <a:gd name="connsiteX2589" fmla="*/ 3432810 w 3439001"/>
                <a:gd name="connsiteY2589" fmla="*/ 1316355 h 2304573"/>
                <a:gd name="connsiteX2590" fmla="*/ 3431381 w 3439001"/>
                <a:gd name="connsiteY2590" fmla="*/ 1315879 h 2304573"/>
                <a:gd name="connsiteX2591" fmla="*/ 3429953 w 3439001"/>
                <a:gd name="connsiteY2591" fmla="*/ 1315403 h 2304573"/>
                <a:gd name="connsiteX2592" fmla="*/ 3429000 w 3439001"/>
                <a:gd name="connsiteY2592" fmla="*/ 1315879 h 2304573"/>
                <a:gd name="connsiteX2593" fmla="*/ 3428524 w 3439001"/>
                <a:gd name="connsiteY2593" fmla="*/ 1316831 h 2304573"/>
                <a:gd name="connsiteX2594" fmla="*/ 3427571 w 3439001"/>
                <a:gd name="connsiteY2594" fmla="*/ 1317308 h 2304573"/>
                <a:gd name="connsiteX2595" fmla="*/ 3425666 w 3439001"/>
                <a:gd name="connsiteY2595" fmla="*/ 1316355 h 2304573"/>
                <a:gd name="connsiteX2596" fmla="*/ 3424714 w 3439001"/>
                <a:gd name="connsiteY2596" fmla="*/ 1314926 h 2304573"/>
                <a:gd name="connsiteX2597" fmla="*/ 3422809 w 3439001"/>
                <a:gd name="connsiteY2597" fmla="*/ 1313498 h 2304573"/>
                <a:gd name="connsiteX2598" fmla="*/ 3422333 w 3439001"/>
                <a:gd name="connsiteY2598" fmla="*/ 1312545 h 2304573"/>
                <a:gd name="connsiteX2599" fmla="*/ 3422809 w 3439001"/>
                <a:gd name="connsiteY2599" fmla="*/ 1311116 h 2304573"/>
                <a:gd name="connsiteX2600" fmla="*/ 3423761 w 3439001"/>
                <a:gd name="connsiteY2600" fmla="*/ 1309688 h 2304573"/>
                <a:gd name="connsiteX2601" fmla="*/ 3424238 w 3439001"/>
                <a:gd name="connsiteY2601" fmla="*/ 1308259 h 2304573"/>
                <a:gd name="connsiteX2602" fmla="*/ 3423285 w 3439001"/>
                <a:gd name="connsiteY2602" fmla="*/ 1306354 h 2304573"/>
                <a:gd name="connsiteX2603" fmla="*/ 3422333 w 3439001"/>
                <a:gd name="connsiteY2603" fmla="*/ 1305401 h 2304573"/>
                <a:gd name="connsiteX2604" fmla="*/ 3421856 w 3439001"/>
                <a:gd name="connsiteY2604" fmla="*/ 1304449 h 2304573"/>
                <a:gd name="connsiteX2605" fmla="*/ 3421856 w 3439001"/>
                <a:gd name="connsiteY2605" fmla="*/ 1303496 h 2304573"/>
                <a:gd name="connsiteX2606" fmla="*/ 3422809 w 3439001"/>
                <a:gd name="connsiteY2606" fmla="*/ 1303020 h 2304573"/>
                <a:gd name="connsiteX2607" fmla="*/ 3423761 w 3439001"/>
                <a:gd name="connsiteY2607" fmla="*/ 1302544 h 2304573"/>
                <a:gd name="connsiteX2608" fmla="*/ 3424238 w 3439001"/>
                <a:gd name="connsiteY2608" fmla="*/ 1301115 h 2304573"/>
                <a:gd name="connsiteX2609" fmla="*/ 3423761 w 3439001"/>
                <a:gd name="connsiteY2609" fmla="*/ 1299686 h 2304573"/>
                <a:gd name="connsiteX2610" fmla="*/ 3423285 w 3439001"/>
                <a:gd name="connsiteY2610" fmla="*/ 1299686 h 2304573"/>
                <a:gd name="connsiteX2611" fmla="*/ 3423285 w 3439001"/>
                <a:gd name="connsiteY2611" fmla="*/ 1299686 h 2304573"/>
                <a:gd name="connsiteX2612" fmla="*/ 3420904 w 3439001"/>
                <a:gd name="connsiteY2612" fmla="*/ 1300639 h 2304573"/>
                <a:gd name="connsiteX2613" fmla="*/ 3417094 w 3439001"/>
                <a:gd name="connsiteY2613" fmla="*/ 1300163 h 2304573"/>
                <a:gd name="connsiteX2614" fmla="*/ 3411855 w 3439001"/>
                <a:gd name="connsiteY2614" fmla="*/ 1297305 h 2304573"/>
                <a:gd name="connsiteX2615" fmla="*/ 3408998 w 3439001"/>
                <a:gd name="connsiteY2615" fmla="*/ 1294448 h 2304573"/>
                <a:gd name="connsiteX2616" fmla="*/ 3410903 w 3439001"/>
                <a:gd name="connsiteY2616" fmla="*/ 1293971 h 2304573"/>
                <a:gd name="connsiteX2617" fmla="*/ 3410903 w 3439001"/>
                <a:gd name="connsiteY2617" fmla="*/ 1293495 h 2304573"/>
                <a:gd name="connsiteX2618" fmla="*/ 3411379 w 3439001"/>
                <a:gd name="connsiteY2618" fmla="*/ 1292543 h 2304573"/>
                <a:gd name="connsiteX2619" fmla="*/ 3411855 w 3439001"/>
                <a:gd name="connsiteY2619" fmla="*/ 1291590 h 2304573"/>
                <a:gd name="connsiteX2620" fmla="*/ 3411855 w 3439001"/>
                <a:gd name="connsiteY2620" fmla="*/ 1290638 h 2304573"/>
                <a:gd name="connsiteX2621" fmla="*/ 3411379 w 3439001"/>
                <a:gd name="connsiteY2621" fmla="*/ 1289685 h 2304573"/>
                <a:gd name="connsiteX2622" fmla="*/ 3411379 w 3439001"/>
                <a:gd name="connsiteY2622" fmla="*/ 1289209 h 2304573"/>
                <a:gd name="connsiteX2623" fmla="*/ 3411379 w 3439001"/>
                <a:gd name="connsiteY2623" fmla="*/ 1288256 h 2304573"/>
                <a:gd name="connsiteX2624" fmla="*/ 3411855 w 3439001"/>
                <a:gd name="connsiteY2624" fmla="*/ 1286828 h 2304573"/>
                <a:gd name="connsiteX2625" fmla="*/ 3411379 w 3439001"/>
                <a:gd name="connsiteY2625" fmla="*/ 1285875 h 2304573"/>
                <a:gd name="connsiteX2626" fmla="*/ 3411379 w 3439001"/>
                <a:gd name="connsiteY2626" fmla="*/ 1282065 h 2304573"/>
                <a:gd name="connsiteX2627" fmla="*/ 3411379 w 3439001"/>
                <a:gd name="connsiteY2627" fmla="*/ 1274921 h 2304573"/>
                <a:gd name="connsiteX2628" fmla="*/ 3411379 w 3439001"/>
                <a:gd name="connsiteY2628" fmla="*/ 1269683 h 2304573"/>
                <a:gd name="connsiteX2629" fmla="*/ 3411379 w 3439001"/>
                <a:gd name="connsiteY2629" fmla="*/ 1263015 h 2304573"/>
                <a:gd name="connsiteX2630" fmla="*/ 3411379 w 3439001"/>
                <a:gd name="connsiteY2630" fmla="*/ 1258253 h 2304573"/>
                <a:gd name="connsiteX2631" fmla="*/ 3411379 w 3439001"/>
                <a:gd name="connsiteY2631" fmla="*/ 1251109 h 2304573"/>
                <a:gd name="connsiteX2632" fmla="*/ 3411379 w 3439001"/>
                <a:gd name="connsiteY2632" fmla="*/ 1244441 h 2304573"/>
                <a:gd name="connsiteX2633" fmla="*/ 3411379 w 3439001"/>
                <a:gd name="connsiteY2633" fmla="*/ 1238250 h 2304573"/>
                <a:gd name="connsiteX2634" fmla="*/ 3407093 w 3439001"/>
                <a:gd name="connsiteY2634" fmla="*/ 1234440 h 2304573"/>
                <a:gd name="connsiteX2635" fmla="*/ 3401378 w 3439001"/>
                <a:gd name="connsiteY2635" fmla="*/ 1229678 h 2304573"/>
                <a:gd name="connsiteX2636" fmla="*/ 3396615 w 3439001"/>
                <a:gd name="connsiteY2636" fmla="*/ 1226820 h 2304573"/>
                <a:gd name="connsiteX2637" fmla="*/ 3394234 w 3439001"/>
                <a:gd name="connsiteY2637" fmla="*/ 1226344 h 2304573"/>
                <a:gd name="connsiteX2638" fmla="*/ 3392805 w 3439001"/>
                <a:gd name="connsiteY2638" fmla="*/ 1226820 h 2304573"/>
                <a:gd name="connsiteX2639" fmla="*/ 3392329 w 3439001"/>
                <a:gd name="connsiteY2639" fmla="*/ 1228249 h 2304573"/>
                <a:gd name="connsiteX2640" fmla="*/ 3388995 w 3439001"/>
                <a:gd name="connsiteY2640" fmla="*/ 1229678 h 2304573"/>
                <a:gd name="connsiteX2641" fmla="*/ 3382804 w 3439001"/>
                <a:gd name="connsiteY2641" fmla="*/ 1231106 h 2304573"/>
                <a:gd name="connsiteX2642" fmla="*/ 3377565 w 3439001"/>
                <a:gd name="connsiteY2642" fmla="*/ 1233011 h 2304573"/>
                <a:gd name="connsiteX2643" fmla="*/ 3375660 w 3439001"/>
                <a:gd name="connsiteY2643" fmla="*/ 1233011 h 2304573"/>
                <a:gd name="connsiteX2644" fmla="*/ 3373755 w 3439001"/>
                <a:gd name="connsiteY2644" fmla="*/ 1232535 h 2304573"/>
                <a:gd name="connsiteX2645" fmla="*/ 3371374 w 3439001"/>
                <a:gd name="connsiteY2645" fmla="*/ 1230154 h 2304573"/>
                <a:gd name="connsiteX2646" fmla="*/ 3369945 w 3439001"/>
                <a:gd name="connsiteY2646" fmla="*/ 1228725 h 2304573"/>
                <a:gd name="connsiteX2647" fmla="*/ 3369469 w 3439001"/>
                <a:gd name="connsiteY2647" fmla="*/ 1225868 h 2304573"/>
                <a:gd name="connsiteX2648" fmla="*/ 3369945 w 3439001"/>
                <a:gd name="connsiteY2648" fmla="*/ 1222058 h 2304573"/>
                <a:gd name="connsiteX2649" fmla="*/ 3366611 w 3439001"/>
                <a:gd name="connsiteY2649" fmla="*/ 1221105 h 2304573"/>
                <a:gd name="connsiteX2650" fmla="*/ 3363278 w 3439001"/>
                <a:gd name="connsiteY2650" fmla="*/ 1220153 h 2304573"/>
                <a:gd name="connsiteX2651" fmla="*/ 3361373 w 3439001"/>
                <a:gd name="connsiteY2651" fmla="*/ 1222534 h 2304573"/>
                <a:gd name="connsiteX2652" fmla="*/ 3359468 w 3439001"/>
                <a:gd name="connsiteY2652" fmla="*/ 1224915 h 2304573"/>
                <a:gd name="connsiteX2653" fmla="*/ 3355658 w 3439001"/>
                <a:gd name="connsiteY2653" fmla="*/ 1229678 h 2304573"/>
                <a:gd name="connsiteX2654" fmla="*/ 3350419 w 3439001"/>
                <a:gd name="connsiteY2654" fmla="*/ 1236345 h 2304573"/>
                <a:gd name="connsiteX2655" fmla="*/ 3347561 w 3439001"/>
                <a:gd name="connsiteY2655" fmla="*/ 1240155 h 2304573"/>
                <a:gd name="connsiteX2656" fmla="*/ 3342323 w 3439001"/>
                <a:gd name="connsiteY2656" fmla="*/ 1246823 h 2304573"/>
                <a:gd name="connsiteX2657" fmla="*/ 3337560 w 3439001"/>
                <a:gd name="connsiteY2657" fmla="*/ 1252538 h 2304573"/>
                <a:gd name="connsiteX2658" fmla="*/ 3336608 w 3439001"/>
                <a:gd name="connsiteY2658" fmla="*/ 1258253 h 2304573"/>
                <a:gd name="connsiteX2659" fmla="*/ 3335655 w 3439001"/>
                <a:gd name="connsiteY2659" fmla="*/ 1263968 h 2304573"/>
                <a:gd name="connsiteX2660" fmla="*/ 3331845 w 3439001"/>
                <a:gd name="connsiteY2660" fmla="*/ 1268254 h 2304573"/>
                <a:gd name="connsiteX2661" fmla="*/ 3329464 w 3439001"/>
                <a:gd name="connsiteY2661" fmla="*/ 1272064 h 2304573"/>
                <a:gd name="connsiteX2662" fmla="*/ 3328511 w 3439001"/>
                <a:gd name="connsiteY2662" fmla="*/ 1276350 h 2304573"/>
                <a:gd name="connsiteX2663" fmla="*/ 3327559 w 3439001"/>
                <a:gd name="connsiteY2663" fmla="*/ 1280160 h 2304573"/>
                <a:gd name="connsiteX2664" fmla="*/ 3327559 w 3439001"/>
                <a:gd name="connsiteY2664" fmla="*/ 1283494 h 2304573"/>
                <a:gd name="connsiteX2665" fmla="*/ 3328035 w 3439001"/>
                <a:gd name="connsiteY2665" fmla="*/ 1285399 h 2304573"/>
                <a:gd name="connsiteX2666" fmla="*/ 3327559 w 3439001"/>
                <a:gd name="connsiteY2666" fmla="*/ 1286828 h 2304573"/>
                <a:gd name="connsiteX2667" fmla="*/ 3326130 w 3439001"/>
                <a:gd name="connsiteY2667" fmla="*/ 1288256 h 2304573"/>
                <a:gd name="connsiteX2668" fmla="*/ 3323749 w 3439001"/>
                <a:gd name="connsiteY2668" fmla="*/ 1291114 h 2304573"/>
                <a:gd name="connsiteX2669" fmla="*/ 3323273 w 3439001"/>
                <a:gd name="connsiteY2669" fmla="*/ 1293971 h 2304573"/>
                <a:gd name="connsiteX2670" fmla="*/ 3321844 w 3439001"/>
                <a:gd name="connsiteY2670" fmla="*/ 1295400 h 2304573"/>
                <a:gd name="connsiteX2671" fmla="*/ 3317558 w 3439001"/>
                <a:gd name="connsiteY2671" fmla="*/ 1298258 h 2304573"/>
                <a:gd name="connsiteX2672" fmla="*/ 3313748 w 3439001"/>
                <a:gd name="connsiteY2672" fmla="*/ 1302068 h 2304573"/>
                <a:gd name="connsiteX2673" fmla="*/ 3313748 w 3439001"/>
                <a:gd name="connsiteY2673" fmla="*/ 1304449 h 2304573"/>
                <a:gd name="connsiteX2674" fmla="*/ 3314224 w 3439001"/>
                <a:gd name="connsiteY2674" fmla="*/ 1306354 h 2304573"/>
                <a:gd name="connsiteX2675" fmla="*/ 3314224 w 3439001"/>
                <a:gd name="connsiteY2675" fmla="*/ 1307306 h 2304573"/>
                <a:gd name="connsiteX2676" fmla="*/ 3313271 w 3439001"/>
                <a:gd name="connsiteY2676" fmla="*/ 1308259 h 2304573"/>
                <a:gd name="connsiteX2677" fmla="*/ 3311843 w 3439001"/>
                <a:gd name="connsiteY2677" fmla="*/ 1308259 h 2304573"/>
                <a:gd name="connsiteX2678" fmla="*/ 3310414 w 3439001"/>
                <a:gd name="connsiteY2678" fmla="*/ 1308735 h 2304573"/>
                <a:gd name="connsiteX2679" fmla="*/ 3308985 w 3439001"/>
                <a:gd name="connsiteY2679" fmla="*/ 1310164 h 2304573"/>
                <a:gd name="connsiteX2680" fmla="*/ 3308985 w 3439001"/>
                <a:gd name="connsiteY2680" fmla="*/ 1312545 h 2304573"/>
                <a:gd name="connsiteX2681" fmla="*/ 3308033 w 3439001"/>
                <a:gd name="connsiteY2681" fmla="*/ 1314450 h 2304573"/>
                <a:gd name="connsiteX2682" fmla="*/ 3307080 w 3439001"/>
                <a:gd name="connsiteY2682" fmla="*/ 1314926 h 2304573"/>
                <a:gd name="connsiteX2683" fmla="*/ 3306128 w 3439001"/>
                <a:gd name="connsiteY2683" fmla="*/ 1313974 h 2304573"/>
                <a:gd name="connsiteX2684" fmla="*/ 3305175 w 3439001"/>
                <a:gd name="connsiteY2684" fmla="*/ 1312069 h 2304573"/>
                <a:gd name="connsiteX2685" fmla="*/ 3303746 w 3439001"/>
                <a:gd name="connsiteY2685" fmla="*/ 1312069 h 2304573"/>
                <a:gd name="connsiteX2686" fmla="*/ 3301841 w 3439001"/>
                <a:gd name="connsiteY2686" fmla="*/ 1313021 h 2304573"/>
                <a:gd name="connsiteX2687" fmla="*/ 3299460 w 3439001"/>
                <a:gd name="connsiteY2687" fmla="*/ 1314926 h 2304573"/>
                <a:gd name="connsiteX2688" fmla="*/ 3297079 w 3439001"/>
                <a:gd name="connsiteY2688" fmla="*/ 1314926 h 2304573"/>
                <a:gd name="connsiteX2689" fmla="*/ 3292793 w 3439001"/>
                <a:gd name="connsiteY2689" fmla="*/ 1313498 h 2304573"/>
                <a:gd name="connsiteX2690" fmla="*/ 3289459 w 3439001"/>
                <a:gd name="connsiteY2690" fmla="*/ 1317308 h 2304573"/>
                <a:gd name="connsiteX2691" fmla="*/ 3286125 w 3439001"/>
                <a:gd name="connsiteY2691" fmla="*/ 1325404 h 2304573"/>
                <a:gd name="connsiteX2692" fmla="*/ 3271838 w 3439001"/>
                <a:gd name="connsiteY2692" fmla="*/ 1325404 h 2304573"/>
                <a:gd name="connsiteX2693" fmla="*/ 3257550 w 3439001"/>
                <a:gd name="connsiteY2693" fmla="*/ 1325404 h 2304573"/>
                <a:gd name="connsiteX2694" fmla="*/ 3243263 w 3439001"/>
                <a:gd name="connsiteY2694" fmla="*/ 1325404 h 2304573"/>
                <a:gd name="connsiteX2695" fmla="*/ 3228975 w 3439001"/>
                <a:gd name="connsiteY2695" fmla="*/ 1325404 h 2304573"/>
                <a:gd name="connsiteX2696" fmla="*/ 3214688 w 3439001"/>
                <a:gd name="connsiteY2696" fmla="*/ 1325404 h 2304573"/>
                <a:gd name="connsiteX2697" fmla="*/ 3200400 w 3439001"/>
                <a:gd name="connsiteY2697" fmla="*/ 1325404 h 2304573"/>
                <a:gd name="connsiteX2698" fmla="*/ 3186113 w 3439001"/>
                <a:gd name="connsiteY2698" fmla="*/ 1325404 h 2304573"/>
                <a:gd name="connsiteX2699" fmla="*/ 3178016 w 3439001"/>
                <a:gd name="connsiteY2699" fmla="*/ 1325404 h 2304573"/>
                <a:gd name="connsiteX2700" fmla="*/ 3176588 w 3439001"/>
                <a:gd name="connsiteY2700" fmla="*/ 1325404 h 2304573"/>
                <a:gd name="connsiteX2701" fmla="*/ 3174683 w 3439001"/>
                <a:gd name="connsiteY2701" fmla="*/ 1325404 h 2304573"/>
                <a:gd name="connsiteX2702" fmla="*/ 3171349 w 3439001"/>
                <a:gd name="connsiteY2702" fmla="*/ 1325404 h 2304573"/>
                <a:gd name="connsiteX2703" fmla="*/ 3166586 w 3439001"/>
                <a:gd name="connsiteY2703" fmla="*/ 1326833 h 2304573"/>
                <a:gd name="connsiteX2704" fmla="*/ 3160395 w 3439001"/>
                <a:gd name="connsiteY2704" fmla="*/ 1329690 h 2304573"/>
                <a:gd name="connsiteX2705" fmla="*/ 3152775 w 3439001"/>
                <a:gd name="connsiteY2705" fmla="*/ 1334929 h 2304573"/>
                <a:gd name="connsiteX2706" fmla="*/ 3139440 w 3439001"/>
                <a:gd name="connsiteY2706" fmla="*/ 1346359 h 2304573"/>
                <a:gd name="connsiteX2707" fmla="*/ 3139440 w 3439001"/>
                <a:gd name="connsiteY2707" fmla="*/ 1346835 h 2304573"/>
                <a:gd name="connsiteX2708" fmla="*/ 3139916 w 3439001"/>
                <a:gd name="connsiteY2708" fmla="*/ 1347311 h 2304573"/>
                <a:gd name="connsiteX2709" fmla="*/ 3140393 w 3439001"/>
                <a:gd name="connsiteY2709" fmla="*/ 1348264 h 2304573"/>
                <a:gd name="connsiteX2710" fmla="*/ 3139916 w 3439001"/>
                <a:gd name="connsiteY2710" fmla="*/ 1349693 h 2304573"/>
                <a:gd name="connsiteX2711" fmla="*/ 3138488 w 3439001"/>
                <a:gd name="connsiteY2711" fmla="*/ 1351121 h 2304573"/>
                <a:gd name="connsiteX2712" fmla="*/ 3124676 w 3439001"/>
                <a:gd name="connsiteY2712" fmla="*/ 1360170 h 2304573"/>
                <a:gd name="connsiteX2713" fmla="*/ 3120866 w 3439001"/>
                <a:gd name="connsiteY2713" fmla="*/ 1363504 h 2304573"/>
                <a:gd name="connsiteX2714" fmla="*/ 3122295 w 3439001"/>
                <a:gd name="connsiteY2714" fmla="*/ 1365409 h 2304573"/>
                <a:gd name="connsiteX2715" fmla="*/ 3122295 w 3439001"/>
                <a:gd name="connsiteY2715" fmla="*/ 1366361 h 2304573"/>
                <a:gd name="connsiteX2716" fmla="*/ 3123248 w 3439001"/>
                <a:gd name="connsiteY2716" fmla="*/ 1366361 h 2304573"/>
                <a:gd name="connsiteX2717" fmla="*/ 3126105 w 3439001"/>
                <a:gd name="connsiteY2717" fmla="*/ 1364933 h 2304573"/>
                <a:gd name="connsiteX2718" fmla="*/ 3127058 w 3439001"/>
                <a:gd name="connsiteY2718" fmla="*/ 1364933 h 2304573"/>
                <a:gd name="connsiteX2719" fmla="*/ 3127534 w 3439001"/>
                <a:gd name="connsiteY2719" fmla="*/ 1365409 h 2304573"/>
                <a:gd name="connsiteX2720" fmla="*/ 3128010 w 3439001"/>
                <a:gd name="connsiteY2720" fmla="*/ 1366361 h 2304573"/>
                <a:gd name="connsiteX2721" fmla="*/ 3126581 w 3439001"/>
                <a:gd name="connsiteY2721" fmla="*/ 1368266 h 2304573"/>
                <a:gd name="connsiteX2722" fmla="*/ 3127058 w 3439001"/>
                <a:gd name="connsiteY2722" fmla="*/ 1368743 h 2304573"/>
                <a:gd name="connsiteX2723" fmla="*/ 3129439 w 3439001"/>
                <a:gd name="connsiteY2723" fmla="*/ 1368266 h 2304573"/>
                <a:gd name="connsiteX2724" fmla="*/ 3130391 w 3439001"/>
                <a:gd name="connsiteY2724" fmla="*/ 1368266 h 2304573"/>
                <a:gd name="connsiteX2725" fmla="*/ 3129439 w 3439001"/>
                <a:gd name="connsiteY2725" fmla="*/ 1369695 h 2304573"/>
                <a:gd name="connsiteX2726" fmla="*/ 3128010 w 3439001"/>
                <a:gd name="connsiteY2726" fmla="*/ 1370648 h 2304573"/>
                <a:gd name="connsiteX2727" fmla="*/ 3128010 w 3439001"/>
                <a:gd name="connsiteY2727" fmla="*/ 1371600 h 2304573"/>
                <a:gd name="connsiteX2728" fmla="*/ 3126105 w 3439001"/>
                <a:gd name="connsiteY2728" fmla="*/ 1373981 h 2304573"/>
                <a:gd name="connsiteX2729" fmla="*/ 3125153 w 3439001"/>
                <a:gd name="connsiteY2729" fmla="*/ 1374458 h 2304573"/>
                <a:gd name="connsiteX2730" fmla="*/ 3124676 w 3439001"/>
                <a:gd name="connsiteY2730" fmla="*/ 1373981 h 2304573"/>
                <a:gd name="connsiteX2731" fmla="*/ 3124676 w 3439001"/>
                <a:gd name="connsiteY2731" fmla="*/ 1373029 h 2304573"/>
                <a:gd name="connsiteX2732" fmla="*/ 3122771 w 3439001"/>
                <a:gd name="connsiteY2732" fmla="*/ 1373981 h 2304573"/>
                <a:gd name="connsiteX2733" fmla="*/ 3122771 w 3439001"/>
                <a:gd name="connsiteY2733" fmla="*/ 1374934 h 2304573"/>
                <a:gd name="connsiteX2734" fmla="*/ 3123724 w 3439001"/>
                <a:gd name="connsiteY2734" fmla="*/ 1375886 h 2304573"/>
                <a:gd name="connsiteX2735" fmla="*/ 3124676 w 3439001"/>
                <a:gd name="connsiteY2735" fmla="*/ 1377315 h 2304573"/>
                <a:gd name="connsiteX2736" fmla="*/ 3125153 w 3439001"/>
                <a:gd name="connsiteY2736" fmla="*/ 1379220 h 2304573"/>
                <a:gd name="connsiteX2737" fmla="*/ 3125629 w 3439001"/>
                <a:gd name="connsiteY2737" fmla="*/ 1383030 h 2304573"/>
                <a:gd name="connsiteX2738" fmla="*/ 3126105 w 3439001"/>
                <a:gd name="connsiteY2738" fmla="*/ 1383506 h 2304573"/>
                <a:gd name="connsiteX2739" fmla="*/ 3126105 w 3439001"/>
                <a:gd name="connsiteY2739" fmla="*/ 1383983 h 2304573"/>
                <a:gd name="connsiteX2740" fmla="*/ 3126105 w 3439001"/>
                <a:gd name="connsiteY2740" fmla="*/ 1384459 h 2304573"/>
                <a:gd name="connsiteX2741" fmla="*/ 3126105 w 3439001"/>
                <a:gd name="connsiteY2741" fmla="*/ 1385411 h 2304573"/>
                <a:gd name="connsiteX2742" fmla="*/ 3126581 w 3439001"/>
                <a:gd name="connsiteY2742" fmla="*/ 1386364 h 2304573"/>
                <a:gd name="connsiteX2743" fmla="*/ 3126105 w 3439001"/>
                <a:gd name="connsiteY2743" fmla="*/ 1387316 h 2304573"/>
                <a:gd name="connsiteX2744" fmla="*/ 3125153 w 3439001"/>
                <a:gd name="connsiteY2744" fmla="*/ 1388269 h 2304573"/>
                <a:gd name="connsiteX2745" fmla="*/ 3123248 w 3439001"/>
                <a:gd name="connsiteY2745" fmla="*/ 1388745 h 2304573"/>
                <a:gd name="connsiteX2746" fmla="*/ 3120390 w 3439001"/>
                <a:gd name="connsiteY2746" fmla="*/ 1388745 h 2304573"/>
                <a:gd name="connsiteX2747" fmla="*/ 3117056 w 3439001"/>
                <a:gd name="connsiteY2747" fmla="*/ 1389698 h 2304573"/>
                <a:gd name="connsiteX2748" fmla="*/ 3113246 w 3439001"/>
                <a:gd name="connsiteY2748" fmla="*/ 1392079 h 2304573"/>
                <a:gd name="connsiteX2749" fmla="*/ 3110865 w 3439001"/>
                <a:gd name="connsiteY2749" fmla="*/ 1393984 h 2304573"/>
                <a:gd name="connsiteX2750" fmla="*/ 3109436 w 3439001"/>
                <a:gd name="connsiteY2750" fmla="*/ 1395889 h 2304573"/>
                <a:gd name="connsiteX2751" fmla="*/ 3108484 w 3439001"/>
                <a:gd name="connsiteY2751" fmla="*/ 1396841 h 2304573"/>
                <a:gd name="connsiteX2752" fmla="*/ 3108008 w 3439001"/>
                <a:gd name="connsiteY2752" fmla="*/ 1396365 h 2304573"/>
                <a:gd name="connsiteX2753" fmla="*/ 3103245 w 3439001"/>
                <a:gd name="connsiteY2753" fmla="*/ 1397794 h 2304573"/>
                <a:gd name="connsiteX2754" fmla="*/ 3101340 w 3439001"/>
                <a:gd name="connsiteY2754" fmla="*/ 1398746 h 2304573"/>
                <a:gd name="connsiteX2755" fmla="*/ 3100864 w 3439001"/>
                <a:gd name="connsiteY2755" fmla="*/ 1399699 h 2304573"/>
                <a:gd name="connsiteX2756" fmla="*/ 3100388 w 3439001"/>
                <a:gd name="connsiteY2756" fmla="*/ 1399699 h 2304573"/>
                <a:gd name="connsiteX2757" fmla="*/ 3099911 w 3439001"/>
                <a:gd name="connsiteY2757" fmla="*/ 1399223 h 2304573"/>
                <a:gd name="connsiteX2758" fmla="*/ 3096578 w 3439001"/>
                <a:gd name="connsiteY2758" fmla="*/ 1398746 h 2304573"/>
                <a:gd name="connsiteX2759" fmla="*/ 3089910 w 3439001"/>
                <a:gd name="connsiteY2759" fmla="*/ 1398270 h 2304573"/>
                <a:gd name="connsiteX2760" fmla="*/ 3084671 w 3439001"/>
                <a:gd name="connsiteY2760" fmla="*/ 1398746 h 2304573"/>
                <a:gd name="connsiteX2761" fmla="*/ 3080861 w 3439001"/>
                <a:gd name="connsiteY2761" fmla="*/ 1399699 h 2304573"/>
                <a:gd name="connsiteX2762" fmla="*/ 3077528 w 3439001"/>
                <a:gd name="connsiteY2762" fmla="*/ 1399223 h 2304573"/>
                <a:gd name="connsiteX2763" fmla="*/ 3074670 w 3439001"/>
                <a:gd name="connsiteY2763" fmla="*/ 1397318 h 2304573"/>
                <a:gd name="connsiteX2764" fmla="*/ 3070384 w 3439001"/>
                <a:gd name="connsiteY2764" fmla="*/ 1395889 h 2304573"/>
                <a:gd name="connsiteX2765" fmla="*/ 3058954 w 3439001"/>
                <a:gd name="connsiteY2765" fmla="*/ 1394460 h 2304573"/>
                <a:gd name="connsiteX2766" fmla="*/ 3049429 w 3439001"/>
                <a:gd name="connsiteY2766" fmla="*/ 1394936 h 2304573"/>
                <a:gd name="connsiteX2767" fmla="*/ 3041333 w 3439001"/>
                <a:gd name="connsiteY2767" fmla="*/ 1395889 h 2304573"/>
                <a:gd name="connsiteX2768" fmla="*/ 3028950 w 3439001"/>
                <a:gd name="connsiteY2768" fmla="*/ 1399223 h 2304573"/>
                <a:gd name="connsiteX2769" fmla="*/ 3028474 w 3439001"/>
                <a:gd name="connsiteY2769" fmla="*/ 1399223 h 2304573"/>
                <a:gd name="connsiteX2770" fmla="*/ 3028474 w 3439001"/>
                <a:gd name="connsiteY2770" fmla="*/ 1399223 h 2304573"/>
                <a:gd name="connsiteX2771" fmla="*/ 3028474 w 3439001"/>
                <a:gd name="connsiteY2771" fmla="*/ 1406366 h 2304573"/>
                <a:gd name="connsiteX2772" fmla="*/ 3033713 w 3439001"/>
                <a:gd name="connsiteY2772" fmla="*/ 1407795 h 2304573"/>
                <a:gd name="connsiteX2773" fmla="*/ 3034189 w 3439001"/>
                <a:gd name="connsiteY2773" fmla="*/ 1408271 h 2304573"/>
                <a:gd name="connsiteX2774" fmla="*/ 3034189 w 3439001"/>
                <a:gd name="connsiteY2774" fmla="*/ 1409224 h 2304573"/>
                <a:gd name="connsiteX2775" fmla="*/ 3033236 w 3439001"/>
                <a:gd name="connsiteY2775" fmla="*/ 1410653 h 2304573"/>
                <a:gd name="connsiteX2776" fmla="*/ 3033236 w 3439001"/>
                <a:gd name="connsiteY2776" fmla="*/ 1412558 h 2304573"/>
                <a:gd name="connsiteX2777" fmla="*/ 3034189 w 3439001"/>
                <a:gd name="connsiteY2777" fmla="*/ 1414939 h 2304573"/>
                <a:gd name="connsiteX2778" fmla="*/ 3034665 w 3439001"/>
                <a:gd name="connsiteY2778" fmla="*/ 1416844 h 2304573"/>
                <a:gd name="connsiteX2779" fmla="*/ 3034665 w 3439001"/>
                <a:gd name="connsiteY2779" fmla="*/ 1418273 h 2304573"/>
                <a:gd name="connsiteX2780" fmla="*/ 3033236 w 3439001"/>
                <a:gd name="connsiteY2780" fmla="*/ 1419701 h 2304573"/>
                <a:gd name="connsiteX2781" fmla="*/ 3030855 w 3439001"/>
                <a:gd name="connsiteY2781" fmla="*/ 1421130 h 2304573"/>
                <a:gd name="connsiteX2782" fmla="*/ 3028474 w 3439001"/>
                <a:gd name="connsiteY2782" fmla="*/ 1423035 h 2304573"/>
                <a:gd name="connsiteX2783" fmla="*/ 3026569 w 3439001"/>
                <a:gd name="connsiteY2783" fmla="*/ 1425893 h 2304573"/>
                <a:gd name="connsiteX2784" fmla="*/ 3023711 w 3439001"/>
                <a:gd name="connsiteY2784" fmla="*/ 1428274 h 2304573"/>
                <a:gd name="connsiteX2785" fmla="*/ 3019901 w 3439001"/>
                <a:gd name="connsiteY2785" fmla="*/ 1430179 h 2304573"/>
                <a:gd name="connsiteX2786" fmla="*/ 3016568 w 3439001"/>
                <a:gd name="connsiteY2786" fmla="*/ 1432560 h 2304573"/>
                <a:gd name="connsiteX2787" fmla="*/ 3013234 w 3439001"/>
                <a:gd name="connsiteY2787" fmla="*/ 1435418 h 2304573"/>
                <a:gd name="connsiteX2788" fmla="*/ 3006566 w 3439001"/>
                <a:gd name="connsiteY2788" fmla="*/ 1439228 h 2304573"/>
                <a:gd name="connsiteX2789" fmla="*/ 2993708 w 3439001"/>
                <a:gd name="connsiteY2789" fmla="*/ 1445419 h 2304573"/>
                <a:gd name="connsiteX2790" fmla="*/ 2992279 w 3439001"/>
                <a:gd name="connsiteY2790" fmla="*/ 1446371 h 2304573"/>
                <a:gd name="connsiteX2791" fmla="*/ 2990850 w 3439001"/>
                <a:gd name="connsiteY2791" fmla="*/ 1447324 h 2304573"/>
                <a:gd name="connsiteX2792" fmla="*/ 2987993 w 3439001"/>
                <a:gd name="connsiteY2792" fmla="*/ 1448753 h 2304573"/>
                <a:gd name="connsiteX2793" fmla="*/ 2985135 w 3439001"/>
                <a:gd name="connsiteY2793" fmla="*/ 1450181 h 2304573"/>
                <a:gd name="connsiteX2794" fmla="*/ 2967038 w 3439001"/>
                <a:gd name="connsiteY2794" fmla="*/ 1456373 h 2304573"/>
                <a:gd name="connsiteX2795" fmla="*/ 2954655 w 3439001"/>
                <a:gd name="connsiteY2795" fmla="*/ 1461135 h 2304573"/>
                <a:gd name="connsiteX2796" fmla="*/ 2947035 w 3439001"/>
                <a:gd name="connsiteY2796" fmla="*/ 1464945 h 2304573"/>
                <a:gd name="connsiteX2797" fmla="*/ 2940368 w 3439001"/>
                <a:gd name="connsiteY2797" fmla="*/ 1469708 h 2304573"/>
                <a:gd name="connsiteX2798" fmla="*/ 2937510 w 3439001"/>
                <a:gd name="connsiteY2798" fmla="*/ 1471136 h 2304573"/>
                <a:gd name="connsiteX2799" fmla="*/ 2934176 w 3439001"/>
                <a:gd name="connsiteY2799" fmla="*/ 1471613 h 2304573"/>
                <a:gd name="connsiteX2800" fmla="*/ 2928938 w 3439001"/>
                <a:gd name="connsiteY2800" fmla="*/ 1471136 h 2304573"/>
                <a:gd name="connsiteX2801" fmla="*/ 2923699 w 3439001"/>
                <a:gd name="connsiteY2801" fmla="*/ 1471613 h 2304573"/>
                <a:gd name="connsiteX2802" fmla="*/ 2917984 w 3439001"/>
                <a:gd name="connsiteY2802" fmla="*/ 1473041 h 2304573"/>
                <a:gd name="connsiteX2803" fmla="*/ 2914650 w 3439001"/>
                <a:gd name="connsiteY2803" fmla="*/ 1473994 h 2304573"/>
                <a:gd name="connsiteX2804" fmla="*/ 2913221 w 3439001"/>
                <a:gd name="connsiteY2804" fmla="*/ 1474946 h 2304573"/>
                <a:gd name="connsiteX2805" fmla="*/ 2911793 w 3439001"/>
                <a:gd name="connsiteY2805" fmla="*/ 1475423 h 2304573"/>
                <a:gd name="connsiteX2806" fmla="*/ 2910364 w 3439001"/>
                <a:gd name="connsiteY2806" fmla="*/ 1474946 h 2304573"/>
                <a:gd name="connsiteX2807" fmla="*/ 2906554 w 3439001"/>
                <a:gd name="connsiteY2807" fmla="*/ 1472565 h 2304573"/>
                <a:gd name="connsiteX2808" fmla="*/ 2906078 w 3439001"/>
                <a:gd name="connsiteY2808" fmla="*/ 1472565 h 2304573"/>
                <a:gd name="connsiteX2809" fmla="*/ 2905125 w 3439001"/>
                <a:gd name="connsiteY2809" fmla="*/ 1473041 h 2304573"/>
                <a:gd name="connsiteX2810" fmla="*/ 2902744 w 3439001"/>
                <a:gd name="connsiteY2810" fmla="*/ 1472565 h 2304573"/>
                <a:gd name="connsiteX2811" fmla="*/ 2899886 w 3439001"/>
                <a:gd name="connsiteY2811" fmla="*/ 1472565 h 2304573"/>
                <a:gd name="connsiteX2812" fmla="*/ 2897505 w 3439001"/>
                <a:gd name="connsiteY2812" fmla="*/ 1473518 h 2304573"/>
                <a:gd name="connsiteX2813" fmla="*/ 2895124 w 3439001"/>
                <a:gd name="connsiteY2813" fmla="*/ 1473518 h 2304573"/>
                <a:gd name="connsiteX2814" fmla="*/ 2892743 w 3439001"/>
                <a:gd name="connsiteY2814" fmla="*/ 1473041 h 2304573"/>
                <a:gd name="connsiteX2815" fmla="*/ 2894648 w 3439001"/>
                <a:gd name="connsiteY2815" fmla="*/ 1472089 h 2304573"/>
                <a:gd name="connsiteX2816" fmla="*/ 2903696 w 3439001"/>
                <a:gd name="connsiteY2816" fmla="*/ 1470184 h 2304573"/>
                <a:gd name="connsiteX2817" fmla="*/ 2903696 w 3439001"/>
                <a:gd name="connsiteY2817" fmla="*/ 1469708 h 2304573"/>
                <a:gd name="connsiteX2818" fmla="*/ 2900363 w 3439001"/>
                <a:gd name="connsiteY2818" fmla="*/ 1468755 h 2304573"/>
                <a:gd name="connsiteX2819" fmla="*/ 2899410 w 3439001"/>
                <a:gd name="connsiteY2819" fmla="*/ 1467803 h 2304573"/>
                <a:gd name="connsiteX2820" fmla="*/ 2898458 w 3439001"/>
                <a:gd name="connsiteY2820" fmla="*/ 1467803 h 2304573"/>
                <a:gd name="connsiteX2821" fmla="*/ 2897981 w 3439001"/>
                <a:gd name="connsiteY2821" fmla="*/ 1468755 h 2304573"/>
                <a:gd name="connsiteX2822" fmla="*/ 2896553 w 3439001"/>
                <a:gd name="connsiteY2822" fmla="*/ 1469231 h 2304573"/>
                <a:gd name="connsiteX2823" fmla="*/ 2894648 w 3439001"/>
                <a:gd name="connsiteY2823" fmla="*/ 1469231 h 2304573"/>
                <a:gd name="connsiteX2824" fmla="*/ 2892743 w 3439001"/>
                <a:gd name="connsiteY2824" fmla="*/ 1468279 h 2304573"/>
                <a:gd name="connsiteX2825" fmla="*/ 2890838 w 3439001"/>
                <a:gd name="connsiteY2825" fmla="*/ 1466850 h 2304573"/>
                <a:gd name="connsiteX2826" fmla="*/ 2885123 w 3439001"/>
                <a:gd name="connsiteY2826" fmla="*/ 1464469 h 2304573"/>
                <a:gd name="connsiteX2827" fmla="*/ 2883694 w 3439001"/>
                <a:gd name="connsiteY2827" fmla="*/ 1463040 h 2304573"/>
                <a:gd name="connsiteX2828" fmla="*/ 2881789 w 3439001"/>
                <a:gd name="connsiteY2828" fmla="*/ 1462088 h 2304573"/>
                <a:gd name="connsiteX2829" fmla="*/ 2878931 w 3439001"/>
                <a:gd name="connsiteY2829" fmla="*/ 1461611 h 2304573"/>
                <a:gd name="connsiteX2830" fmla="*/ 2878455 w 3439001"/>
                <a:gd name="connsiteY2830" fmla="*/ 1461135 h 2304573"/>
                <a:gd name="connsiteX2831" fmla="*/ 2878931 w 3439001"/>
                <a:gd name="connsiteY2831" fmla="*/ 1460183 h 2304573"/>
                <a:gd name="connsiteX2832" fmla="*/ 2881789 w 3439001"/>
                <a:gd name="connsiteY2832" fmla="*/ 1455420 h 2304573"/>
                <a:gd name="connsiteX2833" fmla="*/ 2883218 w 3439001"/>
                <a:gd name="connsiteY2833" fmla="*/ 1453515 h 2304573"/>
                <a:gd name="connsiteX2834" fmla="*/ 2883694 w 3439001"/>
                <a:gd name="connsiteY2834" fmla="*/ 1453039 h 2304573"/>
                <a:gd name="connsiteX2835" fmla="*/ 2884646 w 3439001"/>
                <a:gd name="connsiteY2835" fmla="*/ 1453039 h 2304573"/>
                <a:gd name="connsiteX2836" fmla="*/ 2885123 w 3439001"/>
                <a:gd name="connsiteY2836" fmla="*/ 1452563 h 2304573"/>
                <a:gd name="connsiteX2837" fmla="*/ 2885123 w 3439001"/>
                <a:gd name="connsiteY2837" fmla="*/ 1451610 h 2304573"/>
                <a:gd name="connsiteX2838" fmla="*/ 2885599 w 3439001"/>
                <a:gd name="connsiteY2838" fmla="*/ 1451134 h 2304573"/>
                <a:gd name="connsiteX2839" fmla="*/ 2887504 w 3439001"/>
                <a:gd name="connsiteY2839" fmla="*/ 1449229 h 2304573"/>
                <a:gd name="connsiteX2840" fmla="*/ 2888456 w 3439001"/>
                <a:gd name="connsiteY2840" fmla="*/ 1448276 h 2304573"/>
                <a:gd name="connsiteX2841" fmla="*/ 2887980 w 3439001"/>
                <a:gd name="connsiteY2841" fmla="*/ 1446848 h 2304573"/>
                <a:gd name="connsiteX2842" fmla="*/ 2888456 w 3439001"/>
                <a:gd name="connsiteY2842" fmla="*/ 1444466 h 2304573"/>
                <a:gd name="connsiteX2843" fmla="*/ 2889409 w 3439001"/>
                <a:gd name="connsiteY2843" fmla="*/ 1441133 h 2304573"/>
                <a:gd name="connsiteX2844" fmla="*/ 2890838 w 3439001"/>
                <a:gd name="connsiteY2844" fmla="*/ 1438751 h 2304573"/>
                <a:gd name="connsiteX2845" fmla="*/ 2892266 w 3439001"/>
                <a:gd name="connsiteY2845" fmla="*/ 1437323 h 2304573"/>
                <a:gd name="connsiteX2846" fmla="*/ 2893695 w 3439001"/>
                <a:gd name="connsiteY2846" fmla="*/ 1436370 h 2304573"/>
                <a:gd name="connsiteX2847" fmla="*/ 2896553 w 3439001"/>
                <a:gd name="connsiteY2847" fmla="*/ 1435418 h 2304573"/>
                <a:gd name="connsiteX2848" fmla="*/ 2897505 w 3439001"/>
                <a:gd name="connsiteY2848" fmla="*/ 1434465 h 2304573"/>
                <a:gd name="connsiteX2849" fmla="*/ 2897981 w 3439001"/>
                <a:gd name="connsiteY2849" fmla="*/ 1432560 h 2304573"/>
                <a:gd name="connsiteX2850" fmla="*/ 2898458 w 3439001"/>
                <a:gd name="connsiteY2850" fmla="*/ 1429226 h 2304573"/>
                <a:gd name="connsiteX2851" fmla="*/ 2899410 w 3439001"/>
                <a:gd name="connsiteY2851" fmla="*/ 1427321 h 2304573"/>
                <a:gd name="connsiteX2852" fmla="*/ 2900839 w 3439001"/>
                <a:gd name="connsiteY2852" fmla="*/ 1426369 h 2304573"/>
                <a:gd name="connsiteX2853" fmla="*/ 2901315 w 3439001"/>
                <a:gd name="connsiteY2853" fmla="*/ 1425416 h 2304573"/>
                <a:gd name="connsiteX2854" fmla="*/ 2900839 w 3439001"/>
                <a:gd name="connsiteY2854" fmla="*/ 1424464 h 2304573"/>
                <a:gd name="connsiteX2855" fmla="*/ 2901315 w 3439001"/>
                <a:gd name="connsiteY2855" fmla="*/ 1423511 h 2304573"/>
                <a:gd name="connsiteX2856" fmla="*/ 2903220 w 3439001"/>
                <a:gd name="connsiteY2856" fmla="*/ 1422559 h 2304573"/>
                <a:gd name="connsiteX2857" fmla="*/ 2904649 w 3439001"/>
                <a:gd name="connsiteY2857" fmla="*/ 1422083 h 2304573"/>
                <a:gd name="connsiteX2858" fmla="*/ 2906078 w 3439001"/>
                <a:gd name="connsiteY2858" fmla="*/ 1422559 h 2304573"/>
                <a:gd name="connsiteX2859" fmla="*/ 2906554 w 3439001"/>
                <a:gd name="connsiteY2859" fmla="*/ 1423511 h 2304573"/>
                <a:gd name="connsiteX2860" fmla="*/ 2906554 w 3439001"/>
                <a:gd name="connsiteY2860" fmla="*/ 1426369 h 2304573"/>
                <a:gd name="connsiteX2861" fmla="*/ 2906078 w 3439001"/>
                <a:gd name="connsiteY2861" fmla="*/ 1427321 h 2304573"/>
                <a:gd name="connsiteX2862" fmla="*/ 2906078 w 3439001"/>
                <a:gd name="connsiteY2862" fmla="*/ 1427798 h 2304573"/>
                <a:gd name="connsiteX2863" fmla="*/ 2909411 w 3439001"/>
                <a:gd name="connsiteY2863" fmla="*/ 1424940 h 2304573"/>
                <a:gd name="connsiteX2864" fmla="*/ 2911316 w 3439001"/>
                <a:gd name="connsiteY2864" fmla="*/ 1420178 h 2304573"/>
                <a:gd name="connsiteX2865" fmla="*/ 2913698 w 3439001"/>
                <a:gd name="connsiteY2865" fmla="*/ 1408748 h 2304573"/>
                <a:gd name="connsiteX2866" fmla="*/ 2913221 w 3439001"/>
                <a:gd name="connsiteY2866" fmla="*/ 1407795 h 2304573"/>
                <a:gd name="connsiteX2867" fmla="*/ 2912269 w 3439001"/>
                <a:gd name="connsiteY2867" fmla="*/ 1405890 h 2304573"/>
                <a:gd name="connsiteX2868" fmla="*/ 2910364 w 3439001"/>
                <a:gd name="connsiteY2868" fmla="*/ 1397794 h 2304573"/>
                <a:gd name="connsiteX2869" fmla="*/ 2907506 w 3439001"/>
                <a:gd name="connsiteY2869" fmla="*/ 1383030 h 2304573"/>
                <a:gd name="connsiteX2870" fmla="*/ 2905125 w 3439001"/>
                <a:gd name="connsiteY2870" fmla="*/ 1373981 h 2304573"/>
                <a:gd name="connsiteX2871" fmla="*/ 2903220 w 3439001"/>
                <a:gd name="connsiteY2871" fmla="*/ 1370648 h 2304573"/>
                <a:gd name="connsiteX2872" fmla="*/ 2900839 w 3439001"/>
                <a:gd name="connsiteY2872" fmla="*/ 1367790 h 2304573"/>
                <a:gd name="connsiteX2873" fmla="*/ 2897981 w 3439001"/>
                <a:gd name="connsiteY2873" fmla="*/ 1365885 h 2304573"/>
                <a:gd name="connsiteX2874" fmla="*/ 2895600 w 3439001"/>
                <a:gd name="connsiteY2874" fmla="*/ 1364933 h 2304573"/>
                <a:gd name="connsiteX2875" fmla="*/ 2894171 w 3439001"/>
                <a:gd name="connsiteY2875" fmla="*/ 1365409 h 2304573"/>
                <a:gd name="connsiteX2876" fmla="*/ 2891790 w 3439001"/>
                <a:gd name="connsiteY2876" fmla="*/ 1366838 h 2304573"/>
                <a:gd name="connsiteX2877" fmla="*/ 2887028 w 3439001"/>
                <a:gd name="connsiteY2877" fmla="*/ 1368266 h 2304573"/>
                <a:gd name="connsiteX2878" fmla="*/ 2885123 w 3439001"/>
                <a:gd name="connsiteY2878" fmla="*/ 1369219 h 2304573"/>
                <a:gd name="connsiteX2879" fmla="*/ 2884170 w 3439001"/>
                <a:gd name="connsiteY2879" fmla="*/ 1370171 h 2304573"/>
                <a:gd name="connsiteX2880" fmla="*/ 2882741 w 3439001"/>
                <a:gd name="connsiteY2880" fmla="*/ 1370648 h 2304573"/>
                <a:gd name="connsiteX2881" fmla="*/ 2881313 w 3439001"/>
                <a:gd name="connsiteY2881" fmla="*/ 1370648 h 2304573"/>
                <a:gd name="connsiteX2882" fmla="*/ 2881313 w 3439001"/>
                <a:gd name="connsiteY2882" fmla="*/ 1371124 h 2304573"/>
                <a:gd name="connsiteX2883" fmla="*/ 2882265 w 3439001"/>
                <a:gd name="connsiteY2883" fmla="*/ 1371600 h 2304573"/>
                <a:gd name="connsiteX2884" fmla="*/ 2882265 w 3439001"/>
                <a:gd name="connsiteY2884" fmla="*/ 1372553 h 2304573"/>
                <a:gd name="connsiteX2885" fmla="*/ 2878931 w 3439001"/>
                <a:gd name="connsiteY2885" fmla="*/ 1377315 h 2304573"/>
                <a:gd name="connsiteX2886" fmla="*/ 2877979 w 3439001"/>
                <a:gd name="connsiteY2886" fmla="*/ 1378268 h 2304573"/>
                <a:gd name="connsiteX2887" fmla="*/ 2876074 w 3439001"/>
                <a:gd name="connsiteY2887" fmla="*/ 1378744 h 2304573"/>
                <a:gd name="connsiteX2888" fmla="*/ 2874645 w 3439001"/>
                <a:gd name="connsiteY2888" fmla="*/ 1379696 h 2304573"/>
                <a:gd name="connsiteX2889" fmla="*/ 2873216 w 3439001"/>
                <a:gd name="connsiteY2889" fmla="*/ 1382078 h 2304573"/>
                <a:gd name="connsiteX2890" fmla="*/ 2871788 w 3439001"/>
                <a:gd name="connsiteY2890" fmla="*/ 1382554 h 2304573"/>
                <a:gd name="connsiteX2891" fmla="*/ 2869406 w 3439001"/>
                <a:gd name="connsiteY2891" fmla="*/ 1382554 h 2304573"/>
                <a:gd name="connsiteX2892" fmla="*/ 2865596 w 3439001"/>
                <a:gd name="connsiteY2892" fmla="*/ 1381125 h 2304573"/>
                <a:gd name="connsiteX2893" fmla="*/ 2863215 w 3439001"/>
                <a:gd name="connsiteY2893" fmla="*/ 1379696 h 2304573"/>
                <a:gd name="connsiteX2894" fmla="*/ 2862263 w 3439001"/>
                <a:gd name="connsiteY2894" fmla="*/ 1378268 h 2304573"/>
                <a:gd name="connsiteX2895" fmla="*/ 2862263 w 3439001"/>
                <a:gd name="connsiteY2895" fmla="*/ 1376363 h 2304573"/>
                <a:gd name="connsiteX2896" fmla="*/ 2862739 w 3439001"/>
                <a:gd name="connsiteY2896" fmla="*/ 1374458 h 2304573"/>
                <a:gd name="connsiteX2897" fmla="*/ 2862739 w 3439001"/>
                <a:gd name="connsiteY2897" fmla="*/ 1372553 h 2304573"/>
                <a:gd name="connsiteX2898" fmla="*/ 2864168 w 3439001"/>
                <a:gd name="connsiteY2898" fmla="*/ 1368743 h 2304573"/>
                <a:gd name="connsiteX2899" fmla="*/ 2866073 w 3439001"/>
                <a:gd name="connsiteY2899" fmla="*/ 1367314 h 2304573"/>
                <a:gd name="connsiteX2900" fmla="*/ 2868930 w 3439001"/>
                <a:gd name="connsiteY2900" fmla="*/ 1366838 h 2304573"/>
                <a:gd name="connsiteX2901" fmla="*/ 2870359 w 3439001"/>
                <a:gd name="connsiteY2901" fmla="*/ 1366361 h 2304573"/>
                <a:gd name="connsiteX2902" fmla="*/ 2870835 w 3439001"/>
                <a:gd name="connsiteY2902" fmla="*/ 1365409 h 2304573"/>
                <a:gd name="connsiteX2903" fmla="*/ 2871788 w 3439001"/>
                <a:gd name="connsiteY2903" fmla="*/ 1364933 h 2304573"/>
                <a:gd name="connsiteX2904" fmla="*/ 2873216 w 3439001"/>
                <a:gd name="connsiteY2904" fmla="*/ 1364456 h 2304573"/>
                <a:gd name="connsiteX2905" fmla="*/ 2874645 w 3439001"/>
                <a:gd name="connsiteY2905" fmla="*/ 1362075 h 2304573"/>
                <a:gd name="connsiteX2906" fmla="*/ 2875598 w 3439001"/>
                <a:gd name="connsiteY2906" fmla="*/ 1357789 h 2304573"/>
                <a:gd name="connsiteX2907" fmla="*/ 2876550 w 3439001"/>
                <a:gd name="connsiteY2907" fmla="*/ 1355408 h 2304573"/>
                <a:gd name="connsiteX2908" fmla="*/ 2877503 w 3439001"/>
                <a:gd name="connsiteY2908" fmla="*/ 1354931 h 2304573"/>
                <a:gd name="connsiteX2909" fmla="*/ 2878455 w 3439001"/>
                <a:gd name="connsiteY2909" fmla="*/ 1354931 h 2304573"/>
                <a:gd name="connsiteX2910" fmla="*/ 2878455 w 3439001"/>
                <a:gd name="connsiteY2910" fmla="*/ 1355408 h 2304573"/>
                <a:gd name="connsiteX2911" fmla="*/ 2881789 w 3439001"/>
                <a:gd name="connsiteY2911" fmla="*/ 1352550 h 2304573"/>
                <a:gd name="connsiteX2912" fmla="*/ 2883218 w 3439001"/>
                <a:gd name="connsiteY2912" fmla="*/ 1350645 h 2304573"/>
                <a:gd name="connsiteX2913" fmla="*/ 2883218 w 3439001"/>
                <a:gd name="connsiteY2913" fmla="*/ 1348740 h 2304573"/>
                <a:gd name="connsiteX2914" fmla="*/ 2883694 w 3439001"/>
                <a:gd name="connsiteY2914" fmla="*/ 1343025 h 2304573"/>
                <a:gd name="connsiteX2915" fmla="*/ 2884170 w 3439001"/>
                <a:gd name="connsiteY2915" fmla="*/ 1339215 h 2304573"/>
                <a:gd name="connsiteX2916" fmla="*/ 2884646 w 3439001"/>
                <a:gd name="connsiteY2916" fmla="*/ 1337786 h 2304573"/>
                <a:gd name="connsiteX2917" fmla="*/ 2884646 w 3439001"/>
                <a:gd name="connsiteY2917" fmla="*/ 1333500 h 2304573"/>
                <a:gd name="connsiteX2918" fmla="*/ 2883694 w 3439001"/>
                <a:gd name="connsiteY2918" fmla="*/ 1330166 h 2304573"/>
                <a:gd name="connsiteX2919" fmla="*/ 2879884 w 3439001"/>
                <a:gd name="connsiteY2919" fmla="*/ 1326356 h 2304573"/>
                <a:gd name="connsiteX2920" fmla="*/ 2879408 w 3439001"/>
                <a:gd name="connsiteY2920" fmla="*/ 1324928 h 2304573"/>
                <a:gd name="connsiteX2921" fmla="*/ 2879408 w 3439001"/>
                <a:gd name="connsiteY2921" fmla="*/ 1323499 h 2304573"/>
                <a:gd name="connsiteX2922" fmla="*/ 2880360 w 3439001"/>
                <a:gd name="connsiteY2922" fmla="*/ 1322070 h 2304573"/>
                <a:gd name="connsiteX2923" fmla="*/ 2881789 w 3439001"/>
                <a:gd name="connsiteY2923" fmla="*/ 1321594 h 2304573"/>
                <a:gd name="connsiteX2924" fmla="*/ 2884646 w 3439001"/>
                <a:gd name="connsiteY2924" fmla="*/ 1322546 h 2304573"/>
                <a:gd name="connsiteX2925" fmla="*/ 2885123 w 3439001"/>
                <a:gd name="connsiteY2925" fmla="*/ 1322070 h 2304573"/>
                <a:gd name="connsiteX2926" fmla="*/ 2884170 w 3439001"/>
                <a:gd name="connsiteY2926" fmla="*/ 1321594 h 2304573"/>
                <a:gd name="connsiteX2927" fmla="*/ 2883694 w 3439001"/>
                <a:gd name="connsiteY2927" fmla="*/ 1320165 h 2304573"/>
                <a:gd name="connsiteX2928" fmla="*/ 2883694 w 3439001"/>
                <a:gd name="connsiteY2928" fmla="*/ 1318260 h 2304573"/>
                <a:gd name="connsiteX2929" fmla="*/ 2883218 w 3439001"/>
                <a:gd name="connsiteY2929" fmla="*/ 1317308 h 2304573"/>
                <a:gd name="connsiteX2930" fmla="*/ 2882741 w 3439001"/>
                <a:gd name="connsiteY2930" fmla="*/ 1317308 h 2304573"/>
                <a:gd name="connsiteX2931" fmla="*/ 2881313 w 3439001"/>
                <a:gd name="connsiteY2931" fmla="*/ 1314926 h 2304573"/>
                <a:gd name="connsiteX2932" fmla="*/ 2881313 w 3439001"/>
                <a:gd name="connsiteY2932" fmla="*/ 1313974 h 2304573"/>
                <a:gd name="connsiteX2933" fmla="*/ 2881313 w 3439001"/>
                <a:gd name="connsiteY2933" fmla="*/ 1313021 h 2304573"/>
                <a:gd name="connsiteX2934" fmla="*/ 2880836 w 3439001"/>
                <a:gd name="connsiteY2934" fmla="*/ 1312069 h 2304573"/>
                <a:gd name="connsiteX2935" fmla="*/ 2878455 w 3439001"/>
                <a:gd name="connsiteY2935" fmla="*/ 1310640 h 2304573"/>
                <a:gd name="connsiteX2936" fmla="*/ 2874645 w 3439001"/>
                <a:gd name="connsiteY2936" fmla="*/ 1308735 h 2304573"/>
                <a:gd name="connsiteX2937" fmla="*/ 2865120 w 3439001"/>
                <a:gd name="connsiteY2937" fmla="*/ 1305401 h 2304573"/>
                <a:gd name="connsiteX2938" fmla="*/ 2863215 w 3439001"/>
                <a:gd name="connsiteY2938" fmla="*/ 1303973 h 2304573"/>
                <a:gd name="connsiteX2939" fmla="*/ 2860834 w 3439001"/>
                <a:gd name="connsiteY2939" fmla="*/ 1303020 h 2304573"/>
                <a:gd name="connsiteX2940" fmla="*/ 2857976 w 3439001"/>
                <a:gd name="connsiteY2940" fmla="*/ 1303020 h 2304573"/>
                <a:gd name="connsiteX2941" fmla="*/ 2856071 w 3439001"/>
                <a:gd name="connsiteY2941" fmla="*/ 1302068 h 2304573"/>
                <a:gd name="connsiteX2942" fmla="*/ 2855119 w 3439001"/>
                <a:gd name="connsiteY2942" fmla="*/ 1300163 h 2304573"/>
                <a:gd name="connsiteX2943" fmla="*/ 2853690 w 3439001"/>
                <a:gd name="connsiteY2943" fmla="*/ 1298734 h 2304573"/>
                <a:gd name="connsiteX2944" fmla="*/ 2851785 w 3439001"/>
                <a:gd name="connsiteY2944" fmla="*/ 1297305 h 2304573"/>
                <a:gd name="connsiteX2945" fmla="*/ 2848928 w 3439001"/>
                <a:gd name="connsiteY2945" fmla="*/ 1296353 h 2304573"/>
                <a:gd name="connsiteX2946" fmla="*/ 2845118 w 3439001"/>
                <a:gd name="connsiteY2946" fmla="*/ 1295876 h 2304573"/>
                <a:gd name="connsiteX2947" fmla="*/ 2840831 w 3439001"/>
                <a:gd name="connsiteY2947" fmla="*/ 1294448 h 2304573"/>
                <a:gd name="connsiteX2948" fmla="*/ 2837974 w 3439001"/>
                <a:gd name="connsiteY2948" fmla="*/ 1292066 h 2304573"/>
                <a:gd name="connsiteX2949" fmla="*/ 2835116 w 3439001"/>
                <a:gd name="connsiteY2949" fmla="*/ 1291114 h 2304573"/>
                <a:gd name="connsiteX2950" fmla="*/ 2834164 w 3439001"/>
                <a:gd name="connsiteY2950" fmla="*/ 1292066 h 2304573"/>
                <a:gd name="connsiteX2951" fmla="*/ 2832259 w 3439001"/>
                <a:gd name="connsiteY2951" fmla="*/ 1292543 h 2304573"/>
                <a:gd name="connsiteX2952" fmla="*/ 2829401 w 3439001"/>
                <a:gd name="connsiteY2952" fmla="*/ 1292066 h 2304573"/>
                <a:gd name="connsiteX2953" fmla="*/ 2828449 w 3439001"/>
                <a:gd name="connsiteY2953" fmla="*/ 1292543 h 2304573"/>
                <a:gd name="connsiteX2954" fmla="*/ 2829401 w 3439001"/>
                <a:gd name="connsiteY2954" fmla="*/ 1293495 h 2304573"/>
                <a:gd name="connsiteX2955" fmla="*/ 2828449 w 3439001"/>
                <a:gd name="connsiteY2955" fmla="*/ 1294924 h 2304573"/>
                <a:gd name="connsiteX2956" fmla="*/ 2826068 w 3439001"/>
                <a:gd name="connsiteY2956" fmla="*/ 1296829 h 2304573"/>
                <a:gd name="connsiteX2957" fmla="*/ 2824639 w 3439001"/>
                <a:gd name="connsiteY2957" fmla="*/ 1299210 h 2304573"/>
                <a:gd name="connsiteX2958" fmla="*/ 2824163 w 3439001"/>
                <a:gd name="connsiteY2958" fmla="*/ 1301591 h 2304573"/>
                <a:gd name="connsiteX2959" fmla="*/ 2824639 w 3439001"/>
                <a:gd name="connsiteY2959" fmla="*/ 1303496 h 2304573"/>
                <a:gd name="connsiteX2960" fmla="*/ 2825591 w 3439001"/>
                <a:gd name="connsiteY2960" fmla="*/ 1305401 h 2304573"/>
                <a:gd name="connsiteX2961" fmla="*/ 2827020 w 3439001"/>
                <a:gd name="connsiteY2961" fmla="*/ 1306354 h 2304573"/>
                <a:gd name="connsiteX2962" fmla="*/ 2829401 w 3439001"/>
                <a:gd name="connsiteY2962" fmla="*/ 1306830 h 2304573"/>
                <a:gd name="connsiteX2963" fmla="*/ 2829878 w 3439001"/>
                <a:gd name="connsiteY2963" fmla="*/ 1307306 h 2304573"/>
                <a:gd name="connsiteX2964" fmla="*/ 2828449 w 3439001"/>
                <a:gd name="connsiteY2964" fmla="*/ 1308259 h 2304573"/>
                <a:gd name="connsiteX2965" fmla="*/ 2826068 w 3439001"/>
                <a:gd name="connsiteY2965" fmla="*/ 1308735 h 2304573"/>
                <a:gd name="connsiteX2966" fmla="*/ 2822734 w 3439001"/>
                <a:gd name="connsiteY2966" fmla="*/ 1308735 h 2304573"/>
                <a:gd name="connsiteX2967" fmla="*/ 2819400 w 3439001"/>
                <a:gd name="connsiteY2967" fmla="*/ 1309688 h 2304573"/>
                <a:gd name="connsiteX2968" fmla="*/ 2816066 w 3439001"/>
                <a:gd name="connsiteY2968" fmla="*/ 1311593 h 2304573"/>
                <a:gd name="connsiteX2969" fmla="*/ 2814161 w 3439001"/>
                <a:gd name="connsiteY2969" fmla="*/ 1313021 h 2304573"/>
                <a:gd name="connsiteX2970" fmla="*/ 2813685 w 3439001"/>
                <a:gd name="connsiteY2970" fmla="*/ 1314450 h 2304573"/>
                <a:gd name="connsiteX2971" fmla="*/ 2813685 w 3439001"/>
                <a:gd name="connsiteY2971" fmla="*/ 1316355 h 2304573"/>
                <a:gd name="connsiteX2972" fmla="*/ 2814161 w 3439001"/>
                <a:gd name="connsiteY2972" fmla="*/ 1321118 h 2304573"/>
                <a:gd name="connsiteX2973" fmla="*/ 2813685 w 3439001"/>
                <a:gd name="connsiteY2973" fmla="*/ 1323023 h 2304573"/>
                <a:gd name="connsiteX2974" fmla="*/ 2812256 w 3439001"/>
                <a:gd name="connsiteY2974" fmla="*/ 1326356 h 2304573"/>
                <a:gd name="connsiteX2975" fmla="*/ 2810351 w 3439001"/>
                <a:gd name="connsiteY2975" fmla="*/ 1331119 h 2304573"/>
                <a:gd name="connsiteX2976" fmla="*/ 2807970 w 3439001"/>
                <a:gd name="connsiteY2976" fmla="*/ 1333976 h 2304573"/>
                <a:gd name="connsiteX2977" fmla="*/ 2807494 w 3439001"/>
                <a:gd name="connsiteY2977" fmla="*/ 1333500 h 2304573"/>
                <a:gd name="connsiteX2978" fmla="*/ 2807970 w 3439001"/>
                <a:gd name="connsiteY2978" fmla="*/ 1332071 h 2304573"/>
                <a:gd name="connsiteX2979" fmla="*/ 2809875 w 3439001"/>
                <a:gd name="connsiteY2979" fmla="*/ 1327309 h 2304573"/>
                <a:gd name="connsiteX2980" fmla="*/ 2810351 w 3439001"/>
                <a:gd name="connsiteY2980" fmla="*/ 1325404 h 2304573"/>
                <a:gd name="connsiteX2981" fmla="*/ 2810351 w 3439001"/>
                <a:gd name="connsiteY2981" fmla="*/ 1324451 h 2304573"/>
                <a:gd name="connsiteX2982" fmla="*/ 2809875 w 3439001"/>
                <a:gd name="connsiteY2982" fmla="*/ 1324451 h 2304573"/>
                <a:gd name="connsiteX2983" fmla="*/ 2808923 w 3439001"/>
                <a:gd name="connsiteY2983" fmla="*/ 1325404 h 2304573"/>
                <a:gd name="connsiteX2984" fmla="*/ 2807970 w 3439001"/>
                <a:gd name="connsiteY2984" fmla="*/ 1327309 h 2304573"/>
                <a:gd name="connsiteX2985" fmla="*/ 2807970 w 3439001"/>
                <a:gd name="connsiteY2985" fmla="*/ 1328261 h 2304573"/>
                <a:gd name="connsiteX2986" fmla="*/ 2808446 w 3439001"/>
                <a:gd name="connsiteY2986" fmla="*/ 1328261 h 2304573"/>
                <a:gd name="connsiteX2987" fmla="*/ 2807970 w 3439001"/>
                <a:gd name="connsiteY2987" fmla="*/ 1329690 h 2304573"/>
                <a:gd name="connsiteX2988" fmla="*/ 2807018 w 3439001"/>
                <a:gd name="connsiteY2988" fmla="*/ 1332071 h 2304573"/>
                <a:gd name="connsiteX2989" fmla="*/ 2806065 w 3439001"/>
                <a:gd name="connsiteY2989" fmla="*/ 1332548 h 2304573"/>
                <a:gd name="connsiteX2990" fmla="*/ 2805113 w 3439001"/>
                <a:gd name="connsiteY2990" fmla="*/ 1331119 h 2304573"/>
                <a:gd name="connsiteX2991" fmla="*/ 2805113 w 3439001"/>
                <a:gd name="connsiteY2991" fmla="*/ 1329214 h 2304573"/>
                <a:gd name="connsiteX2992" fmla="*/ 2806541 w 3439001"/>
                <a:gd name="connsiteY2992" fmla="*/ 1325404 h 2304573"/>
                <a:gd name="connsiteX2993" fmla="*/ 2806065 w 3439001"/>
                <a:gd name="connsiteY2993" fmla="*/ 1324928 h 2304573"/>
                <a:gd name="connsiteX2994" fmla="*/ 2807018 w 3439001"/>
                <a:gd name="connsiteY2994" fmla="*/ 1322546 h 2304573"/>
                <a:gd name="connsiteX2995" fmla="*/ 2807494 w 3439001"/>
                <a:gd name="connsiteY2995" fmla="*/ 1320641 h 2304573"/>
                <a:gd name="connsiteX2996" fmla="*/ 2807018 w 3439001"/>
                <a:gd name="connsiteY2996" fmla="*/ 1318736 h 2304573"/>
                <a:gd name="connsiteX2997" fmla="*/ 2807494 w 3439001"/>
                <a:gd name="connsiteY2997" fmla="*/ 1317308 h 2304573"/>
                <a:gd name="connsiteX2998" fmla="*/ 2808446 w 3439001"/>
                <a:gd name="connsiteY2998" fmla="*/ 1315879 h 2304573"/>
                <a:gd name="connsiteX2999" fmla="*/ 2807970 w 3439001"/>
                <a:gd name="connsiteY2999" fmla="*/ 1315403 h 2304573"/>
                <a:gd name="connsiteX3000" fmla="*/ 2806065 w 3439001"/>
                <a:gd name="connsiteY3000" fmla="*/ 1315879 h 2304573"/>
                <a:gd name="connsiteX3001" fmla="*/ 2803684 w 3439001"/>
                <a:gd name="connsiteY3001" fmla="*/ 1318736 h 2304573"/>
                <a:gd name="connsiteX3002" fmla="*/ 2800350 w 3439001"/>
                <a:gd name="connsiteY3002" fmla="*/ 1323499 h 2304573"/>
                <a:gd name="connsiteX3003" fmla="*/ 2797969 w 3439001"/>
                <a:gd name="connsiteY3003" fmla="*/ 1325404 h 2304573"/>
                <a:gd name="connsiteX3004" fmla="*/ 2796064 w 3439001"/>
                <a:gd name="connsiteY3004" fmla="*/ 1324928 h 2304573"/>
                <a:gd name="connsiteX3005" fmla="*/ 2794635 w 3439001"/>
                <a:gd name="connsiteY3005" fmla="*/ 1325404 h 2304573"/>
                <a:gd name="connsiteX3006" fmla="*/ 2793683 w 3439001"/>
                <a:gd name="connsiteY3006" fmla="*/ 1326833 h 2304573"/>
                <a:gd name="connsiteX3007" fmla="*/ 2792730 w 3439001"/>
                <a:gd name="connsiteY3007" fmla="*/ 1327309 h 2304573"/>
                <a:gd name="connsiteX3008" fmla="*/ 2791301 w 3439001"/>
                <a:gd name="connsiteY3008" fmla="*/ 1327309 h 2304573"/>
                <a:gd name="connsiteX3009" fmla="*/ 2790349 w 3439001"/>
                <a:gd name="connsiteY3009" fmla="*/ 1329214 h 2304573"/>
                <a:gd name="connsiteX3010" fmla="*/ 2789873 w 3439001"/>
                <a:gd name="connsiteY3010" fmla="*/ 1332548 h 2304573"/>
                <a:gd name="connsiteX3011" fmla="*/ 2788444 w 3439001"/>
                <a:gd name="connsiteY3011" fmla="*/ 1334453 h 2304573"/>
                <a:gd name="connsiteX3012" fmla="*/ 2784634 w 3439001"/>
                <a:gd name="connsiteY3012" fmla="*/ 1335405 h 2304573"/>
                <a:gd name="connsiteX3013" fmla="*/ 2783681 w 3439001"/>
                <a:gd name="connsiteY3013" fmla="*/ 1336358 h 2304573"/>
                <a:gd name="connsiteX3014" fmla="*/ 2783681 w 3439001"/>
                <a:gd name="connsiteY3014" fmla="*/ 1337786 h 2304573"/>
                <a:gd name="connsiteX3015" fmla="*/ 2784158 w 3439001"/>
                <a:gd name="connsiteY3015" fmla="*/ 1339215 h 2304573"/>
                <a:gd name="connsiteX3016" fmla="*/ 2784158 w 3439001"/>
                <a:gd name="connsiteY3016" fmla="*/ 1342549 h 2304573"/>
                <a:gd name="connsiteX3017" fmla="*/ 2783681 w 3439001"/>
                <a:gd name="connsiteY3017" fmla="*/ 1347311 h 2304573"/>
                <a:gd name="connsiteX3018" fmla="*/ 2782253 w 3439001"/>
                <a:gd name="connsiteY3018" fmla="*/ 1351598 h 2304573"/>
                <a:gd name="connsiteX3019" fmla="*/ 2780348 w 3439001"/>
                <a:gd name="connsiteY3019" fmla="*/ 1355408 h 2304573"/>
                <a:gd name="connsiteX3020" fmla="*/ 2778443 w 3439001"/>
                <a:gd name="connsiteY3020" fmla="*/ 1358265 h 2304573"/>
                <a:gd name="connsiteX3021" fmla="*/ 2775109 w 3439001"/>
                <a:gd name="connsiteY3021" fmla="*/ 1362075 h 2304573"/>
                <a:gd name="connsiteX3022" fmla="*/ 2775109 w 3439001"/>
                <a:gd name="connsiteY3022" fmla="*/ 1363028 h 2304573"/>
                <a:gd name="connsiteX3023" fmla="*/ 2777014 w 3439001"/>
                <a:gd name="connsiteY3023" fmla="*/ 1365885 h 2304573"/>
                <a:gd name="connsiteX3024" fmla="*/ 2777966 w 3439001"/>
                <a:gd name="connsiteY3024" fmla="*/ 1368266 h 2304573"/>
                <a:gd name="connsiteX3025" fmla="*/ 2778443 w 3439001"/>
                <a:gd name="connsiteY3025" fmla="*/ 1373029 h 2304573"/>
                <a:gd name="connsiteX3026" fmla="*/ 2778443 w 3439001"/>
                <a:gd name="connsiteY3026" fmla="*/ 1373981 h 2304573"/>
                <a:gd name="connsiteX3027" fmla="*/ 2775109 w 3439001"/>
                <a:gd name="connsiteY3027" fmla="*/ 1379696 h 2304573"/>
                <a:gd name="connsiteX3028" fmla="*/ 2775109 w 3439001"/>
                <a:gd name="connsiteY3028" fmla="*/ 1380649 h 2304573"/>
                <a:gd name="connsiteX3029" fmla="*/ 2778919 w 3439001"/>
                <a:gd name="connsiteY3029" fmla="*/ 1390174 h 2304573"/>
                <a:gd name="connsiteX3030" fmla="*/ 2782253 w 3439001"/>
                <a:gd name="connsiteY3030" fmla="*/ 1396841 h 2304573"/>
                <a:gd name="connsiteX3031" fmla="*/ 2782729 w 3439001"/>
                <a:gd name="connsiteY3031" fmla="*/ 1397794 h 2304573"/>
                <a:gd name="connsiteX3032" fmla="*/ 2783681 w 3439001"/>
                <a:gd name="connsiteY3032" fmla="*/ 1400651 h 2304573"/>
                <a:gd name="connsiteX3033" fmla="*/ 2785586 w 3439001"/>
                <a:gd name="connsiteY3033" fmla="*/ 1405890 h 2304573"/>
                <a:gd name="connsiteX3034" fmla="*/ 2786539 w 3439001"/>
                <a:gd name="connsiteY3034" fmla="*/ 1411129 h 2304573"/>
                <a:gd name="connsiteX3035" fmla="*/ 2786539 w 3439001"/>
                <a:gd name="connsiteY3035" fmla="*/ 1416368 h 2304573"/>
                <a:gd name="connsiteX3036" fmla="*/ 2786063 w 3439001"/>
                <a:gd name="connsiteY3036" fmla="*/ 1421606 h 2304573"/>
                <a:gd name="connsiteX3037" fmla="*/ 2785110 w 3439001"/>
                <a:gd name="connsiteY3037" fmla="*/ 1426369 h 2304573"/>
                <a:gd name="connsiteX3038" fmla="*/ 2783681 w 3439001"/>
                <a:gd name="connsiteY3038" fmla="*/ 1431131 h 2304573"/>
                <a:gd name="connsiteX3039" fmla="*/ 2781776 w 3439001"/>
                <a:gd name="connsiteY3039" fmla="*/ 1435418 h 2304573"/>
                <a:gd name="connsiteX3040" fmla="*/ 2779871 w 3439001"/>
                <a:gd name="connsiteY3040" fmla="*/ 1438751 h 2304573"/>
                <a:gd name="connsiteX3041" fmla="*/ 2776061 w 3439001"/>
                <a:gd name="connsiteY3041" fmla="*/ 1444466 h 2304573"/>
                <a:gd name="connsiteX3042" fmla="*/ 2774156 w 3439001"/>
                <a:gd name="connsiteY3042" fmla="*/ 1448276 h 2304573"/>
                <a:gd name="connsiteX3043" fmla="*/ 2772251 w 3439001"/>
                <a:gd name="connsiteY3043" fmla="*/ 1451134 h 2304573"/>
                <a:gd name="connsiteX3044" fmla="*/ 2770346 w 3439001"/>
                <a:gd name="connsiteY3044" fmla="*/ 1453515 h 2304573"/>
                <a:gd name="connsiteX3045" fmla="*/ 2766536 w 3439001"/>
                <a:gd name="connsiteY3045" fmla="*/ 1455896 h 2304573"/>
                <a:gd name="connsiteX3046" fmla="*/ 2757011 w 3439001"/>
                <a:gd name="connsiteY3046" fmla="*/ 1460659 h 2304573"/>
                <a:gd name="connsiteX3047" fmla="*/ 2754154 w 3439001"/>
                <a:gd name="connsiteY3047" fmla="*/ 1461611 h 2304573"/>
                <a:gd name="connsiteX3048" fmla="*/ 2750820 w 3439001"/>
                <a:gd name="connsiteY3048" fmla="*/ 1462088 h 2304573"/>
                <a:gd name="connsiteX3049" fmla="*/ 2747486 w 3439001"/>
                <a:gd name="connsiteY3049" fmla="*/ 1462088 h 2304573"/>
                <a:gd name="connsiteX3050" fmla="*/ 2745581 w 3439001"/>
                <a:gd name="connsiteY3050" fmla="*/ 1461611 h 2304573"/>
                <a:gd name="connsiteX3051" fmla="*/ 2745105 w 3439001"/>
                <a:gd name="connsiteY3051" fmla="*/ 1460659 h 2304573"/>
                <a:gd name="connsiteX3052" fmla="*/ 2744153 w 3439001"/>
                <a:gd name="connsiteY3052" fmla="*/ 1460659 h 2304573"/>
                <a:gd name="connsiteX3053" fmla="*/ 2743200 w 3439001"/>
                <a:gd name="connsiteY3053" fmla="*/ 1460183 h 2304573"/>
                <a:gd name="connsiteX3054" fmla="*/ 2741771 w 3439001"/>
                <a:gd name="connsiteY3054" fmla="*/ 1459230 h 2304573"/>
                <a:gd name="connsiteX3055" fmla="*/ 2740343 w 3439001"/>
                <a:gd name="connsiteY3055" fmla="*/ 1457325 h 2304573"/>
                <a:gd name="connsiteX3056" fmla="*/ 2738914 w 3439001"/>
                <a:gd name="connsiteY3056" fmla="*/ 1453515 h 2304573"/>
                <a:gd name="connsiteX3057" fmla="*/ 2737009 w 3439001"/>
                <a:gd name="connsiteY3057" fmla="*/ 1447800 h 2304573"/>
                <a:gd name="connsiteX3058" fmla="*/ 2735580 w 3439001"/>
                <a:gd name="connsiteY3058" fmla="*/ 1444466 h 2304573"/>
                <a:gd name="connsiteX3059" fmla="*/ 2734151 w 3439001"/>
                <a:gd name="connsiteY3059" fmla="*/ 1443514 h 2304573"/>
                <a:gd name="connsiteX3060" fmla="*/ 2733199 w 3439001"/>
                <a:gd name="connsiteY3060" fmla="*/ 1441609 h 2304573"/>
                <a:gd name="connsiteX3061" fmla="*/ 2732246 w 3439001"/>
                <a:gd name="connsiteY3061" fmla="*/ 1439228 h 2304573"/>
                <a:gd name="connsiteX3062" fmla="*/ 2731770 w 3439001"/>
                <a:gd name="connsiteY3062" fmla="*/ 1433989 h 2304573"/>
                <a:gd name="connsiteX3063" fmla="*/ 2731770 w 3439001"/>
                <a:gd name="connsiteY3063" fmla="*/ 1425893 h 2304573"/>
                <a:gd name="connsiteX3064" fmla="*/ 2732246 w 3439001"/>
                <a:gd name="connsiteY3064" fmla="*/ 1420178 h 2304573"/>
                <a:gd name="connsiteX3065" fmla="*/ 2732723 w 3439001"/>
                <a:gd name="connsiteY3065" fmla="*/ 1417320 h 2304573"/>
                <a:gd name="connsiteX3066" fmla="*/ 2732723 w 3439001"/>
                <a:gd name="connsiteY3066" fmla="*/ 1414939 h 2304573"/>
                <a:gd name="connsiteX3067" fmla="*/ 2731770 w 3439001"/>
                <a:gd name="connsiteY3067" fmla="*/ 1413510 h 2304573"/>
                <a:gd name="connsiteX3068" fmla="*/ 2731294 w 3439001"/>
                <a:gd name="connsiteY3068" fmla="*/ 1411605 h 2304573"/>
                <a:gd name="connsiteX3069" fmla="*/ 2730818 w 3439001"/>
                <a:gd name="connsiteY3069" fmla="*/ 1409224 h 2304573"/>
                <a:gd name="connsiteX3070" fmla="*/ 2730341 w 3439001"/>
                <a:gd name="connsiteY3070" fmla="*/ 1407795 h 2304573"/>
                <a:gd name="connsiteX3071" fmla="*/ 2729389 w 3439001"/>
                <a:gd name="connsiteY3071" fmla="*/ 1406843 h 2304573"/>
                <a:gd name="connsiteX3072" fmla="*/ 2729389 w 3439001"/>
                <a:gd name="connsiteY3072" fmla="*/ 1405890 h 2304573"/>
                <a:gd name="connsiteX3073" fmla="*/ 2729865 w 3439001"/>
                <a:gd name="connsiteY3073" fmla="*/ 1404461 h 2304573"/>
                <a:gd name="connsiteX3074" fmla="*/ 2729865 w 3439001"/>
                <a:gd name="connsiteY3074" fmla="*/ 1403509 h 2304573"/>
                <a:gd name="connsiteX3075" fmla="*/ 2729389 w 3439001"/>
                <a:gd name="connsiteY3075" fmla="*/ 1403033 h 2304573"/>
                <a:gd name="connsiteX3076" fmla="*/ 2729389 w 3439001"/>
                <a:gd name="connsiteY3076" fmla="*/ 1402080 h 2304573"/>
                <a:gd name="connsiteX3077" fmla="*/ 2729865 w 3439001"/>
                <a:gd name="connsiteY3077" fmla="*/ 1401128 h 2304573"/>
                <a:gd name="connsiteX3078" fmla="*/ 2728436 w 3439001"/>
                <a:gd name="connsiteY3078" fmla="*/ 1396841 h 2304573"/>
                <a:gd name="connsiteX3079" fmla="*/ 2728436 w 3439001"/>
                <a:gd name="connsiteY3079" fmla="*/ 1394936 h 2304573"/>
                <a:gd name="connsiteX3080" fmla="*/ 2728913 w 3439001"/>
                <a:gd name="connsiteY3080" fmla="*/ 1392555 h 2304573"/>
                <a:gd name="connsiteX3081" fmla="*/ 2730818 w 3439001"/>
                <a:gd name="connsiteY3081" fmla="*/ 1388745 h 2304573"/>
                <a:gd name="connsiteX3082" fmla="*/ 2731294 w 3439001"/>
                <a:gd name="connsiteY3082" fmla="*/ 1386840 h 2304573"/>
                <a:gd name="connsiteX3083" fmla="*/ 2731294 w 3439001"/>
                <a:gd name="connsiteY3083" fmla="*/ 1384935 h 2304573"/>
                <a:gd name="connsiteX3084" fmla="*/ 2732246 w 3439001"/>
                <a:gd name="connsiteY3084" fmla="*/ 1382554 h 2304573"/>
                <a:gd name="connsiteX3085" fmla="*/ 2734628 w 3439001"/>
                <a:gd name="connsiteY3085" fmla="*/ 1377315 h 2304573"/>
                <a:gd name="connsiteX3086" fmla="*/ 2734628 w 3439001"/>
                <a:gd name="connsiteY3086" fmla="*/ 1376363 h 2304573"/>
                <a:gd name="connsiteX3087" fmla="*/ 2733675 w 3439001"/>
                <a:gd name="connsiteY3087" fmla="*/ 1373981 h 2304573"/>
                <a:gd name="connsiteX3088" fmla="*/ 2733675 w 3439001"/>
                <a:gd name="connsiteY3088" fmla="*/ 1372076 h 2304573"/>
                <a:gd name="connsiteX3089" fmla="*/ 2733675 w 3439001"/>
                <a:gd name="connsiteY3089" fmla="*/ 1369695 h 2304573"/>
                <a:gd name="connsiteX3090" fmla="*/ 2734628 w 3439001"/>
                <a:gd name="connsiteY3090" fmla="*/ 1366838 h 2304573"/>
                <a:gd name="connsiteX3091" fmla="*/ 2736056 w 3439001"/>
                <a:gd name="connsiteY3091" fmla="*/ 1363504 h 2304573"/>
                <a:gd name="connsiteX3092" fmla="*/ 2737961 w 3439001"/>
                <a:gd name="connsiteY3092" fmla="*/ 1360646 h 2304573"/>
                <a:gd name="connsiteX3093" fmla="*/ 2740343 w 3439001"/>
                <a:gd name="connsiteY3093" fmla="*/ 1358741 h 2304573"/>
                <a:gd name="connsiteX3094" fmla="*/ 2741295 w 3439001"/>
                <a:gd name="connsiteY3094" fmla="*/ 1356360 h 2304573"/>
                <a:gd name="connsiteX3095" fmla="*/ 2740343 w 3439001"/>
                <a:gd name="connsiteY3095" fmla="*/ 1353979 h 2304573"/>
                <a:gd name="connsiteX3096" fmla="*/ 2740819 w 3439001"/>
                <a:gd name="connsiteY3096" fmla="*/ 1350169 h 2304573"/>
                <a:gd name="connsiteX3097" fmla="*/ 2742248 w 3439001"/>
                <a:gd name="connsiteY3097" fmla="*/ 1344930 h 2304573"/>
                <a:gd name="connsiteX3098" fmla="*/ 2743676 w 3439001"/>
                <a:gd name="connsiteY3098" fmla="*/ 1341120 h 2304573"/>
                <a:gd name="connsiteX3099" fmla="*/ 2745581 w 3439001"/>
                <a:gd name="connsiteY3099" fmla="*/ 1338739 h 2304573"/>
                <a:gd name="connsiteX3100" fmla="*/ 2746534 w 3439001"/>
                <a:gd name="connsiteY3100" fmla="*/ 1336358 h 2304573"/>
                <a:gd name="connsiteX3101" fmla="*/ 2747010 w 3439001"/>
                <a:gd name="connsiteY3101" fmla="*/ 1333976 h 2304573"/>
                <a:gd name="connsiteX3102" fmla="*/ 2746534 w 3439001"/>
                <a:gd name="connsiteY3102" fmla="*/ 1333024 h 2304573"/>
                <a:gd name="connsiteX3103" fmla="*/ 2745105 w 3439001"/>
                <a:gd name="connsiteY3103" fmla="*/ 1332071 h 2304573"/>
                <a:gd name="connsiteX3104" fmla="*/ 2743676 w 3439001"/>
                <a:gd name="connsiteY3104" fmla="*/ 1330643 h 2304573"/>
                <a:gd name="connsiteX3105" fmla="*/ 2741771 w 3439001"/>
                <a:gd name="connsiteY3105" fmla="*/ 1330166 h 2304573"/>
                <a:gd name="connsiteX3106" fmla="*/ 2739390 w 3439001"/>
                <a:gd name="connsiteY3106" fmla="*/ 1331119 h 2304573"/>
                <a:gd name="connsiteX3107" fmla="*/ 2738914 w 3439001"/>
                <a:gd name="connsiteY3107" fmla="*/ 1331119 h 2304573"/>
                <a:gd name="connsiteX3108" fmla="*/ 2737485 w 3439001"/>
                <a:gd name="connsiteY3108" fmla="*/ 1331119 h 2304573"/>
                <a:gd name="connsiteX3109" fmla="*/ 2735104 w 3439001"/>
                <a:gd name="connsiteY3109" fmla="*/ 1333500 h 2304573"/>
                <a:gd name="connsiteX3110" fmla="*/ 2732723 w 3439001"/>
                <a:gd name="connsiteY3110" fmla="*/ 1337786 h 2304573"/>
                <a:gd name="connsiteX3111" fmla="*/ 2731294 w 3439001"/>
                <a:gd name="connsiteY3111" fmla="*/ 1339691 h 2304573"/>
                <a:gd name="connsiteX3112" fmla="*/ 2728913 w 3439001"/>
                <a:gd name="connsiteY3112" fmla="*/ 1340644 h 2304573"/>
                <a:gd name="connsiteX3113" fmla="*/ 2727484 w 3439001"/>
                <a:gd name="connsiteY3113" fmla="*/ 1342073 h 2304573"/>
                <a:gd name="connsiteX3114" fmla="*/ 2726531 w 3439001"/>
                <a:gd name="connsiteY3114" fmla="*/ 1343501 h 2304573"/>
                <a:gd name="connsiteX3115" fmla="*/ 2725103 w 3439001"/>
                <a:gd name="connsiteY3115" fmla="*/ 1343978 h 2304573"/>
                <a:gd name="connsiteX3116" fmla="*/ 2723198 w 3439001"/>
                <a:gd name="connsiteY3116" fmla="*/ 1343025 h 2304573"/>
                <a:gd name="connsiteX3117" fmla="*/ 2722721 w 3439001"/>
                <a:gd name="connsiteY3117" fmla="*/ 1341120 h 2304573"/>
                <a:gd name="connsiteX3118" fmla="*/ 2723674 w 3439001"/>
                <a:gd name="connsiteY3118" fmla="*/ 1338263 h 2304573"/>
                <a:gd name="connsiteX3119" fmla="*/ 2725103 w 3439001"/>
                <a:gd name="connsiteY3119" fmla="*/ 1335405 h 2304573"/>
                <a:gd name="connsiteX3120" fmla="*/ 2728436 w 3439001"/>
                <a:gd name="connsiteY3120" fmla="*/ 1330643 h 2304573"/>
                <a:gd name="connsiteX3121" fmla="*/ 2728436 w 3439001"/>
                <a:gd name="connsiteY3121" fmla="*/ 1329690 h 2304573"/>
                <a:gd name="connsiteX3122" fmla="*/ 2729389 w 3439001"/>
                <a:gd name="connsiteY3122" fmla="*/ 1328261 h 2304573"/>
                <a:gd name="connsiteX3123" fmla="*/ 2734628 w 3439001"/>
                <a:gd name="connsiteY3123" fmla="*/ 1326356 h 2304573"/>
                <a:gd name="connsiteX3124" fmla="*/ 2736533 w 3439001"/>
                <a:gd name="connsiteY3124" fmla="*/ 1324928 h 2304573"/>
                <a:gd name="connsiteX3125" fmla="*/ 2737009 w 3439001"/>
                <a:gd name="connsiteY3125" fmla="*/ 1323023 h 2304573"/>
                <a:gd name="connsiteX3126" fmla="*/ 2737009 w 3439001"/>
                <a:gd name="connsiteY3126" fmla="*/ 1319689 h 2304573"/>
                <a:gd name="connsiteX3127" fmla="*/ 2737485 w 3439001"/>
                <a:gd name="connsiteY3127" fmla="*/ 1318736 h 2304573"/>
                <a:gd name="connsiteX3128" fmla="*/ 2738438 w 3439001"/>
                <a:gd name="connsiteY3128" fmla="*/ 1318260 h 2304573"/>
                <a:gd name="connsiteX3129" fmla="*/ 2740819 w 3439001"/>
                <a:gd name="connsiteY3129" fmla="*/ 1315879 h 2304573"/>
                <a:gd name="connsiteX3130" fmla="*/ 2744629 w 3439001"/>
                <a:gd name="connsiteY3130" fmla="*/ 1311116 h 2304573"/>
                <a:gd name="connsiteX3131" fmla="*/ 2747963 w 3439001"/>
                <a:gd name="connsiteY3131" fmla="*/ 1305878 h 2304573"/>
                <a:gd name="connsiteX3132" fmla="*/ 2750820 w 3439001"/>
                <a:gd name="connsiteY3132" fmla="*/ 1300639 h 2304573"/>
                <a:gd name="connsiteX3133" fmla="*/ 2752725 w 3439001"/>
                <a:gd name="connsiteY3133" fmla="*/ 1297781 h 2304573"/>
                <a:gd name="connsiteX3134" fmla="*/ 2754154 w 3439001"/>
                <a:gd name="connsiteY3134" fmla="*/ 1297305 h 2304573"/>
                <a:gd name="connsiteX3135" fmla="*/ 2755106 w 3439001"/>
                <a:gd name="connsiteY3135" fmla="*/ 1295876 h 2304573"/>
                <a:gd name="connsiteX3136" fmla="*/ 2756535 w 3439001"/>
                <a:gd name="connsiteY3136" fmla="*/ 1291114 h 2304573"/>
                <a:gd name="connsiteX3137" fmla="*/ 2757488 w 3439001"/>
                <a:gd name="connsiteY3137" fmla="*/ 1288733 h 2304573"/>
                <a:gd name="connsiteX3138" fmla="*/ 2758440 w 3439001"/>
                <a:gd name="connsiteY3138" fmla="*/ 1287780 h 2304573"/>
                <a:gd name="connsiteX3139" fmla="*/ 2758916 w 3439001"/>
                <a:gd name="connsiteY3139" fmla="*/ 1288256 h 2304573"/>
                <a:gd name="connsiteX3140" fmla="*/ 2757964 w 3439001"/>
                <a:gd name="connsiteY3140" fmla="*/ 1291114 h 2304573"/>
                <a:gd name="connsiteX3141" fmla="*/ 2757964 w 3439001"/>
                <a:gd name="connsiteY3141" fmla="*/ 1293495 h 2304573"/>
                <a:gd name="connsiteX3142" fmla="*/ 2758440 w 3439001"/>
                <a:gd name="connsiteY3142" fmla="*/ 1296353 h 2304573"/>
                <a:gd name="connsiteX3143" fmla="*/ 2759869 w 3439001"/>
                <a:gd name="connsiteY3143" fmla="*/ 1297305 h 2304573"/>
                <a:gd name="connsiteX3144" fmla="*/ 2761774 w 3439001"/>
                <a:gd name="connsiteY3144" fmla="*/ 1296353 h 2304573"/>
                <a:gd name="connsiteX3145" fmla="*/ 2763203 w 3439001"/>
                <a:gd name="connsiteY3145" fmla="*/ 1294448 h 2304573"/>
                <a:gd name="connsiteX3146" fmla="*/ 2764631 w 3439001"/>
                <a:gd name="connsiteY3146" fmla="*/ 1291590 h 2304573"/>
                <a:gd name="connsiteX3147" fmla="*/ 2766060 w 3439001"/>
                <a:gd name="connsiteY3147" fmla="*/ 1290638 h 2304573"/>
                <a:gd name="connsiteX3148" fmla="*/ 2767965 w 3439001"/>
                <a:gd name="connsiteY3148" fmla="*/ 1291114 h 2304573"/>
                <a:gd name="connsiteX3149" fmla="*/ 2769394 w 3439001"/>
                <a:gd name="connsiteY3149" fmla="*/ 1291114 h 2304573"/>
                <a:gd name="connsiteX3150" fmla="*/ 2770346 w 3439001"/>
                <a:gd name="connsiteY3150" fmla="*/ 1290161 h 2304573"/>
                <a:gd name="connsiteX3151" fmla="*/ 2772728 w 3439001"/>
                <a:gd name="connsiteY3151" fmla="*/ 1289685 h 2304573"/>
                <a:gd name="connsiteX3152" fmla="*/ 2773204 w 3439001"/>
                <a:gd name="connsiteY3152" fmla="*/ 1290638 h 2304573"/>
                <a:gd name="connsiteX3153" fmla="*/ 2772728 w 3439001"/>
                <a:gd name="connsiteY3153" fmla="*/ 1292543 h 2304573"/>
                <a:gd name="connsiteX3154" fmla="*/ 2772251 w 3439001"/>
                <a:gd name="connsiteY3154" fmla="*/ 1293495 h 2304573"/>
                <a:gd name="connsiteX3155" fmla="*/ 2771299 w 3439001"/>
                <a:gd name="connsiteY3155" fmla="*/ 1293495 h 2304573"/>
                <a:gd name="connsiteX3156" fmla="*/ 2769870 w 3439001"/>
                <a:gd name="connsiteY3156" fmla="*/ 1294448 h 2304573"/>
                <a:gd name="connsiteX3157" fmla="*/ 2768441 w 3439001"/>
                <a:gd name="connsiteY3157" fmla="*/ 1296829 h 2304573"/>
                <a:gd name="connsiteX3158" fmla="*/ 2768441 w 3439001"/>
                <a:gd name="connsiteY3158" fmla="*/ 1298734 h 2304573"/>
                <a:gd name="connsiteX3159" fmla="*/ 2769870 w 3439001"/>
                <a:gd name="connsiteY3159" fmla="*/ 1300163 h 2304573"/>
                <a:gd name="connsiteX3160" fmla="*/ 2770823 w 3439001"/>
                <a:gd name="connsiteY3160" fmla="*/ 1300163 h 2304573"/>
                <a:gd name="connsiteX3161" fmla="*/ 2770823 w 3439001"/>
                <a:gd name="connsiteY3161" fmla="*/ 1298734 h 2304573"/>
                <a:gd name="connsiteX3162" fmla="*/ 2771775 w 3439001"/>
                <a:gd name="connsiteY3162" fmla="*/ 1297305 h 2304573"/>
                <a:gd name="connsiteX3163" fmla="*/ 2774156 w 3439001"/>
                <a:gd name="connsiteY3163" fmla="*/ 1294924 h 2304573"/>
                <a:gd name="connsiteX3164" fmla="*/ 2774156 w 3439001"/>
                <a:gd name="connsiteY3164" fmla="*/ 1293971 h 2304573"/>
                <a:gd name="connsiteX3165" fmla="*/ 2778443 w 3439001"/>
                <a:gd name="connsiteY3165" fmla="*/ 1292066 h 2304573"/>
                <a:gd name="connsiteX3166" fmla="*/ 2779871 w 3439001"/>
                <a:gd name="connsiteY3166" fmla="*/ 1290638 h 2304573"/>
                <a:gd name="connsiteX3167" fmla="*/ 2780348 w 3439001"/>
                <a:gd name="connsiteY3167" fmla="*/ 1289209 h 2304573"/>
                <a:gd name="connsiteX3168" fmla="*/ 2782729 w 3439001"/>
                <a:gd name="connsiteY3168" fmla="*/ 1286351 h 2304573"/>
                <a:gd name="connsiteX3169" fmla="*/ 2784634 w 3439001"/>
                <a:gd name="connsiteY3169" fmla="*/ 1285399 h 2304573"/>
                <a:gd name="connsiteX3170" fmla="*/ 2787491 w 3439001"/>
                <a:gd name="connsiteY3170" fmla="*/ 1284923 h 2304573"/>
                <a:gd name="connsiteX3171" fmla="*/ 2790349 w 3439001"/>
                <a:gd name="connsiteY3171" fmla="*/ 1285399 h 2304573"/>
                <a:gd name="connsiteX3172" fmla="*/ 2793206 w 3439001"/>
                <a:gd name="connsiteY3172" fmla="*/ 1286351 h 2304573"/>
                <a:gd name="connsiteX3173" fmla="*/ 2794635 w 3439001"/>
                <a:gd name="connsiteY3173" fmla="*/ 1286351 h 2304573"/>
                <a:gd name="connsiteX3174" fmla="*/ 2795111 w 3439001"/>
                <a:gd name="connsiteY3174" fmla="*/ 1285399 h 2304573"/>
                <a:gd name="connsiteX3175" fmla="*/ 2797493 w 3439001"/>
                <a:gd name="connsiteY3175" fmla="*/ 1284923 h 2304573"/>
                <a:gd name="connsiteX3176" fmla="*/ 2801779 w 3439001"/>
                <a:gd name="connsiteY3176" fmla="*/ 1284446 h 2304573"/>
                <a:gd name="connsiteX3177" fmla="*/ 2805113 w 3439001"/>
                <a:gd name="connsiteY3177" fmla="*/ 1283018 h 2304573"/>
                <a:gd name="connsiteX3178" fmla="*/ 2807018 w 3439001"/>
                <a:gd name="connsiteY3178" fmla="*/ 1280636 h 2304573"/>
                <a:gd name="connsiteX3179" fmla="*/ 2809399 w 3439001"/>
                <a:gd name="connsiteY3179" fmla="*/ 1279208 h 2304573"/>
                <a:gd name="connsiteX3180" fmla="*/ 2812733 w 3439001"/>
                <a:gd name="connsiteY3180" fmla="*/ 1279208 h 2304573"/>
                <a:gd name="connsiteX3181" fmla="*/ 2817019 w 3439001"/>
                <a:gd name="connsiteY3181" fmla="*/ 1280160 h 2304573"/>
                <a:gd name="connsiteX3182" fmla="*/ 2822258 w 3439001"/>
                <a:gd name="connsiteY3182" fmla="*/ 1282065 h 2304573"/>
                <a:gd name="connsiteX3183" fmla="*/ 2826544 w 3439001"/>
                <a:gd name="connsiteY3183" fmla="*/ 1284446 h 2304573"/>
                <a:gd name="connsiteX3184" fmla="*/ 2832259 w 3439001"/>
                <a:gd name="connsiteY3184" fmla="*/ 1289209 h 2304573"/>
                <a:gd name="connsiteX3185" fmla="*/ 2833688 w 3439001"/>
                <a:gd name="connsiteY3185" fmla="*/ 1289685 h 2304573"/>
                <a:gd name="connsiteX3186" fmla="*/ 2834640 w 3439001"/>
                <a:gd name="connsiteY3186" fmla="*/ 1289685 h 2304573"/>
                <a:gd name="connsiteX3187" fmla="*/ 2835116 w 3439001"/>
                <a:gd name="connsiteY3187" fmla="*/ 1289209 h 2304573"/>
                <a:gd name="connsiteX3188" fmla="*/ 2835116 w 3439001"/>
                <a:gd name="connsiteY3188" fmla="*/ 1288733 h 2304573"/>
                <a:gd name="connsiteX3189" fmla="*/ 2834640 w 3439001"/>
                <a:gd name="connsiteY3189" fmla="*/ 1288256 h 2304573"/>
                <a:gd name="connsiteX3190" fmla="*/ 2835116 w 3439001"/>
                <a:gd name="connsiteY3190" fmla="*/ 1286351 h 2304573"/>
                <a:gd name="connsiteX3191" fmla="*/ 2834640 w 3439001"/>
                <a:gd name="connsiteY3191" fmla="*/ 1285875 h 2304573"/>
                <a:gd name="connsiteX3192" fmla="*/ 2836545 w 3439001"/>
                <a:gd name="connsiteY3192" fmla="*/ 1282541 h 2304573"/>
                <a:gd name="connsiteX3193" fmla="*/ 2837974 w 3439001"/>
                <a:gd name="connsiteY3193" fmla="*/ 1281589 h 2304573"/>
                <a:gd name="connsiteX3194" fmla="*/ 2839879 w 3439001"/>
                <a:gd name="connsiteY3194" fmla="*/ 1282065 h 2304573"/>
                <a:gd name="connsiteX3195" fmla="*/ 2840831 w 3439001"/>
                <a:gd name="connsiteY3195" fmla="*/ 1282541 h 2304573"/>
                <a:gd name="connsiteX3196" fmla="*/ 2841308 w 3439001"/>
                <a:gd name="connsiteY3196" fmla="*/ 1283494 h 2304573"/>
                <a:gd name="connsiteX3197" fmla="*/ 2841784 w 3439001"/>
                <a:gd name="connsiteY3197" fmla="*/ 1283970 h 2304573"/>
                <a:gd name="connsiteX3198" fmla="*/ 2842736 w 3439001"/>
                <a:gd name="connsiteY3198" fmla="*/ 1283970 h 2304573"/>
                <a:gd name="connsiteX3199" fmla="*/ 2843213 w 3439001"/>
                <a:gd name="connsiteY3199" fmla="*/ 1283970 h 2304573"/>
                <a:gd name="connsiteX3200" fmla="*/ 2843689 w 3439001"/>
                <a:gd name="connsiteY3200" fmla="*/ 1283970 h 2304573"/>
                <a:gd name="connsiteX3201" fmla="*/ 2844165 w 3439001"/>
                <a:gd name="connsiteY3201" fmla="*/ 1283494 h 2304573"/>
                <a:gd name="connsiteX3202" fmla="*/ 2847975 w 3439001"/>
                <a:gd name="connsiteY3202" fmla="*/ 1283970 h 2304573"/>
                <a:gd name="connsiteX3203" fmla="*/ 2860358 w 3439001"/>
                <a:gd name="connsiteY3203" fmla="*/ 1285399 h 2304573"/>
                <a:gd name="connsiteX3204" fmla="*/ 2862263 w 3439001"/>
                <a:gd name="connsiteY3204" fmla="*/ 1284923 h 2304573"/>
                <a:gd name="connsiteX3205" fmla="*/ 2863215 w 3439001"/>
                <a:gd name="connsiteY3205" fmla="*/ 1284446 h 2304573"/>
                <a:gd name="connsiteX3206" fmla="*/ 2863215 w 3439001"/>
                <a:gd name="connsiteY3206" fmla="*/ 1283494 h 2304573"/>
                <a:gd name="connsiteX3207" fmla="*/ 2862263 w 3439001"/>
                <a:gd name="connsiteY3207" fmla="*/ 1282541 h 2304573"/>
                <a:gd name="connsiteX3208" fmla="*/ 2858929 w 3439001"/>
                <a:gd name="connsiteY3208" fmla="*/ 1280636 h 2304573"/>
                <a:gd name="connsiteX3209" fmla="*/ 2857976 w 3439001"/>
                <a:gd name="connsiteY3209" fmla="*/ 1279684 h 2304573"/>
                <a:gd name="connsiteX3210" fmla="*/ 2857500 w 3439001"/>
                <a:gd name="connsiteY3210" fmla="*/ 1278731 h 2304573"/>
                <a:gd name="connsiteX3211" fmla="*/ 2857976 w 3439001"/>
                <a:gd name="connsiteY3211" fmla="*/ 1277779 h 2304573"/>
                <a:gd name="connsiteX3212" fmla="*/ 2857500 w 3439001"/>
                <a:gd name="connsiteY3212" fmla="*/ 1276826 h 2304573"/>
                <a:gd name="connsiteX3213" fmla="*/ 2855595 w 3439001"/>
                <a:gd name="connsiteY3213" fmla="*/ 1275874 h 2304573"/>
                <a:gd name="connsiteX3214" fmla="*/ 2851785 w 3439001"/>
                <a:gd name="connsiteY3214" fmla="*/ 1275874 h 2304573"/>
                <a:gd name="connsiteX3215" fmla="*/ 2851309 w 3439001"/>
                <a:gd name="connsiteY3215" fmla="*/ 1274921 h 2304573"/>
                <a:gd name="connsiteX3216" fmla="*/ 2851785 w 3439001"/>
                <a:gd name="connsiteY3216" fmla="*/ 1273969 h 2304573"/>
                <a:gd name="connsiteX3217" fmla="*/ 2852738 w 3439001"/>
                <a:gd name="connsiteY3217" fmla="*/ 1273016 h 2304573"/>
                <a:gd name="connsiteX3218" fmla="*/ 2852738 w 3439001"/>
                <a:gd name="connsiteY3218" fmla="*/ 1271588 h 2304573"/>
                <a:gd name="connsiteX3219" fmla="*/ 2852261 w 3439001"/>
                <a:gd name="connsiteY3219" fmla="*/ 1270635 h 2304573"/>
                <a:gd name="connsiteX3220" fmla="*/ 2851785 w 3439001"/>
                <a:gd name="connsiteY3220" fmla="*/ 1267778 h 2304573"/>
                <a:gd name="connsiteX3221" fmla="*/ 2850833 w 3439001"/>
                <a:gd name="connsiteY3221" fmla="*/ 1265873 h 2304573"/>
                <a:gd name="connsiteX3222" fmla="*/ 2848928 w 3439001"/>
                <a:gd name="connsiteY3222" fmla="*/ 1263491 h 2304573"/>
                <a:gd name="connsiteX3223" fmla="*/ 2848451 w 3439001"/>
                <a:gd name="connsiteY3223" fmla="*/ 1262539 h 2304573"/>
                <a:gd name="connsiteX3224" fmla="*/ 2847499 w 3439001"/>
                <a:gd name="connsiteY3224" fmla="*/ 1262063 h 2304573"/>
                <a:gd name="connsiteX3225" fmla="*/ 2846546 w 3439001"/>
                <a:gd name="connsiteY3225" fmla="*/ 1262063 h 2304573"/>
                <a:gd name="connsiteX3226" fmla="*/ 2845118 w 3439001"/>
                <a:gd name="connsiteY3226" fmla="*/ 1262539 h 2304573"/>
                <a:gd name="connsiteX3227" fmla="*/ 2843689 w 3439001"/>
                <a:gd name="connsiteY3227" fmla="*/ 1263491 h 2304573"/>
                <a:gd name="connsiteX3228" fmla="*/ 2841784 w 3439001"/>
                <a:gd name="connsiteY3228" fmla="*/ 1264920 h 2304573"/>
                <a:gd name="connsiteX3229" fmla="*/ 2839403 w 3439001"/>
                <a:gd name="connsiteY3229" fmla="*/ 1264444 h 2304573"/>
                <a:gd name="connsiteX3230" fmla="*/ 2837974 w 3439001"/>
                <a:gd name="connsiteY3230" fmla="*/ 1263015 h 2304573"/>
                <a:gd name="connsiteX3231" fmla="*/ 2836069 w 3439001"/>
                <a:gd name="connsiteY3231" fmla="*/ 1262539 h 2304573"/>
                <a:gd name="connsiteX3232" fmla="*/ 2833211 w 3439001"/>
                <a:gd name="connsiteY3232" fmla="*/ 1263491 h 2304573"/>
                <a:gd name="connsiteX3233" fmla="*/ 2830830 w 3439001"/>
                <a:gd name="connsiteY3233" fmla="*/ 1263491 h 2304573"/>
                <a:gd name="connsiteX3234" fmla="*/ 2828449 w 3439001"/>
                <a:gd name="connsiteY3234" fmla="*/ 1262539 h 2304573"/>
                <a:gd name="connsiteX3235" fmla="*/ 2824163 w 3439001"/>
                <a:gd name="connsiteY3235" fmla="*/ 1262063 h 2304573"/>
                <a:gd name="connsiteX3236" fmla="*/ 2823686 w 3439001"/>
                <a:gd name="connsiteY3236" fmla="*/ 1261110 h 2304573"/>
                <a:gd name="connsiteX3237" fmla="*/ 2823686 w 3439001"/>
                <a:gd name="connsiteY3237" fmla="*/ 1260158 h 2304573"/>
                <a:gd name="connsiteX3238" fmla="*/ 2824163 w 3439001"/>
                <a:gd name="connsiteY3238" fmla="*/ 1259205 h 2304573"/>
                <a:gd name="connsiteX3239" fmla="*/ 2824639 w 3439001"/>
                <a:gd name="connsiteY3239" fmla="*/ 1257300 h 2304573"/>
                <a:gd name="connsiteX3240" fmla="*/ 2824639 w 3439001"/>
                <a:gd name="connsiteY3240" fmla="*/ 1253966 h 2304573"/>
                <a:gd name="connsiteX3241" fmla="*/ 2825115 w 3439001"/>
                <a:gd name="connsiteY3241" fmla="*/ 1251585 h 2304573"/>
                <a:gd name="connsiteX3242" fmla="*/ 2826068 w 3439001"/>
                <a:gd name="connsiteY3242" fmla="*/ 1250156 h 2304573"/>
                <a:gd name="connsiteX3243" fmla="*/ 2824639 w 3439001"/>
                <a:gd name="connsiteY3243" fmla="*/ 1249680 h 2304573"/>
                <a:gd name="connsiteX3244" fmla="*/ 2820353 w 3439001"/>
                <a:gd name="connsiteY3244" fmla="*/ 1249680 h 2304573"/>
                <a:gd name="connsiteX3245" fmla="*/ 2815590 w 3439001"/>
                <a:gd name="connsiteY3245" fmla="*/ 1250633 h 2304573"/>
                <a:gd name="connsiteX3246" fmla="*/ 2810351 w 3439001"/>
                <a:gd name="connsiteY3246" fmla="*/ 1252538 h 2304573"/>
                <a:gd name="connsiteX3247" fmla="*/ 2804636 w 3439001"/>
                <a:gd name="connsiteY3247" fmla="*/ 1253014 h 2304573"/>
                <a:gd name="connsiteX3248" fmla="*/ 2798445 w 3439001"/>
                <a:gd name="connsiteY3248" fmla="*/ 1252538 h 2304573"/>
                <a:gd name="connsiteX3249" fmla="*/ 2793683 w 3439001"/>
                <a:gd name="connsiteY3249" fmla="*/ 1252538 h 2304573"/>
                <a:gd name="connsiteX3250" fmla="*/ 2788444 w 3439001"/>
                <a:gd name="connsiteY3250" fmla="*/ 1253490 h 2304573"/>
                <a:gd name="connsiteX3251" fmla="*/ 2787491 w 3439001"/>
                <a:gd name="connsiteY3251" fmla="*/ 1253014 h 2304573"/>
                <a:gd name="connsiteX3252" fmla="*/ 2784158 w 3439001"/>
                <a:gd name="connsiteY3252" fmla="*/ 1254443 h 2304573"/>
                <a:gd name="connsiteX3253" fmla="*/ 2778443 w 3439001"/>
                <a:gd name="connsiteY3253" fmla="*/ 1257300 h 2304573"/>
                <a:gd name="connsiteX3254" fmla="*/ 2774156 w 3439001"/>
                <a:gd name="connsiteY3254" fmla="*/ 1260158 h 2304573"/>
                <a:gd name="connsiteX3255" fmla="*/ 2770346 w 3439001"/>
                <a:gd name="connsiteY3255" fmla="*/ 1263015 h 2304573"/>
                <a:gd name="connsiteX3256" fmla="*/ 2769870 w 3439001"/>
                <a:gd name="connsiteY3256" fmla="*/ 1263015 h 2304573"/>
                <a:gd name="connsiteX3257" fmla="*/ 2768918 w 3439001"/>
                <a:gd name="connsiteY3257" fmla="*/ 1262539 h 2304573"/>
                <a:gd name="connsiteX3258" fmla="*/ 2767013 w 3439001"/>
                <a:gd name="connsiteY3258" fmla="*/ 1261586 h 2304573"/>
                <a:gd name="connsiteX3259" fmla="*/ 2765108 w 3439001"/>
                <a:gd name="connsiteY3259" fmla="*/ 1261586 h 2304573"/>
                <a:gd name="connsiteX3260" fmla="*/ 2763203 w 3439001"/>
                <a:gd name="connsiteY3260" fmla="*/ 1262539 h 2304573"/>
                <a:gd name="connsiteX3261" fmla="*/ 2761298 w 3439001"/>
                <a:gd name="connsiteY3261" fmla="*/ 1262063 h 2304573"/>
                <a:gd name="connsiteX3262" fmla="*/ 2758916 w 3439001"/>
                <a:gd name="connsiteY3262" fmla="*/ 1260158 h 2304573"/>
                <a:gd name="connsiteX3263" fmla="*/ 2757011 w 3439001"/>
                <a:gd name="connsiteY3263" fmla="*/ 1259681 h 2304573"/>
                <a:gd name="connsiteX3264" fmla="*/ 2755106 w 3439001"/>
                <a:gd name="connsiteY3264" fmla="*/ 1260634 h 2304573"/>
                <a:gd name="connsiteX3265" fmla="*/ 2752249 w 3439001"/>
                <a:gd name="connsiteY3265" fmla="*/ 1261110 h 2304573"/>
                <a:gd name="connsiteX3266" fmla="*/ 2746058 w 3439001"/>
                <a:gd name="connsiteY3266" fmla="*/ 1260634 h 2304573"/>
                <a:gd name="connsiteX3267" fmla="*/ 2745581 w 3439001"/>
                <a:gd name="connsiteY3267" fmla="*/ 1260158 h 2304573"/>
                <a:gd name="connsiteX3268" fmla="*/ 2745105 w 3439001"/>
                <a:gd name="connsiteY3268" fmla="*/ 1258253 h 2304573"/>
                <a:gd name="connsiteX3269" fmla="*/ 2744629 w 3439001"/>
                <a:gd name="connsiteY3269" fmla="*/ 1257300 h 2304573"/>
                <a:gd name="connsiteX3270" fmla="*/ 2743200 w 3439001"/>
                <a:gd name="connsiteY3270" fmla="*/ 1256824 h 2304573"/>
                <a:gd name="connsiteX3271" fmla="*/ 2741295 w 3439001"/>
                <a:gd name="connsiteY3271" fmla="*/ 1254443 h 2304573"/>
                <a:gd name="connsiteX3272" fmla="*/ 2737009 w 3439001"/>
                <a:gd name="connsiteY3272" fmla="*/ 1248251 h 2304573"/>
                <a:gd name="connsiteX3273" fmla="*/ 2735580 w 3439001"/>
                <a:gd name="connsiteY3273" fmla="*/ 1247299 h 2304573"/>
                <a:gd name="connsiteX3274" fmla="*/ 2732246 w 3439001"/>
                <a:gd name="connsiteY3274" fmla="*/ 1245394 h 2304573"/>
                <a:gd name="connsiteX3275" fmla="*/ 2728913 w 3439001"/>
                <a:gd name="connsiteY3275" fmla="*/ 1244441 h 2304573"/>
                <a:gd name="connsiteX3276" fmla="*/ 2720340 w 3439001"/>
                <a:gd name="connsiteY3276" fmla="*/ 1243489 h 2304573"/>
                <a:gd name="connsiteX3277" fmla="*/ 2718435 w 3439001"/>
                <a:gd name="connsiteY3277" fmla="*/ 1242536 h 2304573"/>
                <a:gd name="connsiteX3278" fmla="*/ 2717483 w 3439001"/>
                <a:gd name="connsiteY3278" fmla="*/ 1242536 h 2304573"/>
                <a:gd name="connsiteX3279" fmla="*/ 2711768 w 3439001"/>
                <a:gd name="connsiteY3279" fmla="*/ 1245870 h 2304573"/>
                <a:gd name="connsiteX3280" fmla="*/ 2711768 w 3439001"/>
                <a:gd name="connsiteY3280" fmla="*/ 1246823 h 2304573"/>
                <a:gd name="connsiteX3281" fmla="*/ 2711291 w 3439001"/>
                <a:gd name="connsiteY3281" fmla="*/ 1247299 h 2304573"/>
                <a:gd name="connsiteX3282" fmla="*/ 2710339 w 3439001"/>
                <a:gd name="connsiteY3282" fmla="*/ 1248251 h 2304573"/>
                <a:gd name="connsiteX3283" fmla="*/ 2709386 w 3439001"/>
                <a:gd name="connsiteY3283" fmla="*/ 1248728 h 2304573"/>
                <a:gd name="connsiteX3284" fmla="*/ 2708910 w 3439001"/>
                <a:gd name="connsiteY3284" fmla="*/ 1248251 h 2304573"/>
                <a:gd name="connsiteX3285" fmla="*/ 2708434 w 3439001"/>
                <a:gd name="connsiteY3285" fmla="*/ 1247299 h 2304573"/>
                <a:gd name="connsiteX3286" fmla="*/ 2708434 w 3439001"/>
                <a:gd name="connsiteY3286" fmla="*/ 1245394 h 2304573"/>
                <a:gd name="connsiteX3287" fmla="*/ 2708910 w 3439001"/>
                <a:gd name="connsiteY3287" fmla="*/ 1242060 h 2304573"/>
                <a:gd name="connsiteX3288" fmla="*/ 2709386 w 3439001"/>
                <a:gd name="connsiteY3288" fmla="*/ 1239679 h 2304573"/>
                <a:gd name="connsiteX3289" fmla="*/ 2707958 w 3439001"/>
                <a:gd name="connsiteY3289" fmla="*/ 1238726 h 2304573"/>
                <a:gd name="connsiteX3290" fmla="*/ 2707481 w 3439001"/>
                <a:gd name="connsiteY3290" fmla="*/ 1237774 h 2304573"/>
                <a:gd name="connsiteX3291" fmla="*/ 2707481 w 3439001"/>
                <a:gd name="connsiteY3291" fmla="*/ 1236345 h 2304573"/>
                <a:gd name="connsiteX3292" fmla="*/ 2706529 w 3439001"/>
                <a:gd name="connsiteY3292" fmla="*/ 1235393 h 2304573"/>
                <a:gd name="connsiteX3293" fmla="*/ 2704624 w 3439001"/>
                <a:gd name="connsiteY3293" fmla="*/ 1234440 h 2304573"/>
                <a:gd name="connsiteX3294" fmla="*/ 2703671 w 3439001"/>
                <a:gd name="connsiteY3294" fmla="*/ 1233488 h 2304573"/>
                <a:gd name="connsiteX3295" fmla="*/ 2703671 w 3439001"/>
                <a:gd name="connsiteY3295" fmla="*/ 1232059 h 2304573"/>
                <a:gd name="connsiteX3296" fmla="*/ 2703671 w 3439001"/>
                <a:gd name="connsiteY3296" fmla="*/ 1231106 h 2304573"/>
                <a:gd name="connsiteX3297" fmla="*/ 2703195 w 3439001"/>
                <a:gd name="connsiteY3297" fmla="*/ 1230630 h 2304573"/>
                <a:gd name="connsiteX3298" fmla="*/ 2700814 w 3439001"/>
                <a:gd name="connsiteY3298" fmla="*/ 1231583 h 2304573"/>
                <a:gd name="connsiteX3299" fmla="*/ 2697004 w 3439001"/>
                <a:gd name="connsiteY3299" fmla="*/ 1233964 h 2304573"/>
                <a:gd name="connsiteX3300" fmla="*/ 2694146 w 3439001"/>
                <a:gd name="connsiteY3300" fmla="*/ 1236345 h 2304573"/>
                <a:gd name="connsiteX3301" fmla="*/ 2692718 w 3439001"/>
                <a:gd name="connsiteY3301" fmla="*/ 1238250 h 2304573"/>
                <a:gd name="connsiteX3302" fmla="*/ 2690813 w 3439001"/>
                <a:gd name="connsiteY3302" fmla="*/ 1239203 h 2304573"/>
                <a:gd name="connsiteX3303" fmla="*/ 2687955 w 3439001"/>
                <a:gd name="connsiteY3303" fmla="*/ 1239679 h 2304573"/>
                <a:gd name="connsiteX3304" fmla="*/ 2685574 w 3439001"/>
                <a:gd name="connsiteY3304" fmla="*/ 1240631 h 2304573"/>
                <a:gd name="connsiteX3305" fmla="*/ 2681764 w 3439001"/>
                <a:gd name="connsiteY3305" fmla="*/ 1243489 h 2304573"/>
                <a:gd name="connsiteX3306" fmla="*/ 2678906 w 3439001"/>
                <a:gd name="connsiteY3306" fmla="*/ 1244918 h 2304573"/>
                <a:gd name="connsiteX3307" fmla="*/ 2674144 w 3439001"/>
                <a:gd name="connsiteY3307" fmla="*/ 1245870 h 2304573"/>
                <a:gd name="connsiteX3308" fmla="*/ 2667476 w 3439001"/>
                <a:gd name="connsiteY3308" fmla="*/ 1246823 h 2304573"/>
                <a:gd name="connsiteX3309" fmla="*/ 2661761 w 3439001"/>
                <a:gd name="connsiteY3309" fmla="*/ 1248728 h 2304573"/>
                <a:gd name="connsiteX3310" fmla="*/ 2657475 w 3439001"/>
                <a:gd name="connsiteY3310" fmla="*/ 1252061 h 2304573"/>
                <a:gd name="connsiteX3311" fmla="*/ 2652236 w 3439001"/>
                <a:gd name="connsiteY3311" fmla="*/ 1254919 h 2304573"/>
                <a:gd name="connsiteX3312" fmla="*/ 2646045 w 3439001"/>
                <a:gd name="connsiteY3312" fmla="*/ 1257300 h 2304573"/>
                <a:gd name="connsiteX3313" fmla="*/ 2641759 w 3439001"/>
                <a:gd name="connsiteY3313" fmla="*/ 1258253 h 2304573"/>
                <a:gd name="connsiteX3314" fmla="*/ 2639378 w 3439001"/>
                <a:gd name="connsiteY3314" fmla="*/ 1257776 h 2304573"/>
                <a:gd name="connsiteX3315" fmla="*/ 2636520 w 3439001"/>
                <a:gd name="connsiteY3315" fmla="*/ 1256348 h 2304573"/>
                <a:gd name="connsiteX3316" fmla="*/ 2632234 w 3439001"/>
                <a:gd name="connsiteY3316" fmla="*/ 1253966 h 2304573"/>
                <a:gd name="connsiteX3317" fmla="*/ 2631758 w 3439001"/>
                <a:gd name="connsiteY3317" fmla="*/ 1253966 h 2304573"/>
                <a:gd name="connsiteX3318" fmla="*/ 2632234 w 3439001"/>
                <a:gd name="connsiteY3318" fmla="*/ 1254443 h 2304573"/>
                <a:gd name="connsiteX3319" fmla="*/ 2632234 w 3439001"/>
                <a:gd name="connsiteY3319" fmla="*/ 1254919 h 2304573"/>
                <a:gd name="connsiteX3320" fmla="*/ 2631281 w 3439001"/>
                <a:gd name="connsiteY3320" fmla="*/ 1255395 h 2304573"/>
                <a:gd name="connsiteX3321" fmla="*/ 2626043 w 3439001"/>
                <a:gd name="connsiteY3321" fmla="*/ 1257300 h 2304573"/>
                <a:gd name="connsiteX3322" fmla="*/ 2625566 w 3439001"/>
                <a:gd name="connsiteY3322" fmla="*/ 1256824 h 2304573"/>
                <a:gd name="connsiteX3323" fmla="*/ 2627471 w 3439001"/>
                <a:gd name="connsiteY3323" fmla="*/ 1254443 h 2304573"/>
                <a:gd name="connsiteX3324" fmla="*/ 2628424 w 3439001"/>
                <a:gd name="connsiteY3324" fmla="*/ 1252538 h 2304573"/>
                <a:gd name="connsiteX3325" fmla="*/ 2628424 w 3439001"/>
                <a:gd name="connsiteY3325" fmla="*/ 1250633 h 2304573"/>
                <a:gd name="connsiteX3326" fmla="*/ 2629376 w 3439001"/>
                <a:gd name="connsiteY3326" fmla="*/ 1248728 h 2304573"/>
                <a:gd name="connsiteX3327" fmla="*/ 2631281 w 3439001"/>
                <a:gd name="connsiteY3327" fmla="*/ 1246346 h 2304573"/>
                <a:gd name="connsiteX3328" fmla="*/ 2631758 w 3439001"/>
                <a:gd name="connsiteY3328" fmla="*/ 1244441 h 2304573"/>
                <a:gd name="connsiteX3329" fmla="*/ 2631281 w 3439001"/>
                <a:gd name="connsiteY3329" fmla="*/ 1243489 h 2304573"/>
                <a:gd name="connsiteX3330" fmla="*/ 2629376 w 3439001"/>
                <a:gd name="connsiteY3330" fmla="*/ 1242060 h 2304573"/>
                <a:gd name="connsiteX3331" fmla="*/ 2627948 w 3439001"/>
                <a:gd name="connsiteY3331" fmla="*/ 1242060 h 2304573"/>
                <a:gd name="connsiteX3332" fmla="*/ 2626043 w 3439001"/>
                <a:gd name="connsiteY3332" fmla="*/ 1242536 h 2304573"/>
                <a:gd name="connsiteX3333" fmla="*/ 2619851 w 3439001"/>
                <a:gd name="connsiteY3333" fmla="*/ 1246346 h 2304573"/>
                <a:gd name="connsiteX3334" fmla="*/ 2619375 w 3439001"/>
                <a:gd name="connsiteY3334" fmla="*/ 1245870 h 2304573"/>
                <a:gd name="connsiteX3335" fmla="*/ 2617470 w 3439001"/>
                <a:gd name="connsiteY3335" fmla="*/ 1245394 h 2304573"/>
                <a:gd name="connsiteX3336" fmla="*/ 2616994 w 3439001"/>
                <a:gd name="connsiteY3336" fmla="*/ 1245394 h 2304573"/>
                <a:gd name="connsiteX3337" fmla="*/ 2612231 w 3439001"/>
                <a:gd name="connsiteY3337" fmla="*/ 1248728 h 2304573"/>
                <a:gd name="connsiteX3338" fmla="*/ 2607469 w 3439001"/>
                <a:gd name="connsiteY3338" fmla="*/ 1250633 h 2304573"/>
                <a:gd name="connsiteX3339" fmla="*/ 2596039 w 3439001"/>
                <a:gd name="connsiteY3339" fmla="*/ 1253490 h 2304573"/>
                <a:gd name="connsiteX3340" fmla="*/ 2593181 w 3439001"/>
                <a:gd name="connsiteY3340" fmla="*/ 1253966 h 2304573"/>
                <a:gd name="connsiteX3341" fmla="*/ 2590800 w 3439001"/>
                <a:gd name="connsiteY3341" fmla="*/ 1253966 h 2304573"/>
                <a:gd name="connsiteX3342" fmla="*/ 2587943 w 3439001"/>
                <a:gd name="connsiteY3342" fmla="*/ 1252538 h 2304573"/>
                <a:gd name="connsiteX3343" fmla="*/ 2586990 w 3439001"/>
                <a:gd name="connsiteY3343" fmla="*/ 1251585 h 2304573"/>
                <a:gd name="connsiteX3344" fmla="*/ 2586990 w 3439001"/>
                <a:gd name="connsiteY3344" fmla="*/ 1250633 h 2304573"/>
                <a:gd name="connsiteX3345" fmla="*/ 2588419 w 3439001"/>
                <a:gd name="connsiteY3345" fmla="*/ 1249204 h 2304573"/>
                <a:gd name="connsiteX3346" fmla="*/ 2602706 w 3439001"/>
                <a:gd name="connsiteY3346" fmla="*/ 1239203 h 2304573"/>
                <a:gd name="connsiteX3347" fmla="*/ 2611279 w 3439001"/>
                <a:gd name="connsiteY3347" fmla="*/ 1232059 h 2304573"/>
                <a:gd name="connsiteX3348" fmla="*/ 2626043 w 3439001"/>
                <a:gd name="connsiteY3348" fmla="*/ 1218724 h 2304573"/>
                <a:gd name="connsiteX3349" fmla="*/ 2629853 w 3439001"/>
                <a:gd name="connsiteY3349" fmla="*/ 1215866 h 2304573"/>
                <a:gd name="connsiteX3350" fmla="*/ 2638425 w 3439001"/>
                <a:gd name="connsiteY3350" fmla="*/ 1211580 h 2304573"/>
                <a:gd name="connsiteX3351" fmla="*/ 2652236 w 3439001"/>
                <a:gd name="connsiteY3351" fmla="*/ 1207294 h 2304573"/>
                <a:gd name="connsiteX3352" fmla="*/ 2658904 w 3439001"/>
                <a:gd name="connsiteY3352" fmla="*/ 1204913 h 2304573"/>
                <a:gd name="connsiteX3353" fmla="*/ 2664619 w 3439001"/>
                <a:gd name="connsiteY3353" fmla="*/ 1202531 h 2304573"/>
                <a:gd name="connsiteX3354" fmla="*/ 2668429 w 3439001"/>
                <a:gd name="connsiteY3354" fmla="*/ 1200626 h 2304573"/>
                <a:gd name="connsiteX3355" fmla="*/ 2669858 w 3439001"/>
                <a:gd name="connsiteY3355" fmla="*/ 1199198 h 2304573"/>
                <a:gd name="connsiteX3356" fmla="*/ 2671286 w 3439001"/>
                <a:gd name="connsiteY3356" fmla="*/ 1198721 h 2304573"/>
                <a:gd name="connsiteX3357" fmla="*/ 2672239 w 3439001"/>
                <a:gd name="connsiteY3357" fmla="*/ 1198721 h 2304573"/>
                <a:gd name="connsiteX3358" fmla="*/ 2673191 w 3439001"/>
                <a:gd name="connsiteY3358" fmla="*/ 1198245 h 2304573"/>
                <a:gd name="connsiteX3359" fmla="*/ 2666524 w 3439001"/>
                <a:gd name="connsiteY3359" fmla="*/ 1197769 h 2304573"/>
                <a:gd name="connsiteX3360" fmla="*/ 2662238 w 3439001"/>
                <a:gd name="connsiteY3360" fmla="*/ 1198721 h 2304573"/>
                <a:gd name="connsiteX3361" fmla="*/ 2658904 w 3439001"/>
                <a:gd name="connsiteY3361" fmla="*/ 1197769 h 2304573"/>
                <a:gd name="connsiteX3362" fmla="*/ 2657475 w 3439001"/>
                <a:gd name="connsiteY3362" fmla="*/ 1194911 h 2304573"/>
                <a:gd name="connsiteX3363" fmla="*/ 2655570 w 3439001"/>
                <a:gd name="connsiteY3363" fmla="*/ 1193006 h 2304573"/>
                <a:gd name="connsiteX3364" fmla="*/ 2647950 w 3439001"/>
                <a:gd name="connsiteY3364" fmla="*/ 1193959 h 2304573"/>
                <a:gd name="connsiteX3365" fmla="*/ 2638425 w 3439001"/>
                <a:gd name="connsiteY3365" fmla="*/ 1193483 h 2304573"/>
                <a:gd name="connsiteX3366" fmla="*/ 2633663 w 3439001"/>
                <a:gd name="connsiteY3366" fmla="*/ 1193959 h 2304573"/>
                <a:gd name="connsiteX3367" fmla="*/ 2631758 w 3439001"/>
                <a:gd name="connsiteY3367" fmla="*/ 1193006 h 2304573"/>
                <a:gd name="connsiteX3368" fmla="*/ 2630329 w 3439001"/>
                <a:gd name="connsiteY3368" fmla="*/ 1190149 h 2304573"/>
                <a:gd name="connsiteX3369" fmla="*/ 2627948 w 3439001"/>
                <a:gd name="connsiteY3369" fmla="*/ 1189673 h 2304573"/>
                <a:gd name="connsiteX3370" fmla="*/ 2623661 w 3439001"/>
                <a:gd name="connsiteY3370" fmla="*/ 1190149 h 2304573"/>
                <a:gd name="connsiteX3371" fmla="*/ 2617470 w 3439001"/>
                <a:gd name="connsiteY3371" fmla="*/ 1193959 h 2304573"/>
                <a:gd name="connsiteX3372" fmla="*/ 2611755 w 3439001"/>
                <a:gd name="connsiteY3372" fmla="*/ 1195864 h 2304573"/>
                <a:gd name="connsiteX3373" fmla="*/ 2607469 w 3439001"/>
                <a:gd name="connsiteY3373" fmla="*/ 1195864 h 2304573"/>
                <a:gd name="connsiteX3374" fmla="*/ 2603183 w 3439001"/>
                <a:gd name="connsiteY3374" fmla="*/ 1193959 h 2304573"/>
                <a:gd name="connsiteX3375" fmla="*/ 2596039 w 3439001"/>
                <a:gd name="connsiteY3375" fmla="*/ 1190149 h 2304573"/>
                <a:gd name="connsiteX3376" fmla="*/ 2591276 w 3439001"/>
                <a:gd name="connsiteY3376" fmla="*/ 1185863 h 2304573"/>
                <a:gd name="connsiteX3377" fmla="*/ 2585561 w 3439001"/>
                <a:gd name="connsiteY3377" fmla="*/ 1184434 h 2304573"/>
                <a:gd name="connsiteX3378" fmla="*/ 2581275 w 3439001"/>
                <a:gd name="connsiteY3378" fmla="*/ 1184910 h 2304573"/>
                <a:gd name="connsiteX3379" fmla="*/ 2579370 w 3439001"/>
                <a:gd name="connsiteY3379" fmla="*/ 1187291 h 2304573"/>
                <a:gd name="connsiteX3380" fmla="*/ 2576989 w 3439001"/>
                <a:gd name="connsiteY3380" fmla="*/ 1187291 h 2304573"/>
                <a:gd name="connsiteX3381" fmla="*/ 2575560 w 3439001"/>
                <a:gd name="connsiteY3381" fmla="*/ 1183481 h 2304573"/>
                <a:gd name="connsiteX3382" fmla="*/ 2574131 w 3439001"/>
                <a:gd name="connsiteY3382" fmla="*/ 1180624 h 2304573"/>
                <a:gd name="connsiteX3383" fmla="*/ 2571274 w 3439001"/>
                <a:gd name="connsiteY3383" fmla="*/ 1179195 h 2304573"/>
                <a:gd name="connsiteX3384" fmla="*/ 2566035 w 3439001"/>
                <a:gd name="connsiteY3384" fmla="*/ 1176338 h 2304573"/>
                <a:gd name="connsiteX3385" fmla="*/ 2562701 w 3439001"/>
                <a:gd name="connsiteY3385" fmla="*/ 1174909 h 2304573"/>
                <a:gd name="connsiteX3386" fmla="*/ 2557463 w 3439001"/>
                <a:gd name="connsiteY3386" fmla="*/ 1173004 h 2304573"/>
                <a:gd name="connsiteX3387" fmla="*/ 2555558 w 3439001"/>
                <a:gd name="connsiteY3387" fmla="*/ 1172528 h 2304573"/>
                <a:gd name="connsiteX3388" fmla="*/ 2552224 w 3439001"/>
                <a:gd name="connsiteY3388" fmla="*/ 1172528 h 2304573"/>
                <a:gd name="connsiteX3389" fmla="*/ 2548890 w 3439001"/>
                <a:gd name="connsiteY3389" fmla="*/ 1172528 h 2304573"/>
                <a:gd name="connsiteX3390" fmla="*/ 2544604 w 3439001"/>
                <a:gd name="connsiteY3390" fmla="*/ 1173004 h 2304573"/>
                <a:gd name="connsiteX3391" fmla="*/ 2541746 w 3439001"/>
                <a:gd name="connsiteY3391" fmla="*/ 1175385 h 2304573"/>
                <a:gd name="connsiteX3392" fmla="*/ 2538413 w 3439001"/>
                <a:gd name="connsiteY3392" fmla="*/ 1176338 h 2304573"/>
                <a:gd name="connsiteX3393" fmla="*/ 2533650 w 3439001"/>
                <a:gd name="connsiteY3393" fmla="*/ 1176814 h 2304573"/>
                <a:gd name="connsiteX3394" fmla="*/ 2530316 w 3439001"/>
                <a:gd name="connsiteY3394" fmla="*/ 1175861 h 2304573"/>
                <a:gd name="connsiteX3395" fmla="*/ 2528888 w 3439001"/>
                <a:gd name="connsiteY3395" fmla="*/ 1173480 h 2304573"/>
                <a:gd name="connsiteX3396" fmla="*/ 2521744 w 3439001"/>
                <a:gd name="connsiteY3396" fmla="*/ 1171099 h 2304573"/>
                <a:gd name="connsiteX3397" fmla="*/ 2509361 w 3439001"/>
                <a:gd name="connsiteY3397" fmla="*/ 1169194 h 2304573"/>
                <a:gd name="connsiteX3398" fmla="*/ 2502218 w 3439001"/>
                <a:gd name="connsiteY3398" fmla="*/ 1167289 h 2304573"/>
                <a:gd name="connsiteX3399" fmla="*/ 2500313 w 3439001"/>
                <a:gd name="connsiteY3399" fmla="*/ 1165860 h 2304573"/>
                <a:gd name="connsiteX3400" fmla="*/ 2499360 w 3439001"/>
                <a:gd name="connsiteY3400" fmla="*/ 1164431 h 2304573"/>
                <a:gd name="connsiteX3401" fmla="*/ 2498884 w 3439001"/>
                <a:gd name="connsiteY3401" fmla="*/ 1162050 h 2304573"/>
                <a:gd name="connsiteX3402" fmla="*/ 2498884 w 3439001"/>
                <a:gd name="connsiteY3402" fmla="*/ 1162050 h 2304573"/>
                <a:gd name="connsiteX3403" fmla="*/ 2496026 w 3439001"/>
                <a:gd name="connsiteY3403" fmla="*/ 1155859 h 2304573"/>
                <a:gd name="connsiteX3404" fmla="*/ 2494598 w 3439001"/>
                <a:gd name="connsiteY3404" fmla="*/ 1150620 h 2304573"/>
                <a:gd name="connsiteX3405" fmla="*/ 2494121 w 3439001"/>
                <a:gd name="connsiteY3405" fmla="*/ 1144429 h 2304573"/>
                <a:gd name="connsiteX3406" fmla="*/ 2494121 w 3439001"/>
                <a:gd name="connsiteY3406" fmla="*/ 1142524 h 2304573"/>
                <a:gd name="connsiteX3407" fmla="*/ 2493645 w 3439001"/>
                <a:gd name="connsiteY3407" fmla="*/ 1142048 h 2304573"/>
                <a:gd name="connsiteX3408" fmla="*/ 2491264 w 3439001"/>
                <a:gd name="connsiteY3408" fmla="*/ 1140619 h 2304573"/>
                <a:gd name="connsiteX3409" fmla="*/ 2484120 w 3439001"/>
                <a:gd name="connsiteY3409" fmla="*/ 1139666 h 2304573"/>
                <a:gd name="connsiteX3410" fmla="*/ 2484120 w 3439001"/>
                <a:gd name="connsiteY3410" fmla="*/ 1146810 h 2304573"/>
                <a:gd name="connsiteX3411" fmla="*/ 2484120 w 3439001"/>
                <a:gd name="connsiteY3411" fmla="*/ 1155859 h 2304573"/>
                <a:gd name="connsiteX3412" fmla="*/ 2476024 w 3439001"/>
                <a:gd name="connsiteY3412" fmla="*/ 1155859 h 2304573"/>
                <a:gd name="connsiteX3413" fmla="*/ 2461736 w 3439001"/>
                <a:gd name="connsiteY3413" fmla="*/ 1155859 h 2304573"/>
                <a:gd name="connsiteX3414" fmla="*/ 2447449 w 3439001"/>
                <a:gd name="connsiteY3414" fmla="*/ 1155859 h 2304573"/>
                <a:gd name="connsiteX3415" fmla="*/ 2433161 w 3439001"/>
                <a:gd name="connsiteY3415" fmla="*/ 1155859 h 2304573"/>
                <a:gd name="connsiteX3416" fmla="*/ 2418874 w 3439001"/>
                <a:gd name="connsiteY3416" fmla="*/ 1155859 h 2304573"/>
                <a:gd name="connsiteX3417" fmla="*/ 2404586 w 3439001"/>
                <a:gd name="connsiteY3417" fmla="*/ 1155859 h 2304573"/>
                <a:gd name="connsiteX3418" fmla="*/ 2390299 w 3439001"/>
                <a:gd name="connsiteY3418" fmla="*/ 1155859 h 2304573"/>
                <a:gd name="connsiteX3419" fmla="*/ 2376011 w 3439001"/>
                <a:gd name="connsiteY3419" fmla="*/ 1155859 h 2304573"/>
                <a:gd name="connsiteX3420" fmla="*/ 2361724 w 3439001"/>
                <a:gd name="connsiteY3420" fmla="*/ 1155859 h 2304573"/>
                <a:gd name="connsiteX3421" fmla="*/ 2347436 w 3439001"/>
                <a:gd name="connsiteY3421" fmla="*/ 1155859 h 2304573"/>
                <a:gd name="connsiteX3422" fmla="*/ 2333149 w 3439001"/>
                <a:gd name="connsiteY3422" fmla="*/ 1155859 h 2304573"/>
                <a:gd name="connsiteX3423" fmla="*/ 2318861 w 3439001"/>
                <a:gd name="connsiteY3423" fmla="*/ 1155859 h 2304573"/>
                <a:gd name="connsiteX3424" fmla="*/ 2304574 w 3439001"/>
                <a:gd name="connsiteY3424" fmla="*/ 1155859 h 2304573"/>
                <a:gd name="connsiteX3425" fmla="*/ 2290286 w 3439001"/>
                <a:gd name="connsiteY3425" fmla="*/ 1155859 h 2304573"/>
                <a:gd name="connsiteX3426" fmla="*/ 2275999 w 3439001"/>
                <a:gd name="connsiteY3426" fmla="*/ 1155859 h 2304573"/>
                <a:gd name="connsiteX3427" fmla="*/ 2261711 w 3439001"/>
                <a:gd name="connsiteY3427" fmla="*/ 1155859 h 2304573"/>
                <a:gd name="connsiteX3428" fmla="*/ 2247424 w 3439001"/>
                <a:gd name="connsiteY3428" fmla="*/ 1155859 h 2304573"/>
                <a:gd name="connsiteX3429" fmla="*/ 2233136 w 3439001"/>
                <a:gd name="connsiteY3429" fmla="*/ 1155859 h 2304573"/>
                <a:gd name="connsiteX3430" fmla="*/ 2218849 w 3439001"/>
                <a:gd name="connsiteY3430" fmla="*/ 1155859 h 2304573"/>
                <a:gd name="connsiteX3431" fmla="*/ 2204561 w 3439001"/>
                <a:gd name="connsiteY3431" fmla="*/ 1155859 h 2304573"/>
                <a:gd name="connsiteX3432" fmla="*/ 2190274 w 3439001"/>
                <a:gd name="connsiteY3432" fmla="*/ 1155859 h 2304573"/>
                <a:gd name="connsiteX3433" fmla="*/ 2175986 w 3439001"/>
                <a:gd name="connsiteY3433" fmla="*/ 1155859 h 2304573"/>
                <a:gd name="connsiteX3434" fmla="*/ 2161699 w 3439001"/>
                <a:gd name="connsiteY3434" fmla="*/ 1155859 h 2304573"/>
                <a:gd name="connsiteX3435" fmla="*/ 2147411 w 3439001"/>
                <a:gd name="connsiteY3435" fmla="*/ 1155859 h 2304573"/>
                <a:gd name="connsiteX3436" fmla="*/ 2133124 w 3439001"/>
                <a:gd name="connsiteY3436" fmla="*/ 1155859 h 2304573"/>
                <a:gd name="connsiteX3437" fmla="*/ 2118836 w 3439001"/>
                <a:gd name="connsiteY3437" fmla="*/ 1155859 h 2304573"/>
                <a:gd name="connsiteX3438" fmla="*/ 2104549 w 3439001"/>
                <a:gd name="connsiteY3438" fmla="*/ 1155859 h 2304573"/>
                <a:gd name="connsiteX3439" fmla="*/ 2090261 w 3439001"/>
                <a:gd name="connsiteY3439" fmla="*/ 1155859 h 2304573"/>
                <a:gd name="connsiteX3440" fmla="*/ 2075974 w 3439001"/>
                <a:gd name="connsiteY3440" fmla="*/ 1155859 h 2304573"/>
                <a:gd name="connsiteX3441" fmla="*/ 2061686 w 3439001"/>
                <a:gd name="connsiteY3441" fmla="*/ 1155859 h 2304573"/>
                <a:gd name="connsiteX3442" fmla="*/ 2047399 w 3439001"/>
                <a:gd name="connsiteY3442" fmla="*/ 1155859 h 2304573"/>
                <a:gd name="connsiteX3443" fmla="*/ 2033111 w 3439001"/>
                <a:gd name="connsiteY3443" fmla="*/ 1155859 h 2304573"/>
                <a:gd name="connsiteX3444" fmla="*/ 2018824 w 3439001"/>
                <a:gd name="connsiteY3444" fmla="*/ 1155859 h 2304573"/>
                <a:gd name="connsiteX3445" fmla="*/ 2004536 w 3439001"/>
                <a:gd name="connsiteY3445" fmla="*/ 1155859 h 2304573"/>
                <a:gd name="connsiteX3446" fmla="*/ 1990249 w 3439001"/>
                <a:gd name="connsiteY3446" fmla="*/ 1155859 h 2304573"/>
                <a:gd name="connsiteX3447" fmla="*/ 1975961 w 3439001"/>
                <a:gd name="connsiteY3447" fmla="*/ 1155859 h 2304573"/>
                <a:gd name="connsiteX3448" fmla="*/ 1961674 w 3439001"/>
                <a:gd name="connsiteY3448" fmla="*/ 1155859 h 2304573"/>
                <a:gd name="connsiteX3449" fmla="*/ 1947386 w 3439001"/>
                <a:gd name="connsiteY3449" fmla="*/ 1155859 h 2304573"/>
                <a:gd name="connsiteX3450" fmla="*/ 1933099 w 3439001"/>
                <a:gd name="connsiteY3450" fmla="*/ 1155859 h 2304573"/>
                <a:gd name="connsiteX3451" fmla="*/ 1918811 w 3439001"/>
                <a:gd name="connsiteY3451" fmla="*/ 1155859 h 2304573"/>
                <a:gd name="connsiteX3452" fmla="*/ 1904524 w 3439001"/>
                <a:gd name="connsiteY3452" fmla="*/ 1155859 h 2304573"/>
                <a:gd name="connsiteX3453" fmla="*/ 1890236 w 3439001"/>
                <a:gd name="connsiteY3453" fmla="*/ 1155859 h 2304573"/>
                <a:gd name="connsiteX3454" fmla="*/ 1875949 w 3439001"/>
                <a:gd name="connsiteY3454" fmla="*/ 1155859 h 2304573"/>
                <a:gd name="connsiteX3455" fmla="*/ 1861661 w 3439001"/>
                <a:gd name="connsiteY3455" fmla="*/ 1155859 h 2304573"/>
                <a:gd name="connsiteX3456" fmla="*/ 1847374 w 3439001"/>
                <a:gd name="connsiteY3456" fmla="*/ 1155859 h 2304573"/>
                <a:gd name="connsiteX3457" fmla="*/ 1833086 w 3439001"/>
                <a:gd name="connsiteY3457" fmla="*/ 1155859 h 2304573"/>
                <a:gd name="connsiteX3458" fmla="*/ 1818799 w 3439001"/>
                <a:gd name="connsiteY3458" fmla="*/ 1155859 h 2304573"/>
                <a:gd name="connsiteX3459" fmla="*/ 1804511 w 3439001"/>
                <a:gd name="connsiteY3459" fmla="*/ 1155859 h 2304573"/>
                <a:gd name="connsiteX3460" fmla="*/ 1790224 w 3439001"/>
                <a:gd name="connsiteY3460" fmla="*/ 1155859 h 2304573"/>
                <a:gd name="connsiteX3461" fmla="*/ 1775936 w 3439001"/>
                <a:gd name="connsiteY3461" fmla="*/ 1155859 h 2304573"/>
                <a:gd name="connsiteX3462" fmla="*/ 1761649 w 3439001"/>
                <a:gd name="connsiteY3462" fmla="*/ 1155859 h 2304573"/>
                <a:gd name="connsiteX3463" fmla="*/ 1747361 w 3439001"/>
                <a:gd name="connsiteY3463" fmla="*/ 1155859 h 2304573"/>
                <a:gd name="connsiteX3464" fmla="*/ 1733074 w 3439001"/>
                <a:gd name="connsiteY3464" fmla="*/ 1155859 h 2304573"/>
                <a:gd name="connsiteX3465" fmla="*/ 1718786 w 3439001"/>
                <a:gd name="connsiteY3465" fmla="*/ 1155859 h 2304573"/>
                <a:gd name="connsiteX3466" fmla="*/ 1704499 w 3439001"/>
                <a:gd name="connsiteY3466" fmla="*/ 1155859 h 2304573"/>
                <a:gd name="connsiteX3467" fmla="*/ 1690211 w 3439001"/>
                <a:gd name="connsiteY3467" fmla="*/ 1155859 h 2304573"/>
                <a:gd name="connsiteX3468" fmla="*/ 1675924 w 3439001"/>
                <a:gd name="connsiteY3468" fmla="*/ 1155859 h 2304573"/>
                <a:gd name="connsiteX3469" fmla="*/ 1661636 w 3439001"/>
                <a:gd name="connsiteY3469" fmla="*/ 1155859 h 2304573"/>
                <a:gd name="connsiteX3470" fmla="*/ 1647349 w 3439001"/>
                <a:gd name="connsiteY3470" fmla="*/ 1155859 h 2304573"/>
                <a:gd name="connsiteX3471" fmla="*/ 1633061 w 3439001"/>
                <a:gd name="connsiteY3471" fmla="*/ 1155859 h 2304573"/>
                <a:gd name="connsiteX3472" fmla="*/ 1618774 w 3439001"/>
                <a:gd name="connsiteY3472" fmla="*/ 1155859 h 2304573"/>
                <a:gd name="connsiteX3473" fmla="*/ 1604486 w 3439001"/>
                <a:gd name="connsiteY3473" fmla="*/ 1155859 h 2304573"/>
                <a:gd name="connsiteX3474" fmla="*/ 1590199 w 3439001"/>
                <a:gd name="connsiteY3474" fmla="*/ 1155859 h 2304573"/>
                <a:gd name="connsiteX3475" fmla="*/ 1575911 w 3439001"/>
                <a:gd name="connsiteY3475" fmla="*/ 1155859 h 2304573"/>
                <a:gd name="connsiteX3476" fmla="*/ 1561624 w 3439001"/>
                <a:gd name="connsiteY3476" fmla="*/ 1155859 h 2304573"/>
                <a:gd name="connsiteX3477" fmla="*/ 1558290 w 3439001"/>
                <a:gd name="connsiteY3477" fmla="*/ 1155859 h 2304573"/>
                <a:gd name="connsiteX3478" fmla="*/ 1560671 w 3439001"/>
                <a:gd name="connsiteY3478" fmla="*/ 1162050 h 2304573"/>
                <a:gd name="connsiteX3479" fmla="*/ 1562100 w 3439001"/>
                <a:gd name="connsiteY3479" fmla="*/ 1164431 h 2304573"/>
                <a:gd name="connsiteX3480" fmla="*/ 1563053 w 3439001"/>
                <a:gd name="connsiteY3480" fmla="*/ 1165860 h 2304573"/>
                <a:gd name="connsiteX3481" fmla="*/ 1564958 w 3439001"/>
                <a:gd name="connsiteY3481" fmla="*/ 1165860 h 2304573"/>
                <a:gd name="connsiteX3482" fmla="*/ 1565434 w 3439001"/>
                <a:gd name="connsiteY3482" fmla="*/ 1165384 h 2304573"/>
                <a:gd name="connsiteX3483" fmla="*/ 1565910 w 3439001"/>
                <a:gd name="connsiteY3483" fmla="*/ 1165384 h 2304573"/>
                <a:gd name="connsiteX3484" fmla="*/ 1566386 w 3439001"/>
                <a:gd name="connsiteY3484" fmla="*/ 1165860 h 2304573"/>
                <a:gd name="connsiteX3485" fmla="*/ 1567339 w 3439001"/>
                <a:gd name="connsiteY3485" fmla="*/ 1169670 h 2304573"/>
                <a:gd name="connsiteX3486" fmla="*/ 1567339 w 3439001"/>
                <a:gd name="connsiteY3486" fmla="*/ 1174433 h 2304573"/>
                <a:gd name="connsiteX3487" fmla="*/ 1567815 w 3439001"/>
                <a:gd name="connsiteY3487" fmla="*/ 1175385 h 2304573"/>
                <a:gd name="connsiteX3488" fmla="*/ 1567815 w 3439001"/>
                <a:gd name="connsiteY3488" fmla="*/ 1176814 h 2304573"/>
                <a:gd name="connsiteX3489" fmla="*/ 1566386 w 3439001"/>
                <a:gd name="connsiteY3489" fmla="*/ 1177766 h 2304573"/>
                <a:gd name="connsiteX3490" fmla="*/ 1563529 w 3439001"/>
                <a:gd name="connsiteY3490" fmla="*/ 1177290 h 2304573"/>
                <a:gd name="connsiteX3491" fmla="*/ 1562576 w 3439001"/>
                <a:gd name="connsiteY3491" fmla="*/ 1177766 h 2304573"/>
                <a:gd name="connsiteX3492" fmla="*/ 1562100 w 3439001"/>
                <a:gd name="connsiteY3492" fmla="*/ 1178719 h 2304573"/>
                <a:gd name="connsiteX3493" fmla="*/ 1562100 w 3439001"/>
                <a:gd name="connsiteY3493" fmla="*/ 1179671 h 2304573"/>
                <a:gd name="connsiteX3494" fmla="*/ 1563053 w 3439001"/>
                <a:gd name="connsiteY3494" fmla="*/ 1180148 h 2304573"/>
                <a:gd name="connsiteX3495" fmla="*/ 1564958 w 3439001"/>
                <a:gd name="connsiteY3495" fmla="*/ 1180148 h 2304573"/>
                <a:gd name="connsiteX3496" fmla="*/ 1566386 w 3439001"/>
                <a:gd name="connsiteY3496" fmla="*/ 1181100 h 2304573"/>
                <a:gd name="connsiteX3497" fmla="*/ 1568291 w 3439001"/>
                <a:gd name="connsiteY3497" fmla="*/ 1182529 h 2304573"/>
                <a:gd name="connsiteX3498" fmla="*/ 1571149 w 3439001"/>
                <a:gd name="connsiteY3498" fmla="*/ 1185863 h 2304573"/>
                <a:gd name="connsiteX3499" fmla="*/ 1571149 w 3439001"/>
                <a:gd name="connsiteY3499" fmla="*/ 1186815 h 2304573"/>
                <a:gd name="connsiteX3500" fmla="*/ 1568768 w 3439001"/>
                <a:gd name="connsiteY3500" fmla="*/ 1187291 h 2304573"/>
                <a:gd name="connsiteX3501" fmla="*/ 1566863 w 3439001"/>
                <a:gd name="connsiteY3501" fmla="*/ 1188720 h 2304573"/>
                <a:gd name="connsiteX3502" fmla="*/ 1566386 w 3439001"/>
                <a:gd name="connsiteY3502" fmla="*/ 1190149 h 2304573"/>
                <a:gd name="connsiteX3503" fmla="*/ 1566863 w 3439001"/>
                <a:gd name="connsiteY3503" fmla="*/ 1192054 h 2304573"/>
                <a:gd name="connsiteX3504" fmla="*/ 1567815 w 3439001"/>
                <a:gd name="connsiteY3504" fmla="*/ 1193483 h 2304573"/>
                <a:gd name="connsiteX3505" fmla="*/ 1571149 w 3439001"/>
                <a:gd name="connsiteY3505" fmla="*/ 1195388 h 2304573"/>
                <a:gd name="connsiteX3506" fmla="*/ 1571625 w 3439001"/>
                <a:gd name="connsiteY3506" fmla="*/ 1194911 h 2304573"/>
                <a:gd name="connsiteX3507" fmla="*/ 1570196 w 3439001"/>
                <a:gd name="connsiteY3507" fmla="*/ 1191101 h 2304573"/>
                <a:gd name="connsiteX3508" fmla="*/ 1570673 w 3439001"/>
                <a:gd name="connsiteY3508" fmla="*/ 1190625 h 2304573"/>
                <a:gd name="connsiteX3509" fmla="*/ 1571625 w 3439001"/>
                <a:gd name="connsiteY3509" fmla="*/ 1191578 h 2304573"/>
                <a:gd name="connsiteX3510" fmla="*/ 1573054 w 3439001"/>
                <a:gd name="connsiteY3510" fmla="*/ 1193959 h 2304573"/>
                <a:gd name="connsiteX3511" fmla="*/ 1574483 w 3439001"/>
                <a:gd name="connsiteY3511" fmla="*/ 1195388 h 2304573"/>
                <a:gd name="connsiteX3512" fmla="*/ 1576388 w 3439001"/>
                <a:gd name="connsiteY3512" fmla="*/ 1196816 h 2304573"/>
                <a:gd name="connsiteX3513" fmla="*/ 1576864 w 3439001"/>
                <a:gd name="connsiteY3513" fmla="*/ 1198245 h 2304573"/>
                <a:gd name="connsiteX3514" fmla="*/ 1574483 w 3439001"/>
                <a:gd name="connsiteY3514" fmla="*/ 1201579 h 2304573"/>
                <a:gd name="connsiteX3515" fmla="*/ 1574006 w 3439001"/>
                <a:gd name="connsiteY3515" fmla="*/ 1203008 h 2304573"/>
                <a:gd name="connsiteX3516" fmla="*/ 1572101 w 3439001"/>
                <a:gd name="connsiteY3516" fmla="*/ 1206341 h 2304573"/>
                <a:gd name="connsiteX3517" fmla="*/ 1571625 w 3439001"/>
                <a:gd name="connsiteY3517" fmla="*/ 1207770 h 2304573"/>
                <a:gd name="connsiteX3518" fmla="*/ 1572101 w 3439001"/>
                <a:gd name="connsiteY3518" fmla="*/ 1209199 h 2304573"/>
                <a:gd name="connsiteX3519" fmla="*/ 1572101 w 3439001"/>
                <a:gd name="connsiteY3519" fmla="*/ 1210628 h 2304573"/>
                <a:gd name="connsiteX3520" fmla="*/ 1571149 w 3439001"/>
                <a:gd name="connsiteY3520" fmla="*/ 1212533 h 2304573"/>
                <a:gd name="connsiteX3521" fmla="*/ 1571149 w 3439001"/>
                <a:gd name="connsiteY3521" fmla="*/ 1213485 h 2304573"/>
                <a:gd name="connsiteX3522" fmla="*/ 1572101 w 3439001"/>
                <a:gd name="connsiteY3522" fmla="*/ 1214438 h 2304573"/>
                <a:gd name="connsiteX3523" fmla="*/ 1572578 w 3439001"/>
                <a:gd name="connsiteY3523" fmla="*/ 1215390 h 2304573"/>
                <a:gd name="connsiteX3524" fmla="*/ 1572578 w 3439001"/>
                <a:gd name="connsiteY3524" fmla="*/ 1218724 h 2304573"/>
                <a:gd name="connsiteX3525" fmla="*/ 1573530 w 3439001"/>
                <a:gd name="connsiteY3525" fmla="*/ 1224439 h 2304573"/>
                <a:gd name="connsiteX3526" fmla="*/ 1573530 w 3439001"/>
                <a:gd name="connsiteY3526" fmla="*/ 1225391 h 2304573"/>
                <a:gd name="connsiteX3527" fmla="*/ 1571149 w 3439001"/>
                <a:gd name="connsiteY3527" fmla="*/ 1227773 h 2304573"/>
                <a:gd name="connsiteX3528" fmla="*/ 1569720 w 3439001"/>
                <a:gd name="connsiteY3528" fmla="*/ 1228249 h 2304573"/>
                <a:gd name="connsiteX3529" fmla="*/ 1568291 w 3439001"/>
                <a:gd name="connsiteY3529" fmla="*/ 1228249 h 2304573"/>
                <a:gd name="connsiteX3530" fmla="*/ 1567339 w 3439001"/>
                <a:gd name="connsiteY3530" fmla="*/ 1229201 h 2304573"/>
                <a:gd name="connsiteX3531" fmla="*/ 1565434 w 3439001"/>
                <a:gd name="connsiteY3531" fmla="*/ 1233964 h 2304573"/>
                <a:gd name="connsiteX3532" fmla="*/ 1564481 w 3439001"/>
                <a:gd name="connsiteY3532" fmla="*/ 1234916 h 2304573"/>
                <a:gd name="connsiteX3533" fmla="*/ 1562100 w 3439001"/>
                <a:gd name="connsiteY3533" fmla="*/ 1236345 h 2304573"/>
                <a:gd name="connsiteX3534" fmla="*/ 1561148 w 3439001"/>
                <a:gd name="connsiteY3534" fmla="*/ 1236345 h 2304573"/>
                <a:gd name="connsiteX3535" fmla="*/ 1558290 w 3439001"/>
                <a:gd name="connsiteY3535" fmla="*/ 1234916 h 2304573"/>
                <a:gd name="connsiteX3536" fmla="*/ 1554956 w 3439001"/>
                <a:gd name="connsiteY3536" fmla="*/ 1235393 h 2304573"/>
                <a:gd name="connsiteX3537" fmla="*/ 1551146 w 3439001"/>
                <a:gd name="connsiteY3537" fmla="*/ 1234916 h 2304573"/>
                <a:gd name="connsiteX3538" fmla="*/ 1552575 w 3439001"/>
                <a:gd name="connsiteY3538" fmla="*/ 1233488 h 2304573"/>
                <a:gd name="connsiteX3539" fmla="*/ 1553528 w 3439001"/>
                <a:gd name="connsiteY3539" fmla="*/ 1230630 h 2304573"/>
                <a:gd name="connsiteX3540" fmla="*/ 1554956 w 3439001"/>
                <a:gd name="connsiteY3540" fmla="*/ 1228725 h 2304573"/>
                <a:gd name="connsiteX3541" fmla="*/ 1558290 w 3439001"/>
                <a:gd name="connsiteY3541" fmla="*/ 1226820 h 2304573"/>
                <a:gd name="connsiteX3542" fmla="*/ 1558766 w 3439001"/>
                <a:gd name="connsiteY3542" fmla="*/ 1227296 h 2304573"/>
                <a:gd name="connsiteX3543" fmla="*/ 1559719 w 3439001"/>
                <a:gd name="connsiteY3543" fmla="*/ 1231583 h 2304573"/>
                <a:gd name="connsiteX3544" fmla="*/ 1560195 w 3439001"/>
                <a:gd name="connsiteY3544" fmla="*/ 1232059 h 2304573"/>
                <a:gd name="connsiteX3545" fmla="*/ 1561624 w 3439001"/>
                <a:gd name="connsiteY3545" fmla="*/ 1228249 h 2304573"/>
                <a:gd name="connsiteX3546" fmla="*/ 1562100 w 3439001"/>
                <a:gd name="connsiteY3546" fmla="*/ 1227773 h 2304573"/>
                <a:gd name="connsiteX3547" fmla="*/ 1564005 w 3439001"/>
                <a:gd name="connsiteY3547" fmla="*/ 1229201 h 2304573"/>
                <a:gd name="connsiteX3548" fmla="*/ 1565434 w 3439001"/>
                <a:gd name="connsiteY3548" fmla="*/ 1229678 h 2304573"/>
                <a:gd name="connsiteX3549" fmla="*/ 1566386 w 3439001"/>
                <a:gd name="connsiteY3549" fmla="*/ 1228725 h 2304573"/>
                <a:gd name="connsiteX3550" fmla="*/ 1567339 w 3439001"/>
                <a:gd name="connsiteY3550" fmla="*/ 1223963 h 2304573"/>
                <a:gd name="connsiteX3551" fmla="*/ 1567339 w 3439001"/>
                <a:gd name="connsiteY3551" fmla="*/ 1221581 h 2304573"/>
                <a:gd name="connsiteX3552" fmla="*/ 1566386 w 3439001"/>
                <a:gd name="connsiteY3552" fmla="*/ 1218724 h 2304573"/>
                <a:gd name="connsiteX3553" fmla="*/ 1563529 w 3439001"/>
                <a:gd name="connsiteY3553" fmla="*/ 1214914 h 2304573"/>
                <a:gd name="connsiteX3554" fmla="*/ 1564005 w 3439001"/>
                <a:gd name="connsiteY3554" fmla="*/ 1214914 h 2304573"/>
                <a:gd name="connsiteX3555" fmla="*/ 1565434 w 3439001"/>
                <a:gd name="connsiteY3555" fmla="*/ 1215390 h 2304573"/>
                <a:gd name="connsiteX3556" fmla="*/ 1565910 w 3439001"/>
                <a:gd name="connsiteY3556" fmla="*/ 1214914 h 2304573"/>
                <a:gd name="connsiteX3557" fmla="*/ 1565434 w 3439001"/>
                <a:gd name="connsiteY3557" fmla="*/ 1211580 h 2304573"/>
                <a:gd name="connsiteX3558" fmla="*/ 1565910 w 3439001"/>
                <a:gd name="connsiteY3558" fmla="*/ 1210628 h 2304573"/>
                <a:gd name="connsiteX3559" fmla="*/ 1569244 w 3439001"/>
                <a:gd name="connsiteY3559" fmla="*/ 1208246 h 2304573"/>
                <a:gd name="connsiteX3560" fmla="*/ 1569720 w 3439001"/>
                <a:gd name="connsiteY3560" fmla="*/ 1206341 h 2304573"/>
                <a:gd name="connsiteX3561" fmla="*/ 1568768 w 3439001"/>
                <a:gd name="connsiteY3561" fmla="*/ 1202055 h 2304573"/>
                <a:gd name="connsiteX3562" fmla="*/ 1566863 w 3439001"/>
                <a:gd name="connsiteY3562" fmla="*/ 1201579 h 2304573"/>
                <a:gd name="connsiteX3563" fmla="*/ 1566863 w 3439001"/>
                <a:gd name="connsiteY3563" fmla="*/ 1202055 h 2304573"/>
                <a:gd name="connsiteX3564" fmla="*/ 1566863 w 3439001"/>
                <a:gd name="connsiteY3564" fmla="*/ 1204436 h 2304573"/>
                <a:gd name="connsiteX3565" fmla="*/ 1566386 w 3439001"/>
                <a:gd name="connsiteY3565" fmla="*/ 1205389 h 2304573"/>
                <a:gd name="connsiteX3566" fmla="*/ 1562576 w 3439001"/>
                <a:gd name="connsiteY3566" fmla="*/ 1208723 h 2304573"/>
                <a:gd name="connsiteX3567" fmla="*/ 1561148 w 3439001"/>
                <a:gd name="connsiteY3567" fmla="*/ 1211580 h 2304573"/>
                <a:gd name="connsiteX3568" fmla="*/ 1559243 w 3439001"/>
                <a:gd name="connsiteY3568" fmla="*/ 1213485 h 2304573"/>
                <a:gd name="connsiteX3569" fmla="*/ 1555909 w 3439001"/>
                <a:gd name="connsiteY3569" fmla="*/ 1215866 h 2304573"/>
                <a:gd name="connsiteX3570" fmla="*/ 1553528 w 3439001"/>
                <a:gd name="connsiteY3570" fmla="*/ 1217771 h 2304573"/>
                <a:gd name="connsiteX3571" fmla="*/ 1551146 w 3439001"/>
                <a:gd name="connsiteY3571" fmla="*/ 1221105 h 2304573"/>
                <a:gd name="connsiteX3572" fmla="*/ 1550670 w 3439001"/>
                <a:gd name="connsiteY3572" fmla="*/ 1222058 h 2304573"/>
                <a:gd name="connsiteX3573" fmla="*/ 1550670 w 3439001"/>
                <a:gd name="connsiteY3573" fmla="*/ 1224439 h 2304573"/>
                <a:gd name="connsiteX3574" fmla="*/ 1552099 w 3439001"/>
                <a:gd name="connsiteY3574" fmla="*/ 1224439 h 2304573"/>
                <a:gd name="connsiteX3575" fmla="*/ 1555433 w 3439001"/>
                <a:gd name="connsiteY3575" fmla="*/ 1223486 h 2304573"/>
                <a:gd name="connsiteX3576" fmla="*/ 1555433 w 3439001"/>
                <a:gd name="connsiteY3576" fmla="*/ 1223963 h 2304573"/>
                <a:gd name="connsiteX3577" fmla="*/ 1551623 w 3439001"/>
                <a:gd name="connsiteY3577" fmla="*/ 1225868 h 2304573"/>
                <a:gd name="connsiteX3578" fmla="*/ 1549241 w 3439001"/>
                <a:gd name="connsiteY3578" fmla="*/ 1226344 h 2304573"/>
                <a:gd name="connsiteX3579" fmla="*/ 1548289 w 3439001"/>
                <a:gd name="connsiteY3579" fmla="*/ 1225868 h 2304573"/>
                <a:gd name="connsiteX3580" fmla="*/ 1548289 w 3439001"/>
                <a:gd name="connsiteY3580" fmla="*/ 1224439 h 2304573"/>
                <a:gd name="connsiteX3581" fmla="*/ 1548765 w 3439001"/>
                <a:gd name="connsiteY3581" fmla="*/ 1222058 h 2304573"/>
                <a:gd name="connsiteX3582" fmla="*/ 1551623 w 3439001"/>
                <a:gd name="connsiteY3582" fmla="*/ 1217295 h 2304573"/>
                <a:gd name="connsiteX3583" fmla="*/ 1559243 w 3439001"/>
                <a:gd name="connsiteY3583" fmla="*/ 1206818 h 2304573"/>
                <a:gd name="connsiteX3584" fmla="*/ 1559719 w 3439001"/>
                <a:gd name="connsiteY3584" fmla="*/ 1207294 h 2304573"/>
                <a:gd name="connsiteX3585" fmla="*/ 1559719 w 3439001"/>
                <a:gd name="connsiteY3585" fmla="*/ 1209199 h 2304573"/>
                <a:gd name="connsiteX3586" fmla="*/ 1560671 w 3439001"/>
                <a:gd name="connsiteY3586" fmla="*/ 1209199 h 2304573"/>
                <a:gd name="connsiteX3587" fmla="*/ 1564958 w 3439001"/>
                <a:gd name="connsiteY3587" fmla="*/ 1203008 h 2304573"/>
                <a:gd name="connsiteX3588" fmla="*/ 1564005 w 3439001"/>
                <a:gd name="connsiteY3588" fmla="*/ 1200626 h 2304573"/>
                <a:gd name="connsiteX3589" fmla="*/ 1562100 w 3439001"/>
                <a:gd name="connsiteY3589" fmla="*/ 1197293 h 2304573"/>
                <a:gd name="connsiteX3590" fmla="*/ 1561148 w 3439001"/>
                <a:gd name="connsiteY3590" fmla="*/ 1194435 h 2304573"/>
                <a:gd name="connsiteX3591" fmla="*/ 1561148 w 3439001"/>
                <a:gd name="connsiteY3591" fmla="*/ 1192530 h 2304573"/>
                <a:gd name="connsiteX3592" fmla="*/ 1560671 w 3439001"/>
                <a:gd name="connsiteY3592" fmla="*/ 1191578 h 2304573"/>
                <a:gd name="connsiteX3593" fmla="*/ 1557814 w 3439001"/>
                <a:gd name="connsiteY3593" fmla="*/ 1193483 h 2304573"/>
                <a:gd name="connsiteX3594" fmla="*/ 1556385 w 3439001"/>
                <a:gd name="connsiteY3594" fmla="*/ 1193959 h 2304573"/>
                <a:gd name="connsiteX3595" fmla="*/ 1554004 w 3439001"/>
                <a:gd name="connsiteY3595" fmla="*/ 1193959 h 2304573"/>
                <a:gd name="connsiteX3596" fmla="*/ 1552099 w 3439001"/>
                <a:gd name="connsiteY3596" fmla="*/ 1193483 h 2304573"/>
                <a:gd name="connsiteX3597" fmla="*/ 1548765 w 3439001"/>
                <a:gd name="connsiteY3597" fmla="*/ 1190625 h 2304573"/>
                <a:gd name="connsiteX3598" fmla="*/ 1547336 w 3439001"/>
                <a:gd name="connsiteY3598" fmla="*/ 1190625 h 2304573"/>
                <a:gd name="connsiteX3599" fmla="*/ 1544479 w 3439001"/>
                <a:gd name="connsiteY3599" fmla="*/ 1192054 h 2304573"/>
                <a:gd name="connsiteX3600" fmla="*/ 1543050 w 3439001"/>
                <a:gd name="connsiteY3600" fmla="*/ 1192054 h 2304573"/>
                <a:gd name="connsiteX3601" fmla="*/ 1519714 w 3439001"/>
                <a:gd name="connsiteY3601" fmla="*/ 1190149 h 2304573"/>
                <a:gd name="connsiteX3602" fmla="*/ 1515428 w 3439001"/>
                <a:gd name="connsiteY3602" fmla="*/ 1188720 h 2304573"/>
                <a:gd name="connsiteX3603" fmla="*/ 1513046 w 3439001"/>
                <a:gd name="connsiteY3603" fmla="*/ 1186815 h 2304573"/>
                <a:gd name="connsiteX3604" fmla="*/ 1504474 w 3439001"/>
                <a:gd name="connsiteY3604" fmla="*/ 1184434 h 2304573"/>
                <a:gd name="connsiteX3605" fmla="*/ 1497330 w 3439001"/>
                <a:gd name="connsiteY3605" fmla="*/ 1181100 h 2304573"/>
                <a:gd name="connsiteX3606" fmla="*/ 1494473 w 3439001"/>
                <a:gd name="connsiteY3606" fmla="*/ 1181100 h 2304573"/>
                <a:gd name="connsiteX3607" fmla="*/ 1495425 w 3439001"/>
                <a:gd name="connsiteY3607" fmla="*/ 1185386 h 2304573"/>
                <a:gd name="connsiteX3608" fmla="*/ 1494473 w 3439001"/>
                <a:gd name="connsiteY3608" fmla="*/ 1191101 h 2304573"/>
                <a:gd name="connsiteX3609" fmla="*/ 1495901 w 3439001"/>
                <a:gd name="connsiteY3609" fmla="*/ 1198721 h 2304573"/>
                <a:gd name="connsiteX3610" fmla="*/ 1497330 w 3439001"/>
                <a:gd name="connsiteY3610" fmla="*/ 1201579 h 2304573"/>
                <a:gd name="connsiteX3611" fmla="*/ 1503045 w 3439001"/>
                <a:gd name="connsiteY3611" fmla="*/ 1206818 h 2304573"/>
                <a:gd name="connsiteX3612" fmla="*/ 1505903 w 3439001"/>
                <a:gd name="connsiteY3612" fmla="*/ 1212056 h 2304573"/>
                <a:gd name="connsiteX3613" fmla="*/ 1508284 w 3439001"/>
                <a:gd name="connsiteY3613" fmla="*/ 1223010 h 2304573"/>
                <a:gd name="connsiteX3614" fmla="*/ 1512094 w 3439001"/>
                <a:gd name="connsiteY3614" fmla="*/ 1231583 h 2304573"/>
                <a:gd name="connsiteX3615" fmla="*/ 1513046 w 3439001"/>
                <a:gd name="connsiteY3615" fmla="*/ 1236821 h 2304573"/>
                <a:gd name="connsiteX3616" fmla="*/ 1513046 w 3439001"/>
                <a:gd name="connsiteY3616" fmla="*/ 1239679 h 2304573"/>
                <a:gd name="connsiteX3617" fmla="*/ 1513999 w 3439001"/>
                <a:gd name="connsiteY3617" fmla="*/ 1242060 h 2304573"/>
                <a:gd name="connsiteX3618" fmla="*/ 1514951 w 3439001"/>
                <a:gd name="connsiteY3618" fmla="*/ 1240155 h 2304573"/>
                <a:gd name="connsiteX3619" fmla="*/ 1514951 w 3439001"/>
                <a:gd name="connsiteY3619" fmla="*/ 1238726 h 2304573"/>
                <a:gd name="connsiteX3620" fmla="*/ 1517333 w 3439001"/>
                <a:gd name="connsiteY3620" fmla="*/ 1238726 h 2304573"/>
                <a:gd name="connsiteX3621" fmla="*/ 1519238 w 3439001"/>
                <a:gd name="connsiteY3621" fmla="*/ 1240631 h 2304573"/>
                <a:gd name="connsiteX3622" fmla="*/ 1524000 w 3439001"/>
                <a:gd name="connsiteY3622" fmla="*/ 1241584 h 2304573"/>
                <a:gd name="connsiteX3623" fmla="*/ 1514951 w 3439001"/>
                <a:gd name="connsiteY3623" fmla="*/ 1245870 h 2304573"/>
                <a:gd name="connsiteX3624" fmla="*/ 1516380 w 3439001"/>
                <a:gd name="connsiteY3624" fmla="*/ 1251109 h 2304573"/>
                <a:gd name="connsiteX3625" fmla="*/ 1520190 w 3439001"/>
                <a:gd name="connsiteY3625" fmla="*/ 1252538 h 2304573"/>
                <a:gd name="connsiteX3626" fmla="*/ 1522571 w 3439001"/>
                <a:gd name="connsiteY3626" fmla="*/ 1254443 h 2304573"/>
                <a:gd name="connsiteX3627" fmla="*/ 1521619 w 3439001"/>
                <a:gd name="connsiteY3627" fmla="*/ 1259681 h 2304573"/>
                <a:gd name="connsiteX3628" fmla="*/ 1520666 w 3439001"/>
                <a:gd name="connsiteY3628" fmla="*/ 1263968 h 2304573"/>
                <a:gd name="connsiteX3629" fmla="*/ 1518285 w 3439001"/>
                <a:gd name="connsiteY3629" fmla="*/ 1260158 h 2304573"/>
                <a:gd name="connsiteX3630" fmla="*/ 1517333 w 3439001"/>
                <a:gd name="connsiteY3630" fmla="*/ 1256824 h 2304573"/>
                <a:gd name="connsiteX3631" fmla="*/ 1517333 w 3439001"/>
                <a:gd name="connsiteY3631" fmla="*/ 1261586 h 2304573"/>
                <a:gd name="connsiteX3632" fmla="*/ 1517333 w 3439001"/>
                <a:gd name="connsiteY3632" fmla="*/ 1266349 h 2304573"/>
                <a:gd name="connsiteX3633" fmla="*/ 1516380 w 3439001"/>
                <a:gd name="connsiteY3633" fmla="*/ 1270159 h 2304573"/>
                <a:gd name="connsiteX3634" fmla="*/ 1520190 w 3439001"/>
                <a:gd name="connsiteY3634" fmla="*/ 1269206 h 2304573"/>
                <a:gd name="connsiteX3635" fmla="*/ 1522571 w 3439001"/>
                <a:gd name="connsiteY3635" fmla="*/ 1270635 h 2304573"/>
                <a:gd name="connsiteX3636" fmla="*/ 1529715 w 3439001"/>
                <a:gd name="connsiteY3636" fmla="*/ 1269206 h 2304573"/>
                <a:gd name="connsiteX3637" fmla="*/ 1531144 w 3439001"/>
                <a:gd name="connsiteY3637" fmla="*/ 1270635 h 2304573"/>
                <a:gd name="connsiteX3638" fmla="*/ 1537335 w 3439001"/>
                <a:gd name="connsiteY3638" fmla="*/ 1270635 h 2304573"/>
                <a:gd name="connsiteX3639" fmla="*/ 1539240 w 3439001"/>
                <a:gd name="connsiteY3639" fmla="*/ 1272540 h 2304573"/>
                <a:gd name="connsiteX3640" fmla="*/ 1543050 w 3439001"/>
                <a:gd name="connsiteY3640" fmla="*/ 1274445 h 2304573"/>
                <a:gd name="connsiteX3641" fmla="*/ 1544479 w 3439001"/>
                <a:gd name="connsiteY3641" fmla="*/ 1274445 h 2304573"/>
                <a:gd name="connsiteX3642" fmla="*/ 1545431 w 3439001"/>
                <a:gd name="connsiteY3642" fmla="*/ 1274921 h 2304573"/>
                <a:gd name="connsiteX3643" fmla="*/ 1542098 w 3439001"/>
                <a:gd name="connsiteY3643" fmla="*/ 1275398 h 2304573"/>
                <a:gd name="connsiteX3644" fmla="*/ 1539240 w 3439001"/>
                <a:gd name="connsiteY3644" fmla="*/ 1274921 h 2304573"/>
                <a:gd name="connsiteX3645" fmla="*/ 1536859 w 3439001"/>
                <a:gd name="connsiteY3645" fmla="*/ 1272540 h 2304573"/>
                <a:gd name="connsiteX3646" fmla="*/ 1534954 w 3439001"/>
                <a:gd name="connsiteY3646" fmla="*/ 1272064 h 2304573"/>
                <a:gd name="connsiteX3647" fmla="*/ 1529715 w 3439001"/>
                <a:gd name="connsiteY3647" fmla="*/ 1273969 h 2304573"/>
                <a:gd name="connsiteX3648" fmla="*/ 1521619 w 3439001"/>
                <a:gd name="connsiteY3648" fmla="*/ 1273969 h 2304573"/>
                <a:gd name="connsiteX3649" fmla="*/ 1519714 w 3439001"/>
                <a:gd name="connsiteY3649" fmla="*/ 1272064 h 2304573"/>
                <a:gd name="connsiteX3650" fmla="*/ 1518761 w 3439001"/>
                <a:gd name="connsiteY3650" fmla="*/ 1272540 h 2304573"/>
                <a:gd name="connsiteX3651" fmla="*/ 1519238 w 3439001"/>
                <a:gd name="connsiteY3651" fmla="*/ 1274445 h 2304573"/>
                <a:gd name="connsiteX3652" fmla="*/ 1520190 w 3439001"/>
                <a:gd name="connsiteY3652" fmla="*/ 1275874 h 2304573"/>
                <a:gd name="connsiteX3653" fmla="*/ 1519714 w 3439001"/>
                <a:gd name="connsiteY3653" fmla="*/ 1288256 h 2304573"/>
                <a:gd name="connsiteX3654" fmla="*/ 1520666 w 3439001"/>
                <a:gd name="connsiteY3654" fmla="*/ 1299210 h 2304573"/>
                <a:gd name="connsiteX3655" fmla="*/ 1519714 w 3439001"/>
                <a:gd name="connsiteY3655" fmla="*/ 1303496 h 2304573"/>
                <a:gd name="connsiteX3656" fmla="*/ 1520190 w 3439001"/>
                <a:gd name="connsiteY3656" fmla="*/ 1306830 h 2304573"/>
                <a:gd name="connsiteX3657" fmla="*/ 1516380 w 3439001"/>
                <a:gd name="connsiteY3657" fmla="*/ 1333024 h 2304573"/>
                <a:gd name="connsiteX3658" fmla="*/ 1516856 w 3439001"/>
                <a:gd name="connsiteY3658" fmla="*/ 1338263 h 2304573"/>
                <a:gd name="connsiteX3659" fmla="*/ 1516380 w 3439001"/>
                <a:gd name="connsiteY3659" fmla="*/ 1343501 h 2304573"/>
                <a:gd name="connsiteX3660" fmla="*/ 1516856 w 3439001"/>
                <a:gd name="connsiteY3660" fmla="*/ 1347311 h 2304573"/>
                <a:gd name="connsiteX3661" fmla="*/ 1514951 w 3439001"/>
                <a:gd name="connsiteY3661" fmla="*/ 1351121 h 2304573"/>
                <a:gd name="connsiteX3662" fmla="*/ 1513999 w 3439001"/>
                <a:gd name="connsiteY3662" fmla="*/ 1362551 h 2304573"/>
                <a:gd name="connsiteX3663" fmla="*/ 1513523 w 3439001"/>
                <a:gd name="connsiteY3663" fmla="*/ 1377315 h 2304573"/>
                <a:gd name="connsiteX3664" fmla="*/ 1512094 w 3439001"/>
                <a:gd name="connsiteY3664" fmla="*/ 1378744 h 2304573"/>
                <a:gd name="connsiteX3665" fmla="*/ 1510189 w 3439001"/>
                <a:gd name="connsiteY3665" fmla="*/ 1383506 h 2304573"/>
                <a:gd name="connsiteX3666" fmla="*/ 1508760 w 3439001"/>
                <a:gd name="connsiteY3666" fmla="*/ 1388745 h 2304573"/>
                <a:gd name="connsiteX3667" fmla="*/ 1510665 w 3439001"/>
                <a:gd name="connsiteY3667" fmla="*/ 1387793 h 2304573"/>
                <a:gd name="connsiteX3668" fmla="*/ 1512094 w 3439001"/>
                <a:gd name="connsiteY3668" fmla="*/ 1388269 h 2304573"/>
                <a:gd name="connsiteX3669" fmla="*/ 1509236 w 3439001"/>
                <a:gd name="connsiteY3669" fmla="*/ 1390650 h 2304573"/>
                <a:gd name="connsiteX3670" fmla="*/ 1507808 w 3439001"/>
                <a:gd name="connsiteY3670" fmla="*/ 1390650 h 2304573"/>
                <a:gd name="connsiteX3671" fmla="*/ 1506855 w 3439001"/>
                <a:gd name="connsiteY3671" fmla="*/ 1391603 h 2304573"/>
                <a:gd name="connsiteX3672" fmla="*/ 1503045 w 3439001"/>
                <a:gd name="connsiteY3672" fmla="*/ 1404938 h 2304573"/>
                <a:gd name="connsiteX3673" fmla="*/ 1501616 w 3439001"/>
                <a:gd name="connsiteY3673" fmla="*/ 1407795 h 2304573"/>
                <a:gd name="connsiteX3674" fmla="*/ 1500188 w 3439001"/>
                <a:gd name="connsiteY3674" fmla="*/ 1413034 h 2304573"/>
                <a:gd name="connsiteX3675" fmla="*/ 1503521 w 3439001"/>
                <a:gd name="connsiteY3675" fmla="*/ 1418749 h 2304573"/>
                <a:gd name="connsiteX3676" fmla="*/ 1504950 w 3439001"/>
                <a:gd name="connsiteY3676" fmla="*/ 1422083 h 2304573"/>
                <a:gd name="connsiteX3677" fmla="*/ 1504474 w 3439001"/>
                <a:gd name="connsiteY3677" fmla="*/ 1430179 h 2304573"/>
                <a:gd name="connsiteX3678" fmla="*/ 1504950 w 3439001"/>
                <a:gd name="connsiteY3678" fmla="*/ 1433513 h 2304573"/>
                <a:gd name="connsiteX3679" fmla="*/ 1506855 w 3439001"/>
                <a:gd name="connsiteY3679" fmla="*/ 1440656 h 2304573"/>
                <a:gd name="connsiteX3680" fmla="*/ 1511618 w 3439001"/>
                <a:gd name="connsiteY3680" fmla="*/ 1446371 h 2304573"/>
                <a:gd name="connsiteX3681" fmla="*/ 1511618 w 3439001"/>
                <a:gd name="connsiteY3681" fmla="*/ 1450181 h 2304573"/>
                <a:gd name="connsiteX3682" fmla="*/ 1510189 w 3439001"/>
                <a:gd name="connsiteY3682" fmla="*/ 1454468 h 2304573"/>
                <a:gd name="connsiteX3683" fmla="*/ 1513046 w 3439001"/>
                <a:gd name="connsiteY3683" fmla="*/ 1457325 h 2304573"/>
                <a:gd name="connsiteX3684" fmla="*/ 1514475 w 3439001"/>
                <a:gd name="connsiteY3684" fmla="*/ 1461135 h 2304573"/>
                <a:gd name="connsiteX3685" fmla="*/ 1515904 w 3439001"/>
                <a:gd name="connsiteY3685" fmla="*/ 1467803 h 2304573"/>
                <a:gd name="connsiteX3686" fmla="*/ 1515904 w 3439001"/>
                <a:gd name="connsiteY3686" fmla="*/ 1470660 h 2304573"/>
                <a:gd name="connsiteX3687" fmla="*/ 1513523 w 3439001"/>
                <a:gd name="connsiteY3687" fmla="*/ 1479709 h 2304573"/>
                <a:gd name="connsiteX3688" fmla="*/ 1513523 w 3439001"/>
                <a:gd name="connsiteY3688" fmla="*/ 1487329 h 2304573"/>
                <a:gd name="connsiteX3689" fmla="*/ 1511141 w 3439001"/>
                <a:gd name="connsiteY3689" fmla="*/ 1493044 h 2304573"/>
                <a:gd name="connsiteX3690" fmla="*/ 1510665 w 3439001"/>
                <a:gd name="connsiteY3690" fmla="*/ 1494473 h 2304573"/>
                <a:gd name="connsiteX3691" fmla="*/ 1510665 w 3439001"/>
                <a:gd name="connsiteY3691" fmla="*/ 1494949 h 2304573"/>
                <a:gd name="connsiteX3692" fmla="*/ 1511618 w 3439001"/>
                <a:gd name="connsiteY3692" fmla="*/ 1494949 h 2304573"/>
                <a:gd name="connsiteX3693" fmla="*/ 1511141 w 3439001"/>
                <a:gd name="connsiteY3693" fmla="*/ 1495901 h 2304573"/>
                <a:gd name="connsiteX3694" fmla="*/ 1510665 w 3439001"/>
                <a:gd name="connsiteY3694" fmla="*/ 1497806 h 2304573"/>
                <a:gd name="connsiteX3695" fmla="*/ 1509713 w 3439001"/>
                <a:gd name="connsiteY3695" fmla="*/ 1497330 h 2304573"/>
                <a:gd name="connsiteX3696" fmla="*/ 1510189 w 3439001"/>
                <a:gd name="connsiteY3696" fmla="*/ 1496378 h 2304573"/>
                <a:gd name="connsiteX3697" fmla="*/ 1509713 w 3439001"/>
                <a:gd name="connsiteY3697" fmla="*/ 1495901 h 2304573"/>
                <a:gd name="connsiteX3698" fmla="*/ 1508760 w 3439001"/>
                <a:gd name="connsiteY3698" fmla="*/ 1496854 h 2304573"/>
                <a:gd name="connsiteX3699" fmla="*/ 1507331 w 3439001"/>
                <a:gd name="connsiteY3699" fmla="*/ 1501140 h 2304573"/>
                <a:gd name="connsiteX3700" fmla="*/ 1505903 w 3439001"/>
                <a:gd name="connsiteY3700" fmla="*/ 1505426 h 2304573"/>
                <a:gd name="connsiteX3701" fmla="*/ 1506379 w 3439001"/>
                <a:gd name="connsiteY3701" fmla="*/ 1510189 h 2304573"/>
                <a:gd name="connsiteX3702" fmla="*/ 1507331 w 3439001"/>
                <a:gd name="connsiteY3702" fmla="*/ 1514951 h 2304573"/>
                <a:gd name="connsiteX3703" fmla="*/ 1514475 w 3439001"/>
                <a:gd name="connsiteY3703" fmla="*/ 1521143 h 2304573"/>
                <a:gd name="connsiteX3704" fmla="*/ 1522095 w 3439001"/>
                <a:gd name="connsiteY3704" fmla="*/ 1530191 h 2304573"/>
                <a:gd name="connsiteX3705" fmla="*/ 1524000 w 3439001"/>
                <a:gd name="connsiteY3705" fmla="*/ 1533525 h 2304573"/>
                <a:gd name="connsiteX3706" fmla="*/ 1525905 w 3439001"/>
                <a:gd name="connsiteY3706" fmla="*/ 1539716 h 2304573"/>
                <a:gd name="connsiteX3707" fmla="*/ 1525905 w 3439001"/>
                <a:gd name="connsiteY3707" fmla="*/ 1544003 h 2304573"/>
                <a:gd name="connsiteX3708" fmla="*/ 1524476 w 3439001"/>
                <a:gd name="connsiteY3708" fmla="*/ 1549717 h 2304573"/>
                <a:gd name="connsiteX3709" fmla="*/ 1527810 w 3439001"/>
                <a:gd name="connsiteY3709" fmla="*/ 1559719 h 2304573"/>
                <a:gd name="connsiteX3710" fmla="*/ 1528286 w 3439001"/>
                <a:gd name="connsiteY3710" fmla="*/ 1567815 h 2304573"/>
                <a:gd name="connsiteX3711" fmla="*/ 1537811 w 3439001"/>
                <a:gd name="connsiteY3711" fmla="*/ 1576864 h 2304573"/>
                <a:gd name="connsiteX3712" fmla="*/ 1542574 w 3439001"/>
                <a:gd name="connsiteY3712" fmla="*/ 1582579 h 2304573"/>
                <a:gd name="connsiteX3713" fmla="*/ 1548289 w 3439001"/>
                <a:gd name="connsiteY3713" fmla="*/ 1585913 h 2304573"/>
                <a:gd name="connsiteX3714" fmla="*/ 1550670 w 3439001"/>
                <a:gd name="connsiteY3714" fmla="*/ 1591628 h 2304573"/>
                <a:gd name="connsiteX3715" fmla="*/ 1552575 w 3439001"/>
                <a:gd name="connsiteY3715" fmla="*/ 1592580 h 2304573"/>
                <a:gd name="connsiteX3716" fmla="*/ 1555433 w 3439001"/>
                <a:gd name="connsiteY3716" fmla="*/ 1595914 h 2304573"/>
                <a:gd name="connsiteX3717" fmla="*/ 1556385 w 3439001"/>
                <a:gd name="connsiteY3717" fmla="*/ 1598771 h 2304573"/>
                <a:gd name="connsiteX3718" fmla="*/ 1553051 w 3439001"/>
                <a:gd name="connsiteY3718" fmla="*/ 1594485 h 2304573"/>
                <a:gd name="connsiteX3719" fmla="*/ 1553528 w 3439001"/>
                <a:gd name="connsiteY3719" fmla="*/ 1599724 h 2304573"/>
                <a:gd name="connsiteX3720" fmla="*/ 1552575 w 3439001"/>
                <a:gd name="connsiteY3720" fmla="*/ 1602581 h 2304573"/>
                <a:gd name="connsiteX3721" fmla="*/ 1552575 w 3439001"/>
                <a:gd name="connsiteY3721" fmla="*/ 1604010 h 2304573"/>
                <a:gd name="connsiteX3722" fmla="*/ 1554956 w 3439001"/>
                <a:gd name="connsiteY3722" fmla="*/ 1601629 h 2304573"/>
                <a:gd name="connsiteX3723" fmla="*/ 1556861 w 3439001"/>
                <a:gd name="connsiteY3723" fmla="*/ 1602581 h 2304573"/>
                <a:gd name="connsiteX3724" fmla="*/ 1560671 w 3439001"/>
                <a:gd name="connsiteY3724" fmla="*/ 1605915 h 2304573"/>
                <a:gd name="connsiteX3725" fmla="*/ 1563529 w 3439001"/>
                <a:gd name="connsiteY3725" fmla="*/ 1607820 h 2304573"/>
                <a:gd name="connsiteX3726" fmla="*/ 1566863 w 3439001"/>
                <a:gd name="connsiteY3726" fmla="*/ 1608773 h 2304573"/>
                <a:gd name="connsiteX3727" fmla="*/ 1568768 w 3439001"/>
                <a:gd name="connsiteY3727" fmla="*/ 1610678 h 2304573"/>
                <a:gd name="connsiteX3728" fmla="*/ 1570673 w 3439001"/>
                <a:gd name="connsiteY3728" fmla="*/ 1610201 h 2304573"/>
                <a:gd name="connsiteX3729" fmla="*/ 1569720 w 3439001"/>
                <a:gd name="connsiteY3729" fmla="*/ 1605915 h 2304573"/>
                <a:gd name="connsiteX3730" fmla="*/ 1570196 w 3439001"/>
                <a:gd name="connsiteY3730" fmla="*/ 1599724 h 2304573"/>
                <a:gd name="connsiteX3731" fmla="*/ 1573054 w 3439001"/>
                <a:gd name="connsiteY3731" fmla="*/ 1598295 h 2304573"/>
                <a:gd name="connsiteX3732" fmla="*/ 1574959 w 3439001"/>
                <a:gd name="connsiteY3732" fmla="*/ 1598771 h 2304573"/>
                <a:gd name="connsiteX3733" fmla="*/ 1579245 w 3439001"/>
                <a:gd name="connsiteY3733" fmla="*/ 1601153 h 2304573"/>
                <a:gd name="connsiteX3734" fmla="*/ 1581150 w 3439001"/>
                <a:gd name="connsiteY3734" fmla="*/ 1601629 h 2304573"/>
                <a:gd name="connsiteX3735" fmla="*/ 1585436 w 3439001"/>
                <a:gd name="connsiteY3735" fmla="*/ 1599248 h 2304573"/>
                <a:gd name="connsiteX3736" fmla="*/ 1586865 w 3439001"/>
                <a:gd name="connsiteY3736" fmla="*/ 1599248 h 2304573"/>
                <a:gd name="connsiteX3737" fmla="*/ 1588770 w 3439001"/>
                <a:gd name="connsiteY3737" fmla="*/ 1600676 h 2304573"/>
                <a:gd name="connsiteX3738" fmla="*/ 1590675 w 3439001"/>
                <a:gd name="connsiteY3738" fmla="*/ 1601153 h 2304573"/>
                <a:gd name="connsiteX3739" fmla="*/ 1594961 w 3439001"/>
                <a:gd name="connsiteY3739" fmla="*/ 1601153 h 2304573"/>
                <a:gd name="connsiteX3740" fmla="*/ 1597343 w 3439001"/>
                <a:gd name="connsiteY3740" fmla="*/ 1601153 h 2304573"/>
                <a:gd name="connsiteX3741" fmla="*/ 1599248 w 3439001"/>
                <a:gd name="connsiteY3741" fmla="*/ 1600676 h 2304573"/>
                <a:gd name="connsiteX3742" fmla="*/ 1602581 w 3439001"/>
                <a:gd name="connsiteY3742" fmla="*/ 1601629 h 2304573"/>
                <a:gd name="connsiteX3743" fmla="*/ 1601153 w 3439001"/>
                <a:gd name="connsiteY3743" fmla="*/ 1601629 h 2304573"/>
                <a:gd name="connsiteX3744" fmla="*/ 1598771 w 3439001"/>
                <a:gd name="connsiteY3744" fmla="*/ 1601153 h 2304573"/>
                <a:gd name="connsiteX3745" fmla="*/ 1595914 w 3439001"/>
                <a:gd name="connsiteY3745" fmla="*/ 1602105 h 2304573"/>
                <a:gd name="connsiteX3746" fmla="*/ 1583531 w 3439001"/>
                <a:gd name="connsiteY3746" fmla="*/ 1601629 h 2304573"/>
                <a:gd name="connsiteX3747" fmla="*/ 1579245 w 3439001"/>
                <a:gd name="connsiteY3747" fmla="*/ 1602105 h 2304573"/>
                <a:gd name="connsiteX3748" fmla="*/ 1575911 w 3439001"/>
                <a:gd name="connsiteY3748" fmla="*/ 1603534 h 2304573"/>
                <a:gd name="connsiteX3749" fmla="*/ 1573530 w 3439001"/>
                <a:gd name="connsiteY3749" fmla="*/ 1605439 h 2304573"/>
                <a:gd name="connsiteX3750" fmla="*/ 1574006 w 3439001"/>
                <a:gd name="connsiteY3750" fmla="*/ 1606867 h 2304573"/>
                <a:gd name="connsiteX3751" fmla="*/ 1574959 w 3439001"/>
                <a:gd name="connsiteY3751" fmla="*/ 1607820 h 2304573"/>
                <a:gd name="connsiteX3752" fmla="*/ 1576388 w 3439001"/>
                <a:gd name="connsiteY3752" fmla="*/ 1612106 h 2304573"/>
                <a:gd name="connsiteX3753" fmla="*/ 1578769 w 3439001"/>
                <a:gd name="connsiteY3753" fmla="*/ 1614488 h 2304573"/>
                <a:gd name="connsiteX3754" fmla="*/ 1581150 w 3439001"/>
                <a:gd name="connsiteY3754" fmla="*/ 1618774 h 2304573"/>
                <a:gd name="connsiteX3755" fmla="*/ 1582103 w 3439001"/>
                <a:gd name="connsiteY3755" fmla="*/ 1622108 h 2304573"/>
                <a:gd name="connsiteX3756" fmla="*/ 1583055 w 3439001"/>
                <a:gd name="connsiteY3756" fmla="*/ 1623060 h 2304573"/>
                <a:gd name="connsiteX3757" fmla="*/ 1584008 w 3439001"/>
                <a:gd name="connsiteY3757" fmla="*/ 1624489 h 2304573"/>
                <a:gd name="connsiteX3758" fmla="*/ 1582579 w 3439001"/>
                <a:gd name="connsiteY3758" fmla="*/ 1624489 h 2304573"/>
                <a:gd name="connsiteX3759" fmla="*/ 1581150 w 3439001"/>
                <a:gd name="connsiteY3759" fmla="*/ 1623536 h 2304573"/>
                <a:gd name="connsiteX3760" fmla="*/ 1579245 w 3439001"/>
                <a:gd name="connsiteY3760" fmla="*/ 1621155 h 2304573"/>
                <a:gd name="connsiteX3761" fmla="*/ 1576864 w 3439001"/>
                <a:gd name="connsiteY3761" fmla="*/ 1620203 h 2304573"/>
                <a:gd name="connsiteX3762" fmla="*/ 1574483 w 3439001"/>
                <a:gd name="connsiteY3762" fmla="*/ 1617821 h 2304573"/>
                <a:gd name="connsiteX3763" fmla="*/ 1574006 w 3439001"/>
                <a:gd name="connsiteY3763" fmla="*/ 1614488 h 2304573"/>
                <a:gd name="connsiteX3764" fmla="*/ 1574006 w 3439001"/>
                <a:gd name="connsiteY3764" fmla="*/ 1612583 h 2304573"/>
                <a:gd name="connsiteX3765" fmla="*/ 1572101 w 3439001"/>
                <a:gd name="connsiteY3765" fmla="*/ 1612106 h 2304573"/>
                <a:gd name="connsiteX3766" fmla="*/ 1569720 w 3439001"/>
                <a:gd name="connsiteY3766" fmla="*/ 1613059 h 2304573"/>
                <a:gd name="connsiteX3767" fmla="*/ 1570196 w 3439001"/>
                <a:gd name="connsiteY3767" fmla="*/ 1617821 h 2304573"/>
                <a:gd name="connsiteX3768" fmla="*/ 1570196 w 3439001"/>
                <a:gd name="connsiteY3768" fmla="*/ 1622108 h 2304573"/>
                <a:gd name="connsiteX3769" fmla="*/ 1573054 w 3439001"/>
                <a:gd name="connsiteY3769" fmla="*/ 1628775 h 2304573"/>
                <a:gd name="connsiteX3770" fmla="*/ 1573530 w 3439001"/>
                <a:gd name="connsiteY3770" fmla="*/ 1634966 h 2304573"/>
                <a:gd name="connsiteX3771" fmla="*/ 1581150 w 3439001"/>
                <a:gd name="connsiteY3771" fmla="*/ 1643539 h 2304573"/>
                <a:gd name="connsiteX3772" fmla="*/ 1590675 w 3439001"/>
                <a:gd name="connsiteY3772" fmla="*/ 1645444 h 2304573"/>
                <a:gd name="connsiteX3773" fmla="*/ 1593056 w 3439001"/>
                <a:gd name="connsiteY3773" fmla="*/ 1648778 h 2304573"/>
                <a:gd name="connsiteX3774" fmla="*/ 1593533 w 3439001"/>
                <a:gd name="connsiteY3774" fmla="*/ 1650683 h 2304573"/>
                <a:gd name="connsiteX3775" fmla="*/ 1593533 w 3439001"/>
                <a:gd name="connsiteY3775" fmla="*/ 1653540 h 2304573"/>
                <a:gd name="connsiteX3776" fmla="*/ 1592104 w 3439001"/>
                <a:gd name="connsiteY3776" fmla="*/ 1656398 h 2304573"/>
                <a:gd name="connsiteX3777" fmla="*/ 1589246 w 3439001"/>
                <a:gd name="connsiteY3777" fmla="*/ 1659731 h 2304573"/>
                <a:gd name="connsiteX3778" fmla="*/ 1589723 w 3439001"/>
                <a:gd name="connsiteY3778" fmla="*/ 1664970 h 2304573"/>
                <a:gd name="connsiteX3779" fmla="*/ 1590675 w 3439001"/>
                <a:gd name="connsiteY3779" fmla="*/ 1668780 h 2304573"/>
                <a:gd name="connsiteX3780" fmla="*/ 1597819 w 3439001"/>
                <a:gd name="connsiteY3780" fmla="*/ 1675448 h 2304573"/>
                <a:gd name="connsiteX3781" fmla="*/ 1604486 w 3439001"/>
                <a:gd name="connsiteY3781" fmla="*/ 1684020 h 2304573"/>
                <a:gd name="connsiteX3782" fmla="*/ 1605439 w 3439001"/>
                <a:gd name="connsiteY3782" fmla="*/ 1686401 h 2304573"/>
                <a:gd name="connsiteX3783" fmla="*/ 1608296 w 3439001"/>
                <a:gd name="connsiteY3783" fmla="*/ 1689259 h 2304573"/>
                <a:gd name="connsiteX3784" fmla="*/ 1610201 w 3439001"/>
                <a:gd name="connsiteY3784" fmla="*/ 1693545 h 2304573"/>
                <a:gd name="connsiteX3785" fmla="*/ 1614964 w 3439001"/>
                <a:gd name="connsiteY3785" fmla="*/ 1696403 h 2304573"/>
                <a:gd name="connsiteX3786" fmla="*/ 1618774 w 3439001"/>
                <a:gd name="connsiteY3786" fmla="*/ 1701165 h 2304573"/>
                <a:gd name="connsiteX3787" fmla="*/ 1623060 w 3439001"/>
                <a:gd name="connsiteY3787" fmla="*/ 1703070 h 2304573"/>
                <a:gd name="connsiteX3788" fmla="*/ 1624489 w 3439001"/>
                <a:gd name="connsiteY3788" fmla="*/ 1705451 h 2304573"/>
                <a:gd name="connsiteX3789" fmla="*/ 1623536 w 3439001"/>
                <a:gd name="connsiteY3789" fmla="*/ 1708785 h 2304573"/>
                <a:gd name="connsiteX3790" fmla="*/ 1624489 w 3439001"/>
                <a:gd name="connsiteY3790" fmla="*/ 1711166 h 2304573"/>
                <a:gd name="connsiteX3791" fmla="*/ 1629728 w 3439001"/>
                <a:gd name="connsiteY3791" fmla="*/ 1713071 h 2304573"/>
                <a:gd name="connsiteX3792" fmla="*/ 1631156 w 3439001"/>
                <a:gd name="connsiteY3792" fmla="*/ 1714500 h 2304573"/>
                <a:gd name="connsiteX3793" fmla="*/ 1632109 w 3439001"/>
                <a:gd name="connsiteY3793" fmla="*/ 1716405 h 2304573"/>
                <a:gd name="connsiteX3794" fmla="*/ 1631156 w 3439001"/>
                <a:gd name="connsiteY3794" fmla="*/ 1721167 h 2304573"/>
                <a:gd name="connsiteX3795" fmla="*/ 1632585 w 3439001"/>
                <a:gd name="connsiteY3795" fmla="*/ 1726406 h 2304573"/>
                <a:gd name="connsiteX3796" fmla="*/ 1632109 w 3439001"/>
                <a:gd name="connsiteY3796" fmla="*/ 1728788 h 2304573"/>
                <a:gd name="connsiteX3797" fmla="*/ 1632585 w 3439001"/>
                <a:gd name="connsiteY3797" fmla="*/ 1731645 h 2304573"/>
                <a:gd name="connsiteX3798" fmla="*/ 1632109 w 3439001"/>
                <a:gd name="connsiteY3798" fmla="*/ 1734979 h 2304573"/>
                <a:gd name="connsiteX3799" fmla="*/ 1634966 w 3439001"/>
                <a:gd name="connsiteY3799" fmla="*/ 1736408 h 2304573"/>
                <a:gd name="connsiteX3800" fmla="*/ 1637824 w 3439001"/>
                <a:gd name="connsiteY3800" fmla="*/ 1739265 h 2304573"/>
                <a:gd name="connsiteX3801" fmla="*/ 1640681 w 3439001"/>
                <a:gd name="connsiteY3801" fmla="*/ 1739741 h 2304573"/>
                <a:gd name="connsiteX3802" fmla="*/ 1648301 w 3439001"/>
                <a:gd name="connsiteY3802" fmla="*/ 1739265 h 2304573"/>
                <a:gd name="connsiteX3803" fmla="*/ 1652111 w 3439001"/>
                <a:gd name="connsiteY3803" fmla="*/ 1739741 h 2304573"/>
                <a:gd name="connsiteX3804" fmla="*/ 1658779 w 3439001"/>
                <a:gd name="connsiteY3804" fmla="*/ 1742123 h 2304573"/>
                <a:gd name="connsiteX3805" fmla="*/ 1663541 w 3439001"/>
                <a:gd name="connsiteY3805" fmla="*/ 1742599 h 2304573"/>
                <a:gd name="connsiteX3806" fmla="*/ 1667351 w 3439001"/>
                <a:gd name="connsiteY3806" fmla="*/ 1742123 h 2304573"/>
                <a:gd name="connsiteX3807" fmla="*/ 1674019 w 3439001"/>
                <a:gd name="connsiteY3807" fmla="*/ 1744980 h 2304573"/>
                <a:gd name="connsiteX3808" fmla="*/ 1678781 w 3439001"/>
                <a:gd name="connsiteY3808" fmla="*/ 1747838 h 2304573"/>
                <a:gd name="connsiteX3809" fmla="*/ 1679734 w 3439001"/>
                <a:gd name="connsiteY3809" fmla="*/ 1751171 h 2304573"/>
                <a:gd name="connsiteX3810" fmla="*/ 1683068 w 3439001"/>
                <a:gd name="connsiteY3810" fmla="*/ 1753076 h 2304573"/>
                <a:gd name="connsiteX3811" fmla="*/ 1693545 w 3439001"/>
                <a:gd name="connsiteY3811" fmla="*/ 1756410 h 2304573"/>
                <a:gd name="connsiteX3812" fmla="*/ 1701641 w 3439001"/>
                <a:gd name="connsiteY3812" fmla="*/ 1755934 h 2304573"/>
                <a:gd name="connsiteX3813" fmla="*/ 1704975 w 3439001"/>
                <a:gd name="connsiteY3813" fmla="*/ 1756410 h 2304573"/>
                <a:gd name="connsiteX3814" fmla="*/ 1708785 w 3439001"/>
                <a:gd name="connsiteY3814" fmla="*/ 1762601 h 2304573"/>
                <a:gd name="connsiteX3815" fmla="*/ 1708309 w 3439001"/>
                <a:gd name="connsiteY3815" fmla="*/ 1766888 h 2304573"/>
                <a:gd name="connsiteX3816" fmla="*/ 1712119 w 3439001"/>
                <a:gd name="connsiteY3816" fmla="*/ 1768316 h 2304573"/>
                <a:gd name="connsiteX3817" fmla="*/ 1713071 w 3439001"/>
                <a:gd name="connsiteY3817" fmla="*/ 1766411 h 2304573"/>
                <a:gd name="connsiteX3818" fmla="*/ 1716405 w 3439001"/>
                <a:gd name="connsiteY3818" fmla="*/ 1766888 h 2304573"/>
                <a:gd name="connsiteX3819" fmla="*/ 1719263 w 3439001"/>
                <a:gd name="connsiteY3819" fmla="*/ 1767840 h 2304573"/>
                <a:gd name="connsiteX3820" fmla="*/ 1723549 w 3439001"/>
                <a:gd name="connsiteY3820" fmla="*/ 1771650 h 2304573"/>
                <a:gd name="connsiteX3821" fmla="*/ 1729264 w 3439001"/>
                <a:gd name="connsiteY3821" fmla="*/ 1774508 h 2304573"/>
                <a:gd name="connsiteX3822" fmla="*/ 1740218 w 3439001"/>
                <a:gd name="connsiteY3822" fmla="*/ 1783556 h 2304573"/>
                <a:gd name="connsiteX3823" fmla="*/ 1745456 w 3439001"/>
                <a:gd name="connsiteY3823" fmla="*/ 1790700 h 2304573"/>
                <a:gd name="connsiteX3824" fmla="*/ 1747361 w 3439001"/>
                <a:gd name="connsiteY3824" fmla="*/ 1796891 h 2304573"/>
                <a:gd name="connsiteX3825" fmla="*/ 1747838 w 3439001"/>
                <a:gd name="connsiteY3825" fmla="*/ 1799273 h 2304573"/>
                <a:gd name="connsiteX3826" fmla="*/ 1747361 w 3439001"/>
                <a:gd name="connsiteY3826" fmla="*/ 1801654 h 2304573"/>
                <a:gd name="connsiteX3827" fmla="*/ 1748314 w 3439001"/>
                <a:gd name="connsiteY3827" fmla="*/ 1806892 h 2304573"/>
                <a:gd name="connsiteX3828" fmla="*/ 1750219 w 3439001"/>
                <a:gd name="connsiteY3828" fmla="*/ 1805940 h 2304573"/>
                <a:gd name="connsiteX3829" fmla="*/ 1751648 w 3439001"/>
                <a:gd name="connsiteY3829" fmla="*/ 1807369 h 2304573"/>
                <a:gd name="connsiteX3830" fmla="*/ 1751648 w 3439001"/>
                <a:gd name="connsiteY3830" fmla="*/ 1811655 h 2304573"/>
                <a:gd name="connsiteX3831" fmla="*/ 1751648 w 3439001"/>
                <a:gd name="connsiteY3831" fmla="*/ 1812131 h 2304573"/>
                <a:gd name="connsiteX3832" fmla="*/ 1761173 w 3439001"/>
                <a:gd name="connsiteY3832" fmla="*/ 1811179 h 2304573"/>
                <a:gd name="connsiteX3833" fmla="*/ 1770698 w 3439001"/>
                <a:gd name="connsiteY3833" fmla="*/ 1810226 h 2304573"/>
                <a:gd name="connsiteX3834" fmla="*/ 1780223 w 3439001"/>
                <a:gd name="connsiteY3834" fmla="*/ 1809274 h 2304573"/>
                <a:gd name="connsiteX3835" fmla="*/ 1789748 w 3439001"/>
                <a:gd name="connsiteY3835" fmla="*/ 1808321 h 2304573"/>
                <a:gd name="connsiteX3836" fmla="*/ 1799273 w 3439001"/>
                <a:gd name="connsiteY3836" fmla="*/ 1807369 h 2304573"/>
                <a:gd name="connsiteX3837" fmla="*/ 1808798 w 3439001"/>
                <a:gd name="connsiteY3837" fmla="*/ 1806416 h 2304573"/>
                <a:gd name="connsiteX3838" fmla="*/ 1818323 w 3439001"/>
                <a:gd name="connsiteY3838" fmla="*/ 1805464 h 2304573"/>
                <a:gd name="connsiteX3839" fmla="*/ 1827848 w 3439001"/>
                <a:gd name="connsiteY3839" fmla="*/ 1804511 h 2304573"/>
                <a:gd name="connsiteX3840" fmla="*/ 1831658 w 3439001"/>
                <a:gd name="connsiteY3840" fmla="*/ 1804035 h 2304573"/>
                <a:gd name="connsiteX3841" fmla="*/ 1829276 w 3439001"/>
                <a:gd name="connsiteY3841" fmla="*/ 1809750 h 2304573"/>
                <a:gd name="connsiteX3842" fmla="*/ 1827848 w 3439001"/>
                <a:gd name="connsiteY3842" fmla="*/ 1811655 h 2304573"/>
                <a:gd name="connsiteX3843" fmla="*/ 1844040 w 3439001"/>
                <a:gd name="connsiteY3843" fmla="*/ 1817370 h 2304573"/>
                <a:gd name="connsiteX3844" fmla="*/ 1860233 w 3439001"/>
                <a:gd name="connsiteY3844" fmla="*/ 1823085 h 2304573"/>
                <a:gd name="connsiteX3845" fmla="*/ 1876425 w 3439001"/>
                <a:gd name="connsiteY3845" fmla="*/ 1828800 h 2304573"/>
                <a:gd name="connsiteX3846" fmla="*/ 1892618 w 3439001"/>
                <a:gd name="connsiteY3846" fmla="*/ 1834515 h 2304573"/>
                <a:gd name="connsiteX3847" fmla="*/ 1908810 w 3439001"/>
                <a:gd name="connsiteY3847" fmla="*/ 1840230 h 2304573"/>
                <a:gd name="connsiteX3848" fmla="*/ 1925003 w 3439001"/>
                <a:gd name="connsiteY3848" fmla="*/ 1845945 h 2304573"/>
                <a:gd name="connsiteX3849" fmla="*/ 1941195 w 3439001"/>
                <a:gd name="connsiteY3849" fmla="*/ 1851660 h 2304573"/>
                <a:gd name="connsiteX3850" fmla="*/ 1957388 w 3439001"/>
                <a:gd name="connsiteY3850" fmla="*/ 1857375 h 2304573"/>
                <a:gd name="connsiteX3851" fmla="*/ 1969294 w 3439001"/>
                <a:gd name="connsiteY3851" fmla="*/ 1857375 h 2304573"/>
                <a:gd name="connsiteX3852" fmla="*/ 1981200 w 3439001"/>
                <a:gd name="connsiteY3852" fmla="*/ 1857375 h 2304573"/>
                <a:gd name="connsiteX3853" fmla="*/ 1993106 w 3439001"/>
                <a:gd name="connsiteY3853" fmla="*/ 1857375 h 2304573"/>
                <a:gd name="connsiteX3854" fmla="*/ 2005013 w 3439001"/>
                <a:gd name="connsiteY3854" fmla="*/ 1857375 h 2304573"/>
                <a:gd name="connsiteX3855" fmla="*/ 2016919 w 3439001"/>
                <a:gd name="connsiteY3855" fmla="*/ 1857375 h 2304573"/>
                <a:gd name="connsiteX3856" fmla="*/ 2028825 w 3439001"/>
                <a:gd name="connsiteY3856" fmla="*/ 1857375 h 2304573"/>
                <a:gd name="connsiteX3857" fmla="*/ 2040731 w 3439001"/>
                <a:gd name="connsiteY3857" fmla="*/ 1857375 h 2304573"/>
                <a:gd name="connsiteX3858" fmla="*/ 2052638 w 3439001"/>
                <a:gd name="connsiteY3858" fmla="*/ 1857375 h 2304573"/>
                <a:gd name="connsiteX3859" fmla="*/ 2052638 w 3439001"/>
                <a:gd name="connsiteY3859" fmla="*/ 1853089 h 2304573"/>
                <a:gd name="connsiteX3860" fmla="*/ 2052638 w 3439001"/>
                <a:gd name="connsiteY3860" fmla="*/ 1848803 h 2304573"/>
                <a:gd name="connsiteX3861" fmla="*/ 2052638 w 3439001"/>
                <a:gd name="connsiteY3861" fmla="*/ 1844516 h 2304573"/>
                <a:gd name="connsiteX3862" fmla="*/ 2052638 w 3439001"/>
                <a:gd name="connsiteY3862" fmla="*/ 1840230 h 2304573"/>
                <a:gd name="connsiteX3863" fmla="*/ 2060258 w 3439001"/>
                <a:gd name="connsiteY3863" fmla="*/ 1840230 h 2304573"/>
                <a:gd name="connsiteX3864" fmla="*/ 2067878 w 3439001"/>
                <a:gd name="connsiteY3864" fmla="*/ 1840230 h 2304573"/>
                <a:gd name="connsiteX3865" fmla="*/ 2075498 w 3439001"/>
                <a:gd name="connsiteY3865" fmla="*/ 1840230 h 2304573"/>
                <a:gd name="connsiteX3866" fmla="*/ 2083118 w 3439001"/>
                <a:gd name="connsiteY3866" fmla="*/ 1840230 h 2304573"/>
                <a:gd name="connsiteX3867" fmla="*/ 2090738 w 3439001"/>
                <a:gd name="connsiteY3867" fmla="*/ 1840230 h 2304573"/>
                <a:gd name="connsiteX3868" fmla="*/ 2098358 w 3439001"/>
                <a:gd name="connsiteY3868" fmla="*/ 1840230 h 2304573"/>
                <a:gd name="connsiteX3869" fmla="*/ 2105978 w 3439001"/>
                <a:gd name="connsiteY3869" fmla="*/ 1840230 h 2304573"/>
                <a:gd name="connsiteX3870" fmla="*/ 2113598 w 3439001"/>
                <a:gd name="connsiteY3870" fmla="*/ 1840230 h 2304573"/>
                <a:gd name="connsiteX3871" fmla="*/ 2114074 w 3439001"/>
                <a:gd name="connsiteY3871" fmla="*/ 1840230 h 2304573"/>
                <a:gd name="connsiteX3872" fmla="*/ 2114550 w 3439001"/>
                <a:gd name="connsiteY3872" fmla="*/ 1840230 h 2304573"/>
                <a:gd name="connsiteX3873" fmla="*/ 2117408 w 3439001"/>
                <a:gd name="connsiteY3873" fmla="*/ 1843564 h 2304573"/>
                <a:gd name="connsiteX3874" fmla="*/ 2120741 w 3439001"/>
                <a:gd name="connsiteY3874" fmla="*/ 1848326 h 2304573"/>
                <a:gd name="connsiteX3875" fmla="*/ 2124551 w 3439001"/>
                <a:gd name="connsiteY3875" fmla="*/ 1851660 h 2304573"/>
                <a:gd name="connsiteX3876" fmla="*/ 2128838 w 3439001"/>
                <a:gd name="connsiteY3876" fmla="*/ 1853565 h 2304573"/>
                <a:gd name="connsiteX3877" fmla="*/ 2135981 w 3439001"/>
                <a:gd name="connsiteY3877" fmla="*/ 1859280 h 2304573"/>
                <a:gd name="connsiteX3878" fmla="*/ 2145983 w 3439001"/>
                <a:gd name="connsiteY3878" fmla="*/ 1868805 h 2304573"/>
                <a:gd name="connsiteX3879" fmla="*/ 2154079 w 3439001"/>
                <a:gd name="connsiteY3879" fmla="*/ 1874996 h 2304573"/>
                <a:gd name="connsiteX3880" fmla="*/ 2160270 w 3439001"/>
                <a:gd name="connsiteY3880" fmla="*/ 1878330 h 2304573"/>
                <a:gd name="connsiteX3881" fmla="*/ 2164556 w 3439001"/>
                <a:gd name="connsiteY3881" fmla="*/ 1881188 h 2304573"/>
                <a:gd name="connsiteX3882" fmla="*/ 2166461 w 3439001"/>
                <a:gd name="connsiteY3882" fmla="*/ 1883569 h 2304573"/>
                <a:gd name="connsiteX3883" fmla="*/ 2169319 w 3439001"/>
                <a:gd name="connsiteY3883" fmla="*/ 1888808 h 2304573"/>
                <a:gd name="connsiteX3884" fmla="*/ 2174558 w 3439001"/>
                <a:gd name="connsiteY3884" fmla="*/ 1900238 h 2304573"/>
                <a:gd name="connsiteX3885" fmla="*/ 2174558 w 3439001"/>
                <a:gd name="connsiteY3885" fmla="*/ 1905476 h 2304573"/>
                <a:gd name="connsiteX3886" fmla="*/ 2176463 w 3439001"/>
                <a:gd name="connsiteY3886" fmla="*/ 1910715 h 2304573"/>
                <a:gd name="connsiteX3887" fmla="*/ 2180273 w 3439001"/>
                <a:gd name="connsiteY3887" fmla="*/ 1917383 h 2304573"/>
                <a:gd name="connsiteX3888" fmla="*/ 2183606 w 3439001"/>
                <a:gd name="connsiteY3888" fmla="*/ 1921192 h 2304573"/>
                <a:gd name="connsiteX3889" fmla="*/ 2186464 w 3439001"/>
                <a:gd name="connsiteY3889" fmla="*/ 1922145 h 2304573"/>
                <a:gd name="connsiteX3890" fmla="*/ 2189798 w 3439001"/>
                <a:gd name="connsiteY3890" fmla="*/ 1924526 h 2304573"/>
                <a:gd name="connsiteX3891" fmla="*/ 2193131 w 3439001"/>
                <a:gd name="connsiteY3891" fmla="*/ 1927860 h 2304573"/>
                <a:gd name="connsiteX3892" fmla="*/ 2197418 w 3439001"/>
                <a:gd name="connsiteY3892" fmla="*/ 1930241 h 2304573"/>
                <a:gd name="connsiteX3893" fmla="*/ 2202180 w 3439001"/>
                <a:gd name="connsiteY3893" fmla="*/ 1931194 h 2304573"/>
                <a:gd name="connsiteX3894" fmla="*/ 2208371 w 3439001"/>
                <a:gd name="connsiteY3894" fmla="*/ 1934051 h 2304573"/>
                <a:gd name="connsiteX3895" fmla="*/ 2216468 w 3439001"/>
                <a:gd name="connsiteY3895" fmla="*/ 1938814 h 2304573"/>
                <a:gd name="connsiteX3896" fmla="*/ 2222183 w 3439001"/>
                <a:gd name="connsiteY3896" fmla="*/ 1941195 h 2304573"/>
                <a:gd name="connsiteX3897" fmla="*/ 2225040 w 3439001"/>
                <a:gd name="connsiteY3897" fmla="*/ 1941195 h 2304573"/>
                <a:gd name="connsiteX3898" fmla="*/ 2227898 w 3439001"/>
                <a:gd name="connsiteY3898" fmla="*/ 1939766 h 2304573"/>
                <a:gd name="connsiteX3899" fmla="*/ 2230279 w 3439001"/>
                <a:gd name="connsiteY3899" fmla="*/ 1936433 h 2304573"/>
                <a:gd name="connsiteX3900" fmla="*/ 2232660 w 3439001"/>
                <a:gd name="connsiteY3900" fmla="*/ 1934528 h 2304573"/>
                <a:gd name="connsiteX3901" fmla="*/ 2235041 w 3439001"/>
                <a:gd name="connsiteY3901" fmla="*/ 1933575 h 2304573"/>
                <a:gd name="connsiteX3902" fmla="*/ 2235994 w 3439001"/>
                <a:gd name="connsiteY3902" fmla="*/ 1932146 h 2304573"/>
                <a:gd name="connsiteX3903" fmla="*/ 2235518 w 3439001"/>
                <a:gd name="connsiteY3903" fmla="*/ 1930241 h 2304573"/>
                <a:gd name="connsiteX3904" fmla="*/ 2236946 w 3439001"/>
                <a:gd name="connsiteY3904" fmla="*/ 1925479 h 2304573"/>
                <a:gd name="connsiteX3905" fmla="*/ 2240280 w 3439001"/>
                <a:gd name="connsiteY3905" fmla="*/ 1918335 h 2304573"/>
                <a:gd name="connsiteX3906" fmla="*/ 2244566 w 3439001"/>
                <a:gd name="connsiteY3906" fmla="*/ 1914525 h 2304573"/>
                <a:gd name="connsiteX3907" fmla="*/ 2249329 w 3439001"/>
                <a:gd name="connsiteY3907" fmla="*/ 1914049 h 2304573"/>
                <a:gd name="connsiteX3908" fmla="*/ 2252186 w 3439001"/>
                <a:gd name="connsiteY3908" fmla="*/ 1912620 h 2304573"/>
                <a:gd name="connsiteX3909" fmla="*/ 2253615 w 3439001"/>
                <a:gd name="connsiteY3909" fmla="*/ 1910239 h 2304573"/>
                <a:gd name="connsiteX3910" fmla="*/ 2255996 w 3439001"/>
                <a:gd name="connsiteY3910" fmla="*/ 1910239 h 2304573"/>
                <a:gd name="connsiteX3911" fmla="*/ 2259806 w 3439001"/>
                <a:gd name="connsiteY3911" fmla="*/ 1912144 h 2304573"/>
                <a:gd name="connsiteX3912" fmla="*/ 2265521 w 3439001"/>
                <a:gd name="connsiteY3912" fmla="*/ 1913096 h 2304573"/>
                <a:gd name="connsiteX3913" fmla="*/ 2273618 w 3439001"/>
                <a:gd name="connsiteY3913" fmla="*/ 1913573 h 2304573"/>
                <a:gd name="connsiteX3914" fmla="*/ 2278380 w 3439001"/>
                <a:gd name="connsiteY3914" fmla="*/ 1913573 h 2304573"/>
                <a:gd name="connsiteX3915" fmla="*/ 2279809 w 3439001"/>
                <a:gd name="connsiteY3915" fmla="*/ 1912620 h 2304573"/>
                <a:gd name="connsiteX3916" fmla="*/ 2280761 w 3439001"/>
                <a:gd name="connsiteY3916" fmla="*/ 1912620 h 2304573"/>
                <a:gd name="connsiteX3917" fmla="*/ 2280761 w 3439001"/>
                <a:gd name="connsiteY3917" fmla="*/ 1913573 h 2304573"/>
                <a:gd name="connsiteX3918" fmla="*/ 2282190 w 3439001"/>
                <a:gd name="connsiteY3918" fmla="*/ 1914049 h 2304573"/>
                <a:gd name="connsiteX3919" fmla="*/ 2284571 w 3439001"/>
                <a:gd name="connsiteY3919" fmla="*/ 1914049 h 2304573"/>
                <a:gd name="connsiteX3920" fmla="*/ 2286476 w 3439001"/>
                <a:gd name="connsiteY3920" fmla="*/ 1915478 h 2304573"/>
                <a:gd name="connsiteX3921" fmla="*/ 2288858 w 3439001"/>
                <a:gd name="connsiteY3921" fmla="*/ 1919288 h 2304573"/>
                <a:gd name="connsiteX3922" fmla="*/ 2297906 w 3439001"/>
                <a:gd name="connsiteY3922" fmla="*/ 1925479 h 2304573"/>
                <a:gd name="connsiteX3923" fmla="*/ 2297906 w 3439001"/>
                <a:gd name="connsiteY3923" fmla="*/ 1925479 h 2304573"/>
                <a:gd name="connsiteX3924" fmla="*/ 2298859 w 3439001"/>
                <a:gd name="connsiteY3924" fmla="*/ 1927860 h 2304573"/>
                <a:gd name="connsiteX3925" fmla="*/ 2302193 w 3439001"/>
                <a:gd name="connsiteY3925" fmla="*/ 1931194 h 2304573"/>
                <a:gd name="connsiteX3926" fmla="*/ 2307908 w 3439001"/>
                <a:gd name="connsiteY3926" fmla="*/ 1935956 h 2304573"/>
                <a:gd name="connsiteX3927" fmla="*/ 2311241 w 3439001"/>
                <a:gd name="connsiteY3927" fmla="*/ 1940242 h 2304573"/>
                <a:gd name="connsiteX3928" fmla="*/ 2312194 w 3439001"/>
                <a:gd name="connsiteY3928" fmla="*/ 1943576 h 2304573"/>
                <a:gd name="connsiteX3929" fmla="*/ 2315051 w 3439001"/>
                <a:gd name="connsiteY3929" fmla="*/ 1949291 h 2304573"/>
                <a:gd name="connsiteX3930" fmla="*/ 2320290 w 3439001"/>
                <a:gd name="connsiteY3930" fmla="*/ 1956911 h 2304573"/>
                <a:gd name="connsiteX3931" fmla="*/ 2322671 w 3439001"/>
                <a:gd name="connsiteY3931" fmla="*/ 1961198 h 2304573"/>
                <a:gd name="connsiteX3932" fmla="*/ 2322195 w 3439001"/>
                <a:gd name="connsiteY3932" fmla="*/ 1961674 h 2304573"/>
                <a:gd name="connsiteX3933" fmla="*/ 2322671 w 3439001"/>
                <a:gd name="connsiteY3933" fmla="*/ 1963579 h 2304573"/>
                <a:gd name="connsiteX3934" fmla="*/ 2324100 w 3439001"/>
                <a:gd name="connsiteY3934" fmla="*/ 1967389 h 2304573"/>
                <a:gd name="connsiteX3935" fmla="*/ 2326481 w 3439001"/>
                <a:gd name="connsiteY3935" fmla="*/ 1970723 h 2304573"/>
                <a:gd name="connsiteX3936" fmla="*/ 2330291 w 3439001"/>
                <a:gd name="connsiteY3936" fmla="*/ 1973104 h 2304573"/>
                <a:gd name="connsiteX3937" fmla="*/ 2334101 w 3439001"/>
                <a:gd name="connsiteY3937" fmla="*/ 1977866 h 2304573"/>
                <a:gd name="connsiteX3938" fmla="*/ 2337911 w 3439001"/>
                <a:gd name="connsiteY3938" fmla="*/ 1984534 h 2304573"/>
                <a:gd name="connsiteX3939" fmla="*/ 2342674 w 3439001"/>
                <a:gd name="connsiteY3939" fmla="*/ 1989296 h 2304573"/>
                <a:gd name="connsiteX3940" fmla="*/ 2347913 w 3439001"/>
                <a:gd name="connsiteY3940" fmla="*/ 1992630 h 2304573"/>
                <a:gd name="connsiteX3941" fmla="*/ 2350770 w 3439001"/>
                <a:gd name="connsiteY3941" fmla="*/ 1995964 h 2304573"/>
                <a:gd name="connsiteX3942" fmla="*/ 2351723 w 3439001"/>
                <a:gd name="connsiteY3942" fmla="*/ 1998821 h 2304573"/>
                <a:gd name="connsiteX3943" fmla="*/ 2351723 w 3439001"/>
                <a:gd name="connsiteY3943" fmla="*/ 2001203 h 2304573"/>
                <a:gd name="connsiteX3944" fmla="*/ 2350770 w 3439001"/>
                <a:gd name="connsiteY3944" fmla="*/ 2003108 h 2304573"/>
                <a:gd name="connsiteX3945" fmla="*/ 2351246 w 3439001"/>
                <a:gd name="connsiteY3945" fmla="*/ 2005013 h 2304573"/>
                <a:gd name="connsiteX3946" fmla="*/ 2352675 w 3439001"/>
                <a:gd name="connsiteY3946" fmla="*/ 2006917 h 2304573"/>
                <a:gd name="connsiteX3947" fmla="*/ 2353151 w 3439001"/>
                <a:gd name="connsiteY3947" fmla="*/ 2009299 h 2304573"/>
                <a:gd name="connsiteX3948" fmla="*/ 2352675 w 3439001"/>
                <a:gd name="connsiteY3948" fmla="*/ 2012633 h 2304573"/>
                <a:gd name="connsiteX3949" fmla="*/ 2352675 w 3439001"/>
                <a:gd name="connsiteY3949" fmla="*/ 2013585 h 2304573"/>
                <a:gd name="connsiteX3950" fmla="*/ 2352675 w 3439001"/>
                <a:gd name="connsiteY3950" fmla="*/ 2013585 h 2304573"/>
                <a:gd name="connsiteX3951" fmla="*/ 2353151 w 3439001"/>
                <a:gd name="connsiteY3951" fmla="*/ 2014538 h 2304573"/>
                <a:gd name="connsiteX3952" fmla="*/ 2357914 w 3439001"/>
                <a:gd name="connsiteY3952" fmla="*/ 2020253 h 2304573"/>
                <a:gd name="connsiteX3953" fmla="*/ 2360295 w 3439001"/>
                <a:gd name="connsiteY3953" fmla="*/ 2024539 h 2304573"/>
                <a:gd name="connsiteX3954" fmla="*/ 2362200 w 3439001"/>
                <a:gd name="connsiteY3954" fmla="*/ 2031683 h 2304573"/>
                <a:gd name="connsiteX3955" fmla="*/ 2362200 w 3439001"/>
                <a:gd name="connsiteY3955" fmla="*/ 2031683 h 2304573"/>
                <a:gd name="connsiteX3956" fmla="*/ 2364581 w 3439001"/>
                <a:gd name="connsiteY3956" fmla="*/ 2035969 h 2304573"/>
                <a:gd name="connsiteX3957" fmla="*/ 2367915 w 3439001"/>
                <a:gd name="connsiteY3957" fmla="*/ 2037874 h 2304573"/>
                <a:gd name="connsiteX3958" fmla="*/ 2372678 w 3439001"/>
                <a:gd name="connsiteY3958" fmla="*/ 2038350 h 2304573"/>
                <a:gd name="connsiteX3959" fmla="*/ 2376488 w 3439001"/>
                <a:gd name="connsiteY3959" fmla="*/ 2039779 h 2304573"/>
                <a:gd name="connsiteX3960" fmla="*/ 2378869 w 3439001"/>
                <a:gd name="connsiteY3960" fmla="*/ 2042160 h 2304573"/>
                <a:gd name="connsiteX3961" fmla="*/ 2382203 w 3439001"/>
                <a:gd name="connsiteY3961" fmla="*/ 2043589 h 2304573"/>
                <a:gd name="connsiteX3962" fmla="*/ 2386013 w 3439001"/>
                <a:gd name="connsiteY3962" fmla="*/ 2044065 h 2304573"/>
                <a:gd name="connsiteX3963" fmla="*/ 2389823 w 3439001"/>
                <a:gd name="connsiteY3963" fmla="*/ 2045494 h 2304573"/>
                <a:gd name="connsiteX3964" fmla="*/ 2393156 w 3439001"/>
                <a:gd name="connsiteY3964" fmla="*/ 2047875 h 2304573"/>
                <a:gd name="connsiteX3965" fmla="*/ 2399824 w 3439001"/>
                <a:gd name="connsiteY3965" fmla="*/ 2049780 h 2304573"/>
                <a:gd name="connsiteX3966" fmla="*/ 2409349 w 3439001"/>
                <a:gd name="connsiteY3966" fmla="*/ 2050733 h 2304573"/>
                <a:gd name="connsiteX3967" fmla="*/ 2416493 w 3439001"/>
                <a:gd name="connsiteY3967" fmla="*/ 2052638 h 2304573"/>
                <a:gd name="connsiteX3968" fmla="*/ 2421255 w 3439001"/>
                <a:gd name="connsiteY3968" fmla="*/ 2055971 h 2304573"/>
                <a:gd name="connsiteX3969" fmla="*/ 2423636 w 3439001"/>
                <a:gd name="connsiteY3969" fmla="*/ 2056448 h 2304573"/>
                <a:gd name="connsiteX3970" fmla="*/ 2424113 w 3439001"/>
                <a:gd name="connsiteY3970" fmla="*/ 2056448 h 2304573"/>
                <a:gd name="connsiteX3971" fmla="*/ 2424589 w 3439001"/>
                <a:gd name="connsiteY3971" fmla="*/ 2055971 h 2304573"/>
                <a:gd name="connsiteX3972" fmla="*/ 2425065 w 3439001"/>
                <a:gd name="connsiteY3972" fmla="*/ 2055019 h 2304573"/>
                <a:gd name="connsiteX3973" fmla="*/ 2426970 w 3439001"/>
                <a:gd name="connsiteY3973" fmla="*/ 2054066 h 2304573"/>
                <a:gd name="connsiteX3974" fmla="*/ 2431733 w 3439001"/>
                <a:gd name="connsiteY3974" fmla="*/ 2053114 h 2304573"/>
                <a:gd name="connsiteX3975" fmla="*/ 2431733 w 3439001"/>
                <a:gd name="connsiteY3975" fmla="*/ 2050733 h 2304573"/>
                <a:gd name="connsiteX3976" fmla="*/ 2431256 w 3439001"/>
                <a:gd name="connsiteY3976" fmla="*/ 2049304 h 2304573"/>
                <a:gd name="connsiteX3977" fmla="*/ 2428875 w 3439001"/>
                <a:gd name="connsiteY3977" fmla="*/ 2049304 h 2304573"/>
                <a:gd name="connsiteX3978" fmla="*/ 2422684 w 3439001"/>
                <a:gd name="connsiteY3978" fmla="*/ 2037398 h 2304573"/>
                <a:gd name="connsiteX3979" fmla="*/ 2421731 w 3439001"/>
                <a:gd name="connsiteY3979" fmla="*/ 2034064 h 2304573"/>
                <a:gd name="connsiteX3980" fmla="*/ 2420779 w 3439001"/>
                <a:gd name="connsiteY3980" fmla="*/ 2026444 h 2304573"/>
                <a:gd name="connsiteX3981" fmla="*/ 2419826 w 3439001"/>
                <a:gd name="connsiteY3981" fmla="*/ 2024063 h 2304573"/>
                <a:gd name="connsiteX3982" fmla="*/ 2418874 w 3439001"/>
                <a:gd name="connsiteY3982" fmla="*/ 2018824 h 2304573"/>
                <a:gd name="connsiteX3983" fmla="*/ 2417921 w 3439001"/>
                <a:gd name="connsiteY3983" fmla="*/ 2016442 h 2304573"/>
                <a:gd name="connsiteX3984" fmla="*/ 2419350 w 3439001"/>
                <a:gd name="connsiteY3984" fmla="*/ 2013109 h 2304573"/>
                <a:gd name="connsiteX3985" fmla="*/ 2420779 w 3439001"/>
                <a:gd name="connsiteY3985" fmla="*/ 2010728 h 2304573"/>
                <a:gd name="connsiteX3986" fmla="*/ 2420779 w 3439001"/>
                <a:gd name="connsiteY3986" fmla="*/ 2008823 h 2304573"/>
                <a:gd name="connsiteX3987" fmla="*/ 2420303 w 3439001"/>
                <a:gd name="connsiteY3987" fmla="*/ 2006441 h 2304573"/>
                <a:gd name="connsiteX3988" fmla="*/ 2413159 w 3439001"/>
                <a:gd name="connsiteY3988" fmla="*/ 2004536 h 2304573"/>
                <a:gd name="connsiteX3989" fmla="*/ 2410778 w 3439001"/>
                <a:gd name="connsiteY3989" fmla="*/ 1998345 h 2304573"/>
                <a:gd name="connsiteX3990" fmla="*/ 2413635 w 3439001"/>
                <a:gd name="connsiteY3990" fmla="*/ 2000726 h 2304573"/>
                <a:gd name="connsiteX3991" fmla="*/ 2418874 w 3439001"/>
                <a:gd name="connsiteY3991" fmla="*/ 2003584 h 2304573"/>
                <a:gd name="connsiteX3992" fmla="*/ 2420303 w 3439001"/>
                <a:gd name="connsiteY3992" fmla="*/ 2003584 h 2304573"/>
                <a:gd name="connsiteX3993" fmla="*/ 2421731 w 3439001"/>
                <a:gd name="connsiteY3993" fmla="*/ 2003108 h 2304573"/>
                <a:gd name="connsiteX3994" fmla="*/ 2423636 w 3439001"/>
                <a:gd name="connsiteY3994" fmla="*/ 1999774 h 2304573"/>
                <a:gd name="connsiteX3995" fmla="*/ 2426970 w 3439001"/>
                <a:gd name="connsiteY3995" fmla="*/ 1990725 h 2304573"/>
                <a:gd name="connsiteX3996" fmla="*/ 2422208 w 3439001"/>
                <a:gd name="connsiteY3996" fmla="*/ 1984534 h 2304573"/>
                <a:gd name="connsiteX3997" fmla="*/ 2423160 w 3439001"/>
                <a:gd name="connsiteY3997" fmla="*/ 1983581 h 2304573"/>
                <a:gd name="connsiteX3998" fmla="*/ 2424113 w 3439001"/>
                <a:gd name="connsiteY3998" fmla="*/ 1983105 h 2304573"/>
                <a:gd name="connsiteX3999" fmla="*/ 2428399 w 3439001"/>
                <a:gd name="connsiteY3999" fmla="*/ 1983581 h 2304573"/>
                <a:gd name="connsiteX4000" fmla="*/ 2431256 w 3439001"/>
                <a:gd name="connsiteY4000" fmla="*/ 1982629 h 2304573"/>
                <a:gd name="connsiteX4001" fmla="*/ 2434590 w 3439001"/>
                <a:gd name="connsiteY4001" fmla="*/ 1978819 h 2304573"/>
                <a:gd name="connsiteX4002" fmla="*/ 2436019 w 3439001"/>
                <a:gd name="connsiteY4002" fmla="*/ 1975009 h 2304573"/>
                <a:gd name="connsiteX4003" fmla="*/ 2432209 w 3439001"/>
                <a:gd name="connsiteY4003" fmla="*/ 1976438 h 2304573"/>
                <a:gd name="connsiteX4004" fmla="*/ 2431733 w 3439001"/>
                <a:gd name="connsiteY4004" fmla="*/ 1975009 h 2304573"/>
                <a:gd name="connsiteX4005" fmla="*/ 2431733 w 3439001"/>
                <a:gd name="connsiteY4005" fmla="*/ 1973580 h 2304573"/>
                <a:gd name="connsiteX4006" fmla="*/ 2433638 w 3439001"/>
                <a:gd name="connsiteY4006" fmla="*/ 1973104 h 2304573"/>
                <a:gd name="connsiteX4007" fmla="*/ 2436495 w 3439001"/>
                <a:gd name="connsiteY4007" fmla="*/ 1973104 h 2304573"/>
                <a:gd name="connsiteX4008" fmla="*/ 2437924 w 3439001"/>
                <a:gd name="connsiteY4008" fmla="*/ 1972151 h 2304573"/>
                <a:gd name="connsiteX4009" fmla="*/ 2438876 w 3439001"/>
                <a:gd name="connsiteY4009" fmla="*/ 1970723 h 2304573"/>
                <a:gd name="connsiteX4010" fmla="*/ 2439353 w 3439001"/>
                <a:gd name="connsiteY4010" fmla="*/ 1972151 h 2304573"/>
                <a:gd name="connsiteX4011" fmla="*/ 2440305 w 3439001"/>
                <a:gd name="connsiteY4011" fmla="*/ 1973104 h 2304573"/>
                <a:gd name="connsiteX4012" fmla="*/ 2442210 w 3439001"/>
                <a:gd name="connsiteY4012" fmla="*/ 1971675 h 2304573"/>
                <a:gd name="connsiteX4013" fmla="*/ 2443163 w 3439001"/>
                <a:gd name="connsiteY4013" fmla="*/ 1970723 h 2304573"/>
                <a:gd name="connsiteX4014" fmla="*/ 2443639 w 3439001"/>
                <a:gd name="connsiteY4014" fmla="*/ 1966913 h 2304573"/>
                <a:gd name="connsiteX4015" fmla="*/ 2444115 w 3439001"/>
                <a:gd name="connsiteY4015" fmla="*/ 1963103 h 2304573"/>
                <a:gd name="connsiteX4016" fmla="*/ 2447449 w 3439001"/>
                <a:gd name="connsiteY4016" fmla="*/ 1965960 h 2304573"/>
                <a:gd name="connsiteX4017" fmla="*/ 2451259 w 3439001"/>
                <a:gd name="connsiteY4017" fmla="*/ 1965008 h 2304573"/>
                <a:gd name="connsiteX4018" fmla="*/ 2453640 w 3439001"/>
                <a:gd name="connsiteY4018" fmla="*/ 1963579 h 2304573"/>
                <a:gd name="connsiteX4019" fmla="*/ 2456021 w 3439001"/>
                <a:gd name="connsiteY4019" fmla="*/ 1961674 h 2304573"/>
                <a:gd name="connsiteX4020" fmla="*/ 2454116 w 3439001"/>
                <a:gd name="connsiteY4020" fmla="*/ 1960721 h 2304573"/>
                <a:gd name="connsiteX4021" fmla="*/ 2452211 w 3439001"/>
                <a:gd name="connsiteY4021" fmla="*/ 1960245 h 2304573"/>
                <a:gd name="connsiteX4022" fmla="*/ 2448401 w 3439001"/>
                <a:gd name="connsiteY4022" fmla="*/ 1952149 h 2304573"/>
                <a:gd name="connsiteX4023" fmla="*/ 2449354 w 3439001"/>
                <a:gd name="connsiteY4023" fmla="*/ 1951673 h 2304573"/>
                <a:gd name="connsiteX4024" fmla="*/ 2450306 w 3439001"/>
                <a:gd name="connsiteY4024" fmla="*/ 1952149 h 2304573"/>
                <a:gd name="connsiteX4025" fmla="*/ 2450783 w 3439001"/>
                <a:gd name="connsiteY4025" fmla="*/ 1953101 h 2304573"/>
                <a:gd name="connsiteX4026" fmla="*/ 2451735 w 3439001"/>
                <a:gd name="connsiteY4026" fmla="*/ 1954530 h 2304573"/>
                <a:gd name="connsiteX4027" fmla="*/ 2454593 w 3439001"/>
                <a:gd name="connsiteY4027" fmla="*/ 1956435 h 2304573"/>
                <a:gd name="connsiteX4028" fmla="*/ 2456974 w 3439001"/>
                <a:gd name="connsiteY4028" fmla="*/ 1955006 h 2304573"/>
                <a:gd name="connsiteX4029" fmla="*/ 2456974 w 3439001"/>
                <a:gd name="connsiteY4029" fmla="*/ 1954054 h 2304573"/>
                <a:gd name="connsiteX4030" fmla="*/ 2460308 w 3439001"/>
                <a:gd name="connsiteY4030" fmla="*/ 1954054 h 2304573"/>
                <a:gd name="connsiteX4031" fmla="*/ 2465546 w 3439001"/>
                <a:gd name="connsiteY4031" fmla="*/ 1955483 h 2304573"/>
                <a:gd name="connsiteX4032" fmla="*/ 2468880 w 3439001"/>
                <a:gd name="connsiteY4032" fmla="*/ 1955006 h 2304573"/>
                <a:gd name="connsiteX4033" fmla="*/ 2464594 w 3439001"/>
                <a:gd name="connsiteY4033" fmla="*/ 1957388 h 2304573"/>
                <a:gd name="connsiteX4034" fmla="*/ 2461260 w 3439001"/>
                <a:gd name="connsiteY4034" fmla="*/ 1960245 h 2304573"/>
                <a:gd name="connsiteX4035" fmla="*/ 2463165 w 3439001"/>
                <a:gd name="connsiteY4035" fmla="*/ 1959769 h 2304573"/>
                <a:gd name="connsiteX4036" fmla="*/ 2468404 w 3439001"/>
                <a:gd name="connsiteY4036" fmla="*/ 1956435 h 2304573"/>
                <a:gd name="connsiteX4037" fmla="*/ 2474119 w 3439001"/>
                <a:gd name="connsiteY4037" fmla="*/ 1954530 h 2304573"/>
                <a:gd name="connsiteX4038" fmla="*/ 2478405 w 3439001"/>
                <a:gd name="connsiteY4038" fmla="*/ 1952149 h 2304573"/>
                <a:gd name="connsiteX4039" fmla="*/ 2480786 w 3439001"/>
                <a:gd name="connsiteY4039" fmla="*/ 1950720 h 2304573"/>
                <a:gd name="connsiteX4040" fmla="*/ 2489835 w 3439001"/>
                <a:gd name="connsiteY4040" fmla="*/ 1945005 h 2304573"/>
                <a:gd name="connsiteX4041" fmla="*/ 2493645 w 3439001"/>
                <a:gd name="connsiteY4041" fmla="*/ 1942624 h 2304573"/>
                <a:gd name="connsiteX4042" fmla="*/ 2497931 w 3439001"/>
                <a:gd name="connsiteY4042" fmla="*/ 1938338 h 2304573"/>
                <a:gd name="connsiteX4043" fmla="*/ 2498408 w 3439001"/>
                <a:gd name="connsiteY4043" fmla="*/ 1935004 h 2304573"/>
                <a:gd name="connsiteX4044" fmla="*/ 2502694 w 3439001"/>
                <a:gd name="connsiteY4044" fmla="*/ 1931670 h 2304573"/>
                <a:gd name="connsiteX4045" fmla="*/ 2506980 w 3439001"/>
                <a:gd name="connsiteY4045" fmla="*/ 1927384 h 2304573"/>
                <a:gd name="connsiteX4046" fmla="*/ 2505551 w 3439001"/>
                <a:gd name="connsiteY4046" fmla="*/ 1924050 h 2304573"/>
                <a:gd name="connsiteX4047" fmla="*/ 2503646 w 3439001"/>
                <a:gd name="connsiteY4047" fmla="*/ 1921669 h 2304573"/>
                <a:gd name="connsiteX4048" fmla="*/ 2502694 w 3439001"/>
                <a:gd name="connsiteY4048" fmla="*/ 1915478 h 2304573"/>
                <a:gd name="connsiteX4049" fmla="*/ 2504123 w 3439001"/>
                <a:gd name="connsiteY4049" fmla="*/ 1915001 h 2304573"/>
                <a:gd name="connsiteX4050" fmla="*/ 2506028 w 3439001"/>
                <a:gd name="connsiteY4050" fmla="*/ 1916430 h 2304573"/>
                <a:gd name="connsiteX4051" fmla="*/ 2507456 w 3439001"/>
                <a:gd name="connsiteY4051" fmla="*/ 1916430 h 2304573"/>
                <a:gd name="connsiteX4052" fmla="*/ 2509361 w 3439001"/>
                <a:gd name="connsiteY4052" fmla="*/ 1913573 h 2304573"/>
                <a:gd name="connsiteX4053" fmla="*/ 2512219 w 3439001"/>
                <a:gd name="connsiteY4053" fmla="*/ 1913573 h 2304573"/>
                <a:gd name="connsiteX4054" fmla="*/ 2512695 w 3439001"/>
                <a:gd name="connsiteY4054" fmla="*/ 1916906 h 2304573"/>
                <a:gd name="connsiteX4055" fmla="*/ 2510790 w 3439001"/>
                <a:gd name="connsiteY4055" fmla="*/ 1920716 h 2304573"/>
                <a:gd name="connsiteX4056" fmla="*/ 2512219 w 3439001"/>
                <a:gd name="connsiteY4056" fmla="*/ 1921192 h 2304573"/>
                <a:gd name="connsiteX4057" fmla="*/ 2516505 w 3439001"/>
                <a:gd name="connsiteY4057" fmla="*/ 1919764 h 2304573"/>
                <a:gd name="connsiteX4058" fmla="*/ 2519363 w 3439001"/>
                <a:gd name="connsiteY4058" fmla="*/ 1920716 h 2304573"/>
                <a:gd name="connsiteX4059" fmla="*/ 2511743 w 3439001"/>
                <a:gd name="connsiteY4059" fmla="*/ 1925479 h 2304573"/>
                <a:gd name="connsiteX4060" fmla="*/ 2511266 w 3439001"/>
                <a:gd name="connsiteY4060" fmla="*/ 1926908 h 2304573"/>
                <a:gd name="connsiteX4061" fmla="*/ 2517458 w 3439001"/>
                <a:gd name="connsiteY4061" fmla="*/ 1923098 h 2304573"/>
                <a:gd name="connsiteX4062" fmla="*/ 2533650 w 3439001"/>
                <a:gd name="connsiteY4062" fmla="*/ 1916430 h 2304573"/>
                <a:gd name="connsiteX4063" fmla="*/ 2540794 w 3439001"/>
                <a:gd name="connsiteY4063" fmla="*/ 1915954 h 2304573"/>
                <a:gd name="connsiteX4064" fmla="*/ 2540794 w 3439001"/>
                <a:gd name="connsiteY4064" fmla="*/ 1914525 h 2304573"/>
                <a:gd name="connsiteX4065" fmla="*/ 2538889 w 3439001"/>
                <a:gd name="connsiteY4065" fmla="*/ 1911191 h 2304573"/>
                <a:gd name="connsiteX4066" fmla="*/ 2542223 w 3439001"/>
                <a:gd name="connsiteY4066" fmla="*/ 1905000 h 2304573"/>
                <a:gd name="connsiteX4067" fmla="*/ 2543651 w 3439001"/>
                <a:gd name="connsiteY4067" fmla="*/ 1905000 h 2304573"/>
                <a:gd name="connsiteX4068" fmla="*/ 2544604 w 3439001"/>
                <a:gd name="connsiteY4068" fmla="*/ 1905953 h 2304573"/>
                <a:gd name="connsiteX4069" fmla="*/ 2544604 w 3439001"/>
                <a:gd name="connsiteY4069" fmla="*/ 1907381 h 2304573"/>
                <a:gd name="connsiteX4070" fmla="*/ 2543175 w 3439001"/>
                <a:gd name="connsiteY4070" fmla="*/ 1909763 h 2304573"/>
                <a:gd name="connsiteX4071" fmla="*/ 2541746 w 3439001"/>
                <a:gd name="connsiteY4071" fmla="*/ 1910715 h 2304573"/>
                <a:gd name="connsiteX4072" fmla="*/ 2540318 w 3439001"/>
                <a:gd name="connsiteY4072" fmla="*/ 1911191 h 2304573"/>
                <a:gd name="connsiteX4073" fmla="*/ 2540794 w 3439001"/>
                <a:gd name="connsiteY4073" fmla="*/ 1913096 h 2304573"/>
                <a:gd name="connsiteX4074" fmla="*/ 2542223 w 3439001"/>
                <a:gd name="connsiteY4074" fmla="*/ 1914049 h 2304573"/>
                <a:gd name="connsiteX4075" fmla="*/ 2544128 w 3439001"/>
                <a:gd name="connsiteY4075" fmla="*/ 1913096 h 2304573"/>
                <a:gd name="connsiteX4076" fmla="*/ 2546509 w 3439001"/>
                <a:gd name="connsiteY4076" fmla="*/ 1912620 h 2304573"/>
                <a:gd name="connsiteX4077" fmla="*/ 2556986 w 3439001"/>
                <a:gd name="connsiteY4077" fmla="*/ 1912144 h 2304573"/>
                <a:gd name="connsiteX4078" fmla="*/ 2560796 w 3439001"/>
                <a:gd name="connsiteY4078" fmla="*/ 1911667 h 2304573"/>
                <a:gd name="connsiteX4079" fmla="*/ 2564606 w 3439001"/>
                <a:gd name="connsiteY4079" fmla="*/ 1912144 h 2304573"/>
                <a:gd name="connsiteX4080" fmla="*/ 2572226 w 3439001"/>
                <a:gd name="connsiteY4080" fmla="*/ 1914525 h 2304573"/>
                <a:gd name="connsiteX4081" fmla="*/ 2577941 w 3439001"/>
                <a:gd name="connsiteY4081" fmla="*/ 1917383 h 2304573"/>
                <a:gd name="connsiteX4082" fmla="*/ 2582228 w 3439001"/>
                <a:gd name="connsiteY4082" fmla="*/ 1918811 h 2304573"/>
                <a:gd name="connsiteX4083" fmla="*/ 2596039 w 3439001"/>
                <a:gd name="connsiteY4083" fmla="*/ 1920240 h 2304573"/>
                <a:gd name="connsiteX4084" fmla="*/ 2602230 w 3439001"/>
                <a:gd name="connsiteY4084" fmla="*/ 1918811 h 2304573"/>
                <a:gd name="connsiteX4085" fmla="*/ 2603183 w 3439001"/>
                <a:gd name="connsiteY4085" fmla="*/ 1917859 h 2304573"/>
                <a:gd name="connsiteX4086" fmla="*/ 2601278 w 3439001"/>
                <a:gd name="connsiteY4086" fmla="*/ 1915954 h 2304573"/>
                <a:gd name="connsiteX4087" fmla="*/ 2600325 w 3439001"/>
                <a:gd name="connsiteY4087" fmla="*/ 1915001 h 2304573"/>
                <a:gd name="connsiteX4088" fmla="*/ 2602230 w 3439001"/>
                <a:gd name="connsiteY4088" fmla="*/ 1912620 h 2304573"/>
                <a:gd name="connsiteX4089" fmla="*/ 2604135 w 3439001"/>
                <a:gd name="connsiteY4089" fmla="*/ 1911191 h 2304573"/>
                <a:gd name="connsiteX4090" fmla="*/ 2608421 w 3439001"/>
                <a:gd name="connsiteY4090" fmla="*/ 1909763 h 2304573"/>
                <a:gd name="connsiteX4091" fmla="*/ 2610803 w 3439001"/>
                <a:gd name="connsiteY4091" fmla="*/ 1913096 h 2304573"/>
                <a:gd name="connsiteX4092" fmla="*/ 2616041 w 3439001"/>
                <a:gd name="connsiteY4092" fmla="*/ 1913096 h 2304573"/>
                <a:gd name="connsiteX4093" fmla="*/ 2619851 w 3439001"/>
                <a:gd name="connsiteY4093" fmla="*/ 1918335 h 2304573"/>
                <a:gd name="connsiteX4094" fmla="*/ 2621756 w 3439001"/>
                <a:gd name="connsiteY4094" fmla="*/ 1920240 h 2304573"/>
                <a:gd name="connsiteX4095" fmla="*/ 2627948 w 3439001"/>
                <a:gd name="connsiteY4095" fmla="*/ 1921669 h 2304573"/>
                <a:gd name="connsiteX4096" fmla="*/ 2629853 w 3439001"/>
                <a:gd name="connsiteY4096" fmla="*/ 1919764 h 2304573"/>
                <a:gd name="connsiteX4097" fmla="*/ 2630805 w 3439001"/>
                <a:gd name="connsiteY4097" fmla="*/ 1919764 h 2304573"/>
                <a:gd name="connsiteX4098" fmla="*/ 2630329 w 3439001"/>
                <a:gd name="connsiteY4098" fmla="*/ 1922145 h 2304573"/>
                <a:gd name="connsiteX4099" fmla="*/ 2630805 w 3439001"/>
                <a:gd name="connsiteY4099" fmla="*/ 1924050 h 2304573"/>
                <a:gd name="connsiteX4100" fmla="*/ 2633663 w 3439001"/>
                <a:gd name="connsiteY4100" fmla="*/ 1927860 h 2304573"/>
                <a:gd name="connsiteX4101" fmla="*/ 2633663 w 3439001"/>
                <a:gd name="connsiteY4101" fmla="*/ 1929289 h 2304573"/>
                <a:gd name="connsiteX4102" fmla="*/ 2630805 w 3439001"/>
                <a:gd name="connsiteY4102" fmla="*/ 1928813 h 2304573"/>
                <a:gd name="connsiteX4103" fmla="*/ 2629376 w 3439001"/>
                <a:gd name="connsiteY4103" fmla="*/ 1929289 h 2304573"/>
                <a:gd name="connsiteX4104" fmla="*/ 2628900 w 3439001"/>
                <a:gd name="connsiteY4104" fmla="*/ 1930241 h 2304573"/>
                <a:gd name="connsiteX4105" fmla="*/ 2638901 w 3439001"/>
                <a:gd name="connsiteY4105" fmla="*/ 1933575 h 2304573"/>
                <a:gd name="connsiteX4106" fmla="*/ 2647474 w 3439001"/>
                <a:gd name="connsiteY4106" fmla="*/ 1935956 h 2304573"/>
                <a:gd name="connsiteX4107" fmla="*/ 2649855 w 3439001"/>
                <a:gd name="connsiteY4107" fmla="*/ 1935004 h 2304573"/>
                <a:gd name="connsiteX4108" fmla="*/ 2653189 w 3439001"/>
                <a:gd name="connsiteY4108" fmla="*/ 1930717 h 2304573"/>
                <a:gd name="connsiteX4109" fmla="*/ 2656046 w 3439001"/>
                <a:gd name="connsiteY4109" fmla="*/ 1929765 h 2304573"/>
                <a:gd name="connsiteX4110" fmla="*/ 2660333 w 3439001"/>
                <a:gd name="connsiteY4110" fmla="*/ 1929765 h 2304573"/>
                <a:gd name="connsiteX4111" fmla="*/ 2663190 w 3439001"/>
                <a:gd name="connsiteY4111" fmla="*/ 1931194 h 2304573"/>
                <a:gd name="connsiteX4112" fmla="*/ 2665095 w 3439001"/>
                <a:gd name="connsiteY4112" fmla="*/ 1935956 h 2304573"/>
                <a:gd name="connsiteX4113" fmla="*/ 2666048 w 3439001"/>
                <a:gd name="connsiteY4113" fmla="*/ 1936909 h 2304573"/>
                <a:gd name="connsiteX4114" fmla="*/ 2668429 w 3439001"/>
                <a:gd name="connsiteY4114" fmla="*/ 1935956 h 2304573"/>
                <a:gd name="connsiteX4115" fmla="*/ 2669381 w 3439001"/>
                <a:gd name="connsiteY4115" fmla="*/ 1934051 h 2304573"/>
                <a:gd name="connsiteX4116" fmla="*/ 2669858 w 3439001"/>
                <a:gd name="connsiteY4116" fmla="*/ 1932146 h 2304573"/>
                <a:gd name="connsiteX4117" fmla="*/ 2670334 w 3439001"/>
                <a:gd name="connsiteY4117" fmla="*/ 1930241 h 2304573"/>
                <a:gd name="connsiteX4118" fmla="*/ 2670810 w 3439001"/>
                <a:gd name="connsiteY4118" fmla="*/ 1928813 h 2304573"/>
                <a:gd name="connsiteX4119" fmla="*/ 2670810 w 3439001"/>
                <a:gd name="connsiteY4119" fmla="*/ 1925479 h 2304573"/>
                <a:gd name="connsiteX4120" fmla="*/ 2669381 w 3439001"/>
                <a:gd name="connsiteY4120" fmla="*/ 1924526 h 2304573"/>
                <a:gd name="connsiteX4121" fmla="*/ 2667953 w 3439001"/>
                <a:gd name="connsiteY4121" fmla="*/ 1924050 h 2304573"/>
                <a:gd name="connsiteX4122" fmla="*/ 2667476 w 3439001"/>
                <a:gd name="connsiteY4122" fmla="*/ 1923098 h 2304573"/>
                <a:gd name="connsiteX4123" fmla="*/ 2667476 w 3439001"/>
                <a:gd name="connsiteY4123" fmla="*/ 1921669 h 2304573"/>
                <a:gd name="connsiteX4124" fmla="*/ 2677001 w 3439001"/>
                <a:gd name="connsiteY4124" fmla="*/ 1924526 h 2304573"/>
                <a:gd name="connsiteX4125" fmla="*/ 2678906 w 3439001"/>
                <a:gd name="connsiteY4125" fmla="*/ 1925955 h 2304573"/>
                <a:gd name="connsiteX4126" fmla="*/ 2679383 w 3439001"/>
                <a:gd name="connsiteY4126" fmla="*/ 1927384 h 2304573"/>
                <a:gd name="connsiteX4127" fmla="*/ 2679383 w 3439001"/>
                <a:gd name="connsiteY4127" fmla="*/ 1929289 h 2304573"/>
                <a:gd name="connsiteX4128" fmla="*/ 2681764 w 3439001"/>
                <a:gd name="connsiteY4128" fmla="*/ 1930241 h 2304573"/>
                <a:gd name="connsiteX4129" fmla="*/ 2683193 w 3439001"/>
                <a:gd name="connsiteY4129" fmla="*/ 1930241 h 2304573"/>
                <a:gd name="connsiteX4130" fmla="*/ 2685098 w 3439001"/>
                <a:gd name="connsiteY4130" fmla="*/ 1930717 h 2304573"/>
                <a:gd name="connsiteX4131" fmla="*/ 2686526 w 3439001"/>
                <a:gd name="connsiteY4131" fmla="*/ 1932146 h 2304573"/>
                <a:gd name="connsiteX4132" fmla="*/ 2688431 w 3439001"/>
                <a:gd name="connsiteY4132" fmla="*/ 1932623 h 2304573"/>
                <a:gd name="connsiteX4133" fmla="*/ 2691289 w 3439001"/>
                <a:gd name="connsiteY4133" fmla="*/ 1934528 h 2304573"/>
                <a:gd name="connsiteX4134" fmla="*/ 2693194 w 3439001"/>
                <a:gd name="connsiteY4134" fmla="*/ 1937861 h 2304573"/>
                <a:gd name="connsiteX4135" fmla="*/ 2694623 w 3439001"/>
                <a:gd name="connsiteY4135" fmla="*/ 1939290 h 2304573"/>
                <a:gd name="connsiteX4136" fmla="*/ 2693670 w 3439001"/>
                <a:gd name="connsiteY4136" fmla="*/ 1942624 h 2304573"/>
                <a:gd name="connsiteX4137" fmla="*/ 2695099 w 3439001"/>
                <a:gd name="connsiteY4137" fmla="*/ 1942148 h 2304573"/>
                <a:gd name="connsiteX4138" fmla="*/ 2698433 w 3439001"/>
                <a:gd name="connsiteY4138" fmla="*/ 1939290 h 2304573"/>
                <a:gd name="connsiteX4139" fmla="*/ 2699861 w 3439001"/>
                <a:gd name="connsiteY4139" fmla="*/ 1940242 h 2304573"/>
                <a:gd name="connsiteX4140" fmla="*/ 2701290 w 3439001"/>
                <a:gd name="connsiteY4140" fmla="*/ 1941671 h 2304573"/>
                <a:gd name="connsiteX4141" fmla="*/ 2702243 w 3439001"/>
                <a:gd name="connsiteY4141" fmla="*/ 1940719 h 2304573"/>
                <a:gd name="connsiteX4142" fmla="*/ 2703195 w 3439001"/>
                <a:gd name="connsiteY4142" fmla="*/ 1938814 h 2304573"/>
                <a:gd name="connsiteX4143" fmla="*/ 2706053 w 3439001"/>
                <a:gd name="connsiteY4143" fmla="*/ 1937385 h 2304573"/>
                <a:gd name="connsiteX4144" fmla="*/ 2706053 w 3439001"/>
                <a:gd name="connsiteY4144" fmla="*/ 1935004 h 2304573"/>
                <a:gd name="connsiteX4145" fmla="*/ 2704148 w 3439001"/>
                <a:gd name="connsiteY4145" fmla="*/ 1934528 h 2304573"/>
                <a:gd name="connsiteX4146" fmla="*/ 2702243 w 3439001"/>
                <a:gd name="connsiteY4146" fmla="*/ 1933575 h 2304573"/>
                <a:gd name="connsiteX4147" fmla="*/ 2699861 w 3439001"/>
                <a:gd name="connsiteY4147" fmla="*/ 1930241 h 2304573"/>
                <a:gd name="connsiteX4148" fmla="*/ 2697480 w 3439001"/>
                <a:gd name="connsiteY4148" fmla="*/ 1930241 h 2304573"/>
                <a:gd name="connsiteX4149" fmla="*/ 2688431 w 3439001"/>
                <a:gd name="connsiteY4149" fmla="*/ 1926908 h 2304573"/>
                <a:gd name="connsiteX4150" fmla="*/ 2686050 w 3439001"/>
                <a:gd name="connsiteY4150" fmla="*/ 1924526 h 2304573"/>
                <a:gd name="connsiteX4151" fmla="*/ 2682716 w 3439001"/>
                <a:gd name="connsiteY4151" fmla="*/ 1922621 h 2304573"/>
                <a:gd name="connsiteX4152" fmla="*/ 2681288 w 3439001"/>
                <a:gd name="connsiteY4152" fmla="*/ 1919764 h 2304573"/>
                <a:gd name="connsiteX4153" fmla="*/ 2682240 w 3439001"/>
                <a:gd name="connsiteY4153" fmla="*/ 1918811 h 2304573"/>
                <a:gd name="connsiteX4154" fmla="*/ 2682240 w 3439001"/>
                <a:gd name="connsiteY4154" fmla="*/ 1917859 h 2304573"/>
                <a:gd name="connsiteX4155" fmla="*/ 2682716 w 3439001"/>
                <a:gd name="connsiteY4155" fmla="*/ 1917383 h 2304573"/>
                <a:gd name="connsiteX4156" fmla="*/ 2684145 w 3439001"/>
                <a:gd name="connsiteY4156" fmla="*/ 1917859 h 2304573"/>
                <a:gd name="connsiteX4157" fmla="*/ 2686050 w 3439001"/>
                <a:gd name="connsiteY4157" fmla="*/ 1916906 h 2304573"/>
                <a:gd name="connsiteX4158" fmla="*/ 2685098 w 3439001"/>
                <a:gd name="connsiteY4158" fmla="*/ 1915954 h 2304573"/>
                <a:gd name="connsiteX4159" fmla="*/ 2687003 w 3439001"/>
                <a:gd name="connsiteY4159" fmla="*/ 1914049 h 2304573"/>
                <a:gd name="connsiteX4160" fmla="*/ 2689384 w 3439001"/>
                <a:gd name="connsiteY4160" fmla="*/ 1913573 h 2304573"/>
                <a:gd name="connsiteX4161" fmla="*/ 2692718 w 3439001"/>
                <a:gd name="connsiteY4161" fmla="*/ 1912144 h 2304573"/>
                <a:gd name="connsiteX4162" fmla="*/ 2692241 w 3439001"/>
                <a:gd name="connsiteY4162" fmla="*/ 1911191 h 2304573"/>
                <a:gd name="connsiteX4163" fmla="*/ 2692241 w 3439001"/>
                <a:gd name="connsiteY4163" fmla="*/ 1908334 h 2304573"/>
                <a:gd name="connsiteX4164" fmla="*/ 2690813 w 3439001"/>
                <a:gd name="connsiteY4164" fmla="*/ 1906429 h 2304573"/>
                <a:gd name="connsiteX4165" fmla="*/ 2690336 w 3439001"/>
                <a:gd name="connsiteY4165" fmla="*/ 1905000 h 2304573"/>
                <a:gd name="connsiteX4166" fmla="*/ 2690813 w 3439001"/>
                <a:gd name="connsiteY4166" fmla="*/ 1903571 h 2304573"/>
                <a:gd name="connsiteX4167" fmla="*/ 2687479 w 3439001"/>
                <a:gd name="connsiteY4167" fmla="*/ 1903095 h 2304573"/>
                <a:gd name="connsiteX4168" fmla="*/ 2685098 w 3439001"/>
                <a:gd name="connsiteY4168" fmla="*/ 1905000 h 2304573"/>
                <a:gd name="connsiteX4169" fmla="*/ 2684145 w 3439001"/>
                <a:gd name="connsiteY4169" fmla="*/ 1908334 h 2304573"/>
                <a:gd name="connsiteX4170" fmla="*/ 2682716 w 3439001"/>
                <a:gd name="connsiteY4170" fmla="*/ 1908810 h 2304573"/>
                <a:gd name="connsiteX4171" fmla="*/ 2678906 w 3439001"/>
                <a:gd name="connsiteY4171" fmla="*/ 1907858 h 2304573"/>
                <a:gd name="connsiteX4172" fmla="*/ 2676525 w 3439001"/>
                <a:gd name="connsiteY4172" fmla="*/ 1905000 h 2304573"/>
                <a:gd name="connsiteX4173" fmla="*/ 2677954 w 3439001"/>
                <a:gd name="connsiteY4173" fmla="*/ 1903571 h 2304573"/>
                <a:gd name="connsiteX4174" fmla="*/ 2679859 w 3439001"/>
                <a:gd name="connsiteY4174" fmla="*/ 1902142 h 2304573"/>
                <a:gd name="connsiteX4175" fmla="*/ 2681764 w 3439001"/>
                <a:gd name="connsiteY4175" fmla="*/ 1900714 h 2304573"/>
                <a:gd name="connsiteX4176" fmla="*/ 2681764 w 3439001"/>
                <a:gd name="connsiteY4176" fmla="*/ 1899761 h 2304573"/>
                <a:gd name="connsiteX4177" fmla="*/ 2679383 w 3439001"/>
                <a:gd name="connsiteY4177" fmla="*/ 1898809 h 2304573"/>
                <a:gd name="connsiteX4178" fmla="*/ 2677954 w 3439001"/>
                <a:gd name="connsiteY4178" fmla="*/ 1900238 h 2304573"/>
                <a:gd name="connsiteX4179" fmla="*/ 2676525 w 3439001"/>
                <a:gd name="connsiteY4179" fmla="*/ 1900714 h 2304573"/>
                <a:gd name="connsiteX4180" fmla="*/ 2673668 w 3439001"/>
                <a:gd name="connsiteY4180" fmla="*/ 1900714 h 2304573"/>
                <a:gd name="connsiteX4181" fmla="*/ 2670334 w 3439001"/>
                <a:gd name="connsiteY4181" fmla="*/ 1903095 h 2304573"/>
                <a:gd name="connsiteX4182" fmla="*/ 2664143 w 3439001"/>
                <a:gd name="connsiteY4182" fmla="*/ 1904048 h 2304573"/>
                <a:gd name="connsiteX4183" fmla="*/ 2660333 w 3439001"/>
                <a:gd name="connsiteY4183" fmla="*/ 1902619 h 2304573"/>
                <a:gd name="connsiteX4184" fmla="*/ 2656046 w 3439001"/>
                <a:gd name="connsiteY4184" fmla="*/ 1899761 h 2304573"/>
                <a:gd name="connsiteX4185" fmla="*/ 2658904 w 3439001"/>
                <a:gd name="connsiteY4185" fmla="*/ 1894523 h 2304573"/>
                <a:gd name="connsiteX4186" fmla="*/ 2662714 w 3439001"/>
                <a:gd name="connsiteY4186" fmla="*/ 1890713 h 2304573"/>
                <a:gd name="connsiteX4187" fmla="*/ 2666048 w 3439001"/>
                <a:gd name="connsiteY4187" fmla="*/ 1891189 h 2304573"/>
                <a:gd name="connsiteX4188" fmla="*/ 2668905 w 3439001"/>
                <a:gd name="connsiteY4188" fmla="*/ 1891665 h 2304573"/>
                <a:gd name="connsiteX4189" fmla="*/ 2672239 w 3439001"/>
                <a:gd name="connsiteY4189" fmla="*/ 1894523 h 2304573"/>
                <a:gd name="connsiteX4190" fmla="*/ 2684621 w 3439001"/>
                <a:gd name="connsiteY4190" fmla="*/ 1898333 h 2304573"/>
                <a:gd name="connsiteX4191" fmla="*/ 2689384 w 3439001"/>
                <a:gd name="connsiteY4191" fmla="*/ 1896428 h 2304573"/>
                <a:gd name="connsiteX4192" fmla="*/ 2693670 w 3439001"/>
                <a:gd name="connsiteY4192" fmla="*/ 1892141 h 2304573"/>
                <a:gd name="connsiteX4193" fmla="*/ 2695575 w 3439001"/>
                <a:gd name="connsiteY4193" fmla="*/ 1892141 h 2304573"/>
                <a:gd name="connsiteX4194" fmla="*/ 2697004 w 3439001"/>
                <a:gd name="connsiteY4194" fmla="*/ 1892617 h 2304573"/>
                <a:gd name="connsiteX4195" fmla="*/ 2702719 w 3439001"/>
                <a:gd name="connsiteY4195" fmla="*/ 1891189 h 2304573"/>
                <a:gd name="connsiteX4196" fmla="*/ 2707958 w 3439001"/>
                <a:gd name="connsiteY4196" fmla="*/ 1889284 h 2304573"/>
                <a:gd name="connsiteX4197" fmla="*/ 2708910 w 3439001"/>
                <a:gd name="connsiteY4197" fmla="*/ 1889284 h 2304573"/>
                <a:gd name="connsiteX4198" fmla="*/ 2710815 w 3439001"/>
                <a:gd name="connsiteY4198" fmla="*/ 1889760 h 2304573"/>
                <a:gd name="connsiteX4199" fmla="*/ 2715101 w 3439001"/>
                <a:gd name="connsiteY4199" fmla="*/ 1891665 h 2304573"/>
                <a:gd name="connsiteX4200" fmla="*/ 2726531 w 3439001"/>
                <a:gd name="connsiteY4200" fmla="*/ 1891189 h 2304573"/>
                <a:gd name="connsiteX4201" fmla="*/ 2729865 w 3439001"/>
                <a:gd name="connsiteY4201" fmla="*/ 1891665 h 2304573"/>
                <a:gd name="connsiteX4202" fmla="*/ 2733675 w 3439001"/>
                <a:gd name="connsiteY4202" fmla="*/ 1891665 h 2304573"/>
                <a:gd name="connsiteX4203" fmla="*/ 2734151 w 3439001"/>
                <a:gd name="connsiteY4203" fmla="*/ 1889760 h 2304573"/>
                <a:gd name="connsiteX4204" fmla="*/ 2735580 w 3439001"/>
                <a:gd name="connsiteY4204" fmla="*/ 1884045 h 2304573"/>
                <a:gd name="connsiteX4205" fmla="*/ 2737009 w 3439001"/>
                <a:gd name="connsiteY4205" fmla="*/ 1879759 h 2304573"/>
                <a:gd name="connsiteX4206" fmla="*/ 2737961 w 3439001"/>
                <a:gd name="connsiteY4206" fmla="*/ 1879283 h 2304573"/>
                <a:gd name="connsiteX4207" fmla="*/ 2739866 w 3439001"/>
                <a:gd name="connsiteY4207" fmla="*/ 1881664 h 2304573"/>
                <a:gd name="connsiteX4208" fmla="*/ 2740819 w 3439001"/>
                <a:gd name="connsiteY4208" fmla="*/ 1884045 h 2304573"/>
                <a:gd name="connsiteX4209" fmla="*/ 2740819 w 3439001"/>
                <a:gd name="connsiteY4209" fmla="*/ 1888331 h 2304573"/>
                <a:gd name="connsiteX4210" fmla="*/ 2741771 w 3439001"/>
                <a:gd name="connsiteY4210" fmla="*/ 1889760 h 2304573"/>
                <a:gd name="connsiteX4211" fmla="*/ 2743200 w 3439001"/>
                <a:gd name="connsiteY4211" fmla="*/ 1890236 h 2304573"/>
                <a:gd name="connsiteX4212" fmla="*/ 2744629 w 3439001"/>
                <a:gd name="connsiteY4212" fmla="*/ 1892617 h 2304573"/>
                <a:gd name="connsiteX4213" fmla="*/ 2745581 w 3439001"/>
                <a:gd name="connsiteY4213" fmla="*/ 1894523 h 2304573"/>
                <a:gd name="connsiteX4214" fmla="*/ 2741771 w 3439001"/>
                <a:gd name="connsiteY4214" fmla="*/ 1895951 h 2304573"/>
                <a:gd name="connsiteX4215" fmla="*/ 2738914 w 3439001"/>
                <a:gd name="connsiteY4215" fmla="*/ 1895951 h 2304573"/>
                <a:gd name="connsiteX4216" fmla="*/ 2738438 w 3439001"/>
                <a:gd name="connsiteY4216" fmla="*/ 1896904 h 2304573"/>
                <a:gd name="connsiteX4217" fmla="*/ 2751296 w 3439001"/>
                <a:gd name="connsiteY4217" fmla="*/ 1895475 h 2304573"/>
                <a:gd name="connsiteX4218" fmla="*/ 2755106 w 3439001"/>
                <a:gd name="connsiteY4218" fmla="*/ 1891665 h 2304573"/>
                <a:gd name="connsiteX4219" fmla="*/ 2757488 w 3439001"/>
                <a:gd name="connsiteY4219" fmla="*/ 1890713 h 2304573"/>
                <a:gd name="connsiteX4220" fmla="*/ 2757488 w 3439001"/>
                <a:gd name="connsiteY4220" fmla="*/ 1891665 h 2304573"/>
                <a:gd name="connsiteX4221" fmla="*/ 2755583 w 3439001"/>
                <a:gd name="connsiteY4221" fmla="*/ 1893570 h 2304573"/>
                <a:gd name="connsiteX4222" fmla="*/ 2756535 w 3439001"/>
                <a:gd name="connsiteY4222" fmla="*/ 1894046 h 2304573"/>
                <a:gd name="connsiteX4223" fmla="*/ 2763203 w 3439001"/>
                <a:gd name="connsiteY4223" fmla="*/ 1892617 h 2304573"/>
                <a:gd name="connsiteX4224" fmla="*/ 2764155 w 3439001"/>
                <a:gd name="connsiteY4224" fmla="*/ 1890713 h 2304573"/>
                <a:gd name="connsiteX4225" fmla="*/ 2766536 w 3439001"/>
                <a:gd name="connsiteY4225" fmla="*/ 1888808 h 2304573"/>
                <a:gd name="connsiteX4226" fmla="*/ 2767013 w 3439001"/>
                <a:gd name="connsiteY4226" fmla="*/ 1885474 h 2304573"/>
                <a:gd name="connsiteX4227" fmla="*/ 2768918 w 3439001"/>
                <a:gd name="connsiteY4227" fmla="*/ 1885474 h 2304573"/>
                <a:gd name="connsiteX4228" fmla="*/ 2770346 w 3439001"/>
                <a:gd name="connsiteY4228" fmla="*/ 1886903 h 2304573"/>
                <a:gd name="connsiteX4229" fmla="*/ 2771775 w 3439001"/>
                <a:gd name="connsiteY4229" fmla="*/ 1884998 h 2304573"/>
                <a:gd name="connsiteX4230" fmla="*/ 2773204 w 3439001"/>
                <a:gd name="connsiteY4230" fmla="*/ 1884521 h 2304573"/>
                <a:gd name="connsiteX4231" fmla="*/ 2774156 w 3439001"/>
                <a:gd name="connsiteY4231" fmla="*/ 1886903 h 2304573"/>
                <a:gd name="connsiteX4232" fmla="*/ 2773680 w 3439001"/>
                <a:gd name="connsiteY4232" fmla="*/ 1889760 h 2304573"/>
                <a:gd name="connsiteX4233" fmla="*/ 2768918 w 3439001"/>
                <a:gd name="connsiteY4233" fmla="*/ 1891189 h 2304573"/>
                <a:gd name="connsiteX4234" fmla="*/ 2767489 w 3439001"/>
                <a:gd name="connsiteY4234" fmla="*/ 1892141 h 2304573"/>
                <a:gd name="connsiteX4235" fmla="*/ 2752249 w 3439001"/>
                <a:gd name="connsiteY4235" fmla="*/ 1896904 h 2304573"/>
                <a:gd name="connsiteX4236" fmla="*/ 2760345 w 3439001"/>
                <a:gd name="connsiteY4236" fmla="*/ 1895475 h 2304573"/>
                <a:gd name="connsiteX4237" fmla="*/ 2770346 w 3439001"/>
                <a:gd name="connsiteY4237" fmla="*/ 1894523 h 2304573"/>
                <a:gd name="connsiteX4238" fmla="*/ 2772728 w 3439001"/>
                <a:gd name="connsiteY4238" fmla="*/ 1893570 h 2304573"/>
                <a:gd name="connsiteX4239" fmla="*/ 2775585 w 3439001"/>
                <a:gd name="connsiteY4239" fmla="*/ 1892141 h 2304573"/>
                <a:gd name="connsiteX4240" fmla="*/ 2777966 w 3439001"/>
                <a:gd name="connsiteY4240" fmla="*/ 1891189 h 2304573"/>
                <a:gd name="connsiteX4241" fmla="*/ 2780348 w 3439001"/>
                <a:gd name="connsiteY4241" fmla="*/ 1891665 h 2304573"/>
                <a:gd name="connsiteX4242" fmla="*/ 2784158 w 3439001"/>
                <a:gd name="connsiteY4242" fmla="*/ 1891189 h 2304573"/>
                <a:gd name="connsiteX4243" fmla="*/ 2787491 w 3439001"/>
                <a:gd name="connsiteY4243" fmla="*/ 1892141 h 2304573"/>
                <a:gd name="connsiteX4244" fmla="*/ 2788444 w 3439001"/>
                <a:gd name="connsiteY4244" fmla="*/ 1893094 h 2304573"/>
                <a:gd name="connsiteX4245" fmla="*/ 2788920 w 3439001"/>
                <a:gd name="connsiteY4245" fmla="*/ 1894523 h 2304573"/>
                <a:gd name="connsiteX4246" fmla="*/ 2785110 w 3439001"/>
                <a:gd name="connsiteY4246" fmla="*/ 1893570 h 2304573"/>
                <a:gd name="connsiteX4247" fmla="*/ 2777966 w 3439001"/>
                <a:gd name="connsiteY4247" fmla="*/ 1894523 h 2304573"/>
                <a:gd name="connsiteX4248" fmla="*/ 2787491 w 3439001"/>
                <a:gd name="connsiteY4248" fmla="*/ 1896904 h 2304573"/>
                <a:gd name="connsiteX4249" fmla="*/ 2798445 w 3439001"/>
                <a:gd name="connsiteY4249" fmla="*/ 1901190 h 2304573"/>
                <a:gd name="connsiteX4250" fmla="*/ 2800826 w 3439001"/>
                <a:gd name="connsiteY4250" fmla="*/ 1902619 h 2304573"/>
                <a:gd name="connsiteX4251" fmla="*/ 2802255 w 3439001"/>
                <a:gd name="connsiteY4251" fmla="*/ 1902619 h 2304573"/>
                <a:gd name="connsiteX4252" fmla="*/ 2802731 w 3439001"/>
                <a:gd name="connsiteY4252" fmla="*/ 1901190 h 2304573"/>
                <a:gd name="connsiteX4253" fmla="*/ 2802731 w 3439001"/>
                <a:gd name="connsiteY4253" fmla="*/ 1899761 h 2304573"/>
                <a:gd name="connsiteX4254" fmla="*/ 2805113 w 3439001"/>
                <a:gd name="connsiteY4254" fmla="*/ 1898333 h 2304573"/>
                <a:gd name="connsiteX4255" fmla="*/ 2807494 w 3439001"/>
                <a:gd name="connsiteY4255" fmla="*/ 1897856 h 2304573"/>
                <a:gd name="connsiteX4256" fmla="*/ 2806065 w 3439001"/>
                <a:gd name="connsiteY4256" fmla="*/ 1899761 h 2304573"/>
                <a:gd name="connsiteX4257" fmla="*/ 2805113 w 3439001"/>
                <a:gd name="connsiteY4257" fmla="*/ 1901666 h 2304573"/>
                <a:gd name="connsiteX4258" fmla="*/ 2807018 w 3439001"/>
                <a:gd name="connsiteY4258" fmla="*/ 1903095 h 2304573"/>
                <a:gd name="connsiteX4259" fmla="*/ 2806541 w 3439001"/>
                <a:gd name="connsiteY4259" fmla="*/ 1904048 h 2304573"/>
                <a:gd name="connsiteX4260" fmla="*/ 2804636 w 3439001"/>
                <a:gd name="connsiteY4260" fmla="*/ 1904048 h 2304573"/>
                <a:gd name="connsiteX4261" fmla="*/ 2810351 w 3439001"/>
                <a:gd name="connsiteY4261" fmla="*/ 1909286 h 2304573"/>
                <a:gd name="connsiteX4262" fmla="*/ 2815590 w 3439001"/>
                <a:gd name="connsiteY4262" fmla="*/ 1913096 h 2304573"/>
                <a:gd name="connsiteX4263" fmla="*/ 2817019 w 3439001"/>
                <a:gd name="connsiteY4263" fmla="*/ 1915954 h 2304573"/>
                <a:gd name="connsiteX4264" fmla="*/ 2816543 w 3439001"/>
                <a:gd name="connsiteY4264" fmla="*/ 1917383 h 2304573"/>
                <a:gd name="connsiteX4265" fmla="*/ 2815590 w 3439001"/>
                <a:gd name="connsiteY4265" fmla="*/ 1917859 h 2304573"/>
                <a:gd name="connsiteX4266" fmla="*/ 2814161 w 3439001"/>
                <a:gd name="connsiteY4266" fmla="*/ 1916430 h 2304573"/>
                <a:gd name="connsiteX4267" fmla="*/ 2813209 w 3439001"/>
                <a:gd name="connsiteY4267" fmla="*/ 1914525 h 2304573"/>
                <a:gd name="connsiteX4268" fmla="*/ 2813209 w 3439001"/>
                <a:gd name="connsiteY4268" fmla="*/ 1917383 h 2304573"/>
                <a:gd name="connsiteX4269" fmla="*/ 2814638 w 3439001"/>
                <a:gd name="connsiteY4269" fmla="*/ 1920240 h 2304573"/>
                <a:gd name="connsiteX4270" fmla="*/ 2816543 w 3439001"/>
                <a:gd name="connsiteY4270" fmla="*/ 1920716 h 2304573"/>
                <a:gd name="connsiteX4271" fmla="*/ 2820829 w 3439001"/>
                <a:gd name="connsiteY4271" fmla="*/ 1919764 h 2304573"/>
                <a:gd name="connsiteX4272" fmla="*/ 2826068 w 3439001"/>
                <a:gd name="connsiteY4272" fmla="*/ 1919288 h 2304573"/>
                <a:gd name="connsiteX4273" fmla="*/ 2827973 w 3439001"/>
                <a:gd name="connsiteY4273" fmla="*/ 1918335 h 2304573"/>
                <a:gd name="connsiteX4274" fmla="*/ 2830830 w 3439001"/>
                <a:gd name="connsiteY4274" fmla="*/ 1917383 h 2304573"/>
                <a:gd name="connsiteX4275" fmla="*/ 2833688 w 3439001"/>
                <a:gd name="connsiteY4275" fmla="*/ 1917383 h 2304573"/>
                <a:gd name="connsiteX4276" fmla="*/ 2842260 w 3439001"/>
                <a:gd name="connsiteY4276" fmla="*/ 1912620 h 2304573"/>
                <a:gd name="connsiteX4277" fmla="*/ 2845594 w 3439001"/>
                <a:gd name="connsiteY4277" fmla="*/ 1912144 h 2304573"/>
                <a:gd name="connsiteX4278" fmla="*/ 2847975 w 3439001"/>
                <a:gd name="connsiteY4278" fmla="*/ 1912144 h 2304573"/>
                <a:gd name="connsiteX4279" fmla="*/ 2848928 w 3439001"/>
                <a:gd name="connsiteY4279" fmla="*/ 1911191 h 2304573"/>
                <a:gd name="connsiteX4280" fmla="*/ 2848451 w 3439001"/>
                <a:gd name="connsiteY4280" fmla="*/ 1909286 h 2304573"/>
                <a:gd name="connsiteX4281" fmla="*/ 2848928 w 3439001"/>
                <a:gd name="connsiteY4281" fmla="*/ 1907381 h 2304573"/>
                <a:gd name="connsiteX4282" fmla="*/ 2850356 w 3439001"/>
                <a:gd name="connsiteY4282" fmla="*/ 1905953 h 2304573"/>
                <a:gd name="connsiteX4283" fmla="*/ 2859405 w 3439001"/>
                <a:gd name="connsiteY4283" fmla="*/ 1904524 h 2304573"/>
                <a:gd name="connsiteX4284" fmla="*/ 2871311 w 3439001"/>
                <a:gd name="connsiteY4284" fmla="*/ 1911191 h 2304573"/>
                <a:gd name="connsiteX4285" fmla="*/ 2885123 w 3439001"/>
                <a:gd name="connsiteY4285" fmla="*/ 1928813 h 2304573"/>
                <a:gd name="connsiteX4286" fmla="*/ 2902744 w 3439001"/>
                <a:gd name="connsiteY4286" fmla="*/ 1943576 h 2304573"/>
                <a:gd name="connsiteX4287" fmla="*/ 2906554 w 3439001"/>
                <a:gd name="connsiteY4287" fmla="*/ 1949767 h 2304573"/>
                <a:gd name="connsiteX4288" fmla="*/ 2907030 w 3439001"/>
                <a:gd name="connsiteY4288" fmla="*/ 1952625 h 2304573"/>
                <a:gd name="connsiteX4289" fmla="*/ 2907030 w 3439001"/>
                <a:gd name="connsiteY4289" fmla="*/ 1954054 h 2304573"/>
                <a:gd name="connsiteX4290" fmla="*/ 2906554 w 3439001"/>
                <a:gd name="connsiteY4290" fmla="*/ 1964531 h 2304573"/>
                <a:gd name="connsiteX4291" fmla="*/ 2903696 w 3439001"/>
                <a:gd name="connsiteY4291" fmla="*/ 1973580 h 2304573"/>
                <a:gd name="connsiteX4292" fmla="*/ 2900363 w 3439001"/>
                <a:gd name="connsiteY4292" fmla="*/ 1987867 h 2304573"/>
                <a:gd name="connsiteX4293" fmla="*/ 2901791 w 3439001"/>
                <a:gd name="connsiteY4293" fmla="*/ 1990249 h 2304573"/>
                <a:gd name="connsiteX4294" fmla="*/ 2902744 w 3439001"/>
                <a:gd name="connsiteY4294" fmla="*/ 1991678 h 2304573"/>
                <a:gd name="connsiteX4295" fmla="*/ 2903696 w 3439001"/>
                <a:gd name="connsiteY4295" fmla="*/ 1992630 h 2304573"/>
                <a:gd name="connsiteX4296" fmla="*/ 2904649 w 3439001"/>
                <a:gd name="connsiteY4296" fmla="*/ 1991678 h 2304573"/>
                <a:gd name="connsiteX4297" fmla="*/ 2906554 w 3439001"/>
                <a:gd name="connsiteY4297" fmla="*/ 1992154 h 2304573"/>
                <a:gd name="connsiteX4298" fmla="*/ 2907506 w 3439001"/>
                <a:gd name="connsiteY4298" fmla="*/ 1991201 h 2304573"/>
                <a:gd name="connsiteX4299" fmla="*/ 2907983 w 3439001"/>
                <a:gd name="connsiteY4299" fmla="*/ 1990249 h 2304573"/>
                <a:gd name="connsiteX4300" fmla="*/ 2908459 w 3439001"/>
                <a:gd name="connsiteY4300" fmla="*/ 1986915 h 2304573"/>
                <a:gd name="connsiteX4301" fmla="*/ 2907030 w 3439001"/>
                <a:gd name="connsiteY4301" fmla="*/ 1985963 h 2304573"/>
                <a:gd name="connsiteX4302" fmla="*/ 2905601 w 3439001"/>
                <a:gd name="connsiteY4302" fmla="*/ 1983581 h 2304573"/>
                <a:gd name="connsiteX4303" fmla="*/ 2907030 w 3439001"/>
                <a:gd name="connsiteY4303" fmla="*/ 1983105 h 2304573"/>
                <a:gd name="connsiteX4304" fmla="*/ 2908935 w 3439001"/>
                <a:gd name="connsiteY4304" fmla="*/ 1984058 h 2304573"/>
                <a:gd name="connsiteX4305" fmla="*/ 2910840 w 3439001"/>
                <a:gd name="connsiteY4305" fmla="*/ 1986915 h 2304573"/>
                <a:gd name="connsiteX4306" fmla="*/ 2911793 w 3439001"/>
                <a:gd name="connsiteY4306" fmla="*/ 1987391 h 2304573"/>
                <a:gd name="connsiteX4307" fmla="*/ 2913698 w 3439001"/>
                <a:gd name="connsiteY4307" fmla="*/ 1985963 h 2304573"/>
                <a:gd name="connsiteX4308" fmla="*/ 2915126 w 3439001"/>
                <a:gd name="connsiteY4308" fmla="*/ 1987391 h 2304573"/>
                <a:gd name="connsiteX4309" fmla="*/ 2915126 w 3439001"/>
                <a:gd name="connsiteY4309" fmla="*/ 1988344 h 2304573"/>
                <a:gd name="connsiteX4310" fmla="*/ 2914174 w 3439001"/>
                <a:gd name="connsiteY4310" fmla="*/ 1990725 h 2304573"/>
                <a:gd name="connsiteX4311" fmla="*/ 2911316 w 3439001"/>
                <a:gd name="connsiteY4311" fmla="*/ 1994059 h 2304573"/>
                <a:gd name="connsiteX4312" fmla="*/ 2907506 w 3439001"/>
                <a:gd name="connsiteY4312" fmla="*/ 1999774 h 2304573"/>
                <a:gd name="connsiteX4313" fmla="*/ 2905601 w 3439001"/>
                <a:gd name="connsiteY4313" fmla="*/ 2000250 h 2304573"/>
                <a:gd name="connsiteX4314" fmla="*/ 2904649 w 3439001"/>
                <a:gd name="connsiteY4314" fmla="*/ 2000726 h 2304573"/>
                <a:gd name="connsiteX4315" fmla="*/ 2906554 w 3439001"/>
                <a:gd name="connsiteY4315" fmla="*/ 2002631 h 2304573"/>
                <a:gd name="connsiteX4316" fmla="*/ 2907506 w 3439001"/>
                <a:gd name="connsiteY4316" fmla="*/ 2004536 h 2304573"/>
                <a:gd name="connsiteX4317" fmla="*/ 2913698 w 3439001"/>
                <a:gd name="connsiteY4317" fmla="*/ 2016919 h 2304573"/>
                <a:gd name="connsiteX4318" fmla="*/ 2916555 w 3439001"/>
                <a:gd name="connsiteY4318" fmla="*/ 2021205 h 2304573"/>
                <a:gd name="connsiteX4319" fmla="*/ 2918936 w 3439001"/>
                <a:gd name="connsiteY4319" fmla="*/ 2023586 h 2304573"/>
                <a:gd name="connsiteX4320" fmla="*/ 2920365 w 3439001"/>
                <a:gd name="connsiteY4320" fmla="*/ 2024539 h 2304573"/>
                <a:gd name="connsiteX4321" fmla="*/ 2922270 w 3439001"/>
                <a:gd name="connsiteY4321" fmla="*/ 2025015 h 2304573"/>
                <a:gd name="connsiteX4322" fmla="*/ 2922746 w 3439001"/>
                <a:gd name="connsiteY4322" fmla="*/ 2023586 h 2304573"/>
                <a:gd name="connsiteX4323" fmla="*/ 2922270 w 3439001"/>
                <a:gd name="connsiteY4323" fmla="*/ 2021205 h 2304573"/>
                <a:gd name="connsiteX4324" fmla="*/ 2925128 w 3439001"/>
                <a:gd name="connsiteY4324" fmla="*/ 2020253 h 2304573"/>
                <a:gd name="connsiteX4325" fmla="*/ 2927985 w 3439001"/>
                <a:gd name="connsiteY4325" fmla="*/ 2020253 h 2304573"/>
                <a:gd name="connsiteX4326" fmla="*/ 2926080 w 3439001"/>
                <a:gd name="connsiteY4326" fmla="*/ 2022634 h 2304573"/>
                <a:gd name="connsiteX4327" fmla="*/ 2925604 w 3439001"/>
                <a:gd name="connsiteY4327" fmla="*/ 2029301 h 2304573"/>
                <a:gd name="connsiteX4328" fmla="*/ 2927033 w 3439001"/>
                <a:gd name="connsiteY4328" fmla="*/ 2035016 h 2304573"/>
                <a:gd name="connsiteX4329" fmla="*/ 2927985 w 3439001"/>
                <a:gd name="connsiteY4329" fmla="*/ 2035492 h 2304573"/>
                <a:gd name="connsiteX4330" fmla="*/ 2929414 w 3439001"/>
                <a:gd name="connsiteY4330" fmla="*/ 2035016 h 2304573"/>
                <a:gd name="connsiteX4331" fmla="*/ 2931319 w 3439001"/>
                <a:gd name="connsiteY4331" fmla="*/ 2032159 h 2304573"/>
                <a:gd name="connsiteX4332" fmla="*/ 2932748 w 3439001"/>
                <a:gd name="connsiteY4332" fmla="*/ 2030730 h 2304573"/>
                <a:gd name="connsiteX4333" fmla="*/ 2934653 w 3439001"/>
                <a:gd name="connsiteY4333" fmla="*/ 2029778 h 2304573"/>
                <a:gd name="connsiteX4334" fmla="*/ 2932271 w 3439001"/>
                <a:gd name="connsiteY4334" fmla="*/ 2033111 h 2304573"/>
                <a:gd name="connsiteX4335" fmla="*/ 2929890 w 3439001"/>
                <a:gd name="connsiteY4335" fmla="*/ 2036921 h 2304573"/>
                <a:gd name="connsiteX4336" fmla="*/ 2930843 w 3439001"/>
                <a:gd name="connsiteY4336" fmla="*/ 2037874 h 2304573"/>
                <a:gd name="connsiteX4337" fmla="*/ 2933224 w 3439001"/>
                <a:gd name="connsiteY4337" fmla="*/ 2038826 h 2304573"/>
                <a:gd name="connsiteX4338" fmla="*/ 2935129 w 3439001"/>
                <a:gd name="connsiteY4338" fmla="*/ 2049304 h 2304573"/>
                <a:gd name="connsiteX4339" fmla="*/ 2938463 w 3439001"/>
                <a:gd name="connsiteY4339" fmla="*/ 2055019 h 2304573"/>
                <a:gd name="connsiteX4340" fmla="*/ 2943701 w 3439001"/>
                <a:gd name="connsiteY4340" fmla="*/ 2058353 h 2304573"/>
                <a:gd name="connsiteX4341" fmla="*/ 2950845 w 3439001"/>
                <a:gd name="connsiteY4341" fmla="*/ 2060734 h 2304573"/>
                <a:gd name="connsiteX4342" fmla="*/ 2951321 w 3439001"/>
                <a:gd name="connsiteY4342" fmla="*/ 2064067 h 2304573"/>
                <a:gd name="connsiteX4343" fmla="*/ 2955131 w 3439001"/>
                <a:gd name="connsiteY4343" fmla="*/ 2069306 h 2304573"/>
                <a:gd name="connsiteX4344" fmla="*/ 2958941 w 3439001"/>
                <a:gd name="connsiteY4344" fmla="*/ 2076926 h 2304573"/>
                <a:gd name="connsiteX4345" fmla="*/ 2960846 w 3439001"/>
                <a:gd name="connsiteY4345" fmla="*/ 2077879 h 2304573"/>
                <a:gd name="connsiteX4346" fmla="*/ 2963228 w 3439001"/>
                <a:gd name="connsiteY4346" fmla="*/ 2078831 h 2304573"/>
                <a:gd name="connsiteX4347" fmla="*/ 2964656 w 3439001"/>
                <a:gd name="connsiteY4347" fmla="*/ 2080736 h 2304573"/>
                <a:gd name="connsiteX4348" fmla="*/ 2963704 w 3439001"/>
                <a:gd name="connsiteY4348" fmla="*/ 2082165 h 2304573"/>
                <a:gd name="connsiteX4349" fmla="*/ 2959418 w 3439001"/>
                <a:gd name="connsiteY4349" fmla="*/ 2078831 h 2304573"/>
                <a:gd name="connsiteX4350" fmla="*/ 2957989 w 3439001"/>
                <a:gd name="connsiteY4350" fmla="*/ 2079308 h 2304573"/>
                <a:gd name="connsiteX4351" fmla="*/ 2957036 w 3439001"/>
                <a:gd name="connsiteY4351" fmla="*/ 2080736 h 2304573"/>
                <a:gd name="connsiteX4352" fmla="*/ 2956560 w 3439001"/>
                <a:gd name="connsiteY4352" fmla="*/ 2082165 h 2304573"/>
                <a:gd name="connsiteX4353" fmla="*/ 2958465 w 3439001"/>
                <a:gd name="connsiteY4353" fmla="*/ 2085499 h 2304573"/>
                <a:gd name="connsiteX4354" fmla="*/ 2961799 w 3439001"/>
                <a:gd name="connsiteY4354" fmla="*/ 2085499 h 2304573"/>
                <a:gd name="connsiteX4355" fmla="*/ 2967038 w 3439001"/>
                <a:gd name="connsiteY4355" fmla="*/ 2084070 h 2304573"/>
                <a:gd name="connsiteX4356" fmla="*/ 2971324 w 3439001"/>
                <a:gd name="connsiteY4356" fmla="*/ 2084546 h 2304573"/>
                <a:gd name="connsiteX4357" fmla="*/ 2977515 w 3439001"/>
                <a:gd name="connsiteY4357" fmla="*/ 2081689 h 2304573"/>
                <a:gd name="connsiteX4358" fmla="*/ 2979896 w 3439001"/>
                <a:gd name="connsiteY4358" fmla="*/ 2081689 h 2304573"/>
                <a:gd name="connsiteX4359" fmla="*/ 2983706 w 3439001"/>
                <a:gd name="connsiteY4359" fmla="*/ 2077879 h 2304573"/>
                <a:gd name="connsiteX4360" fmla="*/ 2985135 w 3439001"/>
                <a:gd name="connsiteY4360" fmla="*/ 2074545 h 2304573"/>
                <a:gd name="connsiteX4361" fmla="*/ 2986088 w 3439001"/>
                <a:gd name="connsiteY4361" fmla="*/ 2067878 h 2304573"/>
                <a:gd name="connsiteX4362" fmla="*/ 2988945 w 3439001"/>
                <a:gd name="connsiteY4362" fmla="*/ 2063591 h 2304573"/>
                <a:gd name="connsiteX4363" fmla="*/ 2990850 w 3439001"/>
                <a:gd name="connsiteY4363" fmla="*/ 2058829 h 2304573"/>
                <a:gd name="connsiteX4364" fmla="*/ 2991326 w 3439001"/>
                <a:gd name="connsiteY4364" fmla="*/ 2058829 h 2304573"/>
                <a:gd name="connsiteX4365" fmla="*/ 2991326 w 3439001"/>
                <a:gd name="connsiteY4365" fmla="*/ 2059781 h 2304573"/>
                <a:gd name="connsiteX4366" fmla="*/ 2991803 w 3439001"/>
                <a:gd name="connsiteY4366" fmla="*/ 2060258 h 2304573"/>
                <a:gd name="connsiteX4367" fmla="*/ 2992279 w 3439001"/>
                <a:gd name="connsiteY4367" fmla="*/ 2049304 h 2304573"/>
                <a:gd name="connsiteX4368" fmla="*/ 2994660 w 3439001"/>
                <a:gd name="connsiteY4368" fmla="*/ 2033588 h 2304573"/>
                <a:gd name="connsiteX4369" fmla="*/ 2994184 w 3439001"/>
                <a:gd name="connsiteY4369" fmla="*/ 2025015 h 2304573"/>
                <a:gd name="connsiteX4370" fmla="*/ 2992755 w 3439001"/>
                <a:gd name="connsiteY4370" fmla="*/ 2018348 h 2304573"/>
                <a:gd name="connsiteX4371" fmla="*/ 2991326 w 3439001"/>
                <a:gd name="connsiteY4371" fmla="*/ 2015014 h 2304573"/>
                <a:gd name="connsiteX4372" fmla="*/ 2987993 w 3439001"/>
                <a:gd name="connsiteY4372" fmla="*/ 2010728 h 2304573"/>
                <a:gd name="connsiteX4373" fmla="*/ 2973705 w 3439001"/>
                <a:gd name="connsiteY4373" fmla="*/ 1975485 h 2304573"/>
                <a:gd name="connsiteX4374" fmla="*/ 2972276 w 3439001"/>
                <a:gd name="connsiteY4374" fmla="*/ 1972151 h 2304573"/>
                <a:gd name="connsiteX4375" fmla="*/ 2970371 w 3439001"/>
                <a:gd name="connsiteY4375" fmla="*/ 1968341 h 2304573"/>
                <a:gd name="connsiteX4376" fmla="*/ 2968943 w 3439001"/>
                <a:gd name="connsiteY4376" fmla="*/ 1961674 h 2304573"/>
                <a:gd name="connsiteX4377" fmla="*/ 2967990 w 3439001"/>
                <a:gd name="connsiteY4377" fmla="*/ 1958816 h 2304573"/>
                <a:gd name="connsiteX4378" fmla="*/ 2967514 w 3439001"/>
                <a:gd name="connsiteY4378" fmla="*/ 1954530 h 2304573"/>
                <a:gd name="connsiteX4379" fmla="*/ 2968466 w 3439001"/>
                <a:gd name="connsiteY4379" fmla="*/ 1954530 h 2304573"/>
                <a:gd name="connsiteX4380" fmla="*/ 2969895 w 3439001"/>
                <a:gd name="connsiteY4380" fmla="*/ 1955483 h 2304573"/>
                <a:gd name="connsiteX4381" fmla="*/ 2969419 w 3439001"/>
                <a:gd name="connsiteY4381" fmla="*/ 1957388 h 2304573"/>
                <a:gd name="connsiteX4382" fmla="*/ 2969895 w 3439001"/>
                <a:gd name="connsiteY4382" fmla="*/ 1959292 h 2304573"/>
                <a:gd name="connsiteX4383" fmla="*/ 2972276 w 3439001"/>
                <a:gd name="connsiteY4383" fmla="*/ 1960245 h 2304573"/>
                <a:gd name="connsiteX4384" fmla="*/ 2972753 w 3439001"/>
                <a:gd name="connsiteY4384" fmla="*/ 1961198 h 2304573"/>
                <a:gd name="connsiteX4385" fmla="*/ 2971324 w 3439001"/>
                <a:gd name="connsiteY4385" fmla="*/ 1963579 h 2304573"/>
                <a:gd name="connsiteX4386" fmla="*/ 2971324 w 3439001"/>
                <a:gd name="connsiteY4386" fmla="*/ 1965484 h 2304573"/>
                <a:gd name="connsiteX4387" fmla="*/ 2972753 w 3439001"/>
                <a:gd name="connsiteY4387" fmla="*/ 1969770 h 2304573"/>
                <a:gd name="connsiteX4388" fmla="*/ 2973705 w 3439001"/>
                <a:gd name="connsiteY4388" fmla="*/ 1968817 h 2304573"/>
                <a:gd name="connsiteX4389" fmla="*/ 2974181 w 3439001"/>
                <a:gd name="connsiteY4389" fmla="*/ 1965960 h 2304573"/>
                <a:gd name="connsiteX4390" fmla="*/ 2975134 w 3439001"/>
                <a:gd name="connsiteY4390" fmla="*/ 1963579 h 2304573"/>
                <a:gd name="connsiteX4391" fmla="*/ 2976086 w 3439001"/>
                <a:gd name="connsiteY4391" fmla="*/ 1963579 h 2304573"/>
                <a:gd name="connsiteX4392" fmla="*/ 2975610 w 3439001"/>
                <a:gd name="connsiteY4392" fmla="*/ 1971199 h 2304573"/>
                <a:gd name="connsiteX4393" fmla="*/ 2976086 w 3439001"/>
                <a:gd name="connsiteY4393" fmla="*/ 1976438 h 2304573"/>
                <a:gd name="connsiteX4394" fmla="*/ 2979896 w 3439001"/>
                <a:gd name="connsiteY4394" fmla="*/ 1985486 h 2304573"/>
                <a:gd name="connsiteX4395" fmla="*/ 2981325 w 3439001"/>
                <a:gd name="connsiteY4395" fmla="*/ 1986915 h 2304573"/>
                <a:gd name="connsiteX4396" fmla="*/ 2978944 w 3439001"/>
                <a:gd name="connsiteY4396" fmla="*/ 1980724 h 2304573"/>
                <a:gd name="connsiteX4397" fmla="*/ 2977515 w 3439001"/>
                <a:gd name="connsiteY4397" fmla="*/ 1976914 h 2304573"/>
                <a:gd name="connsiteX4398" fmla="*/ 2977039 w 3439001"/>
                <a:gd name="connsiteY4398" fmla="*/ 1973580 h 2304573"/>
                <a:gd name="connsiteX4399" fmla="*/ 2977039 w 3439001"/>
                <a:gd name="connsiteY4399" fmla="*/ 1970246 h 2304573"/>
                <a:gd name="connsiteX4400" fmla="*/ 2977515 w 3439001"/>
                <a:gd name="connsiteY4400" fmla="*/ 1967865 h 2304573"/>
                <a:gd name="connsiteX4401" fmla="*/ 2978944 w 3439001"/>
                <a:gd name="connsiteY4401" fmla="*/ 1965484 h 2304573"/>
                <a:gd name="connsiteX4402" fmla="*/ 2977515 w 3439001"/>
                <a:gd name="connsiteY4402" fmla="*/ 1963103 h 2304573"/>
                <a:gd name="connsiteX4403" fmla="*/ 2966085 w 3439001"/>
                <a:gd name="connsiteY4403" fmla="*/ 1945005 h 2304573"/>
                <a:gd name="connsiteX4404" fmla="*/ 2958941 w 3439001"/>
                <a:gd name="connsiteY4404" fmla="*/ 1930241 h 2304573"/>
                <a:gd name="connsiteX4405" fmla="*/ 2954179 w 3439001"/>
                <a:gd name="connsiteY4405" fmla="*/ 1917859 h 2304573"/>
                <a:gd name="connsiteX4406" fmla="*/ 2951321 w 3439001"/>
                <a:gd name="connsiteY4406" fmla="*/ 1905000 h 2304573"/>
                <a:gd name="connsiteX4407" fmla="*/ 2949893 w 3439001"/>
                <a:gd name="connsiteY4407" fmla="*/ 1900238 h 2304573"/>
                <a:gd name="connsiteX4408" fmla="*/ 2947511 w 3439001"/>
                <a:gd name="connsiteY4408" fmla="*/ 1886426 h 2304573"/>
                <a:gd name="connsiteX4409" fmla="*/ 2946083 w 3439001"/>
                <a:gd name="connsiteY4409" fmla="*/ 1883092 h 2304573"/>
                <a:gd name="connsiteX4410" fmla="*/ 2945606 w 3439001"/>
                <a:gd name="connsiteY4410" fmla="*/ 1880711 h 2304573"/>
                <a:gd name="connsiteX4411" fmla="*/ 2945606 w 3439001"/>
                <a:gd name="connsiteY4411" fmla="*/ 1877854 h 2304573"/>
                <a:gd name="connsiteX4412" fmla="*/ 2946083 w 3439001"/>
                <a:gd name="connsiteY4412" fmla="*/ 1876425 h 2304573"/>
                <a:gd name="connsiteX4413" fmla="*/ 2947035 w 3439001"/>
                <a:gd name="connsiteY4413" fmla="*/ 1873091 h 2304573"/>
                <a:gd name="connsiteX4414" fmla="*/ 2947511 w 3439001"/>
                <a:gd name="connsiteY4414" fmla="*/ 1870234 h 2304573"/>
                <a:gd name="connsiteX4415" fmla="*/ 2947035 w 3439001"/>
                <a:gd name="connsiteY4415" fmla="*/ 1868805 h 2304573"/>
                <a:gd name="connsiteX4416" fmla="*/ 2947511 w 3439001"/>
                <a:gd name="connsiteY4416" fmla="*/ 1865948 h 2304573"/>
                <a:gd name="connsiteX4417" fmla="*/ 2948464 w 3439001"/>
                <a:gd name="connsiteY4417" fmla="*/ 1866900 h 2304573"/>
                <a:gd name="connsiteX4418" fmla="*/ 2949893 w 3439001"/>
                <a:gd name="connsiteY4418" fmla="*/ 1867376 h 2304573"/>
                <a:gd name="connsiteX4419" fmla="*/ 2952274 w 3439001"/>
                <a:gd name="connsiteY4419" fmla="*/ 1864042 h 2304573"/>
                <a:gd name="connsiteX4420" fmla="*/ 2950845 w 3439001"/>
                <a:gd name="connsiteY4420" fmla="*/ 1862138 h 2304573"/>
                <a:gd name="connsiteX4421" fmla="*/ 2949416 w 3439001"/>
                <a:gd name="connsiteY4421" fmla="*/ 1861661 h 2304573"/>
                <a:gd name="connsiteX4422" fmla="*/ 2949416 w 3439001"/>
                <a:gd name="connsiteY4422" fmla="*/ 1860709 h 2304573"/>
                <a:gd name="connsiteX4423" fmla="*/ 2952274 w 3439001"/>
                <a:gd name="connsiteY4423" fmla="*/ 1860233 h 2304573"/>
                <a:gd name="connsiteX4424" fmla="*/ 2953703 w 3439001"/>
                <a:gd name="connsiteY4424" fmla="*/ 1857851 h 2304573"/>
                <a:gd name="connsiteX4425" fmla="*/ 2955131 w 3439001"/>
                <a:gd name="connsiteY4425" fmla="*/ 1856423 h 2304573"/>
                <a:gd name="connsiteX4426" fmla="*/ 2956560 w 3439001"/>
                <a:gd name="connsiteY4426" fmla="*/ 1854041 h 2304573"/>
                <a:gd name="connsiteX4427" fmla="*/ 2956084 w 3439001"/>
                <a:gd name="connsiteY4427" fmla="*/ 1853565 h 2304573"/>
                <a:gd name="connsiteX4428" fmla="*/ 2955131 w 3439001"/>
                <a:gd name="connsiteY4428" fmla="*/ 1854041 h 2304573"/>
                <a:gd name="connsiteX4429" fmla="*/ 2953703 w 3439001"/>
                <a:gd name="connsiteY4429" fmla="*/ 1853565 h 2304573"/>
                <a:gd name="connsiteX4430" fmla="*/ 2954179 w 3439001"/>
                <a:gd name="connsiteY4430" fmla="*/ 1852136 h 2304573"/>
                <a:gd name="connsiteX4431" fmla="*/ 2956560 w 3439001"/>
                <a:gd name="connsiteY4431" fmla="*/ 1850708 h 2304573"/>
                <a:gd name="connsiteX4432" fmla="*/ 2956560 w 3439001"/>
                <a:gd name="connsiteY4432" fmla="*/ 1849279 h 2304573"/>
                <a:gd name="connsiteX4433" fmla="*/ 2955608 w 3439001"/>
                <a:gd name="connsiteY4433" fmla="*/ 1848326 h 2304573"/>
                <a:gd name="connsiteX4434" fmla="*/ 2955131 w 3439001"/>
                <a:gd name="connsiteY4434" fmla="*/ 1846898 h 2304573"/>
                <a:gd name="connsiteX4435" fmla="*/ 2956560 w 3439001"/>
                <a:gd name="connsiteY4435" fmla="*/ 1845469 h 2304573"/>
                <a:gd name="connsiteX4436" fmla="*/ 2958941 w 3439001"/>
                <a:gd name="connsiteY4436" fmla="*/ 1844992 h 2304573"/>
                <a:gd name="connsiteX4437" fmla="*/ 2959894 w 3439001"/>
                <a:gd name="connsiteY4437" fmla="*/ 1843564 h 2304573"/>
                <a:gd name="connsiteX4438" fmla="*/ 2959894 w 3439001"/>
                <a:gd name="connsiteY4438" fmla="*/ 1842611 h 2304573"/>
                <a:gd name="connsiteX4439" fmla="*/ 2958941 w 3439001"/>
                <a:gd name="connsiteY4439" fmla="*/ 1841659 h 2304573"/>
                <a:gd name="connsiteX4440" fmla="*/ 2958465 w 3439001"/>
                <a:gd name="connsiteY4440" fmla="*/ 1840230 h 2304573"/>
                <a:gd name="connsiteX4441" fmla="*/ 2959418 w 3439001"/>
                <a:gd name="connsiteY4441" fmla="*/ 1839754 h 2304573"/>
                <a:gd name="connsiteX4442" fmla="*/ 2960846 w 3439001"/>
                <a:gd name="connsiteY4442" fmla="*/ 1839754 h 2304573"/>
                <a:gd name="connsiteX4443" fmla="*/ 2965133 w 3439001"/>
                <a:gd name="connsiteY4443" fmla="*/ 1837849 h 2304573"/>
                <a:gd name="connsiteX4444" fmla="*/ 2967038 w 3439001"/>
                <a:gd name="connsiteY4444" fmla="*/ 1834515 h 2304573"/>
                <a:gd name="connsiteX4445" fmla="*/ 2966561 w 3439001"/>
                <a:gd name="connsiteY4445" fmla="*/ 1833086 h 2304573"/>
                <a:gd name="connsiteX4446" fmla="*/ 2967514 w 3439001"/>
                <a:gd name="connsiteY4446" fmla="*/ 1831181 h 2304573"/>
                <a:gd name="connsiteX4447" fmla="*/ 2969419 w 3439001"/>
                <a:gd name="connsiteY4447" fmla="*/ 1830705 h 2304573"/>
                <a:gd name="connsiteX4448" fmla="*/ 2970371 w 3439001"/>
                <a:gd name="connsiteY4448" fmla="*/ 1830229 h 2304573"/>
                <a:gd name="connsiteX4449" fmla="*/ 2972753 w 3439001"/>
                <a:gd name="connsiteY4449" fmla="*/ 1827371 h 2304573"/>
                <a:gd name="connsiteX4450" fmla="*/ 2972276 w 3439001"/>
                <a:gd name="connsiteY4450" fmla="*/ 1826419 h 2304573"/>
                <a:gd name="connsiteX4451" fmla="*/ 2971324 w 3439001"/>
                <a:gd name="connsiteY4451" fmla="*/ 1825466 h 2304573"/>
                <a:gd name="connsiteX4452" fmla="*/ 2970371 w 3439001"/>
                <a:gd name="connsiteY4452" fmla="*/ 1824038 h 2304573"/>
                <a:gd name="connsiteX4453" fmla="*/ 2969419 w 3439001"/>
                <a:gd name="connsiteY4453" fmla="*/ 1821656 h 2304573"/>
                <a:gd name="connsiteX4454" fmla="*/ 2969419 w 3439001"/>
                <a:gd name="connsiteY4454" fmla="*/ 1818323 h 2304573"/>
                <a:gd name="connsiteX4455" fmla="*/ 2972753 w 3439001"/>
                <a:gd name="connsiteY4455" fmla="*/ 1822609 h 2304573"/>
                <a:gd name="connsiteX4456" fmla="*/ 2973705 w 3439001"/>
                <a:gd name="connsiteY4456" fmla="*/ 1822133 h 2304573"/>
                <a:gd name="connsiteX4457" fmla="*/ 2973705 w 3439001"/>
                <a:gd name="connsiteY4457" fmla="*/ 1820704 h 2304573"/>
                <a:gd name="connsiteX4458" fmla="*/ 2974658 w 3439001"/>
                <a:gd name="connsiteY4458" fmla="*/ 1820228 h 2304573"/>
                <a:gd name="connsiteX4459" fmla="*/ 2975610 w 3439001"/>
                <a:gd name="connsiteY4459" fmla="*/ 1822609 h 2304573"/>
                <a:gd name="connsiteX4460" fmla="*/ 2976086 w 3439001"/>
                <a:gd name="connsiteY4460" fmla="*/ 1824038 h 2304573"/>
                <a:gd name="connsiteX4461" fmla="*/ 2977039 w 3439001"/>
                <a:gd name="connsiteY4461" fmla="*/ 1824038 h 2304573"/>
                <a:gd name="connsiteX4462" fmla="*/ 2979420 w 3439001"/>
                <a:gd name="connsiteY4462" fmla="*/ 1822609 h 2304573"/>
                <a:gd name="connsiteX4463" fmla="*/ 2980373 w 3439001"/>
                <a:gd name="connsiteY4463" fmla="*/ 1821656 h 2304573"/>
                <a:gd name="connsiteX4464" fmla="*/ 2980849 w 3439001"/>
                <a:gd name="connsiteY4464" fmla="*/ 1818799 h 2304573"/>
                <a:gd name="connsiteX4465" fmla="*/ 2978944 w 3439001"/>
                <a:gd name="connsiteY4465" fmla="*/ 1816894 h 2304573"/>
                <a:gd name="connsiteX4466" fmla="*/ 2975610 w 3439001"/>
                <a:gd name="connsiteY4466" fmla="*/ 1815465 h 2304573"/>
                <a:gd name="connsiteX4467" fmla="*/ 2977515 w 3439001"/>
                <a:gd name="connsiteY4467" fmla="*/ 1814513 h 2304573"/>
                <a:gd name="connsiteX4468" fmla="*/ 2981325 w 3439001"/>
                <a:gd name="connsiteY4468" fmla="*/ 1814989 h 2304573"/>
                <a:gd name="connsiteX4469" fmla="*/ 2984659 w 3439001"/>
                <a:gd name="connsiteY4469" fmla="*/ 1815941 h 2304573"/>
                <a:gd name="connsiteX4470" fmla="*/ 2987993 w 3439001"/>
                <a:gd name="connsiteY4470" fmla="*/ 1814513 h 2304573"/>
                <a:gd name="connsiteX4471" fmla="*/ 2989421 w 3439001"/>
                <a:gd name="connsiteY4471" fmla="*/ 1813084 h 2304573"/>
                <a:gd name="connsiteX4472" fmla="*/ 2991326 w 3439001"/>
                <a:gd name="connsiteY4472" fmla="*/ 1812608 h 2304573"/>
                <a:gd name="connsiteX4473" fmla="*/ 2993231 w 3439001"/>
                <a:gd name="connsiteY4473" fmla="*/ 1812608 h 2304573"/>
                <a:gd name="connsiteX4474" fmla="*/ 2996565 w 3439001"/>
                <a:gd name="connsiteY4474" fmla="*/ 1811655 h 2304573"/>
                <a:gd name="connsiteX4475" fmla="*/ 2999423 w 3439001"/>
                <a:gd name="connsiteY4475" fmla="*/ 1809750 h 2304573"/>
                <a:gd name="connsiteX4476" fmla="*/ 3000851 w 3439001"/>
                <a:gd name="connsiteY4476" fmla="*/ 1807369 h 2304573"/>
                <a:gd name="connsiteX4477" fmla="*/ 2999423 w 3439001"/>
                <a:gd name="connsiteY4477" fmla="*/ 1804511 h 2304573"/>
                <a:gd name="connsiteX4478" fmla="*/ 3003709 w 3439001"/>
                <a:gd name="connsiteY4478" fmla="*/ 1805464 h 2304573"/>
                <a:gd name="connsiteX4479" fmla="*/ 3006090 w 3439001"/>
                <a:gd name="connsiteY4479" fmla="*/ 1804035 h 2304573"/>
                <a:gd name="connsiteX4480" fmla="*/ 3010376 w 3439001"/>
                <a:gd name="connsiteY4480" fmla="*/ 1800701 h 2304573"/>
                <a:gd name="connsiteX4481" fmla="*/ 3011329 w 3439001"/>
                <a:gd name="connsiteY4481" fmla="*/ 1797367 h 2304573"/>
                <a:gd name="connsiteX4482" fmla="*/ 3014186 w 3439001"/>
                <a:gd name="connsiteY4482" fmla="*/ 1796415 h 2304573"/>
                <a:gd name="connsiteX4483" fmla="*/ 3017044 w 3439001"/>
                <a:gd name="connsiteY4483" fmla="*/ 1795939 h 2304573"/>
                <a:gd name="connsiteX4484" fmla="*/ 3021806 w 3439001"/>
                <a:gd name="connsiteY4484" fmla="*/ 1792605 h 2304573"/>
                <a:gd name="connsiteX4485" fmla="*/ 3023235 w 3439001"/>
                <a:gd name="connsiteY4485" fmla="*/ 1790700 h 2304573"/>
                <a:gd name="connsiteX4486" fmla="*/ 3021330 w 3439001"/>
                <a:gd name="connsiteY4486" fmla="*/ 1785938 h 2304573"/>
                <a:gd name="connsiteX4487" fmla="*/ 3023235 w 3439001"/>
                <a:gd name="connsiteY4487" fmla="*/ 1782604 h 2304573"/>
                <a:gd name="connsiteX4488" fmla="*/ 3023235 w 3439001"/>
                <a:gd name="connsiteY4488" fmla="*/ 1784033 h 2304573"/>
                <a:gd name="connsiteX4489" fmla="*/ 3022759 w 3439001"/>
                <a:gd name="connsiteY4489" fmla="*/ 1785938 h 2304573"/>
                <a:gd name="connsiteX4490" fmla="*/ 3024188 w 3439001"/>
                <a:gd name="connsiteY4490" fmla="*/ 1788319 h 2304573"/>
                <a:gd name="connsiteX4491" fmla="*/ 3026093 w 3439001"/>
                <a:gd name="connsiteY4491" fmla="*/ 1782128 h 2304573"/>
                <a:gd name="connsiteX4492" fmla="*/ 3033713 w 3439001"/>
                <a:gd name="connsiteY4492" fmla="*/ 1772603 h 2304573"/>
                <a:gd name="connsiteX4493" fmla="*/ 3036570 w 3439001"/>
                <a:gd name="connsiteY4493" fmla="*/ 1770221 h 2304573"/>
                <a:gd name="connsiteX4494" fmla="*/ 3045619 w 3439001"/>
                <a:gd name="connsiteY4494" fmla="*/ 1764506 h 2304573"/>
                <a:gd name="connsiteX4495" fmla="*/ 3051334 w 3439001"/>
                <a:gd name="connsiteY4495" fmla="*/ 1762601 h 2304573"/>
                <a:gd name="connsiteX4496" fmla="*/ 3064669 w 3439001"/>
                <a:gd name="connsiteY4496" fmla="*/ 1762601 h 2304573"/>
                <a:gd name="connsiteX4497" fmla="*/ 3066098 w 3439001"/>
                <a:gd name="connsiteY4497" fmla="*/ 1759744 h 2304573"/>
                <a:gd name="connsiteX4498" fmla="*/ 3066574 w 3439001"/>
                <a:gd name="connsiteY4498" fmla="*/ 1753076 h 2304573"/>
                <a:gd name="connsiteX4499" fmla="*/ 3067526 w 3439001"/>
                <a:gd name="connsiteY4499" fmla="*/ 1756886 h 2304573"/>
                <a:gd name="connsiteX4500" fmla="*/ 3067526 w 3439001"/>
                <a:gd name="connsiteY4500" fmla="*/ 1760220 h 2304573"/>
                <a:gd name="connsiteX4501" fmla="*/ 3067526 w 3439001"/>
                <a:gd name="connsiteY4501" fmla="*/ 1762125 h 2304573"/>
                <a:gd name="connsiteX4502" fmla="*/ 3068955 w 3439001"/>
                <a:gd name="connsiteY4502" fmla="*/ 1757839 h 2304573"/>
                <a:gd name="connsiteX4503" fmla="*/ 3069908 w 3439001"/>
                <a:gd name="connsiteY4503" fmla="*/ 1754029 h 2304573"/>
                <a:gd name="connsiteX4504" fmla="*/ 3073718 w 3439001"/>
                <a:gd name="connsiteY4504" fmla="*/ 1748790 h 2304573"/>
                <a:gd name="connsiteX4505" fmla="*/ 3075623 w 3439001"/>
                <a:gd name="connsiteY4505" fmla="*/ 1746885 h 2304573"/>
                <a:gd name="connsiteX4506" fmla="*/ 3077051 w 3439001"/>
                <a:gd name="connsiteY4506" fmla="*/ 1745933 h 2304573"/>
                <a:gd name="connsiteX4507" fmla="*/ 3081338 w 3439001"/>
                <a:gd name="connsiteY4507" fmla="*/ 1742599 h 2304573"/>
                <a:gd name="connsiteX4508" fmla="*/ 3086100 w 3439001"/>
                <a:gd name="connsiteY4508" fmla="*/ 1739741 h 2304573"/>
                <a:gd name="connsiteX4509" fmla="*/ 3085148 w 3439001"/>
                <a:gd name="connsiteY4509" fmla="*/ 1738789 h 2304573"/>
                <a:gd name="connsiteX4510" fmla="*/ 3084671 w 3439001"/>
                <a:gd name="connsiteY4510" fmla="*/ 1737360 h 2304573"/>
                <a:gd name="connsiteX4511" fmla="*/ 3084671 w 3439001"/>
                <a:gd name="connsiteY4511" fmla="*/ 1732121 h 2304573"/>
                <a:gd name="connsiteX4512" fmla="*/ 3085624 w 3439001"/>
                <a:gd name="connsiteY4512" fmla="*/ 1733550 h 2304573"/>
                <a:gd name="connsiteX4513" fmla="*/ 3086576 w 3439001"/>
                <a:gd name="connsiteY4513" fmla="*/ 1736408 h 2304573"/>
                <a:gd name="connsiteX4514" fmla="*/ 3088481 w 3439001"/>
                <a:gd name="connsiteY4514" fmla="*/ 1736884 h 2304573"/>
                <a:gd name="connsiteX4515" fmla="*/ 3089910 w 3439001"/>
                <a:gd name="connsiteY4515" fmla="*/ 1736408 h 2304573"/>
                <a:gd name="connsiteX4516" fmla="*/ 3093720 w 3439001"/>
                <a:gd name="connsiteY4516" fmla="*/ 1733074 h 2304573"/>
                <a:gd name="connsiteX4517" fmla="*/ 3096578 w 3439001"/>
                <a:gd name="connsiteY4517" fmla="*/ 1733550 h 2304573"/>
                <a:gd name="connsiteX4518" fmla="*/ 3101816 w 3439001"/>
                <a:gd name="connsiteY4518" fmla="*/ 1733550 h 2304573"/>
                <a:gd name="connsiteX4519" fmla="*/ 3105150 w 3439001"/>
                <a:gd name="connsiteY4519" fmla="*/ 1733550 h 2304573"/>
                <a:gd name="connsiteX4520" fmla="*/ 3107531 w 3439001"/>
                <a:gd name="connsiteY4520" fmla="*/ 1733550 h 2304573"/>
                <a:gd name="connsiteX4521" fmla="*/ 3108484 w 3439001"/>
                <a:gd name="connsiteY4521" fmla="*/ 1731645 h 2304573"/>
                <a:gd name="connsiteX4522" fmla="*/ 3111341 w 3439001"/>
                <a:gd name="connsiteY4522" fmla="*/ 1731169 h 2304573"/>
                <a:gd name="connsiteX4523" fmla="*/ 3114675 w 3439001"/>
                <a:gd name="connsiteY4523" fmla="*/ 1730692 h 2304573"/>
                <a:gd name="connsiteX4524" fmla="*/ 3117533 w 3439001"/>
                <a:gd name="connsiteY4524" fmla="*/ 1728311 h 2304573"/>
                <a:gd name="connsiteX4525" fmla="*/ 3120390 w 3439001"/>
                <a:gd name="connsiteY4525" fmla="*/ 1724978 h 2304573"/>
                <a:gd name="connsiteX4526" fmla="*/ 3117056 w 3439001"/>
                <a:gd name="connsiteY4526" fmla="*/ 1723073 h 2304573"/>
                <a:gd name="connsiteX4527" fmla="*/ 3107055 w 3439001"/>
                <a:gd name="connsiteY4527" fmla="*/ 1724978 h 2304573"/>
                <a:gd name="connsiteX4528" fmla="*/ 3101816 w 3439001"/>
                <a:gd name="connsiteY4528" fmla="*/ 1724025 h 2304573"/>
                <a:gd name="connsiteX4529" fmla="*/ 3099435 w 3439001"/>
                <a:gd name="connsiteY4529" fmla="*/ 1722120 h 2304573"/>
                <a:gd name="connsiteX4530" fmla="*/ 3096101 w 3439001"/>
                <a:gd name="connsiteY4530" fmla="*/ 1717358 h 2304573"/>
                <a:gd name="connsiteX4531" fmla="*/ 3103245 w 3439001"/>
                <a:gd name="connsiteY4531" fmla="*/ 1723073 h 2304573"/>
                <a:gd name="connsiteX4532" fmla="*/ 3106103 w 3439001"/>
                <a:gd name="connsiteY4532" fmla="*/ 1723549 h 2304573"/>
                <a:gd name="connsiteX4533" fmla="*/ 3111341 w 3439001"/>
                <a:gd name="connsiteY4533" fmla="*/ 1720215 h 2304573"/>
                <a:gd name="connsiteX4534" fmla="*/ 3111818 w 3439001"/>
                <a:gd name="connsiteY4534" fmla="*/ 1719263 h 2304573"/>
                <a:gd name="connsiteX4535" fmla="*/ 3111818 w 3439001"/>
                <a:gd name="connsiteY4535" fmla="*/ 1717358 h 2304573"/>
                <a:gd name="connsiteX4536" fmla="*/ 3113246 w 3439001"/>
                <a:gd name="connsiteY4536" fmla="*/ 1714976 h 2304573"/>
                <a:gd name="connsiteX4537" fmla="*/ 3115151 w 3439001"/>
                <a:gd name="connsiteY4537" fmla="*/ 1713071 h 2304573"/>
                <a:gd name="connsiteX4538" fmla="*/ 3113723 w 3439001"/>
                <a:gd name="connsiteY4538" fmla="*/ 1711642 h 2304573"/>
                <a:gd name="connsiteX4539" fmla="*/ 3112294 w 3439001"/>
                <a:gd name="connsiteY4539" fmla="*/ 1710690 h 2304573"/>
                <a:gd name="connsiteX4540" fmla="*/ 3099435 w 3439001"/>
                <a:gd name="connsiteY4540" fmla="*/ 1705928 h 2304573"/>
                <a:gd name="connsiteX4541" fmla="*/ 3097054 w 3439001"/>
                <a:gd name="connsiteY4541" fmla="*/ 1703070 h 2304573"/>
                <a:gd name="connsiteX4542" fmla="*/ 3102293 w 3439001"/>
                <a:gd name="connsiteY4542" fmla="*/ 1705451 h 2304573"/>
                <a:gd name="connsiteX4543" fmla="*/ 3107055 w 3439001"/>
                <a:gd name="connsiteY4543" fmla="*/ 1706880 h 2304573"/>
                <a:gd name="connsiteX4544" fmla="*/ 3110865 w 3439001"/>
                <a:gd name="connsiteY4544" fmla="*/ 1705928 h 2304573"/>
                <a:gd name="connsiteX4545" fmla="*/ 3111818 w 3439001"/>
                <a:gd name="connsiteY4545" fmla="*/ 1703070 h 2304573"/>
                <a:gd name="connsiteX4546" fmla="*/ 3112770 w 3439001"/>
                <a:gd name="connsiteY4546" fmla="*/ 1703070 h 2304573"/>
                <a:gd name="connsiteX4547" fmla="*/ 3114199 w 3439001"/>
                <a:gd name="connsiteY4547" fmla="*/ 1704023 h 2304573"/>
                <a:gd name="connsiteX4548" fmla="*/ 3114675 w 3439001"/>
                <a:gd name="connsiteY4548" fmla="*/ 1706880 h 2304573"/>
                <a:gd name="connsiteX4549" fmla="*/ 3115628 w 3439001"/>
                <a:gd name="connsiteY4549" fmla="*/ 1708309 h 2304573"/>
                <a:gd name="connsiteX4550" fmla="*/ 3117056 w 3439001"/>
                <a:gd name="connsiteY4550" fmla="*/ 1707833 h 2304573"/>
                <a:gd name="connsiteX4551" fmla="*/ 3118961 w 3439001"/>
                <a:gd name="connsiteY4551" fmla="*/ 1708309 h 2304573"/>
                <a:gd name="connsiteX4552" fmla="*/ 3122771 w 3439001"/>
                <a:gd name="connsiteY4552" fmla="*/ 1709738 h 2304573"/>
                <a:gd name="connsiteX4553" fmla="*/ 3126105 w 3439001"/>
                <a:gd name="connsiteY4553" fmla="*/ 1710214 h 2304573"/>
                <a:gd name="connsiteX4554" fmla="*/ 3128486 w 3439001"/>
                <a:gd name="connsiteY4554" fmla="*/ 1709261 h 2304573"/>
                <a:gd name="connsiteX4555" fmla="*/ 3133249 w 3439001"/>
                <a:gd name="connsiteY4555" fmla="*/ 1704499 h 2304573"/>
                <a:gd name="connsiteX4556" fmla="*/ 3139916 w 3439001"/>
                <a:gd name="connsiteY4556" fmla="*/ 1699260 h 2304573"/>
                <a:gd name="connsiteX4557" fmla="*/ 3140869 w 3439001"/>
                <a:gd name="connsiteY4557" fmla="*/ 1694498 h 2304573"/>
                <a:gd name="connsiteX4558" fmla="*/ 3140393 w 3439001"/>
                <a:gd name="connsiteY4558" fmla="*/ 1691640 h 2304573"/>
                <a:gd name="connsiteX4559" fmla="*/ 3139916 w 3439001"/>
                <a:gd name="connsiteY4559" fmla="*/ 1689259 h 2304573"/>
                <a:gd name="connsiteX4560" fmla="*/ 3138488 w 3439001"/>
                <a:gd name="connsiteY4560" fmla="*/ 1686878 h 2304573"/>
                <a:gd name="connsiteX4561" fmla="*/ 3137059 w 3439001"/>
                <a:gd name="connsiteY4561" fmla="*/ 1686878 h 2304573"/>
                <a:gd name="connsiteX4562" fmla="*/ 3132773 w 3439001"/>
                <a:gd name="connsiteY4562" fmla="*/ 1689259 h 2304573"/>
                <a:gd name="connsiteX4563" fmla="*/ 3131820 w 3439001"/>
                <a:gd name="connsiteY4563" fmla="*/ 1695926 h 2304573"/>
                <a:gd name="connsiteX4564" fmla="*/ 3130391 w 3439001"/>
                <a:gd name="connsiteY4564" fmla="*/ 1696879 h 2304573"/>
                <a:gd name="connsiteX4565" fmla="*/ 3128963 w 3439001"/>
                <a:gd name="connsiteY4565" fmla="*/ 1696879 h 2304573"/>
                <a:gd name="connsiteX4566" fmla="*/ 3129439 w 3439001"/>
                <a:gd name="connsiteY4566" fmla="*/ 1693069 h 2304573"/>
                <a:gd name="connsiteX4567" fmla="*/ 3129915 w 3439001"/>
                <a:gd name="connsiteY4567" fmla="*/ 1689735 h 2304573"/>
                <a:gd name="connsiteX4568" fmla="*/ 3129439 w 3439001"/>
                <a:gd name="connsiteY4568" fmla="*/ 1686401 h 2304573"/>
                <a:gd name="connsiteX4569" fmla="*/ 3124676 w 3439001"/>
                <a:gd name="connsiteY4569" fmla="*/ 1685449 h 2304573"/>
                <a:gd name="connsiteX4570" fmla="*/ 3122771 w 3439001"/>
                <a:gd name="connsiteY4570" fmla="*/ 1686401 h 2304573"/>
                <a:gd name="connsiteX4571" fmla="*/ 3119438 w 3439001"/>
                <a:gd name="connsiteY4571" fmla="*/ 1686878 h 2304573"/>
                <a:gd name="connsiteX4572" fmla="*/ 3114675 w 3439001"/>
                <a:gd name="connsiteY4572" fmla="*/ 1686878 h 2304573"/>
                <a:gd name="connsiteX4573" fmla="*/ 3110865 w 3439001"/>
                <a:gd name="connsiteY4573" fmla="*/ 1687354 h 2304573"/>
                <a:gd name="connsiteX4574" fmla="*/ 3107055 w 3439001"/>
                <a:gd name="connsiteY4574" fmla="*/ 1686878 h 2304573"/>
                <a:gd name="connsiteX4575" fmla="*/ 3107531 w 3439001"/>
                <a:gd name="connsiteY4575" fmla="*/ 1684020 h 2304573"/>
                <a:gd name="connsiteX4576" fmla="*/ 3106579 w 3439001"/>
                <a:gd name="connsiteY4576" fmla="*/ 1680210 h 2304573"/>
                <a:gd name="connsiteX4577" fmla="*/ 3106579 w 3439001"/>
                <a:gd name="connsiteY4577" fmla="*/ 1676400 h 2304573"/>
                <a:gd name="connsiteX4578" fmla="*/ 3107055 w 3439001"/>
                <a:gd name="connsiteY4578" fmla="*/ 1679734 h 2304573"/>
                <a:gd name="connsiteX4579" fmla="*/ 3108484 w 3439001"/>
                <a:gd name="connsiteY4579" fmla="*/ 1682591 h 2304573"/>
                <a:gd name="connsiteX4580" fmla="*/ 3112770 w 3439001"/>
                <a:gd name="connsiteY4580" fmla="*/ 1684973 h 2304573"/>
                <a:gd name="connsiteX4581" fmla="*/ 3115628 w 3439001"/>
                <a:gd name="connsiteY4581" fmla="*/ 1684496 h 2304573"/>
                <a:gd name="connsiteX4582" fmla="*/ 3117533 w 3439001"/>
                <a:gd name="connsiteY4582" fmla="*/ 1683067 h 2304573"/>
                <a:gd name="connsiteX4583" fmla="*/ 3118961 w 3439001"/>
                <a:gd name="connsiteY4583" fmla="*/ 1680686 h 2304573"/>
                <a:gd name="connsiteX4584" fmla="*/ 3120866 w 3439001"/>
                <a:gd name="connsiteY4584" fmla="*/ 1680686 h 2304573"/>
                <a:gd name="connsiteX4585" fmla="*/ 3124200 w 3439001"/>
                <a:gd name="connsiteY4585" fmla="*/ 1681639 h 2304573"/>
                <a:gd name="connsiteX4586" fmla="*/ 3122771 w 3439001"/>
                <a:gd name="connsiteY4586" fmla="*/ 1678781 h 2304573"/>
                <a:gd name="connsiteX4587" fmla="*/ 3124200 w 3439001"/>
                <a:gd name="connsiteY4587" fmla="*/ 1679734 h 2304573"/>
                <a:gd name="connsiteX4588" fmla="*/ 3126581 w 3439001"/>
                <a:gd name="connsiteY4588" fmla="*/ 1680686 h 2304573"/>
                <a:gd name="connsiteX4589" fmla="*/ 3127058 w 3439001"/>
                <a:gd name="connsiteY4589" fmla="*/ 1677829 h 2304573"/>
                <a:gd name="connsiteX4590" fmla="*/ 3127058 w 3439001"/>
                <a:gd name="connsiteY4590" fmla="*/ 1675448 h 2304573"/>
                <a:gd name="connsiteX4591" fmla="*/ 3130391 w 3439001"/>
                <a:gd name="connsiteY4591" fmla="*/ 1677353 h 2304573"/>
                <a:gd name="connsiteX4592" fmla="*/ 3133725 w 3439001"/>
                <a:gd name="connsiteY4592" fmla="*/ 1678305 h 2304573"/>
                <a:gd name="connsiteX4593" fmla="*/ 3136106 w 3439001"/>
                <a:gd name="connsiteY4593" fmla="*/ 1679734 h 2304573"/>
                <a:gd name="connsiteX4594" fmla="*/ 3138011 w 3439001"/>
                <a:gd name="connsiteY4594" fmla="*/ 1682115 h 2304573"/>
                <a:gd name="connsiteX4595" fmla="*/ 3136583 w 3439001"/>
                <a:gd name="connsiteY4595" fmla="*/ 1675924 h 2304573"/>
                <a:gd name="connsiteX4596" fmla="*/ 3134678 w 3439001"/>
                <a:gd name="connsiteY4596" fmla="*/ 1671638 h 2304573"/>
                <a:gd name="connsiteX4597" fmla="*/ 3132773 w 3439001"/>
                <a:gd name="connsiteY4597" fmla="*/ 1669733 h 2304573"/>
                <a:gd name="connsiteX4598" fmla="*/ 3132296 w 3439001"/>
                <a:gd name="connsiteY4598" fmla="*/ 1667828 h 2304573"/>
                <a:gd name="connsiteX4599" fmla="*/ 3133249 w 3439001"/>
                <a:gd name="connsiteY4599" fmla="*/ 1664017 h 2304573"/>
                <a:gd name="connsiteX4600" fmla="*/ 3132773 w 3439001"/>
                <a:gd name="connsiteY4600" fmla="*/ 1663065 h 2304573"/>
                <a:gd name="connsiteX4601" fmla="*/ 3133249 w 3439001"/>
                <a:gd name="connsiteY4601" fmla="*/ 1661636 h 2304573"/>
                <a:gd name="connsiteX4602" fmla="*/ 3133725 w 3439001"/>
                <a:gd name="connsiteY4602" fmla="*/ 1660684 h 2304573"/>
                <a:gd name="connsiteX4603" fmla="*/ 3134678 w 3439001"/>
                <a:gd name="connsiteY4603" fmla="*/ 1661636 h 2304573"/>
                <a:gd name="connsiteX4604" fmla="*/ 3135630 w 3439001"/>
                <a:gd name="connsiteY4604" fmla="*/ 1664017 h 2304573"/>
                <a:gd name="connsiteX4605" fmla="*/ 3138488 w 3439001"/>
                <a:gd name="connsiteY4605" fmla="*/ 1675448 h 2304573"/>
                <a:gd name="connsiteX4606" fmla="*/ 3141345 w 3439001"/>
                <a:gd name="connsiteY4606" fmla="*/ 1682115 h 2304573"/>
                <a:gd name="connsiteX4607" fmla="*/ 3146584 w 3439001"/>
                <a:gd name="connsiteY4607" fmla="*/ 1691164 h 2304573"/>
                <a:gd name="connsiteX4608" fmla="*/ 3148013 w 3439001"/>
                <a:gd name="connsiteY4608" fmla="*/ 1693069 h 2304573"/>
                <a:gd name="connsiteX4609" fmla="*/ 3147060 w 3439001"/>
                <a:gd name="connsiteY4609" fmla="*/ 1690688 h 2304573"/>
                <a:gd name="connsiteX4610" fmla="*/ 3140393 w 3439001"/>
                <a:gd name="connsiteY4610" fmla="*/ 1677353 h 2304573"/>
                <a:gd name="connsiteX4611" fmla="*/ 3136106 w 3439001"/>
                <a:gd name="connsiteY4611" fmla="*/ 1660684 h 2304573"/>
                <a:gd name="connsiteX4612" fmla="*/ 3134201 w 3439001"/>
                <a:gd name="connsiteY4612" fmla="*/ 1656398 h 2304573"/>
                <a:gd name="connsiteX4613" fmla="*/ 3133249 w 3439001"/>
                <a:gd name="connsiteY4613" fmla="*/ 1652588 h 2304573"/>
                <a:gd name="connsiteX4614" fmla="*/ 3132296 w 3439001"/>
                <a:gd name="connsiteY4614" fmla="*/ 1650683 h 2304573"/>
                <a:gd name="connsiteX4615" fmla="*/ 3127534 w 3439001"/>
                <a:gd name="connsiteY4615" fmla="*/ 1650206 h 2304573"/>
                <a:gd name="connsiteX4616" fmla="*/ 3124200 w 3439001"/>
                <a:gd name="connsiteY4616" fmla="*/ 1649254 h 2304573"/>
                <a:gd name="connsiteX4617" fmla="*/ 3118961 w 3439001"/>
                <a:gd name="connsiteY4617" fmla="*/ 1651635 h 2304573"/>
                <a:gd name="connsiteX4618" fmla="*/ 3116104 w 3439001"/>
                <a:gd name="connsiteY4618" fmla="*/ 1651159 h 2304573"/>
                <a:gd name="connsiteX4619" fmla="*/ 3115628 w 3439001"/>
                <a:gd name="connsiteY4619" fmla="*/ 1648778 h 2304573"/>
                <a:gd name="connsiteX4620" fmla="*/ 3111341 w 3439001"/>
                <a:gd name="connsiteY4620" fmla="*/ 1645444 h 2304573"/>
                <a:gd name="connsiteX4621" fmla="*/ 3109913 w 3439001"/>
                <a:gd name="connsiteY4621" fmla="*/ 1640681 h 2304573"/>
                <a:gd name="connsiteX4622" fmla="*/ 3106579 w 3439001"/>
                <a:gd name="connsiteY4622" fmla="*/ 1640205 h 2304573"/>
                <a:gd name="connsiteX4623" fmla="*/ 3101340 w 3439001"/>
                <a:gd name="connsiteY4623" fmla="*/ 1638776 h 2304573"/>
                <a:gd name="connsiteX4624" fmla="*/ 3098959 w 3439001"/>
                <a:gd name="connsiteY4624" fmla="*/ 1636871 h 2304573"/>
                <a:gd name="connsiteX4625" fmla="*/ 3092291 w 3439001"/>
                <a:gd name="connsiteY4625" fmla="*/ 1635919 h 2304573"/>
                <a:gd name="connsiteX4626" fmla="*/ 3091339 w 3439001"/>
                <a:gd name="connsiteY4626" fmla="*/ 1635442 h 2304573"/>
                <a:gd name="connsiteX4627" fmla="*/ 3090386 w 3439001"/>
                <a:gd name="connsiteY4627" fmla="*/ 1634490 h 2304573"/>
                <a:gd name="connsiteX4628" fmla="*/ 3098483 w 3439001"/>
                <a:gd name="connsiteY4628" fmla="*/ 1634966 h 2304573"/>
                <a:gd name="connsiteX4629" fmla="*/ 3108960 w 3439001"/>
                <a:gd name="connsiteY4629" fmla="*/ 1638776 h 2304573"/>
                <a:gd name="connsiteX4630" fmla="*/ 3111341 w 3439001"/>
                <a:gd name="connsiteY4630" fmla="*/ 1638776 h 2304573"/>
                <a:gd name="connsiteX4631" fmla="*/ 3112294 w 3439001"/>
                <a:gd name="connsiteY4631" fmla="*/ 1641634 h 2304573"/>
                <a:gd name="connsiteX4632" fmla="*/ 3115628 w 3439001"/>
                <a:gd name="connsiteY4632" fmla="*/ 1644491 h 2304573"/>
                <a:gd name="connsiteX4633" fmla="*/ 3117056 w 3439001"/>
                <a:gd name="connsiteY4633" fmla="*/ 1645920 h 2304573"/>
                <a:gd name="connsiteX4634" fmla="*/ 3118961 w 3439001"/>
                <a:gd name="connsiteY4634" fmla="*/ 1647349 h 2304573"/>
                <a:gd name="connsiteX4635" fmla="*/ 3120866 w 3439001"/>
                <a:gd name="connsiteY4635" fmla="*/ 1646396 h 2304573"/>
                <a:gd name="connsiteX4636" fmla="*/ 3122771 w 3439001"/>
                <a:gd name="connsiteY4636" fmla="*/ 1644967 h 2304573"/>
                <a:gd name="connsiteX4637" fmla="*/ 3122295 w 3439001"/>
                <a:gd name="connsiteY4637" fmla="*/ 1642586 h 2304573"/>
                <a:gd name="connsiteX4638" fmla="*/ 3121343 w 3439001"/>
                <a:gd name="connsiteY4638" fmla="*/ 1641158 h 2304573"/>
                <a:gd name="connsiteX4639" fmla="*/ 3118961 w 3439001"/>
                <a:gd name="connsiteY4639" fmla="*/ 1638776 h 2304573"/>
                <a:gd name="connsiteX4640" fmla="*/ 3115628 w 3439001"/>
                <a:gd name="connsiteY4640" fmla="*/ 1637348 h 2304573"/>
                <a:gd name="connsiteX4641" fmla="*/ 3111818 w 3439001"/>
                <a:gd name="connsiteY4641" fmla="*/ 1634490 h 2304573"/>
                <a:gd name="connsiteX4642" fmla="*/ 3107531 w 3439001"/>
                <a:gd name="connsiteY4642" fmla="*/ 1629728 h 2304573"/>
                <a:gd name="connsiteX4643" fmla="*/ 3107055 w 3439001"/>
                <a:gd name="connsiteY4643" fmla="*/ 1628775 h 2304573"/>
                <a:gd name="connsiteX4644" fmla="*/ 3107055 w 3439001"/>
                <a:gd name="connsiteY4644" fmla="*/ 1627823 h 2304573"/>
                <a:gd name="connsiteX4645" fmla="*/ 3114675 w 3439001"/>
                <a:gd name="connsiteY4645" fmla="*/ 1635442 h 2304573"/>
                <a:gd name="connsiteX4646" fmla="*/ 3117533 w 3439001"/>
                <a:gd name="connsiteY4646" fmla="*/ 1636871 h 2304573"/>
                <a:gd name="connsiteX4647" fmla="*/ 3119438 w 3439001"/>
                <a:gd name="connsiteY4647" fmla="*/ 1635919 h 2304573"/>
                <a:gd name="connsiteX4648" fmla="*/ 3118961 w 3439001"/>
                <a:gd name="connsiteY4648" fmla="*/ 1634490 h 2304573"/>
                <a:gd name="connsiteX4649" fmla="*/ 3118961 w 3439001"/>
                <a:gd name="connsiteY4649" fmla="*/ 1632585 h 2304573"/>
                <a:gd name="connsiteX4650" fmla="*/ 3123724 w 3439001"/>
                <a:gd name="connsiteY4650" fmla="*/ 1633538 h 2304573"/>
                <a:gd name="connsiteX4651" fmla="*/ 3124200 w 3439001"/>
                <a:gd name="connsiteY4651" fmla="*/ 1630680 h 2304573"/>
                <a:gd name="connsiteX4652" fmla="*/ 3123724 w 3439001"/>
                <a:gd name="connsiteY4652" fmla="*/ 1628299 h 2304573"/>
                <a:gd name="connsiteX4653" fmla="*/ 3120390 w 3439001"/>
                <a:gd name="connsiteY4653" fmla="*/ 1626870 h 2304573"/>
                <a:gd name="connsiteX4654" fmla="*/ 3122295 w 3439001"/>
                <a:gd name="connsiteY4654" fmla="*/ 1625441 h 2304573"/>
                <a:gd name="connsiteX4655" fmla="*/ 3116104 w 3439001"/>
                <a:gd name="connsiteY4655" fmla="*/ 1623060 h 2304573"/>
                <a:gd name="connsiteX4656" fmla="*/ 3113723 w 3439001"/>
                <a:gd name="connsiteY4656" fmla="*/ 1621631 h 2304573"/>
                <a:gd name="connsiteX4657" fmla="*/ 3111341 w 3439001"/>
                <a:gd name="connsiteY4657" fmla="*/ 1618298 h 2304573"/>
                <a:gd name="connsiteX4658" fmla="*/ 3108008 w 3439001"/>
                <a:gd name="connsiteY4658" fmla="*/ 1616392 h 2304573"/>
                <a:gd name="connsiteX4659" fmla="*/ 3103245 w 3439001"/>
                <a:gd name="connsiteY4659" fmla="*/ 1611154 h 2304573"/>
                <a:gd name="connsiteX4660" fmla="*/ 3100864 w 3439001"/>
                <a:gd name="connsiteY4660" fmla="*/ 1607344 h 2304573"/>
                <a:gd name="connsiteX4661" fmla="*/ 3094673 w 3439001"/>
                <a:gd name="connsiteY4661" fmla="*/ 1602105 h 2304573"/>
                <a:gd name="connsiteX4662" fmla="*/ 3096101 w 3439001"/>
                <a:gd name="connsiteY4662" fmla="*/ 1602105 h 2304573"/>
                <a:gd name="connsiteX4663" fmla="*/ 3100388 w 3439001"/>
                <a:gd name="connsiteY4663" fmla="*/ 1604963 h 2304573"/>
                <a:gd name="connsiteX4664" fmla="*/ 3104198 w 3439001"/>
                <a:gd name="connsiteY4664" fmla="*/ 1610201 h 2304573"/>
                <a:gd name="connsiteX4665" fmla="*/ 3105626 w 3439001"/>
                <a:gd name="connsiteY4665" fmla="*/ 1611154 h 2304573"/>
                <a:gd name="connsiteX4666" fmla="*/ 3115628 w 3439001"/>
                <a:gd name="connsiteY4666" fmla="*/ 1621155 h 2304573"/>
                <a:gd name="connsiteX4667" fmla="*/ 3117533 w 3439001"/>
                <a:gd name="connsiteY4667" fmla="*/ 1621631 h 2304573"/>
                <a:gd name="connsiteX4668" fmla="*/ 3120866 w 3439001"/>
                <a:gd name="connsiteY4668" fmla="*/ 1621631 h 2304573"/>
                <a:gd name="connsiteX4669" fmla="*/ 3122295 w 3439001"/>
                <a:gd name="connsiteY4669" fmla="*/ 1619726 h 2304573"/>
                <a:gd name="connsiteX4670" fmla="*/ 3122771 w 3439001"/>
                <a:gd name="connsiteY4670" fmla="*/ 1616869 h 2304573"/>
                <a:gd name="connsiteX4671" fmla="*/ 3123724 w 3439001"/>
                <a:gd name="connsiteY4671" fmla="*/ 1614964 h 2304573"/>
                <a:gd name="connsiteX4672" fmla="*/ 3123724 w 3439001"/>
                <a:gd name="connsiteY4672" fmla="*/ 1613059 h 2304573"/>
                <a:gd name="connsiteX4673" fmla="*/ 3120866 w 3439001"/>
                <a:gd name="connsiteY4673" fmla="*/ 1610201 h 2304573"/>
                <a:gd name="connsiteX4674" fmla="*/ 3117056 w 3439001"/>
                <a:gd name="connsiteY4674" fmla="*/ 1608296 h 2304573"/>
                <a:gd name="connsiteX4675" fmla="*/ 3114199 w 3439001"/>
                <a:gd name="connsiteY4675" fmla="*/ 1604963 h 2304573"/>
                <a:gd name="connsiteX4676" fmla="*/ 3110865 w 3439001"/>
                <a:gd name="connsiteY4676" fmla="*/ 1603534 h 2304573"/>
                <a:gd name="connsiteX4677" fmla="*/ 3101816 w 3439001"/>
                <a:gd name="connsiteY4677" fmla="*/ 1601153 h 2304573"/>
                <a:gd name="connsiteX4678" fmla="*/ 3097054 w 3439001"/>
                <a:gd name="connsiteY4678" fmla="*/ 1594961 h 2304573"/>
                <a:gd name="connsiteX4679" fmla="*/ 3094673 w 3439001"/>
                <a:gd name="connsiteY4679" fmla="*/ 1594485 h 2304573"/>
                <a:gd name="connsiteX4680" fmla="*/ 3090386 w 3439001"/>
                <a:gd name="connsiteY4680" fmla="*/ 1595438 h 2304573"/>
                <a:gd name="connsiteX4681" fmla="*/ 3088958 w 3439001"/>
                <a:gd name="connsiteY4681" fmla="*/ 1594961 h 2304573"/>
                <a:gd name="connsiteX4682" fmla="*/ 3087529 w 3439001"/>
                <a:gd name="connsiteY4682" fmla="*/ 1593056 h 2304573"/>
                <a:gd name="connsiteX4683" fmla="*/ 3088481 w 3439001"/>
                <a:gd name="connsiteY4683" fmla="*/ 1587817 h 2304573"/>
                <a:gd name="connsiteX4684" fmla="*/ 3089434 w 3439001"/>
                <a:gd name="connsiteY4684" fmla="*/ 1584960 h 2304573"/>
                <a:gd name="connsiteX4685" fmla="*/ 3092768 w 3439001"/>
                <a:gd name="connsiteY4685" fmla="*/ 1582103 h 2304573"/>
                <a:gd name="connsiteX4686" fmla="*/ 3095149 w 3439001"/>
                <a:gd name="connsiteY4686" fmla="*/ 1580198 h 2304573"/>
                <a:gd name="connsiteX4687" fmla="*/ 3096578 w 3439001"/>
                <a:gd name="connsiteY4687" fmla="*/ 1577816 h 2304573"/>
                <a:gd name="connsiteX4688" fmla="*/ 3097054 w 3439001"/>
                <a:gd name="connsiteY4688" fmla="*/ 1573530 h 2304573"/>
                <a:gd name="connsiteX4689" fmla="*/ 3097530 w 3439001"/>
                <a:gd name="connsiteY4689" fmla="*/ 1577816 h 2304573"/>
                <a:gd name="connsiteX4690" fmla="*/ 3096101 w 3439001"/>
                <a:gd name="connsiteY4690" fmla="*/ 1580674 h 2304573"/>
                <a:gd name="connsiteX4691" fmla="*/ 3093244 w 3439001"/>
                <a:gd name="connsiteY4691" fmla="*/ 1583055 h 2304573"/>
                <a:gd name="connsiteX4692" fmla="*/ 3090386 w 3439001"/>
                <a:gd name="connsiteY4692" fmla="*/ 1587341 h 2304573"/>
                <a:gd name="connsiteX4693" fmla="*/ 3089910 w 3439001"/>
                <a:gd name="connsiteY4693" fmla="*/ 1589246 h 2304573"/>
                <a:gd name="connsiteX4694" fmla="*/ 3090386 w 3439001"/>
                <a:gd name="connsiteY4694" fmla="*/ 1592580 h 2304573"/>
                <a:gd name="connsiteX4695" fmla="*/ 3092768 w 3439001"/>
                <a:gd name="connsiteY4695" fmla="*/ 1593056 h 2304573"/>
                <a:gd name="connsiteX4696" fmla="*/ 3095625 w 3439001"/>
                <a:gd name="connsiteY4696" fmla="*/ 1591151 h 2304573"/>
                <a:gd name="connsiteX4697" fmla="*/ 3098006 w 3439001"/>
                <a:gd name="connsiteY4697" fmla="*/ 1591151 h 2304573"/>
                <a:gd name="connsiteX4698" fmla="*/ 3098483 w 3439001"/>
                <a:gd name="connsiteY4698" fmla="*/ 1593056 h 2304573"/>
                <a:gd name="connsiteX4699" fmla="*/ 3099911 w 3439001"/>
                <a:gd name="connsiteY4699" fmla="*/ 1594961 h 2304573"/>
                <a:gd name="connsiteX4700" fmla="*/ 3101816 w 3439001"/>
                <a:gd name="connsiteY4700" fmla="*/ 1597342 h 2304573"/>
                <a:gd name="connsiteX4701" fmla="*/ 3102769 w 3439001"/>
                <a:gd name="connsiteY4701" fmla="*/ 1595438 h 2304573"/>
                <a:gd name="connsiteX4702" fmla="*/ 3102769 w 3439001"/>
                <a:gd name="connsiteY4702" fmla="*/ 1593533 h 2304573"/>
                <a:gd name="connsiteX4703" fmla="*/ 3106103 w 3439001"/>
                <a:gd name="connsiteY4703" fmla="*/ 1598295 h 2304573"/>
                <a:gd name="connsiteX4704" fmla="*/ 3112294 w 3439001"/>
                <a:gd name="connsiteY4704" fmla="*/ 1599724 h 2304573"/>
                <a:gd name="connsiteX4705" fmla="*/ 3117056 w 3439001"/>
                <a:gd name="connsiteY4705" fmla="*/ 1601629 h 2304573"/>
                <a:gd name="connsiteX4706" fmla="*/ 3118961 w 3439001"/>
                <a:gd name="connsiteY4706" fmla="*/ 1603534 h 2304573"/>
                <a:gd name="connsiteX4707" fmla="*/ 3120866 w 3439001"/>
                <a:gd name="connsiteY4707" fmla="*/ 1604963 h 2304573"/>
                <a:gd name="connsiteX4708" fmla="*/ 3121343 w 3439001"/>
                <a:gd name="connsiteY4708" fmla="*/ 1603058 h 2304573"/>
                <a:gd name="connsiteX4709" fmla="*/ 3120390 w 3439001"/>
                <a:gd name="connsiteY4709" fmla="*/ 1600676 h 2304573"/>
                <a:gd name="connsiteX4710" fmla="*/ 3118961 w 3439001"/>
                <a:gd name="connsiteY4710" fmla="*/ 1597819 h 2304573"/>
                <a:gd name="connsiteX4711" fmla="*/ 3110865 w 3439001"/>
                <a:gd name="connsiteY4711" fmla="*/ 1590675 h 2304573"/>
                <a:gd name="connsiteX4712" fmla="*/ 3109913 w 3439001"/>
                <a:gd name="connsiteY4712" fmla="*/ 1587341 h 2304573"/>
                <a:gd name="connsiteX4713" fmla="*/ 3109436 w 3439001"/>
                <a:gd name="connsiteY4713" fmla="*/ 1584484 h 2304573"/>
                <a:gd name="connsiteX4714" fmla="*/ 3109913 w 3439001"/>
                <a:gd name="connsiteY4714" fmla="*/ 1585913 h 2304573"/>
                <a:gd name="connsiteX4715" fmla="*/ 3110389 w 3439001"/>
                <a:gd name="connsiteY4715" fmla="*/ 1587341 h 2304573"/>
                <a:gd name="connsiteX4716" fmla="*/ 3112770 w 3439001"/>
                <a:gd name="connsiteY4716" fmla="*/ 1591151 h 2304573"/>
                <a:gd name="connsiteX4717" fmla="*/ 3114675 w 3439001"/>
                <a:gd name="connsiteY4717" fmla="*/ 1592580 h 2304573"/>
                <a:gd name="connsiteX4718" fmla="*/ 3117056 w 3439001"/>
                <a:gd name="connsiteY4718" fmla="*/ 1594009 h 2304573"/>
                <a:gd name="connsiteX4719" fmla="*/ 3118485 w 3439001"/>
                <a:gd name="connsiteY4719" fmla="*/ 1593533 h 2304573"/>
                <a:gd name="connsiteX4720" fmla="*/ 3117533 w 3439001"/>
                <a:gd name="connsiteY4720" fmla="*/ 1591628 h 2304573"/>
                <a:gd name="connsiteX4721" fmla="*/ 3116104 w 3439001"/>
                <a:gd name="connsiteY4721" fmla="*/ 1589246 h 2304573"/>
                <a:gd name="connsiteX4722" fmla="*/ 3114675 w 3439001"/>
                <a:gd name="connsiteY4722" fmla="*/ 1586865 h 2304573"/>
                <a:gd name="connsiteX4723" fmla="*/ 3113246 w 3439001"/>
                <a:gd name="connsiteY4723" fmla="*/ 1578769 h 2304573"/>
                <a:gd name="connsiteX4724" fmla="*/ 3113723 w 3439001"/>
                <a:gd name="connsiteY4724" fmla="*/ 1576864 h 2304573"/>
                <a:gd name="connsiteX4725" fmla="*/ 3113723 w 3439001"/>
                <a:gd name="connsiteY4725" fmla="*/ 1574959 h 2304573"/>
                <a:gd name="connsiteX4726" fmla="*/ 3113723 w 3439001"/>
                <a:gd name="connsiteY4726" fmla="*/ 1572578 h 2304573"/>
                <a:gd name="connsiteX4727" fmla="*/ 3114675 w 3439001"/>
                <a:gd name="connsiteY4727" fmla="*/ 1570673 h 2304573"/>
                <a:gd name="connsiteX4728" fmla="*/ 3113723 w 3439001"/>
                <a:gd name="connsiteY4728" fmla="*/ 1568291 h 2304573"/>
                <a:gd name="connsiteX4729" fmla="*/ 3112294 w 3439001"/>
                <a:gd name="connsiteY4729" fmla="*/ 1565910 h 2304573"/>
                <a:gd name="connsiteX4730" fmla="*/ 3112770 w 3439001"/>
                <a:gd name="connsiteY4730" fmla="*/ 1565910 h 2304573"/>
                <a:gd name="connsiteX4731" fmla="*/ 3115151 w 3439001"/>
                <a:gd name="connsiteY4731" fmla="*/ 1567339 h 2304573"/>
                <a:gd name="connsiteX4732" fmla="*/ 3117056 w 3439001"/>
                <a:gd name="connsiteY4732" fmla="*/ 1565434 h 2304573"/>
                <a:gd name="connsiteX4733" fmla="*/ 3116580 w 3439001"/>
                <a:gd name="connsiteY4733" fmla="*/ 1563529 h 2304573"/>
                <a:gd name="connsiteX4734" fmla="*/ 3114675 w 3439001"/>
                <a:gd name="connsiteY4734" fmla="*/ 1562100 h 2304573"/>
                <a:gd name="connsiteX4735" fmla="*/ 3111818 w 3439001"/>
                <a:gd name="connsiteY4735" fmla="*/ 1558290 h 2304573"/>
                <a:gd name="connsiteX4736" fmla="*/ 3111818 w 3439001"/>
                <a:gd name="connsiteY4736" fmla="*/ 1557814 h 2304573"/>
                <a:gd name="connsiteX4737" fmla="*/ 3117056 w 3439001"/>
                <a:gd name="connsiteY4737" fmla="*/ 1559719 h 2304573"/>
                <a:gd name="connsiteX4738" fmla="*/ 3117533 w 3439001"/>
                <a:gd name="connsiteY4738" fmla="*/ 1558766 h 2304573"/>
                <a:gd name="connsiteX4739" fmla="*/ 3117533 w 3439001"/>
                <a:gd name="connsiteY4739" fmla="*/ 1556861 h 2304573"/>
                <a:gd name="connsiteX4740" fmla="*/ 3118961 w 3439001"/>
                <a:gd name="connsiteY4740" fmla="*/ 1555909 h 2304573"/>
                <a:gd name="connsiteX4741" fmla="*/ 3119438 w 3439001"/>
                <a:gd name="connsiteY4741" fmla="*/ 1554480 h 2304573"/>
                <a:gd name="connsiteX4742" fmla="*/ 3119438 w 3439001"/>
                <a:gd name="connsiteY4742" fmla="*/ 1553528 h 2304573"/>
                <a:gd name="connsiteX4743" fmla="*/ 3119914 w 3439001"/>
                <a:gd name="connsiteY4743" fmla="*/ 1553051 h 2304573"/>
                <a:gd name="connsiteX4744" fmla="*/ 3121819 w 3439001"/>
                <a:gd name="connsiteY4744" fmla="*/ 1556385 h 2304573"/>
                <a:gd name="connsiteX4745" fmla="*/ 3122295 w 3439001"/>
                <a:gd name="connsiteY4745" fmla="*/ 1555433 h 2304573"/>
                <a:gd name="connsiteX4746" fmla="*/ 3122771 w 3439001"/>
                <a:gd name="connsiteY4746" fmla="*/ 1552099 h 2304573"/>
                <a:gd name="connsiteX4747" fmla="*/ 3123724 w 3439001"/>
                <a:gd name="connsiteY4747" fmla="*/ 1553051 h 2304573"/>
                <a:gd name="connsiteX4748" fmla="*/ 3124200 w 3439001"/>
                <a:gd name="connsiteY4748" fmla="*/ 1554480 h 2304573"/>
                <a:gd name="connsiteX4749" fmla="*/ 3126581 w 3439001"/>
                <a:gd name="connsiteY4749" fmla="*/ 1553528 h 2304573"/>
                <a:gd name="connsiteX4750" fmla="*/ 3128010 w 3439001"/>
                <a:gd name="connsiteY4750" fmla="*/ 1552575 h 2304573"/>
                <a:gd name="connsiteX4751" fmla="*/ 3128486 w 3439001"/>
                <a:gd name="connsiteY4751" fmla="*/ 1551146 h 2304573"/>
                <a:gd name="connsiteX4752" fmla="*/ 3128486 w 3439001"/>
                <a:gd name="connsiteY4752" fmla="*/ 1548765 h 2304573"/>
                <a:gd name="connsiteX4753" fmla="*/ 3129439 w 3439001"/>
                <a:gd name="connsiteY4753" fmla="*/ 1547336 h 2304573"/>
                <a:gd name="connsiteX4754" fmla="*/ 3131344 w 3439001"/>
                <a:gd name="connsiteY4754" fmla="*/ 1546860 h 2304573"/>
                <a:gd name="connsiteX4755" fmla="*/ 3132773 w 3439001"/>
                <a:gd name="connsiteY4755" fmla="*/ 1546384 h 2304573"/>
                <a:gd name="connsiteX4756" fmla="*/ 3132296 w 3439001"/>
                <a:gd name="connsiteY4756" fmla="*/ 1549717 h 2304573"/>
                <a:gd name="connsiteX4757" fmla="*/ 3135630 w 3439001"/>
                <a:gd name="connsiteY4757" fmla="*/ 1549241 h 2304573"/>
                <a:gd name="connsiteX4758" fmla="*/ 3134201 w 3439001"/>
                <a:gd name="connsiteY4758" fmla="*/ 1551146 h 2304573"/>
                <a:gd name="connsiteX4759" fmla="*/ 3132773 w 3439001"/>
                <a:gd name="connsiteY4759" fmla="*/ 1551623 h 2304573"/>
                <a:gd name="connsiteX4760" fmla="*/ 3131344 w 3439001"/>
                <a:gd name="connsiteY4760" fmla="*/ 1553528 h 2304573"/>
                <a:gd name="connsiteX4761" fmla="*/ 3133725 w 3439001"/>
                <a:gd name="connsiteY4761" fmla="*/ 1554004 h 2304573"/>
                <a:gd name="connsiteX4762" fmla="*/ 3135630 w 3439001"/>
                <a:gd name="connsiteY4762" fmla="*/ 1554956 h 2304573"/>
                <a:gd name="connsiteX4763" fmla="*/ 3132296 w 3439001"/>
                <a:gd name="connsiteY4763" fmla="*/ 1555433 h 2304573"/>
                <a:gd name="connsiteX4764" fmla="*/ 3128963 w 3439001"/>
                <a:gd name="connsiteY4764" fmla="*/ 1555433 h 2304573"/>
                <a:gd name="connsiteX4765" fmla="*/ 3126105 w 3439001"/>
                <a:gd name="connsiteY4765" fmla="*/ 1557338 h 2304573"/>
                <a:gd name="connsiteX4766" fmla="*/ 3123248 w 3439001"/>
                <a:gd name="connsiteY4766" fmla="*/ 1562100 h 2304573"/>
                <a:gd name="connsiteX4767" fmla="*/ 3123724 w 3439001"/>
                <a:gd name="connsiteY4767" fmla="*/ 1567339 h 2304573"/>
                <a:gd name="connsiteX4768" fmla="*/ 3126581 w 3439001"/>
                <a:gd name="connsiteY4768" fmla="*/ 1564958 h 2304573"/>
                <a:gd name="connsiteX4769" fmla="*/ 3126581 w 3439001"/>
                <a:gd name="connsiteY4769" fmla="*/ 1566386 h 2304573"/>
                <a:gd name="connsiteX4770" fmla="*/ 3124676 w 3439001"/>
                <a:gd name="connsiteY4770" fmla="*/ 1570196 h 2304573"/>
                <a:gd name="connsiteX4771" fmla="*/ 3122771 w 3439001"/>
                <a:gd name="connsiteY4771" fmla="*/ 1569244 h 2304573"/>
                <a:gd name="connsiteX4772" fmla="*/ 3120390 w 3439001"/>
                <a:gd name="connsiteY4772" fmla="*/ 1569244 h 2304573"/>
                <a:gd name="connsiteX4773" fmla="*/ 3119914 w 3439001"/>
                <a:gd name="connsiteY4773" fmla="*/ 1571625 h 2304573"/>
                <a:gd name="connsiteX4774" fmla="*/ 3119914 w 3439001"/>
                <a:gd name="connsiteY4774" fmla="*/ 1573530 h 2304573"/>
                <a:gd name="connsiteX4775" fmla="*/ 3122771 w 3439001"/>
                <a:gd name="connsiteY4775" fmla="*/ 1572101 h 2304573"/>
                <a:gd name="connsiteX4776" fmla="*/ 3124676 w 3439001"/>
                <a:gd name="connsiteY4776" fmla="*/ 1573054 h 2304573"/>
                <a:gd name="connsiteX4777" fmla="*/ 3125629 w 3439001"/>
                <a:gd name="connsiteY4777" fmla="*/ 1575435 h 2304573"/>
                <a:gd name="connsiteX4778" fmla="*/ 3122771 w 3439001"/>
                <a:gd name="connsiteY4778" fmla="*/ 1576388 h 2304573"/>
                <a:gd name="connsiteX4779" fmla="*/ 3120866 w 3439001"/>
                <a:gd name="connsiteY4779" fmla="*/ 1576388 h 2304573"/>
                <a:gd name="connsiteX4780" fmla="*/ 3119438 w 3439001"/>
                <a:gd name="connsiteY4780" fmla="*/ 1580674 h 2304573"/>
                <a:gd name="connsiteX4781" fmla="*/ 3120390 w 3439001"/>
                <a:gd name="connsiteY4781" fmla="*/ 1580198 h 2304573"/>
                <a:gd name="connsiteX4782" fmla="*/ 3121343 w 3439001"/>
                <a:gd name="connsiteY4782" fmla="*/ 1578292 h 2304573"/>
                <a:gd name="connsiteX4783" fmla="*/ 3123724 w 3439001"/>
                <a:gd name="connsiteY4783" fmla="*/ 1578769 h 2304573"/>
                <a:gd name="connsiteX4784" fmla="*/ 3125153 w 3439001"/>
                <a:gd name="connsiteY4784" fmla="*/ 1580674 h 2304573"/>
                <a:gd name="connsiteX4785" fmla="*/ 3128963 w 3439001"/>
                <a:gd name="connsiteY4785" fmla="*/ 1584008 h 2304573"/>
                <a:gd name="connsiteX4786" fmla="*/ 3130391 w 3439001"/>
                <a:gd name="connsiteY4786" fmla="*/ 1584008 h 2304573"/>
                <a:gd name="connsiteX4787" fmla="*/ 3130868 w 3439001"/>
                <a:gd name="connsiteY4787" fmla="*/ 1584960 h 2304573"/>
                <a:gd name="connsiteX4788" fmla="*/ 3127058 w 3439001"/>
                <a:gd name="connsiteY4788" fmla="*/ 1584960 h 2304573"/>
                <a:gd name="connsiteX4789" fmla="*/ 3124200 w 3439001"/>
                <a:gd name="connsiteY4789" fmla="*/ 1584484 h 2304573"/>
                <a:gd name="connsiteX4790" fmla="*/ 3121819 w 3439001"/>
                <a:gd name="connsiteY4790" fmla="*/ 1585436 h 2304573"/>
                <a:gd name="connsiteX4791" fmla="*/ 3120866 w 3439001"/>
                <a:gd name="connsiteY4791" fmla="*/ 1589723 h 2304573"/>
                <a:gd name="connsiteX4792" fmla="*/ 3121819 w 3439001"/>
                <a:gd name="connsiteY4792" fmla="*/ 1592104 h 2304573"/>
                <a:gd name="connsiteX4793" fmla="*/ 3123724 w 3439001"/>
                <a:gd name="connsiteY4793" fmla="*/ 1594961 h 2304573"/>
                <a:gd name="connsiteX4794" fmla="*/ 3127058 w 3439001"/>
                <a:gd name="connsiteY4794" fmla="*/ 1596866 h 2304573"/>
                <a:gd name="connsiteX4795" fmla="*/ 3129439 w 3439001"/>
                <a:gd name="connsiteY4795" fmla="*/ 1598295 h 2304573"/>
                <a:gd name="connsiteX4796" fmla="*/ 3130391 w 3439001"/>
                <a:gd name="connsiteY4796" fmla="*/ 1597819 h 2304573"/>
                <a:gd name="connsiteX4797" fmla="*/ 3130868 w 3439001"/>
                <a:gd name="connsiteY4797" fmla="*/ 1596866 h 2304573"/>
                <a:gd name="connsiteX4798" fmla="*/ 3131344 w 3439001"/>
                <a:gd name="connsiteY4798" fmla="*/ 1596390 h 2304573"/>
                <a:gd name="connsiteX4799" fmla="*/ 3131820 w 3439001"/>
                <a:gd name="connsiteY4799" fmla="*/ 1597819 h 2304573"/>
                <a:gd name="connsiteX4800" fmla="*/ 3132773 w 3439001"/>
                <a:gd name="connsiteY4800" fmla="*/ 1596866 h 2304573"/>
                <a:gd name="connsiteX4801" fmla="*/ 3134201 w 3439001"/>
                <a:gd name="connsiteY4801" fmla="*/ 1594961 h 2304573"/>
                <a:gd name="connsiteX4802" fmla="*/ 3135154 w 3439001"/>
                <a:gd name="connsiteY4802" fmla="*/ 1594485 h 2304573"/>
                <a:gd name="connsiteX4803" fmla="*/ 3134678 w 3439001"/>
                <a:gd name="connsiteY4803" fmla="*/ 1596390 h 2304573"/>
                <a:gd name="connsiteX4804" fmla="*/ 3135154 w 3439001"/>
                <a:gd name="connsiteY4804" fmla="*/ 1598771 h 2304573"/>
                <a:gd name="connsiteX4805" fmla="*/ 3134201 w 3439001"/>
                <a:gd name="connsiteY4805" fmla="*/ 1600676 h 2304573"/>
                <a:gd name="connsiteX4806" fmla="*/ 3132773 w 3439001"/>
                <a:gd name="connsiteY4806" fmla="*/ 1602581 h 2304573"/>
                <a:gd name="connsiteX4807" fmla="*/ 3134201 w 3439001"/>
                <a:gd name="connsiteY4807" fmla="*/ 1603534 h 2304573"/>
                <a:gd name="connsiteX4808" fmla="*/ 3135630 w 3439001"/>
                <a:gd name="connsiteY4808" fmla="*/ 1604010 h 2304573"/>
                <a:gd name="connsiteX4809" fmla="*/ 3137535 w 3439001"/>
                <a:gd name="connsiteY4809" fmla="*/ 1605915 h 2304573"/>
                <a:gd name="connsiteX4810" fmla="*/ 3136583 w 3439001"/>
                <a:gd name="connsiteY4810" fmla="*/ 1607820 h 2304573"/>
                <a:gd name="connsiteX4811" fmla="*/ 3135630 w 3439001"/>
                <a:gd name="connsiteY4811" fmla="*/ 1610201 h 2304573"/>
                <a:gd name="connsiteX4812" fmla="*/ 3139440 w 3439001"/>
                <a:gd name="connsiteY4812" fmla="*/ 1610201 h 2304573"/>
                <a:gd name="connsiteX4813" fmla="*/ 3141821 w 3439001"/>
                <a:gd name="connsiteY4813" fmla="*/ 1611154 h 2304573"/>
                <a:gd name="connsiteX4814" fmla="*/ 3139916 w 3439001"/>
                <a:gd name="connsiteY4814" fmla="*/ 1616392 h 2304573"/>
                <a:gd name="connsiteX4815" fmla="*/ 3137535 w 3439001"/>
                <a:gd name="connsiteY4815" fmla="*/ 1618774 h 2304573"/>
                <a:gd name="connsiteX4816" fmla="*/ 3134201 w 3439001"/>
                <a:gd name="connsiteY4816" fmla="*/ 1624013 h 2304573"/>
                <a:gd name="connsiteX4817" fmla="*/ 3131344 w 3439001"/>
                <a:gd name="connsiteY4817" fmla="*/ 1632585 h 2304573"/>
                <a:gd name="connsiteX4818" fmla="*/ 3130391 w 3439001"/>
                <a:gd name="connsiteY4818" fmla="*/ 1637824 h 2304573"/>
                <a:gd name="connsiteX4819" fmla="*/ 3130868 w 3439001"/>
                <a:gd name="connsiteY4819" fmla="*/ 1639729 h 2304573"/>
                <a:gd name="connsiteX4820" fmla="*/ 3132773 w 3439001"/>
                <a:gd name="connsiteY4820" fmla="*/ 1642110 h 2304573"/>
                <a:gd name="connsiteX4821" fmla="*/ 3135630 w 3439001"/>
                <a:gd name="connsiteY4821" fmla="*/ 1636395 h 2304573"/>
                <a:gd name="connsiteX4822" fmla="*/ 3137059 w 3439001"/>
                <a:gd name="connsiteY4822" fmla="*/ 1631633 h 2304573"/>
                <a:gd name="connsiteX4823" fmla="*/ 3138488 w 3439001"/>
                <a:gd name="connsiteY4823" fmla="*/ 1629728 h 2304573"/>
                <a:gd name="connsiteX4824" fmla="*/ 3140869 w 3439001"/>
                <a:gd name="connsiteY4824" fmla="*/ 1627823 h 2304573"/>
                <a:gd name="connsiteX4825" fmla="*/ 3143250 w 3439001"/>
                <a:gd name="connsiteY4825" fmla="*/ 1626870 h 2304573"/>
                <a:gd name="connsiteX4826" fmla="*/ 3144679 w 3439001"/>
                <a:gd name="connsiteY4826" fmla="*/ 1625917 h 2304573"/>
                <a:gd name="connsiteX4827" fmla="*/ 3144203 w 3439001"/>
                <a:gd name="connsiteY4827" fmla="*/ 1623060 h 2304573"/>
                <a:gd name="connsiteX4828" fmla="*/ 3152299 w 3439001"/>
                <a:gd name="connsiteY4828" fmla="*/ 1605915 h 2304573"/>
                <a:gd name="connsiteX4829" fmla="*/ 3154204 w 3439001"/>
                <a:gd name="connsiteY4829" fmla="*/ 1603534 h 2304573"/>
                <a:gd name="connsiteX4830" fmla="*/ 3156585 w 3439001"/>
                <a:gd name="connsiteY4830" fmla="*/ 1599248 h 2304573"/>
                <a:gd name="connsiteX4831" fmla="*/ 3158966 w 3439001"/>
                <a:gd name="connsiteY4831" fmla="*/ 1598771 h 2304573"/>
                <a:gd name="connsiteX4832" fmla="*/ 3159443 w 3439001"/>
                <a:gd name="connsiteY4832" fmla="*/ 1596866 h 2304573"/>
                <a:gd name="connsiteX4833" fmla="*/ 3159919 w 3439001"/>
                <a:gd name="connsiteY4833" fmla="*/ 1593533 h 2304573"/>
                <a:gd name="connsiteX4834" fmla="*/ 3160395 w 3439001"/>
                <a:gd name="connsiteY4834" fmla="*/ 1592580 h 2304573"/>
                <a:gd name="connsiteX4835" fmla="*/ 3161348 w 3439001"/>
                <a:gd name="connsiteY4835" fmla="*/ 1591628 h 2304573"/>
                <a:gd name="connsiteX4836" fmla="*/ 3161824 w 3439001"/>
                <a:gd name="connsiteY4836" fmla="*/ 1592104 h 2304573"/>
                <a:gd name="connsiteX4837" fmla="*/ 3161824 w 3439001"/>
                <a:gd name="connsiteY4837" fmla="*/ 1594009 h 2304573"/>
                <a:gd name="connsiteX4838" fmla="*/ 3162776 w 3439001"/>
                <a:gd name="connsiteY4838" fmla="*/ 1593533 h 2304573"/>
                <a:gd name="connsiteX4839" fmla="*/ 3163253 w 3439001"/>
                <a:gd name="connsiteY4839" fmla="*/ 1591628 h 2304573"/>
                <a:gd name="connsiteX4840" fmla="*/ 3163253 w 3439001"/>
                <a:gd name="connsiteY4840" fmla="*/ 1588770 h 2304573"/>
                <a:gd name="connsiteX4841" fmla="*/ 3161824 w 3439001"/>
                <a:gd name="connsiteY4841" fmla="*/ 1585913 h 2304573"/>
                <a:gd name="connsiteX4842" fmla="*/ 3160395 w 3439001"/>
                <a:gd name="connsiteY4842" fmla="*/ 1584960 h 2304573"/>
                <a:gd name="connsiteX4843" fmla="*/ 3158014 w 3439001"/>
                <a:gd name="connsiteY4843" fmla="*/ 1585436 h 2304573"/>
                <a:gd name="connsiteX4844" fmla="*/ 3159919 w 3439001"/>
                <a:gd name="connsiteY4844" fmla="*/ 1584008 h 2304573"/>
                <a:gd name="connsiteX4845" fmla="*/ 3161348 w 3439001"/>
                <a:gd name="connsiteY4845" fmla="*/ 1580674 h 2304573"/>
                <a:gd name="connsiteX4846" fmla="*/ 3161348 w 3439001"/>
                <a:gd name="connsiteY4846" fmla="*/ 1578292 h 2304573"/>
                <a:gd name="connsiteX4847" fmla="*/ 3158014 w 3439001"/>
                <a:gd name="connsiteY4847" fmla="*/ 1576864 h 2304573"/>
                <a:gd name="connsiteX4848" fmla="*/ 3157061 w 3439001"/>
                <a:gd name="connsiteY4848" fmla="*/ 1568291 h 2304573"/>
                <a:gd name="connsiteX4849" fmla="*/ 3154204 w 3439001"/>
                <a:gd name="connsiteY4849" fmla="*/ 1563529 h 2304573"/>
                <a:gd name="connsiteX4850" fmla="*/ 3153728 w 3439001"/>
                <a:gd name="connsiteY4850" fmla="*/ 1555909 h 2304573"/>
                <a:gd name="connsiteX4851" fmla="*/ 3149918 w 3439001"/>
                <a:gd name="connsiteY4851" fmla="*/ 1551146 h 2304573"/>
                <a:gd name="connsiteX4852" fmla="*/ 3148013 w 3439001"/>
                <a:gd name="connsiteY4852" fmla="*/ 1548289 h 2304573"/>
                <a:gd name="connsiteX4853" fmla="*/ 3148013 w 3439001"/>
                <a:gd name="connsiteY4853" fmla="*/ 1545431 h 2304573"/>
                <a:gd name="connsiteX4854" fmla="*/ 3147536 w 3439001"/>
                <a:gd name="connsiteY4854" fmla="*/ 1544003 h 2304573"/>
                <a:gd name="connsiteX4855" fmla="*/ 3147536 w 3439001"/>
                <a:gd name="connsiteY4855" fmla="*/ 1542098 h 2304573"/>
                <a:gd name="connsiteX4856" fmla="*/ 3150394 w 3439001"/>
                <a:gd name="connsiteY4856" fmla="*/ 1539240 h 2304573"/>
                <a:gd name="connsiteX4857" fmla="*/ 3151823 w 3439001"/>
                <a:gd name="connsiteY4857" fmla="*/ 1536859 h 2304573"/>
                <a:gd name="connsiteX4858" fmla="*/ 3154204 w 3439001"/>
                <a:gd name="connsiteY4858" fmla="*/ 1534954 h 2304573"/>
                <a:gd name="connsiteX4859" fmla="*/ 3157061 w 3439001"/>
                <a:gd name="connsiteY4859" fmla="*/ 1533525 h 2304573"/>
                <a:gd name="connsiteX4860" fmla="*/ 3162300 w 3439001"/>
                <a:gd name="connsiteY4860" fmla="*/ 1532096 h 2304573"/>
                <a:gd name="connsiteX4861" fmla="*/ 3165634 w 3439001"/>
                <a:gd name="connsiteY4861" fmla="*/ 1528763 h 2304573"/>
                <a:gd name="connsiteX4862" fmla="*/ 3164681 w 3439001"/>
                <a:gd name="connsiteY4862" fmla="*/ 1530668 h 2304573"/>
                <a:gd name="connsiteX4863" fmla="*/ 3162776 w 3439001"/>
                <a:gd name="connsiteY4863" fmla="*/ 1533049 h 2304573"/>
                <a:gd name="connsiteX4864" fmla="*/ 3156109 w 3439001"/>
                <a:gd name="connsiteY4864" fmla="*/ 1534478 h 2304573"/>
                <a:gd name="connsiteX4865" fmla="*/ 3153728 w 3439001"/>
                <a:gd name="connsiteY4865" fmla="*/ 1535906 h 2304573"/>
                <a:gd name="connsiteX4866" fmla="*/ 3151823 w 3439001"/>
                <a:gd name="connsiteY4866" fmla="*/ 1538764 h 2304573"/>
                <a:gd name="connsiteX4867" fmla="*/ 3149918 w 3439001"/>
                <a:gd name="connsiteY4867" fmla="*/ 1543050 h 2304573"/>
                <a:gd name="connsiteX4868" fmla="*/ 3149918 w 3439001"/>
                <a:gd name="connsiteY4868" fmla="*/ 1545908 h 2304573"/>
                <a:gd name="connsiteX4869" fmla="*/ 3149918 w 3439001"/>
                <a:gd name="connsiteY4869" fmla="*/ 1547336 h 2304573"/>
                <a:gd name="connsiteX4870" fmla="*/ 3155633 w 3439001"/>
                <a:gd name="connsiteY4870" fmla="*/ 1553051 h 2304573"/>
                <a:gd name="connsiteX4871" fmla="*/ 3159919 w 3439001"/>
                <a:gd name="connsiteY4871" fmla="*/ 1555433 h 2304573"/>
                <a:gd name="connsiteX4872" fmla="*/ 3163253 w 3439001"/>
                <a:gd name="connsiteY4872" fmla="*/ 1558290 h 2304573"/>
                <a:gd name="connsiteX4873" fmla="*/ 3166110 w 3439001"/>
                <a:gd name="connsiteY4873" fmla="*/ 1558290 h 2304573"/>
                <a:gd name="connsiteX4874" fmla="*/ 3168491 w 3439001"/>
                <a:gd name="connsiteY4874" fmla="*/ 1559242 h 2304573"/>
                <a:gd name="connsiteX4875" fmla="*/ 3171349 w 3439001"/>
                <a:gd name="connsiteY4875" fmla="*/ 1561148 h 2304573"/>
                <a:gd name="connsiteX4876" fmla="*/ 3170396 w 3439001"/>
                <a:gd name="connsiteY4876" fmla="*/ 1564958 h 2304573"/>
                <a:gd name="connsiteX4877" fmla="*/ 3169444 w 3439001"/>
                <a:gd name="connsiteY4877" fmla="*/ 1568767 h 2304573"/>
                <a:gd name="connsiteX4878" fmla="*/ 3170396 w 3439001"/>
                <a:gd name="connsiteY4878" fmla="*/ 1569244 h 2304573"/>
                <a:gd name="connsiteX4879" fmla="*/ 3174683 w 3439001"/>
                <a:gd name="connsiteY4879" fmla="*/ 1566863 h 2304573"/>
                <a:gd name="connsiteX4880" fmla="*/ 3179921 w 3439001"/>
                <a:gd name="connsiteY4880" fmla="*/ 1558766 h 2304573"/>
                <a:gd name="connsiteX4881" fmla="*/ 3181350 w 3439001"/>
                <a:gd name="connsiteY4881" fmla="*/ 1557338 h 2304573"/>
                <a:gd name="connsiteX4882" fmla="*/ 3181350 w 3439001"/>
                <a:gd name="connsiteY4882" fmla="*/ 1555433 h 2304573"/>
                <a:gd name="connsiteX4883" fmla="*/ 3182303 w 3439001"/>
                <a:gd name="connsiteY4883" fmla="*/ 1554480 h 2304573"/>
                <a:gd name="connsiteX4884" fmla="*/ 3184208 w 3439001"/>
                <a:gd name="connsiteY4884" fmla="*/ 1553051 h 2304573"/>
                <a:gd name="connsiteX4885" fmla="*/ 3185636 w 3439001"/>
                <a:gd name="connsiteY4885" fmla="*/ 1553051 h 2304573"/>
                <a:gd name="connsiteX4886" fmla="*/ 3187065 w 3439001"/>
                <a:gd name="connsiteY4886" fmla="*/ 1551146 h 2304573"/>
                <a:gd name="connsiteX4887" fmla="*/ 3187541 w 3439001"/>
                <a:gd name="connsiteY4887" fmla="*/ 1548289 h 2304573"/>
                <a:gd name="connsiteX4888" fmla="*/ 3188018 w 3439001"/>
                <a:gd name="connsiteY4888" fmla="*/ 1546860 h 2304573"/>
                <a:gd name="connsiteX4889" fmla="*/ 3187541 w 3439001"/>
                <a:gd name="connsiteY4889" fmla="*/ 1544479 h 2304573"/>
                <a:gd name="connsiteX4890" fmla="*/ 3189923 w 3439001"/>
                <a:gd name="connsiteY4890" fmla="*/ 1544955 h 2304573"/>
                <a:gd name="connsiteX4891" fmla="*/ 3192304 w 3439001"/>
                <a:gd name="connsiteY4891" fmla="*/ 1542098 h 2304573"/>
                <a:gd name="connsiteX4892" fmla="*/ 3195161 w 3439001"/>
                <a:gd name="connsiteY4892" fmla="*/ 1537811 h 2304573"/>
                <a:gd name="connsiteX4893" fmla="*/ 3197066 w 3439001"/>
                <a:gd name="connsiteY4893" fmla="*/ 1529239 h 2304573"/>
                <a:gd name="connsiteX4894" fmla="*/ 3198019 w 3439001"/>
                <a:gd name="connsiteY4894" fmla="*/ 1527810 h 2304573"/>
                <a:gd name="connsiteX4895" fmla="*/ 3198971 w 3439001"/>
                <a:gd name="connsiteY4895" fmla="*/ 1527334 h 2304573"/>
                <a:gd name="connsiteX4896" fmla="*/ 3198495 w 3439001"/>
                <a:gd name="connsiteY4896" fmla="*/ 1534001 h 2304573"/>
                <a:gd name="connsiteX4897" fmla="*/ 3198495 w 3439001"/>
                <a:gd name="connsiteY4897" fmla="*/ 1535430 h 2304573"/>
                <a:gd name="connsiteX4898" fmla="*/ 3199448 w 3439001"/>
                <a:gd name="connsiteY4898" fmla="*/ 1530191 h 2304573"/>
                <a:gd name="connsiteX4899" fmla="*/ 3199924 w 3439001"/>
                <a:gd name="connsiteY4899" fmla="*/ 1524000 h 2304573"/>
                <a:gd name="connsiteX4900" fmla="*/ 3200876 w 3439001"/>
                <a:gd name="connsiteY4900" fmla="*/ 1520190 h 2304573"/>
                <a:gd name="connsiteX4901" fmla="*/ 3201829 w 3439001"/>
                <a:gd name="connsiteY4901" fmla="*/ 1516856 h 2304573"/>
                <a:gd name="connsiteX4902" fmla="*/ 3202305 w 3439001"/>
                <a:gd name="connsiteY4902" fmla="*/ 1513523 h 2304573"/>
                <a:gd name="connsiteX4903" fmla="*/ 3201829 w 3439001"/>
                <a:gd name="connsiteY4903" fmla="*/ 1510665 h 2304573"/>
                <a:gd name="connsiteX4904" fmla="*/ 3200876 w 3439001"/>
                <a:gd name="connsiteY4904" fmla="*/ 1508760 h 2304573"/>
                <a:gd name="connsiteX4905" fmla="*/ 3198971 w 3439001"/>
                <a:gd name="connsiteY4905" fmla="*/ 1509713 h 2304573"/>
                <a:gd name="connsiteX4906" fmla="*/ 3192304 w 3439001"/>
                <a:gd name="connsiteY4906" fmla="*/ 1508760 h 2304573"/>
                <a:gd name="connsiteX4907" fmla="*/ 3191351 w 3439001"/>
                <a:gd name="connsiteY4907" fmla="*/ 1505903 h 2304573"/>
                <a:gd name="connsiteX4908" fmla="*/ 3192780 w 3439001"/>
                <a:gd name="connsiteY4908" fmla="*/ 1502569 h 2304573"/>
                <a:gd name="connsiteX4909" fmla="*/ 3194209 w 3439001"/>
                <a:gd name="connsiteY4909" fmla="*/ 1501140 h 2304573"/>
                <a:gd name="connsiteX4910" fmla="*/ 3195161 w 3439001"/>
                <a:gd name="connsiteY4910" fmla="*/ 1500188 h 2304573"/>
                <a:gd name="connsiteX4911" fmla="*/ 3196590 w 3439001"/>
                <a:gd name="connsiteY4911" fmla="*/ 1499711 h 2304573"/>
                <a:gd name="connsiteX4912" fmla="*/ 3198019 w 3439001"/>
                <a:gd name="connsiteY4912" fmla="*/ 1498283 h 2304573"/>
                <a:gd name="connsiteX4913" fmla="*/ 3199448 w 3439001"/>
                <a:gd name="connsiteY4913" fmla="*/ 1496854 h 2304573"/>
                <a:gd name="connsiteX4914" fmla="*/ 3202781 w 3439001"/>
                <a:gd name="connsiteY4914" fmla="*/ 1490663 h 2304573"/>
                <a:gd name="connsiteX4915" fmla="*/ 3203258 w 3439001"/>
                <a:gd name="connsiteY4915" fmla="*/ 1487329 h 2304573"/>
                <a:gd name="connsiteX4916" fmla="*/ 3202781 w 3439001"/>
                <a:gd name="connsiteY4916" fmla="*/ 1481614 h 2304573"/>
                <a:gd name="connsiteX4917" fmla="*/ 3200876 w 3439001"/>
                <a:gd name="connsiteY4917" fmla="*/ 1476851 h 2304573"/>
                <a:gd name="connsiteX4918" fmla="*/ 3202305 w 3439001"/>
                <a:gd name="connsiteY4918" fmla="*/ 1478280 h 2304573"/>
                <a:gd name="connsiteX4919" fmla="*/ 3203734 w 3439001"/>
                <a:gd name="connsiteY4919" fmla="*/ 1480185 h 2304573"/>
                <a:gd name="connsiteX4920" fmla="*/ 3204210 w 3439001"/>
                <a:gd name="connsiteY4920" fmla="*/ 1484948 h 2304573"/>
                <a:gd name="connsiteX4921" fmla="*/ 3203258 w 3439001"/>
                <a:gd name="connsiteY4921" fmla="*/ 1490663 h 2304573"/>
                <a:gd name="connsiteX4922" fmla="*/ 3201829 w 3439001"/>
                <a:gd name="connsiteY4922" fmla="*/ 1493520 h 2304573"/>
                <a:gd name="connsiteX4923" fmla="*/ 3200400 w 3439001"/>
                <a:gd name="connsiteY4923" fmla="*/ 1496854 h 2304573"/>
                <a:gd name="connsiteX4924" fmla="*/ 3201829 w 3439001"/>
                <a:gd name="connsiteY4924" fmla="*/ 1495901 h 2304573"/>
                <a:gd name="connsiteX4925" fmla="*/ 3203258 w 3439001"/>
                <a:gd name="connsiteY4925" fmla="*/ 1494473 h 2304573"/>
                <a:gd name="connsiteX4926" fmla="*/ 3205163 w 3439001"/>
                <a:gd name="connsiteY4926" fmla="*/ 1493996 h 2304573"/>
                <a:gd name="connsiteX4927" fmla="*/ 3207544 w 3439001"/>
                <a:gd name="connsiteY4927" fmla="*/ 1492091 h 2304573"/>
                <a:gd name="connsiteX4928" fmla="*/ 3211354 w 3439001"/>
                <a:gd name="connsiteY4928" fmla="*/ 1488758 h 2304573"/>
                <a:gd name="connsiteX4929" fmla="*/ 3214211 w 3439001"/>
                <a:gd name="connsiteY4929" fmla="*/ 1486376 h 2304573"/>
                <a:gd name="connsiteX4930" fmla="*/ 3228023 w 3439001"/>
                <a:gd name="connsiteY4930" fmla="*/ 1480185 h 2304573"/>
                <a:gd name="connsiteX4931" fmla="*/ 3233261 w 3439001"/>
                <a:gd name="connsiteY4931" fmla="*/ 1478756 h 2304573"/>
                <a:gd name="connsiteX4932" fmla="*/ 3236595 w 3439001"/>
                <a:gd name="connsiteY4932" fmla="*/ 1475899 h 2304573"/>
                <a:gd name="connsiteX4933" fmla="*/ 3239453 w 3439001"/>
                <a:gd name="connsiteY4933" fmla="*/ 1476851 h 2304573"/>
                <a:gd name="connsiteX4934" fmla="*/ 3251835 w 3439001"/>
                <a:gd name="connsiteY4934" fmla="*/ 1476375 h 2304573"/>
                <a:gd name="connsiteX4935" fmla="*/ 3255645 w 3439001"/>
                <a:gd name="connsiteY4935" fmla="*/ 1474946 h 2304573"/>
                <a:gd name="connsiteX4936" fmla="*/ 3259455 w 3439001"/>
                <a:gd name="connsiteY4936" fmla="*/ 1475899 h 2304573"/>
                <a:gd name="connsiteX4937" fmla="*/ 3266123 w 3439001"/>
                <a:gd name="connsiteY4937" fmla="*/ 1474470 h 2304573"/>
                <a:gd name="connsiteX4938" fmla="*/ 3270885 w 3439001"/>
                <a:gd name="connsiteY4938" fmla="*/ 1473994 h 2304573"/>
                <a:gd name="connsiteX4939" fmla="*/ 3276124 w 3439001"/>
                <a:gd name="connsiteY4939" fmla="*/ 1474470 h 2304573"/>
                <a:gd name="connsiteX4940" fmla="*/ 3284696 w 3439001"/>
                <a:gd name="connsiteY4940" fmla="*/ 1472565 h 2304573"/>
                <a:gd name="connsiteX4941" fmla="*/ 3287554 w 3439001"/>
                <a:gd name="connsiteY4941" fmla="*/ 1469708 h 2304573"/>
                <a:gd name="connsiteX4942" fmla="*/ 3288030 w 3439001"/>
                <a:gd name="connsiteY4942" fmla="*/ 1462564 h 2304573"/>
                <a:gd name="connsiteX4943" fmla="*/ 3289935 w 3439001"/>
                <a:gd name="connsiteY4943" fmla="*/ 1459706 h 2304573"/>
                <a:gd name="connsiteX4944" fmla="*/ 3288983 w 3439001"/>
                <a:gd name="connsiteY4944" fmla="*/ 1455896 h 2304573"/>
                <a:gd name="connsiteX4945" fmla="*/ 3289935 w 3439001"/>
                <a:gd name="connsiteY4945" fmla="*/ 1456373 h 2304573"/>
                <a:gd name="connsiteX4946" fmla="*/ 3290888 w 3439001"/>
                <a:gd name="connsiteY4946" fmla="*/ 1457325 h 2304573"/>
                <a:gd name="connsiteX4947" fmla="*/ 3291364 w 3439001"/>
                <a:gd name="connsiteY4947" fmla="*/ 1459230 h 2304573"/>
                <a:gd name="connsiteX4948" fmla="*/ 3292793 w 3439001"/>
                <a:gd name="connsiteY4948" fmla="*/ 1460659 h 2304573"/>
                <a:gd name="connsiteX4949" fmla="*/ 3296126 w 3439001"/>
                <a:gd name="connsiteY4949" fmla="*/ 1458278 h 2304573"/>
                <a:gd name="connsiteX4950" fmla="*/ 3297079 w 3439001"/>
                <a:gd name="connsiteY4950" fmla="*/ 1458278 h 2304573"/>
                <a:gd name="connsiteX4951" fmla="*/ 3295174 w 3439001"/>
                <a:gd name="connsiteY4951" fmla="*/ 1462564 h 2304573"/>
                <a:gd name="connsiteX4952" fmla="*/ 3295650 w 3439001"/>
                <a:gd name="connsiteY4952" fmla="*/ 1467803 h 2304573"/>
                <a:gd name="connsiteX4953" fmla="*/ 3296126 w 3439001"/>
                <a:gd name="connsiteY4953" fmla="*/ 1468755 h 2304573"/>
                <a:gd name="connsiteX4954" fmla="*/ 3298984 w 3439001"/>
                <a:gd name="connsiteY4954" fmla="*/ 1466850 h 2304573"/>
                <a:gd name="connsiteX4955" fmla="*/ 3302794 w 3439001"/>
                <a:gd name="connsiteY4955" fmla="*/ 1466374 h 2304573"/>
                <a:gd name="connsiteX4956" fmla="*/ 3312319 w 3439001"/>
                <a:gd name="connsiteY4956" fmla="*/ 1459706 h 2304573"/>
                <a:gd name="connsiteX4957" fmla="*/ 3313271 w 3439001"/>
                <a:gd name="connsiteY4957" fmla="*/ 1459706 h 2304573"/>
                <a:gd name="connsiteX4958" fmla="*/ 3313748 w 3439001"/>
                <a:gd name="connsiteY4958" fmla="*/ 1463993 h 2304573"/>
                <a:gd name="connsiteX4959" fmla="*/ 3313271 w 3439001"/>
                <a:gd name="connsiteY4959" fmla="*/ 1465898 h 2304573"/>
                <a:gd name="connsiteX4960" fmla="*/ 3313748 w 3439001"/>
                <a:gd name="connsiteY4960" fmla="*/ 1466850 h 2304573"/>
                <a:gd name="connsiteX4961" fmla="*/ 3319939 w 3439001"/>
                <a:gd name="connsiteY4961" fmla="*/ 1464945 h 2304573"/>
                <a:gd name="connsiteX4962" fmla="*/ 3322320 w 3439001"/>
                <a:gd name="connsiteY4962" fmla="*/ 1463040 h 2304573"/>
                <a:gd name="connsiteX4963" fmla="*/ 3334226 w 3439001"/>
                <a:gd name="connsiteY4963" fmla="*/ 1461135 h 2304573"/>
                <a:gd name="connsiteX4964" fmla="*/ 3336608 w 3439001"/>
                <a:gd name="connsiteY4964" fmla="*/ 1460659 h 2304573"/>
                <a:gd name="connsiteX4965" fmla="*/ 3338036 w 3439001"/>
                <a:gd name="connsiteY4965" fmla="*/ 1461135 h 2304573"/>
                <a:gd name="connsiteX4966" fmla="*/ 3338513 w 3439001"/>
                <a:gd name="connsiteY4966" fmla="*/ 1459706 h 2304573"/>
                <a:gd name="connsiteX4967" fmla="*/ 3338036 w 3439001"/>
                <a:gd name="connsiteY4967" fmla="*/ 1455896 h 2304573"/>
                <a:gd name="connsiteX4968" fmla="*/ 3336608 w 3439001"/>
                <a:gd name="connsiteY4968" fmla="*/ 1449705 h 2304573"/>
                <a:gd name="connsiteX4969" fmla="*/ 3332321 w 3439001"/>
                <a:gd name="connsiteY4969" fmla="*/ 1444943 h 2304573"/>
                <a:gd name="connsiteX4970" fmla="*/ 3330416 w 3439001"/>
                <a:gd name="connsiteY4970" fmla="*/ 1443990 h 2304573"/>
                <a:gd name="connsiteX4971" fmla="*/ 3328988 w 3439001"/>
                <a:gd name="connsiteY4971" fmla="*/ 1443990 h 2304573"/>
                <a:gd name="connsiteX4972" fmla="*/ 3327559 w 3439001"/>
                <a:gd name="connsiteY4972" fmla="*/ 1444466 h 2304573"/>
                <a:gd name="connsiteX4973" fmla="*/ 3327559 w 3439001"/>
                <a:gd name="connsiteY4973" fmla="*/ 1445419 h 2304573"/>
                <a:gd name="connsiteX4974" fmla="*/ 3328988 w 3439001"/>
                <a:gd name="connsiteY4974" fmla="*/ 1446848 h 2304573"/>
                <a:gd name="connsiteX4975" fmla="*/ 3329940 w 3439001"/>
                <a:gd name="connsiteY4975" fmla="*/ 1445895 h 2304573"/>
                <a:gd name="connsiteX4976" fmla="*/ 3331845 w 3439001"/>
                <a:gd name="connsiteY4976" fmla="*/ 1447324 h 2304573"/>
                <a:gd name="connsiteX4977" fmla="*/ 3332321 w 3439001"/>
                <a:gd name="connsiteY4977" fmla="*/ 1449229 h 2304573"/>
                <a:gd name="connsiteX4978" fmla="*/ 3335179 w 3439001"/>
                <a:gd name="connsiteY4978" fmla="*/ 1453515 h 2304573"/>
                <a:gd name="connsiteX4979" fmla="*/ 3335179 w 3439001"/>
                <a:gd name="connsiteY4979" fmla="*/ 1455420 h 2304573"/>
                <a:gd name="connsiteX4980" fmla="*/ 3330416 w 3439001"/>
                <a:gd name="connsiteY4980" fmla="*/ 1457801 h 2304573"/>
                <a:gd name="connsiteX4981" fmla="*/ 3325178 w 3439001"/>
                <a:gd name="connsiteY4981" fmla="*/ 1459230 h 2304573"/>
                <a:gd name="connsiteX4982" fmla="*/ 3320891 w 3439001"/>
                <a:gd name="connsiteY4982" fmla="*/ 1458278 h 2304573"/>
                <a:gd name="connsiteX4983" fmla="*/ 3318034 w 3439001"/>
                <a:gd name="connsiteY4983" fmla="*/ 1456373 h 2304573"/>
                <a:gd name="connsiteX4984" fmla="*/ 3317081 w 3439001"/>
                <a:gd name="connsiteY4984" fmla="*/ 1451134 h 2304573"/>
                <a:gd name="connsiteX4985" fmla="*/ 3313271 w 3439001"/>
                <a:gd name="connsiteY4985" fmla="*/ 1449229 h 2304573"/>
                <a:gd name="connsiteX4986" fmla="*/ 3313748 w 3439001"/>
                <a:gd name="connsiteY4986" fmla="*/ 1447800 h 2304573"/>
                <a:gd name="connsiteX4987" fmla="*/ 3314700 w 3439001"/>
                <a:gd name="connsiteY4987" fmla="*/ 1446848 h 2304573"/>
                <a:gd name="connsiteX4988" fmla="*/ 3310414 w 3439001"/>
                <a:gd name="connsiteY4988" fmla="*/ 1439228 h 2304573"/>
                <a:gd name="connsiteX4989" fmla="*/ 3307556 w 3439001"/>
                <a:gd name="connsiteY4989" fmla="*/ 1437799 h 2304573"/>
                <a:gd name="connsiteX4990" fmla="*/ 3301365 w 3439001"/>
                <a:gd name="connsiteY4990" fmla="*/ 1436370 h 2304573"/>
                <a:gd name="connsiteX4991" fmla="*/ 3299460 w 3439001"/>
                <a:gd name="connsiteY4991" fmla="*/ 1434941 h 2304573"/>
                <a:gd name="connsiteX4992" fmla="*/ 3303270 w 3439001"/>
                <a:gd name="connsiteY4992" fmla="*/ 1430655 h 2304573"/>
                <a:gd name="connsiteX4993" fmla="*/ 3305175 w 3439001"/>
                <a:gd name="connsiteY4993" fmla="*/ 1427798 h 2304573"/>
                <a:gd name="connsiteX4994" fmla="*/ 3306604 w 3439001"/>
                <a:gd name="connsiteY4994" fmla="*/ 1425416 h 2304573"/>
                <a:gd name="connsiteX4995" fmla="*/ 3309461 w 3439001"/>
                <a:gd name="connsiteY4995" fmla="*/ 1424464 h 2304573"/>
                <a:gd name="connsiteX4996" fmla="*/ 3312319 w 3439001"/>
                <a:gd name="connsiteY4996" fmla="*/ 1422559 h 2304573"/>
                <a:gd name="connsiteX4997" fmla="*/ 3313748 w 3439001"/>
                <a:gd name="connsiteY4997" fmla="*/ 1422083 h 2304573"/>
                <a:gd name="connsiteX4998" fmla="*/ 3314224 w 3439001"/>
                <a:gd name="connsiteY4998" fmla="*/ 1421130 h 2304573"/>
                <a:gd name="connsiteX4999" fmla="*/ 3313748 w 3439001"/>
                <a:gd name="connsiteY4999" fmla="*/ 1420178 h 2304573"/>
                <a:gd name="connsiteX5000" fmla="*/ 3312795 w 3439001"/>
                <a:gd name="connsiteY5000" fmla="*/ 1420178 h 2304573"/>
                <a:gd name="connsiteX5001" fmla="*/ 3311366 w 3439001"/>
                <a:gd name="connsiteY5001" fmla="*/ 1420654 h 2304573"/>
                <a:gd name="connsiteX5002" fmla="*/ 3309938 w 3439001"/>
                <a:gd name="connsiteY5002" fmla="*/ 1420654 h 2304573"/>
                <a:gd name="connsiteX5003" fmla="*/ 3308509 w 3439001"/>
                <a:gd name="connsiteY5003" fmla="*/ 1418749 h 2304573"/>
                <a:gd name="connsiteX5004" fmla="*/ 3308033 w 3439001"/>
                <a:gd name="connsiteY5004" fmla="*/ 1416368 h 2304573"/>
                <a:gd name="connsiteX5005" fmla="*/ 3307080 w 3439001"/>
                <a:gd name="connsiteY5005" fmla="*/ 1414463 h 2304573"/>
                <a:gd name="connsiteX5006" fmla="*/ 3308985 w 3439001"/>
                <a:gd name="connsiteY5006" fmla="*/ 1409700 h 2304573"/>
                <a:gd name="connsiteX5007" fmla="*/ 3310414 w 3439001"/>
                <a:gd name="connsiteY5007" fmla="*/ 1404461 h 2304573"/>
                <a:gd name="connsiteX5008" fmla="*/ 3311843 w 3439001"/>
                <a:gd name="connsiteY5008" fmla="*/ 1403033 h 2304573"/>
                <a:gd name="connsiteX5009" fmla="*/ 3313271 w 3439001"/>
                <a:gd name="connsiteY5009" fmla="*/ 1402080 h 2304573"/>
                <a:gd name="connsiteX5010" fmla="*/ 3317558 w 3439001"/>
                <a:gd name="connsiteY5010" fmla="*/ 1393508 h 2304573"/>
                <a:gd name="connsiteX5011" fmla="*/ 3323273 w 3439001"/>
                <a:gd name="connsiteY5011" fmla="*/ 1388269 h 2304573"/>
                <a:gd name="connsiteX5012" fmla="*/ 3328511 w 3439001"/>
                <a:gd name="connsiteY5012" fmla="*/ 1382078 h 2304573"/>
                <a:gd name="connsiteX5013" fmla="*/ 3327083 w 3439001"/>
                <a:gd name="connsiteY5013" fmla="*/ 1380649 h 2304573"/>
                <a:gd name="connsiteX5014" fmla="*/ 3326130 w 3439001"/>
                <a:gd name="connsiteY5014" fmla="*/ 1380173 h 2304573"/>
                <a:gd name="connsiteX5015" fmla="*/ 3328988 w 3439001"/>
                <a:gd name="connsiteY5015" fmla="*/ 1376363 h 2304573"/>
                <a:gd name="connsiteX5016" fmla="*/ 3332798 w 3439001"/>
                <a:gd name="connsiteY5016" fmla="*/ 1373505 h 2304573"/>
                <a:gd name="connsiteX5017" fmla="*/ 3336131 w 3439001"/>
                <a:gd name="connsiteY5017" fmla="*/ 1372553 h 2304573"/>
                <a:gd name="connsiteX5018" fmla="*/ 3335655 w 3439001"/>
                <a:gd name="connsiteY5018" fmla="*/ 1373981 h 2304573"/>
                <a:gd name="connsiteX5019" fmla="*/ 3335655 w 3439001"/>
                <a:gd name="connsiteY5019" fmla="*/ 1375410 h 2304573"/>
                <a:gd name="connsiteX5020" fmla="*/ 3337084 w 3439001"/>
                <a:gd name="connsiteY5020" fmla="*/ 1374934 h 2304573"/>
                <a:gd name="connsiteX5021" fmla="*/ 3338989 w 3439001"/>
                <a:gd name="connsiteY5021" fmla="*/ 1373981 h 2304573"/>
                <a:gd name="connsiteX5022" fmla="*/ 3339941 w 3439001"/>
                <a:gd name="connsiteY5022" fmla="*/ 1375410 h 2304573"/>
                <a:gd name="connsiteX5023" fmla="*/ 3340894 w 3439001"/>
                <a:gd name="connsiteY5023" fmla="*/ 1376363 h 2304573"/>
                <a:gd name="connsiteX5024" fmla="*/ 3341370 w 3439001"/>
                <a:gd name="connsiteY5024" fmla="*/ 1374934 h 2304573"/>
                <a:gd name="connsiteX5025" fmla="*/ 3340894 w 3439001"/>
                <a:gd name="connsiteY5025" fmla="*/ 1372553 h 2304573"/>
                <a:gd name="connsiteX5026" fmla="*/ 3341370 w 3439001"/>
                <a:gd name="connsiteY5026" fmla="*/ 1370648 h 2304573"/>
                <a:gd name="connsiteX5027" fmla="*/ 3342323 w 3439001"/>
                <a:gd name="connsiteY5027" fmla="*/ 1371124 h 2304573"/>
                <a:gd name="connsiteX5028" fmla="*/ 3342799 w 3439001"/>
                <a:gd name="connsiteY5028" fmla="*/ 1372553 h 2304573"/>
                <a:gd name="connsiteX5029" fmla="*/ 3343751 w 3439001"/>
                <a:gd name="connsiteY5029" fmla="*/ 1373029 h 2304573"/>
                <a:gd name="connsiteX5030" fmla="*/ 3344704 w 3439001"/>
                <a:gd name="connsiteY5030" fmla="*/ 1368743 h 2304573"/>
                <a:gd name="connsiteX5031" fmla="*/ 3346133 w 3439001"/>
                <a:gd name="connsiteY5031" fmla="*/ 1367314 h 2304573"/>
                <a:gd name="connsiteX5032" fmla="*/ 3346609 w 3439001"/>
                <a:gd name="connsiteY5032" fmla="*/ 1369219 h 2304573"/>
                <a:gd name="connsiteX5033" fmla="*/ 3347085 w 3439001"/>
                <a:gd name="connsiteY5033" fmla="*/ 1372076 h 2304573"/>
                <a:gd name="connsiteX5034" fmla="*/ 3348038 w 3439001"/>
                <a:gd name="connsiteY5034" fmla="*/ 1371600 h 2304573"/>
                <a:gd name="connsiteX5035" fmla="*/ 3348990 w 3439001"/>
                <a:gd name="connsiteY5035" fmla="*/ 1367790 h 2304573"/>
                <a:gd name="connsiteX5036" fmla="*/ 3349466 w 3439001"/>
                <a:gd name="connsiteY5036" fmla="*/ 1368743 h 2304573"/>
                <a:gd name="connsiteX5037" fmla="*/ 3349943 w 3439001"/>
                <a:gd name="connsiteY5037" fmla="*/ 1371600 h 2304573"/>
                <a:gd name="connsiteX5038" fmla="*/ 3351371 w 3439001"/>
                <a:gd name="connsiteY5038" fmla="*/ 1371124 h 2304573"/>
                <a:gd name="connsiteX5039" fmla="*/ 3352800 w 3439001"/>
                <a:gd name="connsiteY5039" fmla="*/ 1369219 h 2304573"/>
                <a:gd name="connsiteX5040" fmla="*/ 3355658 w 3439001"/>
                <a:gd name="connsiteY5040" fmla="*/ 1367314 h 2304573"/>
                <a:gd name="connsiteX5041" fmla="*/ 3359468 w 3439001"/>
                <a:gd name="connsiteY5041" fmla="*/ 1367790 h 2304573"/>
                <a:gd name="connsiteX5042" fmla="*/ 3362325 w 3439001"/>
                <a:gd name="connsiteY5042" fmla="*/ 1365885 h 2304573"/>
                <a:gd name="connsiteX5043" fmla="*/ 3364706 w 3439001"/>
                <a:gd name="connsiteY5043" fmla="*/ 1363504 h 2304573"/>
                <a:gd name="connsiteX5044" fmla="*/ 3364706 w 3439001"/>
                <a:gd name="connsiteY5044" fmla="*/ 1360646 h 2304573"/>
                <a:gd name="connsiteX5045" fmla="*/ 3368516 w 3439001"/>
                <a:gd name="connsiteY5045" fmla="*/ 1353503 h 2304573"/>
                <a:gd name="connsiteX5046" fmla="*/ 3368516 w 3439001"/>
                <a:gd name="connsiteY5046" fmla="*/ 1350169 h 2304573"/>
                <a:gd name="connsiteX5047" fmla="*/ 3372326 w 3439001"/>
                <a:gd name="connsiteY5047" fmla="*/ 1348264 h 2304573"/>
                <a:gd name="connsiteX5048" fmla="*/ 3373755 w 3439001"/>
                <a:gd name="connsiteY5048" fmla="*/ 1345406 h 2304573"/>
                <a:gd name="connsiteX5049" fmla="*/ 3375184 w 3439001"/>
                <a:gd name="connsiteY5049" fmla="*/ 1344454 h 2304573"/>
                <a:gd name="connsiteX5050" fmla="*/ 3375184 w 3439001"/>
                <a:gd name="connsiteY5050" fmla="*/ 1346835 h 2304573"/>
                <a:gd name="connsiteX5051" fmla="*/ 3374231 w 3439001"/>
                <a:gd name="connsiteY5051" fmla="*/ 1349216 h 2304573"/>
                <a:gd name="connsiteX5052" fmla="*/ 3374708 w 3439001"/>
                <a:gd name="connsiteY5052" fmla="*/ 1349693 h 2304573"/>
                <a:gd name="connsiteX5053" fmla="*/ 3376136 w 3439001"/>
                <a:gd name="connsiteY5053" fmla="*/ 1349216 h 2304573"/>
                <a:gd name="connsiteX5054" fmla="*/ 3377089 w 3439001"/>
                <a:gd name="connsiteY5054" fmla="*/ 1349693 h 2304573"/>
                <a:gd name="connsiteX5055" fmla="*/ 3374231 w 3439001"/>
                <a:gd name="connsiteY5055" fmla="*/ 1352074 h 2304573"/>
                <a:gd name="connsiteX5056" fmla="*/ 3373755 w 3439001"/>
                <a:gd name="connsiteY5056" fmla="*/ 1353979 h 2304573"/>
                <a:gd name="connsiteX5057" fmla="*/ 3376613 w 3439001"/>
                <a:gd name="connsiteY5057" fmla="*/ 1353979 h 2304573"/>
                <a:gd name="connsiteX5058" fmla="*/ 3380423 w 3439001"/>
                <a:gd name="connsiteY5058" fmla="*/ 1355408 h 2304573"/>
                <a:gd name="connsiteX5059" fmla="*/ 3381851 w 3439001"/>
                <a:gd name="connsiteY5059" fmla="*/ 1356836 h 2304573"/>
                <a:gd name="connsiteX5060" fmla="*/ 3383280 w 3439001"/>
                <a:gd name="connsiteY5060" fmla="*/ 1357313 h 2304573"/>
                <a:gd name="connsiteX5061" fmla="*/ 3383756 w 3439001"/>
                <a:gd name="connsiteY5061" fmla="*/ 1355408 h 2304573"/>
                <a:gd name="connsiteX5062" fmla="*/ 3383280 w 3439001"/>
                <a:gd name="connsiteY5062" fmla="*/ 1352074 h 2304573"/>
                <a:gd name="connsiteX5063" fmla="*/ 3384709 w 3439001"/>
                <a:gd name="connsiteY5063" fmla="*/ 1349216 h 2304573"/>
                <a:gd name="connsiteX5064" fmla="*/ 3385661 w 3439001"/>
                <a:gd name="connsiteY5064" fmla="*/ 1346835 h 2304573"/>
                <a:gd name="connsiteX5065" fmla="*/ 3386614 w 3439001"/>
                <a:gd name="connsiteY5065" fmla="*/ 1348264 h 2304573"/>
                <a:gd name="connsiteX5066" fmla="*/ 3388043 w 3439001"/>
                <a:gd name="connsiteY5066" fmla="*/ 1349216 h 2304573"/>
                <a:gd name="connsiteX5067" fmla="*/ 3389948 w 3439001"/>
                <a:gd name="connsiteY5067" fmla="*/ 1347788 h 2304573"/>
                <a:gd name="connsiteX5068" fmla="*/ 3391376 w 3439001"/>
                <a:gd name="connsiteY5068" fmla="*/ 1346359 h 2304573"/>
                <a:gd name="connsiteX5069" fmla="*/ 3392329 w 3439001"/>
                <a:gd name="connsiteY5069" fmla="*/ 1345883 h 2304573"/>
                <a:gd name="connsiteX5070" fmla="*/ 3393758 w 3439001"/>
                <a:gd name="connsiteY5070" fmla="*/ 1345883 h 2304573"/>
                <a:gd name="connsiteX5071" fmla="*/ 3395186 w 3439001"/>
                <a:gd name="connsiteY5071" fmla="*/ 1346359 h 2304573"/>
                <a:gd name="connsiteX5072" fmla="*/ 3396139 w 3439001"/>
                <a:gd name="connsiteY5072" fmla="*/ 1346835 h 2304573"/>
                <a:gd name="connsiteX5073" fmla="*/ 3397091 w 3439001"/>
                <a:gd name="connsiteY5073" fmla="*/ 1349216 h 2304573"/>
                <a:gd name="connsiteX5074" fmla="*/ 3398520 w 3439001"/>
                <a:gd name="connsiteY5074" fmla="*/ 1351598 h 2304573"/>
                <a:gd name="connsiteX5075" fmla="*/ 3399949 w 3439001"/>
                <a:gd name="connsiteY5075" fmla="*/ 1351121 h 2304573"/>
                <a:gd name="connsiteX5076" fmla="*/ 3400901 w 3439001"/>
                <a:gd name="connsiteY5076" fmla="*/ 1350169 h 2304573"/>
                <a:gd name="connsiteX5077" fmla="*/ 3401854 w 3439001"/>
                <a:gd name="connsiteY5077" fmla="*/ 1348264 h 2304573"/>
                <a:gd name="connsiteX5078" fmla="*/ 3403759 w 3439001"/>
                <a:gd name="connsiteY5078" fmla="*/ 1348740 h 2304573"/>
                <a:gd name="connsiteX5079" fmla="*/ 3406140 w 3439001"/>
                <a:gd name="connsiteY5079" fmla="*/ 1343501 h 2304573"/>
                <a:gd name="connsiteX5080" fmla="*/ 3407569 w 3439001"/>
                <a:gd name="connsiteY5080" fmla="*/ 1343025 h 2304573"/>
                <a:gd name="connsiteX5081" fmla="*/ 3409950 w 3439001"/>
                <a:gd name="connsiteY5081" fmla="*/ 1343978 h 2304573"/>
                <a:gd name="connsiteX5082" fmla="*/ 3412331 w 3439001"/>
                <a:gd name="connsiteY5082" fmla="*/ 1343978 h 2304573"/>
                <a:gd name="connsiteX5083" fmla="*/ 3414236 w 3439001"/>
                <a:gd name="connsiteY5083" fmla="*/ 1343501 h 2304573"/>
                <a:gd name="connsiteX5084" fmla="*/ 3415665 w 3439001"/>
                <a:gd name="connsiteY5084" fmla="*/ 1340644 h 2304573"/>
                <a:gd name="connsiteX5085" fmla="*/ 3418999 w 3439001"/>
                <a:gd name="connsiteY5085" fmla="*/ 1340168 h 2304573"/>
                <a:gd name="connsiteX5086" fmla="*/ 3422333 w 3439001"/>
                <a:gd name="connsiteY5086" fmla="*/ 1338263 h 2304573"/>
                <a:gd name="connsiteX5087" fmla="*/ 3428048 w 3439001"/>
                <a:gd name="connsiteY5087" fmla="*/ 1339215 h 2304573"/>
                <a:gd name="connsiteX5088" fmla="*/ 3435191 w 3439001"/>
                <a:gd name="connsiteY5088" fmla="*/ 1333024 h 2304573"/>
                <a:gd name="connsiteX5089" fmla="*/ 3435191 w 3439001"/>
                <a:gd name="connsiteY5089" fmla="*/ 1332071 h 2304573"/>
                <a:gd name="connsiteX5090" fmla="*/ 3439001 w 3439001"/>
                <a:gd name="connsiteY5090" fmla="*/ 1329690 h 2304573"/>
                <a:gd name="connsiteX5091" fmla="*/ 2685098 w 3439001"/>
                <a:gd name="connsiteY5091" fmla="*/ 1903095 h 2304573"/>
                <a:gd name="connsiteX5092" fmla="*/ 2681764 w 3439001"/>
                <a:gd name="connsiteY5092" fmla="*/ 1905000 h 2304573"/>
                <a:gd name="connsiteX5093" fmla="*/ 2681288 w 3439001"/>
                <a:gd name="connsiteY5093" fmla="*/ 1905476 h 2304573"/>
                <a:gd name="connsiteX5094" fmla="*/ 2680811 w 3439001"/>
                <a:gd name="connsiteY5094" fmla="*/ 1906429 h 2304573"/>
                <a:gd name="connsiteX5095" fmla="*/ 2679859 w 3439001"/>
                <a:gd name="connsiteY5095" fmla="*/ 1906905 h 2304573"/>
                <a:gd name="connsiteX5096" fmla="*/ 2682240 w 3439001"/>
                <a:gd name="connsiteY5096" fmla="*/ 1906905 h 2304573"/>
                <a:gd name="connsiteX5097" fmla="*/ 2683669 w 3439001"/>
                <a:gd name="connsiteY5097" fmla="*/ 1907858 h 2304573"/>
                <a:gd name="connsiteX5098" fmla="*/ 2683669 w 3439001"/>
                <a:gd name="connsiteY5098" fmla="*/ 1905953 h 2304573"/>
                <a:gd name="connsiteX5099" fmla="*/ 2684145 w 3439001"/>
                <a:gd name="connsiteY5099" fmla="*/ 1904524 h 2304573"/>
                <a:gd name="connsiteX5100" fmla="*/ 2685098 w 3439001"/>
                <a:gd name="connsiteY5100" fmla="*/ 1903095 h 230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Lst>
              <a:rect l="l" t="t" r="r" b="b"/>
              <a:pathLst>
                <a:path w="3439001" h="2304573">
                  <a:moveTo>
                    <a:pt x="804863" y="641985"/>
                  </a:moveTo>
                  <a:lnTo>
                    <a:pt x="801529" y="645795"/>
                  </a:lnTo>
                  <a:lnTo>
                    <a:pt x="799148" y="649129"/>
                  </a:lnTo>
                  <a:lnTo>
                    <a:pt x="800576" y="648653"/>
                  </a:lnTo>
                  <a:lnTo>
                    <a:pt x="806291" y="643414"/>
                  </a:lnTo>
                  <a:lnTo>
                    <a:pt x="811530" y="640556"/>
                  </a:lnTo>
                  <a:lnTo>
                    <a:pt x="812006" y="638651"/>
                  </a:lnTo>
                  <a:lnTo>
                    <a:pt x="808196" y="639604"/>
                  </a:lnTo>
                  <a:lnTo>
                    <a:pt x="804863" y="641985"/>
                  </a:lnTo>
                  <a:close/>
                  <a:moveTo>
                    <a:pt x="1138714" y="799148"/>
                  </a:moveTo>
                  <a:lnTo>
                    <a:pt x="1137285" y="795338"/>
                  </a:lnTo>
                  <a:lnTo>
                    <a:pt x="1133951" y="785336"/>
                  </a:lnTo>
                  <a:lnTo>
                    <a:pt x="1132046" y="780574"/>
                  </a:lnTo>
                  <a:lnTo>
                    <a:pt x="1130141" y="776288"/>
                  </a:lnTo>
                  <a:lnTo>
                    <a:pt x="1127284" y="771049"/>
                  </a:lnTo>
                  <a:lnTo>
                    <a:pt x="1123950" y="767715"/>
                  </a:lnTo>
                  <a:lnTo>
                    <a:pt x="1121569" y="766763"/>
                  </a:lnTo>
                  <a:lnTo>
                    <a:pt x="1114425" y="762000"/>
                  </a:lnTo>
                  <a:lnTo>
                    <a:pt x="1111091" y="762000"/>
                  </a:lnTo>
                  <a:lnTo>
                    <a:pt x="1109663" y="762953"/>
                  </a:lnTo>
                  <a:lnTo>
                    <a:pt x="1106805" y="767239"/>
                  </a:lnTo>
                  <a:lnTo>
                    <a:pt x="1106329" y="769144"/>
                  </a:lnTo>
                  <a:lnTo>
                    <a:pt x="1104900" y="771049"/>
                  </a:lnTo>
                  <a:lnTo>
                    <a:pt x="1102995" y="772001"/>
                  </a:lnTo>
                  <a:lnTo>
                    <a:pt x="1099185" y="772954"/>
                  </a:lnTo>
                  <a:lnTo>
                    <a:pt x="1097756" y="774859"/>
                  </a:lnTo>
                  <a:lnTo>
                    <a:pt x="1097756" y="777240"/>
                  </a:lnTo>
                  <a:lnTo>
                    <a:pt x="1099661" y="783431"/>
                  </a:lnTo>
                  <a:lnTo>
                    <a:pt x="1099185" y="785336"/>
                  </a:lnTo>
                  <a:lnTo>
                    <a:pt x="1098233" y="787718"/>
                  </a:lnTo>
                  <a:lnTo>
                    <a:pt x="1103471" y="786765"/>
                  </a:lnTo>
                  <a:lnTo>
                    <a:pt x="1105376" y="784860"/>
                  </a:lnTo>
                  <a:lnTo>
                    <a:pt x="1109186" y="776288"/>
                  </a:lnTo>
                  <a:lnTo>
                    <a:pt x="1110615" y="775811"/>
                  </a:lnTo>
                  <a:lnTo>
                    <a:pt x="1113473" y="778669"/>
                  </a:lnTo>
                  <a:lnTo>
                    <a:pt x="1114425" y="783907"/>
                  </a:lnTo>
                  <a:lnTo>
                    <a:pt x="1116806" y="785336"/>
                  </a:lnTo>
                  <a:lnTo>
                    <a:pt x="1118711" y="785336"/>
                  </a:lnTo>
                  <a:lnTo>
                    <a:pt x="1119188" y="786289"/>
                  </a:lnTo>
                  <a:lnTo>
                    <a:pt x="1115378" y="791051"/>
                  </a:lnTo>
                  <a:lnTo>
                    <a:pt x="1114425" y="792956"/>
                  </a:lnTo>
                  <a:lnTo>
                    <a:pt x="1114425" y="794861"/>
                  </a:lnTo>
                  <a:lnTo>
                    <a:pt x="1114901" y="796290"/>
                  </a:lnTo>
                  <a:lnTo>
                    <a:pt x="1116330" y="797243"/>
                  </a:lnTo>
                  <a:lnTo>
                    <a:pt x="1120616" y="796290"/>
                  </a:lnTo>
                  <a:lnTo>
                    <a:pt x="1121093" y="797243"/>
                  </a:lnTo>
                  <a:lnTo>
                    <a:pt x="1120616" y="801053"/>
                  </a:lnTo>
                  <a:lnTo>
                    <a:pt x="1122521" y="802005"/>
                  </a:lnTo>
                  <a:lnTo>
                    <a:pt x="1125379" y="803910"/>
                  </a:lnTo>
                  <a:lnTo>
                    <a:pt x="1128236" y="803434"/>
                  </a:lnTo>
                  <a:lnTo>
                    <a:pt x="1129665" y="802957"/>
                  </a:lnTo>
                  <a:lnTo>
                    <a:pt x="1130141" y="803434"/>
                  </a:lnTo>
                  <a:lnTo>
                    <a:pt x="1128236" y="806291"/>
                  </a:lnTo>
                  <a:lnTo>
                    <a:pt x="1127284" y="807244"/>
                  </a:lnTo>
                  <a:lnTo>
                    <a:pt x="1126808" y="808673"/>
                  </a:lnTo>
                  <a:lnTo>
                    <a:pt x="1126808" y="811054"/>
                  </a:lnTo>
                  <a:lnTo>
                    <a:pt x="1127760" y="813911"/>
                  </a:lnTo>
                  <a:lnTo>
                    <a:pt x="1131094" y="820103"/>
                  </a:lnTo>
                  <a:lnTo>
                    <a:pt x="1132523" y="822007"/>
                  </a:lnTo>
                  <a:lnTo>
                    <a:pt x="1134428" y="823913"/>
                  </a:lnTo>
                  <a:lnTo>
                    <a:pt x="1136809" y="824865"/>
                  </a:lnTo>
                  <a:lnTo>
                    <a:pt x="1137761" y="824389"/>
                  </a:lnTo>
                  <a:lnTo>
                    <a:pt x="1138714" y="820579"/>
                  </a:lnTo>
                  <a:lnTo>
                    <a:pt x="1138714" y="814388"/>
                  </a:lnTo>
                  <a:lnTo>
                    <a:pt x="1137761" y="810101"/>
                  </a:lnTo>
                  <a:lnTo>
                    <a:pt x="1137761" y="808673"/>
                  </a:lnTo>
                  <a:lnTo>
                    <a:pt x="1138714" y="807720"/>
                  </a:lnTo>
                  <a:lnTo>
                    <a:pt x="1139190" y="806768"/>
                  </a:lnTo>
                  <a:lnTo>
                    <a:pt x="1138714" y="801053"/>
                  </a:lnTo>
                  <a:lnTo>
                    <a:pt x="1138714" y="799148"/>
                  </a:lnTo>
                  <a:close/>
                  <a:moveTo>
                    <a:pt x="1156811" y="772954"/>
                  </a:moveTo>
                  <a:lnTo>
                    <a:pt x="1162526" y="771049"/>
                  </a:lnTo>
                  <a:lnTo>
                    <a:pt x="1163003" y="770096"/>
                  </a:lnTo>
                  <a:lnTo>
                    <a:pt x="1163003" y="769144"/>
                  </a:lnTo>
                  <a:lnTo>
                    <a:pt x="1160621" y="765334"/>
                  </a:lnTo>
                  <a:lnTo>
                    <a:pt x="1162526" y="763429"/>
                  </a:lnTo>
                  <a:lnTo>
                    <a:pt x="1162050" y="759143"/>
                  </a:lnTo>
                  <a:lnTo>
                    <a:pt x="1161098" y="757714"/>
                  </a:lnTo>
                  <a:lnTo>
                    <a:pt x="1156811" y="752951"/>
                  </a:lnTo>
                  <a:lnTo>
                    <a:pt x="1150620" y="744379"/>
                  </a:lnTo>
                  <a:lnTo>
                    <a:pt x="1149668" y="740569"/>
                  </a:lnTo>
                  <a:lnTo>
                    <a:pt x="1149668" y="737235"/>
                  </a:lnTo>
                  <a:lnTo>
                    <a:pt x="1150144" y="736759"/>
                  </a:lnTo>
                  <a:lnTo>
                    <a:pt x="1151573" y="736759"/>
                  </a:lnTo>
                  <a:lnTo>
                    <a:pt x="1153001" y="737235"/>
                  </a:lnTo>
                  <a:lnTo>
                    <a:pt x="1153954" y="738664"/>
                  </a:lnTo>
                  <a:lnTo>
                    <a:pt x="1153954" y="740093"/>
                  </a:lnTo>
                  <a:lnTo>
                    <a:pt x="1156335" y="745331"/>
                  </a:lnTo>
                  <a:lnTo>
                    <a:pt x="1157764" y="747236"/>
                  </a:lnTo>
                  <a:lnTo>
                    <a:pt x="1159193" y="748189"/>
                  </a:lnTo>
                  <a:lnTo>
                    <a:pt x="1160621" y="750094"/>
                  </a:lnTo>
                  <a:lnTo>
                    <a:pt x="1163003" y="755332"/>
                  </a:lnTo>
                  <a:lnTo>
                    <a:pt x="1166336" y="757714"/>
                  </a:lnTo>
                  <a:lnTo>
                    <a:pt x="1166336" y="757238"/>
                  </a:lnTo>
                  <a:lnTo>
                    <a:pt x="1164908" y="753428"/>
                  </a:lnTo>
                  <a:lnTo>
                    <a:pt x="1163955" y="749618"/>
                  </a:lnTo>
                  <a:lnTo>
                    <a:pt x="1162050" y="745331"/>
                  </a:lnTo>
                  <a:lnTo>
                    <a:pt x="1158716" y="739616"/>
                  </a:lnTo>
                  <a:lnTo>
                    <a:pt x="1153001" y="732473"/>
                  </a:lnTo>
                  <a:lnTo>
                    <a:pt x="1146810" y="732949"/>
                  </a:lnTo>
                  <a:lnTo>
                    <a:pt x="1138238" y="731996"/>
                  </a:lnTo>
                  <a:lnTo>
                    <a:pt x="1136333" y="728663"/>
                  </a:lnTo>
                  <a:lnTo>
                    <a:pt x="1132999" y="723900"/>
                  </a:lnTo>
                  <a:lnTo>
                    <a:pt x="1130141" y="721995"/>
                  </a:lnTo>
                  <a:lnTo>
                    <a:pt x="1129665" y="723424"/>
                  </a:lnTo>
                  <a:lnTo>
                    <a:pt x="1130618" y="726757"/>
                  </a:lnTo>
                  <a:lnTo>
                    <a:pt x="1132046" y="729615"/>
                  </a:lnTo>
                  <a:lnTo>
                    <a:pt x="1133951" y="732473"/>
                  </a:lnTo>
                  <a:lnTo>
                    <a:pt x="1135380" y="735806"/>
                  </a:lnTo>
                  <a:lnTo>
                    <a:pt x="1136333" y="740093"/>
                  </a:lnTo>
                  <a:lnTo>
                    <a:pt x="1138238" y="752951"/>
                  </a:lnTo>
                  <a:lnTo>
                    <a:pt x="1139666" y="757714"/>
                  </a:lnTo>
                  <a:lnTo>
                    <a:pt x="1142048" y="761048"/>
                  </a:lnTo>
                  <a:lnTo>
                    <a:pt x="1145858" y="765334"/>
                  </a:lnTo>
                  <a:lnTo>
                    <a:pt x="1145858" y="768191"/>
                  </a:lnTo>
                  <a:lnTo>
                    <a:pt x="1143000" y="777240"/>
                  </a:lnTo>
                  <a:lnTo>
                    <a:pt x="1141571" y="779145"/>
                  </a:lnTo>
                  <a:lnTo>
                    <a:pt x="1141571" y="782003"/>
                  </a:lnTo>
                  <a:lnTo>
                    <a:pt x="1142524" y="784384"/>
                  </a:lnTo>
                  <a:lnTo>
                    <a:pt x="1143953" y="785813"/>
                  </a:lnTo>
                  <a:lnTo>
                    <a:pt x="1145381" y="786765"/>
                  </a:lnTo>
                  <a:lnTo>
                    <a:pt x="1148239" y="786289"/>
                  </a:lnTo>
                  <a:lnTo>
                    <a:pt x="1154430" y="782003"/>
                  </a:lnTo>
                  <a:lnTo>
                    <a:pt x="1156811" y="772954"/>
                  </a:lnTo>
                  <a:close/>
                  <a:moveTo>
                    <a:pt x="1105376" y="764381"/>
                  </a:moveTo>
                  <a:lnTo>
                    <a:pt x="1105376" y="758666"/>
                  </a:lnTo>
                  <a:lnTo>
                    <a:pt x="1105853" y="755809"/>
                  </a:lnTo>
                  <a:lnTo>
                    <a:pt x="1107281" y="754856"/>
                  </a:lnTo>
                  <a:lnTo>
                    <a:pt x="1109663" y="754856"/>
                  </a:lnTo>
                  <a:lnTo>
                    <a:pt x="1119188" y="759143"/>
                  </a:lnTo>
                  <a:lnTo>
                    <a:pt x="1123950" y="762000"/>
                  </a:lnTo>
                  <a:lnTo>
                    <a:pt x="1129189" y="763429"/>
                  </a:lnTo>
                  <a:lnTo>
                    <a:pt x="1131094" y="758190"/>
                  </a:lnTo>
                  <a:lnTo>
                    <a:pt x="1130141" y="755332"/>
                  </a:lnTo>
                  <a:lnTo>
                    <a:pt x="1127284" y="751523"/>
                  </a:lnTo>
                  <a:lnTo>
                    <a:pt x="1118235" y="751046"/>
                  </a:lnTo>
                  <a:lnTo>
                    <a:pt x="1115378" y="749141"/>
                  </a:lnTo>
                  <a:lnTo>
                    <a:pt x="1119188" y="746760"/>
                  </a:lnTo>
                  <a:lnTo>
                    <a:pt x="1121569" y="747713"/>
                  </a:lnTo>
                  <a:lnTo>
                    <a:pt x="1123474" y="747713"/>
                  </a:lnTo>
                  <a:lnTo>
                    <a:pt x="1127760" y="746760"/>
                  </a:lnTo>
                  <a:lnTo>
                    <a:pt x="1129189" y="740093"/>
                  </a:lnTo>
                  <a:lnTo>
                    <a:pt x="1128236" y="737235"/>
                  </a:lnTo>
                  <a:lnTo>
                    <a:pt x="1126808" y="735330"/>
                  </a:lnTo>
                  <a:lnTo>
                    <a:pt x="1121569" y="732949"/>
                  </a:lnTo>
                  <a:lnTo>
                    <a:pt x="1115378" y="731520"/>
                  </a:lnTo>
                  <a:lnTo>
                    <a:pt x="1114425" y="731520"/>
                  </a:lnTo>
                  <a:lnTo>
                    <a:pt x="1112996" y="732473"/>
                  </a:lnTo>
                  <a:lnTo>
                    <a:pt x="1107758" y="737235"/>
                  </a:lnTo>
                  <a:lnTo>
                    <a:pt x="1106329" y="738188"/>
                  </a:lnTo>
                  <a:lnTo>
                    <a:pt x="1104424" y="737235"/>
                  </a:lnTo>
                  <a:lnTo>
                    <a:pt x="1103471" y="735806"/>
                  </a:lnTo>
                  <a:lnTo>
                    <a:pt x="1106329" y="734854"/>
                  </a:lnTo>
                  <a:lnTo>
                    <a:pt x="1107281" y="731520"/>
                  </a:lnTo>
                  <a:lnTo>
                    <a:pt x="1107281" y="730568"/>
                  </a:lnTo>
                  <a:lnTo>
                    <a:pt x="1102519" y="725805"/>
                  </a:lnTo>
                  <a:lnTo>
                    <a:pt x="1100614" y="724376"/>
                  </a:lnTo>
                  <a:lnTo>
                    <a:pt x="1097280" y="725329"/>
                  </a:lnTo>
                  <a:lnTo>
                    <a:pt x="1094899" y="727234"/>
                  </a:lnTo>
                  <a:lnTo>
                    <a:pt x="1093470" y="727710"/>
                  </a:lnTo>
                  <a:lnTo>
                    <a:pt x="1090136" y="727710"/>
                  </a:lnTo>
                  <a:lnTo>
                    <a:pt x="1088708" y="730091"/>
                  </a:lnTo>
                  <a:lnTo>
                    <a:pt x="1088708" y="732949"/>
                  </a:lnTo>
                  <a:lnTo>
                    <a:pt x="1085374" y="730091"/>
                  </a:lnTo>
                  <a:lnTo>
                    <a:pt x="1082993" y="727234"/>
                  </a:lnTo>
                  <a:lnTo>
                    <a:pt x="1081564" y="731044"/>
                  </a:lnTo>
                  <a:lnTo>
                    <a:pt x="1078706" y="732949"/>
                  </a:lnTo>
                  <a:lnTo>
                    <a:pt x="1076801" y="733425"/>
                  </a:lnTo>
                  <a:lnTo>
                    <a:pt x="1076325" y="735806"/>
                  </a:lnTo>
                  <a:lnTo>
                    <a:pt x="1074896" y="739616"/>
                  </a:lnTo>
                  <a:lnTo>
                    <a:pt x="1078706" y="744379"/>
                  </a:lnTo>
                  <a:lnTo>
                    <a:pt x="1081564" y="745807"/>
                  </a:lnTo>
                  <a:lnTo>
                    <a:pt x="1092041" y="753904"/>
                  </a:lnTo>
                  <a:lnTo>
                    <a:pt x="1094899" y="760571"/>
                  </a:lnTo>
                  <a:lnTo>
                    <a:pt x="1097756" y="764857"/>
                  </a:lnTo>
                  <a:lnTo>
                    <a:pt x="1105376" y="766286"/>
                  </a:lnTo>
                  <a:lnTo>
                    <a:pt x="1105376" y="764381"/>
                  </a:lnTo>
                  <a:close/>
                  <a:moveTo>
                    <a:pt x="1195864" y="793432"/>
                  </a:moveTo>
                  <a:lnTo>
                    <a:pt x="1194435" y="791051"/>
                  </a:lnTo>
                  <a:lnTo>
                    <a:pt x="1192054" y="789146"/>
                  </a:lnTo>
                  <a:lnTo>
                    <a:pt x="1187768" y="787718"/>
                  </a:lnTo>
                  <a:lnTo>
                    <a:pt x="1185386" y="787718"/>
                  </a:lnTo>
                  <a:lnTo>
                    <a:pt x="1183958" y="789146"/>
                  </a:lnTo>
                  <a:lnTo>
                    <a:pt x="1181576" y="787718"/>
                  </a:lnTo>
                  <a:lnTo>
                    <a:pt x="1170146" y="784860"/>
                  </a:lnTo>
                  <a:lnTo>
                    <a:pt x="1164908" y="784384"/>
                  </a:lnTo>
                  <a:lnTo>
                    <a:pt x="1161574" y="785813"/>
                  </a:lnTo>
                  <a:lnTo>
                    <a:pt x="1161098" y="787241"/>
                  </a:lnTo>
                  <a:lnTo>
                    <a:pt x="1163003" y="789146"/>
                  </a:lnTo>
                  <a:lnTo>
                    <a:pt x="1166336" y="791051"/>
                  </a:lnTo>
                  <a:lnTo>
                    <a:pt x="1168718" y="793432"/>
                  </a:lnTo>
                  <a:lnTo>
                    <a:pt x="1171099" y="797243"/>
                  </a:lnTo>
                  <a:lnTo>
                    <a:pt x="1170623" y="801529"/>
                  </a:lnTo>
                  <a:lnTo>
                    <a:pt x="1171575" y="806768"/>
                  </a:lnTo>
                  <a:lnTo>
                    <a:pt x="1172051" y="810578"/>
                  </a:lnTo>
                  <a:lnTo>
                    <a:pt x="1172528" y="812006"/>
                  </a:lnTo>
                  <a:lnTo>
                    <a:pt x="1173480" y="812959"/>
                  </a:lnTo>
                  <a:lnTo>
                    <a:pt x="1177290" y="813435"/>
                  </a:lnTo>
                  <a:lnTo>
                    <a:pt x="1180624" y="812482"/>
                  </a:lnTo>
                  <a:lnTo>
                    <a:pt x="1186339" y="812959"/>
                  </a:lnTo>
                  <a:lnTo>
                    <a:pt x="1187291" y="812482"/>
                  </a:lnTo>
                  <a:lnTo>
                    <a:pt x="1188244" y="811530"/>
                  </a:lnTo>
                  <a:lnTo>
                    <a:pt x="1188720" y="810101"/>
                  </a:lnTo>
                  <a:lnTo>
                    <a:pt x="1188720" y="808196"/>
                  </a:lnTo>
                  <a:lnTo>
                    <a:pt x="1188244" y="806291"/>
                  </a:lnTo>
                  <a:lnTo>
                    <a:pt x="1187291" y="804863"/>
                  </a:lnTo>
                  <a:lnTo>
                    <a:pt x="1185863" y="802957"/>
                  </a:lnTo>
                  <a:lnTo>
                    <a:pt x="1185386" y="801053"/>
                  </a:lnTo>
                  <a:lnTo>
                    <a:pt x="1183005" y="798195"/>
                  </a:lnTo>
                  <a:lnTo>
                    <a:pt x="1182053" y="796766"/>
                  </a:lnTo>
                  <a:lnTo>
                    <a:pt x="1182053" y="796290"/>
                  </a:lnTo>
                  <a:lnTo>
                    <a:pt x="1184910" y="797719"/>
                  </a:lnTo>
                  <a:lnTo>
                    <a:pt x="1188720" y="802957"/>
                  </a:lnTo>
                  <a:lnTo>
                    <a:pt x="1192054" y="805815"/>
                  </a:lnTo>
                  <a:lnTo>
                    <a:pt x="1193006" y="805815"/>
                  </a:lnTo>
                  <a:lnTo>
                    <a:pt x="1193959" y="804863"/>
                  </a:lnTo>
                  <a:lnTo>
                    <a:pt x="1194435" y="803434"/>
                  </a:lnTo>
                  <a:lnTo>
                    <a:pt x="1194435" y="801529"/>
                  </a:lnTo>
                  <a:lnTo>
                    <a:pt x="1193959" y="798195"/>
                  </a:lnTo>
                  <a:lnTo>
                    <a:pt x="1194435" y="794861"/>
                  </a:lnTo>
                  <a:lnTo>
                    <a:pt x="1195864" y="793432"/>
                  </a:lnTo>
                  <a:close/>
                  <a:moveTo>
                    <a:pt x="1214438" y="837724"/>
                  </a:moveTo>
                  <a:lnTo>
                    <a:pt x="1215866" y="838676"/>
                  </a:lnTo>
                  <a:lnTo>
                    <a:pt x="1218724" y="839153"/>
                  </a:lnTo>
                  <a:lnTo>
                    <a:pt x="1221581" y="838200"/>
                  </a:lnTo>
                  <a:lnTo>
                    <a:pt x="1223010" y="838200"/>
                  </a:lnTo>
                  <a:lnTo>
                    <a:pt x="1224439" y="838676"/>
                  </a:lnTo>
                  <a:lnTo>
                    <a:pt x="1224915" y="830580"/>
                  </a:lnTo>
                  <a:lnTo>
                    <a:pt x="1226344" y="823913"/>
                  </a:lnTo>
                  <a:lnTo>
                    <a:pt x="1221581" y="817245"/>
                  </a:lnTo>
                  <a:lnTo>
                    <a:pt x="1217771" y="812482"/>
                  </a:lnTo>
                  <a:lnTo>
                    <a:pt x="1215390" y="812006"/>
                  </a:lnTo>
                  <a:lnTo>
                    <a:pt x="1211104" y="819626"/>
                  </a:lnTo>
                  <a:lnTo>
                    <a:pt x="1210151" y="820103"/>
                  </a:lnTo>
                  <a:lnTo>
                    <a:pt x="1208246" y="823913"/>
                  </a:lnTo>
                  <a:lnTo>
                    <a:pt x="1205865" y="824865"/>
                  </a:lnTo>
                  <a:lnTo>
                    <a:pt x="1204913" y="826294"/>
                  </a:lnTo>
                  <a:lnTo>
                    <a:pt x="1205389" y="829628"/>
                  </a:lnTo>
                  <a:lnTo>
                    <a:pt x="1206341" y="832009"/>
                  </a:lnTo>
                  <a:lnTo>
                    <a:pt x="1208246" y="832485"/>
                  </a:lnTo>
                  <a:lnTo>
                    <a:pt x="1213485" y="832961"/>
                  </a:lnTo>
                  <a:lnTo>
                    <a:pt x="1214914" y="834390"/>
                  </a:lnTo>
                  <a:lnTo>
                    <a:pt x="1214438" y="836771"/>
                  </a:lnTo>
                  <a:lnTo>
                    <a:pt x="1214438" y="837724"/>
                  </a:lnTo>
                  <a:close/>
                  <a:moveTo>
                    <a:pt x="2437448" y="1970246"/>
                  </a:moveTo>
                  <a:lnTo>
                    <a:pt x="2435066" y="1970723"/>
                  </a:lnTo>
                  <a:lnTo>
                    <a:pt x="2429351" y="1974533"/>
                  </a:lnTo>
                  <a:lnTo>
                    <a:pt x="2426970" y="1975485"/>
                  </a:lnTo>
                  <a:lnTo>
                    <a:pt x="2425541" y="1977390"/>
                  </a:lnTo>
                  <a:lnTo>
                    <a:pt x="2426970" y="1977390"/>
                  </a:lnTo>
                  <a:lnTo>
                    <a:pt x="2434590" y="1973104"/>
                  </a:lnTo>
                  <a:lnTo>
                    <a:pt x="2438876" y="1970723"/>
                  </a:lnTo>
                  <a:lnTo>
                    <a:pt x="2439353" y="1969294"/>
                  </a:lnTo>
                  <a:lnTo>
                    <a:pt x="2438876" y="1969294"/>
                  </a:lnTo>
                  <a:lnTo>
                    <a:pt x="2437448" y="1970246"/>
                  </a:lnTo>
                  <a:close/>
                  <a:moveTo>
                    <a:pt x="1167765" y="800576"/>
                  </a:moveTo>
                  <a:lnTo>
                    <a:pt x="1165860" y="798195"/>
                  </a:lnTo>
                  <a:lnTo>
                    <a:pt x="1162526" y="798671"/>
                  </a:lnTo>
                  <a:lnTo>
                    <a:pt x="1160145" y="795338"/>
                  </a:lnTo>
                  <a:lnTo>
                    <a:pt x="1159669" y="794385"/>
                  </a:lnTo>
                  <a:lnTo>
                    <a:pt x="1157764" y="792956"/>
                  </a:lnTo>
                  <a:lnTo>
                    <a:pt x="1154430" y="791528"/>
                  </a:lnTo>
                  <a:lnTo>
                    <a:pt x="1150144" y="792004"/>
                  </a:lnTo>
                  <a:lnTo>
                    <a:pt x="1146810" y="795814"/>
                  </a:lnTo>
                  <a:lnTo>
                    <a:pt x="1146334" y="800100"/>
                  </a:lnTo>
                  <a:lnTo>
                    <a:pt x="1146334" y="801529"/>
                  </a:lnTo>
                  <a:lnTo>
                    <a:pt x="1150144" y="806768"/>
                  </a:lnTo>
                  <a:lnTo>
                    <a:pt x="1149668" y="808673"/>
                  </a:lnTo>
                  <a:lnTo>
                    <a:pt x="1154430" y="812006"/>
                  </a:lnTo>
                  <a:lnTo>
                    <a:pt x="1156811" y="814864"/>
                  </a:lnTo>
                  <a:lnTo>
                    <a:pt x="1153001" y="816769"/>
                  </a:lnTo>
                  <a:lnTo>
                    <a:pt x="1151096" y="826770"/>
                  </a:lnTo>
                  <a:lnTo>
                    <a:pt x="1153001" y="832961"/>
                  </a:lnTo>
                  <a:lnTo>
                    <a:pt x="1155383" y="832961"/>
                  </a:lnTo>
                  <a:lnTo>
                    <a:pt x="1157288" y="830104"/>
                  </a:lnTo>
                  <a:lnTo>
                    <a:pt x="1158716" y="830580"/>
                  </a:lnTo>
                  <a:lnTo>
                    <a:pt x="1159669" y="831532"/>
                  </a:lnTo>
                  <a:lnTo>
                    <a:pt x="1160621" y="831056"/>
                  </a:lnTo>
                  <a:lnTo>
                    <a:pt x="1161574" y="830104"/>
                  </a:lnTo>
                  <a:lnTo>
                    <a:pt x="1162050" y="826770"/>
                  </a:lnTo>
                  <a:lnTo>
                    <a:pt x="1163955" y="822007"/>
                  </a:lnTo>
                  <a:lnTo>
                    <a:pt x="1164431" y="817245"/>
                  </a:lnTo>
                  <a:lnTo>
                    <a:pt x="1163955" y="812482"/>
                  </a:lnTo>
                  <a:lnTo>
                    <a:pt x="1164908" y="807720"/>
                  </a:lnTo>
                  <a:lnTo>
                    <a:pt x="1166336" y="806291"/>
                  </a:lnTo>
                  <a:lnTo>
                    <a:pt x="1167765" y="806768"/>
                  </a:lnTo>
                  <a:lnTo>
                    <a:pt x="1168718" y="804386"/>
                  </a:lnTo>
                  <a:lnTo>
                    <a:pt x="1167765" y="800576"/>
                  </a:lnTo>
                  <a:close/>
                  <a:moveTo>
                    <a:pt x="2414588" y="1990725"/>
                  </a:moveTo>
                  <a:lnTo>
                    <a:pt x="2408873" y="2000250"/>
                  </a:lnTo>
                  <a:lnTo>
                    <a:pt x="2406015" y="2007394"/>
                  </a:lnTo>
                  <a:lnTo>
                    <a:pt x="2405539" y="2010728"/>
                  </a:lnTo>
                  <a:lnTo>
                    <a:pt x="2406491" y="2008823"/>
                  </a:lnTo>
                  <a:lnTo>
                    <a:pt x="2409825" y="2000250"/>
                  </a:lnTo>
                  <a:lnTo>
                    <a:pt x="2416493" y="1990249"/>
                  </a:lnTo>
                  <a:lnTo>
                    <a:pt x="2414588" y="1990725"/>
                  </a:lnTo>
                  <a:close/>
                  <a:moveTo>
                    <a:pt x="2422208" y="1978342"/>
                  </a:moveTo>
                  <a:lnTo>
                    <a:pt x="2419350" y="1982153"/>
                  </a:lnTo>
                  <a:lnTo>
                    <a:pt x="2418874" y="1983581"/>
                  </a:lnTo>
                  <a:lnTo>
                    <a:pt x="2417445" y="1986439"/>
                  </a:lnTo>
                  <a:lnTo>
                    <a:pt x="2418398" y="1986439"/>
                  </a:lnTo>
                  <a:lnTo>
                    <a:pt x="2421731" y="1982153"/>
                  </a:lnTo>
                  <a:lnTo>
                    <a:pt x="2424589" y="1979295"/>
                  </a:lnTo>
                  <a:lnTo>
                    <a:pt x="2423636" y="1977866"/>
                  </a:lnTo>
                  <a:lnTo>
                    <a:pt x="2422208" y="1978342"/>
                  </a:lnTo>
                  <a:close/>
                  <a:moveTo>
                    <a:pt x="2406015" y="2011680"/>
                  </a:moveTo>
                  <a:lnTo>
                    <a:pt x="2405063" y="2015014"/>
                  </a:lnTo>
                  <a:lnTo>
                    <a:pt x="2405063" y="2025015"/>
                  </a:lnTo>
                  <a:lnTo>
                    <a:pt x="2409825" y="2042636"/>
                  </a:lnTo>
                  <a:lnTo>
                    <a:pt x="2412683" y="2050256"/>
                  </a:lnTo>
                  <a:lnTo>
                    <a:pt x="2413159" y="2048351"/>
                  </a:lnTo>
                  <a:lnTo>
                    <a:pt x="2412206" y="2043113"/>
                  </a:lnTo>
                  <a:lnTo>
                    <a:pt x="2406968" y="2025015"/>
                  </a:lnTo>
                  <a:lnTo>
                    <a:pt x="2406015" y="2011680"/>
                  </a:lnTo>
                  <a:close/>
                  <a:moveTo>
                    <a:pt x="1228249" y="872014"/>
                  </a:moveTo>
                  <a:lnTo>
                    <a:pt x="1223010" y="872490"/>
                  </a:lnTo>
                  <a:lnTo>
                    <a:pt x="1221581" y="872014"/>
                  </a:lnTo>
                  <a:lnTo>
                    <a:pt x="1221105" y="871538"/>
                  </a:lnTo>
                  <a:lnTo>
                    <a:pt x="1222058" y="870585"/>
                  </a:lnTo>
                  <a:lnTo>
                    <a:pt x="1223010" y="868680"/>
                  </a:lnTo>
                  <a:lnTo>
                    <a:pt x="1223010" y="867728"/>
                  </a:lnTo>
                  <a:lnTo>
                    <a:pt x="1221105" y="864870"/>
                  </a:lnTo>
                  <a:lnTo>
                    <a:pt x="1219200" y="864394"/>
                  </a:lnTo>
                  <a:lnTo>
                    <a:pt x="1214438" y="860584"/>
                  </a:lnTo>
                  <a:lnTo>
                    <a:pt x="1208723" y="861536"/>
                  </a:lnTo>
                  <a:lnTo>
                    <a:pt x="1207294" y="861060"/>
                  </a:lnTo>
                  <a:lnTo>
                    <a:pt x="1209199" y="859631"/>
                  </a:lnTo>
                  <a:lnTo>
                    <a:pt x="1210151" y="857726"/>
                  </a:lnTo>
                  <a:lnTo>
                    <a:pt x="1210628" y="855345"/>
                  </a:lnTo>
                  <a:lnTo>
                    <a:pt x="1211104" y="855345"/>
                  </a:lnTo>
                  <a:lnTo>
                    <a:pt x="1218248" y="859631"/>
                  </a:lnTo>
                  <a:lnTo>
                    <a:pt x="1221581" y="861060"/>
                  </a:lnTo>
                  <a:lnTo>
                    <a:pt x="1222534" y="861060"/>
                  </a:lnTo>
                  <a:lnTo>
                    <a:pt x="1221105" y="859155"/>
                  </a:lnTo>
                  <a:lnTo>
                    <a:pt x="1218724" y="857250"/>
                  </a:lnTo>
                  <a:lnTo>
                    <a:pt x="1213961" y="851059"/>
                  </a:lnTo>
                  <a:lnTo>
                    <a:pt x="1211580" y="845820"/>
                  </a:lnTo>
                  <a:lnTo>
                    <a:pt x="1210151" y="843915"/>
                  </a:lnTo>
                  <a:lnTo>
                    <a:pt x="1207770" y="841534"/>
                  </a:lnTo>
                  <a:lnTo>
                    <a:pt x="1202531" y="836771"/>
                  </a:lnTo>
                  <a:lnTo>
                    <a:pt x="1191101" y="832009"/>
                  </a:lnTo>
                  <a:lnTo>
                    <a:pt x="1191101" y="831532"/>
                  </a:lnTo>
                  <a:lnTo>
                    <a:pt x="1192054" y="830104"/>
                  </a:lnTo>
                  <a:lnTo>
                    <a:pt x="1192054" y="828675"/>
                  </a:lnTo>
                  <a:lnTo>
                    <a:pt x="1192054" y="826770"/>
                  </a:lnTo>
                  <a:lnTo>
                    <a:pt x="1191101" y="824865"/>
                  </a:lnTo>
                  <a:lnTo>
                    <a:pt x="1189673" y="822960"/>
                  </a:lnTo>
                  <a:lnTo>
                    <a:pt x="1187768" y="821055"/>
                  </a:lnTo>
                  <a:lnTo>
                    <a:pt x="1182053" y="821055"/>
                  </a:lnTo>
                  <a:lnTo>
                    <a:pt x="1175385" y="820103"/>
                  </a:lnTo>
                  <a:lnTo>
                    <a:pt x="1174433" y="821055"/>
                  </a:lnTo>
                  <a:lnTo>
                    <a:pt x="1174433" y="825818"/>
                  </a:lnTo>
                  <a:lnTo>
                    <a:pt x="1176338" y="827723"/>
                  </a:lnTo>
                  <a:lnTo>
                    <a:pt x="1176814" y="829151"/>
                  </a:lnTo>
                  <a:lnTo>
                    <a:pt x="1174433" y="831532"/>
                  </a:lnTo>
                  <a:lnTo>
                    <a:pt x="1169194" y="835819"/>
                  </a:lnTo>
                  <a:lnTo>
                    <a:pt x="1169670" y="837248"/>
                  </a:lnTo>
                  <a:lnTo>
                    <a:pt x="1171575" y="838200"/>
                  </a:lnTo>
                  <a:lnTo>
                    <a:pt x="1176338" y="835343"/>
                  </a:lnTo>
                  <a:lnTo>
                    <a:pt x="1182053" y="833438"/>
                  </a:lnTo>
                  <a:lnTo>
                    <a:pt x="1184910" y="834390"/>
                  </a:lnTo>
                  <a:lnTo>
                    <a:pt x="1186339" y="837248"/>
                  </a:lnTo>
                  <a:lnTo>
                    <a:pt x="1186815" y="839153"/>
                  </a:lnTo>
                  <a:lnTo>
                    <a:pt x="1184434" y="840581"/>
                  </a:lnTo>
                  <a:lnTo>
                    <a:pt x="1183958" y="842486"/>
                  </a:lnTo>
                  <a:lnTo>
                    <a:pt x="1181100" y="844868"/>
                  </a:lnTo>
                  <a:lnTo>
                    <a:pt x="1179671" y="844868"/>
                  </a:lnTo>
                  <a:lnTo>
                    <a:pt x="1176814" y="843439"/>
                  </a:lnTo>
                  <a:lnTo>
                    <a:pt x="1175385" y="843439"/>
                  </a:lnTo>
                  <a:lnTo>
                    <a:pt x="1172528" y="844868"/>
                  </a:lnTo>
                  <a:lnTo>
                    <a:pt x="1172051" y="845820"/>
                  </a:lnTo>
                  <a:lnTo>
                    <a:pt x="1173480" y="847725"/>
                  </a:lnTo>
                  <a:lnTo>
                    <a:pt x="1176338" y="850582"/>
                  </a:lnTo>
                  <a:lnTo>
                    <a:pt x="1178243" y="850582"/>
                  </a:lnTo>
                  <a:lnTo>
                    <a:pt x="1183005" y="851059"/>
                  </a:lnTo>
                  <a:lnTo>
                    <a:pt x="1183958" y="852964"/>
                  </a:lnTo>
                  <a:lnTo>
                    <a:pt x="1185386" y="854869"/>
                  </a:lnTo>
                  <a:lnTo>
                    <a:pt x="1187291" y="855345"/>
                  </a:lnTo>
                  <a:lnTo>
                    <a:pt x="1192530" y="854393"/>
                  </a:lnTo>
                  <a:lnTo>
                    <a:pt x="1194435" y="855345"/>
                  </a:lnTo>
                  <a:lnTo>
                    <a:pt x="1193006" y="857726"/>
                  </a:lnTo>
                  <a:lnTo>
                    <a:pt x="1193006" y="859155"/>
                  </a:lnTo>
                  <a:lnTo>
                    <a:pt x="1197293" y="864394"/>
                  </a:lnTo>
                  <a:lnTo>
                    <a:pt x="1196816" y="865346"/>
                  </a:lnTo>
                  <a:lnTo>
                    <a:pt x="1194911" y="865346"/>
                  </a:lnTo>
                  <a:lnTo>
                    <a:pt x="1192530" y="866299"/>
                  </a:lnTo>
                  <a:lnTo>
                    <a:pt x="1192054" y="867728"/>
                  </a:lnTo>
                  <a:lnTo>
                    <a:pt x="1193959" y="869156"/>
                  </a:lnTo>
                  <a:lnTo>
                    <a:pt x="1199198" y="874395"/>
                  </a:lnTo>
                  <a:lnTo>
                    <a:pt x="1203484" y="881063"/>
                  </a:lnTo>
                  <a:lnTo>
                    <a:pt x="1206341" y="882015"/>
                  </a:lnTo>
                  <a:lnTo>
                    <a:pt x="1207294" y="880110"/>
                  </a:lnTo>
                  <a:lnTo>
                    <a:pt x="1206818" y="877253"/>
                  </a:lnTo>
                  <a:lnTo>
                    <a:pt x="1208246" y="876300"/>
                  </a:lnTo>
                  <a:lnTo>
                    <a:pt x="1209675" y="876776"/>
                  </a:lnTo>
                  <a:lnTo>
                    <a:pt x="1209675" y="878205"/>
                  </a:lnTo>
                  <a:lnTo>
                    <a:pt x="1211104" y="881063"/>
                  </a:lnTo>
                  <a:lnTo>
                    <a:pt x="1211104" y="883920"/>
                  </a:lnTo>
                  <a:lnTo>
                    <a:pt x="1212533" y="885825"/>
                  </a:lnTo>
                  <a:lnTo>
                    <a:pt x="1214438" y="885825"/>
                  </a:lnTo>
                  <a:lnTo>
                    <a:pt x="1214914" y="886301"/>
                  </a:lnTo>
                  <a:lnTo>
                    <a:pt x="1218248" y="887254"/>
                  </a:lnTo>
                  <a:lnTo>
                    <a:pt x="1219200" y="887730"/>
                  </a:lnTo>
                  <a:lnTo>
                    <a:pt x="1221581" y="892493"/>
                  </a:lnTo>
                  <a:lnTo>
                    <a:pt x="1224439" y="895826"/>
                  </a:lnTo>
                  <a:lnTo>
                    <a:pt x="1226344" y="896779"/>
                  </a:lnTo>
                  <a:lnTo>
                    <a:pt x="1228725" y="896779"/>
                  </a:lnTo>
                  <a:lnTo>
                    <a:pt x="1230154" y="896303"/>
                  </a:lnTo>
                  <a:lnTo>
                    <a:pt x="1231583" y="892493"/>
                  </a:lnTo>
                  <a:lnTo>
                    <a:pt x="1231583" y="891064"/>
                  </a:lnTo>
                  <a:lnTo>
                    <a:pt x="1231106" y="889635"/>
                  </a:lnTo>
                  <a:lnTo>
                    <a:pt x="1231106" y="888206"/>
                  </a:lnTo>
                  <a:lnTo>
                    <a:pt x="1231583" y="886301"/>
                  </a:lnTo>
                  <a:lnTo>
                    <a:pt x="1231583" y="884873"/>
                  </a:lnTo>
                  <a:lnTo>
                    <a:pt x="1230630" y="882015"/>
                  </a:lnTo>
                  <a:lnTo>
                    <a:pt x="1231583" y="873919"/>
                  </a:lnTo>
                  <a:lnTo>
                    <a:pt x="1228249" y="872014"/>
                  </a:lnTo>
                  <a:close/>
                  <a:moveTo>
                    <a:pt x="546735" y="723900"/>
                  </a:moveTo>
                  <a:lnTo>
                    <a:pt x="545306" y="723424"/>
                  </a:lnTo>
                  <a:lnTo>
                    <a:pt x="543878" y="720566"/>
                  </a:lnTo>
                  <a:lnTo>
                    <a:pt x="541496" y="721043"/>
                  </a:lnTo>
                  <a:lnTo>
                    <a:pt x="537686" y="718661"/>
                  </a:lnTo>
                  <a:lnTo>
                    <a:pt x="536734" y="718661"/>
                  </a:lnTo>
                  <a:lnTo>
                    <a:pt x="535305" y="721519"/>
                  </a:lnTo>
                  <a:lnTo>
                    <a:pt x="533876" y="721043"/>
                  </a:lnTo>
                  <a:lnTo>
                    <a:pt x="531971" y="719138"/>
                  </a:lnTo>
                  <a:lnTo>
                    <a:pt x="529590" y="717709"/>
                  </a:lnTo>
                  <a:lnTo>
                    <a:pt x="527209" y="716756"/>
                  </a:lnTo>
                  <a:lnTo>
                    <a:pt x="525304" y="716280"/>
                  </a:lnTo>
                  <a:lnTo>
                    <a:pt x="519589" y="718185"/>
                  </a:lnTo>
                  <a:lnTo>
                    <a:pt x="519589" y="719138"/>
                  </a:lnTo>
                  <a:lnTo>
                    <a:pt x="521970" y="721519"/>
                  </a:lnTo>
                  <a:lnTo>
                    <a:pt x="521970" y="724853"/>
                  </a:lnTo>
                  <a:lnTo>
                    <a:pt x="520541" y="724853"/>
                  </a:lnTo>
                  <a:lnTo>
                    <a:pt x="517684" y="723900"/>
                  </a:lnTo>
                  <a:lnTo>
                    <a:pt x="514826" y="723900"/>
                  </a:lnTo>
                  <a:lnTo>
                    <a:pt x="510064" y="726757"/>
                  </a:lnTo>
                  <a:lnTo>
                    <a:pt x="501015" y="734378"/>
                  </a:lnTo>
                  <a:lnTo>
                    <a:pt x="503396" y="735330"/>
                  </a:lnTo>
                  <a:lnTo>
                    <a:pt x="514350" y="738664"/>
                  </a:lnTo>
                  <a:lnTo>
                    <a:pt x="516255" y="738664"/>
                  </a:lnTo>
                  <a:lnTo>
                    <a:pt x="519113" y="737711"/>
                  </a:lnTo>
                  <a:lnTo>
                    <a:pt x="521018" y="737711"/>
                  </a:lnTo>
                  <a:lnTo>
                    <a:pt x="521494" y="736759"/>
                  </a:lnTo>
                  <a:lnTo>
                    <a:pt x="524351" y="735330"/>
                  </a:lnTo>
                  <a:lnTo>
                    <a:pt x="525780" y="733425"/>
                  </a:lnTo>
                  <a:lnTo>
                    <a:pt x="527209" y="730568"/>
                  </a:lnTo>
                  <a:lnTo>
                    <a:pt x="528161" y="730091"/>
                  </a:lnTo>
                  <a:lnTo>
                    <a:pt x="528638" y="732473"/>
                  </a:lnTo>
                  <a:lnTo>
                    <a:pt x="529114" y="733425"/>
                  </a:lnTo>
                  <a:lnTo>
                    <a:pt x="531971" y="731996"/>
                  </a:lnTo>
                  <a:lnTo>
                    <a:pt x="534353" y="732473"/>
                  </a:lnTo>
                  <a:lnTo>
                    <a:pt x="536734" y="731996"/>
                  </a:lnTo>
                  <a:lnTo>
                    <a:pt x="536734" y="731044"/>
                  </a:lnTo>
                  <a:lnTo>
                    <a:pt x="535781" y="729615"/>
                  </a:lnTo>
                  <a:lnTo>
                    <a:pt x="535781" y="728663"/>
                  </a:lnTo>
                  <a:lnTo>
                    <a:pt x="538163" y="726281"/>
                  </a:lnTo>
                  <a:lnTo>
                    <a:pt x="538639" y="726281"/>
                  </a:lnTo>
                  <a:lnTo>
                    <a:pt x="539591" y="728186"/>
                  </a:lnTo>
                  <a:lnTo>
                    <a:pt x="541020" y="729615"/>
                  </a:lnTo>
                  <a:lnTo>
                    <a:pt x="541973" y="730091"/>
                  </a:lnTo>
                  <a:lnTo>
                    <a:pt x="543878" y="731044"/>
                  </a:lnTo>
                  <a:lnTo>
                    <a:pt x="545306" y="730091"/>
                  </a:lnTo>
                  <a:lnTo>
                    <a:pt x="548164" y="726757"/>
                  </a:lnTo>
                  <a:lnTo>
                    <a:pt x="548640" y="723424"/>
                  </a:lnTo>
                  <a:lnTo>
                    <a:pt x="547688" y="723424"/>
                  </a:lnTo>
                  <a:lnTo>
                    <a:pt x="546735" y="723900"/>
                  </a:lnTo>
                  <a:close/>
                  <a:moveTo>
                    <a:pt x="1204436" y="886778"/>
                  </a:moveTo>
                  <a:lnTo>
                    <a:pt x="1202055" y="886301"/>
                  </a:lnTo>
                  <a:lnTo>
                    <a:pt x="1200626" y="888206"/>
                  </a:lnTo>
                  <a:lnTo>
                    <a:pt x="1199674" y="888682"/>
                  </a:lnTo>
                  <a:lnTo>
                    <a:pt x="1198721" y="888206"/>
                  </a:lnTo>
                  <a:lnTo>
                    <a:pt x="1195864" y="882968"/>
                  </a:lnTo>
                  <a:lnTo>
                    <a:pt x="1194435" y="881539"/>
                  </a:lnTo>
                  <a:lnTo>
                    <a:pt x="1193959" y="877729"/>
                  </a:lnTo>
                  <a:lnTo>
                    <a:pt x="1191578" y="875348"/>
                  </a:lnTo>
                  <a:lnTo>
                    <a:pt x="1190625" y="872966"/>
                  </a:lnTo>
                  <a:lnTo>
                    <a:pt x="1183958" y="867728"/>
                  </a:lnTo>
                  <a:lnTo>
                    <a:pt x="1179671" y="868680"/>
                  </a:lnTo>
                  <a:lnTo>
                    <a:pt x="1178719" y="870585"/>
                  </a:lnTo>
                  <a:lnTo>
                    <a:pt x="1180148" y="872966"/>
                  </a:lnTo>
                  <a:lnTo>
                    <a:pt x="1183481" y="873919"/>
                  </a:lnTo>
                  <a:lnTo>
                    <a:pt x="1185863" y="874395"/>
                  </a:lnTo>
                  <a:lnTo>
                    <a:pt x="1187291" y="878681"/>
                  </a:lnTo>
                  <a:lnTo>
                    <a:pt x="1190149" y="883920"/>
                  </a:lnTo>
                  <a:lnTo>
                    <a:pt x="1191578" y="884873"/>
                  </a:lnTo>
                  <a:lnTo>
                    <a:pt x="1191578" y="886301"/>
                  </a:lnTo>
                  <a:lnTo>
                    <a:pt x="1193959" y="889635"/>
                  </a:lnTo>
                  <a:lnTo>
                    <a:pt x="1198245" y="893921"/>
                  </a:lnTo>
                  <a:lnTo>
                    <a:pt x="1201103" y="896303"/>
                  </a:lnTo>
                  <a:lnTo>
                    <a:pt x="1204436" y="897255"/>
                  </a:lnTo>
                  <a:lnTo>
                    <a:pt x="1205389" y="895350"/>
                  </a:lnTo>
                  <a:lnTo>
                    <a:pt x="1206341" y="893921"/>
                  </a:lnTo>
                  <a:lnTo>
                    <a:pt x="1206818" y="890111"/>
                  </a:lnTo>
                  <a:lnTo>
                    <a:pt x="1207294" y="887730"/>
                  </a:lnTo>
                  <a:lnTo>
                    <a:pt x="1206341" y="887254"/>
                  </a:lnTo>
                  <a:lnTo>
                    <a:pt x="1204436" y="886778"/>
                  </a:lnTo>
                  <a:close/>
                  <a:moveTo>
                    <a:pt x="1294448" y="832485"/>
                  </a:moveTo>
                  <a:lnTo>
                    <a:pt x="1293019" y="830580"/>
                  </a:lnTo>
                  <a:lnTo>
                    <a:pt x="1289209" y="832009"/>
                  </a:lnTo>
                  <a:lnTo>
                    <a:pt x="1282541" y="830104"/>
                  </a:lnTo>
                  <a:lnTo>
                    <a:pt x="1280160" y="824865"/>
                  </a:lnTo>
                  <a:lnTo>
                    <a:pt x="1274445" y="823436"/>
                  </a:lnTo>
                  <a:lnTo>
                    <a:pt x="1271111" y="819626"/>
                  </a:lnTo>
                  <a:lnTo>
                    <a:pt x="1264920" y="817721"/>
                  </a:lnTo>
                  <a:lnTo>
                    <a:pt x="1259681" y="816293"/>
                  </a:lnTo>
                  <a:lnTo>
                    <a:pt x="1255871" y="814388"/>
                  </a:lnTo>
                  <a:lnTo>
                    <a:pt x="1251109" y="812006"/>
                  </a:lnTo>
                  <a:lnTo>
                    <a:pt x="1246346" y="809149"/>
                  </a:lnTo>
                  <a:lnTo>
                    <a:pt x="1243013" y="807244"/>
                  </a:lnTo>
                  <a:lnTo>
                    <a:pt x="1240631" y="807244"/>
                  </a:lnTo>
                  <a:lnTo>
                    <a:pt x="1234916" y="807720"/>
                  </a:lnTo>
                  <a:lnTo>
                    <a:pt x="1234440" y="802957"/>
                  </a:lnTo>
                  <a:lnTo>
                    <a:pt x="1232535" y="800100"/>
                  </a:lnTo>
                  <a:lnTo>
                    <a:pt x="1233011" y="797719"/>
                  </a:lnTo>
                  <a:lnTo>
                    <a:pt x="1229678" y="796290"/>
                  </a:lnTo>
                  <a:lnTo>
                    <a:pt x="1224915" y="794385"/>
                  </a:lnTo>
                  <a:lnTo>
                    <a:pt x="1226344" y="789623"/>
                  </a:lnTo>
                  <a:lnTo>
                    <a:pt x="1227296" y="786289"/>
                  </a:lnTo>
                  <a:lnTo>
                    <a:pt x="1223010" y="785336"/>
                  </a:lnTo>
                  <a:lnTo>
                    <a:pt x="1216819" y="783907"/>
                  </a:lnTo>
                  <a:lnTo>
                    <a:pt x="1218724" y="780574"/>
                  </a:lnTo>
                  <a:lnTo>
                    <a:pt x="1220153" y="778193"/>
                  </a:lnTo>
                  <a:lnTo>
                    <a:pt x="1217771" y="774382"/>
                  </a:lnTo>
                  <a:lnTo>
                    <a:pt x="1213009" y="768191"/>
                  </a:lnTo>
                  <a:lnTo>
                    <a:pt x="1209199" y="763429"/>
                  </a:lnTo>
                  <a:lnTo>
                    <a:pt x="1204436" y="756285"/>
                  </a:lnTo>
                  <a:lnTo>
                    <a:pt x="1200150" y="750094"/>
                  </a:lnTo>
                  <a:lnTo>
                    <a:pt x="1196816" y="744855"/>
                  </a:lnTo>
                  <a:lnTo>
                    <a:pt x="1193959" y="741521"/>
                  </a:lnTo>
                  <a:lnTo>
                    <a:pt x="1189673" y="735330"/>
                  </a:lnTo>
                  <a:lnTo>
                    <a:pt x="1184434" y="728186"/>
                  </a:lnTo>
                  <a:lnTo>
                    <a:pt x="1179195" y="722471"/>
                  </a:lnTo>
                  <a:lnTo>
                    <a:pt x="1180148" y="718661"/>
                  </a:lnTo>
                  <a:lnTo>
                    <a:pt x="1175385" y="713899"/>
                  </a:lnTo>
                  <a:lnTo>
                    <a:pt x="1171099" y="709136"/>
                  </a:lnTo>
                  <a:lnTo>
                    <a:pt x="1166336" y="703898"/>
                  </a:lnTo>
                  <a:lnTo>
                    <a:pt x="1161574" y="701516"/>
                  </a:lnTo>
                  <a:lnTo>
                    <a:pt x="1158240" y="699611"/>
                  </a:lnTo>
                  <a:lnTo>
                    <a:pt x="1153001" y="696754"/>
                  </a:lnTo>
                  <a:lnTo>
                    <a:pt x="1150144" y="694373"/>
                  </a:lnTo>
                  <a:lnTo>
                    <a:pt x="1149191" y="692468"/>
                  </a:lnTo>
                  <a:lnTo>
                    <a:pt x="1148239" y="691039"/>
                  </a:lnTo>
                  <a:lnTo>
                    <a:pt x="1147286" y="689134"/>
                  </a:lnTo>
                  <a:lnTo>
                    <a:pt x="1146810" y="686753"/>
                  </a:lnTo>
                  <a:lnTo>
                    <a:pt x="1145858" y="685324"/>
                  </a:lnTo>
                  <a:lnTo>
                    <a:pt x="1139666" y="681990"/>
                  </a:lnTo>
                  <a:lnTo>
                    <a:pt x="1137761" y="679609"/>
                  </a:lnTo>
                  <a:lnTo>
                    <a:pt x="1133475" y="677228"/>
                  </a:lnTo>
                  <a:lnTo>
                    <a:pt x="1130141" y="676275"/>
                  </a:lnTo>
                  <a:lnTo>
                    <a:pt x="1128713" y="675323"/>
                  </a:lnTo>
                  <a:lnTo>
                    <a:pt x="1124426" y="667703"/>
                  </a:lnTo>
                  <a:lnTo>
                    <a:pt x="1124903" y="664845"/>
                  </a:lnTo>
                  <a:lnTo>
                    <a:pt x="1125379" y="661988"/>
                  </a:lnTo>
                  <a:lnTo>
                    <a:pt x="1124903" y="660559"/>
                  </a:lnTo>
                  <a:lnTo>
                    <a:pt x="1117759" y="654844"/>
                  </a:lnTo>
                  <a:lnTo>
                    <a:pt x="1113949" y="652463"/>
                  </a:lnTo>
                  <a:lnTo>
                    <a:pt x="1110139" y="650081"/>
                  </a:lnTo>
                  <a:lnTo>
                    <a:pt x="1102519" y="653415"/>
                  </a:lnTo>
                  <a:lnTo>
                    <a:pt x="1094423" y="656749"/>
                  </a:lnTo>
                  <a:lnTo>
                    <a:pt x="1088708" y="658178"/>
                  </a:lnTo>
                  <a:lnTo>
                    <a:pt x="1081088" y="660082"/>
                  </a:lnTo>
                  <a:lnTo>
                    <a:pt x="1083469" y="663893"/>
                  </a:lnTo>
                  <a:lnTo>
                    <a:pt x="1082516" y="666750"/>
                  </a:lnTo>
                  <a:lnTo>
                    <a:pt x="1080135" y="668179"/>
                  </a:lnTo>
                  <a:lnTo>
                    <a:pt x="1076325" y="668179"/>
                  </a:lnTo>
                  <a:lnTo>
                    <a:pt x="1076325" y="677228"/>
                  </a:lnTo>
                  <a:lnTo>
                    <a:pt x="1072515" y="683419"/>
                  </a:lnTo>
                  <a:lnTo>
                    <a:pt x="1064419" y="683419"/>
                  </a:lnTo>
                  <a:lnTo>
                    <a:pt x="1060133" y="685800"/>
                  </a:lnTo>
                  <a:lnTo>
                    <a:pt x="1053941" y="689134"/>
                  </a:lnTo>
                  <a:lnTo>
                    <a:pt x="1048703" y="691991"/>
                  </a:lnTo>
                  <a:lnTo>
                    <a:pt x="1042988" y="696278"/>
                  </a:lnTo>
                  <a:lnTo>
                    <a:pt x="1040130" y="695801"/>
                  </a:lnTo>
                  <a:lnTo>
                    <a:pt x="1041559" y="691991"/>
                  </a:lnTo>
                  <a:lnTo>
                    <a:pt x="1039654" y="685800"/>
                  </a:lnTo>
                  <a:lnTo>
                    <a:pt x="1037749" y="680561"/>
                  </a:lnTo>
                  <a:lnTo>
                    <a:pt x="1034415" y="677704"/>
                  </a:lnTo>
                  <a:lnTo>
                    <a:pt x="1028700" y="672941"/>
                  </a:lnTo>
                  <a:lnTo>
                    <a:pt x="1024414" y="669607"/>
                  </a:lnTo>
                  <a:lnTo>
                    <a:pt x="1018223" y="664845"/>
                  </a:lnTo>
                  <a:lnTo>
                    <a:pt x="1013936" y="661511"/>
                  </a:lnTo>
                  <a:lnTo>
                    <a:pt x="1009174" y="657701"/>
                  </a:lnTo>
                  <a:lnTo>
                    <a:pt x="1002983" y="652939"/>
                  </a:lnTo>
                  <a:lnTo>
                    <a:pt x="1000601" y="646748"/>
                  </a:lnTo>
                  <a:lnTo>
                    <a:pt x="994886" y="644366"/>
                  </a:lnTo>
                  <a:lnTo>
                    <a:pt x="989171" y="641985"/>
                  </a:lnTo>
                  <a:lnTo>
                    <a:pt x="984409" y="637223"/>
                  </a:lnTo>
                  <a:lnTo>
                    <a:pt x="985838" y="632936"/>
                  </a:lnTo>
                  <a:lnTo>
                    <a:pt x="987743" y="627698"/>
                  </a:lnTo>
                  <a:lnTo>
                    <a:pt x="987743" y="624364"/>
                  </a:lnTo>
                  <a:lnTo>
                    <a:pt x="982504" y="624364"/>
                  </a:lnTo>
                  <a:lnTo>
                    <a:pt x="974408" y="624840"/>
                  </a:lnTo>
                  <a:lnTo>
                    <a:pt x="967264" y="625316"/>
                  </a:lnTo>
                  <a:lnTo>
                    <a:pt x="962025" y="629126"/>
                  </a:lnTo>
                  <a:lnTo>
                    <a:pt x="957263" y="632460"/>
                  </a:lnTo>
                  <a:lnTo>
                    <a:pt x="949643" y="629603"/>
                  </a:lnTo>
                  <a:lnTo>
                    <a:pt x="941070" y="626269"/>
                  </a:lnTo>
                  <a:lnTo>
                    <a:pt x="938689" y="630555"/>
                  </a:lnTo>
                  <a:lnTo>
                    <a:pt x="930593" y="628650"/>
                  </a:lnTo>
                  <a:lnTo>
                    <a:pt x="922496" y="626745"/>
                  </a:lnTo>
                  <a:lnTo>
                    <a:pt x="922496" y="611981"/>
                  </a:lnTo>
                  <a:lnTo>
                    <a:pt x="922496" y="597218"/>
                  </a:lnTo>
                  <a:lnTo>
                    <a:pt x="922496" y="581978"/>
                  </a:lnTo>
                  <a:lnTo>
                    <a:pt x="922496" y="566738"/>
                  </a:lnTo>
                  <a:lnTo>
                    <a:pt x="922496" y="549116"/>
                  </a:lnTo>
                  <a:lnTo>
                    <a:pt x="922496" y="533876"/>
                  </a:lnTo>
                  <a:lnTo>
                    <a:pt x="922496" y="518636"/>
                  </a:lnTo>
                  <a:lnTo>
                    <a:pt x="922496" y="503396"/>
                  </a:lnTo>
                  <a:lnTo>
                    <a:pt x="922496" y="488156"/>
                  </a:lnTo>
                  <a:lnTo>
                    <a:pt x="922496" y="472440"/>
                  </a:lnTo>
                  <a:lnTo>
                    <a:pt x="922496" y="456724"/>
                  </a:lnTo>
                  <a:lnTo>
                    <a:pt x="922496" y="441007"/>
                  </a:lnTo>
                  <a:lnTo>
                    <a:pt x="922496" y="425291"/>
                  </a:lnTo>
                  <a:lnTo>
                    <a:pt x="922496" y="409575"/>
                  </a:lnTo>
                  <a:lnTo>
                    <a:pt x="922496" y="393859"/>
                  </a:lnTo>
                  <a:lnTo>
                    <a:pt x="922496" y="377666"/>
                  </a:lnTo>
                  <a:lnTo>
                    <a:pt x="922496" y="361474"/>
                  </a:lnTo>
                  <a:lnTo>
                    <a:pt x="922496" y="345281"/>
                  </a:lnTo>
                  <a:lnTo>
                    <a:pt x="922496" y="329089"/>
                  </a:lnTo>
                  <a:lnTo>
                    <a:pt x="922496" y="312896"/>
                  </a:lnTo>
                  <a:lnTo>
                    <a:pt x="922496" y="296228"/>
                  </a:lnTo>
                  <a:lnTo>
                    <a:pt x="922496" y="279559"/>
                  </a:lnTo>
                  <a:lnTo>
                    <a:pt x="922496" y="262890"/>
                  </a:lnTo>
                  <a:lnTo>
                    <a:pt x="922496" y="246221"/>
                  </a:lnTo>
                  <a:lnTo>
                    <a:pt x="922496" y="229552"/>
                  </a:lnTo>
                  <a:lnTo>
                    <a:pt x="922496" y="212408"/>
                  </a:lnTo>
                  <a:lnTo>
                    <a:pt x="922496" y="195263"/>
                  </a:lnTo>
                  <a:lnTo>
                    <a:pt x="922496" y="178118"/>
                  </a:lnTo>
                  <a:lnTo>
                    <a:pt x="922496" y="160973"/>
                  </a:lnTo>
                  <a:lnTo>
                    <a:pt x="922496" y="143827"/>
                  </a:lnTo>
                  <a:lnTo>
                    <a:pt x="922496" y="126206"/>
                  </a:lnTo>
                  <a:lnTo>
                    <a:pt x="922496" y="108585"/>
                  </a:lnTo>
                  <a:lnTo>
                    <a:pt x="919639" y="108109"/>
                  </a:lnTo>
                  <a:lnTo>
                    <a:pt x="912495" y="107633"/>
                  </a:lnTo>
                  <a:lnTo>
                    <a:pt x="911066" y="108585"/>
                  </a:lnTo>
                  <a:lnTo>
                    <a:pt x="908685" y="108109"/>
                  </a:lnTo>
                  <a:lnTo>
                    <a:pt x="904875" y="104299"/>
                  </a:lnTo>
                  <a:lnTo>
                    <a:pt x="899160" y="100965"/>
                  </a:lnTo>
                  <a:lnTo>
                    <a:pt x="878681" y="94774"/>
                  </a:lnTo>
                  <a:lnTo>
                    <a:pt x="874395" y="90488"/>
                  </a:lnTo>
                  <a:lnTo>
                    <a:pt x="864870" y="84773"/>
                  </a:lnTo>
                  <a:lnTo>
                    <a:pt x="847725" y="79534"/>
                  </a:lnTo>
                  <a:lnTo>
                    <a:pt x="845820" y="80963"/>
                  </a:lnTo>
                  <a:lnTo>
                    <a:pt x="842963" y="81439"/>
                  </a:lnTo>
                  <a:lnTo>
                    <a:pt x="835819" y="80486"/>
                  </a:lnTo>
                  <a:lnTo>
                    <a:pt x="829628" y="80486"/>
                  </a:lnTo>
                  <a:lnTo>
                    <a:pt x="818674" y="83344"/>
                  </a:lnTo>
                  <a:lnTo>
                    <a:pt x="806768" y="84296"/>
                  </a:lnTo>
                  <a:lnTo>
                    <a:pt x="800100" y="87630"/>
                  </a:lnTo>
                  <a:lnTo>
                    <a:pt x="780574" y="86201"/>
                  </a:lnTo>
                  <a:lnTo>
                    <a:pt x="779145" y="84773"/>
                  </a:lnTo>
                  <a:lnTo>
                    <a:pt x="772001" y="83820"/>
                  </a:lnTo>
                  <a:lnTo>
                    <a:pt x="759143" y="77152"/>
                  </a:lnTo>
                  <a:lnTo>
                    <a:pt x="751046" y="77152"/>
                  </a:lnTo>
                  <a:lnTo>
                    <a:pt x="743426" y="75248"/>
                  </a:lnTo>
                  <a:lnTo>
                    <a:pt x="727710" y="74771"/>
                  </a:lnTo>
                  <a:lnTo>
                    <a:pt x="716756" y="76200"/>
                  </a:lnTo>
                  <a:lnTo>
                    <a:pt x="694849" y="73343"/>
                  </a:lnTo>
                  <a:lnTo>
                    <a:pt x="691991" y="71914"/>
                  </a:lnTo>
                  <a:lnTo>
                    <a:pt x="689134" y="68104"/>
                  </a:lnTo>
                  <a:lnTo>
                    <a:pt x="683419" y="67151"/>
                  </a:lnTo>
                  <a:lnTo>
                    <a:pt x="680085" y="64770"/>
                  </a:lnTo>
                  <a:lnTo>
                    <a:pt x="676275" y="64770"/>
                  </a:lnTo>
                  <a:lnTo>
                    <a:pt x="671989" y="67151"/>
                  </a:lnTo>
                  <a:lnTo>
                    <a:pt x="668179" y="67151"/>
                  </a:lnTo>
                  <a:lnTo>
                    <a:pt x="661035" y="60960"/>
                  </a:lnTo>
                  <a:lnTo>
                    <a:pt x="655796" y="60484"/>
                  </a:lnTo>
                  <a:lnTo>
                    <a:pt x="641509" y="55721"/>
                  </a:lnTo>
                  <a:lnTo>
                    <a:pt x="636746" y="56198"/>
                  </a:lnTo>
                  <a:lnTo>
                    <a:pt x="631984" y="54769"/>
                  </a:lnTo>
                  <a:lnTo>
                    <a:pt x="621030" y="54769"/>
                  </a:lnTo>
                  <a:lnTo>
                    <a:pt x="611505" y="58579"/>
                  </a:lnTo>
                  <a:lnTo>
                    <a:pt x="607219" y="59055"/>
                  </a:lnTo>
                  <a:lnTo>
                    <a:pt x="602933" y="58579"/>
                  </a:lnTo>
                  <a:lnTo>
                    <a:pt x="598170" y="55721"/>
                  </a:lnTo>
                  <a:lnTo>
                    <a:pt x="593884" y="54293"/>
                  </a:lnTo>
                  <a:lnTo>
                    <a:pt x="582930" y="57150"/>
                  </a:lnTo>
                  <a:lnTo>
                    <a:pt x="577691" y="58102"/>
                  </a:lnTo>
                  <a:lnTo>
                    <a:pt x="574358" y="60008"/>
                  </a:lnTo>
                  <a:lnTo>
                    <a:pt x="550069" y="58102"/>
                  </a:lnTo>
                  <a:lnTo>
                    <a:pt x="554355" y="54293"/>
                  </a:lnTo>
                  <a:lnTo>
                    <a:pt x="554831" y="52864"/>
                  </a:lnTo>
                  <a:lnTo>
                    <a:pt x="555784" y="51435"/>
                  </a:lnTo>
                  <a:lnTo>
                    <a:pt x="541973" y="51435"/>
                  </a:lnTo>
                  <a:lnTo>
                    <a:pt x="539115" y="50959"/>
                  </a:lnTo>
                  <a:lnTo>
                    <a:pt x="538639" y="48101"/>
                  </a:lnTo>
                  <a:lnTo>
                    <a:pt x="534353" y="47625"/>
                  </a:lnTo>
                  <a:lnTo>
                    <a:pt x="531971" y="45720"/>
                  </a:lnTo>
                  <a:lnTo>
                    <a:pt x="532924" y="40958"/>
                  </a:lnTo>
                  <a:lnTo>
                    <a:pt x="540068" y="36195"/>
                  </a:lnTo>
                  <a:lnTo>
                    <a:pt x="537686" y="33814"/>
                  </a:lnTo>
                  <a:lnTo>
                    <a:pt x="531019" y="31909"/>
                  </a:lnTo>
                  <a:lnTo>
                    <a:pt x="524828" y="31433"/>
                  </a:lnTo>
                  <a:lnTo>
                    <a:pt x="521018" y="32385"/>
                  </a:lnTo>
                  <a:lnTo>
                    <a:pt x="505778" y="29051"/>
                  </a:lnTo>
                  <a:lnTo>
                    <a:pt x="496729" y="31433"/>
                  </a:lnTo>
                  <a:lnTo>
                    <a:pt x="489585" y="31433"/>
                  </a:lnTo>
                  <a:lnTo>
                    <a:pt x="482441" y="32385"/>
                  </a:lnTo>
                  <a:lnTo>
                    <a:pt x="472916" y="37148"/>
                  </a:lnTo>
                  <a:lnTo>
                    <a:pt x="466249" y="34766"/>
                  </a:lnTo>
                  <a:lnTo>
                    <a:pt x="459105" y="34290"/>
                  </a:lnTo>
                  <a:lnTo>
                    <a:pt x="452914" y="31433"/>
                  </a:lnTo>
                  <a:lnTo>
                    <a:pt x="454819" y="29527"/>
                  </a:lnTo>
                  <a:lnTo>
                    <a:pt x="456724" y="25718"/>
                  </a:lnTo>
                  <a:lnTo>
                    <a:pt x="451961" y="21908"/>
                  </a:lnTo>
                  <a:lnTo>
                    <a:pt x="447675" y="20002"/>
                  </a:lnTo>
                  <a:lnTo>
                    <a:pt x="440055" y="19050"/>
                  </a:lnTo>
                  <a:lnTo>
                    <a:pt x="438150" y="20002"/>
                  </a:lnTo>
                  <a:lnTo>
                    <a:pt x="435293" y="24289"/>
                  </a:lnTo>
                  <a:lnTo>
                    <a:pt x="426244" y="31909"/>
                  </a:lnTo>
                  <a:lnTo>
                    <a:pt x="421958" y="34290"/>
                  </a:lnTo>
                  <a:lnTo>
                    <a:pt x="416243" y="35719"/>
                  </a:lnTo>
                  <a:lnTo>
                    <a:pt x="412909" y="35243"/>
                  </a:lnTo>
                  <a:lnTo>
                    <a:pt x="410528" y="31433"/>
                  </a:lnTo>
                  <a:lnTo>
                    <a:pt x="407194" y="30004"/>
                  </a:lnTo>
                  <a:lnTo>
                    <a:pt x="418624" y="25718"/>
                  </a:lnTo>
                  <a:lnTo>
                    <a:pt x="424339" y="21431"/>
                  </a:lnTo>
                  <a:lnTo>
                    <a:pt x="426244" y="17621"/>
                  </a:lnTo>
                  <a:lnTo>
                    <a:pt x="423863" y="13811"/>
                  </a:lnTo>
                  <a:lnTo>
                    <a:pt x="418148" y="13335"/>
                  </a:lnTo>
                  <a:lnTo>
                    <a:pt x="395764" y="7144"/>
                  </a:lnTo>
                  <a:lnTo>
                    <a:pt x="392430" y="3810"/>
                  </a:lnTo>
                  <a:lnTo>
                    <a:pt x="394811" y="1429"/>
                  </a:lnTo>
                  <a:lnTo>
                    <a:pt x="398145" y="476"/>
                  </a:lnTo>
                  <a:lnTo>
                    <a:pt x="395764" y="0"/>
                  </a:lnTo>
                  <a:lnTo>
                    <a:pt x="385286" y="5715"/>
                  </a:lnTo>
                  <a:lnTo>
                    <a:pt x="378619" y="11430"/>
                  </a:lnTo>
                  <a:lnTo>
                    <a:pt x="370999" y="20002"/>
                  </a:lnTo>
                  <a:lnTo>
                    <a:pt x="366713" y="23336"/>
                  </a:lnTo>
                  <a:lnTo>
                    <a:pt x="357188" y="29527"/>
                  </a:lnTo>
                  <a:lnTo>
                    <a:pt x="346710" y="34766"/>
                  </a:lnTo>
                  <a:lnTo>
                    <a:pt x="343853" y="35719"/>
                  </a:lnTo>
                  <a:lnTo>
                    <a:pt x="327184" y="36195"/>
                  </a:lnTo>
                  <a:lnTo>
                    <a:pt x="326231" y="37624"/>
                  </a:lnTo>
                  <a:lnTo>
                    <a:pt x="322421" y="39052"/>
                  </a:lnTo>
                  <a:lnTo>
                    <a:pt x="309563" y="39052"/>
                  </a:lnTo>
                  <a:lnTo>
                    <a:pt x="306705" y="40958"/>
                  </a:lnTo>
                  <a:lnTo>
                    <a:pt x="300514" y="42386"/>
                  </a:lnTo>
                  <a:lnTo>
                    <a:pt x="298609" y="41910"/>
                  </a:lnTo>
                  <a:lnTo>
                    <a:pt x="297180" y="40005"/>
                  </a:lnTo>
                  <a:lnTo>
                    <a:pt x="300038" y="38100"/>
                  </a:lnTo>
                  <a:lnTo>
                    <a:pt x="302895" y="37148"/>
                  </a:lnTo>
                  <a:lnTo>
                    <a:pt x="302419" y="35243"/>
                  </a:lnTo>
                  <a:lnTo>
                    <a:pt x="300990" y="34290"/>
                  </a:lnTo>
                  <a:lnTo>
                    <a:pt x="298133" y="34290"/>
                  </a:lnTo>
                  <a:lnTo>
                    <a:pt x="285750" y="40005"/>
                  </a:lnTo>
                  <a:lnTo>
                    <a:pt x="271939" y="49530"/>
                  </a:lnTo>
                  <a:lnTo>
                    <a:pt x="276225" y="49530"/>
                  </a:lnTo>
                  <a:lnTo>
                    <a:pt x="283369" y="55721"/>
                  </a:lnTo>
                  <a:lnTo>
                    <a:pt x="295751" y="56198"/>
                  </a:lnTo>
                  <a:lnTo>
                    <a:pt x="285750" y="59055"/>
                  </a:lnTo>
                  <a:lnTo>
                    <a:pt x="281464" y="57626"/>
                  </a:lnTo>
                  <a:lnTo>
                    <a:pt x="280511" y="60484"/>
                  </a:lnTo>
                  <a:lnTo>
                    <a:pt x="280035" y="64294"/>
                  </a:lnTo>
                  <a:lnTo>
                    <a:pt x="280035" y="68104"/>
                  </a:lnTo>
                  <a:lnTo>
                    <a:pt x="279559" y="70961"/>
                  </a:lnTo>
                  <a:lnTo>
                    <a:pt x="278130" y="67627"/>
                  </a:lnTo>
                  <a:lnTo>
                    <a:pt x="271939" y="67627"/>
                  </a:lnTo>
                  <a:lnTo>
                    <a:pt x="274796" y="60484"/>
                  </a:lnTo>
                  <a:lnTo>
                    <a:pt x="271463" y="59055"/>
                  </a:lnTo>
                  <a:lnTo>
                    <a:pt x="276225" y="53340"/>
                  </a:lnTo>
                  <a:lnTo>
                    <a:pt x="273368" y="52388"/>
                  </a:lnTo>
                  <a:lnTo>
                    <a:pt x="270986" y="51911"/>
                  </a:lnTo>
                  <a:lnTo>
                    <a:pt x="253365" y="60960"/>
                  </a:lnTo>
                  <a:lnTo>
                    <a:pt x="252889" y="62389"/>
                  </a:lnTo>
                  <a:lnTo>
                    <a:pt x="240983" y="69533"/>
                  </a:lnTo>
                  <a:lnTo>
                    <a:pt x="219075" y="73819"/>
                  </a:lnTo>
                  <a:lnTo>
                    <a:pt x="214789" y="76200"/>
                  </a:lnTo>
                  <a:lnTo>
                    <a:pt x="207169" y="78105"/>
                  </a:lnTo>
                  <a:lnTo>
                    <a:pt x="204788" y="78105"/>
                  </a:lnTo>
                  <a:lnTo>
                    <a:pt x="205740" y="77152"/>
                  </a:lnTo>
                  <a:lnTo>
                    <a:pt x="210026" y="75248"/>
                  </a:lnTo>
                  <a:lnTo>
                    <a:pt x="213836" y="72866"/>
                  </a:lnTo>
                  <a:lnTo>
                    <a:pt x="215741" y="72390"/>
                  </a:lnTo>
                  <a:lnTo>
                    <a:pt x="215265" y="70961"/>
                  </a:lnTo>
                  <a:lnTo>
                    <a:pt x="214313" y="70009"/>
                  </a:lnTo>
                  <a:lnTo>
                    <a:pt x="211931" y="67627"/>
                  </a:lnTo>
                  <a:lnTo>
                    <a:pt x="208598" y="70485"/>
                  </a:lnTo>
                  <a:lnTo>
                    <a:pt x="205264" y="74295"/>
                  </a:lnTo>
                  <a:lnTo>
                    <a:pt x="195739" y="82391"/>
                  </a:lnTo>
                  <a:lnTo>
                    <a:pt x="175260" y="102870"/>
                  </a:lnTo>
                  <a:lnTo>
                    <a:pt x="170498" y="111919"/>
                  </a:lnTo>
                  <a:lnTo>
                    <a:pt x="169069" y="121444"/>
                  </a:lnTo>
                  <a:lnTo>
                    <a:pt x="168116" y="125254"/>
                  </a:lnTo>
                  <a:lnTo>
                    <a:pt x="167164" y="125730"/>
                  </a:lnTo>
                  <a:lnTo>
                    <a:pt x="166688" y="124777"/>
                  </a:lnTo>
                  <a:lnTo>
                    <a:pt x="165259" y="127635"/>
                  </a:lnTo>
                  <a:lnTo>
                    <a:pt x="155734" y="138113"/>
                  </a:lnTo>
                  <a:lnTo>
                    <a:pt x="144304" y="146209"/>
                  </a:lnTo>
                  <a:lnTo>
                    <a:pt x="134779" y="150495"/>
                  </a:lnTo>
                  <a:lnTo>
                    <a:pt x="129540" y="151924"/>
                  </a:lnTo>
                  <a:lnTo>
                    <a:pt x="109061" y="153829"/>
                  </a:lnTo>
                  <a:lnTo>
                    <a:pt x="103823" y="154781"/>
                  </a:lnTo>
                  <a:lnTo>
                    <a:pt x="88106" y="155734"/>
                  </a:lnTo>
                  <a:lnTo>
                    <a:pt x="64294" y="154781"/>
                  </a:lnTo>
                  <a:lnTo>
                    <a:pt x="65246" y="160020"/>
                  </a:lnTo>
                  <a:lnTo>
                    <a:pt x="61913" y="173355"/>
                  </a:lnTo>
                  <a:lnTo>
                    <a:pt x="58579" y="181927"/>
                  </a:lnTo>
                  <a:lnTo>
                    <a:pt x="56198" y="183833"/>
                  </a:lnTo>
                  <a:lnTo>
                    <a:pt x="51911" y="185738"/>
                  </a:lnTo>
                  <a:lnTo>
                    <a:pt x="49054" y="184785"/>
                  </a:lnTo>
                  <a:lnTo>
                    <a:pt x="52388" y="181927"/>
                  </a:lnTo>
                  <a:lnTo>
                    <a:pt x="49054" y="182880"/>
                  </a:lnTo>
                  <a:lnTo>
                    <a:pt x="44291" y="185738"/>
                  </a:lnTo>
                  <a:lnTo>
                    <a:pt x="51435" y="188119"/>
                  </a:lnTo>
                  <a:lnTo>
                    <a:pt x="57150" y="189071"/>
                  </a:lnTo>
                  <a:lnTo>
                    <a:pt x="62865" y="190976"/>
                  </a:lnTo>
                  <a:lnTo>
                    <a:pt x="72390" y="198120"/>
                  </a:lnTo>
                  <a:lnTo>
                    <a:pt x="91916" y="204311"/>
                  </a:lnTo>
                  <a:lnTo>
                    <a:pt x="134779" y="229552"/>
                  </a:lnTo>
                  <a:lnTo>
                    <a:pt x="140970" y="237173"/>
                  </a:lnTo>
                  <a:lnTo>
                    <a:pt x="145733" y="249079"/>
                  </a:lnTo>
                  <a:lnTo>
                    <a:pt x="148590" y="253365"/>
                  </a:lnTo>
                  <a:lnTo>
                    <a:pt x="154781" y="258604"/>
                  </a:lnTo>
                  <a:lnTo>
                    <a:pt x="172879" y="262890"/>
                  </a:lnTo>
                  <a:lnTo>
                    <a:pt x="180975" y="262414"/>
                  </a:lnTo>
                  <a:lnTo>
                    <a:pt x="187166" y="263366"/>
                  </a:lnTo>
                  <a:lnTo>
                    <a:pt x="192881" y="258604"/>
                  </a:lnTo>
                  <a:lnTo>
                    <a:pt x="192881" y="260985"/>
                  </a:lnTo>
                  <a:lnTo>
                    <a:pt x="193358" y="263366"/>
                  </a:lnTo>
                  <a:lnTo>
                    <a:pt x="207645" y="261461"/>
                  </a:lnTo>
                  <a:lnTo>
                    <a:pt x="216218" y="262890"/>
                  </a:lnTo>
                  <a:lnTo>
                    <a:pt x="219551" y="265271"/>
                  </a:lnTo>
                  <a:lnTo>
                    <a:pt x="215741" y="268605"/>
                  </a:lnTo>
                  <a:lnTo>
                    <a:pt x="210503" y="275273"/>
                  </a:lnTo>
                  <a:lnTo>
                    <a:pt x="211455" y="280988"/>
                  </a:lnTo>
                  <a:lnTo>
                    <a:pt x="217646" y="284321"/>
                  </a:lnTo>
                  <a:lnTo>
                    <a:pt x="221456" y="287179"/>
                  </a:lnTo>
                  <a:lnTo>
                    <a:pt x="227171" y="289560"/>
                  </a:lnTo>
                  <a:lnTo>
                    <a:pt x="239078" y="283845"/>
                  </a:lnTo>
                  <a:lnTo>
                    <a:pt x="245269" y="282893"/>
                  </a:lnTo>
                  <a:lnTo>
                    <a:pt x="252889" y="286703"/>
                  </a:lnTo>
                  <a:lnTo>
                    <a:pt x="262414" y="286226"/>
                  </a:lnTo>
                  <a:lnTo>
                    <a:pt x="265748" y="288608"/>
                  </a:lnTo>
                  <a:lnTo>
                    <a:pt x="267176" y="292418"/>
                  </a:lnTo>
                  <a:lnTo>
                    <a:pt x="267176" y="297180"/>
                  </a:lnTo>
                  <a:lnTo>
                    <a:pt x="252889" y="300038"/>
                  </a:lnTo>
                  <a:lnTo>
                    <a:pt x="248126" y="299561"/>
                  </a:lnTo>
                  <a:lnTo>
                    <a:pt x="239078" y="294323"/>
                  </a:lnTo>
                  <a:lnTo>
                    <a:pt x="235268" y="292894"/>
                  </a:lnTo>
                  <a:lnTo>
                    <a:pt x="229076" y="292894"/>
                  </a:lnTo>
                  <a:lnTo>
                    <a:pt x="220504" y="294799"/>
                  </a:lnTo>
                  <a:lnTo>
                    <a:pt x="209550" y="289084"/>
                  </a:lnTo>
                  <a:lnTo>
                    <a:pt x="204788" y="282893"/>
                  </a:lnTo>
                  <a:lnTo>
                    <a:pt x="205740" y="276225"/>
                  </a:lnTo>
                  <a:lnTo>
                    <a:pt x="201930" y="275273"/>
                  </a:lnTo>
                  <a:lnTo>
                    <a:pt x="197644" y="268605"/>
                  </a:lnTo>
                  <a:lnTo>
                    <a:pt x="193834" y="267176"/>
                  </a:lnTo>
                  <a:lnTo>
                    <a:pt x="190024" y="268129"/>
                  </a:lnTo>
                  <a:lnTo>
                    <a:pt x="185738" y="270034"/>
                  </a:lnTo>
                  <a:lnTo>
                    <a:pt x="188119" y="275273"/>
                  </a:lnTo>
                  <a:lnTo>
                    <a:pt x="190500" y="279083"/>
                  </a:lnTo>
                  <a:lnTo>
                    <a:pt x="195739" y="279083"/>
                  </a:lnTo>
                  <a:lnTo>
                    <a:pt x="200025" y="281464"/>
                  </a:lnTo>
                  <a:lnTo>
                    <a:pt x="210503" y="292894"/>
                  </a:lnTo>
                  <a:lnTo>
                    <a:pt x="209550" y="297656"/>
                  </a:lnTo>
                  <a:lnTo>
                    <a:pt x="212408" y="300038"/>
                  </a:lnTo>
                  <a:lnTo>
                    <a:pt x="221933" y="298133"/>
                  </a:lnTo>
                  <a:lnTo>
                    <a:pt x="236220" y="302419"/>
                  </a:lnTo>
                  <a:lnTo>
                    <a:pt x="238125" y="304800"/>
                  </a:lnTo>
                  <a:lnTo>
                    <a:pt x="239554" y="310515"/>
                  </a:lnTo>
                  <a:lnTo>
                    <a:pt x="237173" y="307658"/>
                  </a:lnTo>
                  <a:lnTo>
                    <a:pt x="233839" y="308610"/>
                  </a:lnTo>
                  <a:lnTo>
                    <a:pt x="229076" y="307181"/>
                  </a:lnTo>
                  <a:lnTo>
                    <a:pt x="225266" y="305276"/>
                  </a:lnTo>
                  <a:lnTo>
                    <a:pt x="221933" y="307181"/>
                  </a:lnTo>
                  <a:lnTo>
                    <a:pt x="212884" y="318135"/>
                  </a:lnTo>
                  <a:lnTo>
                    <a:pt x="209074" y="318611"/>
                  </a:lnTo>
                  <a:lnTo>
                    <a:pt x="199549" y="317183"/>
                  </a:lnTo>
                  <a:lnTo>
                    <a:pt x="186690" y="318135"/>
                  </a:lnTo>
                  <a:lnTo>
                    <a:pt x="181928" y="317659"/>
                  </a:lnTo>
                  <a:lnTo>
                    <a:pt x="176213" y="315278"/>
                  </a:lnTo>
                  <a:lnTo>
                    <a:pt x="166688" y="316706"/>
                  </a:lnTo>
                  <a:lnTo>
                    <a:pt x="149066" y="316230"/>
                  </a:lnTo>
                  <a:lnTo>
                    <a:pt x="137636" y="308610"/>
                  </a:lnTo>
                  <a:lnTo>
                    <a:pt x="140018" y="306229"/>
                  </a:lnTo>
                  <a:lnTo>
                    <a:pt x="142399" y="304800"/>
                  </a:lnTo>
                  <a:lnTo>
                    <a:pt x="141923" y="299561"/>
                  </a:lnTo>
                  <a:lnTo>
                    <a:pt x="145733" y="292894"/>
                  </a:lnTo>
                  <a:lnTo>
                    <a:pt x="146209" y="290513"/>
                  </a:lnTo>
                  <a:lnTo>
                    <a:pt x="144304" y="288608"/>
                  </a:lnTo>
                  <a:lnTo>
                    <a:pt x="142399" y="287655"/>
                  </a:lnTo>
                  <a:lnTo>
                    <a:pt x="145256" y="287179"/>
                  </a:lnTo>
                  <a:lnTo>
                    <a:pt x="151448" y="287655"/>
                  </a:lnTo>
                  <a:lnTo>
                    <a:pt x="148590" y="285274"/>
                  </a:lnTo>
                  <a:lnTo>
                    <a:pt x="137160" y="285750"/>
                  </a:lnTo>
                  <a:lnTo>
                    <a:pt x="123349" y="287179"/>
                  </a:lnTo>
                  <a:lnTo>
                    <a:pt x="116205" y="289084"/>
                  </a:lnTo>
                  <a:lnTo>
                    <a:pt x="102870" y="295751"/>
                  </a:lnTo>
                  <a:lnTo>
                    <a:pt x="98108" y="295751"/>
                  </a:lnTo>
                  <a:lnTo>
                    <a:pt x="89535" y="297656"/>
                  </a:lnTo>
                  <a:lnTo>
                    <a:pt x="78581" y="302895"/>
                  </a:lnTo>
                  <a:lnTo>
                    <a:pt x="77153" y="304800"/>
                  </a:lnTo>
                  <a:lnTo>
                    <a:pt x="76200" y="307181"/>
                  </a:lnTo>
                  <a:lnTo>
                    <a:pt x="85725" y="311468"/>
                  </a:lnTo>
                  <a:lnTo>
                    <a:pt x="84773" y="312896"/>
                  </a:lnTo>
                  <a:lnTo>
                    <a:pt x="83344" y="313849"/>
                  </a:lnTo>
                  <a:lnTo>
                    <a:pt x="80010" y="314801"/>
                  </a:lnTo>
                  <a:lnTo>
                    <a:pt x="70485" y="314325"/>
                  </a:lnTo>
                  <a:lnTo>
                    <a:pt x="69056" y="313849"/>
                  </a:lnTo>
                  <a:lnTo>
                    <a:pt x="63818" y="311468"/>
                  </a:lnTo>
                  <a:lnTo>
                    <a:pt x="57626" y="312896"/>
                  </a:lnTo>
                  <a:lnTo>
                    <a:pt x="52864" y="315278"/>
                  </a:lnTo>
                  <a:lnTo>
                    <a:pt x="45720" y="318135"/>
                  </a:lnTo>
                  <a:lnTo>
                    <a:pt x="40958" y="323374"/>
                  </a:lnTo>
                  <a:lnTo>
                    <a:pt x="37624" y="326231"/>
                  </a:lnTo>
                  <a:lnTo>
                    <a:pt x="34766" y="327660"/>
                  </a:lnTo>
                  <a:lnTo>
                    <a:pt x="23336" y="328613"/>
                  </a:lnTo>
                  <a:lnTo>
                    <a:pt x="17621" y="334328"/>
                  </a:lnTo>
                  <a:lnTo>
                    <a:pt x="6191" y="338614"/>
                  </a:lnTo>
                  <a:lnTo>
                    <a:pt x="5715" y="336709"/>
                  </a:lnTo>
                  <a:lnTo>
                    <a:pt x="5715" y="334804"/>
                  </a:lnTo>
                  <a:lnTo>
                    <a:pt x="2858" y="336232"/>
                  </a:lnTo>
                  <a:lnTo>
                    <a:pt x="0" y="339566"/>
                  </a:lnTo>
                  <a:lnTo>
                    <a:pt x="1905" y="342900"/>
                  </a:lnTo>
                  <a:lnTo>
                    <a:pt x="3334" y="344329"/>
                  </a:lnTo>
                  <a:lnTo>
                    <a:pt x="23336" y="352425"/>
                  </a:lnTo>
                  <a:lnTo>
                    <a:pt x="48578" y="357188"/>
                  </a:lnTo>
                  <a:lnTo>
                    <a:pt x="50483" y="356235"/>
                  </a:lnTo>
                  <a:lnTo>
                    <a:pt x="64294" y="358616"/>
                  </a:lnTo>
                  <a:lnTo>
                    <a:pt x="65723" y="359569"/>
                  </a:lnTo>
                  <a:lnTo>
                    <a:pt x="67151" y="360998"/>
                  </a:lnTo>
                  <a:lnTo>
                    <a:pt x="61913" y="360045"/>
                  </a:lnTo>
                  <a:lnTo>
                    <a:pt x="56198" y="361474"/>
                  </a:lnTo>
                  <a:lnTo>
                    <a:pt x="53340" y="366713"/>
                  </a:lnTo>
                  <a:lnTo>
                    <a:pt x="45244" y="367665"/>
                  </a:lnTo>
                  <a:lnTo>
                    <a:pt x="42386" y="368141"/>
                  </a:lnTo>
                  <a:lnTo>
                    <a:pt x="40481" y="367189"/>
                  </a:lnTo>
                  <a:lnTo>
                    <a:pt x="39529" y="367665"/>
                  </a:lnTo>
                  <a:lnTo>
                    <a:pt x="42863" y="370999"/>
                  </a:lnTo>
                  <a:lnTo>
                    <a:pt x="52388" y="379095"/>
                  </a:lnTo>
                  <a:lnTo>
                    <a:pt x="57150" y="380524"/>
                  </a:lnTo>
                  <a:lnTo>
                    <a:pt x="57150" y="385763"/>
                  </a:lnTo>
                  <a:lnTo>
                    <a:pt x="54769" y="387191"/>
                  </a:lnTo>
                  <a:lnTo>
                    <a:pt x="54769" y="391001"/>
                  </a:lnTo>
                  <a:lnTo>
                    <a:pt x="60008" y="396716"/>
                  </a:lnTo>
                  <a:lnTo>
                    <a:pt x="66199" y="399098"/>
                  </a:lnTo>
                  <a:lnTo>
                    <a:pt x="90011" y="402907"/>
                  </a:lnTo>
                  <a:lnTo>
                    <a:pt x="100489" y="405289"/>
                  </a:lnTo>
                  <a:lnTo>
                    <a:pt x="105728" y="405765"/>
                  </a:lnTo>
                  <a:lnTo>
                    <a:pt x="108585" y="405289"/>
                  </a:lnTo>
                  <a:lnTo>
                    <a:pt x="110014" y="404336"/>
                  </a:lnTo>
                  <a:lnTo>
                    <a:pt x="110966" y="402431"/>
                  </a:lnTo>
                  <a:lnTo>
                    <a:pt x="113348" y="401479"/>
                  </a:lnTo>
                  <a:lnTo>
                    <a:pt x="114776" y="401955"/>
                  </a:lnTo>
                  <a:lnTo>
                    <a:pt x="116205" y="402907"/>
                  </a:lnTo>
                  <a:lnTo>
                    <a:pt x="129540" y="398621"/>
                  </a:lnTo>
                  <a:lnTo>
                    <a:pt x="149543" y="398621"/>
                  </a:lnTo>
                  <a:lnTo>
                    <a:pt x="157163" y="400526"/>
                  </a:lnTo>
                  <a:lnTo>
                    <a:pt x="164783" y="404813"/>
                  </a:lnTo>
                  <a:lnTo>
                    <a:pt x="169069" y="407670"/>
                  </a:lnTo>
                  <a:lnTo>
                    <a:pt x="170498" y="404813"/>
                  </a:lnTo>
                  <a:lnTo>
                    <a:pt x="172403" y="402431"/>
                  </a:lnTo>
                  <a:lnTo>
                    <a:pt x="168116" y="401479"/>
                  </a:lnTo>
                  <a:lnTo>
                    <a:pt x="165735" y="400050"/>
                  </a:lnTo>
                  <a:lnTo>
                    <a:pt x="163830" y="397669"/>
                  </a:lnTo>
                  <a:lnTo>
                    <a:pt x="167164" y="395288"/>
                  </a:lnTo>
                  <a:lnTo>
                    <a:pt x="178118" y="402907"/>
                  </a:lnTo>
                  <a:lnTo>
                    <a:pt x="180499" y="410528"/>
                  </a:lnTo>
                  <a:lnTo>
                    <a:pt x="183833" y="410528"/>
                  </a:lnTo>
                  <a:lnTo>
                    <a:pt x="186214" y="406718"/>
                  </a:lnTo>
                  <a:lnTo>
                    <a:pt x="196691" y="397669"/>
                  </a:lnTo>
                  <a:lnTo>
                    <a:pt x="202406" y="394335"/>
                  </a:lnTo>
                  <a:lnTo>
                    <a:pt x="212884" y="391001"/>
                  </a:lnTo>
                  <a:lnTo>
                    <a:pt x="216694" y="387191"/>
                  </a:lnTo>
                  <a:lnTo>
                    <a:pt x="220980" y="388620"/>
                  </a:lnTo>
                  <a:lnTo>
                    <a:pt x="226695" y="388620"/>
                  </a:lnTo>
                  <a:lnTo>
                    <a:pt x="236220" y="381476"/>
                  </a:lnTo>
                  <a:lnTo>
                    <a:pt x="238125" y="381476"/>
                  </a:lnTo>
                  <a:lnTo>
                    <a:pt x="240506" y="382429"/>
                  </a:lnTo>
                  <a:lnTo>
                    <a:pt x="243840" y="385763"/>
                  </a:lnTo>
                  <a:lnTo>
                    <a:pt x="246698" y="388144"/>
                  </a:lnTo>
                  <a:lnTo>
                    <a:pt x="247650" y="390525"/>
                  </a:lnTo>
                  <a:lnTo>
                    <a:pt x="248126" y="394335"/>
                  </a:lnTo>
                  <a:lnTo>
                    <a:pt x="246221" y="398145"/>
                  </a:lnTo>
                  <a:lnTo>
                    <a:pt x="244793" y="400050"/>
                  </a:lnTo>
                  <a:lnTo>
                    <a:pt x="240983" y="402431"/>
                  </a:lnTo>
                  <a:lnTo>
                    <a:pt x="236220" y="403384"/>
                  </a:lnTo>
                  <a:lnTo>
                    <a:pt x="228600" y="402907"/>
                  </a:lnTo>
                  <a:lnTo>
                    <a:pt x="226219" y="408146"/>
                  </a:lnTo>
                  <a:lnTo>
                    <a:pt x="230029" y="407670"/>
                  </a:lnTo>
                  <a:lnTo>
                    <a:pt x="235744" y="410051"/>
                  </a:lnTo>
                  <a:lnTo>
                    <a:pt x="243840" y="418148"/>
                  </a:lnTo>
                  <a:lnTo>
                    <a:pt x="246698" y="430054"/>
                  </a:lnTo>
                  <a:lnTo>
                    <a:pt x="249079" y="435293"/>
                  </a:lnTo>
                  <a:lnTo>
                    <a:pt x="250984" y="441484"/>
                  </a:lnTo>
                  <a:lnTo>
                    <a:pt x="249555" y="446246"/>
                  </a:lnTo>
                  <a:lnTo>
                    <a:pt x="246221" y="450056"/>
                  </a:lnTo>
                  <a:lnTo>
                    <a:pt x="240506" y="455771"/>
                  </a:lnTo>
                  <a:lnTo>
                    <a:pt x="234791" y="459105"/>
                  </a:lnTo>
                  <a:lnTo>
                    <a:pt x="226695" y="460534"/>
                  </a:lnTo>
                  <a:lnTo>
                    <a:pt x="210979" y="461486"/>
                  </a:lnTo>
                  <a:lnTo>
                    <a:pt x="208121" y="460534"/>
                  </a:lnTo>
                  <a:lnTo>
                    <a:pt x="206216" y="457200"/>
                  </a:lnTo>
                  <a:lnTo>
                    <a:pt x="203359" y="456724"/>
                  </a:lnTo>
                  <a:lnTo>
                    <a:pt x="200501" y="457200"/>
                  </a:lnTo>
                  <a:lnTo>
                    <a:pt x="198120" y="461486"/>
                  </a:lnTo>
                  <a:lnTo>
                    <a:pt x="189071" y="471488"/>
                  </a:lnTo>
                  <a:lnTo>
                    <a:pt x="182880" y="474821"/>
                  </a:lnTo>
                  <a:lnTo>
                    <a:pt x="178118" y="479584"/>
                  </a:lnTo>
                  <a:lnTo>
                    <a:pt x="174308" y="481489"/>
                  </a:lnTo>
                  <a:lnTo>
                    <a:pt x="166688" y="483394"/>
                  </a:lnTo>
                  <a:lnTo>
                    <a:pt x="164306" y="483394"/>
                  </a:lnTo>
                  <a:lnTo>
                    <a:pt x="161925" y="481489"/>
                  </a:lnTo>
                  <a:lnTo>
                    <a:pt x="159068" y="480536"/>
                  </a:lnTo>
                  <a:lnTo>
                    <a:pt x="154305" y="482918"/>
                  </a:lnTo>
                  <a:lnTo>
                    <a:pt x="151448" y="485299"/>
                  </a:lnTo>
                  <a:lnTo>
                    <a:pt x="150971" y="484346"/>
                  </a:lnTo>
                  <a:lnTo>
                    <a:pt x="151924" y="483394"/>
                  </a:lnTo>
                  <a:lnTo>
                    <a:pt x="153829" y="481965"/>
                  </a:lnTo>
                  <a:lnTo>
                    <a:pt x="154781" y="481013"/>
                  </a:lnTo>
                  <a:lnTo>
                    <a:pt x="155258" y="479107"/>
                  </a:lnTo>
                  <a:lnTo>
                    <a:pt x="150971" y="475298"/>
                  </a:lnTo>
                  <a:lnTo>
                    <a:pt x="143828" y="472440"/>
                  </a:lnTo>
                  <a:lnTo>
                    <a:pt x="138113" y="471488"/>
                  </a:lnTo>
                  <a:lnTo>
                    <a:pt x="127635" y="473869"/>
                  </a:lnTo>
                  <a:lnTo>
                    <a:pt x="125730" y="475298"/>
                  </a:lnTo>
                  <a:lnTo>
                    <a:pt x="123825" y="478155"/>
                  </a:lnTo>
                  <a:lnTo>
                    <a:pt x="129064" y="481965"/>
                  </a:lnTo>
                  <a:lnTo>
                    <a:pt x="128588" y="483394"/>
                  </a:lnTo>
                  <a:lnTo>
                    <a:pt x="127159" y="482918"/>
                  </a:lnTo>
                  <a:lnTo>
                    <a:pt x="118586" y="483870"/>
                  </a:lnTo>
                  <a:lnTo>
                    <a:pt x="115729" y="486728"/>
                  </a:lnTo>
                  <a:lnTo>
                    <a:pt x="114300" y="489585"/>
                  </a:lnTo>
                  <a:lnTo>
                    <a:pt x="112871" y="495776"/>
                  </a:lnTo>
                  <a:lnTo>
                    <a:pt x="113824" y="502444"/>
                  </a:lnTo>
                  <a:lnTo>
                    <a:pt x="114776" y="505301"/>
                  </a:lnTo>
                  <a:lnTo>
                    <a:pt x="118110" y="502444"/>
                  </a:lnTo>
                  <a:lnTo>
                    <a:pt x="121444" y="500539"/>
                  </a:lnTo>
                  <a:lnTo>
                    <a:pt x="121444" y="501968"/>
                  </a:lnTo>
                  <a:lnTo>
                    <a:pt x="118110" y="506254"/>
                  </a:lnTo>
                  <a:lnTo>
                    <a:pt x="112871" y="507682"/>
                  </a:lnTo>
                  <a:lnTo>
                    <a:pt x="114300" y="511493"/>
                  </a:lnTo>
                  <a:lnTo>
                    <a:pt x="115729" y="512445"/>
                  </a:lnTo>
                  <a:lnTo>
                    <a:pt x="114776" y="513398"/>
                  </a:lnTo>
                  <a:lnTo>
                    <a:pt x="110966" y="511493"/>
                  </a:lnTo>
                  <a:lnTo>
                    <a:pt x="107156" y="510540"/>
                  </a:lnTo>
                  <a:lnTo>
                    <a:pt x="103346" y="511493"/>
                  </a:lnTo>
                  <a:lnTo>
                    <a:pt x="100489" y="513398"/>
                  </a:lnTo>
                  <a:lnTo>
                    <a:pt x="91916" y="522446"/>
                  </a:lnTo>
                  <a:lnTo>
                    <a:pt x="82868" y="532924"/>
                  </a:lnTo>
                  <a:lnTo>
                    <a:pt x="81439" y="537686"/>
                  </a:lnTo>
                  <a:lnTo>
                    <a:pt x="81915" y="540544"/>
                  </a:lnTo>
                  <a:lnTo>
                    <a:pt x="82391" y="541973"/>
                  </a:lnTo>
                  <a:lnTo>
                    <a:pt x="85725" y="544830"/>
                  </a:lnTo>
                  <a:lnTo>
                    <a:pt x="78105" y="546735"/>
                  </a:lnTo>
                  <a:lnTo>
                    <a:pt x="72866" y="546735"/>
                  </a:lnTo>
                  <a:lnTo>
                    <a:pt x="70009" y="548164"/>
                  </a:lnTo>
                  <a:lnTo>
                    <a:pt x="71914" y="551021"/>
                  </a:lnTo>
                  <a:lnTo>
                    <a:pt x="79058" y="553879"/>
                  </a:lnTo>
                  <a:lnTo>
                    <a:pt x="78105" y="554831"/>
                  </a:lnTo>
                  <a:lnTo>
                    <a:pt x="69056" y="556736"/>
                  </a:lnTo>
                  <a:lnTo>
                    <a:pt x="68104" y="556260"/>
                  </a:lnTo>
                  <a:lnTo>
                    <a:pt x="66675" y="556736"/>
                  </a:lnTo>
                  <a:lnTo>
                    <a:pt x="66675" y="560070"/>
                  </a:lnTo>
                  <a:lnTo>
                    <a:pt x="67151" y="562451"/>
                  </a:lnTo>
                  <a:lnTo>
                    <a:pt x="69056" y="564356"/>
                  </a:lnTo>
                  <a:lnTo>
                    <a:pt x="73343" y="561975"/>
                  </a:lnTo>
                  <a:lnTo>
                    <a:pt x="77153" y="562928"/>
                  </a:lnTo>
                  <a:lnTo>
                    <a:pt x="78581" y="565309"/>
                  </a:lnTo>
                  <a:lnTo>
                    <a:pt x="74771" y="569595"/>
                  </a:lnTo>
                  <a:lnTo>
                    <a:pt x="76200" y="572929"/>
                  </a:lnTo>
                  <a:lnTo>
                    <a:pt x="81915" y="574834"/>
                  </a:lnTo>
                  <a:lnTo>
                    <a:pt x="84296" y="581978"/>
                  </a:lnTo>
                  <a:lnTo>
                    <a:pt x="86201" y="585311"/>
                  </a:lnTo>
                  <a:lnTo>
                    <a:pt x="89059" y="585788"/>
                  </a:lnTo>
                  <a:lnTo>
                    <a:pt x="92393" y="585311"/>
                  </a:lnTo>
                  <a:lnTo>
                    <a:pt x="92393" y="581978"/>
                  </a:lnTo>
                  <a:lnTo>
                    <a:pt x="91916" y="579596"/>
                  </a:lnTo>
                  <a:lnTo>
                    <a:pt x="93821" y="576739"/>
                  </a:lnTo>
                  <a:lnTo>
                    <a:pt x="95726" y="576263"/>
                  </a:lnTo>
                  <a:lnTo>
                    <a:pt x="96679" y="576739"/>
                  </a:lnTo>
                  <a:lnTo>
                    <a:pt x="94298" y="578644"/>
                  </a:lnTo>
                  <a:lnTo>
                    <a:pt x="93345" y="580073"/>
                  </a:lnTo>
                  <a:lnTo>
                    <a:pt x="95726" y="581501"/>
                  </a:lnTo>
                  <a:lnTo>
                    <a:pt x="98108" y="582454"/>
                  </a:lnTo>
                  <a:lnTo>
                    <a:pt x="100013" y="580549"/>
                  </a:lnTo>
                  <a:lnTo>
                    <a:pt x="100965" y="580073"/>
                  </a:lnTo>
                  <a:lnTo>
                    <a:pt x="100489" y="583406"/>
                  </a:lnTo>
                  <a:lnTo>
                    <a:pt x="102394" y="585311"/>
                  </a:lnTo>
                  <a:lnTo>
                    <a:pt x="107156" y="584359"/>
                  </a:lnTo>
                  <a:lnTo>
                    <a:pt x="109538" y="584359"/>
                  </a:lnTo>
                  <a:lnTo>
                    <a:pt x="109538" y="585788"/>
                  </a:lnTo>
                  <a:lnTo>
                    <a:pt x="105251" y="588169"/>
                  </a:lnTo>
                  <a:lnTo>
                    <a:pt x="99060" y="591979"/>
                  </a:lnTo>
                  <a:lnTo>
                    <a:pt x="100965" y="593884"/>
                  </a:lnTo>
                  <a:lnTo>
                    <a:pt x="102870" y="594360"/>
                  </a:lnTo>
                  <a:lnTo>
                    <a:pt x="113824" y="591979"/>
                  </a:lnTo>
                  <a:lnTo>
                    <a:pt x="124301" y="595313"/>
                  </a:lnTo>
                  <a:lnTo>
                    <a:pt x="139541" y="595789"/>
                  </a:lnTo>
                  <a:lnTo>
                    <a:pt x="148114" y="590550"/>
                  </a:lnTo>
                  <a:lnTo>
                    <a:pt x="150971" y="591979"/>
                  </a:lnTo>
                  <a:lnTo>
                    <a:pt x="153353" y="593884"/>
                  </a:lnTo>
                  <a:lnTo>
                    <a:pt x="150971" y="595313"/>
                  </a:lnTo>
                  <a:lnTo>
                    <a:pt x="144780" y="595313"/>
                  </a:lnTo>
                  <a:lnTo>
                    <a:pt x="142399" y="596741"/>
                  </a:lnTo>
                  <a:lnTo>
                    <a:pt x="151924" y="598170"/>
                  </a:lnTo>
                  <a:lnTo>
                    <a:pt x="155734" y="599599"/>
                  </a:lnTo>
                  <a:lnTo>
                    <a:pt x="158591" y="601504"/>
                  </a:lnTo>
                  <a:lnTo>
                    <a:pt x="154781" y="606266"/>
                  </a:lnTo>
                  <a:lnTo>
                    <a:pt x="148114" y="610076"/>
                  </a:lnTo>
                  <a:lnTo>
                    <a:pt x="144780" y="606266"/>
                  </a:lnTo>
                  <a:lnTo>
                    <a:pt x="142399" y="602456"/>
                  </a:lnTo>
                  <a:lnTo>
                    <a:pt x="140970" y="601980"/>
                  </a:lnTo>
                  <a:lnTo>
                    <a:pt x="138589" y="601504"/>
                  </a:lnTo>
                  <a:lnTo>
                    <a:pt x="134303" y="605314"/>
                  </a:lnTo>
                  <a:lnTo>
                    <a:pt x="128111" y="609600"/>
                  </a:lnTo>
                  <a:lnTo>
                    <a:pt x="126206" y="610553"/>
                  </a:lnTo>
                  <a:lnTo>
                    <a:pt x="128111" y="607695"/>
                  </a:lnTo>
                  <a:lnTo>
                    <a:pt x="130016" y="603885"/>
                  </a:lnTo>
                  <a:lnTo>
                    <a:pt x="128111" y="601504"/>
                  </a:lnTo>
                  <a:lnTo>
                    <a:pt x="126206" y="600075"/>
                  </a:lnTo>
                  <a:lnTo>
                    <a:pt x="121444" y="599123"/>
                  </a:lnTo>
                  <a:lnTo>
                    <a:pt x="115729" y="596265"/>
                  </a:lnTo>
                  <a:lnTo>
                    <a:pt x="111443" y="595313"/>
                  </a:lnTo>
                  <a:lnTo>
                    <a:pt x="108109" y="596265"/>
                  </a:lnTo>
                  <a:lnTo>
                    <a:pt x="104299" y="602932"/>
                  </a:lnTo>
                  <a:lnTo>
                    <a:pt x="92869" y="612934"/>
                  </a:lnTo>
                  <a:lnTo>
                    <a:pt x="97155" y="613886"/>
                  </a:lnTo>
                  <a:lnTo>
                    <a:pt x="100965" y="613886"/>
                  </a:lnTo>
                  <a:lnTo>
                    <a:pt x="103823" y="615315"/>
                  </a:lnTo>
                  <a:lnTo>
                    <a:pt x="102870" y="617220"/>
                  </a:lnTo>
                  <a:lnTo>
                    <a:pt x="102394" y="620078"/>
                  </a:lnTo>
                  <a:lnTo>
                    <a:pt x="107156" y="623411"/>
                  </a:lnTo>
                  <a:lnTo>
                    <a:pt x="111443" y="625316"/>
                  </a:lnTo>
                  <a:lnTo>
                    <a:pt x="116205" y="625316"/>
                  </a:lnTo>
                  <a:lnTo>
                    <a:pt x="122873" y="632936"/>
                  </a:lnTo>
                  <a:lnTo>
                    <a:pt x="134303" y="640556"/>
                  </a:lnTo>
                  <a:lnTo>
                    <a:pt x="133826" y="642938"/>
                  </a:lnTo>
                  <a:lnTo>
                    <a:pt x="133826" y="645795"/>
                  </a:lnTo>
                  <a:lnTo>
                    <a:pt x="141923" y="650557"/>
                  </a:lnTo>
                  <a:lnTo>
                    <a:pt x="149543" y="651034"/>
                  </a:lnTo>
                  <a:lnTo>
                    <a:pt x="165259" y="648653"/>
                  </a:lnTo>
                  <a:lnTo>
                    <a:pt x="176689" y="644843"/>
                  </a:lnTo>
                  <a:lnTo>
                    <a:pt x="181451" y="641032"/>
                  </a:lnTo>
                  <a:lnTo>
                    <a:pt x="187166" y="641032"/>
                  </a:lnTo>
                  <a:lnTo>
                    <a:pt x="188595" y="638651"/>
                  </a:lnTo>
                  <a:lnTo>
                    <a:pt x="190024" y="634365"/>
                  </a:lnTo>
                  <a:lnTo>
                    <a:pt x="189071" y="630555"/>
                  </a:lnTo>
                  <a:lnTo>
                    <a:pt x="188595" y="629126"/>
                  </a:lnTo>
                  <a:lnTo>
                    <a:pt x="183833" y="627221"/>
                  </a:lnTo>
                  <a:lnTo>
                    <a:pt x="186690" y="625793"/>
                  </a:lnTo>
                  <a:lnTo>
                    <a:pt x="190976" y="621030"/>
                  </a:lnTo>
                  <a:lnTo>
                    <a:pt x="198120" y="611029"/>
                  </a:lnTo>
                  <a:lnTo>
                    <a:pt x="200501" y="609124"/>
                  </a:lnTo>
                  <a:lnTo>
                    <a:pt x="202406" y="606743"/>
                  </a:lnTo>
                  <a:lnTo>
                    <a:pt x="204788" y="606266"/>
                  </a:lnTo>
                  <a:lnTo>
                    <a:pt x="208598" y="606266"/>
                  </a:lnTo>
                  <a:lnTo>
                    <a:pt x="209074" y="606743"/>
                  </a:lnTo>
                  <a:lnTo>
                    <a:pt x="202406" y="610553"/>
                  </a:lnTo>
                  <a:lnTo>
                    <a:pt x="197168" y="618649"/>
                  </a:lnTo>
                  <a:lnTo>
                    <a:pt x="192405" y="627221"/>
                  </a:lnTo>
                  <a:lnTo>
                    <a:pt x="198596" y="632460"/>
                  </a:lnTo>
                  <a:lnTo>
                    <a:pt x="201930" y="642461"/>
                  </a:lnTo>
                  <a:lnTo>
                    <a:pt x="209550" y="655796"/>
                  </a:lnTo>
                  <a:lnTo>
                    <a:pt x="212408" y="661988"/>
                  </a:lnTo>
                  <a:lnTo>
                    <a:pt x="212408" y="665798"/>
                  </a:lnTo>
                  <a:lnTo>
                    <a:pt x="210979" y="670084"/>
                  </a:lnTo>
                  <a:lnTo>
                    <a:pt x="209550" y="673418"/>
                  </a:lnTo>
                  <a:lnTo>
                    <a:pt x="206216" y="677704"/>
                  </a:lnTo>
                  <a:lnTo>
                    <a:pt x="207645" y="684371"/>
                  </a:lnTo>
                  <a:lnTo>
                    <a:pt x="210503" y="687705"/>
                  </a:lnTo>
                  <a:lnTo>
                    <a:pt x="213836" y="686276"/>
                  </a:lnTo>
                  <a:lnTo>
                    <a:pt x="219075" y="686276"/>
                  </a:lnTo>
                  <a:lnTo>
                    <a:pt x="214313" y="691039"/>
                  </a:lnTo>
                  <a:lnTo>
                    <a:pt x="214313" y="694373"/>
                  </a:lnTo>
                  <a:lnTo>
                    <a:pt x="214789" y="696754"/>
                  </a:lnTo>
                  <a:lnTo>
                    <a:pt x="216694" y="701993"/>
                  </a:lnTo>
                  <a:lnTo>
                    <a:pt x="212408" y="705803"/>
                  </a:lnTo>
                  <a:lnTo>
                    <a:pt x="207169" y="707231"/>
                  </a:lnTo>
                  <a:lnTo>
                    <a:pt x="202406" y="709136"/>
                  </a:lnTo>
                  <a:lnTo>
                    <a:pt x="215741" y="710565"/>
                  </a:lnTo>
                  <a:lnTo>
                    <a:pt x="229076" y="707707"/>
                  </a:lnTo>
                  <a:lnTo>
                    <a:pt x="230029" y="703898"/>
                  </a:lnTo>
                  <a:lnTo>
                    <a:pt x="231458" y="702945"/>
                  </a:lnTo>
                  <a:lnTo>
                    <a:pt x="232886" y="701040"/>
                  </a:lnTo>
                  <a:lnTo>
                    <a:pt x="233839" y="701040"/>
                  </a:lnTo>
                  <a:lnTo>
                    <a:pt x="243840" y="697706"/>
                  </a:lnTo>
                  <a:lnTo>
                    <a:pt x="247650" y="697706"/>
                  </a:lnTo>
                  <a:lnTo>
                    <a:pt x="252889" y="693420"/>
                  </a:lnTo>
                  <a:lnTo>
                    <a:pt x="257651" y="691039"/>
                  </a:lnTo>
                  <a:lnTo>
                    <a:pt x="262890" y="688657"/>
                  </a:lnTo>
                  <a:lnTo>
                    <a:pt x="266224" y="692468"/>
                  </a:lnTo>
                  <a:lnTo>
                    <a:pt x="270034" y="695801"/>
                  </a:lnTo>
                  <a:lnTo>
                    <a:pt x="278130" y="700088"/>
                  </a:lnTo>
                  <a:lnTo>
                    <a:pt x="280988" y="699135"/>
                  </a:lnTo>
                  <a:lnTo>
                    <a:pt x="283845" y="696278"/>
                  </a:lnTo>
                  <a:lnTo>
                    <a:pt x="286226" y="695325"/>
                  </a:lnTo>
                  <a:lnTo>
                    <a:pt x="293370" y="701040"/>
                  </a:lnTo>
                  <a:lnTo>
                    <a:pt x="296704" y="704374"/>
                  </a:lnTo>
                  <a:lnTo>
                    <a:pt x="306229" y="716756"/>
                  </a:lnTo>
                  <a:lnTo>
                    <a:pt x="310515" y="720090"/>
                  </a:lnTo>
                  <a:lnTo>
                    <a:pt x="316230" y="718185"/>
                  </a:lnTo>
                  <a:lnTo>
                    <a:pt x="316706" y="714375"/>
                  </a:lnTo>
                  <a:lnTo>
                    <a:pt x="313849" y="704374"/>
                  </a:lnTo>
                  <a:lnTo>
                    <a:pt x="314801" y="700564"/>
                  </a:lnTo>
                  <a:lnTo>
                    <a:pt x="316706" y="695325"/>
                  </a:lnTo>
                  <a:lnTo>
                    <a:pt x="315754" y="691991"/>
                  </a:lnTo>
                  <a:lnTo>
                    <a:pt x="317183" y="692944"/>
                  </a:lnTo>
                  <a:lnTo>
                    <a:pt x="320040" y="693896"/>
                  </a:lnTo>
                  <a:lnTo>
                    <a:pt x="323374" y="691039"/>
                  </a:lnTo>
                  <a:lnTo>
                    <a:pt x="325755" y="686753"/>
                  </a:lnTo>
                  <a:lnTo>
                    <a:pt x="329089" y="685800"/>
                  </a:lnTo>
                  <a:lnTo>
                    <a:pt x="335756" y="688181"/>
                  </a:lnTo>
                  <a:lnTo>
                    <a:pt x="340519" y="691039"/>
                  </a:lnTo>
                  <a:lnTo>
                    <a:pt x="336709" y="691039"/>
                  </a:lnTo>
                  <a:lnTo>
                    <a:pt x="332423" y="689610"/>
                  </a:lnTo>
                  <a:lnTo>
                    <a:pt x="328613" y="690086"/>
                  </a:lnTo>
                  <a:lnTo>
                    <a:pt x="326708" y="692944"/>
                  </a:lnTo>
                  <a:lnTo>
                    <a:pt x="325755" y="697230"/>
                  </a:lnTo>
                  <a:lnTo>
                    <a:pt x="328136" y="700564"/>
                  </a:lnTo>
                  <a:lnTo>
                    <a:pt x="330041" y="702469"/>
                  </a:lnTo>
                  <a:lnTo>
                    <a:pt x="332899" y="707707"/>
                  </a:lnTo>
                  <a:lnTo>
                    <a:pt x="336709" y="709136"/>
                  </a:lnTo>
                  <a:lnTo>
                    <a:pt x="342424" y="707707"/>
                  </a:lnTo>
                  <a:lnTo>
                    <a:pt x="354330" y="702469"/>
                  </a:lnTo>
                  <a:lnTo>
                    <a:pt x="371951" y="696278"/>
                  </a:lnTo>
                  <a:lnTo>
                    <a:pt x="378143" y="690563"/>
                  </a:lnTo>
                  <a:lnTo>
                    <a:pt x="383381" y="683419"/>
                  </a:lnTo>
                  <a:lnTo>
                    <a:pt x="379571" y="691991"/>
                  </a:lnTo>
                  <a:lnTo>
                    <a:pt x="375761" y="701516"/>
                  </a:lnTo>
                  <a:lnTo>
                    <a:pt x="376714" y="702945"/>
                  </a:lnTo>
                  <a:lnTo>
                    <a:pt x="377666" y="703421"/>
                  </a:lnTo>
                  <a:lnTo>
                    <a:pt x="369094" y="708184"/>
                  </a:lnTo>
                  <a:lnTo>
                    <a:pt x="360998" y="714851"/>
                  </a:lnTo>
                  <a:lnTo>
                    <a:pt x="359093" y="718661"/>
                  </a:lnTo>
                  <a:lnTo>
                    <a:pt x="359093" y="721995"/>
                  </a:lnTo>
                  <a:lnTo>
                    <a:pt x="360521" y="726757"/>
                  </a:lnTo>
                  <a:lnTo>
                    <a:pt x="363855" y="727710"/>
                  </a:lnTo>
                  <a:lnTo>
                    <a:pt x="365760" y="727710"/>
                  </a:lnTo>
                  <a:lnTo>
                    <a:pt x="370523" y="729615"/>
                  </a:lnTo>
                  <a:lnTo>
                    <a:pt x="361950" y="730568"/>
                  </a:lnTo>
                  <a:lnTo>
                    <a:pt x="358140" y="731996"/>
                  </a:lnTo>
                  <a:lnTo>
                    <a:pt x="356235" y="736282"/>
                  </a:lnTo>
                  <a:lnTo>
                    <a:pt x="355759" y="743903"/>
                  </a:lnTo>
                  <a:lnTo>
                    <a:pt x="353854" y="751523"/>
                  </a:lnTo>
                  <a:lnTo>
                    <a:pt x="353378" y="754856"/>
                  </a:lnTo>
                  <a:lnTo>
                    <a:pt x="353854" y="756761"/>
                  </a:lnTo>
                  <a:lnTo>
                    <a:pt x="356235" y="758666"/>
                  </a:lnTo>
                  <a:lnTo>
                    <a:pt x="357664" y="761524"/>
                  </a:lnTo>
                  <a:lnTo>
                    <a:pt x="359093" y="762476"/>
                  </a:lnTo>
                  <a:lnTo>
                    <a:pt x="360998" y="762953"/>
                  </a:lnTo>
                  <a:lnTo>
                    <a:pt x="361474" y="763429"/>
                  </a:lnTo>
                  <a:lnTo>
                    <a:pt x="359093" y="764381"/>
                  </a:lnTo>
                  <a:lnTo>
                    <a:pt x="355283" y="763905"/>
                  </a:lnTo>
                  <a:lnTo>
                    <a:pt x="354330" y="762953"/>
                  </a:lnTo>
                  <a:lnTo>
                    <a:pt x="353378" y="761524"/>
                  </a:lnTo>
                  <a:lnTo>
                    <a:pt x="351949" y="761048"/>
                  </a:lnTo>
                  <a:lnTo>
                    <a:pt x="348139" y="762000"/>
                  </a:lnTo>
                  <a:lnTo>
                    <a:pt x="346710" y="762953"/>
                  </a:lnTo>
                  <a:lnTo>
                    <a:pt x="341471" y="767715"/>
                  </a:lnTo>
                  <a:lnTo>
                    <a:pt x="338614" y="769620"/>
                  </a:lnTo>
                  <a:lnTo>
                    <a:pt x="335756" y="770573"/>
                  </a:lnTo>
                  <a:lnTo>
                    <a:pt x="332423" y="772954"/>
                  </a:lnTo>
                  <a:lnTo>
                    <a:pt x="327184" y="777716"/>
                  </a:lnTo>
                  <a:lnTo>
                    <a:pt x="323374" y="782003"/>
                  </a:lnTo>
                  <a:lnTo>
                    <a:pt x="320993" y="785813"/>
                  </a:lnTo>
                  <a:lnTo>
                    <a:pt x="320516" y="787718"/>
                  </a:lnTo>
                  <a:lnTo>
                    <a:pt x="320040" y="790099"/>
                  </a:lnTo>
                  <a:lnTo>
                    <a:pt x="320040" y="792956"/>
                  </a:lnTo>
                  <a:lnTo>
                    <a:pt x="320516" y="795814"/>
                  </a:lnTo>
                  <a:lnTo>
                    <a:pt x="320040" y="797243"/>
                  </a:lnTo>
                  <a:lnTo>
                    <a:pt x="319088" y="797719"/>
                  </a:lnTo>
                  <a:lnTo>
                    <a:pt x="316706" y="797243"/>
                  </a:lnTo>
                  <a:lnTo>
                    <a:pt x="312896" y="796290"/>
                  </a:lnTo>
                  <a:lnTo>
                    <a:pt x="311944" y="794861"/>
                  </a:lnTo>
                  <a:lnTo>
                    <a:pt x="311944" y="792956"/>
                  </a:lnTo>
                  <a:lnTo>
                    <a:pt x="309563" y="793909"/>
                  </a:lnTo>
                  <a:lnTo>
                    <a:pt x="303848" y="798195"/>
                  </a:lnTo>
                  <a:lnTo>
                    <a:pt x="299561" y="802005"/>
                  </a:lnTo>
                  <a:lnTo>
                    <a:pt x="282416" y="808196"/>
                  </a:lnTo>
                  <a:lnTo>
                    <a:pt x="273368" y="814388"/>
                  </a:lnTo>
                  <a:lnTo>
                    <a:pt x="270034" y="816293"/>
                  </a:lnTo>
                  <a:lnTo>
                    <a:pt x="264795" y="820103"/>
                  </a:lnTo>
                  <a:lnTo>
                    <a:pt x="262414" y="823436"/>
                  </a:lnTo>
                  <a:lnTo>
                    <a:pt x="259556" y="828199"/>
                  </a:lnTo>
                  <a:lnTo>
                    <a:pt x="257651" y="832009"/>
                  </a:lnTo>
                  <a:lnTo>
                    <a:pt x="256699" y="834390"/>
                  </a:lnTo>
                  <a:lnTo>
                    <a:pt x="257175" y="836295"/>
                  </a:lnTo>
                  <a:lnTo>
                    <a:pt x="258604" y="837724"/>
                  </a:lnTo>
                  <a:lnTo>
                    <a:pt x="264319" y="841057"/>
                  </a:lnTo>
                  <a:lnTo>
                    <a:pt x="265748" y="842486"/>
                  </a:lnTo>
                  <a:lnTo>
                    <a:pt x="264795" y="843915"/>
                  </a:lnTo>
                  <a:lnTo>
                    <a:pt x="262890" y="844391"/>
                  </a:lnTo>
                  <a:lnTo>
                    <a:pt x="260033" y="843439"/>
                  </a:lnTo>
                  <a:lnTo>
                    <a:pt x="258128" y="842486"/>
                  </a:lnTo>
                  <a:lnTo>
                    <a:pt x="257175" y="841057"/>
                  </a:lnTo>
                  <a:lnTo>
                    <a:pt x="254794" y="840581"/>
                  </a:lnTo>
                  <a:lnTo>
                    <a:pt x="250984" y="840581"/>
                  </a:lnTo>
                  <a:lnTo>
                    <a:pt x="249079" y="841534"/>
                  </a:lnTo>
                  <a:lnTo>
                    <a:pt x="249555" y="845344"/>
                  </a:lnTo>
                  <a:lnTo>
                    <a:pt x="249079" y="845820"/>
                  </a:lnTo>
                  <a:lnTo>
                    <a:pt x="247650" y="845820"/>
                  </a:lnTo>
                  <a:lnTo>
                    <a:pt x="246221" y="844868"/>
                  </a:lnTo>
                  <a:lnTo>
                    <a:pt x="240983" y="839629"/>
                  </a:lnTo>
                  <a:lnTo>
                    <a:pt x="240983" y="838676"/>
                  </a:lnTo>
                  <a:lnTo>
                    <a:pt x="244793" y="837248"/>
                  </a:lnTo>
                  <a:lnTo>
                    <a:pt x="245745" y="835819"/>
                  </a:lnTo>
                  <a:lnTo>
                    <a:pt x="245269" y="834866"/>
                  </a:lnTo>
                  <a:lnTo>
                    <a:pt x="242888" y="835819"/>
                  </a:lnTo>
                  <a:lnTo>
                    <a:pt x="236696" y="836771"/>
                  </a:lnTo>
                  <a:lnTo>
                    <a:pt x="235268" y="836771"/>
                  </a:lnTo>
                  <a:lnTo>
                    <a:pt x="234315" y="835819"/>
                  </a:lnTo>
                  <a:lnTo>
                    <a:pt x="235744" y="833914"/>
                  </a:lnTo>
                  <a:lnTo>
                    <a:pt x="234315" y="833438"/>
                  </a:lnTo>
                  <a:lnTo>
                    <a:pt x="218123" y="838676"/>
                  </a:lnTo>
                  <a:lnTo>
                    <a:pt x="210026" y="842486"/>
                  </a:lnTo>
                  <a:lnTo>
                    <a:pt x="202406" y="847249"/>
                  </a:lnTo>
                  <a:lnTo>
                    <a:pt x="195739" y="852964"/>
                  </a:lnTo>
                  <a:lnTo>
                    <a:pt x="190024" y="859631"/>
                  </a:lnTo>
                  <a:lnTo>
                    <a:pt x="185261" y="864394"/>
                  </a:lnTo>
                  <a:lnTo>
                    <a:pt x="180975" y="866775"/>
                  </a:lnTo>
                  <a:lnTo>
                    <a:pt x="178594" y="868680"/>
                  </a:lnTo>
                  <a:lnTo>
                    <a:pt x="178118" y="870109"/>
                  </a:lnTo>
                  <a:lnTo>
                    <a:pt x="176689" y="871061"/>
                  </a:lnTo>
                  <a:lnTo>
                    <a:pt x="174784" y="871538"/>
                  </a:lnTo>
                  <a:lnTo>
                    <a:pt x="173355" y="871538"/>
                  </a:lnTo>
                  <a:lnTo>
                    <a:pt x="171926" y="870585"/>
                  </a:lnTo>
                  <a:lnTo>
                    <a:pt x="169545" y="871061"/>
                  </a:lnTo>
                  <a:lnTo>
                    <a:pt x="163830" y="874395"/>
                  </a:lnTo>
                  <a:lnTo>
                    <a:pt x="162878" y="875824"/>
                  </a:lnTo>
                  <a:lnTo>
                    <a:pt x="162878" y="877729"/>
                  </a:lnTo>
                  <a:lnTo>
                    <a:pt x="163354" y="880110"/>
                  </a:lnTo>
                  <a:lnTo>
                    <a:pt x="162878" y="882968"/>
                  </a:lnTo>
                  <a:lnTo>
                    <a:pt x="161449" y="886301"/>
                  </a:lnTo>
                  <a:lnTo>
                    <a:pt x="161449" y="888206"/>
                  </a:lnTo>
                  <a:lnTo>
                    <a:pt x="162878" y="888206"/>
                  </a:lnTo>
                  <a:lnTo>
                    <a:pt x="165259" y="886778"/>
                  </a:lnTo>
                  <a:lnTo>
                    <a:pt x="168116" y="884396"/>
                  </a:lnTo>
                  <a:lnTo>
                    <a:pt x="169069" y="881539"/>
                  </a:lnTo>
                  <a:lnTo>
                    <a:pt x="168116" y="878681"/>
                  </a:lnTo>
                  <a:lnTo>
                    <a:pt x="168593" y="877253"/>
                  </a:lnTo>
                  <a:lnTo>
                    <a:pt x="172879" y="878205"/>
                  </a:lnTo>
                  <a:lnTo>
                    <a:pt x="177165" y="882491"/>
                  </a:lnTo>
                  <a:lnTo>
                    <a:pt x="178594" y="882491"/>
                  </a:lnTo>
                  <a:lnTo>
                    <a:pt x="183356" y="880110"/>
                  </a:lnTo>
                  <a:lnTo>
                    <a:pt x="185261" y="878205"/>
                  </a:lnTo>
                  <a:lnTo>
                    <a:pt x="185261" y="876776"/>
                  </a:lnTo>
                  <a:lnTo>
                    <a:pt x="184309" y="870109"/>
                  </a:lnTo>
                  <a:lnTo>
                    <a:pt x="184785" y="868680"/>
                  </a:lnTo>
                  <a:lnTo>
                    <a:pt x="187643" y="868680"/>
                  </a:lnTo>
                  <a:lnTo>
                    <a:pt x="189071" y="870109"/>
                  </a:lnTo>
                  <a:lnTo>
                    <a:pt x="191453" y="872966"/>
                  </a:lnTo>
                  <a:lnTo>
                    <a:pt x="191929" y="874871"/>
                  </a:lnTo>
                  <a:lnTo>
                    <a:pt x="190500" y="875348"/>
                  </a:lnTo>
                  <a:lnTo>
                    <a:pt x="190500" y="875824"/>
                  </a:lnTo>
                  <a:lnTo>
                    <a:pt x="191453" y="876776"/>
                  </a:lnTo>
                  <a:lnTo>
                    <a:pt x="192881" y="877253"/>
                  </a:lnTo>
                  <a:lnTo>
                    <a:pt x="194786" y="877253"/>
                  </a:lnTo>
                  <a:lnTo>
                    <a:pt x="196691" y="876300"/>
                  </a:lnTo>
                  <a:lnTo>
                    <a:pt x="199073" y="873919"/>
                  </a:lnTo>
                  <a:lnTo>
                    <a:pt x="200501" y="872966"/>
                  </a:lnTo>
                  <a:lnTo>
                    <a:pt x="203835" y="872966"/>
                  </a:lnTo>
                  <a:lnTo>
                    <a:pt x="207169" y="870109"/>
                  </a:lnTo>
                  <a:lnTo>
                    <a:pt x="215265" y="861060"/>
                  </a:lnTo>
                  <a:lnTo>
                    <a:pt x="216218" y="859631"/>
                  </a:lnTo>
                  <a:lnTo>
                    <a:pt x="217646" y="854393"/>
                  </a:lnTo>
                  <a:lnTo>
                    <a:pt x="218599" y="852964"/>
                  </a:lnTo>
                  <a:lnTo>
                    <a:pt x="220504" y="851535"/>
                  </a:lnTo>
                  <a:lnTo>
                    <a:pt x="223361" y="850106"/>
                  </a:lnTo>
                  <a:lnTo>
                    <a:pt x="225266" y="849630"/>
                  </a:lnTo>
                  <a:lnTo>
                    <a:pt x="228600" y="850582"/>
                  </a:lnTo>
                  <a:lnTo>
                    <a:pt x="231934" y="852011"/>
                  </a:lnTo>
                  <a:lnTo>
                    <a:pt x="233363" y="852964"/>
                  </a:lnTo>
                  <a:lnTo>
                    <a:pt x="233839" y="853916"/>
                  </a:lnTo>
                  <a:lnTo>
                    <a:pt x="230029" y="853440"/>
                  </a:lnTo>
                  <a:lnTo>
                    <a:pt x="228124" y="853440"/>
                  </a:lnTo>
                  <a:lnTo>
                    <a:pt x="226695" y="854393"/>
                  </a:lnTo>
                  <a:lnTo>
                    <a:pt x="225743" y="855345"/>
                  </a:lnTo>
                  <a:lnTo>
                    <a:pt x="224790" y="857726"/>
                  </a:lnTo>
                  <a:lnTo>
                    <a:pt x="224790" y="861060"/>
                  </a:lnTo>
                  <a:lnTo>
                    <a:pt x="225266" y="862013"/>
                  </a:lnTo>
                  <a:lnTo>
                    <a:pt x="228124" y="862489"/>
                  </a:lnTo>
                  <a:lnTo>
                    <a:pt x="235268" y="861536"/>
                  </a:lnTo>
                  <a:lnTo>
                    <a:pt x="238125" y="860584"/>
                  </a:lnTo>
                  <a:lnTo>
                    <a:pt x="240506" y="859155"/>
                  </a:lnTo>
                  <a:lnTo>
                    <a:pt x="242888" y="856774"/>
                  </a:lnTo>
                  <a:lnTo>
                    <a:pt x="244793" y="855821"/>
                  </a:lnTo>
                  <a:lnTo>
                    <a:pt x="249079" y="857250"/>
                  </a:lnTo>
                  <a:lnTo>
                    <a:pt x="250508" y="856298"/>
                  </a:lnTo>
                  <a:lnTo>
                    <a:pt x="251936" y="854393"/>
                  </a:lnTo>
                  <a:lnTo>
                    <a:pt x="253841" y="853916"/>
                  </a:lnTo>
                  <a:lnTo>
                    <a:pt x="256223" y="854869"/>
                  </a:lnTo>
                  <a:lnTo>
                    <a:pt x="258128" y="854869"/>
                  </a:lnTo>
                  <a:lnTo>
                    <a:pt x="259556" y="853916"/>
                  </a:lnTo>
                  <a:lnTo>
                    <a:pt x="261461" y="851059"/>
                  </a:lnTo>
                  <a:lnTo>
                    <a:pt x="262414" y="850106"/>
                  </a:lnTo>
                  <a:lnTo>
                    <a:pt x="266700" y="848678"/>
                  </a:lnTo>
                  <a:lnTo>
                    <a:pt x="273368" y="843915"/>
                  </a:lnTo>
                  <a:lnTo>
                    <a:pt x="276225" y="842486"/>
                  </a:lnTo>
                  <a:lnTo>
                    <a:pt x="277654" y="842486"/>
                  </a:lnTo>
                  <a:lnTo>
                    <a:pt x="279083" y="842010"/>
                  </a:lnTo>
                  <a:lnTo>
                    <a:pt x="281464" y="840581"/>
                  </a:lnTo>
                  <a:lnTo>
                    <a:pt x="282893" y="840105"/>
                  </a:lnTo>
                  <a:lnTo>
                    <a:pt x="283845" y="840105"/>
                  </a:lnTo>
                  <a:lnTo>
                    <a:pt x="286226" y="841057"/>
                  </a:lnTo>
                  <a:lnTo>
                    <a:pt x="286703" y="842486"/>
                  </a:lnTo>
                  <a:lnTo>
                    <a:pt x="286703" y="849630"/>
                  </a:lnTo>
                  <a:lnTo>
                    <a:pt x="287179" y="850582"/>
                  </a:lnTo>
                  <a:lnTo>
                    <a:pt x="289084" y="849154"/>
                  </a:lnTo>
                  <a:lnTo>
                    <a:pt x="290513" y="847249"/>
                  </a:lnTo>
                  <a:lnTo>
                    <a:pt x="291465" y="844868"/>
                  </a:lnTo>
                  <a:lnTo>
                    <a:pt x="291941" y="842010"/>
                  </a:lnTo>
                  <a:lnTo>
                    <a:pt x="295275" y="840581"/>
                  </a:lnTo>
                  <a:lnTo>
                    <a:pt x="317183" y="833914"/>
                  </a:lnTo>
                  <a:lnTo>
                    <a:pt x="320040" y="831056"/>
                  </a:lnTo>
                  <a:lnTo>
                    <a:pt x="322898" y="825818"/>
                  </a:lnTo>
                  <a:lnTo>
                    <a:pt x="324326" y="824389"/>
                  </a:lnTo>
                  <a:lnTo>
                    <a:pt x="325755" y="824389"/>
                  </a:lnTo>
                  <a:lnTo>
                    <a:pt x="326231" y="825341"/>
                  </a:lnTo>
                  <a:lnTo>
                    <a:pt x="326708" y="829628"/>
                  </a:lnTo>
                  <a:lnTo>
                    <a:pt x="327184" y="830104"/>
                  </a:lnTo>
                  <a:lnTo>
                    <a:pt x="328136" y="829628"/>
                  </a:lnTo>
                  <a:lnTo>
                    <a:pt x="329565" y="827723"/>
                  </a:lnTo>
                  <a:lnTo>
                    <a:pt x="334804" y="823913"/>
                  </a:lnTo>
                  <a:lnTo>
                    <a:pt x="334328" y="823436"/>
                  </a:lnTo>
                  <a:lnTo>
                    <a:pt x="333375" y="821055"/>
                  </a:lnTo>
                  <a:lnTo>
                    <a:pt x="332423" y="819626"/>
                  </a:lnTo>
                  <a:lnTo>
                    <a:pt x="330994" y="818674"/>
                  </a:lnTo>
                  <a:lnTo>
                    <a:pt x="328136" y="817721"/>
                  </a:lnTo>
                  <a:lnTo>
                    <a:pt x="325755" y="818198"/>
                  </a:lnTo>
                  <a:lnTo>
                    <a:pt x="325279" y="817721"/>
                  </a:lnTo>
                  <a:lnTo>
                    <a:pt x="325755" y="816769"/>
                  </a:lnTo>
                  <a:lnTo>
                    <a:pt x="330041" y="812006"/>
                  </a:lnTo>
                  <a:lnTo>
                    <a:pt x="331946" y="811054"/>
                  </a:lnTo>
                  <a:lnTo>
                    <a:pt x="337661" y="810101"/>
                  </a:lnTo>
                  <a:lnTo>
                    <a:pt x="340043" y="809149"/>
                  </a:lnTo>
                  <a:lnTo>
                    <a:pt x="341948" y="808673"/>
                  </a:lnTo>
                  <a:lnTo>
                    <a:pt x="344805" y="808673"/>
                  </a:lnTo>
                  <a:lnTo>
                    <a:pt x="346710" y="808196"/>
                  </a:lnTo>
                  <a:lnTo>
                    <a:pt x="346710" y="807720"/>
                  </a:lnTo>
                  <a:lnTo>
                    <a:pt x="344805" y="807244"/>
                  </a:lnTo>
                  <a:lnTo>
                    <a:pt x="341471" y="806768"/>
                  </a:lnTo>
                  <a:lnTo>
                    <a:pt x="343376" y="804863"/>
                  </a:lnTo>
                  <a:lnTo>
                    <a:pt x="348615" y="802481"/>
                  </a:lnTo>
                  <a:lnTo>
                    <a:pt x="351949" y="802005"/>
                  </a:lnTo>
                  <a:lnTo>
                    <a:pt x="355283" y="802957"/>
                  </a:lnTo>
                  <a:lnTo>
                    <a:pt x="357664" y="803434"/>
                  </a:lnTo>
                  <a:lnTo>
                    <a:pt x="358616" y="802957"/>
                  </a:lnTo>
                  <a:lnTo>
                    <a:pt x="360521" y="801053"/>
                  </a:lnTo>
                  <a:lnTo>
                    <a:pt x="361950" y="796766"/>
                  </a:lnTo>
                  <a:lnTo>
                    <a:pt x="363855" y="795338"/>
                  </a:lnTo>
                  <a:lnTo>
                    <a:pt x="365760" y="794385"/>
                  </a:lnTo>
                  <a:lnTo>
                    <a:pt x="366236" y="796766"/>
                  </a:lnTo>
                  <a:lnTo>
                    <a:pt x="368618" y="797243"/>
                  </a:lnTo>
                  <a:lnTo>
                    <a:pt x="370999" y="797243"/>
                  </a:lnTo>
                  <a:lnTo>
                    <a:pt x="373380" y="796766"/>
                  </a:lnTo>
                  <a:lnTo>
                    <a:pt x="375761" y="795338"/>
                  </a:lnTo>
                  <a:lnTo>
                    <a:pt x="378619" y="792956"/>
                  </a:lnTo>
                  <a:lnTo>
                    <a:pt x="381000" y="791528"/>
                  </a:lnTo>
                  <a:lnTo>
                    <a:pt x="382905" y="791051"/>
                  </a:lnTo>
                  <a:lnTo>
                    <a:pt x="384334" y="790099"/>
                  </a:lnTo>
                  <a:lnTo>
                    <a:pt x="385286" y="787241"/>
                  </a:lnTo>
                  <a:lnTo>
                    <a:pt x="387668" y="786765"/>
                  </a:lnTo>
                  <a:lnTo>
                    <a:pt x="390525" y="787241"/>
                  </a:lnTo>
                  <a:lnTo>
                    <a:pt x="391954" y="784384"/>
                  </a:lnTo>
                  <a:lnTo>
                    <a:pt x="394811" y="782955"/>
                  </a:lnTo>
                  <a:lnTo>
                    <a:pt x="395764" y="782003"/>
                  </a:lnTo>
                  <a:lnTo>
                    <a:pt x="398145" y="777240"/>
                  </a:lnTo>
                  <a:lnTo>
                    <a:pt x="398145" y="775335"/>
                  </a:lnTo>
                  <a:lnTo>
                    <a:pt x="396716" y="772954"/>
                  </a:lnTo>
                  <a:lnTo>
                    <a:pt x="395764" y="772001"/>
                  </a:lnTo>
                  <a:lnTo>
                    <a:pt x="395764" y="771049"/>
                  </a:lnTo>
                  <a:lnTo>
                    <a:pt x="397193" y="769620"/>
                  </a:lnTo>
                  <a:lnTo>
                    <a:pt x="403860" y="765334"/>
                  </a:lnTo>
                  <a:lnTo>
                    <a:pt x="406718" y="764857"/>
                  </a:lnTo>
                  <a:lnTo>
                    <a:pt x="409099" y="765810"/>
                  </a:lnTo>
                  <a:lnTo>
                    <a:pt x="410051" y="765810"/>
                  </a:lnTo>
                  <a:lnTo>
                    <a:pt x="410528" y="762000"/>
                  </a:lnTo>
                  <a:lnTo>
                    <a:pt x="411956" y="761048"/>
                  </a:lnTo>
                  <a:lnTo>
                    <a:pt x="418148" y="760571"/>
                  </a:lnTo>
                  <a:lnTo>
                    <a:pt x="419576" y="760095"/>
                  </a:lnTo>
                  <a:lnTo>
                    <a:pt x="421481" y="757238"/>
                  </a:lnTo>
                  <a:lnTo>
                    <a:pt x="424815" y="754856"/>
                  </a:lnTo>
                  <a:lnTo>
                    <a:pt x="425768" y="753428"/>
                  </a:lnTo>
                  <a:lnTo>
                    <a:pt x="425768" y="751999"/>
                  </a:lnTo>
                  <a:lnTo>
                    <a:pt x="427673" y="750570"/>
                  </a:lnTo>
                  <a:lnTo>
                    <a:pt x="431483" y="749618"/>
                  </a:lnTo>
                  <a:lnTo>
                    <a:pt x="434816" y="748189"/>
                  </a:lnTo>
                  <a:lnTo>
                    <a:pt x="440531" y="744379"/>
                  </a:lnTo>
                  <a:lnTo>
                    <a:pt x="441960" y="742950"/>
                  </a:lnTo>
                  <a:lnTo>
                    <a:pt x="445294" y="737711"/>
                  </a:lnTo>
                  <a:lnTo>
                    <a:pt x="459581" y="735806"/>
                  </a:lnTo>
                  <a:lnTo>
                    <a:pt x="459581" y="732949"/>
                  </a:lnTo>
                  <a:lnTo>
                    <a:pt x="460058" y="732473"/>
                  </a:lnTo>
                  <a:lnTo>
                    <a:pt x="465773" y="731044"/>
                  </a:lnTo>
                  <a:lnTo>
                    <a:pt x="470059" y="731044"/>
                  </a:lnTo>
                  <a:lnTo>
                    <a:pt x="471488" y="730568"/>
                  </a:lnTo>
                  <a:lnTo>
                    <a:pt x="471964" y="726757"/>
                  </a:lnTo>
                  <a:lnTo>
                    <a:pt x="472916" y="723900"/>
                  </a:lnTo>
                  <a:lnTo>
                    <a:pt x="470535" y="723900"/>
                  </a:lnTo>
                  <a:lnTo>
                    <a:pt x="470059" y="723424"/>
                  </a:lnTo>
                  <a:lnTo>
                    <a:pt x="477203" y="720566"/>
                  </a:lnTo>
                  <a:lnTo>
                    <a:pt x="478155" y="719138"/>
                  </a:lnTo>
                  <a:lnTo>
                    <a:pt x="478155" y="716756"/>
                  </a:lnTo>
                  <a:lnTo>
                    <a:pt x="479584" y="714375"/>
                  </a:lnTo>
                  <a:lnTo>
                    <a:pt x="484823" y="709613"/>
                  </a:lnTo>
                  <a:lnTo>
                    <a:pt x="486251" y="708660"/>
                  </a:lnTo>
                  <a:lnTo>
                    <a:pt x="490538" y="707707"/>
                  </a:lnTo>
                  <a:lnTo>
                    <a:pt x="493395" y="706279"/>
                  </a:lnTo>
                  <a:lnTo>
                    <a:pt x="499586" y="701516"/>
                  </a:lnTo>
                  <a:lnTo>
                    <a:pt x="501968" y="698182"/>
                  </a:lnTo>
                  <a:lnTo>
                    <a:pt x="502920" y="696278"/>
                  </a:lnTo>
                  <a:lnTo>
                    <a:pt x="503396" y="694849"/>
                  </a:lnTo>
                  <a:lnTo>
                    <a:pt x="502920" y="693420"/>
                  </a:lnTo>
                  <a:lnTo>
                    <a:pt x="500063" y="691039"/>
                  </a:lnTo>
                  <a:lnTo>
                    <a:pt x="491966" y="687229"/>
                  </a:lnTo>
                  <a:lnTo>
                    <a:pt x="487680" y="685800"/>
                  </a:lnTo>
                  <a:lnTo>
                    <a:pt x="483870" y="685324"/>
                  </a:lnTo>
                  <a:lnTo>
                    <a:pt x="476250" y="683419"/>
                  </a:lnTo>
                  <a:lnTo>
                    <a:pt x="474821" y="681514"/>
                  </a:lnTo>
                  <a:lnTo>
                    <a:pt x="476250" y="677228"/>
                  </a:lnTo>
                  <a:lnTo>
                    <a:pt x="478631" y="672465"/>
                  </a:lnTo>
                  <a:lnTo>
                    <a:pt x="478155" y="671036"/>
                  </a:lnTo>
                  <a:lnTo>
                    <a:pt x="487680" y="665321"/>
                  </a:lnTo>
                  <a:lnTo>
                    <a:pt x="489585" y="663416"/>
                  </a:lnTo>
                  <a:lnTo>
                    <a:pt x="491014" y="661511"/>
                  </a:lnTo>
                  <a:lnTo>
                    <a:pt x="494348" y="658654"/>
                  </a:lnTo>
                  <a:lnTo>
                    <a:pt x="494824" y="657701"/>
                  </a:lnTo>
                  <a:lnTo>
                    <a:pt x="492919" y="656749"/>
                  </a:lnTo>
                  <a:lnTo>
                    <a:pt x="493395" y="656273"/>
                  </a:lnTo>
                  <a:lnTo>
                    <a:pt x="499110" y="652463"/>
                  </a:lnTo>
                  <a:lnTo>
                    <a:pt x="501491" y="651510"/>
                  </a:lnTo>
                  <a:lnTo>
                    <a:pt x="502920" y="651986"/>
                  </a:lnTo>
                  <a:lnTo>
                    <a:pt x="502920" y="652463"/>
                  </a:lnTo>
                  <a:lnTo>
                    <a:pt x="501968" y="654844"/>
                  </a:lnTo>
                  <a:lnTo>
                    <a:pt x="502444" y="655320"/>
                  </a:lnTo>
                  <a:lnTo>
                    <a:pt x="506730" y="654844"/>
                  </a:lnTo>
                  <a:lnTo>
                    <a:pt x="511493" y="652939"/>
                  </a:lnTo>
                  <a:lnTo>
                    <a:pt x="512921" y="651986"/>
                  </a:lnTo>
                  <a:lnTo>
                    <a:pt x="513874" y="648653"/>
                  </a:lnTo>
                  <a:lnTo>
                    <a:pt x="513398" y="647700"/>
                  </a:lnTo>
                  <a:lnTo>
                    <a:pt x="507683" y="646271"/>
                  </a:lnTo>
                  <a:lnTo>
                    <a:pt x="508635" y="645795"/>
                  </a:lnTo>
                  <a:lnTo>
                    <a:pt x="511493" y="644843"/>
                  </a:lnTo>
                  <a:lnTo>
                    <a:pt x="520065" y="643890"/>
                  </a:lnTo>
                  <a:lnTo>
                    <a:pt x="523399" y="642938"/>
                  </a:lnTo>
                  <a:lnTo>
                    <a:pt x="526733" y="639128"/>
                  </a:lnTo>
                  <a:lnTo>
                    <a:pt x="527685" y="636746"/>
                  </a:lnTo>
                  <a:lnTo>
                    <a:pt x="527685" y="634365"/>
                  </a:lnTo>
                  <a:lnTo>
                    <a:pt x="526733" y="632460"/>
                  </a:lnTo>
                  <a:lnTo>
                    <a:pt x="523875" y="629603"/>
                  </a:lnTo>
                  <a:lnTo>
                    <a:pt x="519113" y="626269"/>
                  </a:lnTo>
                  <a:lnTo>
                    <a:pt x="514350" y="623888"/>
                  </a:lnTo>
                  <a:lnTo>
                    <a:pt x="514350" y="623411"/>
                  </a:lnTo>
                  <a:lnTo>
                    <a:pt x="517684" y="623411"/>
                  </a:lnTo>
                  <a:lnTo>
                    <a:pt x="521970" y="625793"/>
                  </a:lnTo>
                  <a:lnTo>
                    <a:pt x="524351" y="626269"/>
                  </a:lnTo>
                  <a:lnTo>
                    <a:pt x="526733" y="626269"/>
                  </a:lnTo>
                  <a:lnTo>
                    <a:pt x="530543" y="624840"/>
                  </a:lnTo>
                  <a:lnTo>
                    <a:pt x="536258" y="621030"/>
                  </a:lnTo>
                  <a:lnTo>
                    <a:pt x="539115" y="618649"/>
                  </a:lnTo>
                  <a:lnTo>
                    <a:pt x="540068" y="617220"/>
                  </a:lnTo>
                  <a:lnTo>
                    <a:pt x="538639" y="614839"/>
                  </a:lnTo>
                  <a:lnTo>
                    <a:pt x="538639" y="613886"/>
                  </a:lnTo>
                  <a:lnTo>
                    <a:pt x="540068" y="611029"/>
                  </a:lnTo>
                  <a:lnTo>
                    <a:pt x="549593" y="602932"/>
                  </a:lnTo>
                  <a:lnTo>
                    <a:pt x="553879" y="600075"/>
                  </a:lnTo>
                  <a:lnTo>
                    <a:pt x="556736" y="599599"/>
                  </a:lnTo>
                  <a:lnTo>
                    <a:pt x="557689" y="598646"/>
                  </a:lnTo>
                  <a:lnTo>
                    <a:pt x="556736" y="594836"/>
                  </a:lnTo>
                  <a:lnTo>
                    <a:pt x="556736" y="593407"/>
                  </a:lnTo>
                  <a:lnTo>
                    <a:pt x="558165" y="590550"/>
                  </a:lnTo>
                  <a:lnTo>
                    <a:pt x="562928" y="587216"/>
                  </a:lnTo>
                  <a:lnTo>
                    <a:pt x="567690" y="585311"/>
                  </a:lnTo>
                  <a:lnTo>
                    <a:pt x="573881" y="583882"/>
                  </a:lnTo>
                  <a:lnTo>
                    <a:pt x="578168" y="581501"/>
                  </a:lnTo>
                  <a:lnTo>
                    <a:pt x="581025" y="578644"/>
                  </a:lnTo>
                  <a:lnTo>
                    <a:pt x="585311" y="575786"/>
                  </a:lnTo>
                  <a:lnTo>
                    <a:pt x="596741" y="570548"/>
                  </a:lnTo>
                  <a:lnTo>
                    <a:pt x="598170" y="570071"/>
                  </a:lnTo>
                  <a:lnTo>
                    <a:pt x="599123" y="570548"/>
                  </a:lnTo>
                  <a:lnTo>
                    <a:pt x="601028" y="572453"/>
                  </a:lnTo>
                  <a:lnTo>
                    <a:pt x="613410" y="571976"/>
                  </a:lnTo>
                  <a:lnTo>
                    <a:pt x="618173" y="571500"/>
                  </a:lnTo>
                  <a:lnTo>
                    <a:pt x="619125" y="570548"/>
                  </a:lnTo>
                  <a:lnTo>
                    <a:pt x="621506" y="566261"/>
                  </a:lnTo>
                  <a:lnTo>
                    <a:pt x="623411" y="564356"/>
                  </a:lnTo>
                  <a:lnTo>
                    <a:pt x="627698" y="561499"/>
                  </a:lnTo>
                  <a:lnTo>
                    <a:pt x="630079" y="560546"/>
                  </a:lnTo>
                  <a:lnTo>
                    <a:pt x="636746" y="559594"/>
                  </a:lnTo>
                  <a:lnTo>
                    <a:pt x="640080" y="559594"/>
                  </a:lnTo>
                  <a:lnTo>
                    <a:pt x="631031" y="563880"/>
                  </a:lnTo>
                  <a:lnTo>
                    <a:pt x="626269" y="566738"/>
                  </a:lnTo>
                  <a:lnTo>
                    <a:pt x="622935" y="569595"/>
                  </a:lnTo>
                  <a:lnTo>
                    <a:pt x="621030" y="571976"/>
                  </a:lnTo>
                  <a:lnTo>
                    <a:pt x="620554" y="573405"/>
                  </a:lnTo>
                  <a:lnTo>
                    <a:pt x="619601" y="574357"/>
                  </a:lnTo>
                  <a:lnTo>
                    <a:pt x="616268" y="575310"/>
                  </a:lnTo>
                  <a:lnTo>
                    <a:pt x="615315" y="576739"/>
                  </a:lnTo>
                  <a:lnTo>
                    <a:pt x="618173" y="579120"/>
                  </a:lnTo>
                  <a:lnTo>
                    <a:pt x="631031" y="585788"/>
                  </a:lnTo>
                  <a:lnTo>
                    <a:pt x="635794" y="587216"/>
                  </a:lnTo>
                  <a:lnTo>
                    <a:pt x="646748" y="588645"/>
                  </a:lnTo>
                  <a:lnTo>
                    <a:pt x="649129" y="591026"/>
                  </a:lnTo>
                  <a:lnTo>
                    <a:pt x="649129" y="591503"/>
                  </a:lnTo>
                  <a:lnTo>
                    <a:pt x="645795" y="591503"/>
                  </a:lnTo>
                  <a:lnTo>
                    <a:pt x="630079" y="587693"/>
                  </a:lnTo>
                  <a:lnTo>
                    <a:pt x="622459" y="587216"/>
                  </a:lnTo>
                  <a:lnTo>
                    <a:pt x="617696" y="588645"/>
                  </a:lnTo>
                  <a:lnTo>
                    <a:pt x="613886" y="588645"/>
                  </a:lnTo>
                  <a:lnTo>
                    <a:pt x="611029" y="587693"/>
                  </a:lnTo>
                  <a:lnTo>
                    <a:pt x="608171" y="586264"/>
                  </a:lnTo>
                  <a:lnTo>
                    <a:pt x="605790" y="584359"/>
                  </a:lnTo>
                  <a:lnTo>
                    <a:pt x="602456" y="584359"/>
                  </a:lnTo>
                  <a:lnTo>
                    <a:pt x="591026" y="590074"/>
                  </a:lnTo>
                  <a:lnTo>
                    <a:pt x="585311" y="593884"/>
                  </a:lnTo>
                  <a:lnTo>
                    <a:pt x="571024" y="601504"/>
                  </a:lnTo>
                  <a:lnTo>
                    <a:pt x="570071" y="602456"/>
                  </a:lnTo>
                  <a:lnTo>
                    <a:pt x="570071" y="605790"/>
                  </a:lnTo>
                  <a:lnTo>
                    <a:pt x="571500" y="611029"/>
                  </a:lnTo>
                  <a:lnTo>
                    <a:pt x="571500" y="615315"/>
                  </a:lnTo>
                  <a:lnTo>
                    <a:pt x="568643" y="624840"/>
                  </a:lnTo>
                  <a:lnTo>
                    <a:pt x="566738" y="628650"/>
                  </a:lnTo>
                  <a:lnTo>
                    <a:pt x="561499" y="634365"/>
                  </a:lnTo>
                  <a:lnTo>
                    <a:pt x="557213" y="639604"/>
                  </a:lnTo>
                  <a:lnTo>
                    <a:pt x="555784" y="642938"/>
                  </a:lnTo>
                  <a:lnTo>
                    <a:pt x="553403" y="650081"/>
                  </a:lnTo>
                  <a:lnTo>
                    <a:pt x="554831" y="652939"/>
                  </a:lnTo>
                  <a:lnTo>
                    <a:pt x="556736" y="653891"/>
                  </a:lnTo>
                  <a:lnTo>
                    <a:pt x="565309" y="656273"/>
                  </a:lnTo>
                  <a:lnTo>
                    <a:pt x="567214" y="656273"/>
                  </a:lnTo>
                  <a:lnTo>
                    <a:pt x="568643" y="655796"/>
                  </a:lnTo>
                  <a:lnTo>
                    <a:pt x="579120" y="649605"/>
                  </a:lnTo>
                  <a:lnTo>
                    <a:pt x="580073" y="650081"/>
                  </a:lnTo>
                  <a:lnTo>
                    <a:pt x="580549" y="650557"/>
                  </a:lnTo>
                  <a:lnTo>
                    <a:pt x="575786" y="657225"/>
                  </a:lnTo>
                  <a:lnTo>
                    <a:pt x="573405" y="659606"/>
                  </a:lnTo>
                  <a:lnTo>
                    <a:pt x="568643" y="662940"/>
                  </a:lnTo>
                  <a:lnTo>
                    <a:pt x="564833" y="664845"/>
                  </a:lnTo>
                  <a:lnTo>
                    <a:pt x="558641" y="665798"/>
                  </a:lnTo>
                  <a:lnTo>
                    <a:pt x="553403" y="668655"/>
                  </a:lnTo>
                  <a:lnTo>
                    <a:pt x="552450" y="669607"/>
                  </a:lnTo>
                  <a:lnTo>
                    <a:pt x="551021" y="671989"/>
                  </a:lnTo>
                  <a:lnTo>
                    <a:pt x="550069" y="674846"/>
                  </a:lnTo>
                  <a:lnTo>
                    <a:pt x="550545" y="675799"/>
                  </a:lnTo>
                  <a:lnTo>
                    <a:pt x="551974" y="676275"/>
                  </a:lnTo>
                  <a:lnTo>
                    <a:pt x="557689" y="679609"/>
                  </a:lnTo>
                  <a:lnTo>
                    <a:pt x="561499" y="679609"/>
                  </a:lnTo>
                  <a:lnTo>
                    <a:pt x="566261" y="677228"/>
                  </a:lnTo>
                  <a:lnTo>
                    <a:pt x="570071" y="676275"/>
                  </a:lnTo>
                  <a:lnTo>
                    <a:pt x="572929" y="676751"/>
                  </a:lnTo>
                  <a:lnTo>
                    <a:pt x="575310" y="676751"/>
                  </a:lnTo>
                  <a:lnTo>
                    <a:pt x="577215" y="676275"/>
                  </a:lnTo>
                  <a:lnTo>
                    <a:pt x="577691" y="675323"/>
                  </a:lnTo>
                  <a:lnTo>
                    <a:pt x="576263" y="673894"/>
                  </a:lnTo>
                  <a:lnTo>
                    <a:pt x="576739" y="673418"/>
                  </a:lnTo>
                  <a:lnTo>
                    <a:pt x="581025" y="674370"/>
                  </a:lnTo>
                  <a:lnTo>
                    <a:pt x="584359" y="676275"/>
                  </a:lnTo>
                  <a:lnTo>
                    <a:pt x="585311" y="675799"/>
                  </a:lnTo>
                  <a:lnTo>
                    <a:pt x="586740" y="672941"/>
                  </a:lnTo>
                  <a:lnTo>
                    <a:pt x="588169" y="671036"/>
                  </a:lnTo>
                  <a:lnTo>
                    <a:pt x="594360" y="666750"/>
                  </a:lnTo>
                  <a:lnTo>
                    <a:pt x="596265" y="663893"/>
                  </a:lnTo>
                  <a:lnTo>
                    <a:pt x="596265" y="661035"/>
                  </a:lnTo>
                  <a:lnTo>
                    <a:pt x="596741" y="659606"/>
                  </a:lnTo>
                  <a:lnTo>
                    <a:pt x="597694" y="659606"/>
                  </a:lnTo>
                  <a:lnTo>
                    <a:pt x="599599" y="661035"/>
                  </a:lnTo>
                  <a:lnTo>
                    <a:pt x="601028" y="661035"/>
                  </a:lnTo>
                  <a:lnTo>
                    <a:pt x="606266" y="658654"/>
                  </a:lnTo>
                  <a:lnTo>
                    <a:pt x="607695" y="658654"/>
                  </a:lnTo>
                  <a:lnTo>
                    <a:pt x="609124" y="659130"/>
                  </a:lnTo>
                  <a:lnTo>
                    <a:pt x="611029" y="659130"/>
                  </a:lnTo>
                  <a:lnTo>
                    <a:pt x="619125" y="652939"/>
                  </a:lnTo>
                  <a:lnTo>
                    <a:pt x="619125" y="651986"/>
                  </a:lnTo>
                  <a:lnTo>
                    <a:pt x="617220" y="648653"/>
                  </a:lnTo>
                  <a:lnTo>
                    <a:pt x="617696" y="648176"/>
                  </a:lnTo>
                  <a:lnTo>
                    <a:pt x="619125" y="648176"/>
                  </a:lnTo>
                  <a:lnTo>
                    <a:pt x="624840" y="650557"/>
                  </a:lnTo>
                  <a:lnTo>
                    <a:pt x="625316" y="650081"/>
                  </a:lnTo>
                  <a:lnTo>
                    <a:pt x="624364" y="645795"/>
                  </a:lnTo>
                  <a:lnTo>
                    <a:pt x="624840" y="644843"/>
                  </a:lnTo>
                  <a:lnTo>
                    <a:pt x="627698" y="641509"/>
                  </a:lnTo>
                  <a:lnTo>
                    <a:pt x="628650" y="642938"/>
                  </a:lnTo>
                  <a:lnTo>
                    <a:pt x="630555" y="648653"/>
                  </a:lnTo>
                  <a:lnTo>
                    <a:pt x="631031" y="649605"/>
                  </a:lnTo>
                  <a:lnTo>
                    <a:pt x="631508" y="649605"/>
                  </a:lnTo>
                  <a:lnTo>
                    <a:pt x="632936" y="643414"/>
                  </a:lnTo>
                  <a:lnTo>
                    <a:pt x="635794" y="639604"/>
                  </a:lnTo>
                  <a:lnTo>
                    <a:pt x="636746" y="637699"/>
                  </a:lnTo>
                  <a:lnTo>
                    <a:pt x="637223" y="632460"/>
                  </a:lnTo>
                  <a:lnTo>
                    <a:pt x="637699" y="631984"/>
                  </a:lnTo>
                  <a:lnTo>
                    <a:pt x="640556" y="636746"/>
                  </a:lnTo>
                  <a:lnTo>
                    <a:pt x="641985" y="637699"/>
                  </a:lnTo>
                  <a:lnTo>
                    <a:pt x="646748" y="635794"/>
                  </a:lnTo>
                  <a:lnTo>
                    <a:pt x="648653" y="637699"/>
                  </a:lnTo>
                  <a:lnTo>
                    <a:pt x="651034" y="638651"/>
                  </a:lnTo>
                  <a:lnTo>
                    <a:pt x="656749" y="640080"/>
                  </a:lnTo>
                  <a:lnTo>
                    <a:pt x="660083" y="640080"/>
                  </a:lnTo>
                  <a:lnTo>
                    <a:pt x="663893" y="639604"/>
                  </a:lnTo>
                  <a:lnTo>
                    <a:pt x="666274" y="639128"/>
                  </a:lnTo>
                  <a:lnTo>
                    <a:pt x="667226" y="638175"/>
                  </a:lnTo>
                  <a:lnTo>
                    <a:pt x="668655" y="638175"/>
                  </a:lnTo>
                  <a:lnTo>
                    <a:pt x="670084" y="639128"/>
                  </a:lnTo>
                  <a:lnTo>
                    <a:pt x="671036" y="638175"/>
                  </a:lnTo>
                  <a:lnTo>
                    <a:pt x="674370" y="631507"/>
                  </a:lnTo>
                  <a:lnTo>
                    <a:pt x="675799" y="630555"/>
                  </a:lnTo>
                  <a:lnTo>
                    <a:pt x="677228" y="630555"/>
                  </a:lnTo>
                  <a:lnTo>
                    <a:pt x="678180" y="630079"/>
                  </a:lnTo>
                  <a:lnTo>
                    <a:pt x="678656" y="629603"/>
                  </a:lnTo>
                  <a:lnTo>
                    <a:pt x="677704" y="624364"/>
                  </a:lnTo>
                  <a:lnTo>
                    <a:pt x="677704" y="621506"/>
                  </a:lnTo>
                  <a:lnTo>
                    <a:pt x="678180" y="619601"/>
                  </a:lnTo>
                  <a:lnTo>
                    <a:pt x="679133" y="618173"/>
                  </a:lnTo>
                  <a:lnTo>
                    <a:pt x="681038" y="617220"/>
                  </a:lnTo>
                  <a:lnTo>
                    <a:pt x="683895" y="616268"/>
                  </a:lnTo>
                  <a:lnTo>
                    <a:pt x="685800" y="614839"/>
                  </a:lnTo>
                  <a:lnTo>
                    <a:pt x="686753" y="612934"/>
                  </a:lnTo>
                  <a:lnTo>
                    <a:pt x="686276" y="611029"/>
                  </a:lnTo>
                  <a:lnTo>
                    <a:pt x="683895" y="608648"/>
                  </a:lnTo>
                  <a:lnTo>
                    <a:pt x="681514" y="608171"/>
                  </a:lnTo>
                  <a:lnTo>
                    <a:pt x="679133" y="609600"/>
                  </a:lnTo>
                  <a:lnTo>
                    <a:pt x="675323" y="610553"/>
                  </a:lnTo>
                  <a:lnTo>
                    <a:pt x="670560" y="610553"/>
                  </a:lnTo>
                  <a:lnTo>
                    <a:pt x="666750" y="611505"/>
                  </a:lnTo>
                  <a:lnTo>
                    <a:pt x="664369" y="612934"/>
                  </a:lnTo>
                  <a:lnTo>
                    <a:pt x="663893" y="612934"/>
                  </a:lnTo>
                  <a:lnTo>
                    <a:pt x="665321" y="611029"/>
                  </a:lnTo>
                  <a:lnTo>
                    <a:pt x="668179" y="609124"/>
                  </a:lnTo>
                  <a:lnTo>
                    <a:pt x="669608" y="608648"/>
                  </a:lnTo>
                  <a:lnTo>
                    <a:pt x="673894" y="608648"/>
                  </a:lnTo>
                  <a:lnTo>
                    <a:pt x="674846" y="608171"/>
                  </a:lnTo>
                  <a:lnTo>
                    <a:pt x="675323" y="606743"/>
                  </a:lnTo>
                  <a:lnTo>
                    <a:pt x="676275" y="603409"/>
                  </a:lnTo>
                  <a:lnTo>
                    <a:pt x="675799" y="601980"/>
                  </a:lnTo>
                  <a:lnTo>
                    <a:pt x="673418" y="600551"/>
                  </a:lnTo>
                  <a:lnTo>
                    <a:pt x="671513" y="600075"/>
                  </a:lnTo>
                  <a:lnTo>
                    <a:pt x="666274" y="596741"/>
                  </a:lnTo>
                  <a:lnTo>
                    <a:pt x="666274" y="595313"/>
                  </a:lnTo>
                  <a:lnTo>
                    <a:pt x="669131" y="594836"/>
                  </a:lnTo>
                  <a:lnTo>
                    <a:pt x="671989" y="594836"/>
                  </a:lnTo>
                  <a:lnTo>
                    <a:pt x="673418" y="593884"/>
                  </a:lnTo>
                  <a:lnTo>
                    <a:pt x="675323" y="589598"/>
                  </a:lnTo>
                  <a:lnTo>
                    <a:pt x="678180" y="584835"/>
                  </a:lnTo>
                  <a:lnTo>
                    <a:pt x="677704" y="583882"/>
                  </a:lnTo>
                  <a:lnTo>
                    <a:pt x="675799" y="584359"/>
                  </a:lnTo>
                  <a:lnTo>
                    <a:pt x="671989" y="585788"/>
                  </a:lnTo>
                  <a:lnTo>
                    <a:pt x="671513" y="585788"/>
                  </a:lnTo>
                  <a:lnTo>
                    <a:pt x="672465" y="584359"/>
                  </a:lnTo>
                  <a:lnTo>
                    <a:pt x="673894" y="582930"/>
                  </a:lnTo>
                  <a:lnTo>
                    <a:pt x="676275" y="581978"/>
                  </a:lnTo>
                  <a:lnTo>
                    <a:pt x="678180" y="581501"/>
                  </a:lnTo>
                  <a:lnTo>
                    <a:pt x="680085" y="581978"/>
                  </a:lnTo>
                  <a:lnTo>
                    <a:pt x="683895" y="581978"/>
                  </a:lnTo>
                  <a:lnTo>
                    <a:pt x="686276" y="580549"/>
                  </a:lnTo>
                  <a:lnTo>
                    <a:pt x="691039" y="576263"/>
                  </a:lnTo>
                  <a:lnTo>
                    <a:pt x="693420" y="574834"/>
                  </a:lnTo>
                  <a:lnTo>
                    <a:pt x="694373" y="574834"/>
                  </a:lnTo>
                  <a:lnTo>
                    <a:pt x="686753" y="585311"/>
                  </a:lnTo>
                  <a:lnTo>
                    <a:pt x="685800" y="587693"/>
                  </a:lnTo>
                  <a:lnTo>
                    <a:pt x="686276" y="588645"/>
                  </a:lnTo>
                  <a:lnTo>
                    <a:pt x="689610" y="591503"/>
                  </a:lnTo>
                  <a:lnTo>
                    <a:pt x="692468" y="591503"/>
                  </a:lnTo>
                  <a:lnTo>
                    <a:pt x="697706" y="590074"/>
                  </a:lnTo>
                  <a:lnTo>
                    <a:pt x="698659" y="588645"/>
                  </a:lnTo>
                  <a:lnTo>
                    <a:pt x="699611" y="586264"/>
                  </a:lnTo>
                  <a:lnTo>
                    <a:pt x="700564" y="585311"/>
                  </a:lnTo>
                  <a:lnTo>
                    <a:pt x="701993" y="586740"/>
                  </a:lnTo>
                  <a:lnTo>
                    <a:pt x="704850" y="587693"/>
                  </a:lnTo>
                  <a:lnTo>
                    <a:pt x="706279" y="589121"/>
                  </a:lnTo>
                  <a:lnTo>
                    <a:pt x="707231" y="589121"/>
                  </a:lnTo>
                  <a:lnTo>
                    <a:pt x="708660" y="588645"/>
                  </a:lnTo>
                  <a:lnTo>
                    <a:pt x="710089" y="587693"/>
                  </a:lnTo>
                  <a:lnTo>
                    <a:pt x="711041" y="586264"/>
                  </a:lnTo>
                  <a:lnTo>
                    <a:pt x="712946" y="585311"/>
                  </a:lnTo>
                  <a:lnTo>
                    <a:pt x="715804" y="584835"/>
                  </a:lnTo>
                  <a:lnTo>
                    <a:pt x="718185" y="585311"/>
                  </a:lnTo>
                  <a:lnTo>
                    <a:pt x="720090" y="586264"/>
                  </a:lnTo>
                  <a:lnTo>
                    <a:pt x="723900" y="584835"/>
                  </a:lnTo>
                  <a:lnTo>
                    <a:pt x="729139" y="581025"/>
                  </a:lnTo>
                  <a:lnTo>
                    <a:pt x="733901" y="578644"/>
                  </a:lnTo>
                  <a:lnTo>
                    <a:pt x="740569" y="578168"/>
                  </a:lnTo>
                  <a:lnTo>
                    <a:pt x="743903" y="579596"/>
                  </a:lnTo>
                  <a:lnTo>
                    <a:pt x="733425" y="582454"/>
                  </a:lnTo>
                  <a:lnTo>
                    <a:pt x="731996" y="585788"/>
                  </a:lnTo>
                  <a:lnTo>
                    <a:pt x="731996" y="590550"/>
                  </a:lnTo>
                  <a:lnTo>
                    <a:pt x="732949" y="591979"/>
                  </a:lnTo>
                  <a:lnTo>
                    <a:pt x="735330" y="593407"/>
                  </a:lnTo>
                  <a:lnTo>
                    <a:pt x="740093" y="594836"/>
                  </a:lnTo>
                  <a:lnTo>
                    <a:pt x="736759" y="597694"/>
                  </a:lnTo>
                  <a:lnTo>
                    <a:pt x="734854" y="598170"/>
                  </a:lnTo>
                  <a:lnTo>
                    <a:pt x="733901" y="599123"/>
                  </a:lnTo>
                  <a:lnTo>
                    <a:pt x="736283" y="600551"/>
                  </a:lnTo>
                  <a:lnTo>
                    <a:pt x="741521" y="598646"/>
                  </a:lnTo>
                  <a:lnTo>
                    <a:pt x="744855" y="598170"/>
                  </a:lnTo>
                  <a:lnTo>
                    <a:pt x="747236" y="599123"/>
                  </a:lnTo>
                  <a:lnTo>
                    <a:pt x="747713" y="600075"/>
                  </a:lnTo>
                  <a:lnTo>
                    <a:pt x="747713" y="601028"/>
                  </a:lnTo>
                  <a:lnTo>
                    <a:pt x="748189" y="602456"/>
                  </a:lnTo>
                  <a:lnTo>
                    <a:pt x="764381" y="602932"/>
                  </a:lnTo>
                  <a:lnTo>
                    <a:pt x="763905" y="604361"/>
                  </a:lnTo>
                  <a:lnTo>
                    <a:pt x="761524" y="607219"/>
                  </a:lnTo>
                  <a:lnTo>
                    <a:pt x="759619" y="609124"/>
                  </a:lnTo>
                  <a:lnTo>
                    <a:pt x="756761" y="611505"/>
                  </a:lnTo>
                  <a:lnTo>
                    <a:pt x="758666" y="611981"/>
                  </a:lnTo>
                  <a:lnTo>
                    <a:pt x="762953" y="611981"/>
                  </a:lnTo>
                  <a:lnTo>
                    <a:pt x="768191" y="613410"/>
                  </a:lnTo>
                  <a:lnTo>
                    <a:pt x="774383" y="616268"/>
                  </a:lnTo>
                  <a:lnTo>
                    <a:pt x="779145" y="616744"/>
                  </a:lnTo>
                  <a:lnTo>
                    <a:pt x="782003" y="614839"/>
                  </a:lnTo>
                  <a:lnTo>
                    <a:pt x="784384" y="612934"/>
                  </a:lnTo>
                  <a:lnTo>
                    <a:pt x="788194" y="608648"/>
                  </a:lnTo>
                  <a:lnTo>
                    <a:pt x="792480" y="605314"/>
                  </a:lnTo>
                  <a:lnTo>
                    <a:pt x="797243" y="601980"/>
                  </a:lnTo>
                  <a:lnTo>
                    <a:pt x="798195" y="601504"/>
                  </a:lnTo>
                  <a:lnTo>
                    <a:pt x="794861" y="605790"/>
                  </a:lnTo>
                  <a:lnTo>
                    <a:pt x="793433" y="608171"/>
                  </a:lnTo>
                  <a:lnTo>
                    <a:pt x="792004" y="611981"/>
                  </a:lnTo>
                  <a:lnTo>
                    <a:pt x="790575" y="618173"/>
                  </a:lnTo>
                  <a:lnTo>
                    <a:pt x="792004" y="620078"/>
                  </a:lnTo>
                  <a:lnTo>
                    <a:pt x="795814" y="621030"/>
                  </a:lnTo>
                  <a:lnTo>
                    <a:pt x="798195" y="621982"/>
                  </a:lnTo>
                  <a:lnTo>
                    <a:pt x="799148" y="623411"/>
                  </a:lnTo>
                  <a:lnTo>
                    <a:pt x="802958" y="624364"/>
                  </a:lnTo>
                  <a:lnTo>
                    <a:pt x="809625" y="625316"/>
                  </a:lnTo>
                  <a:lnTo>
                    <a:pt x="814864" y="627221"/>
                  </a:lnTo>
                  <a:lnTo>
                    <a:pt x="818198" y="630555"/>
                  </a:lnTo>
                  <a:lnTo>
                    <a:pt x="818198" y="631507"/>
                  </a:lnTo>
                  <a:lnTo>
                    <a:pt x="815816" y="632460"/>
                  </a:lnTo>
                  <a:lnTo>
                    <a:pt x="816293" y="633889"/>
                  </a:lnTo>
                  <a:lnTo>
                    <a:pt x="822008" y="634365"/>
                  </a:lnTo>
                  <a:lnTo>
                    <a:pt x="827723" y="634365"/>
                  </a:lnTo>
                  <a:lnTo>
                    <a:pt x="837724" y="632460"/>
                  </a:lnTo>
                  <a:lnTo>
                    <a:pt x="856774" y="630555"/>
                  </a:lnTo>
                  <a:lnTo>
                    <a:pt x="870109" y="631031"/>
                  </a:lnTo>
                  <a:lnTo>
                    <a:pt x="885349" y="633889"/>
                  </a:lnTo>
                  <a:lnTo>
                    <a:pt x="900113" y="637223"/>
                  </a:lnTo>
                  <a:lnTo>
                    <a:pt x="904875" y="635794"/>
                  </a:lnTo>
                  <a:lnTo>
                    <a:pt x="907733" y="634365"/>
                  </a:lnTo>
                  <a:lnTo>
                    <a:pt x="909161" y="633413"/>
                  </a:lnTo>
                  <a:lnTo>
                    <a:pt x="908685" y="631031"/>
                  </a:lnTo>
                  <a:lnTo>
                    <a:pt x="908685" y="630079"/>
                  </a:lnTo>
                  <a:lnTo>
                    <a:pt x="909161" y="629603"/>
                  </a:lnTo>
                  <a:lnTo>
                    <a:pt x="910590" y="630079"/>
                  </a:lnTo>
                  <a:lnTo>
                    <a:pt x="911543" y="631031"/>
                  </a:lnTo>
                  <a:lnTo>
                    <a:pt x="912971" y="634841"/>
                  </a:lnTo>
                  <a:lnTo>
                    <a:pt x="912971" y="636270"/>
                  </a:lnTo>
                  <a:lnTo>
                    <a:pt x="909161" y="640080"/>
                  </a:lnTo>
                  <a:lnTo>
                    <a:pt x="911543" y="641509"/>
                  </a:lnTo>
                  <a:lnTo>
                    <a:pt x="928211" y="647700"/>
                  </a:lnTo>
                  <a:lnTo>
                    <a:pt x="934879" y="649129"/>
                  </a:lnTo>
                  <a:lnTo>
                    <a:pt x="942499" y="649605"/>
                  </a:lnTo>
                  <a:lnTo>
                    <a:pt x="949643" y="648653"/>
                  </a:lnTo>
                  <a:lnTo>
                    <a:pt x="959644" y="644843"/>
                  </a:lnTo>
                  <a:lnTo>
                    <a:pt x="962025" y="643414"/>
                  </a:lnTo>
                  <a:lnTo>
                    <a:pt x="970121" y="636270"/>
                  </a:lnTo>
                  <a:lnTo>
                    <a:pt x="973455" y="633889"/>
                  </a:lnTo>
                  <a:lnTo>
                    <a:pt x="976313" y="634365"/>
                  </a:lnTo>
                  <a:lnTo>
                    <a:pt x="977265" y="634841"/>
                  </a:lnTo>
                  <a:lnTo>
                    <a:pt x="982504" y="640080"/>
                  </a:lnTo>
                  <a:lnTo>
                    <a:pt x="991076" y="642938"/>
                  </a:lnTo>
                  <a:lnTo>
                    <a:pt x="989171" y="643414"/>
                  </a:lnTo>
                  <a:lnTo>
                    <a:pt x="984885" y="642938"/>
                  </a:lnTo>
                  <a:lnTo>
                    <a:pt x="983456" y="643890"/>
                  </a:lnTo>
                  <a:lnTo>
                    <a:pt x="982504" y="645795"/>
                  </a:lnTo>
                  <a:lnTo>
                    <a:pt x="982028" y="647700"/>
                  </a:lnTo>
                  <a:lnTo>
                    <a:pt x="982028" y="651986"/>
                  </a:lnTo>
                  <a:lnTo>
                    <a:pt x="980599" y="658654"/>
                  </a:lnTo>
                  <a:lnTo>
                    <a:pt x="980123" y="659130"/>
                  </a:lnTo>
                  <a:lnTo>
                    <a:pt x="979170" y="652939"/>
                  </a:lnTo>
                  <a:lnTo>
                    <a:pt x="979170" y="647224"/>
                  </a:lnTo>
                  <a:lnTo>
                    <a:pt x="978694" y="645795"/>
                  </a:lnTo>
                  <a:lnTo>
                    <a:pt x="974884" y="641985"/>
                  </a:lnTo>
                  <a:lnTo>
                    <a:pt x="973455" y="641509"/>
                  </a:lnTo>
                  <a:lnTo>
                    <a:pt x="972503" y="641985"/>
                  </a:lnTo>
                  <a:lnTo>
                    <a:pt x="971074" y="642938"/>
                  </a:lnTo>
                  <a:lnTo>
                    <a:pt x="970598" y="643890"/>
                  </a:lnTo>
                  <a:lnTo>
                    <a:pt x="970121" y="645319"/>
                  </a:lnTo>
                  <a:lnTo>
                    <a:pt x="970121" y="646748"/>
                  </a:lnTo>
                  <a:lnTo>
                    <a:pt x="971074" y="649605"/>
                  </a:lnTo>
                  <a:lnTo>
                    <a:pt x="972979" y="652939"/>
                  </a:lnTo>
                  <a:lnTo>
                    <a:pt x="972503" y="654368"/>
                  </a:lnTo>
                  <a:lnTo>
                    <a:pt x="969169" y="658654"/>
                  </a:lnTo>
                  <a:lnTo>
                    <a:pt x="967264" y="659606"/>
                  </a:lnTo>
                  <a:lnTo>
                    <a:pt x="963930" y="660559"/>
                  </a:lnTo>
                  <a:lnTo>
                    <a:pt x="962978" y="661511"/>
                  </a:lnTo>
                  <a:lnTo>
                    <a:pt x="963930" y="662464"/>
                  </a:lnTo>
                  <a:lnTo>
                    <a:pt x="965835" y="663416"/>
                  </a:lnTo>
                  <a:lnTo>
                    <a:pt x="970598" y="665321"/>
                  </a:lnTo>
                  <a:lnTo>
                    <a:pt x="978694" y="669607"/>
                  </a:lnTo>
                  <a:lnTo>
                    <a:pt x="994410" y="676751"/>
                  </a:lnTo>
                  <a:lnTo>
                    <a:pt x="1000601" y="679132"/>
                  </a:lnTo>
                  <a:lnTo>
                    <a:pt x="1007269" y="680085"/>
                  </a:lnTo>
                  <a:lnTo>
                    <a:pt x="1007269" y="680561"/>
                  </a:lnTo>
                  <a:lnTo>
                    <a:pt x="1005840" y="681514"/>
                  </a:lnTo>
                  <a:lnTo>
                    <a:pt x="1006793" y="681990"/>
                  </a:lnTo>
                  <a:lnTo>
                    <a:pt x="1009650" y="682466"/>
                  </a:lnTo>
                  <a:lnTo>
                    <a:pt x="1012984" y="683419"/>
                  </a:lnTo>
                  <a:lnTo>
                    <a:pt x="1016794" y="685324"/>
                  </a:lnTo>
                  <a:lnTo>
                    <a:pt x="1023938" y="690563"/>
                  </a:lnTo>
                  <a:lnTo>
                    <a:pt x="1026319" y="692944"/>
                  </a:lnTo>
                  <a:lnTo>
                    <a:pt x="1027271" y="695325"/>
                  </a:lnTo>
                  <a:lnTo>
                    <a:pt x="1029653" y="698182"/>
                  </a:lnTo>
                  <a:lnTo>
                    <a:pt x="1033463" y="701993"/>
                  </a:lnTo>
                  <a:lnTo>
                    <a:pt x="1036320" y="704374"/>
                  </a:lnTo>
                  <a:lnTo>
                    <a:pt x="1038701" y="705326"/>
                  </a:lnTo>
                  <a:lnTo>
                    <a:pt x="1039654" y="706279"/>
                  </a:lnTo>
                  <a:lnTo>
                    <a:pt x="1040130" y="708184"/>
                  </a:lnTo>
                  <a:lnTo>
                    <a:pt x="1040606" y="708660"/>
                  </a:lnTo>
                  <a:lnTo>
                    <a:pt x="1056799" y="717709"/>
                  </a:lnTo>
                  <a:lnTo>
                    <a:pt x="1063943" y="720566"/>
                  </a:lnTo>
                  <a:lnTo>
                    <a:pt x="1069658" y="723900"/>
                  </a:lnTo>
                  <a:lnTo>
                    <a:pt x="1072991" y="724853"/>
                  </a:lnTo>
                  <a:lnTo>
                    <a:pt x="1073944" y="724853"/>
                  </a:lnTo>
                  <a:lnTo>
                    <a:pt x="1078230" y="720566"/>
                  </a:lnTo>
                  <a:lnTo>
                    <a:pt x="1089660" y="719614"/>
                  </a:lnTo>
                  <a:lnTo>
                    <a:pt x="1091089" y="719138"/>
                  </a:lnTo>
                  <a:lnTo>
                    <a:pt x="1092041" y="718185"/>
                  </a:lnTo>
                  <a:lnTo>
                    <a:pt x="1092041" y="714851"/>
                  </a:lnTo>
                  <a:lnTo>
                    <a:pt x="1090613" y="711994"/>
                  </a:lnTo>
                  <a:lnTo>
                    <a:pt x="1086326" y="707231"/>
                  </a:lnTo>
                  <a:lnTo>
                    <a:pt x="1082993" y="706279"/>
                  </a:lnTo>
                  <a:lnTo>
                    <a:pt x="1077278" y="706755"/>
                  </a:lnTo>
                  <a:lnTo>
                    <a:pt x="1080135" y="703898"/>
                  </a:lnTo>
                  <a:lnTo>
                    <a:pt x="1080135" y="702945"/>
                  </a:lnTo>
                  <a:lnTo>
                    <a:pt x="1075849" y="701040"/>
                  </a:lnTo>
                  <a:lnTo>
                    <a:pt x="1075373" y="700564"/>
                  </a:lnTo>
                  <a:lnTo>
                    <a:pt x="1074896" y="698659"/>
                  </a:lnTo>
                  <a:lnTo>
                    <a:pt x="1073468" y="697706"/>
                  </a:lnTo>
                  <a:lnTo>
                    <a:pt x="1069181" y="695801"/>
                  </a:lnTo>
                  <a:lnTo>
                    <a:pt x="1064419" y="694373"/>
                  </a:lnTo>
                  <a:lnTo>
                    <a:pt x="1061561" y="694373"/>
                  </a:lnTo>
                  <a:lnTo>
                    <a:pt x="1059180" y="695325"/>
                  </a:lnTo>
                  <a:lnTo>
                    <a:pt x="1058704" y="694849"/>
                  </a:lnTo>
                  <a:lnTo>
                    <a:pt x="1061085" y="692468"/>
                  </a:lnTo>
                  <a:lnTo>
                    <a:pt x="1062514" y="691991"/>
                  </a:lnTo>
                  <a:lnTo>
                    <a:pt x="1062514" y="690563"/>
                  </a:lnTo>
                  <a:lnTo>
                    <a:pt x="1060609" y="687705"/>
                  </a:lnTo>
                  <a:lnTo>
                    <a:pt x="1061085" y="687229"/>
                  </a:lnTo>
                  <a:lnTo>
                    <a:pt x="1066324" y="689610"/>
                  </a:lnTo>
                  <a:lnTo>
                    <a:pt x="1075373" y="691515"/>
                  </a:lnTo>
                  <a:lnTo>
                    <a:pt x="1077278" y="693420"/>
                  </a:lnTo>
                  <a:lnTo>
                    <a:pt x="1078230" y="695801"/>
                  </a:lnTo>
                  <a:lnTo>
                    <a:pt x="1079183" y="696754"/>
                  </a:lnTo>
                  <a:lnTo>
                    <a:pt x="1081564" y="697706"/>
                  </a:lnTo>
                  <a:lnTo>
                    <a:pt x="1084421" y="699611"/>
                  </a:lnTo>
                  <a:lnTo>
                    <a:pt x="1086803" y="700564"/>
                  </a:lnTo>
                  <a:lnTo>
                    <a:pt x="1088231" y="700564"/>
                  </a:lnTo>
                  <a:lnTo>
                    <a:pt x="1089660" y="699611"/>
                  </a:lnTo>
                  <a:lnTo>
                    <a:pt x="1090613" y="698182"/>
                  </a:lnTo>
                  <a:lnTo>
                    <a:pt x="1090613" y="696278"/>
                  </a:lnTo>
                  <a:lnTo>
                    <a:pt x="1090613" y="694849"/>
                  </a:lnTo>
                  <a:lnTo>
                    <a:pt x="1089184" y="691991"/>
                  </a:lnTo>
                  <a:lnTo>
                    <a:pt x="1089660" y="686753"/>
                  </a:lnTo>
                  <a:lnTo>
                    <a:pt x="1090136" y="687229"/>
                  </a:lnTo>
                  <a:lnTo>
                    <a:pt x="1091089" y="689134"/>
                  </a:lnTo>
                  <a:lnTo>
                    <a:pt x="1092994" y="694373"/>
                  </a:lnTo>
                  <a:lnTo>
                    <a:pt x="1093946" y="695325"/>
                  </a:lnTo>
                  <a:lnTo>
                    <a:pt x="1096804" y="693896"/>
                  </a:lnTo>
                  <a:lnTo>
                    <a:pt x="1100614" y="694373"/>
                  </a:lnTo>
                  <a:lnTo>
                    <a:pt x="1093470" y="698182"/>
                  </a:lnTo>
                  <a:lnTo>
                    <a:pt x="1093470" y="699611"/>
                  </a:lnTo>
                  <a:lnTo>
                    <a:pt x="1098709" y="707707"/>
                  </a:lnTo>
                  <a:lnTo>
                    <a:pt x="1099661" y="710089"/>
                  </a:lnTo>
                  <a:lnTo>
                    <a:pt x="1098709" y="715804"/>
                  </a:lnTo>
                  <a:lnTo>
                    <a:pt x="1098709" y="719138"/>
                  </a:lnTo>
                  <a:lnTo>
                    <a:pt x="1099661" y="719614"/>
                  </a:lnTo>
                  <a:lnTo>
                    <a:pt x="1110139" y="718661"/>
                  </a:lnTo>
                  <a:lnTo>
                    <a:pt x="1114425" y="720566"/>
                  </a:lnTo>
                  <a:lnTo>
                    <a:pt x="1117283" y="724376"/>
                  </a:lnTo>
                  <a:lnTo>
                    <a:pt x="1119188" y="726281"/>
                  </a:lnTo>
                  <a:lnTo>
                    <a:pt x="1124903" y="727234"/>
                  </a:lnTo>
                  <a:lnTo>
                    <a:pt x="1126808" y="726757"/>
                  </a:lnTo>
                  <a:lnTo>
                    <a:pt x="1127760" y="725329"/>
                  </a:lnTo>
                  <a:lnTo>
                    <a:pt x="1128236" y="723900"/>
                  </a:lnTo>
                  <a:lnTo>
                    <a:pt x="1127760" y="721995"/>
                  </a:lnTo>
                  <a:lnTo>
                    <a:pt x="1124903" y="713423"/>
                  </a:lnTo>
                  <a:lnTo>
                    <a:pt x="1123950" y="709613"/>
                  </a:lnTo>
                  <a:lnTo>
                    <a:pt x="1122998" y="705803"/>
                  </a:lnTo>
                  <a:lnTo>
                    <a:pt x="1121093" y="700564"/>
                  </a:lnTo>
                  <a:lnTo>
                    <a:pt x="1118711" y="693896"/>
                  </a:lnTo>
                  <a:lnTo>
                    <a:pt x="1116806" y="684848"/>
                  </a:lnTo>
                  <a:lnTo>
                    <a:pt x="1112996" y="679132"/>
                  </a:lnTo>
                  <a:lnTo>
                    <a:pt x="1115378" y="678656"/>
                  </a:lnTo>
                  <a:lnTo>
                    <a:pt x="1116330" y="678656"/>
                  </a:lnTo>
                  <a:lnTo>
                    <a:pt x="1115854" y="676751"/>
                  </a:lnTo>
                  <a:lnTo>
                    <a:pt x="1113473" y="673418"/>
                  </a:lnTo>
                  <a:lnTo>
                    <a:pt x="1115854" y="672941"/>
                  </a:lnTo>
                  <a:lnTo>
                    <a:pt x="1116330" y="671036"/>
                  </a:lnTo>
                  <a:lnTo>
                    <a:pt x="1117759" y="667703"/>
                  </a:lnTo>
                  <a:lnTo>
                    <a:pt x="1118235" y="668179"/>
                  </a:lnTo>
                  <a:lnTo>
                    <a:pt x="1117759" y="672465"/>
                  </a:lnTo>
                  <a:lnTo>
                    <a:pt x="1118711" y="676751"/>
                  </a:lnTo>
                  <a:lnTo>
                    <a:pt x="1122521" y="684848"/>
                  </a:lnTo>
                  <a:lnTo>
                    <a:pt x="1125379" y="696278"/>
                  </a:lnTo>
                  <a:lnTo>
                    <a:pt x="1127284" y="698659"/>
                  </a:lnTo>
                  <a:lnTo>
                    <a:pt x="1130141" y="700088"/>
                  </a:lnTo>
                  <a:lnTo>
                    <a:pt x="1131094" y="701040"/>
                  </a:lnTo>
                  <a:lnTo>
                    <a:pt x="1132046" y="705803"/>
                  </a:lnTo>
                  <a:lnTo>
                    <a:pt x="1137761" y="715328"/>
                  </a:lnTo>
                  <a:lnTo>
                    <a:pt x="1141571" y="718661"/>
                  </a:lnTo>
                  <a:lnTo>
                    <a:pt x="1147763" y="719614"/>
                  </a:lnTo>
                  <a:lnTo>
                    <a:pt x="1153001" y="722948"/>
                  </a:lnTo>
                  <a:lnTo>
                    <a:pt x="1155383" y="725805"/>
                  </a:lnTo>
                  <a:lnTo>
                    <a:pt x="1156811" y="726281"/>
                  </a:lnTo>
                  <a:lnTo>
                    <a:pt x="1159669" y="723900"/>
                  </a:lnTo>
                  <a:lnTo>
                    <a:pt x="1163003" y="717232"/>
                  </a:lnTo>
                  <a:lnTo>
                    <a:pt x="1166336" y="712946"/>
                  </a:lnTo>
                  <a:lnTo>
                    <a:pt x="1167289" y="711994"/>
                  </a:lnTo>
                  <a:lnTo>
                    <a:pt x="1168241" y="711994"/>
                  </a:lnTo>
                  <a:lnTo>
                    <a:pt x="1167765" y="712946"/>
                  </a:lnTo>
                  <a:lnTo>
                    <a:pt x="1166336" y="714375"/>
                  </a:lnTo>
                  <a:lnTo>
                    <a:pt x="1162526" y="722948"/>
                  </a:lnTo>
                  <a:lnTo>
                    <a:pt x="1162050" y="726757"/>
                  </a:lnTo>
                  <a:lnTo>
                    <a:pt x="1162050" y="731044"/>
                  </a:lnTo>
                  <a:lnTo>
                    <a:pt x="1163003" y="733901"/>
                  </a:lnTo>
                  <a:lnTo>
                    <a:pt x="1167765" y="737711"/>
                  </a:lnTo>
                  <a:lnTo>
                    <a:pt x="1170146" y="740569"/>
                  </a:lnTo>
                  <a:lnTo>
                    <a:pt x="1173004" y="744379"/>
                  </a:lnTo>
                  <a:lnTo>
                    <a:pt x="1173956" y="744855"/>
                  </a:lnTo>
                  <a:lnTo>
                    <a:pt x="1176338" y="744855"/>
                  </a:lnTo>
                  <a:lnTo>
                    <a:pt x="1177290" y="743903"/>
                  </a:lnTo>
                  <a:lnTo>
                    <a:pt x="1179671" y="740569"/>
                  </a:lnTo>
                  <a:lnTo>
                    <a:pt x="1181576" y="740569"/>
                  </a:lnTo>
                  <a:lnTo>
                    <a:pt x="1192054" y="742950"/>
                  </a:lnTo>
                  <a:lnTo>
                    <a:pt x="1191578" y="743426"/>
                  </a:lnTo>
                  <a:lnTo>
                    <a:pt x="1181576" y="742950"/>
                  </a:lnTo>
                  <a:lnTo>
                    <a:pt x="1180624" y="743903"/>
                  </a:lnTo>
                  <a:lnTo>
                    <a:pt x="1180624" y="745331"/>
                  </a:lnTo>
                  <a:lnTo>
                    <a:pt x="1181100" y="748189"/>
                  </a:lnTo>
                  <a:lnTo>
                    <a:pt x="1183958" y="750570"/>
                  </a:lnTo>
                  <a:lnTo>
                    <a:pt x="1194911" y="758190"/>
                  </a:lnTo>
                  <a:lnTo>
                    <a:pt x="1193959" y="758666"/>
                  </a:lnTo>
                  <a:lnTo>
                    <a:pt x="1187291" y="754856"/>
                  </a:lnTo>
                  <a:lnTo>
                    <a:pt x="1180148" y="751523"/>
                  </a:lnTo>
                  <a:lnTo>
                    <a:pt x="1178243" y="751523"/>
                  </a:lnTo>
                  <a:lnTo>
                    <a:pt x="1177290" y="752475"/>
                  </a:lnTo>
                  <a:lnTo>
                    <a:pt x="1176338" y="754380"/>
                  </a:lnTo>
                  <a:lnTo>
                    <a:pt x="1180148" y="758666"/>
                  </a:lnTo>
                  <a:lnTo>
                    <a:pt x="1183481" y="769144"/>
                  </a:lnTo>
                  <a:lnTo>
                    <a:pt x="1182529" y="777240"/>
                  </a:lnTo>
                  <a:lnTo>
                    <a:pt x="1201103" y="783431"/>
                  </a:lnTo>
                  <a:lnTo>
                    <a:pt x="1203960" y="782955"/>
                  </a:lnTo>
                  <a:lnTo>
                    <a:pt x="1204436" y="783907"/>
                  </a:lnTo>
                  <a:lnTo>
                    <a:pt x="1203484" y="787718"/>
                  </a:lnTo>
                  <a:lnTo>
                    <a:pt x="1203960" y="789146"/>
                  </a:lnTo>
                  <a:lnTo>
                    <a:pt x="1204913" y="791051"/>
                  </a:lnTo>
                  <a:lnTo>
                    <a:pt x="1208246" y="794385"/>
                  </a:lnTo>
                  <a:lnTo>
                    <a:pt x="1210151" y="795814"/>
                  </a:lnTo>
                  <a:lnTo>
                    <a:pt x="1215390" y="797243"/>
                  </a:lnTo>
                  <a:lnTo>
                    <a:pt x="1215866" y="802957"/>
                  </a:lnTo>
                  <a:lnTo>
                    <a:pt x="1217295" y="803910"/>
                  </a:lnTo>
                  <a:lnTo>
                    <a:pt x="1219676" y="804386"/>
                  </a:lnTo>
                  <a:lnTo>
                    <a:pt x="1220153" y="805339"/>
                  </a:lnTo>
                  <a:lnTo>
                    <a:pt x="1220153" y="807720"/>
                  </a:lnTo>
                  <a:lnTo>
                    <a:pt x="1221105" y="809625"/>
                  </a:lnTo>
                  <a:lnTo>
                    <a:pt x="1223010" y="811054"/>
                  </a:lnTo>
                  <a:lnTo>
                    <a:pt x="1225391" y="814388"/>
                  </a:lnTo>
                  <a:lnTo>
                    <a:pt x="1226820" y="815340"/>
                  </a:lnTo>
                  <a:lnTo>
                    <a:pt x="1230630" y="816293"/>
                  </a:lnTo>
                  <a:lnTo>
                    <a:pt x="1232535" y="819150"/>
                  </a:lnTo>
                  <a:lnTo>
                    <a:pt x="1233964" y="821531"/>
                  </a:lnTo>
                  <a:lnTo>
                    <a:pt x="1235393" y="822960"/>
                  </a:lnTo>
                  <a:lnTo>
                    <a:pt x="1236821" y="823436"/>
                  </a:lnTo>
                  <a:lnTo>
                    <a:pt x="1246823" y="824389"/>
                  </a:lnTo>
                  <a:lnTo>
                    <a:pt x="1240631" y="826770"/>
                  </a:lnTo>
                  <a:lnTo>
                    <a:pt x="1236821" y="826770"/>
                  </a:lnTo>
                  <a:lnTo>
                    <a:pt x="1231106" y="837724"/>
                  </a:lnTo>
                  <a:lnTo>
                    <a:pt x="1228249" y="842010"/>
                  </a:lnTo>
                  <a:lnTo>
                    <a:pt x="1225868" y="844868"/>
                  </a:lnTo>
                  <a:lnTo>
                    <a:pt x="1223963" y="846296"/>
                  </a:lnTo>
                  <a:lnTo>
                    <a:pt x="1223486" y="847725"/>
                  </a:lnTo>
                  <a:lnTo>
                    <a:pt x="1225868" y="853440"/>
                  </a:lnTo>
                  <a:lnTo>
                    <a:pt x="1227296" y="854869"/>
                  </a:lnTo>
                  <a:lnTo>
                    <a:pt x="1232059" y="856298"/>
                  </a:lnTo>
                  <a:lnTo>
                    <a:pt x="1233488" y="855345"/>
                  </a:lnTo>
                  <a:lnTo>
                    <a:pt x="1235869" y="851059"/>
                  </a:lnTo>
                  <a:lnTo>
                    <a:pt x="1237298" y="846773"/>
                  </a:lnTo>
                  <a:lnTo>
                    <a:pt x="1238250" y="845344"/>
                  </a:lnTo>
                  <a:lnTo>
                    <a:pt x="1238250" y="844391"/>
                  </a:lnTo>
                  <a:lnTo>
                    <a:pt x="1237298" y="842010"/>
                  </a:lnTo>
                  <a:lnTo>
                    <a:pt x="1237774" y="841057"/>
                  </a:lnTo>
                  <a:lnTo>
                    <a:pt x="1238726" y="840105"/>
                  </a:lnTo>
                  <a:lnTo>
                    <a:pt x="1243965" y="837248"/>
                  </a:lnTo>
                  <a:lnTo>
                    <a:pt x="1255871" y="833438"/>
                  </a:lnTo>
                  <a:lnTo>
                    <a:pt x="1264444" y="829628"/>
                  </a:lnTo>
                  <a:lnTo>
                    <a:pt x="1263015" y="831532"/>
                  </a:lnTo>
                  <a:lnTo>
                    <a:pt x="1260634" y="833914"/>
                  </a:lnTo>
                  <a:lnTo>
                    <a:pt x="1261110" y="835819"/>
                  </a:lnTo>
                  <a:lnTo>
                    <a:pt x="1266349" y="842963"/>
                  </a:lnTo>
                  <a:lnTo>
                    <a:pt x="1268254" y="846773"/>
                  </a:lnTo>
                  <a:lnTo>
                    <a:pt x="1269683" y="852488"/>
                  </a:lnTo>
                  <a:lnTo>
                    <a:pt x="1269683" y="855345"/>
                  </a:lnTo>
                  <a:lnTo>
                    <a:pt x="1269683" y="859631"/>
                  </a:lnTo>
                  <a:lnTo>
                    <a:pt x="1270635" y="864394"/>
                  </a:lnTo>
                  <a:lnTo>
                    <a:pt x="1271111" y="865346"/>
                  </a:lnTo>
                  <a:lnTo>
                    <a:pt x="1273969" y="865823"/>
                  </a:lnTo>
                  <a:lnTo>
                    <a:pt x="1273969" y="866775"/>
                  </a:lnTo>
                  <a:lnTo>
                    <a:pt x="1265873" y="869156"/>
                  </a:lnTo>
                  <a:lnTo>
                    <a:pt x="1263968" y="872014"/>
                  </a:lnTo>
                  <a:lnTo>
                    <a:pt x="1263968" y="872966"/>
                  </a:lnTo>
                  <a:lnTo>
                    <a:pt x="1266349" y="877729"/>
                  </a:lnTo>
                  <a:lnTo>
                    <a:pt x="1267778" y="882968"/>
                  </a:lnTo>
                  <a:lnTo>
                    <a:pt x="1270635" y="889635"/>
                  </a:lnTo>
                  <a:lnTo>
                    <a:pt x="1278731" y="890588"/>
                  </a:lnTo>
                  <a:lnTo>
                    <a:pt x="1280160" y="891540"/>
                  </a:lnTo>
                  <a:lnTo>
                    <a:pt x="1283018" y="888682"/>
                  </a:lnTo>
                  <a:lnTo>
                    <a:pt x="1289209" y="883444"/>
                  </a:lnTo>
                  <a:lnTo>
                    <a:pt x="1292543" y="879634"/>
                  </a:lnTo>
                  <a:lnTo>
                    <a:pt x="1292543" y="878205"/>
                  </a:lnTo>
                  <a:lnTo>
                    <a:pt x="1293971" y="874395"/>
                  </a:lnTo>
                  <a:lnTo>
                    <a:pt x="1298734" y="866775"/>
                  </a:lnTo>
                  <a:lnTo>
                    <a:pt x="1298734" y="864394"/>
                  </a:lnTo>
                  <a:lnTo>
                    <a:pt x="1298258" y="861060"/>
                  </a:lnTo>
                  <a:lnTo>
                    <a:pt x="1296353" y="855821"/>
                  </a:lnTo>
                  <a:lnTo>
                    <a:pt x="1295876" y="852964"/>
                  </a:lnTo>
                  <a:lnTo>
                    <a:pt x="1295876" y="849630"/>
                  </a:lnTo>
                  <a:lnTo>
                    <a:pt x="1296353" y="846773"/>
                  </a:lnTo>
                  <a:lnTo>
                    <a:pt x="1297305" y="843915"/>
                  </a:lnTo>
                  <a:lnTo>
                    <a:pt x="1298734" y="841057"/>
                  </a:lnTo>
                  <a:lnTo>
                    <a:pt x="1300639" y="838676"/>
                  </a:lnTo>
                  <a:lnTo>
                    <a:pt x="1301115" y="835819"/>
                  </a:lnTo>
                  <a:lnTo>
                    <a:pt x="1300639" y="832961"/>
                  </a:lnTo>
                  <a:lnTo>
                    <a:pt x="1294448" y="832485"/>
                  </a:lnTo>
                  <a:close/>
                  <a:moveTo>
                    <a:pt x="1263015" y="859631"/>
                  </a:moveTo>
                  <a:lnTo>
                    <a:pt x="1263491" y="855821"/>
                  </a:lnTo>
                  <a:lnTo>
                    <a:pt x="1263491" y="851059"/>
                  </a:lnTo>
                  <a:lnTo>
                    <a:pt x="1262539" y="848201"/>
                  </a:lnTo>
                  <a:lnTo>
                    <a:pt x="1258253" y="842010"/>
                  </a:lnTo>
                  <a:lnTo>
                    <a:pt x="1254443" y="837724"/>
                  </a:lnTo>
                  <a:lnTo>
                    <a:pt x="1253490" y="837248"/>
                  </a:lnTo>
                  <a:lnTo>
                    <a:pt x="1241584" y="842963"/>
                  </a:lnTo>
                  <a:lnTo>
                    <a:pt x="1240631" y="854869"/>
                  </a:lnTo>
                  <a:lnTo>
                    <a:pt x="1236821" y="858679"/>
                  </a:lnTo>
                  <a:lnTo>
                    <a:pt x="1233964" y="862965"/>
                  </a:lnTo>
                  <a:lnTo>
                    <a:pt x="1233964" y="865823"/>
                  </a:lnTo>
                  <a:lnTo>
                    <a:pt x="1234916" y="872014"/>
                  </a:lnTo>
                  <a:lnTo>
                    <a:pt x="1236345" y="874871"/>
                  </a:lnTo>
                  <a:lnTo>
                    <a:pt x="1237774" y="872490"/>
                  </a:lnTo>
                  <a:lnTo>
                    <a:pt x="1240631" y="868680"/>
                  </a:lnTo>
                  <a:lnTo>
                    <a:pt x="1244918" y="866775"/>
                  </a:lnTo>
                  <a:lnTo>
                    <a:pt x="1246346" y="865346"/>
                  </a:lnTo>
                  <a:lnTo>
                    <a:pt x="1247299" y="863918"/>
                  </a:lnTo>
                  <a:lnTo>
                    <a:pt x="1248251" y="865823"/>
                  </a:lnTo>
                  <a:lnTo>
                    <a:pt x="1247299" y="868204"/>
                  </a:lnTo>
                  <a:lnTo>
                    <a:pt x="1248251" y="870109"/>
                  </a:lnTo>
                  <a:lnTo>
                    <a:pt x="1250156" y="870585"/>
                  </a:lnTo>
                  <a:lnTo>
                    <a:pt x="1252061" y="870585"/>
                  </a:lnTo>
                  <a:lnTo>
                    <a:pt x="1253966" y="872966"/>
                  </a:lnTo>
                  <a:lnTo>
                    <a:pt x="1256348" y="873443"/>
                  </a:lnTo>
                  <a:lnTo>
                    <a:pt x="1260158" y="870585"/>
                  </a:lnTo>
                  <a:lnTo>
                    <a:pt x="1262539" y="865346"/>
                  </a:lnTo>
                  <a:lnTo>
                    <a:pt x="1263015" y="859631"/>
                  </a:lnTo>
                  <a:close/>
                  <a:moveTo>
                    <a:pt x="77153" y="302895"/>
                  </a:moveTo>
                  <a:lnTo>
                    <a:pt x="77629" y="302419"/>
                  </a:lnTo>
                  <a:lnTo>
                    <a:pt x="70485" y="305276"/>
                  </a:lnTo>
                  <a:lnTo>
                    <a:pt x="66675" y="307658"/>
                  </a:lnTo>
                  <a:lnTo>
                    <a:pt x="66675" y="308610"/>
                  </a:lnTo>
                  <a:lnTo>
                    <a:pt x="68104" y="308134"/>
                  </a:lnTo>
                  <a:lnTo>
                    <a:pt x="73819" y="305276"/>
                  </a:lnTo>
                  <a:lnTo>
                    <a:pt x="77153" y="302895"/>
                  </a:lnTo>
                  <a:close/>
                  <a:moveTo>
                    <a:pt x="81915" y="625316"/>
                  </a:moveTo>
                  <a:lnTo>
                    <a:pt x="80963" y="623888"/>
                  </a:lnTo>
                  <a:lnTo>
                    <a:pt x="79058" y="622935"/>
                  </a:lnTo>
                  <a:lnTo>
                    <a:pt x="77153" y="622459"/>
                  </a:lnTo>
                  <a:lnTo>
                    <a:pt x="71914" y="623411"/>
                  </a:lnTo>
                  <a:lnTo>
                    <a:pt x="70485" y="623411"/>
                  </a:lnTo>
                  <a:lnTo>
                    <a:pt x="67151" y="621030"/>
                  </a:lnTo>
                  <a:lnTo>
                    <a:pt x="65246" y="620554"/>
                  </a:lnTo>
                  <a:lnTo>
                    <a:pt x="63341" y="621030"/>
                  </a:lnTo>
                  <a:lnTo>
                    <a:pt x="59531" y="622459"/>
                  </a:lnTo>
                  <a:lnTo>
                    <a:pt x="57626" y="621506"/>
                  </a:lnTo>
                  <a:lnTo>
                    <a:pt x="55721" y="621506"/>
                  </a:lnTo>
                  <a:lnTo>
                    <a:pt x="51435" y="623888"/>
                  </a:lnTo>
                  <a:lnTo>
                    <a:pt x="47149" y="624840"/>
                  </a:lnTo>
                  <a:lnTo>
                    <a:pt x="45244" y="625793"/>
                  </a:lnTo>
                  <a:lnTo>
                    <a:pt x="43339" y="629603"/>
                  </a:lnTo>
                  <a:lnTo>
                    <a:pt x="29051" y="628650"/>
                  </a:lnTo>
                  <a:lnTo>
                    <a:pt x="25718" y="629126"/>
                  </a:lnTo>
                  <a:lnTo>
                    <a:pt x="22384" y="630079"/>
                  </a:lnTo>
                  <a:lnTo>
                    <a:pt x="27146" y="635794"/>
                  </a:lnTo>
                  <a:lnTo>
                    <a:pt x="32385" y="640080"/>
                  </a:lnTo>
                  <a:lnTo>
                    <a:pt x="37624" y="641509"/>
                  </a:lnTo>
                  <a:lnTo>
                    <a:pt x="50006" y="647700"/>
                  </a:lnTo>
                  <a:lnTo>
                    <a:pt x="59531" y="649129"/>
                  </a:lnTo>
                  <a:lnTo>
                    <a:pt x="62389" y="650081"/>
                  </a:lnTo>
                  <a:lnTo>
                    <a:pt x="64770" y="651986"/>
                  </a:lnTo>
                  <a:lnTo>
                    <a:pt x="66199" y="652463"/>
                  </a:lnTo>
                  <a:lnTo>
                    <a:pt x="67628" y="651986"/>
                  </a:lnTo>
                  <a:lnTo>
                    <a:pt x="66675" y="649605"/>
                  </a:lnTo>
                  <a:lnTo>
                    <a:pt x="67628" y="648176"/>
                  </a:lnTo>
                  <a:lnTo>
                    <a:pt x="72866" y="646271"/>
                  </a:lnTo>
                  <a:lnTo>
                    <a:pt x="79058" y="646271"/>
                  </a:lnTo>
                  <a:lnTo>
                    <a:pt x="85249" y="645319"/>
                  </a:lnTo>
                  <a:lnTo>
                    <a:pt x="84773" y="642461"/>
                  </a:lnTo>
                  <a:lnTo>
                    <a:pt x="83820" y="639604"/>
                  </a:lnTo>
                  <a:lnTo>
                    <a:pt x="80963" y="637699"/>
                  </a:lnTo>
                  <a:lnTo>
                    <a:pt x="80963" y="636270"/>
                  </a:lnTo>
                  <a:lnTo>
                    <a:pt x="80486" y="632460"/>
                  </a:lnTo>
                  <a:lnTo>
                    <a:pt x="81439" y="630079"/>
                  </a:lnTo>
                  <a:lnTo>
                    <a:pt x="81915" y="625316"/>
                  </a:lnTo>
                  <a:close/>
                  <a:moveTo>
                    <a:pt x="58579" y="942499"/>
                  </a:moveTo>
                  <a:lnTo>
                    <a:pt x="52864" y="943451"/>
                  </a:lnTo>
                  <a:lnTo>
                    <a:pt x="52864" y="942499"/>
                  </a:lnTo>
                  <a:lnTo>
                    <a:pt x="54769" y="939641"/>
                  </a:lnTo>
                  <a:lnTo>
                    <a:pt x="60484" y="935355"/>
                  </a:lnTo>
                  <a:lnTo>
                    <a:pt x="63341" y="932498"/>
                  </a:lnTo>
                  <a:lnTo>
                    <a:pt x="60008" y="930593"/>
                  </a:lnTo>
                  <a:lnTo>
                    <a:pt x="58579" y="929164"/>
                  </a:lnTo>
                  <a:lnTo>
                    <a:pt x="57626" y="930116"/>
                  </a:lnTo>
                  <a:lnTo>
                    <a:pt x="56198" y="932498"/>
                  </a:lnTo>
                  <a:lnTo>
                    <a:pt x="54293" y="934403"/>
                  </a:lnTo>
                  <a:lnTo>
                    <a:pt x="51911" y="935831"/>
                  </a:lnTo>
                  <a:lnTo>
                    <a:pt x="50483" y="933450"/>
                  </a:lnTo>
                  <a:lnTo>
                    <a:pt x="50006" y="929164"/>
                  </a:lnTo>
                  <a:lnTo>
                    <a:pt x="48578" y="928688"/>
                  </a:lnTo>
                  <a:lnTo>
                    <a:pt x="46673" y="928688"/>
                  </a:lnTo>
                  <a:lnTo>
                    <a:pt x="42863" y="929640"/>
                  </a:lnTo>
                  <a:lnTo>
                    <a:pt x="38576" y="930116"/>
                  </a:lnTo>
                  <a:lnTo>
                    <a:pt x="36671" y="931069"/>
                  </a:lnTo>
                  <a:lnTo>
                    <a:pt x="34766" y="932974"/>
                  </a:lnTo>
                  <a:lnTo>
                    <a:pt x="33814" y="934403"/>
                  </a:lnTo>
                  <a:lnTo>
                    <a:pt x="33814" y="935831"/>
                  </a:lnTo>
                  <a:lnTo>
                    <a:pt x="34290" y="937260"/>
                  </a:lnTo>
                  <a:lnTo>
                    <a:pt x="35243" y="938689"/>
                  </a:lnTo>
                  <a:lnTo>
                    <a:pt x="36671" y="939165"/>
                  </a:lnTo>
                  <a:lnTo>
                    <a:pt x="38576" y="939165"/>
                  </a:lnTo>
                  <a:lnTo>
                    <a:pt x="41434" y="939641"/>
                  </a:lnTo>
                  <a:lnTo>
                    <a:pt x="45244" y="940594"/>
                  </a:lnTo>
                  <a:lnTo>
                    <a:pt x="46673" y="941546"/>
                  </a:lnTo>
                  <a:lnTo>
                    <a:pt x="44768" y="942975"/>
                  </a:lnTo>
                  <a:lnTo>
                    <a:pt x="44768" y="944880"/>
                  </a:lnTo>
                  <a:lnTo>
                    <a:pt x="44291" y="944880"/>
                  </a:lnTo>
                  <a:lnTo>
                    <a:pt x="43815" y="944404"/>
                  </a:lnTo>
                  <a:lnTo>
                    <a:pt x="41910" y="942023"/>
                  </a:lnTo>
                  <a:lnTo>
                    <a:pt x="37624" y="942023"/>
                  </a:lnTo>
                  <a:lnTo>
                    <a:pt x="36671" y="943928"/>
                  </a:lnTo>
                  <a:lnTo>
                    <a:pt x="34766" y="944880"/>
                  </a:lnTo>
                  <a:lnTo>
                    <a:pt x="32861" y="951548"/>
                  </a:lnTo>
                  <a:lnTo>
                    <a:pt x="30480" y="952976"/>
                  </a:lnTo>
                  <a:lnTo>
                    <a:pt x="22860" y="955834"/>
                  </a:lnTo>
                  <a:lnTo>
                    <a:pt x="19050" y="957739"/>
                  </a:lnTo>
                  <a:lnTo>
                    <a:pt x="15240" y="958215"/>
                  </a:lnTo>
                  <a:lnTo>
                    <a:pt x="13335" y="958691"/>
                  </a:lnTo>
                  <a:lnTo>
                    <a:pt x="10001" y="961073"/>
                  </a:lnTo>
                  <a:lnTo>
                    <a:pt x="10954" y="962025"/>
                  </a:lnTo>
                  <a:lnTo>
                    <a:pt x="14764" y="963930"/>
                  </a:lnTo>
                  <a:lnTo>
                    <a:pt x="16193" y="963930"/>
                  </a:lnTo>
                  <a:lnTo>
                    <a:pt x="17621" y="963454"/>
                  </a:lnTo>
                  <a:lnTo>
                    <a:pt x="20003" y="963454"/>
                  </a:lnTo>
                  <a:lnTo>
                    <a:pt x="21431" y="962501"/>
                  </a:lnTo>
                  <a:lnTo>
                    <a:pt x="23336" y="961073"/>
                  </a:lnTo>
                  <a:lnTo>
                    <a:pt x="24765" y="960120"/>
                  </a:lnTo>
                  <a:lnTo>
                    <a:pt x="26194" y="960120"/>
                  </a:lnTo>
                  <a:lnTo>
                    <a:pt x="27623" y="959644"/>
                  </a:lnTo>
                  <a:lnTo>
                    <a:pt x="28099" y="958691"/>
                  </a:lnTo>
                  <a:lnTo>
                    <a:pt x="31909" y="956786"/>
                  </a:lnTo>
                  <a:lnTo>
                    <a:pt x="38576" y="954881"/>
                  </a:lnTo>
                  <a:lnTo>
                    <a:pt x="42386" y="954405"/>
                  </a:lnTo>
                  <a:lnTo>
                    <a:pt x="45244" y="953453"/>
                  </a:lnTo>
                  <a:lnTo>
                    <a:pt x="47625" y="950595"/>
                  </a:lnTo>
                  <a:lnTo>
                    <a:pt x="53816" y="947261"/>
                  </a:lnTo>
                  <a:lnTo>
                    <a:pt x="56674" y="945356"/>
                  </a:lnTo>
                  <a:lnTo>
                    <a:pt x="59531" y="944404"/>
                  </a:lnTo>
                  <a:lnTo>
                    <a:pt x="60960" y="943451"/>
                  </a:lnTo>
                  <a:lnTo>
                    <a:pt x="60008" y="942499"/>
                  </a:lnTo>
                  <a:lnTo>
                    <a:pt x="58579" y="942499"/>
                  </a:lnTo>
                  <a:close/>
                  <a:moveTo>
                    <a:pt x="169069" y="895826"/>
                  </a:moveTo>
                  <a:lnTo>
                    <a:pt x="167164" y="894874"/>
                  </a:lnTo>
                  <a:lnTo>
                    <a:pt x="164306" y="893921"/>
                  </a:lnTo>
                  <a:lnTo>
                    <a:pt x="162401" y="892969"/>
                  </a:lnTo>
                  <a:lnTo>
                    <a:pt x="160973" y="891540"/>
                  </a:lnTo>
                  <a:lnTo>
                    <a:pt x="157639" y="883920"/>
                  </a:lnTo>
                  <a:lnTo>
                    <a:pt x="156686" y="882491"/>
                  </a:lnTo>
                  <a:lnTo>
                    <a:pt x="155258" y="881539"/>
                  </a:lnTo>
                  <a:lnTo>
                    <a:pt x="153353" y="881063"/>
                  </a:lnTo>
                  <a:lnTo>
                    <a:pt x="146685" y="881063"/>
                  </a:lnTo>
                  <a:lnTo>
                    <a:pt x="144780" y="881539"/>
                  </a:lnTo>
                  <a:lnTo>
                    <a:pt x="135255" y="885349"/>
                  </a:lnTo>
                  <a:lnTo>
                    <a:pt x="130969" y="887730"/>
                  </a:lnTo>
                  <a:lnTo>
                    <a:pt x="125730" y="887254"/>
                  </a:lnTo>
                  <a:lnTo>
                    <a:pt x="123349" y="887254"/>
                  </a:lnTo>
                  <a:lnTo>
                    <a:pt x="121444" y="888682"/>
                  </a:lnTo>
                  <a:lnTo>
                    <a:pt x="115253" y="897731"/>
                  </a:lnTo>
                  <a:lnTo>
                    <a:pt x="113824" y="899160"/>
                  </a:lnTo>
                  <a:lnTo>
                    <a:pt x="109061" y="901541"/>
                  </a:lnTo>
                  <a:lnTo>
                    <a:pt x="108585" y="903446"/>
                  </a:lnTo>
                  <a:lnTo>
                    <a:pt x="108585" y="904399"/>
                  </a:lnTo>
                  <a:lnTo>
                    <a:pt x="110014" y="908209"/>
                  </a:lnTo>
                  <a:lnTo>
                    <a:pt x="111443" y="910114"/>
                  </a:lnTo>
                  <a:lnTo>
                    <a:pt x="114300" y="910590"/>
                  </a:lnTo>
                  <a:lnTo>
                    <a:pt x="119539" y="910590"/>
                  </a:lnTo>
                  <a:lnTo>
                    <a:pt x="123825" y="909638"/>
                  </a:lnTo>
                  <a:lnTo>
                    <a:pt x="125730" y="908685"/>
                  </a:lnTo>
                  <a:lnTo>
                    <a:pt x="127635" y="907256"/>
                  </a:lnTo>
                  <a:lnTo>
                    <a:pt x="131445" y="902970"/>
                  </a:lnTo>
                  <a:lnTo>
                    <a:pt x="133826" y="901541"/>
                  </a:lnTo>
                  <a:lnTo>
                    <a:pt x="137160" y="900589"/>
                  </a:lnTo>
                  <a:lnTo>
                    <a:pt x="153829" y="900589"/>
                  </a:lnTo>
                  <a:lnTo>
                    <a:pt x="155734" y="900113"/>
                  </a:lnTo>
                  <a:lnTo>
                    <a:pt x="161449" y="895350"/>
                  </a:lnTo>
                  <a:lnTo>
                    <a:pt x="170974" y="898684"/>
                  </a:lnTo>
                  <a:lnTo>
                    <a:pt x="170974" y="897731"/>
                  </a:lnTo>
                  <a:lnTo>
                    <a:pt x="169069" y="895826"/>
                  </a:lnTo>
                  <a:close/>
                  <a:moveTo>
                    <a:pt x="380524" y="2225993"/>
                  </a:moveTo>
                  <a:lnTo>
                    <a:pt x="379095" y="2225040"/>
                  </a:lnTo>
                  <a:lnTo>
                    <a:pt x="377190" y="2225516"/>
                  </a:lnTo>
                  <a:lnTo>
                    <a:pt x="370046" y="2224564"/>
                  </a:lnTo>
                  <a:lnTo>
                    <a:pt x="368618" y="2224088"/>
                  </a:lnTo>
                  <a:lnTo>
                    <a:pt x="368618" y="2225993"/>
                  </a:lnTo>
                  <a:lnTo>
                    <a:pt x="367665" y="2226945"/>
                  </a:lnTo>
                  <a:lnTo>
                    <a:pt x="367189" y="2228374"/>
                  </a:lnTo>
                  <a:lnTo>
                    <a:pt x="376238" y="2228850"/>
                  </a:lnTo>
                  <a:lnTo>
                    <a:pt x="381953" y="2230279"/>
                  </a:lnTo>
                  <a:lnTo>
                    <a:pt x="385763" y="2228850"/>
                  </a:lnTo>
                  <a:lnTo>
                    <a:pt x="387191" y="2226945"/>
                  </a:lnTo>
                  <a:lnTo>
                    <a:pt x="386239" y="2226469"/>
                  </a:lnTo>
                  <a:lnTo>
                    <a:pt x="380524" y="2225993"/>
                  </a:lnTo>
                  <a:close/>
                  <a:moveTo>
                    <a:pt x="411956" y="2240756"/>
                  </a:moveTo>
                  <a:lnTo>
                    <a:pt x="411004" y="2239328"/>
                  </a:lnTo>
                  <a:lnTo>
                    <a:pt x="408146" y="2237423"/>
                  </a:lnTo>
                  <a:lnTo>
                    <a:pt x="406718" y="2235994"/>
                  </a:lnTo>
                  <a:lnTo>
                    <a:pt x="402431" y="2233613"/>
                  </a:lnTo>
                  <a:lnTo>
                    <a:pt x="400050" y="2234089"/>
                  </a:lnTo>
                  <a:lnTo>
                    <a:pt x="396240" y="2235041"/>
                  </a:lnTo>
                  <a:lnTo>
                    <a:pt x="395288" y="2234565"/>
                  </a:lnTo>
                  <a:lnTo>
                    <a:pt x="393859" y="2232660"/>
                  </a:lnTo>
                  <a:lnTo>
                    <a:pt x="391954" y="2231231"/>
                  </a:lnTo>
                  <a:lnTo>
                    <a:pt x="389573" y="2231708"/>
                  </a:lnTo>
                  <a:lnTo>
                    <a:pt x="388144" y="2234565"/>
                  </a:lnTo>
                  <a:lnTo>
                    <a:pt x="388620" y="2236470"/>
                  </a:lnTo>
                  <a:lnTo>
                    <a:pt x="391001" y="2239328"/>
                  </a:lnTo>
                  <a:lnTo>
                    <a:pt x="393383" y="2240280"/>
                  </a:lnTo>
                  <a:lnTo>
                    <a:pt x="395764" y="2239804"/>
                  </a:lnTo>
                  <a:lnTo>
                    <a:pt x="396716" y="2243138"/>
                  </a:lnTo>
                  <a:lnTo>
                    <a:pt x="397193" y="2246472"/>
                  </a:lnTo>
                  <a:lnTo>
                    <a:pt x="398145" y="2246948"/>
                  </a:lnTo>
                  <a:lnTo>
                    <a:pt x="401479" y="2246948"/>
                  </a:lnTo>
                  <a:lnTo>
                    <a:pt x="403860" y="2245995"/>
                  </a:lnTo>
                  <a:lnTo>
                    <a:pt x="408146" y="2245519"/>
                  </a:lnTo>
                  <a:lnTo>
                    <a:pt x="411480" y="2243138"/>
                  </a:lnTo>
                  <a:lnTo>
                    <a:pt x="411956" y="2240756"/>
                  </a:lnTo>
                  <a:close/>
                  <a:moveTo>
                    <a:pt x="447199" y="2279809"/>
                  </a:moveTo>
                  <a:lnTo>
                    <a:pt x="445770" y="2276951"/>
                  </a:lnTo>
                  <a:lnTo>
                    <a:pt x="443389" y="2276475"/>
                  </a:lnTo>
                  <a:lnTo>
                    <a:pt x="442913" y="2272189"/>
                  </a:lnTo>
                  <a:lnTo>
                    <a:pt x="439103" y="2267903"/>
                  </a:lnTo>
                  <a:lnTo>
                    <a:pt x="424815" y="2262188"/>
                  </a:lnTo>
                  <a:lnTo>
                    <a:pt x="417671" y="2258378"/>
                  </a:lnTo>
                  <a:lnTo>
                    <a:pt x="416243" y="2258854"/>
                  </a:lnTo>
                  <a:lnTo>
                    <a:pt x="415766" y="2262188"/>
                  </a:lnTo>
                  <a:lnTo>
                    <a:pt x="418148" y="2267426"/>
                  </a:lnTo>
                  <a:lnTo>
                    <a:pt x="415290" y="2271713"/>
                  </a:lnTo>
                  <a:lnTo>
                    <a:pt x="412433" y="2274094"/>
                  </a:lnTo>
                  <a:lnTo>
                    <a:pt x="410528" y="2276951"/>
                  </a:lnTo>
                  <a:lnTo>
                    <a:pt x="413385" y="2282666"/>
                  </a:lnTo>
                  <a:lnTo>
                    <a:pt x="415766" y="2289810"/>
                  </a:lnTo>
                  <a:lnTo>
                    <a:pt x="415290" y="2298859"/>
                  </a:lnTo>
                  <a:lnTo>
                    <a:pt x="416243" y="2300764"/>
                  </a:lnTo>
                  <a:lnTo>
                    <a:pt x="422910" y="2304574"/>
                  </a:lnTo>
                  <a:lnTo>
                    <a:pt x="424815" y="2304574"/>
                  </a:lnTo>
                  <a:lnTo>
                    <a:pt x="426244" y="2302669"/>
                  </a:lnTo>
                  <a:lnTo>
                    <a:pt x="427673" y="2299335"/>
                  </a:lnTo>
                  <a:lnTo>
                    <a:pt x="435293" y="2294097"/>
                  </a:lnTo>
                  <a:lnTo>
                    <a:pt x="443865" y="2292191"/>
                  </a:lnTo>
                  <a:lnTo>
                    <a:pt x="451009" y="2287429"/>
                  </a:lnTo>
                  <a:lnTo>
                    <a:pt x="452438" y="2285048"/>
                  </a:lnTo>
                  <a:lnTo>
                    <a:pt x="451009" y="2283619"/>
                  </a:lnTo>
                  <a:lnTo>
                    <a:pt x="447199" y="2279809"/>
                  </a:lnTo>
                  <a:close/>
                  <a:moveTo>
                    <a:pt x="533876" y="756285"/>
                  </a:moveTo>
                  <a:lnTo>
                    <a:pt x="531495" y="753428"/>
                  </a:lnTo>
                  <a:lnTo>
                    <a:pt x="531495" y="751999"/>
                  </a:lnTo>
                  <a:lnTo>
                    <a:pt x="533876" y="749618"/>
                  </a:lnTo>
                  <a:lnTo>
                    <a:pt x="534353" y="748665"/>
                  </a:lnTo>
                  <a:lnTo>
                    <a:pt x="533876" y="747713"/>
                  </a:lnTo>
                  <a:lnTo>
                    <a:pt x="531019" y="746284"/>
                  </a:lnTo>
                  <a:lnTo>
                    <a:pt x="527685" y="746284"/>
                  </a:lnTo>
                  <a:lnTo>
                    <a:pt x="524828" y="747236"/>
                  </a:lnTo>
                  <a:lnTo>
                    <a:pt x="519589" y="750094"/>
                  </a:lnTo>
                  <a:lnTo>
                    <a:pt x="518160" y="750570"/>
                  </a:lnTo>
                  <a:lnTo>
                    <a:pt x="517684" y="747713"/>
                  </a:lnTo>
                  <a:lnTo>
                    <a:pt x="519113" y="744379"/>
                  </a:lnTo>
                  <a:lnTo>
                    <a:pt x="515779" y="742474"/>
                  </a:lnTo>
                  <a:lnTo>
                    <a:pt x="508159" y="740569"/>
                  </a:lnTo>
                  <a:lnTo>
                    <a:pt x="505778" y="741045"/>
                  </a:lnTo>
                  <a:lnTo>
                    <a:pt x="507683" y="743426"/>
                  </a:lnTo>
                  <a:lnTo>
                    <a:pt x="507683" y="744855"/>
                  </a:lnTo>
                  <a:lnTo>
                    <a:pt x="506730" y="745807"/>
                  </a:lnTo>
                  <a:lnTo>
                    <a:pt x="506730" y="747713"/>
                  </a:lnTo>
                  <a:lnTo>
                    <a:pt x="506254" y="748665"/>
                  </a:lnTo>
                  <a:lnTo>
                    <a:pt x="505301" y="749141"/>
                  </a:lnTo>
                  <a:lnTo>
                    <a:pt x="501968" y="748665"/>
                  </a:lnTo>
                  <a:lnTo>
                    <a:pt x="501015" y="749141"/>
                  </a:lnTo>
                  <a:lnTo>
                    <a:pt x="500063" y="750094"/>
                  </a:lnTo>
                  <a:lnTo>
                    <a:pt x="499110" y="751523"/>
                  </a:lnTo>
                  <a:lnTo>
                    <a:pt x="498158" y="752475"/>
                  </a:lnTo>
                  <a:lnTo>
                    <a:pt x="496729" y="752475"/>
                  </a:lnTo>
                  <a:lnTo>
                    <a:pt x="495300" y="751046"/>
                  </a:lnTo>
                  <a:lnTo>
                    <a:pt x="491966" y="746284"/>
                  </a:lnTo>
                  <a:lnTo>
                    <a:pt x="491014" y="745807"/>
                  </a:lnTo>
                  <a:lnTo>
                    <a:pt x="488633" y="745331"/>
                  </a:lnTo>
                  <a:lnTo>
                    <a:pt x="487204" y="745807"/>
                  </a:lnTo>
                  <a:lnTo>
                    <a:pt x="485775" y="746284"/>
                  </a:lnTo>
                  <a:lnTo>
                    <a:pt x="483870" y="748189"/>
                  </a:lnTo>
                  <a:lnTo>
                    <a:pt x="483870" y="749618"/>
                  </a:lnTo>
                  <a:lnTo>
                    <a:pt x="484823" y="751046"/>
                  </a:lnTo>
                  <a:lnTo>
                    <a:pt x="487204" y="752951"/>
                  </a:lnTo>
                  <a:lnTo>
                    <a:pt x="491014" y="755332"/>
                  </a:lnTo>
                  <a:lnTo>
                    <a:pt x="491014" y="756285"/>
                  </a:lnTo>
                  <a:lnTo>
                    <a:pt x="487204" y="755809"/>
                  </a:lnTo>
                  <a:lnTo>
                    <a:pt x="485775" y="756285"/>
                  </a:lnTo>
                  <a:lnTo>
                    <a:pt x="486251" y="758190"/>
                  </a:lnTo>
                  <a:lnTo>
                    <a:pt x="486728" y="765810"/>
                  </a:lnTo>
                  <a:lnTo>
                    <a:pt x="488156" y="769620"/>
                  </a:lnTo>
                  <a:lnTo>
                    <a:pt x="490538" y="772478"/>
                  </a:lnTo>
                  <a:lnTo>
                    <a:pt x="488156" y="771525"/>
                  </a:lnTo>
                  <a:lnTo>
                    <a:pt x="486251" y="770096"/>
                  </a:lnTo>
                  <a:lnTo>
                    <a:pt x="483870" y="766286"/>
                  </a:lnTo>
                  <a:lnTo>
                    <a:pt x="481489" y="762000"/>
                  </a:lnTo>
                  <a:lnTo>
                    <a:pt x="479584" y="760571"/>
                  </a:lnTo>
                  <a:lnTo>
                    <a:pt x="479108" y="760095"/>
                  </a:lnTo>
                  <a:lnTo>
                    <a:pt x="479584" y="759143"/>
                  </a:lnTo>
                  <a:lnTo>
                    <a:pt x="478631" y="757238"/>
                  </a:lnTo>
                  <a:lnTo>
                    <a:pt x="475774" y="756285"/>
                  </a:lnTo>
                  <a:lnTo>
                    <a:pt x="473393" y="756285"/>
                  </a:lnTo>
                  <a:lnTo>
                    <a:pt x="470059" y="756761"/>
                  </a:lnTo>
                  <a:lnTo>
                    <a:pt x="466249" y="759143"/>
                  </a:lnTo>
                  <a:lnTo>
                    <a:pt x="461010" y="760571"/>
                  </a:lnTo>
                  <a:lnTo>
                    <a:pt x="456248" y="766286"/>
                  </a:lnTo>
                  <a:lnTo>
                    <a:pt x="454819" y="770096"/>
                  </a:lnTo>
                  <a:lnTo>
                    <a:pt x="454819" y="771525"/>
                  </a:lnTo>
                  <a:lnTo>
                    <a:pt x="459581" y="777716"/>
                  </a:lnTo>
                  <a:lnTo>
                    <a:pt x="461963" y="785813"/>
                  </a:lnTo>
                  <a:lnTo>
                    <a:pt x="467201" y="791528"/>
                  </a:lnTo>
                  <a:lnTo>
                    <a:pt x="471011" y="792004"/>
                  </a:lnTo>
                  <a:lnTo>
                    <a:pt x="472916" y="789623"/>
                  </a:lnTo>
                  <a:lnTo>
                    <a:pt x="473869" y="787718"/>
                  </a:lnTo>
                  <a:lnTo>
                    <a:pt x="473869" y="786289"/>
                  </a:lnTo>
                  <a:lnTo>
                    <a:pt x="473393" y="784860"/>
                  </a:lnTo>
                  <a:lnTo>
                    <a:pt x="472440" y="783907"/>
                  </a:lnTo>
                  <a:lnTo>
                    <a:pt x="471488" y="783431"/>
                  </a:lnTo>
                  <a:lnTo>
                    <a:pt x="467678" y="783431"/>
                  </a:lnTo>
                  <a:lnTo>
                    <a:pt x="467678" y="782955"/>
                  </a:lnTo>
                  <a:lnTo>
                    <a:pt x="469583" y="781526"/>
                  </a:lnTo>
                  <a:lnTo>
                    <a:pt x="472440" y="781050"/>
                  </a:lnTo>
                  <a:lnTo>
                    <a:pt x="476250" y="781050"/>
                  </a:lnTo>
                  <a:lnTo>
                    <a:pt x="478631" y="781526"/>
                  </a:lnTo>
                  <a:lnTo>
                    <a:pt x="479584" y="782003"/>
                  </a:lnTo>
                  <a:lnTo>
                    <a:pt x="480060" y="782479"/>
                  </a:lnTo>
                  <a:lnTo>
                    <a:pt x="478155" y="784860"/>
                  </a:lnTo>
                  <a:lnTo>
                    <a:pt x="477203" y="786765"/>
                  </a:lnTo>
                  <a:lnTo>
                    <a:pt x="477679" y="786765"/>
                  </a:lnTo>
                  <a:lnTo>
                    <a:pt x="480536" y="785336"/>
                  </a:lnTo>
                  <a:lnTo>
                    <a:pt x="484823" y="787718"/>
                  </a:lnTo>
                  <a:lnTo>
                    <a:pt x="487204" y="788194"/>
                  </a:lnTo>
                  <a:lnTo>
                    <a:pt x="487680" y="788670"/>
                  </a:lnTo>
                  <a:lnTo>
                    <a:pt x="478155" y="796766"/>
                  </a:lnTo>
                  <a:lnTo>
                    <a:pt x="478155" y="797719"/>
                  </a:lnTo>
                  <a:lnTo>
                    <a:pt x="478631" y="798671"/>
                  </a:lnTo>
                  <a:lnTo>
                    <a:pt x="479584" y="799148"/>
                  </a:lnTo>
                  <a:lnTo>
                    <a:pt x="481489" y="799148"/>
                  </a:lnTo>
                  <a:lnTo>
                    <a:pt x="488633" y="794861"/>
                  </a:lnTo>
                  <a:lnTo>
                    <a:pt x="492443" y="790099"/>
                  </a:lnTo>
                  <a:lnTo>
                    <a:pt x="492919" y="789146"/>
                  </a:lnTo>
                  <a:lnTo>
                    <a:pt x="492919" y="787718"/>
                  </a:lnTo>
                  <a:lnTo>
                    <a:pt x="492443" y="786765"/>
                  </a:lnTo>
                  <a:lnTo>
                    <a:pt x="489585" y="785813"/>
                  </a:lnTo>
                  <a:lnTo>
                    <a:pt x="494348" y="784384"/>
                  </a:lnTo>
                  <a:lnTo>
                    <a:pt x="496729" y="782955"/>
                  </a:lnTo>
                  <a:lnTo>
                    <a:pt x="497205" y="781050"/>
                  </a:lnTo>
                  <a:lnTo>
                    <a:pt x="499110" y="779621"/>
                  </a:lnTo>
                  <a:lnTo>
                    <a:pt x="504825" y="776764"/>
                  </a:lnTo>
                  <a:lnTo>
                    <a:pt x="512445" y="776288"/>
                  </a:lnTo>
                  <a:lnTo>
                    <a:pt x="514350" y="773906"/>
                  </a:lnTo>
                  <a:lnTo>
                    <a:pt x="518160" y="772001"/>
                  </a:lnTo>
                  <a:lnTo>
                    <a:pt x="521018" y="772001"/>
                  </a:lnTo>
                  <a:lnTo>
                    <a:pt x="523399" y="771525"/>
                  </a:lnTo>
                  <a:lnTo>
                    <a:pt x="524828" y="771049"/>
                  </a:lnTo>
                  <a:lnTo>
                    <a:pt x="524351" y="769144"/>
                  </a:lnTo>
                  <a:lnTo>
                    <a:pt x="523399" y="767715"/>
                  </a:lnTo>
                  <a:lnTo>
                    <a:pt x="521494" y="765810"/>
                  </a:lnTo>
                  <a:lnTo>
                    <a:pt x="515303" y="765334"/>
                  </a:lnTo>
                  <a:lnTo>
                    <a:pt x="513874" y="764857"/>
                  </a:lnTo>
                  <a:lnTo>
                    <a:pt x="515779" y="763429"/>
                  </a:lnTo>
                  <a:lnTo>
                    <a:pt x="516731" y="762953"/>
                  </a:lnTo>
                  <a:lnTo>
                    <a:pt x="519589" y="763429"/>
                  </a:lnTo>
                  <a:lnTo>
                    <a:pt x="526256" y="764857"/>
                  </a:lnTo>
                  <a:lnTo>
                    <a:pt x="533876" y="765810"/>
                  </a:lnTo>
                  <a:lnTo>
                    <a:pt x="534829" y="765334"/>
                  </a:lnTo>
                  <a:lnTo>
                    <a:pt x="536258" y="764381"/>
                  </a:lnTo>
                  <a:lnTo>
                    <a:pt x="540544" y="759619"/>
                  </a:lnTo>
                  <a:lnTo>
                    <a:pt x="540544" y="758666"/>
                  </a:lnTo>
                  <a:lnTo>
                    <a:pt x="539591" y="757714"/>
                  </a:lnTo>
                  <a:lnTo>
                    <a:pt x="533876" y="756285"/>
                  </a:lnTo>
                  <a:close/>
                  <a:moveTo>
                    <a:pt x="297656" y="2189322"/>
                  </a:moveTo>
                  <a:lnTo>
                    <a:pt x="290036" y="2189322"/>
                  </a:lnTo>
                  <a:lnTo>
                    <a:pt x="284798" y="2192179"/>
                  </a:lnTo>
                  <a:lnTo>
                    <a:pt x="282893" y="2195513"/>
                  </a:lnTo>
                  <a:lnTo>
                    <a:pt x="284321" y="2197418"/>
                  </a:lnTo>
                  <a:lnTo>
                    <a:pt x="287655" y="2198847"/>
                  </a:lnTo>
                  <a:lnTo>
                    <a:pt x="289084" y="2200275"/>
                  </a:lnTo>
                  <a:lnTo>
                    <a:pt x="292418" y="2200751"/>
                  </a:lnTo>
                  <a:lnTo>
                    <a:pt x="294323" y="2201704"/>
                  </a:lnTo>
                  <a:lnTo>
                    <a:pt x="297180" y="2199799"/>
                  </a:lnTo>
                  <a:lnTo>
                    <a:pt x="298133" y="2198370"/>
                  </a:lnTo>
                  <a:lnTo>
                    <a:pt x="298609" y="2195513"/>
                  </a:lnTo>
                  <a:lnTo>
                    <a:pt x="299561" y="2193608"/>
                  </a:lnTo>
                  <a:lnTo>
                    <a:pt x="299561" y="2191703"/>
                  </a:lnTo>
                  <a:lnTo>
                    <a:pt x="297656" y="2189322"/>
                  </a:lnTo>
                  <a:close/>
                  <a:moveTo>
                    <a:pt x="353854" y="2219325"/>
                  </a:moveTo>
                  <a:lnTo>
                    <a:pt x="353378" y="2216468"/>
                  </a:lnTo>
                  <a:lnTo>
                    <a:pt x="351949" y="2216468"/>
                  </a:lnTo>
                  <a:lnTo>
                    <a:pt x="350996" y="2216468"/>
                  </a:lnTo>
                  <a:lnTo>
                    <a:pt x="350044" y="2215991"/>
                  </a:lnTo>
                  <a:lnTo>
                    <a:pt x="349091" y="2214563"/>
                  </a:lnTo>
                  <a:lnTo>
                    <a:pt x="349091" y="2213134"/>
                  </a:lnTo>
                  <a:lnTo>
                    <a:pt x="345281" y="2207895"/>
                  </a:lnTo>
                  <a:lnTo>
                    <a:pt x="343376" y="2208372"/>
                  </a:lnTo>
                  <a:lnTo>
                    <a:pt x="340043" y="2211705"/>
                  </a:lnTo>
                  <a:lnTo>
                    <a:pt x="334804" y="2212181"/>
                  </a:lnTo>
                  <a:lnTo>
                    <a:pt x="335756" y="2214086"/>
                  </a:lnTo>
                  <a:lnTo>
                    <a:pt x="335756" y="2215515"/>
                  </a:lnTo>
                  <a:lnTo>
                    <a:pt x="339090" y="2219325"/>
                  </a:lnTo>
                  <a:lnTo>
                    <a:pt x="340043" y="2221230"/>
                  </a:lnTo>
                  <a:lnTo>
                    <a:pt x="340995" y="2221230"/>
                  </a:lnTo>
                  <a:lnTo>
                    <a:pt x="344329" y="2221230"/>
                  </a:lnTo>
                  <a:lnTo>
                    <a:pt x="342900" y="2219325"/>
                  </a:lnTo>
                  <a:lnTo>
                    <a:pt x="344329" y="2218849"/>
                  </a:lnTo>
                  <a:lnTo>
                    <a:pt x="344805" y="2219325"/>
                  </a:lnTo>
                  <a:lnTo>
                    <a:pt x="345281" y="2220754"/>
                  </a:lnTo>
                  <a:lnTo>
                    <a:pt x="347186" y="2220278"/>
                  </a:lnTo>
                  <a:lnTo>
                    <a:pt x="349091" y="2222183"/>
                  </a:lnTo>
                  <a:lnTo>
                    <a:pt x="350996" y="2223135"/>
                  </a:lnTo>
                  <a:lnTo>
                    <a:pt x="354806" y="2222659"/>
                  </a:lnTo>
                  <a:lnTo>
                    <a:pt x="356711" y="2221706"/>
                  </a:lnTo>
                  <a:lnTo>
                    <a:pt x="356235" y="2220754"/>
                  </a:lnTo>
                  <a:lnTo>
                    <a:pt x="353854" y="2219325"/>
                  </a:lnTo>
                  <a:close/>
                  <a:moveTo>
                    <a:pt x="2491264" y="1935480"/>
                  </a:moveTo>
                  <a:lnTo>
                    <a:pt x="2483644" y="1941195"/>
                  </a:lnTo>
                  <a:lnTo>
                    <a:pt x="2485549" y="1940719"/>
                  </a:lnTo>
                  <a:lnTo>
                    <a:pt x="2491264" y="1936909"/>
                  </a:lnTo>
                  <a:lnTo>
                    <a:pt x="2494598" y="1933575"/>
                  </a:lnTo>
                  <a:lnTo>
                    <a:pt x="2492693" y="1933575"/>
                  </a:lnTo>
                  <a:lnTo>
                    <a:pt x="2491264" y="1935480"/>
                  </a:lnTo>
                  <a:close/>
                  <a:moveTo>
                    <a:pt x="2695575" y="1907381"/>
                  </a:moveTo>
                  <a:lnTo>
                    <a:pt x="2697004" y="1912144"/>
                  </a:lnTo>
                  <a:lnTo>
                    <a:pt x="2696051" y="1917859"/>
                  </a:lnTo>
                  <a:lnTo>
                    <a:pt x="2697004" y="1916906"/>
                  </a:lnTo>
                  <a:lnTo>
                    <a:pt x="2697480" y="1912144"/>
                  </a:lnTo>
                  <a:lnTo>
                    <a:pt x="2697004" y="1909763"/>
                  </a:lnTo>
                  <a:lnTo>
                    <a:pt x="2695575" y="1907381"/>
                  </a:lnTo>
                  <a:close/>
                  <a:moveTo>
                    <a:pt x="2693194" y="1921192"/>
                  </a:moveTo>
                  <a:lnTo>
                    <a:pt x="2693194" y="1922145"/>
                  </a:lnTo>
                  <a:lnTo>
                    <a:pt x="2695099" y="1920240"/>
                  </a:lnTo>
                  <a:lnTo>
                    <a:pt x="2695575" y="1918811"/>
                  </a:lnTo>
                  <a:lnTo>
                    <a:pt x="2694623" y="1919764"/>
                  </a:lnTo>
                  <a:lnTo>
                    <a:pt x="2693194" y="1921192"/>
                  </a:lnTo>
                  <a:close/>
                  <a:moveTo>
                    <a:pt x="2596039" y="1924050"/>
                  </a:moveTo>
                  <a:lnTo>
                    <a:pt x="2593181" y="1922621"/>
                  </a:lnTo>
                  <a:lnTo>
                    <a:pt x="2591276" y="1922621"/>
                  </a:lnTo>
                  <a:lnTo>
                    <a:pt x="2588419" y="1924050"/>
                  </a:lnTo>
                  <a:lnTo>
                    <a:pt x="2588895" y="1925479"/>
                  </a:lnTo>
                  <a:lnTo>
                    <a:pt x="2594610" y="1928813"/>
                  </a:lnTo>
                  <a:lnTo>
                    <a:pt x="2596039" y="1928336"/>
                  </a:lnTo>
                  <a:lnTo>
                    <a:pt x="2596991" y="1926908"/>
                  </a:lnTo>
                  <a:lnTo>
                    <a:pt x="2597468" y="1925955"/>
                  </a:lnTo>
                  <a:lnTo>
                    <a:pt x="2596991" y="1925479"/>
                  </a:lnTo>
                  <a:lnTo>
                    <a:pt x="2596039" y="1924050"/>
                  </a:lnTo>
                  <a:close/>
                  <a:moveTo>
                    <a:pt x="2700814" y="1899761"/>
                  </a:moveTo>
                  <a:lnTo>
                    <a:pt x="2701290" y="1900238"/>
                  </a:lnTo>
                  <a:lnTo>
                    <a:pt x="2703195" y="1901190"/>
                  </a:lnTo>
                  <a:lnTo>
                    <a:pt x="2706053" y="1902142"/>
                  </a:lnTo>
                  <a:lnTo>
                    <a:pt x="2706529" y="1901666"/>
                  </a:lnTo>
                  <a:lnTo>
                    <a:pt x="2706053" y="1901190"/>
                  </a:lnTo>
                  <a:lnTo>
                    <a:pt x="2700814" y="1899761"/>
                  </a:lnTo>
                  <a:close/>
                  <a:moveTo>
                    <a:pt x="2716054" y="1899761"/>
                  </a:moveTo>
                  <a:lnTo>
                    <a:pt x="2714149" y="1900238"/>
                  </a:lnTo>
                  <a:lnTo>
                    <a:pt x="2715101" y="1900714"/>
                  </a:lnTo>
                  <a:lnTo>
                    <a:pt x="2719388" y="1900714"/>
                  </a:lnTo>
                  <a:lnTo>
                    <a:pt x="2722245" y="1899761"/>
                  </a:lnTo>
                  <a:lnTo>
                    <a:pt x="2720816" y="1898809"/>
                  </a:lnTo>
                  <a:lnTo>
                    <a:pt x="2716054" y="1899761"/>
                  </a:lnTo>
                  <a:close/>
                  <a:moveTo>
                    <a:pt x="2831306" y="1921192"/>
                  </a:moveTo>
                  <a:lnTo>
                    <a:pt x="2827020" y="1923098"/>
                  </a:lnTo>
                  <a:lnTo>
                    <a:pt x="2825591" y="1922621"/>
                  </a:lnTo>
                  <a:lnTo>
                    <a:pt x="2823210" y="1922621"/>
                  </a:lnTo>
                  <a:lnTo>
                    <a:pt x="2827020" y="1923574"/>
                  </a:lnTo>
                  <a:lnTo>
                    <a:pt x="2830354" y="1922145"/>
                  </a:lnTo>
                  <a:lnTo>
                    <a:pt x="2836069" y="1918811"/>
                  </a:lnTo>
                  <a:lnTo>
                    <a:pt x="2833688" y="1919288"/>
                  </a:lnTo>
                  <a:lnTo>
                    <a:pt x="2831306" y="1921192"/>
                  </a:lnTo>
                  <a:close/>
                  <a:moveTo>
                    <a:pt x="3439001" y="1329690"/>
                  </a:moveTo>
                  <a:lnTo>
                    <a:pt x="3435668" y="1328738"/>
                  </a:lnTo>
                  <a:lnTo>
                    <a:pt x="3435191" y="1326356"/>
                  </a:lnTo>
                  <a:lnTo>
                    <a:pt x="3436144" y="1324451"/>
                  </a:lnTo>
                  <a:lnTo>
                    <a:pt x="3435191" y="1320165"/>
                  </a:lnTo>
                  <a:lnTo>
                    <a:pt x="3434239" y="1318260"/>
                  </a:lnTo>
                  <a:lnTo>
                    <a:pt x="3434239" y="1316831"/>
                  </a:lnTo>
                  <a:lnTo>
                    <a:pt x="3432810" y="1316355"/>
                  </a:lnTo>
                  <a:lnTo>
                    <a:pt x="3431381" y="1315879"/>
                  </a:lnTo>
                  <a:lnTo>
                    <a:pt x="3429953" y="1315403"/>
                  </a:lnTo>
                  <a:lnTo>
                    <a:pt x="3429000" y="1315879"/>
                  </a:lnTo>
                  <a:lnTo>
                    <a:pt x="3428524" y="1316831"/>
                  </a:lnTo>
                  <a:lnTo>
                    <a:pt x="3427571" y="1317308"/>
                  </a:lnTo>
                  <a:lnTo>
                    <a:pt x="3425666" y="1316355"/>
                  </a:lnTo>
                  <a:lnTo>
                    <a:pt x="3424714" y="1314926"/>
                  </a:lnTo>
                  <a:lnTo>
                    <a:pt x="3422809" y="1313498"/>
                  </a:lnTo>
                  <a:lnTo>
                    <a:pt x="3422333" y="1312545"/>
                  </a:lnTo>
                  <a:lnTo>
                    <a:pt x="3422809" y="1311116"/>
                  </a:lnTo>
                  <a:lnTo>
                    <a:pt x="3423761" y="1309688"/>
                  </a:lnTo>
                  <a:lnTo>
                    <a:pt x="3424238" y="1308259"/>
                  </a:lnTo>
                  <a:lnTo>
                    <a:pt x="3423285" y="1306354"/>
                  </a:lnTo>
                  <a:lnTo>
                    <a:pt x="3422333" y="1305401"/>
                  </a:lnTo>
                  <a:lnTo>
                    <a:pt x="3421856" y="1304449"/>
                  </a:lnTo>
                  <a:lnTo>
                    <a:pt x="3421856" y="1303496"/>
                  </a:lnTo>
                  <a:lnTo>
                    <a:pt x="3422809" y="1303020"/>
                  </a:lnTo>
                  <a:lnTo>
                    <a:pt x="3423761" y="1302544"/>
                  </a:lnTo>
                  <a:lnTo>
                    <a:pt x="3424238" y="1301115"/>
                  </a:lnTo>
                  <a:lnTo>
                    <a:pt x="3423761" y="1299686"/>
                  </a:lnTo>
                  <a:lnTo>
                    <a:pt x="3423285" y="1299686"/>
                  </a:lnTo>
                  <a:lnTo>
                    <a:pt x="3423285" y="1299686"/>
                  </a:lnTo>
                  <a:lnTo>
                    <a:pt x="3420904" y="1300639"/>
                  </a:lnTo>
                  <a:lnTo>
                    <a:pt x="3417094" y="1300163"/>
                  </a:lnTo>
                  <a:lnTo>
                    <a:pt x="3411855" y="1297305"/>
                  </a:lnTo>
                  <a:lnTo>
                    <a:pt x="3408998" y="1294448"/>
                  </a:lnTo>
                  <a:lnTo>
                    <a:pt x="3410903" y="1293971"/>
                  </a:lnTo>
                  <a:lnTo>
                    <a:pt x="3410903" y="1293495"/>
                  </a:lnTo>
                  <a:lnTo>
                    <a:pt x="3411379" y="1292543"/>
                  </a:lnTo>
                  <a:lnTo>
                    <a:pt x="3411855" y="1291590"/>
                  </a:lnTo>
                  <a:lnTo>
                    <a:pt x="3411855" y="1290638"/>
                  </a:lnTo>
                  <a:lnTo>
                    <a:pt x="3411379" y="1289685"/>
                  </a:lnTo>
                  <a:lnTo>
                    <a:pt x="3411379" y="1289209"/>
                  </a:lnTo>
                  <a:lnTo>
                    <a:pt x="3411379" y="1288256"/>
                  </a:lnTo>
                  <a:lnTo>
                    <a:pt x="3411855" y="1286828"/>
                  </a:lnTo>
                  <a:lnTo>
                    <a:pt x="3411379" y="1285875"/>
                  </a:lnTo>
                  <a:lnTo>
                    <a:pt x="3411379" y="1282065"/>
                  </a:lnTo>
                  <a:lnTo>
                    <a:pt x="3411379" y="1274921"/>
                  </a:lnTo>
                  <a:lnTo>
                    <a:pt x="3411379" y="1269683"/>
                  </a:lnTo>
                  <a:lnTo>
                    <a:pt x="3411379" y="1263015"/>
                  </a:lnTo>
                  <a:lnTo>
                    <a:pt x="3411379" y="1258253"/>
                  </a:lnTo>
                  <a:lnTo>
                    <a:pt x="3411379" y="1251109"/>
                  </a:lnTo>
                  <a:lnTo>
                    <a:pt x="3411379" y="1244441"/>
                  </a:lnTo>
                  <a:lnTo>
                    <a:pt x="3411379" y="1238250"/>
                  </a:lnTo>
                  <a:lnTo>
                    <a:pt x="3407093" y="1234440"/>
                  </a:lnTo>
                  <a:lnTo>
                    <a:pt x="3401378" y="1229678"/>
                  </a:lnTo>
                  <a:lnTo>
                    <a:pt x="3396615" y="1226820"/>
                  </a:lnTo>
                  <a:lnTo>
                    <a:pt x="3394234" y="1226344"/>
                  </a:lnTo>
                  <a:lnTo>
                    <a:pt x="3392805" y="1226820"/>
                  </a:lnTo>
                  <a:lnTo>
                    <a:pt x="3392329" y="1228249"/>
                  </a:lnTo>
                  <a:lnTo>
                    <a:pt x="3388995" y="1229678"/>
                  </a:lnTo>
                  <a:lnTo>
                    <a:pt x="3382804" y="1231106"/>
                  </a:lnTo>
                  <a:lnTo>
                    <a:pt x="3377565" y="1233011"/>
                  </a:lnTo>
                  <a:lnTo>
                    <a:pt x="3375660" y="1233011"/>
                  </a:lnTo>
                  <a:lnTo>
                    <a:pt x="3373755" y="1232535"/>
                  </a:lnTo>
                  <a:lnTo>
                    <a:pt x="3371374" y="1230154"/>
                  </a:lnTo>
                  <a:lnTo>
                    <a:pt x="3369945" y="1228725"/>
                  </a:lnTo>
                  <a:lnTo>
                    <a:pt x="3369469" y="1225868"/>
                  </a:lnTo>
                  <a:lnTo>
                    <a:pt x="3369945" y="1222058"/>
                  </a:lnTo>
                  <a:lnTo>
                    <a:pt x="3366611" y="1221105"/>
                  </a:lnTo>
                  <a:lnTo>
                    <a:pt x="3363278" y="1220153"/>
                  </a:lnTo>
                  <a:lnTo>
                    <a:pt x="3361373" y="1222534"/>
                  </a:lnTo>
                  <a:lnTo>
                    <a:pt x="3359468" y="1224915"/>
                  </a:lnTo>
                  <a:lnTo>
                    <a:pt x="3355658" y="1229678"/>
                  </a:lnTo>
                  <a:lnTo>
                    <a:pt x="3350419" y="1236345"/>
                  </a:lnTo>
                  <a:lnTo>
                    <a:pt x="3347561" y="1240155"/>
                  </a:lnTo>
                  <a:lnTo>
                    <a:pt x="3342323" y="1246823"/>
                  </a:lnTo>
                  <a:lnTo>
                    <a:pt x="3337560" y="1252538"/>
                  </a:lnTo>
                  <a:lnTo>
                    <a:pt x="3336608" y="1258253"/>
                  </a:lnTo>
                  <a:lnTo>
                    <a:pt x="3335655" y="1263968"/>
                  </a:lnTo>
                  <a:lnTo>
                    <a:pt x="3331845" y="1268254"/>
                  </a:lnTo>
                  <a:lnTo>
                    <a:pt x="3329464" y="1272064"/>
                  </a:lnTo>
                  <a:lnTo>
                    <a:pt x="3328511" y="1276350"/>
                  </a:lnTo>
                  <a:lnTo>
                    <a:pt x="3327559" y="1280160"/>
                  </a:lnTo>
                  <a:lnTo>
                    <a:pt x="3327559" y="1283494"/>
                  </a:lnTo>
                  <a:lnTo>
                    <a:pt x="3328035" y="1285399"/>
                  </a:lnTo>
                  <a:lnTo>
                    <a:pt x="3327559" y="1286828"/>
                  </a:lnTo>
                  <a:lnTo>
                    <a:pt x="3326130" y="1288256"/>
                  </a:lnTo>
                  <a:lnTo>
                    <a:pt x="3323749" y="1291114"/>
                  </a:lnTo>
                  <a:lnTo>
                    <a:pt x="3323273" y="1293971"/>
                  </a:lnTo>
                  <a:lnTo>
                    <a:pt x="3321844" y="1295400"/>
                  </a:lnTo>
                  <a:lnTo>
                    <a:pt x="3317558" y="1298258"/>
                  </a:lnTo>
                  <a:lnTo>
                    <a:pt x="3313748" y="1302068"/>
                  </a:lnTo>
                  <a:lnTo>
                    <a:pt x="3313748" y="1304449"/>
                  </a:lnTo>
                  <a:lnTo>
                    <a:pt x="3314224" y="1306354"/>
                  </a:lnTo>
                  <a:lnTo>
                    <a:pt x="3314224" y="1307306"/>
                  </a:lnTo>
                  <a:lnTo>
                    <a:pt x="3313271" y="1308259"/>
                  </a:lnTo>
                  <a:lnTo>
                    <a:pt x="3311843" y="1308259"/>
                  </a:lnTo>
                  <a:lnTo>
                    <a:pt x="3310414" y="1308735"/>
                  </a:lnTo>
                  <a:lnTo>
                    <a:pt x="3308985" y="1310164"/>
                  </a:lnTo>
                  <a:lnTo>
                    <a:pt x="3308985" y="1312545"/>
                  </a:lnTo>
                  <a:lnTo>
                    <a:pt x="3308033" y="1314450"/>
                  </a:lnTo>
                  <a:lnTo>
                    <a:pt x="3307080" y="1314926"/>
                  </a:lnTo>
                  <a:lnTo>
                    <a:pt x="3306128" y="1313974"/>
                  </a:lnTo>
                  <a:lnTo>
                    <a:pt x="3305175" y="1312069"/>
                  </a:lnTo>
                  <a:lnTo>
                    <a:pt x="3303746" y="1312069"/>
                  </a:lnTo>
                  <a:lnTo>
                    <a:pt x="3301841" y="1313021"/>
                  </a:lnTo>
                  <a:lnTo>
                    <a:pt x="3299460" y="1314926"/>
                  </a:lnTo>
                  <a:lnTo>
                    <a:pt x="3297079" y="1314926"/>
                  </a:lnTo>
                  <a:lnTo>
                    <a:pt x="3292793" y="1313498"/>
                  </a:lnTo>
                  <a:lnTo>
                    <a:pt x="3289459" y="1317308"/>
                  </a:lnTo>
                  <a:lnTo>
                    <a:pt x="3286125" y="1325404"/>
                  </a:lnTo>
                  <a:lnTo>
                    <a:pt x="3271838" y="1325404"/>
                  </a:lnTo>
                  <a:lnTo>
                    <a:pt x="3257550" y="1325404"/>
                  </a:lnTo>
                  <a:lnTo>
                    <a:pt x="3243263" y="1325404"/>
                  </a:lnTo>
                  <a:lnTo>
                    <a:pt x="3228975" y="1325404"/>
                  </a:lnTo>
                  <a:lnTo>
                    <a:pt x="3214688" y="1325404"/>
                  </a:lnTo>
                  <a:lnTo>
                    <a:pt x="3200400" y="1325404"/>
                  </a:lnTo>
                  <a:lnTo>
                    <a:pt x="3186113" y="1325404"/>
                  </a:lnTo>
                  <a:lnTo>
                    <a:pt x="3178016" y="1325404"/>
                  </a:lnTo>
                  <a:lnTo>
                    <a:pt x="3176588" y="1325404"/>
                  </a:lnTo>
                  <a:lnTo>
                    <a:pt x="3174683" y="1325404"/>
                  </a:lnTo>
                  <a:lnTo>
                    <a:pt x="3171349" y="1325404"/>
                  </a:lnTo>
                  <a:lnTo>
                    <a:pt x="3166586" y="1326833"/>
                  </a:lnTo>
                  <a:lnTo>
                    <a:pt x="3160395" y="1329690"/>
                  </a:lnTo>
                  <a:lnTo>
                    <a:pt x="3152775" y="1334929"/>
                  </a:lnTo>
                  <a:lnTo>
                    <a:pt x="3139440" y="1346359"/>
                  </a:lnTo>
                  <a:lnTo>
                    <a:pt x="3139440" y="1346835"/>
                  </a:lnTo>
                  <a:lnTo>
                    <a:pt x="3139916" y="1347311"/>
                  </a:lnTo>
                  <a:lnTo>
                    <a:pt x="3140393" y="1348264"/>
                  </a:lnTo>
                  <a:lnTo>
                    <a:pt x="3139916" y="1349693"/>
                  </a:lnTo>
                  <a:lnTo>
                    <a:pt x="3138488" y="1351121"/>
                  </a:lnTo>
                  <a:lnTo>
                    <a:pt x="3124676" y="1360170"/>
                  </a:lnTo>
                  <a:lnTo>
                    <a:pt x="3120866" y="1363504"/>
                  </a:lnTo>
                  <a:lnTo>
                    <a:pt x="3122295" y="1365409"/>
                  </a:lnTo>
                  <a:lnTo>
                    <a:pt x="3122295" y="1366361"/>
                  </a:lnTo>
                  <a:lnTo>
                    <a:pt x="3123248" y="1366361"/>
                  </a:lnTo>
                  <a:lnTo>
                    <a:pt x="3126105" y="1364933"/>
                  </a:lnTo>
                  <a:lnTo>
                    <a:pt x="3127058" y="1364933"/>
                  </a:lnTo>
                  <a:lnTo>
                    <a:pt x="3127534" y="1365409"/>
                  </a:lnTo>
                  <a:lnTo>
                    <a:pt x="3128010" y="1366361"/>
                  </a:lnTo>
                  <a:lnTo>
                    <a:pt x="3126581" y="1368266"/>
                  </a:lnTo>
                  <a:lnTo>
                    <a:pt x="3127058" y="1368743"/>
                  </a:lnTo>
                  <a:lnTo>
                    <a:pt x="3129439" y="1368266"/>
                  </a:lnTo>
                  <a:lnTo>
                    <a:pt x="3130391" y="1368266"/>
                  </a:lnTo>
                  <a:lnTo>
                    <a:pt x="3129439" y="1369695"/>
                  </a:lnTo>
                  <a:lnTo>
                    <a:pt x="3128010" y="1370648"/>
                  </a:lnTo>
                  <a:lnTo>
                    <a:pt x="3128010" y="1371600"/>
                  </a:lnTo>
                  <a:lnTo>
                    <a:pt x="3126105" y="1373981"/>
                  </a:lnTo>
                  <a:lnTo>
                    <a:pt x="3125153" y="1374458"/>
                  </a:lnTo>
                  <a:lnTo>
                    <a:pt x="3124676" y="1373981"/>
                  </a:lnTo>
                  <a:lnTo>
                    <a:pt x="3124676" y="1373029"/>
                  </a:lnTo>
                  <a:lnTo>
                    <a:pt x="3122771" y="1373981"/>
                  </a:lnTo>
                  <a:lnTo>
                    <a:pt x="3122771" y="1374934"/>
                  </a:lnTo>
                  <a:lnTo>
                    <a:pt x="3123724" y="1375886"/>
                  </a:lnTo>
                  <a:lnTo>
                    <a:pt x="3124676" y="1377315"/>
                  </a:lnTo>
                  <a:lnTo>
                    <a:pt x="3125153" y="1379220"/>
                  </a:lnTo>
                  <a:lnTo>
                    <a:pt x="3125629" y="1383030"/>
                  </a:lnTo>
                  <a:lnTo>
                    <a:pt x="3126105" y="1383506"/>
                  </a:lnTo>
                  <a:lnTo>
                    <a:pt x="3126105" y="1383983"/>
                  </a:lnTo>
                  <a:lnTo>
                    <a:pt x="3126105" y="1384459"/>
                  </a:lnTo>
                  <a:lnTo>
                    <a:pt x="3126105" y="1385411"/>
                  </a:lnTo>
                  <a:lnTo>
                    <a:pt x="3126581" y="1386364"/>
                  </a:lnTo>
                  <a:lnTo>
                    <a:pt x="3126105" y="1387316"/>
                  </a:lnTo>
                  <a:lnTo>
                    <a:pt x="3125153" y="1388269"/>
                  </a:lnTo>
                  <a:lnTo>
                    <a:pt x="3123248" y="1388745"/>
                  </a:lnTo>
                  <a:lnTo>
                    <a:pt x="3120390" y="1388745"/>
                  </a:lnTo>
                  <a:lnTo>
                    <a:pt x="3117056" y="1389698"/>
                  </a:lnTo>
                  <a:lnTo>
                    <a:pt x="3113246" y="1392079"/>
                  </a:lnTo>
                  <a:lnTo>
                    <a:pt x="3110865" y="1393984"/>
                  </a:lnTo>
                  <a:lnTo>
                    <a:pt x="3109436" y="1395889"/>
                  </a:lnTo>
                  <a:lnTo>
                    <a:pt x="3108484" y="1396841"/>
                  </a:lnTo>
                  <a:lnTo>
                    <a:pt x="3108008" y="1396365"/>
                  </a:lnTo>
                  <a:lnTo>
                    <a:pt x="3103245" y="1397794"/>
                  </a:lnTo>
                  <a:lnTo>
                    <a:pt x="3101340" y="1398746"/>
                  </a:lnTo>
                  <a:lnTo>
                    <a:pt x="3100864" y="1399699"/>
                  </a:lnTo>
                  <a:lnTo>
                    <a:pt x="3100388" y="1399699"/>
                  </a:lnTo>
                  <a:lnTo>
                    <a:pt x="3099911" y="1399223"/>
                  </a:lnTo>
                  <a:lnTo>
                    <a:pt x="3096578" y="1398746"/>
                  </a:lnTo>
                  <a:lnTo>
                    <a:pt x="3089910" y="1398270"/>
                  </a:lnTo>
                  <a:lnTo>
                    <a:pt x="3084671" y="1398746"/>
                  </a:lnTo>
                  <a:lnTo>
                    <a:pt x="3080861" y="1399699"/>
                  </a:lnTo>
                  <a:lnTo>
                    <a:pt x="3077528" y="1399223"/>
                  </a:lnTo>
                  <a:lnTo>
                    <a:pt x="3074670" y="1397318"/>
                  </a:lnTo>
                  <a:lnTo>
                    <a:pt x="3070384" y="1395889"/>
                  </a:lnTo>
                  <a:lnTo>
                    <a:pt x="3058954" y="1394460"/>
                  </a:lnTo>
                  <a:lnTo>
                    <a:pt x="3049429" y="1394936"/>
                  </a:lnTo>
                  <a:lnTo>
                    <a:pt x="3041333" y="1395889"/>
                  </a:lnTo>
                  <a:lnTo>
                    <a:pt x="3028950" y="1399223"/>
                  </a:lnTo>
                  <a:lnTo>
                    <a:pt x="3028474" y="1399223"/>
                  </a:lnTo>
                  <a:lnTo>
                    <a:pt x="3028474" y="1399223"/>
                  </a:lnTo>
                  <a:lnTo>
                    <a:pt x="3028474" y="1406366"/>
                  </a:lnTo>
                  <a:lnTo>
                    <a:pt x="3033713" y="1407795"/>
                  </a:lnTo>
                  <a:lnTo>
                    <a:pt x="3034189" y="1408271"/>
                  </a:lnTo>
                  <a:lnTo>
                    <a:pt x="3034189" y="1409224"/>
                  </a:lnTo>
                  <a:lnTo>
                    <a:pt x="3033236" y="1410653"/>
                  </a:lnTo>
                  <a:lnTo>
                    <a:pt x="3033236" y="1412558"/>
                  </a:lnTo>
                  <a:lnTo>
                    <a:pt x="3034189" y="1414939"/>
                  </a:lnTo>
                  <a:lnTo>
                    <a:pt x="3034665" y="1416844"/>
                  </a:lnTo>
                  <a:lnTo>
                    <a:pt x="3034665" y="1418273"/>
                  </a:lnTo>
                  <a:lnTo>
                    <a:pt x="3033236" y="1419701"/>
                  </a:lnTo>
                  <a:lnTo>
                    <a:pt x="3030855" y="1421130"/>
                  </a:lnTo>
                  <a:lnTo>
                    <a:pt x="3028474" y="1423035"/>
                  </a:lnTo>
                  <a:lnTo>
                    <a:pt x="3026569" y="1425893"/>
                  </a:lnTo>
                  <a:lnTo>
                    <a:pt x="3023711" y="1428274"/>
                  </a:lnTo>
                  <a:lnTo>
                    <a:pt x="3019901" y="1430179"/>
                  </a:lnTo>
                  <a:lnTo>
                    <a:pt x="3016568" y="1432560"/>
                  </a:lnTo>
                  <a:lnTo>
                    <a:pt x="3013234" y="1435418"/>
                  </a:lnTo>
                  <a:lnTo>
                    <a:pt x="3006566" y="1439228"/>
                  </a:lnTo>
                  <a:lnTo>
                    <a:pt x="2993708" y="1445419"/>
                  </a:lnTo>
                  <a:lnTo>
                    <a:pt x="2992279" y="1446371"/>
                  </a:lnTo>
                  <a:lnTo>
                    <a:pt x="2990850" y="1447324"/>
                  </a:lnTo>
                  <a:lnTo>
                    <a:pt x="2987993" y="1448753"/>
                  </a:lnTo>
                  <a:lnTo>
                    <a:pt x="2985135" y="1450181"/>
                  </a:lnTo>
                  <a:lnTo>
                    <a:pt x="2967038" y="1456373"/>
                  </a:lnTo>
                  <a:lnTo>
                    <a:pt x="2954655" y="1461135"/>
                  </a:lnTo>
                  <a:lnTo>
                    <a:pt x="2947035" y="1464945"/>
                  </a:lnTo>
                  <a:lnTo>
                    <a:pt x="2940368" y="1469708"/>
                  </a:lnTo>
                  <a:lnTo>
                    <a:pt x="2937510" y="1471136"/>
                  </a:lnTo>
                  <a:lnTo>
                    <a:pt x="2934176" y="1471613"/>
                  </a:lnTo>
                  <a:lnTo>
                    <a:pt x="2928938" y="1471136"/>
                  </a:lnTo>
                  <a:lnTo>
                    <a:pt x="2923699" y="1471613"/>
                  </a:lnTo>
                  <a:lnTo>
                    <a:pt x="2917984" y="1473041"/>
                  </a:lnTo>
                  <a:lnTo>
                    <a:pt x="2914650" y="1473994"/>
                  </a:lnTo>
                  <a:lnTo>
                    <a:pt x="2913221" y="1474946"/>
                  </a:lnTo>
                  <a:lnTo>
                    <a:pt x="2911793" y="1475423"/>
                  </a:lnTo>
                  <a:lnTo>
                    <a:pt x="2910364" y="1474946"/>
                  </a:lnTo>
                  <a:lnTo>
                    <a:pt x="2906554" y="1472565"/>
                  </a:lnTo>
                  <a:lnTo>
                    <a:pt x="2906078" y="1472565"/>
                  </a:lnTo>
                  <a:lnTo>
                    <a:pt x="2905125" y="1473041"/>
                  </a:lnTo>
                  <a:lnTo>
                    <a:pt x="2902744" y="1472565"/>
                  </a:lnTo>
                  <a:lnTo>
                    <a:pt x="2899886" y="1472565"/>
                  </a:lnTo>
                  <a:lnTo>
                    <a:pt x="2897505" y="1473518"/>
                  </a:lnTo>
                  <a:lnTo>
                    <a:pt x="2895124" y="1473518"/>
                  </a:lnTo>
                  <a:lnTo>
                    <a:pt x="2892743" y="1473041"/>
                  </a:lnTo>
                  <a:lnTo>
                    <a:pt x="2894648" y="1472089"/>
                  </a:lnTo>
                  <a:lnTo>
                    <a:pt x="2903696" y="1470184"/>
                  </a:lnTo>
                  <a:lnTo>
                    <a:pt x="2903696" y="1469708"/>
                  </a:lnTo>
                  <a:lnTo>
                    <a:pt x="2900363" y="1468755"/>
                  </a:lnTo>
                  <a:lnTo>
                    <a:pt x="2899410" y="1467803"/>
                  </a:lnTo>
                  <a:lnTo>
                    <a:pt x="2898458" y="1467803"/>
                  </a:lnTo>
                  <a:lnTo>
                    <a:pt x="2897981" y="1468755"/>
                  </a:lnTo>
                  <a:lnTo>
                    <a:pt x="2896553" y="1469231"/>
                  </a:lnTo>
                  <a:lnTo>
                    <a:pt x="2894648" y="1469231"/>
                  </a:lnTo>
                  <a:lnTo>
                    <a:pt x="2892743" y="1468279"/>
                  </a:lnTo>
                  <a:lnTo>
                    <a:pt x="2890838" y="1466850"/>
                  </a:lnTo>
                  <a:lnTo>
                    <a:pt x="2885123" y="1464469"/>
                  </a:lnTo>
                  <a:lnTo>
                    <a:pt x="2883694" y="1463040"/>
                  </a:lnTo>
                  <a:lnTo>
                    <a:pt x="2881789" y="1462088"/>
                  </a:lnTo>
                  <a:lnTo>
                    <a:pt x="2878931" y="1461611"/>
                  </a:lnTo>
                  <a:lnTo>
                    <a:pt x="2878455" y="1461135"/>
                  </a:lnTo>
                  <a:lnTo>
                    <a:pt x="2878931" y="1460183"/>
                  </a:lnTo>
                  <a:lnTo>
                    <a:pt x="2881789" y="1455420"/>
                  </a:lnTo>
                  <a:lnTo>
                    <a:pt x="2883218" y="1453515"/>
                  </a:lnTo>
                  <a:lnTo>
                    <a:pt x="2883694" y="1453039"/>
                  </a:lnTo>
                  <a:lnTo>
                    <a:pt x="2884646" y="1453039"/>
                  </a:lnTo>
                  <a:lnTo>
                    <a:pt x="2885123" y="1452563"/>
                  </a:lnTo>
                  <a:lnTo>
                    <a:pt x="2885123" y="1451610"/>
                  </a:lnTo>
                  <a:lnTo>
                    <a:pt x="2885599" y="1451134"/>
                  </a:lnTo>
                  <a:lnTo>
                    <a:pt x="2887504" y="1449229"/>
                  </a:lnTo>
                  <a:lnTo>
                    <a:pt x="2888456" y="1448276"/>
                  </a:lnTo>
                  <a:lnTo>
                    <a:pt x="2887980" y="1446848"/>
                  </a:lnTo>
                  <a:lnTo>
                    <a:pt x="2888456" y="1444466"/>
                  </a:lnTo>
                  <a:lnTo>
                    <a:pt x="2889409" y="1441133"/>
                  </a:lnTo>
                  <a:lnTo>
                    <a:pt x="2890838" y="1438751"/>
                  </a:lnTo>
                  <a:lnTo>
                    <a:pt x="2892266" y="1437323"/>
                  </a:lnTo>
                  <a:lnTo>
                    <a:pt x="2893695" y="1436370"/>
                  </a:lnTo>
                  <a:lnTo>
                    <a:pt x="2896553" y="1435418"/>
                  </a:lnTo>
                  <a:lnTo>
                    <a:pt x="2897505" y="1434465"/>
                  </a:lnTo>
                  <a:lnTo>
                    <a:pt x="2897981" y="1432560"/>
                  </a:lnTo>
                  <a:lnTo>
                    <a:pt x="2898458" y="1429226"/>
                  </a:lnTo>
                  <a:lnTo>
                    <a:pt x="2899410" y="1427321"/>
                  </a:lnTo>
                  <a:lnTo>
                    <a:pt x="2900839" y="1426369"/>
                  </a:lnTo>
                  <a:lnTo>
                    <a:pt x="2901315" y="1425416"/>
                  </a:lnTo>
                  <a:lnTo>
                    <a:pt x="2900839" y="1424464"/>
                  </a:lnTo>
                  <a:lnTo>
                    <a:pt x="2901315" y="1423511"/>
                  </a:lnTo>
                  <a:lnTo>
                    <a:pt x="2903220" y="1422559"/>
                  </a:lnTo>
                  <a:lnTo>
                    <a:pt x="2904649" y="1422083"/>
                  </a:lnTo>
                  <a:lnTo>
                    <a:pt x="2906078" y="1422559"/>
                  </a:lnTo>
                  <a:lnTo>
                    <a:pt x="2906554" y="1423511"/>
                  </a:lnTo>
                  <a:lnTo>
                    <a:pt x="2906554" y="1426369"/>
                  </a:lnTo>
                  <a:lnTo>
                    <a:pt x="2906078" y="1427321"/>
                  </a:lnTo>
                  <a:lnTo>
                    <a:pt x="2906078" y="1427798"/>
                  </a:lnTo>
                  <a:lnTo>
                    <a:pt x="2909411" y="1424940"/>
                  </a:lnTo>
                  <a:lnTo>
                    <a:pt x="2911316" y="1420178"/>
                  </a:lnTo>
                  <a:lnTo>
                    <a:pt x="2913698" y="1408748"/>
                  </a:lnTo>
                  <a:lnTo>
                    <a:pt x="2913221" y="1407795"/>
                  </a:lnTo>
                  <a:lnTo>
                    <a:pt x="2912269" y="1405890"/>
                  </a:lnTo>
                  <a:lnTo>
                    <a:pt x="2910364" y="1397794"/>
                  </a:lnTo>
                  <a:lnTo>
                    <a:pt x="2907506" y="1383030"/>
                  </a:lnTo>
                  <a:lnTo>
                    <a:pt x="2905125" y="1373981"/>
                  </a:lnTo>
                  <a:lnTo>
                    <a:pt x="2903220" y="1370648"/>
                  </a:lnTo>
                  <a:lnTo>
                    <a:pt x="2900839" y="1367790"/>
                  </a:lnTo>
                  <a:lnTo>
                    <a:pt x="2897981" y="1365885"/>
                  </a:lnTo>
                  <a:lnTo>
                    <a:pt x="2895600" y="1364933"/>
                  </a:lnTo>
                  <a:lnTo>
                    <a:pt x="2894171" y="1365409"/>
                  </a:lnTo>
                  <a:lnTo>
                    <a:pt x="2891790" y="1366838"/>
                  </a:lnTo>
                  <a:lnTo>
                    <a:pt x="2887028" y="1368266"/>
                  </a:lnTo>
                  <a:lnTo>
                    <a:pt x="2885123" y="1369219"/>
                  </a:lnTo>
                  <a:lnTo>
                    <a:pt x="2884170" y="1370171"/>
                  </a:lnTo>
                  <a:lnTo>
                    <a:pt x="2882741" y="1370648"/>
                  </a:lnTo>
                  <a:lnTo>
                    <a:pt x="2881313" y="1370648"/>
                  </a:lnTo>
                  <a:lnTo>
                    <a:pt x="2881313" y="1371124"/>
                  </a:lnTo>
                  <a:lnTo>
                    <a:pt x="2882265" y="1371600"/>
                  </a:lnTo>
                  <a:lnTo>
                    <a:pt x="2882265" y="1372553"/>
                  </a:lnTo>
                  <a:lnTo>
                    <a:pt x="2878931" y="1377315"/>
                  </a:lnTo>
                  <a:lnTo>
                    <a:pt x="2877979" y="1378268"/>
                  </a:lnTo>
                  <a:lnTo>
                    <a:pt x="2876074" y="1378744"/>
                  </a:lnTo>
                  <a:lnTo>
                    <a:pt x="2874645" y="1379696"/>
                  </a:lnTo>
                  <a:lnTo>
                    <a:pt x="2873216" y="1382078"/>
                  </a:lnTo>
                  <a:lnTo>
                    <a:pt x="2871788" y="1382554"/>
                  </a:lnTo>
                  <a:lnTo>
                    <a:pt x="2869406" y="1382554"/>
                  </a:lnTo>
                  <a:lnTo>
                    <a:pt x="2865596" y="1381125"/>
                  </a:lnTo>
                  <a:lnTo>
                    <a:pt x="2863215" y="1379696"/>
                  </a:lnTo>
                  <a:lnTo>
                    <a:pt x="2862263" y="1378268"/>
                  </a:lnTo>
                  <a:lnTo>
                    <a:pt x="2862263" y="1376363"/>
                  </a:lnTo>
                  <a:lnTo>
                    <a:pt x="2862739" y="1374458"/>
                  </a:lnTo>
                  <a:lnTo>
                    <a:pt x="2862739" y="1372553"/>
                  </a:lnTo>
                  <a:lnTo>
                    <a:pt x="2864168" y="1368743"/>
                  </a:lnTo>
                  <a:lnTo>
                    <a:pt x="2866073" y="1367314"/>
                  </a:lnTo>
                  <a:lnTo>
                    <a:pt x="2868930" y="1366838"/>
                  </a:lnTo>
                  <a:lnTo>
                    <a:pt x="2870359" y="1366361"/>
                  </a:lnTo>
                  <a:lnTo>
                    <a:pt x="2870835" y="1365409"/>
                  </a:lnTo>
                  <a:lnTo>
                    <a:pt x="2871788" y="1364933"/>
                  </a:lnTo>
                  <a:lnTo>
                    <a:pt x="2873216" y="1364456"/>
                  </a:lnTo>
                  <a:lnTo>
                    <a:pt x="2874645" y="1362075"/>
                  </a:lnTo>
                  <a:lnTo>
                    <a:pt x="2875598" y="1357789"/>
                  </a:lnTo>
                  <a:lnTo>
                    <a:pt x="2876550" y="1355408"/>
                  </a:lnTo>
                  <a:lnTo>
                    <a:pt x="2877503" y="1354931"/>
                  </a:lnTo>
                  <a:lnTo>
                    <a:pt x="2878455" y="1354931"/>
                  </a:lnTo>
                  <a:lnTo>
                    <a:pt x="2878455" y="1355408"/>
                  </a:lnTo>
                  <a:lnTo>
                    <a:pt x="2881789" y="1352550"/>
                  </a:lnTo>
                  <a:lnTo>
                    <a:pt x="2883218" y="1350645"/>
                  </a:lnTo>
                  <a:lnTo>
                    <a:pt x="2883218" y="1348740"/>
                  </a:lnTo>
                  <a:lnTo>
                    <a:pt x="2883694" y="1343025"/>
                  </a:lnTo>
                  <a:lnTo>
                    <a:pt x="2884170" y="1339215"/>
                  </a:lnTo>
                  <a:lnTo>
                    <a:pt x="2884646" y="1337786"/>
                  </a:lnTo>
                  <a:lnTo>
                    <a:pt x="2884646" y="1333500"/>
                  </a:lnTo>
                  <a:lnTo>
                    <a:pt x="2883694" y="1330166"/>
                  </a:lnTo>
                  <a:lnTo>
                    <a:pt x="2879884" y="1326356"/>
                  </a:lnTo>
                  <a:lnTo>
                    <a:pt x="2879408" y="1324928"/>
                  </a:lnTo>
                  <a:lnTo>
                    <a:pt x="2879408" y="1323499"/>
                  </a:lnTo>
                  <a:lnTo>
                    <a:pt x="2880360" y="1322070"/>
                  </a:lnTo>
                  <a:lnTo>
                    <a:pt x="2881789" y="1321594"/>
                  </a:lnTo>
                  <a:lnTo>
                    <a:pt x="2884646" y="1322546"/>
                  </a:lnTo>
                  <a:lnTo>
                    <a:pt x="2885123" y="1322070"/>
                  </a:lnTo>
                  <a:lnTo>
                    <a:pt x="2884170" y="1321594"/>
                  </a:lnTo>
                  <a:lnTo>
                    <a:pt x="2883694" y="1320165"/>
                  </a:lnTo>
                  <a:lnTo>
                    <a:pt x="2883694" y="1318260"/>
                  </a:lnTo>
                  <a:lnTo>
                    <a:pt x="2883218" y="1317308"/>
                  </a:lnTo>
                  <a:lnTo>
                    <a:pt x="2882741" y="1317308"/>
                  </a:lnTo>
                  <a:lnTo>
                    <a:pt x="2881313" y="1314926"/>
                  </a:lnTo>
                  <a:lnTo>
                    <a:pt x="2881313" y="1313974"/>
                  </a:lnTo>
                  <a:lnTo>
                    <a:pt x="2881313" y="1313021"/>
                  </a:lnTo>
                  <a:lnTo>
                    <a:pt x="2880836" y="1312069"/>
                  </a:lnTo>
                  <a:lnTo>
                    <a:pt x="2878455" y="1310640"/>
                  </a:lnTo>
                  <a:lnTo>
                    <a:pt x="2874645" y="1308735"/>
                  </a:lnTo>
                  <a:lnTo>
                    <a:pt x="2865120" y="1305401"/>
                  </a:lnTo>
                  <a:lnTo>
                    <a:pt x="2863215" y="1303973"/>
                  </a:lnTo>
                  <a:lnTo>
                    <a:pt x="2860834" y="1303020"/>
                  </a:lnTo>
                  <a:lnTo>
                    <a:pt x="2857976" y="1303020"/>
                  </a:lnTo>
                  <a:lnTo>
                    <a:pt x="2856071" y="1302068"/>
                  </a:lnTo>
                  <a:lnTo>
                    <a:pt x="2855119" y="1300163"/>
                  </a:lnTo>
                  <a:lnTo>
                    <a:pt x="2853690" y="1298734"/>
                  </a:lnTo>
                  <a:lnTo>
                    <a:pt x="2851785" y="1297305"/>
                  </a:lnTo>
                  <a:lnTo>
                    <a:pt x="2848928" y="1296353"/>
                  </a:lnTo>
                  <a:lnTo>
                    <a:pt x="2845118" y="1295876"/>
                  </a:lnTo>
                  <a:lnTo>
                    <a:pt x="2840831" y="1294448"/>
                  </a:lnTo>
                  <a:lnTo>
                    <a:pt x="2837974" y="1292066"/>
                  </a:lnTo>
                  <a:lnTo>
                    <a:pt x="2835116" y="1291114"/>
                  </a:lnTo>
                  <a:lnTo>
                    <a:pt x="2834164" y="1292066"/>
                  </a:lnTo>
                  <a:lnTo>
                    <a:pt x="2832259" y="1292543"/>
                  </a:lnTo>
                  <a:lnTo>
                    <a:pt x="2829401" y="1292066"/>
                  </a:lnTo>
                  <a:lnTo>
                    <a:pt x="2828449" y="1292543"/>
                  </a:lnTo>
                  <a:lnTo>
                    <a:pt x="2829401" y="1293495"/>
                  </a:lnTo>
                  <a:lnTo>
                    <a:pt x="2828449" y="1294924"/>
                  </a:lnTo>
                  <a:lnTo>
                    <a:pt x="2826068" y="1296829"/>
                  </a:lnTo>
                  <a:lnTo>
                    <a:pt x="2824639" y="1299210"/>
                  </a:lnTo>
                  <a:lnTo>
                    <a:pt x="2824163" y="1301591"/>
                  </a:lnTo>
                  <a:lnTo>
                    <a:pt x="2824639" y="1303496"/>
                  </a:lnTo>
                  <a:lnTo>
                    <a:pt x="2825591" y="1305401"/>
                  </a:lnTo>
                  <a:lnTo>
                    <a:pt x="2827020" y="1306354"/>
                  </a:lnTo>
                  <a:lnTo>
                    <a:pt x="2829401" y="1306830"/>
                  </a:lnTo>
                  <a:lnTo>
                    <a:pt x="2829878" y="1307306"/>
                  </a:lnTo>
                  <a:lnTo>
                    <a:pt x="2828449" y="1308259"/>
                  </a:lnTo>
                  <a:lnTo>
                    <a:pt x="2826068" y="1308735"/>
                  </a:lnTo>
                  <a:lnTo>
                    <a:pt x="2822734" y="1308735"/>
                  </a:lnTo>
                  <a:lnTo>
                    <a:pt x="2819400" y="1309688"/>
                  </a:lnTo>
                  <a:lnTo>
                    <a:pt x="2816066" y="1311593"/>
                  </a:lnTo>
                  <a:lnTo>
                    <a:pt x="2814161" y="1313021"/>
                  </a:lnTo>
                  <a:lnTo>
                    <a:pt x="2813685" y="1314450"/>
                  </a:lnTo>
                  <a:lnTo>
                    <a:pt x="2813685" y="1316355"/>
                  </a:lnTo>
                  <a:lnTo>
                    <a:pt x="2814161" y="1321118"/>
                  </a:lnTo>
                  <a:lnTo>
                    <a:pt x="2813685" y="1323023"/>
                  </a:lnTo>
                  <a:lnTo>
                    <a:pt x="2812256" y="1326356"/>
                  </a:lnTo>
                  <a:lnTo>
                    <a:pt x="2810351" y="1331119"/>
                  </a:lnTo>
                  <a:lnTo>
                    <a:pt x="2807970" y="1333976"/>
                  </a:lnTo>
                  <a:lnTo>
                    <a:pt x="2807494" y="1333500"/>
                  </a:lnTo>
                  <a:lnTo>
                    <a:pt x="2807970" y="1332071"/>
                  </a:lnTo>
                  <a:lnTo>
                    <a:pt x="2809875" y="1327309"/>
                  </a:lnTo>
                  <a:lnTo>
                    <a:pt x="2810351" y="1325404"/>
                  </a:lnTo>
                  <a:lnTo>
                    <a:pt x="2810351" y="1324451"/>
                  </a:lnTo>
                  <a:lnTo>
                    <a:pt x="2809875" y="1324451"/>
                  </a:lnTo>
                  <a:lnTo>
                    <a:pt x="2808923" y="1325404"/>
                  </a:lnTo>
                  <a:lnTo>
                    <a:pt x="2807970" y="1327309"/>
                  </a:lnTo>
                  <a:lnTo>
                    <a:pt x="2807970" y="1328261"/>
                  </a:lnTo>
                  <a:lnTo>
                    <a:pt x="2808446" y="1328261"/>
                  </a:lnTo>
                  <a:lnTo>
                    <a:pt x="2807970" y="1329690"/>
                  </a:lnTo>
                  <a:lnTo>
                    <a:pt x="2807018" y="1332071"/>
                  </a:lnTo>
                  <a:lnTo>
                    <a:pt x="2806065" y="1332548"/>
                  </a:lnTo>
                  <a:lnTo>
                    <a:pt x="2805113" y="1331119"/>
                  </a:lnTo>
                  <a:lnTo>
                    <a:pt x="2805113" y="1329214"/>
                  </a:lnTo>
                  <a:lnTo>
                    <a:pt x="2806541" y="1325404"/>
                  </a:lnTo>
                  <a:lnTo>
                    <a:pt x="2806065" y="1324928"/>
                  </a:lnTo>
                  <a:lnTo>
                    <a:pt x="2807018" y="1322546"/>
                  </a:lnTo>
                  <a:lnTo>
                    <a:pt x="2807494" y="1320641"/>
                  </a:lnTo>
                  <a:lnTo>
                    <a:pt x="2807018" y="1318736"/>
                  </a:lnTo>
                  <a:lnTo>
                    <a:pt x="2807494" y="1317308"/>
                  </a:lnTo>
                  <a:lnTo>
                    <a:pt x="2808446" y="1315879"/>
                  </a:lnTo>
                  <a:lnTo>
                    <a:pt x="2807970" y="1315403"/>
                  </a:lnTo>
                  <a:lnTo>
                    <a:pt x="2806065" y="1315879"/>
                  </a:lnTo>
                  <a:lnTo>
                    <a:pt x="2803684" y="1318736"/>
                  </a:lnTo>
                  <a:lnTo>
                    <a:pt x="2800350" y="1323499"/>
                  </a:lnTo>
                  <a:lnTo>
                    <a:pt x="2797969" y="1325404"/>
                  </a:lnTo>
                  <a:lnTo>
                    <a:pt x="2796064" y="1324928"/>
                  </a:lnTo>
                  <a:lnTo>
                    <a:pt x="2794635" y="1325404"/>
                  </a:lnTo>
                  <a:lnTo>
                    <a:pt x="2793683" y="1326833"/>
                  </a:lnTo>
                  <a:lnTo>
                    <a:pt x="2792730" y="1327309"/>
                  </a:lnTo>
                  <a:lnTo>
                    <a:pt x="2791301" y="1327309"/>
                  </a:lnTo>
                  <a:lnTo>
                    <a:pt x="2790349" y="1329214"/>
                  </a:lnTo>
                  <a:lnTo>
                    <a:pt x="2789873" y="1332548"/>
                  </a:lnTo>
                  <a:lnTo>
                    <a:pt x="2788444" y="1334453"/>
                  </a:lnTo>
                  <a:lnTo>
                    <a:pt x="2784634" y="1335405"/>
                  </a:lnTo>
                  <a:lnTo>
                    <a:pt x="2783681" y="1336358"/>
                  </a:lnTo>
                  <a:lnTo>
                    <a:pt x="2783681" y="1337786"/>
                  </a:lnTo>
                  <a:lnTo>
                    <a:pt x="2784158" y="1339215"/>
                  </a:lnTo>
                  <a:lnTo>
                    <a:pt x="2784158" y="1342549"/>
                  </a:lnTo>
                  <a:lnTo>
                    <a:pt x="2783681" y="1347311"/>
                  </a:lnTo>
                  <a:lnTo>
                    <a:pt x="2782253" y="1351598"/>
                  </a:lnTo>
                  <a:lnTo>
                    <a:pt x="2780348" y="1355408"/>
                  </a:lnTo>
                  <a:lnTo>
                    <a:pt x="2778443" y="1358265"/>
                  </a:lnTo>
                  <a:lnTo>
                    <a:pt x="2775109" y="1362075"/>
                  </a:lnTo>
                  <a:lnTo>
                    <a:pt x="2775109" y="1363028"/>
                  </a:lnTo>
                  <a:lnTo>
                    <a:pt x="2777014" y="1365885"/>
                  </a:lnTo>
                  <a:lnTo>
                    <a:pt x="2777966" y="1368266"/>
                  </a:lnTo>
                  <a:lnTo>
                    <a:pt x="2778443" y="1373029"/>
                  </a:lnTo>
                  <a:lnTo>
                    <a:pt x="2778443" y="1373981"/>
                  </a:lnTo>
                  <a:lnTo>
                    <a:pt x="2775109" y="1379696"/>
                  </a:lnTo>
                  <a:lnTo>
                    <a:pt x="2775109" y="1380649"/>
                  </a:lnTo>
                  <a:lnTo>
                    <a:pt x="2778919" y="1390174"/>
                  </a:lnTo>
                  <a:lnTo>
                    <a:pt x="2782253" y="1396841"/>
                  </a:lnTo>
                  <a:lnTo>
                    <a:pt x="2782729" y="1397794"/>
                  </a:lnTo>
                  <a:lnTo>
                    <a:pt x="2783681" y="1400651"/>
                  </a:lnTo>
                  <a:lnTo>
                    <a:pt x="2785586" y="1405890"/>
                  </a:lnTo>
                  <a:lnTo>
                    <a:pt x="2786539" y="1411129"/>
                  </a:lnTo>
                  <a:lnTo>
                    <a:pt x="2786539" y="1416368"/>
                  </a:lnTo>
                  <a:lnTo>
                    <a:pt x="2786063" y="1421606"/>
                  </a:lnTo>
                  <a:lnTo>
                    <a:pt x="2785110" y="1426369"/>
                  </a:lnTo>
                  <a:lnTo>
                    <a:pt x="2783681" y="1431131"/>
                  </a:lnTo>
                  <a:lnTo>
                    <a:pt x="2781776" y="1435418"/>
                  </a:lnTo>
                  <a:lnTo>
                    <a:pt x="2779871" y="1438751"/>
                  </a:lnTo>
                  <a:lnTo>
                    <a:pt x="2776061" y="1444466"/>
                  </a:lnTo>
                  <a:lnTo>
                    <a:pt x="2774156" y="1448276"/>
                  </a:lnTo>
                  <a:lnTo>
                    <a:pt x="2772251" y="1451134"/>
                  </a:lnTo>
                  <a:lnTo>
                    <a:pt x="2770346" y="1453515"/>
                  </a:lnTo>
                  <a:lnTo>
                    <a:pt x="2766536" y="1455896"/>
                  </a:lnTo>
                  <a:lnTo>
                    <a:pt x="2757011" y="1460659"/>
                  </a:lnTo>
                  <a:lnTo>
                    <a:pt x="2754154" y="1461611"/>
                  </a:lnTo>
                  <a:lnTo>
                    <a:pt x="2750820" y="1462088"/>
                  </a:lnTo>
                  <a:lnTo>
                    <a:pt x="2747486" y="1462088"/>
                  </a:lnTo>
                  <a:lnTo>
                    <a:pt x="2745581" y="1461611"/>
                  </a:lnTo>
                  <a:lnTo>
                    <a:pt x="2745105" y="1460659"/>
                  </a:lnTo>
                  <a:lnTo>
                    <a:pt x="2744153" y="1460659"/>
                  </a:lnTo>
                  <a:lnTo>
                    <a:pt x="2743200" y="1460183"/>
                  </a:lnTo>
                  <a:lnTo>
                    <a:pt x="2741771" y="1459230"/>
                  </a:lnTo>
                  <a:lnTo>
                    <a:pt x="2740343" y="1457325"/>
                  </a:lnTo>
                  <a:lnTo>
                    <a:pt x="2738914" y="1453515"/>
                  </a:lnTo>
                  <a:lnTo>
                    <a:pt x="2737009" y="1447800"/>
                  </a:lnTo>
                  <a:lnTo>
                    <a:pt x="2735580" y="1444466"/>
                  </a:lnTo>
                  <a:lnTo>
                    <a:pt x="2734151" y="1443514"/>
                  </a:lnTo>
                  <a:lnTo>
                    <a:pt x="2733199" y="1441609"/>
                  </a:lnTo>
                  <a:lnTo>
                    <a:pt x="2732246" y="1439228"/>
                  </a:lnTo>
                  <a:lnTo>
                    <a:pt x="2731770" y="1433989"/>
                  </a:lnTo>
                  <a:lnTo>
                    <a:pt x="2731770" y="1425893"/>
                  </a:lnTo>
                  <a:lnTo>
                    <a:pt x="2732246" y="1420178"/>
                  </a:lnTo>
                  <a:lnTo>
                    <a:pt x="2732723" y="1417320"/>
                  </a:lnTo>
                  <a:lnTo>
                    <a:pt x="2732723" y="1414939"/>
                  </a:lnTo>
                  <a:lnTo>
                    <a:pt x="2731770" y="1413510"/>
                  </a:lnTo>
                  <a:lnTo>
                    <a:pt x="2731294" y="1411605"/>
                  </a:lnTo>
                  <a:lnTo>
                    <a:pt x="2730818" y="1409224"/>
                  </a:lnTo>
                  <a:lnTo>
                    <a:pt x="2730341" y="1407795"/>
                  </a:lnTo>
                  <a:lnTo>
                    <a:pt x="2729389" y="1406843"/>
                  </a:lnTo>
                  <a:lnTo>
                    <a:pt x="2729389" y="1405890"/>
                  </a:lnTo>
                  <a:lnTo>
                    <a:pt x="2729865" y="1404461"/>
                  </a:lnTo>
                  <a:lnTo>
                    <a:pt x="2729865" y="1403509"/>
                  </a:lnTo>
                  <a:lnTo>
                    <a:pt x="2729389" y="1403033"/>
                  </a:lnTo>
                  <a:lnTo>
                    <a:pt x="2729389" y="1402080"/>
                  </a:lnTo>
                  <a:lnTo>
                    <a:pt x="2729865" y="1401128"/>
                  </a:lnTo>
                  <a:lnTo>
                    <a:pt x="2728436" y="1396841"/>
                  </a:lnTo>
                  <a:lnTo>
                    <a:pt x="2728436" y="1394936"/>
                  </a:lnTo>
                  <a:lnTo>
                    <a:pt x="2728913" y="1392555"/>
                  </a:lnTo>
                  <a:lnTo>
                    <a:pt x="2730818" y="1388745"/>
                  </a:lnTo>
                  <a:lnTo>
                    <a:pt x="2731294" y="1386840"/>
                  </a:lnTo>
                  <a:lnTo>
                    <a:pt x="2731294" y="1384935"/>
                  </a:lnTo>
                  <a:lnTo>
                    <a:pt x="2732246" y="1382554"/>
                  </a:lnTo>
                  <a:lnTo>
                    <a:pt x="2734628" y="1377315"/>
                  </a:lnTo>
                  <a:lnTo>
                    <a:pt x="2734628" y="1376363"/>
                  </a:lnTo>
                  <a:lnTo>
                    <a:pt x="2733675" y="1373981"/>
                  </a:lnTo>
                  <a:lnTo>
                    <a:pt x="2733675" y="1372076"/>
                  </a:lnTo>
                  <a:lnTo>
                    <a:pt x="2733675" y="1369695"/>
                  </a:lnTo>
                  <a:lnTo>
                    <a:pt x="2734628" y="1366838"/>
                  </a:lnTo>
                  <a:lnTo>
                    <a:pt x="2736056" y="1363504"/>
                  </a:lnTo>
                  <a:lnTo>
                    <a:pt x="2737961" y="1360646"/>
                  </a:lnTo>
                  <a:lnTo>
                    <a:pt x="2740343" y="1358741"/>
                  </a:lnTo>
                  <a:lnTo>
                    <a:pt x="2741295" y="1356360"/>
                  </a:lnTo>
                  <a:lnTo>
                    <a:pt x="2740343" y="1353979"/>
                  </a:lnTo>
                  <a:lnTo>
                    <a:pt x="2740819" y="1350169"/>
                  </a:lnTo>
                  <a:lnTo>
                    <a:pt x="2742248" y="1344930"/>
                  </a:lnTo>
                  <a:lnTo>
                    <a:pt x="2743676" y="1341120"/>
                  </a:lnTo>
                  <a:lnTo>
                    <a:pt x="2745581" y="1338739"/>
                  </a:lnTo>
                  <a:lnTo>
                    <a:pt x="2746534" y="1336358"/>
                  </a:lnTo>
                  <a:lnTo>
                    <a:pt x="2747010" y="1333976"/>
                  </a:lnTo>
                  <a:lnTo>
                    <a:pt x="2746534" y="1333024"/>
                  </a:lnTo>
                  <a:lnTo>
                    <a:pt x="2745105" y="1332071"/>
                  </a:lnTo>
                  <a:lnTo>
                    <a:pt x="2743676" y="1330643"/>
                  </a:lnTo>
                  <a:lnTo>
                    <a:pt x="2741771" y="1330166"/>
                  </a:lnTo>
                  <a:lnTo>
                    <a:pt x="2739390" y="1331119"/>
                  </a:lnTo>
                  <a:lnTo>
                    <a:pt x="2738914" y="1331119"/>
                  </a:lnTo>
                  <a:lnTo>
                    <a:pt x="2737485" y="1331119"/>
                  </a:lnTo>
                  <a:lnTo>
                    <a:pt x="2735104" y="1333500"/>
                  </a:lnTo>
                  <a:lnTo>
                    <a:pt x="2732723" y="1337786"/>
                  </a:lnTo>
                  <a:lnTo>
                    <a:pt x="2731294" y="1339691"/>
                  </a:lnTo>
                  <a:lnTo>
                    <a:pt x="2728913" y="1340644"/>
                  </a:lnTo>
                  <a:lnTo>
                    <a:pt x="2727484" y="1342073"/>
                  </a:lnTo>
                  <a:lnTo>
                    <a:pt x="2726531" y="1343501"/>
                  </a:lnTo>
                  <a:lnTo>
                    <a:pt x="2725103" y="1343978"/>
                  </a:lnTo>
                  <a:lnTo>
                    <a:pt x="2723198" y="1343025"/>
                  </a:lnTo>
                  <a:lnTo>
                    <a:pt x="2722721" y="1341120"/>
                  </a:lnTo>
                  <a:lnTo>
                    <a:pt x="2723674" y="1338263"/>
                  </a:lnTo>
                  <a:lnTo>
                    <a:pt x="2725103" y="1335405"/>
                  </a:lnTo>
                  <a:lnTo>
                    <a:pt x="2728436" y="1330643"/>
                  </a:lnTo>
                  <a:lnTo>
                    <a:pt x="2728436" y="1329690"/>
                  </a:lnTo>
                  <a:lnTo>
                    <a:pt x="2729389" y="1328261"/>
                  </a:lnTo>
                  <a:lnTo>
                    <a:pt x="2734628" y="1326356"/>
                  </a:lnTo>
                  <a:lnTo>
                    <a:pt x="2736533" y="1324928"/>
                  </a:lnTo>
                  <a:lnTo>
                    <a:pt x="2737009" y="1323023"/>
                  </a:lnTo>
                  <a:lnTo>
                    <a:pt x="2737009" y="1319689"/>
                  </a:lnTo>
                  <a:lnTo>
                    <a:pt x="2737485" y="1318736"/>
                  </a:lnTo>
                  <a:lnTo>
                    <a:pt x="2738438" y="1318260"/>
                  </a:lnTo>
                  <a:lnTo>
                    <a:pt x="2740819" y="1315879"/>
                  </a:lnTo>
                  <a:lnTo>
                    <a:pt x="2744629" y="1311116"/>
                  </a:lnTo>
                  <a:lnTo>
                    <a:pt x="2747963" y="1305878"/>
                  </a:lnTo>
                  <a:lnTo>
                    <a:pt x="2750820" y="1300639"/>
                  </a:lnTo>
                  <a:lnTo>
                    <a:pt x="2752725" y="1297781"/>
                  </a:lnTo>
                  <a:lnTo>
                    <a:pt x="2754154" y="1297305"/>
                  </a:lnTo>
                  <a:lnTo>
                    <a:pt x="2755106" y="1295876"/>
                  </a:lnTo>
                  <a:lnTo>
                    <a:pt x="2756535" y="1291114"/>
                  </a:lnTo>
                  <a:lnTo>
                    <a:pt x="2757488" y="1288733"/>
                  </a:lnTo>
                  <a:lnTo>
                    <a:pt x="2758440" y="1287780"/>
                  </a:lnTo>
                  <a:lnTo>
                    <a:pt x="2758916" y="1288256"/>
                  </a:lnTo>
                  <a:lnTo>
                    <a:pt x="2757964" y="1291114"/>
                  </a:lnTo>
                  <a:lnTo>
                    <a:pt x="2757964" y="1293495"/>
                  </a:lnTo>
                  <a:lnTo>
                    <a:pt x="2758440" y="1296353"/>
                  </a:lnTo>
                  <a:lnTo>
                    <a:pt x="2759869" y="1297305"/>
                  </a:lnTo>
                  <a:lnTo>
                    <a:pt x="2761774" y="1296353"/>
                  </a:lnTo>
                  <a:lnTo>
                    <a:pt x="2763203" y="1294448"/>
                  </a:lnTo>
                  <a:lnTo>
                    <a:pt x="2764631" y="1291590"/>
                  </a:lnTo>
                  <a:lnTo>
                    <a:pt x="2766060" y="1290638"/>
                  </a:lnTo>
                  <a:lnTo>
                    <a:pt x="2767965" y="1291114"/>
                  </a:lnTo>
                  <a:lnTo>
                    <a:pt x="2769394" y="1291114"/>
                  </a:lnTo>
                  <a:lnTo>
                    <a:pt x="2770346" y="1290161"/>
                  </a:lnTo>
                  <a:lnTo>
                    <a:pt x="2772728" y="1289685"/>
                  </a:lnTo>
                  <a:lnTo>
                    <a:pt x="2773204" y="1290638"/>
                  </a:lnTo>
                  <a:lnTo>
                    <a:pt x="2772728" y="1292543"/>
                  </a:lnTo>
                  <a:lnTo>
                    <a:pt x="2772251" y="1293495"/>
                  </a:lnTo>
                  <a:lnTo>
                    <a:pt x="2771299" y="1293495"/>
                  </a:lnTo>
                  <a:lnTo>
                    <a:pt x="2769870" y="1294448"/>
                  </a:lnTo>
                  <a:lnTo>
                    <a:pt x="2768441" y="1296829"/>
                  </a:lnTo>
                  <a:lnTo>
                    <a:pt x="2768441" y="1298734"/>
                  </a:lnTo>
                  <a:lnTo>
                    <a:pt x="2769870" y="1300163"/>
                  </a:lnTo>
                  <a:lnTo>
                    <a:pt x="2770823" y="1300163"/>
                  </a:lnTo>
                  <a:lnTo>
                    <a:pt x="2770823" y="1298734"/>
                  </a:lnTo>
                  <a:lnTo>
                    <a:pt x="2771775" y="1297305"/>
                  </a:lnTo>
                  <a:lnTo>
                    <a:pt x="2774156" y="1294924"/>
                  </a:lnTo>
                  <a:lnTo>
                    <a:pt x="2774156" y="1293971"/>
                  </a:lnTo>
                  <a:lnTo>
                    <a:pt x="2778443" y="1292066"/>
                  </a:lnTo>
                  <a:lnTo>
                    <a:pt x="2779871" y="1290638"/>
                  </a:lnTo>
                  <a:lnTo>
                    <a:pt x="2780348" y="1289209"/>
                  </a:lnTo>
                  <a:lnTo>
                    <a:pt x="2782729" y="1286351"/>
                  </a:lnTo>
                  <a:lnTo>
                    <a:pt x="2784634" y="1285399"/>
                  </a:lnTo>
                  <a:lnTo>
                    <a:pt x="2787491" y="1284923"/>
                  </a:lnTo>
                  <a:lnTo>
                    <a:pt x="2790349" y="1285399"/>
                  </a:lnTo>
                  <a:lnTo>
                    <a:pt x="2793206" y="1286351"/>
                  </a:lnTo>
                  <a:lnTo>
                    <a:pt x="2794635" y="1286351"/>
                  </a:lnTo>
                  <a:lnTo>
                    <a:pt x="2795111" y="1285399"/>
                  </a:lnTo>
                  <a:lnTo>
                    <a:pt x="2797493" y="1284923"/>
                  </a:lnTo>
                  <a:lnTo>
                    <a:pt x="2801779" y="1284446"/>
                  </a:lnTo>
                  <a:lnTo>
                    <a:pt x="2805113" y="1283018"/>
                  </a:lnTo>
                  <a:lnTo>
                    <a:pt x="2807018" y="1280636"/>
                  </a:lnTo>
                  <a:lnTo>
                    <a:pt x="2809399" y="1279208"/>
                  </a:lnTo>
                  <a:lnTo>
                    <a:pt x="2812733" y="1279208"/>
                  </a:lnTo>
                  <a:lnTo>
                    <a:pt x="2817019" y="1280160"/>
                  </a:lnTo>
                  <a:lnTo>
                    <a:pt x="2822258" y="1282065"/>
                  </a:lnTo>
                  <a:lnTo>
                    <a:pt x="2826544" y="1284446"/>
                  </a:lnTo>
                  <a:lnTo>
                    <a:pt x="2832259" y="1289209"/>
                  </a:lnTo>
                  <a:lnTo>
                    <a:pt x="2833688" y="1289685"/>
                  </a:lnTo>
                  <a:lnTo>
                    <a:pt x="2834640" y="1289685"/>
                  </a:lnTo>
                  <a:lnTo>
                    <a:pt x="2835116" y="1289209"/>
                  </a:lnTo>
                  <a:lnTo>
                    <a:pt x="2835116" y="1288733"/>
                  </a:lnTo>
                  <a:lnTo>
                    <a:pt x="2834640" y="1288256"/>
                  </a:lnTo>
                  <a:lnTo>
                    <a:pt x="2835116" y="1286351"/>
                  </a:lnTo>
                  <a:lnTo>
                    <a:pt x="2834640" y="1285875"/>
                  </a:lnTo>
                  <a:lnTo>
                    <a:pt x="2836545" y="1282541"/>
                  </a:lnTo>
                  <a:lnTo>
                    <a:pt x="2837974" y="1281589"/>
                  </a:lnTo>
                  <a:lnTo>
                    <a:pt x="2839879" y="1282065"/>
                  </a:lnTo>
                  <a:lnTo>
                    <a:pt x="2840831" y="1282541"/>
                  </a:lnTo>
                  <a:lnTo>
                    <a:pt x="2841308" y="1283494"/>
                  </a:lnTo>
                  <a:lnTo>
                    <a:pt x="2841784" y="1283970"/>
                  </a:lnTo>
                  <a:lnTo>
                    <a:pt x="2842736" y="1283970"/>
                  </a:lnTo>
                  <a:lnTo>
                    <a:pt x="2843213" y="1283970"/>
                  </a:lnTo>
                  <a:lnTo>
                    <a:pt x="2843689" y="1283970"/>
                  </a:lnTo>
                  <a:lnTo>
                    <a:pt x="2844165" y="1283494"/>
                  </a:lnTo>
                  <a:lnTo>
                    <a:pt x="2847975" y="1283970"/>
                  </a:lnTo>
                  <a:lnTo>
                    <a:pt x="2860358" y="1285399"/>
                  </a:lnTo>
                  <a:lnTo>
                    <a:pt x="2862263" y="1284923"/>
                  </a:lnTo>
                  <a:lnTo>
                    <a:pt x="2863215" y="1284446"/>
                  </a:lnTo>
                  <a:lnTo>
                    <a:pt x="2863215" y="1283494"/>
                  </a:lnTo>
                  <a:lnTo>
                    <a:pt x="2862263" y="1282541"/>
                  </a:lnTo>
                  <a:lnTo>
                    <a:pt x="2858929" y="1280636"/>
                  </a:lnTo>
                  <a:lnTo>
                    <a:pt x="2857976" y="1279684"/>
                  </a:lnTo>
                  <a:lnTo>
                    <a:pt x="2857500" y="1278731"/>
                  </a:lnTo>
                  <a:lnTo>
                    <a:pt x="2857976" y="1277779"/>
                  </a:lnTo>
                  <a:lnTo>
                    <a:pt x="2857500" y="1276826"/>
                  </a:lnTo>
                  <a:lnTo>
                    <a:pt x="2855595" y="1275874"/>
                  </a:lnTo>
                  <a:lnTo>
                    <a:pt x="2851785" y="1275874"/>
                  </a:lnTo>
                  <a:lnTo>
                    <a:pt x="2851309" y="1274921"/>
                  </a:lnTo>
                  <a:lnTo>
                    <a:pt x="2851785" y="1273969"/>
                  </a:lnTo>
                  <a:lnTo>
                    <a:pt x="2852738" y="1273016"/>
                  </a:lnTo>
                  <a:lnTo>
                    <a:pt x="2852738" y="1271588"/>
                  </a:lnTo>
                  <a:lnTo>
                    <a:pt x="2852261" y="1270635"/>
                  </a:lnTo>
                  <a:lnTo>
                    <a:pt x="2851785" y="1267778"/>
                  </a:lnTo>
                  <a:lnTo>
                    <a:pt x="2850833" y="1265873"/>
                  </a:lnTo>
                  <a:lnTo>
                    <a:pt x="2848928" y="1263491"/>
                  </a:lnTo>
                  <a:lnTo>
                    <a:pt x="2848451" y="1262539"/>
                  </a:lnTo>
                  <a:lnTo>
                    <a:pt x="2847499" y="1262063"/>
                  </a:lnTo>
                  <a:lnTo>
                    <a:pt x="2846546" y="1262063"/>
                  </a:lnTo>
                  <a:lnTo>
                    <a:pt x="2845118" y="1262539"/>
                  </a:lnTo>
                  <a:lnTo>
                    <a:pt x="2843689" y="1263491"/>
                  </a:lnTo>
                  <a:lnTo>
                    <a:pt x="2841784" y="1264920"/>
                  </a:lnTo>
                  <a:lnTo>
                    <a:pt x="2839403" y="1264444"/>
                  </a:lnTo>
                  <a:lnTo>
                    <a:pt x="2837974" y="1263015"/>
                  </a:lnTo>
                  <a:lnTo>
                    <a:pt x="2836069" y="1262539"/>
                  </a:lnTo>
                  <a:lnTo>
                    <a:pt x="2833211" y="1263491"/>
                  </a:lnTo>
                  <a:lnTo>
                    <a:pt x="2830830" y="1263491"/>
                  </a:lnTo>
                  <a:lnTo>
                    <a:pt x="2828449" y="1262539"/>
                  </a:lnTo>
                  <a:lnTo>
                    <a:pt x="2824163" y="1262063"/>
                  </a:lnTo>
                  <a:lnTo>
                    <a:pt x="2823686" y="1261110"/>
                  </a:lnTo>
                  <a:lnTo>
                    <a:pt x="2823686" y="1260158"/>
                  </a:lnTo>
                  <a:lnTo>
                    <a:pt x="2824163" y="1259205"/>
                  </a:lnTo>
                  <a:lnTo>
                    <a:pt x="2824639" y="1257300"/>
                  </a:lnTo>
                  <a:lnTo>
                    <a:pt x="2824639" y="1253966"/>
                  </a:lnTo>
                  <a:lnTo>
                    <a:pt x="2825115" y="1251585"/>
                  </a:lnTo>
                  <a:lnTo>
                    <a:pt x="2826068" y="1250156"/>
                  </a:lnTo>
                  <a:lnTo>
                    <a:pt x="2824639" y="1249680"/>
                  </a:lnTo>
                  <a:lnTo>
                    <a:pt x="2820353" y="1249680"/>
                  </a:lnTo>
                  <a:lnTo>
                    <a:pt x="2815590" y="1250633"/>
                  </a:lnTo>
                  <a:lnTo>
                    <a:pt x="2810351" y="1252538"/>
                  </a:lnTo>
                  <a:lnTo>
                    <a:pt x="2804636" y="1253014"/>
                  </a:lnTo>
                  <a:lnTo>
                    <a:pt x="2798445" y="1252538"/>
                  </a:lnTo>
                  <a:lnTo>
                    <a:pt x="2793683" y="1252538"/>
                  </a:lnTo>
                  <a:lnTo>
                    <a:pt x="2788444" y="1253490"/>
                  </a:lnTo>
                  <a:lnTo>
                    <a:pt x="2787491" y="1253014"/>
                  </a:lnTo>
                  <a:lnTo>
                    <a:pt x="2784158" y="1254443"/>
                  </a:lnTo>
                  <a:lnTo>
                    <a:pt x="2778443" y="1257300"/>
                  </a:lnTo>
                  <a:lnTo>
                    <a:pt x="2774156" y="1260158"/>
                  </a:lnTo>
                  <a:lnTo>
                    <a:pt x="2770346" y="1263015"/>
                  </a:lnTo>
                  <a:lnTo>
                    <a:pt x="2769870" y="1263015"/>
                  </a:lnTo>
                  <a:lnTo>
                    <a:pt x="2768918" y="1262539"/>
                  </a:lnTo>
                  <a:lnTo>
                    <a:pt x="2767013" y="1261586"/>
                  </a:lnTo>
                  <a:lnTo>
                    <a:pt x="2765108" y="1261586"/>
                  </a:lnTo>
                  <a:lnTo>
                    <a:pt x="2763203" y="1262539"/>
                  </a:lnTo>
                  <a:lnTo>
                    <a:pt x="2761298" y="1262063"/>
                  </a:lnTo>
                  <a:lnTo>
                    <a:pt x="2758916" y="1260158"/>
                  </a:lnTo>
                  <a:lnTo>
                    <a:pt x="2757011" y="1259681"/>
                  </a:lnTo>
                  <a:lnTo>
                    <a:pt x="2755106" y="1260634"/>
                  </a:lnTo>
                  <a:lnTo>
                    <a:pt x="2752249" y="1261110"/>
                  </a:lnTo>
                  <a:lnTo>
                    <a:pt x="2746058" y="1260634"/>
                  </a:lnTo>
                  <a:lnTo>
                    <a:pt x="2745581" y="1260158"/>
                  </a:lnTo>
                  <a:lnTo>
                    <a:pt x="2745105" y="1258253"/>
                  </a:lnTo>
                  <a:lnTo>
                    <a:pt x="2744629" y="1257300"/>
                  </a:lnTo>
                  <a:lnTo>
                    <a:pt x="2743200" y="1256824"/>
                  </a:lnTo>
                  <a:lnTo>
                    <a:pt x="2741295" y="1254443"/>
                  </a:lnTo>
                  <a:lnTo>
                    <a:pt x="2737009" y="1248251"/>
                  </a:lnTo>
                  <a:lnTo>
                    <a:pt x="2735580" y="1247299"/>
                  </a:lnTo>
                  <a:lnTo>
                    <a:pt x="2732246" y="1245394"/>
                  </a:lnTo>
                  <a:lnTo>
                    <a:pt x="2728913" y="1244441"/>
                  </a:lnTo>
                  <a:lnTo>
                    <a:pt x="2720340" y="1243489"/>
                  </a:lnTo>
                  <a:lnTo>
                    <a:pt x="2718435" y="1242536"/>
                  </a:lnTo>
                  <a:lnTo>
                    <a:pt x="2717483" y="1242536"/>
                  </a:lnTo>
                  <a:lnTo>
                    <a:pt x="2711768" y="1245870"/>
                  </a:lnTo>
                  <a:lnTo>
                    <a:pt x="2711768" y="1246823"/>
                  </a:lnTo>
                  <a:lnTo>
                    <a:pt x="2711291" y="1247299"/>
                  </a:lnTo>
                  <a:lnTo>
                    <a:pt x="2710339" y="1248251"/>
                  </a:lnTo>
                  <a:lnTo>
                    <a:pt x="2709386" y="1248728"/>
                  </a:lnTo>
                  <a:lnTo>
                    <a:pt x="2708910" y="1248251"/>
                  </a:lnTo>
                  <a:lnTo>
                    <a:pt x="2708434" y="1247299"/>
                  </a:lnTo>
                  <a:lnTo>
                    <a:pt x="2708434" y="1245394"/>
                  </a:lnTo>
                  <a:lnTo>
                    <a:pt x="2708910" y="1242060"/>
                  </a:lnTo>
                  <a:lnTo>
                    <a:pt x="2709386" y="1239679"/>
                  </a:lnTo>
                  <a:lnTo>
                    <a:pt x="2707958" y="1238726"/>
                  </a:lnTo>
                  <a:lnTo>
                    <a:pt x="2707481" y="1237774"/>
                  </a:lnTo>
                  <a:lnTo>
                    <a:pt x="2707481" y="1236345"/>
                  </a:lnTo>
                  <a:lnTo>
                    <a:pt x="2706529" y="1235393"/>
                  </a:lnTo>
                  <a:lnTo>
                    <a:pt x="2704624" y="1234440"/>
                  </a:lnTo>
                  <a:lnTo>
                    <a:pt x="2703671" y="1233488"/>
                  </a:lnTo>
                  <a:lnTo>
                    <a:pt x="2703671" y="1232059"/>
                  </a:lnTo>
                  <a:lnTo>
                    <a:pt x="2703671" y="1231106"/>
                  </a:lnTo>
                  <a:lnTo>
                    <a:pt x="2703195" y="1230630"/>
                  </a:lnTo>
                  <a:lnTo>
                    <a:pt x="2700814" y="1231583"/>
                  </a:lnTo>
                  <a:lnTo>
                    <a:pt x="2697004" y="1233964"/>
                  </a:lnTo>
                  <a:lnTo>
                    <a:pt x="2694146" y="1236345"/>
                  </a:lnTo>
                  <a:lnTo>
                    <a:pt x="2692718" y="1238250"/>
                  </a:lnTo>
                  <a:lnTo>
                    <a:pt x="2690813" y="1239203"/>
                  </a:lnTo>
                  <a:lnTo>
                    <a:pt x="2687955" y="1239679"/>
                  </a:lnTo>
                  <a:lnTo>
                    <a:pt x="2685574" y="1240631"/>
                  </a:lnTo>
                  <a:lnTo>
                    <a:pt x="2681764" y="1243489"/>
                  </a:lnTo>
                  <a:lnTo>
                    <a:pt x="2678906" y="1244918"/>
                  </a:lnTo>
                  <a:lnTo>
                    <a:pt x="2674144" y="1245870"/>
                  </a:lnTo>
                  <a:lnTo>
                    <a:pt x="2667476" y="1246823"/>
                  </a:lnTo>
                  <a:lnTo>
                    <a:pt x="2661761" y="1248728"/>
                  </a:lnTo>
                  <a:lnTo>
                    <a:pt x="2657475" y="1252061"/>
                  </a:lnTo>
                  <a:lnTo>
                    <a:pt x="2652236" y="1254919"/>
                  </a:lnTo>
                  <a:lnTo>
                    <a:pt x="2646045" y="1257300"/>
                  </a:lnTo>
                  <a:lnTo>
                    <a:pt x="2641759" y="1258253"/>
                  </a:lnTo>
                  <a:lnTo>
                    <a:pt x="2639378" y="1257776"/>
                  </a:lnTo>
                  <a:lnTo>
                    <a:pt x="2636520" y="1256348"/>
                  </a:lnTo>
                  <a:lnTo>
                    <a:pt x="2632234" y="1253966"/>
                  </a:lnTo>
                  <a:lnTo>
                    <a:pt x="2631758" y="1253966"/>
                  </a:lnTo>
                  <a:lnTo>
                    <a:pt x="2632234" y="1254443"/>
                  </a:lnTo>
                  <a:lnTo>
                    <a:pt x="2632234" y="1254919"/>
                  </a:lnTo>
                  <a:lnTo>
                    <a:pt x="2631281" y="1255395"/>
                  </a:lnTo>
                  <a:lnTo>
                    <a:pt x="2626043" y="1257300"/>
                  </a:lnTo>
                  <a:lnTo>
                    <a:pt x="2625566" y="1256824"/>
                  </a:lnTo>
                  <a:lnTo>
                    <a:pt x="2627471" y="1254443"/>
                  </a:lnTo>
                  <a:lnTo>
                    <a:pt x="2628424" y="1252538"/>
                  </a:lnTo>
                  <a:lnTo>
                    <a:pt x="2628424" y="1250633"/>
                  </a:lnTo>
                  <a:lnTo>
                    <a:pt x="2629376" y="1248728"/>
                  </a:lnTo>
                  <a:lnTo>
                    <a:pt x="2631281" y="1246346"/>
                  </a:lnTo>
                  <a:lnTo>
                    <a:pt x="2631758" y="1244441"/>
                  </a:lnTo>
                  <a:lnTo>
                    <a:pt x="2631281" y="1243489"/>
                  </a:lnTo>
                  <a:lnTo>
                    <a:pt x="2629376" y="1242060"/>
                  </a:lnTo>
                  <a:lnTo>
                    <a:pt x="2627948" y="1242060"/>
                  </a:lnTo>
                  <a:lnTo>
                    <a:pt x="2626043" y="1242536"/>
                  </a:lnTo>
                  <a:lnTo>
                    <a:pt x="2619851" y="1246346"/>
                  </a:lnTo>
                  <a:lnTo>
                    <a:pt x="2619375" y="1245870"/>
                  </a:lnTo>
                  <a:lnTo>
                    <a:pt x="2617470" y="1245394"/>
                  </a:lnTo>
                  <a:lnTo>
                    <a:pt x="2616994" y="1245394"/>
                  </a:lnTo>
                  <a:lnTo>
                    <a:pt x="2612231" y="1248728"/>
                  </a:lnTo>
                  <a:lnTo>
                    <a:pt x="2607469" y="1250633"/>
                  </a:lnTo>
                  <a:lnTo>
                    <a:pt x="2596039" y="1253490"/>
                  </a:lnTo>
                  <a:lnTo>
                    <a:pt x="2593181" y="1253966"/>
                  </a:lnTo>
                  <a:lnTo>
                    <a:pt x="2590800" y="1253966"/>
                  </a:lnTo>
                  <a:lnTo>
                    <a:pt x="2587943" y="1252538"/>
                  </a:lnTo>
                  <a:lnTo>
                    <a:pt x="2586990" y="1251585"/>
                  </a:lnTo>
                  <a:lnTo>
                    <a:pt x="2586990" y="1250633"/>
                  </a:lnTo>
                  <a:lnTo>
                    <a:pt x="2588419" y="1249204"/>
                  </a:lnTo>
                  <a:lnTo>
                    <a:pt x="2602706" y="1239203"/>
                  </a:lnTo>
                  <a:lnTo>
                    <a:pt x="2611279" y="1232059"/>
                  </a:lnTo>
                  <a:lnTo>
                    <a:pt x="2626043" y="1218724"/>
                  </a:lnTo>
                  <a:lnTo>
                    <a:pt x="2629853" y="1215866"/>
                  </a:lnTo>
                  <a:lnTo>
                    <a:pt x="2638425" y="1211580"/>
                  </a:lnTo>
                  <a:lnTo>
                    <a:pt x="2652236" y="1207294"/>
                  </a:lnTo>
                  <a:lnTo>
                    <a:pt x="2658904" y="1204913"/>
                  </a:lnTo>
                  <a:lnTo>
                    <a:pt x="2664619" y="1202531"/>
                  </a:lnTo>
                  <a:lnTo>
                    <a:pt x="2668429" y="1200626"/>
                  </a:lnTo>
                  <a:lnTo>
                    <a:pt x="2669858" y="1199198"/>
                  </a:lnTo>
                  <a:lnTo>
                    <a:pt x="2671286" y="1198721"/>
                  </a:lnTo>
                  <a:lnTo>
                    <a:pt x="2672239" y="1198721"/>
                  </a:lnTo>
                  <a:lnTo>
                    <a:pt x="2673191" y="1198245"/>
                  </a:lnTo>
                  <a:lnTo>
                    <a:pt x="2666524" y="1197769"/>
                  </a:lnTo>
                  <a:lnTo>
                    <a:pt x="2662238" y="1198721"/>
                  </a:lnTo>
                  <a:lnTo>
                    <a:pt x="2658904" y="1197769"/>
                  </a:lnTo>
                  <a:lnTo>
                    <a:pt x="2657475" y="1194911"/>
                  </a:lnTo>
                  <a:lnTo>
                    <a:pt x="2655570" y="1193006"/>
                  </a:lnTo>
                  <a:lnTo>
                    <a:pt x="2647950" y="1193959"/>
                  </a:lnTo>
                  <a:lnTo>
                    <a:pt x="2638425" y="1193483"/>
                  </a:lnTo>
                  <a:lnTo>
                    <a:pt x="2633663" y="1193959"/>
                  </a:lnTo>
                  <a:lnTo>
                    <a:pt x="2631758" y="1193006"/>
                  </a:lnTo>
                  <a:lnTo>
                    <a:pt x="2630329" y="1190149"/>
                  </a:lnTo>
                  <a:lnTo>
                    <a:pt x="2627948" y="1189673"/>
                  </a:lnTo>
                  <a:lnTo>
                    <a:pt x="2623661" y="1190149"/>
                  </a:lnTo>
                  <a:lnTo>
                    <a:pt x="2617470" y="1193959"/>
                  </a:lnTo>
                  <a:lnTo>
                    <a:pt x="2611755" y="1195864"/>
                  </a:lnTo>
                  <a:lnTo>
                    <a:pt x="2607469" y="1195864"/>
                  </a:lnTo>
                  <a:lnTo>
                    <a:pt x="2603183" y="1193959"/>
                  </a:lnTo>
                  <a:lnTo>
                    <a:pt x="2596039" y="1190149"/>
                  </a:lnTo>
                  <a:lnTo>
                    <a:pt x="2591276" y="1185863"/>
                  </a:lnTo>
                  <a:lnTo>
                    <a:pt x="2585561" y="1184434"/>
                  </a:lnTo>
                  <a:lnTo>
                    <a:pt x="2581275" y="1184910"/>
                  </a:lnTo>
                  <a:lnTo>
                    <a:pt x="2579370" y="1187291"/>
                  </a:lnTo>
                  <a:lnTo>
                    <a:pt x="2576989" y="1187291"/>
                  </a:lnTo>
                  <a:lnTo>
                    <a:pt x="2575560" y="1183481"/>
                  </a:lnTo>
                  <a:lnTo>
                    <a:pt x="2574131" y="1180624"/>
                  </a:lnTo>
                  <a:lnTo>
                    <a:pt x="2571274" y="1179195"/>
                  </a:lnTo>
                  <a:lnTo>
                    <a:pt x="2566035" y="1176338"/>
                  </a:lnTo>
                  <a:lnTo>
                    <a:pt x="2562701" y="1174909"/>
                  </a:lnTo>
                  <a:lnTo>
                    <a:pt x="2557463" y="1173004"/>
                  </a:lnTo>
                  <a:lnTo>
                    <a:pt x="2555558" y="1172528"/>
                  </a:lnTo>
                  <a:lnTo>
                    <a:pt x="2552224" y="1172528"/>
                  </a:lnTo>
                  <a:lnTo>
                    <a:pt x="2548890" y="1172528"/>
                  </a:lnTo>
                  <a:lnTo>
                    <a:pt x="2544604" y="1173004"/>
                  </a:lnTo>
                  <a:lnTo>
                    <a:pt x="2541746" y="1175385"/>
                  </a:lnTo>
                  <a:lnTo>
                    <a:pt x="2538413" y="1176338"/>
                  </a:lnTo>
                  <a:lnTo>
                    <a:pt x="2533650" y="1176814"/>
                  </a:lnTo>
                  <a:lnTo>
                    <a:pt x="2530316" y="1175861"/>
                  </a:lnTo>
                  <a:lnTo>
                    <a:pt x="2528888" y="1173480"/>
                  </a:lnTo>
                  <a:lnTo>
                    <a:pt x="2521744" y="1171099"/>
                  </a:lnTo>
                  <a:lnTo>
                    <a:pt x="2509361" y="1169194"/>
                  </a:lnTo>
                  <a:lnTo>
                    <a:pt x="2502218" y="1167289"/>
                  </a:lnTo>
                  <a:lnTo>
                    <a:pt x="2500313" y="1165860"/>
                  </a:lnTo>
                  <a:lnTo>
                    <a:pt x="2499360" y="1164431"/>
                  </a:lnTo>
                  <a:lnTo>
                    <a:pt x="2498884" y="1162050"/>
                  </a:lnTo>
                  <a:lnTo>
                    <a:pt x="2498884" y="1162050"/>
                  </a:lnTo>
                  <a:lnTo>
                    <a:pt x="2496026" y="1155859"/>
                  </a:lnTo>
                  <a:lnTo>
                    <a:pt x="2494598" y="1150620"/>
                  </a:lnTo>
                  <a:lnTo>
                    <a:pt x="2494121" y="1144429"/>
                  </a:lnTo>
                  <a:lnTo>
                    <a:pt x="2494121" y="1142524"/>
                  </a:lnTo>
                  <a:lnTo>
                    <a:pt x="2493645" y="1142048"/>
                  </a:lnTo>
                  <a:lnTo>
                    <a:pt x="2491264" y="1140619"/>
                  </a:lnTo>
                  <a:lnTo>
                    <a:pt x="2484120" y="1139666"/>
                  </a:lnTo>
                  <a:lnTo>
                    <a:pt x="2484120" y="1146810"/>
                  </a:lnTo>
                  <a:lnTo>
                    <a:pt x="2484120" y="1155859"/>
                  </a:lnTo>
                  <a:lnTo>
                    <a:pt x="2476024" y="1155859"/>
                  </a:lnTo>
                  <a:lnTo>
                    <a:pt x="2461736" y="1155859"/>
                  </a:lnTo>
                  <a:lnTo>
                    <a:pt x="2447449" y="1155859"/>
                  </a:lnTo>
                  <a:lnTo>
                    <a:pt x="2433161" y="1155859"/>
                  </a:lnTo>
                  <a:lnTo>
                    <a:pt x="2418874" y="1155859"/>
                  </a:lnTo>
                  <a:lnTo>
                    <a:pt x="2404586" y="1155859"/>
                  </a:lnTo>
                  <a:lnTo>
                    <a:pt x="2390299" y="1155859"/>
                  </a:lnTo>
                  <a:lnTo>
                    <a:pt x="2376011" y="1155859"/>
                  </a:lnTo>
                  <a:lnTo>
                    <a:pt x="2361724" y="1155859"/>
                  </a:lnTo>
                  <a:lnTo>
                    <a:pt x="2347436" y="1155859"/>
                  </a:lnTo>
                  <a:lnTo>
                    <a:pt x="2333149" y="1155859"/>
                  </a:lnTo>
                  <a:lnTo>
                    <a:pt x="2318861" y="1155859"/>
                  </a:lnTo>
                  <a:lnTo>
                    <a:pt x="2304574" y="1155859"/>
                  </a:lnTo>
                  <a:lnTo>
                    <a:pt x="2290286" y="1155859"/>
                  </a:lnTo>
                  <a:lnTo>
                    <a:pt x="2275999" y="1155859"/>
                  </a:lnTo>
                  <a:lnTo>
                    <a:pt x="2261711" y="1155859"/>
                  </a:lnTo>
                  <a:lnTo>
                    <a:pt x="2247424" y="1155859"/>
                  </a:lnTo>
                  <a:lnTo>
                    <a:pt x="2233136" y="1155859"/>
                  </a:lnTo>
                  <a:lnTo>
                    <a:pt x="2218849" y="1155859"/>
                  </a:lnTo>
                  <a:lnTo>
                    <a:pt x="2204561" y="1155859"/>
                  </a:lnTo>
                  <a:lnTo>
                    <a:pt x="2190274" y="1155859"/>
                  </a:lnTo>
                  <a:lnTo>
                    <a:pt x="2175986" y="1155859"/>
                  </a:lnTo>
                  <a:lnTo>
                    <a:pt x="2161699" y="1155859"/>
                  </a:lnTo>
                  <a:lnTo>
                    <a:pt x="2147411" y="1155859"/>
                  </a:lnTo>
                  <a:lnTo>
                    <a:pt x="2133124" y="1155859"/>
                  </a:lnTo>
                  <a:lnTo>
                    <a:pt x="2118836" y="1155859"/>
                  </a:lnTo>
                  <a:lnTo>
                    <a:pt x="2104549" y="1155859"/>
                  </a:lnTo>
                  <a:lnTo>
                    <a:pt x="2090261" y="1155859"/>
                  </a:lnTo>
                  <a:lnTo>
                    <a:pt x="2075974" y="1155859"/>
                  </a:lnTo>
                  <a:lnTo>
                    <a:pt x="2061686" y="1155859"/>
                  </a:lnTo>
                  <a:lnTo>
                    <a:pt x="2047399" y="1155859"/>
                  </a:lnTo>
                  <a:lnTo>
                    <a:pt x="2033111" y="1155859"/>
                  </a:lnTo>
                  <a:lnTo>
                    <a:pt x="2018824" y="1155859"/>
                  </a:lnTo>
                  <a:lnTo>
                    <a:pt x="2004536" y="1155859"/>
                  </a:lnTo>
                  <a:lnTo>
                    <a:pt x="1990249" y="1155859"/>
                  </a:lnTo>
                  <a:lnTo>
                    <a:pt x="1975961" y="1155859"/>
                  </a:lnTo>
                  <a:lnTo>
                    <a:pt x="1961674" y="1155859"/>
                  </a:lnTo>
                  <a:lnTo>
                    <a:pt x="1947386" y="1155859"/>
                  </a:lnTo>
                  <a:lnTo>
                    <a:pt x="1933099" y="1155859"/>
                  </a:lnTo>
                  <a:lnTo>
                    <a:pt x="1918811" y="1155859"/>
                  </a:lnTo>
                  <a:lnTo>
                    <a:pt x="1904524" y="1155859"/>
                  </a:lnTo>
                  <a:lnTo>
                    <a:pt x="1890236" y="1155859"/>
                  </a:lnTo>
                  <a:lnTo>
                    <a:pt x="1875949" y="1155859"/>
                  </a:lnTo>
                  <a:lnTo>
                    <a:pt x="1861661" y="1155859"/>
                  </a:lnTo>
                  <a:lnTo>
                    <a:pt x="1847374" y="1155859"/>
                  </a:lnTo>
                  <a:lnTo>
                    <a:pt x="1833086" y="1155859"/>
                  </a:lnTo>
                  <a:lnTo>
                    <a:pt x="1818799" y="1155859"/>
                  </a:lnTo>
                  <a:lnTo>
                    <a:pt x="1804511" y="1155859"/>
                  </a:lnTo>
                  <a:lnTo>
                    <a:pt x="1790224" y="1155859"/>
                  </a:lnTo>
                  <a:lnTo>
                    <a:pt x="1775936" y="1155859"/>
                  </a:lnTo>
                  <a:lnTo>
                    <a:pt x="1761649" y="1155859"/>
                  </a:lnTo>
                  <a:lnTo>
                    <a:pt x="1747361" y="1155859"/>
                  </a:lnTo>
                  <a:lnTo>
                    <a:pt x="1733074" y="1155859"/>
                  </a:lnTo>
                  <a:lnTo>
                    <a:pt x="1718786" y="1155859"/>
                  </a:lnTo>
                  <a:lnTo>
                    <a:pt x="1704499" y="1155859"/>
                  </a:lnTo>
                  <a:lnTo>
                    <a:pt x="1690211" y="1155859"/>
                  </a:lnTo>
                  <a:lnTo>
                    <a:pt x="1675924" y="1155859"/>
                  </a:lnTo>
                  <a:lnTo>
                    <a:pt x="1661636" y="1155859"/>
                  </a:lnTo>
                  <a:lnTo>
                    <a:pt x="1647349" y="1155859"/>
                  </a:lnTo>
                  <a:lnTo>
                    <a:pt x="1633061" y="1155859"/>
                  </a:lnTo>
                  <a:lnTo>
                    <a:pt x="1618774" y="1155859"/>
                  </a:lnTo>
                  <a:lnTo>
                    <a:pt x="1604486" y="1155859"/>
                  </a:lnTo>
                  <a:lnTo>
                    <a:pt x="1590199" y="1155859"/>
                  </a:lnTo>
                  <a:lnTo>
                    <a:pt x="1575911" y="1155859"/>
                  </a:lnTo>
                  <a:lnTo>
                    <a:pt x="1561624" y="1155859"/>
                  </a:lnTo>
                  <a:lnTo>
                    <a:pt x="1558290" y="1155859"/>
                  </a:lnTo>
                  <a:lnTo>
                    <a:pt x="1560671" y="1162050"/>
                  </a:lnTo>
                  <a:lnTo>
                    <a:pt x="1562100" y="1164431"/>
                  </a:lnTo>
                  <a:lnTo>
                    <a:pt x="1563053" y="1165860"/>
                  </a:lnTo>
                  <a:lnTo>
                    <a:pt x="1564958" y="1165860"/>
                  </a:lnTo>
                  <a:lnTo>
                    <a:pt x="1565434" y="1165384"/>
                  </a:lnTo>
                  <a:lnTo>
                    <a:pt x="1565910" y="1165384"/>
                  </a:lnTo>
                  <a:lnTo>
                    <a:pt x="1566386" y="1165860"/>
                  </a:lnTo>
                  <a:lnTo>
                    <a:pt x="1567339" y="1169670"/>
                  </a:lnTo>
                  <a:lnTo>
                    <a:pt x="1567339" y="1174433"/>
                  </a:lnTo>
                  <a:lnTo>
                    <a:pt x="1567815" y="1175385"/>
                  </a:lnTo>
                  <a:lnTo>
                    <a:pt x="1567815" y="1176814"/>
                  </a:lnTo>
                  <a:lnTo>
                    <a:pt x="1566386" y="1177766"/>
                  </a:lnTo>
                  <a:lnTo>
                    <a:pt x="1563529" y="1177290"/>
                  </a:lnTo>
                  <a:lnTo>
                    <a:pt x="1562576" y="1177766"/>
                  </a:lnTo>
                  <a:lnTo>
                    <a:pt x="1562100" y="1178719"/>
                  </a:lnTo>
                  <a:lnTo>
                    <a:pt x="1562100" y="1179671"/>
                  </a:lnTo>
                  <a:lnTo>
                    <a:pt x="1563053" y="1180148"/>
                  </a:lnTo>
                  <a:lnTo>
                    <a:pt x="1564958" y="1180148"/>
                  </a:lnTo>
                  <a:lnTo>
                    <a:pt x="1566386" y="1181100"/>
                  </a:lnTo>
                  <a:lnTo>
                    <a:pt x="1568291" y="1182529"/>
                  </a:lnTo>
                  <a:lnTo>
                    <a:pt x="1571149" y="1185863"/>
                  </a:lnTo>
                  <a:lnTo>
                    <a:pt x="1571149" y="1186815"/>
                  </a:lnTo>
                  <a:lnTo>
                    <a:pt x="1568768" y="1187291"/>
                  </a:lnTo>
                  <a:lnTo>
                    <a:pt x="1566863" y="1188720"/>
                  </a:lnTo>
                  <a:lnTo>
                    <a:pt x="1566386" y="1190149"/>
                  </a:lnTo>
                  <a:lnTo>
                    <a:pt x="1566863" y="1192054"/>
                  </a:lnTo>
                  <a:lnTo>
                    <a:pt x="1567815" y="1193483"/>
                  </a:lnTo>
                  <a:lnTo>
                    <a:pt x="1571149" y="1195388"/>
                  </a:lnTo>
                  <a:lnTo>
                    <a:pt x="1571625" y="1194911"/>
                  </a:lnTo>
                  <a:lnTo>
                    <a:pt x="1570196" y="1191101"/>
                  </a:lnTo>
                  <a:lnTo>
                    <a:pt x="1570673" y="1190625"/>
                  </a:lnTo>
                  <a:lnTo>
                    <a:pt x="1571625" y="1191578"/>
                  </a:lnTo>
                  <a:lnTo>
                    <a:pt x="1573054" y="1193959"/>
                  </a:lnTo>
                  <a:lnTo>
                    <a:pt x="1574483" y="1195388"/>
                  </a:lnTo>
                  <a:lnTo>
                    <a:pt x="1576388" y="1196816"/>
                  </a:lnTo>
                  <a:lnTo>
                    <a:pt x="1576864" y="1198245"/>
                  </a:lnTo>
                  <a:lnTo>
                    <a:pt x="1574483" y="1201579"/>
                  </a:lnTo>
                  <a:lnTo>
                    <a:pt x="1574006" y="1203008"/>
                  </a:lnTo>
                  <a:lnTo>
                    <a:pt x="1572101" y="1206341"/>
                  </a:lnTo>
                  <a:lnTo>
                    <a:pt x="1571625" y="1207770"/>
                  </a:lnTo>
                  <a:lnTo>
                    <a:pt x="1572101" y="1209199"/>
                  </a:lnTo>
                  <a:lnTo>
                    <a:pt x="1572101" y="1210628"/>
                  </a:lnTo>
                  <a:lnTo>
                    <a:pt x="1571149" y="1212533"/>
                  </a:lnTo>
                  <a:lnTo>
                    <a:pt x="1571149" y="1213485"/>
                  </a:lnTo>
                  <a:lnTo>
                    <a:pt x="1572101" y="1214438"/>
                  </a:lnTo>
                  <a:lnTo>
                    <a:pt x="1572578" y="1215390"/>
                  </a:lnTo>
                  <a:lnTo>
                    <a:pt x="1572578" y="1218724"/>
                  </a:lnTo>
                  <a:lnTo>
                    <a:pt x="1573530" y="1224439"/>
                  </a:lnTo>
                  <a:lnTo>
                    <a:pt x="1573530" y="1225391"/>
                  </a:lnTo>
                  <a:lnTo>
                    <a:pt x="1571149" y="1227773"/>
                  </a:lnTo>
                  <a:lnTo>
                    <a:pt x="1569720" y="1228249"/>
                  </a:lnTo>
                  <a:lnTo>
                    <a:pt x="1568291" y="1228249"/>
                  </a:lnTo>
                  <a:lnTo>
                    <a:pt x="1567339" y="1229201"/>
                  </a:lnTo>
                  <a:lnTo>
                    <a:pt x="1565434" y="1233964"/>
                  </a:lnTo>
                  <a:lnTo>
                    <a:pt x="1564481" y="1234916"/>
                  </a:lnTo>
                  <a:lnTo>
                    <a:pt x="1562100" y="1236345"/>
                  </a:lnTo>
                  <a:lnTo>
                    <a:pt x="1561148" y="1236345"/>
                  </a:lnTo>
                  <a:lnTo>
                    <a:pt x="1558290" y="1234916"/>
                  </a:lnTo>
                  <a:lnTo>
                    <a:pt x="1554956" y="1235393"/>
                  </a:lnTo>
                  <a:lnTo>
                    <a:pt x="1551146" y="1234916"/>
                  </a:lnTo>
                  <a:lnTo>
                    <a:pt x="1552575" y="1233488"/>
                  </a:lnTo>
                  <a:lnTo>
                    <a:pt x="1553528" y="1230630"/>
                  </a:lnTo>
                  <a:lnTo>
                    <a:pt x="1554956" y="1228725"/>
                  </a:lnTo>
                  <a:lnTo>
                    <a:pt x="1558290" y="1226820"/>
                  </a:lnTo>
                  <a:lnTo>
                    <a:pt x="1558766" y="1227296"/>
                  </a:lnTo>
                  <a:lnTo>
                    <a:pt x="1559719" y="1231583"/>
                  </a:lnTo>
                  <a:lnTo>
                    <a:pt x="1560195" y="1232059"/>
                  </a:lnTo>
                  <a:lnTo>
                    <a:pt x="1561624" y="1228249"/>
                  </a:lnTo>
                  <a:lnTo>
                    <a:pt x="1562100" y="1227773"/>
                  </a:lnTo>
                  <a:lnTo>
                    <a:pt x="1564005" y="1229201"/>
                  </a:lnTo>
                  <a:lnTo>
                    <a:pt x="1565434" y="1229678"/>
                  </a:lnTo>
                  <a:lnTo>
                    <a:pt x="1566386" y="1228725"/>
                  </a:lnTo>
                  <a:lnTo>
                    <a:pt x="1567339" y="1223963"/>
                  </a:lnTo>
                  <a:lnTo>
                    <a:pt x="1567339" y="1221581"/>
                  </a:lnTo>
                  <a:lnTo>
                    <a:pt x="1566386" y="1218724"/>
                  </a:lnTo>
                  <a:lnTo>
                    <a:pt x="1563529" y="1214914"/>
                  </a:lnTo>
                  <a:lnTo>
                    <a:pt x="1564005" y="1214914"/>
                  </a:lnTo>
                  <a:lnTo>
                    <a:pt x="1565434" y="1215390"/>
                  </a:lnTo>
                  <a:lnTo>
                    <a:pt x="1565910" y="1214914"/>
                  </a:lnTo>
                  <a:lnTo>
                    <a:pt x="1565434" y="1211580"/>
                  </a:lnTo>
                  <a:lnTo>
                    <a:pt x="1565910" y="1210628"/>
                  </a:lnTo>
                  <a:lnTo>
                    <a:pt x="1569244" y="1208246"/>
                  </a:lnTo>
                  <a:lnTo>
                    <a:pt x="1569720" y="1206341"/>
                  </a:lnTo>
                  <a:lnTo>
                    <a:pt x="1568768" y="1202055"/>
                  </a:lnTo>
                  <a:lnTo>
                    <a:pt x="1566863" y="1201579"/>
                  </a:lnTo>
                  <a:lnTo>
                    <a:pt x="1566863" y="1202055"/>
                  </a:lnTo>
                  <a:lnTo>
                    <a:pt x="1566863" y="1204436"/>
                  </a:lnTo>
                  <a:lnTo>
                    <a:pt x="1566386" y="1205389"/>
                  </a:lnTo>
                  <a:lnTo>
                    <a:pt x="1562576" y="1208723"/>
                  </a:lnTo>
                  <a:lnTo>
                    <a:pt x="1561148" y="1211580"/>
                  </a:lnTo>
                  <a:lnTo>
                    <a:pt x="1559243" y="1213485"/>
                  </a:lnTo>
                  <a:lnTo>
                    <a:pt x="1555909" y="1215866"/>
                  </a:lnTo>
                  <a:lnTo>
                    <a:pt x="1553528" y="1217771"/>
                  </a:lnTo>
                  <a:lnTo>
                    <a:pt x="1551146" y="1221105"/>
                  </a:lnTo>
                  <a:lnTo>
                    <a:pt x="1550670" y="1222058"/>
                  </a:lnTo>
                  <a:lnTo>
                    <a:pt x="1550670" y="1224439"/>
                  </a:lnTo>
                  <a:lnTo>
                    <a:pt x="1552099" y="1224439"/>
                  </a:lnTo>
                  <a:lnTo>
                    <a:pt x="1555433" y="1223486"/>
                  </a:lnTo>
                  <a:lnTo>
                    <a:pt x="1555433" y="1223963"/>
                  </a:lnTo>
                  <a:lnTo>
                    <a:pt x="1551623" y="1225868"/>
                  </a:lnTo>
                  <a:lnTo>
                    <a:pt x="1549241" y="1226344"/>
                  </a:lnTo>
                  <a:lnTo>
                    <a:pt x="1548289" y="1225868"/>
                  </a:lnTo>
                  <a:lnTo>
                    <a:pt x="1548289" y="1224439"/>
                  </a:lnTo>
                  <a:lnTo>
                    <a:pt x="1548765" y="1222058"/>
                  </a:lnTo>
                  <a:lnTo>
                    <a:pt x="1551623" y="1217295"/>
                  </a:lnTo>
                  <a:lnTo>
                    <a:pt x="1559243" y="1206818"/>
                  </a:lnTo>
                  <a:lnTo>
                    <a:pt x="1559719" y="1207294"/>
                  </a:lnTo>
                  <a:lnTo>
                    <a:pt x="1559719" y="1209199"/>
                  </a:lnTo>
                  <a:lnTo>
                    <a:pt x="1560671" y="1209199"/>
                  </a:lnTo>
                  <a:lnTo>
                    <a:pt x="1564958" y="1203008"/>
                  </a:lnTo>
                  <a:lnTo>
                    <a:pt x="1564005" y="1200626"/>
                  </a:lnTo>
                  <a:lnTo>
                    <a:pt x="1562100" y="1197293"/>
                  </a:lnTo>
                  <a:lnTo>
                    <a:pt x="1561148" y="1194435"/>
                  </a:lnTo>
                  <a:lnTo>
                    <a:pt x="1561148" y="1192530"/>
                  </a:lnTo>
                  <a:lnTo>
                    <a:pt x="1560671" y="1191578"/>
                  </a:lnTo>
                  <a:lnTo>
                    <a:pt x="1557814" y="1193483"/>
                  </a:lnTo>
                  <a:lnTo>
                    <a:pt x="1556385" y="1193959"/>
                  </a:lnTo>
                  <a:lnTo>
                    <a:pt x="1554004" y="1193959"/>
                  </a:lnTo>
                  <a:lnTo>
                    <a:pt x="1552099" y="1193483"/>
                  </a:lnTo>
                  <a:lnTo>
                    <a:pt x="1548765" y="1190625"/>
                  </a:lnTo>
                  <a:lnTo>
                    <a:pt x="1547336" y="1190625"/>
                  </a:lnTo>
                  <a:lnTo>
                    <a:pt x="1544479" y="1192054"/>
                  </a:lnTo>
                  <a:lnTo>
                    <a:pt x="1543050" y="1192054"/>
                  </a:lnTo>
                  <a:lnTo>
                    <a:pt x="1519714" y="1190149"/>
                  </a:lnTo>
                  <a:lnTo>
                    <a:pt x="1515428" y="1188720"/>
                  </a:lnTo>
                  <a:lnTo>
                    <a:pt x="1513046" y="1186815"/>
                  </a:lnTo>
                  <a:lnTo>
                    <a:pt x="1504474" y="1184434"/>
                  </a:lnTo>
                  <a:lnTo>
                    <a:pt x="1497330" y="1181100"/>
                  </a:lnTo>
                  <a:lnTo>
                    <a:pt x="1494473" y="1181100"/>
                  </a:lnTo>
                  <a:lnTo>
                    <a:pt x="1495425" y="1185386"/>
                  </a:lnTo>
                  <a:lnTo>
                    <a:pt x="1494473" y="1191101"/>
                  </a:lnTo>
                  <a:lnTo>
                    <a:pt x="1495901" y="1198721"/>
                  </a:lnTo>
                  <a:lnTo>
                    <a:pt x="1497330" y="1201579"/>
                  </a:lnTo>
                  <a:lnTo>
                    <a:pt x="1503045" y="1206818"/>
                  </a:lnTo>
                  <a:lnTo>
                    <a:pt x="1505903" y="1212056"/>
                  </a:lnTo>
                  <a:lnTo>
                    <a:pt x="1508284" y="1223010"/>
                  </a:lnTo>
                  <a:lnTo>
                    <a:pt x="1512094" y="1231583"/>
                  </a:lnTo>
                  <a:lnTo>
                    <a:pt x="1513046" y="1236821"/>
                  </a:lnTo>
                  <a:lnTo>
                    <a:pt x="1513046" y="1239679"/>
                  </a:lnTo>
                  <a:lnTo>
                    <a:pt x="1513999" y="1242060"/>
                  </a:lnTo>
                  <a:lnTo>
                    <a:pt x="1514951" y="1240155"/>
                  </a:lnTo>
                  <a:lnTo>
                    <a:pt x="1514951" y="1238726"/>
                  </a:lnTo>
                  <a:lnTo>
                    <a:pt x="1517333" y="1238726"/>
                  </a:lnTo>
                  <a:lnTo>
                    <a:pt x="1519238" y="1240631"/>
                  </a:lnTo>
                  <a:lnTo>
                    <a:pt x="1524000" y="1241584"/>
                  </a:lnTo>
                  <a:lnTo>
                    <a:pt x="1514951" y="1245870"/>
                  </a:lnTo>
                  <a:lnTo>
                    <a:pt x="1516380" y="1251109"/>
                  </a:lnTo>
                  <a:lnTo>
                    <a:pt x="1520190" y="1252538"/>
                  </a:lnTo>
                  <a:lnTo>
                    <a:pt x="1522571" y="1254443"/>
                  </a:lnTo>
                  <a:lnTo>
                    <a:pt x="1521619" y="1259681"/>
                  </a:lnTo>
                  <a:lnTo>
                    <a:pt x="1520666" y="1263968"/>
                  </a:lnTo>
                  <a:lnTo>
                    <a:pt x="1518285" y="1260158"/>
                  </a:lnTo>
                  <a:lnTo>
                    <a:pt x="1517333" y="1256824"/>
                  </a:lnTo>
                  <a:lnTo>
                    <a:pt x="1517333" y="1261586"/>
                  </a:lnTo>
                  <a:lnTo>
                    <a:pt x="1517333" y="1266349"/>
                  </a:lnTo>
                  <a:lnTo>
                    <a:pt x="1516380" y="1270159"/>
                  </a:lnTo>
                  <a:lnTo>
                    <a:pt x="1520190" y="1269206"/>
                  </a:lnTo>
                  <a:lnTo>
                    <a:pt x="1522571" y="1270635"/>
                  </a:lnTo>
                  <a:lnTo>
                    <a:pt x="1529715" y="1269206"/>
                  </a:lnTo>
                  <a:lnTo>
                    <a:pt x="1531144" y="1270635"/>
                  </a:lnTo>
                  <a:lnTo>
                    <a:pt x="1537335" y="1270635"/>
                  </a:lnTo>
                  <a:lnTo>
                    <a:pt x="1539240" y="1272540"/>
                  </a:lnTo>
                  <a:lnTo>
                    <a:pt x="1543050" y="1274445"/>
                  </a:lnTo>
                  <a:lnTo>
                    <a:pt x="1544479" y="1274445"/>
                  </a:lnTo>
                  <a:lnTo>
                    <a:pt x="1545431" y="1274921"/>
                  </a:lnTo>
                  <a:lnTo>
                    <a:pt x="1542098" y="1275398"/>
                  </a:lnTo>
                  <a:lnTo>
                    <a:pt x="1539240" y="1274921"/>
                  </a:lnTo>
                  <a:lnTo>
                    <a:pt x="1536859" y="1272540"/>
                  </a:lnTo>
                  <a:lnTo>
                    <a:pt x="1534954" y="1272064"/>
                  </a:lnTo>
                  <a:lnTo>
                    <a:pt x="1529715" y="1273969"/>
                  </a:lnTo>
                  <a:lnTo>
                    <a:pt x="1521619" y="1273969"/>
                  </a:lnTo>
                  <a:lnTo>
                    <a:pt x="1519714" y="1272064"/>
                  </a:lnTo>
                  <a:lnTo>
                    <a:pt x="1518761" y="1272540"/>
                  </a:lnTo>
                  <a:lnTo>
                    <a:pt x="1519238" y="1274445"/>
                  </a:lnTo>
                  <a:lnTo>
                    <a:pt x="1520190" y="1275874"/>
                  </a:lnTo>
                  <a:lnTo>
                    <a:pt x="1519714" y="1288256"/>
                  </a:lnTo>
                  <a:lnTo>
                    <a:pt x="1520666" y="1299210"/>
                  </a:lnTo>
                  <a:lnTo>
                    <a:pt x="1519714" y="1303496"/>
                  </a:lnTo>
                  <a:lnTo>
                    <a:pt x="1520190" y="1306830"/>
                  </a:lnTo>
                  <a:lnTo>
                    <a:pt x="1516380" y="1333024"/>
                  </a:lnTo>
                  <a:lnTo>
                    <a:pt x="1516856" y="1338263"/>
                  </a:lnTo>
                  <a:lnTo>
                    <a:pt x="1516380" y="1343501"/>
                  </a:lnTo>
                  <a:lnTo>
                    <a:pt x="1516856" y="1347311"/>
                  </a:lnTo>
                  <a:lnTo>
                    <a:pt x="1514951" y="1351121"/>
                  </a:lnTo>
                  <a:lnTo>
                    <a:pt x="1513999" y="1362551"/>
                  </a:lnTo>
                  <a:lnTo>
                    <a:pt x="1513523" y="1377315"/>
                  </a:lnTo>
                  <a:lnTo>
                    <a:pt x="1512094" y="1378744"/>
                  </a:lnTo>
                  <a:lnTo>
                    <a:pt x="1510189" y="1383506"/>
                  </a:lnTo>
                  <a:lnTo>
                    <a:pt x="1508760" y="1388745"/>
                  </a:lnTo>
                  <a:lnTo>
                    <a:pt x="1510665" y="1387793"/>
                  </a:lnTo>
                  <a:lnTo>
                    <a:pt x="1512094" y="1388269"/>
                  </a:lnTo>
                  <a:lnTo>
                    <a:pt x="1509236" y="1390650"/>
                  </a:lnTo>
                  <a:lnTo>
                    <a:pt x="1507808" y="1390650"/>
                  </a:lnTo>
                  <a:lnTo>
                    <a:pt x="1506855" y="1391603"/>
                  </a:lnTo>
                  <a:lnTo>
                    <a:pt x="1503045" y="1404938"/>
                  </a:lnTo>
                  <a:lnTo>
                    <a:pt x="1501616" y="1407795"/>
                  </a:lnTo>
                  <a:lnTo>
                    <a:pt x="1500188" y="1413034"/>
                  </a:lnTo>
                  <a:lnTo>
                    <a:pt x="1503521" y="1418749"/>
                  </a:lnTo>
                  <a:lnTo>
                    <a:pt x="1504950" y="1422083"/>
                  </a:lnTo>
                  <a:lnTo>
                    <a:pt x="1504474" y="1430179"/>
                  </a:lnTo>
                  <a:lnTo>
                    <a:pt x="1504950" y="1433513"/>
                  </a:lnTo>
                  <a:lnTo>
                    <a:pt x="1506855" y="1440656"/>
                  </a:lnTo>
                  <a:lnTo>
                    <a:pt x="1511618" y="1446371"/>
                  </a:lnTo>
                  <a:lnTo>
                    <a:pt x="1511618" y="1450181"/>
                  </a:lnTo>
                  <a:lnTo>
                    <a:pt x="1510189" y="1454468"/>
                  </a:lnTo>
                  <a:lnTo>
                    <a:pt x="1513046" y="1457325"/>
                  </a:lnTo>
                  <a:lnTo>
                    <a:pt x="1514475" y="1461135"/>
                  </a:lnTo>
                  <a:lnTo>
                    <a:pt x="1515904" y="1467803"/>
                  </a:lnTo>
                  <a:lnTo>
                    <a:pt x="1515904" y="1470660"/>
                  </a:lnTo>
                  <a:lnTo>
                    <a:pt x="1513523" y="1479709"/>
                  </a:lnTo>
                  <a:lnTo>
                    <a:pt x="1513523" y="1487329"/>
                  </a:lnTo>
                  <a:lnTo>
                    <a:pt x="1511141" y="1493044"/>
                  </a:lnTo>
                  <a:lnTo>
                    <a:pt x="1510665" y="1494473"/>
                  </a:lnTo>
                  <a:lnTo>
                    <a:pt x="1510665" y="1494949"/>
                  </a:lnTo>
                  <a:lnTo>
                    <a:pt x="1511618" y="1494949"/>
                  </a:lnTo>
                  <a:lnTo>
                    <a:pt x="1511141" y="1495901"/>
                  </a:lnTo>
                  <a:lnTo>
                    <a:pt x="1510665" y="1497806"/>
                  </a:lnTo>
                  <a:lnTo>
                    <a:pt x="1509713" y="1497330"/>
                  </a:lnTo>
                  <a:lnTo>
                    <a:pt x="1510189" y="1496378"/>
                  </a:lnTo>
                  <a:lnTo>
                    <a:pt x="1509713" y="1495901"/>
                  </a:lnTo>
                  <a:lnTo>
                    <a:pt x="1508760" y="1496854"/>
                  </a:lnTo>
                  <a:lnTo>
                    <a:pt x="1507331" y="1501140"/>
                  </a:lnTo>
                  <a:lnTo>
                    <a:pt x="1505903" y="1505426"/>
                  </a:lnTo>
                  <a:lnTo>
                    <a:pt x="1506379" y="1510189"/>
                  </a:lnTo>
                  <a:lnTo>
                    <a:pt x="1507331" y="1514951"/>
                  </a:lnTo>
                  <a:lnTo>
                    <a:pt x="1514475" y="1521143"/>
                  </a:lnTo>
                  <a:lnTo>
                    <a:pt x="1522095" y="1530191"/>
                  </a:lnTo>
                  <a:lnTo>
                    <a:pt x="1524000" y="1533525"/>
                  </a:lnTo>
                  <a:lnTo>
                    <a:pt x="1525905" y="1539716"/>
                  </a:lnTo>
                  <a:lnTo>
                    <a:pt x="1525905" y="1544003"/>
                  </a:lnTo>
                  <a:lnTo>
                    <a:pt x="1524476" y="1549717"/>
                  </a:lnTo>
                  <a:lnTo>
                    <a:pt x="1527810" y="1559719"/>
                  </a:lnTo>
                  <a:lnTo>
                    <a:pt x="1528286" y="1567815"/>
                  </a:lnTo>
                  <a:lnTo>
                    <a:pt x="1537811" y="1576864"/>
                  </a:lnTo>
                  <a:lnTo>
                    <a:pt x="1542574" y="1582579"/>
                  </a:lnTo>
                  <a:lnTo>
                    <a:pt x="1548289" y="1585913"/>
                  </a:lnTo>
                  <a:lnTo>
                    <a:pt x="1550670" y="1591628"/>
                  </a:lnTo>
                  <a:lnTo>
                    <a:pt x="1552575" y="1592580"/>
                  </a:lnTo>
                  <a:lnTo>
                    <a:pt x="1555433" y="1595914"/>
                  </a:lnTo>
                  <a:lnTo>
                    <a:pt x="1556385" y="1598771"/>
                  </a:lnTo>
                  <a:lnTo>
                    <a:pt x="1553051" y="1594485"/>
                  </a:lnTo>
                  <a:lnTo>
                    <a:pt x="1553528" y="1599724"/>
                  </a:lnTo>
                  <a:lnTo>
                    <a:pt x="1552575" y="1602581"/>
                  </a:lnTo>
                  <a:lnTo>
                    <a:pt x="1552575" y="1604010"/>
                  </a:lnTo>
                  <a:lnTo>
                    <a:pt x="1554956" y="1601629"/>
                  </a:lnTo>
                  <a:lnTo>
                    <a:pt x="1556861" y="1602581"/>
                  </a:lnTo>
                  <a:lnTo>
                    <a:pt x="1560671" y="1605915"/>
                  </a:lnTo>
                  <a:lnTo>
                    <a:pt x="1563529" y="1607820"/>
                  </a:lnTo>
                  <a:lnTo>
                    <a:pt x="1566863" y="1608773"/>
                  </a:lnTo>
                  <a:lnTo>
                    <a:pt x="1568768" y="1610678"/>
                  </a:lnTo>
                  <a:lnTo>
                    <a:pt x="1570673" y="1610201"/>
                  </a:lnTo>
                  <a:lnTo>
                    <a:pt x="1569720" y="1605915"/>
                  </a:lnTo>
                  <a:lnTo>
                    <a:pt x="1570196" y="1599724"/>
                  </a:lnTo>
                  <a:lnTo>
                    <a:pt x="1573054" y="1598295"/>
                  </a:lnTo>
                  <a:lnTo>
                    <a:pt x="1574959" y="1598771"/>
                  </a:lnTo>
                  <a:lnTo>
                    <a:pt x="1579245" y="1601153"/>
                  </a:lnTo>
                  <a:lnTo>
                    <a:pt x="1581150" y="1601629"/>
                  </a:lnTo>
                  <a:lnTo>
                    <a:pt x="1585436" y="1599248"/>
                  </a:lnTo>
                  <a:lnTo>
                    <a:pt x="1586865" y="1599248"/>
                  </a:lnTo>
                  <a:lnTo>
                    <a:pt x="1588770" y="1600676"/>
                  </a:lnTo>
                  <a:lnTo>
                    <a:pt x="1590675" y="1601153"/>
                  </a:lnTo>
                  <a:lnTo>
                    <a:pt x="1594961" y="1601153"/>
                  </a:lnTo>
                  <a:lnTo>
                    <a:pt x="1597343" y="1601153"/>
                  </a:lnTo>
                  <a:lnTo>
                    <a:pt x="1599248" y="1600676"/>
                  </a:lnTo>
                  <a:lnTo>
                    <a:pt x="1602581" y="1601629"/>
                  </a:lnTo>
                  <a:lnTo>
                    <a:pt x="1601153" y="1601629"/>
                  </a:lnTo>
                  <a:lnTo>
                    <a:pt x="1598771" y="1601153"/>
                  </a:lnTo>
                  <a:lnTo>
                    <a:pt x="1595914" y="1602105"/>
                  </a:lnTo>
                  <a:lnTo>
                    <a:pt x="1583531" y="1601629"/>
                  </a:lnTo>
                  <a:lnTo>
                    <a:pt x="1579245" y="1602105"/>
                  </a:lnTo>
                  <a:lnTo>
                    <a:pt x="1575911" y="1603534"/>
                  </a:lnTo>
                  <a:lnTo>
                    <a:pt x="1573530" y="1605439"/>
                  </a:lnTo>
                  <a:lnTo>
                    <a:pt x="1574006" y="1606867"/>
                  </a:lnTo>
                  <a:lnTo>
                    <a:pt x="1574959" y="1607820"/>
                  </a:lnTo>
                  <a:lnTo>
                    <a:pt x="1576388" y="1612106"/>
                  </a:lnTo>
                  <a:lnTo>
                    <a:pt x="1578769" y="1614488"/>
                  </a:lnTo>
                  <a:lnTo>
                    <a:pt x="1581150" y="1618774"/>
                  </a:lnTo>
                  <a:lnTo>
                    <a:pt x="1582103" y="1622108"/>
                  </a:lnTo>
                  <a:lnTo>
                    <a:pt x="1583055" y="1623060"/>
                  </a:lnTo>
                  <a:lnTo>
                    <a:pt x="1584008" y="1624489"/>
                  </a:lnTo>
                  <a:lnTo>
                    <a:pt x="1582579" y="1624489"/>
                  </a:lnTo>
                  <a:lnTo>
                    <a:pt x="1581150" y="1623536"/>
                  </a:lnTo>
                  <a:lnTo>
                    <a:pt x="1579245" y="1621155"/>
                  </a:lnTo>
                  <a:lnTo>
                    <a:pt x="1576864" y="1620203"/>
                  </a:lnTo>
                  <a:lnTo>
                    <a:pt x="1574483" y="1617821"/>
                  </a:lnTo>
                  <a:lnTo>
                    <a:pt x="1574006" y="1614488"/>
                  </a:lnTo>
                  <a:lnTo>
                    <a:pt x="1574006" y="1612583"/>
                  </a:lnTo>
                  <a:lnTo>
                    <a:pt x="1572101" y="1612106"/>
                  </a:lnTo>
                  <a:lnTo>
                    <a:pt x="1569720" y="1613059"/>
                  </a:lnTo>
                  <a:lnTo>
                    <a:pt x="1570196" y="1617821"/>
                  </a:lnTo>
                  <a:lnTo>
                    <a:pt x="1570196" y="1622108"/>
                  </a:lnTo>
                  <a:lnTo>
                    <a:pt x="1573054" y="1628775"/>
                  </a:lnTo>
                  <a:lnTo>
                    <a:pt x="1573530" y="1634966"/>
                  </a:lnTo>
                  <a:lnTo>
                    <a:pt x="1581150" y="1643539"/>
                  </a:lnTo>
                  <a:lnTo>
                    <a:pt x="1590675" y="1645444"/>
                  </a:lnTo>
                  <a:lnTo>
                    <a:pt x="1593056" y="1648778"/>
                  </a:lnTo>
                  <a:lnTo>
                    <a:pt x="1593533" y="1650683"/>
                  </a:lnTo>
                  <a:lnTo>
                    <a:pt x="1593533" y="1653540"/>
                  </a:lnTo>
                  <a:lnTo>
                    <a:pt x="1592104" y="1656398"/>
                  </a:lnTo>
                  <a:lnTo>
                    <a:pt x="1589246" y="1659731"/>
                  </a:lnTo>
                  <a:lnTo>
                    <a:pt x="1589723" y="1664970"/>
                  </a:lnTo>
                  <a:lnTo>
                    <a:pt x="1590675" y="1668780"/>
                  </a:lnTo>
                  <a:lnTo>
                    <a:pt x="1597819" y="1675448"/>
                  </a:lnTo>
                  <a:lnTo>
                    <a:pt x="1604486" y="1684020"/>
                  </a:lnTo>
                  <a:lnTo>
                    <a:pt x="1605439" y="1686401"/>
                  </a:lnTo>
                  <a:lnTo>
                    <a:pt x="1608296" y="1689259"/>
                  </a:lnTo>
                  <a:lnTo>
                    <a:pt x="1610201" y="1693545"/>
                  </a:lnTo>
                  <a:lnTo>
                    <a:pt x="1614964" y="1696403"/>
                  </a:lnTo>
                  <a:lnTo>
                    <a:pt x="1618774" y="1701165"/>
                  </a:lnTo>
                  <a:lnTo>
                    <a:pt x="1623060" y="1703070"/>
                  </a:lnTo>
                  <a:lnTo>
                    <a:pt x="1624489" y="1705451"/>
                  </a:lnTo>
                  <a:lnTo>
                    <a:pt x="1623536" y="1708785"/>
                  </a:lnTo>
                  <a:lnTo>
                    <a:pt x="1624489" y="1711166"/>
                  </a:lnTo>
                  <a:lnTo>
                    <a:pt x="1629728" y="1713071"/>
                  </a:lnTo>
                  <a:lnTo>
                    <a:pt x="1631156" y="1714500"/>
                  </a:lnTo>
                  <a:lnTo>
                    <a:pt x="1632109" y="1716405"/>
                  </a:lnTo>
                  <a:lnTo>
                    <a:pt x="1631156" y="1721167"/>
                  </a:lnTo>
                  <a:lnTo>
                    <a:pt x="1632585" y="1726406"/>
                  </a:lnTo>
                  <a:lnTo>
                    <a:pt x="1632109" y="1728788"/>
                  </a:lnTo>
                  <a:lnTo>
                    <a:pt x="1632585" y="1731645"/>
                  </a:lnTo>
                  <a:lnTo>
                    <a:pt x="1632109" y="1734979"/>
                  </a:lnTo>
                  <a:lnTo>
                    <a:pt x="1634966" y="1736408"/>
                  </a:lnTo>
                  <a:lnTo>
                    <a:pt x="1637824" y="1739265"/>
                  </a:lnTo>
                  <a:lnTo>
                    <a:pt x="1640681" y="1739741"/>
                  </a:lnTo>
                  <a:lnTo>
                    <a:pt x="1648301" y="1739265"/>
                  </a:lnTo>
                  <a:lnTo>
                    <a:pt x="1652111" y="1739741"/>
                  </a:lnTo>
                  <a:lnTo>
                    <a:pt x="1658779" y="1742123"/>
                  </a:lnTo>
                  <a:lnTo>
                    <a:pt x="1663541" y="1742599"/>
                  </a:lnTo>
                  <a:lnTo>
                    <a:pt x="1667351" y="1742123"/>
                  </a:lnTo>
                  <a:lnTo>
                    <a:pt x="1674019" y="1744980"/>
                  </a:lnTo>
                  <a:lnTo>
                    <a:pt x="1678781" y="1747838"/>
                  </a:lnTo>
                  <a:lnTo>
                    <a:pt x="1679734" y="1751171"/>
                  </a:lnTo>
                  <a:lnTo>
                    <a:pt x="1683068" y="1753076"/>
                  </a:lnTo>
                  <a:lnTo>
                    <a:pt x="1693545" y="1756410"/>
                  </a:lnTo>
                  <a:lnTo>
                    <a:pt x="1701641" y="1755934"/>
                  </a:lnTo>
                  <a:lnTo>
                    <a:pt x="1704975" y="1756410"/>
                  </a:lnTo>
                  <a:lnTo>
                    <a:pt x="1708785" y="1762601"/>
                  </a:lnTo>
                  <a:lnTo>
                    <a:pt x="1708309" y="1766888"/>
                  </a:lnTo>
                  <a:lnTo>
                    <a:pt x="1712119" y="1768316"/>
                  </a:lnTo>
                  <a:lnTo>
                    <a:pt x="1713071" y="1766411"/>
                  </a:lnTo>
                  <a:lnTo>
                    <a:pt x="1716405" y="1766888"/>
                  </a:lnTo>
                  <a:lnTo>
                    <a:pt x="1719263" y="1767840"/>
                  </a:lnTo>
                  <a:lnTo>
                    <a:pt x="1723549" y="1771650"/>
                  </a:lnTo>
                  <a:lnTo>
                    <a:pt x="1729264" y="1774508"/>
                  </a:lnTo>
                  <a:lnTo>
                    <a:pt x="1740218" y="1783556"/>
                  </a:lnTo>
                  <a:lnTo>
                    <a:pt x="1745456" y="1790700"/>
                  </a:lnTo>
                  <a:lnTo>
                    <a:pt x="1747361" y="1796891"/>
                  </a:lnTo>
                  <a:lnTo>
                    <a:pt x="1747838" y="1799273"/>
                  </a:lnTo>
                  <a:lnTo>
                    <a:pt x="1747361" y="1801654"/>
                  </a:lnTo>
                  <a:lnTo>
                    <a:pt x="1748314" y="1806892"/>
                  </a:lnTo>
                  <a:lnTo>
                    <a:pt x="1750219" y="1805940"/>
                  </a:lnTo>
                  <a:lnTo>
                    <a:pt x="1751648" y="1807369"/>
                  </a:lnTo>
                  <a:lnTo>
                    <a:pt x="1751648" y="1811655"/>
                  </a:lnTo>
                  <a:lnTo>
                    <a:pt x="1751648" y="1812131"/>
                  </a:lnTo>
                  <a:lnTo>
                    <a:pt x="1761173" y="1811179"/>
                  </a:lnTo>
                  <a:lnTo>
                    <a:pt x="1770698" y="1810226"/>
                  </a:lnTo>
                  <a:lnTo>
                    <a:pt x="1780223" y="1809274"/>
                  </a:lnTo>
                  <a:lnTo>
                    <a:pt x="1789748" y="1808321"/>
                  </a:lnTo>
                  <a:lnTo>
                    <a:pt x="1799273" y="1807369"/>
                  </a:lnTo>
                  <a:lnTo>
                    <a:pt x="1808798" y="1806416"/>
                  </a:lnTo>
                  <a:lnTo>
                    <a:pt x="1818323" y="1805464"/>
                  </a:lnTo>
                  <a:lnTo>
                    <a:pt x="1827848" y="1804511"/>
                  </a:lnTo>
                  <a:lnTo>
                    <a:pt x="1831658" y="1804035"/>
                  </a:lnTo>
                  <a:lnTo>
                    <a:pt x="1829276" y="1809750"/>
                  </a:lnTo>
                  <a:lnTo>
                    <a:pt x="1827848" y="1811655"/>
                  </a:lnTo>
                  <a:lnTo>
                    <a:pt x="1844040" y="1817370"/>
                  </a:lnTo>
                  <a:lnTo>
                    <a:pt x="1860233" y="1823085"/>
                  </a:lnTo>
                  <a:lnTo>
                    <a:pt x="1876425" y="1828800"/>
                  </a:lnTo>
                  <a:lnTo>
                    <a:pt x="1892618" y="1834515"/>
                  </a:lnTo>
                  <a:lnTo>
                    <a:pt x="1908810" y="1840230"/>
                  </a:lnTo>
                  <a:lnTo>
                    <a:pt x="1925003" y="1845945"/>
                  </a:lnTo>
                  <a:lnTo>
                    <a:pt x="1941195" y="1851660"/>
                  </a:lnTo>
                  <a:lnTo>
                    <a:pt x="1957388" y="1857375"/>
                  </a:lnTo>
                  <a:lnTo>
                    <a:pt x="1969294" y="1857375"/>
                  </a:lnTo>
                  <a:lnTo>
                    <a:pt x="1981200" y="1857375"/>
                  </a:lnTo>
                  <a:lnTo>
                    <a:pt x="1993106" y="1857375"/>
                  </a:lnTo>
                  <a:lnTo>
                    <a:pt x="2005013" y="1857375"/>
                  </a:lnTo>
                  <a:lnTo>
                    <a:pt x="2016919" y="1857375"/>
                  </a:lnTo>
                  <a:lnTo>
                    <a:pt x="2028825" y="1857375"/>
                  </a:lnTo>
                  <a:lnTo>
                    <a:pt x="2040731" y="1857375"/>
                  </a:lnTo>
                  <a:lnTo>
                    <a:pt x="2052638" y="1857375"/>
                  </a:lnTo>
                  <a:lnTo>
                    <a:pt x="2052638" y="1853089"/>
                  </a:lnTo>
                  <a:lnTo>
                    <a:pt x="2052638" y="1848803"/>
                  </a:lnTo>
                  <a:lnTo>
                    <a:pt x="2052638" y="1844516"/>
                  </a:lnTo>
                  <a:lnTo>
                    <a:pt x="2052638" y="1840230"/>
                  </a:lnTo>
                  <a:lnTo>
                    <a:pt x="2060258" y="1840230"/>
                  </a:lnTo>
                  <a:lnTo>
                    <a:pt x="2067878" y="1840230"/>
                  </a:lnTo>
                  <a:lnTo>
                    <a:pt x="2075498" y="1840230"/>
                  </a:lnTo>
                  <a:lnTo>
                    <a:pt x="2083118" y="1840230"/>
                  </a:lnTo>
                  <a:lnTo>
                    <a:pt x="2090738" y="1840230"/>
                  </a:lnTo>
                  <a:lnTo>
                    <a:pt x="2098358" y="1840230"/>
                  </a:lnTo>
                  <a:lnTo>
                    <a:pt x="2105978" y="1840230"/>
                  </a:lnTo>
                  <a:lnTo>
                    <a:pt x="2113598" y="1840230"/>
                  </a:lnTo>
                  <a:lnTo>
                    <a:pt x="2114074" y="1840230"/>
                  </a:lnTo>
                  <a:lnTo>
                    <a:pt x="2114550" y="1840230"/>
                  </a:lnTo>
                  <a:lnTo>
                    <a:pt x="2117408" y="1843564"/>
                  </a:lnTo>
                  <a:lnTo>
                    <a:pt x="2120741" y="1848326"/>
                  </a:lnTo>
                  <a:lnTo>
                    <a:pt x="2124551" y="1851660"/>
                  </a:lnTo>
                  <a:lnTo>
                    <a:pt x="2128838" y="1853565"/>
                  </a:lnTo>
                  <a:lnTo>
                    <a:pt x="2135981" y="1859280"/>
                  </a:lnTo>
                  <a:lnTo>
                    <a:pt x="2145983" y="1868805"/>
                  </a:lnTo>
                  <a:lnTo>
                    <a:pt x="2154079" y="1874996"/>
                  </a:lnTo>
                  <a:lnTo>
                    <a:pt x="2160270" y="1878330"/>
                  </a:lnTo>
                  <a:lnTo>
                    <a:pt x="2164556" y="1881188"/>
                  </a:lnTo>
                  <a:lnTo>
                    <a:pt x="2166461" y="1883569"/>
                  </a:lnTo>
                  <a:lnTo>
                    <a:pt x="2169319" y="1888808"/>
                  </a:lnTo>
                  <a:lnTo>
                    <a:pt x="2174558" y="1900238"/>
                  </a:lnTo>
                  <a:lnTo>
                    <a:pt x="2174558" y="1905476"/>
                  </a:lnTo>
                  <a:lnTo>
                    <a:pt x="2176463" y="1910715"/>
                  </a:lnTo>
                  <a:lnTo>
                    <a:pt x="2180273" y="1917383"/>
                  </a:lnTo>
                  <a:lnTo>
                    <a:pt x="2183606" y="1921192"/>
                  </a:lnTo>
                  <a:lnTo>
                    <a:pt x="2186464" y="1922145"/>
                  </a:lnTo>
                  <a:lnTo>
                    <a:pt x="2189798" y="1924526"/>
                  </a:lnTo>
                  <a:lnTo>
                    <a:pt x="2193131" y="1927860"/>
                  </a:lnTo>
                  <a:lnTo>
                    <a:pt x="2197418" y="1930241"/>
                  </a:lnTo>
                  <a:lnTo>
                    <a:pt x="2202180" y="1931194"/>
                  </a:lnTo>
                  <a:lnTo>
                    <a:pt x="2208371" y="1934051"/>
                  </a:lnTo>
                  <a:lnTo>
                    <a:pt x="2216468" y="1938814"/>
                  </a:lnTo>
                  <a:lnTo>
                    <a:pt x="2222183" y="1941195"/>
                  </a:lnTo>
                  <a:lnTo>
                    <a:pt x="2225040" y="1941195"/>
                  </a:lnTo>
                  <a:lnTo>
                    <a:pt x="2227898" y="1939766"/>
                  </a:lnTo>
                  <a:lnTo>
                    <a:pt x="2230279" y="1936433"/>
                  </a:lnTo>
                  <a:lnTo>
                    <a:pt x="2232660" y="1934528"/>
                  </a:lnTo>
                  <a:lnTo>
                    <a:pt x="2235041" y="1933575"/>
                  </a:lnTo>
                  <a:lnTo>
                    <a:pt x="2235994" y="1932146"/>
                  </a:lnTo>
                  <a:lnTo>
                    <a:pt x="2235518" y="1930241"/>
                  </a:lnTo>
                  <a:lnTo>
                    <a:pt x="2236946" y="1925479"/>
                  </a:lnTo>
                  <a:lnTo>
                    <a:pt x="2240280" y="1918335"/>
                  </a:lnTo>
                  <a:lnTo>
                    <a:pt x="2244566" y="1914525"/>
                  </a:lnTo>
                  <a:lnTo>
                    <a:pt x="2249329" y="1914049"/>
                  </a:lnTo>
                  <a:lnTo>
                    <a:pt x="2252186" y="1912620"/>
                  </a:lnTo>
                  <a:lnTo>
                    <a:pt x="2253615" y="1910239"/>
                  </a:lnTo>
                  <a:lnTo>
                    <a:pt x="2255996" y="1910239"/>
                  </a:lnTo>
                  <a:lnTo>
                    <a:pt x="2259806" y="1912144"/>
                  </a:lnTo>
                  <a:lnTo>
                    <a:pt x="2265521" y="1913096"/>
                  </a:lnTo>
                  <a:lnTo>
                    <a:pt x="2273618" y="1913573"/>
                  </a:lnTo>
                  <a:lnTo>
                    <a:pt x="2278380" y="1913573"/>
                  </a:lnTo>
                  <a:lnTo>
                    <a:pt x="2279809" y="1912620"/>
                  </a:lnTo>
                  <a:lnTo>
                    <a:pt x="2280761" y="1912620"/>
                  </a:lnTo>
                  <a:lnTo>
                    <a:pt x="2280761" y="1913573"/>
                  </a:lnTo>
                  <a:lnTo>
                    <a:pt x="2282190" y="1914049"/>
                  </a:lnTo>
                  <a:lnTo>
                    <a:pt x="2284571" y="1914049"/>
                  </a:lnTo>
                  <a:lnTo>
                    <a:pt x="2286476" y="1915478"/>
                  </a:lnTo>
                  <a:lnTo>
                    <a:pt x="2288858" y="1919288"/>
                  </a:lnTo>
                  <a:lnTo>
                    <a:pt x="2297906" y="1925479"/>
                  </a:lnTo>
                  <a:lnTo>
                    <a:pt x="2297906" y="1925479"/>
                  </a:lnTo>
                  <a:lnTo>
                    <a:pt x="2298859" y="1927860"/>
                  </a:lnTo>
                  <a:lnTo>
                    <a:pt x="2302193" y="1931194"/>
                  </a:lnTo>
                  <a:lnTo>
                    <a:pt x="2307908" y="1935956"/>
                  </a:lnTo>
                  <a:lnTo>
                    <a:pt x="2311241" y="1940242"/>
                  </a:lnTo>
                  <a:lnTo>
                    <a:pt x="2312194" y="1943576"/>
                  </a:lnTo>
                  <a:lnTo>
                    <a:pt x="2315051" y="1949291"/>
                  </a:lnTo>
                  <a:lnTo>
                    <a:pt x="2320290" y="1956911"/>
                  </a:lnTo>
                  <a:lnTo>
                    <a:pt x="2322671" y="1961198"/>
                  </a:lnTo>
                  <a:lnTo>
                    <a:pt x="2322195" y="1961674"/>
                  </a:lnTo>
                  <a:lnTo>
                    <a:pt x="2322671" y="1963579"/>
                  </a:lnTo>
                  <a:lnTo>
                    <a:pt x="2324100" y="1967389"/>
                  </a:lnTo>
                  <a:lnTo>
                    <a:pt x="2326481" y="1970723"/>
                  </a:lnTo>
                  <a:lnTo>
                    <a:pt x="2330291" y="1973104"/>
                  </a:lnTo>
                  <a:lnTo>
                    <a:pt x="2334101" y="1977866"/>
                  </a:lnTo>
                  <a:lnTo>
                    <a:pt x="2337911" y="1984534"/>
                  </a:lnTo>
                  <a:lnTo>
                    <a:pt x="2342674" y="1989296"/>
                  </a:lnTo>
                  <a:lnTo>
                    <a:pt x="2347913" y="1992630"/>
                  </a:lnTo>
                  <a:lnTo>
                    <a:pt x="2350770" y="1995964"/>
                  </a:lnTo>
                  <a:lnTo>
                    <a:pt x="2351723" y="1998821"/>
                  </a:lnTo>
                  <a:lnTo>
                    <a:pt x="2351723" y="2001203"/>
                  </a:lnTo>
                  <a:lnTo>
                    <a:pt x="2350770" y="2003108"/>
                  </a:lnTo>
                  <a:lnTo>
                    <a:pt x="2351246" y="2005013"/>
                  </a:lnTo>
                  <a:lnTo>
                    <a:pt x="2352675" y="2006917"/>
                  </a:lnTo>
                  <a:lnTo>
                    <a:pt x="2353151" y="2009299"/>
                  </a:lnTo>
                  <a:lnTo>
                    <a:pt x="2352675" y="2012633"/>
                  </a:lnTo>
                  <a:lnTo>
                    <a:pt x="2352675" y="2013585"/>
                  </a:lnTo>
                  <a:lnTo>
                    <a:pt x="2352675" y="2013585"/>
                  </a:lnTo>
                  <a:lnTo>
                    <a:pt x="2353151" y="2014538"/>
                  </a:lnTo>
                  <a:lnTo>
                    <a:pt x="2357914" y="2020253"/>
                  </a:lnTo>
                  <a:lnTo>
                    <a:pt x="2360295" y="2024539"/>
                  </a:lnTo>
                  <a:lnTo>
                    <a:pt x="2362200" y="2031683"/>
                  </a:lnTo>
                  <a:lnTo>
                    <a:pt x="2362200" y="2031683"/>
                  </a:lnTo>
                  <a:lnTo>
                    <a:pt x="2364581" y="2035969"/>
                  </a:lnTo>
                  <a:lnTo>
                    <a:pt x="2367915" y="2037874"/>
                  </a:lnTo>
                  <a:lnTo>
                    <a:pt x="2372678" y="2038350"/>
                  </a:lnTo>
                  <a:lnTo>
                    <a:pt x="2376488" y="2039779"/>
                  </a:lnTo>
                  <a:lnTo>
                    <a:pt x="2378869" y="2042160"/>
                  </a:lnTo>
                  <a:lnTo>
                    <a:pt x="2382203" y="2043589"/>
                  </a:lnTo>
                  <a:lnTo>
                    <a:pt x="2386013" y="2044065"/>
                  </a:lnTo>
                  <a:lnTo>
                    <a:pt x="2389823" y="2045494"/>
                  </a:lnTo>
                  <a:lnTo>
                    <a:pt x="2393156" y="2047875"/>
                  </a:lnTo>
                  <a:lnTo>
                    <a:pt x="2399824" y="2049780"/>
                  </a:lnTo>
                  <a:lnTo>
                    <a:pt x="2409349" y="2050733"/>
                  </a:lnTo>
                  <a:lnTo>
                    <a:pt x="2416493" y="2052638"/>
                  </a:lnTo>
                  <a:lnTo>
                    <a:pt x="2421255" y="2055971"/>
                  </a:lnTo>
                  <a:lnTo>
                    <a:pt x="2423636" y="2056448"/>
                  </a:lnTo>
                  <a:lnTo>
                    <a:pt x="2424113" y="2056448"/>
                  </a:lnTo>
                  <a:lnTo>
                    <a:pt x="2424589" y="2055971"/>
                  </a:lnTo>
                  <a:lnTo>
                    <a:pt x="2425065" y="2055019"/>
                  </a:lnTo>
                  <a:lnTo>
                    <a:pt x="2426970" y="2054066"/>
                  </a:lnTo>
                  <a:lnTo>
                    <a:pt x="2431733" y="2053114"/>
                  </a:lnTo>
                  <a:lnTo>
                    <a:pt x="2431733" y="2050733"/>
                  </a:lnTo>
                  <a:lnTo>
                    <a:pt x="2431256" y="2049304"/>
                  </a:lnTo>
                  <a:lnTo>
                    <a:pt x="2428875" y="2049304"/>
                  </a:lnTo>
                  <a:lnTo>
                    <a:pt x="2422684" y="2037398"/>
                  </a:lnTo>
                  <a:lnTo>
                    <a:pt x="2421731" y="2034064"/>
                  </a:lnTo>
                  <a:lnTo>
                    <a:pt x="2420779" y="2026444"/>
                  </a:lnTo>
                  <a:lnTo>
                    <a:pt x="2419826" y="2024063"/>
                  </a:lnTo>
                  <a:lnTo>
                    <a:pt x="2418874" y="2018824"/>
                  </a:lnTo>
                  <a:lnTo>
                    <a:pt x="2417921" y="2016442"/>
                  </a:lnTo>
                  <a:lnTo>
                    <a:pt x="2419350" y="2013109"/>
                  </a:lnTo>
                  <a:lnTo>
                    <a:pt x="2420779" y="2010728"/>
                  </a:lnTo>
                  <a:lnTo>
                    <a:pt x="2420779" y="2008823"/>
                  </a:lnTo>
                  <a:lnTo>
                    <a:pt x="2420303" y="2006441"/>
                  </a:lnTo>
                  <a:lnTo>
                    <a:pt x="2413159" y="2004536"/>
                  </a:lnTo>
                  <a:lnTo>
                    <a:pt x="2410778" y="1998345"/>
                  </a:lnTo>
                  <a:lnTo>
                    <a:pt x="2413635" y="2000726"/>
                  </a:lnTo>
                  <a:lnTo>
                    <a:pt x="2418874" y="2003584"/>
                  </a:lnTo>
                  <a:lnTo>
                    <a:pt x="2420303" y="2003584"/>
                  </a:lnTo>
                  <a:lnTo>
                    <a:pt x="2421731" y="2003108"/>
                  </a:lnTo>
                  <a:lnTo>
                    <a:pt x="2423636" y="1999774"/>
                  </a:lnTo>
                  <a:lnTo>
                    <a:pt x="2426970" y="1990725"/>
                  </a:lnTo>
                  <a:lnTo>
                    <a:pt x="2422208" y="1984534"/>
                  </a:lnTo>
                  <a:lnTo>
                    <a:pt x="2423160" y="1983581"/>
                  </a:lnTo>
                  <a:lnTo>
                    <a:pt x="2424113" y="1983105"/>
                  </a:lnTo>
                  <a:lnTo>
                    <a:pt x="2428399" y="1983581"/>
                  </a:lnTo>
                  <a:lnTo>
                    <a:pt x="2431256" y="1982629"/>
                  </a:lnTo>
                  <a:lnTo>
                    <a:pt x="2434590" y="1978819"/>
                  </a:lnTo>
                  <a:lnTo>
                    <a:pt x="2436019" y="1975009"/>
                  </a:lnTo>
                  <a:lnTo>
                    <a:pt x="2432209" y="1976438"/>
                  </a:lnTo>
                  <a:lnTo>
                    <a:pt x="2431733" y="1975009"/>
                  </a:lnTo>
                  <a:lnTo>
                    <a:pt x="2431733" y="1973580"/>
                  </a:lnTo>
                  <a:lnTo>
                    <a:pt x="2433638" y="1973104"/>
                  </a:lnTo>
                  <a:lnTo>
                    <a:pt x="2436495" y="1973104"/>
                  </a:lnTo>
                  <a:lnTo>
                    <a:pt x="2437924" y="1972151"/>
                  </a:lnTo>
                  <a:lnTo>
                    <a:pt x="2438876" y="1970723"/>
                  </a:lnTo>
                  <a:lnTo>
                    <a:pt x="2439353" y="1972151"/>
                  </a:lnTo>
                  <a:lnTo>
                    <a:pt x="2440305" y="1973104"/>
                  </a:lnTo>
                  <a:lnTo>
                    <a:pt x="2442210" y="1971675"/>
                  </a:lnTo>
                  <a:lnTo>
                    <a:pt x="2443163" y="1970723"/>
                  </a:lnTo>
                  <a:lnTo>
                    <a:pt x="2443639" y="1966913"/>
                  </a:lnTo>
                  <a:lnTo>
                    <a:pt x="2444115" y="1963103"/>
                  </a:lnTo>
                  <a:lnTo>
                    <a:pt x="2447449" y="1965960"/>
                  </a:lnTo>
                  <a:lnTo>
                    <a:pt x="2451259" y="1965008"/>
                  </a:lnTo>
                  <a:lnTo>
                    <a:pt x="2453640" y="1963579"/>
                  </a:lnTo>
                  <a:lnTo>
                    <a:pt x="2456021" y="1961674"/>
                  </a:lnTo>
                  <a:lnTo>
                    <a:pt x="2454116" y="1960721"/>
                  </a:lnTo>
                  <a:lnTo>
                    <a:pt x="2452211" y="1960245"/>
                  </a:lnTo>
                  <a:lnTo>
                    <a:pt x="2448401" y="1952149"/>
                  </a:lnTo>
                  <a:lnTo>
                    <a:pt x="2449354" y="1951673"/>
                  </a:lnTo>
                  <a:lnTo>
                    <a:pt x="2450306" y="1952149"/>
                  </a:lnTo>
                  <a:lnTo>
                    <a:pt x="2450783" y="1953101"/>
                  </a:lnTo>
                  <a:lnTo>
                    <a:pt x="2451735" y="1954530"/>
                  </a:lnTo>
                  <a:lnTo>
                    <a:pt x="2454593" y="1956435"/>
                  </a:lnTo>
                  <a:lnTo>
                    <a:pt x="2456974" y="1955006"/>
                  </a:lnTo>
                  <a:lnTo>
                    <a:pt x="2456974" y="1954054"/>
                  </a:lnTo>
                  <a:lnTo>
                    <a:pt x="2460308" y="1954054"/>
                  </a:lnTo>
                  <a:lnTo>
                    <a:pt x="2465546" y="1955483"/>
                  </a:lnTo>
                  <a:lnTo>
                    <a:pt x="2468880" y="1955006"/>
                  </a:lnTo>
                  <a:lnTo>
                    <a:pt x="2464594" y="1957388"/>
                  </a:lnTo>
                  <a:lnTo>
                    <a:pt x="2461260" y="1960245"/>
                  </a:lnTo>
                  <a:lnTo>
                    <a:pt x="2463165" y="1959769"/>
                  </a:lnTo>
                  <a:lnTo>
                    <a:pt x="2468404" y="1956435"/>
                  </a:lnTo>
                  <a:lnTo>
                    <a:pt x="2474119" y="1954530"/>
                  </a:lnTo>
                  <a:lnTo>
                    <a:pt x="2478405" y="1952149"/>
                  </a:lnTo>
                  <a:lnTo>
                    <a:pt x="2480786" y="1950720"/>
                  </a:lnTo>
                  <a:lnTo>
                    <a:pt x="2489835" y="1945005"/>
                  </a:lnTo>
                  <a:lnTo>
                    <a:pt x="2493645" y="1942624"/>
                  </a:lnTo>
                  <a:lnTo>
                    <a:pt x="2497931" y="1938338"/>
                  </a:lnTo>
                  <a:lnTo>
                    <a:pt x="2498408" y="1935004"/>
                  </a:lnTo>
                  <a:lnTo>
                    <a:pt x="2502694" y="1931670"/>
                  </a:lnTo>
                  <a:lnTo>
                    <a:pt x="2506980" y="1927384"/>
                  </a:lnTo>
                  <a:lnTo>
                    <a:pt x="2505551" y="1924050"/>
                  </a:lnTo>
                  <a:lnTo>
                    <a:pt x="2503646" y="1921669"/>
                  </a:lnTo>
                  <a:lnTo>
                    <a:pt x="2502694" y="1915478"/>
                  </a:lnTo>
                  <a:lnTo>
                    <a:pt x="2504123" y="1915001"/>
                  </a:lnTo>
                  <a:lnTo>
                    <a:pt x="2506028" y="1916430"/>
                  </a:lnTo>
                  <a:lnTo>
                    <a:pt x="2507456" y="1916430"/>
                  </a:lnTo>
                  <a:lnTo>
                    <a:pt x="2509361" y="1913573"/>
                  </a:lnTo>
                  <a:lnTo>
                    <a:pt x="2512219" y="1913573"/>
                  </a:lnTo>
                  <a:lnTo>
                    <a:pt x="2512695" y="1916906"/>
                  </a:lnTo>
                  <a:lnTo>
                    <a:pt x="2510790" y="1920716"/>
                  </a:lnTo>
                  <a:lnTo>
                    <a:pt x="2512219" y="1921192"/>
                  </a:lnTo>
                  <a:lnTo>
                    <a:pt x="2516505" y="1919764"/>
                  </a:lnTo>
                  <a:lnTo>
                    <a:pt x="2519363" y="1920716"/>
                  </a:lnTo>
                  <a:lnTo>
                    <a:pt x="2511743" y="1925479"/>
                  </a:lnTo>
                  <a:lnTo>
                    <a:pt x="2511266" y="1926908"/>
                  </a:lnTo>
                  <a:lnTo>
                    <a:pt x="2517458" y="1923098"/>
                  </a:lnTo>
                  <a:lnTo>
                    <a:pt x="2533650" y="1916430"/>
                  </a:lnTo>
                  <a:lnTo>
                    <a:pt x="2540794" y="1915954"/>
                  </a:lnTo>
                  <a:lnTo>
                    <a:pt x="2540794" y="1914525"/>
                  </a:lnTo>
                  <a:lnTo>
                    <a:pt x="2538889" y="1911191"/>
                  </a:lnTo>
                  <a:lnTo>
                    <a:pt x="2542223" y="1905000"/>
                  </a:lnTo>
                  <a:lnTo>
                    <a:pt x="2543651" y="1905000"/>
                  </a:lnTo>
                  <a:lnTo>
                    <a:pt x="2544604" y="1905953"/>
                  </a:lnTo>
                  <a:lnTo>
                    <a:pt x="2544604" y="1907381"/>
                  </a:lnTo>
                  <a:lnTo>
                    <a:pt x="2543175" y="1909763"/>
                  </a:lnTo>
                  <a:lnTo>
                    <a:pt x="2541746" y="1910715"/>
                  </a:lnTo>
                  <a:lnTo>
                    <a:pt x="2540318" y="1911191"/>
                  </a:lnTo>
                  <a:lnTo>
                    <a:pt x="2540794" y="1913096"/>
                  </a:lnTo>
                  <a:lnTo>
                    <a:pt x="2542223" y="1914049"/>
                  </a:lnTo>
                  <a:lnTo>
                    <a:pt x="2544128" y="1913096"/>
                  </a:lnTo>
                  <a:lnTo>
                    <a:pt x="2546509" y="1912620"/>
                  </a:lnTo>
                  <a:lnTo>
                    <a:pt x="2556986" y="1912144"/>
                  </a:lnTo>
                  <a:lnTo>
                    <a:pt x="2560796" y="1911667"/>
                  </a:lnTo>
                  <a:lnTo>
                    <a:pt x="2564606" y="1912144"/>
                  </a:lnTo>
                  <a:lnTo>
                    <a:pt x="2572226" y="1914525"/>
                  </a:lnTo>
                  <a:lnTo>
                    <a:pt x="2577941" y="1917383"/>
                  </a:lnTo>
                  <a:lnTo>
                    <a:pt x="2582228" y="1918811"/>
                  </a:lnTo>
                  <a:lnTo>
                    <a:pt x="2596039" y="1920240"/>
                  </a:lnTo>
                  <a:lnTo>
                    <a:pt x="2602230" y="1918811"/>
                  </a:lnTo>
                  <a:lnTo>
                    <a:pt x="2603183" y="1917859"/>
                  </a:lnTo>
                  <a:lnTo>
                    <a:pt x="2601278" y="1915954"/>
                  </a:lnTo>
                  <a:lnTo>
                    <a:pt x="2600325" y="1915001"/>
                  </a:lnTo>
                  <a:lnTo>
                    <a:pt x="2602230" y="1912620"/>
                  </a:lnTo>
                  <a:lnTo>
                    <a:pt x="2604135" y="1911191"/>
                  </a:lnTo>
                  <a:lnTo>
                    <a:pt x="2608421" y="1909763"/>
                  </a:lnTo>
                  <a:lnTo>
                    <a:pt x="2610803" y="1913096"/>
                  </a:lnTo>
                  <a:lnTo>
                    <a:pt x="2616041" y="1913096"/>
                  </a:lnTo>
                  <a:lnTo>
                    <a:pt x="2619851" y="1918335"/>
                  </a:lnTo>
                  <a:lnTo>
                    <a:pt x="2621756" y="1920240"/>
                  </a:lnTo>
                  <a:lnTo>
                    <a:pt x="2627948" y="1921669"/>
                  </a:lnTo>
                  <a:lnTo>
                    <a:pt x="2629853" y="1919764"/>
                  </a:lnTo>
                  <a:lnTo>
                    <a:pt x="2630805" y="1919764"/>
                  </a:lnTo>
                  <a:lnTo>
                    <a:pt x="2630329" y="1922145"/>
                  </a:lnTo>
                  <a:lnTo>
                    <a:pt x="2630805" y="1924050"/>
                  </a:lnTo>
                  <a:lnTo>
                    <a:pt x="2633663" y="1927860"/>
                  </a:lnTo>
                  <a:lnTo>
                    <a:pt x="2633663" y="1929289"/>
                  </a:lnTo>
                  <a:lnTo>
                    <a:pt x="2630805" y="1928813"/>
                  </a:lnTo>
                  <a:lnTo>
                    <a:pt x="2629376" y="1929289"/>
                  </a:lnTo>
                  <a:lnTo>
                    <a:pt x="2628900" y="1930241"/>
                  </a:lnTo>
                  <a:lnTo>
                    <a:pt x="2638901" y="1933575"/>
                  </a:lnTo>
                  <a:lnTo>
                    <a:pt x="2647474" y="1935956"/>
                  </a:lnTo>
                  <a:lnTo>
                    <a:pt x="2649855" y="1935004"/>
                  </a:lnTo>
                  <a:lnTo>
                    <a:pt x="2653189" y="1930717"/>
                  </a:lnTo>
                  <a:lnTo>
                    <a:pt x="2656046" y="1929765"/>
                  </a:lnTo>
                  <a:lnTo>
                    <a:pt x="2660333" y="1929765"/>
                  </a:lnTo>
                  <a:lnTo>
                    <a:pt x="2663190" y="1931194"/>
                  </a:lnTo>
                  <a:lnTo>
                    <a:pt x="2665095" y="1935956"/>
                  </a:lnTo>
                  <a:lnTo>
                    <a:pt x="2666048" y="1936909"/>
                  </a:lnTo>
                  <a:lnTo>
                    <a:pt x="2668429" y="1935956"/>
                  </a:lnTo>
                  <a:lnTo>
                    <a:pt x="2669381" y="1934051"/>
                  </a:lnTo>
                  <a:lnTo>
                    <a:pt x="2669858" y="1932146"/>
                  </a:lnTo>
                  <a:lnTo>
                    <a:pt x="2670334" y="1930241"/>
                  </a:lnTo>
                  <a:lnTo>
                    <a:pt x="2670810" y="1928813"/>
                  </a:lnTo>
                  <a:lnTo>
                    <a:pt x="2670810" y="1925479"/>
                  </a:lnTo>
                  <a:lnTo>
                    <a:pt x="2669381" y="1924526"/>
                  </a:lnTo>
                  <a:lnTo>
                    <a:pt x="2667953" y="1924050"/>
                  </a:lnTo>
                  <a:lnTo>
                    <a:pt x="2667476" y="1923098"/>
                  </a:lnTo>
                  <a:lnTo>
                    <a:pt x="2667476" y="1921669"/>
                  </a:lnTo>
                  <a:lnTo>
                    <a:pt x="2677001" y="1924526"/>
                  </a:lnTo>
                  <a:lnTo>
                    <a:pt x="2678906" y="1925955"/>
                  </a:lnTo>
                  <a:lnTo>
                    <a:pt x="2679383" y="1927384"/>
                  </a:lnTo>
                  <a:lnTo>
                    <a:pt x="2679383" y="1929289"/>
                  </a:lnTo>
                  <a:lnTo>
                    <a:pt x="2681764" y="1930241"/>
                  </a:lnTo>
                  <a:lnTo>
                    <a:pt x="2683193" y="1930241"/>
                  </a:lnTo>
                  <a:lnTo>
                    <a:pt x="2685098" y="1930717"/>
                  </a:lnTo>
                  <a:lnTo>
                    <a:pt x="2686526" y="1932146"/>
                  </a:lnTo>
                  <a:lnTo>
                    <a:pt x="2688431" y="1932623"/>
                  </a:lnTo>
                  <a:lnTo>
                    <a:pt x="2691289" y="1934528"/>
                  </a:lnTo>
                  <a:lnTo>
                    <a:pt x="2693194" y="1937861"/>
                  </a:lnTo>
                  <a:lnTo>
                    <a:pt x="2694623" y="1939290"/>
                  </a:lnTo>
                  <a:lnTo>
                    <a:pt x="2693670" y="1942624"/>
                  </a:lnTo>
                  <a:lnTo>
                    <a:pt x="2695099" y="1942148"/>
                  </a:lnTo>
                  <a:lnTo>
                    <a:pt x="2698433" y="1939290"/>
                  </a:lnTo>
                  <a:lnTo>
                    <a:pt x="2699861" y="1940242"/>
                  </a:lnTo>
                  <a:lnTo>
                    <a:pt x="2701290" y="1941671"/>
                  </a:lnTo>
                  <a:lnTo>
                    <a:pt x="2702243" y="1940719"/>
                  </a:lnTo>
                  <a:lnTo>
                    <a:pt x="2703195" y="1938814"/>
                  </a:lnTo>
                  <a:lnTo>
                    <a:pt x="2706053" y="1937385"/>
                  </a:lnTo>
                  <a:lnTo>
                    <a:pt x="2706053" y="1935004"/>
                  </a:lnTo>
                  <a:lnTo>
                    <a:pt x="2704148" y="1934528"/>
                  </a:lnTo>
                  <a:lnTo>
                    <a:pt x="2702243" y="1933575"/>
                  </a:lnTo>
                  <a:lnTo>
                    <a:pt x="2699861" y="1930241"/>
                  </a:lnTo>
                  <a:lnTo>
                    <a:pt x="2697480" y="1930241"/>
                  </a:lnTo>
                  <a:lnTo>
                    <a:pt x="2688431" y="1926908"/>
                  </a:lnTo>
                  <a:lnTo>
                    <a:pt x="2686050" y="1924526"/>
                  </a:lnTo>
                  <a:lnTo>
                    <a:pt x="2682716" y="1922621"/>
                  </a:lnTo>
                  <a:lnTo>
                    <a:pt x="2681288" y="1919764"/>
                  </a:lnTo>
                  <a:lnTo>
                    <a:pt x="2682240" y="1918811"/>
                  </a:lnTo>
                  <a:lnTo>
                    <a:pt x="2682240" y="1917859"/>
                  </a:lnTo>
                  <a:lnTo>
                    <a:pt x="2682716" y="1917383"/>
                  </a:lnTo>
                  <a:lnTo>
                    <a:pt x="2684145" y="1917859"/>
                  </a:lnTo>
                  <a:lnTo>
                    <a:pt x="2686050" y="1916906"/>
                  </a:lnTo>
                  <a:lnTo>
                    <a:pt x="2685098" y="1915954"/>
                  </a:lnTo>
                  <a:lnTo>
                    <a:pt x="2687003" y="1914049"/>
                  </a:lnTo>
                  <a:lnTo>
                    <a:pt x="2689384" y="1913573"/>
                  </a:lnTo>
                  <a:lnTo>
                    <a:pt x="2692718" y="1912144"/>
                  </a:lnTo>
                  <a:lnTo>
                    <a:pt x="2692241" y="1911191"/>
                  </a:lnTo>
                  <a:lnTo>
                    <a:pt x="2692241" y="1908334"/>
                  </a:lnTo>
                  <a:lnTo>
                    <a:pt x="2690813" y="1906429"/>
                  </a:lnTo>
                  <a:lnTo>
                    <a:pt x="2690336" y="1905000"/>
                  </a:lnTo>
                  <a:lnTo>
                    <a:pt x="2690813" y="1903571"/>
                  </a:lnTo>
                  <a:lnTo>
                    <a:pt x="2687479" y="1903095"/>
                  </a:lnTo>
                  <a:lnTo>
                    <a:pt x="2685098" y="1905000"/>
                  </a:lnTo>
                  <a:lnTo>
                    <a:pt x="2684145" y="1908334"/>
                  </a:lnTo>
                  <a:lnTo>
                    <a:pt x="2682716" y="1908810"/>
                  </a:lnTo>
                  <a:lnTo>
                    <a:pt x="2678906" y="1907858"/>
                  </a:lnTo>
                  <a:lnTo>
                    <a:pt x="2676525" y="1905000"/>
                  </a:lnTo>
                  <a:lnTo>
                    <a:pt x="2677954" y="1903571"/>
                  </a:lnTo>
                  <a:lnTo>
                    <a:pt x="2679859" y="1902142"/>
                  </a:lnTo>
                  <a:lnTo>
                    <a:pt x="2681764" y="1900714"/>
                  </a:lnTo>
                  <a:lnTo>
                    <a:pt x="2681764" y="1899761"/>
                  </a:lnTo>
                  <a:lnTo>
                    <a:pt x="2679383" y="1898809"/>
                  </a:lnTo>
                  <a:lnTo>
                    <a:pt x="2677954" y="1900238"/>
                  </a:lnTo>
                  <a:lnTo>
                    <a:pt x="2676525" y="1900714"/>
                  </a:lnTo>
                  <a:lnTo>
                    <a:pt x="2673668" y="1900714"/>
                  </a:lnTo>
                  <a:lnTo>
                    <a:pt x="2670334" y="1903095"/>
                  </a:lnTo>
                  <a:lnTo>
                    <a:pt x="2664143" y="1904048"/>
                  </a:lnTo>
                  <a:lnTo>
                    <a:pt x="2660333" y="1902619"/>
                  </a:lnTo>
                  <a:lnTo>
                    <a:pt x="2656046" y="1899761"/>
                  </a:lnTo>
                  <a:lnTo>
                    <a:pt x="2658904" y="1894523"/>
                  </a:lnTo>
                  <a:lnTo>
                    <a:pt x="2662714" y="1890713"/>
                  </a:lnTo>
                  <a:lnTo>
                    <a:pt x="2666048" y="1891189"/>
                  </a:lnTo>
                  <a:lnTo>
                    <a:pt x="2668905" y="1891665"/>
                  </a:lnTo>
                  <a:lnTo>
                    <a:pt x="2672239" y="1894523"/>
                  </a:lnTo>
                  <a:lnTo>
                    <a:pt x="2684621" y="1898333"/>
                  </a:lnTo>
                  <a:lnTo>
                    <a:pt x="2689384" y="1896428"/>
                  </a:lnTo>
                  <a:lnTo>
                    <a:pt x="2693670" y="1892141"/>
                  </a:lnTo>
                  <a:lnTo>
                    <a:pt x="2695575" y="1892141"/>
                  </a:lnTo>
                  <a:lnTo>
                    <a:pt x="2697004" y="1892617"/>
                  </a:lnTo>
                  <a:lnTo>
                    <a:pt x="2702719" y="1891189"/>
                  </a:lnTo>
                  <a:lnTo>
                    <a:pt x="2707958" y="1889284"/>
                  </a:lnTo>
                  <a:lnTo>
                    <a:pt x="2708910" y="1889284"/>
                  </a:lnTo>
                  <a:lnTo>
                    <a:pt x="2710815" y="1889760"/>
                  </a:lnTo>
                  <a:lnTo>
                    <a:pt x="2715101" y="1891665"/>
                  </a:lnTo>
                  <a:lnTo>
                    <a:pt x="2726531" y="1891189"/>
                  </a:lnTo>
                  <a:lnTo>
                    <a:pt x="2729865" y="1891665"/>
                  </a:lnTo>
                  <a:lnTo>
                    <a:pt x="2733675" y="1891665"/>
                  </a:lnTo>
                  <a:lnTo>
                    <a:pt x="2734151" y="1889760"/>
                  </a:lnTo>
                  <a:lnTo>
                    <a:pt x="2735580" y="1884045"/>
                  </a:lnTo>
                  <a:lnTo>
                    <a:pt x="2737009" y="1879759"/>
                  </a:lnTo>
                  <a:lnTo>
                    <a:pt x="2737961" y="1879283"/>
                  </a:lnTo>
                  <a:lnTo>
                    <a:pt x="2739866" y="1881664"/>
                  </a:lnTo>
                  <a:lnTo>
                    <a:pt x="2740819" y="1884045"/>
                  </a:lnTo>
                  <a:lnTo>
                    <a:pt x="2740819" y="1888331"/>
                  </a:lnTo>
                  <a:lnTo>
                    <a:pt x="2741771" y="1889760"/>
                  </a:lnTo>
                  <a:lnTo>
                    <a:pt x="2743200" y="1890236"/>
                  </a:lnTo>
                  <a:lnTo>
                    <a:pt x="2744629" y="1892617"/>
                  </a:lnTo>
                  <a:lnTo>
                    <a:pt x="2745581" y="1894523"/>
                  </a:lnTo>
                  <a:lnTo>
                    <a:pt x="2741771" y="1895951"/>
                  </a:lnTo>
                  <a:lnTo>
                    <a:pt x="2738914" y="1895951"/>
                  </a:lnTo>
                  <a:lnTo>
                    <a:pt x="2738438" y="1896904"/>
                  </a:lnTo>
                  <a:lnTo>
                    <a:pt x="2751296" y="1895475"/>
                  </a:lnTo>
                  <a:lnTo>
                    <a:pt x="2755106" y="1891665"/>
                  </a:lnTo>
                  <a:lnTo>
                    <a:pt x="2757488" y="1890713"/>
                  </a:lnTo>
                  <a:lnTo>
                    <a:pt x="2757488" y="1891665"/>
                  </a:lnTo>
                  <a:lnTo>
                    <a:pt x="2755583" y="1893570"/>
                  </a:lnTo>
                  <a:lnTo>
                    <a:pt x="2756535" y="1894046"/>
                  </a:lnTo>
                  <a:lnTo>
                    <a:pt x="2763203" y="1892617"/>
                  </a:lnTo>
                  <a:lnTo>
                    <a:pt x="2764155" y="1890713"/>
                  </a:lnTo>
                  <a:lnTo>
                    <a:pt x="2766536" y="1888808"/>
                  </a:lnTo>
                  <a:lnTo>
                    <a:pt x="2767013" y="1885474"/>
                  </a:lnTo>
                  <a:lnTo>
                    <a:pt x="2768918" y="1885474"/>
                  </a:lnTo>
                  <a:lnTo>
                    <a:pt x="2770346" y="1886903"/>
                  </a:lnTo>
                  <a:lnTo>
                    <a:pt x="2771775" y="1884998"/>
                  </a:lnTo>
                  <a:lnTo>
                    <a:pt x="2773204" y="1884521"/>
                  </a:lnTo>
                  <a:lnTo>
                    <a:pt x="2774156" y="1886903"/>
                  </a:lnTo>
                  <a:lnTo>
                    <a:pt x="2773680" y="1889760"/>
                  </a:lnTo>
                  <a:lnTo>
                    <a:pt x="2768918" y="1891189"/>
                  </a:lnTo>
                  <a:lnTo>
                    <a:pt x="2767489" y="1892141"/>
                  </a:lnTo>
                  <a:lnTo>
                    <a:pt x="2752249" y="1896904"/>
                  </a:lnTo>
                  <a:lnTo>
                    <a:pt x="2760345" y="1895475"/>
                  </a:lnTo>
                  <a:lnTo>
                    <a:pt x="2770346" y="1894523"/>
                  </a:lnTo>
                  <a:lnTo>
                    <a:pt x="2772728" y="1893570"/>
                  </a:lnTo>
                  <a:lnTo>
                    <a:pt x="2775585" y="1892141"/>
                  </a:lnTo>
                  <a:lnTo>
                    <a:pt x="2777966" y="1891189"/>
                  </a:lnTo>
                  <a:lnTo>
                    <a:pt x="2780348" y="1891665"/>
                  </a:lnTo>
                  <a:lnTo>
                    <a:pt x="2784158" y="1891189"/>
                  </a:lnTo>
                  <a:lnTo>
                    <a:pt x="2787491" y="1892141"/>
                  </a:lnTo>
                  <a:lnTo>
                    <a:pt x="2788444" y="1893094"/>
                  </a:lnTo>
                  <a:lnTo>
                    <a:pt x="2788920" y="1894523"/>
                  </a:lnTo>
                  <a:lnTo>
                    <a:pt x="2785110" y="1893570"/>
                  </a:lnTo>
                  <a:lnTo>
                    <a:pt x="2777966" y="1894523"/>
                  </a:lnTo>
                  <a:lnTo>
                    <a:pt x="2787491" y="1896904"/>
                  </a:lnTo>
                  <a:lnTo>
                    <a:pt x="2798445" y="1901190"/>
                  </a:lnTo>
                  <a:lnTo>
                    <a:pt x="2800826" y="1902619"/>
                  </a:lnTo>
                  <a:lnTo>
                    <a:pt x="2802255" y="1902619"/>
                  </a:lnTo>
                  <a:lnTo>
                    <a:pt x="2802731" y="1901190"/>
                  </a:lnTo>
                  <a:lnTo>
                    <a:pt x="2802731" y="1899761"/>
                  </a:lnTo>
                  <a:lnTo>
                    <a:pt x="2805113" y="1898333"/>
                  </a:lnTo>
                  <a:lnTo>
                    <a:pt x="2807494" y="1897856"/>
                  </a:lnTo>
                  <a:lnTo>
                    <a:pt x="2806065" y="1899761"/>
                  </a:lnTo>
                  <a:lnTo>
                    <a:pt x="2805113" y="1901666"/>
                  </a:lnTo>
                  <a:lnTo>
                    <a:pt x="2807018" y="1903095"/>
                  </a:lnTo>
                  <a:lnTo>
                    <a:pt x="2806541" y="1904048"/>
                  </a:lnTo>
                  <a:lnTo>
                    <a:pt x="2804636" y="1904048"/>
                  </a:lnTo>
                  <a:lnTo>
                    <a:pt x="2810351" y="1909286"/>
                  </a:lnTo>
                  <a:lnTo>
                    <a:pt x="2815590" y="1913096"/>
                  </a:lnTo>
                  <a:lnTo>
                    <a:pt x="2817019" y="1915954"/>
                  </a:lnTo>
                  <a:lnTo>
                    <a:pt x="2816543" y="1917383"/>
                  </a:lnTo>
                  <a:lnTo>
                    <a:pt x="2815590" y="1917859"/>
                  </a:lnTo>
                  <a:lnTo>
                    <a:pt x="2814161" y="1916430"/>
                  </a:lnTo>
                  <a:lnTo>
                    <a:pt x="2813209" y="1914525"/>
                  </a:lnTo>
                  <a:lnTo>
                    <a:pt x="2813209" y="1917383"/>
                  </a:lnTo>
                  <a:lnTo>
                    <a:pt x="2814638" y="1920240"/>
                  </a:lnTo>
                  <a:lnTo>
                    <a:pt x="2816543" y="1920716"/>
                  </a:lnTo>
                  <a:lnTo>
                    <a:pt x="2820829" y="1919764"/>
                  </a:lnTo>
                  <a:lnTo>
                    <a:pt x="2826068" y="1919288"/>
                  </a:lnTo>
                  <a:lnTo>
                    <a:pt x="2827973" y="1918335"/>
                  </a:lnTo>
                  <a:lnTo>
                    <a:pt x="2830830" y="1917383"/>
                  </a:lnTo>
                  <a:lnTo>
                    <a:pt x="2833688" y="1917383"/>
                  </a:lnTo>
                  <a:lnTo>
                    <a:pt x="2842260" y="1912620"/>
                  </a:lnTo>
                  <a:lnTo>
                    <a:pt x="2845594" y="1912144"/>
                  </a:lnTo>
                  <a:lnTo>
                    <a:pt x="2847975" y="1912144"/>
                  </a:lnTo>
                  <a:lnTo>
                    <a:pt x="2848928" y="1911191"/>
                  </a:lnTo>
                  <a:lnTo>
                    <a:pt x="2848451" y="1909286"/>
                  </a:lnTo>
                  <a:lnTo>
                    <a:pt x="2848928" y="1907381"/>
                  </a:lnTo>
                  <a:lnTo>
                    <a:pt x="2850356" y="1905953"/>
                  </a:lnTo>
                  <a:lnTo>
                    <a:pt x="2859405" y="1904524"/>
                  </a:lnTo>
                  <a:lnTo>
                    <a:pt x="2871311" y="1911191"/>
                  </a:lnTo>
                  <a:lnTo>
                    <a:pt x="2885123" y="1928813"/>
                  </a:lnTo>
                  <a:lnTo>
                    <a:pt x="2902744" y="1943576"/>
                  </a:lnTo>
                  <a:lnTo>
                    <a:pt x="2906554" y="1949767"/>
                  </a:lnTo>
                  <a:lnTo>
                    <a:pt x="2907030" y="1952625"/>
                  </a:lnTo>
                  <a:lnTo>
                    <a:pt x="2907030" y="1954054"/>
                  </a:lnTo>
                  <a:lnTo>
                    <a:pt x="2906554" y="1964531"/>
                  </a:lnTo>
                  <a:lnTo>
                    <a:pt x="2903696" y="1973580"/>
                  </a:lnTo>
                  <a:lnTo>
                    <a:pt x="2900363" y="1987867"/>
                  </a:lnTo>
                  <a:lnTo>
                    <a:pt x="2901791" y="1990249"/>
                  </a:lnTo>
                  <a:lnTo>
                    <a:pt x="2902744" y="1991678"/>
                  </a:lnTo>
                  <a:lnTo>
                    <a:pt x="2903696" y="1992630"/>
                  </a:lnTo>
                  <a:lnTo>
                    <a:pt x="2904649" y="1991678"/>
                  </a:lnTo>
                  <a:lnTo>
                    <a:pt x="2906554" y="1992154"/>
                  </a:lnTo>
                  <a:lnTo>
                    <a:pt x="2907506" y="1991201"/>
                  </a:lnTo>
                  <a:lnTo>
                    <a:pt x="2907983" y="1990249"/>
                  </a:lnTo>
                  <a:lnTo>
                    <a:pt x="2908459" y="1986915"/>
                  </a:lnTo>
                  <a:lnTo>
                    <a:pt x="2907030" y="1985963"/>
                  </a:lnTo>
                  <a:lnTo>
                    <a:pt x="2905601" y="1983581"/>
                  </a:lnTo>
                  <a:lnTo>
                    <a:pt x="2907030" y="1983105"/>
                  </a:lnTo>
                  <a:lnTo>
                    <a:pt x="2908935" y="1984058"/>
                  </a:lnTo>
                  <a:lnTo>
                    <a:pt x="2910840" y="1986915"/>
                  </a:lnTo>
                  <a:lnTo>
                    <a:pt x="2911793" y="1987391"/>
                  </a:lnTo>
                  <a:lnTo>
                    <a:pt x="2913698" y="1985963"/>
                  </a:lnTo>
                  <a:lnTo>
                    <a:pt x="2915126" y="1987391"/>
                  </a:lnTo>
                  <a:lnTo>
                    <a:pt x="2915126" y="1988344"/>
                  </a:lnTo>
                  <a:lnTo>
                    <a:pt x="2914174" y="1990725"/>
                  </a:lnTo>
                  <a:lnTo>
                    <a:pt x="2911316" y="1994059"/>
                  </a:lnTo>
                  <a:lnTo>
                    <a:pt x="2907506" y="1999774"/>
                  </a:lnTo>
                  <a:lnTo>
                    <a:pt x="2905601" y="2000250"/>
                  </a:lnTo>
                  <a:lnTo>
                    <a:pt x="2904649" y="2000726"/>
                  </a:lnTo>
                  <a:lnTo>
                    <a:pt x="2906554" y="2002631"/>
                  </a:lnTo>
                  <a:lnTo>
                    <a:pt x="2907506" y="2004536"/>
                  </a:lnTo>
                  <a:lnTo>
                    <a:pt x="2913698" y="2016919"/>
                  </a:lnTo>
                  <a:lnTo>
                    <a:pt x="2916555" y="2021205"/>
                  </a:lnTo>
                  <a:lnTo>
                    <a:pt x="2918936" y="2023586"/>
                  </a:lnTo>
                  <a:lnTo>
                    <a:pt x="2920365" y="2024539"/>
                  </a:lnTo>
                  <a:lnTo>
                    <a:pt x="2922270" y="2025015"/>
                  </a:lnTo>
                  <a:lnTo>
                    <a:pt x="2922746" y="2023586"/>
                  </a:lnTo>
                  <a:lnTo>
                    <a:pt x="2922270" y="2021205"/>
                  </a:lnTo>
                  <a:lnTo>
                    <a:pt x="2925128" y="2020253"/>
                  </a:lnTo>
                  <a:lnTo>
                    <a:pt x="2927985" y="2020253"/>
                  </a:lnTo>
                  <a:lnTo>
                    <a:pt x="2926080" y="2022634"/>
                  </a:lnTo>
                  <a:lnTo>
                    <a:pt x="2925604" y="2029301"/>
                  </a:lnTo>
                  <a:lnTo>
                    <a:pt x="2927033" y="2035016"/>
                  </a:lnTo>
                  <a:lnTo>
                    <a:pt x="2927985" y="2035492"/>
                  </a:lnTo>
                  <a:lnTo>
                    <a:pt x="2929414" y="2035016"/>
                  </a:lnTo>
                  <a:lnTo>
                    <a:pt x="2931319" y="2032159"/>
                  </a:lnTo>
                  <a:lnTo>
                    <a:pt x="2932748" y="2030730"/>
                  </a:lnTo>
                  <a:lnTo>
                    <a:pt x="2934653" y="2029778"/>
                  </a:lnTo>
                  <a:lnTo>
                    <a:pt x="2932271" y="2033111"/>
                  </a:lnTo>
                  <a:lnTo>
                    <a:pt x="2929890" y="2036921"/>
                  </a:lnTo>
                  <a:lnTo>
                    <a:pt x="2930843" y="2037874"/>
                  </a:lnTo>
                  <a:lnTo>
                    <a:pt x="2933224" y="2038826"/>
                  </a:lnTo>
                  <a:lnTo>
                    <a:pt x="2935129" y="2049304"/>
                  </a:lnTo>
                  <a:lnTo>
                    <a:pt x="2938463" y="2055019"/>
                  </a:lnTo>
                  <a:lnTo>
                    <a:pt x="2943701" y="2058353"/>
                  </a:lnTo>
                  <a:lnTo>
                    <a:pt x="2950845" y="2060734"/>
                  </a:lnTo>
                  <a:lnTo>
                    <a:pt x="2951321" y="2064067"/>
                  </a:lnTo>
                  <a:lnTo>
                    <a:pt x="2955131" y="2069306"/>
                  </a:lnTo>
                  <a:lnTo>
                    <a:pt x="2958941" y="2076926"/>
                  </a:lnTo>
                  <a:lnTo>
                    <a:pt x="2960846" y="2077879"/>
                  </a:lnTo>
                  <a:lnTo>
                    <a:pt x="2963228" y="2078831"/>
                  </a:lnTo>
                  <a:lnTo>
                    <a:pt x="2964656" y="2080736"/>
                  </a:lnTo>
                  <a:lnTo>
                    <a:pt x="2963704" y="2082165"/>
                  </a:lnTo>
                  <a:lnTo>
                    <a:pt x="2959418" y="2078831"/>
                  </a:lnTo>
                  <a:lnTo>
                    <a:pt x="2957989" y="2079308"/>
                  </a:lnTo>
                  <a:lnTo>
                    <a:pt x="2957036" y="2080736"/>
                  </a:lnTo>
                  <a:lnTo>
                    <a:pt x="2956560" y="2082165"/>
                  </a:lnTo>
                  <a:lnTo>
                    <a:pt x="2958465" y="2085499"/>
                  </a:lnTo>
                  <a:lnTo>
                    <a:pt x="2961799" y="2085499"/>
                  </a:lnTo>
                  <a:lnTo>
                    <a:pt x="2967038" y="2084070"/>
                  </a:lnTo>
                  <a:lnTo>
                    <a:pt x="2971324" y="2084546"/>
                  </a:lnTo>
                  <a:lnTo>
                    <a:pt x="2977515" y="2081689"/>
                  </a:lnTo>
                  <a:lnTo>
                    <a:pt x="2979896" y="2081689"/>
                  </a:lnTo>
                  <a:lnTo>
                    <a:pt x="2983706" y="2077879"/>
                  </a:lnTo>
                  <a:lnTo>
                    <a:pt x="2985135" y="2074545"/>
                  </a:lnTo>
                  <a:lnTo>
                    <a:pt x="2986088" y="2067878"/>
                  </a:lnTo>
                  <a:lnTo>
                    <a:pt x="2988945" y="2063591"/>
                  </a:lnTo>
                  <a:lnTo>
                    <a:pt x="2990850" y="2058829"/>
                  </a:lnTo>
                  <a:lnTo>
                    <a:pt x="2991326" y="2058829"/>
                  </a:lnTo>
                  <a:lnTo>
                    <a:pt x="2991326" y="2059781"/>
                  </a:lnTo>
                  <a:lnTo>
                    <a:pt x="2991803" y="2060258"/>
                  </a:lnTo>
                  <a:lnTo>
                    <a:pt x="2992279" y="2049304"/>
                  </a:lnTo>
                  <a:lnTo>
                    <a:pt x="2994660" y="2033588"/>
                  </a:lnTo>
                  <a:lnTo>
                    <a:pt x="2994184" y="2025015"/>
                  </a:lnTo>
                  <a:lnTo>
                    <a:pt x="2992755" y="2018348"/>
                  </a:lnTo>
                  <a:lnTo>
                    <a:pt x="2991326" y="2015014"/>
                  </a:lnTo>
                  <a:lnTo>
                    <a:pt x="2987993" y="2010728"/>
                  </a:lnTo>
                  <a:lnTo>
                    <a:pt x="2973705" y="1975485"/>
                  </a:lnTo>
                  <a:lnTo>
                    <a:pt x="2972276" y="1972151"/>
                  </a:lnTo>
                  <a:lnTo>
                    <a:pt x="2970371" y="1968341"/>
                  </a:lnTo>
                  <a:lnTo>
                    <a:pt x="2968943" y="1961674"/>
                  </a:lnTo>
                  <a:lnTo>
                    <a:pt x="2967990" y="1958816"/>
                  </a:lnTo>
                  <a:lnTo>
                    <a:pt x="2967514" y="1954530"/>
                  </a:lnTo>
                  <a:lnTo>
                    <a:pt x="2968466" y="1954530"/>
                  </a:lnTo>
                  <a:lnTo>
                    <a:pt x="2969895" y="1955483"/>
                  </a:lnTo>
                  <a:lnTo>
                    <a:pt x="2969419" y="1957388"/>
                  </a:lnTo>
                  <a:lnTo>
                    <a:pt x="2969895" y="1959292"/>
                  </a:lnTo>
                  <a:lnTo>
                    <a:pt x="2972276" y="1960245"/>
                  </a:lnTo>
                  <a:lnTo>
                    <a:pt x="2972753" y="1961198"/>
                  </a:lnTo>
                  <a:lnTo>
                    <a:pt x="2971324" y="1963579"/>
                  </a:lnTo>
                  <a:lnTo>
                    <a:pt x="2971324" y="1965484"/>
                  </a:lnTo>
                  <a:lnTo>
                    <a:pt x="2972753" y="1969770"/>
                  </a:lnTo>
                  <a:lnTo>
                    <a:pt x="2973705" y="1968817"/>
                  </a:lnTo>
                  <a:lnTo>
                    <a:pt x="2974181" y="1965960"/>
                  </a:lnTo>
                  <a:lnTo>
                    <a:pt x="2975134" y="1963579"/>
                  </a:lnTo>
                  <a:lnTo>
                    <a:pt x="2976086" y="1963579"/>
                  </a:lnTo>
                  <a:lnTo>
                    <a:pt x="2975610" y="1971199"/>
                  </a:lnTo>
                  <a:lnTo>
                    <a:pt x="2976086" y="1976438"/>
                  </a:lnTo>
                  <a:lnTo>
                    <a:pt x="2979896" y="1985486"/>
                  </a:lnTo>
                  <a:lnTo>
                    <a:pt x="2981325" y="1986915"/>
                  </a:lnTo>
                  <a:lnTo>
                    <a:pt x="2978944" y="1980724"/>
                  </a:lnTo>
                  <a:lnTo>
                    <a:pt x="2977515" y="1976914"/>
                  </a:lnTo>
                  <a:lnTo>
                    <a:pt x="2977039" y="1973580"/>
                  </a:lnTo>
                  <a:lnTo>
                    <a:pt x="2977039" y="1970246"/>
                  </a:lnTo>
                  <a:lnTo>
                    <a:pt x="2977515" y="1967865"/>
                  </a:lnTo>
                  <a:lnTo>
                    <a:pt x="2978944" y="1965484"/>
                  </a:lnTo>
                  <a:lnTo>
                    <a:pt x="2977515" y="1963103"/>
                  </a:lnTo>
                  <a:lnTo>
                    <a:pt x="2966085" y="1945005"/>
                  </a:lnTo>
                  <a:lnTo>
                    <a:pt x="2958941" y="1930241"/>
                  </a:lnTo>
                  <a:lnTo>
                    <a:pt x="2954179" y="1917859"/>
                  </a:lnTo>
                  <a:lnTo>
                    <a:pt x="2951321" y="1905000"/>
                  </a:lnTo>
                  <a:lnTo>
                    <a:pt x="2949893" y="1900238"/>
                  </a:lnTo>
                  <a:lnTo>
                    <a:pt x="2947511" y="1886426"/>
                  </a:lnTo>
                  <a:lnTo>
                    <a:pt x="2946083" y="1883092"/>
                  </a:lnTo>
                  <a:lnTo>
                    <a:pt x="2945606" y="1880711"/>
                  </a:lnTo>
                  <a:lnTo>
                    <a:pt x="2945606" y="1877854"/>
                  </a:lnTo>
                  <a:lnTo>
                    <a:pt x="2946083" y="1876425"/>
                  </a:lnTo>
                  <a:lnTo>
                    <a:pt x="2947035" y="1873091"/>
                  </a:lnTo>
                  <a:lnTo>
                    <a:pt x="2947511" y="1870234"/>
                  </a:lnTo>
                  <a:lnTo>
                    <a:pt x="2947035" y="1868805"/>
                  </a:lnTo>
                  <a:lnTo>
                    <a:pt x="2947511" y="1865948"/>
                  </a:lnTo>
                  <a:lnTo>
                    <a:pt x="2948464" y="1866900"/>
                  </a:lnTo>
                  <a:lnTo>
                    <a:pt x="2949893" y="1867376"/>
                  </a:lnTo>
                  <a:lnTo>
                    <a:pt x="2952274" y="1864042"/>
                  </a:lnTo>
                  <a:lnTo>
                    <a:pt x="2950845" y="1862138"/>
                  </a:lnTo>
                  <a:lnTo>
                    <a:pt x="2949416" y="1861661"/>
                  </a:lnTo>
                  <a:lnTo>
                    <a:pt x="2949416" y="1860709"/>
                  </a:lnTo>
                  <a:lnTo>
                    <a:pt x="2952274" y="1860233"/>
                  </a:lnTo>
                  <a:lnTo>
                    <a:pt x="2953703" y="1857851"/>
                  </a:lnTo>
                  <a:lnTo>
                    <a:pt x="2955131" y="1856423"/>
                  </a:lnTo>
                  <a:lnTo>
                    <a:pt x="2956560" y="1854041"/>
                  </a:lnTo>
                  <a:lnTo>
                    <a:pt x="2956084" y="1853565"/>
                  </a:lnTo>
                  <a:lnTo>
                    <a:pt x="2955131" y="1854041"/>
                  </a:lnTo>
                  <a:lnTo>
                    <a:pt x="2953703" y="1853565"/>
                  </a:lnTo>
                  <a:lnTo>
                    <a:pt x="2954179" y="1852136"/>
                  </a:lnTo>
                  <a:lnTo>
                    <a:pt x="2956560" y="1850708"/>
                  </a:lnTo>
                  <a:lnTo>
                    <a:pt x="2956560" y="1849279"/>
                  </a:lnTo>
                  <a:lnTo>
                    <a:pt x="2955608" y="1848326"/>
                  </a:lnTo>
                  <a:lnTo>
                    <a:pt x="2955131" y="1846898"/>
                  </a:lnTo>
                  <a:lnTo>
                    <a:pt x="2956560" y="1845469"/>
                  </a:lnTo>
                  <a:lnTo>
                    <a:pt x="2958941" y="1844992"/>
                  </a:lnTo>
                  <a:lnTo>
                    <a:pt x="2959894" y="1843564"/>
                  </a:lnTo>
                  <a:lnTo>
                    <a:pt x="2959894" y="1842611"/>
                  </a:lnTo>
                  <a:lnTo>
                    <a:pt x="2958941" y="1841659"/>
                  </a:lnTo>
                  <a:lnTo>
                    <a:pt x="2958465" y="1840230"/>
                  </a:lnTo>
                  <a:lnTo>
                    <a:pt x="2959418" y="1839754"/>
                  </a:lnTo>
                  <a:lnTo>
                    <a:pt x="2960846" y="1839754"/>
                  </a:lnTo>
                  <a:lnTo>
                    <a:pt x="2965133" y="1837849"/>
                  </a:lnTo>
                  <a:lnTo>
                    <a:pt x="2967038" y="1834515"/>
                  </a:lnTo>
                  <a:lnTo>
                    <a:pt x="2966561" y="1833086"/>
                  </a:lnTo>
                  <a:lnTo>
                    <a:pt x="2967514" y="1831181"/>
                  </a:lnTo>
                  <a:lnTo>
                    <a:pt x="2969419" y="1830705"/>
                  </a:lnTo>
                  <a:lnTo>
                    <a:pt x="2970371" y="1830229"/>
                  </a:lnTo>
                  <a:lnTo>
                    <a:pt x="2972753" y="1827371"/>
                  </a:lnTo>
                  <a:lnTo>
                    <a:pt x="2972276" y="1826419"/>
                  </a:lnTo>
                  <a:lnTo>
                    <a:pt x="2971324" y="1825466"/>
                  </a:lnTo>
                  <a:lnTo>
                    <a:pt x="2970371" y="1824038"/>
                  </a:lnTo>
                  <a:lnTo>
                    <a:pt x="2969419" y="1821656"/>
                  </a:lnTo>
                  <a:lnTo>
                    <a:pt x="2969419" y="1818323"/>
                  </a:lnTo>
                  <a:lnTo>
                    <a:pt x="2972753" y="1822609"/>
                  </a:lnTo>
                  <a:lnTo>
                    <a:pt x="2973705" y="1822133"/>
                  </a:lnTo>
                  <a:lnTo>
                    <a:pt x="2973705" y="1820704"/>
                  </a:lnTo>
                  <a:lnTo>
                    <a:pt x="2974658" y="1820228"/>
                  </a:lnTo>
                  <a:lnTo>
                    <a:pt x="2975610" y="1822609"/>
                  </a:lnTo>
                  <a:lnTo>
                    <a:pt x="2976086" y="1824038"/>
                  </a:lnTo>
                  <a:lnTo>
                    <a:pt x="2977039" y="1824038"/>
                  </a:lnTo>
                  <a:lnTo>
                    <a:pt x="2979420" y="1822609"/>
                  </a:lnTo>
                  <a:lnTo>
                    <a:pt x="2980373" y="1821656"/>
                  </a:lnTo>
                  <a:lnTo>
                    <a:pt x="2980849" y="1818799"/>
                  </a:lnTo>
                  <a:lnTo>
                    <a:pt x="2978944" y="1816894"/>
                  </a:lnTo>
                  <a:lnTo>
                    <a:pt x="2975610" y="1815465"/>
                  </a:lnTo>
                  <a:lnTo>
                    <a:pt x="2977515" y="1814513"/>
                  </a:lnTo>
                  <a:lnTo>
                    <a:pt x="2981325" y="1814989"/>
                  </a:lnTo>
                  <a:lnTo>
                    <a:pt x="2984659" y="1815941"/>
                  </a:lnTo>
                  <a:lnTo>
                    <a:pt x="2987993" y="1814513"/>
                  </a:lnTo>
                  <a:lnTo>
                    <a:pt x="2989421" y="1813084"/>
                  </a:lnTo>
                  <a:lnTo>
                    <a:pt x="2991326" y="1812608"/>
                  </a:lnTo>
                  <a:lnTo>
                    <a:pt x="2993231" y="1812608"/>
                  </a:lnTo>
                  <a:lnTo>
                    <a:pt x="2996565" y="1811655"/>
                  </a:lnTo>
                  <a:lnTo>
                    <a:pt x="2999423" y="1809750"/>
                  </a:lnTo>
                  <a:lnTo>
                    <a:pt x="3000851" y="1807369"/>
                  </a:lnTo>
                  <a:lnTo>
                    <a:pt x="2999423" y="1804511"/>
                  </a:lnTo>
                  <a:lnTo>
                    <a:pt x="3003709" y="1805464"/>
                  </a:lnTo>
                  <a:lnTo>
                    <a:pt x="3006090" y="1804035"/>
                  </a:lnTo>
                  <a:lnTo>
                    <a:pt x="3010376" y="1800701"/>
                  </a:lnTo>
                  <a:lnTo>
                    <a:pt x="3011329" y="1797367"/>
                  </a:lnTo>
                  <a:lnTo>
                    <a:pt x="3014186" y="1796415"/>
                  </a:lnTo>
                  <a:lnTo>
                    <a:pt x="3017044" y="1795939"/>
                  </a:lnTo>
                  <a:lnTo>
                    <a:pt x="3021806" y="1792605"/>
                  </a:lnTo>
                  <a:lnTo>
                    <a:pt x="3023235" y="1790700"/>
                  </a:lnTo>
                  <a:lnTo>
                    <a:pt x="3021330" y="1785938"/>
                  </a:lnTo>
                  <a:lnTo>
                    <a:pt x="3023235" y="1782604"/>
                  </a:lnTo>
                  <a:lnTo>
                    <a:pt x="3023235" y="1784033"/>
                  </a:lnTo>
                  <a:lnTo>
                    <a:pt x="3022759" y="1785938"/>
                  </a:lnTo>
                  <a:lnTo>
                    <a:pt x="3024188" y="1788319"/>
                  </a:lnTo>
                  <a:lnTo>
                    <a:pt x="3026093" y="1782128"/>
                  </a:lnTo>
                  <a:lnTo>
                    <a:pt x="3033713" y="1772603"/>
                  </a:lnTo>
                  <a:lnTo>
                    <a:pt x="3036570" y="1770221"/>
                  </a:lnTo>
                  <a:lnTo>
                    <a:pt x="3045619" y="1764506"/>
                  </a:lnTo>
                  <a:lnTo>
                    <a:pt x="3051334" y="1762601"/>
                  </a:lnTo>
                  <a:lnTo>
                    <a:pt x="3064669" y="1762601"/>
                  </a:lnTo>
                  <a:lnTo>
                    <a:pt x="3066098" y="1759744"/>
                  </a:lnTo>
                  <a:lnTo>
                    <a:pt x="3066574" y="1753076"/>
                  </a:lnTo>
                  <a:lnTo>
                    <a:pt x="3067526" y="1756886"/>
                  </a:lnTo>
                  <a:lnTo>
                    <a:pt x="3067526" y="1760220"/>
                  </a:lnTo>
                  <a:lnTo>
                    <a:pt x="3067526" y="1762125"/>
                  </a:lnTo>
                  <a:lnTo>
                    <a:pt x="3068955" y="1757839"/>
                  </a:lnTo>
                  <a:lnTo>
                    <a:pt x="3069908" y="1754029"/>
                  </a:lnTo>
                  <a:lnTo>
                    <a:pt x="3073718" y="1748790"/>
                  </a:lnTo>
                  <a:lnTo>
                    <a:pt x="3075623" y="1746885"/>
                  </a:lnTo>
                  <a:lnTo>
                    <a:pt x="3077051" y="1745933"/>
                  </a:lnTo>
                  <a:lnTo>
                    <a:pt x="3081338" y="1742599"/>
                  </a:lnTo>
                  <a:lnTo>
                    <a:pt x="3086100" y="1739741"/>
                  </a:lnTo>
                  <a:lnTo>
                    <a:pt x="3085148" y="1738789"/>
                  </a:lnTo>
                  <a:lnTo>
                    <a:pt x="3084671" y="1737360"/>
                  </a:lnTo>
                  <a:lnTo>
                    <a:pt x="3084671" y="1732121"/>
                  </a:lnTo>
                  <a:lnTo>
                    <a:pt x="3085624" y="1733550"/>
                  </a:lnTo>
                  <a:lnTo>
                    <a:pt x="3086576" y="1736408"/>
                  </a:lnTo>
                  <a:lnTo>
                    <a:pt x="3088481" y="1736884"/>
                  </a:lnTo>
                  <a:lnTo>
                    <a:pt x="3089910" y="1736408"/>
                  </a:lnTo>
                  <a:lnTo>
                    <a:pt x="3093720" y="1733074"/>
                  </a:lnTo>
                  <a:lnTo>
                    <a:pt x="3096578" y="1733550"/>
                  </a:lnTo>
                  <a:lnTo>
                    <a:pt x="3101816" y="1733550"/>
                  </a:lnTo>
                  <a:lnTo>
                    <a:pt x="3105150" y="1733550"/>
                  </a:lnTo>
                  <a:lnTo>
                    <a:pt x="3107531" y="1733550"/>
                  </a:lnTo>
                  <a:lnTo>
                    <a:pt x="3108484" y="1731645"/>
                  </a:lnTo>
                  <a:lnTo>
                    <a:pt x="3111341" y="1731169"/>
                  </a:lnTo>
                  <a:lnTo>
                    <a:pt x="3114675" y="1730692"/>
                  </a:lnTo>
                  <a:lnTo>
                    <a:pt x="3117533" y="1728311"/>
                  </a:lnTo>
                  <a:lnTo>
                    <a:pt x="3120390" y="1724978"/>
                  </a:lnTo>
                  <a:lnTo>
                    <a:pt x="3117056" y="1723073"/>
                  </a:lnTo>
                  <a:lnTo>
                    <a:pt x="3107055" y="1724978"/>
                  </a:lnTo>
                  <a:lnTo>
                    <a:pt x="3101816" y="1724025"/>
                  </a:lnTo>
                  <a:lnTo>
                    <a:pt x="3099435" y="1722120"/>
                  </a:lnTo>
                  <a:lnTo>
                    <a:pt x="3096101" y="1717358"/>
                  </a:lnTo>
                  <a:lnTo>
                    <a:pt x="3103245" y="1723073"/>
                  </a:lnTo>
                  <a:lnTo>
                    <a:pt x="3106103" y="1723549"/>
                  </a:lnTo>
                  <a:lnTo>
                    <a:pt x="3111341" y="1720215"/>
                  </a:lnTo>
                  <a:lnTo>
                    <a:pt x="3111818" y="1719263"/>
                  </a:lnTo>
                  <a:lnTo>
                    <a:pt x="3111818" y="1717358"/>
                  </a:lnTo>
                  <a:lnTo>
                    <a:pt x="3113246" y="1714976"/>
                  </a:lnTo>
                  <a:lnTo>
                    <a:pt x="3115151" y="1713071"/>
                  </a:lnTo>
                  <a:lnTo>
                    <a:pt x="3113723" y="1711642"/>
                  </a:lnTo>
                  <a:lnTo>
                    <a:pt x="3112294" y="1710690"/>
                  </a:lnTo>
                  <a:lnTo>
                    <a:pt x="3099435" y="1705928"/>
                  </a:lnTo>
                  <a:lnTo>
                    <a:pt x="3097054" y="1703070"/>
                  </a:lnTo>
                  <a:lnTo>
                    <a:pt x="3102293" y="1705451"/>
                  </a:lnTo>
                  <a:lnTo>
                    <a:pt x="3107055" y="1706880"/>
                  </a:lnTo>
                  <a:lnTo>
                    <a:pt x="3110865" y="1705928"/>
                  </a:lnTo>
                  <a:lnTo>
                    <a:pt x="3111818" y="1703070"/>
                  </a:lnTo>
                  <a:lnTo>
                    <a:pt x="3112770" y="1703070"/>
                  </a:lnTo>
                  <a:lnTo>
                    <a:pt x="3114199" y="1704023"/>
                  </a:lnTo>
                  <a:lnTo>
                    <a:pt x="3114675" y="1706880"/>
                  </a:lnTo>
                  <a:lnTo>
                    <a:pt x="3115628" y="1708309"/>
                  </a:lnTo>
                  <a:lnTo>
                    <a:pt x="3117056" y="1707833"/>
                  </a:lnTo>
                  <a:lnTo>
                    <a:pt x="3118961" y="1708309"/>
                  </a:lnTo>
                  <a:lnTo>
                    <a:pt x="3122771" y="1709738"/>
                  </a:lnTo>
                  <a:lnTo>
                    <a:pt x="3126105" y="1710214"/>
                  </a:lnTo>
                  <a:lnTo>
                    <a:pt x="3128486" y="1709261"/>
                  </a:lnTo>
                  <a:lnTo>
                    <a:pt x="3133249" y="1704499"/>
                  </a:lnTo>
                  <a:lnTo>
                    <a:pt x="3139916" y="1699260"/>
                  </a:lnTo>
                  <a:lnTo>
                    <a:pt x="3140869" y="1694498"/>
                  </a:lnTo>
                  <a:lnTo>
                    <a:pt x="3140393" y="1691640"/>
                  </a:lnTo>
                  <a:lnTo>
                    <a:pt x="3139916" y="1689259"/>
                  </a:lnTo>
                  <a:lnTo>
                    <a:pt x="3138488" y="1686878"/>
                  </a:lnTo>
                  <a:lnTo>
                    <a:pt x="3137059" y="1686878"/>
                  </a:lnTo>
                  <a:lnTo>
                    <a:pt x="3132773" y="1689259"/>
                  </a:lnTo>
                  <a:lnTo>
                    <a:pt x="3131820" y="1695926"/>
                  </a:lnTo>
                  <a:lnTo>
                    <a:pt x="3130391" y="1696879"/>
                  </a:lnTo>
                  <a:lnTo>
                    <a:pt x="3128963" y="1696879"/>
                  </a:lnTo>
                  <a:lnTo>
                    <a:pt x="3129439" y="1693069"/>
                  </a:lnTo>
                  <a:lnTo>
                    <a:pt x="3129915" y="1689735"/>
                  </a:lnTo>
                  <a:lnTo>
                    <a:pt x="3129439" y="1686401"/>
                  </a:lnTo>
                  <a:lnTo>
                    <a:pt x="3124676" y="1685449"/>
                  </a:lnTo>
                  <a:lnTo>
                    <a:pt x="3122771" y="1686401"/>
                  </a:lnTo>
                  <a:lnTo>
                    <a:pt x="3119438" y="1686878"/>
                  </a:lnTo>
                  <a:lnTo>
                    <a:pt x="3114675" y="1686878"/>
                  </a:lnTo>
                  <a:lnTo>
                    <a:pt x="3110865" y="1687354"/>
                  </a:lnTo>
                  <a:lnTo>
                    <a:pt x="3107055" y="1686878"/>
                  </a:lnTo>
                  <a:lnTo>
                    <a:pt x="3107531" y="1684020"/>
                  </a:lnTo>
                  <a:lnTo>
                    <a:pt x="3106579" y="1680210"/>
                  </a:lnTo>
                  <a:lnTo>
                    <a:pt x="3106579" y="1676400"/>
                  </a:lnTo>
                  <a:lnTo>
                    <a:pt x="3107055" y="1679734"/>
                  </a:lnTo>
                  <a:lnTo>
                    <a:pt x="3108484" y="1682591"/>
                  </a:lnTo>
                  <a:lnTo>
                    <a:pt x="3112770" y="1684973"/>
                  </a:lnTo>
                  <a:lnTo>
                    <a:pt x="3115628" y="1684496"/>
                  </a:lnTo>
                  <a:lnTo>
                    <a:pt x="3117533" y="1683067"/>
                  </a:lnTo>
                  <a:lnTo>
                    <a:pt x="3118961" y="1680686"/>
                  </a:lnTo>
                  <a:lnTo>
                    <a:pt x="3120866" y="1680686"/>
                  </a:lnTo>
                  <a:lnTo>
                    <a:pt x="3124200" y="1681639"/>
                  </a:lnTo>
                  <a:lnTo>
                    <a:pt x="3122771" y="1678781"/>
                  </a:lnTo>
                  <a:lnTo>
                    <a:pt x="3124200" y="1679734"/>
                  </a:lnTo>
                  <a:lnTo>
                    <a:pt x="3126581" y="1680686"/>
                  </a:lnTo>
                  <a:lnTo>
                    <a:pt x="3127058" y="1677829"/>
                  </a:lnTo>
                  <a:lnTo>
                    <a:pt x="3127058" y="1675448"/>
                  </a:lnTo>
                  <a:lnTo>
                    <a:pt x="3130391" y="1677353"/>
                  </a:lnTo>
                  <a:lnTo>
                    <a:pt x="3133725" y="1678305"/>
                  </a:lnTo>
                  <a:lnTo>
                    <a:pt x="3136106" y="1679734"/>
                  </a:lnTo>
                  <a:lnTo>
                    <a:pt x="3138011" y="1682115"/>
                  </a:lnTo>
                  <a:lnTo>
                    <a:pt x="3136583" y="1675924"/>
                  </a:lnTo>
                  <a:lnTo>
                    <a:pt x="3134678" y="1671638"/>
                  </a:lnTo>
                  <a:lnTo>
                    <a:pt x="3132773" y="1669733"/>
                  </a:lnTo>
                  <a:lnTo>
                    <a:pt x="3132296" y="1667828"/>
                  </a:lnTo>
                  <a:lnTo>
                    <a:pt x="3133249" y="1664017"/>
                  </a:lnTo>
                  <a:lnTo>
                    <a:pt x="3132773" y="1663065"/>
                  </a:lnTo>
                  <a:lnTo>
                    <a:pt x="3133249" y="1661636"/>
                  </a:lnTo>
                  <a:lnTo>
                    <a:pt x="3133725" y="1660684"/>
                  </a:lnTo>
                  <a:lnTo>
                    <a:pt x="3134678" y="1661636"/>
                  </a:lnTo>
                  <a:lnTo>
                    <a:pt x="3135630" y="1664017"/>
                  </a:lnTo>
                  <a:lnTo>
                    <a:pt x="3138488" y="1675448"/>
                  </a:lnTo>
                  <a:lnTo>
                    <a:pt x="3141345" y="1682115"/>
                  </a:lnTo>
                  <a:lnTo>
                    <a:pt x="3146584" y="1691164"/>
                  </a:lnTo>
                  <a:lnTo>
                    <a:pt x="3148013" y="1693069"/>
                  </a:lnTo>
                  <a:lnTo>
                    <a:pt x="3147060" y="1690688"/>
                  </a:lnTo>
                  <a:lnTo>
                    <a:pt x="3140393" y="1677353"/>
                  </a:lnTo>
                  <a:lnTo>
                    <a:pt x="3136106" y="1660684"/>
                  </a:lnTo>
                  <a:lnTo>
                    <a:pt x="3134201" y="1656398"/>
                  </a:lnTo>
                  <a:lnTo>
                    <a:pt x="3133249" y="1652588"/>
                  </a:lnTo>
                  <a:lnTo>
                    <a:pt x="3132296" y="1650683"/>
                  </a:lnTo>
                  <a:lnTo>
                    <a:pt x="3127534" y="1650206"/>
                  </a:lnTo>
                  <a:lnTo>
                    <a:pt x="3124200" y="1649254"/>
                  </a:lnTo>
                  <a:lnTo>
                    <a:pt x="3118961" y="1651635"/>
                  </a:lnTo>
                  <a:lnTo>
                    <a:pt x="3116104" y="1651159"/>
                  </a:lnTo>
                  <a:lnTo>
                    <a:pt x="3115628" y="1648778"/>
                  </a:lnTo>
                  <a:lnTo>
                    <a:pt x="3111341" y="1645444"/>
                  </a:lnTo>
                  <a:lnTo>
                    <a:pt x="3109913" y="1640681"/>
                  </a:lnTo>
                  <a:lnTo>
                    <a:pt x="3106579" y="1640205"/>
                  </a:lnTo>
                  <a:lnTo>
                    <a:pt x="3101340" y="1638776"/>
                  </a:lnTo>
                  <a:lnTo>
                    <a:pt x="3098959" y="1636871"/>
                  </a:lnTo>
                  <a:lnTo>
                    <a:pt x="3092291" y="1635919"/>
                  </a:lnTo>
                  <a:lnTo>
                    <a:pt x="3091339" y="1635442"/>
                  </a:lnTo>
                  <a:lnTo>
                    <a:pt x="3090386" y="1634490"/>
                  </a:lnTo>
                  <a:lnTo>
                    <a:pt x="3098483" y="1634966"/>
                  </a:lnTo>
                  <a:lnTo>
                    <a:pt x="3108960" y="1638776"/>
                  </a:lnTo>
                  <a:lnTo>
                    <a:pt x="3111341" y="1638776"/>
                  </a:lnTo>
                  <a:lnTo>
                    <a:pt x="3112294" y="1641634"/>
                  </a:lnTo>
                  <a:lnTo>
                    <a:pt x="3115628" y="1644491"/>
                  </a:lnTo>
                  <a:lnTo>
                    <a:pt x="3117056" y="1645920"/>
                  </a:lnTo>
                  <a:lnTo>
                    <a:pt x="3118961" y="1647349"/>
                  </a:lnTo>
                  <a:lnTo>
                    <a:pt x="3120866" y="1646396"/>
                  </a:lnTo>
                  <a:lnTo>
                    <a:pt x="3122771" y="1644967"/>
                  </a:lnTo>
                  <a:lnTo>
                    <a:pt x="3122295" y="1642586"/>
                  </a:lnTo>
                  <a:lnTo>
                    <a:pt x="3121343" y="1641158"/>
                  </a:lnTo>
                  <a:lnTo>
                    <a:pt x="3118961" y="1638776"/>
                  </a:lnTo>
                  <a:lnTo>
                    <a:pt x="3115628" y="1637348"/>
                  </a:lnTo>
                  <a:lnTo>
                    <a:pt x="3111818" y="1634490"/>
                  </a:lnTo>
                  <a:lnTo>
                    <a:pt x="3107531" y="1629728"/>
                  </a:lnTo>
                  <a:lnTo>
                    <a:pt x="3107055" y="1628775"/>
                  </a:lnTo>
                  <a:lnTo>
                    <a:pt x="3107055" y="1627823"/>
                  </a:lnTo>
                  <a:lnTo>
                    <a:pt x="3114675" y="1635442"/>
                  </a:lnTo>
                  <a:lnTo>
                    <a:pt x="3117533" y="1636871"/>
                  </a:lnTo>
                  <a:lnTo>
                    <a:pt x="3119438" y="1635919"/>
                  </a:lnTo>
                  <a:lnTo>
                    <a:pt x="3118961" y="1634490"/>
                  </a:lnTo>
                  <a:lnTo>
                    <a:pt x="3118961" y="1632585"/>
                  </a:lnTo>
                  <a:lnTo>
                    <a:pt x="3123724" y="1633538"/>
                  </a:lnTo>
                  <a:lnTo>
                    <a:pt x="3124200" y="1630680"/>
                  </a:lnTo>
                  <a:lnTo>
                    <a:pt x="3123724" y="1628299"/>
                  </a:lnTo>
                  <a:lnTo>
                    <a:pt x="3120390" y="1626870"/>
                  </a:lnTo>
                  <a:lnTo>
                    <a:pt x="3122295" y="1625441"/>
                  </a:lnTo>
                  <a:lnTo>
                    <a:pt x="3116104" y="1623060"/>
                  </a:lnTo>
                  <a:lnTo>
                    <a:pt x="3113723" y="1621631"/>
                  </a:lnTo>
                  <a:lnTo>
                    <a:pt x="3111341" y="1618298"/>
                  </a:lnTo>
                  <a:lnTo>
                    <a:pt x="3108008" y="1616392"/>
                  </a:lnTo>
                  <a:lnTo>
                    <a:pt x="3103245" y="1611154"/>
                  </a:lnTo>
                  <a:lnTo>
                    <a:pt x="3100864" y="1607344"/>
                  </a:lnTo>
                  <a:lnTo>
                    <a:pt x="3094673" y="1602105"/>
                  </a:lnTo>
                  <a:lnTo>
                    <a:pt x="3096101" y="1602105"/>
                  </a:lnTo>
                  <a:lnTo>
                    <a:pt x="3100388" y="1604963"/>
                  </a:lnTo>
                  <a:lnTo>
                    <a:pt x="3104198" y="1610201"/>
                  </a:lnTo>
                  <a:lnTo>
                    <a:pt x="3105626" y="1611154"/>
                  </a:lnTo>
                  <a:lnTo>
                    <a:pt x="3115628" y="1621155"/>
                  </a:lnTo>
                  <a:lnTo>
                    <a:pt x="3117533" y="1621631"/>
                  </a:lnTo>
                  <a:lnTo>
                    <a:pt x="3120866" y="1621631"/>
                  </a:lnTo>
                  <a:lnTo>
                    <a:pt x="3122295" y="1619726"/>
                  </a:lnTo>
                  <a:lnTo>
                    <a:pt x="3122771" y="1616869"/>
                  </a:lnTo>
                  <a:lnTo>
                    <a:pt x="3123724" y="1614964"/>
                  </a:lnTo>
                  <a:lnTo>
                    <a:pt x="3123724" y="1613059"/>
                  </a:lnTo>
                  <a:lnTo>
                    <a:pt x="3120866" y="1610201"/>
                  </a:lnTo>
                  <a:lnTo>
                    <a:pt x="3117056" y="1608296"/>
                  </a:lnTo>
                  <a:lnTo>
                    <a:pt x="3114199" y="1604963"/>
                  </a:lnTo>
                  <a:lnTo>
                    <a:pt x="3110865" y="1603534"/>
                  </a:lnTo>
                  <a:lnTo>
                    <a:pt x="3101816" y="1601153"/>
                  </a:lnTo>
                  <a:lnTo>
                    <a:pt x="3097054" y="1594961"/>
                  </a:lnTo>
                  <a:lnTo>
                    <a:pt x="3094673" y="1594485"/>
                  </a:lnTo>
                  <a:lnTo>
                    <a:pt x="3090386" y="1595438"/>
                  </a:lnTo>
                  <a:lnTo>
                    <a:pt x="3088958" y="1594961"/>
                  </a:lnTo>
                  <a:lnTo>
                    <a:pt x="3087529" y="1593056"/>
                  </a:lnTo>
                  <a:lnTo>
                    <a:pt x="3088481" y="1587817"/>
                  </a:lnTo>
                  <a:lnTo>
                    <a:pt x="3089434" y="1584960"/>
                  </a:lnTo>
                  <a:lnTo>
                    <a:pt x="3092768" y="1582103"/>
                  </a:lnTo>
                  <a:lnTo>
                    <a:pt x="3095149" y="1580198"/>
                  </a:lnTo>
                  <a:lnTo>
                    <a:pt x="3096578" y="1577816"/>
                  </a:lnTo>
                  <a:lnTo>
                    <a:pt x="3097054" y="1573530"/>
                  </a:lnTo>
                  <a:lnTo>
                    <a:pt x="3097530" y="1577816"/>
                  </a:lnTo>
                  <a:lnTo>
                    <a:pt x="3096101" y="1580674"/>
                  </a:lnTo>
                  <a:lnTo>
                    <a:pt x="3093244" y="1583055"/>
                  </a:lnTo>
                  <a:lnTo>
                    <a:pt x="3090386" y="1587341"/>
                  </a:lnTo>
                  <a:lnTo>
                    <a:pt x="3089910" y="1589246"/>
                  </a:lnTo>
                  <a:lnTo>
                    <a:pt x="3090386" y="1592580"/>
                  </a:lnTo>
                  <a:lnTo>
                    <a:pt x="3092768" y="1593056"/>
                  </a:lnTo>
                  <a:lnTo>
                    <a:pt x="3095625" y="1591151"/>
                  </a:lnTo>
                  <a:lnTo>
                    <a:pt x="3098006" y="1591151"/>
                  </a:lnTo>
                  <a:lnTo>
                    <a:pt x="3098483" y="1593056"/>
                  </a:lnTo>
                  <a:lnTo>
                    <a:pt x="3099911" y="1594961"/>
                  </a:lnTo>
                  <a:lnTo>
                    <a:pt x="3101816" y="1597342"/>
                  </a:lnTo>
                  <a:lnTo>
                    <a:pt x="3102769" y="1595438"/>
                  </a:lnTo>
                  <a:lnTo>
                    <a:pt x="3102769" y="1593533"/>
                  </a:lnTo>
                  <a:lnTo>
                    <a:pt x="3106103" y="1598295"/>
                  </a:lnTo>
                  <a:lnTo>
                    <a:pt x="3112294" y="1599724"/>
                  </a:lnTo>
                  <a:lnTo>
                    <a:pt x="3117056" y="1601629"/>
                  </a:lnTo>
                  <a:lnTo>
                    <a:pt x="3118961" y="1603534"/>
                  </a:lnTo>
                  <a:lnTo>
                    <a:pt x="3120866" y="1604963"/>
                  </a:lnTo>
                  <a:lnTo>
                    <a:pt x="3121343" y="1603058"/>
                  </a:lnTo>
                  <a:lnTo>
                    <a:pt x="3120390" y="1600676"/>
                  </a:lnTo>
                  <a:lnTo>
                    <a:pt x="3118961" y="1597819"/>
                  </a:lnTo>
                  <a:lnTo>
                    <a:pt x="3110865" y="1590675"/>
                  </a:lnTo>
                  <a:lnTo>
                    <a:pt x="3109913" y="1587341"/>
                  </a:lnTo>
                  <a:lnTo>
                    <a:pt x="3109436" y="1584484"/>
                  </a:lnTo>
                  <a:lnTo>
                    <a:pt x="3109913" y="1585913"/>
                  </a:lnTo>
                  <a:lnTo>
                    <a:pt x="3110389" y="1587341"/>
                  </a:lnTo>
                  <a:lnTo>
                    <a:pt x="3112770" y="1591151"/>
                  </a:lnTo>
                  <a:lnTo>
                    <a:pt x="3114675" y="1592580"/>
                  </a:lnTo>
                  <a:lnTo>
                    <a:pt x="3117056" y="1594009"/>
                  </a:lnTo>
                  <a:lnTo>
                    <a:pt x="3118485" y="1593533"/>
                  </a:lnTo>
                  <a:lnTo>
                    <a:pt x="3117533" y="1591628"/>
                  </a:lnTo>
                  <a:lnTo>
                    <a:pt x="3116104" y="1589246"/>
                  </a:lnTo>
                  <a:lnTo>
                    <a:pt x="3114675" y="1586865"/>
                  </a:lnTo>
                  <a:lnTo>
                    <a:pt x="3113246" y="1578769"/>
                  </a:lnTo>
                  <a:lnTo>
                    <a:pt x="3113723" y="1576864"/>
                  </a:lnTo>
                  <a:lnTo>
                    <a:pt x="3113723" y="1574959"/>
                  </a:lnTo>
                  <a:lnTo>
                    <a:pt x="3113723" y="1572578"/>
                  </a:lnTo>
                  <a:lnTo>
                    <a:pt x="3114675" y="1570673"/>
                  </a:lnTo>
                  <a:lnTo>
                    <a:pt x="3113723" y="1568291"/>
                  </a:lnTo>
                  <a:lnTo>
                    <a:pt x="3112294" y="1565910"/>
                  </a:lnTo>
                  <a:lnTo>
                    <a:pt x="3112770" y="1565910"/>
                  </a:lnTo>
                  <a:lnTo>
                    <a:pt x="3115151" y="1567339"/>
                  </a:lnTo>
                  <a:lnTo>
                    <a:pt x="3117056" y="1565434"/>
                  </a:lnTo>
                  <a:lnTo>
                    <a:pt x="3116580" y="1563529"/>
                  </a:lnTo>
                  <a:lnTo>
                    <a:pt x="3114675" y="1562100"/>
                  </a:lnTo>
                  <a:lnTo>
                    <a:pt x="3111818" y="1558290"/>
                  </a:lnTo>
                  <a:lnTo>
                    <a:pt x="3111818" y="1557814"/>
                  </a:lnTo>
                  <a:lnTo>
                    <a:pt x="3117056" y="1559719"/>
                  </a:lnTo>
                  <a:lnTo>
                    <a:pt x="3117533" y="1558766"/>
                  </a:lnTo>
                  <a:lnTo>
                    <a:pt x="3117533" y="1556861"/>
                  </a:lnTo>
                  <a:lnTo>
                    <a:pt x="3118961" y="1555909"/>
                  </a:lnTo>
                  <a:lnTo>
                    <a:pt x="3119438" y="1554480"/>
                  </a:lnTo>
                  <a:lnTo>
                    <a:pt x="3119438" y="1553528"/>
                  </a:lnTo>
                  <a:lnTo>
                    <a:pt x="3119914" y="1553051"/>
                  </a:lnTo>
                  <a:lnTo>
                    <a:pt x="3121819" y="1556385"/>
                  </a:lnTo>
                  <a:lnTo>
                    <a:pt x="3122295" y="1555433"/>
                  </a:lnTo>
                  <a:lnTo>
                    <a:pt x="3122771" y="1552099"/>
                  </a:lnTo>
                  <a:lnTo>
                    <a:pt x="3123724" y="1553051"/>
                  </a:lnTo>
                  <a:lnTo>
                    <a:pt x="3124200" y="1554480"/>
                  </a:lnTo>
                  <a:lnTo>
                    <a:pt x="3126581" y="1553528"/>
                  </a:lnTo>
                  <a:lnTo>
                    <a:pt x="3128010" y="1552575"/>
                  </a:lnTo>
                  <a:lnTo>
                    <a:pt x="3128486" y="1551146"/>
                  </a:lnTo>
                  <a:lnTo>
                    <a:pt x="3128486" y="1548765"/>
                  </a:lnTo>
                  <a:lnTo>
                    <a:pt x="3129439" y="1547336"/>
                  </a:lnTo>
                  <a:lnTo>
                    <a:pt x="3131344" y="1546860"/>
                  </a:lnTo>
                  <a:lnTo>
                    <a:pt x="3132773" y="1546384"/>
                  </a:lnTo>
                  <a:lnTo>
                    <a:pt x="3132296" y="1549717"/>
                  </a:lnTo>
                  <a:lnTo>
                    <a:pt x="3135630" y="1549241"/>
                  </a:lnTo>
                  <a:lnTo>
                    <a:pt x="3134201" y="1551146"/>
                  </a:lnTo>
                  <a:lnTo>
                    <a:pt x="3132773" y="1551623"/>
                  </a:lnTo>
                  <a:lnTo>
                    <a:pt x="3131344" y="1553528"/>
                  </a:lnTo>
                  <a:lnTo>
                    <a:pt x="3133725" y="1554004"/>
                  </a:lnTo>
                  <a:lnTo>
                    <a:pt x="3135630" y="1554956"/>
                  </a:lnTo>
                  <a:lnTo>
                    <a:pt x="3132296" y="1555433"/>
                  </a:lnTo>
                  <a:lnTo>
                    <a:pt x="3128963" y="1555433"/>
                  </a:lnTo>
                  <a:lnTo>
                    <a:pt x="3126105" y="1557338"/>
                  </a:lnTo>
                  <a:lnTo>
                    <a:pt x="3123248" y="1562100"/>
                  </a:lnTo>
                  <a:lnTo>
                    <a:pt x="3123724" y="1567339"/>
                  </a:lnTo>
                  <a:lnTo>
                    <a:pt x="3126581" y="1564958"/>
                  </a:lnTo>
                  <a:lnTo>
                    <a:pt x="3126581" y="1566386"/>
                  </a:lnTo>
                  <a:lnTo>
                    <a:pt x="3124676" y="1570196"/>
                  </a:lnTo>
                  <a:lnTo>
                    <a:pt x="3122771" y="1569244"/>
                  </a:lnTo>
                  <a:lnTo>
                    <a:pt x="3120390" y="1569244"/>
                  </a:lnTo>
                  <a:lnTo>
                    <a:pt x="3119914" y="1571625"/>
                  </a:lnTo>
                  <a:lnTo>
                    <a:pt x="3119914" y="1573530"/>
                  </a:lnTo>
                  <a:lnTo>
                    <a:pt x="3122771" y="1572101"/>
                  </a:lnTo>
                  <a:lnTo>
                    <a:pt x="3124676" y="1573054"/>
                  </a:lnTo>
                  <a:lnTo>
                    <a:pt x="3125629" y="1575435"/>
                  </a:lnTo>
                  <a:lnTo>
                    <a:pt x="3122771" y="1576388"/>
                  </a:lnTo>
                  <a:lnTo>
                    <a:pt x="3120866" y="1576388"/>
                  </a:lnTo>
                  <a:lnTo>
                    <a:pt x="3119438" y="1580674"/>
                  </a:lnTo>
                  <a:lnTo>
                    <a:pt x="3120390" y="1580198"/>
                  </a:lnTo>
                  <a:lnTo>
                    <a:pt x="3121343" y="1578292"/>
                  </a:lnTo>
                  <a:lnTo>
                    <a:pt x="3123724" y="1578769"/>
                  </a:lnTo>
                  <a:lnTo>
                    <a:pt x="3125153" y="1580674"/>
                  </a:lnTo>
                  <a:lnTo>
                    <a:pt x="3128963" y="1584008"/>
                  </a:lnTo>
                  <a:lnTo>
                    <a:pt x="3130391" y="1584008"/>
                  </a:lnTo>
                  <a:lnTo>
                    <a:pt x="3130868" y="1584960"/>
                  </a:lnTo>
                  <a:lnTo>
                    <a:pt x="3127058" y="1584960"/>
                  </a:lnTo>
                  <a:lnTo>
                    <a:pt x="3124200" y="1584484"/>
                  </a:lnTo>
                  <a:lnTo>
                    <a:pt x="3121819" y="1585436"/>
                  </a:lnTo>
                  <a:lnTo>
                    <a:pt x="3120866" y="1589723"/>
                  </a:lnTo>
                  <a:lnTo>
                    <a:pt x="3121819" y="1592104"/>
                  </a:lnTo>
                  <a:lnTo>
                    <a:pt x="3123724" y="1594961"/>
                  </a:lnTo>
                  <a:lnTo>
                    <a:pt x="3127058" y="1596866"/>
                  </a:lnTo>
                  <a:lnTo>
                    <a:pt x="3129439" y="1598295"/>
                  </a:lnTo>
                  <a:lnTo>
                    <a:pt x="3130391" y="1597819"/>
                  </a:lnTo>
                  <a:lnTo>
                    <a:pt x="3130868" y="1596866"/>
                  </a:lnTo>
                  <a:lnTo>
                    <a:pt x="3131344" y="1596390"/>
                  </a:lnTo>
                  <a:lnTo>
                    <a:pt x="3131820" y="1597819"/>
                  </a:lnTo>
                  <a:lnTo>
                    <a:pt x="3132773" y="1596866"/>
                  </a:lnTo>
                  <a:lnTo>
                    <a:pt x="3134201" y="1594961"/>
                  </a:lnTo>
                  <a:lnTo>
                    <a:pt x="3135154" y="1594485"/>
                  </a:lnTo>
                  <a:lnTo>
                    <a:pt x="3134678" y="1596390"/>
                  </a:lnTo>
                  <a:lnTo>
                    <a:pt x="3135154" y="1598771"/>
                  </a:lnTo>
                  <a:lnTo>
                    <a:pt x="3134201" y="1600676"/>
                  </a:lnTo>
                  <a:lnTo>
                    <a:pt x="3132773" y="1602581"/>
                  </a:lnTo>
                  <a:lnTo>
                    <a:pt x="3134201" y="1603534"/>
                  </a:lnTo>
                  <a:lnTo>
                    <a:pt x="3135630" y="1604010"/>
                  </a:lnTo>
                  <a:lnTo>
                    <a:pt x="3137535" y="1605915"/>
                  </a:lnTo>
                  <a:lnTo>
                    <a:pt x="3136583" y="1607820"/>
                  </a:lnTo>
                  <a:lnTo>
                    <a:pt x="3135630" y="1610201"/>
                  </a:lnTo>
                  <a:lnTo>
                    <a:pt x="3139440" y="1610201"/>
                  </a:lnTo>
                  <a:lnTo>
                    <a:pt x="3141821" y="1611154"/>
                  </a:lnTo>
                  <a:lnTo>
                    <a:pt x="3139916" y="1616392"/>
                  </a:lnTo>
                  <a:lnTo>
                    <a:pt x="3137535" y="1618774"/>
                  </a:lnTo>
                  <a:lnTo>
                    <a:pt x="3134201" y="1624013"/>
                  </a:lnTo>
                  <a:lnTo>
                    <a:pt x="3131344" y="1632585"/>
                  </a:lnTo>
                  <a:lnTo>
                    <a:pt x="3130391" y="1637824"/>
                  </a:lnTo>
                  <a:lnTo>
                    <a:pt x="3130868" y="1639729"/>
                  </a:lnTo>
                  <a:lnTo>
                    <a:pt x="3132773" y="1642110"/>
                  </a:lnTo>
                  <a:lnTo>
                    <a:pt x="3135630" y="1636395"/>
                  </a:lnTo>
                  <a:lnTo>
                    <a:pt x="3137059" y="1631633"/>
                  </a:lnTo>
                  <a:lnTo>
                    <a:pt x="3138488" y="1629728"/>
                  </a:lnTo>
                  <a:lnTo>
                    <a:pt x="3140869" y="1627823"/>
                  </a:lnTo>
                  <a:lnTo>
                    <a:pt x="3143250" y="1626870"/>
                  </a:lnTo>
                  <a:lnTo>
                    <a:pt x="3144679" y="1625917"/>
                  </a:lnTo>
                  <a:lnTo>
                    <a:pt x="3144203" y="1623060"/>
                  </a:lnTo>
                  <a:lnTo>
                    <a:pt x="3152299" y="1605915"/>
                  </a:lnTo>
                  <a:lnTo>
                    <a:pt x="3154204" y="1603534"/>
                  </a:lnTo>
                  <a:lnTo>
                    <a:pt x="3156585" y="1599248"/>
                  </a:lnTo>
                  <a:lnTo>
                    <a:pt x="3158966" y="1598771"/>
                  </a:lnTo>
                  <a:lnTo>
                    <a:pt x="3159443" y="1596866"/>
                  </a:lnTo>
                  <a:lnTo>
                    <a:pt x="3159919" y="1593533"/>
                  </a:lnTo>
                  <a:lnTo>
                    <a:pt x="3160395" y="1592580"/>
                  </a:lnTo>
                  <a:lnTo>
                    <a:pt x="3161348" y="1591628"/>
                  </a:lnTo>
                  <a:lnTo>
                    <a:pt x="3161824" y="1592104"/>
                  </a:lnTo>
                  <a:lnTo>
                    <a:pt x="3161824" y="1594009"/>
                  </a:lnTo>
                  <a:lnTo>
                    <a:pt x="3162776" y="1593533"/>
                  </a:lnTo>
                  <a:lnTo>
                    <a:pt x="3163253" y="1591628"/>
                  </a:lnTo>
                  <a:lnTo>
                    <a:pt x="3163253" y="1588770"/>
                  </a:lnTo>
                  <a:lnTo>
                    <a:pt x="3161824" y="1585913"/>
                  </a:lnTo>
                  <a:lnTo>
                    <a:pt x="3160395" y="1584960"/>
                  </a:lnTo>
                  <a:lnTo>
                    <a:pt x="3158014" y="1585436"/>
                  </a:lnTo>
                  <a:lnTo>
                    <a:pt x="3159919" y="1584008"/>
                  </a:lnTo>
                  <a:lnTo>
                    <a:pt x="3161348" y="1580674"/>
                  </a:lnTo>
                  <a:lnTo>
                    <a:pt x="3161348" y="1578292"/>
                  </a:lnTo>
                  <a:lnTo>
                    <a:pt x="3158014" y="1576864"/>
                  </a:lnTo>
                  <a:lnTo>
                    <a:pt x="3157061" y="1568291"/>
                  </a:lnTo>
                  <a:lnTo>
                    <a:pt x="3154204" y="1563529"/>
                  </a:lnTo>
                  <a:lnTo>
                    <a:pt x="3153728" y="1555909"/>
                  </a:lnTo>
                  <a:lnTo>
                    <a:pt x="3149918" y="1551146"/>
                  </a:lnTo>
                  <a:lnTo>
                    <a:pt x="3148013" y="1548289"/>
                  </a:lnTo>
                  <a:lnTo>
                    <a:pt x="3148013" y="1545431"/>
                  </a:lnTo>
                  <a:lnTo>
                    <a:pt x="3147536" y="1544003"/>
                  </a:lnTo>
                  <a:lnTo>
                    <a:pt x="3147536" y="1542098"/>
                  </a:lnTo>
                  <a:lnTo>
                    <a:pt x="3150394" y="1539240"/>
                  </a:lnTo>
                  <a:lnTo>
                    <a:pt x="3151823" y="1536859"/>
                  </a:lnTo>
                  <a:lnTo>
                    <a:pt x="3154204" y="1534954"/>
                  </a:lnTo>
                  <a:lnTo>
                    <a:pt x="3157061" y="1533525"/>
                  </a:lnTo>
                  <a:lnTo>
                    <a:pt x="3162300" y="1532096"/>
                  </a:lnTo>
                  <a:lnTo>
                    <a:pt x="3165634" y="1528763"/>
                  </a:lnTo>
                  <a:lnTo>
                    <a:pt x="3164681" y="1530668"/>
                  </a:lnTo>
                  <a:lnTo>
                    <a:pt x="3162776" y="1533049"/>
                  </a:lnTo>
                  <a:lnTo>
                    <a:pt x="3156109" y="1534478"/>
                  </a:lnTo>
                  <a:lnTo>
                    <a:pt x="3153728" y="1535906"/>
                  </a:lnTo>
                  <a:lnTo>
                    <a:pt x="3151823" y="1538764"/>
                  </a:lnTo>
                  <a:lnTo>
                    <a:pt x="3149918" y="1543050"/>
                  </a:lnTo>
                  <a:lnTo>
                    <a:pt x="3149918" y="1545908"/>
                  </a:lnTo>
                  <a:lnTo>
                    <a:pt x="3149918" y="1547336"/>
                  </a:lnTo>
                  <a:lnTo>
                    <a:pt x="3155633" y="1553051"/>
                  </a:lnTo>
                  <a:lnTo>
                    <a:pt x="3159919" y="1555433"/>
                  </a:lnTo>
                  <a:lnTo>
                    <a:pt x="3163253" y="1558290"/>
                  </a:lnTo>
                  <a:lnTo>
                    <a:pt x="3166110" y="1558290"/>
                  </a:lnTo>
                  <a:lnTo>
                    <a:pt x="3168491" y="1559242"/>
                  </a:lnTo>
                  <a:lnTo>
                    <a:pt x="3171349" y="1561148"/>
                  </a:lnTo>
                  <a:lnTo>
                    <a:pt x="3170396" y="1564958"/>
                  </a:lnTo>
                  <a:lnTo>
                    <a:pt x="3169444" y="1568767"/>
                  </a:lnTo>
                  <a:lnTo>
                    <a:pt x="3170396" y="1569244"/>
                  </a:lnTo>
                  <a:lnTo>
                    <a:pt x="3174683" y="1566863"/>
                  </a:lnTo>
                  <a:lnTo>
                    <a:pt x="3179921" y="1558766"/>
                  </a:lnTo>
                  <a:lnTo>
                    <a:pt x="3181350" y="1557338"/>
                  </a:lnTo>
                  <a:lnTo>
                    <a:pt x="3181350" y="1555433"/>
                  </a:lnTo>
                  <a:lnTo>
                    <a:pt x="3182303" y="1554480"/>
                  </a:lnTo>
                  <a:lnTo>
                    <a:pt x="3184208" y="1553051"/>
                  </a:lnTo>
                  <a:lnTo>
                    <a:pt x="3185636" y="1553051"/>
                  </a:lnTo>
                  <a:lnTo>
                    <a:pt x="3187065" y="1551146"/>
                  </a:lnTo>
                  <a:lnTo>
                    <a:pt x="3187541" y="1548289"/>
                  </a:lnTo>
                  <a:lnTo>
                    <a:pt x="3188018" y="1546860"/>
                  </a:lnTo>
                  <a:lnTo>
                    <a:pt x="3187541" y="1544479"/>
                  </a:lnTo>
                  <a:lnTo>
                    <a:pt x="3189923" y="1544955"/>
                  </a:lnTo>
                  <a:lnTo>
                    <a:pt x="3192304" y="1542098"/>
                  </a:lnTo>
                  <a:lnTo>
                    <a:pt x="3195161" y="1537811"/>
                  </a:lnTo>
                  <a:lnTo>
                    <a:pt x="3197066" y="1529239"/>
                  </a:lnTo>
                  <a:lnTo>
                    <a:pt x="3198019" y="1527810"/>
                  </a:lnTo>
                  <a:lnTo>
                    <a:pt x="3198971" y="1527334"/>
                  </a:lnTo>
                  <a:lnTo>
                    <a:pt x="3198495" y="1534001"/>
                  </a:lnTo>
                  <a:lnTo>
                    <a:pt x="3198495" y="1535430"/>
                  </a:lnTo>
                  <a:lnTo>
                    <a:pt x="3199448" y="1530191"/>
                  </a:lnTo>
                  <a:lnTo>
                    <a:pt x="3199924" y="1524000"/>
                  </a:lnTo>
                  <a:lnTo>
                    <a:pt x="3200876" y="1520190"/>
                  </a:lnTo>
                  <a:lnTo>
                    <a:pt x="3201829" y="1516856"/>
                  </a:lnTo>
                  <a:lnTo>
                    <a:pt x="3202305" y="1513523"/>
                  </a:lnTo>
                  <a:lnTo>
                    <a:pt x="3201829" y="1510665"/>
                  </a:lnTo>
                  <a:lnTo>
                    <a:pt x="3200876" y="1508760"/>
                  </a:lnTo>
                  <a:lnTo>
                    <a:pt x="3198971" y="1509713"/>
                  </a:lnTo>
                  <a:lnTo>
                    <a:pt x="3192304" y="1508760"/>
                  </a:lnTo>
                  <a:lnTo>
                    <a:pt x="3191351" y="1505903"/>
                  </a:lnTo>
                  <a:lnTo>
                    <a:pt x="3192780" y="1502569"/>
                  </a:lnTo>
                  <a:lnTo>
                    <a:pt x="3194209" y="1501140"/>
                  </a:lnTo>
                  <a:lnTo>
                    <a:pt x="3195161" y="1500188"/>
                  </a:lnTo>
                  <a:lnTo>
                    <a:pt x="3196590" y="1499711"/>
                  </a:lnTo>
                  <a:lnTo>
                    <a:pt x="3198019" y="1498283"/>
                  </a:lnTo>
                  <a:lnTo>
                    <a:pt x="3199448" y="1496854"/>
                  </a:lnTo>
                  <a:lnTo>
                    <a:pt x="3202781" y="1490663"/>
                  </a:lnTo>
                  <a:lnTo>
                    <a:pt x="3203258" y="1487329"/>
                  </a:lnTo>
                  <a:lnTo>
                    <a:pt x="3202781" y="1481614"/>
                  </a:lnTo>
                  <a:lnTo>
                    <a:pt x="3200876" y="1476851"/>
                  </a:lnTo>
                  <a:lnTo>
                    <a:pt x="3202305" y="1478280"/>
                  </a:lnTo>
                  <a:lnTo>
                    <a:pt x="3203734" y="1480185"/>
                  </a:lnTo>
                  <a:lnTo>
                    <a:pt x="3204210" y="1484948"/>
                  </a:lnTo>
                  <a:lnTo>
                    <a:pt x="3203258" y="1490663"/>
                  </a:lnTo>
                  <a:lnTo>
                    <a:pt x="3201829" y="1493520"/>
                  </a:lnTo>
                  <a:lnTo>
                    <a:pt x="3200400" y="1496854"/>
                  </a:lnTo>
                  <a:lnTo>
                    <a:pt x="3201829" y="1495901"/>
                  </a:lnTo>
                  <a:lnTo>
                    <a:pt x="3203258" y="1494473"/>
                  </a:lnTo>
                  <a:lnTo>
                    <a:pt x="3205163" y="1493996"/>
                  </a:lnTo>
                  <a:lnTo>
                    <a:pt x="3207544" y="1492091"/>
                  </a:lnTo>
                  <a:lnTo>
                    <a:pt x="3211354" y="1488758"/>
                  </a:lnTo>
                  <a:lnTo>
                    <a:pt x="3214211" y="1486376"/>
                  </a:lnTo>
                  <a:lnTo>
                    <a:pt x="3228023" y="1480185"/>
                  </a:lnTo>
                  <a:lnTo>
                    <a:pt x="3233261" y="1478756"/>
                  </a:lnTo>
                  <a:lnTo>
                    <a:pt x="3236595" y="1475899"/>
                  </a:lnTo>
                  <a:lnTo>
                    <a:pt x="3239453" y="1476851"/>
                  </a:lnTo>
                  <a:lnTo>
                    <a:pt x="3251835" y="1476375"/>
                  </a:lnTo>
                  <a:lnTo>
                    <a:pt x="3255645" y="1474946"/>
                  </a:lnTo>
                  <a:lnTo>
                    <a:pt x="3259455" y="1475899"/>
                  </a:lnTo>
                  <a:lnTo>
                    <a:pt x="3266123" y="1474470"/>
                  </a:lnTo>
                  <a:lnTo>
                    <a:pt x="3270885" y="1473994"/>
                  </a:lnTo>
                  <a:lnTo>
                    <a:pt x="3276124" y="1474470"/>
                  </a:lnTo>
                  <a:lnTo>
                    <a:pt x="3284696" y="1472565"/>
                  </a:lnTo>
                  <a:lnTo>
                    <a:pt x="3287554" y="1469708"/>
                  </a:lnTo>
                  <a:lnTo>
                    <a:pt x="3288030" y="1462564"/>
                  </a:lnTo>
                  <a:lnTo>
                    <a:pt x="3289935" y="1459706"/>
                  </a:lnTo>
                  <a:lnTo>
                    <a:pt x="3288983" y="1455896"/>
                  </a:lnTo>
                  <a:lnTo>
                    <a:pt x="3289935" y="1456373"/>
                  </a:lnTo>
                  <a:lnTo>
                    <a:pt x="3290888" y="1457325"/>
                  </a:lnTo>
                  <a:lnTo>
                    <a:pt x="3291364" y="1459230"/>
                  </a:lnTo>
                  <a:lnTo>
                    <a:pt x="3292793" y="1460659"/>
                  </a:lnTo>
                  <a:lnTo>
                    <a:pt x="3296126" y="1458278"/>
                  </a:lnTo>
                  <a:lnTo>
                    <a:pt x="3297079" y="1458278"/>
                  </a:lnTo>
                  <a:lnTo>
                    <a:pt x="3295174" y="1462564"/>
                  </a:lnTo>
                  <a:lnTo>
                    <a:pt x="3295650" y="1467803"/>
                  </a:lnTo>
                  <a:lnTo>
                    <a:pt x="3296126" y="1468755"/>
                  </a:lnTo>
                  <a:lnTo>
                    <a:pt x="3298984" y="1466850"/>
                  </a:lnTo>
                  <a:lnTo>
                    <a:pt x="3302794" y="1466374"/>
                  </a:lnTo>
                  <a:lnTo>
                    <a:pt x="3312319" y="1459706"/>
                  </a:lnTo>
                  <a:lnTo>
                    <a:pt x="3313271" y="1459706"/>
                  </a:lnTo>
                  <a:lnTo>
                    <a:pt x="3313748" y="1463993"/>
                  </a:lnTo>
                  <a:lnTo>
                    <a:pt x="3313271" y="1465898"/>
                  </a:lnTo>
                  <a:lnTo>
                    <a:pt x="3313748" y="1466850"/>
                  </a:lnTo>
                  <a:lnTo>
                    <a:pt x="3319939" y="1464945"/>
                  </a:lnTo>
                  <a:lnTo>
                    <a:pt x="3322320" y="1463040"/>
                  </a:lnTo>
                  <a:lnTo>
                    <a:pt x="3334226" y="1461135"/>
                  </a:lnTo>
                  <a:lnTo>
                    <a:pt x="3336608" y="1460659"/>
                  </a:lnTo>
                  <a:lnTo>
                    <a:pt x="3338036" y="1461135"/>
                  </a:lnTo>
                  <a:lnTo>
                    <a:pt x="3338513" y="1459706"/>
                  </a:lnTo>
                  <a:lnTo>
                    <a:pt x="3338036" y="1455896"/>
                  </a:lnTo>
                  <a:lnTo>
                    <a:pt x="3336608" y="1449705"/>
                  </a:lnTo>
                  <a:lnTo>
                    <a:pt x="3332321" y="1444943"/>
                  </a:lnTo>
                  <a:lnTo>
                    <a:pt x="3330416" y="1443990"/>
                  </a:lnTo>
                  <a:lnTo>
                    <a:pt x="3328988" y="1443990"/>
                  </a:lnTo>
                  <a:lnTo>
                    <a:pt x="3327559" y="1444466"/>
                  </a:lnTo>
                  <a:lnTo>
                    <a:pt x="3327559" y="1445419"/>
                  </a:lnTo>
                  <a:lnTo>
                    <a:pt x="3328988" y="1446848"/>
                  </a:lnTo>
                  <a:lnTo>
                    <a:pt x="3329940" y="1445895"/>
                  </a:lnTo>
                  <a:lnTo>
                    <a:pt x="3331845" y="1447324"/>
                  </a:lnTo>
                  <a:lnTo>
                    <a:pt x="3332321" y="1449229"/>
                  </a:lnTo>
                  <a:lnTo>
                    <a:pt x="3335179" y="1453515"/>
                  </a:lnTo>
                  <a:lnTo>
                    <a:pt x="3335179" y="1455420"/>
                  </a:lnTo>
                  <a:lnTo>
                    <a:pt x="3330416" y="1457801"/>
                  </a:lnTo>
                  <a:lnTo>
                    <a:pt x="3325178" y="1459230"/>
                  </a:lnTo>
                  <a:lnTo>
                    <a:pt x="3320891" y="1458278"/>
                  </a:lnTo>
                  <a:lnTo>
                    <a:pt x="3318034" y="1456373"/>
                  </a:lnTo>
                  <a:lnTo>
                    <a:pt x="3317081" y="1451134"/>
                  </a:lnTo>
                  <a:lnTo>
                    <a:pt x="3313271" y="1449229"/>
                  </a:lnTo>
                  <a:lnTo>
                    <a:pt x="3313748" y="1447800"/>
                  </a:lnTo>
                  <a:lnTo>
                    <a:pt x="3314700" y="1446848"/>
                  </a:lnTo>
                  <a:lnTo>
                    <a:pt x="3310414" y="1439228"/>
                  </a:lnTo>
                  <a:lnTo>
                    <a:pt x="3307556" y="1437799"/>
                  </a:lnTo>
                  <a:lnTo>
                    <a:pt x="3301365" y="1436370"/>
                  </a:lnTo>
                  <a:lnTo>
                    <a:pt x="3299460" y="1434941"/>
                  </a:lnTo>
                  <a:lnTo>
                    <a:pt x="3303270" y="1430655"/>
                  </a:lnTo>
                  <a:lnTo>
                    <a:pt x="3305175" y="1427798"/>
                  </a:lnTo>
                  <a:lnTo>
                    <a:pt x="3306604" y="1425416"/>
                  </a:lnTo>
                  <a:lnTo>
                    <a:pt x="3309461" y="1424464"/>
                  </a:lnTo>
                  <a:lnTo>
                    <a:pt x="3312319" y="1422559"/>
                  </a:lnTo>
                  <a:lnTo>
                    <a:pt x="3313748" y="1422083"/>
                  </a:lnTo>
                  <a:lnTo>
                    <a:pt x="3314224" y="1421130"/>
                  </a:lnTo>
                  <a:lnTo>
                    <a:pt x="3313748" y="1420178"/>
                  </a:lnTo>
                  <a:lnTo>
                    <a:pt x="3312795" y="1420178"/>
                  </a:lnTo>
                  <a:lnTo>
                    <a:pt x="3311366" y="1420654"/>
                  </a:lnTo>
                  <a:lnTo>
                    <a:pt x="3309938" y="1420654"/>
                  </a:lnTo>
                  <a:lnTo>
                    <a:pt x="3308509" y="1418749"/>
                  </a:lnTo>
                  <a:lnTo>
                    <a:pt x="3308033" y="1416368"/>
                  </a:lnTo>
                  <a:lnTo>
                    <a:pt x="3307080" y="1414463"/>
                  </a:lnTo>
                  <a:lnTo>
                    <a:pt x="3308985" y="1409700"/>
                  </a:lnTo>
                  <a:lnTo>
                    <a:pt x="3310414" y="1404461"/>
                  </a:lnTo>
                  <a:lnTo>
                    <a:pt x="3311843" y="1403033"/>
                  </a:lnTo>
                  <a:lnTo>
                    <a:pt x="3313271" y="1402080"/>
                  </a:lnTo>
                  <a:lnTo>
                    <a:pt x="3317558" y="1393508"/>
                  </a:lnTo>
                  <a:lnTo>
                    <a:pt x="3323273" y="1388269"/>
                  </a:lnTo>
                  <a:lnTo>
                    <a:pt x="3328511" y="1382078"/>
                  </a:lnTo>
                  <a:lnTo>
                    <a:pt x="3327083" y="1380649"/>
                  </a:lnTo>
                  <a:lnTo>
                    <a:pt x="3326130" y="1380173"/>
                  </a:lnTo>
                  <a:lnTo>
                    <a:pt x="3328988" y="1376363"/>
                  </a:lnTo>
                  <a:lnTo>
                    <a:pt x="3332798" y="1373505"/>
                  </a:lnTo>
                  <a:lnTo>
                    <a:pt x="3336131" y="1372553"/>
                  </a:lnTo>
                  <a:lnTo>
                    <a:pt x="3335655" y="1373981"/>
                  </a:lnTo>
                  <a:lnTo>
                    <a:pt x="3335655" y="1375410"/>
                  </a:lnTo>
                  <a:lnTo>
                    <a:pt x="3337084" y="1374934"/>
                  </a:lnTo>
                  <a:lnTo>
                    <a:pt x="3338989" y="1373981"/>
                  </a:lnTo>
                  <a:lnTo>
                    <a:pt x="3339941" y="1375410"/>
                  </a:lnTo>
                  <a:lnTo>
                    <a:pt x="3340894" y="1376363"/>
                  </a:lnTo>
                  <a:lnTo>
                    <a:pt x="3341370" y="1374934"/>
                  </a:lnTo>
                  <a:lnTo>
                    <a:pt x="3340894" y="1372553"/>
                  </a:lnTo>
                  <a:lnTo>
                    <a:pt x="3341370" y="1370648"/>
                  </a:lnTo>
                  <a:lnTo>
                    <a:pt x="3342323" y="1371124"/>
                  </a:lnTo>
                  <a:lnTo>
                    <a:pt x="3342799" y="1372553"/>
                  </a:lnTo>
                  <a:lnTo>
                    <a:pt x="3343751" y="1373029"/>
                  </a:lnTo>
                  <a:lnTo>
                    <a:pt x="3344704" y="1368743"/>
                  </a:lnTo>
                  <a:lnTo>
                    <a:pt x="3346133" y="1367314"/>
                  </a:lnTo>
                  <a:lnTo>
                    <a:pt x="3346609" y="1369219"/>
                  </a:lnTo>
                  <a:lnTo>
                    <a:pt x="3347085" y="1372076"/>
                  </a:lnTo>
                  <a:lnTo>
                    <a:pt x="3348038" y="1371600"/>
                  </a:lnTo>
                  <a:lnTo>
                    <a:pt x="3348990" y="1367790"/>
                  </a:lnTo>
                  <a:lnTo>
                    <a:pt x="3349466" y="1368743"/>
                  </a:lnTo>
                  <a:lnTo>
                    <a:pt x="3349943" y="1371600"/>
                  </a:lnTo>
                  <a:lnTo>
                    <a:pt x="3351371" y="1371124"/>
                  </a:lnTo>
                  <a:lnTo>
                    <a:pt x="3352800" y="1369219"/>
                  </a:lnTo>
                  <a:lnTo>
                    <a:pt x="3355658" y="1367314"/>
                  </a:lnTo>
                  <a:lnTo>
                    <a:pt x="3359468" y="1367790"/>
                  </a:lnTo>
                  <a:lnTo>
                    <a:pt x="3362325" y="1365885"/>
                  </a:lnTo>
                  <a:lnTo>
                    <a:pt x="3364706" y="1363504"/>
                  </a:lnTo>
                  <a:lnTo>
                    <a:pt x="3364706" y="1360646"/>
                  </a:lnTo>
                  <a:lnTo>
                    <a:pt x="3368516" y="1353503"/>
                  </a:lnTo>
                  <a:lnTo>
                    <a:pt x="3368516" y="1350169"/>
                  </a:lnTo>
                  <a:lnTo>
                    <a:pt x="3372326" y="1348264"/>
                  </a:lnTo>
                  <a:lnTo>
                    <a:pt x="3373755" y="1345406"/>
                  </a:lnTo>
                  <a:lnTo>
                    <a:pt x="3375184" y="1344454"/>
                  </a:lnTo>
                  <a:lnTo>
                    <a:pt x="3375184" y="1346835"/>
                  </a:lnTo>
                  <a:lnTo>
                    <a:pt x="3374231" y="1349216"/>
                  </a:lnTo>
                  <a:lnTo>
                    <a:pt x="3374708" y="1349693"/>
                  </a:lnTo>
                  <a:lnTo>
                    <a:pt x="3376136" y="1349216"/>
                  </a:lnTo>
                  <a:lnTo>
                    <a:pt x="3377089" y="1349693"/>
                  </a:lnTo>
                  <a:lnTo>
                    <a:pt x="3374231" y="1352074"/>
                  </a:lnTo>
                  <a:lnTo>
                    <a:pt x="3373755" y="1353979"/>
                  </a:lnTo>
                  <a:lnTo>
                    <a:pt x="3376613" y="1353979"/>
                  </a:lnTo>
                  <a:lnTo>
                    <a:pt x="3380423" y="1355408"/>
                  </a:lnTo>
                  <a:lnTo>
                    <a:pt x="3381851" y="1356836"/>
                  </a:lnTo>
                  <a:lnTo>
                    <a:pt x="3383280" y="1357313"/>
                  </a:lnTo>
                  <a:lnTo>
                    <a:pt x="3383756" y="1355408"/>
                  </a:lnTo>
                  <a:lnTo>
                    <a:pt x="3383280" y="1352074"/>
                  </a:lnTo>
                  <a:lnTo>
                    <a:pt x="3384709" y="1349216"/>
                  </a:lnTo>
                  <a:lnTo>
                    <a:pt x="3385661" y="1346835"/>
                  </a:lnTo>
                  <a:lnTo>
                    <a:pt x="3386614" y="1348264"/>
                  </a:lnTo>
                  <a:lnTo>
                    <a:pt x="3388043" y="1349216"/>
                  </a:lnTo>
                  <a:lnTo>
                    <a:pt x="3389948" y="1347788"/>
                  </a:lnTo>
                  <a:lnTo>
                    <a:pt x="3391376" y="1346359"/>
                  </a:lnTo>
                  <a:lnTo>
                    <a:pt x="3392329" y="1345883"/>
                  </a:lnTo>
                  <a:lnTo>
                    <a:pt x="3393758" y="1345883"/>
                  </a:lnTo>
                  <a:lnTo>
                    <a:pt x="3395186" y="1346359"/>
                  </a:lnTo>
                  <a:lnTo>
                    <a:pt x="3396139" y="1346835"/>
                  </a:lnTo>
                  <a:lnTo>
                    <a:pt x="3397091" y="1349216"/>
                  </a:lnTo>
                  <a:lnTo>
                    <a:pt x="3398520" y="1351598"/>
                  </a:lnTo>
                  <a:lnTo>
                    <a:pt x="3399949" y="1351121"/>
                  </a:lnTo>
                  <a:lnTo>
                    <a:pt x="3400901" y="1350169"/>
                  </a:lnTo>
                  <a:lnTo>
                    <a:pt x="3401854" y="1348264"/>
                  </a:lnTo>
                  <a:lnTo>
                    <a:pt x="3403759" y="1348740"/>
                  </a:lnTo>
                  <a:lnTo>
                    <a:pt x="3406140" y="1343501"/>
                  </a:lnTo>
                  <a:lnTo>
                    <a:pt x="3407569" y="1343025"/>
                  </a:lnTo>
                  <a:lnTo>
                    <a:pt x="3409950" y="1343978"/>
                  </a:lnTo>
                  <a:lnTo>
                    <a:pt x="3412331" y="1343978"/>
                  </a:lnTo>
                  <a:lnTo>
                    <a:pt x="3414236" y="1343501"/>
                  </a:lnTo>
                  <a:lnTo>
                    <a:pt x="3415665" y="1340644"/>
                  </a:lnTo>
                  <a:lnTo>
                    <a:pt x="3418999" y="1340168"/>
                  </a:lnTo>
                  <a:lnTo>
                    <a:pt x="3422333" y="1338263"/>
                  </a:lnTo>
                  <a:lnTo>
                    <a:pt x="3428048" y="1339215"/>
                  </a:lnTo>
                  <a:lnTo>
                    <a:pt x="3435191" y="1333024"/>
                  </a:lnTo>
                  <a:lnTo>
                    <a:pt x="3435191" y="1332071"/>
                  </a:lnTo>
                  <a:lnTo>
                    <a:pt x="3439001" y="1329690"/>
                  </a:lnTo>
                  <a:close/>
                  <a:moveTo>
                    <a:pt x="2685098" y="1903095"/>
                  </a:moveTo>
                  <a:lnTo>
                    <a:pt x="2681764" y="1905000"/>
                  </a:lnTo>
                  <a:lnTo>
                    <a:pt x="2681288" y="1905476"/>
                  </a:lnTo>
                  <a:lnTo>
                    <a:pt x="2680811" y="1906429"/>
                  </a:lnTo>
                  <a:lnTo>
                    <a:pt x="2679859" y="1906905"/>
                  </a:lnTo>
                  <a:lnTo>
                    <a:pt x="2682240" y="1906905"/>
                  </a:lnTo>
                  <a:lnTo>
                    <a:pt x="2683669" y="1907858"/>
                  </a:lnTo>
                  <a:lnTo>
                    <a:pt x="2683669" y="1905953"/>
                  </a:lnTo>
                  <a:lnTo>
                    <a:pt x="2684145" y="1904524"/>
                  </a:lnTo>
                  <a:lnTo>
                    <a:pt x="2685098" y="1903095"/>
                  </a:lnTo>
                  <a:close/>
                </a:path>
              </a:pathLst>
            </a:custGeom>
            <a:solidFill>
              <a:schemeClr val="accent1"/>
            </a:solidFill>
            <a:ln w="317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735D2373-E440-44A3-A738-B3F2DA518411}"/>
                </a:ext>
              </a:extLst>
            </p:cNvPr>
            <p:cNvSpPr/>
            <p:nvPr/>
          </p:nvSpPr>
          <p:spPr>
            <a:xfrm>
              <a:off x="5556885" y="2261710"/>
              <a:ext cx="15239" cy="16192"/>
            </a:xfrm>
            <a:custGeom>
              <a:avLst/>
              <a:gdLst>
                <a:gd name="connsiteX0" fmla="*/ 13811 w 15239"/>
                <a:gd name="connsiteY0" fmla="*/ 476 h 16192"/>
                <a:gd name="connsiteX1" fmla="*/ 13335 w 15239"/>
                <a:gd name="connsiteY1" fmla="*/ 0 h 16192"/>
                <a:gd name="connsiteX2" fmla="*/ 12382 w 15239"/>
                <a:gd name="connsiteY2" fmla="*/ 0 h 16192"/>
                <a:gd name="connsiteX3" fmla="*/ 9525 w 15239"/>
                <a:gd name="connsiteY3" fmla="*/ 1429 h 16192"/>
                <a:gd name="connsiteX4" fmla="*/ 5715 w 15239"/>
                <a:gd name="connsiteY4" fmla="*/ 6667 h 16192"/>
                <a:gd name="connsiteX5" fmla="*/ 2857 w 15239"/>
                <a:gd name="connsiteY5" fmla="*/ 8573 h 16192"/>
                <a:gd name="connsiteX6" fmla="*/ 1428 w 15239"/>
                <a:gd name="connsiteY6" fmla="*/ 13335 h 16192"/>
                <a:gd name="connsiteX7" fmla="*/ 0 w 15239"/>
                <a:gd name="connsiteY7" fmla="*/ 15716 h 16192"/>
                <a:gd name="connsiteX8" fmla="*/ 476 w 15239"/>
                <a:gd name="connsiteY8" fmla="*/ 15716 h 16192"/>
                <a:gd name="connsiteX9" fmla="*/ 2857 w 15239"/>
                <a:gd name="connsiteY9" fmla="*/ 15240 h 16192"/>
                <a:gd name="connsiteX10" fmla="*/ 5715 w 15239"/>
                <a:gd name="connsiteY10" fmla="*/ 16192 h 16192"/>
                <a:gd name="connsiteX11" fmla="*/ 12382 w 15239"/>
                <a:gd name="connsiteY11" fmla="*/ 10478 h 16192"/>
                <a:gd name="connsiteX12" fmla="*/ 13335 w 15239"/>
                <a:gd name="connsiteY12" fmla="*/ 8573 h 16192"/>
                <a:gd name="connsiteX13" fmla="*/ 15240 w 15239"/>
                <a:gd name="connsiteY13" fmla="*/ 6667 h 1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39" h="16192">
                  <a:moveTo>
                    <a:pt x="13811" y="476"/>
                  </a:moveTo>
                  <a:lnTo>
                    <a:pt x="13335" y="0"/>
                  </a:lnTo>
                  <a:lnTo>
                    <a:pt x="12382" y="0"/>
                  </a:lnTo>
                  <a:lnTo>
                    <a:pt x="9525" y="1429"/>
                  </a:lnTo>
                  <a:lnTo>
                    <a:pt x="5715" y="6667"/>
                  </a:lnTo>
                  <a:lnTo>
                    <a:pt x="2857" y="8573"/>
                  </a:lnTo>
                  <a:lnTo>
                    <a:pt x="1428" y="13335"/>
                  </a:lnTo>
                  <a:lnTo>
                    <a:pt x="0" y="15716"/>
                  </a:lnTo>
                  <a:lnTo>
                    <a:pt x="476" y="15716"/>
                  </a:lnTo>
                  <a:lnTo>
                    <a:pt x="2857" y="15240"/>
                  </a:lnTo>
                  <a:lnTo>
                    <a:pt x="5715" y="16192"/>
                  </a:lnTo>
                  <a:lnTo>
                    <a:pt x="12382" y="10478"/>
                  </a:lnTo>
                  <a:lnTo>
                    <a:pt x="13335" y="8573"/>
                  </a:lnTo>
                  <a:lnTo>
                    <a:pt x="15240" y="6667"/>
                  </a:lnTo>
                  <a:close/>
                </a:path>
              </a:pathLst>
            </a:custGeom>
            <a:grpFill/>
            <a:ln w="317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4294612D-CC32-440F-8349-E7031C9F759F}"/>
                </a:ext>
              </a:extLst>
            </p:cNvPr>
            <p:cNvSpPr/>
            <p:nvPr/>
          </p:nvSpPr>
          <p:spPr>
            <a:xfrm>
              <a:off x="5442585" y="2057399"/>
              <a:ext cx="336232" cy="402907"/>
            </a:xfrm>
            <a:custGeom>
              <a:avLst/>
              <a:gdLst>
                <a:gd name="connsiteX0" fmla="*/ 60960 w 336232"/>
                <a:gd name="connsiteY0" fmla="*/ 83820 h 402907"/>
                <a:gd name="connsiteX1" fmla="*/ 62389 w 336232"/>
                <a:gd name="connsiteY1" fmla="*/ 83820 h 402907"/>
                <a:gd name="connsiteX2" fmla="*/ 63341 w 336232"/>
                <a:gd name="connsiteY2" fmla="*/ 83344 h 402907"/>
                <a:gd name="connsiteX3" fmla="*/ 63817 w 336232"/>
                <a:gd name="connsiteY3" fmla="*/ 82391 h 402907"/>
                <a:gd name="connsiteX4" fmla="*/ 63817 w 336232"/>
                <a:gd name="connsiteY4" fmla="*/ 81439 h 402907"/>
                <a:gd name="connsiteX5" fmla="*/ 63341 w 336232"/>
                <a:gd name="connsiteY5" fmla="*/ 80486 h 402907"/>
                <a:gd name="connsiteX6" fmla="*/ 61913 w 336232"/>
                <a:gd name="connsiteY6" fmla="*/ 79534 h 402907"/>
                <a:gd name="connsiteX7" fmla="*/ 58102 w 336232"/>
                <a:gd name="connsiteY7" fmla="*/ 80963 h 402907"/>
                <a:gd name="connsiteX8" fmla="*/ 60007 w 336232"/>
                <a:gd name="connsiteY8" fmla="*/ 83344 h 402907"/>
                <a:gd name="connsiteX9" fmla="*/ 60960 w 336232"/>
                <a:gd name="connsiteY9" fmla="*/ 83820 h 402907"/>
                <a:gd name="connsiteX10" fmla="*/ 62389 w 336232"/>
                <a:gd name="connsiteY10" fmla="*/ 48578 h 402907"/>
                <a:gd name="connsiteX11" fmla="*/ 60484 w 336232"/>
                <a:gd name="connsiteY11" fmla="*/ 49054 h 402907"/>
                <a:gd name="connsiteX12" fmla="*/ 60007 w 336232"/>
                <a:gd name="connsiteY12" fmla="*/ 51911 h 402907"/>
                <a:gd name="connsiteX13" fmla="*/ 51911 w 336232"/>
                <a:gd name="connsiteY13" fmla="*/ 53816 h 402907"/>
                <a:gd name="connsiteX14" fmla="*/ 51911 w 336232"/>
                <a:gd name="connsiteY14" fmla="*/ 54292 h 402907"/>
                <a:gd name="connsiteX15" fmla="*/ 52864 w 336232"/>
                <a:gd name="connsiteY15" fmla="*/ 55721 h 402907"/>
                <a:gd name="connsiteX16" fmla="*/ 52864 w 336232"/>
                <a:gd name="connsiteY16" fmla="*/ 56197 h 402907"/>
                <a:gd name="connsiteX17" fmla="*/ 51911 w 336232"/>
                <a:gd name="connsiteY17" fmla="*/ 57150 h 402907"/>
                <a:gd name="connsiteX18" fmla="*/ 50482 w 336232"/>
                <a:gd name="connsiteY18" fmla="*/ 57626 h 402907"/>
                <a:gd name="connsiteX19" fmla="*/ 48577 w 336232"/>
                <a:gd name="connsiteY19" fmla="*/ 57150 h 402907"/>
                <a:gd name="connsiteX20" fmla="*/ 47148 w 336232"/>
                <a:gd name="connsiteY20" fmla="*/ 59055 h 402907"/>
                <a:gd name="connsiteX21" fmla="*/ 46672 w 336232"/>
                <a:gd name="connsiteY21" fmla="*/ 60008 h 402907"/>
                <a:gd name="connsiteX22" fmla="*/ 47148 w 336232"/>
                <a:gd name="connsiteY22" fmla="*/ 61436 h 402907"/>
                <a:gd name="connsiteX23" fmla="*/ 49530 w 336232"/>
                <a:gd name="connsiteY23" fmla="*/ 63817 h 402907"/>
                <a:gd name="connsiteX24" fmla="*/ 57626 w 336232"/>
                <a:gd name="connsiteY24" fmla="*/ 65722 h 402907"/>
                <a:gd name="connsiteX25" fmla="*/ 60484 w 336232"/>
                <a:gd name="connsiteY25" fmla="*/ 70009 h 402907"/>
                <a:gd name="connsiteX26" fmla="*/ 61913 w 336232"/>
                <a:gd name="connsiteY26" fmla="*/ 71914 h 402907"/>
                <a:gd name="connsiteX27" fmla="*/ 63817 w 336232"/>
                <a:gd name="connsiteY27" fmla="*/ 72866 h 402907"/>
                <a:gd name="connsiteX28" fmla="*/ 67151 w 336232"/>
                <a:gd name="connsiteY28" fmla="*/ 72866 h 402907"/>
                <a:gd name="connsiteX29" fmla="*/ 71438 w 336232"/>
                <a:gd name="connsiteY29" fmla="*/ 71914 h 402907"/>
                <a:gd name="connsiteX30" fmla="*/ 71914 w 336232"/>
                <a:gd name="connsiteY30" fmla="*/ 79058 h 402907"/>
                <a:gd name="connsiteX31" fmla="*/ 72866 w 336232"/>
                <a:gd name="connsiteY31" fmla="*/ 79534 h 402907"/>
                <a:gd name="connsiteX32" fmla="*/ 74295 w 336232"/>
                <a:gd name="connsiteY32" fmla="*/ 79534 h 402907"/>
                <a:gd name="connsiteX33" fmla="*/ 75723 w 336232"/>
                <a:gd name="connsiteY33" fmla="*/ 78581 h 402907"/>
                <a:gd name="connsiteX34" fmla="*/ 79534 w 336232"/>
                <a:gd name="connsiteY34" fmla="*/ 74295 h 402907"/>
                <a:gd name="connsiteX35" fmla="*/ 82867 w 336232"/>
                <a:gd name="connsiteY35" fmla="*/ 71914 h 402907"/>
                <a:gd name="connsiteX36" fmla="*/ 83820 w 336232"/>
                <a:gd name="connsiteY36" fmla="*/ 70485 h 402907"/>
                <a:gd name="connsiteX37" fmla="*/ 83820 w 336232"/>
                <a:gd name="connsiteY37" fmla="*/ 69056 h 402907"/>
                <a:gd name="connsiteX38" fmla="*/ 82867 w 336232"/>
                <a:gd name="connsiteY38" fmla="*/ 68104 h 402907"/>
                <a:gd name="connsiteX39" fmla="*/ 77152 w 336232"/>
                <a:gd name="connsiteY39" fmla="*/ 68580 h 402907"/>
                <a:gd name="connsiteX40" fmla="*/ 70961 w 336232"/>
                <a:gd name="connsiteY40" fmla="*/ 67628 h 402907"/>
                <a:gd name="connsiteX41" fmla="*/ 70009 w 336232"/>
                <a:gd name="connsiteY41" fmla="*/ 66675 h 402907"/>
                <a:gd name="connsiteX42" fmla="*/ 68580 w 336232"/>
                <a:gd name="connsiteY42" fmla="*/ 66199 h 402907"/>
                <a:gd name="connsiteX43" fmla="*/ 68580 w 336232"/>
                <a:gd name="connsiteY43" fmla="*/ 64294 h 402907"/>
                <a:gd name="connsiteX44" fmla="*/ 67627 w 336232"/>
                <a:gd name="connsiteY44" fmla="*/ 61436 h 402907"/>
                <a:gd name="connsiteX45" fmla="*/ 68103 w 336232"/>
                <a:gd name="connsiteY45" fmla="*/ 59055 h 402907"/>
                <a:gd name="connsiteX46" fmla="*/ 68103 w 336232"/>
                <a:gd name="connsiteY46" fmla="*/ 56674 h 402907"/>
                <a:gd name="connsiteX47" fmla="*/ 67151 w 336232"/>
                <a:gd name="connsiteY47" fmla="*/ 52864 h 402907"/>
                <a:gd name="connsiteX48" fmla="*/ 64294 w 336232"/>
                <a:gd name="connsiteY48" fmla="*/ 49530 h 402907"/>
                <a:gd name="connsiteX49" fmla="*/ 62389 w 336232"/>
                <a:gd name="connsiteY49" fmla="*/ 48578 h 402907"/>
                <a:gd name="connsiteX50" fmla="*/ 62389 w 336232"/>
                <a:gd name="connsiteY50" fmla="*/ 148114 h 402907"/>
                <a:gd name="connsiteX51" fmla="*/ 64294 w 336232"/>
                <a:gd name="connsiteY51" fmla="*/ 148114 h 402907"/>
                <a:gd name="connsiteX52" fmla="*/ 70009 w 336232"/>
                <a:gd name="connsiteY52" fmla="*/ 145733 h 402907"/>
                <a:gd name="connsiteX53" fmla="*/ 70961 w 336232"/>
                <a:gd name="connsiteY53" fmla="*/ 143828 h 402907"/>
                <a:gd name="connsiteX54" fmla="*/ 70961 w 336232"/>
                <a:gd name="connsiteY54" fmla="*/ 142399 h 402907"/>
                <a:gd name="connsiteX55" fmla="*/ 69532 w 336232"/>
                <a:gd name="connsiteY55" fmla="*/ 138589 h 402907"/>
                <a:gd name="connsiteX56" fmla="*/ 68103 w 336232"/>
                <a:gd name="connsiteY56" fmla="*/ 132397 h 402907"/>
                <a:gd name="connsiteX57" fmla="*/ 65246 w 336232"/>
                <a:gd name="connsiteY57" fmla="*/ 133826 h 402907"/>
                <a:gd name="connsiteX58" fmla="*/ 61913 w 336232"/>
                <a:gd name="connsiteY58" fmla="*/ 136208 h 402907"/>
                <a:gd name="connsiteX59" fmla="*/ 60960 w 336232"/>
                <a:gd name="connsiteY59" fmla="*/ 135255 h 402907"/>
                <a:gd name="connsiteX60" fmla="*/ 60007 w 336232"/>
                <a:gd name="connsiteY60" fmla="*/ 135255 h 402907"/>
                <a:gd name="connsiteX61" fmla="*/ 58578 w 336232"/>
                <a:gd name="connsiteY61" fmla="*/ 136208 h 402907"/>
                <a:gd name="connsiteX62" fmla="*/ 57626 w 336232"/>
                <a:gd name="connsiteY62" fmla="*/ 137160 h 402907"/>
                <a:gd name="connsiteX63" fmla="*/ 57150 w 336232"/>
                <a:gd name="connsiteY63" fmla="*/ 138113 h 402907"/>
                <a:gd name="connsiteX64" fmla="*/ 57150 w 336232"/>
                <a:gd name="connsiteY64" fmla="*/ 140017 h 402907"/>
                <a:gd name="connsiteX65" fmla="*/ 56197 w 336232"/>
                <a:gd name="connsiteY65" fmla="*/ 142875 h 402907"/>
                <a:gd name="connsiteX66" fmla="*/ 56197 w 336232"/>
                <a:gd name="connsiteY66" fmla="*/ 143351 h 402907"/>
                <a:gd name="connsiteX67" fmla="*/ 57626 w 336232"/>
                <a:gd name="connsiteY67" fmla="*/ 142875 h 402907"/>
                <a:gd name="connsiteX68" fmla="*/ 61436 w 336232"/>
                <a:gd name="connsiteY68" fmla="*/ 139541 h 402907"/>
                <a:gd name="connsiteX69" fmla="*/ 62389 w 336232"/>
                <a:gd name="connsiteY69" fmla="*/ 139065 h 402907"/>
                <a:gd name="connsiteX70" fmla="*/ 62865 w 336232"/>
                <a:gd name="connsiteY70" fmla="*/ 139541 h 402907"/>
                <a:gd name="connsiteX71" fmla="*/ 62389 w 336232"/>
                <a:gd name="connsiteY71" fmla="*/ 141446 h 402907"/>
                <a:gd name="connsiteX72" fmla="*/ 63341 w 336232"/>
                <a:gd name="connsiteY72" fmla="*/ 144304 h 402907"/>
                <a:gd name="connsiteX73" fmla="*/ 61913 w 336232"/>
                <a:gd name="connsiteY73" fmla="*/ 146685 h 402907"/>
                <a:gd name="connsiteX74" fmla="*/ 62389 w 336232"/>
                <a:gd name="connsiteY74" fmla="*/ 148114 h 402907"/>
                <a:gd name="connsiteX75" fmla="*/ 53340 w 336232"/>
                <a:gd name="connsiteY75" fmla="*/ 97631 h 402907"/>
                <a:gd name="connsiteX76" fmla="*/ 50006 w 336232"/>
                <a:gd name="connsiteY76" fmla="*/ 100965 h 402907"/>
                <a:gd name="connsiteX77" fmla="*/ 50006 w 336232"/>
                <a:gd name="connsiteY77" fmla="*/ 101441 h 402907"/>
                <a:gd name="connsiteX78" fmla="*/ 51911 w 336232"/>
                <a:gd name="connsiteY78" fmla="*/ 100965 h 402907"/>
                <a:gd name="connsiteX79" fmla="*/ 54769 w 336232"/>
                <a:gd name="connsiteY79" fmla="*/ 99060 h 402907"/>
                <a:gd name="connsiteX80" fmla="*/ 56197 w 336232"/>
                <a:gd name="connsiteY80" fmla="*/ 97155 h 402907"/>
                <a:gd name="connsiteX81" fmla="*/ 55245 w 336232"/>
                <a:gd name="connsiteY81" fmla="*/ 96679 h 402907"/>
                <a:gd name="connsiteX82" fmla="*/ 53340 w 336232"/>
                <a:gd name="connsiteY82" fmla="*/ 97631 h 402907"/>
                <a:gd name="connsiteX83" fmla="*/ 336232 w 336232"/>
                <a:gd name="connsiteY83" fmla="*/ 288608 h 402907"/>
                <a:gd name="connsiteX84" fmla="*/ 335280 w 336232"/>
                <a:gd name="connsiteY84" fmla="*/ 284321 h 402907"/>
                <a:gd name="connsiteX85" fmla="*/ 333375 w 336232"/>
                <a:gd name="connsiteY85" fmla="*/ 280988 h 402907"/>
                <a:gd name="connsiteX86" fmla="*/ 323850 w 336232"/>
                <a:gd name="connsiteY86" fmla="*/ 274796 h 402907"/>
                <a:gd name="connsiteX87" fmla="*/ 320040 w 336232"/>
                <a:gd name="connsiteY87" fmla="*/ 273367 h 402907"/>
                <a:gd name="connsiteX88" fmla="*/ 312896 w 336232"/>
                <a:gd name="connsiteY88" fmla="*/ 271939 h 402907"/>
                <a:gd name="connsiteX89" fmla="*/ 309086 w 336232"/>
                <a:gd name="connsiteY89" fmla="*/ 272415 h 402907"/>
                <a:gd name="connsiteX90" fmla="*/ 304800 w 336232"/>
                <a:gd name="connsiteY90" fmla="*/ 271463 h 402907"/>
                <a:gd name="connsiteX91" fmla="*/ 300514 w 336232"/>
                <a:gd name="connsiteY91" fmla="*/ 270986 h 402907"/>
                <a:gd name="connsiteX92" fmla="*/ 295751 w 336232"/>
                <a:gd name="connsiteY92" fmla="*/ 271463 h 402907"/>
                <a:gd name="connsiteX93" fmla="*/ 294322 w 336232"/>
                <a:gd name="connsiteY93" fmla="*/ 272891 h 402907"/>
                <a:gd name="connsiteX94" fmla="*/ 291465 w 336232"/>
                <a:gd name="connsiteY94" fmla="*/ 276701 h 402907"/>
                <a:gd name="connsiteX95" fmla="*/ 289560 w 336232"/>
                <a:gd name="connsiteY95" fmla="*/ 278130 h 402907"/>
                <a:gd name="connsiteX96" fmla="*/ 287655 w 336232"/>
                <a:gd name="connsiteY96" fmla="*/ 278606 h 402907"/>
                <a:gd name="connsiteX97" fmla="*/ 285750 w 336232"/>
                <a:gd name="connsiteY97" fmla="*/ 278606 h 402907"/>
                <a:gd name="connsiteX98" fmla="*/ 277653 w 336232"/>
                <a:gd name="connsiteY98" fmla="*/ 274320 h 402907"/>
                <a:gd name="connsiteX99" fmla="*/ 280511 w 336232"/>
                <a:gd name="connsiteY99" fmla="*/ 271463 h 402907"/>
                <a:gd name="connsiteX100" fmla="*/ 283369 w 336232"/>
                <a:gd name="connsiteY100" fmla="*/ 268605 h 402907"/>
                <a:gd name="connsiteX101" fmla="*/ 286226 w 336232"/>
                <a:gd name="connsiteY101" fmla="*/ 266224 h 402907"/>
                <a:gd name="connsiteX102" fmla="*/ 288131 w 336232"/>
                <a:gd name="connsiteY102" fmla="*/ 262414 h 402907"/>
                <a:gd name="connsiteX103" fmla="*/ 285273 w 336232"/>
                <a:gd name="connsiteY103" fmla="*/ 254317 h 402907"/>
                <a:gd name="connsiteX104" fmla="*/ 280511 w 336232"/>
                <a:gd name="connsiteY104" fmla="*/ 248126 h 402907"/>
                <a:gd name="connsiteX105" fmla="*/ 266223 w 336232"/>
                <a:gd name="connsiteY105" fmla="*/ 237649 h 402907"/>
                <a:gd name="connsiteX106" fmla="*/ 259556 w 336232"/>
                <a:gd name="connsiteY106" fmla="*/ 237649 h 402907"/>
                <a:gd name="connsiteX107" fmla="*/ 253841 w 336232"/>
                <a:gd name="connsiteY107" fmla="*/ 236220 h 402907"/>
                <a:gd name="connsiteX108" fmla="*/ 257175 w 336232"/>
                <a:gd name="connsiteY108" fmla="*/ 236220 h 402907"/>
                <a:gd name="connsiteX109" fmla="*/ 260985 w 336232"/>
                <a:gd name="connsiteY109" fmla="*/ 236696 h 402907"/>
                <a:gd name="connsiteX110" fmla="*/ 267652 w 336232"/>
                <a:gd name="connsiteY110" fmla="*/ 235744 h 402907"/>
                <a:gd name="connsiteX111" fmla="*/ 270986 w 336232"/>
                <a:gd name="connsiteY111" fmla="*/ 238125 h 402907"/>
                <a:gd name="connsiteX112" fmla="*/ 274320 w 336232"/>
                <a:gd name="connsiteY112" fmla="*/ 240030 h 402907"/>
                <a:gd name="connsiteX113" fmla="*/ 276225 w 336232"/>
                <a:gd name="connsiteY113" fmla="*/ 240506 h 402907"/>
                <a:gd name="connsiteX114" fmla="*/ 278130 w 336232"/>
                <a:gd name="connsiteY114" fmla="*/ 240506 h 402907"/>
                <a:gd name="connsiteX115" fmla="*/ 279559 w 336232"/>
                <a:gd name="connsiteY115" fmla="*/ 240983 h 402907"/>
                <a:gd name="connsiteX116" fmla="*/ 280988 w 336232"/>
                <a:gd name="connsiteY116" fmla="*/ 241935 h 402907"/>
                <a:gd name="connsiteX117" fmla="*/ 277653 w 336232"/>
                <a:gd name="connsiteY117" fmla="*/ 235744 h 402907"/>
                <a:gd name="connsiteX118" fmla="*/ 273844 w 336232"/>
                <a:gd name="connsiteY118" fmla="*/ 230029 h 402907"/>
                <a:gd name="connsiteX119" fmla="*/ 271939 w 336232"/>
                <a:gd name="connsiteY119" fmla="*/ 226695 h 402907"/>
                <a:gd name="connsiteX120" fmla="*/ 270510 w 336232"/>
                <a:gd name="connsiteY120" fmla="*/ 222885 h 402907"/>
                <a:gd name="connsiteX121" fmla="*/ 272415 w 336232"/>
                <a:gd name="connsiteY121" fmla="*/ 220028 h 402907"/>
                <a:gd name="connsiteX122" fmla="*/ 274796 w 336232"/>
                <a:gd name="connsiteY122" fmla="*/ 218122 h 402907"/>
                <a:gd name="connsiteX123" fmla="*/ 269557 w 336232"/>
                <a:gd name="connsiteY123" fmla="*/ 214789 h 402907"/>
                <a:gd name="connsiteX124" fmla="*/ 264795 w 336232"/>
                <a:gd name="connsiteY124" fmla="*/ 210503 h 402907"/>
                <a:gd name="connsiteX125" fmla="*/ 259556 w 336232"/>
                <a:gd name="connsiteY125" fmla="*/ 205264 h 402907"/>
                <a:gd name="connsiteX126" fmla="*/ 254317 w 336232"/>
                <a:gd name="connsiteY126" fmla="*/ 200025 h 402907"/>
                <a:gd name="connsiteX127" fmla="*/ 251460 w 336232"/>
                <a:gd name="connsiteY127" fmla="*/ 198120 h 402907"/>
                <a:gd name="connsiteX128" fmla="*/ 238125 w 336232"/>
                <a:gd name="connsiteY128" fmla="*/ 192881 h 402907"/>
                <a:gd name="connsiteX129" fmla="*/ 235267 w 336232"/>
                <a:gd name="connsiteY129" fmla="*/ 190500 h 402907"/>
                <a:gd name="connsiteX130" fmla="*/ 233363 w 336232"/>
                <a:gd name="connsiteY130" fmla="*/ 187166 h 402907"/>
                <a:gd name="connsiteX131" fmla="*/ 229076 w 336232"/>
                <a:gd name="connsiteY131" fmla="*/ 175260 h 402907"/>
                <a:gd name="connsiteX132" fmla="*/ 225742 w 336232"/>
                <a:gd name="connsiteY132" fmla="*/ 164306 h 402907"/>
                <a:gd name="connsiteX133" fmla="*/ 222885 w 336232"/>
                <a:gd name="connsiteY133" fmla="*/ 152876 h 402907"/>
                <a:gd name="connsiteX134" fmla="*/ 221456 w 336232"/>
                <a:gd name="connsiteY134" fmla="*/ 149542 h 402907"/>
                <a:gd name="connsiteX135" fmla="*/ 219075 w 336232"/>
                <a:gd name="connsiteY135" fmla="*/ 147161 h 402907"/>
                <a:gd name="connsiteX136" fmla="*/ 215741 w 336232"/>
                <a:gd name="connsiteY136" fmla="*/ 144780 h 402907"/>
                <a:gd name="connsiteX137" fmla="*/ 209550 w 336232"/>
                <a:gd name="connsiteY137" fmla="*/ 138113 h 402907"/>
                <a:gd name="connsiteX138" fmla="*/ 205264 w 336232"/>
                <a:gd name="connsiteY138" fmla="*/ 133826 h 402907"/>
                <a:gd name="connsiteX139" fmla="*/ 190023 w 336232"/>
                <a:gd name="connsiteY139" fmla="*/ 128111 h 402907"/>
                <a:gd name="connsiteX140" fmla="*/ 181927 w 336232"/>
                <a:gd name="connsiteY140" fmla="*/ 128111 h 402907"/>
                <a:gd name="connsiteX141" fmla="*/ 175736 w 336232"/>
                <a:gd name="connsiteY141" fmla="*/ 131445 h 402907"/>
                <a:gd name="connsiteX142" fmla="*/ 174784 w 336232"/>
                <a:gd name="connsiteY142" fmla="*/ 131921 h 402907"/>
                <a:gd name="connsiteX143" fmla="*/ 155734 w 336232"/>
                <a:gd name="connsiteY143" fmla="*/ 129064 h 402907"/>
                <a:gd name="connsiteX144" fmla="*/ 152400 w 336232"/>
                <a:gd name="connsiteY144" fmla="*/ 127635 h 402907"/>
                <a:gd name="connsiteX145" fmla="*/ 149542 w 336232"/>
                <a:gd name="connsiteY145" fmla="*/ 125254 h 402907"/>
                <a:gd name="connsiteX146" fmla="*/ 152876 w 336232"/>
                <a:gd name="connsiteY146" fmla="*/ 126683 h 402907"/>
                <a:gd name="connsiteX147" fmla="*/ 160020 w 336232"/>
                <a:gd name="connsiteY147" fmla="*/ 128111 h 402907"/>
                <a:gd name="connsiteX148" fmla="*/ 163830 w 336232"/>
                <a:gd name="connsiteY148" fmla="*/ 128588 h 402907"/>
                <a:gd name="connsiteX149" fmla="*/ 167164 w 336232"/>
                <a:gd name="connsiteY149" fmla="*/ 127635 h 402907"/>
                <a:gd name="connsiteX150" fmla="*/ 170021 w 336232"/>
                <a:gd name="connsiteY150" fmla="*/ 125730 h 402907"/>
                <a:gd name="connsiteX151" fmla="*/ 176689 w 336232"/>
                <a:gd name="connsiteY151" fmla="*/ 120491 h 402907"/>
                <a:gd name="connsiteX152" fmla="*/ 183832 w 336232"/>
                <a:gd name="connsiteY152" fmla="*/ 120015 h 402907"/>
                <a:gd name="connsiteX153" fmla="*/ 187166 w 336232"/>
                <a:gd name="connsiteY153" fmla="*/ 117634 h 402907"/>
                <a:gd name="connsiteX154" fmla="*/ 188119 w 336232"/>
                <a:gd name="connsiteY154" fmla="*/ 114300 h 402907"/>
                <a:gd name="connsiteX155" fmla="*/ 180022 w 336232"/>
                <a:gd name="connsiteY155" fmla="*/ 110490 h 402907"/>
                <a:gd name="connsiteX156" fmla="*/ 173355 w 336232"/>
                <a:gd name="connsiteY156" fmla="*/ 110966 h 402907"/>
                <a:gd name="connsiteX157" fmla="*/ 169545 w 336232"/>
                <a:gd name="connsiteY157" fmla="*/ 111919 h 402907"/>
                <a:gd name="connsiteX158" fmla="*/ 165735 w 336232"/>
                <a:gd name="connsiteY158" fmla="*/ 111919 h 402907"/>
                <a:gd name="connsiteX159" fmla="*/ 169069 w 336232"/>
                <a:gd name="connsiteY159" fmla="*/ 110966 h 402907"/>
                <a:gd name="connsiteX160" fmla="*/ 171926 w 336232"/>
                <a:gd name="connsiteY160" fmla="*/ 109061 h 402907"/>
                <a:gd name="connsiteX161" fmla="*/ 174307 w 336232"/>
                <a:gd name="connsiteY161" fmla="*/ 108109 h 402907"/>
                <a:gd name="connsiteX162" fmla="*/ 183356 w 336232"/>
                <a:gd name="connsiteY162" fmla="*/ 106680 h 402907"/>
                <a:gd name="connsiteX163" fmla="*/ 186690 w 336232"/>
                <a:gd name="connsiteY163" fmla="*/ 105251 h 402907"/>
                <a:gd name="connsiteX164" fmla="*/ 189547 w 336232"/>
                <a:gd name="connsiteY164" fmla="*/ 102870 h 402907"/>
                <a:gd name="connsiteX165" fmla="*/ 192881 w 336232"/>
                <a:gd name="connsiteY165" fmla="*/ 99060 h 402907"/>
                <a:gd name="connsiteX166" fmla="*/ 195263 w 336232"/>
                <a:gd name="connsiteY166" fmla="*/ 94297 h 402907"/>
                <a:gd name="connsiteX167" fmla="*/ 200977 w 336232"/>
                <a:gd name="connsiteY167" fmla="*/ 88106 h 402907"/>
                <a:gd name="connsiteX168" fmla="*/ 206692 w 336232"/>
                <a:gd name="connsiteY168" fmla="*/ 76676 h 402907"/>
                <a:gd name="connsiteX169" fmla="*/ 207645 w 336232"/>
                <a:gd name="connsiteY169" fmla="*/ 74295 h 402907"/>
                <a:gd name="connsiteX170" fmla="*/ 208121 w 336232"/>
                <a:gd name="connsiteY170" fmla="*/ 71438 h 402907"/>
                <a:gd name="connsiteX171" fmla="*/ 209073 w 336232"/>
                <a:gd name="connsiteY171" fmla="*/ 69056 h 402907"/>
                <a:gd name="connsiteX172" fmla="*/ 211931 w 336232"/>
                <a:gd name="connsiteY172" fmla="*/ 64294 h 402907"/>
                <a:gd name="connsiteX173" fmla="*/ 215265 w 336232"/>
                <a:gd name="connsiteY173" fmla="*/ 60960 h 402907"/>
                <a:gd name="connsiteX174" fmla="*/ 217170 w 336232"/>
                <a:gd name="connsiteY174" fmla="*/ 58103 h 402907"/>
                <a:gd name="connsiteX175" fmla="*/ 217170 w 336232"/>
                <a:gd name="connsiteY175" fmla="*/ 57150 h 402907"/>
                <a:gd name="connsiteX176" fmla="*/ 214313 w 336232"/>
                <a:gd name="connsiteY176" fmla="*/ 51435 h 402907"/>
                <a:gd name="connsiteX177" fmla="*/ 210978 w 336232"/>
                <a:gd name="connsiteY177" fmla="*/ 48101 h 402907"/>
                <a:gd name="connsiteX178" fmla="*/ 207169 w 336232"/>
                <a:gd name="connsiteY178" fmla="*/ 46672 h 402907"/>
                <a:gd name="connsiteX179" fmla="*/ 201453 w 336232"/>
                <a:gd name="connsiteY179" fmla="*/ 47625 h 402907"/>
                <a:gd name="connsiteX180" fmla="*/ 180498 w 336232"/>
                <a:gd name="connsiteY180" fmla="*/ 47149 h 402907"/>
                <a:gd name="connsiteX181" fmla="*/ 177641 w 336232"/>
                <a:gd name="connsiteY181" fmla="*/ 47149 h 402907"/>
                <a:gd name="connsiteX182" fmla="*/ 174784 w 336232"/>
                <a:gd name="connsiteY182" fmla="*/ 48101 h 402907"/>
                <a:gd name="connsiteX183" fmla="*/ 173355 w 336232"/>
                <a:gd name="connsiteY183" fmla="*/ 48101 h 402907"/>
                <a:gd name="connsiteX184" fmla="*/ 166211 w 336232"/>
                <a:gd name="connsiteY184" fmla="*/ 46196 h 402907"/>
                <a:gd name="connsiteX185" fmla="*/ 162401 w 336232"/>
                <a:gd name="connsiteY185" fmla="*/ 46196 h 402907"/>
                <a:gd name="connsiteX186" fmla="*/ 154781 w 336232"/>
                <a:gd name="connsiteY186" fmla="*/ 48578 h 402907"/>
                <a:gd name="connsiteX187" fmla="*/ 146685 w 336232"/>
                <a:gd name="connsiteY187" fmla="*/ 51435 h 402907"/>
                <a:gd name="connsiteX188" fmla="*/ 142398 w 336232"/>
                <a:gd name="connsiteY188" fmla="*/ 52388 h 402907"/>
                <a:gd name="connsiteX189" fmla="*/ 137636 w 336232"/>
                <a:gd name="connsiteY189" fmla="*/ 52388 h 402907"/>
                <a:gd name="connsiteX190" fmla="*/ 139541 w 336232"/>
                <a:gd name="connsiteY190" fmla="*/ 47625 h 402907"/>
                <a:gd name="connsiteX191" fmla="*/ 146209 w 336232"/>
                <a:gd name="connsiteY191" fmla="*/ 42386 h 402907"/>
                <a:gd name="connsiteX192" fmla="*/ 147161 w 336232"/>
                <a:gd name="connsiteY192" fmla="*/ 40958 h 402907"/>
                <a:gd name="connsiteX193" fmla="*/ 145256 w 336232"/>
                <a:gd name="connsiteY193" fmla="*/ 40005 h 402907"/>
                <a:gd name="connsiteX194" fmla="*/ 140970 w 336232"/>
                <a:gd name="connsiteY194" fmla="*/ 39529 h 402907"/>
                <a:gd name="connsiteX195" fmla="*/ 141446 w 336232"/>
                <a:gd name="connsiteY195" fmla="*/ 36671 h 402907"/>
                <a:gd name="connsiteX196" fmla="*/ 142398 w 336232"/>
                <a:gd name="connsiteY196" fmla="*/ 34290 h 402907"/>
                <a:gd name="connsiteX197" fmla="*/ 149542 w 336232"/>
                <a:gd name="connsiteY197" fmla="*/ 29528 h 402907"/>
                <a:gd name="connsiteX198" fmla="*/ 161925 w 336232"/>
                <a:gd name="connsiteY198" fmla="*/ 20479 h 402907"/>
                <a:gd name="connsiteX199" fmla="*/ 168592 w 336232"/>
                <a:gd name="connsiteY199" fmla="*/ 16669 h 402907"/>
                <a:gd name="connsiteX200" fmla="*/ 170973 w 336232"/>
                <a:gd name="connsiteY200" fmla="*/ 13811 h 402907"/>
                <a:gd name="connsiteX201" fmla="*/ 171926 w 336232"/>
                <a:gd name="connsiteY201" fmla="*/ 12383 h 402907"/>
                <a:gd name="connsiteX202" fmla="*/ 172402 w 336232"/>
                <a:gd name="connsiteY202" fmla="*/ 10954 h 402907"/>
                <a:gd name="connsiteX203" fmla="*/ 171926 w 336232"/>
                <a:gd name="connsiteY203" fmla="*/ 7144 h 402907"/>
                <a:gd name="connsiteX204" fmla="*/ 173831 w 336232"/>
                <a:gd name="connsiteY204" fmla="*/ 3334 h 402907"/>
                <a:gd name="connsiteX205" fmla="*/ 174307 w 336232"/>
                <a:gd name="connsiteY205" fmla="*/ 1905 h 402907"/>
                <a:gd name="connsiteX206" fmla="*/ 174307 w 336232"/>
                <a:gd name="connsiteY206" fmla="*/ 953 h 402907"/>
                <a:gd name="connsiteX207" fmla="*/ 167164 w 336232"/>
                <a:gd name="connsiteY207" fmla="*/ 0 h 402907"/>
                <a:gd name="connsiteX208" fmla="*/ 160496 w 336232"/>
                <a:gd name="connsiteY208" fmla="*/ 1429 h 402907"/>
                <a:gd name="connsiteX209" fmla="*/ 153352 w 336232"/>
                <a:gd name="connsiteY209" fmla="*/ 1905 h 402907"/>
                <a:gd name="connsiteX210" fmla="*/ 146685 w 336232"/>
                <a:gd name="connsiteY210" fmla="*/ 3334 h 402907"/>
                <a:gd name="connsiteX211" fmla="*/ 135255 w 336232"/>
                <a:gd name="connsiteY211" fmla="*/ 4286 h 402907"/>
                <a:gd name="connsiteX212" fmla="*/ 127159 w 336232"/>
                <a:gd name="connsiteY212" fmla="*/ 6667 h 402907"/>
                <a:gd name="connsiteX213" fmla="*/ 125253 w 336232"/>
                <a:gd name="connsiteY213" fmla="*/ 3810 h 402907"/>
                <a:gd name="connsiteX214" fmla="*/ 123825 w 336232"/>
                <a:gd name="connsiteY214" fmla="*/ 4286 h 402907"/>
                <a:gd name="connsiteX215" fmla="*/ 119063 w 336232"/>
                <a:gd name="connsiteY215" fmla="*/ 6667 h 402907"/>
                <a:gd name="connsiteX216" fmla="*/ 117634 w 336232"/>
                <a:gd name="connsiteY216" fmla="*/ 6667 h 402907"/>
                <a:gd name="connsiteX217" fmla="*/ 115728 w 336232"/>
                <a:gd name="connsiteY217" fmla="*/ 4286 h 402907"/>
                <a:gd name="connsiteX218" fmla="*/ 114300 w 336232"/>
                <a:gd name="connsiteY218" fmla="*/ 3334 h 402907"/>
                <a:gd name="connsiteX219" fmla="*/ 110490 w 336232"/>
                <a:gd name="connsiteY219" fmla="*/ 2381 h 402907"/>
                <a:gd name="connsiteX220" fmla="*/ 108585 w 336232"/>
                <a:gd name="connsiteY220" fmla="*/ 2858 h 402907"/>
                <a:gd name="connsiteX221" fmla="*/ 107156 w 336232"/>
                <a:gd name="connsiteY221" fmla="*/ 3334 h 402907"/>
                <a:gd name="connsiteX222" fmla="*/ 105251 w 336232"/>
                <a:gd name="connsiteY222" fmla="*/ 5715 h 402907"/>
                <a:gd name="connsiteX223" fmla="*/ 104775 w 336232"/>
                <a:gd name="connsiteY223" fmla="*/ 7144 h 402907"/>
                <a:gd name="connsiteX224" fmla="*/ 104775 w 336232"/>
                <a:gd name="connsiteY224" fmla="*/ 10478 h 402907"/>
                <a:gd name="connsiteX225" fmla="*/ 104298 w 336232"/>
                <a:gd name="connsiteY225" fmla="*/ 12383 h 402907"/>
                <a:gd name="connsiteX226" fmla="*/ 104775 w 336232"/>
                <a:gd name="connsiteY226" fmla="*/ 14288 h 402907"/>
                <a:gd name="connsiteX227" fmla="*/ 106203 w 336232"/>
                <a:gd name="connsiteY227" fmla="*/ 16669 h 402907"/>
                <a:gd name="connsiteX228" fmla="*/ 107156 w 336232"/>
                <a:gd name="connsiteY228" fmla="*/ 18574 h 402907"/>
                <a:gd name="connsiteX229" fmla="*/ 105251 w 336232"/>
                <a:gd name="connsiteY229" fmla="*/ 19050 h 402907"/>
                <a:gd name="connsiteX230" fmla="*/ 98107 w 336232"/>
                <a:gd name="connsiteY230" fmla="*/ 19050 h 402907"/>
                <a:gd name="connsiteX231" fmla="*/ 95726 w 336232"/>
                <a:gd name="connsiteY231" fmla="*/ 19526 h 402907"/>
                <a:gd name="connsiteX232" fmla="*/ 95250 w 336232"/>
                <a:gd name="connsiteY232" fmla="*/ 20955 h 402907"/>
                <a:gd name="connsiteX233" fmla="*/ 95726 w 336232"/>
                <a:gd name="connsiteY233" fmla="*/ 22860 h 402907"/>
                <a:gd name="connsiteX234" fmla="*/ 95726 w 336232"/>
                <a:gd name="connsiteY234" fmla="*/ 24289 h 402907"/>
                <a:gd name="connsiteX235" fmla="*/ 93821 w 336232"/>
                <a:gd name="connsiteY235" fmla="*/ 28099 h 402907"/>
                <a:gd name="connsiteX236" fmla="*/ 94297 w 336232"/>
                <a:gd name="connsiteY236" fmla="*/ 29528 h 402907"/>
                <a:gd name="connsiteX237" fmla="*/ 101441 w 336232"/>
                <a:gd name="connsiteY237" fmla="*/ 36195 h 402907"/>
                <a:gd name="connsiteX238" fmla="*/ 101917 w 336232"/>
                <a:gd name="connsiteY238" fmla="*/ 37624 h 402907"/>
                <a:gd name="connsiteX239" fmla="*/ 97631 w 336232"/>
                <a:gd name="connsiteY239" fmla="*/ 36671 h 402907"/>
                <a:gd name="connsiteX240" fmla="*/ 96678 w 336232"/>
                <a:gd name="connsiteY240" fmla="*/ 36671 h 402907"/>
                <a:gd name="connsiteX241" fmla="*/ 95726 w 336232"/>
                <a:gd name="connsiteY241" fmla="*/ 38100 h 402907"/>
                <a:gd name="connsiteX242" fmla="*/ 86677 w 336232"/>
                <a:gd name="connsiteY242" fmla="*/ 38100 h 402907"/>
                <a:gd name="connsiteX243" fmla="*/ 84772 w 336232"/>
                <a:gd name="connsiteY243" fmla="*/ 40958 h 402907"/>
                <a:gd name="connsiteX244" fmla="*/ 83820 w 336232"/>
                <a:gd name="connsiteY244" fmla="*/ 43339 h 402907"/>
                <a:gd name="connsiteX245" fmla="*/ 81915 w 336232"/>
                <a:gd name="connsiteY245" fmla="*/ 48578 h 402907"/>
                <a:gd name="connsiteX246" fmla="*/ 81915 w 336232"/>
                <a:gd name="connsiteY246" fmla="*/ 50006 h 402907"/>
                <a:gd name="connsiteX247" fmla="*/ 82867 w 336232"/>
                <a:gd name="connsiteY247" fmla="*/ 51911 h 402907"/>
                <a:gd name="connsiteX248" fmla="*/ 84296 w 336232"/>
                <a:gd name="connsiteY248" fmla="*/ 53340 h 402907"/>
                <a:gd name="connsiteX249" fmla="*/ 87630 w 336232"/>
                <a:gd name="connsiteY249" fmla="*/ 54769 h 402907"/>
                <a:gd name="connsiteX250" fmla="*/ 83820 w 336232"/>
                <a:gd name="connsiteY250" fmla="*/ 55721 h 402907"/>
                <a:gd name="connsiteX251" fmla="*/ 81439 w 336232"/>
                <a:gd name="connsiteY251" fmla="*/ 56674 h 402907"/>
                <a:gd name="connsiteX252" fmla="*/ 80010 w 336232"/>
                <a:gd name="connsiteY252" fmla="*/ 58103 h 402907"/>
                <a:gd name="connsiteX253" fmla="*/ 79534 w 336232"/>
                <a:gd name="connsiteY253" fmla="*/ 59531 h 402907"/>
                <a:gd name="connsiteX254" fmla="*/ 80486 w 336232"/>
                <a:gd name="connsiteY254" fmla="*/ 62389 h 402907"/>
                <a:gd name="connsiteX255" fmla="*/ 85248 w 336232"/>
                <a:gd name="connsiteY255" fmla="*/ 64770 h 402907"/>
                <a:gd name="connsiteX256" fmla="*/ 86201 w 336232"/>
                <a:gd name="connsiteY256" fmla="*/ 66675 h 402907"/>
                <a:gd name="connsiteX257" fmla="*/ 88582 w 336232"/>
                <a:gd name="connsiteY257" fmla="*/ 69533 h 402907"/>
                <a:gd name="connsiteX258" fmla="*/ 87630 w 336232"/>
                <a:gd name="connsiteY258" fmla="*/ 75724 h 402907"/>
                <a:gd name="connsiteX259" fmla="*/ 82867 w 336232"/>
                <a:gd name="connsiteY259" fmla="*/ 82391 h 402907"/>
                <a:gd name="connsiteX260" fmla="*/ 79057 w 336232"/>
                <a:gd name="connsiteY260" fmla="*/ 84296 h 402907"/>
                <a:gd name="connsiteX261" fmla="*/ 78581 w 336232"/>
                <a:gd name="connsiteY261" fmla="*/ 85249 h 402907"/>
                <a:gd name="connsiteX262" fmla="*/ 82867 w 336232"/>
                <a:gd name="connsiteY262" fmla="*/ 87630 h 402907"/>
                <a:gd name="connsiteX263" fmla="*/ 77628 w 336232"/>
                <a:gd name="connsiteY263" fmla="*/ 90964 h 402907"/>
                <a:gd name="connsiteX264" fmla="*/ 72390 w 336232"/>
                <a:gd name="connsiteY264" fmla="*/ 91916 h 402907"/>
                <a:gd name="connsiteX265" fmla="*/ 69056 w 336232"/>
                <a:gd name="connsiteY265" fmla="*/ 94297 h 402907"/>
                <a:gd name="connsiteX266" fmla="*/ 69056 w 336232"/>
                <a:gd name="connsiteY266" fmla="*/ 94774 h 402907"/>
                <a:gd name="connsiteX267" fmla="*/ 71438 w 336232"/>
                <a:gd name="connsiteY267" fmla="*/ 95250 h 402907"/>
                <a:gd name="connsiteX268" fmla="*/ 74295 w 336232"/>
                <a:gd name="connsiteY268" fmla="*/ 95250 h 402907"/>
                <a:gd name="connsiteX269" fmla="*/ 75247 w 336232"/>
                <a:gd name="connsiteY269" fmla="*/ 99060 h 402907"/>
                <a:gd name="connsiteX270" fmla="*/ 77628 w 336232"/>
                <a:gd name="connsiteY270" fmla="*/ 100965 h 402907"/>
                <a:gd name="connsiteX271" fmla="*/ 80963 w 336232"/>
                <a:gd name="connsiteY271" fmla="*/ 101917 h 402907"/>
                <a:gd name="connsiteX272" fmla="*/ 85248 w 336232"/>
                <a:gd name="connsiteY272" fmla="*/ 102394 h 402907"/>
                <a:gd name="connsiteX273" fmla="*/ 88106 w 336232"/>
                <a:gd name="connsiteY273" fmla="*/ 100965 h 402907"/>
                <a:gd name="connsiteX274" fmla="*/ 100013 w 336232"/>
                <a:gd name="connsiteY274" fmla="*/ 91916 h 402907"/>
                <a:gd name="connsiteX275" fmla="*/ 100965 w 336232"/>
                <a:gd name="connsiteY275" fmla="*/ 91440 h 402907"/>
                <a:gd name="connsiteX276" fmla="*/ 99060 w 336232"/>
                <a:gd name="connsiteY276" fmla="*/ 94774 h 402907"/>
                <a:gd name="connsiteX277" fmla="*/ 96678 w 336232"/>
                <a:gd name="connsiteY277" fmla="*/ 98108 h 402907"/>
                <a:gd name="connsiteX278" fmla="*/ 96202 w 336232"/>
                <a:gd name="connsiteY278" fmla="*/ 100965 h 402907"/>
                <a:gd name="connsiteX279" fmla="*/ 94297 w 336232"/>
                <a:gd name="connsiteY279" fmla="*/ 102870 h 402907"/>
                <a:gd name="connsiteX280" fmla="*/ 92869 w 336232"/>
                <a:gd name="connsiteY280" fmla="*/ 107156 h 402907"/>
                <a:gd name="connsiteX281" fmla="*/ 90964 w 336232"/>
                <a:gd name="connsiteY281" fmla="*/ 110490 h 402907"/>
                <a:gd name="connsiteX282" fmla="*/ 89535 w 336232"/>
                <a:gd name="connsiteY282" fmla="*/ 115253 h 402907"/>
                <a:gd name="connsiteX283" fmla="*/ 89059 w 336232"/>
                <a:gd name="connsiteY283" fmla="*/ 120967 h 402907"/>
                <a:gd name="connsiteX284" fmla="*/ 87153 w 336232"/>
                <a:gd name="connsiteY284" fmla="*/ 124778 h 402907"/>
                <a:gd name="connsiteX285" fmla="*/ 86677 w 336232"/>
                <a:gd name="connsiteY285" fmla="*/ 136208 h 402907"/>
                <a:gd name="connsiteX286" fmla="*/ 87153 w 336232"/>
                <a:gd name="connsiteY286" fmla="*/ 137160 h 402907"/>
                <a:gd name="connsiteX287" fmla="*/ 88106 w 336232"/>
                <a:gd name="connsiteY287" fmla="*/ 137636 h 402907"/>
                <a:gd name="connsiteX288" fmla="*/ 90488 w 336232"/>
                <a:gd name="connsiteY288" fmla="*/ 136684 h 402907"/>
                <a:gd name="connsiteX289" fmla="*/ 90488 w 336232"/>
                <a:gd name="connsiteY289" fmla="*/ 137160 h 402907"/>
                <a:gd name="connsiteX290" fmla="*/ 87153 w 336232"/>
                <a:gd name="connsiteY290" fmla="*/ 140970 h 402907"/>
                <a:gd name="connsiteX291" fmla="*/ 85725 w 336232"/>
                <a:gd name="connsiteY291" fmla="*/ 143351 h 402907"/>
                <a:gd name="connsiteX292" fmla="*/ 84772 w 336232"/>
                <a:gd name="connsiteY292" fmla="*/ 145733 h 402907"/>
                <a:gd name="connsiteX293" fmla="*/ 82391 w 336232"/>
                <a:gd name="connsiteY293" fmla="*/ 154305 h 402907"/>
                <a:gd name="connsiteX294" fmla="*/ 81915 w 336232"/>
                <a:gd name="connsiteY294" fmla="*/ 156686 h 402907"/>
                <a:gd name="connsiteX295" fmla="*/ 81915 w 336232"/>
                <a:gd name="connsiteY295" fmla="*/ 158115 h 402907"/>
                <a:gd name="connsiteX296" fmla="*/ 83344 w 336232"/>
                <a:gd name="connsiteY296" fmla="*/ 159544 h 402907"/>
                <a:gd name="connsiteX297" fmla="*/ 86201 w 336232"/>
                <a:gd name="connsiteY297" fmla="*/ 160020 h 402907"/>
                <a:gd name="connsiteX298" fmla="*/ 87153 w 336232"/>
                <a:gd name="connsiteY298" fmla="*/ 160020 h 402907"/>
                <a:gd name="connsiteX299" fmla="*/ 88106 w 336232"/>
                <a:gd name="connsiteY299" fmla="*/ 159067 h 402907"/>
                <a:gd name="connsiteX300" fmla="*/ 89059 w 336232"/>
                <a:gd name="connsiteY300" fmla="*/ 157163 h 402907"/>
                <a:gd name="connsiteX301" fmla="*/ 94773 w 336232"/>
                <a:gd name="connsiteY301" fmla="*/ 139065 h 402907"/>
                <a:gd name="connsiteX302" fmla="*/ 95250 w 336232"/>
                <a:gd name="connsiteY302" fmla="*/ 136208 h 402907"/>
                <a:gd name="connsiteX303" fmla="*/ 93821 w 336232"/>
                <a:gd name="connsiteY303" fmla="*/ 130492 h 402907"/>
                <a:gd name="connsiteX304" fmla="*/ 93821 w 336232"/>
                <a:gd name="connsiteY304" fmla="*/ 129540 h 402907"/>
                <a:gd name="connsiteX305" fmla="*/ 94297 w 336232"/>
                <a:gd name="connsiteY305" fmla="*/ 128588 h 402907"/>
                <a:gd name="connsiteX306" fmla="*/ 95250 w 336232"/>
                <a:gd name="connsiteY306" fmla="*/ 127635 h 402907"/>
                <a:gd name="connsiteX307" fmla="*/ 98584 w 336232"/>
                <a:gd name="connsiteY307" fmla="*/ 124301 h 402907"/>
                <a:gd name="connsiteX308" fmla="*/ 105251 w 336232"/>
                <a:gd name="connsiteY308" fmla="*/ 119063 h 402907"/>
                <a:gd name="connsiteX309" fmla="*/ 108109 w 336232"/>
                <a:gd name="connsiteY309" fmla="*/ 117158 h 402907"/>
                <a:gd name="connsiteX310" fmla="*/ 101917 w 336232"/>
                <a:gd name="connsiteY310" fmla="*/ 122872 h 402907"/>
                <a:gd name="connsiteX311" fmla="*/ 100489 w 336232"/>
                <a:gd name="connsiteY311" fmla="*/ 125254 h 402907"/>
                <a:gd name="connsiteX312" fmla="*/ 99536 w 336232"/>
                <a:gd name="connsiteY312" fmla="*/ 128588 h 402907"/>
                <a:gd name="connsiteX313" fmla="*/ 99536 w 336232"/>
                <a:gd name="connsiteY313" fmla="*/ 131921 h 402907"/>
                <a:gd name="connsiteX314" fmla="*/ 100013 w 336232"/>
                <a:gd name="connsiteY314" fmla="*/ 133826 h 402907"/>
                <a:gd name="connsiteX315" fmla="*/ 100489 w 336232"/>
                <a:gd name="connsiteY315" fmla="*/ 133826 h 402907"/>
                <a:gd name="connsiteX316" fmla="*/ 100965 w 336232"/>
                <a:gd name="connsiteY316" fmla="*/ 131921 h 402907"/>
                <a:gd name="connsiteX317" fmla="*/ 102870 w 336232"/>
                <a:gd name="connsiteY317" fmla="*/ 131921 h 402907"/>
                <a:gd name="connsiteX318" fmla="*/ 103346 w 336232"/>
                <a:gd name="connsiteY318" fmla="*/ 131445 h 402907"/>
                <a:gd name="connsiteX319" fmla="*/ 104298 w 336232"/>
                <a:gd name="connsiteY319" fmla="*/ 129540 h 402907"/>
                <a:gd name="connsiteX320" fmla="*/ 108585 w 336232"/>
                <a:gd name="connsiteY320" fmla="*/ 128588 h 402907"/>
                <a:gd name="connsiteX321" fmla="*/ 110014 w 336232"/>
                <a:gd name="connsiteY321" fmla="*/ 127635 h 402907"/>
                <a:gd name="connsiteX322" fmla="*/ 112395 w 336232"/>
                <a:gd name="connsiteY322" fmla="*/ 123349 h 402907"/>
                <a:gd name="connsiteX323" fmla="*/ 113823 w 336232"/>
                <a:gd name="connsiteY323" fmla="*/ 121444 h 402907"/>
                <a:gd name="connsiteX324" fmla="*/ 114300 w 336232"/>
                <a:gd name="connsiteY324" fmla="*/ 120967 h 402907"/>
                <a:gd name="connsiteX325" fmla="*/ 112871 w 336232"/>
                <a:gd name="connsiteY325" fmla="*/ 124778 h 402907"/>
                <a:gd name="connsiteX326" fmla="*/ 112871 w 336232"/>
                <a:gd name="connsiteY326" fmla="*/ 126206 h 402907"/>
                <a:gd name="connsiteX327" fmla="*/ 118586 w 336232"/>
                <a:gd name="connsiteY327" fmla="*/ 130016 h 402907"/>
                <a:gd name="connsiteX328" fmla="*/ 121444 w 336232"/>
                <a:gd name="connsiteY328" fmla="*/ 131445 h 402907"/>
                <a:gd name="connsiteX329" fmla="*/ 113823 w 336232"/>
                <a:gd name="connsiteY329" fmla="*/ 131445 h 402907"/>
                <a:gd name="connsiteX330" fmla="*/ 113347 w 336232"/>
                <a:gd name="connsiteY330" fmla="*/ 131921 h 402907"/>
                <a:gd name="connsiteX331" fmla="*/ 111919 w 336232"/>
                <a:gd name="connsiteY331" fmla="*/ 134779 h 402907"/>
                <a:gd name="connsiteX332" fmla="*/ 111442 w 336232"/>
                <a:gd name="connsiteY332" fmla="*/ 139065 h 402907"/>
                <a:gd name="connsiteX333" fmla="*/ 111442 w 336232"/>
                <a:gd name="connsiteY333" fmla="*/ 142875 h 402907"/>
                <a:gd name="connsiteX334" fmla="*/ 117157 w 336232"/>
                <a:gd name="connsiteY334" fmla="*/ 147638 h 402907"/>
                <a:gd name="connsiteX335" fmla="*/ 118586 w 336232"/>
                <a:gd name="connsiteY335" fmla="*/ 149542 h 402907"/>
                <a:gd name="connsiteX336" fmla="*/ 119063 w 336232"/>
                <a:gd name="connsiteY336" fmla="*/ 151924 h 402907"/>
                <a:gd name="connsiteX337" fmla="*/ 117634 w 336232"/>
                <a:gd name="connsiteY337" fmla="*/ 155734 h 402907"/>
                <a:gd name="connsiteX338" fmla="*/ 115252 w 336232"/>
                <a:gd name="connsiteY338" fmla="*/ 158591 h 402907"/>
                <a:gd name="connsiteX339" fmla="*/ 109061 w 336232"/>
                <a:gd name="connsiteY339" fmla="*/ 168592 h 402907"/>
                <a:gd name="connsiteX340" fmla="*/ 106203 w 336232"/>
                <a:gd name="connsiteY340" fmla="*/ 176213 h 402907"/>
                <a:gd name="connsiteX341" fmla="*/ 104298 w 336232"/>
                <a:gd name="connsiteY341" fmla="*/ 175260 h 402907"/>
                <a:gd name="connsiteX342" fmla="*/ 102394 w 336232"/>
                <a:gd name="connsiteY342" fmla="*/ 176689 h 402907"/>
                <a:gd name="connsiteX343" fmla="*/ 102394 w 336232"/>
                <a:gd name="connsiteY343" fmla="*/ 180022 h 402907"/>
                <a:gd name="connsiteX344" fmla="*/ 103346 w 336232"/>
                <a:gd name="connsiteY344" fmla="*/ 182880 h 402907"/>
                <a:gd name="connsiteX345" fmla="*/ 106680 w 336232"/>
                <a:gd name="connsiteY345" fmla="*/ 187166 h 402907"/>
                <a:gd name="connsiteX346" fmla="*/ 110966 w 336232"/>
                <a:gd name="connsiteY346" fmla="*/ 190500 h 402907"/>
                <a:gd name="connsiteX347" fmla="*/ 111919 w 336232"/>
                <a:gd name="connsiteY347" fmla="*/ 186690 h 402907"/>
                <a:gd name="connsiteX348" fmla="*/ 113347 w 336232"/>
                <a:gd name="connsiteY348" fmla="*/ 184309 h 402907"/>
                <a:gd name="connsiteX349" fmla="*/ 114300 w 336232"/>
                <a:gd name="connsiteY349" fmla="*/ 183356 h 402907"/>
                <a:gd name="connsiteX350" fmla="*/ 120015 w 336232"/>
                <a:gd name="connsiteY350" fmla="*/ 186214 h 402907"/>
                <a:gd name="connsiteX351" fmla="*/ 124301 w 336232"/>
                <a:gd name="connsiteY351" fmla="*/ 187642 h 402907"/>
                <a:gd name="connsiteX352" fmla="*/ 128111 w 336232"/>
                <a:gd name="connsiteY352" fmla="*/ 186214 h 402907"/>
                <a:gd name="connsiteX353" fmla="*/ 131921 w 336232"/>
                <a:gd name="connsiteY353" fmla="*/ 183833 h 402907"/>
                <a:gd name="connsiteX354" fmla="*/ 133826 w 336232"/>
                <a:gd name="connsiteY354" fmla="*/ 183356 h 402907"/>
                <a:gd name="connsiteX355" fmla="*/ 135255 w 336232"/>
                <a:gd name="connsiteY355" fmla="*/ 183833 h 402907"/>
                <a:gd name="connsiteX356" fmla="*/ 136207 w 336232"/>
                <a:gd name="connsiteY356" fmla="*/ 185738 h 402907"/>
                <a:gd name="connsiteX357" fmla="*/ 137636 w 336232"/>
                <a:gd name="connsiteY357" fmla="*/ 186690 h 402907"/>
                <a:gd name="connsiteX358" fmla="*/ 139541 w 336232"/>
                <a:gd name="connsiteY358" fmla="*/ 186214 h 402907"/>
                <a:gd name="connsiteX359" fmla="*/ 143351 w 336232"/>
                <a:gd name="connsiteY359" fmla="*/ 186690 h 402907"/>
                <a:gd name="connsiteX360" fmla="*/ 145256 w 336232"/>
                <a:gd name="connsiteY360" fmla="*/ 185738 h 402907"/>
                <a:gd name="connsiteX361" fmla="*/ 147161 w 336232"/>
                <a:gd name="connsiteY361" fmla="*/ 183833 h 402907"/>
                <a:gd name="connsiteX362" fmla="*/ 149066 w 336232"/>
                <a:gd name="connsiteY362" fmla="*/ 182404 h 402907"/>
                <a:gd name="connsiteX363" fmla="*/ 151447 w 336232"/>
                <a:gd name="connsiteY363" fmla="*/ 181928 h 402907"/>
                <a:gd name="connsiteX364" fmla="*/ 153352 w 336232"/>
                <a:gd name="connsiteY364" fmla="*/ 180975 h 402907"/>
                <a:gd name="connsiteX365" fmla="*/ 157163 w 336232"/>
                <a:gd name="connsiteY365" fmla="*/ 178594 h 402907"/>
                <a:gd name="connsiteX366" fmla="*/ 160972 w 336232"/>
                <a:gd name="connsiteY366" fmla="*/ 177641 h 402907"/>
                <a:gd name="connsiteX367" fmla="*/ 172878 w 336232"/>
                <a:gd name="connsiteY367" fmla="*/ 177641 h 402907"/>
                <a:gd name="connsiteX368" fmla="*/ 174307 w 336232"/>
                <a:gd name="connsiteY368" fmla="*/ 178117 h 402907"/>
                <a:gd name="connsiteX369" fmla="*/ 166211 w 336232"/>
                <a:gd name="connsiteY369" fmla="*/ 180499 h 402907"/>
                <a:gd name="connsiteX370" fmla="*/ 159544 w 336232"/>
                <a:gd name="connsiteY370" fmla="*/ 186690 h 402907"/>
                <a:gd name="connsiteX371" fmla="*/ 155257 w 336232"/>
                <a:gd name="connsiteY371" fmla="*/ 196215 h 402907"/>
                <a:gd name="connsiteX372" fmla="*/ 156210 w 336232"/>
                <a:gd name="connsiteY372" fmla="*/ 200501 h 402907"/>
                <a:gd name="connsiteX373" fmla="*/ 161448 w 336232"/>
                <a:gd name="connsiteY373" fmla="*/ 208121 h 402907"/>
                <a:gd name="connsiteX374" fmla="*/ 164306 w 336232"/>
                <a:gd name="connsiteY374" fmla="*/ 211455 h 402907"/>
                <a:gd name="connsiteX375" fmla="*/ 169545 w 336232"/>
                <a:gd name="connsiteY375" fmla="*/ 216217 h 402907"/>
                <a:gd name="connsiteX376" fmla="*/ 171450 w 336232"/>
                <a:gd name="connsiteY376" fmla="*/ 216217 h 402907"/>
                <a:gd name="connsiteX377" fmla="*/ 173355 w 336232"/>
                <a:gd name="connsiteY377" fmla="*/ 214789 h 402907"/>
                <a:gd name="connsiteX378" fmla="*/ 175260 w 336232"/>
                <a:gd name="connsiteY378" fmla="*/ 213836 h 402907"/>
                <a:gd name="connsiteX379" fmla="*/ 179546 w 336232"/>
                <a:gd name="connsiteY379" fmla="*/ 213360 h 402907"/>
                <a:gd name="connsiteX380" fmla="*/ 180498 w 336232"/>
                <a:gd name="connsiteY380" fmla="*/ 215265 h 402907"/>
                <a:gd name="connsiteX381" fmla="*/ 180022 w 336232"/>
                <a:gd name="connsiteY381" fmla="*/ 219551 h 402907"/>
                <a:gd name="connsiteX382" fmla="*/ 178594 w 336232"/>
                <a:gd name="connsiteY382" fmla="*/ 223361 h 402907"/>
                <a:gd name="connsiteX383" fmla="*/ 174307 w 336232"/>
                <a:gd name="connsiteY383" fmla="*/ 225742 h 402907"/>
                <a:gd name="connsiteX384" fmla="*/ 173831 w 336232"/>
                <a:gd name="connsiteY384" fmla="*/ 228600 h 402907"/>
                <a:gd name="connsiteX385" fmla="*/ 174307 w 336232"/>
                <a:gd name="connsiteY385" fmla="*/ 231934 h 402907"/>
                <a:gd name="connsiteX386" fmla="*/ 175736 w 336232"/>
                <a:gd name="connsiteY386" fmla="*/ 233363 h 402907"/>
                <a:gd name="connsiteX387" fmla="*/ 177641 w 336232"/>
                <a:gd name="connsiteY387" fmla="*/ 233839 h 402907"/>
                <a:gd name="connsiteX388" fmla="*/ 175260 w 336232"/>
                <a:gd name="connsiteY388" fmla="*/ 237172 h 402907"/>
                <a:gd name="connsiteX389" fmla="*/ 172878 w 336232"/>
                <a:gd name="connsiteY389" fmla="*/ 240506 h 402907"/>
                <a:gd name="connsiteX390" fmla="*/ 172878 w 336232"/>
                <a:gd name="connsiteY390" fmla="*/ 243840 h 402907"/>
                <a:gd name="connsiteX391" fmla="*/ 176213 w 336232"/>
                <a:gd name="connsiteY391" fmla="*/ 249555 h 402907"/>
                <a:gd name="connsiteX392" fmla="*/ 178117 w 336232"/>
                <a:gd name="connsiteY392" fmla="*/ 251460 h 402907"/>
                <a:gd name="connsiteX393" fmla="*/ 180498 w 336232"/>
                <a:gd name="connsiteY393" fmla="*/ 252413 h 402907"/>
                <a:gd name="connsiteX394" fmla="*/ 182403 w 336232"/>
                <a:gd name="connsiteY394" fmla="*/ 252413 h 402907"/>
                <a:gd name="connsiteX395" fmla="*/ 183832 w 336232"/>
                <a:gd name="connsiteY395" fmla="*/ 253365 h 402907"/>
                <a:gd name="connsiteX396" fmla="*/ 180022 w 336232"/>
                <a:gd name="connsiteY396" fmla="*/ 254317 h 402907"/>
                <a:gd name="connsiteX397" fmla="*/ 178117 w 336232"/>
                <a:gd name="connsiteY397" fmla="*/ 253841 h 402907"/>
                <a:gd name="connsiteX398" fmla="*/ 173355 w 336232"/>
                <a:gd name="connsiteY398" fmla="*/ 248126 h 402907"/>
                <a:gd name="connsiteX399" fmla="*/ 170021 w 336232"/>
                <a:gd name="connsiteY399" fmla="*/ 249555 h 402907"/>
                <a:gd name="connsiteX400" fmla="*/ 172402 w 336232"/>
                <a:gd name="connsiteY400" fmla="*/ 255746 h 402907"/>
                <a:gd name="connsiteX401" fmla="*/ 164782 w 336232"/>
                <a:gd name="connsiteY401" fmla="*/ 251936 h 402907"/>
                <a:gd name="connsiteX402" fmla="*/ 161448 w 336232"/>
                <a:gd name="connsiteY402" fmla="*/ 252413 h 402907"/>
                <a:gd name="connsiteX403" fmla="*/ 158115 w 336232"/>
                <a:gd name="connsiteY403" fmla="*/ 253841 h 402907"/>
                <a:gd name="connsiteX404" fmla="*/ 154305 w 336232"/>
                <a:gd name="connsiteY404" fmla="*/ 254317 h 402907"/>
                <a:gd name="connsiteX405" fmla="*/ 150495 w 336232"/>
                <a:gd name="connsiteY405" fmla="*/ 253841 h 402907"/>
                <a:gd name="connsiteX406" fmla="*/ 149066 w 336232"/>
                <a:gd name="connsiteY406" fmla="*/ 253841 h 402907"/>
                <a:gd name="connsiteX407" fmla="*/ 138589 w 336232"/>
                <a:gd name="connsiteY407" fmla="*/ 257651 h 402907"/>
                <a:gd name="connsiteX408" fmla="*/ 133350 w 336232"/>
                <a:gd name="connsiteY408" fmla="*/ 260985 h 402907"/>
                <a:gd name="connsiteX409" fmla="*/ 131445 w 336232"/>
                <a:gd name="connsiteY409" fmla="*/ 262890 h 402907"/>
                <a:gd name="connsiteX410" fmla="*/ 130492 w 336232"/>
                <a:gd name="connsiteY410" fmla="*/ 265271 h 402907"/>
                <a:gd name="connsiteX411" fmla="*/ 129064 w 336232"/>
                <a:gd name="connsiteY411" fmla="*/ 267176 h 402907"/>
                <a:gd name="connsiteX412" fmla="*/ 124777 w 336232"/>
                <a:gd name="connsiteY412" fmla="*/ 269558 h 402907"/>
                <a:gd name="connsiteX413" fmla="*/ 120967 w 336232"/>
                <a:gd name="connsiteY413" fmla="*/ 272415 h 402907"/>
                <a:gd name="connsiteX414" fmla="*/ 119539 w 336232"/>
                <a:gd name="connsiteY414" fmla="*/ 274796 h 402907"/>
                <a:gd name="connsiteX415" fmla="*/ 119539 w 336232"/>
                <a:gd name="connsiteY415" fmla="*/ 276701 h 402907"/>
                <a:gd name="connsiteX416" fmla="*/ 122872 w 336232"/>
                <a:gd name="connsiteY416" fmla="*/ 276225 h 402907"/>
                <a:gd name="connsiteX417" fmla="*/ 126682 w 336232"/>
                <a:gd name="connsiteY417" fmla="*/ 273844 h 402907"/>
                <a:gd name="connsiteX418" fmla="*/ 130492 w 336232"/>
                <a:gd name="connsiteY418" fmla="*/ 272415 h 402907"/>
                <a:gd name="connsiteX419" fmla="*/ 134778 w 336232"/>
                <a:gd name="connsiteY419" fmla="*/ 271939 h 402907"/>
                <a:gd name="connsiteX420" fmla="*/ 139065 w 336232"/>
                <a:gd name="connsiteY420" fmla="*/ 271939 h 402907"/>
                <a:gd name="connsiteX421" fmla="*/ 138589 w 336232"/>
                <a:gd name="connsiteY421" fmla="*/ 274320 h 402907"/>
                <a:gd name="connsiteX422" fmla="*/ 138589 w 336232"/>
                <a:gd name="connsiteY422" fmla="*/ 276225 h 402907"/>
                <a:gd name="connsiteX423" fmla="*/ 140494 w 336232"/>
                <a:gd name="connsiteY423" fmla="*/ 279083 h 402907"/>
                <a:gd name="connsiteX424" fmla="*/ 141446 w 336232"/>
                <a:gd name="connsiteY424" fmla="*/ 281464 h 402907"/>
                <a:gd name="connsiteX425" fmla="*/ 140494 w 336232"/>
                <a:gd name="connsiteY425" fmla="*/ 283369 h 402907"/>
                <a:gd name="connsiteX426" fmla="*/ 140017 w 336232"/>
                <a:gd name="connsiteY426" fmla="*/ 285750 h 402907"/>
                <a:gd name="connsiteX427" fmla="*/ 140970 w 336232"/>
                <a:gd name="connsiteY427" fmla="*/ 288131 h 402907"/>
                <a:gd name="connsiteX428" fmla="*/ 143351 w 336232"/>
                <a:gd name="connsiteY428" fmla="*/ 289084 h 402907"/>
                <a:gd name="connsiteX429" fmla="*/ 140970 w 336232"/>
                <a:gd name="connsiteY429" fmla="*/ 291941 h 402907"/>
                <a:gd name="connsiteX430" fmla="*/ 139065 w 336232"/>
                <a:gd name="connsiteY430" fmla="*/ 295751 h 402907"/>
                <a:gd name="connsiteX431" fmla="*/ 137160 w 336232"/>
                <a:gd name="connsiteY431" fmla="*/ 298609 h 402907"/>
                <a:gd name="connsiteX432" fmla="*/ 134778 w 336232"/>
                <a:gd name="connsiteY432" fmla="*/ 300990 h 402907"/>
                <a:gd name="connsiteX433" fmla="*/ 129064 w 336232"/>
                <a:gd name="connsiteY433" fmla="*/ 304800 h 402907"/>
                <a:gd name="connsiteX434" fmla="*/ 122872 w 336232"/>
                <a:gd name="connsiteY434" fmla="*/ 306705 h 402907"/>
                <a:gd name="connsiteX435" fmla="*/ 111919 w 336232"/>
                <a:gd name="connsiteY435" fmla="*/ 311467 h 402907"/>
                <a:gd name="connsiteX436" fmla="*/ 104775 w 336232"/>
                <a:gd name="connsiteY436" fmla="*/ 313372 h 402907"/>
                <a:gd name="connsiteX437" fmla="*/ 101441 w 336232"/>
                <a:gd name="connsiteY437" fmla="*/ 315278 h 402907"/>
                <a:gd name="connsiteX438" fmla="*/ 98584 w 336232"/>
                <a:gd name="connsiteY438" fmla="*/ 318611 h 402907"/>
                <a:gd name="connsiteX439" fmla="*/ 100489 w 336232"/>
                <a:gd name="connsiteY439" fmla="*/ 319564 h 402907"/>
                <a:gd name="connsiteX440" fmla="*/ 101441 w 336232"/>
                <a:gd name="connsiteY440" fmla="*/ 321945 h 402907"/>
                <a:gd name="connsiteX441" fmla="*/ 101441 w 336232"/>
                <a:gd name="connsiteY441" fmla="*/ 324803 h 402907"/>
                <a:gd name="connsiteX442" fmla="*/ 102870 w 336232"/>
                <a:gd name="connsiteY442" fmla="*/ 326231 h 402907"/>
                <a:gd name="connsiteX443" fmla="*/ 110490 w 336232"/>
                <a:gd name="connsiteY443" fmla="*/ 330041 h 402907"/>
                <a:gd name="connsiteX444" fmla="*/ 116681 w 336232"/>
                <a:gd name="connsiteY444" fmla="*/ 327660 h 402907"/>
                <a:gd name="connsiteX445" fmla="*/ 120491 w 336232"/>
                <a:gd name="connsiteY445" fmla="*/ 325279 h 402907"/>
                <a:gd name="connsiteX446" fmla="*/ 122872 w 336232"/>
                <a:gd name="connsiteY446" fmla="*/ 324803 h 402907"/>
                <a:gd name="connsiteX447" fmla="*/ 127635 w 336232"/>
                <a:gd name="connsiteY447" fmla="*/ 325279 h 402907"/>
                <a:gd name="connsiteX448" fmla="*/ 129540 w 336232"/>
                <a:gd name="connsiteY448" fmla="*/ 327184 h 402907"/>
                <a:gd name="connsiteX449" fmla="*/ 131445 w 336232"/>
                <a:gd name="connsiteY449" fmla="*/ 328136 h 402907"/>
                <a:gd name="connsiteX450" fmla="*/ 137636 w 336232"/>
                <a:gd name="connsiteY450" fmla="*/ 329089 h 402907"/>
                <a:gd name="connsiteX451" fmla="*/ 134778 w 336232"/>
                <a:gd name="connsiteY451" fmla="*/ 330517 h 402907"/>
                <a:gd name="connsiteX452" fmla="*/ 132873 w 336232"/>
                <a:gd name="connsiteY452" fmla="*/ 332899 h 402907"/>
                <a:gd name="connsiteX453" fmla="*/ 137160 w 336232"/>
                <a:gd name="connsiteY453" fmla="*/ 332899 h 402907"/>
                <a:gd name="connsiteX454" fmla="*/ 140970 w 336232"/>
                <a:gd name="connsiteY454" fmla="*/ 332422 h 402907"/>
                <a:gd name="connsiteX455" fmla="*/ 142875 w 336232"/>
                <a:gd name="connsiteY455" fmla="*/ 331946 h 402907"/>
                <a:gd name="connsiteX456" fmla="*/ 144780 w 336232"/>
                <a:gd name="connsiteY456" fmla="*/ 332422 h 402907"/>
                <a:gd name="connsiteX457" fmla="*/ 149066 w 336232"/>
                <a:gd name="connsiteY457" fmla="*/ 334804 h 402907"/>
                <a:gd name="connsiteX458" fmla="*/ 155734 w 336232"/>
                <a:gd name="connsiteY458" fmla="*/ 340519 h 402907"/>
                <a:gd name="connsiteX459" fmla="*/ 164782 w 336232"/>
                <a:gd name="connsiteY459" fmla="*/ 341471 h 402907"/>
                <a:gd name="connsiteX460" fmla="*/ 165735 w 336232"/>
                <a:gd name="connsiteY460" fmla="*/ 340995 h 402907"/>
                <a:gd name="connsiteX461" fmla="*/ 171926 w 336232"/>
                <a:gd name="connsiteY461" fmla="*/ 336709 h 402907"/>
                <a:gd name="connsiteX462" fmla="*/ 175260 w 336232"/>
                <a:gd name="connsiteY462" fmla="*/ 334804 h 402907"/>
                <a:gd name="connsiteX463" fmla="*/ 183356 w 336232"/>
                <a:gd name="connsiteY463" fmla="*/ 332899 h 402907"/>
                <a:gd name="connsiteX464" fmla="*/ 185738 w 336232"/>
                <a:gd name="connsiteY464" fmla="*/ 330994 h 402907"/>
                <a:gd name="connsiteX465" fmla="*/ 190023 w 336232"/>
                <a:gd name="connsiteY465" fmla="*/ 327660 h 402907"/>
                <a:gd name="connsiteX466" fmla="*/ 193834 w 336232"/>
                <a:gd name="connsiteY466" fmla="*/ 325755 h 402907"/>
                <a:gd name="connsiteX467" fmla="*/ 188595 w 336232"/>
                <a:gd name="connsiteY467" fmla="*/ 331470 h 402907"/>
                <a:gd name="connsiteX468" fmla="*/ 185261 w 336232"/>
                <a:gd name="connsiteY468" fmla="*/ 334804 h 402907"/>
                <a:gd name="connsiteX469" fmla="*/ 181927 w 336232"/>
                <a:gd name="connsiteY469" fmla="*/ 337661 h 402907"/>
                <a:gd name="connsiteX470" fmla="*/ 179070 w 336232"/>
                <a:gd name="connsiteY470" fmla="*/ 340995 h 402907"/>
                <a:gd name="connsiteX471" fmla="*/ 173831 w 336232"/>
                <a:gd name="connsiteY471" fmla="*/ 348139 h 402907"/>
                <a:gd name="connsiteX472" fmla="*/ 170497 w 336232"/>
                <a:gd name="connsiteY472" fmla="*/ 350044 h 402907"/>
                <a:gd name="connsiteX473" fmla="*/ 166211 w 336232"/>
                <a:gd name="connsiteY473" fmla="*/ 350520 h 402907"/>
                <a:gd name="connsiteX474" fmla="*/ 161925 w 336232"/>
                <a:gd name="connsiteY474" fmla="*/ 350520 h 402907"/>
                <a:gd name="connsiteX475" fmla="*/ 153828 w 336232"/>
                <a:gd name="connsiteY475" fmla="*/ 349091 h 402907"/>
                <a:gd name="connsiteX476" fmla="*/ 145732 w 336232"/>
                <a:gd name="connsiteY476" fmla="*/ 349091 h 402907"/>
                <a:gd name="connsiteX477" fmla="*/ 134778 w 336232"/>
                <a:gd name="connsiteY477" fmla="*/ 350520 h 402907"/>
                <a:gd name="connsiteX478" fmla="*/ 133826 w 336232"/>
                <a:gd name="connsiteY478" fmla="*/ 350996 h 402907"/>
                <a:gd name="connsiteX479" fmla="*/ 130016 w 336232"/>
                <a:gd name="connsiteY479" fmla="*/ 358140 h 402907"/>
                <a:gd name="connsiteX480" fmla="*/ 122396 w 336232"/>
                <a:gd name="connsiteY480" fmla="*/ 360521 h 402907"/>
                <a:gd name="connsiteX481" fmla="*/ 121444 w 336232"/>
                <a:gd name="connsiteY481" fmla="*/ 363855 h 402907"/>
                <a:gd name="connsiteX482" fmla="*/ 120967 w 336232"/>
                <a:gd name="connsiteY482" fmla="*/ 367189 h 402907"/>
                <a:gd name="connsiteX483" fmla="*/ 120015 w 336232"/>
                <a:gd name="connsiteY483" fmla="*/ 369094 h 402907"/>
                <a:gd name="connsiteX484" fmla="*/ 110490 w 336232"/>
                <a:gd name="connsiteY484" fmla="*/ 377666 h 402907"/>
                <a:gd name="connsiteX485" fmla="*/ 109538 w 336232"/>
                <a:gd name="connsiteY485" fmla="*/ 380047 h 402907"/>
                <a:gd name="connsiteX486" fmla="*/ 107632 w 336232"/>
                <a:gd name="connsiteY486" fmla="*/ 380524 h 402907"/>
                <a:gd name="connsiteX487" fmla="*/ 106203 w 336232"/>
                <a:gd name="connsiteY487" fmla="*/ 381953 h 402907"/>
                <a:gd name="connsiteX488" fmla="*/ 104775 w 336232"/>
                <a:gd name="connsiteY488" fmla="*/ 383858 h 402907"/>
                <a:gd name="connsiteX489" fmla="*/ 101441 w 336232"/>
                <a:gd name="connsiteY489" fmla="*/ 387191 h 402907"/>
                <a:gd name="connsiteX490" fmla="*/ 94773 w 336232"/>
                <a:gd name="connsiteY490" fmla="*/ 392906 h 402907"/>
                <a:gd name="connsiteX491" fmla="*/ 87153 w 336232"/>
                <a:gd name="connsiteY491" fmla="*/ 395288 h 402907"/>
                <a:gd name="connsiteX492" fmla="*/ 84296 w 336232"/>
                <a:gd name="connsiteY492" fmla="*/ 398145 h 402907"/>
                <a:gd name="connsiteX493" fmla="*/ 84296 w 336232"/>
                <a:gd name="connsiteY493" fmla="*/ 400526 h 402907"/>
                <a:gd name="connsiteX494" fmla="*/ 85248 w 336232"/>
                <a:gd name="connsiteY494" fmla="*/ 401479 h 402907"/>
                <a:gd name="connsiteX495" fmla="*/ 87630 w 336232"/>
                <a:gd name="connsiteY495" fmla="*/ 400050 h 402907"/>
                <a:gd name="connsiteX496" fmla="*/ 91440 w 336232"/>
                <a:gd name="connsiteY496" fmla="*/ 399097 h 402907"/>
                <a:gd name="connsiteX497" fmla="*/ 95250 w 336232"/>
                <a:gd name="connsiteY497" fmla="*/ 400050 h 402907"/>
                <a:gd name="connsiteX498" fmla="*/ 98584 w 336232"/>
                <a:gd name="connsiteY498" fmla="*/ 402908 h 402907"/>
                <a:gd name="connsiteX499" fmla="*/ 102394 w 336232"/>
                <a:gd name="connsiteY499" fmla="*/ 401955 h 402907"/>
                <a:gd name="connsiteX500" fmla="*/ 104775 w 336232"/>
                <a:gd name="connsiteY500" fmla="*/ 397669 h 402907"/>
                <a:gd name="connsiteX501" fmla="*/ 106203 w 336232"/>
                <a:gd name="connsiteY501" fmla="*/ 396716 h 402907"/>
                <a:gd name="connsiteX502" fmla="*/ 112871 w 336232"/>
                <a:gd name="connsiteY502" fmla="*/ 392430 h 402907"/>
                <a:gd name="connsiteX503" fmla="*/ 115728 w 336232"/>
                <a:gd name="connsiteY503" fmla="*/ 391001 h 402907"/>
                <a:gd name="connsiteX504" fmla="*/ 123348 w 336232"/>
                <a:gd name="connsiteY504" fmla="*/ 388620 h 402907"/>
                <a:gd name="connsiteX505" fmla="*/ 127635 w 336232"/>
                <a:gd name="connsiteY505" fmla="*/ 387667 h 402907"/>
                <a:gd name="connsiteX506" fmla="*/ 130492 w 336232"/>
                <a:gd name="connsiteY506" fmla="*/ 387667 h 402907"/>
                <a:gd name="connsiteX507" fmla="*/ 133350 w 336232"/>
                <a:gd name="connsiteY507" fmla="*/ 386715 h 402907"/>
                <a:gd name="connsiteX508" fmla="*/ 134302 w 336232"/>
                <a:gd name="connsiteY508" fmla="*/ 386239 h 402907"/>
                <a:gd name="connsiteX509" fmla="*/ 135255 w 336232"/>
                <a:gd name="connsiteY509" fmla="*/ 386239 h 402907"/>
                <a:gd name="connsiteX510" fmla="*/ 137636 w 336232"/>
                <a:gd name="connsiteY510" fmla="*/ 388144 h 402907"/>
                <a:gd name="connsiteX511" fmla="*/ 144780 w 336232"/>
                <a:gd name="connsiteY511" fmla="*/ 391001 h 402907"/>
                <a:gd name="connsiteX512" fmla="*/ 148590 w 336232"/>
                <a:gd name="connsiteY512" fmla="*/ 393383 h 402907"/>
                <a:gd name="connsiteX513" fmla="*/ 152400 w 336232"/>
                <a:gd name="connsiteY513" fmla="*/ 392906 h 402907"/>
                <a:gd name="connsiteX514" fmla="*/ 155734 w 336232"/>
                <a:gd name="connsiteY514" fmla="*/ 389096 h 402907"/>
                <a:gd name="connsiteX515" fmla="*/ 157639 w 336232"/>
                <a:gd name="connsiteY515" fmla="*/ 384334 h 402907"/>
                <a:gd name="connsiteX516" fmla="*/ 159067 w 336232"/>
                <a:gd name="connsiteY516" fmla="*/ 379095 h 402907"/>
                <a:gd name="connsiteX517" fmla="*/ 161925 w 336232"/>
                <a:gd name="connsiteY517" fmla="*/ 375285 h 402907"/>
                <a:gd name="connsiteX518" fmla="*/ 175736 w 336232"/>
                <a:gd name="connsiteY518" fmla="*/ 371475 h 402907"/>
                <a:gd name="connsiteX519" fmla="*/ 179070 w 336232"/>
                <a:gd name="connsiteY519" fmla="*/ 370999 h 402907"/>
                <a:gd name="connsiteX520" fmla="*/ 183356 w 336232"/>
                <a:gd name="connsiteY520" fmla="*/ 371951 h 402907"/>
                <a:gd name="connsiteX521" fmla="*/ 187166 w 336232"/>
                <a:gd name="connsiteY521" fmla="*/ 373380 h 402907"/>
                <a:gd name="connsiteX522" fmla="*/ 190976 w 336232"/>
                <a:gd name="connsiteY522" fmla="*/ 375761 h 402907"/>
                <a:gd name="connsiteX523" fmla="*/ 194786 w 336232"/>
                <a:gd name="connsiteY523" fmla="*/ 376714 h 402907"/>
                <a:gd name="connsiteX524" fmla="*/ 196215 w 336232"/>
                <a:gd name="connsiteY524" fmla="*/ 375285 h 402907"/>
                <a:gd name="connsiteX525" fmla="*/ 197644 w 336232"/>
                <a:gd name="connsiteY525" fmla="*/ 374809 h 402907"/>
                <a:gd name="connsiteX526" fmla="*/ 208121 w 336232"/>
                <a:gd name="connsiteY526" fmla="*/ 376238 h 402907"/>
                <a:gd name="connsiteX527" fmla="*/ 209550 w 336232"/>
                <a:gd name="connsiteY527" fmla="*/ 376238 h 402907"/>
                <a:gd name="connsiteX528" fmla="*/ 210978 w 336232"/>
                <a:gd name="connsiteY528" fmla="*/ 375285 h 402907"/>
                <a:gd name="connsiteX529" fmla="*/ 209550 w 336232"/>
                <a:gd name="connsiteY529" fmla="*/ 373380 h 402907"/>
                <a:gd name="connsiteX530" fmla="*/ 208597 w 336232"/>
                <a:gd name="connsiteY530" fmla="*/ 370999 h 402907"/>
                <a:gd name="connsiteX531" fmla="*/ 214313 w 336232"/>
                <a:gd name="connsiteY531" fmla="*/ 371475 h 402907"/>
                <a:gd name="connsiteX532" fmla="*/ 220503 w 336232"/>
                <a:gd name="connsiteY532" fmla="*/ 370522 h 402907"/>
                <a:gd name="connsiteX533" fmla="*/ 223361 w 336232"/>
                <a:gd name="connsiteY533" fmla="*/ 370522 h 402907"/>
                <a:gd name="connsiteX534" fmla="*/ 226219 w 336232"/>
                <a:gd name="connsiteY534" fmla="*/ 370046 h 402907"/>
                <a:gd name="connsiteX535" fmla="*/ 232410 w 336232"/>
                <a:gd name="connsiteY535" fmla="*/ 366713 h 402907"/>
                <a:gd name="connsiteX536" fmla="*/ 229552 w 336232"/>
                <a:gd name="connsiteY536" fmla="*/ 363379 h 402907"/>
                <a:gd name="connsiteX537" fmla="*/ 233839 w 336232"/>
                <a:gd name="connsiteY537" fmla="*/ 365284 h 402907"/>
                <a:gd name="connsiteX538" fmla="*/ 239077 w 336232"/>
                <a:gd name="connsiteY538" fmla="*/ 365760 h 402907"/>
                <a:gd name="connsiteX539" fmla="*/ 243364 w 336232"/>
                <a:gd name="connsiteY539" fmla="*/ 367189 h 402907"/>
                <a:gd name="connsiteX540" fmla="*/ 247650 w 336232"/>
                <a:gd name="connsiteY540" fmla="*/ 369094 h 402907"/>
                <a:gd name="connsiteX541" fmla="*/ 250507 w 336232"/>
                <a:gd name="connsiteY541" fmla="*/ 369570 h 402907"/>
                <a:gd name="connsiteX542" fmla="*/ 261938 w 336232"/>
                <a:gd name="connsiteY542" fmla="*/ 367665 h 402907"/>
                <a:gd name="connsiteX543" fmla="*/ 270510 w 336232"/>
                <a:gd name="connsiteY543" fmla="*/ 367665 h 402907"/>
                <a:gd name="connsiteX544" fmla="*/ 284321 w 336232"/>
                <a:gd name="connsiteY544" fmla="*/ 370046 h 402907"/>
                <a:gd name="connsiteX545" fmla="*/ 287655 w 336232"/>
                <a:gd name="connsiteY545" fmla="*/ 369570 h 402907"/>
                <a:gd name="connsiteX546" fmla="*/ 291465 w 336232"/>
                <a:gd name="connsiteY546" fmla="*/ 367665 h 402907"/>
                <a:gd name="connsiteX547" fmla="*/ 295275 w 336232"/>
                <a:gd name="connsiteY547" fmla="*/ 366236 h 402907"/>
                <a:gd name="connsiteX548" fmla="*/ 300514 w 336232"/>
                <a:gd name="connsiteY548" fmla="*/ 364808 h 402907"/>
                <a:gd name="connsiteX549" fmla="*/ 303371 w 336232"/>
                <a:gd name="connsiteY549" fmla="*/ 362426 h 402907"/>
                <a:gd name="connsiteX550" fmla="*/ 309563 w 336232"/>
                <a:gd name="connsiteY550" fmla="*/ 362903 h 402907"/>
                <a:gd name="connsiteX551" fmla="*/ 310039 w 336232"/>
                <a:gd name="connsiteY551" fmla="*/ 360997 h 402907"/>
                <a:gd name="connsiteX552" fmla="*/ 312420 w 336232"/>
                <a:gd name="connsiteY552" fmla="*/ 357664 h 402907"/>
                <a:gd name="connsiteX553" fmla="*/ 323373 w 336232"/>
                <a:gd name="connsiteY553" fmla="*/ 352901 h 402907"/>
                <a:gd name="connsiteX554" fmla="*/ 324326 w 336232"/>
                <a:gd name="connsiteY554" fmla="*/ 351949 h 402907"/>
                <a:gd name="connsiteX555" fmla="*/ 324802 w 336232"/>
                <a:gd name="connsiteY555" fmla="*/ 346234 h 402907"/>
                <a:gd name="connsiteX556" fmla="*/ 324802 w 336232"/>
                <a:gd name="connsiteY556" fmla="*/ 343853 h 402907"/>
                <a:gd name="connsiteX557" fmla="*/ 323373 w 336232"/>
                <a:gd name="connsiteY557" fmla="*/ 343376 h 402907"/>
                <a:gd name="connsiteX558" fmla="*/ 319564 w 336232"/>
                <a:gd name="connsiteY558" fmla="*/ 343376 h 402907"/>
                <a:gd name="connsiteX559" fmla="*/ 311467 w 336232"/>
                <a:gd name="connsiteY559" fmla="*/ 343853 h 402907"/>
                <a:gd name="connsiteX560" fmla="*/ 307181 w 336232"/>
                <a:gd name="connsiteY560" fmla="*/ 343853 h 402907"/>
                <a:gd name="connsiteX561" fmla="*/ 300514 w 336232"/>
                <a:gd name="connsiteY561" fmla="*/ 342424 h 402907"/>
                <a:gd name="connsiteX562" fmla="*/ 299085 w 336232"/>
                <a:gd name="connsiteY562" fmla="*/ 341471 h 402907"/>
                <a:gd name="connsiteX563" fmla="*/ 297656 w 336232"/>
                <a:gd name="connsiteY563" fmla="*/ 338614 h 402907"/>
                <a:gd name="connsiteX564" fmla="*/ 295275 w 336232"/>
                <a:gd name="connsiteY564" fmla="*/ 337661 h 402907"/>
                <a:gd name="connsiteX565" fmla="*/ 291941 w 336232"/>
                <a:gd name="connsiteY565" fmla="*/ 338614 h 402907"/>
                <a:gd name="connsiteX566" fmla="*/ 294798 w 336232"/>
                <a:gd name="connsiteY566" fmla="*/ 337185 h 402907"/>
                <a:gd name="connsiteX567" fmla="*/ 297656 w 336232"/>
                <a:gd name="connsiteY567" fmla="*/ 336233 h 402907"/>
                <a:gd name="connsiteX568" fmla="*/ 300990 w 336232"/>
                <a:gd name="connsiteY568" fmla="*/ 336233 h 402907"/>
                <a:gd name="connsiteX569" fmla="*/ 304323 w 336232"/>
                <a:gd name="connsiteY569" fmla="*/ 335756 h 402907"/>
                <a:gd name="connsiteX570" fmla="*/ 307657 w 336232"/>
                <a:gd name="connsiteY570" fmla="*/ 334328 h 402907"/>
                <a:gd name="connsiteX571" fmla="*/ 309086 w 336232"/>
                <a:gd name="connsiteY571" fmla="*/ 330994 h 402907"/>
                <a:gd name="connsiteX572" fmla="*/ 308134 w 336232"/>
                <a:gd name="connsiteY572" fmla="*/ 329089 h 402907"/>
                <a:gd name="connsiteX573" fmla="*/ 303371 w 336232"/>
                <a:gd name="connsiteY573" fmla="*/ 327184 h 402907"/>
                <a:gd name="connsiteX574" fmla="*/ 310039 w 336232"/>
                <a:gd name="connsiteY574" fmla="*/ 323850 h 402907"/>
                <a:gd name="connsiteX575" fmla="*/ 314801 w 336232"/>
                <a:gd name="connsiteY575" fmla="*/ 324803 h 402907"/>
                <a:gd name="connsiteX576" fmla="*/ 317659 w 336232"/>
                <a:gd name="connsiteY576" fmla="*/ 323850 h 402907"/>
                <a:gd name="connsiteX577" fmla="*/ 320516 w 336232"/>
                <a:gd name="connsiteY577" fmla="*/ 321945 h 402907"/>
                <a:gd name="connsiteX578" fmla="*/ 320516 w 336232"/>
                <a:gd name="connsiteY578" fmla="*/ 319564 h 402907"/>
                <a:gd name="connsiteX579" fmla="*/ 319088 w 336232"/>
                <a:gd name="connsiteY579" fmla="*/ 317659 h 402907"/>
                <a:gd name="connsiteX580" fmla="*/ 319088 w 336232"/>
                <a:gd name="connsiteY580" fmla="*/ 316706 h 402907"/>
                <a:gd name="connsiteX581" fmla="*/ 320516 w 336232"/>
                <a:gd name="connsiteY581" fmla="*/ 316706 h 402907"/>
                <a:gd name="connsiteX582" fmla="*/ 321945 w 336232"/>
                <a:gd name="connsiteY582" fmla="*/ 317659 h 402907"/>
                <a:gd name="connsiteX583" fmla="*/ 325278 w 336232"/>
                <a:gd name="connsiteY583" fmla="*/ 315754 h 402907"/>
                <a:gd name="connsiteX584" fmla="*/ 330041 w 336232"/>
                <a:gd name="connsiteY584" fmla="*/ 311467 h 402907"/>
                <a:gd name="connsiteX585" fmla="*/ 330994 w 336232"/>
                <a:gd name="connsiteY585" fmla="*/ 310039 h 402907"/>
                <a:gd name="connsiteX586" fmla="*/ 331946 w 336232"/>
                <a:gd name="connsiteY586" fmla="*/ 308134 h 402907"/>
                <a:gd name="connsiteX587" fmla="*/ 332898 w 336232"/>
                <a:gd name="connsiteY587" fmla="*/ 302895 h 402907"/>
                <a:gd name="connsiteX588" fmla="*/ 334803 w 336232"/>
                <a:gd name="connsiteY588" fmla="*/ 298609 h 402907"/>
                <a:gd name="connsiteX589" fmla="*/ 336232 w 336232"/>
                <a:gd name="connsiteY589" fmla="*/ 293846 h 402907"/>
                <a:gd name="connsiteX590" fmla="*/ 336232 w 336232"/>
                <a:gd name="connsiteY590" fmla="*/ 288608 h 402907"/>
                <a:gd name="connsiteX591" fmla="*/ 88106 w 336232"/>
                <a:gd name="connsiteY591" fmla="*/ 206216 h 402907"/>
                <a:gd name="connsiteX592" fmla="*/ 85725 w 336232"/>
                <a:gd name="connsiteY592" fmla="*/ 206216 h 402907"/>
                <a:gd name="connsiteX593" fmla="*/ 84772 w 336232"/>
                <a:gd name="connsiteY593" fmla="*/ 205740 h 402907"/>
                <a:gd name="connsiteX594" fmla="*/ 85248 w 336232"/>
                <a:gd name="connsiteY594" fmla="*/ 201454 h 402907"/>
                <a:gd name="connsiteX595" fmla="*/ 84296 w 336232"/>
                <a:gd name="connsiteY595" fmla="*/ 198120 h 402907"/>
                <a:gd name="connsiteX596" fmla="*/ 86201 w 336232"/>
                <a:gd name="connsiteY596" fmla="*/ 198596 h 402907"/>
                <a:gd name="connsiteX597" fmla="*/ 87630 w 336232"/>
                <a:gd name="connsiteY597" fmla="*/ 199549 h 402907"/>
                <a:gd name="connsiteX598" fmla="*/ 89059 w 336232"/>
                <a:gd name="connsiteY598" fmla="*/ 201930 h 402907"/>
                <a:gd name="connsiteX599" fmla="*/ 90488 w 336232"/>
                <a:gd name="connsiteY599" fmla="*/ 202883 h 402907"/>
                <a:gd name="connsiteX600" fmla="*/ 90964 w 336232"/>
                <a:gd name="connsiteY600" fmla="*/ 200025 h 402907"/>
                <a:gd name="connsiteX601" fmla="*/ 90488 w 336232"/>
                <a:gd name="connsiteY601" fmla="*/ 197644 h 402907"/>
                <a:gd name="connsiteX602" fmla="*/ 89059 w 336232"/>
                <a:gd name="connsiteY602" fmla="*/ 194786 h 402907"/>
                <a:gd name="connsiteX603" fmla="*/ 87153 w 336232"/>
                <a:gd name="connsiteY603" fmla="*/ 192881 h 402907"/>
                <a:gd name="connsiteX604" fmla="*/ 81915 w 336232"/>
                <a:gd name="connsiteY604" fmla="*/ 192405 h 402907"/>
                <a:gd name="connsiteX605" fmla="*/ 79534 w 336232"/>
                <a:gd name="connsiteY605" fmla="*/ 192881 h 402907"/>
                <a:gd name="connsiteX606" fmla="*/ 77152 w 336232"/>
                <a:gd name="connsiteY606" fmla="*/ 193834 h 402907"/>
                <a:gd name="connsiteX607" fmla="*/ 77152 w 336232"/>
                <a:gd name="connsiteY607" fmla="*/ 191929 h 402907"/>
                <a:gd name="connsiteX608" fmla="*/ 80963 w 336232"/>
                <a:gd name="connsiteY608" fmla="*/ 190024 h 402907"/>
                <a:gd name="connsiteX609" fmla="*/ 82867 w 336232"/>
                <a:gd name="connsiteY609" fmla="*/ 188595 h 402907"/>
                <a:gd name="connsiteX610" fmla="*/ 82867 w 336232"/>
                <a:gd name="connsiteY610" fmla="*/ 185738 h 402907"/>
                <a:gd name="connsiteX611" fmla="*/ 77628 w 336232"/>
                <a:gd name="connsiteY611" fmla="*/ 180975 h 402907"/>
                <a:gd name="connsiteX612" fmla="*/ 73819 w 336232"/>
                <a:gd name="connsiteY612" fmla="*/ 175736 h 402907"/>
                <a:gd name="connsiteX613" fmla="*/ 71914 w 336232"/>
                <a:gd name="connsiteY613" fmla="*/ 170497 h 402907"/>
                <a:gd name="connsiteX614" fmla="*/ 68580 w 336232"/>
                <a:gd name="connsiteY614" fmla="*/ 167164 h 402907"/>
                <a:gd name="connsiteX615" fmla="*/ 64770 w 336232"/>
                <a:gd name="connsiteY615" fmla="*/ 167164 h 402907"/>
                <a:gd name="connsiteX616" fmla="*/ 60007 w 336232"/>
                <a:gd name="connsiteY616" fmla="*/ 166211 h 402907"/>
                <a:gd name="connsiteX617" fmla="*/ 56673 w 336232"/>
                <a:gd name="connsiteY617" fmla="*/ 166211 h 402907"/>
                <a:gd name="connsiteX618" fmla="*/ 49053 w 336232"/>
                <a:gd name="connsiteY618" fmla="*/ 168592 h 402907"/>
                <a:gd name="connsiteX619" fmla="*/ 44767 w 336232"/>
                <a:gd name="connsiteY619" fmla="*/ 169069 h 402907"/>
                <a:gd name="connsiteX620" fmla="*/ 42386 w 336232"/>
                <a:gd name="connsiteY620" fmla="*/ 168592 h 402907"/>
                <a:gd name="connsiteX621" fmla="*/ 40481 w 336232"/>
                <a:gd name="connsiteY621" fmla="*/ 169069 h 402907"/>
                <a:gd name="connsiteX622" fmla="*/ 37623 w 336232"/>
                <a:gd name="connsiteY622" fmla="*/ 173831 h 402907"/>
                <a:gd name="connsiteX623" fmla="*/ 35242 w 336232"/>
                <a:gd name="connsiteY623" fmla="*/ 175260 h 402907"/>
                <a:gd name="connsiteX624" fmla="*/ 32385 w 336232"/>
                <a:gd name="connsiteY624" fmla="*/ 174784 h 402907"/>
                <a:gd name="connsiteX625" fmla="*/ 30956 w 336232"/>
                <a:gd name="connsiteY625" fmla="*/ 173355 h 402907"/>
                <a:gd name="connsiteX626" fmla="*/ 25717 w 336232"/>
                <a:gd name="connsiteY626" fmla="*/ 176213 h 402907"/>
                <a:gd name="connsiteX627" fmla="*/ 24765 w 336232"/>
                <a:gd name="connsiteY627" fmla="*/ 177165 h 402907"/>
                <a:gd name="connsiteX628" fmla="*/ 23336 w 336232"/>
                <a:gd name="connsiteY628" fmla="*/ 181928 h 402907"/>
                <a:gd name="connsiteX629" fmla="*/ 23336 w 336232"/>
                <a:gd name="connsiteY629" fmla="*/ 183356 h 402907"/>
                <a:gd name="connsiteX630" fmla="*/ 21431 w 336232"/>
                <a:gd name="connsiteY630" fmla="*/ 185738 h 402907"/>
                <a:gd name="connsiteX631" fmla="*/ 20002 w 336232"/>
                <a:gd name="connsiteY631" fmla="*/ 188595 h 402907"/>
                <a:gd name="connsiteX632" fmla="*/ 18097 w 336232"/>
                <a:gd name="connsiteY632" fmla="*/ 189547 h 402907"/>
                <a:gd name="connsiteX633" fmla="*/ 15240 w 336232"/>
                <a:gd name="connsiteY633" fmla="*/ 190500 h 402907"/>
                <a:gd name="connsiteX634" fmla="*/ 13811 w 336232"/>
                <a:gd name="connsiteY634" fmla="*/ 191453 h 402907"/>
                <a:gd name="connsiteX635" fmla="*/ 11906 w 336232"/>
                <a:gd name="connsiteY635" fmla="*/ 190976 h 402907"/>
                <a:gd name="connsiteX636" fmla="*/ 9525 w 336232"/>
                <a:gd name="connsiteY636" fmla="*/ 190976 h 402907"/>
                <a:gd name="connsiteX637" fmla="*/ 8096 w 336232"/>
                <a:gd name="connsiteY637" fmla="*/ 191929 h 402907"/>
                <a:gd name="connsiteX638" fmla="*/ 8096 w 336232"/>
                <a:gd name="connsiteY638" fmla="*/ 192405 h 402907"/>
                <a:gd name="connsiteX639" fmla="*/ 9048 w 336232"/>
                <a:gd name="connsiteY639" fmla="*/ 193358 h 402907"/>
                <a:gd name="connsiteX640" fmla="*/ 11430 w 336232"/>
                <a:gd name="connsiteY640" fmla="*/ 194786 h 402907"/>
                <a:gd name="connsiteX641" fmla="*/ 13811 w 336232"/>
                <a:gd name="connsiteY641" fmla="*/ 195739 h 402907"/>
                <a:gd name="connsiteX642" fmla="*/ 13335 w 336232"/>
                <a:gd name="connsiteY642" fmla="*/ 196691 h 402907"/>
                <a:gd name="connsiteX643" fmla="*/ 11906 w 336232"/>
                <a:gd name="connsiteY643" fmla="*/ 197644 h 402907"/>
                <a:gd name="connsiteX644" fmla="*/ 3334 w 336232"/>
                <a:gd name="connsiteY644" fmla="*/ 200501 h 402907"/>
                <a:gd name="connsiteX645" fmla="*/ 952 w 336232"/>
                <a:gd name="connsiteY645" fmla="*/ 201930 h 402907"/>
                <a:gd name="connsiteX646" fmla="*/ 0 w 336232"/>
                <a:gd name="connsiteY646" fmla="*/ 202883 h 402907"/>
                <a:gd name="connsiteX647" fmla="*/ 952 w 336232"/>
                <a:gd name="connsiteY647" fmla="*/ 204788 h 402907"/>
                <a:gd name="connsiteX648" fmla="*/ 7620 w 336232"/>
                <a:gd name="connsiteY648" fmla="*/ 210503 h 402907"/>
                <a:gd name="connsiteX649" fmla="*/ 8572 w 336232"/>
                <a:gd name="connsiteY649" fmla="*/ 210979 h 402907"/>
                <a:gd name="connsiteX650" fmla="*/ 9525 w 336232"/>
                <a:gd name="connsiteY650" fmla="*/ 214313 h 402907"/>
                <a:gd name="connsiteX651" fmla="*/ 15716 w 336232"/>
                <a:gd name="connsiteY651" fmla="*/ 215741 h 402907"/>
                <a:gd name="connsiteX652" fmla="*/ 18097 w 336232"/>
                <a:gd name="connsiteY652" fmla="*/ 217646 h 402907"/>
                <a:gd name="connsiteX653" fmla="*/ 20002 w 336232"/>
                <a:gd name="connsiteY653" fmla="*/ 218122 h 402907"/>
                <a:gd name="connsiteX654" fmla="*/ 24765 w 336232"/>
                <a:gd name="connsiteY654" fmla="*/ 218122 h 402907"/>
                <a:gd name="connsiteX655" fmla="*/ 26670 w 336232"/>
                <a:gd name="connsiteY655" fmla="*/ 219075 h 402907"/>
                <a:gd name="connsiteX656" fmla="*/ 27622 w 336232"/>
                <a:gd name="connsiteY656" fmla="*/ 218599 h 402907"/>
                <a:gd name="connsiteX657" fmla="*/ 28098 w 336232"/>
                <a:gd name="connsiteY657" fmla="*/ 217646 h 402907"/>
                <a:gd name="connsiteX658" fmla="*/ 31909 w 336232"/>
                <a:gd name="connsiteY658" fmla="*/ 214789 h 402907"/>
                <a:gd name="connsiteX659" fmla="*/ 33338 w 336232"/>
                <a:gd name="connsiteY659" fmla="*/ 213836 h 402907"/>
                <a:gd name="connsiteX660" fmla="*/ 32385 w 336232"/>
                <a:gd name="connsiteY660" fmla="*/ 212408 h 402907"/>
                <a:gd name="connsiteX661" fmla="*/ 31432 w 336232"/>
                <a:gd name="connsiteY661" fmla="*/ 210979 h 402907"/>
                <a:gd name="connsiteX662" fmla="*/ 33814 w 336232"/>
                <a:gd name="connsiteY662" fmla="*/ 208597 h 402907"/>
                <a:gd name="connsiteX663" fmla="*/ 36671 w 336232"/>
                <a:gd name="connsiteY663" fmla="*/ 206216 h 402907"/>
                <a:gd name="connsiteX664" fmla="*/ 38100 w 336232"/>
                <a:gd name="connsiteY664" fmla="*/ 206216 h 402907"/>
                <a:gd name="connsiteX665" fmla="*/ 40481 w 336232"/>
                <a:gd name="connsiteY665" fmla="*/ 207645 h 402907"/>
                <a:gd name="connsiteX666" fmla="*/ 42386 w 336232"/>
                <a:gd name="connsiteY666" fmla="*/ 209550 h 402907"/>
                <a:gd name="connsiteX667" fmla="*/ 42863 w 336232"/>
                <a:gd name="connsiteY667" fmla="*/ 210979 h 402907"/>
                <a:gd name="connsiteX668" fmla="*/ 43339 w 336232"/>
                <a:gd name="connsiteY668" fmla="*/ 211931 h 402907"/>
                <a:gd name="connsiteX669" fmla="*/ 45244 w 336232"/>
                <a:gd name="connsiteY669" fmla="*/ 214313 h 402907"/>
                <a:gd name="connsiteX670" fmla="*/ 46672 w 336232"/>
                <a:gd name="connsiteY670" fmla="*/ 215265 h 402907"/>
                <a:gd name="connsiteX671" fmla="*/ 50006 w 336232"/>
                <a:gd name="connsiteY671" fmla="*/ 215741 h 402907"/>
                <a:gd name="connsiteX672" fmla="*/ 50959 w 336232"/>
                <a:gd name="connsiteY672" fmla="*/ 216694 h 402907"/>
                <a:gd name="connsiteX673" fmla="*/ 50482 w 336232"/>
                <a:gd name="connsiteY673" fmla="*/ 220504 h 402907"/>
                <a:gd name="connsiteX674" fmla="*/ 50959 w 336232"/>
                <a:gd name="connsiteY674" fmla="*/ 221933 h 402907"/>
                <a:gd name="connsiteX675" fmla="*/ 54292 w 336232"/>
                <a:gd name="connsiteY675" fmla="*/ 221933 h 402907"/>
                <a:gd name="connsiteX676" fmla="*/ 58102 w 336232"/>
                <a:gd name="connsiteY676" fmla="*/ 221456 h 402907"/>
                <a:gd name="connsiteX677" fmla="*/ 59531 w 336232"/>
                <a:gd name="connsiteY677" fmla="*/ 221456 h 402907"/>
                <a:gd name="connsiteX678" fmla="*/ 60960 w 336232"/>
                <a:gd name="connsiteY678" fmla="*/ 220504 h 402907"/>
                <a:gd name="connsiteX679" fmla="*/ 62865 w 336232"/>
                <a:gd name="connsiteY679" fmla="*/ 219551 h 402907"/>
                <a:gd name="connsiteX680" fmla="*/ 65722 w 336232"/>
                <a:gd name="connsiteY680" fmla="*/ 220028 h 402907"/>
                <a:gd name="connsiteX681" fmla="*/ 69056 w 336232"/>
                <a:gd name="connsiteY681" fmla="*/ 221456 h 402907"/>
                <a:gd name="connsiteX682" fmla="*/ 72390 w 336232"/>
                <a:gd name="connsiteY682" fmla="*/ 221933 h 402907"/>
                <a:gd name="connsiteX683" fmla="*/ 75247 w 336232"/>
                <a:gd name="connsiteY683" fmla="*/ 220028 h 402907"/>
                <a:gd name="connsiteX684" fmla="*/ 77152 w 336232"/>
                <a:gd name="connsiteY684" fmla="*/ 216694 h 402907"/>
                <a:gd name="connsiteX685" fmla="*/ 78105 w 336232"/>
                <a:gd name="connsiteY685" fmla="*/ 214789 h 402907"/>
                <a:gd name="connsiteX686" fmla="*/ 79057 w 336232"/>
                <a:gd name="connsiteY686" fmla="*/ 213360 h 402907"/>
                <a:gd name="connsiteX687" fmla="*/ 82867 w 336232"/>
                <a:gd name="connsiteY687" fmla="*/ 212884 h 402907"/>
                <a:gd name="connsiteX688" fmla="*/ 86201 w 336232"/>
                <a:gd name="connsiteY688" fmla="*/ 211455 h 402907"/>
                <a:gd name="connsiteX689" fmla="*/ 88106 w 336232"/>
                <a:gd name="connsiteY689" fmla="*/ 206216 h 402907"/>
                <a:gd name="connsiteX690" fmla="*/ 73342 w 336232"/>
                <a:gd name="connsiteY690" fmla="*/ 138589 h 402907"/>
                <a:gd name="connsiteX691" fmla="*/ 73819 w 336232"/>
                <a:gd name="connsiteY691" fmla="*/ 138113 h 402907"/>
                <a:gd name="connsiteX692" fmla="*/ 79534 w 336232"/>
                <a:gd name="connsiteY692" fmla="*/ 129064 h 402907"/>
                <a:gd name="connsiteX693" fmla="*/ 81915 w 336232"/>
                <a:gd name="connsiteY693" fmla="*/ 123825 h 402907"/>
                <a:gd name="connsiteX694" fmla="*/ 80486 w 336232"/>
                <a:gd name="connsiteY694" fmla="*/ 123825 h 402907"/>
                <a:gd name="connsiteX695" fmla="*/ 79057 w 336232"/>
                <a:gd name="connsiteY695" fmla="*/ 124301 h 402907"/>
                <a:gd name="connsiteX696" fmla="*/ 74295 w 336232"/>
                <a:gd name="connsiteY696" fmla="*/ 127159 h 402907"/>
                <a:gd name="connsiteX697" fmla="*/ 73342 w 336232"/>
                <a:gd name="connsiteY697" fmla="*/ 129064 h 402907"/>
                <a:gd name="connsiteX698" fmla="*/ 73342 w 336232"/>
                <a:gd name="connsiteY698" fmla="*/ 129540 h 402907"/>
                <a:gd name="connsiteX699" fmla="*/ 75247 w 336232"/>
                <a:gd name="connsiteY699" fmla="*/ 130492 h 402907"/>
                <a:gd name="connsiteX700" fmla="*/ 70961 w 336232"/>
                <a:gd name="connsiteY700" fmla="*/ 132874 h 402907"/>
                <a:gd name="connsiteX701" fmla="*/ 70009 w 336232"/>
                <a:gd name="connsiteY701" fmla="*/ 134303 h 402907"/>
                <a:gd name="connsiteX702" fmla="*/ 70009 w 336232"/>
                <a:gd name="connsiteY702" fmla="*/ 136684 h 402907"/>
                <a:gd name="connsiteX703" fmla="*/ 70485 w 336232"/>
                <a:gd name="connsiteY703" fmla="*/ 137636 h 402907"/>
                <a:gd name="connsiteX704" fmla="*/ 70961 w 336232"/>
                <a:gd name="connsiteY704" fmla="*/ 138589 h 402907"/>
                <a:gd name="connsiteX705" fmla="*/ 73342 w 336232"/>
                <a:gd name="connsiteY705" fmla="*/ 138589 h 402907"/>
                <a:gd name="connsiteX706" fmla="*/ 126682 w 336232"/>
                <a:gd name="connsiteY706" fmla="*/ 260985 h 402907"/>
                <a:gd name="connsiteX707" fmla="*/ 128111 w 336232"/>
                <a:gd name="connsiteY707" fmla="*/ 262890 h 402907"/>
                <a:gd name="connsiteX708" fmla="*/ 131445 w 336232"/>
                <a:gd name="connsiteY708" fmla="*/ 260985 h 402907"/>
                <a:gd name="connsiteX709" fmla="*/ 134302 w 336232"/>
                <a:gd name="connsiteY709" fmla="*/ 259080 h 402907"/>
                <a:gd name="connsiteX710" fmla="*/ 138113 w 336232"/>
                <a:gd name="connsiteY710" fmla="*/ 257175 h 402907"/>
                <a:gd name="connsiteX711" fmla="*/ 139065 w 336232"/>
                <a:gd name="connsiteY711" fmla="*/ 255270 h 402907"/>
                <a:gd name="connsiteX712" fmla="*/ 135255 w 336232"/>
                <a:gd name="connsiteY712" fmla="*/ 255270 h 402907"/>
                <a:gd name="connsiteX713" fmla="*/ 133826 w 336232"/>
                <a:gd name="connsiteY713" fmla="*/ 254317 h 402907"/>
                <a:gd name="connsiteX714" fmla="*/ 130016 w 336232"/>
                <a:gd name="connsiteY714" fmla="*/ 250031 h 402907"/>
                <a:gd name="connsiteX715" fmla="*/ 125253 w 336232"/>
                <a:gd name="connsiteY715" fmla="*/ 250031 h 402907"/>
                <a:gd name="connsiteX716" fmla="*/ 121444 w 336232"/>
                <a:gd name="connsiteY716" fmla="*/ 251460 h 402907"/>
                <a:gd name="connsiteX717" fmla="*/ 121920 w 336232"/>
                <a:gd name="connsiteY717" fmla="*/ 257175 h 402907"/>
                <a:gd name="connsiteX718" fmla="*/ 124777 w 336232"/>
                <a:gd name="connsiteY718" fmla="*/ 260985 h 402907"/>
                <a:gd name="connsiteX719" fmla="*/ 126682 w 336232"/>
                <a:gd name="connsiteY719" fmla="*/ 260985 h 402907"/>
                <a:gd name="connsiteX720" fmla="*/ 97631 w 336232"/>
                <a:gd name="connsiteY720" fmla="*/ 155258 h 402907"/>
                <a:gd name="connsiteX721" fmla="*/ 99060 w 336232"/>
                <a:gd name="connsiteY721" fmla="*/ 155734 h 402907"/>
                <a:gd name="connsiteX722" fmla="*/ 103346 w 336232"/>
                <a:gd name="connsiteY722" fmla="*/ 155734 h 402907"/>
                <a:gd name="connsiteX723" fmla="*/ 103822 w 336232"/>
                <a:gd name="connsiteY723" fmla="*/ 153353 h 402907"/>
                <a:gd name="connsiteX724" fmla="*/ 103346 w 336232"/>
                <a:gd name="connsiteY724" fmla="*/ 149542 h 402907"/>
                <a:gd name="connsiteX725" fmla="*/ 101441 w 336232"/>
                <a:gd name="connsiteY725" fmla="*/ 145256 h 402907"/>
                <a:gd name="connsiteX726" fmla="*/ 100489 w 336232"/>
                <a:gd name="connsiteY726" fmla="*/ 144304 h 402907"/>
                <a:gd name="connsiteX727" fmla="*/ 98107 w 336232"/>
                <a:gd name="connsiteY727" fmla="*/ 142875 h 402907"/>
                <a:gd name="connsiteX728" fmla="*/ 95726 w 336232"/>
                <a:gd name="connsiteY728" fmla="*/ 143351 h 402907"/>
                <a:gd name="connsiteX729" fmla="*/ 94773 w 336232"/>
                <a:gd name="connsiteY729" fmla="*/ 144304 h 402907"/>
                <a:gd name="connsiteX730" fmla="*/ 93821 w 336232"/>
                <a:gd name="connsiteY730" fmla="*/ 145256 h 402907"/>
                <a:gd name="connsiteX731" fmla="*/ 92869 w 336232"/>
                <a:gd name="connsiteY731" fmla="*/ 147638 h 402907"/>
                <a:gd name="connsiteX732" fmla="*/ 94773 w 336232"/>
                <a:gd name="connsiteY732" fmla="*/ 154305 h 402907"/>
                <a:gd name="connsiteX733" fmla="*/ 97631 w 336232"/>
                <a:gd name="connsiteY733" fmla="*/ 155258 h 402907"/>
                <a:gd name="connsiteX734" fmla="*/ 74771 w 336232"/>
                <a:gd name="connsiteY734" fmla="*/ 103822 h 402907"/>
                <a:gd name="connsiteX735" fmla="*/ 71914 w 336232"/>
                <a:gd name="connsiteY735" fmla="*/ 100013 h 402907"/>
                <a:gd name="connsiteX736" fmla="*/ 69532 w 336232"/>
                <a:gd name="connsiteY736" fmla="*/ 98108 h 402907"/>
                <a:gd name="connsiteX737" fmla="*/ 68103 w 336232"/>
                <a:gd name="connsiteY737" fmla="*/ 98108 h 402907"/>
                <a:gd name="connsiteX738" fmla="*/ 66675 w 336232"/>
                <a:gd name="connsiteY738" fmla="*/ 98584 h 402907"/>
                <a:gd name="connsiteX739" fmla="*/ 63341 w 336232"/>
                <a:gd name="connsiteY739" fmla="*/ 100013 h 402907"/>
                <a:gd name="connsiteX740" fmla="*/ 62865 w 336232"/>
                <a:gd name="connsiteY740" fmla="*/ 100489 h 402907"/>
                <a:gd name="connsiteX741" fmla="*/ 62389 w 336232"/>
                <a:gd name="connsiteY741" fmla="*/ 101917 h 402907"/>
                <a:gd name="connsiteX742" fmla="*/ 62865 w 336232"/>
                <a:gd name="connsiteY742" fmla="*/ 102870 h 402907"/>
                <a:gd name="connsiteX743" fmla="*/ 68580 w 336232"/>
                <a:gd name="connsiteY743" fmla="*/ 105728 h 402907"/>
                <a:gd name="connsiteX744" fmla="*/ 67151 w 336232"/>
                <a:gd name="connsiteY744" fmla="*/ 111919 h 402907"/>
                <a:gd name="connsiteX745" fmla="*/ 63341 w 336232"/>
                <a:gd name="connsiteY745" fmla="*/ 112871 h 402907"/>
                <a:gd name="connsiteX746" fmla="*/ 62389 w 336232"/>
                <a:gd name="connsiteY746" fmla="*/ 113824 h 402907"/>
                <a:gd name="connsiteX747" fmla="*/ 62865 w 336232"/>
                <a:gd name="connsiteY747" fmla="*/ 115253 h 402907"/>
                <a:gd name="connsiteX748" fmla="*/ 67627 w 336232"/>
                <a:gd name="connsiteY748" fmla="*/ 115253 h 402907"/>
                <a:gd name="connsiteX749" fmla="*/ 80963 w 336232"/>
                <a:gd name="connsiteY749" fmla="*/ 112395 h 402907"/>
                <a:gd name="connsiteX750" fmla="*/ 81439 w 336232"/>
                <a:gd name="connsiteY750" fmla="*/ 105251 h 402907"/>
                <a:gd name="connsiteX751" fmla="*/ 79057 w 336232"/>
                <a:gd name="connsiteY751" fmla="*/ 103822 h 402907"/>
                <a:gd name="connsiteX752" fmla="*/ 74771 w 336232"/>
                <a:gd name="connsiteY752" fmla="*/ 103822 h 402907"/>
                <a:gd name="connsiteX753" fmla="*/ 36195 w 336232"/>
                <a:gd name="connsiteY753" fmla="*/ 29051 h 402907"/>
                <a:gd name="connsiteX754" fmla="*/ 37623 w 336232"/>
                <a:gd name="connsiteY754" fmla="*/ 29528 h 402907"/>
                <a:gd name="connsiteX755" fmla="*/ 38576 w 336232"/>
                <a:gd name="connsiteY755" fmla="*/ 30480 h 402907"/>
                <a:gd name="connsiteX756" fmla="*/ 39528 w 336232"/>
                <a:gd name="connsiteY756" fmla="*/ 30480 h 402907"/>
                <a:gd name="connsiteX757" fmla="*/ 37147 w 336232"/>
                <a:gd name="connsiteY757" fmla="*/ 31909 h 402907"/>
                <a:gd name="connsiteX758" fmla="*/ 37147 w 336232"/>
                <a:gd name="connsiteY758" fmla="*/ 32861 h 402907"/>
                <a:gd name="connsiteX759" fmla="*/ 39052 w 336232"/>
                <a:gd name="connsiteY759" fmla="*/ 34290 h 402907"/>
                <a:gd name="connsiteX760" fmla="*/ 43815 w 336232"/>
                <a:gd name="connsiteY760" fmla="*/ 36195 h 402907"/>
                <a:gd name="connsiteX761" fmla="*/ 44291 w 336232"/>
                <a:gd name="connsiteY761" fmla="*/ 36671 h 402907"/>
                <a:gd name="connsiteX762" fmla="*/ 41434 w 336232"/>
                <a:gd name="connsiteY762" fmla="*/ 38100 h 402907"/>
                <a:gd name="connsiteX763" fmla="*/ 40957 w 336232"/>
                <a:gd name="connsiteY763" fmla="*/ 39529 h 402907"/>
                <a:gd name="connsiteX764" fmla="*/ 36671 w 336232"/>
                <a:gd name="connsiteY764" fmla="*/ 41910 h 402907"/>
                <a:gd name="connsiteX765" fmla="*/ 39052 w 336232"/>
                <a:gd name="connsiteY765" fmla="*/ 44291 h 402907"/>
                <a:gd name="connsiteX766" fmla="*/ 40005 w 336232"/>
                <a:gd name="connsiteY766" fmla="*/ 44767 h 402907"/>
                <a:gd name="connsiteX767" fmla="*/ 40957 w 336232"/>
                <a:gd name="connsiteY767" fmla="*/ 44767 h 402907"/>
                <a:gd name="connsiteX768" fmla="*/ 42386 w 336232"/>
                <a:gd name="connsiteY768" fmla="*/ 43815 h 402907"/>
                <a:gd name="connsiteX769" fmla="*/ 44291 w 336232"/>
                <a:gd name="connsiteY769" fmla="*/ 41434 h 402907"/>
                <a:gd name="connsiteX770" fmla="*/ 46196 w 336232"/>
                <a:gd name="connsiteY770" fmla="*/ 41434 h 402907"/>
                <a:gd name="connsiteX771" fmla="*/ 50006 w 336232"/>
                <a:gd name="connsiteY771" fmla="*/ 37147 h 402907"/>
                <a:gd name="connsiteX772" fmla="*/ 53816 w 336232"/>
                <a:gd name="connsiteY772" fmla="*/ 35719 h 402907"/>
                <a:gd name="connsiteX773" fmla="*/ 59055 w 336232"/>
                <a:gd name="connsiteY773" fmla="*/ 31909 h 402907"/>
                <a:gd name="connsiteX774" fmla="*/ 60007 w 336232"/>
                <a:gd name="connsiteY774" fmla="*/ 30956 h 402907"/>
                <a:gd name="connsiteX775" fmla="*/ 60007 w 336232"/>
                <a:gd name="connsiteY775" fmla="*/ 29051 h 402907"/>
                <a:gd name="connsiteX776" fmla="*/ 59055 w 336232"/>
                <a:gd name="connsiteY776" fmla="*/ 28099 h 402907"/>
                <a:gd name="connsiteX777" fmla="*/ 55245 w 336232"/>
                <a:gd name="connsiteY777" fmla="*/ 28099 h 402907"/>
                <a:gd name="connsiteX778" fmla="*/ 60007 w 336232"/>
                <a:gd name="connsiteY778" fmla="*/ 25717 h 402907"/>
                <a:gd name="connsiteX779" fmla="*/ 61436 w 336232"/>
                <a:gd name="connsiteY779" fmla="*/ 23813 h 402907"/>
                <a:gd name="connsiteX780" fmla="*/ 63341 w 336232"/>
                <a:gd name="connsiteY780" fmla="*/ 23813 h 402907"/>
                <a:gd name="connsiteX781" fmla="*/ 67627 w 336232"/>
                <a:gd name="connsiteY781" fmla="*/ 15240 h 402907"/>
                <a:gd name="connsiteX782" fmla="*/ 67627 w 336232"/>
                <a:gd name="connsiteY782" fmla="*/ 11906 h 402907"/>
                <a:gd name="connsiteX783" fmla="*/ 66675 w 336232"/>
                <a:gd name="connsiteY783" fmla="*/ 9049 h 402907"/>
                <a:gd name="connsiteX784" fmla="*/ 66198 w 336232"/>
                <a:gd name="connsiteY784" fmla="*/ 8572 h 402907"/>
                <a:gd name="connsiteX785" fmla="*/ 64294 w 336232"/>
                <a:gd name="connsiteY785" fmla="*/ 9525 h 402907"/>
                <a:gd name="connsiteX786" fmla="*/ 55721 w 336232"/>
                <a:gd name="connsiteY786" fmla="*/ 14764 h 402907"/>
                <a:gd name="connsiteX787" fmla="*/ 49053 w 336232"/>
                <a:gd name="connsiteY787" fmla="*/ 17621 h 402907"/>
                <a:gd name="connsiteX788" fmla="*/ 48101 w 336232"/>
                <a:gd name="connsiteY788" fmla="*/ 18574 h 402907"/>
                <a:gd name="connsiteX789" fmla="*/ 47625 w 336232"/>
                <a:gd name="connsiteY789" fmla="*/ 19526 h 402907"/>
                <a:gd name="connsiteX790" fmla="*/ 50006 w 336232"/>
                <a:gd name="connsiteY790" fmla="*/ 23813 h 402907"/>
                <a:gd name="connsiteX791" fmla="*/ 50006 w 336232"/>
                <a:gd name="connsiteY791" fmla="*/ 24289 h 402907"/>
                <a:gd name="connsiteX792" fmla="*/ 47148 w 336232"/>
                <a:gd name="connsiteY792" fmla="*/ 23813 h 402907"/>
                <a:gd name="connsiteX793" fmla="*/ 44767 w 336232"/>
                <a:gd name="connsiteY793" fmla="*/ 24289 h 402907"/>
                <a:gd name="connsiteX794" fmla="*/ 42386 w 336232"/>
                <a:gd name="connsiteY794" fmla="*/ 22384 h 402907"/>
                <a:gd name="connsiteX795" fmla="*/ 40481 w 336232"/>
                <a:gd name="connsiteY795" fmla="*/ 21908 h 402907"/>
                <a:gd name="connsiteX796" fmla="*/ 40005 w 336232"/>
                <a:gd name="connsiteY796" fmla="*/ 22384 h 402907"/>
                <a:gd name="connsiteX797" fmla="*/ 39528 w 336232"/>
                <a:gd name="connsiteY797" fmla="*/ 23336 h 402907"/>
                <a:gd name="connsiteX798" fmla="*/ 38100 w 336232"/>
                <a:gd name="connsiteY798" fmla="*/ 24289 h 402907"/>
                <a:gd name="connsiteX799" fmla="*/ 37623 w 336232"/>
                <a:gd name="connsiteY799" fmla="*/ 26670 h 402907"/>
                <a:gd name="connsiteX800" fmla="*/ 38100 w 336232"/>
                <a:gd name="connsiteY800" fmla="*/ 28575 h 402907"/>
                <a:gd name="connsiteX801" fmla="*/ 36195 w 336232"/>
                <a:gd name="connsiteY801" fmla="*/ 29051 h 402907"/>
                <a:gd name="connsiteX802" fmla="*/ 24765 w 336232"/>
                <a:gd name="connsiteY802" fmla="*/ 71914 h 402907"/>
                <a:gd name="connsiteX803" fmla="*/ 25717 w 336232"/>
                <a:gd name="connsiteY803" fmla="*/ 74771 h 402907"/>
                <a:gd name="connsiteX804" fmla="*/ 26670 w 336232"/>
                <a:gd name="connsiteY804" fmla="*/ 75724 h 402907"/>
                <a:gd name="connsiteX805" fmla="*/ 28575 w 336232"/>
                <a:gd name="connsiteY805" fmla="*/ 76200 h 402907"/>
                <a:gd name="connsiteX806" fmla="*/ 30003 w 336232"/>
                <a:gd name="connsiteY806" fmla="*/ 75724 h 402907"/>
                <a:gd name="connsiteX807" fmla="*/ 30003 w 336232"/>
                <a:gd name="connsiteY807" fmla="*/ 75247 h 402907"/>
                <a:gd name="connsiteX808" fmla="*/ 29527 w 336232"/>
                <a:gd name="connsiteY808" fmla="*/ 63341 h 402907"/>
                <a:gd name="connsiteX809" fmla="*/ 28575 w 336232"/>
                <a:gd name="connsiteY809" fmla="*/ 62865 h 402907"/>
                <a:gd name="connsiteX810" fmla="*/ 24765 w 336232"/>
                <a:gd name="connsiteY810" fmla="*/ 62865 h 402907"/>
                <a:gd name="connsiteX811" fmla="*/ 24765 w 336232"/>
                <a:gd name="connsiteY811" fmla="*/ 66675 h 402907"/>
                <a:gd name="connsiteX812" fmla="*/ 24289 w 336232"/>
                <a:gd name="connsiteY812" fmla="*/ 70009 h 402907"/>
                <a:gd name="connsiteX813" fmla="*/ 24765 w 336232"/>
                <a:gd name="connsiteY813" fmla="*/ 71914 h 402907"/>
                <a:gd name="connsiteX814" fmla="*/ 21907 w 336232"/>
                <a:gd name="connsiteY814" fmla="*/ 83820 h 402907"/>
                <a:gd name="connsiteX815" fmla="*/ 24765 w 336232"/>
                <a:gd name="connsiteY815" fmla="*/ 83344 h 402907"/>
                <a:gd name="connsiteX816" fmla="*/ 25241 w 336232"/>
                <a:gd name="connsiteY816" fmla="*/ 82391 h 402907"/>
                <a:gd name="connsiteX817" fmla="*/ 24765 w 336232"/>
                <a:gd name="connsiteY817" fmla="*/ 81439 h 402907"/>
                <a:gd name="connsiteX818" fmla="*/ 23336 w 336232"/>
                <a:gd name="connsiteY818" fmla="*/ 80486 h 402907"/>
                <a:gd name="connsiteX819" fmla="*/ 20955 w 336232"/>
                <a:gd name="connsiteY819" fmla="*/ 80963 h 402907"/>
                <a:gd name="connsiteX820" fmla="*/ 20478 w 336232"/>
                <a:gd name="connsiteY820" fmla="*/ 82391 h 402907"/>
                <a:gd name="connsiteX821" fmla="*/ 20478 w 336232"/>
                <a:gd name="connsiteY821" fmla="*/ 82867 h 402907"/>
                <a:gd name="connsiteX822" fmla="*/ 21907 w 336232"/>
                <a:gd name="connsiteY822" fmla="*/ 83820 h 402907"/>
                <a:gd name="connsiteX823" fmla="*/ 28098 w 336232"/>
                <a:gd name="connsiteY823" fmla="*/ 55721 h 402907"/>
                <a:gd name="connsiteX824" fmla="*/ 32861 w 336232"/>
                <a:gd name="connsiteY824" fmla="*/ 55721 h 402907"/>
                <a:gd name="connsiteX825" fmla="*/ 35719 w 336232"/>
                <a:gd name="connsiteY825" fmla="*/ 50959 h 402907"/>
                <a:gd name="connsiteX826" fmla="*/ 31909 w 336232"/>
                <a:gd name="connsiteY826" fmla="*/ 48101 h 402907"/>
                <a:gd name="connsiteX827" fmla="*/ 29527 w 336232"/>
                <a:gd name="connsiteY827" fmla="*/ 49530 h 402907"/>
                <a:gd name="connsiteX828" fmla="*/ 27622 w 336232"/>
                <a:gd name="connsiteY828" fmla="*/ 49054 h 402907"/>
                <a:gd name="connsiteX829" fmla="*/ 25241 w 336232"/>
                <a:gd name="connsiteY829" fmla="*/ 50006 h 402907"/>
                <a:gd name="connsiteX830" fmla="*/ 23813 w 336232"/>
                <a:gd name="connsiteY830" fmla="*/ 49530 h 402907"/>
                <a:gd name="connsiteX831" fmla="*/ 22860 w 336232"/>
                <a:gd name="connsiteY831" fmla="*/ 49530 h 402907"/>
                <a:gd name="connsiteX832" fmla="*/ 21907 w 336232"/>
                <a:gd name="connsiteY832" fmla="*/ 50483 h 402907"/>
                <a:gd name="connsiteX833" fmla="*/ 21431 w 336232"/>
                <a:gd name="connsiteY833" fmla="*/ 51435 h 402907"/>
                <a:gd name="connsiteX834" fmla="*/ 21431 w 336232"/>
                <a:gd name="connsiteY834" fmla="*/ 51911 h 402907"/>
                <a:gd name="connsiteX835" fmla="*/ 28098 w 336232"/>
                <a:gd name="connsiteY835" fmla="*/ 55721 h 40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Lst>
              <a:rect l="l" t="t" r="r" b="b"/>
              <a:pathLst>
                <a:path w="336232" h="402907">
                  <a:moveTo>
                    <a:pt x="60960" y="83820"/>
                  </a:moveTo>
                  <a:lnTo>
                    <a:pt x="62389" y="83820"/>
                  </a:lnTo>
                  <a:lnTo>
                    <a:pt x="63341" y="83344"/>
                  </a:lnTo>
                  <a:lnTo>
                    <a:pt x="63817" y="82391"/>
                  </a:lnTo>
                  <a:lnTo>
                    <a:pt x="63817" y="81439"/>
                  </a:lnTo>
                  <a:lnTo>
                    <a:pt x="63341" y="80486"/>
                  </a:lnTo>
                  <a:lnTo>
                    <a:pt x="61913" y="79534"/>
                  </a:lnTo>
                  <a:lnTo>
                    <a:pt x="58102" y="80963"/>
                  </a:lnTo>
                  <a:lnTo>
                    <a:pt x="60007" y="83344"/>
                  </a:lnTo>
                  <a:lnTo>
                    <a:pt x="60960" y="83820"/>
                  </a:lnTo>
                  <a:close/>
                  <a:moveTo>
                    <a:pt x="62389" y="48578"/>
                  </a:moveTo>
                  <a:lnTo>
                    <a:pt x="60484" y="49054"/>
                  </a:lnTo>
                  <a:lnTo>
                    <a:pt x="60007" y="51911"/>
                  </a:lnTo>
                  <a:lnTo>
                    <a:pt x="51911" y="53816"/>
                  </a:lnTo>
                  <a:lnTo>
                    <a:pt x="51911" y="54292"/>
                  </a:lnTo>
                  <a:lnTo>
                    <a:pt x="52864" y="55721"/>
                  </a:lnTo>
                  <a:lnTo>
                    <a:pt x="52864" y="56197"/>
                  </a:lnTo>
                  <a:lnTo>
                    <a:pt x="51911" y="57150"/>
                  </a:lnTo>
                  <a:lnTo>
                    <a:pt x="50482" y="57626"/>
                  </a:lnTo>
                  <a:lnTo>
                    <a:pt x="48577" y="57150"/>
                  </a:lnTo>
                  <a:lnTo>
                    <a:pt x="47148" y="59055"/>
                  </a:lnTo>
                  <a:lnTo>
                    <a:pt x="46672" y="60008"/>
                  </a:lnTo>
                  <a:lnTo>
                    <a:pt x="47148" y="61436"/>
                  </a:lnTo>
                  <a:lnTo>
                    <a:pt x="49530" y="63817"/>
                  </a:lnTo>
                  <a:lnTo>
                    <a:pt x="57626" y="65722"/>
                  </a:lnTo>
                  <a:lnTo>
                    <a:pt x="60484" y="70009"/>
                  </a:lnTo>
                  <a:lnTo>
                    <a:pt x="61913" y="71914"/>
                  </a:lnTo>
                  <a:lnTo>
                    <a:pt x="63817" y="72866"/>
                  </a:lnTo>
                  <a:lnTo>
                    <a:pt x="67151" y="72866"/>
                  </a:lnTo>
                  <a:lnTo>
                    <a:pt x="71438" y="71914"/>
                  </a:lnTo>
                  <a:lnTo>
                    <a:pt x="71914" y="79058"/>
                  </a:lnTo>
                  <a:lnTo>
                    <a:pt x="72866" y="79534"/>
                  </a:lnTo>
                  <a:lnTo>
                    <a:pt x="74295" y="79534"/>
                  </a:lnTo>
                  <a:lnTo>
                    <a:pt x="75723" y="78581"/>
                  </a:lnTo>
                  <a:lnTo>
                    <a:pt x="79534" y="74295"/>
                  </a:lnTo>
                  <a:lnTo>
                    <a:pt x="82867" y="71914"/>
                  </a:lnTo>
                  <a:lnTo>
                    <a:pt x="83820" y="70485"/>
                  </a:lnTo>
                  <a:lnTo>
                    <a:pt x="83820" y="69056"/>
                  </a:lnTo>
                  <a:lnTo>
                    <a:pt x="82867" y="68104"/>
                  </a:lnTo>
                  <a:lnTo>
                    <a:pt x="77152" y="68580"/>
                  </a:lnTo>
                  <a:lnTo>
                    <a:pt x="70961" y="67628"/>
                  </a:lnTo>
                  <a:lnTo>
                    <a:pt x="70009" y="66675"/>
                  </a:lnTo>
                  <a:lnTo>
                    <a:pt x="68580" y="66199"/>
                  </a:lnTo>
                  <a:lnTo>
                    <a:pt x="68580" y="64294"/>
                  </a:lnTo>
                  <a:lnTo>
                    <a:pt x="67627" y="61436"/>
                  </a:lnTo>
                  <a:lnTo>
                    <a:pt x="68103" y="59055"/>
                  </a:lnTo>
                  <a:lnTo>
                    <a:pt x="68103" y="56674"/>
                  </a:lnTo>
                  <a:lnTo>
                    <a:pt x="67151" y="52864"/>
                  </a:lnTo>
                  <a:lnTo>
                    <a:pt x="64294" y="49530"/>
                  </a:lnTo>
                  <a:lnTo>
                    <a:pt x="62389" y="48578"/>
                  </a:lnTo>
                  <a:close/>
                  <a:moveTo>
                    <a:pt x="62389" y="148114"/>
                  </a:moveTo>
                  <a:lnTo>
                    <a:pt x="64294" y="148114"/>
                  </a:lnTo>
                  <a:lnTo>
                    <a:pt x="70009" y="145733"/>
                  </a:lnTo>
                  <a:lnTo>
                    <a:pt x="70961" y="143828"/>
                  </a:lnTo>
                  <a:lnTo>
                    <a:pt x="70961" y="142399"/>
                  </a:lnTo>
                  <a:lnTo>
                    <a:pt x="69532" y="138589"/>
                  </a:lnTo>
                  <a:lnTo>
                    <a:pt x="68103" y="132397"/>
                  </a:lnTo>
                  <a:lnTo>
                    <a:pt x="65246" y="133826"/>
                  </a:lnTo>
                  <a:lnTo>
                    <a:pt x="61913" y="136208"/>
                  </a:lnTo>
                  <a:lnTo>
                    <a:pt x="60960" y="135255"/>
                  </a:lnTo>
                  <a:lnTo>
                    <a:pt x="60007" y="135255"/>
                  </a:lnTo>
                  <a:lnTo>
                    <a:pt x="58578" y="136208"/>
                  </a:lnTo>
                  <a:lnTo>
                    <a:pt x="57626" y="137160"/>
                  </a:lnTo>
                  <a:lnTo>
                    <a:pt x="57150" y="138113"/>
                  </a:lnTo>
                  <a:lnTo>
                    <a:pt x="57150" y="140017"/>
                  </a:lnTo>
                  <a:lnTo>
                    <a:pt x="56197" y="142875"/>
                  </a:lnTo>
                  <a:lnTo>
                    <a:pt x="56197" y="143351"/>
                  </a:lnTo>
                  <a:lnTo>
                    <a:pt x="57626" y="142875"/>
                  </a:lnTo>
                  <a:lnTo>
                    <a:pt x="61436" y="139541"/>
                  </a:lnTo>
                  <a:lnTo>
                    <a:pt x="62389" y="139065"/>
                  </a:lnTo>
                  <a:lnTo>
                    <a:pt x="62865" y="139541"/>
                  </a:lnTo>
                  <a:lnTo>
                    <a:pt x="62389" y="141446"/>
                  </a:lnTo>
                  <a:lnTo>
                    <a:pt x="63341" y="144304"/>
                  </a:lnTo>
                  <a:lnTo>
                    <a:pt x="61913" y="146685"/>
                  </a:lnTo>
                  <a:lnTo>
                    <a:pt x="62389" y="148114"/>
                  </a:lnTo>
                  <a:close/>
                  <a:moveTo>
                    <a:pt x="53340" y="97631"/>
                  </a:moveTo>
                  <a:lnTo>
                    <a:pt x="50006" y="100965"/>
                  </a:lnTo>
                  <a:lnTo>
                    <a:pt x="50006" y="101441"/>
                  </a:lnTo>
                  <a:lnTo>
                    <a:pt x="51911" y="100965"/>
                  </a:lnTo>
                  <a:lnTo>
                    <a:pt x="54769" y="99060"/>
                  </a:lnTo>
                  <a:lnTo>
                    <a:pt x="56197" y="97155"/>
                  </a:lnTo>
                  <a:lnTo>
                    <a:pt x="55245" y="96679"/>
                  </a:lnTo>
                  <a:lnTo>
                    <a:pt x="53340" y="97631"/>
                  </a:lnTo>
                  <a:close/>
                  <a:moveTo>
                    <a:pt x="336232" y="288608"/>
                  </a:moveTo>
                  <a:lnTo>
                    <a:pt x="335280" y="284321"/>
                  </a:lnTo>
                  <a:lnTo>
                    <a:pt x="333375" y="280988"/>
                  </a:lnTo>
                  <a:lnTo>
                    <a:pt x="323850" y="274796"/>
                  </a:lnTo>
                  <a:lnTo>
                    <a:pt x="320040" y="273367"/>
                  </a:lnTo>
                  <a:lnTo>
                    <a:pt x="312896" y="271939"/>
                  </a:lnTo>
                  <a:lnTo>
                    <a:pt x="309086" y="272415"/>
                  </a:lnTo>
                  <a:lnTo>
                    <a:pt x="304800" y="271463"/>
                  </a:lnTo>
                  <a:lnTo>
                    <a:pt x="300514" y="270986"/>
                  </a:lnTo>
                  <a:lnTo>
                    <a:pt x="295751" y="271463"/>
                  </a:lnTo>
                  <a:lnTo>
                    <a:pt x="294322" y="272891"/>
                  </a:lnTo>
                  <a:lnTo>
                    <a:pt x="291465" y="276701"/>
                  </a:lnTo>
                  <a:lnTo>
                    <a:pt x="289560" y="278130"/>
                  </a:lnTo>
                  <a:lnTo>
                    <a:pt x="287655" y="278606"/>
                  </a:lnTo>
                  <a:lnTo>
                    <a:pt x="285750" y="278606"/>
                  </a:lnTo>
                  <a:lnTo>
                    <a:pt x="277653" y="274320"/>
                  </a:lnTo>
                  <a:lnTo>
                    <a:pt x="280511" y="271463"/>
                  </a:lnTo>
                  <a:lnTo>
                    <a:pt x="283369" y="268605"/>
                  </a:lnTo>
                  <a:lnTo>
                    <a:pt x="286226" y="266224"/>
                  </a:lnTo>
                  <a:lnTo>
                    <a:pt x="288131" y="262414"/>
                  </a:lnTo>
                  <a:lnTo>
                    <a:pt x="285273" y="254317"/>
                  </a:lnTo>
                  <a:lnTo>
                    <a:pt x="280511" y="248126"/>
                  </a:lnTo>
                  <a:lnTo>
                    <a:pt x="266223" y="237649"/>
                  </a:lnTo>
                  <a:lnTo>
                    <a:pt x="259556" y="237649"/>
                  </a:lnTo>
                  <a:lnTo>
                    <a:pt x="253841" y="236220"/>
                  </a:lnTo>
                  <a:lnTo>
                    <a:pt x="257175" y="236220"/>
                  </a:lnTo>
                  <a:lnTo>
                    <a:pt x="260985" y="236696"/>
                  </a:lnTo>
                  <a:lnTo>
                    <a:pt x="267652" y="235744"/>
                  </a:lnTo>
                  <a:lnTo>
                    <a:pt x="270986" y="238125"/>
                  </a:lnTo>
                  <a:lnTo>
                    <a:pt x="274320" y="240030"/>
                  </a:lnTo>
                  <a:lnTo>
                    <a:pt x="276225" y="240506"/>
                  </a:lnTo>
                  <a:lnTo>
                    <a:pt x="278130" y="240506"/>
                  </a:lnTo>
                  <a:lnTo>
                    <a:pt x="279559" y="240983"/>
                  </a:lnTo>
                  <a:lnTo>
                    <a:pt x="280988" y="241935"/>
                  </a:lnTo>
                  <a:lnTo>
                    <a:pt x="277653" y="235744"/>
                  </a:lnTo>
                  <a:lnTo>
                    <a:pt x="273844" y="230029"/>
                  </a:lnTo>
                  <a:lnTo>
                    <a:pt x="271939" y="226695"/>
                  </a:lnTo>
                  <a:lnTo>
                    <a:pt x="270510" y="222885"/>
                  </a:lnTo>
                  <a:lnTo>
                    <a:pt x="272415" y="220028"/>
                  </a:lnTo>
                  <a:lnTo>
                    <a:pt x="274796" y="218122"/>
                  </a:lnTo>
                  <a:lnTo>
                    <a:pt x="269557" y="214789"/>
                  </a:lnTo>
                  <a:lnTo>
                    <a:pt x="264795" y="210503"/>
                  </a:lnTo>
                  <a:lnTo>
                    <a:pt x="259556" y="205264"/>
                  </a:lnTo>
                  <a:lnTo>
                    <a:pt x="254317" y="200025"/>
                  </a:lnTo>
                  <a:lnTo>
                    <a:pt x="251460" y="198120"/>
                  </a:lnTo>
                  <a:lnTo>
                    <a:pt x="238125" y="192881"/>
                  </a:lnTo>
                  <a:lnTo>
                    <a:pt x="235267" y="190500"/>
                  </a:lnTo>
                  <a:lnTo>
                    <a:pt x="233363" y="187166"/>
                  </a:lnTo>
                  <a:lnTo>
                    <a:pt x="229076" y="175260"/>
                  </a:lnTo>
                  <a:lnTo>
                    <a:pt x="225742" y="164306"/>
                  </a:lnTo>
                  <a:lnTo>
                    <a:pt x="222885" y="152876"/>
                  </a:lnTo>
                  <a:lnTo>
                    <a:pt x="221456" y="149542"/>
                  </a:lnTo>
                  <a:lnTo>
                    <a:pt x="219075" y="147161"/>
                  </a:lnTo>
                  <a:lnTo>
                    <a:pt x="215741" y="144780"/>
                  </a:lnTo>
                  <a:lnTo>
                    <a:pt x="209550" y="138113"/>
                  </a:lnTo>
                  <a:lnTo>
                    <a:pt x="205264" y="133826"/>
                  </a:lnTo>
                  <a:lnTo>
                    <a:pt x="190023" y="128111"/>
                  </a:lnTo>
                  <a:lnTo>
                    <a:pt x="181927" y="128111"/>
                  </a:lnTo>
                  <a:lnTo>
                    <a:pt x="175736" y="131445"/>
                  </a:lnTo>
                  <a:lnTo>
                    <a:pt x="174784" y="131921"/>
                  </a:lnTo>
                  <a:lnTo>
                    <a:pt x="155734" y="129064"/>
                  </a:lnTo>
                  <a:lnTo>
                    <a:pt x="152400" y="127635"/>
                  </a:lnTo>
                  <a:lnTo>
                    <a:pt x="149542" y="125254"/>
                  </a:lnTo>
                  <a:lnTo>
                    <a:pt x="152876" y="126683"/>
                  </a:lnTo>
                  <a:lnTo>
                    <a:pt x="160020" y="128111"/>
                  </a:lnTo>
                  <a:lnTo>
                    <a:pt x="163830" y="128588"/>
                  </a:lnTo>
                  <a:lnTo>
                    <a:pt x="167164" y="127635"/>
                  </a:lnTo>
                  <a:lnTo>
                    <a:pt x="170021" y="125730"/>
                  </a:lnTo>
                  <a:lnTo>
                    <a:pt x="176689" y="120491"/>
                  </a:lnTo>
                  <a:lnTo>
                    <a:pt x="183832" y="120015"/>
                  </a:lnTo>
                  <a:lnTo>
                    <a:pt x="187166" y="117634"/>
                  </a:lnTo>
                  <a:lnTo>
                    <a:pt x="188119" y="114300"/>
                  </a:lnTo>
                  <a:lnTo>
                    <a:pt x="180022" y="110490"/>
                  </a:lnTo>
                  <a:lnTo>
                    <a:pt x="173355" y="110966"/>
                  </a:lnTo>
                  <a:lnTo>
                    <a:pt x="169545" y="111919"/>
                  </a:lnTo>
                  <a:lnTo>
                    <a:pt x="165735" y="111919"/>
                  </a:lnTo>
                  <a:lnTo>
                    <a:pt x="169069" y="110966"/>
                  </a:lnTo>
                  <a:lnTo>
                    <a:pt x="171926" y="109061"/>
                  </a:lnTo>
                  <a:lnTo>
                    <a:pt x="174307" y="108109"/>
                  </a:lnTo>
                  <a:lnTo>
                    <a:pt x="183356" y="106680"/>
                  </a:lnTo>
                  <a:lnTo>
                    <a:pt x="186690" y="105251"/>
                  </a:lnTo>
                  <a:lnTo>
                    <a:pt x="189547" y="102870"/>
                  </a:lnTo>
                  <a:lnTo>
                    <a:pt x="192881" y="99060"/>
                  </a:lnTo>
                  <a:lnTo>
                    <a:pt x="195263" y="94297"/>
                  </a:lnTo>
                  <a:lnTo>
                    <a:pt x="200977" y="88106"/>
                  </a:lnTo>
                  <a:lnTo>
                    <a:pt x="206692" y="76676"/>
                  </a:lnTo>
                  <a:lnTo>
                    <a:pt x="207645" y="74295"/>
                  </a:lnTo>
                  <a:lnTo>
                    <a:pt x="208121" y="71438"/>
                  </a:lnTo>
                  <a:lnTo>
                    <a:pt x="209073" y="69056"/>
                  </a:lnTo>
                  <a:lnTo>
                    <a:pt x="211931" y="64294"/>
                  </a:lnTo>
                  <a:lnTo>
                    <a:pt x="215265" y="60960"/>
                  </a:lnTo>
                  <a:lnTo>
                    <a:pt x="217170" y="58103"/>
                  </a:lnTo>
                  <a:lnTo>
                    <a:pt x="217170" y="57150"/>
                  </a:lnTo>
                  <a:lnTo>
                    <a:pt x="214313" y="51435"/>
                  </a:lnTo>
                  <a:lnTo>
                    <a:pt x="210978" y="48101"/>
                  </a:lnTo>
                  <a:lnTo>
                    <a:pt x="207169" y="46672"/>
                  </a:lnTo>
                  <a:lnTo>
                    <a:pt x="201453" y="47625"/>
                  </a:lnTo>
                  <a:lnTo>
                    <a:pt x="180498" y="47149"/>
                  </a:lnTo>
                  <a:lnTo>
                    <a:pt x="177641" y="47149"/>
                  </a:lnTo>
                  <a:lnTo>
                    <a:pt x="174784" y="48101"/>
                  </a:lnTo>
                  <a:lnTo>
                    <a:pt x="173355" y="48101"/>
                  </a:lnTo>
                  <a:lnTo>
                    <a:pt x="166211" y="46196"/>
                  </a:lnTo>
                  <a:lnTo>
                    <a:pt x="162401" y="46196"/>
                  </a:lnTo>
                  <a:lnTo>
                    <a:pt x="154781" y="48578"/>
                  </a:lnTo>
                  <a:lnTo>
                    <a:pt x="146685" y="51435"/>
                  </a:lnTo>
                  <a:lnTo>
                    <a:pt x="142398" y="52388"/>
                  </a:lnTo>
                  <a:lnTo>
                    <a:pt x="137636" y="52388"/>
                  </a:lnTo>
                  <a:lnTo>
                    <a:pt x="139541" y="47625"/>
                  </a:lnTo>
                  <a:lnTo>
                    <a:pt x="146209" y="42386"/>
                  </a:lnTo>
                  <a:lnTo>
                    <a:pt x="147161" y="40958"/>
                  </a:lnTo>
                  <a:lnTo>
                    <a:pt x="145256" y="40005"/>
                  </a:lnTo>
                  <a:lnTo>
                    <a:pt x="140970" y="39529"/>
                  </a:lnTo>
                  <a:lnTo>
                    <a:pt x="141446" y="36671"/>
                  </a:lnTo>
                  <a:lnTo>
                    <a:pt x="142398" y="34290"/>
                  </a:lnTo>
                  <a:lnTo>
                    <a:pt x="149542" y="29528"/>
                  </a:lnTo>
                  <a:lnTo>
                    <a:pt x="161925" y="20479"/>
                  </a:lnTo>
                  <a:lnTo>
                    <a:pt x="168592" y="16669"/>
                  </a:lnTo>
                  <a:lnTo>
                    <a:pt x="170973" y="13811"/>
                  </a:lnTo>
                  <a:lnTo>
                    <a:pt x="171926" y="12383"/>
                  </a:lnTo>
                  <a:lnTo>
                    <a:pt x="172402" y="10954"/>
                  </a:lnTo>
                  <a:lnTo>
                    <a:pt x="171926" y="7144"/>
                  </a:lnTo>
                  <a:lnTo>
                    <a:pt x="173831" y="3334"/>
                  </a:lnTo>
                  <a:lnTo>
                    <a:pt x="174307" y="1905"/>
                  </a:lnTo>
                  <a:lnTo>
                    <a:pt x="174307" y="953"/>
                  </a:lnTo>
                  <a:lnTo>
                    <a:pt x="167164" y="0"/>
                  </a:lnTo>
                  <a:lnTo>
                    <a:pt x="160496" y="1429"/>
                  </a:lnTo>
                  <a:lnTo>
                    <a:pt x="153352" y="1905"/>
                  </a:lnTo>
                  <a:lnTo>
                    <a:pt x="146685" y="3334"/>
                  </a:lnTo>
                  <a:lnTo>
                    <a:pt x="135255" y="4286"/>
                  </a:lnTo>
                  <a:lnTo>
                    <a:pt x="127159" y="6667"/>
                  </a:lnTo>
                  <a:lnTo>
                    <a:pt x="125253" y="3810"/>
                  </a:lnTo>
                  <a:lnTo>
                    <a:pt x="123825" y="4286"/>
                  </a:lnTo>
                  <a:lnTo>
                    <a:pt x="119063" y="6667"/>
                  </a:lnTo>
                  <a:lnTo>
                    <a:pt x="117634" y="6667"/>
                  </a:lnTo>
                  <a:lnTo>
                    <a:pt x="115728" y="4286"/>
                  </a:lnTo>
                  <a:lnTo>
                    <a:pt x="114300" y="3334"/>
                  </a:lnTo>
                  <a:lnTo>
                    <a:pt x="110490" y="2381"/>
                  </a:lnTo>
                  <a:lnTo>
                    <a:pt x="108585" y="2858"/>
                  </a:lnTo>
                  <a:lnTo>
                    <a:pt x="107156" y="3334"/>
                  </a:lnTo>
                  <a:lnTo>
                    <a:pt x="105251" y="5715"/>
                  </a:lnTo>
                  <a:lnTo>
                    <a:pt x="104775" y="7144"/>
                  </a:lnTo>
                  <a:lnTo>
                    <a:pt x="104775" y="10478"/>
                  </a:lnTo>
                  <a:lnTo>
                    <a:pt x="104298" y="12383"/>
                  </a:lnTo>
                  <a:lnTo>
                    <a:pt x="104775" y="14288"/>
                  </a:lnTo>
                  <a:lnTo>
                    <a:pt x="106203" y="16669"/>
                  </a:lnTo>
                  <a:lnTo>
                    <a:pt x="107156" y="18574"/>
                  </a:lnTo>
                  <a:lnTo>
                    <a:pt x="105251" y="19050"/>
                  </a:lnTo>
                  <a:lnTo>
                    <a:pt x="98107" y="19050"/>
                  </a:lnTo>
                  <a:lnTo>
                    <a:pt x="95726" y="19526"/>
                  </a:lnTo>
                  <a:lnTo>
                    <a:pt x="95250" y="20955"/>
                  </a:lnTo>
                  <a:lnTo>
                    <a:pt x="95726" y="22860"/>
                  </a:lnTo>
                  <a:lnTo>
                    <a:pt x="95726" y="24289"/>
                  </a:lnTo>
                  <a:lnTo>
                    <a:pt x="93821" y="28099"/>
                  </a:lnTo>
                  <a:lnTo>
                    <a:pt x="94297" y="29528"/>
                  </a:lnTo>
                  <a:lnTo>
                    <a:pt x="101441" y="36195"/>
                  </a:lnTo>
                  <a:lnTo>
                    <a:pt x="101917" y="37624"/>
                  </a:lnTo>
                  <a:lnTo>
                    <a:pt x="97631" y="36671"/>
                  </a:lnTo>
                  <a:lnTo>
                    <a:pt x="96678" y="36671"/>
                  </a:lnTo>
                  <a:lnTo>
                    <a:pt x="95726" y="38100"/>
                  </a:lnTo>
                  <a:lnTo>
                    <a:pt x="86677" y="38100"/>
                  </a:lnTo>
                  <a:lnTo>
                    <a:pt x="84772" y="40958"/>
                  </a:lnTo>
                  <a:lnTo>
                    <a:pt x="83820" y="43339"/>
                  </a:lnTo>
                  <a:lnTo>
                    <a:pt x="81915" y="48578"/>
                  </a:lnTo>
                  <a:lnTo>
                    <a:pt x="81915" y="50006"/>
                  </a:lnTo>
                  <a:lnTo>
                    <a:pt x="82867" y="51911"/>
                  </a:lnTo>
                  <a:lnTo>
                    <a:pt x="84296" y="53340"/>
                  </a:lnTo>
                  <a:lnTo>
                    <a:pt x="87630" y="54769"/>
                  </a:lnTo>
                  <a:lnTo>
                    <a:pt x="83820" y="55721"/>
                  </a:lnTo>
                  <a:lnTo>
                    <a:pt x="81439" y="56674"/>
                  </a:lnTo>
                  <a:lnTo>
                    <a:pt x="80010" y="58103"/>
                  </a:lnTo>
                  <a:lnTo>
                    <a:pt x="79534" y="59531"/>
                  </a:lnTo>
                  <a:lnTo>
                    <a:pt x="80486" y="62389"/>
                  </a:lnTo>
                  <a:lnTo>
                    <a:pt x="85248" y="64770"/>
                  </a:lnTo>
                  <a:lnTo>
                    <a:pt x="86201" y="66675"/>
                  </a:lnTo>
                  <a:lnTo>
                    <a:pt x="88582" y="69533"/>
                  </a:lnTo>
                  <a:lnTo>
                    <a:pt x="87630" y="75724"/>
                  </a:lnTo>
                  <a:lnTo>
                    <a:pt x="82867" y="82391"/>
                  </a:lnTo>
                  <a:lnTo>
                    <a:pt x="79057" y="84296"/>
                  </a:lnTo>
                  <a:lnTo>
                    <a:pt x="78581" y="85249"/>
                  </a:lnTo>
                  <a:lnTo>
                    <a:pt x="82867" y="87630"/>
                  </a:lnTo>
                  <a:lnTo>
                    <a:pt x="77628" y="90964"/>
                  </a:lnTo>
                  <a:lnTo>
                    <a:pt x="72390" y="91916"/>
                  </a:lnTo>
                  <a:lnTo>
                    <a:pt x="69056" y="94297"/>
                  </a:lnTo>
                  <a:lnTo>
                    <a:pt x="69056" y="94774"/>
                  </a:lnTo>
                  <a:lnTo>
                    <a:pt x="71438" y="95250"/>
                  </a:lnTo>
                  <a:lnTo>
                    <a:pt x="74295" y="95250"/>
                  </a:lnTo>
                  <a:lnTo>
                    <a:pt x="75247" y="99060"/>
                  </a:lnTo>
                  <a:lnTo>
                    <a:pt x="77628" y="100965"/>
                  </a:lnTo>
                  <a:lnTo>
                    <a:pt x="80963" y="101917"/>
                  </a:lnTo>
                  <a:lnTo>
                    <a:pt x="85248" y="102394"/>
                  </a:lnTo>
                  <a:lnTo>
                    <a:pt x="88106" y="100965"/>
                  </a:lnTo>
                  <a:lnTo>
                    <a:pt x="100013" y="91916"/>
                  </a:lnTo>
                  <a:lnTo>
                    <a:pt x="100965" y="91440"/>
                  </a:lnTo>
                  <a:lnTo>
                    <a:pt x="99060" y="94774"/>
                  </a:lnTo>
                  <a:lnTo>
                    <a:pt x="96678" y="98108"/>
                  </a:lnTo>
                  <a:lnTo>
                    <a:pt x="96202" y="100965"/>
                  </a:lnTo>
                  <a:lnTo>
                    <a:pt x="94297" y="102870"/>
                  </a:lnTo>
                  <a:lnTo>
                    <a:pt x="92869" y="107156"/>
                  </a:lnTo>
                  <a:lnTo>
                    <a:pt x="90964" y="110490"/>
                  </a:lnTo>
                  <a:lnTo>
                    <a:pt x="89535" y="115253"/>
                  </a:lnTo>
                  <a:lnTo>
                    <a:pt x="89059" y="120967"/>
                  </a:lnTo>
                  <a:lnTo>
                    <a:pt x="87153" y="124778"/>
                  </a:lnTo>
                  <a:lnTo>
                    <a:pt x="86677" y="136208"/>
                  </a:lnTo>
                  <a:lnTo>
                    <a:pt x="87153" y="137160"/>
                  </a:lnTo>
                  <a:lnTo>
                    <a:pt x="88106" y="137636"/>
                  </a:lnTo>
                  <a:lnTo>
                    <a:pt x="90488" y="136684"/>
                  </a:lnTo>
                  <a:lnTo>
                    <a:pt x="90488" y="137160"/>
                  </a:lnTo>
                  <a:lnTo>
                    <a:pt x="87153" y="140970"/>
                  </a:lnTo>
                  <a:lnTo>
                    <a:pt x="85725" y="143351"/>
                  </a:lnTo>
                  <a:lnTo>
                    <a:pt x="84772" y="145733"/>
                  </a:lnTo>
                  <a:lnTo>
                    <a:pt x="82391" y="154305"/>
                  </a:lnTo>
                  <a:lnTo>
                    <a:pt x="81915" y="156686"/>
                  </a:lnTo>
                  <a:lnTo>
                    <a:pt x="81915" y="158115"/>
                  </a:lnTo>
                  <a:lnTo>
                    <a:pt x="83344" y="159544"/>
                  </a:lnTo>
                  <a:lnTo>
                    <a:pt x="86201" y="160020"/>
                  </a:lnTo>
                  <a:lnTo>
                    <a:pt x="87153" y="160020"/>
                  </a:lnTo>
                  <a:lnTo>
                    <a:pt x="88106" y="159067"/>
                  </a:lnTo>
                  <a:lnTo>
                    <a:pt x="89059" y="157163"/>
                  </a:lnTo>
                  <a:lnTo>
                    <a:pt x="94773" y="139065"/>
                  </a:lnTo>
                  <a:lnTo>
                    <a:pt x="95250" y="136208"/>
                  </a:lnTo>
                  <a:lnTo>
                    <a:pt x="93821" y="130492"/>
                  </a:lnTo>
                  <a:lnTo>
                    <a:pt x="93821" y="129540"/>
                  </a:lnTo>
                  <a:lnTo>
                    <a:pt x="94297" y="128588"/>
                  </a:lnTo>
                  <a:lnTo>
                    <a:pt x="95250" y="127635"/>
                  </a:lnTo>
                  <a:lnTo>
                    <a:pt x="98584" y="124301"/>
                  </a:lnTo>
                  <a:lnTo>
                    <a:pt x="105251" y="119063"/>
                  </a:lnTo>
                  <a:lnTo>
                    <a:pt x="108109" y="117158"/>
                  </a:lnTo>
                  <a:lnTo>
                    <a:pt x="101917" y="122872"/>
                  </a:lnTo>
                  <a:lnTo>
                    <a:pt x="100489" y="125254"/>
                  </a:lnTo>
                  <a:lnTo>
                    <a:pt x="99536" y="128588"/>
                  </a:lnTo>
                  <a:lnTo>
                    <a:pt x="99536" y="131921"/>
                  </a:lnTo>
                  <a:lnTo>
                    <a:pt x="100013" y="133826"/>
                  </a:lnTo>
                  <a:lnTo>
                    <a:pt x="100489" y="133826"/>
                  </a:lnTo>
                  <a:lnTo>
                    <a:pt x="100965" y="131921"/>
                  </a:lnTo>
                  <a:lnTo>
                    <a:pt x="102870" y="131921"/>
                  </a:lnTo>
                  <a:lnTo>
                    <a:pt x="103346" y="131445"/>
                  </a:lnTo>
                  <a:lnTo>
                    <a:pt x="104298" y="129540"/>
                  </a:lnTo>
                  <a:lnTo>
                    <a:pt x="108585" y="128588"/>
                  </a:lnTo>
                  <a:lnTo>
                    <a:pt x="110014" y="127635"/>
                  </a:lnTo>
                  <a:lnTo>
                    <a:pt x="112395" y="123349"/>
                  </a:lnTo>
                  <a:lnTo>
                    <a:pt x="113823" y="121444"/>
                  </a:lnTo>
                  <a:lnTo>
                    <a:pt x="114300" y="120967"/>
                  </a:lnTo>
                  <a:lnTo>
                    <a:pt x="112871" y="124778"/>
                  </a:lnTo>
                  <a:lnTo>
                    <a:pt x="112871" y="126206"/>
                  </a:lnTo>
                  <a:lnTo>
                    <a:pt x="118586" y="130016"/>
                  </a:lnTo>
                  <a:lnTo>
                    <a:pt x="121444" y="131445"/>
                  </a:lnTo>
                  <a:lnTo>
                    <a:pt x="113823" y="131445"/>
                  </a:lnTo>
                  <a:lnTo>
                    <a:pt x="113347" y="131921"/>
                  </a:lnTo>
                  <a:lnTo>
                    <a:pt x="111919" y="134779"/>
                  </a:lnTo>
                  <a:lnTo>
                    <a:pt x="111442" y="139065"/>
                  </a:lnTo>
                  <a:lnTo>
                    <a:pt x="111442" y="142875"/>
                  </a:lnTo>
                  <a:lnTo>
                    <a:pt x="117157" y="147638"/>
                  </a:lnTo>
                  <a:lnTo>
                    <a:pt x="118586" y="149542"/>
                  </a:lnTo>
                  <a:lnTo>
                    <a:pt x="119063" y="151924"/>
                  </a:lnTo>
                  <a:lnTo>
                    <a:pt x="117634" y="155734"/>
                  </a:lnTo>
                  <a:lnTo>
                    <a:pt x="115252" y="158591"/>
                  </a:lnTo>
                  <a:lnTo>
                    <a:pt x="109061" y="168592"/>
                  </a:lnTo>
                  <a:lnTo>
                    <a:pt x="106203" y="176213"/>
                  </a:lnTo>
                  <a:lnTo>
                    <a:pt x="104298" y="175260"/>
                  </a:lnTo>
                  <a:lnTo>
                    <a:pt x="102394" y="176689"/>
                  </a:lnTo>
                  <a:lnTo>
                    <a:pt x="102394" y="180022"/>
                  </a:lnTo>
                  <a:lnTo>
                    <a:pt x="103346" y="182880"/>
                  </a:lnTo>
                  <a:lnTo>
                    <a:pt x="106680" y="187166"/>
                  </a:lnTo>
                  <a:lnTo>
                    <a:pt x="110966" y="190500"/>
                  </a:lnTo>
                  <a:lnTo>
                    <a:pt x="111919" y="186690"/>
                  </a:lnTo>
                  <a:lnTo>
                    <a:pt x="113347" y="184309"/>
                  </a:lnTo>
                  <a:lnTo>
                    <a:pt x="114300" y="183356"/>
                  </a:lnTo>
                  <a:lnTo>
                    <a:pt x="120015" y="186214"/>
                  </a:lnTo>
                  <a:lnTo>
                    <a:pt x="124301" y="187642"/>
                  </a:lnTo>
                  <a:lnTo>
                    <a:pt x="128111" y="186214"/>
                  </a:lnTo>
                  <a:lnTo>
                    <a:pt x="131921" y="183833"/>
                  </a:lnTo>
                  <a:lnTo>
                    <a:pt x="133826" y="183356"/>
                  </a:lnTo>
                  <a:lnTo>
                    <a:pt x="135255" y="183833"/>
                  </a:lnTo>
                  <a:lnTo>
                    <a:pt x="136207" y="185738"/>
                  </a:lnTo>
                  <a:lnTo>
                    <a:pt x="137636" y="186690"/>
                  </a:lnTo>
                  <a:lnTo>
                    <a:pt x="139541" y="186214"/>
                  </a:lnTo>
                  <a:lnTo>
                    <a:pt x="143351" y="186690"/>
                  </a:lnTo>
                  <a:lnTo>
                    <a:pt x="145256" y="185738"/>
                  </a:lnTo>
                  <a:lnTo>
                    <a:pt x="147161" y="183833"/>
                  </a:lnTo>
                  <a:lnTo>
                    <a:pt x="149066" y="182404"/>
                  </a:lnTo>
                  <a:lnTo>
                    <a:pt x="151447" y="181928"/>
                  </a:lnTo>
                  <a:lnTo>
                    <a:pt x="153352" y="180975"/>
                  </a:lnTo>
                  <a:lnTo>
                    <a:pt x="157163" y="178594"/>
                  </a:lnTo>
                  <a:lnTo>
                    <a:pt x="160972" y="177641"/>
                  </a:lnTo>
                  <a:lnTo>
                    <a:pt x="172878" y="177641"/>
                  </a:lnTo>
                  <a:lnTo>
                    <a:pt x="174307" y="178117"/>
                  </a:lnTo>
                  <a:lnTo>
                    <a:pt x="166211" y="180499"/>
                  </a:lnTo>
                  <a:lnTo>
                    <a:pt x="159544" y="186690"/>
                  </a:lnTo>
                  <a:lnTo>
                    <a:pt x="155257" y="196215"/>
                  </a:lnTo>
                  <a:lnTo>
                    <a:pt x="156210" y="200501"/>
                  </a:lnTo>
                  <a:lnTo>
                    <a:pt x="161448" y="208121"/>
                  </a:lnTo>
                  <a:lnTo>
                    <a:pt x="164306" y="211455"/>
                  </a:lnTo>
                  <a:lnTo>
                    <a:pt x="169545" y="216217"/>
                  </a:lnTo>
                  <a:lnTo>
                    <a:pt x="171450" y="216217"/>
                  </a:lnTo>
                  <a:lnTo>
                    <a:pt x="173355" y="214789"/>
                  </a:lnTo>
                  <a:lnTo>
                    <a:pt x="175260" y="213836"/>
                  </a:lnTo>
                  <a:lnTo>
                    <a:pt x="179546" y="213360"/>
                  </a:lnTo>
                  <a:lnTo>
                    <a:pt x="180498" y="215265"/>
                  </a:lnTo>
                  <a:lnTo>
                    <a:pt x="180022" y="219551"/>
                  </a:lnTo>
                  <a:lnTo>
                    <a:pt x="178594" y="223361"/>
                  </a:lnTo>
                  <a:lnTo>
                    <a:pt x="174307" y="225742"/>
                  </a:lnTo>
                  <a:lnTo>
                    <a:pt x="173831" y="228600"/>
                  </a:lnTo>
                  <a:lnTo>
                    <a:pt x="174307" y="231934"/>
                  </a:lnTo>
                  <a:lnTo>
                    <a:pt x="175736" y="233363"/>
                  </a:lnTo>
                  <a:lnTo>
                    <a:pt x="177641" y="233839"/>
                  </a:lnTo>
                  <a:lnTo>
                    <a:pt x="175260" y="237172"/>
                  </a:lnTo>
                  <a:lnTo>
                    <a:pt x="172878" y="240506"/>
                  </a:lnTo>
                  <a:lnTo>
                    <a:pt x="172878" y="243840"/>
                  </a:lnTo>
                  <a:lnTo>
                    <a:pt x="176213" y="249555"/>
                  </a:lnTo>
                  <a:lnTo>
                    <a:pt x="178117" y="251460"/>
                  </a:lnTo>
                  <a:lnTo>
                    <a:pt x="180498" y="252413"/>
                  </a:lnTo>
                  <a:lnTo>
                    <a:pt x="182403" y="252413"/>
                  </a:lnTo>
                  <a:lnTo>
                    <a:pt x="183832" y="253365"/>
                  </a:lnTo>
                  <a:lnTo>
                    <a:pt x="180022" y="254317"/>
                  </a:lnTo>
                  <a:lnTo>
                    <a:pt x="178117" y="253841"/>
                  </a:lnTo>
                  <a:lnTo>
                    <a:pt x="173355" y="248126"/>
                  </a:lnTo>
                  <a:lnTo>
                    <a:pt x="170021" y="249555"/>
                  </a:lnTo>
                  <a:lnTo>
                    <a:pt x="172402" y="255746"/>
                  </a:lnTo>
                  <a:lnTo>
                    <a:pt x="164782" y="251936"/>
                  </a:lnTo>
                  <a:lnTo>
                    <a:pt x="161448" y="252413"/>
                  </a:lnTo>
                  <a:lnTo>
                    <a:pt x="158115" y="253841"/>
                  </a:lnTo>
                  <a:lnTo>
                    <a:pt x="154305" y="254317"/>
                  </a:lnTo>
                  <a:lnTo>
                    <a:pt x="150495" y="253841"/>
                  </a:lnTo>
                  <a:lnTo>
                    <a:pt x="149066" y="253841"/>
                  </a:lnTo>
                  <a:lnTo>
                    <a:pt x="138589" y="257651"/>
                  </a:lnTo>
                  <a:lnTo>
                    <a:pt x="133350" y="260985"/>
                  </a:lnTo>
                  <a:lnTo>
                    <a:pt x="131445" y="262890"/>
                  </a:lnTo>
                  <a:lnTo>
                    <a:pt x="130492" y="265271"/>
                  </a:lnTo>
                  <a:lnTo>
                    <a:pt x="129064" y="267176"/>
                  </a:lnTo>
                  <a:lnTo>
                    <a:pt x="124777" y="269558"/>
                  </a:lnTo>
                  <a:lnTo>
                    <a:pt x="120967" y="272415"/>
                  </a:lnTo>
                  <a:lnTo>
                    <a:pt x="119539" y="274796"/>
                  </a:lnTo>
                  <a:lnTo>
                    <a:pt x="119539" y="276701"/>
                  </a:lnTo>
                  <a:lnTo>
                    <a:pt x="122872" y="276225"/>
                  </a:lnTo>
                  <a:lnTo>
                    <a:pt x="126682" y="273844"/>
                  </a:lnTo>
                  <a:lnTo>
                    <a:pt x="130492" y="272415"/>
                  </a:lnTo>
                  <a:lnTo>
                    <a:pt x="134778" y="271939"/>
                  </a:lnTo>
                  <a:lnTo>
                    <a:pt x="139065" y="271939"/>
                  </a:lnTo>
                  <a:lnTo>
                    <a:pt x="138589" y="274320"/>
                  </a:lnTo>
                  <a:lnTo>
                    <a:pt x="138589" y="276225"/>
                  </a:lnTo>
                  <a:lnTo>
                    <a:pt x="140494" y="279083"/>
                  </a:lnTo>
                  <a:lnTo>
                    <a:pt x="141446" y="281464"/>
                  </a:lnTo>
                  <a:lnTo>
                    <a:pt x="140494" y="283369"/>
                  </a:lnTo>
                  <a:lnTo>
                    <a:pt x="140017" y="285750"/>
                  </a:lnTo>
                  <a:lnTo>
                    <a:pt x="140970" y="288131"/>
                  </a:lnTo>
                  <a:lnTo>
                    <a:pt x="143351" y="289084"/>
                  </a:lnTo>
                  <a:lnTo>
                    <a:pt x="140970" y="291941"/>
                  </a:lnTo>
                  <a:lnTo>
                    <a:pt x="139065" y="295751"/>
                  </a:lnTo>
                  <a:lnTo>
                    <a:pt x="137160" y="298609"/>
                  </a:lnTo>
                  <a:lnTo>
                    <a:pt x="134778" y="300990"/>
                  </a:lnTo>
                  <a:lnTo>
                    <a:pt x="129064" y="304800"/>
                  </a:lnTo>
                  <a:lnTo>
                    <a:pt x="122872" y="306705"/>
                  </a:lnTo>
                  <a:lnTo>
                    <a:pt x="111919" y="311467"/>
                  </a:lnTo>
                  <a:lnTo>
                    <a:pt x="104775" y="313372"/>
                  </a:lnTo>
                  <a:lnTo>
                    <a:pt x="101441" y="315278"/>
                  </a:lnTo>
                  <a:lnTo>
                    <a:pt x="98584" y="318611"/>
                  </a:lnTo>
                  <a:lnTo>
                    <a:pt x="100489" y="319564"/>
                  </a:lnTo>
                  <a:lnTo>
                    <a:pt x="101441" y="321945"/>
                  </a:lnTo>
                  <a:lnTo>
                    <a:pt x="101441" y="324803"/>
                  </a:lnTo>
                  <a:lnTo>
                    <a:pt x="102870" y="326231"/>
                  </a:lnTo>
                  <a:lnTo>
                    <a:pt x="110490" y="330041"/>
                  </a:lnTo>
                  <a:lnTo>
                    <a:pt x="116681" y="327660"/>
                  </a:lnTo>
                  <a:lnTo>
                    <a:pt x="120491" y="325279"/>
                  </a:lnTo>
                  <a:lnTo>
                    <a:pt x="122872" y="324803"/>
                  </a:lnTo>
                  <a:lnTo>
                    <a:pt x="127635" y="325279"/>
                  </a:lnTo>
                  <a:lnTo>
                    <a:pt x="129540" y="327184"/>
                  </a:lnTo>
                  <a:lnTo>
                    <a:pt x="131445" y="328136"/>
                  </a:lnTo>
                  <a:lnTo>
                    <a:pt x="137636" y="329089"/>
                  </a:lnTo>
                  <a:lnTo>
                    <a:pt x="134778" y="330517"/>
                  </a:lnTo>
                  <a:lnTo>
                    <a:pt x="132873" y="332899"/>
                  </a:lnTo>
                  <a:lnTo>
                    <a:pt x="137160" y="332899"/>
                  </a:lnTo>
                  <a:lnTo>
                    <a:pt x="140970" y="332422"/>
                  </a:lnTo>
                  <a:lnTo>
                    <a:pt x="142875" y="331946"/>
                  </a:lnTo>
                  <a:lnTo>
                    <a:pt x="144780" y="332422"/>
                  </a:lnTo>
                  <a:lnTo>
                    <a:pt x="149066" y="334804"/>
                  </a:lnTo>
                  <a:lnTo>
                    <a:pt x="155734" y="340519"/>
                  </a:lnTo>
                  <a:lnTo>
                    <a:pt x="164782" y="341471"/>
                  </a:lnTo>
                  <a:lnTo>
                    <a:pt x="165735" y="340995"/>
                  </a:lnTo>
                  <a:lnTo>
                    <a:pt x="171926" y="336709"/>
                  </a:lnTo>
                  <a:lnTo>
                    <a:pt x="175260" y="334804"/>
                  </a:lnTo>
                  <a:lnTo>
                    <a:pt x="183356" y="332899"/>
                  </a:lnTo>
                  <a:lnTo>
                    <a:pt x="185738" y="330994"/>
                  </a:lnTo>
                  <a:lnTo>
                    <a:pt x="190023" y="327660"/>
                  </a:lnTo>
                  <a:lnTo>
                    <a:pt x="193834" y="325755"/>
                  </a:lnTo>
                  <a:lnTo>
                    <a:pt x="188595" y="331470"/>
                  </a:lnTo>
                  <a:lnTo>
                    <a:pt x="185261" y="334804"/>
                  </a:lnTo>
                  <a:lnTo>
                    <a:pt x="181927" y="337661"/>
                  </a:lnTo>
                  <a:lnTo>
                    <a:pt x="179070" y="340995"/>
                  </a:lnTo>
                  <a:lnTo>
                    <a:pt x="173831" y="348139"/>
                  </a:lnTo>
                  <a:lnTo>
                    <a:pt x="170497" y="350044"/>
                  </a:lnTo>
                  <a:lnTo>
                    <a:pt x="166211" y="350520"/>
                  </a:lnTo>
                  <a:lnTo>
                    <a:pt x="161925" y="350520"/>
                  </a:lnTo>
                  <a:lnTo>
                    <a:pt x="153828" y="349091"/>
                  </a:lnTo>
                  <a:lnTo>
                    <a:pt x="145732" y="349091"/>
                  </a:lnTo>
                  <a:lnTo>
                    <a:pt x="134778" y="350520"/>
                  </a:lnTo>
                  <a:lnTo>
                    <a:pt x="133826" y="350996"/>
                  </a:lnTo>
                  <a:lnTo>
                    <a:pt x="130016" y="358140"/>
                  </a:lnTo>
                  <a:lnTo>
                    <a:pt x="122396" y="360521"/>
                  </a:lnTo>
                  <a:lnTo>
                    <a:pt x="121444" y="363855"/>
                  </a:lnTo>
                  <a:lnTo>
                    <a:pt x="120967" y="367189"/>
                  </a:lnTo>
                  <a:lnTo>
                    <a:pt x="120015" y="369094"/>
                  </a:lnTo>
                  <a:lnTo>
                    <a:pt x="110490" y="377666"/>
                  </a:lnTo>
                  <a:lnTo>
                    <a:pt x="109538" y="380047"/>
                  </a:lnTo>
                  <a:lnTo>
                    <a:pt x="107632" y="380524"/>
                  </a:lnTo>
                  <a:lnTo>
                    <a:pt x="106203" y="381953"/>
                  </a:lnTo>
                  <a:lnTo>
                    <a:pt x="104775" y="383858"/>
                  </a:lnTo>
                  <a:lnTo>
                    <a:pt x="101441" y="387191"/>
                  </a:lnTo>
                  <a:lnTo>
                    <a:pt x="94773" y="392906"/>
                  </a:lnTo>
                  <a:lnTo>
                    <a:pt x="87153" y="395288"/>
                  </a:lnTo>
                  <a:lnTo>
                    <a:pt x="84296" y="398145"/>
                  </a:lnTo>
                  <a:lnTo>
                    <a:pt x="84296" y="400526"/>
                  </a:lnTo>
                  <a:lnTo>
                    <a:pt x="85248" y="401479"/>
                  </a:lnTo>
                  <a:lnTo>
                    <a:pt x="87630" y="400050"/>
                  </a:lnTo>
                  <a:lnTo>
                    <a:pt x="91440" y="399097"/>
                  </a:lnTo>
                  <a:lnTo>
                    <a:pt x="95250" y="400050"/>
                  </a:lnTo>
                  <a:lnTo>
                    <a:pt x="98584" y="402908"/>
                  </a:lnTo>
                  <a:lnTo>
                    <a:pt x="102394" y="401955"/>
                  </a:lnTo>
                  <a:lnTo>
                    <a:pt x="104775" y="397669"/>
                  </a:lnTo>
                  <a:lnTo>
                    <a:pt x="106203" y="396716"/>
                  </a:lnTo>
                  <a:lnTo>
                    <a:pt x="112871" y="392430"/>
                  </a:lnTo>
                  <a:lnTo>
                    <a:pt x="115728" y="391001"/>
                  </a:lnTo>
                  <a:lnTo>
                    <a:pt x="123348" y="388620"/>
                  </a:lnTo>
                  <a:lnTo>
                    <a:pt x="127635" y="387667"/>
                  </a:lnTo>
                  <a:lnTo>
                    <a:pt x="130492" y="387667"/>
                  </a:lnTo>
                  <a:lnTo>
                    <a:pt x="133350" y="386715"/>
                  </a:lnTo>
                  <a:lnTo>
                    <a:pt x="134302" y="386239"/>
                  </a:lnTo>
                  <a:lnTo>
                    <a:pt x="135255" y="386239"/>
                  </a:lnTo>
                  <a:lnTo>
                    <a:pt x="137636" y="388144"/>
                  </a:lnTo>
                  <a:lnTo>
                    <a:pt x="144780" y="391001"/>
                  </a:lnTo>
                  <a:lnTo>
                    <a:pt x="148590" y="393383"/>
                  </a:lnTo>
                  <a:lnTo>
                    <a:pt x="152400" y="392906"/>
                  </a:lnTo>
                  <a:lnTo>
                    <a:pt x="155734" y="389096"/>
                  </a:lnTo>
                  <a:lnTo>
                    <a:pt x="157639" y="384334"/>
                  </a:lnTo>
                  <a:lnTo>
                    <a:pt x="159067" y="379095"/>
                  </a:lnTo>
                  <a:lnTo>
                    <a:pt x="161925" y="375285"/>
                  </a:lnTo>
                  <a:lnTo>
                    <a:pt x="175736" y="371475"/>
                  </a:lnTo>
                  <a:lnTo>
                    <a:pt x="179070" y="370999"/>
                  </a:lnTo>
                  <a:lnTo>
                    <a:pt x="183356" y="371951"/>
                  </a:lnTo>
                  <a:lnTo>
                    <a:pt x="187166" y="373380"/>
                  </a:lnTo>
                  <a:lnTo>
                    <a:pt x="190976" y="375761"/>
                  </a:lnTo>
                  <a:lnTo>
                    <a:pt x="194786" y="376714"/>
                  </a:lnTo>
                  <a:lnTo>
                    <a:pt x="196215" y="375285"/>
                  </a:lnTo>
                  <a:lnTo>
                    <a:pt x="197644" y="374809"/>
                  </a:lnTo>
                  <a:lnTo>
                    <a:pt x="208121" y="376238"/>
                  </a:lnTo>
                  <a:lnTo>
                    <a:pt x="209550" y="376238"/>
                  </a:lnTo>
                  <a:lnTo>
                    <a:pt x="210978" y="375285"/>
                  </a:lnTo>
                  <a:lnTo>
                    <a:pt x="209550" y="373380"/>
                  </a:lnTo>
                  <a:lnTo>
                    <a:pt x="208597" y="370999"/>
                  </a:lnTo>
                  <a:lnTo>
                    <a:pt x="214313" y="371475"/>
                  </a:lnTo>
                  <a:lnTo>
                    <a:pt x="220503" y="370522"/>
                  </a:lnTo>
                  <a:lnTo>
                    <a:pt x="223361" y="370522"/>
                  </a:lnTo>
                  <a:lnTo>
                    <a:pt x="226219" y="370046"/>
                  </a:lnTo>
                  <a:lnTo>
                    <a:pt x="232410" y="366713"/>
                  </a:lnTo>
                  <a:lnTo>
                    <a:pt x="229552" y="363379"/>
                  </a:lnTo>
                  <a:lnTo>
                    <a:pt x="233839" y="365284"/>
                  </a:lnTo>
                  <a:lnTo>
                    <a:pt x="239077" y="365760"/>
                  </a:lnTo>
                  <a:lnTo>
                    <a:pt x="243364" y="367189"/>
                  </a:lnTo>
                  <a:lnTo>
                    <a:pt x="247650" y="369094"/>
                  </a:lnTo>
                  <a:lnTo>
                    <a:pt x="250507" y="369570"/>
                  </a:lnTo>
                  <a:lnTo>
                    <a:pt x="261938" y="367665"/>
                  </a:lnTo>
                  <a:lnTo>
                    <a:pt x="270510" y="367665"/>
                  </a:lnTo>
                  <a:lnTo>
                    <a:pt x="284321" y="370046"/>
                  </a:lnTo>
                  <a:lnTo>
                    <a:pt x="287655" y="369570"/>
                  </a:lnTo>
                  <a:lnTo>
                    <a:pt x="291465" y="367665"/>
                  </a:lnTo>
                  <a:lnTo>
                    <a:pt x="295275" y="366236"/>
                  </a:lnTo>
                  <a:lnTo>
                    <a:pt x="300514" y="364808"/>
                  </a:lnTo>
                  <a:lnTo>
                    <a:pt x="303371" y="362426"/>
                  </a:lnTo>
                  <a:lnTo>
                    <a:pt x="309563" y="362903"/>
                  </a:lnTo>
                  <a:lnTo>
                    <a:pt x="310039" y="360997"/>
                  </a:lnTo>
                  <a:lnTo>
                    <a:pt x="312420" y="357664"/>
                  </a:lnTo>
                  <a:lnTo>
                    <a:pt x="323373" y="352901"/>
                  </a:lnTo>
                  <a:lnTo>
                    <a:pt x="324326" y="351949"/>
                  </a:lnTo>
                  <a:lnTo>
                    <a:pt x="324802" y="346234"/>
                  </a:lnTo>
                  <a:lnTo>
                    <a:pt x="324802" y="343853"/>
                  </a:lnTo>
                  <a:lnTo>
                    <a:pt x="323373" y="343376"/>
                  </a:lnTo>
                  <a:lnTo>
                    <a:pt x="319564" y="343376"/>
                  </a:lnTo>
                  <a:lnTo>
                    <a:pt x="311467" y="343853"/>
                  </a:lnTo>
                  <a:lnTo>
                    <a:pt x="307181" y="343853"/>
                  </a:lnTo>
                  <a:lnTo>
                    <a:pt x="300514" y="342424"/>
                  </a:lnTo>
                  <a:lnTo>
                    <a:pt x="299085" y="341471"/>
                  </a:lnTo>
                  <a:lnTo>
                    <a:pt x="297656" y="338614"/>
                  </a:lnTo>
                  <a:lnTo>
                    <a:pt x="295275" y="337661"/>
                  </a:lnTo>
                  <a:lnTo>
                    <a:pt x="291941" y="338614"/>
                  </a:lnTo>
                  <a:lnTo>
                    <a:pt x="294798" y="337185"/>
                  </a:lnTo>
                  <a:lnTo>
                    <a:pt x="297656" y="336233"/>
                  </a:lnTo>
                  <a:lnTo>
                    <a:pt x="300990" y="336233"/>
                  </a:lnTo>
                  <a:lnTo>
                    <a:pt x="304323" y="335756"/>
                  </a:lnTo>
                  <a:lnTo>
                    <a:pt x="307657" y="334328"/>
                  </a:lnTo>
                  <a:lnTo>
                    <a:pt x="309086" y="330994"/>
                  </a:lnTo>
                  <a:lnTo>
                    <a:pt x="308134" y="329089"/>
                  </a:lnTo>
                  <a:lnTo>
                    <a:pt x="303371" y="327184"/>
                  </a:lnTo>
                  <a:lnTo>
                    <a:pt x="310039" y="323850"/>
                  </a:lnTo>
                  <a:lnTo>
                    <a:pt x="314801" y="324803"/>
                  </a:lnTo>
                  <a:lnTo>
                    <a:pt x="317659" y="323850"/>
                  </a:lnTo>
                  <a:lnTo>
                    <a:pt x="320516" y="321945"/>
                  </a:lnTo>
                  <a:lnTo>
                    <a:pt x="320516" y="319564"/>
                  </a:lnTo>
                  <a:lnTo>
                    <a:pt x="319088" y="317659"/>
                  </a:lnTo>
                  <a:lnTo>
                    <a:pt x="319088" y="316706"/>
                  </a:lnTo>
                  <a:lnTo>
                    <a:pt x="320516" y="316706"/>
                  </a:lnTo>
                  <a:lnTo>
                    <a:pt x="321945" y="317659"/>
                  </a:lnTo>
                  <a:lnTo>
                    <a:pt x="325278" y="315754"/>
                  </a:lnTo>
                  <a:lnTo>
                    <a:pt x="330041" y="311467"/>
                  </a:lnTo>
                  <a:lnTo>
                    <a:pt x="330994" y="310039"/>
                  </a:lnTo>
                  <a:lnTo>
                    <a:pt x="331946" y="308134"/>
                  </a:lnTo>
                  <a:lnTo>
                    <a:pt x="332898" y="302895"/>
                  </a:lnTo>
                  <a:lnTo>
                    <a:pt x="334803" y="298609"/>
                  </a:lnTo>
                  <a:lnTo>
                    <a:pt x="336232" y="293846"/>
                  </a:lnTo>
                  <a:lnTo>
                    <a:pt x="336232" y="288608"/>
                  </a:lnTo>
                  <a:close/>
                  <a:moveTo>
                    <a:pt x="88106" y="206216"/>
                  </a:moveTo>
                  <a:lnTo>
                    <a:pt x="85725" y="206216"/>
                  </a:lnTo>
                  <a:lnTo>
                    <a:pt x="84772" y="205740"/>
                  </a:lnTo>
                  <a:lnTo>
                    <a:pt x="85248" y="201454"/>
                  </a:lnTo>
                  <a:lnTo>
                    <a:pt x="84296" y="198120"/>
                  </a:lnTo>
                  <a:lnTo>
                    <a:pt x="86201" y="198596"/>
                  </a:lnTo>
                  <a:lnTo>
                    <a:pt x="87630" y="199549"/>
                  </a:lnTo>
                  <a:lnTo>
                    <a:pt x="89059" y="201930"/>
                  </a:lnTo>
                  <a:lnTo>
                    <a:pt x="90488" y="202883"/>
                  </a:lnTo>
                  <a:lnTo>
                    <a:pt x="90964" y="200025"/>
                  </a:lnTo>
                  <a:lnTo>
                    <a:pt x="90488" y="197644"/>
                  </a:lnTo>
                  <a:lnTo>
                    <a:pt x="89059" y="194786"/>
                  </a:lnTo>
                  <a:lnTo>
                    <a:pt x="87153" y="192881"/>
                  </a:lnTo>
                  <a:lnTo>
                    <a:pt x="81915" y="192405"/>
                  </a:lnTo>
                  <a:lnTo>
                    <a:pt x="79534" y="192881"/>
                  </a:lnTo>
                  <a:lnTo>
                    <a:pt x="77152" y="193834"/>
                  </a:lnTo>
                  <a:lnTo>
                    <a:pt x="77152" y="191929"/>
                  </a:lnTo>
                  <a:lnTo>
                    <a:pt x="80963" y="190024"/>
                  </a:lnTo>
                  <a:lnTo>
                    <a:pt x="82867" y="188595"/>
                  </a:lnTo>
                  <a:lnTo>
                    <a:pt x="82867" y="185738"/>
                  </a:lnTo>
                  <a:lnTo>
                    <a:pt x="77628" y="180975"/>
                  </a:lnTo>
                  <a:lnTo>
                    <a:pt x="73819" y="175736"/>
                  </a:lnTo>
                  <a:lnTo>
                    <a:pt x="71914" y="170497"/>
                  </a:lnTo>
                  <a:lnTo>
                    <a:pt x="68580" y="167164"/>
                  </a:lnTo>
                  <a:lnTo>
                    <a:pt x="64770" y="167164"/>
                  </a:lnTo>
                  <a:lnTo>
                    <a:pt x="60007" y="166211"/>
                  </a:lnTo>
                  <a:lnTo>
                    <a:pt x="56673" y="166211"/>
                  </a:lnTo>
                  <a:lnTo>
                    <a:pt x="49053" y="168592"/>
                  </a:lnTo>
                  <a:lnTo>
                    <a:pt x="44767" y="169069"/>
                  </a:lnTo>
                  <a:lnTo>
                    <a:pt x="42386" y="168592"/>
                  </a:lnTo>
                  <a:lnTo>
                    <a:pt x="40481" y="169069"/>
                  </a:lnTo>
                  <a:lnTo>
                    <a:pt x="37623" y="173831"/>
                  </a:lnTo>
                  <a:lnTo>
                    <a:pt x="35242" y="175260"/>
                  </a:lnTo>
                  <a:lnTo>
                    <a:pt x="32385" y="174784"/>
                  </a:lnTo>
                  <a:lnTo>
                    <a:pt x="30956" y="173355"/>
                  </a:lnTo>
                  <a:lnTo>
                    <a:pt x="25717" y="176213"/>
                  </a:lnTo>
                  <a:lnTo>
                    <a:pt x="24765" y="177165"/>
                  </a:lnTo>
                  <a:lnTo>
                    <a:pt x="23336" y="181928"/>
                  </a:lnTo>
                  <a:lnTo>
                    <a:pt x="23336" y="183356"/>
                  </a:lnTo>
                  <a:lnTo>
                    <a:pt x="21431" y="185738"/>
                  </a:lnTo>
                  <a:lnTo>
                    <a:pt x="20002" y="188595"/>
                  </a:lnTo>
                  <a:lnTo>
                    <a:pt x="18097" y="189547"/>
                  </a:lnTo>
                  <a:lnTo>
                    <a:pt x="15240" y="190500"/>
                  </a:lnTo>
                  <a:lnTo>
                    <a:pt x="13811" y="191453"/>
                  </a:lnTo>
                  <a:lnTo>
                    <a:pt x="11906" y="190976"/>
                  </a:lnTo>
                  <a:lnTo>
                    <a:pt x="9525" y="190976"/>
                  </a:lnTo>
                  <a:lnTo>
                    <a:pt x="8096" y="191929"/>
                  </a:lnTo>
                  <a:lnTo>
                    <a:pt x="8096" y="192405"/>
                  </a:lnTo>
                  <a:lnTo>
                    <a:pt x="9048" y="193358"/>
                  </a:lnTo>
                  <a:lnTo>
                    <a:pt x="11430" y="194786"/>
                  </a:lnTo>
                  <a:lnTo>
                    <a:pt x="13811" y="195739"/>
                  </a:lnTo>
                  <a:lnTo>
                    <a:pt x="13335" y="196691"/>
                  </a:lnTo>
                  <a:lnTo>
                    <a:pt x="11906" y="197644"/>
                  </a:lnTo>
                  <a:lnTo>
                    <a:pt x="3334" y="200501"/>
                  </a:lnTo>
                  <a:lnTo>
                    <a:pt x="952" y="201930"/>
                  </a:lnTo>
                  <a:lnTo>
                    <a:pt x="0" y="202883"/>
                  </a:lnTo>
                  <a:lnTo>
                    <a:pt x="952" y="204788"/>
                  </a:lnTo>
                  <a:lnTo>
                    <a:pt x="7620" y="210503"/>
                  </a:lnTo>
                  <a:lnTo>
                    <a:pt x="8572" y="210979"/>
                  </a:lnTo>
                  <a:lnTo>
                    <a:pt x="9525" y="214313"/>
                  </a:lnTo>
                  <a:lnTo>
                    <a:pt x="15716" y="215741"/>
                  </a:lnTo>
                  <a:lnTo>
                    <a:pt x="18097" y="217646"/>
                  </a:lnTo>
                  <a:lnTo>
                    <a:pt x="20002" y="218122"/>
                  </a:lnTo>
                  <a:lnTo>
                    <a:pt x="24765" y="218122"/>
                  </a:lnTo>
                  <a:lnTo>
                    <a:pt x="26670" y="219075"/>
                  </a:lnTo>
                  <a:lnTo>
                    <a:pt x="27622" y="218599"/>
                  </a:lnTo>
                  <a:lnTo>
                    <a:pt x="28098" y="217646"/>
                  </a:lnTo>
                  <a:lnTo>
                    <a:pt x="31909" y="214789"/>
                  </a:lnTo>
                  <a:lnTo>
                    <a:pt x="33338" y="213836"/>
                  </a:lnTo>
                  <a:lnTo>
                    <a:pt x="32385" y="212408"/>
                  </a:lnTo>
                  <a:lnTo>
                    <a:pt x="31432" y="210979"/>
                  </a:lnTo>
                  <a:lnTo>
                    <a:pt x="33814" y="208597"/>
                  </a:lnTo>
                  <a:lnTo>
                    <a:pt x="36671" y="206216"/>
                  </a:lnTo>
                  <a:lnTo>
                    <a:pt x="38100" y="206216"/>
                  </a:lnTo>
                  <a:lnTo>
                    <a:pt x="40481" y="207645"/>
                  </a:lnTo>
                  <a:lnTo>
                    <a:pt x="42386" y="209550"/>
                  </a:lnTo>
                  <a:lnTo>
                    <a:pt x="42863" y="210979"/>
                  </a:lnTo>
                  <a:lnTo>
                    <a:pt x="43339" y="211931"/>
                  </a:lnTo>
                  <a:lnTo>
                    <a:pt x="45244" y="214313"/>
                  </a:lnTo>
                  <a:lnTo>
                    <a:pt x="46672" y="215265"/>
                  </a:lnTo>
                  <a:lnTo>
                    <a:pt x="50006" y="215741"/>
                  </a:lnTo>
                  <a:lnTo>
                    <a:pt x="50959" y="216694"/>
                  </a:lnTo>
                  <a:lnTo>
                    <a:pt x="50482" y="220504"/>
                  </a:lnTo>
                  <a:lnTo>
                    <a:pt x="50959" y="221933"/>
                  </a:lnTo>
                  <a:lnTo>
                    <a:pt x="54292" y="221933"/>
                  </a:lnTo>
                  <a:lnTo>
                    <a:pt x="58102" y="221456"/>
                  </a:lnTo>
                  <a:lnTo>
                    <a:pt x="59531" y="221456"/>
                  </a:lnTo>
                  <a:lnTo>
                    <a:pt x="60960" y="220504"/>
                  </a:lnTo>
                  <a:lnTo>
                    <a:pt x="62865" y="219551"/>
                  </a:lnTo>
                  <a:lnTo>
                    <a:pt x="65722" y="220028"/>
                  </a:lnTo>
                  <a:lnTo>
                    <a:pt x="69056" y="221456"/>
                  </a:lnTo>
                  <a:lnTo>
                    <a:pt x="72390" y="221933"/>
                  </a:lnTo>
                  <a:lnTo>
                    <a:pt x="75247" y="220028"/>
                  </a:lnTo>
                  <a:lnTo>
                    <a:pt x="77152" y="216694"/>
                  </a:lnTo>
                  <a:lnTo>
                    <a:pt x="78105" y="214789"/>
                  </a:lnTo>
                  <a:lnTo>
                    <a:pt x="79057" y="213360"/>
                  </a:lnTo>
                  <a:lnTo>
                    <a:pt x="82867" y="212884"/>
                  </a:lnTo>
                  <a:lnTo>
                    <a:pt x="86201" y="211455"/>
                  </a:lnTo>
                  <a:lnTo>
                    <a:pt x="88106" y="206216"/>
                  </a:lnTo>
                  <a:close/>
                  <a:moveTo>
                    <a:pt x="73342" y="138589"/>
                  </a:moveTo>
                  <a:lnTo>
                    <a:pt x="73819" y="138113"/>
                  </a:lnTo>
                  <a:lnTo>
                    <a:pt x="79534" y="129064"/>
                  </a:lnTo>
                  <a:lnTo>
                    <a:pt x="81915" y="123825"/>
                  </a:lnTo>
                  <a:lnTo>
                    <a:pt x="80486" y="123825"/>
                  </a:lnTo>
                  <a:lnTo>
                    <a:pt x="79057" y="124301"/>
                  </a:lnTo>
                  <a:lnTo>
                    <a:pt x="74295" y="127159"/>
                  </a:lnTo>
                  <a:lnTo>
                    <a:pt x="73342" y="129064"/>
                  </a:lnTo>
                  <a:lnTo>
                    <a:pt x="73342" y="129540"/>
                  </a:lnTo>
                  <a:lnTo>
                    <a:pt x="75247" y="130492"/>
                  </a:lnTo>
                  <a:lnTo>
                    <a:pt x="70961" y="132874"/>
                  </a:lnTo>
                  <a:lnTo>
                    <a:pt x="70009" y="134303"/>
                  </a:lnTo>
                  <a:lnTo>
                    <a:pt x="70009" y="136684"/>
                  </a:lnTo>
                  <a:lnTo>
                    <a:pt x="70485" y="137636"/>
                  </a:lnTo>
                  <a:lnTo>
                    <a:pt x="70961" y="138589"/>
                  </a:lnTo>
                  <a:lnTo>
                    <a:pt x="73342" y="138589"/>
                  </a:lnTo>
                  <a:close/>
                  <a:moveTo>
                    <a:pt x="126682" y="260985"/>
                  </a:moveTo>
                  <a:lnTo>
                    <a:pt x="128111" y="262890"/>
                  </a:lnTo>
                  <a:lnTo>
                    <a:pt x="131445" y="260985"/>
                  </a:lnTo>
                  <a:lnTo>
                    <a:pt x="134302" y="259080"/>
                  </a:lnTo>
                  <a:lnTo>
                    <a:pt x="138113" y="257175"/>
                  </a:lnTo>
                  <a:lnTo>
                    <a:pt x="139065" y="255270"/>
                  </a:lnTo>
                  <a:lnTo>
                    <a:pt x="135255" y="255270"/>
                  </a:lnTo>
                  <a:lnTo>
                    <a:pt x="133826" y="254317"/>
                  </a:lnTo>
                  <a:lnTo>
                    <a:pt x="130016" y="250031"/>
                  </a:lnTo>
                  <a:lnTo>
                    <a:pt x="125253" y="250031"/>
                  </a:lnTo>
                  <a:lnTo>
                    <a:pt x="121444" y="251460"/>
                  </a:lnTo>
                  <a:lnTo>
                    <a:pt x="121920" y="257175"/>
                  </a:lnTo>
                  <a:lnTo>
                    <a:pt x="124777" y="260985"/>
                  </a:lnTo>
                  <a:lnTo>
                    <a:pt x="126682" y="260985"/>
                  </a:lnTo>
                  <a:close/>
                  <a:moveTo>
                    <a:pt x="97631" y="155258"/>
                  </a:moveTo>
                  <a:lnTo>
                    <a:pt x="99060" y="155734"/>
                  </a:lnTo>
                  <a:lnTo>
                    <a:pt x="103346" y="155734"/>
                  </a:lnTo>
                  <a:lnTo>
                    <a:pt x="103822" y="153353"/>
                  </a:lnTo>
                  <a:lnTo>
                    <a:pt x="103346" y="149542"/>
                  </a:lnTo>
                  <a:lnTo>
                    <a:pt x="101441" y="145256"/>
                  </a:lnTo>
                  <a:lnTo>
                    <a:pt x="100489" y="144304"/>
                  </a:lnTo>
                  <a:lnTo>
                    <a:pt x="98107" y="142875"/>
                  </a:lnTo>
                  <a:lnTo>
                    <a:pt x="95726" y="143351"/>
                  </a:lnTo>
                  <a:lnTo>
                    <a:pt x="94773" y="144304"/>
                  </a:lnTo>
                  <a:lnTo>
                    <a:pt x="93821" y="145256"/>
                  </a:lnTo>
                  <a:lnTo>
                    <a:pt x="92869" y="147638"/>
                  </a:lnTo>
                  <a:lnTo>
                    <a:pt x="94773" y="154305"/>
                  </a:lnTo>
                  <a:lnTo>
                    <a:pt x="97631" y="155258"/>
                  </a:lnTo>
                  <a:close/>
                  <a:moveTo>
                    <a:pt x="74771" y="103822"/>
                  </a:moveTo>
                  <a:lnTo>
                    <a:pt x="71914" y="100013"/>
                  </a:lnTo>
                  <a:lnTo>
                    <a:pt x="69532" y="98108"/>
                  </a:lnTo>
                  <a:lnTo>
                    <a:pt x="68103" y="98108"/>
                  </a:lnTo>
                  <a:lnTo>
                    <a:pt x="66675" y="98584"/>
                  </a:lnTo>
                  <a:lnTo>
                    <a:pt x="63341" y="100013"/>
                  </a:lnTo>
                  <a:lnTo>
                    <a:pt x="62865" y="100489"/>
                  </a:lnTo>
                  <a:lnTo>
                    <a:pt x="62389" y="101917"/>
                  </a:lnTo>
                  <a:lnTo>
                    <a:pt x="62865" y="102870"/>
                  </a:lnTo>
                  <a:lnTo>
                    <a:pt x="68580" y="105728"/>
                  </a:lnTo>
                  <a:lnTo>
                    <a:pt x="67151" y="111919"/>
                  </a:lnTo>
                  <a:lnTo>
                    <a:pt x="63341" y="112871"/>
                  </a:lnTo>
                  <a:lnTo>
                    <a:pt x="62389" y="113824"/>
                  </a:lnTo>
                  <a:lnTo>
                    <a:pt x="62865" y="115253"/>
                  </a:lnTo>
                  <a:lnTo>
                    <a:pt x="67627" y="115253"/>
                  </a:lnTo>
                  <a:lnTo>
                    <a:pt x="80963" y="112395"/>
                  </a:lnTo>
                  <a:lnTo>
                    <a:pt x="81439" y="105251"/>
                  </a:lnTo>
                  <a:lnTo>
                    <a:pt x="79057" y="103822"/>
                  </a:lnTo>
                  <a:lnTo>
                    <a:pt x="74771" y="103822"/>
                  </a:lnTo>
                  <a:close/>
                  <a:moveTo>
                    <a:pt x="36195" y="29051"/>
                  </a:moveTo>
                  <a:lnTo>
                    <a:pt x="37623" y="29528"/>
                  </a:lnTo>
                  <a:lnTo>
                    <a:pt x="38576" y="30480"/>
                  </a:lnTo>
                  <a:lnTo>
                    <a:pt x="39528" y="30480"/>
                  </a:lnTo>
                  <a:lnTo>
                    <a:pt x="37147" y="31909"/>
                  </a:lnTo>
                  <a:lnTo>
                    <a:pt x="37147" y="32861"/>
                  </a:lnTo>
                  <a:lnTo>
                    <a:pt x="39052" y="34290"/>
                  </a:lnTo>
                  <a:lnTo>
                    <a:pt x="43815" y="36195"/>
                  </a:lnTo>
                  <a:lnTo>
                    <a:pt x="44291" y="36671"/>
                  </a:lnTo>
                  <a:lnTo>
                    <a:pt x="41434" y="38100"/>
                  </a:lnTo>
                  <a:lnTo>
                    <a:pt x="40957" y="39529"/>
                  </a:lnTo>
                  <a:lnTo>
                    <a:pt x="36671" y="41910"/>
                  </a:lnTo>
                  <a:lnTo>
                    <a:pt x="39052" y="44291"/>
                  </a:lnTo>
                  <a:lnTo>
                    <a:pt x="40005" y="44767"/>
                  </a:lnTo>
                  <a:lnTo>
                    <a:pt x="40957" y="44767"/>
                  </a:lnTo>
                  <a:lnTo>
                    <a:pt x="42386" y="43815"/>
                  </a:lnTo>
                  <a:lnTo>
                    <a:pt x="44291" y="41434"/>
                  </a:lnTo>
                  <a:lnTo>
                    <a:pt x="46196" y="41434"/>
                  </a:lnTo>
                  <a:lnTo>
                    <a:pt x="50006" y="37147"/>
                  </a:lnTo>
                  <a:lnTo>
                    <a:pt x="53816" y="35719"/>
                  </a:lnTo>
                  <a:lnTo>
                    <a:pt x="59055" y="31909"/>
                  </a:lnTo>
                  <a:lnTo>
                    <a:pt x="60007" y="30956"/>
                  </a:lnTo>
                  <a:lnTo>
                    <a:pt x="60007" y="29051"/>
                  </a:lnTo>
                  <a:lnTo>
                    <a:pt x="59055" y="28099"/>
                  </a:lnTo>
                  <a:lnTo>
                    <a:pt x="55245" y="28099"/>
                  </a:lnTo>
                  <a:lnTo>
                    <a:pt x="60007" y="25717"/>
                  </a:lnTo>
                  <a:lnTo>
                    <a:pt x="61436" y="23813"/>
                  </a:lnTo>
                  <a:lnTo>
                    <a:pt x="63341" y="23813"/>
                  </a:lnTo>
                  <a:lnTo>
                    <a:pt x="67627" y="15240"/>
                  </a:lnTo>
                  <a:lnTo>
                    <a:pt x="67627" y="11906"/>
                  </a:lnTo>
                  <a:lnTo>
                    <a:pt x="66675" y="9049"/>
                  </a:lnTo>
                  <a:lnTo>
                    <a:pt x="66198" y="8572"/>
                  </a:lnTo>
                  <a:lnTo>
                    <a:pt x="64294" y="9525"/>
                  </a:lnTo>
                  <a:lnTo>
                    <a:pt x="55721" y="14764"/>
                  </a:lnTo>
                  <a:lnTo>
                    <a:pt x="49053" y="17621"/>
                  </a:lnTo>
                  <a:lnTo>
                    <a:pt x="48101" y="18574"/>
                  </a:lnTo>
                  <a:lnTo>
                    <a:pt x="47625" y="19526"/>
                  </a:lnTo>
                  <a:lnTo>
                    <a:pt x="50006" y="23813"/>
                  </a:lnTo>
                  <a:lnTo>
                    <a:pt x="50006" y="24289"/>
                  </a:lnTo>
                  <a:lnTo>
                    <a:pt x="47148" y="23813"/>
                  </a:lnTo>
                  <a:lnTo>
                    <a:pt x="44767" y="24289"/>
                  </a:lnTo>
                  <a:lnTo>
                    <a:pt x="42386" y="22384"/>
                  </a:lnTo>
                  <a:lnTo>
                    <a:pt x="40481" y="21908"/>
                  </a:lnTo>
                  <a:lnTo>
                    <a:pt x="40005" y="22384"/>
                  </a:lnTo>
                  <a:lnTo>
                    <a:pt x="39528" y="23336"/>
                  </a:lnTo>
                  <a:lnTo>
                    <a:pt x="38100" y="24289"/>
                  </a:lnTo>
                  <a:lnTo>
                    <a:pt x="37623" y="26670"/>
                  </a:lnTo>
                  <a:lnTo>
                    <a:pt x="38100" y="28575"/>
                  </a:lnTo>
                  <a:lnTo>
                    <a:pt x="36195" y="29051"/>
                  </a:lnTo>
                  <a:close/>
                  <a:moveTo>
                    <a:pt x="24765" y="71914"/>
                  </a:moveTo>
                  <a:lnTo>
                    <a:pt x="25717" y="74771"/>
                  </a:lnTo>
                  <a:lnTo>
                    <a:pt x="26670" y="75724"/>
                  </a:lnTo>
                  <a:lnTo>
                    <a:pt x="28575" y="76200"/>
                  </a:lnTo>
                  <a:lnTo>
                    <a:pt x="30003" y="75724"/>
                  </a:lnTo>
                  <a:lnTo>
                    <a:pt x="30003" y="75247"/>
                  </a:lnTo>
                  <a:lnTo>
                    <a:pt x="29527" y="63341"/>
                  </a:lnTo>
                  <a:lnTo>
                    <a:pt x="28575" y="62865"/>
                  </a:lnTo>
                  <a:lnTo>
                    <a:pt x="24765" y="62865"/>
                  </a:lnTo>
                  <a:lnTo>
                    <a:pt x="24765" y="66675"/>
                  </a:lnTo>
                  <a:lnTo>
                    <a:pt x="24289" y="70009"/>
                  </a:lnTo>
                  <a:lnTo>
                    <a:pt x="24765" y="71914"/>
                  </a:lnTo>
                  <a:close/>
                  <a:moveTo>
                    <a:pt x="21907" y="83820"/>
                  </a:moveTo>
                  <a:lnTo>
                    <a:pt x="24765" y="83344"/>
                  </a:lnTo>
                  <a:lnTo>
                    <a:pt x="25241" y="82391"/>
                  </a:lnTo>
                  <a:lnTo>
                    <a:pt x="24765" y="81439"/>
                  </a:lnTo>
                  <a:lnTo>
                    <a:pt x="23336" y="80486"/>
                  </a:lnTo>
                  <a:lnTo>
                    <a:pt x="20955" y="80963"/>
                  </a:lnTo>
                  <a:lnTo>
                    <a:pt x="20478" y="82391"/>
                  </a:lnTo>
                  <a:lnTo>
                    <a:pt x="20478" y="82867"/>
                  </a:lnTo>
                  <a:lnTo>
                    <a:pt x="21907" y="83820"/>
                  </a:lnTo>
                  <a:close/>
                  <a:moveTo>
                    <a:pt x="28098" y="55721"/>
                  </a:moveTo>
                  <a:lnTo>
                    <a:pt x="32861" y="55721"/>
                  </a:lnTo>
                  <a:lnTo>
                    <a:pt x="35719" y="50959"/>
                  </a:lnTo>
                  <a:lnTo>
                    <a:pt x="31909" y="48101"/>
                  </a:lnTo>
                  <a:lnTo>
                    <a:pt x="29527" y="49530"/>
                  </a:lnTo>
                  <a:lnTo>
                    <a:pt x="27622" y="49054"/>
                  </a:lnTo>
                  <a:lnTo>
                    <a:pt x="25241" y="50006"/>
                  </a:lnTo>
                  <a:lnTo>
                    <a:pt x="23813" y="49530"/>
                  </a:lnTo>
                  <a:lnTo>
                    <a:pt x="22860" y="49530"/>
                  </a:lnTo>
                  <a:lnTo>
                    <a:pt x="21907" y="50483"/>
                  </a:lnTo>
                  <a:lnTo>
                    <a:pt x="21431" y="51435"/>
                  </a:lnTo>
                  <a:lnTo>
                    <a:pt x="21431" y="51911"/>
                  </a:lnTo>
                  <a:lnTo>
                    <a:pt x="28098" y="55721"/>
                  </a:lnTo>
                  <a:close/>
                </a:path>
              </a:pathLst>
            </a:custGeom>
            <a:grpFill/>
            <a:ln w="317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5DA8EB89-7A7B-4DA8-9762-9C799E81F7A3}"/>
                </a:ext>
              </a:extLst>
            </p:cNvPr>
            <p:cNvSpPr/>
            <p:nvPr/>
          </p:nvSpPr>
          <p:spPr>
            <a:xfrm>
              <a:off x="6725602" y="4156709"/>
              <a:ext cx="183832" cy="189547"/>
            </a:xfrm>
            <a:custGeom>
              <a:avLst/>
              <a:gdLst>
                <a:gd name="connsiteX0" fmla="*/ 183833 w 183832"/>
                <a:gd name="connsiteY0" fmla="*/ 79534 h 189547"/>
                <a:gd name="connsiteX1" fmla="*/ 183356 w 183832"/>
                <a:gd name="connsiteY1" fmla="*/ 72866 h 189547"/>
                <a:gd name="connsiteX2" fmla="*/ 181452 w 183832"/>
                <a:gd name="connsiteY2" fmla="*/ 67151 h 189547"/>
                <a:gd name="connsiteX3" fmla="*/ 180499 w 183832"/>
                <a:gd name="connsiteY3" fmla="*/ 60960 h 189547"/>
                <a:gd name="connsiteX4" fmla="*/ 181452 w 183832"/>
                <a:gd name="connsiteY4" fmla="*/ 59055 h 189547"/>
                <a:gd name="connsiteX5" fmla="*/ 180023 w 183832"/>
                <a:gd name="connsiteY5" fmla="*/ 55245 h 189547"/>
                <a:gd name="connsiteX6" fmla="*/ 179547 w 183832"/>
                <a:gd name="connsiteY6" fmla="*/ 55245 h 189547"/>
                <a:gd name="connsiteX7" fmla="*/ 178594 w 183832"/>
                <a:gd name="connsiteY7" fmla="*/ 54293 h 189547"/>
                <a:gd name="connsiteX8" fmla="*/ 177165 w 183832"/>
                <a:gd name="connsiteY8" fmla="*/ 50959 h 189547"/>
                <a:gd name="connsiteX9" fmla="*/ 176213 w 183832"/>
                <a:gd name="connsiteY9" fmla="*/ 47625 h 189547"/>
                <a:gd name="connsiteX10" fmla="*/ 175736 w 183832"/>
                <a:gd name="connsiteY10" fmla="*/ 46672 h 189547"/>
                <a:gd name="connsiteX11" fmla="*/ 170974 w 183832"/>
                <a:gd name="connsiteY11" fmla="*/ 43815 h 189547"/>
                <a:gd name="connsiteX12" fmla="*/ 168593 w 183832"/>
                <a:gd name="connsiteY12" fmla="*/ 37147 h 189547"/>
                <a:gd name="connsiteX13" fmla="*/ 166211 w 183832"/>
                <a:gd name="connsiteY13" fmla="*/ 35719 h 189547"/>
                <a:gd name="connsiteX14" fmla="*/ 164783 w 183832"/>
                <a:gd name="connsiteY14" fmla="*/ 29051 h 189547"/>
                <a:gd name="connsiteX15" fmla="*/ 164306 w 183832"/>
                <a:gd name="connsiteY15" fmla="*/ 27146 h 189547"/>
                <a:gd name="connsiteX16" fmla="*/ 165735 w 183832"/>
                <a:gd name="connsiteY16" fmla="*/ 20479 h 189547"/>
                <a:gd name="connsiteX17" fmla="*/ 165735 w 183832"/>
                <a:gd name="connsiteY17" fmla="*/ 19050 h 189547"/>
                <a:gd name="connsiteX18" fmla="*/ 164306 w 183832"/>
                <a:gd name="connsiteY18" fmla="*/ 17621 h 189547"/>
                <a:gd name="connsiteX19" fmla="*/ 160020 w 183832"/>
                <a:gd name="connsiteY19" fmla="*/ 16193 h 189547"/>
                <a:gd name="connsiteX20" fmla="*/ 156686 w 183832"/>
                <a:gd name="connsiteY20" fmla="*/ 13335 h 189547"/>
                <a:gd name="connsiteX21" fmla="*/ 157163 w 183832"/>
                <a:gd name="connsiteY21" fmla="*/ 12383 h 189547"/>
                <a:gd name="connsiteX22" fmla="*/ 157639 w 183832"/>
                <a:gd name="connsiteY22" fmla="*/ 11430 h 189547"/>
                <a:gd name="connsiteX23" fmla="*/ 155734 w 183832"/>
                <a:gd name="connsiteY23" fmla="*/ 10954 h 189547"/>
                <a:gd name="connsiteX24" fmla="*/ 150495 w 183832"/>
                <a:gd name="connsiteY24" fmla="*/ 0 h 189547"/>
                <a:gd name="connsiteX25" fmla="*/ 142399 w 183832"/>
                <a:gd name="connsiteY25" fmla="*/ 8096 h 189547"/>
                <a:gd name="connsiteX26" fmla="*/ 136684 w 183832"/>
                <a:gd name="connsiteY26" fmla="*/ 13811 h 189547"/>
                <a:gd name="connsiteX27" fmla="*/ 135731 w 183832"/>
                <a:gd name="connsiteY27" fmla="*/ 14764 h 189547"/>
                <a:gd name="connsiteX28" fmla="*/ 133827 w 183832"/>
                <a:gd name="connsiteY28" fmla="*/ 15716 h 189547"/>
                <a:gd name="connsiteX29" fmla="*/ 128111 w 183832"/>
                <a:gd name="connsiteY29" fmla="*/ 15716 h 189547"/>
                <a:gd name="connsiteX30" fmla="*/ 122397 w 183832"/>
                <a:gd name="connsiteY30" fmla="*/ 15240 h 189547"/>
                <a:gd name="connsiteX31" fmla="*/ 117158 w 183832"/>
                <a:gd name="connsiteY31" fmla="*/ 11906 h 189547"/>
                <a:gd name="connsiteX32" fmla="*/ 111919 w 183832"/>
                <a:gd name="connsiteY32" fmla="*/ 14764 h 189547"/>
                <a:gd name="connsiteX33" fmla="*/ 108585 w 183832"/>
                <a:gd name="connsiteY33" fmla="*/ 15716 h 189547"/>
                <a:gd name="connsiteX34" fmla="*/ 106680 w 183832"/>
                <a:gd name="connsiteY34" fmla="*/ 16193 h 189547"/>
                <a:gd name="connsiteX35" fmla="*/ 101918 w 183832"/>
                <a:gd name="connsiteY35" fmla="*/ 16669 h 189547"/>
                <a:gd name="connsiteX36" fmla="*/ 95250 w 183832"/>
                <a:gd name="connsiteY36" fmla="*/ 18097 h 189547"/>
                <a:gd name="connsiteX37" fmla="*/ 92393 w 183832"/>
                <a:gd name="connsiteY37" fmla="*/ 20003 h 189547"/>
                <a:gd name="connsiteX38" fmla="*/ 90964 w 183832"/>
                <a:gd name="connsiteY38" fmla="*/ 21431 h 189547"/>
                <a:gd name="connsiteX39" fmla="*/ 89535 w 183832"/>
                <a:gd name="connsiteY39" fmla="*/ 24289 h 189547"/>
                <a:gd name="connsiteX40" fmla="*/ 89059 w 183832"/>
                <a:gd name="connsiteY40" fmla="*/ 24765 h 189547"/>
                <a:gd name="connsiteX41" fmla="*/ 87630 w 183832"/>
                <a:gd name="connsiteY41" fmla="*/ 24289 h 189547"/>
                <a:gd name="connsiteX42" fmla="*/ 85725 w 183832"/>
                <a:gd name="connsiteY42" fmla="*/ 23336 h 189547"/>
                <a:gd name="connsiteX43" fmla="*/ 81915 w 183832"/>
                <a:gd name="connsiteY43" fmla="*/ 21908 h 189547"/>
                <a:gd name="connsiteX44" fmla="*/ 80010 w 183832"/>
                <a:gd name="connsiteY44" fmla="*/ 18574 h 189547"/>
                <a:gd name="connsiteX45" fmla="*/ 78105 w 183832"/>
                <a:gd name="connsiteY45" fmla="*/ 16669 h 189547"/>
                <a:gd name="connsiteX46" fmla="*/ 76677 w 183832"/>
                <a:gd name="connsiteY46" fmla="*/ 15716 h 189547"/>
                <a:gd name="connsiteX47" fmla="*/ 70961 w 183832"/>
                <a:gd name="connsiteY47" fmla="*/ 19050 h 189547"/>
                <a:gd name="connsiteX48" fmla="*/ 68104 w 183832"/>
                <a:gd name="connsiteY48" fmla="*/ 20003 h 189547"/>
                <a:gd name="connsiteX49" fmla="*/ 65723 w 183832"/>
                <a:gd name="connsiteY49" fmla="*/ 20003 h 189547"/>
                <a:gd name="connsiteX50" fmla="*/ 61436 w 183832"/>
                <a:gd name="connsiteY50" fmla="*/ 18097 h 189547"/>
                <a:gd name="connsiteX51" fmla="*/ 56674 w 183832"/>
                <a:gd name="connsiteY51" fmla="*/ 16669 h 189547"/>
                <a:gd name="connsiteX52" fmla="*/ 54293 w 183832"/>
                <a:gd name="connsiteY52" fmla="*/ 16669 h 189547"/>
                <a:gd name="connsiteX53" fmla="*/ 50959 w 183832"/>
                <a:gd name="connsiteY53" fmla="*/ 18574 h 189547"/>
                <a:gd name="connsiteX54" fmla="*/ 47149 w 183832"/>
                <a:gd name="connsiteY54" fmla="*/ 21431 h 189547"/>
                <a:gd name="connsiteX55" fmla="*/ 45244 w 183832"/>
                <a:gd name="connsiteY55" fmla="*/ 24289 h 189547"/>
                <a:gd name="connsiteX56" fmla="*/ 44291 w 183832"/>
                <a:gd name="connsiteY56" fmla="*/ 26194 h 189547"/>
                <a:gd name="connsiteX57" fmla="*/ 46197 w 183832"/>
                <a:gd name="connsiteY57" fmla="*/ 27146 h 189547"/>
                <a:gd name="connsiteX58" fmla="*/ 46673 w 183832"/>
                <a:gd name="connsiteY58" fmla="*/ 29051 h 189547"/>
                <a:gd name="connsiteX59" fmla="*/ 45244 w 183832"/>
                <a:gd name="connsiteY59" fmla="*/ 31433 h 189547"/>
                <a:gd name="connsiteX60" fmla="*/ 43815 w 183832"/>
                <a:gd name="connsiteY60" fmla="*/ 33338 h 189547"/>
                <a:gd name="connsiteX61" fmla="*/ 42386 w 183832"/>
                <a:gd name="connsiteY61" fmla="*/ 37147 h 189547"/>
                <a:gd name="connsiteX62" fmla="*/ 41434 w 183832"/>
                <a:gd name="connsiteY62" fmla="*/ 41434 h 189547"/>
                <a:gd name="connsiteX63" fmla="*/ 42386 w 183832"/>
                <a:gd name="connsiteY63" fmla="*/ 42863 h 189547"/>
                <a:gd name="connsiteX64" fmla="*/ 43339 w 183832"/>
                <a:gd name="connsiteY64" fmla="*/ 43815 h 189547"/>
                <a:gd name="connsiteX65" fmla="*/ 43815 w 183832"/>
                <a:gd name="connsiteY65" fmla="*/ 44768 h 189547"/>
                <a:gd name="connsiteX66" fmla="*/ 44291 w 183832"/>
                <a:gd name="connsiteY66" fmla="*/ 46196 h 189547"/>
                <a:gd name="connsiteX67" fmla="*/ 44291 w 183832"/>
                <a:gd name="connsiteY67" fmla="*/ 47625 h 189547"/>
                <a:gd name="connsiteX68" fmla="*/ 41434 w 183832"/>
                <a:gd name="connsiteY68" fmla="*/ 53340 h 189547"/>
                <a:gd name="connsiteX69" fmla="*/ 40005 w 183832"/>
                <a:gd name="connsiteY69" fmla="*/ 58103 h 189547"/>
                <a:gd name="connsiteX70" fmla="*/ 40005 w 183832"/>
                <a:gd name="connsiteY70" fmla="*/ 60484 h 189547"/>
                <a:gd name="connsiteX71" fmla="*/ 43339 w 183832"/>
                <a:gd name="connsiteY71" fmla="*/ 62389 h 189547"/>
                <a:gd name="connsiteX72" fmla="*/ 47625 w 183832"/>
                <a:gd name="connsiteY72" fmla="*/ 62389 h 189547"/>
                <a:gd name="connsiteX73" fmla="*/ 49054 w 183832"/>
                <a:gd name="connsiteY73" fmla="*/ 63341 h 189547"/>
                <a:gd name="connsiteX74" fmla="*/ 50483 w 183832"/>
                <a:gd name="connsiteY74" fmla="*/ 65246 h 189547"/>
                <a:gd name="connsiteX75" fmla="*/ 51911 w 183832"/>
                <a:gd name="connsiteY75" fmla="*/ 66199 h 189547"/>
                <a:gd name="connsiteX76" fmla="*/ 53816 w 183832"/>
                <a:gd name="connsiteY76" fmla="*/ 66199 h 189547"/>
                <a:gd name="connsiteX77" fmla="*/ 55245 w 183832"/>
                <a:gd name="connsiteY77" fmla="*/ 66675 h 189547"/>
                <a:gd name="connsiteX78" fmla="*/ 55722 w 183832"/>
                <a:gd name="connsiteY78" fmla="*/ 68104 h 189547"/>
                <a:gd name="connsiteX79" fmla="*/ 57150 w 183832"/>
                <a:gd name="connsiteY79" fmla="*/ 69533 h 189547"/>
                <a:gd name="connsiteX80" fmla="*/ 58103 w 183832"/>
                <a:gd name="connsiteY80" fmla="*/ 70485 h 189547"/>
                <a:gd name="connsiteX81" fmla="*/ 59531 w 183832"/>
                <a:gd name="connsiteY81" fmla="*/ 68104 h 189547"/>
                <a:gd name="connsiteX82" fmla="*/ 60960 w 183832"/>
                <a:gd name="connsiteY82" fmla="*/ 65722 h 189547"/>
                <a:gd name="connsiteX83" fmla="*/ 63818 w 183832"/>
                <a:gd name="connsiteY83" fmla="*/ 62389 h 189547"/>
                <a:gd name="connsiteX84" fmla="*/ 65247 w 183832"/>
                <a:gd name="connsiteY84" fmla="*/ 61913 h 189547"/>
                <a:gd name="connsiteX85" fmla="*/ 65247 w 183832"/>
                <a:gd name="connsiteY85" fmla="*/ 62389 h 189547"/>
                <a:gd name="connsiteX86" fmla="*/ 62865 w 183832"/>
                <a:gd name="connsiteY86" fmla="*/ 65722 h 189547"/>
                <a:gd name="connsiteX87" fmla="*/ 62389 w 183832"/>
                <a:gd name="connsiteY87" fmla="*/ 66199 h 189547"/>
                <a:gd name="connsiteX88" fmla="*/ 62389 w 183832"/>
                <a:gd name="connsiteY88" fmla="*/ 68104 h 189547"/>
                <a:gd name="connsiteX89" fmla="*/ 62865 w 183832"/>
                <a:gd name="connsiteY89" fmla="*/ 78105 h 189547"/>
                <a:gd name="connsiteX90" fmla="*/ 62389 w 183832"/>
                <a:gd name="connsiteY90" fmla="*/ 79534 h 189547"/>
                <a:gd name="connsiteX91" fmla="*/ 61913 w 183832"/>
                <a:gd name="connsiteY91" fmla="*/ 80010 h 189547"/>
                <a:gd name="connsiteX92" fmla="*/ 60960 w 183832"/>
                <a:gd name="connsiteY92" fmla="*/ 80010 h 189547"/>
                <a:gd name="connsiteX93" fmla="*/ 60008 w 183832"/>
                <a:gd name="connsiteY93" fmla="*/ 80963 h 189547"/>
                <a:gd name="connsiteX94" fmla="*/ 59531 w 183832"/>
                <a:gd name="connsiteY94" fmla="*/ 82868 h 189547"/>
                <a:gd name="connsiteX95" fmla="*/ 58103 w 183832"/>
                <a:gd name="connsiteY95" fmla="*/ 84772 h 189547"/>
                <a:gd name="connsiteX96" fmla="*/ 54769 w 183832"/>
                <a:gd name="connsiteY96" fmla="*/ 87630 h 189547"/>
                <a:gd name="connsiteX97" fmla="*/ 53340 w 183832"/>
                <a:gd name="connsiteY97" fmla="*/ 88106 h 189547"/>
                <a:gd name="connsiteX98" fmla="*/ 50483 w 183832"/>
                <a:gd name="connsiteY98" fmla="*/ 89059 h 189547"/>
                <a:gd name="connsiteX99" fmla="*/ 49530 w 183832"/>
                <a:gd name="connsiteY99" fmla="*/ 89535 h 189547"/>
                <a:gd name="connsiteX100" fmla="*/ 48102 w 183832"/>
                <a:gd name="connsiteY100" fmla="*/ 90011 h 189547"/>
                <a:gd name="connsiteX101" fmla="*/ 45720 w 183832"/>
                <a:gd name="connsiteY101" fmla="*/ 92869 h 189547"/>
                <a:gd name="connsiteX102" fmla="*/ 41910 w 183832"/>
                <a:gd name="connsiteY102" fmla="*/ 97631 h 189547"/>
                <a:gd name="connsiteX103" fmla="*/ 40005 w 183832"/>
                <a:gd name="connsiteY103" fmla="*/ 100489 h 189547"/>
                <a:gd name="connsiteX104" fmla="*/ 39529 w 183832"/>
                <a:gd name="connsiteY104" fmla="*/ 101441 h 189547"/>
                <a:gd name="connsiteX105" fmla="*/ 35243 w 183832"/>
                <a:gd name="connsiteY105" fmla="*/ 106680 h 189547"/>
                <a:gd name="connsiteX106" fmla="*/ 34290 w 183832"/>
                <a:gd name="connsiteY106" fmla="*/ 107156 h 189547"/>
                <a:gd name="connsiteX107" fmla="*/ 33338 w 183832"/>
                <a:gd name="connsiteY107" fmla="*/ 107633 h 189547"/>
                <a:gd name="connsiteX108" fmla="*/ 32385 w 183832"/>
                <a:gd name="connsiteY108" fmla="*/ 107156 h 189547"/>
                <a:gd name="connsiteX109" fmla="*/ 32385 w 183832"/>
                <a:gd name="connsiteY109" fmla="*/ 106680 h 189547"/>
                <a:gd name="connsiteX110" fmla="*/ 32385 w 183832"/>
                <a:gd name="connsiteY110" fmla="*/ 104299 h 189547"/>
                <a:gd name="connsiteX111" fmla="*/ 31909 w 183832"/>
                <a:gd name="connsiteY111" fmla="*/ 102394 h 189547"/>
                <a:gd name="connsiteX112" fmla="*/ 31909 w 183832"/>
                <a:gd name="connsiteY112" fmla="*/ 101441 h 189547"/>
                <a:gd name="connsiteX113" fmla="*/ 32385 w 183832"/>
                <a:gd name="connsiteY113" fmla="*/ 100965 h 189547"/>
                <a:gd name="connsiteX114" fmla="*/ 31909 w 183832"/>
                <a:gd name="connsiteY114" fmla="*/ 100489 h 189547"/>
                <a:gd name="connsiteX115" fmla="*/ 31433 w 183832"/>
                <a:gd name="connsiteY115" fmla="*/ 100013 h 189547"/>
                <a:gd name="connsiteX116" fmla="*/ 26194 w 183832"/>
                <a:gd name="connsiteY116" fmla="*/ 101918 h 189547"/>
                <a:gd name="connsiteX117" fmla="*/ 23336 w 183832"/>
                <a:gd name="connsiteY117" fmla="*/ 104775 h 189547"/>
                <a:gd name="connsiteX118" fmla="*/ 21431 w 183832"/>
                <a:gd name="connsiteY118" fmla="*/ 109061 h 189547"/>
                <a:gd name="connsiteX119" fmla="*/ 16669 w 183832"/>
                <a:gd name="connsiteY119" fmla="*/ 112871 h 189547"/>
                <a:gd name="connsiteX120" fmla="*/ 13335 w 183832"/>
                <a:gd name="connsiteY120" fmla="*/ 114300 h 189547"/>
                <a:gd name="connsiteX121" fmla="*/ 12859 w 183832"/>
                <a:gd name="connsiteY121" fmla="*/ 115253 h 189547"/>
                <a:gd name="connsiteX122" fmla="*/ 12383 w 183832"/>
                <a:gd name="connsiteY122" fmla="*/ 119063 h 189547"/>
                <a:gd name="connsiteX123" fmla="*/ 12859 w 183832"/>
                <a:gd name="connsiteY123" fmla="*/ 124778 h 189547"/>
                <a:gd name="connsiteX124" fmla="*/ 10954 w 183832"/>
                <a:gd name="connsiteY124" fmla="*/ 127635 h 189547"/>
                <a:gd name="connsiteX125" fmla="*/ 8573 w 183832"/>
                <a:gd name="connsiteY125" fmla="*/ 132874 h 189547"/>
                <a:gd name="connsiteX126" fmla="*/ 7144 w 183832"/>
                <a:gd name="connsiteY126" fmla="*/ 136208 h 189547"/>
                <a:gd name="connsiteX127" fmla="*/ 6191 w 183832"/>
                <a:gd name="connsiteY127" fmla="*/ 136684 h 189547"/>
                <a:gd name="connsiteX128" fmla="*/ 5239 w 183832"/>
                <a:gd name="connsiteY128" fmla="*/ 138113 h 189547"/>
                <a:gd name="connsiteX129" fmla="*/ 4763 w 183832"/>
                <a:gd name="connsiteY129" fmla="*/ 143351 h 189547"/>
                <a:gd name="connsiteX130" fmla="*/ 4286 w 183832"/>
                <a:gd name="connsiteY130" fmla="*/ 145256 h 189547"/>
                <a:gd name="connsiteX131" fmla="*/ 4286 w 183832"/>
                <a:gd name="connsiteY131" fmla="*/ 145256 h 189547"/>
                <a:gd name="connsiteX132" fmla="*/ 7620 w 183832"/>
                <a:gd name="connsiteY132" fmla="*/ 145256 h 189547"/>
                <a:gd name="connsiteX133" fmla="*/ 10954 w 183832"/>
                <a:gd name="connsiteY133" fmla="*/ 147161 h 189547"/>
                <a:gd name="connsiteX134" fmla="*/ 10478 w 183832"/>
                <a:gd name="connsiteY134" fmla="*/ 151447 h 189547"/>
                <a:gd name="connsiteX135" fmla="*/ 2858 w 183832"/>
                <a:gd name="connsiteY135" fmla="*/ 158115 h 189547"/>
                <a:gd name="connsiteX136" fmla="*/ 2858 w 183832"/>
                <a:gd name="connsiteY136" fmla="*/ 159068 h 189547"/>
                <a:gd name="connsiteX137" fmla="*/ 1429 w 183832"/>
                <a:gd name="connsiteY137" fmla="*/ 164306 h 189547"/>
                <a:gd name="connsiteX138" fmla="*/ 1429 w 183832"/>
                <a:gd name="connsiteY138" fmla="*/ 167164 h 189547"/>
                <a:gd name="connsiteX139" fmla="*/ 953 w 183832"/>
                <a:gd name="connsiteY139" fmla="*/ 170497 h 189547"/>
                <a:gd name="connsiteX140" fmla="*/ 0 w 183832"/>
                <a:gd name="connsiteY140" fmla="*/ 173355 h 189547"/>
                <a:gd name="connsiteX141" fmla="*/ 0 w 183832"/>
                <a:gd name="connsiteY141" fmla="*/ 178118 h 189547"/>
                <a:gd name="connsiteX142" fmla="*/ 477 w 183832"/>
                <a:gd name="connsiteY142" fmla="*/ 186214 h 189547"/>
                <a:gd name="connsiteX143" fmla="*/ 477 w 183832"/>
                <a:gd name="connsiteY143" fmla="*/ 187166 h 189547"/>
                <a:gd name="connsiteX144" fmla="*/ 1429 w 183832"/>
                <a:gd name="connsiteY144" fmla="*/ 187166 h 189547"/>
                <a:gd name="connsiteX145" fmla="*/ 8573 w 183832"/>
                <a:gd name="connsiteY145" fmla="*/ 185261 h 189547"/>
                <a:gd name="connsiteX146" fmla="*/ 9525 w 183832"/>
                <a:gd name="connsiteY146" fmla="*/ 185738 h 189547"/>
                <a:gd name="connsiteX147" fmla="*/ 10478 w 183832"/>
                <a:gd name="connsiteY147" fmla="*/ 189071 h 189547"/>
                <a:gd name="connsiteX148" fmla="*/ 10954 w 183832"/>
                <a:gd name="connsiteY148" fmla="*/ 189547 h 189547"/>
                <a:gd name="connsiteX149" fmla="*/ 11906 w 183832"/>
                <a:gd name="connsiteY149" fmla="*/ 189547 h 189547"/>
                <a:gd name="connsiteX150" fmla="*/ 13811 w 183832"/>
                <a:gd name="connsiteY150" fmla="*/ 188595 h 189547"/>
                <a:gd name="connsiteX151" fmla="*/ 17622 w 183832"/>
                <a:gd name="connsiteY151" fmla="*/ 185738 h 189547"/>
                <a:gd name="connsiteX152" fmla="*/ 19050 w 183832"/>
                <a:gd name="connsiteY152" fmla="*/ 184309 h 189547"/>
                <a:gd name="connsiteX153" fmla="*/ 20955 w 183832"/>
                <a:gd name="connsiteY153" fmla="*/ 181928 h 189547"/>
                <a:gd name="connsiteX154" fmla="*/ 23336 w 183832"/>
                <a:gd name="connsiteY154" fmla="*/ 179546 h 189547"/>
                <a:gd name="connsiteX155" fmla="*/ 24765 w 183832"/>
                <a:gd name="connsiteY155" fmla="*/ 177165 h 189547"/>
                <a:gd name="connsiteX156" fmla="*/ 26194 w 183832"/>
                <a:gd name="connsiteY156" fmla="*/ 175736 h 189547"/>
                <a:gd name="connsiteX157" fmla="*/ 28099 w 183832"/>
                <a:gd name="connsiteY157" fmla="*/ 175260 h 189547"/>
                <a:gd name="connsiteX158" fmla="*/ 30004 w 183832"/>
                <a:gd name="connsiteY158" fmla="*/ 175260 h 189547"/>
                <a:gd name="connsiteX159" fmla="*/ 31433 w 183832"/>
                <a:gd name="connsiteY159" fmla="*/ 175260 h 189547"/>
                <a:gd name="connsiteX160" fmla="*/ 31909 w 183832"/>
                <a:gd name="connsiteY160" fmla="*/ 175260 h 189547"/>
                <a:gd name="connsiteX161" fmla="*/ 34766 w 183832"/>
                <a:gd name="connsiteY161" fmla="*/ 175736 h 189547"/>
                <a:gd name="connsiteX162" fmla="*/ 37148 w 183832"/>
                <a:gd name="connsiteY162" fmla="*/ 175260 h 189547"/>
                <a:gd name="connsiteX163" fmla="*/ 39529 w 183832"/>
                <a:gd name="connsiteY163" fmla="*/ 173831 h 189547"/>
                <a:gd name="connsiteX164" fmla="*/ 41910 w 183832"/>
                <a:gd name="connsiteY164" fmla="*/ 173355 h 189547"/>
                <a:gd name="connsiteX165" fmla="*/ 42386 w 183832"/>
                <a:gd name="connsiteY165" fmla="*/ 173355 h 189547"/>
                <a:gd name="connsiteX166" fmla="*/ 43339 w 183832"/>
                <a:gd name="connsiteY166" fmla="*/ 173355 h 189547"/>
                <a:gd name="connsiteX167" fmla="*/ 47149 w 183832"/>
                <a:gd name="connsiteY167" fmla="*/ 173355 h 189547"/>
                <a:gd name="connsiteX168" fmla="*/ 53340 w 183832"/>
                <a:gd name="connsiteY168" fmla="*/ 173355 h 189547"/>
                <a:gd name="connsiteX169" fmla="*/ 59531 w 183832"/>
                <a:gd name="connsiteY169" fmla="*/ 173355 h 189547"/>
                <a:gd name="connsiteX170" fmla="*/ 65723 w 183832"/>
                <a:gd name="connsiteY170" fmla="*/ 173355 h 189547"/>
                <a:gd name="connsiteX171" fmla="*/ 71914 w 183832"/>
                <a:gd name="connsiteY171" fmla="*/ 173355 h 189547"/>
                <a:gd name="connsiteX172" fmla="*/ 76200 w 183832"/>
                <a:gd name="connsiteY172" fmla="*/ 173355 h 189547"/>
                <a:gd name="connsiteX173" fmla="*/ 75724 w 183832"/>
                <a:gd name="connsiteY173" fmla="*/ 170974 h 189547"/>
                <a:gd name="connsiteX174" fmla="*/ 75248 w 183832"/>
                <a:gd name="connsiteY174" fmla="*/ 169545 h 189547"/>
                <a:gd name="connsiteX175" fmla="*/ 74295 w 183832"/>
                <a:gd name="connsiteY175" fmla="*/ 167640 h 189547"/>
                <a:gd name="connsiteX176" fmla="*/ 73819 w 183832"/>
                <a:gd name="connsiteY176" fmla="*/ 166211 h 189547"/>
                <a:gd name="connsiteX177" fmla="*/ 77153 w 183832"/>
                <a:gd name="connsiteY177" fmla="*/ 158591 h 189547"/>
                <a:gd name="connsiteX178" fmla="*/ 78581 w 183832"/>
                <a:gd name="connsiteY178" fmla="*/ 155734 h 189547"/>
                <a:gd name="connsiteX179" fmla="*/ 82868 w 183832"/>
                <a:gd name="connsiteY179" fmla="*/ 150495 h 189547"/>
                <a:gd name="connsiteX180" fmla="*/ 82868 w 183832"/>
                <a:gd name="connsiteY180" fmla="*/ 148114 h 189547"/>
                <a:gd name="connsiteX181" fmla="*/ 81915 w 183832"/>
                <a:gd name="connsiteY181" fmla="*/ 146685 h 189547"/>
                <a:gd name="connsiteX182" fmla="*/ 80486 w 183832"/>
                <a:gd name="connsiteY182" fmla="*/ 145733 h 189547"/>
                <a:gd name="connsiteX183" fmla="*/ 80486 w 183832"/>
                <a:gd name="connsiteY183" fmla="*/ 144780 h 189547"/>
                <a:gd name="connsiteX184" fmla="*/ 80963 w 183832"/>
                <a:gd name="connsiteY184" fmla="*/ 143828 h 189547"/>
                <a:gd name="connsiteX185" fmla="*/ 83820 w 183832"/>
                <a:gd name="connsiteY185" fmla="*/ 142399 h 189547"/>
                <a:gd name="connsiteX186" fmla="*/ 84773 w 183832"/>
                <a:gd name="connsiteY186" fmla="*/ 141446 h 189547"/>
                <a:gd name="connsiteX187" fmla="*/ 88106 w 183832"/>
                <a:gd name="connsiteY187" fmla="*/ 140970 h 189547"/>
                <a:gd name="connsiteX188" fmla="*/ 90011 w 183832"/>
                <a:gd name="connsiteY188" fmla="*/ 139541 h 189547"/>
                <a:gd name="connsiteX189" fmla="*/ 91440 w 183832"/>
                <a:gd name="connsiteY189" fmla="*/ 140018 h 189547"/>
                <a:gd name="connsiteX190" fmla="*/ 92393 w 183832"/>
                <a:gd name="connsiteY190" fmla="*/ 139065 h 189547"/>
                <a:gd name="connsiteX191" fmla="*/ 94774 w 183832"/>
                <a:gd name="connsiteY191" fmla="*/ 139065 h 189547"/>
                <a:gd name="connsiteX192" fmla="*/ 95727 w 183832"/>
                <a:gd name="connsiteY192" fmla="*/ 137160 h 189547"/>
                <a:gd name="connsiteX193" fmla="*/ 96679 w 183832"/>
                <a:gd name="connsiteY193" fmla="*/ 136208 h 189547"/>
                <a:gd name="connsiteX194" fmla="*/ 97631 w 183832"/>
                <a:gd name="connsiteY194" fmla="*/ 136208 h 189547"/>
                <a:gd name="connsiteX195" fmla="*/ 98108 w 183832"/>
                <a:gd name="connsiteY195" fmla="*/ 137636 h 189547"/>
                <a:gd name="connsiteX196" fmla="*/ 99536 w 183832"/>
                <a:gd name="connsiteY196" fmla="*/ 137636 h 189547"/>
                <a:gd name="connsiteX197" fmla="*/ 100965 w 183832"/>
                <a:gd name="connsiteY197" fmla="*/ 137160 h 189547"/>
                <a:gd name="connsiteX198" fmla="*/ 101918 w 183832"/>
                <a:gd name="connsiteY198" fmla="*/ 136208 h 189547"/>
                <a:gd name="connsiteX199" fmla="*/ 102870 w 183832"/>
                <a:gd name="connsiteY199" fmla="*/ 132874 h 189547"/>
                <a:gd name="connsiteX200" fmla="*/ 103823 w 183832"/>
                <a:gd name="connsiteY200" fmla="*/ 131445 h 189547"/>
                <a:gd name="connsiteX201" fmla="*/ 104775 w 183832"/>
                <a:gd name="connsiteY201" fmla="*/ 130969 h 189547"/>
                <a:gd name="connsiteX202" fmla="*/ 105728 w 183832"/>
                <a:gd name="connsiteY202" fmla="*/ 132874 h 189547"/>
                <a:gd name="connsiteX203" fmla="*/ 106680 w 183832"/>
                <a:gd name="connsiteY203" fmla="*/ 133350 h 189547"/>
                <a:gd name="connsiteX204" fmla="*/ 105252 w 183832"/>
                <a:gd name="connsiteY204" fmla="*/ 134779 h 189547"/>
                <a:gd name="connsiteX205" fmla="*/ 105252 w 183832"/>
                <a:gd name="connsiteY205" fmla="*/ 135255 h 189547"/>
                <a:gd name="connsiteX206" fmla="*/ 105728 w 183832"/>
                <a:gd name="connsiteY206" fmla="*/ 135731 h 189547"/>
                <a:gd name="connsiteX207" fmla="*/ 107156 w 183832"/>
                <a:gd name="connsiteY207" fmla="*/ 135731 h 189547"/>
                <a:gd name="connsiteX208" fmla="*/ 108585 w 183832"/>
                <a:gd name="connsiteY208" fmla="*/ 135255 h 189547"/>
                <a:gd name="connsiteX209" fmla="*/ 110966 w 183832"/>
                <a:gd name="connsiteY209" fmla="*/ 133350 h 189547"/>
                <a:gd name="connsiteX210" fmla="*/ 111919 w 183832"/>
                <a:gd name="connsiteY210" fmla="*/ 133350 h 189547"/>
                <a:gd name="connsiteX211" fmla="*/ 112395 w 183832"/>
                <a:gd name="connsiteY211" fmla="*/ 135255 h 189547"/>
                <a:gd name="connsiteX212" fmla="*/ 112872 w 183832"/>
                <a:gd name="connsiteY212" fmla="*/ 135731 h 189547"/>
                <a:gd name="connsiteX213" fmla="*/ 114300 w 183832"/>
                <a:gd name="connsiteY213" fmla="*/ 135255 h 189547"/>
                <a:gd name="connsiteX214" fmla="*/ 116681 w 183832"/>
                <a:gd name="connsiteY214" fmla="*/ 133826 h 189547"/>
                <a:gd name="connsiteX215" fmla="*/ 118110 w 183832"/>
                <a:gd name="connsiteY215" fmla="*/ 132397 h 189547"/>
                <a:gd name="connsiteX216" fmla="*/ 118110 w 183832"/>
                <a:gd name="connsiteY216" fmla="*/ 130969 h 189547"/>
                <a:gd name="connsiteX217" fmla="*/ 120015 w 183832"/>
                <a:gd name="connsiteY217" fmla="*/ 130493 h 189547"/>
                <a:gd name="connsiteX218" fmla="*/ 122397 w 183832"/>
                <a:gd name="connsiteY218" fmla="*/ 125730 h 189547"/>
                <a:gd name="connsiteX219" fmla="*/ 121920 w 183832"/>
                <a:gd name="connsiteY219" fmla="*/ 124301 h 189547"/>
                <a:gd name="connsiteX220" fmla="*/ 123825 w 183832"/>
                <a:gd name="connsiteY220" fmla="*/ 123349 h 189547"/>
                <a:gd name="connsiteX221" fmla="*/ 124778 w 183832"/>
                <a:gd name="connsiteY221" fmla="*/ 122872 h 189547"/>
                <a:gd name="connsiteX222" fmla="*/ 126206 w 183832"/>
                <a:gd name="connsiteY222" fmla="*/ 123349 h 189547"/>
                <a:gd name="connsiteX223" fmla="*/ 128111 w 183832"/>
                <a:gd name="connsiteY223" fmla="*/ 122872 h 189547"/>
                <a:gd name="connsiteX224" fmla="*/ 128111 w 183832"/>
                <a:gd name="connsiteY224" fmla="*/ 123349 h 189547"/>
                <a:gd name="connsiteX225" fmla="*/ 126683 w 183832"/>
                <a:gd name="connsiteY225" fmla="*/ 126206 h 189547"/>
                <a:gd name="connsiteX226" fmla="*/ 127635 w 183832"/>
                <a:gd name="connsiteY226" fmla="*/ 126683 h 189547"/>
                <a:gd name="connsiteX227" fmla="*/ 131445 w 183832"/>
                <a:gd name="connsiteY227" fmla="*/ 127159 h 189547"/>
                <a:gd name="connsiteX228" fmla="*/ 132398 w 183832"/>
                <a:gd name="connsiteY228" fmla="*/ 127635 h 189547"/>
                <a:gd name="connsiteX229" fmla="*/ 132398 w 183832"/>
                <a:gd name="connsiteY229" fmla="*/ 128588 h 189547"/>
                <a:gd name="connsiteX230" fmla="*/ 130969 w 183832"/>
                <a:gd name="connsiteY230" fmla="*/ 129540 h 189547"/>
                <a:gd name="connsiteX231" fmla="*/ 130969 w 183832"/>
                <a:gd name="connsiteY231" fmla="*/ 130493 h 189547"/>
                <a:gd name="connsiteX232" fmla="*/ 132398 w 183832"/>
                <a:gd name="connsiteY232" fmla="*/ 131445 h 189547"/>
                <a:gd name="connsiteX233" fmla="*/ 134303 w 183832"/>
                <a:gd name="connsiteY233" fmla="*/ 131921 h 189547"/>
                <a:gd name="connsiteX234" fmla="*/ 135731 w 183832"/>
                <a:gd name="connsiteY234" fmla="*/ 131445 h 189547"/>
                <a:gd name="connsiteX235" fmla="*/ 137636 w 183832"/>
                <a:gd name="connsiteY235" fmla="*/ 128588 h 189547"/>
                <a:gd name="connsiteX236" fmla="*/ 139065 w 183832"/>
                <a:gd name="connsiteY236" fmla="*/ 128111 h 189547"/>
                <a:gd name="connsiteX237" fmla="*/ 140018 w 183832"/>
                <a:gd name="connsiteY237" fmla="*/ 128588 h 189547"/>
                <a:gd name="connsiteX238" fmla="*/ 140494 w 183832"/>
                <a:gd name="connsiteY238" fmla="*/ 131445 h 189547"/>
                <a:gd name="connsiteX239" fmla="*/ 140970 w 183832"/>
                <a:gd name="connsiteY239" fmla="*/ 132397 h 189547"/>
                <a:gd name="connsiteX240" fmla="*/ 144780 w 183832"/>
                <a:gd name="connsiteY240" fmla="*/ 133350 h 189547"/>
                <a:gd name="connsiteX241" fmla="*/ 147638 w 183832"/>
                <a:gd name="connsiteY241" fmla="*/ 132397 h 189547"/>
                <a:gd name="connsiteX242" fmla="*/ 148590 w 183832"/>
                <a:gd name="connsiteY242" fmla="*/ 132397 h 189547"/>
                <a:gd name="connsiteX243" fmla="*/ 150972 w 183832"/>
                <a:gd name="connsiteY243" fmla="*/ 129540 h 189547"/>
                <a:gd name="connsiteX244" fmla="*/ 152400 w 183832"/>
                <a:gd name="connsiteY244" fmla="*/ 126683 h 189547"/>
                <a:gd name="connsiteX245" fmla="*/ 153353 w 183832"/>
                <a:gd name="connsiteY245" fmla="*/ 122396 h 189547"/>
                <a:gd name="connsiteX246" fmla="*/ 155258 w 183832"/>
                <a:gd name="connsiteY246" fmla="*/ 119063 h 189547"/>
                <a:gd name="connsiteX247" fmla="*/ 159068 w 183832"/>
                <a:gd name="connsiteY247" fmla="*/ 116205 h 189547"/>
                <a:gd name="connsiteX248" fmla="*/ 159544 w 183832"/>
                <a:gd name="connsiteY248" fmla="*/ 114776 h 189547"/>
                <a:gd name="connsiteX249" fmla="*/ 163354 w 183832"/>
                <a:gd name="connsiteY249" fmla="*/ 110014 h 189547"/>
                <a:gd name="connsiteX250" fmla="*/ 165735 w 183832"/>
                <a:gd name="connsiteY250" fmla="*/ 104299 h 189547"/>
                <a:gd name="connsiteX251" fmla="*/ 167640 w 183832"/>
                <a:gd name="connsiteY251" fmla="*/ 102394 h 189547"/>
                <a:gd name="connsiteX252" fmla="*/ 170022 w 183832"/>
                <a:gd name="connsiteY252" fmla="*/ 100489 h 189547"/>
                <a:gd name="connsiteX253" fmla="*/ 171450 w 183832"/>
                <a:gd name="connsiteY253" fmla="*/ 99536 h 189547"/>
                <a:gd name="connsiteX254" fmla="*/ 174308 w 183832"/>
                <a:gd name="connsiteY254" fmla="*/ 98584 h 189547"/>
                <a:gd name="connsiteX255" fmla="*/ 176213 w 183832"/>
                <a:gd name="connsiteY255" fmla="*/ 98108 h 189547"/>
                <a:gd name="connsiteX256" fmla="*/ 176689 w 183832"/>
                <a:gd name="connsiteY256" fmla="*/ 97631 h 189547"/>
                <a:gd name="connsiteX257" fmla="*/ 176689 w 183832"/>
                <a:gd name="connsiteY257" fmla="*/ 96679 h 189547"/>
                <a:gd name="connsiteX258" fmla="*/ 176213 w 183832"/>
                <a:gd name="connsiteY258" fmla="*/ 92869 h 189547"/>
                <a:gd name="connsiteX259" fmla="*/ 177165 w 183832"/>
                <a:gd name="connsiteY259" fmla="*/ 91440 h 189547"/>
                <a:gd name="connsiteX260" fmla="*/ 178594 w 183832"/>
                <a:gd name="connsiteY260" fmla="*/ 89059 h 189547"/>
                <a:gd name="connsiteX261" fmla="*/ 180023 w 183832"/>
                <a:gd name="connsiteY261" fmla="*/ 86678 h 189547"/>
                <a:gd name="connsiteX262" fmla="*/ 181452 w 183832"/>
                <a:gd name="connsiteY262" fmla="*/ 85249 h 189547"/>
                <a:gd name="connsiteX263" fmla="*/ 182404 w 183832"/>
                <a:gd name="connsiteY263" fmla="*/ 83820 h 189547"/>
                <a:gd name="connsiteX264" fmla="*/ 182880 w 183832"/>
                <a:gd name="connsiteY264" fmla="*/ 81439 h 189547"/>
                <a:gd name="connsiteX265" fmla="*/ 182880 w 183832"/>
                <a:gd name="connsiteY265" fmla="*/ 79534 h 189547"/>
                <a:gd name="connsiteX266" fmla="*/ 183833 w 183832"/>
                <a:gd name="connsiteY266" fmla="*/ 79534 h 189547"/>
                <a:gd name="connsiteX267" fmla="*/ 89059 w 183832"/>
                <a:gd name="connsiteY267" fmla="*/ 153353 h 189547"/>
                <a:gd name="connsiteX268" fmla="*/ 88583 w 183832"/>
                <a:gd name="connsiteY268" fmla="*/ 152400 h 189547"/>
                <a:gd name="connsiteX269" fmla="*/ 88583 w 183832"/>
                <a:gd name="connsiteY269" fmla="*/ 150019 h 189547"/>
                <a:gd name="connsiteX270" fmla="*/ 87630 w 183832"/>
                <a:gd name="connsiteY270" fmla="*/ 150019 h 189547"/>
                <a:gd name="connsiteX271" fmla="*/ 85725 w 183832"/>
                <a:gd name="connsiteY271" fmla="*/ 150019 h 189547"/>
                <a:gd name="connsiteX272" fmla="*/ 84773 w 183832"/>
                <a:gd name="connsiteY272" fmla="*/ 150971 h 189547"/>
                <a:gd name="connsiteX273" fmla="*/ 85249 w 183832"/>
                <a:gd name="connsiteY273" fmla="*/ 152400 h 189547"/>
                <a:gd name="connsiteX274" fmla="*/ 86202 w 183832"/>
                <a:gd name="connsiteY274" fmla="*/ 153353 h 189547"/>
                <a:gd name="connsiteX275" fmla="*/ 87154 w 183832"/>
                <a:gd name="connsiteY275" fmla="*/ 153829 h 189547"/>
                <a:gd name="connsiteX276" fmla="*/ 90011 w 183832"/>
                <a:gd name="connsiteY276" fmla="*/ 154781 h 189547"/>
                <a:gd name="connsiteX277" fmla="*/ 90011 w 183832"/>
                <a:gd name="connsiteY277" fmla="*/ 155734 h 189547"/>
                <a:gd name="connsiteX278" fmla="*/ 88583 w 183832"/>
                <a:gd name="connsiteY278" fmla="*/ 157163 h 189547"/>
                <a:gd name="connsiteX279" fmla="*/ 87630 w 183832"/>
                <a:gd name="connsiteY279" fmla="*/ 158591 h 189547"/>
                <a:gd name="connsiteX280" fmla="*/ 87154 w 183832"/>
                <a:gd name="connsiteY280" fmla="*/ 160020 h 189547"/>
                <a:gd name="connsiteX281" fmla="*/ 91916 w 183832"/>
                <a:gd name="connsiteY281" fmla="*/ 158115 h 189547"/>
                <a:gd name="connsiteX282" fmla="*/ 92869 w 183832"/>
                <a:gd name="connsiteY282" fmla="*/ 155258 h 189547"/>
                <a:gd name="connsiteX283" fmla="*/ 93822 w 183832"/>
                <a:gd name="connsiteY283" fmla="*/ 153353 h 189547"/>
                <a:gd name="connsiteX284" fmla="*/ 91916 w 183832"/>
                <a:gd name="connsiteY284" fmla="*/ 151924 h 189547"/>
                <a:gd name="connsiteX285" fmla="*/ 89059 w 183832"/>
                <a:gd name="connsiteY285" fmla="*/ 153353 h 189547"/>
                <a:gd name="connsiteX286" fmla="*/ 124302 w 183832"/>
                <a:gd name="connsiteY286" fmla="*/ 132874 h 189547"/>
                <a:gd name="connsiteX287" fmla="*/ 124302 w 183832"/>
                <a:gd name="connsiteY287" fmla="*/ 134303 h 189547"/>
                <a:gd name="connsiteX288" fmla="*/ 124302 w 183832"/>
                <a:gd name="connsiteY288" fmla="*/ 135731 h 189547"/>
                <a:gd name="connsiteX289" fmla="*/ 122873 w 183832"/>
                <a:gd name="connsiteY289" fmla="*/ 136208 h 189547"/>
                <a:gd name="connsiteX290" fmla="*/ 122873 w 183832"/>
                <a:gd name="connsiteY290" fmla="*/ 137160 h 189547"/>
                <a:gd name="connsiteX291" fmla="*/ 125730 w 183832"/>
                <a:gd name="connsiteY291" fmla="*/ 137160 h 189547"/>
                <a:gd name="connsiteX292" fmla="*/ 126206 w 183832"/>
                <a:gd name="connsiteY292" fmla="*/ 138113 h 189547"/>
                <a:gd name="connsiteX293" fmla="*/ 128588 w 183832"/>
                <a:gd name="connsiteY293" fmla="*/ 139541 h 189547"/>
                <a:gd name="connsiteX294" fmla="*/ 128111 w 183832"/>
                <a:gd name="connsiteY294" fmla="*/ 137636 h 189547"/>
                <a:gd name="connsiteX295" fmla="*/ 127635 w 183832"/>
                <a:gd name="connsiteY295" fmla="*/ 136208 h 189547"/>
                <a:gd name="connsiteX296" fmla="*/ 129540 w 183832"/>
                <a:gd name="connsiteY296" fmla="*/ 135255 h 189547"/>
                <a:gd name="connsiteX297" fmla="*/ 130016 w 183832"/>
                <a:gd name="connsiteY297" fmla="*/ 133350 h 189547"/>
                <a:gd name="connsiteX298" fmla="*/ 127635 w 183832"/>
                <a:gd name="connsiteY298" fmla="*/ 132397 h 189547"/>
                <a:gd name="connsiteX299" fmla="*/ 124302 w 183832"/>
                <a:gd name="connsiteY299" fmla="*/ 132874 h 189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183832" h="189547">
                  <a:moveTo>
                    <a:pt x="183833" y="79534"/>
                  </a:moveTo>
                  <a:lnTo>
                    <a:pt x="183356" y="72866"/>
                  </a:lnTo>
                  <a:lnTo>
                    <a:pt x="181452" y="67151"/>
                  </a:lnTo>
                  <a:lnTo>
                    <a:pt x="180499" y="60960"/>
                  </a:lnTo>
                  <a:lnTo>
                    <a:pt x="181452" y="59055"/>
                  </a:lnTo>
                  <a:lnTo>
                    <a:pt x="180023" y="55245"/>
                  </a:lnTo>
                  <a:lnTo>
                    <a:pt x="179547" y="55245"/>
                  </a:lnTo>
                  <a:lnTo>
                    <a:pt x="178594" y="54293"/>
                  </a:lnTo>
                  <a:lnTo>
                    <a:pt x="177165" y="50959"/>
                  </a:lnTo>
                  <a:lnTo>
                    <a:pt x="176213" y="47625"/>
                  </a:lnTo>
                  <a:lnTo>
                    <a:pt x="175736" y="46672"/>
                  </a:lnTo>
                  <a:lnTo>
                    <a:pt x="170974" y="43815"/>
                  </a:lnTo>
                  <a:lnTo>
                    <a:pt x="168593" y="37147"/>
                  </a:lnTo>
                  <a:lnTo>
                    <a:pt x="166211" y="35719"/>
                  </a:lnTo>
                  <a:lnTo>
                    <a:pt x="164783" y="29051"/>
                  </a:lnTo>
                  <a:lnTo>
                    <a:pt x="164306" y="27146"/>
                  </a:lnTo>
                  <a:lnTo>
                    <a:pt x="165735" y="20479"/>
                  </a:lnTo>
                  <a:lnTo>
                    <a:pt x="165735" y="19050"/>
                  </a:lnTo>
                  <a:lnTo>
                    <a:pt x="164306" y="17621"/>
                  </a:lnTo>
                  <a:lnTo>
                    <a:pt x="160020" y="16193"/>
                  </a:lnTo>
                  <a:lnTo>
                    <a:pt x="156686" y="13335"/>
                  </a:lnTo>
                  <a:lnTo>
                    <a:pt x="157163" y="12383"/>
                  </a:lnTo>
                  <a:lnTo>
                    <a:pt x="157639" y="11430"/>
                  </a:lnTo>
                  <a:lnTo>
                    <a:pt x="155734" y="10954"/>
                  </a:lnTo>
                  <a:lnTo>
                    <a:pt x="150495" y="0"/>
                  </a:lnTo>
                  <a:lnTo>
                    <a:pt x="142399" y="8096"/>
                  </a:lnTo>
                  <a:lnTo>
                    <a:pt x="136684" y="13811"/>
                  </a:lnTo>
                  <a:lnTo>
                    <a:pt x="135731" y="14764"/>
                  </a:lnTo>
                  <a:lnTo>
                    <a:pt x="133827" y="15716"/>
                  </a:lnTo>
                  <a:lnTo>
                    <a:pt x="128111" y="15716"/>
                  </a:lnTo>
                  <a:lnTo>
                    <a:pt x="122397" y="15240"/>
                  </a:lnTo>
                  <a:lnTo>
                    <a:pt x="117158" y="11906"/>
                  </a:lnTo>
                  <a:lnTo>
                    <a:pt x="111919" y="14764"/>
                  </a:lnTo>
                  <a:lnTo>
                    <a:pt x="108585" y="15716"/>
                  </a:lnTo>
                  <a:lnTo>
                    <a:pt x="106680" y="16193"/>
                  </a:lnTo>
                  <a:lnTo>
                    <a:pt x="101918" y="16669"/>
                  </a:lnTo>
                  <a:lnTo>
                    <a:pt x="95250" y="18097"/>
                  </a:lnTo>
                  <a:lnTo>
                    <a:pt x="92393" y="20003"/>
                  </a:lnTo>
                  <a:lnTo>
                    <a:pt x="90964" y="21431"/>
                  </a:lnTo>
                  <a:lnTo>
                    <a:pt x="89535" y="24289"/>
                  </a:lnTo>
                  <a:lnTo>
                    <a:pt x="89059" y="24765"/>
                  </a:lnTo>
                  <a:lnTo>
                    <a:pt x="87630" y="24289"/>
                  </a:lnTo>
                  <a:lnTo>
                    <a:pt x="85725" y="23336"/>
                  </a:lnTo>
                  <a:lnTo>
                    <a:pt x="81915" y="21908"/>
                  </a:lnTo>
                  <a:lnTo>
                    <a:pt x="80010" y="18574"/>
                  </a:lnTo>
                  <a:lnTo>
                    <a:pt x="78105" y="16669"/>
                  </a:lnTo>
                  <a:lnTo>
                    <a:pt x="76677" y="15716"/>
                  </a:lnTo>
                  <a:lnTo>
                    <a:pt x="70961" y="19050"/>
                  </a:lnTo>
                  <a:lnTo>
                    <a:pt x="68104" y="20003"/>
                  </a:lnTo>
                  <a:lnTo>
                    <a:pt x="65723" y="20003"/>
                  </a:lnTo>
                  <a:lnTo>
                    <a:pt x="61436" y="18097"/>
                  </a:lnTo>
                  <a:lnTo>
                    <a:pt x="56674" y="16669"/>
                  </a:lnTo>
                  <a:lnTo>
                    <a:pt x="54293" y="16669"/>
                  </a:lnTo>
                  <a:lnTo>
                    <a:pt x="50959" y="18574"/>
                  </a:lnTo>
                  <a:lnTo>
                    <a:pt x="47149" y="21431"/>
                  </a:lnTo>
                  <a:lnTo>
                    <a:pt x="45244" y="24289"/>
                  </a:lnTo>
                  <a:lnTo>
                    <a:pt x="44291" y="26194"/>
                  </a:lnTo>
                  <a:lnTo>
                    <a:pt x="46197" y="27146"/>
                  </a:lnTo>
                  <a:lnTo>
                    <a:pt x="46673" y="29051"/>
                  </a:lnTo>
                  <a:lnTo>
                    <a:pt x="45244" y="31433"/>
                  </a:lnTo>
                  <a:lnTo>
                    <a:pt x="43815" y="33338"/>
                  </a:lnTo>
                  <a:lnTo>
                    <a:pt x="42386" y="37147"/>
                  </a:lnTo>
                  <a:lnTo>
                    <a:pt x="41434" y="41434"/>
                  </a:lnTo>
                  <a:lnTo>
                    <a:pt x="42386" y="42863"/>
                  </a:lnTo>
                  <a:lnTo>
                    <a:pt x="43339" y="43815"/>
                  </a:lnTo>
                  <a:lnTo>
                    <a:pt x="43815" y="44768"/>
                  </a:lnTo>
                  <a:lnTo>
                    <a:pt x="44291" y="46196"/>
                  </a:lnTo>
                  <a:lnTo>
                    <a:pt x="44291" y="47625"/>
                  </a:lnTo>
                  <a:lnTo>
                    <a:pt x="41434" y="53340"/>
                  </a:lnTo>
                  <a:lnTo>
                    <a:pt x="40005" y="58103"/>
                  </a:lnTo>
                  <a:lnTo>
                    <a:pt x="40005" y="60484"/>
                  </a:lnTo>
                  <a:lnTo>
                    <a:pt x="43339" y="62389"/>
                  </a:lnTo>
                  <a:lnTo>
                    <a:pt x="47625" y="62389"/>
                  </a:lnTo>
                  <a:lnTo>
                    <a:pt x="49054" y="63341"/>
                  </a:lnTo>
                  <a:lnTo>
                    <a:pt x="50483" y="65246"/>
                  </a:lnTo>
                  <a:lnTo>
                    <a:pt x="51911" y="66199"/>
                  </a:lnTo>
                  <a:lnTo>
                    <a:pt x="53816" y="66199"/>
                  </a:lnTo>
                  <a:lnTo>
                    <a:pt x="55245" y="66675"/>
                  </a:lnTo>
                  <a:lnTo>
                    <a:pt x="55722" y="68104"/>
                  </a:lnTo>
                  <a:lnTo>
                    <a:pt x="57150" y="69533"/>
                  </a:lnTo>
                  <a:lnTo>
                    <a:pt x="58103" y="70485"/>
                  </a:lnTo>
                  <a:lnTo>
                    <a:pt x="59531" y="68104"/>
                  </a:lnTo>
                  <a:lnTo>
                    <a:pt x="60960" y="65722"/>
                  </a:lnTo>
                  <a:lnTo>
                    <a:pt x="63818" y="62389"/>
                  </a:lnTo>
                  <a:lnTo>
                    <a:pt x="65247" y="61913"/>
                  </a:lnTo>
                  <a:lnTo>
                    <a:pt x="65247" y="62389"/>
                  </a:lnTo>
                  <a:lnTo>
                    <a:pt x="62865" y="65722"/>
                  </a:lnTo>
                  <a:lnTo>
                    <a:pt x="62389" y="66199"/>
                  </a:lnTo>
                  <a:lnTo>
                    <a:pt x="62389" y="68104"/>
                  </a:lnTo>
                  <a:lnTo>
                    <a:pt x="62865" y="78105"/>
                  </a:lnTo>
                  <a:lnTo>
                    <a:pt x="62389" y="79534"/>
                  </a:lnTo>
                  <a:lnTo>
                    <a:pt x="61913" y="80010"/>
                  </a:lnTo>
                  <a:lnTo>
                    <a:pt x="60960" y="80010"/>
                  </a:lnTo>
                  <a:lnTo>
                    <a:pt x="60008" y="80963"/>
                  </a:lnTo>
                  <a:lnTo>
                    <a:pt x="59531" y="82868"/>
                  </a:lnTo>
                  <a:lnTo>
                    <a:pt x="58103" y="84772"/>
                  </a:lnTo>
                  <a:lnTo>
                    <a:pt x="54769" y="87630"/>
                  </a:lnTo>
                  <a:lnTo>
                    <a:pt x="53340" y="88106"/>
                  </a:lnTo>
                  <a:lnTo>
                    <a:pt x="50483" y="89059"/>
                  </a:lnTo>
                  <a:lnTo>
                    <a:pt x="49530" y="89535"/>
                  </a:lnTo>
                  <a:lnTo>
                    <a:pt x="48102" y="90011"/>
                  </a:lnTo>
                  <a:lnTo>
                    <a:pt x="45720" y="92869"/>
                  </a:lnTo>
                  <a:lnTo>
                    <a:pt x="41910" y="97631"/>
                  </a:lnTo>
                  <a:lnTo>
                    <a:pt x="40005" y="100489"/>
                  </a:lnTo>
                  <a:lnTo>
                    <a:pt x="39529" y="101441"/>
                  </a:lnTo>
                  <a:lnTo>
                    <a:pt x="35243" y="106680"/>
                  </a:lnTo>
                  <a:lnTo>
                    <a:pt x="34290" y="107156"/>
                  </a:lnTo>
                  <a:lnTo>
                    <a:pt x="33338" y="107633"/>
                  </a:lnTo>
                  <a:lnTo>
                    <a:pt x="32385" y="107156"/>
                  </a:lnTo>
                  <a:lnTo>
                    <a:pt x="32385" y="106680"/>
                  </a:lnTo>
                  <a:lnTo>
                    <a:pt x="32385" y="104299"/>
                  </a:lnTo>
                  <a:lnTo>
                    <a:pt x="31909" y="102394"/>
                  </a:lnTo>
                  <a:lnTo>
                    <a:pt x="31909" y="101441"/>
                  </a:lnTo>
                  <a:lnTo>
                    <a:pt x="32385" y="100965"/>
                  </a:lnTo>
                  <a:lnTo>
                    <a:pt x="31909" y="100489"/>
                  </a:lnTo>
                  <a:lnTo>
                    <a:pt x="31433" y="100013"/>
                  </a:lnTo>
                  <a:lnTo>
                    <a:pt x="26194" y="101918"/>
                  </a:lnTo>
                  <a:lnTo>
                    <a:pt x="23336" y="104775"/>
                  </a:lnTo>
                  <a:lnTo>
                    <a:pt x="21431" y="109061"/>
                  </a:lnTo>
                  <a:lnTo>
                    <a:pt x="16669" y="112871"/>
                  </a:lnTo>
                  <a:lnTo>
                    <a:pt x="13335" y="114300"/>
                  </a:lnTo>
                  <a:lnTo>
                    <a:pt x="12859" y="115253"/>
                  </a:lnTo>
                  <a:lnTo>
                    <a:pt x="12383" y="119063"/>
                  </a:lnTo>
                  <a:lnTo>
                    <a:pt x="12859" y="124778"/>
                  </a:lnTo>
                  <a:lnTo>
                    <a:pt x="10954" y="127635"/>
                  </a:lnTo>
                  <a:lnTo>
                    <a:pt x="8573" y="132874"/>
                  </a:lnTo>
                  <a:lnTo>
                    <a:pt x="7144" y="136208"/>
                  </a:lnTo>
                  <a:lnTo>
                    <a:pt x="6191" y="136684"/>
                  </a:lnTo>
                  <a:lnTo>
                    <a:pt x="5239" y="138113"/>
                  </a:lnTo>
                  <a:lnTo>
                    <a:pt x="4763" y="143351"/>
                  </a:lnTo>
                  <a:lnTo>
                    <a:pt x="4286" y="145256"/>
                  </a:lnTo>
                  <a:lnTo>
                    <a:pt x="4286" y="145256"/>
                  </a:lnTo>
                  <a:lnTo>
                    <a:pt x="7620" y="145256"/>
                  </a:lnTo>
                  <a:lnTo>
                    <a:pt x="10954" y="147161"/>
                  </a:lnTo>
                  <a:lnTo>
                    <a:pt x="10478" y="151447"/>
                  </a:lnTo>
                  <a:lnTo>
                    <a:pt x="2858" y="158115"/>
                  </a:lnTo>
                  <a:lnTo>
                    <a:pt x="2858" y="159068"/>
                  </a:lnTo>
                  <a:lnTo>
                    <a:pt x="1429" y="164306"/>
                  </a:lnTo>
                  <a:lnTo>
                    <a:pt x="1429" y="167164"/>
                  </a:lnTo>
                  <a:lnTo>
                    <a:pt x="953" y="170497"/>
                  </a:lnTo>
                  <a:lnTo>
                    <a:pt x="0" y="173355"/>
                  </a:lnTo>
                  <a:lnTo>
                    <a:pt x="0" y="178118"/>
                  </a:lnTo>
                  <a:lnTo>
                    <a:pt x="477" y="186214"/>
                  </a:lnTo>
                  <a:lnTo>
                    <a:pt x="477" y="187166"/>
                  </a:lnTo>
                  <a:lnTo>
                    <a:pt x="1429" y="187166"/>
                  </a:lnTo>
                  <a:lnTo>
                    <a:pt x="8573" y="185261"/>
                  </a:lnTo>
                  <a:lnTo>
                    <a:pt x="9525" y="185738"/>
                  </a:lnTo>
                  <a:lnTo>
                    <a:pt x="10478" y="189071"/>
                  </a:lnTo>
                  <a:lnTo>
                    <a:pt x="10954" y="189547"/>
                  </a:lnTo>
                  <a:lnTo>
                    <a:pt x="11906" y="189547"/>
                  </a:lnTo>
                  <a:lnTo>
                    <a:pt x="13811" y="188595"/>
                  </a:lnTo>
                  <a:lnTo>
                    <a:pt x="17622" y="185738"/>
                  </a:lnTo>
                  <a:lnTo>
                    <a:pt x="19050" y="184309"/>
                  </a:lnTo>
                  <a:lnTo>
                    <a:pt x="20955" y="181928"/>
                  </a:lnTo>
                  <a:lnTo>
                    <a:pt x="23336" y="179546"/>
                  </a:lnTo>
                  <a:lnTo>
                    <a:pt x="24765" y="177165"/>
                  </a:lnTo>
                  <a:lnTo>
                    <a:pt x="26194" y="175736"/>
                  </a:lnTo>
                  <a:lnTo>
                    <a:pt x="28099" y="175260"/>
                  </a:lnTo>
                  <a:lnTo>
                    <a:pt x="30004" y="175260"/>
                  </a:lnTo>
                  <a:lnTo>
                    <a:pt x="31433" y="175260"/>
                  </a:lnTo>
                  <a:lnTo>
                    <a:pt x="31909" y="175260"/>
                  </a:lnTo>
                  <a:lnTo>
                    <a:pt x="34766" y="175736"/>
                  </a:lnTo>
                  <a:lnTo>
                    <a:pt x="37148" y="175260"/>
                  </a:lnTo>
                  <a:lnTo>
                    <a:pt x="39529" y="173831"/>
                  </a:lnTo>
                  <a:lnTo>
                    <a:pt x="41910" y="173355"/>
                  </a:lnTo>
                  <a:lnTo>
                    <a:pt x="42386" y="173355"/>
                  </a:lnTo>
                  <a:lnTo>
                    <a:pt x="43339" y="173355"/>
                  </a:lnTo>
                  <a:lnTo>
                    <a:pt x="47149" y="173355"/>
                  </a:lnTo>
                  <a:lnTo>
                    <a:pt x="53340" y="173355"/>
                  </a:lnTo>
                  <a:lnTo>
                    <a:pt x="59531" y="173355"/>
                  </a:lnTo>
                  <a:lnTo>
                    <a:pt x="65723" y="173355"/>
                  </a:lnTo>
                  <a:lnTo>
                    <a:pt x="71914" y="173355"/>
                  </a:lnTo>
                  <a:lnTo>
                    <a:pt x="76200" y="173355"/>
                  </a:lnTo>
                  <a:lnTo>
                    <a:pt x="75724" y="170974"/>
                  </a:lnTo>
                  <a:lnTo>
                    <a:pt x="75248" y="169545"/>
                  </a:lnTo>
                  <a:lnTo>
                    <a:pt x="74295" y="167640"/>
                  </a:lnTo>
                  <a:lnTo>
                    <a:pt x="73819" y="166211"/>
                  </a:lnTo>
                  <a:lnTo>
                    <a:pt x="77153" y="158591"/>
                  </a:lnTo>
                  <a:lnTo>
                    <a:pt x="78581" y="155734"/>
                  </a:lnTo>
                  <a:lnTo>
                    <a:pt x="82868" y="150495"/>
                  </a:lnTo>
                  <a:lnTo>
                    <a:pt x="82868" y="148114"/>
                  </a:lnTo>
                  <a:lnTo>
                    <a:pt x="81915" y="146685"/>
                  </a:lnTo>
                  <a:lnTo>
                    <a:pt x="80486" y="145733"/>
                  </a:lnTo>
                  <a:lnTo>
                    <a:pt x="80486" y="144780"/>
                  </a:lnTo>
                  <a:lnTo>
                    <a:pt x="80963" y="143828"/>
                  </a:lnTo>
                  <a:lnTo>
                    <a:pt x="83820" y="142399"/>
                  </a:lnTo>
                  <a:lnTo>
                    <a:pt x="84773" y="141446"/>
                  </a:lnTo>
                  <a:lnTo>
                    <a:pt x="88106" y="140970"/>
                  </a:lnTo>
                  <a:lnTo>
                    <a:pt x="90011" y="139541"/>
                  </a:lnTo>
                  <a:lnTo>
                    <a:pt x="91440" y="140018"/>
                  </a:lnTo>
                  <a:lnTo>
                    <a:pt x="92393" y="139065"/>
                  </a:lnTo>
                  <a:lnTo>
                    <a:pt x="94774" y="139065"/>
                  </a:lnTo>
                  <a:lnTo>
                    <a:pt x="95727" y="137160"/>
                  </a:lnTo>
                  <a:lnTo>
                    <a:pt x="96679" y="136208"/>
                  </a:lnTo>
                  <a:lnTo>
                    <a:pt x="97631" y="136208"/>
                  </a:lnTo>
                  <a:lnTo>
                    <a:pt x="98108" y="137636"/>
                  </a:lnTo>
                  <a:lnTo>
                    <a:pt x="99536" y="137636"/>
                  </a:lnTo>
                  <a:lnTo>
                    <a:pt x="100965" y="137160"/>
                  </a:lnTo>
                  <a:lnTo>
                    <a:pt x="101918" y="136208"/>
                  </a:lnTo>
                  <a:lnTo>
                    <a:pt x="102870" y="132874"/>
                  </a:lnTo>
                  <a:lnTo>
                    <a:pt x="103823" y="131445"/>
                  </a:lnTo>
                  <a:lnTo>
                    <a:pt x="104775" y="130969"/>
                  </a:lnTo>
                  <a:lnTo>
                    <a:pt x="105728" y="132874"/>
                  </a:lnTo>
                  <a:lnTo>
                    <a:pt x="106680" y="133350"/>
                  </a:lnTo>
                  <a:lnTo>
                    <a:pt x="105252" y="134779"/>
                  </a:lnTo>
                  <a:lnTo>
                    <a:pt x="105252" y="135255"/>
                  </a:lnTo>
                  <a:lnTo>
                    <a:pt x="105728" y="135731"/>
                  </a:lnTo>
                  <a:lnTo>
                    <a:pt x="107156" y="135731"/>
                  </a:lnTo>
                  <a:lnTo>
                    <a:pt x="108585" y="135255"/>
                  </a:lnTo>
                  <a:lnTo>
                    <a:pt x="110966" y="133350"/>
                  </a:lnTo>
                  <a:lnTo>
                    <a:pt x="111919" y="133350"/>
                  </a:lnTo>
                  <a:lnTo>
                    <a:pt x="112395" y="135255"/>
                  </a:lnTo>
                  <a:lnTo>
                    <a:pt x="112872" y="135731"/>
                  </a:lnTo>
                  <a:lnTo>
                    <a:pt x="114300" y="135255"/>
                  </a:lnTo>
                  <a:lnTo>
                    <a:pt x="116681" y="133826"/>
                  </a:lnTo>
                  <a:lnTo>
                    <a:pt x="118110" y="132397"/>
                  </a:lnTo>
                  <a:lnTo>
                    <a:pt x="118110" y="130969"/>
                  </a:lnTo>
                  <a:lnTo>
                    <a:pt x="120015" y="130493"/>
                  </a:lnTo>
                  <a:lnTo>
                    <a:pt x="122397" y="125730"/>
                  </a:lnTo>
                  <a:lnTo>
                    <a:pt x="121920" y="124301"/>
                  </a:lnTo>
                  <a:lnTo>
                    <a:pt x="123825" y="123349"/>
                  </a:lnTo>
                  <a:lnTo>
                    <a:pt x="124778" y="122872"/>
                  </a:lnTo>
                  <a:lnTo>
                    <a:pt x="126206" y="123349"/>
                  </a:lnTo>
                  <a:lnTo>
                    <a:pt x="128111" y="122872"/>
                  </a:lnTo>
                  <a:lnTo>
                    <a:pt x="128111" y="123349"/>
                  </a:lnTo>
                  <a:lnTo>
                    <a:pt x="126683" y="126206"/>
                  </a:lnTo>
                  <a:lnTo>
                    <a:pt x="127635" y="126683"/>
                  </a:lnTo>
                  <a:lnTo>
                    <a:pt x="131445" y="127159"/>
                  </a:lnTo>
                  <a:lnTo>
                    <a:pt x="132398" y="127635"/>
                  </a:lnTo>
                  <a:lnTo>
                    <a:pt x="132398" y="128588"/>
                  </a:lnTo>
                  <a:lnTo>
                    <a:pt x="130969" y="129540"/>
                  </a:lnTo>
                  <a:lnTo>
                    <a:pt x="130969" y="130493"/>
                  </a:lnTo>
                  <a:lnTo>
                    <a:pt x="132398" y="131445"/>
                  </a:lnTo>
                  <a:lnTo>
                    <a:pt x="134303" y="131921"/>
                  </a:lnTo>
                  <a:lnTo>
                    <a:pt x="135731" y="131445"/>
                  </a:lnTo>
                  <a:lnTo>
                    <a:pt x="137636" y="128588"/>
                  </a:lnTo>
                  <a:lnTo>
                    <a:pt x="139065" y="128111"/>
                  </a:lnTo>
                  <a:lnTo>
                    <a:pt x="140018" y="128588"/>
                  </a:lnTo>
                  <a:lnTo>
                    <a:pt x="140494" y="131445"/>
                  </a:lnTo>
                  <a:lnTo>
                    <a:pt x="140970" y="132397"/>
                  </a:lnTo>
                  <a:lnTo>
                    <a:pt x="144780" y="133350"/>
                  </a:lnTo>
                  <a:lnTo>
                    <a:pt x="147638" y="132397"/>
                  </a:lnTo>
                  <a:lnTo>
                    <a:pt x="148590" y="132397"/>
                  </a:lnTo>
                  <a:lnTo>
                    <a:pt x="150972" y="129540"/>
                  </a:lnTo>
                  <a:lnTo>
                    <a:pt x="152400" y="126683"/>
                  </a:lnTo>
                  <a:lnTo>
                    <a:pt x="153353" y="122396"/>
                  </a:lnTo>
                  <a:lnTo>
                    <a:pt x="155258" y="119063"/>
                  </a:lnTo>
                  <a:lnTo>
                    <a:pt x="159068" y="116205"/>
                  </a:lnTo>
                  <a:lnTo>
                    <a:pt x="159544" y="114776"/>
                  </a:lnTo>
                  <a:lnTo>
                    <a:pt x="163354" y="110014"/>
                  </a:lnTo>
                  <a:lnTo>
                    <a:pt x="165735" y="104299"/>
                  </a:lnTo>
                  <a:lnTo>
                    <a:pt x="167640" y="102394"/>
                  </a:lnTo>
                  <a:lnTo>
                    <a:pt x="170022" y="100489"/>
                  </a:lnTo>
                  <a:lnTo>
                    <a:pt x="171450" y="99536"/>
                  </a:lnTo>
                  <a:lnTo>
                    <a:pt x="174308" y="98584"/>
                  </a:lnTo>
                  <a:lnTo>
                    <a:pt x="176213" y="98108"/>
                  </a:lnTo>
                  <a:lnTo>
                    <a:pt x="176689" y="97631"/>
                  </a:lnTo>
                  <a:lnTo>
                    <a:pt x="176689" y="96679"/>
                  </a:lnTo>
                  <a:lnTo>
                    <a:pt x="176213" y="92869"/>
                  </a:lnTo>
                  <a:lnTo>
                    <a:pt x="177165" y="91440"/>
                  </a:lnTo>
                  <a:lnTo>
                    <a:pt x="178594" y="89059"/>
                  </a:lnTo>
                  <a:lnTo>
                    <a:pt x="180023" y="86678"/>
                  </a:lnTo>
                  <a:lnTo>
                    <a:pt x="181452" y="85249"/>
                  </a:lnTo>
                  <a:lnTo>
                    <a:pt x="182404" y="83820"/>
                  </a:lnTo>
                  <a:lnTo>
                    <a:pt x="182880" y="81439"/>
                  </a:lnTo>
                  <a:lnTo>
                    <a:pt x="182880" y="79534"/>
                  </a:lnTo>
                  <a:lnTo>
                    <a:pt x="183833" y="79534"/>
                  </a:lnTo>
                  <a:close/>
                  <a:moveTo>
                    <a:pt x="89059" y="153353"/>
                  </a:moveTo>
                  <a:lnTo>
                    <a:pt x="88583" y="152400"/>
                  </a:lnTo>
                  <a:lnTo>
                    <a:pt x="88583" y="150019"/>
                  </a:lnTo>
                  <a:lnTo>
                    <a:pt x="87630" y="150019"/>
                  </a:lnTo>
                  <a:lnTo>
                    <a:pt x="85725" y="150019"/>
                  </a:lnTo>
                  <a:lnTo>
                    <a:pt x="84773" y="150971"/>
                  </a:lnTo>
                  <a:lnTo>
                    <a:pt x="85249" y="152400"/>
                  </a:lnTo>
                  <a:lnTo>
                    <a:pt x="86202" y="153353"/>
                  </a:lnTo>
                  <a:lnTo>
                    <a:pt x="87154" y="153829"/>
                  </a:lnTo>
                  <a:lnTo>
                    <a:pt x="90011" y="154781"/>
                  </a:lnTo>
                  <a:lnTo>
                    <a:pt x="90011" y="155734"/>
                  </a:lnTo>
                  <a:lnTo>
                    <a:pt x="88583" y="157163"/>
                  </a:lnTo>
                  <a:lnTo>
                    <a:pt x="87630" y="158591"/>
                  </a:lnTo>
                  <a:lnTo>
                    <a:pt x="87154" y="160020"/>
                  </a:lnTo>
                  <a:lnTo>
                    <a:pt x="91916" y="158115"/>
                  </a:lnTo>
                  <a:lnTo>
                    <a:pt x="92869" y="155258"/>
                  </a:lnTo>
                  <a:lnTo>
                    <a:pt x="93822" y="153353"/>
                  </a:lnTo>
                  <a:lnTo>
                    <a:pt x="91916" y="151924"/>
                  </a:lnTo>
                  <a:lnTo>
                    <a:pt x="89059" y="153353"/>
                  </a:lnTo>
                  <a:close/>
                  <a:moveTo>
                    <a:pt x="124302" y="132874"/>
                  </a:moveTo>
                  <a:lnTo>
                    <a:pt x="124302" y="134303"/>
                  </a:lnTo>
                  <a:lnTo>
                    <a:pt x="124302" y="135731"/>
                  </a:lnTo>
                  <a:lnTo>
                    <a:pt x="122873" y="136208"/>
                  </a:lnTo>
                  <a:lnTo>
                    <a:pt x="122873" y="137160"/>
                  </a:lnTo>
                  <a:lnTo>
                    <a:pt x="125730" y="137160"/>
                  </a:lnTo>
                  <a:lnTo>
                    <a:pt x="126206" y="138113"/>
                  </a:lnTo>
                  <a:lnTo>
                    <a:pt x="128588" y="139541"/>
                  </a:lnTo>
                  <a:lnTo>
                    <a:pt x="128111" y="137636"/>
                  </a:lnTo>
                  <a:lnTo>
                    <a:pt x="127635" y="136208"/>
                  </a:lnTo>
                  <a:lnTo>
                    <a:pt x="129540" y="135255"/>
                  </a:lnTo>
                  <a:lnTo>
                    <a:pt x="130016" y="133350"/>
                  </a:lnTo>
                  <a:lnTo>
                    <a:pt x="127635" y="132397"/>
                  </a:lnTo>
                  <a:lnTo>
                    <a:pt x="124302" y="132874"/>
                  </a:lnTo>
                  <a:close/>
                </a:path>
              </a:pathLst>
            </a:custGeom>
            <a:grpFill/>
            <a:ln w="317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85D28D0C-E18F-437C-BF81-889A4AF791A5}"/>
                </a:ext>
              </a:extLst>
            </p:cNvPr>
            <p:cNvSpPr/>
            <p:nvPr/>
          </p:nvSpPr>
          <p:spPr>
            <a:xfrm>
              <a:off x="6470332" y="2356008"/>
              <a:ext cx="614362" cy="343852"/>
            </a:xfrm>
            <a:custGeom>
              <a:avLst/>
              <a:gdLst>
                <a:gd name="connsiteX0" fmla="*/ 325755 w 614362"/>
                <a:gd name="connsiteY0" fmla="*/ 266224 h 343852"/>
                <a:gd name="connsiteX1" fmla="*/ 323850 w 614362"/>
                <a:gd name="connsiteY1" fmla="*/ 264795 h 343852"/>
                <a:gd name="connsiteX2" fmla="*/ 321469 w 614362"/>
                <a:gd name="connsiteY2" fmla="*/ 261938 h 343852"/>
                <a:gd name="connsiteX3" fmla="*/ 321945 w 614362"/>
                <a:gd name="connsiteY3" fmla="*/ 264795 h 343852"/>
                <a:gd name="connsiteX4" fmla="*/ 323374 w 614362"/>
                <a:gd name="connsiteY4" fmla="*/ 266700 h 343852"/>
                <a:gd name="connsiteX5" fmla="*/ 328136 w 614362"/>
                <a:gd name="connsiteY5" fmla="*/ 268605 h 343852"/>
                <a:gd name="connsiteX6" fmla="*/ 338614 w 614362"/>
                <a:gd name="connsiteY6" fmla="*/ 270510 h 343852"/>
                <a:gd name="connsiteX7" fmla="*/ 343376 w 614362"/>
                <a:gd name="connsiteY7" fmla="*/ 270986 h 343852"/>
                <a:gd name="connsiteX8" fmla="*/ 338614 w 614362"/>
                <a:gd name="connsiteY8" fmla="*/ 269081 h 343852"/>
                <a:gd name="connsiteX9" fmla="*/ 325755 w 614362"/>
                <a:gd name="connsiteY9" fmla="*/ 266224 h 343852"/>
                <a:gd name="connsiteX10" fmla="*/ 614363 w 614362"/>
                <a:gd name="connsiteY10" fmla="*/ 132874 h 343852"/>
                <a:gd name="connsiteX11" fmla="*/ 611981 w 614362"/>
                <a:gd name="connsiteY11" fmla="*/ 130016 h 343852"/>
                <a:gd name="connsiteX12" fmla="*/ 611981 w 614362"/>
                <a:gd name="connsiteY12" fmla="*/ 127159 h 343852"/>
                <a:gd name="connsiteX13" fmla="*/ 613410 w 614362"/>
                <a:gd name="connsiteY13" fmla="*/ 125254 h 343852"/>
                <a:gd name="connsiteX14" fmla="*/ 612934 w 614362"/>
                <a:gd name="connsiteY14" fmla="*/ 123825 h 343852"/>
                <a:gd name="connsiteX15" fmla="*/ 611029 w 614362"/>
                <a:gd name="connsiteY15" fmla="*/ 122872 h 343852"/>
                <a:gd name="connsiteX16" fmla="*/ 608648 w 614362"/>
                <a:gd name="connsiteY16" fmla="*/ 123349 h 343852"/>
                <a:gd name="connsiteX17" fmla="*/ 605790 w 614362"/>
                <a:gd name="connsiteY17" fmla="*/ 124301 h 343852"/>
                <a:gd name="connsiteX18" fmla="*/ 602456 w 614362"/>
                <a:gd name="connsiteY18" fmla="*/ 124301 h 343852"/>
                <a:gd name="connsiteX19" fmla="*/ 597218 w 614362"/>
                <a:gd name="connsiteY19" fmla="*/ 120967 h 343852"/>
                <a:gd name="connsiteX20" fmla="*/ 591503 w 614362"/>
                <a:gd name="connsiteY20" fmla="*/ 117634 h 343852"/>
                <a:gd name="connsiteX21" fmla="*/ 588169 w 614362"/>
                <a:gd name="connsiteY21" fmla="*/ 117634 h 343852"/>
                <a:gd name="connsiteX22" fmla="*/ 585788 w 614362"/>
                <a:gd name="connsiteY22" fmla="*/ 117157 h 343852"/>
                <a:gd name="connsiteX23" fmla="*/ 583882 w 614362"/>
                <a:gd name="connsiteY23" fmla="*/ 115252 h 343852"/>
                <a:gd name="connsiteX24" fmla="*/ 582930 w 614362"/>
                <a:gd name="connsiteY24" fmla="*/ 112871 h 343852"/>
                <a:gd name="connsiteX25" fmla="*/ 581501 w 614362"/>
                <a:gd name="connsiteY25" fmla="*/ 111919 h 343852"/>
                <a:gd name="connsiteX26" fmla="*/ 579597 w 614362"/>
                <a:gd name="connsiteY26" fmla="*/ 112395 h 343852"/>
                <a:gd name="connsiteX27" fmla="*/ 576739 w 614362"/>
                <a:gd name="connsiteY27" fmla="*/ 113347 h 343852"/>
                <a:gd name="connsiteX28" fmla="*/ 572929 w 614362"/>
                <a:gd name="connsiteY28" fmla="*/ 112871 h 343852"/>
                <a:gd name="connsiteX29" fmla="*/ 568167 w 614362"/>
                <a:gd name="connsiteY29" fmla="*/ 110014 h 343852"/>
                <a:gd name="connsiteX30" fmla="*/ 563880 w 614362"/>
                <a:gd name="connsiteY30" fmla="*/ 107156 h 343852"/>
                <a:gd name="connsiteX31" fmla="*/ 560547 w 614362"/>
                <a:gd name="connsiteY31" fmla="*/ 107156 h 343852"/>
                <a:gd name="connsiteX32" fmla="*/ 557213 w 614362"/>
                <a:gd name="connsiteY32" fmla="*/ 106680 h 343852"/>
                <a:gd name="connsiteX33" fmla="*/ 550545 w 614362"/>
                <a:gd name="connsiteY33" fmla="*/ 102870 h 343852"/>
                <a:gd name="connsiteX34" fmla="*/ 548640 w 614362"/>
                <a:gd name="connsiteY34" fmla="*/ 102870 h 343852"/>
                <a:gd name="connsiteX35" fmla="*/ 547688 w 614362"/>
                <a:gd name="connsiteY35" fmla="*/ 103822 h 343852"/>
                <a:gd name="connsiteX36" fmla="*/ 547211 w 614362"/>
                <a:gd name="connsiteY36" fmla="*/ 107156 h 343852"/>
                <a:gd name="connsiteX37" fmla="*/ 546735 w 614362"/>
                <a:gd name="connsiteY37" fmla="*/ 107632 h 343852"/>
                <a:gd name="connsiteX38" fmla="*/ 545782 w 614362"/>
                <a:gd name="connsiteY38" fmla="*/ 108109 h 343852"/>
                <a:gd name="connsiteX39" fmla="*/ 543401 w 614362"/>
                <a:gd name="connsiteY39" fmla="*/ 108585 h 343852"/>
                <a:gd name="connsiteX40" fmla="*/ 540068 w 614362"/>
                <a:gd name="connsiteY40" fmla="*/ 106680 h 343852"/>
                <a:gd name="connsiteX41" fmla="*/ 531495 w 614362"/>
                <a:gd name="connsiteY41" fmla="*/ 100489 h 343852"/>
                <a:gd name="connsiteX42" fmla="*/ 528161 w 614362"/>
                <a:gd name="connsiteY42" fmla="*/ 95726 h 343852"/>
                <a:gd name="connsiteX43" fmla="*/ 527209 w 614362"/>
                <a:gd name="connsiteY43" fmla="*/ 92392 h 343852"/>
                <a:gd name="connsiteX44" fmla="*/ 524351 w 614362"/>
                <a:gd name="connsiteY44" fmla="*/ 90011 h 343852"/>
                <a:gd name="connsiteX45" fmla="*/ 521494 w 614362"/>
                <a:gd name="connsiteY45" fmla="*/ 86677 h 343852"/>
                <a:gd name="connsiteX46" fmla="*/ 518636 w 614362"/>
                <a:gd name="connsiteY46" fmla="*/ 86201 h 343852"/>
                <a:gd name="connsiteX47" fmla="*/ 515779 w 614362"/>
                <a:gd name="connsiteY47" fmla="*/ 87154 h 343852"/>
                <a:gd name="connsiteX48" fmla="*/ 512922 w 614362"/>
                <a:gd name="connsiteY48" fmla="*/ 88582 h 343852"/>
                <a:gd name="connsiteX49" fmla="*/ 511493 w 614362"/>
                <a:gd name="connsiteY49" fmla="*/ 89059 h 343852"/>
                <a:gd name="connsiteX50" fmla="*/ 506730 w 614362"/>
                <a:gd name="connsiteY50" fmla="*/ 89535 h 343852"/>
                <a:gd name="connsiteX51" fmla="*/ 499110 w 614362"/>
                <a:gd name="connsiteY51" fmla="*/ 91440 h 343852"/>
                <a:gd name="connsiteX52" fmla="*/ 497205 w 614362"/>
                <a:gd name="connsiteY52" fmla="*/ 93345 h 343852"/>
                <a:gd name="connsiteX53" fmla="*/ 494824 w 614362"/>
                <a:gd name="connsiteY53" fmla="*/ 94774 h 343852"/>
                <a:gd name="connsiteX54" fmla="*/ 492919 w 614362"/>
                <a:gd name="connsiteY54" fmla="*/ 93821 h 343852"/>
                <a:gd name="connsiteX55" fmla="*/ 491014 w 614362"/>
                <a:gd name="connsiteY55" fmla="*/ 91916 h 343852"/>
                <a:gd name="connsiteX56" fmla="*/ 486728 w 614362"/>
                <a:gd name="connsiteY56" fmla="*/ 90964 h 343852"/>
                <a:gd name="connsiteX57" fmla="*/ 484823 w 614362"/>
                <a:gd name="connsiteY57" fmla="*/ 91916 h 343852"/>
                <a:gd name="connsiteX58" fmla="*/ 482918 w 614362"/>
                <a:gd name="connsiteY58" fmla="*/ 90488 h 343852"/>
                <a:gd name="connsiteX59" fmla="*/ 481013 w 614362"/>
                <a:gd name="connsiteY59" fmla="*/ 88106 h 343852"/>
                <a:gd name="connsiteX60" fmla="*/ 478631 w 614362"/>
                <a:gd name="connsiteY60" fmla="*/ 86201 h 343852"/>
                <a:gd name="connsiteX61" fmla="*/ 474822 w 614362"/>
                <a:gd name="connsiteY61" fmla="*/ 85725 h 343852"/>
                <a:gd name="connsiteX62" fmla="*/ 471011 w 614362"/>
                <a:gd name="connsiteY62" fmla="*/ 84772 h 343852"/>
                <a:gd name="connsiteX63" fmla="*/ 467678 w 614362"/>
                <a:gd name="connsiteY63" fmla="*/ 86201 h 343852"/>
                <a:gd name="connsiteX64" fmla="*/ 463391 w 614362"/>
                <a:gd name="connsiteY64" fmla="*/ 89059 h 343852"/>
                <a:gd name="connsiteX65" fmla="*/ 460534 w 614362"/>
                <a:gd name="connsiteY65" fmla="*/ 88106 h 343852"/>
                <a:gd name="connsiteX66" fmla="*/ 459105 w 614362"/>
                <a:gd name="connsiteY66" fmla="*/ 84772 h 343852"/>
                <a:gd name="connsiteX67" fmla="*/ 457200 w 614362"/>
                <a:gd name="connsiteY67" fmla="*/ 83820 h 343852"/>
                <a:gd name="connsiteX68" fmla="*/ 454819 w 614362"/>
                <a:gd name="connsiteY68" fmla="*/ 80486 h 343852"/>
                <a:gd name="connsiteX69" fmla="*/ 454343 w 614362"/>
                <a:gd name="connsiteY69" fmla="*/ 77152 h 343852"/>
                <a:gd name="connsiteX70" fmla="*/ 454819 w 614362"/>
                <a:gd name="connsiteY70" fmla="*/ 75724 h 343852"/>
                <a:gd name="connsiteX71" fmla="*/ 455772 w 614362"/>
                <a:gd name="connsiteY71" fmla="*/ 73819 h 343852"/>
                <a:gd name="connsiteX72" fmla="*/ 455772 w 614362"/>
                <a:gd name="connsiteY72" fmla="*/ 72866 h 343852"/>
                <a:gd name="connsiteX73" fmla="*/ 454819 w 614362"/>
                <a:gd name="connsiteY73" fmla="*/ 70961 h 343852"/>
                <a:gd name="connsiteX74" fmla="*/ 453866 w 614362"/>
                <a:gd name="connsiteY74" fmla="*/ 69532 h 343852"/>
                <a:gd name="connsiteX75" fmla="*/ 452438 w 614362"/>
                <a:gd name="connsiteY75" fmla="*/ 64770 h 343852"/>
                <a:gd name="connsiteX76" fmla="*/ 451485 w 614362"/>
                <a:gd name="connsiteY76" fmla="*/ 62865 h 343852"/>
                <a:gd name="connsiteX77" fmla="*/ 451485 w 614362"/>
                <a:gd name="connsiteY77" fmla="*/ 61436 h 343852"/>
                <a:gd name="connsiteX78" fmla="*/ 452438 w 614362"/>
                <a:gd name="connsiteY78" fmla="*/ 60007 h 343852"/>
                <a:gd name="connsiteX79" fmla="*/ 451485 w 614362"/>
                <a:gd name="connsiteY79" fmla="*/ 59055 h 343852"/>
                <a:gd name="connsiteX80" fmla="*/ 450056 w 614362"/>
                <a:gd name="connsiteY80" fmla="*/ 59055 h 343852"/>
                <a:gd name="connsiteX81" fmla="*/ 447675 w 614362"/>
                <a:gd name="connsiteY81" fmla="*/ 59055 h 343852"/>
                <a:gd name="connsiteX82" fmla="*/ 446247 w 614362"/>
                <a:gd name="connsiteY82" fmla="*/ 58102 h 343852"/>
                <a:gd name="connsiteX83" fmla="*/ 444818 w 614362"/>
                <a:gd name="connsiteY83" fmla="*/ 55245 h 343852"/>
                <a:gd name="connsiteX84" fmla="*/ 443865 w 614362"/>
                <a:gd name="connsiteY84" fmla="*/ 52388 h 343852"/>
                <a:gd name="connsiteX85" fmla="*/ 442913 w 614362"/>
                <a:gd name="connsiteY85" fmla="*/ 51435 h 343852"/>
                <a:gd name="connsiteX86" fmla="*/ 440531 w 614362"/>
                <a:gd name="connsiteY86" fmla="*/ 51435 h 343852"/>
                <a:gd name="connsiteX87" fmla="*/ 436245 w 614362"/>
                <a:gd name="connsiteY87" fmla="*/ 51911 h 343852"/>
                <a:gd name="connsiteX88" fmla="*/ 432435 w 614362"/>
                <a:gd name="connsiteY88" fmla="*/ 52864 h 343852"/>
                <a:gd name="connsiteX89" fmla="*/ 431006 w 614362"/>
                <a:gd name="connsiteY89" fmla="*/ 52864 h 343852"/>
                <a:gd name="connsiteX90" fmla="*/ 427673 w 614362"/>
                <a:gd name="connsiteY90" fmla="*/ 51435 h 343852"/>
                <a:gd name="connsiteX91" fmla="*/ 423386 w 614362"/>
                <a:gd name="connsiteY91" fmla="*/ 50006 h 343852"/>
                <a:gd name="connsiteX92" fmla="*/ 414814 w 614362"/>
                <a:gd name="connsiteY92" fmla="*/ 49530 h 343852"/>
                <a:gd name="connsiteX93" fmla="*/ 414338 w 614362"/>
                <a:gd name="connsiteY93" fmla="*/ 49054 h 343852"/>
                <a:gd name="connsiteX94" fmla="*/ 414814 w 614362"/>
                <a:gd name="connsiteY94" fmla="*/ 48101 h 343852"/>
                <a:gd name="connsiteX95" fmla="*/ 416719 w 614362"/>
                <a:gd name="connsiteY95" fmla="*/ 46672 h 343852"/>
                <a:gd name="connsiteX96" fmla="*/ 416719 w 614362"/>
                <a:gd name="connsiteY96" fmla="*/ 45244 h 343852"/>
                <a:gd name="connsiteX97" fmla="*/ 415290 w 614362"/>
                <a:gd name="connsiteY97" fmla="*/ 44291 h 343852"/>
                <a:gd name="connsiteX98" fmla="*/ 414338 w 614362"/>
                <a:gd name="connsiteY98" fmla="*/ 41910 h 343852"/>
                <a:gd name="connsiteX99" fmla="*/ 414338 w 614362"/>
                <a:gd name="connsiteY99" fmla="*/ 39052 h 343852"/>
                <a:gd name="connsiteX100" fmla="*/ 413861 w 614362"/>
                <a:gd name="connsiteY100" fmla="*/ 35719 h 343852"/>
                <a:gd name="connsiteX101" fmla="*/ 411956 w 614362"/>
                <a:gd name="connsiteY101" fmla="*/ 33338 h 343852"/>
                <a:gd name="connsiteX102" fmla="*/ 411004 w 614362"/>
                <a:gd name="connsiteY102" fmla="*/ 31909 h 343852"/>
                <a:gd name="connsiteX103" fmla="*/ 411004 w 614362"/>
                <a:gd name="connsiteY103" fmla="*/ 30480 h 343852"/>
                <a:gd name="connsiteX104" fmla="*/ 414814 w 614362"/>
                <a:gd name="connsiteY104" fmla="*/ 30004 h 343852"/>
                <a:gd name="connsiteX105" fmla="*/ 419576 w 614362"/>
                <a:gd name="connsiteY105" fmla="*/ 29051 h 343852"/>
                <a:gd name="connsiteX106" fmla="*/ 420529 w 614362"/>
                <a:gd name="connsiteY106" fmla="*/ 28099 h 343852"/>
                <a:gd name="connsiteX107" fmla="*/ 420529 w 614362"/>
                <a:gd name="connsiteY107" fmla="*/ 26194 h 343852"/>
                <a:gd name="connsiteX108" fmla="*/ 411004 w 614362"/>
                <a:gd name="connsiteY108" fmla="*/ 17145 h 343852"/>
                <a:gd name="connsiteX109" fmla="*/ 407670 w 614362"/>
                <a:gd name="connsiteY109" fmla="*/ 9049 h 343852"/>
                <a:gd name="connsiteX110" fmla="*/ 404336 w 614362"/>
                <a:gd name="connsiteY110" fmla="*/ 4763 h 343852"/>
                <a:gd name="connsiteX111" fmla="*/ 401003 w 614362"/>
                <a:gd name="connsiteY111" fmla="*/ 1905 h 343852"/>
                <a:gd name="connsiteX112" fmla="*/ 398145 w 614362"/>
                <a:gd name="connsiteY112" fmla="*/ 476 h 343852"/>
                <a:gd name="connsiteX113" fmla="*/ 393859 w 614362"/>
                <a:gd name="connsiteY113" fmla="*/ 952 h 343852"/>
                <a:gd name="connsiteX114" fmla="*/ 388144 w 614362"/>
                <a:gd name="connsiteY114" fmla="*/ 952 h 343852"/>
                <a:gd name="connsiteX115" fmla="*/ 382429 w 614362"/>
                <a:gd name="connsiteY115" fmla="*/ 0 h 343852"/>
                <a:gd name="connsiteX116" fmla="*/ 377666 w 614362"/>
                <a:gd name="connsiteY116" fmla="*/ 476 h 343852"/>
                <a:gd name="connsiteX117" fmla="*/ 369094 w 614362"/>
                <a:gd name="connsiteY117" fmla="*/ 4286 h 343852"/>
                <a:gd name="connsiteX118" fmla="*/ 365760 w 614362"/>
                <a:gd name="connsiteY118" fmla="*/ 4286 h 343852"/>
                <a:gd name="connsiteX119" fmla="*/ 360045 w 614362"/>
                <a:gd name="connsiteY119" fmla="*/ 2857 h 343852"/>
                <a:gd name="connsiteX120" fmla="*/ 355282 w 614362"/>
                <a:gd name="connsiteY120" fmla="*/ 1429 h 343852"/>
                <a:gd name="connsiteX121" fmla="*/ 352901 w 614362"/>
                <a:gd name="connsiteY121" fmla="*/ 1429 h 343852"/>
                <a:gd name="connsiteX122" fmla="*/ 351473 w 614362"/>
                <a:gd name="connsiteY122" fmla="*/ 1905 h 343852"/>
                <a:gd name="connsiteX123" fmla="*/ 350520 w 614362"/>
                <a:gd name="connsiteY123" fmla="*/ 2857 h 343852"/>
                <a:gd name="connsiteX124" fmla="*/ 347663 w 614362"/>
                <a:gd name="connsiteY124" fmla="*/ 10001 h 343852"/>
                <a:gd name="connsiteX125" fmla="*/ 345281 w 614362"/>
                <a:gd name="connsiteY125" fmla="*/ 11430 h 343852"/>
                <a:gd name="connsiteX126" fmla="*/ 341948 w 614362"/>
                <a:gd name="connsiteY126" fmla="*/ 12859 h 343852"/>
                <a:gd name="connsiteX127" fmla="*/ 339090 w 614362"/>
                <a:gd name="connsiteY127" fmla="*/ 13335 h 343852"/>
                <a:gd name="connsiteX128" fmla="*/ 336709 w 614362"/>
                <a:gd name="connsiteY128" fmla="*/ 13335 h 343852"/>
                <a:gd name="connsiteX129" fmla="*/ 333375 w 614362"/>
                <a:gd name="connsiteY129" fmla="*/ 12382 h 343852"/>
                <a:gd name="connsiteX130" fmla="*/ 330041 w 614362"/>
                <a:gd name="connsiteY130" fmla="*/ 10954 h 343852"/>
                <a:gd name="connsiteX131" fmla="*/ 329565 w 614362"/>
                <a:gd name="connsiteY131" fmla="*/ 10954 h 343852"/>
                <a:gd name="connsiteX132" fmla="*/ 322898 w 614362"/>
                <a:gd name="connsiteY132" fmla="*/ 10477 h 343852"/>
                <a:gd name="connsiteX133" fmla="*/ 315278 w 614362"/>
                <a:gd name="connsiteY133" fmla="*/ 10477 h 343852"/>
                <a:gd name="connsiteX134" fmla="*/ 310991 w 614362"/>
                <a:gd name="connsiteY134" fmla="*/ 12859 h 343852"/>
                <a:gd name="connsiteX135" fmla="*/ 309086 w 614362"/>
                <a:gd name="connsiteY135" fmla="*/ 12382 h 343852"/>
                <a:gd name="connsiteX136" fmla="*/ 306229 w 614362"/>
                <a:gd name="connsiteY136" fmla="*/ 11906 h 343852"/>
                <a:gd name="connsiteX137" fmla="*/ 302895 w 614362"/>
                <a:gd name="connsiteY137" fmla="*/ 13335 h 343852"/>
                <a:gd name="connsiteX138" fmla="*/ 298132 w 614362"/>
                <a:gd name="connsiteY138" fmla="*/ 17621 h 343852"/>
                <a:gd name="connsiteX139" fmla="*/ 295275 w 614362"/>
                <a:gd name="connsiteY139" fmla="*/ 20002 h 343852"/>
                <a:gd name="connsiteX140" fmla="*/ 292418 w 614362"/>
                <a:gd name="connsiteY140" fmla="*/ 23813 h 343852"/>
                <a:gd name="connsiteX141" fmla="*/ 291465 w 614362"/>
                <a:gd name="connsiteY141" fmla="*/ 25717 h 343852"/>
                <a:gd name="connsiteX142" fmla="*/ 289560 w 614362"/>
                <a:gd name="connsiteY142" fmla="*/ 29527 h 343852"/>
                <a:gd name="connsiteX143" fmla="*/ 287655 w 614362"/>
                <a:gd name="connsiteY143" fmla="*/ 33814 h 343852"/>
                <a:gd name="connsiteX144" fmla="*/ 288607 w 614362"/>
                <a:gd name="connsiteY144" fmla="*/ 36671 h 343852"/>
                <a:gd name="connsiteX145" fmla="*/ 290036 w 614362"/>
                <a:gd name="connsiteY145" fmla="*/ 39529 h 343852"/>
                <a:gd name="connsiteX146" fmla="*/ 290513 w 614362"/>
                <a:gd name="connsiteY146" fmla="*/ 42386 h 343852"/>
                <a:gd name="connsiteX147" fmla="*/ 290989 w 614362"/>
                <a:gd name="connsiteY147" fmla="*/ 44767 h 343852"/>
                <a:gd name="connsiteX148" fmla="*/ 289084 w 614362"/>
                <a:gd name="connsiteY148" fmla="*/ 46196 h 343852"/>
                <a:gd name="connsiteX149" fmla="*/ 288131 w 614362"/>
                <a:gd name="connsiteY149" fmla="*/ 48577 h 343852"/>
                <a:gd name="connsiteX150" fmla="*/ 284798 w 614362"/>
                <a:gd name="connsiteY150" fmla="*/ 48101 h 343852"/>
                <a:gd name="connsiteX151" fmla="*/ 280988 w 614362"/>
                <a:gd name="connsiteY151" fmla="*/ 45720 h 343852"/>
                <a:gd name="connsiteX152" fmla="*/ 280035 w 614362"/>
                <a:gd name="connsiteY152" fmla="*/ 42386 h 343852"/>
                <a:gd name="connsiteX153" fmla="*/ 277178 w 614362"/>
                <a:gd name="connsiteY153" fmla="*/ 40005 h 343852"/>
                <a:gd name="connsiteX154" fmla="*/ 275273 w 614362"/>
                <a:gd name="connsiteY154" fmla="*/ 38576 h 343852"/>
                <a:gd name="connsiteX155" fmla="*/ 271939 w 614362"/>
                <a:gd name="connsiteY155" fmla="*/ 38576 h 343852"/>
                <a:gd name="connsiteX156" fmla="*/ 266700 w 614362"/>
                <a:gd name="connsiteY156" fmla="*/ 39529 h 343852"/>
                <a:gd name="connsiteX157" fmla="*/ 260032 w 614362"/>
                <a:gd name="connsiteY157" fmla="*/ 40481 h 343852"/>
                <a:gd name="connsiteX158" fmla="*/ 254794 w 614362"/>
                <a:gd name="connsiteY158" fmla="*/ 40481 h 343852"/>
                <a:gd name="connsiteX159" fmla="*/ 251936 w 614362"/>
                <a:gd name="connsiteY159" fmla="*/ 41434 h 343852"/>
                <a:gd name="connsiteX160" fmla="*/ 247650 w 614362"/>
                <a:gd name="connsiteY160" fmla="*/ 42386 h 343852"/>
                <a:gd name="connsiteX161" fmla="*/ 246222 w 614362"/>
                <a:gd name="connsiteY161" fmla="*/ 40957 h 343852"/>
                <a:gd name="connsiteX162" fmla="*/ 243840 w 614362"/>
                <a:gd name="connsiteY162" fmla="*/ 37147 h 343852"/>
                <a:gd name="connsiteX163" fmla="*/ 241935 w 614362"/>
                <a:gd name="connsiteY163" fmla="*/ 33338 h 343852"/>
                <a:gd name="connsiteX164" fmla="*/ 240506 w 614362"/>
                <a:gd name="connsiteY164" fmla="*/ 31909 h 343852"/>
                <a:gd name="connsiteX165" fmla="*/ 239554 w 614362"/>
                <a:gd name="connsiteY165" fmla="*/ 31432 h 343852"/>
                <a:gd name="connsiteX166" fmla="*/ 238125 w 614362"/>
                <a:gd name="connsiteY166" fmla="*/ 31432 h 343852"/>
                <a:gd name="connsiteX167" fmla="*/ 236697 w 614362"/>
                <a:gd name="connsiteY167" fmla="*/ 32385 h 343852"/>
                <a:gd name="connsiteX168" fmla="*/ 235268 w 614362"/>
                <a:gd name="connsiteY168" fmla="*/ 33814 h 343852"/>
                <a:gd name="connsiteX169" fmla="*/ 233363 w 614362"/>
                <a:gd name="connsiteY169" fmla="*/ 34290 h 343852"/>
                <a:gd name="connsiteX170" fmla="*/ 230505 w 614362"/>
                <a:gd name="connsiteY170" fmla="*/ 35242 h 343852"/>
                <a:gd name="connsiteX171" fmla="*/ 228600 w 614362"/>
                <a:gd name="connsiteY171" fmla="*/ 36671 h 343852"/>
                <a:gd name="connsiteX172" fmla="*/ 226695 w 614362"/>
                <a:gd name="connsiteY172" fmla="*/ 40005 h 343852"/>
                <a:gd name="connsiteX173" fmla="*/ 225266 w 614362"/>
                <a:gd name="connsiteY173" fmla="*/ 39529 h 343852"/>
                <a:gd name="connsiteX174" fmla="*/ 223838 w 614362"/>
                <a:gd name="connsiteY174" fmla="*/ 38576 h 343852"/>
                <a:gd name="connsiteX175" fmla="*/ 222409 w 614362"/>
                <a:gd name="connsiteY175" fmla="*/ 34766 h 343852"/>
                <a:gd name="connsiteX176" fmla="*/ 220028 w 614362"/>
                <a:gd name="connsiteY176" fmla="*/ 33814 h 343852"/>
                <a:gd name="connsiteX177" fmla="*/ 216218 w 614362"/>
                <a:gd name="connsiteY177" fmla="*/ 33814 h 343852"/>
                <a:gd name="connsiteX178" fmla="*/ 211455 w 614362"/>
                <a:gd name="connsiteY178" fmla="*/ 32861 h 343852"/>
                <a:gd name="connsiteX179" fmla="*/ 207645 w 614362"/>
                <a:gd name="connsiteY179" fmla="*/ 31909 h 343852"/>
                <a:gd name="connsiteX180" fmla="*/ 206216 w 614362"/>
                <a:gd name="connsiteY180" fmla="*/ 32385 h 343852"/>
                <a:gd name="connsiteX181" fmla="*/ 203835 w 614362"/>
                <a:gd name="connsiteY181" fmla="*/ 33814 h 343852"/>
                <a:gd name="connsiteX182" fmla="*/ 201454 w 614362"/>
                <a:gd name="connsiteY182" fmla="*/ 33814 h 343852"/>
                <a:gd name="connsiteX183" fmla="*/ 196215 w 614362"/>
                <a:gd name="connsiteY183" fmla="*/ 32385 h 343852"/>
                <a:gd name="connsiteX184" fmla="*/ 195263 w 614362"/>
                <a:gd name="connsiteY184" fmla="*/ 32861 h 343852"/>
                <a:gd name="connsiteX185" fmla="*/ 193834 w 614362"/>
                <a:gd name="connsiteY185" fmla="*/ 35242 h 343852"/>
                <a:gd name="connsiteX186" fmla="*/ 192405 w 614362"/>
                <a:gd name="connsiteY186" fmla="*/ 37147 h 343852"/>
                <a:gd name="connsiteX187" fmla="*/ 190976 w 614362"/>
                <a:gd name="connsiteY187" fmla="*/ 37147 h 343852"/>
                <a:gd name="connsiteX188" fmla="*/ 190024 w 614362"/>
                <a:gd name="connsiteY188" fmla="*/ 36671 h 343852"/>
                <a:gd name="connsiteX189" fmla="*/ 190500 w 614362"/>
                <a:gd name="connsiteY189" fmla="*/ 32861 h 343852"/>
                <a:gd name="connsiteX190" fmla="*/ 187643 w 614362"/>
                <a:gd name="connsiteY190" fmla="*/ 31432 h 343852"/>
                <a:gd name="connsiteX191" fmla="*/ 182404 w 614362"/>
                <a:gd name="connsiteY191" fmla="*/ 31432 h 343852"/>
                <a:gd name="connsiteX192" fmla="*/ 179070 w 614362"/>
                <a:gd name="connsiteY192" fmla="*/ 31909 h 343852"/>
                <a:gd name="connsiteX193" fmla="*/ 177165 w 614362"/>
                <a:gd name="connsiteY193" fmla="*/ 31909 h 343852"/>
                <a:gd name="connsiteX194" fmla="*/ 176213 w 614362"/>
                <a:gd name="connsiteY194" fmla="*/ 30956 h 343852"/>
                <a:gd name="connsiteX195" fmla="*/ 171926 w 614362"/>
                <a:gd name="connsiteY195" fmla="*/ 24765 h 343852"/>
                <a:gd name="connsiteX196" fmla="*/ 169545 w 614362"/>
                <a:gd name="connsiteY196" fmla="*/ 24289 h 343852"/>
                <a:gd name="connsiteX197" fmla="*/ 165259 w 614362"/>
                <a:gd name="connsiteY197" fmla="*/ 24765 h 343852"/>
                <a:gd name="connsiteX198" fmla="*/ 159068 w 614362"/>
                <a:gd name="connsiteY198" fmla="*/ 23813 h 343852"/>
                <a:gd name="connsiteX199" fmla="*/ 151924 w 614362"/>
                <a:gd name="connsiteY199" fmla="*/ 22384 h 343852"/>
                <a:gd name="connsiteX200" fmla="*/ 148114 w 614362"/>
                <a:gd name="connsiteY200" fmla="*/ 21907 h 343852"/>
                <a:gd name="connsiteX201" fmla="*/ 146209 w 614362"/>
                <a:gd name="connsiteY201" fmla="*/ 20479 h 343852"/>
                <a:gd name="connsiteX202" fmla="*/ 141923 w 614362"/>
                <a:gd name="connsiteY202" fmla="*/ 20002 h 343852"/>
                <a:gd name="connsiteX203" fmla="*/ 130493 w 614362"/>
                <a:gd name="connsiteY203" fmla="*/ 17145 h 343852"/>
                <a:gd name="connsiteX204" fmla="*/ 125730 w 614362"/>
                <a:gd name="connsiteY204" fmla="*/ 16669 h 343852"/>
                <a:gd name="connsiteX205" fmla="*/ 118586 w 614362"/>
                <a:gd name="connsiteY205" fmla="*/ 16669 h 343852"/>
                <a:gd name="connsiteX206" fmla="*/ 108109 w 614362"/>
                <a:gd name="connsiteY206" fmla="*/ 16192 h 343852"/>
                <a:gd name="connsiteX207" fmla="*/ 101441 w 614362"/>
                <a:gd name="connsiteY207" fmla="*/ 16669 h 343852"/>
                <a:gd name="connsiteX208" fmla="*/ 98107 w 614362"/>
                <a:gd name="connsiteY208" fmla="*/ 17621 h 343852"/>
                <a:gd name="connsiteX209" fmla="*/ 94298 w 614362"/>
                <a:gd name="connsiteY209" fmla="*/ 18097 h 343852"/>
                <a:gd name="connsiteX210" fmla="*/ 88106 w 614362"/>
                <a:gd name="connsiteY210" fmla="*/ 18574 h 343852"/>
                <a:gd name="connsiteX211" fmla="*/ 85725 w 614362"/>
                <a:gd name="connsiteY211" fmla="*/ 18574 h 343852"/>
                <a:gd name="connsiteX212" fmla="*/ 81915 w 614362"/>
                <a:gd name="connsiteY212" fmla="*/ 19050 h 343852"/>
                <a:gd name="connsiteX213" fmla="*/ 77153 w 614362"/>
                <a:gd name="connsiteY213" fmla="*/ 19526 h 343852"/>
                <a:gd name="connsiteX214" fmla="*/ 75724 w 614362"/>
                <a:gd name="connsiteY214" fmla="*/ 20955 h 343852"/>
                <a:gd name="connsiteX215" fmla="*/ 74295 w 614362"/>
                <a:gd name="connsiteY215" fmla="*/ 23813 h 343852"/>
                <a:gd name="connsiteX216" fmla="*/ 69056 w 614362"/>
                <a:gd name="connsiteY216" fmla="*/ 28575 h 343852"/>
                <a:gd name="connsiteX217" fmla="*/ 63818 w 614362"/>
                <a:gd name="connsiteY217" fmla="*/ 31909 h 343852"/>
                <a:gd name="connsiteX218" fmla="*/ 62865 w 614362"/>
                <a:gd name="connsiteY218" fmla="*/ 32385 h 343852"/>
                <a:gd name="connsiteX219" fmla="*/ 60007 w 614362"/>
                <a:gd name="connsiteY219" fmla="*/ 30480 h 343852"/>
                <a:gd name="connsiteX220" fmla="*/ 57626 w 614362"/>
                <a:gd name="connsiteY220" fmla="*/ 30004 h 343852"/>
                <a:gd name="connsiteX221" fmla="*/ 54769 w 614362"/>
                <a:gd name="connsiteY221" fmla="*/ 30004 h 343852"/>
                <a:gd name="connsiteX222" fmla="*/ 52864 w 614362"/>
                <a:gd name="connsiteY222" fmla="*/ 30480 h 343852"/>
                <a:gd name="connsiteX223" fmla="*/ 51435 w 614362"/>
                <a:gd name="connsiteY223" fmla="*/ 31432 h 343852"/>
                <a:gd name="connsiteX224" fmla="*/ 51435 w 614362"/>
                <a:gd name="connsiteY224" fmla="*/ 35242 h 343852"/>
                <a:gd name="connsiteX225" fmla="*/ 50959 w 614362"/>
                <a:gd name="connsiteY225" fmla="*/ 35719 h 343852"/>
                <a:gd name="connsiteX226" fmla="*/ 52864 w 614362"/>
                <a:gd name="connsiteY226" fmla="*/ 38576 h 343852"/>
                <a:gd name="connsiteX227" fmla="*/ 53340 w 614362"/>
                <a:gd name="connsiteY227" fmla="*/ 40957 h 343852"/>
                <a:gd name="connsiteX228" fmla="*/ 52388 w 614362"/>
                <a:gd name="connsiteY228" fmla="*/ 42863 h 343852"/>
                <a:gd name="connsiteX229" fmla="*/ 52388 w 614362"/>
                <a:gd name="connsiteY229" fmla="*/ 44767 h 343852"/>
                <a:gd name="connsiteX230" fmla="*/ 53816 w 614362"/>
                <a:gd name="connsiteY230" fmla="*/ 46672 h 343852"/>
                <a:gd name="connsiteX231" fmla="*/ 59055 w 614362"/>
                <a:gd name="connsiteY231" fmla="*/ 52864 h 343852"/>
                <a:gd name="connsiteX232" fmla="*/ 61436 w 614362"/>
                <a:gd name="connsiteY232" fmla="*/ 59055 h 343852"/>
                <a:gd name="connsiteX233" fmla="*/ 62865 w 614362"/>
                <a:gd name="connsiteY233" fmla="*/ 61436 h 343852"/>
                <a:gd name="connsiteX234" fmla="*/ 66675 w 614362"/>
                <a:gd name="connsiteY234" fmla="*/ 64294 h 343852"/>
                <a:gd name="connsiteX235" fmla="*/ 67151 w 614362"/>
                <a:gd name="connsiteY235" fmla="*/ 65722 h 343852"/>
                <a:gd name="connsiteX236" fmla="*/ 65723 w 614362"/>
                <a:gd name="connsiteY236" fmla="*/ 66675 h 343852"/>
                <a:gd name="connsiteX237" fmla="*/ 64294 w 614362"/>
                <a:gd name="connsiteY237" fmla="*/ 66675 h 343852"/>
                <a:gd name="connsiteX238" fmla="*/ 63341 w 614362"/>
                <a:gd name="connsiteY238" fmla="*/ 67151 h 343852"/>
                <a:gd name="connsiteX239" fmla="*/ 62865 w 614362"/>
                <a:gd name="connsiteY239" fmla="*/ 68104 h 343852"/>
                <a:gd name="connsiteX240" fmla="*/ 63818 w 614362"/>
                <a:gd name="connsiteY240" fmla="*/ 69056 h 343852"/>
                <a:gd name="connsiteX241" fmla="*/ 65247 w 614362"/>
                <a:gd name="connsiteY241" fmla="*/ 70485 h 343852"/>
                <a:gd name="connsiteX242" fmla="*/ 66675 w 614362"/>
                <a:gd name="connsiteY242" fmla="*/ 75247 h 343852"/>
                <a:gd name="connsiteX243" fmla="*/ 66675 w 614362"/>
                <a:gd name="connsiteY243" fmla="*/ 79057 h 343852"/>
                <a:gd name="connsiteX244" fmla="*/ 65247 w 614362"/>
                <a:gd name="connsiteY244" fmla="*/ 80010 h 343852"/>
                <a:gd name="connsiteX245" fmla="*/ 63818 w 614362"/>
                <a:gd name="connsiteY245" fmla="*/ 82391 h 343852"/>
                <a:gd name="connsiteX246" fmla="*/ 62865 w 614362"/>
                <a:gd name="connsiteY246" fmla="*/ 84296 h 343852"/>
                <a:gd name="connsiteX247" fmla="*/ 53816 w 614362"/>
                <a:gd name="connsiteY247" fmla="*/ 85725 h 343852"/>
                <a:gd name="connsiteX248" fmla="*/ 51911 w 614362"/>
                <a:gd name="connsiteY248" fmla="*/ 88106 h 343852"/>
                <a:gd name="connsiteX249" fmla="*/ 47149 w 614362"/>
                <a:gd name="connsiteY249" fmla="*/ 92392 h 343852"/>
                <a:gd name="connsiteX250" fmla="*/ 43815 w 614362"/>
                <a:gd name="connsiteY250" fmla="*/ 94774 h 343852"/>
                <a:gd name="connsiteX251" fmla="*/ 39053 w 614362"/>
                <a:gd name="connsiteY251" fmla="*/ 99060 h 343852"/>
                <a:gd name="connsiteX252" fmla="*/ 31432 w 614362"/>
                <a:gd name="connsiteY252" fmla="*/ 106680 h 343852"/>
                <a:gd name="connsiteX253" fmla="*/ 28575 w 614362"/>
                <a:gd name="connsiteY253" fmla="*/ 110014 h 343852"/>
                <a:gd name="connsiteX254" fmla="*/ 26670 w 614362"/>
                <a:gd name="connsiteY254" fmla="*/ 112871 h 343852"/>
                <a:gd name="connsiteX255" fmla="*/ 20479 w 614362"/>
                <a:gd name="connsiteY255" fmla="*/ 120015 h 343852"/>
                <a:gd name="connsiteX256" fmla="*/ 18574 w 614362"/>
                <a:gd name="connsiteY256" fmla="*/ 122872 h 343852"/>
                <a:gd name="connsiteX257" fmla="*/ 19050 w 614362"/>
                <a:gd name="connsiteY257" fmla="*/ 125254 h 343852"/>
                <a:gd name="connsiteX258" fmla="*/ 20955 w 614362"/>
                <a:gd name="connsiteY258" fmla="*/ 130969 h 343852"/>
                <a:gd name="connsiteX259" fmla="*/ 21431 w 614362"/>
                <a:gd name="connsiteY259" fmla="*/ 133350 h 343852"/>
                <a:gd name="connsiteX260" fmla="*/ 20955 w 614362"/>
                <a:gd name="connsiteY260" fmla="*/ 135731 h 343852"/>
                <a:gd name="connsiteX261" fmla="*/ 20479 w 614362"/>
                <a:gd name="connsiteY261" fmla="*/ 137636 h 343852"/>
                <a:gd name="connsiteX262" fmla="*/ 20479 w 614362"/>
                <a:gd name="connsiteY262" fmla="*/ 138589 h 343852"/>
                <a:gd name="connsiteX263" fmla="*/ 22384 w 614362"/>
                <a:gd name="connsiteY263" fmla="*/ 140017 h 343852"/>
                <a:gd name="connsiteX264" fmla="*/ 25241 w 614362"/>
                <a:gd name="connsiteY264" fmla="*/ 142399 h 343852"/>
                <a:gd name="connsiteX265" fmla="*/ 25241 w 614362"/>
                <a:gd name="connsiteY265" fmla="*/ 143351 h 343852"/>
                <a:gd name="connsiteX266" fmla="*/ 24765 w 614362"/>
                <a:gd name="connsiteY266" fmla="*/ 144304 h 343852"/>
                <a:gd name="connsiteX267" fmla="*/ 23813 w 614362"/>
                <a:gd name="connsiteY267" fmla="*/ 145256 h 343852"/>
                <a:gd name="connsiteX268" fmla="*/ 20003 w 614362"/>
                <a:gd name="connsiteY268" fmla="*/ 144304 h 343852"/>
                <a:gd name="connsiteX269" fmla="*/ 15716 w 614362"/>
                <a:gd name="connsiteY269" fmla="*/ 142875 h 343852"/>
                <a:gd name="connsiteX270" fmla="*/ 14288 w 614362"/>
                <a:gd name="connsiteY270" fmla="*/ 142875 h 343852"/>
                <a:gd name="connsiteX271" fmla="*/ 13811 w 614362"/>
                <a:gd name="connsiteY271" fmla="*/ 144780 h 343852"/>
                <a:gd name="connsiteX272" fmla="*/ 12382 w 614362"/>
                <a:gd name="connsiteY272" fmla="*/ 146685 h 343852"/>
                <a:gd name="connsiteX273" fmla="*/ 10478 w 614362"/>
                <a:gd name="connsiteY273" fmla="*/ 149066 h 343852"/>
                <a:gd name="connsiteX274" fmla="*/ 9049 w 614362"/>
                <a:gd name="connsiteY274" fmla="*/ 151447 h 343852"/>
                <a:gd name="connsiteX275" fmla="*/ 7144 w 614362"/>
                <a:gd name="connsiteY275" fmla="*/ 157163 h 343852"/>
                <a:gd name="connsiteX276" fmla="*/ 5715 w 614362"/>
                <a:gd name="connsiteY276" fmla="*/ 159544 h 343852"/>
                <a:gd name="connsiteX277" fmla="*/ 476 w 614362"/>
                <a:gd name="connsiteY277" fmla="*/ 164782 h 343852"/>
                <a:gd name="connsiteX278" fmla="*/ 0 w 614362"/>
                <a:gd name="connsiteY278" fmla="*/ 171926 h 343852"/>
                <a:gd name="connsiteX279" fmla="*/ 3334 w 614362"/>
                <a:gd name="connsiteY279" fmla="*/ 171450 h 343852"/>
                <a:gd name="connsiteX280" fmla="*/ 3334 w 614362"/>
                <a:gd name="connsiteY280" fmla="*/ 171450 h 343852"/>
                <a:gd name="connsiteX281" fmla="*/ 4286 w 614362"/>
                <a:gd name="connsiteY281" fmla="*/ 171450 h 343852"/>
                <a:gd name="connsiteX282" fmla="*/ 4763 w 614362"/>
                <a:gd name="connsiteY282" fmla="*/ 173355 h 343852"/>
                <a:gd name="connsiteX283" fmla="*/ 4763 w 614362"/>
                <a:gd name="connsiteY283" fmla="*/ 173355 h 343852"/>
                <a:gd name="connsiteX284" fmla="*/ 5715 w 614362"/>
                <a:gd name="connsiteY284" fmla="*/ 174784 h 343852"/>
                <a:gd name="connsiteX285" fmla="*/ 6668 w 614362"/>
                <a:gd name="connsiteY285" fmla="*/ 176689 h 343852"/>
                <a:gd name="connsiteX286" fmla="*/ 7620 w 614362"/>
                <a:gd name="connsiteY286" fmla="*/ 178117 h 343852"/>
                <a:gd name="connsiteX287" fmla="*/ 10001 w 614362"/>
                <a:gd name="connsiteY287" fmla="*/ 178594 h 343852"/>
                <a:gd name="connsiteX288" fmla="*/ 13335 w 614362"/>
                <a:gd name="connsiteY288" fmla="*/ 180022 h 343852"/>
                <a:gd name="connsiteX289" fmla="*/ 15240 w 614362"/>
                <a:gd name="connsiteY289" fmla="*/ 182880 h 343852"/>
                <a:gd name="connsiteX290" fmla="*/ 18574 w 614362"/>
                <a:gd name="connsiteY290" fmla="*/ 184309 h 343852"/>
                <a:gd name="connsiteX291" fmla="*/ 18574 w 614362"/>
                <a:gd name="connsiteY291" fmla="*/ 184309 h 343852"/>
                <a:gd name="connsiteX292" fmla="*/ 19050 w 614362"/>
                <a:gd name="connsiteY292" fmla="*/ 184309 h 343852"/>
                <a:gd name="connsiteX293" fmla="*/ 21431 w 614362"/>
                <a:gd name="connsiteY293" fmla="*/ 184309 h 343852"/>
                <a:gd name="connsiteX294" fmla="*/ 21907 w 614362"/>
                <a:gd name="connsiteY294" fmla="*/ 184785 h 343852"/>
                <a:gd name="connsiteX295" fmla="*/ 23813 w 614362"/>
                <a:gd name="connsiteY295" fmla="*/ 186214 h 343852"/>
                <a:gd name="connsiteX296" fmla="*/ 24765 w 614362"/>
                <a:gd name="connsiteY296" fmla="*/ 187642 h 343852"/>
                <a:gd name="connsiteX297" fmla="*/ 24289 w 614362"/>
                <a:gd name="connsiteY297" fmla="*/ 189071 h 343852"/>
                <a:gd name="connsiteX298" fmla="*/ 24765 w 614362"/>
                <a:gd name="connsiteY298" fmla="*/ 190500 h 343852"/>
                <a:gd name="connsiteX299" fmla="*/ 25241 w 614362"/>
                <a:gd name="connsiteY299" fmla="*/ 190976 h 343852"/>
                <a:gd name="connsiteX300" fmla="*/ 26670 w 614362"/>
                <a:gd name="connsiteY300" fmla="*/ 190024 h 343852"/>
                <a:gd name="connsiteX301" fmla="*/ 31432 w 614362"/>
                <a:gd name="connsiteY301" fmla="*/ 188119 h 343852"/>
                <a:gd name="connsiteX302" fmla="*/ 32861 w 614362"/>
                <a:gd name="connsiteY302" fmla="*/ 186214 h 343852"/>
                <a:gd name="connsiteX303" fmla="*/ 34290 w 614362"/>
                <a:gd name="connsiteY303" fmla="*/ 184785 h 343852"/>
                <a:gd name="connsiteX304" fmla="*/ 36672 w 614362"/>
                <a:gd name="connsiteY304" fmla="*/ 184785 h 343852"/>
                <a:gd name="connsiteX305" fmla="*/ 43815 w 614362"/>
                <a:gd name="connsiteY305" fmla="*/ 189071 h 343852"/>
                <a:gd name="connsiteX306" fmla="*/ 51435 w 614362"/>
                <a:gd name="connsiteY306" fmla="*/ 188595 h 343852"/>
                <a:gd name="connsiteX307" fmla="*/ 52864 w 614362"/>
                <a:gd name="connsiteY307" fmla="*/ 188595 h 343852"/>
                <a:gd name="connsiteX308" fmla="*/ 53340 w 614362"/>
                <a:gd name="connsiteY308" fmla="*/ 188595 h 343852"/>
                <a:gd name="connsiteX309" fmla="*/ 54293 w 614362"/>
                <a:gd name="connsiteY309" fmla="*/ 189071 h 343852"/>
                <a:gd name="connsiteX310" fmla="*/ 64294 w 614362"/>
                <a:gd name="connsiteY310" fmla="*/ 190976 h 343852"/>
                <a:gd name="connsiteX311" fmla="*/ 65723 w 614362"/>
                <a:gd name="connsiteY311" fmla="*/ 190976 h 343852"/>
                <a:gd name="connsiteX312" fmla="*/ 66199 w 614362"/>
                <a:gd name="connsiteY312" fmla="*/ 190976 h 343852"/>
                <a:gd name="connsiteX313" fmla="*/ 70009 w 614362"/>
                <a:gd name="connsiteY313" fmla="*/ 192405 h 343852"/>
                <a:gd name="connsiteX314" fmla="*/ 73343 w 614362"/>
                <a:gd name="connsiteY314" fmla="*/ 192405 h 343852"/>
                <a:gd name="connsiteX315" fmla="*/ 76676 w 614362"/>
                <a:gd name="connsiteY315" fmla="*/ 191452 h 343852"/>
                <a:gd name="connsiteX316" fmla="*/ 80010 w 614362"/>
                <a:gd name="connsiteY316" fmla="*/ 190976 h 343852"/>
                <a:gd name="connsiteX317" fmla="*/ 83344 w 614362"/>
                <a:gd name="connsiteY317" fmla="*/ 191452 h 343852"/>
                <a:gd name="connsiteX318" fmla="*/ 85725 w 614362"/>
                <a:gd name="connsiteY318" fmla="*/ 193834 h 343852"/>
                <a:gd name="connsiteX319" fmla="*/ 91916 w 614362"/>
                <a:gd name="connsiteY319" fmla="*/ 198596 h 343852"/>
                <a:gd name="connsiteX320" fmla="*/ 93822 w 614362"/>
                <a:gd name="connsiteY320" fmla="*/ 200501 h 343852"/>
                <a:gd name="connsiteX321" fmla="*/ 96679 w 614362"/>
                <a:gd name="connsiteY321" fmla="*/ 200025 h 343852"/>
                <a:gd name="connsiteX322" fmla="*/ 100013 w 614362"/>
                <a:gd name="connsiteY322" fmla="*/ 199072 h 343852"/>
                <a:gd name="connsiteX323" fmla="*/ 103347 w 614362"/>
                <a:gd name="connsiteY323" fmla="*/ 195739 h 343852"/>
                <a:gd name="connsiteX324" fmla="*/ 113348 w 614362"/>
                <a:gd name="connsiteY324" fmla="*/ 191929 h 343852"/>
                <a:gd name="connsiteX325" fmla="*/ 120968 w 614362"/>
                <a:gd name="connsiteY325" fmla="*/ 190976 h 343852"/>
                <a:gd name="connsiteX326" fmla="*/ 128588 w 614362"/>
                <a:gd name="connsiteY326" fmla="*/ 189547 h 343852"/>
                <a:gd name="connsiteX327" fmla="*/ 137160 w 614362"/>
                <a:gd name="connsiteY327" fmla="*/ 188595 h 343852"/>
                <a:gd name="connsiteX328" fmla="*/ 139541 w 614362"/>
                <a:gd name="connsiteY328" fmla="*/ 185738 h 343852"/>
                <a:gd name="connsiteX329" fmla="*/ 140970 w 614362"/>
                <a:gd name="connsiteY329" fmla="*/ 183832 h 343852"/>
                <a:gd name="connsiteX330" fmla="*/ 141923 w 614362"/>
                <a:gd name="connsiteY330" fmla="*/ 180022 h 343852"/>
                <a:gd name="connsiteX331" fmla="*/ 146685 w 614362"/>
                <a:gd name="connsiteY331" fmla="*/ 179070 h 343852"/>
                <a:gd name="connsiteX332" fmla="*/ 150972 w 614362"/>
                <a:gd name="connsiteY332" fmla="*/ 178117 h 343852"/>
                <a:gd name="connsiteX333" fmla="*/ 152400 w 614362"/>
                <a:gd name="connsiteY333" fmla="*/ 177641 h 343852"/>
                <a:gd name="connsiteX334" fmla="*/ 153353 w 614362"/>
                <a:gd name="connsiteY334" fmla="*/ 176213 h 343852"/>
                <a:gd name="connsiteX335" fmla="*/ 160497 w 614362"/>
                <a:gd name="connsiteY335" fmla="*/ 172402 h 343852"/>
                <a:gd name="connsiteX336" fmla="*/ 162401 w 614362"/>
                <a:gd name="connsiteY336" fmla="*/ 172879 h 343852"/>
                <a:gd name="connsiteX337" fmla="*/ 166211 w 614362"/>
                <a:gd name="connsiteY337" fmla="*/ 172879 h 343852"/>
                <a:gd name="connsiteX338" fmla="*/ 173831 w 614362"/>
                <a:gd name="connsiteY338" fmla="*/ 172879 h 343852"/>
                <a:gd name="connsiteX339" fmla="*/ 177641 w 614362"/>
                <a:gd name="connsiteY339" fmla="*/ 170021 h 343852"/>
                <a:gd name="connsiteX340" fmla="*/ 180023 w 614362"/>
                <a:gd name="connsiteY340" fmla="*/ 170974 h 343852"/>
                <a:gd name="connsiteX341" fmla="*/ 181928 w 614362"/>
                <a:gd name="connsiteY341" fmla="*/ 170021 h 343852"/>
                <a:gd name="connsiteX342" fmla="*/ 184785 w 614362"/>
                <a:gd name="connsiteY342" fmla="*/ 168592 h 343852"/>
                <a:gd name="connsiteX343" fmla="*/ 185261 w 614362"/>
                <a:gd name="connsiteY343" fmla="*/ 169069 h 343852"/>
                <a:gd name="connsiteX344" fmla="*/ 185738 w 614362"/>
                <a:gd name="connsiteY344" fmla="*/ 169069 h 343852"/>
                <a:gd name="connsiteX345" fmla="*/ 190500 w 614362"/>
                <a:gd name="connsiteY345" fmla="*/ 169545 h 343852"/>
                <a:gd name="connsiteX346" fmla="*/ 194310 w 614362"/>
                <a:gd name="connsiteY346" fmla="*/ 170974 h 343852"/>
                <a:gd name="connsiteX347" fmla="*/ 196691 w 614362"/>
                <a:gd name="connsiteY347" fmla="*/ 173355 h 343852"/>
                <a:gd name="connsiteX348" fmla="*/ 199073 w 614362"/>
                <a:gd name="connsiteY348" fmla="*/ 174784 h 343852"/>
                <a:gd name="connsiteX349" fmla="*/ 201454 w 614362"/>
                <a:gd name="connsiteY349" fmla="*/ 175260 h 343852"/>
                <a:gd name="connsiteX350" fmla="*/ 202882 w 614362"/>
                <a:gd name="connsiteY350" fmla="*/ 176213 h 343852"/>
                <a:gd name="connsiteX351" fmla="*/ 203359 w 614362"/>
                <a:gd name="connsiteY351" fmla="*/ 178117 h 343852"/>
                <a:gd name="connsiteX352" fmla="*/ 205740 w 614362"/>
                <a:gd name="connsiteY352" fmla="*/ 179070 h 343852"/>
                <a:gd name="connsiteX353" fmla="*/ 210026 w 614362"/>
                <a:gd name="connsiteY353" fmla="*/ 179070 h 343852"/>
                <a:gd name="connsiteX354" fmla="*/ 211931 w 614362"/>
                <a:gd name="connsiteY354" fmla="*/ 180022 h 343852"/>
                <a:gd name="connsiteX355" fmla="*/ 211455 w 614362"/>
                <a:gd name="connsiteY355" fmla="*/ 182404 h 343852"/>
                <a:gd name="connsiteX356" fmla="*/ 211931 w 614362"/>
                <a:gd name="connsiteY356" fmla="*/ 183356 h 343852"/>
                <a:gd name="connsiteX357" fmla="*/ 213360 w 614362"/>
                <a:gd name="connsiteY357" fmla="*/ 182404 h 343852"/>
                <a:gd name="connsiteX358" fmla="*/ 214789 w 614362"/>
                <a:gd name="connsiteY358" fmla="*/ 182880 h 343852"/>
                <a:gd name="connsiteX359" fmla="*/ 215265 w 614362"/>
                <a:gd name="connsiteY359" fmla="*/ 184309 h 343852"/>
                <a:gd name="connsiteX360" fmla="*/ 216218 w 614362"/>
                <a:gd name="connsiteY360" fmla="*/ 185261 h 343852"/>
                <a:gd name="connsiteX361" fmla="*/ 218599 w 614362"/>
                <a:gd name="connsiteY361" fmla="*/ 182880 h 343852"/>
                <a:gd name="connsiteX362" fmla="*/ 220980 w 614362"/>
                <a:gd name="connsiteY362" fmla="*/ 183356 h 343852"/>
                <a:gd name="connsiteX363" fmla="*/ 226695 w 614362"/>
                <a:gd name="connsiteY363" fmla="*/ 184309 h 343852"/>
                <a:gd name="connsiteX364" fmla="*/ 230029 w 614362"/>
                <a:gd name="connsiteY364" fmla="*/ 189547 h 343852"/>
                <a:gd name="connsiteX365" fmla="*/ 231934 w 614362"/>
                <a:gd name="connsiteY365" fmla="*/ 191452 h 343852"/>
                <a:gd name="connsiteX366" fmla="*/ 233839 w 614362"/>
                <a:gd name="connsiteY366" fmla="*/ 192405 h 343852"/>
                <a:gd name="connsiteX367" fmla="*/ 236220 w 614362"/>
                <a:gd name="connsiteY367" fmla="*/ 191452 h 343852"/>
                <a:gd name="connsiteX368" fmla="*/ 238125 w 614362"/>
                <a:gd name="connsiteY368" fmla="*/ 190500 h 343852"/>
                <a:gd name="connsiteX369" fmla="*/ 239078 w 614362"/>
                <a:gd name="connsiteY369" fmla="*/ 190976 h 343852"/>
                <a:gd name="connsiteX370" fmla="*/ 241459 w 614362"/>
                <a:gd name="connsiteY370" fmla="*/ 194310 h 343852"/>
                <a:gd name="connsiteX371" fmla="*/ 241935 w 614362"/>
                <a:gd name="connsiteY371" fmla="*/ 199072 h 343852"/>
                <a:gd name="connsiteX372" fmla="*/ 241935 w 614362"/>
                <a:gd name="connsiteY372" fmla="*/ 200977 h 343852"/>
                <a:gd name="connsiteX373" fmla="*/ 240982 w 614362"/>
                <a:gd name="connsiteY373" fmla="*/ 204311 h 343852"/>
                <a:gd name="connsiteX374" fmla="*/ 239554 w 614362"/>
                <a:gd name="connsiteY374" fmla="*/ 207645 h 343852"/>
                <a:gd name="connsiteX375" fmla="*/ 238601 w 614362"/>
                <a:gd name="connsiteY375" fmla="*/ 210026 h 343852"/>
                <a:gd name="connsiteX376" fmla="*/ 239078 w 614362"/>
                <a:gd name="connsiteY376" fmla="*/ 211931 h 343852"/>
                <a:gd name="connsiteX377" fmla="*/ 240030 w 614362"/>
                <a:gd name="connsiteY377" fmla="*/ 213360 h 343852"/>
                <a:gd name="connsiteX378" fmla="*/ 241459 w 614362"/>
                <a:gd name="connsiteY378" fmla="*/ 213836 h 343852"/>
                <a:gd name="connsiteX379" fmla="*/ 246222 w 614362"/>
                <a:gd name="connsiteY379" fmla="*/ 216694 h 343852"/>
                <a:gd name="connsiteX380" fmla="*/ 248126 w 614362"/>
                <a:gd name="connsiteY380" fmla="*/ 218599 h 343852"/>
                <a:gd name="connsiteX381" fmla="*/ 250507 w 614362"/>
                <a:gd name="connsiteY381" fmla="*/ 220027 h 343852"/>
                <a:gd name="connsiteX382" fmla="*/ 252413 w 614362"/>
                <a:gd name="connsiteY382" fmla="*/ 220027 h 343852"/>
                <a:gd name="connsiteX383" fmla="*/ 253365 w 614362"/>
                <a:gd name="connsiteY383" fmla="*/ 220980 h 343852"/>
                <a:gd name="connsiteX384" fmla="*/ 253841 w 614362"/>
                <a:gd name="connsiteY384" fmla="*/ 221932 h 343852"/>
                <a:gd name="connsiteX385" fmla="*/ 253365 w 614362"/>
                <a:gd name="connsiteY385" fmla="*/ 224314 h 343852"/>
                <a:gd name="connsiteX386" fmla="*/ 252413 w 614362"/>
                <a:gd name="connsiteY386" fmla="*/ 226695 h 343852"/>
                <a:gd name="connsiteX387" fmla="*/ 252413 w 614362"/>
                <a:gd name="connsiteY387" fmla="*/ 228124 h 343852"/>
                <a:gd name="connsiteX388" fmla="*/ 253841 w 614362"/>
                <a:gd name="connsiteY388" fmla="*/ 230029 h 343852"/>
                <a:gd name="connsiteX389" fmla="*/ 253841 w 614362"/>
                <a:gd name="connsiteY389" fmla="*/ 232410 h 343852"/>
                <a:gd name="connsiteX390" fmla="*/ 253841 w 614362"/>
                <a:gd name="connsiteY390" fmla="*/ 233839 h 343852"/>
                <a:gd name="connsiteX391" fmla="*/ 254794 w 614362"/>
                <a:gd name="connsiteY391" fmla="*/ 234791 h 343852"/>
                <a:gd name="connsiteX392" fmla="*/ 259080 w 614362"/>
                <a:gd name="connsiteY392" fmla="*/ 237172 h 343852"/>
                <a:gd name="connsiteX393" fmla="*/ 264319 w 614362"/>
                <a:gd name="connsiteY393" fmla="*/ 239554 h 343852"/>
                <a:gd name="connsiteX394" fmla="*/ 265748 w 614362"/>
                <a:gd name="connsiteY394" fmla="*/ 241459 h 343852"/>
                <a:gd name="connsiteX395" fmla="*/ 266700 w 614362"/>
                <a:gd name="connsiteY395" fmla="*/ 243840 h 343852"/>
                <a:gd name="connsiteX396" fmla="*/ 266224 w 614362"/>
                <a:gd name="connsiteY396" fmla="*/ 248126 h 343852"/>
                <a:gd name="connsiteX397" fmla="*/ 265748 w 614362"/>
                <a:gd name="connsiteY397" fmla="*/ 251936 h 343852"/>
                <a:gd name="connsiteX398" fmla="*/ 272891 w 614362"/>
                <a:gd name="connsiteY398" fmla="*/ 256699 h 343852"/>
                <a:gd name="connsiteX399" fmla="*/ 271939 w 614362"/>
                <a:gd name="connsiteY399" fmla="*/ 257651 h 343852"/>
                <a:gd name="connsiteX400" fmla="*/ 270986 w 614362"/>
                <a:gd name="connsiteY400" fmla="*/ 258604 h 343852"/>
                <a:gd name="connsiteX401" fmla="*/ 264319 w 614362"/>
                <a:gd name="connsiteY401" fmla="*/ 259556 h 343852"/>
                <a:gd name="connsiteX402" fmla="*/ 262890 w 614362"/>
                <a:gd name="connsiteY402" fmla="*/ 260032 h 343852"/>
                <a:gd name="connsiteX403" fmla="*/ 260032 w 614362"/>
                <a:gd name="connsiteY403" fmla="*/ 256222 h 343852"/>
                <a:gd name="connsiteX404" fmla="*/ 258604 w 614362"/>
                <a:gd name="connsiteY404" fmla="*/ 255746 h 343852"/>
                <a:gd name="connsiteX405" fmla="*/ 257175 w 614362"/>
                <a:gd name="connsiteY405" fmla="*/ 257175 h 343852"/>
                <a:gd name="connsiteX406" fmla="*/ 255270 w 614362"/>
                <a:gd name="connsiteY406" fmla="*/ 258127 h 343852"/>
                <a:gd name="connsiteX407" fmla="*/ 253365 w 614362"/>
                <a:gd name="connsiteY407" fmla="*/ 257651 h 343852"/>
                <a:gd name="connsiteX408" fmla="*/ 250984 w 614362"/>
                <a:gd name="connsiteY408" fmla="*/ 256699 h 343852"/>
                <a:gd name="connsiteX409" fmla="*/ 250031 w 614362"/>
                <a:gd name="connsiteY409" fmla="*/ 255746 h 343852"/>
                <a:gd name="connsiteX410" fmla="*/ 249079 w 614362"/>
                <a:gd name="connsiteY410" fmla="*/ 255746 h 343852"/>
                <a:gd name="connsiteX411" fmla="*/ 247650 w 614362"/>
                <a:gd name="connsiteY411" fmla="*/ 256699 h 343852"/>
                <a:gd name="connsiteX412" fmla="*/ 245745 w 614362"/>
                <a:gd name="connsiteY412" fmla="*/ 256222 h 343852"/>
                <a:gd name="connsiteX413" fmla="*/ 244793 w 614362"/>
                <a:gd name="connsiteY413" fmla="*/ 255270 h 343852"/>
                <a:gd name="connsiteX414" fmla="*/ 242888 w 614362"/>
                <a:gd name="connsiteY414" fmla="*/ 258604 h 343852"/>
                <a:gd name="connsiteX415" fmla="*/ 241935 w 614362"/>
                <a:gd name="connsiteY415" fmla="*/ 259080 h 343852"/>
                <a:gd name="connsiteX416" fmla="*/ 241459 w 614362"/>
                <a:gd name="connsiteY416" fmla="*/ 259080 h 343852"/>
                <a:gd name="connsiteX417" fmla="*/ 241459 w 614362"/>
                <a:gd name="connsiteY417" fmla="*/ 253841 h 343852"/>
                <a:gd name="connsiteX418" fmla="*/ 240982 w 614362"/>
                <a:gd name="connsiteY418" fmla="*/ 252889 h 343852"/>
                <a:gd name="connsiteX419" fmla="*/ 239554 w 614362"/>
                <a:gd name="connsiteY419" fmla="*/ 252889 h 343852"/>
                <a:gd name="connsiteX420" fmla="*/ 236220 w 614362"/>
                <a:gd name="connsiteY420" fmla="*/ 254317 h 343852"/>
                <a:gd name="connsiteX421" fmla="*/ 232886 w 614362"/>
                <a:gd name="connsiteY421" fmla="*/ 255746 h 343852"/>
                <a:gd name="connsiteX422" fmla="*/ 231934 w 614362"/>
                <a:gd name="connsiteY422" fmla="*/ 257175 h 343852"/>
                <a:gd name="connsiteX423" fmla="*/ 231934 w 614362"/>
                <a:gd name="connsiteY423" fmla="*/ 259556 h 343852"/>
                <a:gd name="connsiteX424" fmla="*/ 232410 w 614362"/>
                <a:gd name="connsiteY424" fmla="*/ 262890 h 343852"/>
                <a:gd name="connsiteX425" fmla="*/ 234315 w 614362"/>
                <a:gd name="connsiteY425" fmla="*/ 267652 h 343852"/>
                <a:gd name="connsiteX426" fmla="*/ 233363 w 614362"/>
                <a:gd name="connsiteY426" fmla="*/ 269557 h 343852"/>
                <a:gd name="connsiteX427" fmla="*/ 232410 w 614362"/>
                <a:gd name="connsiteY427" fmla="*/ 272891 h 343852"/>
                <a:gd name="connsiteX428" fmla="*/ 229076 w 614362"/>
                <a:gd name="connsiteY428" fmla="*/ 275749 h 343852"/>
                <a:gd name="connsiteX429" fmla="*/ 225266 w 614362"/>
                <a:gd name="connsiteY429" fmla="*/ 277654 h 343852"/>
                <a:gd name="connsiteX430" fmla="*/ 224790 w 614362"/>
                <a:gd name="connsiteY430" fmla="*/ 281464 h 343852"/>
                <a:gd name="connsiteX431" fmla="*/ 222885 w 614362"/>
                <a:gd name="connsiteY431" fmla="*/ 283845 h 343852"/>
                <a:gd name="connsiteX432" fmla="*/ 219075 w 614362"/>
                <a:gd name="connsiteY432" fmla="*/ 286226 h 343852"/>
                <a:gd name="connsiteX433" fmla="*/ 216694 w 614362"/>
                <a:gd name="connsiteY433" fmla="*/ 289084 h 343852"/>
                <a:gd name="connsiteX434" fmla="*/ 217170 w 614362"/>
                <a:gd name="connsiteY434" fmla="*/ 290989 h 343852"/>
                <a:gd name="connsiteX435" fmla="*/ 217170 w 614362"/>
                <a:gd name="connsiteY435" fmla="*/ 292894 h 343852"/>
                <a:gd name="connsiteX436" fmla="*/ 216694 w 614362"/>
                <a:gd name="connsiteY436" fmla="*/ 294322 h 343852"/>
                <a:gd name="connsiteX437" fmla="*/ 216694 w 614362"/>
                <a:gd name="connsiteY437" fmla="*/ 295275 h 343852"/>
                <a:gd name="connsiteX438" fmla="*/ 215741 w 614362"/>
                <a:gd name="connsiteY438" fmla="*/ 295751 h 343852"/>
                <a:gd name="connsiteX439" fmla="*/ 210026 w 614362"/>
                <a:gd name="connsiteY439" fmla="*/ 296227 h 343852"/>
                <a:gd name="connsiteX440" fmla="*/ 208598 w 614362"/>
                <a:gd name="connsiteY440" fmla="*/ 296704 h 343852"/>
                <a:gd name="connsiteX441" fmla="*/ 206693 w 614362"/>
                <a:gd name="connsiteY441" fmla="*/ 298132 h 343852"/>
                <a:gd name="connsiteX442" fmla="*/ 210503 w 614362"/>
                <a:gd name="connsiteY442" fmla="*/ 302419 h 343852"/>
                <a:gd name="connsiteX443" fmla="*/ 215265 w 614362"/>
                <a:gd name="connsiteY443" fmla="*/ 304800 h 343852"/>
                <a:gd name="connsiteX444" fmla="*/ 225743 w 614362"/>
                <a:gd name="connsiteY444" fmla="*/ 307181 h 343852"/>
                <a:gd name="connsiteX445" fmla="*/ 226695 w 614362"/>
                <a:gd name="connsiteY445" fmla="*/ 306705 h 343852"/>
                <a:gd name="connsiteX446" fmla="*/ 226695 w 614362"/>
                <a:gd name="connsiteY446" fmla="*/ 306229 h 343852"/>
                <a:gd name="connsiteX447" fmla="*/ 225743 w 614362"/>
                <a:gd name="connsiteY447" fmla="*/ 305752 h 343852"/>
                <a:gd name="connsiteX448" fmla="*/ 225743 w 614362"/>
                <a:gd name="connsiteY448" fmla="*/ 304800 h 343852"/>
                <a:gd name="connsiteX449" fmla="*/ 226219 w 614362"/>
                <a:gd name="connsiteY449" fmla="*/ 303847 h 343852"/>
                <a:gd name="connsiteX450" fmla="*/ 227648 w 614362"/>
                <a:gd name="connsiteY450" fmla="*/ 303847 h 343852"/>
                <a:gd name="connsiteX451" fmla="*/ 230029 w 614362"/>
                <a:gd name="connsiteY451" fmla="*/ 304800 h 343852"/>
                <a:gd name="connsiteX452" fmla="*/ 234791 w 614362"/>
                <a:gd name="connsiteY452" fmla="*/ 303371 h 343852"/>
                <a:gd name="connsiteX453" fmla="*/ 241459 w 614362"/>
                <a:gd name="connsiteY453" fmla="*/ 300038 h 343852"/>
                <a:gd name="connsiteX454" fmla="*/ 247650 w 614362"/>
                <a:gd name="connsiteY454" fmla="*/ 299561 h 343852"/>
                <a:gd name="connsiteX455" fmla="*/ 253365 w 614362"/>
                <a:gd name="connsiteY455" fmla="*/ 301466 h 343852"/>
                <a:gd name="connsiteX456" fmla="*/ 256223 w 614362"/>
                <a:gd name="connsiteY456" fmla="*/ 303847 h 343852"/>
                <a:gd name="connsiteX457" fmla="*/ 258128 w 614362"/>
                <a:gd name="connsiteY457" fmla="*/ 306229 h 343852"/>
                <a:gd name="connsiteX458" fmla="*/ 259080 w 614362"/>
                <a:gd name="connsiteY458" fmla="*/ 302895 h 343852"/>
                <a:gd name="connsiteX459" fmla="*/ 257175 w 614362"/>
                <a:gd name="connsiteY459" fmla="*/ 294799 h 343852"/>
                <a:gd name="connsiteX460" fmla="*/ 254794 w 614362"/>
                <a:gd name="connsiteY460" fmla="*/ 292417 h 343852"/>
                <a:gd name="connsiteX461" fmla="*/ 254794 w 614362"/>
                <a:gd name="connsiteY461" fmla="*/ 289084 h 343852"/>
                <a:gd name="connsiteX462" fmla="*/ 255747 w 614362"/>
                <a:gd name="connsiteY462" fmla="*/ 287179 h 343852"/>
                <a:gd name="connsiteX463" fmla="*/ 257651 w 614362"/>
                <a:gd name="connsiteY463" fmla="*/ 285750 h 343852"/>
                <a:gd name="connsiteX464" fmla="*/ 262414 w 614362"/>
                <a:gd name="connsiteY464" fmla="*/ 286702 h 343852"/>
                <a:gd name="connsiteX465" fmla="*/ 265272 w 614362"/>
                <a:gd name="connsiteY465" fmla="*/ 285750 h 343852"/>
                <a:gd name="connsiteX466" fmla="*/ 269081 w 614362"/>
                <a:gd name="connsiteY466" fmla="*/ 283845 h 343852"/>
                <a:gd name="connsiteX467" fmla="*/ 275273 w 614362"/>
                <a:gd name="connsiteY467" fmla="*/ 281464 h 343852"/>
                <a:gd name="connsiteX468" fmla="*/ 276225 w 614362"/>
                <a:gd name="connsiteY468" fmla="*/ 280988 h 343852"/>
                <a:gd name="connsiteX469" fmla="*/ 285750 w 614362"/>
                <a:gd name="connsiteY469" fmla="*/ 271463 h 343852"/>
                <a:gd name="connsiteX470" fmla="*/ 286226 w 614362"/>
                <a:gd name="connsiteY470" fmla="*/ 270986 h 343852"/>
                <a:gd name="connsiteX471" fmla="*/ 290989 w 614362"/>
                <a:gd name="connsiteY471" fmla="*/ 264319 h 343852"/>
                <a:gd name="connsiteX472" fmla="*/ 291465 w 614362"/>
                <a:gd name="connsiteY472" fmla="*/ 262890 h 343852"/>
                <a:gd name="connsiteX473" fmla="*/ 293370 w 614362"/>
                <a:gd name="connsiteY473" fmla="*/ 260032 h 343852"/>
                <a:gd name="connsiteX474" fmla="*/ 295275 w 614362"/>
                <a:gd name="connsiteY474" fmla="*/ 255746 h 343852"/>
                <a:gd name="connsiteX475" fmla="*/ 296228 w 614362"/>
                <a:gd name="connsiteY475" fmla="*/ 252413 h 343852"/>
                <a:gd name="connsiteX476" fmla="*/ 307657 w 614362"/>
                <a:gd name="connsiteY476" fmla="*/ 249555 h 343852"/>
                <a:gd name="connsiteX477" fmla="*/ 313849 w 614362"/>
                <a:gd name="connsiteY477" fmla="*/ 250031 h 343852"/>
                <a:gd name="connsiteX478" fmla="*/ 316706 w 614362"/>
                <a:gd name="connsiteY478" fmla="*/ 249555 h 343852"/>
                <a:gd name="connsiteX479" fmla="*/ 320040 w 614362"/>
                <a:gd name="connsiteY479" fmla="*/ 244792 h 343852"/>
                <a:gd name="connsiteX480" fmla="*/ 322422 w 614362"/>
                <a:gd name="connsiteY480" fmla="*/ 243364 h 343852"/>
                <a:gd name="connsiteX481" fmla="*/ 321469 w 614362"/>
                <a:gd name="connsiteY481" fmla="*/ 248126 h 343852"/>
                <a:gd name="connsiteX482" fmla="*/ 325755 w 614362"/>
                <a:gd name="connsiteY482" fmla="*/ 249079 h 343852"/>
                <a:gd name="connsiteX483" fmla="*/ 330041 w 614362"/>
                <a:gd name="connsiteY483" fmla="*/ 249555 h 343852"/>
                <a:gd name="connsiteX484" fmla="*/ 333375 w 614362"/>
                <a:gd name="connsiteY484" fmla="*/ 248602 h 343852"/>
                <a:gd name="connsiteX485" fmla="*/ 334328 w 614362"/>
                <a:gd name="connsiteY485" fmla="*/ 245745 h 343852"/>
                <a:gd name="connsiteX486" fmla="*/ 334804 w 614362"/>
                <a:gd name="connsiteY486" fmla="*/ 237172 h 343852"/>
                <a:gd name="connsiteX487" fmla="*/ 333375 w 614362"/>
                <a:gd name="connsiteY487" fmla="*/ 233839 h 343852"/>
                <a:gd name="connsiteX488" fmla="*/ 332423 w 614362"/>
                <a:gd name="connsiteY488" fmla="*/ 230505 h 343852"/>
                <a:gd name="connsiteX489" fmla="*/ 329565 w 614362"/>
                <a:gd name="connsiteY489" fmla="*/ 225266 h 343852"/>
                <a:gd name="connsiteX490" fmla="*/ 332423 w 614362"/>
                <a:gd name="connsiteY490" fmla="*/ 227647 h 343852"/>
                <a:gd name="connsiteX491" fmla="*/ 333375 w 614362"/>
                <a:gd name="connsiteY491" fmla="*/ 230505 h 343852"/>
                <a:gd name="connsiteX492" fmla="*/ 335756 w 614362"/>
                <a:gd name="connsiteY492" fmla="*/ 235267 h 343852"/>
                <a:gd name="connsiteX493" fmla="*/ 336709 w 614362"/>
                <a:gd name="connsiteY493" fmla="*/ 240506 h 343852"/>
                <a:gd name="connsiteX494" fmla="*/ 336232 w 614362"/>
                <a:gd name="connsiteY494" fmla="*/ 243364 h 343852"/>
                <a:gd name="connsiteX495" fmla="*/ 337185 w 614362"/>
                <a:gd name="connsiteY495" fmla="*/ 246697 h 343852"/>
                <a:gd name="connsiteX496" fmla="*/ 339566 w 614362"/>
                <a:gd name="connsiteY496" fmla="*/ 249555 h 343852"/>
                <a:gd name="connsiteX497" fmla="*/ 342424 w 614362"/>
                <a:gd name="connsiteY497" fmla="*/ 251460 h 343852"/>
                <a:gd name="connsiteX498" fmla="*/ 350044 w 614362"/>
                <a:gd name="connsiteY498" fmla="*/ 252889 h 343852"/>
                <a:gd name="connsiteX499" fmla="*/ 357664 w 614362"/>
                <a:gd name="connsiteY499" fmla="*/ 250507 h 343852"/>
                <a:gd name="connsiteX500" fmla="*/ 356711 w 614362"/>
                <a:gd name="connsiteY500" fmla="*/ 251460 h 343852"/>
                <a:gd name="connsiteX501" fmla="*/ 351949 w 614362"/>
                <a:gd name="connsiteY501" fmla="*/ 254794 h 343852"/>
                <a:gd name="connsiteX502" fmla="*/ 350044 w 614362"/>
                <a:gd name="connsiteY502" fmla="*/ 256699 h 343852"/>
                <a:gd name="connsiteX503" fmla="*/ 342424 w 614362"/>
                <a:gd name="connsiteY503" fmla="*/ 255270 h 343852"/>
                <a:gd name="connsiteX504" fmla="*/ 333851 w 614362"/>
                <a:gd name="connsiteY504" fmla="*/ 254794 h 343852"/>
                <a:gd name="connsiteX505" fmla="*/ 328136 w 614362"/>
                <a:gd name="connsiteY505" fmla="*/ 253365 h 343852"/>
                <a:gd name="connsiteX506" fmla="*/ 322422 w 614362"/>
                <a:gd name="connsiteY506" fmla="*/ 253365 h 343852"/>
                <a:gd name="connsiteX507" fmla="*/ 324803 w 614362"/>
                <a:gd name="connsiteY507" fmla="*/ 255270 h 343852"/>
                <a:gd name="connsiteX508" fmla="*/ 327660 w 614362"/>
                <a:gd name="connsiteY508" fmla="*/ 256699 h 343852"/>
                <a:gd name="connsiteX509" fmla="*/ 332423 w 614362"/>
                <a:gd name="connsiteY509" fmla="*/ 257175 h 343852"/>
                <a:gd name="connsiteX510" fmla="*/ 337661 w 614362"/>
                <a:gd name="connsiteY510" fmla="*/ 258604 h 343852"/>
                <a:gd name="connsiteX511" fmla="*/ 337661 w 614362"/>
                <a:gd name="connsiteY511" fmla="*/ 260509 h 343852"/>
                <a:gd name="connsiteX512" fmla="*/ 336709 w 614362"/>
                <a:gd name="connsiteY512" fmla="*/ 261461 h 343852"/>
                <a:gd name="connsiteX513" fmla="*/ 334328 w 614362"/>
                <a:gd name="connsiteY513" fmla="*/ 261938 h 343852"/>
                <a:gd name="connsiteX514" fmla="*/ 331947 w 614362"/>
                <a:gd name="connsiteY514" fmla="*/ 261938 h 343852"/>
                <a:gd name="connsiteX515" fmla="*/ 330041 w 614362"/>
                <a:gd name="connsiteY515" fmla="*/ 262890 h 343852"/>
                <a:gd name="connsiteX516" fmla="*/ 331947 w 614362"/>
                <a:gd name="connsiteY516" fmla="*/ 264795 h 343852"/>
                <a:gd name="connsiteX517" fmla="*/ 335280 w 614362"/>
                <a:gd name="connsiteY517" fmla="*/ 264795 h 343852"/>
                <a:gd name="connsiteX518" fmla="*/ 339090 w 614362"/>
                <a:gd name="connsiteY518" fmla="*/ 265747 h 343852"/>
                <a:gd name="connsiteX519" fmla="*/ 349091 w 614362"/>
                <a:gd name="connsiteY519" fmla="*/ 271463 h 343852"/>
                <a:gd name="connsiteX520" fmla="*/ 353854 w 614362"/>
                <a:gd name="connsiteY520" fmla="*/ 273367 h 343852"/>
                <a:gd name="connsiteX521" fmla="*/ 364807 w 614362"/>
                <a:gd name="connsiteY521" fmla="*/ 271463 h 343852"/>
                <a:gd name="connsiteX522" fmla="*/ 369570 w 614362"/>
                <a:gd name="connsiteY522" fmla="*/ 271939 h 343852"/>
                <a:gd name="connsiteX523" fmla="*/ 378619 w 614362"/>
                <a:gd name="connsiteY523" fmla="*/ 269557 h 343852"/>
                <a:gd name="connsiteX524" fmla="*/ 380524 w 614362"/>
                <a:gd name="connsiteY524" fmla="*/ 271463 h 343852"/>
                <a:gd name="connsiteX525" fmla="*/ 386239 w 614362"/>
                <a:gd name="connsiteY525" fmla="*/ 274320 h 343852"/>
                <a:gd name="connsiteX526" fmla="*/ 388620 w 614362"/>
                <a:gd name="connsiteY526" fmla="*/ 273367 h 343852"/>
                <a:gd name="connsiteX527" fmla="*/ 391954 w 614362"/>
                <a:gd name="connsiteY527" fmla="*/ 272415 h 343852"/>
                <a:gd name="connsiteX528" fmla="*/ 393382 w 614362"/>
                <a:gd name="connsiteY528" fmla="*/ 275272 h 343852"/>
                <a:gd name="connsiteX529" fmla="*/ 394335 w 614362"/>
                <a:gd name="connsiteY529" fmla="*/ 279082 h 343852"/>
                <a:gd name="connsiteX530" fmla="*/ 387668 w 614362"/>
                <a:gd name="connsiteY530" fmla="*/ 283845 h 343852"/>
                <a:gd name="connsiteX531" fmla="*/ 381476 w 614362"/>
                <a:gd name="connsiteY531" fmla="*/ 286702 h 343852"/>
                <a:gd name="connsiteX532" fmla="*/ 376714 w 614362"/>
                <a:gd name="connsiteY532" fmla="*/ 287179 h 343852"/>
                <a:gd name="connsiteX533" fmla="*/ 366236 w 614362"/>
                <a:gd name="connsiteY533" fmla="*/ 293846 h 343852"/>
                <a:gd name="connsiteX534" fmla="*/ 355282 w 614362"/>
                <a:gd name="connsiteY534" fmla="*/ 301942 h 343852"/>
                <a:gd name="connsiteX535" fmla="*/ 356711 w 614362"/>
                <a:gd name="connsiteY535" fmla="*/ 304324 h 343852"/>
                <a:gd name="connsiteX536" fmla="*/ 358616 w 614362"/>
                <a:gd name="connsiteY536" fmla="*/ 305276 h 343852"/>
                <a:gd name="connsiteX537" fmla="*/ 364331 w 614362"/>
                <a:gd name="connsiteY537" fmla="*/ 303847 h 343852"/>
                <a:gd name="connsiteX538" fmla="*/ 369094 w 614362"/>
                <a:gd name="connsiteY538" fmla="*/ 304324 h 343852"/>
                <a:gd name="connsiteX539" fmla="*/ 378143 w 614362"/>
                <a:gd name="connsiteY539" fmla="*/ 310515 h 343852"/>
                <a:gd name="connsiteX540" fmla="*/ 380524 w 614362"/>
                <a:gd name="connsiteY540" fmla="*/ 311467 h 343852"/>
                <a:gd name="connsiteX541" fmla="*/ 384810 w 614362"/>
                <a:gd name="connsiteY541" fmla="*/ 310991 h 343852"/>
                <a:gd name="connsiteX542" fmla="*/ 390525 w 614362"/>
                <a:gd name="connsiteY542" fmla="*/ 314801 h 343852"/>
                <a:gd name="connsiteX543" fmla="*/ 391954 w 614362"/>
                <a:gd name="connsiteY543" fmla="*/ 319564 h 343852"/>
                <a:gd name="connsiteX544" fmla="*/ 392430 w 614362"/>
                <a:gd name="connsiteY544" fmla="*/ 322421 h 343852"/>
                <a:gd name="connsiteX545" fmla="*/ 389573 w 614362"/>
                <a:gd name="connsiteY545" fmla="*/ 331946 h 343852"/>
                <a:gd name="connsiteX546" fmla="*/ 388144 w 614362"/>
                <a:gd name="connsiteY546" fmla="*/ 334327 h 343852"/>
                <a:gd name="connsiteX547" fmla="*/ 387191 w 614362"/>
                <a:gd name="connsiteY547" fmla="*/ 335280 h 343852"/>
                <a:gd name="connsiteX548" fmla="*/ 386715 w 614362"/>
                <a:gd name="connsiteY548" fmla="*/ 337185 h 343852"/>
                <a:gd name="connsiteX549" fmla="*/ 393859 w 614362"/>
                <a:gd name="connsiteY549" fmla="*/ 341947 h 343852"/>
                <a:gd name="connsiteX550" fmla="*/ 397193 w 614362"/>
                <a:gd name="connsiteY550" fmla="*/ 343376 h 343852"/>
                <a:gd name="connsiteX551" fmla="*/ 402431 w 614362"/>
                <a:gd name="connsiteY551" fmla="*/ 343852 h 343852"/>
                <a:gd name="connsiteX552" fmla="*/ 408147 w 614362"/>
                <a:gd name="connsiteY552" fmla="*/ 342424 h 343852"/>
                <a:gd name="connsiteX553" fmla="*/ 415290 w 614362"/>
                <a:gd name="connsiteY553" fmla="*/ 337661 h 343852"/>
                <a:gd name="connsiteX554" fmla="*/ 421481 w 614362"/>
                <a:gd name="connsiteY554" fmla="*/ 330041 h 343852"/>
                <a:gd name="connsiteX555" fmla="*/ 430054 w 614362"/>
                <a:gd name="connsiteY555" fmla="*/ 326707 h 343852"/>
                <a:gd name="connsiteX556" fmla="*/ 435769 w 614362"/>
                <a:gd name="connsiteY556" fmla="*/ 326231 h 343852"/>
                <a:gd name="connsiteX557" fmla="*/ 442436 w 614362"/>
                <a:gd name="connsiteY557" fmla="*/ 327184 h 343852"/>
                <a:gd name="connsiteX558" fmla="*/ 444818 w 614362"/>
                <a:gd name="connsiteY558" fmla="*/ 323374 h 343852"/>
                <a:gd name="connsiteX559" fmla="*/ 451961 w 614362"/>
                <a:gd name="connsiteY559" fmla="*/ 320040 h 343852"/>
                <a:gd name="connsiteX560" fmla="*/ 455772 w 614362"/>
                <a:gd name="connsiteY560" fmla="*/ 314801 h 343852"/>
                <a:gd name="connsiteX561" fmla="*/ 459105 w 614362"/>
                <a:gd name="connsiteY561" fmla="*/ 313849 h 343852"/>
                <a:gd name="connsiteX562" fmla="*/ 462915 w 614362"/>
                <a:gd name="connsiteY562" fmla="*/ 314801 h 343852"/>
                <a:gd name="connsiteX563" fmla="*/ 465773 w 614362"/>
                <a:gd name="connsiteY563" fmla="*/ 316230 h 343852"/>
                <a:gd name="connsiteX564" fmla="*/ 467201 w 614362"/>
                <a:gd name="connsiteY564" fmla="*/ 317659 h 343852"/>
                <a:gd name="connsiteX565" fmla="*/ 469582 w 614362"/>
                <a:gd name="connsiteY565" fmla="*/ 319088 h 343852"/>
                <a:gd name="connsiteX566" fmla="*/ 475774 w 614362"/>
                <a:gd name="connsiteY566" fmla="*/ 318135 h 343852"/>
                <a:gd name="connsiteX567" fmla="*/ 481965 w 614362"/>
                <a:gd name="connsiteY567" fmla="*/ 318135 h 343852"/>
                <a:gd name="connsiteX568" fmla="*/ 487680 w 614362"/>
                <a:gd name="connsiteY568" fmla="*/ 316706 h 343852"/>
                <a:gd name="connsiteX569" fmla="*/ 489109 w 614362"/>
                <a:gd name="connsiteY569" fmla="*/ 312896 h 343852"/>
                <a:gd name="connsiteX570" fmla="*/ 490061 w 614362"/>
                <a:gd name="connsiteY570" fmla="*/ 309563 h 343852"/>
                <a:gd name="connsiteX571" fmla="*/ 492443 w 614362"/>
                <a:gd name="connsiteY571" fmla="*/ 306705 h 343852"/>
                <a:gd name="connsiteX572" fmla="*/ 494348 w 614362"/>
                <a:gd name="connsiteY572" fmla="*/ 302895 h 343852"/>
                <a:gd name="connsiteX573" fmla="*/ 489109 w 614362"/>
                <a:gd name="connsiteY573" fmla="*/ 301466 h 343852"/>
                <a:gd name="connsiteX574" fmla="*/ 484347 w 614362"/>
                <a:gd name="connsiteY574" fmla="*/ 300514 h 343852"/>
                <a:gd name="connsiteX575" fmla="*/ 480060 w 614362"/>
                <a:gd name="connsiteY575" fmla="*/ 300514 h 343852"/>
                <a:gd name="connsiteX576" fmla="*/ 476726 w 614362"/>
                <a:gd name="connsiteY576" fmla="*/ 301942 h 343852"/>
                <a:gd name="connsiteX577" fmla="*/ 474345 w 614362"/>
                <a:gd name="connsiteY577" fmla="*/ 304324 h 343852"/>
                <a:gd name="connsiteX578" fmla="*/ 468154 w 614362"/>
                <a:gd name="connsiteY578" fmla="*/ 302895 h 343852"/>
                <a:gd name="connsiteX579" fmla="*/ 465297 w 614362"/>
                <a:gd name="connsiteY579" fmla="*/ 303371 h 343852"/>
                <a:gd name="connsiteX580" fmla="*/ 458629 w 614362"/>
                <a:gd name="connsiteY580" fmla="*/ 306705 h 343852"/>
                <a:gd name="connsiteX581" fmla="*/ 455295 w 614362"/>
                <a:gd name="connsiteY581" fmla="*/ 306705 h 343852"/>
                <a:gd name="connsiteX582" fmla="*/ 452438 w 614362"/>
                <a:gd name="connsiteY582" fmla="*/ 305276 h 343852"/>
                <a:gd name="connsiteX583" fmla="*/ 448628 w 614362"/>
                <a:gd name="connsiteY583" fmla="*/ 301466 h 343852"/>
                <a:gd name="connsiteX584" fmla="*/ 440531 w 614362"/>
                <a:gd name="connsiteY584" fmla="*/ 290989 h 343852"/>
                <a:gd name="connsiteX585" fmla="*/ 436722 w 614362"/>
                <a:gd name="connsiteY585" fmla="*/ 283369 h 343852"/>
                <a:gd name="connsiteX586" fmla="*/ 434816 w 614362"/>
                <a:gd name="connsiteY586" fmla="*/ 278606 h 343852"/>
                <a:gd name="connsiteX587" fmla="*/ 434340 w 614362"/>
                <a:gd name="connsiteY587" fmla="*/ 274796 h 343852"/>
                <a:gd name="connsiteX588" fmla="*/ 434340 w 614362"/>
                <a:gd name="connsiteY588" fmla="*/ 270034 h 343852"/>
                <a:gd name="connsiteX589" fmla="*/ 438626 w 614362"/>
                <a:gd name="connsiteY589" fmla="*/ 267652 h 343852"/>
                <a:gd name="connsiteX590" fmla="*/ 441960 w 614362"/>
                <a:gd name="connsiteY590" fmla="*/ 266700 h 343852"/>
                <a:gd name="connsiteX591" fmla="*/ 447675 w 614362"/>
                <a:gd name="connsiteY591" fmla="*/ 259556 h 343852"/>
                <a:gd name="connsiteX592" fmla="*/ 449580 w 614362"/>
                <a:gd name="connsiteY592" fmla="*/ 262414 h 343852"/>
                <a:gd name="connsiteX593" fmla="*/ 449580 w 614362"/>
                <a:gd name="connsiteY593" fmla="*/ 264795 h 343852"/>
                <a:gd name="connsiteX594" fmla="*/ 449104 w 614362"/>
                <a:gd name="connsiteY594" fmla="*/ 266224 h 343852"/>
                <a:gd name="connsiteX595" fmla="*/ 447199 w 614362"/>
                <a:gd name="connsiteY595" fmla="*/ 268129 h 343852"/>
                <a:gd name="connsiteX596" fmla="*/ 440055 w 614362"/>
                <a:gd name="connsiteY596" fmla="*/ 273367 h 343852"/>
                <a:gd name="connsiteX597" fmla="*/ 441484 w 614362"/>
                <a:gd name="connsiteY597" fmla="*/ 273367 h 343852"/>
                <a:gd name="connsiteX598" fmla="*/ 444341 w 614362"/>
                <a:gd name="connsiteY598" fmla="*/ 272415 h 343852"/>
                <a:gd name="connsiteX599" fmla="*/ 446723 w 614362"/>
                <a:gd name="connsiteY599" fmla="*/ 270510 h 343852"/>
                <a:gd name="connsiteX600" fmla="*/ 448628 w 614362"/>
                <a:gd name="connsiteY600" fmla="*/ 269081 h 343852"/>
                <a:gd name="connsiteX601" fmla="*/ 453390 w 614362"/>
                <a:gd name="connsiteY601" fmla="*/ 261461 h 343852"/>
                <a:gd name="connsiteX602" fmla="*/ 468154 w 614362"/>
                <a:gd name="connsiteY602" fmla="*/ 250984 h 343852"/>
                <a:gd name="connsiteX603" fmla="*/ 474822 w 614362"/>
                <a:gd name="connsiteY603" fmla="*/ 249079 h 343852"/>
                <a:gd name="connsiteX604" fmla="*/ 480536 w 614362"/>
                <a:gd name="connsiteY604" fmla="*/ 250031 h 343852"/>
                <a:gd name="connsiteX605" fmla="*/ 483394 w 614362"/>
                <a:gd name="connsiteY605" fmla="*/ 249555 h 343852"/>
                <a:gd name="connsiteX606" fmla="*/ 488632 w 614362"/>
                <a:gd name="connsiteY606" fmla="*/ 246221 h 343852"/>
                <a:gd name="connsiteX607" fmla="*/ 492919 w 614362"/>
                <a:gd name="connsiteY607" fmla="*/ 244792 h 343852"/>
                <a:gd name="connsiteX608" fmla="*/ 497205 w 614362"/>
                <a:gd name="connsiteY608" fmla="*/ 244792 h 343852"/>
                <a:gd name="connsiteX609" fmla="*/ 501015 w 614362"/>
                <a:gd name="connsiteY609" fmla="*/ 246697 h 343852"/>
                <a:gd name="connsiteX610" fmla="*/ 505778 w 614362"/>
                <a:gd name="connsiteY610" fmla="*/ 241935 h 343852"/>
                <a:gd name="connsiteX611" fmla="*/ 509588 w 614362"/>
                <a:gd name="connsiteY611" fmla="*/ 239554 h 343852"/>
                <a:gd name="connsiteX612" fmla="*/ 515303 w 614362"/>
                <a:gd name="connsiteY612" fmla="*/ 237649 h 343852"/>
                <a:gd name="connsiteX613" fmla="*/ 519589 w 614362"/>
                <a:gd name="connsiteY613" fmla="*/ 237649 h 343852"/>
                <a:gd name="connsiteX614" fmla="*/ 526732 w 614362"/>
                <a:gd name="connsiteY614" fmla="*/ 230981 h 343852"/>
                <a:gd name="connsiteX615" fmla="*/ 536257 w 614362"/>
                <a:gd name="connsiteY615" fmla="*/ 230029 h 343852"/>
                <a:gd name="connsiteX616" fmla="*/ 548164 w 614362"/>
                <a:gd name="connsiteY616" fmla="*/ 230505 h 343852"/>
                <a:gd name="connsiteX617" fmla="*/ 549593 w 614362"/>
                <a:gd name="connsiteY617" fmla="*/ 230029 h 343852"/>
                <a:gd name="connsiteX618" fmla="*/ 549117 w 614362"/>
                <a:gd name="connsiteY618" fmla="*/ 228124 h 343852"/>
                <a:gd name="connsiteX619" fmla="*/ 549117 w 614362"/>
                <a:gd name="connsiteY619" fmla="*/ 226219 h 343852"/>
                <a:gd name="connsiteX620" fmla="*/ 549593 w 614362"/>
                <a:gd name="connsiteY620" fmla="*/ 224790 h 343852"/>
                <a:gd name="connsiteX621" fmla="*/ 551022 w 614362"/>
                <a:gd name="connsiteY621" fmla="*/ 223838 h 343852"/>
                <a:gd name="connsiteX622" fmla="*/ 551498 w 614362"/>
                <a:gd name="connsiteY622" fmla="*/ 222885 h 343852"/>
                <a:gd name="connsiteX623" fmla="*/ 551498 w 614362"/>
                <a:gd name="connsiteY623" fmla="*/ 221932 h 343852"/>
                <a:gd name="connsiteX624" fmla="*/ 550069 w 614362"/>
                <a:gd name="connsiteY624" fmla="*/ 221456 h 343852"/>
                <a:gd name="connsiteX625" fmla="*/ 549117 w 614362"/>
                <a:gd name="connsiteY625" fmla="*/ 220980 h 343852"/>
                <a:gd name="connsiteX626" fmla="*/ 549117 w 614362"/>
                <a:gd name="connsiteY626" fmla="*/ 220027 h 343852"/>
                <a:gd name="connsiteX627" fmla="*/ 549593 w 614362"/>
                <a:gd name="connsiteY627" fmla="*/ 219075 h 343852"/>
                <a:gd name="connsiteX628" fmla="*/ 550545 w 614362"/>
                <a:gd name="connsiteY628" fmla="*/ 217646 h 343852"/>
                <a:gd name="connsiteX629" fmla="*/ 551022 w 614362"/>
                <a:gd name="connsiteY629" fmla="*/ 216217 h 343852"/>
                <a:gd name="connsiteX630" fmla="*/ 551022 w 614362"/>
                <a:gd name="connsiteY630" fmla="*/ 213360 h 343852"/>
                <a:gd name="connsiteX631" fmla="*/ 551974 w 614362"/>
                <a:gd name="connsiteY631" fmla="*/ 210026 h 343852"/>
                <a:gd name="connsiteX632" fmla="*/ 554831 w 614362"/>
                <a:gd name="connsiteY632" fmla="*/ 207645 h 343852"/>
                <a:gd name="connsiteX633" fmla="*/ 559594 w 614362"/>
                <a:gd name="connsiteY633" fmla="*/ 207169 h 343852"/>
                <a:gd name="connsiteX634" fmla="*/ 563880 w 614362"/>
                <a:gd name="connsiteY634" fmla="*/ 205264 h 343852"/>
                <a:gd name="connsiteX635" fmla="*/ 566738 w 614362"/>
                <a:gd name="connsiteY635" fmla="*/ 203359 h 343852"/>
                <a:gd name="connsiteX636" fmla="*/ 570072 w 614362"/>
                <a:gd name="connsiteY636" fmla="*/ 198120 h 343852"/>
                <a:gd name="connsiteX637" fmla="*/ 572929 w 614362"/>
                <a:gd name="connsiteY637" fmla="*/ 197167 h 343852"/>
                <a:gd name="connsiteX638" fmla="*/ 578168 w 614362"/>
                <a:gd name="connsiteY638" fmla="*/ 197644 h 343852"/>
                <a:gd name="connsiteX639" fmla="*/ 581501 w 614362"/>
                <a:gd name="connsiteY639" fmla="*/ 198120 h 343852"/>
                <a:gd name="connsiteX640" fmla="*/ 589598 w 614362"/>
                <a:gd name="connsiteY640" fmla="*/ 198120 h 343852"/>
                <a:gd name="connsiteX641" fmla="*/ 598647 w 614362"/>
                <a:gd name="connsiteY641" fmla="*/ 197644 h 343852"/>
                <a:gd name="connsiteX642" fmla="*/ 601504 w 614362"/>
                <a:gd name="connsiteY642" fmla="*/ 197644 h 343852"/>
                <a:gd name="connsiteX643" fmla="*/ 602932 w 614362"/>
                <a:gd name="connsiteY643" fmla="*/ 195739 h 343852"/>
                <a:gd name="connsiteX644" fmla="*/ 602932 w 614362"/>
                <a:gd name="connsiteY644" fmla="*/ 192405 h 343852"/>
                <a:gd name="connsiteX645" fmla="*/ 604361 w 614362"/>
                <a:gd name="connsiteY645" fmla="*/ 189547 h 343852"/>
                <a:gd name="connsiteX646" fmla="*/ 606743 w 614362"/>
                <a:gd name="connsiteY646" fmla="*/ 183832 h 343852"/>
                <a:gd name="connsiteX647" fmla="*/ 609124 w 614362"/>
                <a:gd name="connsiteY647" fmla="*/ 180975 h 343852"/>
                <a:gd name="connsiteX648" fmla="*/ 609124 w 614362"/>
                <a:gd name="connsiteY648" fmla="*/ 179546 h 343852"/>
                <a:gd name="connsiteX649" fmla="*/ 607695 w 614362"/>
                <a:gd name="connsiteY649" fmla="*/ 179070 h 343852"/>
                <a:gd name="connsiteX650" fmla="*/ 605790 w 614362"/>
                <a:gd name="connsiteY650" fmla="*/ 178594 h 343852"/>
                <a:gd name="connsiteX651" fmla="*/ 605314 w 614362"/>
                <a:gd name="connsiteY651" fmla="*/ 178117 h 343852"/>
                <a:gd name="connsiteX652" fmla="*/ 605314 w 614362"/>
                <a:gd name="connsiteY652" fmla="*/ 176689 h 343852"/>
                <a:gd name="connsiteX653" fmla="*/ 606743 w 614362"/>
                <a:gd name="connsiteY653" fmla="*/ 175260 h 343852"/>
                <a:gd name="connsiteX654" fmla="*/ 606267 w 614362"/>
                <a:gd name="connsiteY654" fmla="*/ 172879 h 343852"/>
                <a:gd name="connsiteX655" fmla="*/ 605314 w 614362"/>
                <a:gd name="connsiteY655" fmla="*/ 170021 h 343852"/>
                <a:gd name="connsiteX656" fmla="*/ 604361 w 614362"/>
                <a:gd name="connsiteY656" fmla="*/ 167640 h 343852"/>
                <a:gd name="connsiteX657" fmla="*/ 601980 w 614362"/>
                <a:gd name="connsiteY657" fmla="*/ 166211 h 343852"/>
                <a:gd name="connsiteX658" fmla="*/ 597694 w 614362"/>
                <a:gd name="connsiteY658" fmla="*/ 165259 h 343852"/>
                <a:gd name="connsiteX659" fmla="*/ 598647 w 614362"/>
                <a:gd name="connsiteY659" fmla="*/ 162401 h 343852"/>
                <a:gd name="connsiteX660" fmla="*/ 599599 w 614362"/>
                <a:gd name="connsiteY660" fmla="*/ 159067 h 343852"/>
                <a:gd name="connsiteX661" fmla="*/ 601504 w 614362"/>
                <a:gd name="connsiteY661" fmla="*/ 157163 h 343852"/>
                <a:gd name="connsiteX662" fmla="*/ 602932 w 614362"/>
                <a:gd name="connsiteY662" fmla="*/ 156210 h 343852"/>
                <a:gd name="connsiteX663" fmla="*/ 606743 w 614362"/>
                <a:gd name="connsiteY663" fmla="*/ 156686 h 343852"/>
                <a:gd name="connsiteX664" fmla="*/ 609600 w 614362"/>
                <a:gd name="connsiteY664" fmla="*/ 156210 h 343852"/>
                <a:gd name="connsiteX665" fmla="*/ 610076 w 614362"/>
                <a:gd name="connsiteY665" fmla="*/ 155734 h 343852"/>
                <a:gd name="connsiteX666" fmla="*/ 609600 w 614362"/>
                <a:gd name="connsiteY666" fmla="*/ 154305 h 343852"/>
                <a:gd name="connsiteX667" fmla="*/ 605314 w 614362"/>
                <a:gd name="connsiteY667" fmla="*/ 153352 h 343852"/>
                <a:gd name="connsiteX668" fmla="*/ 601504 w 614362"/>
                <a:gd name="connsiteY668" fmla="*/ 151924 h 343852"/>
                <a:gd name="connsiteX669" fmla="*/ 600075 w 614362"/>
                <a:gd name="connsiteY669" fmla="*/ 150019 h 343852"/>
                <a:gd name="connsiteX670" fmla="*/ 599599 w 614362"/>
                <a:gd name="connsiteY670" fmla="*/ 148114 h 343852"/>
                <a:gd name="connsiteX671" fmla="*/ 601980 w 614362"/>
                <a:gd name="connsiteY671" fmla="*/ 146685 h 343852"/>
                <a:gd name="connsiteX672" fmla="*/ 606267 w 614362"/>
                <a:gd name="connsiteY672" fmla="*/ 145256 h 343852"/>
                <a:gd name="connsiteX673" fmla="*/ 609124 w 614362"/>
                <a:gd name="connsiteY673" fmla="*/ 142399 h 343852"/>
                <a:gd name="connsiteX674" fmla="*/ 612457 w 614362"/>
                <a:gd name="connsiteY674" fmla="*/ 139541 h 343852"/>
                <a:gd name="connsiteX675" fmla="*/ 613886 w 614362"/>
                <a:gd name="connsiteY675" fmla="*/ 137160 h 343852"/>
                <a:gd name="connsiteX676" fmla="*/ 614363 w 614362"/>
                <a:gd name="connsiteY676" fmla="*/ 134779 h 343852"/>
                <a:gd name="connsiteX677" fmla="*/ 614363 w 614362"/>
                <a:gd name="connsiteY677" fmla="*/ 132874 h 34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Lst>
              <a:rect l="l" t="t" r="r" b="b"/>
              <a:pathLst>
                <a:path w="614362" h="343852">
                  <a:moveTo>
                    <a:pt x="325755" y="266224"/>
                  </a:moveTo>
                  <a:lnTo>
                    <a:pt x="323850" y="264795"/>
                  </a:lnTo>
                  <a:lnTo>
                    <a:pt x="321469" y="261938"/>
                  </a:lnTo>
                  <a:lnTo>
                    <a:pt x="321945" y="264795"/>
                  </a:lnTo>
                  <a:lnTo>
                    <a:pt x="323374" y="266700"/>
                  </a:lnTo>
                  <a:lnTo>
                    <a:pt x="328136" y="268605"/>
                  </a:lnTo>
                  <a:lnTo>
                    <a:pt x="338614" y="270510"/>
                  </a:lnTo>
                  <a:lnTo>
                    <a:pt x="343376" y="270986"/>
                  </a:lnTo>
                  <a:lnTo>
                    <a:pt x="338614" y="269081"/>
                  </a:lnTo>
                  <a:lnTo>
                    <a:pt x="325755" y="266224"/>
                  </a:lnTo>
                  <a:close/>
                  <a:moveTo>
                    <a:pt x="614363" y="132874"/>
                  </a:moveTo>
                  <a:lnTo>
                    <a:pt x="611981" y="130016"/>
                  </a:lnTo>
                  <a:lnTo>
                    <a:pt x="611981" y="127159"/>
                  </a:lnTo>
                  <a:lnTo>
                    <a:pt x="613410" y="125254"/>
                  </a:lnTo>
                  <a:lnTo>
                    <a:pt x="612934" y="123825"/>
                  </a:lnTo>
                  <a:lnTo>
                    <a:pt x="611029" y="122872"/>
                  </a:lnTo>
                  <a:lnTo>
                    <a:pt x="608648" y="123349"/>
                  </a:lnTo>
                  <a:lnTo>
                    <a:pt x="605790" y="124301"/>
                  </a:lnTo>
                  <a:lnTo>
                    <a:pt x="602456" y="124301"/>
                  </a:lnTo>
                  <a:lnTo>
                    <a:pt x="597218" y="120967"/>
                  </a:lnTo>
                  <a:lnTo>
                    <a:pt x="591503" y="117634"/>
                  </a:lnTo>
                  <a:lnTo>
                    <a:pt x="588169" y="117634"/>
                  </a:lnTo>
                  <a:lnTo>
                    <a:pt x="585788" y="117157"/>
                  </a:lnTo>
                  <a:lnTo>
                    <a:pt x="583882" y="115252"/>
                  </a:lnTo>
                  <a:lnTo>
                    <a:pt x="582930" y="112871"/>
                  </a:lnTo>
                  <a:lnTo>
                    <a:pt x="581501" y="111919"/>
                  </a:lnTo>
                  <a:lnTo>
                    <a:pt x="579597" y="112395"/>
                  </a:lnTo>
                  <a:lnTo>
                    <a:pt x="576739" y="113347"/>
                  </a:lnTo>
                  <a:lnTo>
                    <a:pt x="572929" y="112871"/>
                  </a:lnTo>
                  <a:lnTo>
                    <a:pt x="568167" y="110014"/>
                  </a:lnTo>
                  <a:lnTo>
                    <a:pt x="563880" y="107156"/>
                  </a:lnTo>
                  <a:lnTo>
                    <a:pt x="560547" y="107156"/>
                  </a:lnTo>
                  <a:lnTo>
                    <a:pt x="557213" y="106680"/>
                  </a:lnTo>
                  <a:lnTo>
                    <a:pt x="550545" y="102870"/>
                  </a:lnTo>
                  <a:lnTo>
                    <a:pt x="548640" y="102870"/>
                  </a:lnTo>
                  <a:lnTo>
                    <a:pt x="547688" y="103822"/>
                  </a:lnTo>
                  <a:lnTo>
                    <a:pt x="547211" y="107156"/>
                  </a:lnTo>
                  <a:lnTo>
                    <a:pt x="546735" y="107632"/>
                  </a:lnTo>
                  <a:lnTo>
                    <a:pt x="545782" y="108109"/>
                  </a:lnTo>
                  <a:lnTo>
                    <a:pt x="543401" y="108585"/>
                  </a:lnTo>
                  <a:lnTo>
                    <a:pt x="540068" y="106680"/>
                  </a:lnTo>
                  <a:lnTo>
                    <a:pt x="531495" y="100489"/>
                  </a:lnTo>
                  <a:lnTo>
                    <a:pt x="528161" y="95726"/>
                  </a:lnTo>
                  <a:lnTo>
                    <a:pt x="527209" y="92392"/>
                  </a:lnTo>
                  <a:lnTo>
                    <a:pt x="524351" y="90011"/>
                  </a:lnTo>
                  <a:lnTo>
                    <a:pt x="521494" y="86677"/>
                  </a:lnTo>
                  <a:lnTo>
                    <a:pt x="518636" y="86201"/>
                  </a:lnTo>
                  <a:lnTo>
                    <a:pt x="515779" y="87154"/>
                  </a:lnTo>
                  <a:lnTo>
                    <a:pt x="512922" y="88582"/>
                  </a:lnTo>
                  <a:lnTo>
                    <a:pt x="511493" y="89059"/>
                  </a:lnTo>
                  <a:lnTo>
                    <a:pt x="506730" y="89535"/>
                  </a:lnTo>
                  <a:lnTo>
                    <a:pt x="499110" y="91440"/>
                  </a:lnTo>
                  <a:lnTo>
                    <a:pt x="497205" y="93345"/>
                  </a:lnTo>
                  <a:lnTo>
                    <a:pt x="494824" y="94774"/>
                  </a:lnTo>
                  <a:lnTo>
                    <a:pt x="492919" y="93821"/>
                  </a:lnTo>
                  <a:lnTo>
                    <a:pt x="491014" y="91916"/>
                  </a:lnTo>
                  <a:lnTo>
                    <a:pt x="486728" y="90964"/>
                  </a:lnTo>
                  <a:lnTo>
                    <a:pt x="484823" y="91916"/>
                  </a:lnTo>
                  <a:lnTo>
                    <a:pt x="482918" y="90488"/>
                  </a:lnTo>
                  <a:lnTo>
                    <a:pt x="481013" y="88106"/>
                  </a:lnTo>
                  <a:lnTo>
                    <a:pt x="478631" y="86201"/>
                  </a:lnTo>
                  <a:lnTo>
                    <a:pt x="474822" y="85725"/>
                  </a:lnTo>
                  <a:lnTo>
                    <a:pt x="471011" y="84772"/>
                  </a:lnTo>
                  <a:lnTo>
                    <a:pt x="467678" y="86201"/>
                  </a:lnTo>
                  <a:lnTo>
                    <a:pt x="463391" y="89059"/>
                  </a:lnTo>
                  <a:lnTo>
                    <a:pt x="460534" y="88106"/>
                  </a:lnTo>
                  <a:lnTo>
                    <a:pt x="459105" y="84772"/>
                  </a:lnTo>
                  <a:lnTo>
                    <a:pt x="457200" y="83820"/>
                  </a:lnTo>
                  <a:lnTo>
                    <a:pt x="454819" y="80486"/>
                  </a:lnTo>
                  <a:lnTo>
                    <a:pt x="454343" y="77152"/>
                  </a:lnTo>
                  <a:lnTo>
                    <a:pt x="454819" y="75724"/>
                  </a:lnTo>
                  <a:lnTo>
                    <a:pt x="455772" y="73819"/>
                  </a:lnTo>
                  <a:lnTo>
                    <a:pt x="455772" y="72866"/>
                  </a:lnTo>
                  <a:lnTo>
                    <a:pt x="454819" y="70961"/>
                  </a:lnTo>
                  <a:lnTo>
                    <a:pt x="453866" y="69532"/>
                  </a:lnTo>
                  <a:lnTo>
                    <a:pt x="452438" y="64770"/>
                  </a:lnTo>
                  <a:lnTo>
                    <a:pt x="451485" y="62865"/>
                  </a:lnTo>
                  <a:lnTo>
                    <a:pt x="451485" y="61436"/>
                  </a:lnTo>
                  <a:lnTo>
                    <a:pt x="452438" y="60007"/>
                  </a:lnTo>
                  <a:lnTo>
                    <a:pt x="451485" y="59055"/>
                  </a:lnTo>
                  <a:lnTo>
                    <a:pt x="450056" y="59055"/>
                  </a:lnTo>
                  <a:lnTo>
                    <a:pt x="447675" y="59055"/>
                  </a:lnTo>
                  <a:lnTo>
                    <a:pt x="446247" y="58102"/>
                  </a:lnTo>
                  <a:lnTo>
                    <a:pt x="444818" y="55245"/>
                  </a:lnTo>
                  <a:lnTo>
                    <a:pt x="443865" y="52388"/>
                  </a:lnTo>
                  <a:lnTo>
                    <a:pt x="442913" y="51435"/>
                  </a:lnTo>
                  <a:lnTo>
                    <a:pt x="440531" y="51435"/>
                  </a:lnTo>
                  <a:lnTo>
                    <a:pt x="436245" y="51911"/>
                  </a:lnTo>
                  <a:lnTo>
                    <a:pt x="432435" y="52864"/>
                  </a:lnTo>
                  <a:lnTo>
                    <a:pt x="431006" y="52864"/>
                  </a:lnTo>
                  <a:lnTo>
                    <a:pt x="427673" y="51435"/>
                  </a:lnTo>
                  <a:lnTo>
                    <a:pt x="423386" y="50006"/>
                  </a:lnTo>
                  <a:lnTo>
                    <a:pt x="414814" y="49530"/>
                  </a:lnTo>
                  <a:lnTo>
                    <a:pt x="414338" y="49054"/>
                  </a:lnTo>
                  <a:lnTo>
                    <a:pt x="414814" y="48101"/>
                  </a:lnTo>
                  <a:lnTo>
                    <a:pt x="416719" y="46672"/>
                  </a:lnTo>
                  <a:lnTo>
                    <a:pt x="416719" y="45244"/>
                  </a:lnTo>
                  <a:lnTo>
                    <a:pt x="415290" y="44291"/>
                  </a:lnTo>
                  <a:lnTo>
                    <a:pt x="414338" y="41910"/>
                  </a:lnTo>
                  <a:lnTo>
                    <a:pt x="414338" y="39052"/>
                  </a:lnTo>
                  <a:lnTo>
                    <a:pt x="413861" y="35719"/>
                  </a:lnTo>
                  <a:lnTo>
                    <a:pt x="411956" y="33338"/>
                  </a:lnTo>
                  <a:lnTo>
                    <a:pt x="411004" y="31909"/>
                  </a:lnTo>
                  <a:lnTo>
                    <a:pt x="411004" y="30480"/>
                  </a:lnTo>
                  <a:lnTo>
                    <a:pt x="414814" y="30004"/>
                  </a:lnTo>
                  <a:lnTo>
                    <a:pt x="419576" y="29051"/>
                  </a:lnTo>
                  <a:lnTo>
                    <a:pt x="420529" y="28099"/>
                  </a:lnTo>
                  <a:lnTo>
                    <a:pt x="420529" y="26194"/>
                  </a:lnTo>
                  <a:lnTo>
                    <a:pt x="411004" y="17145"/>
                  </a:lnTo>
                  <a:lnTo>
                    <a:pt x="407670" y="9049"/>
                  </a:lnTo>
                  <a:lnTo>
                    <a:pt x="404336" y="4763"/>
                  </a:lnTo>
                  <a:lnTo>
                    <a:pt x="401003" y="1905"/>
                  </a:lnTo>
                  <a:lnTo>
                    <a:pt x="398145" y="476"/>
                  </a:lnTo>
                  <a:lnTo>
                    <a:pt x="393859" y="952"/>
                  </a:lnTo>
                  <a:lnTo>
                    <a:pt x="388144" y="952"/>
                  </a:lnTo>
                  <a:lnTo>
                    <a:pt x="382429" y="0"/>
                  </a:lnTo>
                  <a:lnTo>
                    <a:pt x="377666" y="476"/>
                  </a:lnTo>
                  <a:lnTo>
                    <a:pt x="369094" y="4286"/>
                  </a:lnTo>
                  <a:lnTo>
                    <a:pt x="365760" y="4286"/>
                  </a:lnTo>
                  <a:lnTo>
                    <a:pt x="360045" y="2857"/>
                  </a:lnTo>
                  <a:lnTo>
                    <a:pt x="355282" y="1429"/>
                  </a:lnTo>
                  <a:lnTo>
                    <a:pt x="352901" y="1429"/>
                  </a:lnTo>
                  <a:lnTo>
                    <a:pt x="351473" y="1905"/>
                  </a:lnTo>
                  <a:lnTo>
                    <a:pt x="350520" y="2857"/>
                  </a:lnTo>
                  <a:lnTo>
                    <a:pt x="347663" y="10001"/>
                  </a:lnTo>
                  <a:lnTo>
                    <a:pt x="345281" y="11430"/>
                  </a:lnTo>
                  <a:lnTo>
                    <a:pt x="341948" y="12859"/>
                  </a:lnTo>
                  <a:lnTo>
                    <a:pt x="339090" y="13335"/>
                  </a:lnTo>
                  <a:lnTo>
                    <a:pt x="336709" y="13335"/>
                  </a:lnTo>
                  <a:lnTo>
                    <a:pt x="333375" y="12382"/>
                  </a:lnTo>
                  <a:lnTo>
                    <a:pt x="330041" y="10954"/>
                  </a:lnTo>
                  <a:lnTo>
                    <a:pt x="329565" y="10954"/>
                  </a:lnTo>
                  <a:lnTo>
                    <a:pt x="322898" y="10477"/>
                  </a:lnTo>
                  <a:lnTo>
                    <a:pt x="315278" y="10477"/>
                  </a:lnTo>
                  <a:lnTo>
                    <a:pt x="310991" y="12859"/>
                  </a:lnTo>
                  <a:lnTo>
                    <a:pt x="309086" y="12382"/>
                  </a:lnTo>
                  <a:lnTo>
                    <a:pt x="306229" y="11906"/>
                  </a:lnTo>
                  <a:lnTo>
                    <a:pt x="302895" y="13335"/>
                  </a:lnTo>
                  <a:lnTo>
                    <a:pt x="298132" y="17621"/>
                  </a:lnTo>
                  <a:lnTo>
                    <a:pt x="295275" y="20002"/>
                  </a:lnTo>
                  <a:lnTo>
                    <a:pt x="292418" y="23813"/>
                  </a:lnTo>
                  <a:lnTo>
                    <a:pt x="291465" y="25717"/>
                  </a:lnTo>
                  <a:lnTo>
                    <a:pt x="289560" y="29527"/>
                  </a:lnTo>
                  <a:lnTo>
                    <a:pt x="287655" y="33814"/>
                  </a:lnTo>
                  <a:lnTo>
                    <a:pt x="288607" y="36671"/>
                  </a:lnTo>
                  <a:lnTo>
                    <a:pt x="290036" y="39529"/>
                  </a:lnTo>
                  <a:lnTo>
                    <a:pt x="290513" y="42386"/>
                  </a:lnTo>
                  <a:lnTo>
                    <a:pt x="290989" y="44767"/>
                  </a:lnTo>
                  <a:lnTo>
                    <a:pt x="289084" y="46196"/>
                  </a:lnTo>
                  <a:lnTo>
                    <a:pt x="288131" y="48577"/>
                  </a:lnTo>
                  <a:lnTo>
                    <a:pt x="284798" y="48101"/>
                  </a:lnTo>
                  <a:lnTo>
                    <a:pt x="280988" y="45720"/>
                  </a:lnTo>
                  <a:lnTo>
                    <a:pt x="280035" y="42386"/>
                  </a:lnTo>
                  <a:lnTo>
                    <a:pt x="277178" y="40005"/>
                  </a:lnTo>
                  <a:lnTo>
                    <a:pt x="275273" y="38576"/>
                  </a:lnTo>
                  <a:lnTo>
                    <a:pt x="271939" y="38576"/>
                  </a:lnTo>
                  <a:lnTo>
                    <a:pt x="266700" y="39529"/>
                  </a:lnTo>
                  <a:lnTo>
                    <a:pt x="260032" y="40481"/>
                  </a:lnTo>
                  <a:lnTo>
                    <a:pt x="254794" y="40481"/>
                  </a:lnTo>
                  <a:lnTo>
                    <a:pt x="251936" y="41434"/>
                  </a:lnTo>
                  <a:lnTo>
                    <a:pt x="247650" y="42386"/>
                  </a:lnTo>
                  <a:lnTo>
                    <a:pt x="246222" y="40957"/>
                  </a:lnTo>
                  <a:lnTo>
                    <a:pt x="243840" y="37147"/>
                  </a:lnTo>
                  <a:lnTo>
                    <a:pt x="241935" y="33338"/>
                  </a:lnTo>
                  <a:lnTo>
                    <a:pt x="240506" y="31909"/>
                  </a:lnTo>
                  <a:lnTo>
                    <a:pt x="239554" y="31432"/>
                  </a:lnTo>
                  <a:lnTo>
                    <a:pt x="238125" y="31432"/>
                  </a:lnTo>
                  <a:lnTo>
                    <a:pt x="236697" y="32385"/>
                  </a:lnTo>
                  <a:lnTo>
                    <a:pt x="235268" y="33814"/>
                  </a:lnTo>
                  <a:lnTo>
                    <a:pt x="233363" y="34290"/>
                  </a:lnTo>
                  <a:lnTo>
                    <a:pt x="230505" y="35242"/>
                  </a:lnTo>
                  <a:lnTo>
                    <a:pt x="228600" y="36671"/>
                  </a:lnTo>
                  <a:lnTo>
                    <a:pt x="226695" y="40005"/>
                  </a:lnTo>
                  <a:lnTo>
                    <a:pt x="225266" y="39529"/>
                  </a:lnTo>
                  <a:lnTo>
                    <a:pt x="223838" y="38576"/>
                  </a:lnTo>
                  <a:lnTo>
                    <a:pt x="222409" y="34766"/>
                  </a:lnTo>
                  <a:lnTo>
                    <a:pt x="220028" y="33814"/>
                  </a:lnTo>
                  <a:lnTo>
                    <a:pt x="216218" y="33814"/>
                  </a:lnTo>
                  <a:lnTo>
                    <a:pt x="211455" y="32861"/>
                  </a:lnTo>
                  <a:lnTo>
                    <a:pt x="207645" y="31909"/>
                  </a:lnTo>
                  <a:lnTo>
                    <a:pt x="206216" y="32385"/>
                  </a:lnTo>
                  <a:lnTo>
                    <a:pt x="203835" y="33814"/>
                  </a:lnTo>
                  <a:lnTo>
                    <a:pt x="201454" y="33814"/>
                  </a:lnTo>
                  <a:lnTo>
                    <a:pt x="196215" y="32385"/>
                  </a:lnTo>
                  <a:lnTo>
                    <a:pt x="195263" y="32861"/>
                  </a:lnTo>
                  <a:lnTo>
                    <a:pt x="193834" y="35242"/>
                  </a:lnTo>
                  <a:lnTo>
                    <a:pt x="192405" y="37147"/>
                  </a:lnTo>
                  <a:lnTo>
                    <a:pt x="190976" y="37147"/>
                  </a:lnTo>
                  <a:lnTo>
                    <a:pt x="190024" y="36671"/>
                  </a:lnTo>
                  <a:lnTo>
                    <a:pt x="190500" y="32861"/>
                  </a:lnTo>
                  <a:lnTo>
                    <a:pt x="187643" y="31432"/>
                  </a:lnTo>
                  <a:lnTo>
                    <a:pt x="182404" y="31432"/>
                  </a:lnTo>
                  <a:lnTo>
                    <a:pt x="179070" y="31909"/>
                  </a:lnTo>
                  <a:lnTo>
                    <a:pt x="177165" y="31909"/>
                  </a:lnTo>
                  <a:lnTo>
                    <a:pt x="176213" y="30956"/>
                  </a:lnTo>
                  <a:lnTo>
                    <a:pt x="171926" y="24765"/>
                  </a:lnTo>
                  <a:lnTo>
                    <a:pt x="169545" y="24289"/>
                  </a:lnTo>
                  <a:lnTo>
                    <a:pt x="165259" y="24765"/>
                  </a:lnTo>
                  <a:lnTo>
                    <a:pt x="159068" y="23813"/>
                  </a:lnTo>
                  <a:lnTo>
                    <a:pt x="151924" y="22384"/>
                  </a:lnTo>
                  <a:lnTo>
                    <a:pt x="148114" y="21907"/>
                  </a:lnTo>
                  <a:lnTo>
                    <a:pt x="146209" y="20479"/>
                  </a:lnTo>
                  <a:lnTo>
                    <a:pt x="141923" y="20002"/>
                  </a:lnTo>
                  <a:lnTo>
                    <a:pt x="130493" y="17145"/>
                  </a:lnTo>
                  <a:lnTo>
                    <a:pt x="125730" y="16669"/>
                  </a:lnTo>
                  <a:lnTo>
                    <a:pt x="118586" y="16669"/>
                  </a:lnTo>
                  <a:lnTo>
                    <a:pt x="108109" y="16192"/>
                  </a:lnTo>
                  <a:lnTo>
                    <a:pt x="101441" y="16669"/>
                  </a:lnTo>
                  <a:lnTo>
                    <a:pt x="98107" y="17621"/>
                  </a:lnTo>
                  <a:lnTo>
                    <a:pt x="94298" y="18097"/>
                  </a:lnTo>
                  <a:lnTo>
                    <a:pt x="88106" y="18574"/>
                  </a:lnTo>
                  <a:lnTo>
                    <a:pt x="85725" y="18574"/>
                  </a:lnTo>
                  <a:lnTo>
                    <a:pt x="81915" y="19050"/>
                  </a:lnTo>
                  <a:lnTo>
                    <a:pt x="77153" y="19526"/>
                  </a:lnTo>
                  <a:lnTo>
                    <a:pt x="75724" y="20955"/>
                  </a:lnTo>
                  <a:lnTo>
                    <a:pt x="74295" y="23813"/>
                  </a:lnTo>
                  <a:lnTo>
                    <a:pt x="69056" y="28575"/>
                  </a:lnTo>
                  <a:lnTo>
                    <a:pt x="63818" y="31909"/>
                  </a:lnTo>
                  <a:lnTo>
                    <a:pt x="62865" y="32385"/>
                  </a:lnTo>
                  <a:lnTo>
                    <a:pt x="60007" y="30480"/>
                  </a:lnTo>
                  <a:lnTo>
                    <a:pt x="57626" y="30004"/>
                  </a:lnTo>
                  <a:lnTo>
                    <a:pt x="54769" y="30004"/>
                  </a:lnTo>
                  <a:lnTo>
                    <a:pt x="52864" y="30480"/>
                  </a:lnTo>
                  <a:lnTo>
                    <a:pt x="51435" y="31432"/>
                  </a:lnTo>
                  <a:lnTo>
                    <a:pt x="51435" y="35242"/>
                  </a:lnTo>
                  <a:lnTo>
                    <a:pt x="50959" y="35719"/>
                  </a:lnTo>
                  <a:lnTo>
                    <a:pt x="52864" y="38576"/>
                  </a:lnTo>
                  <a:lnTo>
                    <a:pt x="53340" y="40957"/>
                  </a:lnTo>
                  <a:lnTo>
                    <a:pt x="52388" y="42863"/>
                  </a:lnTo>
                  <a:lnTo>
                    <a:pt x="52388" y="44767"/>
                  </a:lnTo>
                  <a:lnTo>
                    <a:pt x="53816" y="46672"/>
                  </a:lnTo>
                  <a:lnTo>
                    <a:pt x="59055" y="52864"/>
                  </a:lnTo>
                  <a:lnTo>
                    <a:pt x="61436" y="59055"/>
                  </a:lnTo>
                  <a:lnTo>
                    <a:pt x="62865" y="61436"/>
                  </a:lnTo>
                  <a:lnTo>
                    <a:pt x="66675" y="64294"/>
                  </a:lnTo>
                  <a:lnTo>
                    <a:pt x="67151" y="65722"/>
                  </a:lnTo>
                  <a:lnTo>
                    <a:pt x="65723" y="66675"/>
                  </a:lnTo>
                  <a:lnTo>
                    <a:pt x="64294" y="66675"/>
                  </a:lnTo>
                  <a:lnTo>
                    <a:pt x="63341" y="67151"/>
                  </a:lnTo>
                  <a:lnTo>
                    <a:pt x="62865" y="68104"/>
                  </a:lnTo>
                  <a:lnTo>
                    <a:pt x="63818" y="69056"/>
                  </a:lnTo>
                  <a:lnTo>
                    <a:pt x="65247" y="70485"/>
                  </a:lnTo>
                  <a:lnTo>
                    <a:pt x="66675" y="75247"/>
                  </a:lnTo>
                  <a:lnTo>
                    <a:pt x="66675" y="79057"/>
                  </a:lnTo>
                  <a:lnTo>
                    <a:pt x="65247" y="80010"/>
                  </a:lnTo>
                  <a:lnTo>
                    <a:pt x="63818" y="82391"/>
                  </a:lnTo>
                  <a:lnTo>
                    <a:pt x="62865" y="84296"/>
                  </a:lnTo>
                  <a:lnTo>
                    <a:pt x="53816" y="85725"/>
                  </a:lnTo>
                  <a:lnTo>
                    <a:pt x="51911" y="88106"/>
                  </a:lnTo>
                  <a:lnTo>
                    <a:pt x="47149" y="92392"/>
                  </a:lnTo>
                  <a:lnTo>
                    <a:pt x="43815" y="94774"/>
                  </a:lnTo>
                  <a:lnTo>
                    <a:pt x="39053" y="99060"/>
                  </a:lnTo>
                  <a:lnTo>
                    <a:pt x="31432" y="106680"/>
                  </a:lnTo>
                  <a:lnTo>
                    <a:pt x="28575" y="110014"/>
                  </a:lnTo>
                  <a:lnTo>
                    <a:pt x="26670" y="112871"/>
                  </a:lnTo>
                  <a:lnTo>
                    <a:pt x="20479" y="120015"/>
                  </a:lnTo>
                  <a:lnTo>
                    <a:pt x="18574" y="122872"/>
                  </a:lnTo>
                  <a:lnTo>
                    <a:pt x="19050" y="125254"/>
                  </a:lnTo>
                  <a:lnTo>
                    <a:pt x="20955" y="130969"/>
                  </a:lnTo>
                  <a:lnTo>
                    <a:pt x="21431" y="133350"/>
                  </a:lnTo>
                  <a:lnTo>
                    <a:pt x="20955" y="135731"/>
                  </a:lnTo>
                  <a:lnTo>
                    <a:pt x="20479" y="137636"/>
                  </a:lnTo>
                  <a:lnTo>
                    <a:pt x="20479" y="138589"/>
                  </a:lnTo>
                  <a:lnTo>
                    <a:pt x="22384" y="140017"/>
                  </a:lnTo>
                  <a:lnTo>
                    <a:pt x="25241" y="142399"/>
                  </a:lnTo>
                  <a:lnTo>
                    <a:pt x="25241" y="143351"/>
                  </a:lnTo>
                  <a:lnTo>
                    <a:pt x="24765" y="144304"/>
                  </a:lnTo>
                  <a:lnTo>
                    <a:pt x="23813" y="145256"/>
                  </a:lnTo>
                  <a:lnTo>
                    <a:pt x="20003" y="144304"/>
                  </a:lnTo>
                  <a:lnTo>
                    <a:pt x="15716" y="142875"/>
                  </a:lnTo>
                  <a:lnTo>
                    <a:pt x="14288" y="142875"/>
                  </a:lnTo>
                  <a:lnTo>
                    <a:pt x="13811" y="144780"/>
                  </a:lnTo>
                  <a:lnTo>
                    <a:pt x="12382" y="146685"/>
                  </a:lnTo>
                  <a:lnTo>
                    <a:pt x="10478" y="149066"/>
                  </a:lnTo>
                  <a:lnTo>
                    <a:pt x="9049" y="151447"/>
                  </a:lnTo>
                  <a:lnTo>
                    <a:pt x="7144" y="157163"/>
                  </a:lnTo>
                  <a:lnTo>
                    <a:pt x="5715" y="159544"/>
                  </a:lnTo>
                  <a:lnTo>
                    <a:pt x="476" y="164782"/>
                  </a:lnTo>
                  <a:lnTo>
                    <a:pt x="0" y="171926"/>
                  </a:lnTo>
                  <a:lnTo>
                    <a:pt x="3334" y="171450"/>
                  </a:lnTo>
                  <a:lnTo>
                    <a:pt x="3334" y="171450"/>
                  </a:lnTo>
                  <a:lnTo>
                    <a:pt x="4286" y="171450"/>
                  </a:lnTo>
                  <a:lnTo>
                    <a:pt x="4763" y="173355"/>
                  </a:lnTo>
                  <a:lnTo>
                    <a:pt x="4763" y="173355"/>
                  </a:lnTo>
                  <a:lnTo>
                    <a:pt x="5715" y="174784"/>
                  </a:lnTo>
                  <a:lnTo>
                    <a:pt x="6668" y="176689"/>
                  </a:lnTo>
                  <a:lnTo>
                    <a:pt x="7620" y="178117"/>
                  </a:lnTo>
                  <a:lnTo>
                    <a:pt x="10001" y="178594"/>
                  </a:lnTo>
                  <a:lnTo>
                    <a:pt x="13335" y="180022"/>
                  </a:lnTo>
                  <a:lnTo>
                    <a:pt x="15240" y="182880"/>
                  </a:lnTo>
                  <a:lnTo>
                    <a:pt x="18574" y="184309"/>
                  </a:lnTo>
                  <a:lnTo>
                    <a:pt x="18574" y="184309"/>
                  </a:lnTo>
                  <a:lnTo>
                    <a:pt x="19050" y="184309"/>
                  </a:lnTo>
                  <a:lnTo>
                    <a:pt x="21431" y="184309"/>
                  </a:lnTo>
                  <a:lnTo>
                    <a:pt x="21907" y="184785"/>
                  </a:lnTo>
                  <a:lnTo>
                    <a:pt x="23813" y="186214"/>
                  </a:lnTo>
                  <a:lnTo>
                    <a:pt x="24765" y="187642"/>
                  </a:lnTo>
                  <a:lnTo>
                    <a:pt x="24289" y="189071"/>
                  </a:lnTo>
                  <a:lnTo>
                    <a:pt x="24765" y="190500"/>
                  </a:lnTo>
                  <a:lnTo>
                    <a:pt x="25241" y="190976"/>
                  </a:lnTo>
                  <a:lnTo>
                    <a:pt x="26670" y="190024"/>
                  </a:lnTo>
                  <a:lnTo>
                    <a:pt x="31432" y="188119"/>
                  </a:lnTo>
                  <a:lnTo>
                    <a:pt x="32861" y="186214"/>
                  </a:lnTo>
                  <a:lnTo>
                    <a:pt x="34290" y="184785"/>
                  </a:lnTo>
                  <a:lnTo>
                    <a:pt x="36672" y="184785"/>
                  </a:lnTo>
                  <a:lnTo>
                    <a:pt x="43815" y="189071"/>
                  </a:lnTo>
                  <a:lnTo>
                    <a:pt x="51435" y="188595"/>
                  </a:lnTo>
                  <a:lnTo>
                    <a:pt x="52864" y="188595"/>
                  </a:lnTo>
                  <a:lnTo>
                    <a:pt x="53340" y="188595"/>
                  </a:lnTo>
                  <a:lnTo>
                    <a:pt x="54293" y="189071"/>
                  </a:lnTo>
                  <a:lnTo>
                    <a:pt x="64294" y="190976"/>
                  </a:lnTo>
                  <a:lnTo>
                    <a:pt x="65723" y="190976"/>
                  </a:lnTo>
                  <a:lnTo>
                    <a:pt x="66199" y="190976"/>
                  </a:lnTo>
                  <a:lnTo>
                    <a:pt x="70009" y="192405"/>
                  </a:lnTo>
                  <a:lnTo>
                    <a:pt x="73343" y="192405"/>
                  </a:lnTo>
                  <a:lnTo>
                    <a:pt x="76676" y="191452"/>
                  </a:lnTo>
                  <a:lnTo>
                    <a:pt x="80010" y="190976"/>
                  </a:lnTo>
                  <a:lnTo>
                    <a:pt x="83344" y="191452"/>
                  </a:lnTo>
                  <a:lnTo>
                    <a:pt x="85725" y="193834"/>
                  </a:lnTo>
                  <a:lnTo>
                    <a:pt x="91916" y="198596"/>
                  </a:lnTo>
                  <a:lnTo>
                    <a:pt x="93822" y="200501"/>
                  </a:lnTo>
                  <a:lnTo>
                    <a:pt x="96679" y="200025"/>
                  </a:lnTo>
                  <a:lnTo>
                    <a:pt x="100013" y="199072"/>
                  </a:lnTo>
                  <a:lnTo>
                    <a:pt x="103347" y="195739"/>
                  </a:lnTo>
                  <a:lnTo>
                    <a:pt x="113348" y="191929"/>
                  </a:lnTo>
                  <a:lnTo>
                    <a:pt x="120968" y="190976"/>
                  </a:lnTo>
                  <a:lnTo>
                    <a:pt x="128588" y="189547"/>
                  </a:lnTo>
                  <a:lnTo>
                    <a:pt x="137160" y="188595"/>
                  </a:lnTo>
                  <a:lnTo>
                    <a:pt x="139541" y="185738"/>
                  </a:lnTo>
                  <a:lnTo>
                    <a:pt x="140970" y="183832"/>
                  </a:lnTo>
                  <a:lnTo>
                    <a:pt x="141923" y="180022"/>
                  </a:lnTo>
                  <a:lnTo>
                    <a:pt x="146685" y="179070"/>
                  </a:lnTo>
                  <a:lnTo>
                    <a:pt x="150972" y="178117"/>
                  </a:lnTo>
                  <a:lnTo>
                    <a:pt x="152400" y="177641"/>
                  </a:lnTo>
                  <a:lnTo>
                    <a:pt x="153353" y="176213"/>
                  </a:lnTo>
                  <a:lnTo>
                    <a:pt x="160497" y="172402"/>
                  </a:lnTo>
                  <a:lnTo>
                    <a:pt x="162401" y="172879"/>
                  </a:lnTo>
                  <a:lnTo>
                    <a:pt x="166211" y="172879"/>
                  </a:lnTo>
                  <a:lnTo>
                    <a:pt x="173831" y="172879"/>
                  </a:lnTo>
                  <a:lnTo>
                    <a:pt x="177641" y="170021"/>
                  </a:lnTo>
                  <a:lnTo>
                    <a:pt x="180023" y="170974"/>
                  </a:lnTo>
                  <a:lnTo>
                    <a:pt x="181928" y="170021"/>
                  </a:lnTo>
                  <a:lnTo>
                    <a:pt x="184785" y="168592"/>
                  </a:lnTo>
                  <a:lnTo>
                    <a:pt x="185261" y="169069"/>
                  </a:lnTo>
                  <a:lnTo>
                    <a:pt x="185738" y="169069"/>
                  </a:lnTo>
                  <a:lnTo>
                    <a:pt x="190500" y="169545"/>
                  </a:lnTo>
                  <a:lnTo>
                    <a:pt x="194310" y="170974"/>
                  </a:lnTo>
                  <a:lnTo>
                    <a:pt x="196691" y="173355"/>
                  </a:lnTo>
                  <a:lnTo>
                    <a:pt x="199073" y="174784"/>
                  </a:lnTo>
                  <a:lnTo>
                    <a:pt x="201454" y="175260"/>
                  </a:lnTo>
                  <a:lnTo>
                    <a:pt x="202882" y="176213"/>
                  </a:lnTo>
                  <a:lnTo>
                    <a:pt x="203359" y="178117"/>
                  </a:lnTo>
                  <a:lnTo>
                    <a:pt x="205740" y="179070"/>
                  </a:lnTo>
                  <a:lnTo>
                    <a:pt x="210026" y="179070"/>
                  </a:lnTo>
                  <a:lnTo>
                    <a:pt x="211931" y="180022"/>
                  </a:lnTo>
                  <a:lnTo>
                    <a:pt x="211455" y="182404"/>
                  </a:lnTo>
                  <a:lnTo>
                    <a:pt x="211931" y="183356"/>
                  </a:lnTo>
                  <a:lnTo>
                    <a:pt x="213360" y="182404"/>
                  </a:lnTo>
                  <a:lnTo>
                    <a:pt x="214789" y="182880"/>
                  </a:lnTo>
                  <a:lnTo>
                    <a:pt x="215265" y="184309"/>
                  </a:lnTo>
                  <a:lnTo>
                    <a:pt x="216218" y="185261"/>
                  </a:lnTo>
                  <a:lnTo>
                    <a:pt x="218599" y="182880"/>
                  </a:lnTo>
                  <a:lnTo>
                    <a:pt x="220980" y="183356"/>
                  </a:lnTo>
                  <a:lnTo>
                    <a:pt x="226695" y="184309"/>
                  </a:lnTo>
                  <a:lnTo>
                    <a:pt x="230029" y="189547"/>
                  </a:lnTo>
                  <a:lnTo>
                    <a:pt x="231934" y="191452"/>
                  </a:lnTo>
                  <a:lnTo>
                    <a:pt x="233839" y="192405"/>
                  </a:lnTo>
                  <a:lnTo>
                    <a:pt x="236220" y="191452"/>
                  </a:lnTo>
                  <a:lnTo>
                    <a:pt x="238125" y="190500"/>
                  </a:lnTo>
                  <a:lnTo>
                    <a:pt x="239078" y="190976"/>
                  </a:lnTo>
                  <a:lnTo>
                    <a:pt x="241459" y="194310"/>
                  </a:lnTo>
                  <a:lnTo>
                    <a:pt x="241935" y="199072"/>
                  </a:lnTo>
                  <a:lnTo>
                    <a:pt x="241935" y="200977"/>
                  </a:lnTo>
                  <a:lnTo>
                    <a:pt x="240982" y="204311"/>
                  </a:lnTo>
                  <a:lnTo>
                    <a:pt x="239554" y="207645"/>
                  </a:lnTo>
                  <a:lnTo>
                    <a:pt x="238601" y="210026"/>
                  </a:lnTo>
                  <a:lnTo>
                    <a:pt x="239078" y="211931"/>
                  </a:lnTo>
                  <a:lnTo>
                    <a:pt x="240030" y="213360"/>
                  </a:lnTo>
                  <a:lnTo>
                    <a:pt x="241459" y="213836"/>
                  </a:lnTo>
                  <a:lnTo>
                    <a:pt x="246222" y="216694"/>
                  </a:lnTo>
                  <a:lnTo>
                    <a:pt x="248126" y="218599"/>
                  </a:lnTo>
                  <a:lnTo>
                    <a:pt x="250507" y="220027"/>
                  </a:lnTo>
                  <a:lnTo>
                    <a:pt x="252413" y="220027"/>
                  </a:lnTo>
                  <a:lnTo>
                    <a:pt x="253365" y="220980"/>
                  </a:lnTo>
                  <a:lnTo>
                    <a:pt x="253841" y="221932"/>
                  </a:lnTo>
                  <a:lnTo>
                    <a:pt x="253365" y="224314"/>
                  </a:lnTo>
                  <a:lnTo>
                    <a:pt x="252413" y="226695"/>
                  </a:lnTo>
                  <a:lnTo>
                    <a:pt x="252413" y="228124"/>
                  </a:lnTo>
                  <a:lnTo>
                    <a:pt x="253841" y="230029"/>
                  </a:lnTo>
                  <a:lnTo>
                    <a:pt x="253841" y="232410"/>
                  </a:lnTo>
                  <a:lnTo>
                    <a:pt x="253841" y="233839"/>
                  </a:lnTo>
                  <a:lnTo>
                    <a:pt x="254794" y="234791"/>
                  </a:lnTo>
                  <a:lnTo>
                    <a:pt x="259080" y="237172"/>
                  </a:lnTo>
                  <a:lnTo>
                    <a:pt x="264319" y="239554"/>
                  </a:lnTo>
                  <a:lnTo>
                    <a:pt x="265748" y="241459"/>
                  </a:lnTo>
                  <a:lnTo>
                    <a:pt x="266700" y="243840"/>
                  </a:lnTo>
                  <a:lnTo>
                    <a:pt x="266224" y="248126"/>
                  </a:lnTo>
                  <a:lnTo>
                    <a:pt x="265748" y="251936"/>
                  </a:lnTo>
                  <a:lnTo>
                    <a:pt x="272891" y="256699"/>
                  </a:lnTo>
                  <a:lnTo>
                    <a:pt x="271939" y="257651"/>
                  </a:lnTo>
                  <a:lnTo>
                    <a:pt x="270986" y="258604"/>
                  </a:lnTo>
                  <a:lnTo>
                    <a:pt x="264319" y="259556"/>
                  </a:lnTo>
                  <a:lnTo>
                    <a:pt x="262890" y="260032"/>
                  </a:lnTo>
                  <a:lnTo>
                    <a:pt x="260032" y="256222"/>
                  </a:lnTo>
                  <a:lnTo>
                    <a:pt x="258604" y="255746"/>
                  </a:lnTo>
                  <a:lnTo>
                    <a:pt x="257175" y="257175"/>
                  </a:lnTo>
                  <a:lnTo>
                    <a:pt x="255270" y="258127"/>
                  </a:lnTo>
                  <a:lnTo>
                    <a:pt x="253365" y="257651"/>
                  </a:lnTo>
                  <a:lnTo>
                    <a:pt x="250984" y="256699"/>
                  </a:lnTo>
                  <a:lnTo>
                    <a:pt x="250031" y="255746"/>
                  </a:lnTo>
                  <a:lnTo>
                    <a:pt x="249079" y="255746"/>
                  </a:lnTo>
                  <a:lnTo>
                    <a:pt x="247650" y="256699"/>
                  </a:lnTo>
                  <a:lnTo>
                    <a:pt x="245745" y="256222"/>
                  </a:lnTo>
                  <a:lnTo>
                    <a:pt x="244793" y="255270"/>
                  </a:lnTo>
                  <a:lnTo>
                    <a:pt x="242888" y="258604"/>
                  </a:lnTo>
                  <a:lnTo>
                    <a:pt x="241935" y="259080"/>
                  </a:lnTo>
                  <a:lnTo>
                    <a:pt x="241459" y="259080"/>
                  </a:lnTo>
                  <a:lnTo>
                    <a:pt x="241459" y="253841"/>
                  </a:lnTo>
                  <a:lnTo>
                    <a:pt x="240982" y="252889"/>
                  </a:lnTo>
                  <a:lnTo>
                    <a:pt x="239554" y="252889"/>
                  </a:lnTo>
                  <a:lnTo>
                    <a:pt x="236220" y="254317"/>
                  </a:lnTo>
                  <a:lnTo>
                    <a:pt x="232886" y="255746"/>
                  </a:lnTo>
                  <a:lnTo>
                    <a:pt x="231934" y="257175"/>
                  </a:lnTo>
                  <a:lnTo>
                    <a:pt x="231934" y="259556"/>
                  </a:lnTo>
                  <a:lnTo>
                    <a:pt x="232410" y="262890"/>
                  </a:lnTo>
                  <a:lnTo>
                    <a:pt x="234315" y="267652"/>
                  </a:lnTo>
                  <a:lnTo>
                    <a:pt x="233363" y="269557"/>
                  </a:lnTo>
                  <a:lnTo>
                    <a:pt x="232410" y="272891"/>
                  </a:lnTo>
                  <a:lnTo>
                    <a:pt x="229076" y="275749"/>
                  </a:lnTo>
                  <a:lnTo>
                    <a:pt x="225266" y="277654"/>
                  </a:lnTo>
                  <a:lnTo>
                    <a:pt x="224790" y="281464"/>
                  </a:lnTo>
                  <a:lnTo>
                    <a:pt x="222885" y="283845"/>
                  </a:lnTo>
                  <a:lnTo>
                    <a:pt x="219075" y="286226"/>
                  </a:lnTo>
                  <a:lnTo>
                    <a:pt x="216694" y="289084"/>
                  </a:lnTo>
                  <a:lnTo>
                    <a:pt x="217170" y="290989"/>
                  </a:lnTo>
                  <a:lnTo>
                    <a:pt x="217170" y="292894"/>
                  </a:lnTo>
                  <a:lnTo>
                    <a:pt x="216694" y="294322"/>
                  </a:lnTo>
                  <a:lnTo>
                    <a:pt x="216694" y="295275"/>
                  </a:lnTo>
                  <a:lnTo>
                    <a:pt x="215741" y="295751"/>
                  </a:lnTo>
                  <a:lnTo>
                    <a:pt x="210026" y="296227"/>
                  </a:lnTo>
                  <a:lnTo>
                    <a:pt x="208598" y="296704"/>
                  </a:lnTo>
                  <a:lnTo>
                    <a:pt x="206693" y="298132"/>
                  </a:lnTo>
                  <a:lnTo>
                    <a:pt x="210503" y="302419"/>
                  </a:lnTo>
                  <a:lnTo>
                    <a:pt x="215265" y="304800"/>
                  </a:lnTo>
                  <a:lnTo>
                    <a:pt x="225743" y="307181"/>
                  </a:lnTo>
                  <a:lnTo>
                    <a:pt x="226695" y="306705"/>
                  </a:lnTo>
                  <a:lnTo>
                    <a:pt x="226695" y="306229"/>
                  </a:lnTo>
                  <a:lnTo>
                    <a:pt x="225743" y="305752"/>
                  </a:lnTo>
                  <a:lnTo>
                    <a:pt x="225743" y="304800"/>
                  </a:lnTo>
                  <a:lnTo>
                    <a:pt x="226219" y="303847"/>
                  </a:lnTo>
                  <a:lnTo>
                    <a:pt x="227648" y="303847"/>
                  </a:lnTo>
                  <a:lnTo>
                    <a:pt x="230029" y="304800"/>
                  </a:lnTo>
                  <a:lnTo>
                    <a:pt x="234791" y="303371"/>
                  </a:lnTo>
                  <a:lnTo>
                    <a:pt x="241459" y="300038"/>
                  </a:lnTo>
                  <a:lnTo>
                    <a:pt x="247650" y="299561"/>
                  </a:lnTo>
                  <a:lnTo>
                    <a:pt x="253365" y="301466"/>
                  </a:lnTo>
                  <a:lnTo>
                    <a:pt x="256223" y="303847"/>
                  </a:lnTo>
                  <a:lnTo>
                    <a:pt x="258128" y="306229"/>
                  </a:lnTo>
                  <a:lnTo>
                    <a:pt x="259080" y="302895"/>
                  </a:lnTo>
                  <a:lnTo>
                    <a:pt x="257175" y="294799"/>
                  </a:lnTo>
                  <a:lnTo>
                    <a:pt x="254794" y="292417"/>
                  </a:lnTo>
                  <a:lnTo>
                    <a:pt x="254794" y="289084"/>
                  </a:lnTo>
                  <a:lnTo>
                    <a:pt x="255747" y="287179"/>
                  </a:lnTo>
                  <a:lnTo>
                    <a:pt x="257651" y="285750"/>
                  </a:lnTo>
                  <a:lnTo>
                    <a:pt x="262414" y="286702"/>
                  </a:lnTo>
                  <a:lnTo>
                    <a:pt x="265272" y="285750"/>
                  </a:lnTo>
                  <a:lnTo>
                    <a:pt x="269081" y="283845"/>
                  </a:lnTo>
                  <a:lnTo>
                    <a:pt x="275273" y="281464"/>
                  </a:lnTo>
                  <a:lnTo>
                    <a:pt x="276225" y="280988"/>
                  </a:lnTo>
                  <a:lnTo>
                    <a:pt x="285750" y="271463"/>
                  </a:lnTo>
                  <a:lnTo>
                    <a:pt x="286226" y="270986"/>
                  </a:lnTo>
                  <a:lnTo>
                    <a:pt x="290989" y="264319"/>
                  </a:lnTo>
                  <a:lnTo>
                    <a:pt x="291465" y="262890"/>
                  </a:lnTo>
                  <a:lnTo>
                    <a:pt x="293370" y="260032"/>
                  </a:lnTo>
                  <a:lnTo>
                    <a:pt x="295275" y="255746"/>
                  </a:lnTo>
                  <a:lnTo>
                    <a:pt x="296228" y="252413"/>
                  </a:lnTo>
                  <a:lnTo>
                    <a:pt x="307657" y="249555"/>
                  </a:lnTo>
                  <a:lnTo>
                    <a:pt x="313849" y="250031"/>
                  </a:lnTo>
                  <a:lnTo>
                    <a:pt x="316706" y="249555"/>
                  </a:lnTo>
                  <a:lnTo>
                    <a:pt x="320040" y="244792"/>
                  </a:lnTo>
                  <a:lnTo>
                    <a:pt x="322422" y="243364"/>
                  </a:lnTo>
                  <a:lnTo>
                    <a:pt x="321469" y="248126"/>
                  </a:lnTo>
                  <a:lnTo>
                    <a:pt x="325755" y="249079"/>
                  </a:lnTo>
                  <a:lnTo>
                    <a:pt x="330041" y="249555"/>
                  </a:lnTo>
                  <a:lnTo>
                    <a:pt x="333375" y="248602"/>
                  </a:lnTo>
                  <a:lnTo>
                    <a:pt x="334328" y="245745"/>
                  </a:lnTo>
                  <a:lnTo>
                    <a:pt x="334804" y="237172"/>
                  </a:lnTo>
                  <a:lnTo>
                    <a:pt x="333375" y="233839"/>
                  </a:lnTo>
                  <a:lnTo>
                    <a:pt x="332423" y="230505"/>
                  </a:lnTo>
                  <a:lnTo>
                    <a:pt x="329565" y="225266"/>
                  </a:lnTo>
                  <a:lnTo>
                    <a:pt x="332423" y="227647"/>
                  </a:lnTo>
                  <a:lnTo>
                    <a:pt x="333375" y="230505"/>
                  </a:lnTo>
                  <a:lnTo>
                    <a:pt x="335756" y="235267"/>
                  </a:lnTo>
                  <a:lnTo>
                    <a:pt x="336709" y="240506"/>
                  </a:lnTo>
                  <a:lnTo>
                    <a:pt x="336232" y="243364"/>
                  </a:lnTo>
                  <a:lnTo>
                    <a:pt x="337185" y="246697"/>
                  </a:lnTo>
                  <a:lnTo>
                    <a:pt x="339566" y="249555"/>
                  </a:lnTo>
                  <a:lnTo>
                    <a:pt x="342424" y="251460"/>
                  </a:lnTo>
                  <a:lnTo>
                    <a:pt x="350044" y="252889"/>
                  </a:lnTo>
                  <a:lnTo>
                    <a:pt x="357664" y="250507"/>
                  </a:lnTo>
                  <a:lnTo>
                    <a:pt x="356711" y="251460"/>
                  </a:lnTo>
                  <a:lnTo>
                    <a:pt x="351949" y="254794"/>
                  </a:lnTo>
                  <a:lnTo>
                    <a:pt x="350044" y="256699"/>
                  </a:lnTo>
                  <a:lnTo>
                    <a:pt x="342424" y="255270"/>
                  </a:lnTo>
                  <a:lnTo>
                    <a:pt x="333851" y="254794"/>
                  </a:lnTo>
                  <a:lnTo>
                    <a:pt x="328136" y="253365"/>
                  </a:lnTo>
                  <a:lnTo>
                    <a:pt x="322422" y="253365"/>
                  </a:lnTo>
                  <a:lnTo>
                    <a:pt x="324803" y="255270"/>
                  </a:lnTo>
                  <a:lnTo>
                    <a:pt x="327660" y="256699"/>
                  </a:lnTo>
                  <a:lnTo>
                    <a:pt x="332423" y="257175"/>
                  </a:lnTo>
                  <a:lnTo>
                    <a:pt x="337661" y="258604"/>
                  </a:lnTo>
                  <a:lnTo>
                    <a:pt x="337661" y="260509"/>
                  </a:lnTo>
                  <a:lnTo>
                    <a:pt x="336709" y="261461"/>
                  </a:lnTo>
                  <a:lnTo>
                    <a:pt x="334328" y="261938"/>
                  </a:lnTo>
                  <a:lnTo>
                    <a:pt x="331947" y="261938"/>
                  </a:lnTo>
                  <a:lnTo>
                    <a:pt x="330041" y="262890"/>
                  </a:lnTo>
                  <a:lnTo>
                    <a:pt x="331947" y="264795"/>
                  </a:lnTo>
                  <a:lnTo>
                    <a:pt x="335280" y="264795"/>
                  </a:lnTo>
                  <a:lnTo>
                    <a:pt x="339090" y="265747"/>
                  </a:lnTo>
                  <a:lnTo>
                    <a:pt x="349091" y="271463"/>
                  </a:lnTo>
                  <a:lnTo>
                    <a:pt x="353854" y="273367"/>
                  </a:lnTo>
                  <a:lnTo>
                    <a:pt x="364807" y="271463"/>
                  </a:lnTo>
                  <a:lnTo>
                    <a:pt x="369570" y="271939"/>
                  </a:lnTo>
                  <a:lnTo>
                    <a:pt x="378619" y="269557"/>
                  </a:lnTo>
                  <a:lnTo>
                    <a:pt x="380524" y="271463"/>
                  </a:lnTo>
                  <a:lnTo>
                    <a:pt x="386239" y="274320"/>
                  </a:lnTo>
                  <a:lnTo>
                    <a:pt x="388620" y="273367"/>
                  </a:lnTo>
                  <a:lnTo>
                    <a:pt x="391954" y="272415"/>
                  </a:lnTo>
                  <a:lnTo>
                    <a:pt x="393382" y="275272"/>
                  </a:lnTo>
                  <a:lnTo>
                    <a:pt x="394335" y="279082"/>
                  </a:lnTo>
                  <a:lnTo>
                    <a:pt x="387668" y="283845"/>
                  </a:lnTo>
                  <a:lnTo>
                    <a:pt x="381476" y="286702"/>
                  </a:lnTo>
                  <a:lnTo>
                    <a:pt x="376714" y="287179"/>
                  </a:lnTo>
                  <a:lnTo>
                    <a:pt x="366236" y="293846"/>
                  </a:lnTo>
                  <a:lnTo>
                    <a:pt x="355282" y="301942"/>
                  </a:lnTo>
                  <a:lnTo>
                    <a:pt x="356711" y="304324"/>
                  </a:lnTo>
                  <a:lnTo>
                    <a:pt x="358616" y="305276"/>
                  </a:lnTo>
                  <a:lnTo>
                    <a:pt x="364331" y="303847"/>
                  </a:lnTo>
                  <a:lnTo>
                    <a:pt x="369094" y="304324"/>
                  </a:lnTo>
                  <a:lnTo>
                    <a:pt x="378143" y="310515"/>
                  </a:lnTo>
                  <a:lnTo>
                    <a:pt x="380524" y="311467"/>
                  </a:lnTo>
                  <a:lnTo>
                    <a:pt x="384810" y="310991"/>
                  </a:lnTo>
                  <a:lnTo>
                    <a:pt x="390525" y="314801"/>
                  </a:lnTo>
                  <a:lnTo>
                    <a:pt x="391954" y="319564"/>
                  </a:lnTo>
                  <a:lnTo>
                    <a:pt x="392430" y="322421"/>
                  </a:lnTo>
                  <a:lnTo>
                    <a:pt x="389573" y="331946"/>
                  </a:lnTo>
                  <a:lnTo>
                    <a:pt x="388144" y="334327"/>
                  </a:lnTo>
                  <a:lnTo>
                    <a:pt x="387191" y="335280"/>
                  </a:lnTo>
                  <a:lnTo>
                    <a:pt x="386715" y="337185"/>
                  </a:lnTo>
                  <a:lnTo>
                    <a:pt x="393859" y="341947"/>
                  </a:lnTo>
                  <a:lnTo>
                    <a:pt x="397193" y="343376"/>
                  </a:lnTo>
                  <a:lnTo>
                    <a:pt x="402431" y="343852"/>
                  </a:lnTo>
                  <a:lnTo>
                    <a:pt x="408147" y="342424"/>
                  </a:lnTo>
                  <a:lnTo>
                    <a:pt x="415290" y="337661"/>
                  </a:lnTo>
                  <a:lnTo>
                    <a:pt x="421481" y="330041"/>
                  </a:lnTo>
                  <a:lnTo>
                    <a:pt x="430054" y="326707"/>
                  </a:lnTo>
                  <a:lnTo>
                    <a:pt x="435769" y="326231"/>
                  </a:lnTo>
                  <a:lnTo>
                    <a:pt x="442436" y="327184"/>
                  </a:lnTo>
                  <a:lnTo>
                    <a:pt x="444818" y="323374"/>
                  </a:lnTo>
                  <a:lnTo>
                    <a:pt x="451961" y="320040"/>
                  </a:lnTo>
                  <a:lnTo>
                    <a:pt x="455772" y="314801"/>
                  </a:lnTo>
                  <a:lnTo>
                    <a:pt x="459105" y="313849"/>
                  </a:lnTo>
                  <a:lnTo>
                    <a:pt x="462915" y="314801"/>
                  </a:lnTo>
                  <a:lnTo>
                    <a:pt x="465773" y="316230"/>
                  </a:lnTo>
                  <a:lnTo>
                    <a:pt x="467201" y="317659"/>
                  </a:lnTo>
                  <a:lnTo>
                    <a:pt x="469582" y="319088"/>
                  </a:lnTo>
                  <a:lnTo>
                    <a:pt x="475774" y="318135"/>
                  </a:lnTo>
                  <a:lnTo>
                    <a:pt x="481965" y="318135"/>
                  </a:lnTo>
                  <a:lnTo>
                    <a:pt x="487680" y="316706"/>
                  </a:lnTo>
                  <a:lnTo>
                    <a:pt x="489109" y="312896"/>
                  </a:lnTo>
                  <a:lnTo>
                    <a:pt x="490061" y="309563"/>
                  </a:lnTo>
                  <a:lnTo>
                    <a:pt x="492443" y="306705"/>
                  </a:lnTo>
                  <a:lnTo>
                    <a:pt x="494348" y="302895"/>
                  </a:lnTo>
                  <a:lnTo>
                    <a:pt x="489109" y="301466"/>
                  </a:lnTo>
                  <a:lnTo>
                    <a:pt x="484347" y="300514"/>
                  </a:lnTo>
                  <a:lnTo>
                    <a:pt x="480060" y="300514"/>
                  </a:lnTo>
                  <a:lnTo>
                    <a:pt x="476726" y="301942"/>
                  </a:lnTo>
                  <a:lnTo>
                    <a:pt x="474345" y="304324"/>
                  </a:lnTo>
                  <a:lnTo>
                    <a:pt x="468154" y="302895"/>
                  </a:lnTo>
                  <a:lnTo>
                    <a:pt x="465297" y="303371"/>
                  </a:lnTo>
                  <a:lnTo>
                    <a:pt x="458629" y="306705"/>
                  </a:lnTo>
                  <a:lnTo>
                    <a:pt x="455295" y="306705"/>
                  </a:lnTo>
                  <a:lnTo>
                    <a:pt x="452438" y="305276"/>
                  </a:lnTo>
                  <a:lnTo>
                    <a:pt x="448628" y="301466"/>
                  </a:lnTo>
                  <a:lnTo>
                    <a:pt x="440531" y="290989"/>
                  </a:lnTo>
                  <a:lnTo>
                    <a:pt x="436722" y="283369"/>
                  </a:lnTo>
                  <a:lnTo>
                    <a:pt x="434816" y="278606"/>
                  </a:lnTo>
                  <a:lnTo>
                    <a:pt x="434340" y="274796"/>
                  </a:lnTo>
                  <a:lnTo>
                    <a:pt x="434340" y="270034"/>
                  </a:lnTo>
                  <a:lnTo>
                    <a:pt x="438626" y="267652"/>
                  </a:lnTo>
                  <a:lnTo>
                    <a:pt x="441960" y="266700"/>
                  </a:lnTo>
                  <a:lnTo>
                    <a:pt x="447675" y="259556"/>
                  </a:lnTo>
                  <a:lnTo>
                    <a:pt x="449580" y="262414"/>
                  </a:lnTo>
                  <a:lnTo>
                    <a:pt x="449580" y="264795"/>
                  </a:lnTo>
                  <a:lnTo>
                    <a:pt x="449104" y="266224"/>
                  </a:lnTo>
                  <a:lnTo>
                    <a:pt x="447199" y="268129"/>
                  </a:lnTo>
                  <a:lnTo>
                    <a:pt x="440055" y="273367"/>
                  </a:lnTo>
                  <a:lnTo>
                    <a:pt x="441484" y="273367"/>
                  </a:lnTo>
                  <a:lnTo>
                    <a:pt x="444341" y="272415"/>
                  </a:lnTo>
                  <a:lnTo>
                    <a:pt x="446723" y="270510"/>
                  </a:lnTo>
                  <a:lnTo>
                    <a:pt x="448628" y="269081"/>
                  </a:lnTo>
                  <a:lnTo>
                    <a:pt x="453390" y="261461"/>
                  </a:lnTo>
                  <a:lnTo>
                    <a:pt x="468154" y="250984"/>
                  </a:lnTo>
                  <a:lnTo>
                    <a:pt x="474822" y="249079"/>
                  </a:lnTo>
                  <a:lnTo>
                    <a:pt x="480536" y="250031"/>
                  </a:lnTo>
                  <a:lnTo>
                    <a:pt x="483394" y="249555"/>
                  </a:lnTo>
                  <a:lnTo>
                    <a:pt x="488632" y="246221"/>
                  </a:lnTo>
                  <a:lnTo>
                    <a:pt x="492919" y="244792"/>
                  </a:lnTo>
                  <a:lnTo>
                    <a:pt x="497205" y="244792"/>
                  </a:lnTo>
                  <a:lnTo>
                    <a:pt x="501015" y="246697"/>
                  </a:lnTo>
                  <a:lnTo>
                    <a:pt x="505778" y="241935"/>
                  </a:lnTo>
                  <a:lnTo>
                    <a:pt x="509588" y="239554"/>
                  </a:lnTo>
                  <a:lnTo>
                    <a:pt x="515303" y="237649"/>
                  </a:lnTo>
                  <a:lnTo>
                    <a:pt x="519589" y="237649"/>
                  </a:lnTo>
                  <a:lnTo>
                    <a:pt x="526732" y="230981"/>
                  </a:lnTo>
                  <a:lnTo>
                    <a:pt x="536257" y="230029"/>
                  </a:lnTo>
                  <a:lnTo>
                    <a:pt x="548164" y="230505"/>
                  </a:lnTo>
                  <a:lnTo>
                    <a:pt x="549593" y="230029"/>
                  </a:lnTo>
                  <a:lnTo>
                    <a:pt x="549117" y="228124"/>
                  </a:lnTo>
                  <a:lnTo>
                    <a:pt x="549117" y="226219"/>
                  </a:lnTo>
                  <a:lnTo>
                    <a:pt x="549593" y="224790"/>
                  </a:lnTo>
                  <a:lnTo>
                    <a:pt x="551022" y="223838"/>
                  </a:lnTo>
                  <a:lnTo>
                    <a:pt x="551498" y="222885"/>
                  </a:lnTo>
                  <a:lnTo>
                    <a:pt x="551498" y="221932"/>
                  </a:lnTo>
                  <a:lnTo>
                    <a:pt x="550069" y="221456"/>
                  </a:lnTo>
                  <a:lnTo>
                    <a:pt x="549117" y="220980"/>
                  </a:lnTo>
                  <a:lnTo>
                    <a:pt x="549117" y="220027"/>
                  </a:lnTo>
                  <a:lnTo>
                    <a:pt x="549593" y="219075"/>
                  </a:lnTo>
                  <a:lnTo>
                    <a:pt x="550545" y="217646"/>
                  </a:lnTo>
                  <a:lnTo>
                    <a:pt x="551022" y="216217"/>
                  </a:lnTo>
                  <a:lnTo>
                    <a:pt x="551022" y="213360"/>
                  </a:lnTo>
                  <a:lnTo>
                    <a:pt x="551974" y="210026"/>
                  </a:lnTo>
                  <a:lnTo>
                    <a:pt x="554831" y="207645"/>
                  </a:lnTo>
                  <a:lnTo>
                    <a:pt x="559594" y="207169"/>
                  </a:lnTo>
                  <a:lnTo>
                    <a:pt x="563880" y="205264"/>
                  </a:lnTo>
                  <a:lnTo>
                    <a:pt x="566738" y="203359"/>
                  </a:lnTo>
                  <a:lnTo>
                    <a:pt x="570072" y="198120"/>
                  </a:lnTo>
                  <a:lnTo>
                    <a:pt x="572929" y="197167"/>
                  </a:lnTo>
                  <a:lnTo>
                    <a:pt x="578168" y="197644"/>
                  </a:lnTo>
                  <a:lnTo>
                    <a:pt x="581501" y="198120"/>
                  </a:lnTo>
                  <a:lnTo>
                    <a:pt x="589598" y="198120"/>
                  </a:lnTo>
                  <a:lnTo>
                    <a:pt x="598647" y="197644"/>
                  </a:lnTo>
                  <a:lnTo>
                    <a:pt x="601504" y="197644"/>
                  </a:lnTo>
                  <a:lnTo>
                    <a:pt x="602932" y="195739"/>
                  </a:lnTo>
                  <a:lnTo>
                    <a:pt x="602932" y="192405"/>
                  </a:lnTo>
                  <a:lnTo>
                    <a:pt x="604361" y="189547"/>
                  </a:lnTo>
                  <a:lnTo>
                    <a:pt x="606743" y="183832"/>
                  </a:lnTo>
                  <a:lnTo>
                    <a:pt x="609124" y="180975"/>
                  </a:lnTo>
                  <a:lnTo>
                    <a:pt x="609124" y="179546"/>
                  </a:lnTo>
                  <a:lnTo>
                    <a:pt x="607695" y="179070"/>
                  </a:lnTo>
                  <a:lnTo>
                    <a:pt x="605790" y="178594"/>
                  </a:lnTo>
                  <a:lnTo>
                    <a:pt x="605314" y="178117"/>
                  </a:lnTo>
                  <a:lnTo>
                    <a:pt x="605314" y="176689"/>
                  </a:lnTo>
                  <a:lnTo>
                    <a:pt x="606743" y="175260"/>
                  </a:lnTo>
                  <a:lnTo>
                    <a:pt x="606267" y="172879"/>
                  </a:lnTo>
                  <a:lnTo>
                    <a:pt x="605314" y="170021"/>
                  </a:lnTo>
                  <a:lnTo>
                    <a:pt x="604361" y="167640"/>
                  </a:lnTo>
                  <a:lnTo>
                    <a:pt x="601980" y="166211"/>
                  </a:lnTo>
                  <a:lnTo>
                    <a:pt x="597694" y="165259"/>
                  </a:lnTo>
                  <a:lnTo>
                    <a:pt x="598647" y="162401"/>
                  </a:lnTo>
                  <a:lnTo>
                    <a:pt x="599599" y="159067"/>
                  </a:lnTo>
                  <a:lnTo>
                    <a:pt x="601504" y="157163"/>
                  </a:lnTo>
                  <a:lnTo>
                    <a:pt x="602932" y="156210"/>
                  </a:lnTo>
                  <a:lnTo>
                    <a:pt x="606743" y="156686"/>
                  </a:lnTo>
                  <a:lnTo>
                    <a:pt x="609600" y="156210"/>
                  </a:lnTo>
                  <a:lnTo>
                    <a:pt x="610076" y="155734"/>
                  </a:lnTo>
                  <a:lnTo>
                    <a:pt x="609600" y="154305"/>
                  </a:lnTo>
                  <a:lnTo>
                    <a:pt x="605314" y="153352"/>
                  </a:lnTo>
                  <a:lnTo>
                    <a:pt x="601504" y="151924"/>
                  </a:lnTo>
                  <a:lnTo>
                    <a:pt x="600075" y="150019"/>
                  </a:lnTo>
                  <a:lnTo>
                    <a:pt x="599599" y="148114"/>
                  </a:lnTo>
                  <a:lnTo>
                    <a:pt x="601980" y="146685"/>
                  </a:lnTo>
                  <a:lnTo>
                    <a:pt x="606267" y="145256"/>
                  </a:lnTo>
                  <a:lnTo>
                    <a:pt x="609124" y="142399"/>
                  </a:lnTo>
                  <a:lnTo>
                    <a:pt x="612457" y="139541"/>
                  </a:lnTo>
                  <a:lnTo>
                    <a:pt x="613886" y="137160"/>
                  </a:lnTo>
                  <a:lnTo>
                    <a:pt x="614363" y="134779"/>
                  </a:lnTo>
                  <a:lnTo>
                    <a:pt x="614363" y="132874"/>
                  </a:lnTo>
                  <a:close/>
                </a:path>
              </a:pathLst>
            </a:custGeom>
            <a:grpFill/>
            <a:ln w="317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EAAF6B0-5F1C-4FC9-86AC-DABE2AFF29E8}"/>
                </a:ext>
              </a:extLst>
            </p:cNvPr>
            <p:cNvSpPr/>
            <p:nvPr/>
          </p:nvSpPr>
          <p:spPr>
            <a:xfrm>
              <a:off x="6731317" y="4331493"/>
              <a:ext cx="368140" cy="359568"/>
            </a:xfrm>
            <a:custGeom>
              <a:avLst/>
              <a:gdLst>
                <a:gd name="connsiteX0" fmla="*/ 70961 w 368140"/>
                <a:gd name="connsiteY0" fmla="*/ 40957 h 359568"/>
                <a:gd name="connsiteX1" fmla="*/ 70009 w 368140"/>
                <a:gd name="connsiteY1" fmla="*/ 42386 h 359568"/>
                <a:gd name="connsiteX2" fmla="*/ 69532 w 368140"/>
                <a:gd name="connsiteY2" fmla="*/ 45244 h 359568"/>
                <a:gd name="connsiteX3" fmla="*/ 71438 w 368140"/>
                <a:gd name="connsiteY3" fmla="*/ 47149 h 359568"/>
                <a:gd name="connsiteX4" fmla="*/ 71438 w 368140"/>
                <a:gd name="connsiteY4" fmla="*/ 49530 h 359568"/>
                <a:gd name="connsiteX5" fmla="*/ 73343 w 368140"/>
                <a:gd name="connsiteY5" fmla="*/ 49054 h 359568"/>
                <a:gd name="connsiteX6" fmla="*/ 73819 w 368140"/>
                <a:gd name="connsiteY6" fmla="*/ 46672 h 359568"/>
                <a:gd name="connsiteX7" fmla="*/ 75247 w 368140"/>
                <a:gd name="connsiteY7" fmla="*/ 46672 h 359568"/>
                <a:gd name="connsiteX8" fmla="*/ 77628 w 368140"/>
                <a:gd name="connsiteY8" fmla="*/ 46196 h 359568"/>
                <a:gd name="connsiteX9" fmla="*/ 78105 w 368140"/>
                <a:gd name="connsiteY9" fmla="*/ 45244 h 359568"/>
                <a:gd name="connsiteX10" fmla="*/ 78105 w 368140"/>
                <a:gd name="connsiteY10" fmla="*/ 43339 h 359568"/>
                <a:gd name="connsiteX11" fmla="*/ 77628 w 368140"/>
                <a:gd name="connsiteY11" fmla="*/ 42386 h 359568"/>
                <a:gd name="connsiteX12" fmla="*/ 75247 w 368140"/>
                <a:gd name="connsiteY12" fmla="*/ 43339 h 359568"/>
                <a:gd name="connsiteX13" fmla="*/ 72866 w 368140"/>
                <a:gd name="connsiteY13" fmla="*/ 43815 h 359568"/>
                <a:gd name="connsiteX14" fmla="*/ 71914 w 368140"/>
                <a:gd name="connsiteY14" fmla="*/ 43339 h 359568"/>
                <a:gd name="connsiteX15" fmla="*/ 70485 w 368140"/>
                <a:gd name="connsiteY15" fmla="*/ 41910 h 359568"/>
                <a:gd name="connsiteX16" fmla="*/ 70961 w 368140"/>
                <a:gd name="connsiteY16" fmla="*/ 40957 h 359568"/>
                <a:gd name="connsiteX17" fmla="*/ 364331 w 368140"/>
                <a:gd name="connsiteY17" fmla="*/ 319088 h 359568"/>
                <a:gd name="connsiteX18" fmla="*/ 363855 w 368140"/>
                <a:gd name="connsiteY18" fmla="*/ 318135 h 359568"/>
                <a:gd name="connsiteX19" fmla="*/ 362426 w 368140"/>
                <a:gd name="connsiteY19" fmla="*/ 316230 h 359568"/>
                <a:gd name="connsiteX20" fmla="*/ 356711 w 368140"/>
                <a:gd name="connsiteY20" fmla="*/ 312420 h 359568"/>
                <a:gd name="connsiteX21" fmla="*/ 353853 w 368140"/>
                <a:gd name="connsiteY21" fmla="*/ 310991 h 359568"/>
                <a:gd name="connsiteX22" fmla="*/ 351949 w 368140"/>
                <a:gd name="connsiteY22" fmla="*/ 309563 h 359568"/>
                <a:gd name="connsiteX23" fmla="*/ 348615 w 368140"/>
                <a:gd name="connsiteY23" fmla="*/ 309563 h 359568"/>
                <a:gd name="connsiteX24" fmla="*/ 347186 w 368140"/>
                <a:gd name="connsiteY24" fmla="*/ 307181 h 359568"/>
                <a:gd name="connsiteX25" fmla="*/ 344328 w 368140"/>
                <a:gd name="connsiteY25" fmla="*/ 304800 h 359568"/>
                <a:gd name="connsiteX26" fmla="*/ 339566 w 368140"/>
                <a:gd name="connsiteY26" fmla="*/ 303847 h 359568"/>
                <a:gd name="connsiteX27" fmla="*/ 341471 w 368140"/>
                <a:gd name="connsiteY27" fmla="*/ 300990 h 359568"/>
                <a:gd name="connsiteX28" fmla="*/ 340995 w 368140"/>
                <a:gd name="connsiteY28" fmla="*/ 298132 h 359568"/>
                <a:gd name="connsiteX29" fmla="*/ 339566 w 368140"/>
                <a:gd name="connsiteY29" fmla="*/ 294322 h 359568"/>
                <a:gd name="connsiteX30" fmla="*/ 338614 w 368140"/>
                <a:gd name="connsiteY30" fmla="*/ 289560 h 359568"/>
                <a:gd name="connsiteX31" fmla="*/ 336232 w 368140"/>
                <a:gd name="connsiteY31" fmla="*/ 283845 h 359568"/>
                <a:gd name="connsiteX32" fmla="*/ 336709 w 368140"/>
                <a:gd name="connsiteY32" fmla="*/ 276701 h 359568"/>
                <a:gd name="connsiteX33" fmla="*/ 330041 w 368140"/>
                <a:gd name="connsiteY33" fmla="*/ 268129 h 359568"/>
                <a:gd name="connsiteX34" fmla="*/ 330994 w 368140"/>
                <a:gd name="connsiteY34" fmla="*/ 266700 h 359568"/>
                <a:gd name="connsiteX35" fmla="*/ 331470 w 368140"/>
                <a:gd name="connsiteY35" fmla="*/ 265271 h 359568"/>
                <a:gd name="connsiteX36" fmla="*/ 327660 w 368140"/>
                <a:gd name="connsiteY36" fmla="*/ 260509 h 359568"/>
                <a:gd name="connsiteX37" fmla="*/ 325278 w 368140"/>
                <a:gd name="connsiteY37" fmla="*/ 250984 h 359568"/>
                <a:gd name="connsiteX38" fmla="*/ 325278 w 368140"/>
                <a:gd name="connsiteY38" fmla="*/ 247650 h 359568"/>
                <a:gd name="connsiteX39" fmla="*/ 326231 w 368140"/>
                <a:gd name="connsiteY39" fmla="*/ 243840 h 359568"/>
                <a:gd name="connsiteX40" fmla="*/ 329565 w 368140"/>
                <a:gd name="connsiteY40" fmla="*/ 236220 h 359568"/>
                <a:gd name="connsiteX41" fmla="*/ 329089 w 368140"/>
                <a:gd name="connsiteY41" fmla="*/ 229553 h 359568"/>
                <a:gd name="connsiteX42" fmla="*/ 325755 w 368140"/>
                <a:gd name="connsiteY42" fmla="*/ 227171 h 359568"/>
                <a:gd name="connsiteX43" fmla="*/ 324326 w 368140"/>
                <a:gd name="connsiteY43" fmla="*/ 228600 h 359568"/>
                <a:gd name="connsiteX44" fmla="*/ 324326 w 368140"/>
                <a:gd name="connsiteY44" fmla="*/ 219551 h 359568"/>
                <a:gd name="connsiteX45" fmla="*/ 326707 w 368140"/>
                <a:gd name="connsiteY45" fmla="*/ 213360 h 359568"/>
                <a:gd name="connsiteX46" fmla="*/ 329565 w 368140"/>
                <a:gd name="connsiteY46" fmla="*/ 208597 h 359568"/>
                <a:gd name="connsiteX47" fmla="*/ 332422 w 368140"/>
                <a:gd name="connsiteY47" fmla="*/ 205740 h 359568"/>
                <a:gd name="connsiteX48" fmla="*/ 333375 w 368140"/>
                <a:gd name="connsiteY48" fmla="*/ 202406 h 359568"/>
                <a:gd name="connsiteX49" fmla="*/ 330994 w 368140"/>
                <a:gd name="connsiteY49" fmla="*/ 197644 h 359568"/>
                <a:gd name="connsiteX50" fmla="*/ 324802 w 368140"/>
                <a:gd name="connsiteY50" fmla="*/ 195263 h 359568"/>
                <a:gd name="connsiteX51" fmla="*/ 322897 w 368140"/>
                <a:gd name="connsiteY51" fmla="*/ 190976 h 359568"/>
                <a:gd name="connsiteX52" fmla="*/ 319564 w 368140"/>
                <a:gd name="connsiteY52" fmla="*/ 186690 h 359568"/>
                <a:gd name="connsiteX53" fmla="*/ 317659 w 368140"/>
                <a:gd name="connsiteY53" fmla="*/ 184785 h 359568"/>
                <a:gd name="connsiteX54" fmla="*/ 314801 w 368140"/>
                <a:gd name="connsiteY54" fmla="*/ 183356 h 359568"/>
                <a:gd name="connsiteX55" fmla="*/ 310991 w 368140"/>
                <a:gd name="connsiteY55" fmla="*/ 179070 h 359568"/>
                <a:gd name="connsiteX56" fmla="*/ 310515 w 368140"/>
                <a:gd name="connsiteY56" fmla="*/ 174784 h 359568"/>
                <a:gd name="connsiteX57" fmla="*/ 308610 w 368140"/>
                <a:gd name="connsiteY57" fmla="*/ 170021 h 359568"/>
                <a:gd name="connsiteX58" fmla="*/ 309086 w 368140"/>
                <a:gd name="connsiteY58" fmla="*/ 163354 h 359568"/>
                <a:gd name="connsiteX59" fmla="*/ 312420 w 368140"/>
                <a:gd name="connsiteY59" fmla="*/ 154781 h 359568"/>
                <a:gd name="connsiteX60" fmla="*/ 314801 w 368140"/>
                <a:gd name="connsiteY60" fmla="*/ 150971 h 359568"/>
                <a:gd name="connsiteX61" fmla="*/ 317659 w 368140"/>
                <a:gd name="connsiteY61" fmla="*/ 141446 h 359568"/>
                <a:gd name="connsiteX62" fmla="*/ 318611 w 368140"/>
                <a:gd name="connsiteY62" fmla="*/ 139065 h 359568"/>
                <a:gd name="connsiteX63" fmla="*/ 319564 w 368140"/>
                <a:gd name="connsiteY63" fmla="*/ 135731 h 359568"/>
                <a:gd name="connsiteX64" fmla="*/ 319564 w 368140"/>
                <a:gd name="connsiteY64" fmla="*/ 132874 h 359568"/>
                <a:gd name="connsiteX65" fmla="*/ 322421 w 368140"/>
                <a:gd name="connsiteY65" fmla="*/ 126206 h 359568"/>
                <a:gd name="connsiteX66" fmla="*/ 322897 w 368140"/>
                <a:gd name="connsiteY66" fmla="*/ 123349 h 359568"/>
                <a:gd name="connsiteX67" fmla="*/ 321945 w 368140"/>
                <a:gd name="connsiteY67" fmla="*/ 122872 h 359568"/>
                <a:gd name="connsiteX68" fmla="*/ 319564 w 368140"/>
                <a:gd name="connsiteY68" fmla="*/ 120968 h 359568"/>
                <a:gd name="connsiteX69" fmla="*/ 314325 w 368140"/>
                <a:gd name="connsiteY69" fmla="*/ 117157 h 359568"/>
                <a:gd name="connsiteX70" fmla="*/ 309086 w 368140"/>
                <a:gd name="connsiteY70" fmla="*/ 113347 h 359568"/>
                <a:gd name="connsiteX71" fmla="*/ 303847 w 368140"/>
                <a:gd name="connsiteY71" fmla="*/ 109538 h 359568"/>
                <a:gd name="connsiteX72" fmla="*/ 298609 w 368140"/>
                <a:gd name="connsiteY72" fmla="*/ 105728 h 359568"/>
                <a:gd name="connsiteX73" fmla="*/ 293370 w 368140"/>
                <a:gd name="connsiteY73" fmla="*/ 101918 h 359568"/>
                <a:gd name="connsiteX74" fmla="*/ 288131 w 368140"/>
                <a:gd name="connsiteY74" fmla="*/ 98107 h 359568"/>
                <a:gd name="connsiteX75" fmla="*/ 282893 w 368140"/>
                <a:gd name="connsiteY75" fmla="*/ 94297 h 359568"/>
                <a:gd name="connsiteX76" fmla="*/ 277653 w 368140"/>
                <a:gd name="connsiteY76" fmla="*/ 90488 h 359568"/>
                <a:gd name="connsiteX77" fmla="*/ 274796 w 368140"/>
                <a:gd name="connsiteY77" fmla="*/ 88106 h 359568"/>
                <a:gd name="connsiteX78" fmla="*/ 273368 w 368140"/>
                <a:gd name="connsiteY78" fmla="*/ 86678 h 359568"/>
                <a:gd name="connsiteX79" fmla="*/ 272415 w 368140"/>
                <a:gd name="connsiteY79" fmla="*/ 84296 h 359568"/>
                <a:gd name="connsiteX80" fmla="*/ 271939 w 368140"/>
                <a:gd name="connsiteY80" fmla="*/ 83820 h 359568"/>
                <a:gd name="connsiteX81" fmla="*/ 270510 w 368140"/>
                <a:gd name="connsiteY81" fmla="*/ 82868 h 359568"/>
                <a:gd name="connsiteX82" fmla="*/ 269081 w 368140"/>
                <a:gd name="connsiteY82" fmla="*/ 82868 h 359568"/>
                <a:gd name="connsiteX83" fmla="*/ 268605 w 368140"/>
                <a:gd name="connsiteY83" fmla="*/ 82391 h 359568"/>
                <a:gd name="connsiteX84" fmla="*/ 268605 w 368140"/>
                <a:gd name="connsiteY84" fmla="*/ 80963 h 359568"/>
                <a:gd name="connsiteX85" fmla="*/ 269081 w 368140"/>
                <a:gd name="connsiteY85" fmla="*/ 79057 h 359568"/>
                <a:gd name="connsiteX86" fmla="*/ 270986 w 368140"/>
                <a:gd name="connsiteY86" fmla="*/ 75724 h 359568"/>
                <a:gd name="connsiteX87" fmla="*/ 270986 w 368140"/>
                <a:gd name="connsiteY87" fmla="*/ 73819 h 359568"/>
                <a:gd name="connsiteX88" fmla="*/ 270510 w 368140"/>
                <a:gd name="connsiteY88" fmla="*/ 71438 h 359568"/>
                <a:gd name="connsiteX89" fmla="*/ 270034 w 368140"/>
                <a:gd name="connsiteY89" fmla="*/ 67628 h 359568"/>
                <a:gd name="connsiteX90" fmla="*/ 269557 w 368140"/>
                <a:gd name="connsiteY90" fmla="*/ 66675 h 359568"/>
                <a:gd name="connsiteX91" fmla="*/ 266224 w 368140"/>
                <a:gd name="connsiteY91" fmla="*/ 64770 h 359568"/>
                <a:gd name="connsiteX92" fmla="*/ 259080 w 368140"/>
                <a:gd name="connsiteY92" fmla="*/ 60960 h 359568"/>
                <a:gd name="connsiteX93" fmla="*/ 251936 w 368140"/>
                <a:gd name="connsiteY93" fmla="*/ 57150 h 359568"/>
                <a:gd name="connsiteX94" fmla="*/ 244793 w 368140"/>
                <a:gd name="connsiteY94" fmla="*/ 53340 h 359568"/>
                <a:gd name="connsiteX95" fmla="*/ 237649 w 368140"/>
                <a:gd name="connsiteY95" fmla="*/ 49530 h 359568"/>
                <a:gd name="connsiteX96" fmla="*/ 230505 w 368140"/>
                <a:gd name="connsiteY96" fmla="*/ 45720 h 359568"/>
                <a:gd name="connsiteX97" fmla="*/ 223361 w 368140"/>
                <a:gd name="connsiteY97" fmla="*/ 41910 h 359568"/>
                <a:gd name="connsiteX98" fmla="*/ 216218 w 368140"/>
                <a:gd name="connsiteY98" fmla="*/ 38100 h 359568"/>
                <a:gd name="connsiteX99" fmla="*/ 209074 w 368140"/>
                <a:gd name="connsiteY99" fmla="*/ 34290 h 359568"/>
                <a:gd name="connsiteX100" fmla="*/ 201930 w 368140"/>
                <a:gd name="connsiteY100" fmla="*/ 30480 h 359568"/>
                <a:gd name="connsiteX101" fmla="*/ 194786 w 368140"/>
                <a:gd name="connsiteY101" fmla="*/ 26670 h 359568"/>
                <a:gd name="connsiteX102" fmla="*/ 187643 w 368140"/>
                <a:gd name="connsiteY102" fmla="*/ 22860 h 359568"/>
                <a:gd name="connsiteX103" fmla="*/ 180499 w 368140"/>
                <a:gd name="connsiteY103" fmla="*/ 19050 h 359568"/>
                <a:gd name="connsiteX104" fmla="*/ 173355 w 368140"/>
                <a:gd name="connsiteY104" fmla="*/ 15240 h 359568"/>
                <a:gd name="connsiteX105" fmla="*/ 166211 w 368140"/>
                <a:gd name="connsiteY105" fmla="*/ 11430 h 359568"/>
                <a:gd name="connsiteX106" fmla="*/ 159068 w 368140"/>
                <a:gd name="connsiteY106" fmla="*/ 7620 h 359568"/>
                <a:gd name="connsiteX107" fmla="*/ 151924 w 368140"/>
                <a:gd name="connsiteY107" fmla="*/ 3810 h 359568"/>
                <a:gd name="connsiteX108" fmla="*/ 149543 w 368140"/>
                <a:gd name="connsiteY108" fmla="*/ 2381 h 359568"/>
                <a:gd name="connsiteX109" fmla="*/ 145256 w 368140"/>
                <a:gd name="connsiteY109" fmla="*/ 7144 h 359568"/>
                <a:gd name="connsiteX110" fmla="*/ 144303 w 368140"/>
                <a:gd name="connsiteY110" fmla="*/ 9049 h 359568"/>
                <a:gd name="connsiteX111" fmla="*/ 144303 w 368140"/>
                <a:gd name="connsiteY111" fmla="*/ 10001 h 359568"/>
                <a:gd name="connsiteX112" fmla="*/ 145732 w 368140"/>
                <a:gd name="connsiteY112" fmla="*/ 11430 h 359568"/>
                <a:gd name="connsiteX113" fmla="*/ 145256 w 368140"/>
                <a:gd name="connsiteY113" fmla="*/ 11906 h 359568"/>
                <a:gd name="connsiteX114" fmla="*/ 141922 w 368140"/>
                <a:gd name="connsiteY114" fmla="*/ 11906 h 359568"/>
                <a:gd name="connsiteX115" fmla="*/ 141446 w 368140"/>
                <a:gd name="connsiteY115" fmla="*/ 12382 h 359568"/>
                <a:gd name="connsiteX116" fmla="*/ 141446 w 368140"/>
                <a:gd name="connsiteY116" fmla="*/ 13335 h 359568"/>
                <a:gd name="connsiteX117" fmla="*/ 140970 w 368140"/>
                <a:gd name="connsiteY117" fmla="*/ 13811 h 359568"/>
                <a:gd name="connsiteX118" fmla="*/ 140970 w 368140"/>
                <a:gd name="connsiteY118" fmla="*/ 14288 h 359568"/>
                <a:gd name="connsiteX119" fmla="*/ 144303 w 368140"/>
                <a:gd name="connsiteY119" fmla="*/ 16669 h 359568"/>
                <a:gd name="connsiteX120" fmla="*/ 144303 w 368140"/>
                <a:gd name="connsiteY120" fmla="*/ 17145 h 359568"/>
                <a:gd name="connsiteX121" fmla="*/ 143351 w 368140"/>
                <a:gd name="connsiteY121" fmla="*/ 17145 h 359568"/>
                <a:gd name="connsiteX122" fmla="*/ 140018 w 368140"/>
                <a:gd name="connsiteY122" fmla="*/ 16193 h 359568"/>
                <a:gd name="connsiteX123" fmla="*/ 138113 w 368140"/>
                <a:gd name="connsiteY123" fmla="*/ 16193 h 359568"/>
                <a:gd name="connsiteX124" fmla="*/ 136684 w 368140"/>
                <a:gd name="connsiteY124" fmla="*/ 16669 h 359568"/>
                <a:gd name="connsiteX125" fmla="*/ 136207 w 368140"/>
                <a:gd name="connsiteY125" fmla="*/ 17145 h 359568"/>
                <a:gd name="connsiteX126" fmla="*/ 135255 w 368140"/>
                <a:gd name="connsiteY126" fmla="*/ 19526 h 359568"/>
                <a:gd name="connsiteX127" fmla="*/ 136207 w 368140"/>
                <a:gd name="connsiteY127" fmla="*/ 20479 h 359568"/>
                <a:gd name="connsiteX128" fmla="*/ 136684 w 368140"/>
                <a:gd name="connsiteY128" fmla="*/ 21431 h 359568"/>
                <a:gd name="connsiteX129" fmla="*/ 134302 w 368140"/>
                <a:gd name="connsiteY129" fmla="*/ 23336 h 359568"/>
                <a:gd name="connsiteX130" fmla="*/ 133826 w 368140"/>
                <a:gd name="connsiteY130" fmla="*/ 25718 h 359568"/>
                <a:gd name="connsiteX131" fmla="*/ 132397 w 368140"/>
                <a:gd name="connsiteY131" fmla="*/ 27146 h 359568"/>
                <a:gd name="connsiteX132" fmla="*/ 130493 w 368140"/>
                <a:gd name="connsiteY132" fmla="*/ 28099 h 359568"/>
                <a:gd name="connsiteX133" fmla="*/ 127635 w 368140"/>
                <a:gd name="connsiteY133" fmla="*/ 27622 h 359568"/>
                <a:gd name="connsiteX134" fmla="*/ 126206 w 368140"/>
                <a:gd name="connsiteY134" fmla="*/ 28099 h 359568"/>
                <a:gd name="connsiteX135" fmla="*/ 125253 w 368140"/>
                <a:gd name="connsiteY135" fmla="*/ 29051 h 359568"/>
                <a:gd name="connsiteX136" fmla="*/ 124301 w 368140"/>
                <a:gd name="connsiteY136" fmla="*/ 30956 h 359568"/>
                <a:gd name="connsiteX137" fmla="*/ 129540 w 368140"/>
                <a:gd name="connsiteY137" fmla="*/ 30956 h 359568"/>
                <a:gd name="connsiteX138" fmla="*/ 130493 w 368140"/>
                <a:gd name="connsiteY138" fmla="*/ 31432 h 359568"/>
                <a:gd name="connsiteX139" fmla="*/ 130969 w 368140"/>
                <a:gd name="connsiteY139" fmla="*/ 32385 h 359568"/>
                <a:gd name="connsiteX140" fmla="*/ 131921 w 368140"/>
                <a:gd name="connsiteY140" fmla="*/ 33338 h 359568"/>
                <a:gd name="connsiteX141" fmla="*/ 131921 w 368140"/>
                <a:gd name="connsiteY141" fmla="*/ 33814 h 359568"/>
                <a:gd name="connsiteX142" fmla="*/ 128111 w 368140"/>
                <a:gd name="connsiteY142" fmla="*/ 33814 h 359568"/>
                <a:gd name="connsiteX143" fmla="*/ 126682 w 368140"/>
                <a:gd name="connsiteY143" fmla="*/ 34766 h 359568"/>
                <a:gd name="connsiteX144" fmla="*/ 124301 w 368140"/>
                <a:gd name="connsiteY144" fmla="*/ 34290 h 359568"/>
                <a:gd name="connsiteX145" fmla="*/ 121920 w 368140"/>
                <a:gd name="connsiteY145" fmla="*/ 35719 h 359568"/>
                <a:gd name="connsiteX146" fmla="*/ 121920 w 368140"/>
                <a:gd name="connsiteY146" fmla="*/ 36671 h 359568"/>
                <a:gd name="connsiteX147" fmla="*/ 123825 w 368140"/>
                <a:gd name="connsiteY147" fmla="*/ 37624 h 359568"/>
                <a:gd name="connsiteX148" fmla="*/ 131921 w 368140"/>
                <a:gd name="connsiteY148" fmla="*/ 39053 h 359568"/>
                <a:gd name="connsiteX149" fmla="*/ 134302 w 368140"/>
                <a:gd name="connsiteY149" fmla="*/ 39053 h 359568"/>
                <a:gd name="connsiteX150" fmla="*/ 140018 w 368140"/>
                <a:gd name="connsiteY150" fmla="*/ 37147 h 359568"/>
                <a:gd name="connsiteX151" fmla="*/ 141446 w 368140"/>
                <a:gd name="connsiteY151" fmla="*/ 37624 h 359568"/>
                <a:gd name="connsiteX152" fmla="*/ 141922 w 368140"/>
                <a:gd name="connsiteY152" fmla="*/ 38576 h 359568"/>
                <a:gd name="connsiteX153" fmla="*/ 141922 w 368140"/>
                <a:gd name="connsiteY153" fmla="*/ 39529 h 359568"/>
                <a:gd name="connsiteX154" fmla="*/ 140494 w 368140"/>
                <a:gd name="connsiteY154" fmla="*/ 40957 h 359568"/>
                <a:gd name="connsiteX155" fmla="*/ 134778 w 368140"/>
                <a:gd name="connsiteY155" fmla="*/ 44768 h 359568"/>
                <a:gd name="connsiteX156" fmla="*/ 131921 w 368140"/>
                <a:gd name="connsiteY156" fmla="*/ 47149 h 359568"/>
                <a:gd name="connsiteX157" fmla="*/ 129064 w 368140"/>
                <a:gd name="connsiteY157" fmla="*/ 48101 h 359568"/>
                <a:gd name="connsiteX158" fmla="*/ 129540 w 368140"/>
                <a:gd name="connsiteY158" fmla="*/ 49530 h 359568"/>
                <a:gd name="connsiteX159" fmla="*/ 129540 w 368140"/>
                <a:gd name="connsiteY159" fmla="*/ 50006 h 359568"/>
                <a:gd name="connsiteX160" fmla="*/ 128588 w 368140"/>
                <a:gd name="connsiteY160" fmla="*/ 50482 h 359568"/>
                <a:gd name="connsiteX161" fmla="*/ 121444 w 368140"/>
                <a:gd name="connsiteY161" fmla="*/ 49054 h 359568"/>
                <a:gd name="connsiteX162" fmla="*/ 116681 w 368140"/>
                <a:gd name="connsiteY162" fmla="*/ 46196 h 359568"/>
                <a:gd name="connsiteX163" fmla="*/ 114300 w 368140"/>
                <a:gd name="connsiteY163" fmla="*/ 45720 h 359568"/>
                <a:gd name="connsiteX164" fmla="*/ 112395 w 368140"/>
                <a:gd name="connsiteY164" fmla="*/ 46196 h 359568"/>
                <a:gd name="connsiteX165" fmla="*/ 110966 w 368140"/>
                <a:gd name="connsiteY165" fmla="*/ 47149 h 359568"/>
                <a:gd name="connsiteX166" fmla="*/ 110490 w 368140"/>
                <a:gd name="connsiteY166" fmla="*/ 48101 h 359568"/>
                <a:gd name="connsiteX167" fmla="*/ 110014 w 368140"/>
                <a:gd name="connsiteY167" fmla="*/ 54293 h 359568"/>
                <a:gd name="connsiteX168" fmla="*/ 112395 w 368140"/>
                <a:gd name="connsiteY168" fmla="*/ 59531 h 359568"/>
                <a:gd name="connsiteX169" fmla="*/ 112871 w 368140"/>
                <a:gd name="connsiteY169" fmla="*/ 60484 h 359568"/>
                <a:gd name="connsiteX170" fmla="*/ 110490 w 368140"/>
                <a:gd name="connsiteY170" fmla="*/ 60960 h 359568"/>
                <a:gd name="connsiteX171" fmla="*/ 106680 w 368140"/>
                <a:gd name="connsiteY171" fmla="*/ 64770 h 359568"/>
                <a:gd name="connsiteX172" fmla="*/ 106203 w 368140"/>
                <a:gd name="connsiteY172" fmla="*/ 65246 h 359568"/>
                <a:gd name="connsiteX173" fmla="*/ 106680 w 368140"/>
                <a:gd name="connsiteY173" fmla="*/ 62865 h 359568"/>
                <a:gd name="connsiteX174" fmla="*/ 106203 w 368140"/>
                <a:gd name="connsiteY174" fmla="*/ 61436 h 359568"/>
                <a:gd name="connsiteX175" fmla="*/ 109061 w 368140"/>
                <a:gd name="connsiteY175" fmla="*/ 59055 h 359568"/>
                <a:gd name="connsiteX176" fmla="*/ 109538 w 368140"/>
                <a:gd name="connsiteY176" fmla="*/ 57626 h 359568"/>
                <a:gd name="connsiteX177" fmla="*/ 108109 w 368140"/>
                <a:gd name="connsiteY177" fmla="*/ 53816 h 359568"/>
                <a:gd name="connsiteX178" fmla="*/ 108585 w 368140"/>
                <a:gd name="connsiteY178" fmla="*/ 50482 h 359568"/>
                <a:gd name="connsiteX179" fmla="*/ 108109 w 368140"/>
                <a:gd name="connsiteY179" fmla="*/ 49530 h 359568"/>
                <a:gd name="connsiteX180" fmla="*/ 106203 w 368140"/>
                <a:gd name="connsiteY180" fmla="*/ 49530 h 359568"/>
                <a:gd name="connsiteX181" fmla="*/ 104775 w 368140"/>
                <a:gd name="connsiteY181" fmla="*/ 49054 h 359568"/>
                <a:gd name="connsiteX182" fmla="*/ 104299 w 368140"/>
                <a:gd name="connsiteY182" fmla="*/ 48578 h 359568"/>
                <a:gd name="connsiteX183" fmla="*/ 103822 w 368140"/>
                <a:gd name="connsiteY183" fmla="*/ 47625 h 359568"/>
                <a:gd name="connsiteX184" fmla="*/ 102870 w 368140"/>
                <a:gd name="connsiteY184" fmla="*/ 47149 h 359568"/>
                <a:gd name="connsiteX185" fmla="*/ 99536 w 368140"/>
                <a:gd name="connsiteY185" fmla="*/ 49530 h 359568"/>
                <a:gd name="connsiteX186" fmla="*/ 99060 w 368140"/>
                <a:gd name="connsiteY186" fmla="*/ 49054 h 359568"/>
                <a:gd name="connsiteX187" fmla="*/ 99060 w 368140"/>
                <a:gd name="connsiteY187" fmla="*/ 50006 h 359568"/>
                <a:gd name="connsiteX188" fmla="*/ 98584 w 368140"/>
                <a:gd name="connsiteY188" fmla="*/ 49530 h 359568"/>
                <a:gd name="connsiteX189" fmla="*/ 95726 w 368140"/>
                <a:gd name="connsiteY189" fmla="*/ 49054 h 359568"/>
                <a:gd name="connsiteX190" fmla="*/ 94297 w 368140"/>
                <a:gd name="connsiteY190" fmla="*/ 48101 h 359568"/>
                <a:gd name="connsiteX191" fmla="*/ 93345 w 368140"/>
                <a:gd name="connsiteY191" fmla="*/ 47149 h 359568"/>
                <a:gd name="connsiteX192" fmla="*/ 91916 w 368140"/>
                <a:gd name="connsiteY192" fmla="*/ 44291 h 359568"/>
                <a:gd name="connsiteX193" fmla="*/ 90488 w 368140"/>
                <a:gd name="connsiteY193" fmla="*/ 43339 h 359568"/>
                <a:gd name="connsiteX194" fmla="*/ 89059 w 368140"/>
                <a:gd name="connsiteY194" fmla="*/ 43339 h 359568"/>
                <a:gd name="connsiteX195" fmla="*/ 88106 w 368140"/>
                <a:gd name="connsiteY195" fmla="*/ 44291 h 359568"/>
                <a:gd name="connsiteX196" fmla="*/ 86677 w 368140"/>
                <a:gd name="connsiteY196" fmla="*/ 46196 h 359568"/>
                <a:gd name="connsiteX197" fmla="*/ 84772 w 368140"/>
                <a:gd name="connsiteY197" fmla="*/ 46672 h 359568"/>
                <a:gd name="connsiteX198" fmla="*/ 84296 w 368140"/>
                <a:gd name="connsiteY198" fmla="*/ 47149 h 359568"/>
                <a:gd name="connsiteX199" fmla="*/ 85725 w 368140"/>
                <a:gd name="connsiteY199" fmla="*/ 50006 h 359568"/>
                <a:gd name="connsiteX200" fmla="*/ 86201 w 368140"/>
                <a:gd name="connsiteY200" fmla="*/ 51435 h 359568"/>
                <a:gd name="connsiteX201" fmla="*/ 85725 w 368140"/>
                <a:gd name="connsiteY201" fmla="*/ 51911 h 359568"/>
                <a:gd name="connsiteX202" fmla="*/ 82391 w 368140"/>
                <a:gd name="connsiteY202" fmla="*/ 51435 h 359568"/>
                <a:gd name="connsiteX203" fmla="*/ 80963 w 368140"/>
                <a:gd name="connsiteY203" fmla="*/ 52388 h 359568"/>
                <a:gd name="connsiteX204" fmla="*/ 80486 w 368140"/>
                <a:gd name="connsiteY204" fmla="*/ 54293 h 359568"/>
                <a:gd name="connsiteX205" fmla="*/ 80963 w 368140"/>
                <a:gd name="connsiteY205" fmla="*/ 56674 h 359568"/>
                <a:gd name="connsiteX206" fmla="*/ 81915 w 368140"/>
                <a:gd name="connsiteY206" fmla="*/ 59531 h 359568"/>
                <a:gd name="connsiteX207" fmla="*/ 80963 w 368140"/>
                <a:gd name="connsiteY207" fmla="*/ 59531 h 359568"/>
                <a:gd name="connsiteX208" fmla="*/ 79057 w 368140"/>
                <a:gd name="connsiteY208" fmla="*/ 57150 h 359568"/>
                <a:gd name="connsiteX209" fmla="*/ 78581 w 368140"/>
                <a:gd name="connsiteY209" fmla="*/ 57150 h 359568"/>
                <a:gd name="connsiteX210" fmla="*/ 78105 w 368140"/>
                <a:gd name="connsiteY210" fmla="*/ 57626 h 359568"/>
                <a:gd name="connsiteX211" fmla="*/ 76676 w 368140"/>
                <a:gd name="connsiteY211" fmla="*/ 57626 h 359568"/>
                <a:gd name="connsiteX212" fmla="*/ 75724 w 368140"/>
                <a:gd name="connsiteY212" fmla="*/ 60960 h 359568"/>
                <a:gd name="connsiteX213" fmla="*/ 75247 w 368140"/>
                <a:gd name="connsiteY213" fmla="*/ 60484 h 359568"/>
                <a:gd name="connsiteX214" fmla="*/ 74771 w 368140"/>
                <a:gd name="connsiteY214" fmla="*/ 59055 h 359568"/>
                <a:gd name="connsiteX215" fmla="*/ 74771 w 368140"/>
                <a:gd name="connsiteY215" fmla="*/ 57150 h 359568"/>
                <a:gd name="connsiteX216" fmla="*/ 75724 w 368140"/>
                <a:gd name="connsiteY216" fmla="*/ 54769 h 359568"/>
                <a:gd name="connsiteX217" fmla="*/ 74295 w 368140"/>
                <a:gd name="connsiteY217" fmla="*/ 53816 h 359568"/>
                <a:gd name="connsiteX218" fmla="*/ 73343 w 368140"/>
                <a:gd name="connsiteY218" fmla="*/ 52864 h 359568"/>
                <a:gd name="connsiteX219" fmla="*/ 72866 w 368140"/>
                <a:gd name="connsiteY219" fmla="*/ 51435 h 359568"/>
                <a:gd name="connsiteX220" fmla="*/ 74771 w 368140"/>
                <a:gd name="connsiteY220" fmla="*/ 49054 h 359568"/>
                <a:gd name="connsiteX221" fmla="*/ 74771 w 368140"/>
                <a:gd name="connsiteY221" fmla="*/ 48101 h 359568"/>
                <a:gd name="connsiteX222" fmla="*/ 74295 w 368140"/>
                <a:gd name="connsiteY222" fmla="*/ 46672 h 359568"/>
                <a:gd name="connsiteX223" fmla="*/ 73343 w 368140"/>
                <a:gd name="connsiteY223" fmla="*/ 45244 h 359568"/>
                <a:gd name="connsiteX224" fmla="*/ 71914 w 368140"/>
                <a:gd name="connsiteY224" fmla="*/ 44291 h 359568"/>
                <a:gd name="connsiteX225" fmla="*/ 70961 w 368140"/>
                <a:gd name="connsiteY225" fmla="*/ 42386 h 359568"/>
                <a:gd name="connsiteX226" fmla="*/ 70961 w 368140"/>
                <a:gd name="connsiteY226" fmla="*/ 35719 h 359568"/>
                <a:gd name="connsiteX227" fmla="*/ 70485 w 368140"/>
                <a:gd name="connsiteY227" fmla="*/ 33814 h 359568"/>
                <a:gd name="connsiteX228" fmla="*/ 70485 w 368140"/>
                <a:gd name="connsiteY228" fmla="*/ 30956 h 359568"/>
                <a:gd name="connsiteX229" fmla="*/ 73819 w 368140"/>
                <a:gd name="connsiteY229" fmla="*/ 16193 h 359568"/>
                <a:gd name="connsiteX230" fmla="*/ 75247 w 368140"/>
                <a:gd name="connsiteY230" fmla="*/ 13811 h 359568"/>
                <a:gd name="connsiteX231" fmla="*/ 75724 w 368140"/>
                <a:gd name="connsiteY231" fmla="*/ 11906 h 359568"/>
                <a:gd name="connsiteX232" fmla="*/ 77152 w 368140"/>
                <a:gd name="connsiteY232" fmla="*/ 2857 h 359568"/>
                <a:gd name="connsiteX233" fmla="*/ 77152 w 368140"/>
                <a:gd name="connsiteY233" fmla="*/ 1429 h 359568"/>
                <a:gd name="connsiteX234" fmla="*/ 76676 w 368140"/>
                <a:gd name="connsiteY234" fmla="*/ 476 h 359568"/>
                <a:gd name="connsiteX235" fmla="*/ 76200 w 368140"/>
                <a:gd name="connsiteY235" fmla="*/ 476 h 359568"/>
                <a:gd name="connsiteX236" fmla="*/ 75247 w 368140"/>
                <a:gd name="connsiteY236" fmla="*/ 953 h 359568"/>
                <a:gd name="connsiteX237" fmla="*/ 74295 w 368140"/>
                <a:gd name="connsiteY237" fmla="*/ 476 h 359568"/>
                <a:gd name="connsiteX238" fmla="*/ 74295 w 368140"/>
                <a:gd name="connsiteY238" fmla="*/ 0 h 359568"/>
                <a:gd name="connsiteX239" fmla="*/ 70009 w 368140"/>
                <a:gd name="connsiteY239" fmla="*/ 0 h 359568"/>
                <a:gd name="connsiteX240" fmla="*/ 63818 w 368140"/>
                <a:gd name="connsiteY240" fmla="*/ 0 h 359568"/>
                <a:gd name="connsiteX241" fmla="*/ 57626 w 368140"/>
                <a:gd name="connsiteY241" fmla="*/ 0 h 359568"/>
                <a:gd name="connsiteX242" fmla="*/ 51435 w 368140"/>
                <a:gd name="connsiteY242" fmla="*/ 0 h 359568"/>
                <a:gd name="connsiteX243" fmla="*/ 45244 w 368140"/>
                <a:gd name="connsiteY243" fmla="*/ 0 h 359568"/>
                <a:gd name="connsiteX244" fmla="*/ 41434 w 368140"/>
                <a:gd name="connsiteY244" fmla="*/ 0 h 359568"/>
                <a:gd name="connsiteX245" fmla="*/ 40481 w 368140"/>
                <a:gd name="connsiteY245" fmla="*/ 0 h 359568"/>
                <a:gd name="connsiteX246" fmla="*/ 40005 w 368140"/>
                <a:gd name="connsiteY246" fmla="*/ 0 h 359568"/>
                <a:gd name="connsiteX247" fmla="*/ 37624 w 368140"/>
                <a:gd name="connsiteY247" fmla="*/ 476 h 359568"/>
                <a:gd name="connsiteX248" fmla="*/ 35243 w 368140"/>
                <a:gd name="connsiteY248" fmla="*/ 1905 h 359568"/>
                <a:gd name="connsiteX249" fmla="*/ 32861 w 368140"/>
                <a:gd name="connsiteY249" fmla="*/ 2381 h 359568"/>
                <a:gd name="connsiteX250" fmla="*/ 30003 w 368140"/>
                <a:gd name="connsiteY250" fmla="*/ 1905 h 359568"/>
                <a:gd name="connsiteX251" fmla="*/ 29527 w 368140"/>
                <a:gd name="connsiteY251" fmla="*/ 1905 h 359568"/>
                <a:gd name="connsiteX252" fmla="*/ 28575 w 368140"/>
                <a:gd name="connsiteY252" fmla="*/ 2381 h 359568"/>
                <a:gd name="connsiteX253" fmla="*/ 28575 w 368140"/>
                <a:gd name="connsiteY253" fmla="*/ 3810 h 359568"/>
                <a:gd name="connsiteX254" fmla="*/ 30003 w 368140"/>
                <a:gd name="connsiteY254" fmla="*/ 6191 h 359568"/>
                <a:gd name="connsiteX255" fmla="*/ 34290 w 368140"/>
                <a:gd name="connsiteY255" fmla="*/ 11430 h 359568"/>
                <a:gd name="connsiteX256" fmla="*/ 37147 w 368140"/>
                <a:gd name="connsiteY256" fmla="*/ 12382 h 359568"/>
                <a:gd name="connsiteX257" fmla="*/ 39052 w 368140"/>
                <a:gd name="connsiteY257" fmla="*/ 14288 h 359568"/>
                <a:gd name="connsiteX258" fmla="*/ 40957 w 368140"/>
                <a:gd name="connsiteY258" fmla="*/ 17621 h 359568"/>
                <a:gd name="connsiteX259" fmla="*/ 41434 w 368140"/>
                <a:gd name="connsiteY259" fmla="*/ 21907 h 359568"/>
                <a:gd name="connsiteX260" fmla="*/ 40957 w 368140"/>
                <a:gd name="connsiteY260" fmla="*/ 27146 h 359568"/>
                <a:gd name="connsiteX261" fmla="*/ 41434 w 368140"/>
                <a:gd name="connsiteY261" fmla="*/ 30956 h 359568"/>
                <a:gd name="connsiteX262" fmla="*/ 42863 w 368140"/>
                <a:gd name="connsiteY262" fmla="*/ 33338 h 359568"/>
                <a:gd name="connsiteX263" fmla="*/ 43339 w 368140"/>
                <a:gd name="connsiteY263" fmla="*/ 36671 h 359568"/>
                <a:gd name="connsiteX264" fmla="*/ 42386 w 368140"/>
                <a:gd name="connsiteY264" fmla="*/ 40957 h 359568"/>
                <a:gd name="connsiteX265" fmla="*/ 41434 w 368140"/>
                <a:gd name="connsiteY265" fmla="*/ 43339 h 359568"/>
                <a:gd name="connsiteX266" fmla="*/ 40481 w 368140"/>
                <a:gd name="connsiteY266" fmla="*/ 44291 h 359568"/>
                <a:gd name="connsiteX267" fmla="*/ 39052 w 368140"/>
                <a:gd name="connsiteY267" fmla="*/ 44768 h 359568"/>
                <a:gd name="connsiteX268" fmla="*/ 37624 w 368140"/>
                <a:gd name="connsiteY268" fmla="*/ 44291 h 359568"/>
                <a:gd name="connsiteX269" fmla="*/ 35719 w 368140"/>
                <a:gd name="connsiteY269" fmla="*/ 44768 h 359568"/>
                <a:gd name="connsiteX270" fmla="*/ 33338 w 368140"/>
                <a:gd name="connsiteY270" fmla="*/ 45720 h 359568"/>
                <a:gd name="connsiteX271" fmla="*/ 31909 w 368140"/>
                <a:gd name="connsiteY271" fmla="*/ 45720 h 359568"/>
                <a:gd name="connsiteX272" fmla="*/ 31432 w 368140"/>
                <a:gd name="connsiteY272" fmla="*/ 46672 h 359568"/>
                <a:gd name="connsiteX273" fmla="*/ 28099 w 368140"/>
                <a:gd name="connsiteY273" fmla="*/ 52864 h 359568"/>
                <a:gd name="connsiteX274" fmla="*/ 27622 w 368140"/>
                <a:gd name="connsiteY274" fmla="*/ 53816 h 359568"/>
                <a:gd name="connsiteX275" fmla="*/ 28099 w 368140"/>
                <a:gd name="connsiteY275" fmla="*/ 54293 h 359568"/>
                <a:gd name="connsiteX276" fmla="*/ 29527 w 368140"/>
                <a:gd name="connsiteY276" fmla="*/ 55245 h 359568"/>
                <a:gd name="connsiteX277" fmla="*/ 28575 w 368140"/>
                <a:gd name="connsiteY277" fmla="*/ 57150 h 359568"/>
                <a:gd name="connsiteX278" fmla="*/ 28099 w 368140"/>
                <a:gd name="connsiteY278" fmla="*/ 57626 h 359568"/>
                <a:gd name="connsiteX279" fmla="*/ 27622 w 368140"/>
                <a:gd name="connsiteY279" fmla="*/ 59531 h 359568"/>
                <a:gd name="connsiteX280" fmla="*/ 28099 w 368140"/>
                <a:gd name="connsiteY280" fmla="*/ 61436 h 359568"/>
                <a:gd name="connsiteX281" fmla="*/ 29051 w 368140"/>
                <a:gd name="connsiteY281" fmla="*/ 61913 h 359568"/>
                <a:gd name="connsiteX282" fmla="*/ 30956 w 368140"/>
                <a:gd name="connsiteY282" fmla="*/ 62865 h 359568"/>
                <a:gd name="connsiteX283" fmla="*/ 33814 w 368140"/>
                <a:gd name="connsiteY283" fmla="*/ 63341 h 359568"/>
                <a:gd name="connsiteX284" fmla="*/ 37624 w 368140"/>
                <a:gd name="connsiteY284" fmla="*/ 64770 h 359568"/>
                <a:gd name="connsiteX285" fmla="*/ 40005 w 368140"/>
                <a:gd name="connsiteY285" fmla="*/ 65246 h 359568"/>
                <a:gd name="connsiteX286" fmla="*/ 40481 w 368140"/>
                <a:gd name="connsiteY286" fmla="*/ 66199 h 359568"/>
                <a:gd name="connsiteX287" fmla="*/ 40481 w 368140"/>
                <a:gd name="connsiteY287" fmla="*/ 68104 h 359568"/>
                <a:gd name="connsiteX288" fmla="*/ 40957 w 368140"/>
                <a:gd name="connsiteY288" fmla="*/ 69532 h 359568"/>
                <a:gd name="connsiteX289" fmla="*/ 40957 w 368140"/>
                <a:gd name="connsiteY289" fmla="*/ 72390 h 359568"/>
                <a:gd name="connsiteX290" fmla="*/ 40005 w 368140"/>
                <a:gd name="connsiteY290" fmla="*/ 74771 h 359568"/>
                <a:gd name="connsiteX291" fmla="*/ 36195 w 368140"/>
                <a:gd name="connsiteY291" fmla="*/ 75724 h 359568"/>
                <a:gd name="connsiteX292" fmla="*/ 34290 w 368140"/>
                <a:gd name="connsiteY292" fmla="*/ 77153 h 359568"/>
                <a:gd name="connsiteX293" fmla="*/ 33814 w 368140"/>
                <a:gd name="connsiteY293" fmla="*/ 77629 h 359568"/>
                <a:gd name="connsiteX294" fmla="*/ 34290 w 368140"/>
                <a:gd name="connsiteY294" fmla="*/ 78581 h 359568"/>
                <a:gd name="connsiteX295" fmla="*/ 34766 w 368140"/>
                <a:gd name="connsiteY295" fmla="*/ 79534 h 359568"/>
                <a:gd name="connsiteX296" fmla="*/ 31432 w 368140"/>
                <a:gd name="connsiteY296" fmla="*/ 81915 h 359568"/>
                <a:gd name="connsiteX297" fmla="*/ 28099 w 368140"/>
                <a:gd name="connsiteY297" fmla="*/ 85249 h 359568"/>
                <a:gd name="connsiteX298" fmla="*/ 27146 w 368140"/>
                <a:gd name="connsiteY298" fmla="*/ 87630 h 359568"/>
                <a:gd name="connsiteX299" fmla="*/ 26670 w 368140"/>
                <a:gd name="connsiteY299" fmla="*/ 90011 h 359568"/>
                <a:gd name="connsiteX300" fmla="*/ 25718 w 368140"/>
                <a:gd name="connsiteY300" fmla="*/ 91440 h 359568"/>
                <a:gd name="connsiteX301" fmla="*/ 22860 w 368140"/>
                <a:gd name="connsiteY301" fmla="*/ 93821 h 359568"/>
                <a:gd name="connsiteX302" fmla="*/ 20002 w 368140"/>
                <a:gd name="connsiteY302" fmla="*/ 98584 h 359568"/>
                <a:gd name="connsiteX303" fmla="*/ 18574 w 368140"/>
                <a:gd name="connsiteY303" fmla="*/ 101918 h 359568"/>
                <a:gd name="connsiteX304" fmla="*/ 11906 w 368140"/>
                <a:gd name="connsiteY304" fmla="*/ 109538 h 359568"/>
                <a:gd name="connsiteX305" fmla="*/ 5715 w 368140"/>
                <a:gd name="connsiteY305" fmla="*/ 113347 h 359568"/>
                <a:gd name="connsiteX306" fmla="*/ 3810 w 368140"/>
                <a:gd name="connsiteY306" fmla="*/ 114776 h 359568"/>
                <a:gd name="connsiteX307" fmla="*/ 1428 w 368140"/>
                <a:gd name="connsiteY307" fmla="*/ 114776 h 359568"/>
                <a:gd name="connsiteX308" fmla="*/ 1428 w 368140"/>
                <a:gd name="connsiteY308" fmla="*/ 115729 h 359568"/>
                <a:gd name="connsiteX309" fmla="*/ 476 w 368140"/>
                <a:gd name="connsiteY309" fmla="*/ 125730 h 359568"/>
                <a:gd name="connsiteX310" fmla="*/ 476 w 368140"/>
                <a:gd name="connsiteY310" fmla="*/ 128588 h 359568"/>
                <a:gd name="connsiteX311" fmla="*/ 0 w 368140"/>
                <a:gd name="connsiteY311" fmla="*/ 129064 h 359568"/>
                <a:gd name="connsiteX312" fmla="*/ 476 w 368140"/>
                <a:gd name="connsiteY312" fmla="*/ 129540 h 359568"/>
                <a:gd name="connsiteX313" fmla="*/ 1428 w 368140"/>
                <a:gd name="connsiteY313" fmla="*/ 129540 h 359568"/>
                <a:gd name="connsiteX314" fmla="*/ 2857 w 368140"/>
                <a:gd name="connsiteY314" fmla="*/ 130493 h 359568"/>
                <a:gd name="connsiteX315" fmla="*/ 5239 w 368140"/>
                <a:gd name="connsiteY315" fmla="*/ 131921 h 359568"/>
                <a:gd name="connsiteX316" fmla="*/ 6668 w 368140"/>
                <a:gd name="connsiteY316" fmla="*/ 133826 h 359568"/>
                <a:gd name="connsiteX317" fmla="*/ 7144 w 368140"/>
                <a:gd name="connsiteY317" fmla="*/ 136207 h 359568"/>
                <a:gd name="connsiteX318" fmla="*/ 7144 w 368140"/>
                <a:gd name="connsiteY318" fmla="*/ 137636 h 359568"/>
                <a:gd name="connsiteX319" fmla="*/ 6668 w 368140"/>
                <a:gd name="connsiteY319" fmla="*/ 138113 h 359568"/>
                <a:gd name="connsiteX320" fmla="*/ 6668 w 368140"/>
                <a:gd name="connsiteY320" fmla="*/ 140970 h 359568"/>
                <a:gd name="connsiteX321" fmla="*/ 6191 w 368140"/>
                <a:gd name="connsiteY321" fmla="*/ 140970 h 359568"/>
                <a:gd name="connsiteX322" fmla="*/ 5715 w 368140"/>
                <a:gd name="connsiteY322" fmla="*/ 143828 h 359568"/>
                <a:gd name="connsiteX323" fmla="*/ 4763 w 368140"/>
                <a:gd name="connsiteY323" fmla="*/ 145732 h 359568"/>
                <a:gd name="connsiteX324" fmla="*/ 4763 w 368140"/>
                <a:gd name="connsiteY324" fmla="*/ 147638 h 359568"/>
                <a:gd name="connsiteX325" fmla="*/ 6668 w 368140"/>
                <a:gd name="connsiteY325" fmla="*/ 149543 h 359568"/>
                <a:gd name="connsiteX326" fmla="*/ 8572 w 368140"/>
                <a:gd name="connsiteY326" fmla="*/ 152876 h 359568"/>
                <a:gd name="connsiteX327" fmla="*/ 10477 w 368140"/>
                <a:gd name="connsiteY327" fmla="*/ 157639 h 359568"/>
                <a:gd name="connsiteX328" fmla="*/ 11430 w 368140"/>
                <a:gd name="connsiteY328" fmla="*/ 160496 h 359568"/>
                <a:gd name="connsiteX329" fmla="*/ 11430 w 368140"/>
                <a:gd name="connsiteY329" fmla="*/ 161925 h 359568"/>
                <a:gd name="connsiteX330" fmla="*/ 10477 w 368140"/>
                <a:gd name="connsiteY330" fmla="*/ 163354 h 359568"/>
                <a:gd name="connsiteX331" fmla="*/ 8572 w 368140"/>
                <a:gd name="connsiteY331" fmla="*/ 164782 h 359568"/>
                <a:gd name="connsiteX332" fmla="*/ 7144 w 368140"/>
                <a:gd name="connsiteY332" fmla="*/ 165259 h 359568"/>
                <a:gd name="connsiteX333" fmla="*/ 6668 w 368140"/>
                <a:gd name="connsiteY333" fmla="*/ 164782 h 359568"/>
                <a:gd name="connsiteX334" fmla="*/ 5715 w 368140"/>
                <a:gd name="connsiteY334" fmla="*/ 165259 h 359568"/>
                <a:gd name="connsiteX335" fmla="*/ 4763 w 368140"/>
                <a:gd name="connsiteY335" fmla="*/ 166211 h 359568"/>
                <a:gd name="connsiteX336" fmla="*/ 4286 w 368140"/>
                <a:gd name="connsiteY336" fmla="*/ 168593 h 359568"/>
                <a:gd name="connsiteX337" fmla="*/ 3810 w 368140"/>
                <a:gd name="connsiteY337" fmla="*/ 171926 h 359568"/>
                <a:gd name="connsiteX338" fmla="*/ 3810 w 368140"/>
                <a:gd name="connsiteY338" fmla="*/ 173355 h 359568"/>
                <a:gd name="connsiteX339" fmla="*/ 4763 w 368140"/>
                <a:gd name="connsiteY339" fmla="*/ 174784 h 359568"/>
                <a:gd name="connsiteX340" fmla="*/ 7144 w 368140"/>
                <a:gd name="connsiteY340" fmla="*/ 177641 h 359568"/>
                <a:gd name="connsiteX341" fmla="*/ 11430 w 368140"/>
                <a:gd name="connsiteY341" fmla="*/ 181451 h 359568"/>
                <a:gd name="connsiteX342" fmla="*/ 11430 w 368140"/>
                <a:gd name="connsiteY342" fmla="*/ 181928 h 359568"/>
                <a:gd name="connsiteX343" fmla="*/ 11906 w 368140"/>
                <a:gd name="connsiteY343" fmla="*/ 181928 h 359568"/>
                <a:gd name="connsiteX344" fmla="*/ 13811 w 368140"/>
                <a:gd name="connsiteY344" fmla="*/ 180975 h 359568"/>
                <a:gd name="connsiteX345" fmla="*/ 16193 w 368140"/>
                <a:gd name="connsiteY345" fmla="*/ 180499 h 359568"/>
                <a:gd name="connsiteX346" fmla="*/ 17621 w 368140"/>
                <a:gd name="connsiteY346" fmla="*/ 180975 h 359568"/>
                <a:gd name="connsiteX347" fmla="*/ 18574 w 368140"/>
                <a:gd name="connsiteY347" fmla="*/ 181451 h 359568"/>
                <a:gd name="connsiteX348" fmla="*/ 19050 w 368140"/>
                <a:gd name="connsiteY348" fmla="*/ 182404 h 359568"/>
                <a:gd name="connsiteX349" fmla="*/ 22860 w 368140"/>
                <a:gd name="connsiteY349" fmla="*/ 185738 h 359568"/>
                <a:gd name="connsiteX350" fmla="*/ 24765 w 368140"/>
                <a:gd name="connsiteY350" fmla="*/ 188119 h 359568"/>
                <a:gd name="connsiteX351" fmla="*/ 26194 w 368140"/>
                <a:gd name="connsiteY351" fmla="*/ 190976 h 359568"/>
                <a:gd name="connsiteX352" fmla="*/ 28099 w 368140"/>
                <a:gd name="connsiteY352" fmla="*/ 193357 h 359568"/>
                <a:gd name="connsiteX353" fmla="*/ 30480 w 368140"/>
                <a:gd name="connsiteY353" fmla="*/ 195739 h 359568"/>
                <a:gd name="connsiteX354" fmla="*/ 31909 w 368140"/>
                <a:gd name="connsiteY354" fmla="*/ 198120 h 359568"/>
                <a:gd name="connsiteX355" fmla="*/ 31909 w 368140"/>
                <a:gd name="connsiteY355" fmla="*/ 200501 h 359568"/>
                <a:gd name="connsiteX356" fmla="*/ 31432 w 368140"/>
                <a:gd name="connsiteY356" fmla="*/ 201930 h 359568"/>
                <a:gd name="connsiteX357" fmla="*/ 30480 w 368140"/>
                <a:gd name="connsiteY357" fmla="*/ 201930 h 359568"/>
                <a:gd name="connsiteX358" fmla="*/ 30003 w 368140"/>
                <a:gd name="connsiteY358" fmla="*/ 202406 h 359568"/>
                <a:gd name="connsiteX359" fmla="*/ 30480 w 368140"/>
                <a:gd name="connsiteY359" fmla="*/ 204311 h 359568"/>
                <a:gd name="connsiteX360" fmla="*/ 32385 w 368140"/>
                <a:gd name="connsiteY360" fmla="*/ 208121 h 359568"/>
                <a:gd name="connsiteX361" fmla="*/ 33338 w 368140"/>
                <a:gd name="connsiteY361" fmla="*/ 211455 h 359568"/>
                <a:gd name="connsiteX362" fmla="*/ 32861 w 368140"/>
                <a:gd name="connsiteY362" fmla="*/ 214313 h 359568"/>
                <a:gd name="connsiteX363" fmla="*/ 33338 w 368140"/>
                <a:gd name="connsiteY363" fmla="*/ 217170 h 359568"/>
                <a:gd name="connsiteX364" fmla="*/ 34766 w 368140"/>
                <a:gd name="connsiteY364" fmla="*/ 219551 h 359568"/>
                <a:gd name="connsiteX365" fmla="*/ 37624 w 368140"/>
                <a:gd name="connsiteY365" fmla="*/ 222409 h 359568"/>
                <a:gd name="connsiteX366" fmla="*/ 40957 w 368140"/>
                <a:gd name="connsiteY366" fmla="*/ 229553 h 359568"/>
                <a:gd name="connsiteX367" fmla="*/ 43815 w 368140"/>
                <a:gd name="connsiteY367" fmla="*/ 233839 h 359568"/>
                <a:gd name="connsiteX368" fmla="*/ 43815 w 368140"/>
                <a:gd name="connsiteY368" fmla="*/ 235268 h 359568"/>
                <a:gd name="connsiteX369" fmla="*/ 44291 w 368140"/>
                <a:gd name="connsiteY369" fmla="*/ 236220 h 359568"/>
                <a:gd name="connsiteX370" fmla="*/ 45244 w 368140"/>
                <a:gd name="connsiteY370" fmla="*/ 237172 h 359568"/>
                <a:gd name="connsiteX371" fmla="*/ 45244 w 368140"/>
                <a:gd name="connsiteY371" fmla="*/ 237649 h 359568"/>
                <a:gd name="connsiteX372" fmla="*/ 44768 w 368140"/>
                <a:gd name="connsiteY372" fmla="*/ 238601 h 359568"/>
                <a:gd name="connsiteX373" fmla="*/ 44768 w 368140"/>
                <a:gd name="connsiteY373" fmla="*/ 239554 h 359568"/>
                <a:gd name="connsiteX374" fmla="*/ 45244 w 368140"/>
                <a:gd name="connsiteY374" fmla="*/ 240982 h 359568"/>
                <a:gd name="connsiteX375" fmla="*/ 47149 w 368140"/>
                <a:gd name="connsiteY375" fmla="*/ 243364 h 359568"/>
                <a:gd name="connsiteX376" fmla="*/ 50006 w 368140"/>
                <a:gd name="connsiteY376" fmla="*/ 246221 h 359568"/>
                <a:gd name="connsiteX377" fmla="*/ 51435 w 368140"/>
                <a:gd name="connsiteY377" fmla="*/ 248603 h 359568"/>
                <a:gd name="connsiteX378" fmla="*/ 51435 w 368140"/>
                <a:gd name="connsiteY378" fmla="*/ 250507 h 359568"/>
                <a:gd name="connsiteX379" fmla="*/ 51911 w 368140"/>
                <a:gd name="connsiteY379" fmla="*/ 252413 h 359568"/>
                <a:gd name="connsiteX380" fmla="*/ 52864 w 368140"/>
                <a:gd name="connsiteY380" fmla="*/ 254318 h 359568"/>
                <a:gd name="connsiteX381" fmla="*/ 52864 w 368140"/>
                <a:gd name="connsiteY381" fmla="*/ 254794 h 359568"/>
                <a:gd name="connsiteX382" fmla="*/ 58578 w 368140"/>
                <a:gd name="connsiteY382" fmla="*/ 254794 h 359568"/>
                <a:gd name="connsiteX383" fmla="*/ 61913 w 368140"/>
                <a:gd name="connsiteY383" fmla="*/ 256222 h 359568"/>
                <a:gd name="connsiteX384" fmla="*/ 64770 w 368140"/>
                <a:gd name="connsiteY384" fmla="*/ 258128 h 359568"/>
                <a:gd name="connsiteX385" fmla="*/ 65722 w 368140"/>
                <a:gd name="connsiteY385" fmla="*/ 261461 h 359568"/>
                <a:gd name="connsiteX386" fmla="*/ 67627 w 368140"/>
                <a:gd name="connsiteY386" fmla="*/ 263366 h 359568"/>
                <a:gd name="connsiteX387" fmla="*/ 69532 w 368140"/>
                <a:gd name="connsiteY387" fmla="*/ 264795 h 359568"/>
                <a:gd name="connsiteX388" fmla="*/ 70485 w 368140"/>
                <a:gd name="connsiteY388" fmla="*/ 264795 h 359568"/>
                <a:gd name="connsiteX389" fmla="*/ 71914 w 368140"/>
                <a:gd name="connsiteY389" fmla="*/ 264319 h 359568"/>
                <a:gd name="connsiteX390" fmla="*/ 74295 w 368140"/>
                <a:gd name="connsiteY390" fmla="*/ 264319 h 359568"/>
                <a:gd name="connsiteX391" fmla="*/ 76676 w 368140"/>
                <a:gd name="connsiteY391" fmla="*/ 264795 h 359568"/>
                <a:gd name="connsiteX392" fmla="*/ 77628 w 368140"/>
                <a:gd name="connsiteY392" fmla="*/ 265271 h 359568"/>
                <a:gd name="connsiteX393" fmla="*/ 77628 w 368140"/>
                <a:gd name="connsiteY393" fmla="*/ 267653 h 359568"/>
                <a:gd name="connsiteX394" fmla="*/ 78105 w 368140"/>
                <a:gd name="connsiteY394" fmla="*/ 268605 h 359568"/>
                <a:gd name="connsiteX395" fmla="*/ 81439 w 368140"/>
                <a:gd name="connsiteY395" fmla="*/ 269081 h 359568"/>
                <a:gd name="connsiteX396" fmla="*/ 84772 w 368140"/>
                <a:gd name="connsiteY396" fmla="*/ 269081 h 359568"/>
                <a:gd name="connsiteX397" fmla="*/ 88106 w 368140"/>
                <a:gd name="connsiteY397" fmla="*/ 270986 h 359568"/>
                <a:gd name="connsiteX398" fmla="*/ 91440 w 368140"/>
                <a:gd name="connsiteY398" fmla="*/ 271463 h 359568"/>
                <a:gd name="connsiteX399" fmla="*/ 95250 w 368140"/>
                <a:gd name="connsiteY399" fmla="*/ 272415 h 359568"/>
                <a:gd name="connsiteX400" fmla="*/ 97155 w 368140"/>
                <a:gd name="connsiteY400" fmla="*/ 274320 h 359568"/>
                <a:gd name="connsiteX401" fmla="*/ 101441 w 368140"/>
                <a:gd name="connsiteY401" fmla="*/ 276225 h 359568"/>
                <a:gd name="connsiteX402" fmla="*/ 106680 w 368140"/>
                <a:gd name="connsiteY402" fmla="*/ 278130 h 359568"/>
                <a:gd name="connsiteX403" fmla="*/ 110490 w 368140"/>
                <a:gd name="connsiteY403" fmla="*/ 280035 h 359568"/>
                <a:gd name="connsiteX404" fmla="*/ 112395 w 368140"/>
                <a:gd name="connsiteY404" fmla="*/ 280988 h 359568"/>
                <a:gd name="connsiteX405" fmla="*/ 112871 w 368140"/>
                <a:gd name="connsiteY405" fmla="*/ 280511 h 359568"/>
                <a:gd name="connsiteX406" fmla="*/ 114300 w 368140"/>
                <a:gd name="connsiteY406" fmla="*/ 280511 h 359568"/>
                <a:gd name="connsiteX407" fmla="*/ 119539 w 368140"/>
                <a:gd name="connsiteY407" fmla="*/ 283845 h 359568"/>
                <a:gd name="connsiteX408" fmla="*/ 122872 w 368140"/>
                <a:gd name="connsiteY408" fmla="*/ 283845 h 359568"/>
                <a:gd name="connsiteX409" fmla="*/ 126682 w 368140"/>
                <a:gd name="connsiteY409" fmla="*/ 284321 h 359568"/>
                <a:gd name="connsiteX410" fmla="*/ 129540 w 368140"/>
                <a:gd name="connsiteY410" fmla="*/ 287179 h 359568"/>
                <a:gd name="connsiteX411" fmla="*/ 130969 w 368140"/>
                <a:gd name="connsiteY411" fmla="*/ 287655 h 359568"/>
                <a:gd name="connsiteX412" fmla="*/ 132874 w 368140"/>
                <a:gd name="connsiteY412" fmla="*/ 287179 h 359568"/>
                <a:gd name="connsiteX413" fmla="*/ 138589 w 368140"/>
                <a:gd name="connsiteY413" fmla="*/ 286703 h 359568"/>
                <a:gd name="connsiteX414" fmla="*/ 140970 w 368140"/>
                <a:gd name="connsiteY414" fmla="*/ 287179 h 359568"/>
                <a:gd name="connsiteX415" fmla="*/ 143827 w 368140"/>
                <a:gd name="connsiteY415" fmla="*/ 289084 h 359568"/>
                <a:gd name="connsiteX416" fmla="*/ 144780 w 368140"/>
                <a:gd name="connsiteY416" fmla="*/ 289560 h 359568"/>
                <a:gd name="connsiteX417" fmla="*/ 146685 w 368140"/>
                <a:gd name="connsiteY417" fmla="*/ 289560 h 359568"/>
                <a:gd name="connsiteX418" fmla="*/ 147161 w 368140"/>
                <a:gd name="connsiteY418" fmla="*/ 289084 h 359568"/>
                <a:gd name="connsiteX419" fmla="*/ 147161 w 368140"/>
                <a:gd name="connsiteY419" fmla="*/ 288131 h 359568"/>
                <a:gd name="connsiteX420" fmla="*/ 146685 w 368140"/>
                <a:gd name="connsiteY420" fmla="*/ 286226 h 359568"/>
                <a:gd name="connsiteX421" fmla="*/ 147161 w 368140"/>
                <a:gd name="connsiteY421" fmla="*/ 285274 h 359568"/>
                <a:gd name="connsiteX422" fmla="*/ 148114 w 368140"/>
                <a:gd name="connsiteY422" fmla="*/ 283845 h 359568"/>
                <a:gd name="connsiteX423" fmla="*/ 151447 w 368140"/>
                <a:gd name="connsiteY423" fmla="*/ 285274 h 359568"/>
                <a:gd name="connsiteX424" fmla="*/ 159544 w 368140"/>
                <a:gd name="connsiteY424" fmla="*/ 291941 h 359568"/>
                <a:gd name="connsiteX425" fmla="*/ 159544 w 368140"/>
                <a:gd name="connsiteY425" fmla="*/ 292894 h 359568"/>
                <a:gd name="connsiteX426" fmla="*/ 164782 w 368140"/>
                <a:gd name="connsiteY426" fmla="*/ 299561 h 359568"/>
                <a:gd name="connsiteX427" fmla="*/ 166211 w 368140"/>
                <a:gd name="connsiteY427" fmla="*/ 302419 h 359568"/>
                <a:gd name="connsiteX428" fmla="*/ 166211 w 368140"/>
                <a:gd name="connsiteY428" fmla="*/ 303847 h 359568"/>
                <a:gd name="connsiteX429" fmla="*/ 167640 w 368140"/>
                <a:gd name="connsiteY429" fmla="*/ 309563 h 359568"/>
                <a:gd name="connsiteX430" fmla="*/ 168116 w 368140"/>
                <a:gd name="connsiteY430" fmla="*/ 312420 h 359568"/>
                <a:gd name="connsiteX431" fmla="*/ 167640 w 368140"/>
                <a:gd name="connsiteY431" fmla="*/ 314325 h 359568"/>
                <a:gd name="connsiteX432" fmla="*/ 167640 w 368140"/>
                <a:gd name="connsiteY432" fmla="*/ 315754 h 359568"/>
                <a:gd name="connsiteX433" fmla="*/ 168116 w 368140"/>
                <a:gd name="connsiteY433" fmla="*/ 318135 h 359568"/>
                <a:gd name="connsiteX434" fmla="*/ 168116 w 368140"/>
                <a:gd name="connsiteY434" fmla="*/ 319088 h 359568"/>
                <a:gd name="connsiteX435" fmla="*/ 170021 w 368140"/>
                <a:gd name="connsiteY435" fmla="*/ 322421 h 359568"/>
                <a:gd name="connsiteX436" fmla="*/ 170974 w 368140"/>
                <a:gd name="connsiteY436" fmla="*/ 325279 h 359568"/>
                <a:gd name="connsiteX437" fmla="*/ 170974 w 368140"/>
                <a:gd name="connsiteY437" fmla="*/ 328136 h 359568"/>
                <a:gd name="connsiteX438" fmla="*/ 170497 w 368140"/>
                <a:gd name="connsiteY438" fmla="*/ 330994 h 359568"/>
                <a:gd name="connsiteX439" fmla="*/ 169069 w 368140"/>
                <a:gd name="connsiteY439" fmla="*/ 334804 h 359568"/>
                <a:gd name="connsiteX440" fmla="*/ 168593 w 368140"/>
                <a:gd name="connsiteY440" fmla="*/ 336232 h 359568"/>
                <a:gd name="connsiteX441" fmla="*/ 169069 w 368140"/>
                <a:gd name="connsiteY441" fmla="*/ 337661 h 359568"/>
                <a:gd name="connsiteX442" fmla="*/ 170021 w 368140"/>
                <a:gd name="connsiteY442" fmla="*/ 339090 h 359568"/>
                <a:gd name="connsiteX443" fmla="*/ 171926 w 368140"/>
                <a:gd name="connsiteY443" fmla="*/ 340995 h 359568"/>
                <a:gd name="connsiteX444" fmla="*/ 173355 w 368140"/>
                <a:gd name="connsiteY444" fmla="*/ 342900 h 359568"/>
                <a:gd name="connsiteX445" fmla="*/ 174307 w 368140"/>
                <a:gd name="connsiteY445" fmla="*/ 345281 h 359568"/>
                <a:gd name="connsiteX446" fmla="*/ 175260 w 368140"/>
                <a:gd name="connsiteY446" fmla="*/ 346234 h 359568"/>
                <a:gd name="connsiteX447" fmla="*/ 176213 w 368140"/>
                <a:gd name="connsiteY447" fmla="*/ 346234 h 359568"/>
                <a:gd name="connsiteX448" fmla="*/ 178118 w 368140"/>
                <a:gd name="connsiteY448" fmla="*/ 346710 h 359568"/>
                <a:gd name="connsiteX449" fmla="*/ 179546 w 368140"/>
                <a:gd name="connsiteY449" fmla="*/ 348139 h 359568"/>
                <a:gd name="connsiteX450" fmla="*/ 180975 w 368140"/>
                <a:gd name="connsiteY450" fmla="*/ 350520 h 359568"/>
                <a:gd name="connsiteX451" fmla="*/ 181451 w 368140"/>
                <a:gd name="connsiteY451" fmla="*/ 353378 h 359568"/>
                <a:gd name="connsiteX452" fmla="*/ 181451 w 368140"/>
                <a:gd name="connsiteY452" fmla="*/ 354330 h 359568"/>
                <a:gd name="connsiteX453" fmla="*/ 189071 w 368140"/>
                <a:gd name="connsiteY453" fmla="*/ 354330 h 359568"/>
                <a:gd name="connsiteX454" fmla="*/ 197168 w 368140"/>
                <a:gd name="connsiteY454" fmla="*/ 354806 h 359568"/>
                <a:gd name="connsiteX455" fmla="*/ 198120 w 368140"/>
                <a:gd name="connsiteY455" fmla="*/ 354806 h 359568"/>
                <a:gd name="connsiteX456" fmla="*/ 200025 w 368140"/>
                <a:gd name="connsiteY456" fmla="*/ 355282 h 359568"/>
                <a:gd name="connsiteX457" fmla="*/ 201930 w 368140"/>
                <a:gd name="connsiteY457" fmla="*/ 355282 h 359568"/>
                <a:gd name="connsiteX458" fmla="*/ 204311 w 368140"/>
                <a:gd name="connsiteY458" fmla="*/ 354806 h 359568"/>
                <a:gd name="connsiteX459" fmla="*/ 206693 w 368140"/>
                <a:gd name="connsiteY459" fmla="*/ 352901 h 359568"/>
                <a:gd name="connsiteX460" fmla="*/ 209550 w 368140"/>
                <a:gd name="connsiteY460" fmla="*/ 350044 h 359568"/>
                <a:gd name="connsiteX461" fmla="*/ 213836 w 368140"/>
                <a:gd name="connsiteY461" fmla="*/ 350044 h 359568"/>
                <a:gd name="connsiteX462" fmla="*/ 219551 w 368140"/>
                <a:gd name="connsiteY462" fmla="*/ 352901 h 359568"/>
                <a:gd name="connsiteX463" fmla="*/ 222885 w 368140"/>
                <a:gd name="connsiteY463" fmla="*/ 355282 h 359568"/>
                <a:gd name="connsiteX464" fmla="*/ 223361 w 368140"/>
                <a:gd name="connsiteY464" fmla="*/ 357188 h 359568"/>
                <a:gd name="connsiteX465" fmla="*/ 227171 w 368140"/>
                <a:gd name="connsiteY465" fmla="*/ 358616 h 359568"/>
                <a:gd name="connsiteX466" fmla="*/ 234315 w 368140"/>
                <a:gd name="connsiteY466" fmla="*/ 359093 h 359568"/>
                <a:gd name="connsiteX467" fmla="*/ 239553 w 368140"/>
                <a:gd name="connsiteY467" fmla="*/ 358140 h 359568"/>
                <a:gd name="connsiteX468" fmla="*/ 242888 w 368140"/>
                <a:gd name="connsiteY468" fmla="*/ 355759 h 359568"/>
                <a:gd name="connsiteX469" fmla="*/ 246221 w 368140"/>
                <a:gd name="connsiteY469" fmla="*/ 354330 h 359568"/>
                <a:gd name="connsiteX470" fmla="*/ 250031 w 368140"/>
                <a:gd name="connsiteY470" fmla="*/ 354330 h 359568"/>
                <a:gd name="connsiteX471" fmla="*/ 252889 w 368140"/>
                <a:gd name="connsiteY471" fmla="*/ 355282 h 359568"/>
                <a:gd name="connsiteX472" fmla="*/ 254794 w 368140"/>
                <a:gd name="connsiteY472" fmla="*/ 357188 h 359568"/>
                <a:gd name="connsiteX473" fmla="*/ 258127 w 368140"/>
                <a:gd name="connsiteY473" fmla="*/ 358616 h 359568"/>
                <a:gd name="connsiteX474" fmla="*/ 263366 w 368140"/>
                <a:gd name="connsiteY474" fmla="*/ 359569 h 359568"/>
                <a:gd name="connsiteX475" fmla="*/ 269081 w 368140"/>
                <a:gd name="connsiteY475" fmla="*/ 358140 h 359568"/>
                <a:gd name="connsiteX476" fmla="*/ 275272 w 368140"/>
                <a:gd name="connsiteY476" fmla="*/ 354806 h 359568"/>
                <a:gd name="connsiteX477" fmla="*/ 278606 w 368140"/>
                <a:gd name="connsiteY477" fmla="*/ 351472 h 359568"/>
                <a:gd name="connsiteX478" fmla="*/ 279559 w 368140"/>
                <a:gd name="connsiteY478" fmla="*/ 348139 h 359568"/>
                <a:gd name="connsiteX479" fmla="*/ 280511 w 368140"/>
                <a:gd name="connsiteY479" fmla="*/ 346234 h 359568"/>
                <a:gd name="connsiteX480" fmla="*/ 281464 w 368140"/>
                <a:gd name="connsiteY480" fmla="*/ 345281 h 359568"/>
                <a:gd name="connsiteX481" fmla="*/ 284797 w 368140"/>
                <a:gd name="connsiteY481" fmla="*/ 344805 h 359568"/>
                <a:gd name="connsiteX482" fmla="*/ 290036 w 368140"/>
                <a:gd name="connsiteY482" fmla="*/ 344805 h 359568"/>
                <a:gd name="connsiteX483" fmla="*/ 294799 w 368140"/>
                <a:gd name="connsiteY483" fmla="*/ 345757 h 359568"/>
                <a:gd name="connsiteX484" fmla="*/ 300990 w 368140"/>
                <a:gd name="connsiteY484" fmla="*/ 349091 h 359568"/>
                <a:gd name="connsiteX485" fmla="*/ 304800 w 368140"/>
                <a:gd name="connsiteY485" fmla="*/ 346710 h 359568"/>
                <a:gd name="connsiteX486" fmla="*/ 311468 w 368140"/>
                <a:gd name="connsiteY486" fmla="*/ 342900 h 359568"/>
                <a:gd name="connsiteX487" fmla="*/ 318135 w 368140"/>
                <a:gd name="connsiteY487" fmla="*/ 340995 h 359568"/>
                <a:gd name="connsiteX488" fmla="*/ 324326 w 368140"/>
                <a:gd name="connsiteY488" fmla="*/ 340995 h 359568"/>
                <a:gd name="connsiteX489" fmla="*/ 329565 w 368140"/>
                <a:gd name="connsiteY489" fmla="*/ 339566 h 359568"/>
                <a:gd name="connsiteX490" fmla="*/ 333375 w 368140"/>
                <a:gd name="connsiteY490" fmla="*/ 336709 h 359568"/>
                <a:gd name="connsiteX491" fmla="*/ 337661 w 368140"/>
                <a:gd name="connsiteY491" fmla="*/ 334804 h 359568"/>
                <a:gd name="connsiteX492" fmla="*/ 341947 w 368140"/>
                <a:gd name="connsiteY492" fmla="*/ 333851 h 359568"/>
                <a:gd name="connsiteX493" fmla="*/ 346234 w 368140"/>
                <a:gd name="connsiteY493" fmla="*/ 332422 h 359568"/>
                <a:gd name="connsiteX494" fmla="*/ 351949 w 368140"/>
                <a:gd name="connsiteY494" fmla="*/ 329089 h 359568"/>
                <a:gd name="connsiteX495" fmla="*/ 358140 w 368140"/>
                <a:gd name="connsiteY495" fmla="*/ 324326 h 359568"/>
                <a:gd name="connsiteX496" fmla="*/ 364331 w 368140"/>
                <a:gd name="connsiteY496" fmla="*/ 319564 h 359568"/>
                <a:gd name="connsiteX497" fmla="*/ 368141 w 368140"/>
                <a:gd name="connsiteY497" fmla="*/ 316706 h 359568"/>
                <a:gd name="connsiteX498" fmla="*/ 364331 w 368140"/>
                <a:gd name="connsiteY498" fmla="*/ 319088 h 359568"/>
                <a:gd name="connsiteX499" fmla="*/ 105727 w 368140"/>
                <a:gd name="connsiteY499" fmla="*/ 36671 h 359568"/>
                <a:gd name="connsiteX500" fmla="*/ 107156 w 368140"/>
                <a:gd name="connsiteY500" fmla="*/ 37624 h 359568"/>
                <a:gd name="connsiteX501" fmla="*/ 110014 w 368140"/>
                <a:gd name="connsiteY501" fmla="*/ 38100 h 359568"/>
                <a:gd name="connsiteX502" fmla="*/ 112395 w 368140"/>
                <a:gd name="connsiteY502" fmla="*/ 39053 h 359568"/>
                <a:gd name="connsiteX503" fmla="*/ 114776 w 368140"/>
                <a:gd name="connsiteY503" fmla="*/ 40005 h 359568"/>
                <a:gd name="connsiteX504" fmla="*/ 116681 w 368140"/>
                <a:gd name="connsiteY504" fmla="*/ 40005 h 359568"/>
                <a:gd name="connsiteX505" fmla="*/ 117157 w 368140"/>
                <a:gd name="connsiteY505" fmla="*/ 38576 h 359568"/>
                <a:gd name="connsiteX506" fmla="*/ 115728 w 368140"/>
                <a:gd name="connsiteY506" fmla="*/ 37147 h 359568"/>
                <a:gd name="connsiteX507" fmla="*/ 115252 w 368140"/>
                <a:gd name="connsiteY507" fmla="*/ 35243 h 359568"/>
                <a:gd name="connsiteX508" fmla="*/ 114300 w 368140"/>
                <a:gd name="connsiteY508" fmla="*/ 33814 h 359568"/>
                <a:gd name="connsiteX509" fmla="*/ 111919 w 368140"/>
                <a:gd name="connsiteY509" fmla="*/ 34290 h 359568"/>
                <a:gd name="connsiteX510" fmla="*/ 110014 w 368140"/>
                <a:gd name="connsiteY510" fmla="*/ 34290 h 359568"/>
                <a:gd name="connsiteX511" fmla="*/ 109061 w 368140"/>
                <a:gd name="connsiteY511" fmla="*/ 31909 h 359568"/>
                <a:gd name="connsiteX512" fmla="*/ 106680 w 368140"/>
                <a:gd name="connsiteY512" fmla="*/ 31909 h 359568"/>
                <a:gd name="connsiteX513" fmla="*/ 104775 w 368140"/>
                <a:gd name="connsiteY513" fmla="*/ 32861 h 359568"/>
                <a:gd name="connsiteX514" fmla="*/ 105251 w 368140"/>
                <a:gd name="connsiteY514" fmla="*/ 34290 h 359568"/>
                <a:gd name="connsiteX515" fmla="*/ 105727 w 368140"/>
                <a:gd name="connsiteY515" fmla="*/ 36671 h 3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368140" h="359568">
                  <a:moveTo>
                    <a:pt x="70961" y="40957"/>
                  </a:moveTo>
                  <a:lnTo>
                    <a:pt x="70009" y="42386"/>
                  </a:lnTo>
                  <a:lnTo>
                    <a:pt x="69532" y="45244"/>
                  </a:lnTo>
                  <a:lnTo>
                    <a:pt x="71438" y="47149"/>
                  </a:lnTo>
                  <a:lnTo>
                    <a:pt x="71438" y="49530"/>
                  </a:lnTo>
                  <a:lnTo>
                    <a:pt x="73343" y="49054"/>
                  </a:lnTo>
                  <a:lnTo>
                    <a:pt x="73819" y="46672"/>
                  </a:lnTo>
                  <a:lnTo>
                    <a:pt x="75247" y="46672"/>
                  </a:lnTo>
                  <a:lnTo>
                    <a:pt x="77628" y="46196"/>
                  </a:lnTo>
                  <a:lnTo>
                    <a:pt x="78105" y="45244"/>
                  </a:lnTo>
                  <a:lnTo>
                    <a:pt x="78105" y="43339"/>
                  </a:lnTo>
                  <a:lnTo>
                    <a:pt x="77628" y="42386"/>
                  </a:lnTo>
                  <a:lnTo>
                    <a:pt x="75247" y="43339"/>
                  </a:lnTo>
                  <a:lnTo>
                    <a:pt x="72866" y="43815"/>
                  </a:lnTo>
                  <a:lnTo>
                    <a:pt x="71914" y="43339"/>
                  </a:lnTo>
                  <a:lnTo>
                    <a:pt x="70485" y="41910"/>
                  </a:lnTo>
                  <a:lnTo>
                    <a:pt x="70961" y="40957"/>
                  </a:lnTo>
                  <a:close/>
                  <a:moveTo>
                    <a:pt x="364331" y="319088"/>
                  </a:moveTo>
                  <a:lnTo>
                    <a:pt x="363855" y="318135"/>
                  </a:lnTo>
                  <a:lnTo>
                    <a:pt x="362426" y="316230"/>
                  </a:lnTo>
                  <a:lnTo>
                    <a:pt x="356711" y="312420"/>
                  </a:lnTo>
                  <a:lnTo>
                    <a:pt x="353853" y="310991"/>
                  </a:lnTo>
                  <a:lnTo>
                    <a:pt x="351949" y="309563"/>
                  </a:lnTo>
                  <a:lnTo>
                    <a:pt x="348615" y="309563"/>
                  </a:lnTo>
                  <a:lnTo>
                    <a:pt x="347186" y="307181"/>
                  </a:lnTo>
                  <a:lnTo>
                    <a:pt x="344328" y="304800"/>
                  </a:lnTo>
                  <a:lnTo>
                    <a:pt x="339566" y="303847"/>
                  </a:lnTo>
                  <a:lnTo>
                    <a:pt x="341471" y="300990"/>
                  </a:lnTo>
                  <a:lnTo>
                    <a:pt x="340995" y="298132"/>
                  </a:lnTo>
                  <a:lnTo>
                    <a:pt x="339566" y="294322"/>
                  </a:lnTo>
                  <a:lnTo>
                    <a:pt x="338614" y="289560"/>
                  </a:lnTo>
                  <a:lnTo>
                    <a:pt x="336232" y="283845"/>
                  </a:lnTo>
                  <a:lnTo>
                    <a:pt x="336709" y="276701"/>
                  </a:lnTo>
                  <a:lnTo>
                    <a:pt x="330041" y="268129"/>
                  </a:lnTo>
                  <a:lnTo>
                    <a:pt x="330994" y="266700"/>
                  </a:lnTo>
                  <a:lnTo>
                    <a:pt x="331470" y="265271"/>
                  </a:lnTo>
                  <a:lnTo>
                    <a:pt x="327660" y="260509"/>
                  </a:lnTo>
                  <a:lnTo>
                    <a:pt x="325278" y="250984"/>
                  </a:lnTo>
                  <a:lnTo>
                    <a:pt x="325278" y="247650"/>
                  </a:lnTo>
                  <a:lnTo>
                    <a:pt x="326231" y="243840"/>
                  </a:lnTo>
                  <a:lnTo>
                    <a:pt x="329565" y="236220"/>
                  </a:lnTo>
                  <a:lnTo>
                    <a:pt x="329089" y="229553"/>
                  </a:lnTo>
                  <a:lnTo>
                    <a:pt x="325755" y="227171"/>
                  </a:lnTo>
                  <a:lnTo>
                    <a:pt x="324326" y="228600"/>
                  </a:lnTo>
                  <a:lnTo>
                    <a:pt x="324326" y="219551"/>
                  </a:lnTo>
                  <a:lnTo>
                    <a:pt x="326707" y="213360"/>
                  </a:lnTo>
                  <a:lnTo>
                    <a:pt x="329565" y="208597"/>
                  </a:lnTo>
                  <a:lnTo>
                    <a:pt x="332422" y="205740"/>
                  </a:lnTo>
                  <a:lnTo>
                    <a:pt x="333375" y="202406"/>
                  </a:lnTo>
                  <a:lnTo>
                    <a:pt x="330994" y="197644"/>
                  </a:lnTo>
                  <a:lnTo>
                    <a:pt x="324802" y="195263"/>
                  </a:lnTo>
                  <a:lnTo>
                    <a:pt x="322897" y="190976"/>
                  </a:lnTo>
                  <a:lnTo>
                    <a:pt x="319564" y="186690"/>
                  </a:lnTo>
                  <a:lnTo>
                    <a:pt x="317659" y="184785"/>
                  </a:lnTo>
                  <a:lnTo>
                    <a:pt x="314801" y="183356"/>
                  </a:lnTo>
                  <a:lnTo>
                    <a:pt x="310991" y="179070"/>
                  </a:lnTo>
                  <a:lnTo>
                    <a:pt x="310515" y="174784"/>
                  </a:lnTo>
                  <a:lnTo>
                    <a:pt x="308610" y="170021"/>
                  </a:lnTo>
                  <a:lnTo>
                    <a:pt x="309086" y="163354"/>
                  </a:lnTo>
                  <a:lnTo>
                    <a:pt x="312420" y="154781"/>
                  </a:lnTo>
                  <a:lnTo>
                    <a:pt x="314801" y="150971"/>
                  </a:lnTo>
                  <a:lnTo>
                    <a:pt x="317659" y="141446"/>
                  </a:lnTo>
                  <a:lnTo>
                    <a:pt x="318611" y="139065"/>
                  </a:lnTo>
                  <a:lnTo>
                    <a:pt x="319564" y="135731"/>
                  </a:lnTo>
                  <a:lnTo>
                    <a:pt x="319564" y="132874"/>
                  </a:lnTo>
                  <a:lnTo>
                    <a:pt x="322421" y="126206"/>
                  </a:lnTo>
                  <a:lnTo>
                    <a:pt x="322897" y="123349"/>
                  </a:lnTo>
                  <a:lnTo>
                    <a:pt x="321945" y="122872"/>
                  </a:lnTo>
                  <a:lnTo>
                    <a:pt x="319564" y="120968"/>
                  </a:lnTo>
                  <a:lnTo>
                    <a:pt x="314325" y="117157"/>
                  </a:lnTo>
                  <a:lnTo>
                    <a:pt x="309086" y="113347"/>
                  </a:lnTo>
                  <a:lnTo>
                    <a:pt x="303847" y="109538"/>
                  </a:lnTo>
                  <a:lnTo>
                    <a:pt x="298609" y="105728"/>
                  </a:lnTo>
                  <a:lnTo>
                    <a:pt x="293370" y="101918"/>
                  </a:lnTo>
                  <a:lnTo>
                    <a:pt x="288131" y="98107"/>
                  </a:lnTo>
                  <a:lnTo>
                    <a:pt x="282893" y="94297"/>
                  </a:lnTo>
                  <a:lnTo>
                    <a:pt x="277653" y="90488"/>
                  </a:lnTo>
                  <a:lnTo>
                    <a:pt x="274796" y="88106"/>
                  </a:lnTo>
                  <a:lnTo>
                    <a:pt x="273368" y="86678"/>
                  </a:lnTo>
                  <a:lnTo>
                    <a:pt x="272415" y="84296"/>
                  </a:lnTo>
                  <a:lnTo>
                    <a:pt x="271939" y="83820"/>
                  </a:lnTo>
                  <a:lnTo>
                    <a:pt x="270510" y="82868"/>
                  </a:lnTo>
                  <a:lnTo>
                    <a:pt x="269081" y="82868"/>
                  </a:lnTo>
                  <a:lnTo>
                    <a:pt x="268605" y="82391"/>
                  </a:lnTo>
                  <a:lnTo>
                    <a:pt x="268605" y="80963"/>
                  </a:lnTo>
                  <a:lnTo>
                    <a:pt x="269081" y="79057"/>
                  </a:lnTo>
                  <a:lnTo>
                    <a:pt x="270986" y="75724"/>
                  </a:lnTo>
                  <a:lnTo>
                    <a:pt x="270986" y="73819"/>
                  </a:lnTo>
                  <a:lnTo>
                    <a:pt x="270510" y="71438"/>
                  </a:lnTo>
                  <a:lnTo>
                    <a:pt x="270034" y="67628"/>
                  </a:lnTo>
                  <a:lnTo>
                    <a:pt x="269557" y="66675"/>
                  </a:lnTo>
                  <a:lnTo>
                    <a:pt x="266224" y="64770"/>
                  </a:lnTo>
                  <a:lnTo>
                    <a:pt x="259080" y="60960"/>
                  </a:lnTo>
                  <a:lnTo>
                    <a:pt x="251936" y="57150"/>
                  </a:lnTo>
                  <a:lnTo>
                    <a:pt x="244793" y="53340"/>
                  </a:lnTo>
                  <a:lnTo>
                    <a:pt x="237649" y="49530"/>
                  </a:lnTo>
                  <a:lnTo>
                    <a:pt x="230505" y="45720"/>
                  </a:lnTo>
                  <a:lnTo>
                    <a:pt x="223361" y="41910"/>
                  </a:lnTo>
                  <a:lnTo>
                    <a:pt x="216218" y="38100"/>
                  </a:lnTo>
                  <a:lnTo>
                    <a:pt x="209074" y="34290"/>
                  </a:lnTo>
                  <a:lnTo>
                    <a:pt x="201930" y="30480"/>
                  </a:lnTo>
                  <a:lnTo>
                    <a:pt x="194786" y="26670"/>
                  </a:lnTo>
                  <a:lnTo>
                    <a:pt x="187643" y="22860"/>
                  </a:lnTo>
                  <a:lnTo>
                    <a:pt x="180499" y="19050"/>
                  </a:lnTo>
                  <a:lnTo>
                    <a:pt x="173355" y="15240"/>
                  </a:lnTo>
                  <a:lnTo>
                    <a:pt x="166211" y="11430"/>
                  </a:lnTo>
                  <a:lnTo>
                    <a:pt x="159068" y="7620"/>
                  </a:lnTo>
                  <a:lnTo>
                    <a:pt x="151924" y="3810"/>
                  </a:lnTo>
                  <a:lnTo>
                    <a:pt x="149543" y="2381"/>
                  </a:lnTo>
                  <a:lnTo>
                    <a:pt x="145256" y="7144"/>
                  </a:lnTo>
                  <a:lnTo>
                    <a:pt x="144303" y="9049"/>
                  </a:lnTo>
                  <a:lnTo>
                    <a:pt x="144303" y="10001"/>
                  </a:lnTo>
                  <a:lnTo>
                    <a:pt x="145732" y="11430"/>
                  </a:lnTo>
                  <a:lnTo>
                    <a:pt x="145256" y="11906"/>
                  </a:lnTo>
                  <a:lnTo>
                    <a:pt x="141922" y="11906"/>
                  </a:lnTo>
                  <a:lnTo>
                    <a:pt x="141446" y="12382"/>
                  </a:lnTo>
                  <a:lnTo>
                    <a:pt x="141446" y="13335"/>
                  </a:lnTo>
                  <a:lnTo>
                    <a:pt x="140970" y="13811"/>
                  </a:lnTo>
                  <a:lnTo>
                    <a:pt x="140970" y="14288"/>
                  </a:lnTo>
                  <a:lnTo>
                    <a:pt x="144303" y="16669"/>
                  </a:lnTo>
                  <a:lnTo>
                    <a:pt x="144303" y="17145"/>
                  </a:lnTo>
                  <a:lnTo>
                    <a:pt x="143351" y="17145"/>
                  </a:lnTo>
                  <a:lnTo>
                    <a:pt x="140018" y="16193"/>
                  </a:lnTo>
                  <a:lnTo>
                    <a:pt x="138113" y="16193"/>
                  </a:lnTo>
                  <a:lnTo>
                    <a:pt x="136684" y="16669"/>
                  </a:lnTo>
                  <a:lnTo>
                    <a:pt x="136207" y="17145"/>
                  </a:lnTo>
                  <a:lnTo>
                    <a:pt x="135255" y="19526"/>
                  </a:lnTo>
                  <a:lnTo>
                    <a:pt x="136207" y="20479"/>
                  </a:lnTo>
                  <a:lnTo>
                    <a:pt x="136684" y="21431"/>
                  </a:lnTo>
                  <a:lnTo>
                    <a:pt x="134302" y="23336"/>
                  </a:lnTo>
                  <a:lnTo>
                    <a:pt x="133826" y="25718"/>
                  </a:lnTo>
                  <a:lnTo>
                    <a:pt x="132397" y="27146"/>
                  </a:lnTo>
                  <a:lnTo>
                    <a:pt x="130493" y="28099"/>
                  </a:lnTo>
                  <a:lnTo>
                    <a:pt x="127635" y="27622"/>
                  </a:lnTo>
                  <a:lnTo>
                    <a:pt x="126206" y="28099"/>
                  </a:lnTo>
                  <a:lnTo>
                    <a:pt x="125253" y="29051"/>
                  </a:lnTo>
                  <a:lnTo>
                    <a:pt x="124301" y="30956"/>
                  </a:lnTo>
                  <a:lnTo>
                    <a:pt x="129540" y="30956"/>
                  </a:lnTo>
                  <a:lnTo>
                    <a:pt x="130493" y="31432"/>
                  </a:lnTo>
                  <a:lnTo>
                    <a:pt x="130969" y="32385"/>
                  </a:lnTo>
                  <a:lnTo>
                    <a:pt x="131921" y="33338"/>
                  </a:lnTo>
                  <a:lnTo>
                    <a:pt x="131921" y="33814"/>
                  </a:lnTo>
                  <a:lnTo>
                    <a:pt x="128111" y="33814"/>
                  </a:lnTo>
                  <a:lnTo>
                    <a:pt x="126682" y="34766"/>
                  </a:lnTo>
                  <a:lnTo>
                    <a:pt x="124301" y="34290"/>
                  </a:lnTo>
                  <a:lnTo>
                    <a:pt x="121920" y="35719"/>
                  </a:lnTo>
                  <a:lnTo>
                    <a:pt x="121920" y="36671"/>
                  </a:lnTo>
                  <a:lnTo>
                    <a:pt x="123825" y="37624"/>
                  </a:lnTo>
                  <a:lnTo>
                    <a:pt x="131921" y="39053"/>
                  </a:lnTo>
                  <a:lnTo>
                    <a:pt x="134302" y="39053"/>
                  </a:lnTo>
                  <a:lnTo>
                    <a:pt x="140018" y="37147"/>
                  </a:lnTo>
                  <a:lnTo>
                    <a:pt x="141446" y="37624"/>
                  </a:lnTo>
                  <a:lnTo>
                    <a:pt x="141922" y="38576"/>
                  </a:lnTo>
                  <a:lnTo>
                    <a:pt x="141922" y="39529"/>
                  </a:lnTo>
                  <a:lnTo>
                    <a:pt x="140494" y="40957"/>
                  </a:lnTo>
                  <a:lnTo>
                    <a:pt x="134778" y="44768"/>
                  </a:lnTo>
                  <a:lnTo>
                    <a:pt x="131921" y="47149"/>
                  </a:lnTo>
                  <a:lnTo>
                    <a:pt x="129064" y="48101"/>
                  </a:lnTo>
                  <a:lnTo>
                    <a:pt x="129540" y="49530"/>
                  </a:lnTo>
                  <a:lnTo>
                    <a:pt x="129540" y="50006"/>
                  </a:lnTo>
                  <a:lnTo>
                    <a:pt x="128588" y="50482"/>
                  </a:lnTo>
                  <a:lnTo>
                    <a:pt x="121444" y="49054"/>
                  </a:lnTo>
                  <a:lnTo>
                    <a:pt x="116681" y="46196"/>
                  </a:lnTo>
                  <a:lnTo>
                    <a:pt x="114300" y="45720"/>
                  </a:lnTo>
                  <a:lnTo>
                    <a:pt x="112395" y="46196"/>
                  </a:lnTo>
                  <a:lnTo>
                    <a:pt x="110966" y="47149"/>
                  </a:lnTo>
                  <a:lnTo>
                    <a:pt x="110490" y="48101"/>
                  </a:lnTo>
                  <a:lnTo>
                    <a:pt x="110014" y="54293"/>
                  </a:lnTo>
                  <a:lnTo>
                    <a:pt x="112395" y="59531"/>
                  </a:lnTo>
                  <a:lnTo>
                    <a:pt x="112871" y="60484"/>
                  </a:lnTo>
                  <a:lnTo>
                    <a:pt x="110490" y="60960"/>
                  </a:lnTo>
                  <a:lnTo>
                    <a:pt x="106680" y="64770"/>
                  </a:lnTo>
                  <a:lnTo>
                    <a:pt x="106203" y="65246"/>
                  </a:lnTo>
                  <a:lnTo>
                    <a:pt x="106680" y="62865"/>
                  </a:lnTo>
                  <a:lnTo>
                    <a:pt x="106203" y="61436"/>
                  </a:lnTo>
                  <a:lnTo>
                    <a:pt x="109061" y="59055"/>
                  </a:lnTo>
                  <a:lnTo>
                    <a:pt x="109538" y="57626"/>
                  </a:lnTo>
                  <a:lnTo>
                    <a:pt x="108109" y="53816"/>
                  </a:lnTo>
                  <a:lnTo>
                    <a:pt x="108585" y="50482"/>
                  </a:lnTo>
                  <a:lnTo>
                    <a:pt x="108109" y="49530"/>
                  </a:lnTo>
                  <a:lnTo>
                    <a:pt x="106203" y="49530"/>
                  </a:lnTo>
                  <a:lnTo>
                    <a:pt x="104775" y="49054"/>
                  </a:lnTo>
                  <a:lnTo>
                    <a:pt x="104299" y="48578"/>
                  </a:lnTo>
                  <a:lnTo>
                    <a:pt x="103822" y="47625"/>
                  </a:lnTo>
                  <a:lnTo>
                    <a:pt x="102870" y="47149"/>
                  </a:lnTo>
                  <a:lnTo>
                    <a:pt x="99536" y="49530"/>
                  </a:lnTo>
                  <a:lnTo>
                    <a:pt x="99060" y="49054"/>
                  </a:lnTo>
                  <a:lnTo>
                    <a:pt x="99060" y="50006"/>
                  </a:lnTo>
                  <a:lnTo>
                    <a:pt x="98584" y="49530"/>
                  </a:lnTo>
                  <a:lnTo>
                    <a:pt x="95726" y="49054"/>
                  </a:lnTo>
                  <a:lnTo>
                    <a:pt x="94297" y="48101"/>
                  </a:lnTo>
                  <a:lnTo>
                    <a:pt x="93345" y="47149"/>
                  </a:lnTo>
                  <a:lnTo>
                    <a:pt x="91916" y="44291"/>
                  </a:lnTo>
                  <a:lnTo>
                    <a:pt x="90488" y="43339"/>
                  </a:lnTo>
                  <a:lnTo>
                    <a:pt x="89059" y="43339"/>
                  </a:lnTo>
                  <a:lnTo>
                    <a:pt x="88106" y="44291"/>
                  </a:lnTo>
                  <a:lnTo>
                    <a:pt x="86677" y="46196"/>
                  </a:lnTo>
                  <a:lnTo>
                    <a:pt x="84772" y="46672"/>
                  </a:lnTo>
                  <a:lnTo>
                    <a:pt x="84296" y="47149"/>
                  </a:lnTo>
                  <a:lnTo>
                    <a:pt x="85725" y="50006"/>
                  </a:lnTo>
                  <a:lnTo>
                    <a:pt x="86201" y="51435"/>
                  </a:lnTo>
                  <a:lnTo>
                    <a:pt x="85725" y="51911"/>
                  </a:lnTo>
                  <a:lnTo>
                    <a:pt x="82391" y="51435"/>
                  </a:lnTo>
                  <a:lnTo>
                    <a:pt x="80963" y="52388"/>
                  </a:lnTo>
                  <a:lnTo>
                    <a:pt x="80486" y="54293"/>
                  </a:lnTo>
                  <a:lnTo>
                    <a:pt x="80963" y="56674"/>
                  </a:lnTo>
                  <a:lnTo>
                    <a:pt x="81915" y="59531"/>
                  </a:lnTo>
                  <a:lnTo>
                    <a:pt x="80963" y="59531"/>
                  </a:lnTo>
                  <a:lnTo>
                    <a:pt x="79057" y="57150"/>
                  </a:lnTo>
                  <a:lnTo>
                    <a:pt x="78581" y="57150"/>
                  </a:lnTo>
                  <a:lnTo>
                    <a:pt x="78105" y="57626"/>
                  </a:lnTo>
                  <a:lnTo>
                    <a:pt x="76676" y="57626"/>
                  </a:lnTo>
                  <a:lnTo>
                    <a:pt x="75724" y="60960"/>
                  </a:lnTo>
                  <a:lnTo>
                    <a:pt x="75247" y="60484"/>
                  </a:lnTo>
                  <a:lnTo>
                    <a:pt x="74771" y="59055"/>
                  </a:lnTo>
                  <a:lnTo>
                    <a:pt x="74771" y="57150"/>
                  </a:lnTo>
                  <a:lnTo>
                    <a:pt x="75724" y="54769"/>
                  </a:lnTo>
                  <a:lnTo>
                    <a:pt x="74295" y="53816"/>
                  </a:lnTo>
                  <a:lnTo>
                    <a:pt x="73343" y="52864"/>
                  </a:lnTo>
                  <a:lnTo>
                    <a:pt x="72866" y="51435"/>
                  </a:lnTo>
                  <a:lnTo>
                    <a:pt x="74771" y="49054"/>
                  </a:lnTo>
                  <a:lnTo>
                    <a:pt x="74771" y="48101"/>
                  </a:lnTo>
                  <a:lnTo>
                    <a:pt x="74295" y="46672"/>
                  </a:lnTo>
                  <a:lnTo>
                    <a:pt x="73343" y="45244"/>
                  </a:lnTo>
                  <a:lnTo>
                    <a:pt x="71914" y="44291"/>
                  </a:lnTo>
                  <a:lnTo>
                    <a:pt x="70961" y="42386"/>
                  </a:lnTo>
                  <a:lnTo>
                    <a:pt x="70961" y="35719"/>
                  </a:lnTo>
                  <a:lnTo>
                    <a:pt x="70485" y="33814"/>
                  </a:lnTo>
                  <a:lnTo>
                    <a:pt x="70485" y="30956"/>
                  </a:lnTo>
                  <a:lnTo>
                    <a:pt x="73819" y="16193"/>
                  </a:lnTo>
                  <a:lnTo>
                    <a:pt x="75247" y="13811"/>
                  </a:lnTo>
                  <a:lnTo>
                    <a:pt x="75724" y="11906"/>
                  </a:lnTo>
                  <a:lnTo>
                    <a:pt x="77152" y="2857"/>
                  </a:lnTo>
                  <a:lnTo>
                    <a:pt x="77152" y="1429"/>
                  </a:lnTo>
                  <a:lnTo>
                    <a:pt x="76676" y="476"/>
                  </a:lnTo>
                  <a:lnTo>
                    <a:pt x="76200" y="476"/>
                  </a:lnTo>
                  <a:lnTo>
                    <a:pt x="75247" y="953"/>
                  </a:lnTo>
                  <a:lnTo>
                    <a:pt x="74295" y="476"/>
                  </a:lnTo>
                  <a:lnTo>
                    <a:pt x="74295" y="0"/>
                  </a:lnTo>
                  <a:lnTo>
                    <a:pt x="70009" y="0"/>
                  </a:lnTo>
                  <a:lnTo>
                    <a:pt x="63818" y="0"/>
                  </a:lnTo>
                  <a:lnTo>
                    <a:pt x="57626" y="0"/>
                  </a:lnTo>
                  <a:lnTo>
                    <a:pt x="51435" y="0"/>
                  </a:lnTo>
                  <a:lnTo>
                    <a:pt x="45244" y="0"/>
                  </a:lnTo>
                  <a:lnTo>
                    <a:pt x="41434" y="0"/>
                  </a:lnTo>
                  <a:lnTo>
                    <a:pt x="40481" y="0"/>
                  </a:lnTo>
                  <a:lnTo>
                    <a:pt x="40005" y="0"/>
                  </a:lnTo>
                  <a:lnTo>
                    <a:pt x="37624" y="476"/>
                  </a:lnTo>
                  <a:lnTo>
                    <a:pt x="35243" y="1905"/>
                  </a:lnTo>
                  <a:lnTo>
                    <a:pt x="32861" y="2381"/>
                  </a:lnTo>
                  <a:lnTo>
                    <a:pt x="30003" y="1905"/>
                  </a:lnTo>
                  <a:lnTo>
                    <a:pt x="29527" y="1905"/>
                  </a:lnTo>
                  <a:lnTo>
                    <a:pt x="28575" y="2381"/>
                  </a:lnTo>
                  <a:lnTo>
                    <a:pt x="28575" y="3810"/>
                  </a:lnTo>
                  <a:lnTo>
                    <a:pt x="30003" y="6191"/>
                  </a:lnTo>
                  <a:lnTo>
                    <a:pt x="34290" y="11430"/>
                  </a:lnTo>
                  <a:lnTo>
                    <a:pt x="37147" y="12382"/>
                  </a:lnTo>
                  <a:lnTo>
                    <a:pt x="39052" y="14288"/>
                  </a:lnTo>
                  <a:lnTo>
                    <a:pt x="40957" y="17621"/>
                  </a:lnTo>
                  <a:lnTo>
                    <a:pt x="41434" y="21907"/>
                  </a:lnTo>
                  <a:lnTo>
                    <a:pt x="40957" y="27146"/>
                  </a:lnTo>
                  <a:lnTo>
                    <a:pt x="41434" y="30956"/>
                  </a:lnTo>
                  <a:lnTo>
                    <a:pt x="42863" y="33338"/>
                  </a:lnTo>
                  <a:lnTo>
                    <a:pt x="43339" y="36671"/>
                  </a:lnTo>
                  <a:lnTo>
                    <a:pt x="42386" y="40957"/>
                  </a:lnTo>
                  <a:lnTo>
                    <a:pt x="41434" y="43339"/>
                  </a:lnTo>
                  <a:lnTo>
                    <a:pt x="40481" y="44291"/>
                  </a:lnTo>
                  <a:lnTo>
                    <a:pt x="39052" y="44768"/>
                  </a:lnTo>
                  <a:lnTo>
                    <a:pt x="37624" y="44291"/>
                  </a:lnTo>
                  <a:lnTo>
                    <a:pt x="35719" y="44768"/>
                  </a:lnTo>
                  <a:lnTo>
                    <a:pt x="33338" y="45720"/>
                  </a:lnTo>
                  <a:lnTo>
                    <a:pt x="31909" y="45720"/>
                  </a:lnTo>
                  <a:lnTo>
                    <a:pt x="31432" y="46672"/>
                  </a:lnTo>
                  <a:lnTo>
                    <a:pt x="28099" y="52864"/>
                  </a:lnTo>
                  <a:lnTo>
                    <a:pt x="27622" y="53816"/>
                  </a:lnTo>
                  <a:lnTo>
                    <a:pt x="28099" y="54293"/>
                  </a:lnTo>
                  <a:lnTo>
                    <a:pt x="29527" y="55245"/>
                  </a:lnTo>
                  <a:lnTo>
                    <a:pt x="28575" y="57150"/>
                  </a:lnTo>
                  <a:lnTo>
                    <a:pt x="28099" y="57626"/>
                  </a:lnTo>
                  <a:lnTo>
                    <a:pt x="27622" y="59531"/>
                  </a:lnTo>
                  <a:lnTo>
                    <a:pt x="28099" y="61436"/>
                  </a:lnTo>
                  <a:lnTo>
                    <a:pt x="29051" y="61913"/>
                  </a:lnTo>
                  <a:lnTo>
                    <a:pt x="30956" y="62865"/>
                  </a:lnTo>
                  <a:lnTo>
                    <a:pt x="33814" y="63341"/>
                  </a:lnTo>
                  <a:lnTo>
                    <a:pt x="37624" y="64770"/>
                  </a:lnTo>
                  <a:lnTo>
                    <a:pt x="40005" y="65246"/>
                  </a:lnTo>
                  <a:lnTo>
                    <a:pt x="40481" y="66199"/>
                  </a:lnTo>
                  <a:lnTo>
                    <a:pt x="40481" y="68104"/>
                  </a:lnTo>
                  <a:lnTo>
                    <a:pt x="40957" y="69532"/>
                  </a:lnTo>
                  <a:lnTo>
                    <a:pt x="40957" y="72390"/>
                  </a:lnTo>
                  <a:lnTo>
                    <a:pt x="40005" y="74771"/>
                  </a:lnTo>
                  <a:lnTo>
                    <a:pt x="36195" y="75724"/>
                  </a:lnTo>
                  <a:lnTo>
                    <a:pt x="34290" y="77153"/>
                  </a:lnTo>
                  <a:lnTo>
                    <a:pt x="33814" y="77629"/>
                  </a:lnTo>
                  <a:lnTo>
                    <a:pt x="34290" y="78581"/>
                  </a:lnTo>
                  <a:lnTo>
                    <a:pt x="34766" y="79534"/>
                  </a:lnTo>
                  <a:lnTo>
                    <a:pt x="31432" y="81915"/>
                  </a:lnTo>
                  <a:lnTo>
                    <a:pt x="28099" y="85249"/>
                  </a:lnTo>
                  <a:lnTo>
                    <a:pt x="27146" y="87630"/>
                  </a:lnTo>
                  <a:lnTo>
                    <a:pt x="26670" y="90011"/>
                  </a:lnTo>
                  <a:lnTo>
                    <a:pt x="25718" y="91440"/>
                  </a:lnTo>
                  <a:lnTo>
                    <a:pt x="22860" y="93821"/>
                  </a:lnTo>
                  <a:lnTo>
                    <a:pt x="20002" y="98584"/>
                  </a:lnTo>
                  <a:lnTo>
                    <a:pt x="18574" y="101918"/>
                  </a:lnTo>
                  <a:lnTo>
                    <a:pt x="11906" y="109538"/>
                  </a:lnTo>
                  <a:lnTo>
                    <a:pt x="5715" y="113347"/>
                  </a:lnTo>
                  <a:lnTo>
                    <a:pt x="3810" y="114776"/>
                  </a:lnTo>
                  <a:lnTo>
                    <a:pt x="1428" y="114776"/>
                  </a:lnTo>
                  <a:lnTo>
                    <a:pt x="1428" y="115729"/>
                  </a:lnTo>
                  <a:lnTo>
                    <a:pt x="476" y="125730"/>
                  </a:lnTo>
                  <a:lnTo>
                    <a:pt x="476" y="128588"/>
                  </a:lnTo>
                  <a:lnTo>
                    <a:pt x="0" y="129064"/>
                  </a:lnTo>
                  <a:lnTo>
                    <a:pt x="476" y="129540"/>
                  </a:lnTo>
                  <a:lnTo>
                    <a:pt x="1428" y="129540"/>
                  </a:lnTo>
                  <a:lnTo>
                    <a:pt x="2857" y="130493"/>
                  </a:lnTo>
                  <a:lnTo>
                    <a:pt x="5239" y="131921"/>
                  </a:lnTo>
                  <a:lnTo>
                    <a:pt x="6668" y="133826"/>
                  </a:lnTo>
                  <a:lnTo>
                    <a:pt x="7144" y="136207"/>
                  </a:lnTo>
                  <a:lnTo>
                    <a:pt x="7144" y="137636"/>
                  </a:lnTo>
                  <a:lnTo>
                    <a:pt x="6668" y="138113"/>
                  </a:lnTo>
                  <a:lnTo>
                    <a:pt x="6668" y="140970"/>
                  </a:lnTo>
                  <a:lnTo>
                    <a:pt x="6191" y="140970"/>
                  </a:lnTo>
                  <a:lnTo>
                    <a:pt x="5715" y="143828"/>
                  </a:lnTo>
                  <a:lnTo>
                    <a:pt x="4763" y="145732"/>
                  </a:lnTo>
                  <a:lnTo>
                    <a:pt x="4763" y="147638"/>
                  </a:lnTo>
                  <a:lnTo>
                    <a:pt x="6668" y="149543"/>
                  </a:lnTo>
                  <a:lnTo>
                    <a:pt x="8572" y="152876"/>
                  </a:lnTo>
                  <a:lnTo>
                    <a:pt x="10477" y="157639"/>
                  </a:lnTo>
                  <a:lnTo>
                    <a:pt x="11430" y="160496"/>
                  </a:lnTo>
                  <a:lnTo>
                    <a:pt x="11430" y="161925"/>
                  </a:lnTo>
                  <a:lnTo>
                    <a:pt x="10477" y="163354"/>
                  </a:lnTo>
                  <a:lnTo>
                    <a:pt x="8572" y="164782"/>
                  </a:lnTo>
                  <a:lnTo>
                    <a:pt x="7144" y="165259"/>
                  </a:lnTo>
                  <a:lnTo>
                    <a:pt x="6668" y="164782"/>
                  </a:lnTo>
                  <a:lnTo>
                    <a:pt x="5715" y="165259"/>
                  </a:lnTo>
                  <a:lnTo>
                    <a:pt x="4763" y="166211"/>
                  </a:lnTo>
                  <a:lnTo>
                    <a:pt x="4286" y="168593"/>
                  </a:lnTo>
                  <a:lnTo>
                    <a:pt x="3810" y="171926"/>
                  </a:lnTo>
                  <a:lnTo>
                    <a:pt x="3810" y="173355"/>
                  </a:lnTo>
                  <a:lnTo>
                    <a:pt x="4763" y="174784"/>
                  </a:lnTo>
                  <a:lnTo>
                    <a:pt x="7144" y="177641"/>
                  </a:lnTo>
                  <a:lnTo>
                    <a:pt x="11430" y="181451"/>
                  </a:lnTo>
                  <a:lnTo>
                    <a:pt x="11430" y="181928"/>
                  </a:lnTo>
                  <a:lnTo>
                    <a:pt x="11906" y="181928"/>
                  </a:lnTo>
                  <a:lnTo>
                    <a:pt x="13811" y="180975"/>
                  </a:lnTo>
                  <a:lnTo>
                    <a:pt x="16193" y="180499"/>
                  </a:lnTo>
                  <a:lnTo>
                    <a:pt x="17621" y="180975"/>
                  </a:lnTo>
                  <a:lnTo>
                    <a:pt x="18574" y="181451"/>
                  </a:lnTo>
                  <a:lnTo>
                    <a:pt x="19050" y="182404"/>
                  </a:lnTo>
                  <a:lnTo>
                    <a:pt x="22860" y="185738"/>
                  </a:lnTo>
                  <a:lnTo>
                    <a:pt x="24765" y="188119"/>
                  </a:lnTo>
                  <a:lnTo>
                    <a:pt x="26194" y="190976"/>
                  </a:lnTo>
                  <a:lnTo>
                    <a:pt x="28099" y="193357"/>
                  </a:lnTo>
                  <a:lnTo>
                    <a:pt x="30480" y="195739"/>
                  </a:lnTo>
                  <a:lnTo>
                    <a:pt x="31909" y="198120"/>
                  </a:lnTo>
                  <a:lnTo>
                    <a:pt x="31909" y="200501"/>
                  </a:lnTo>
                  <a:lnTo>
                    <a:pt x="31432" y="201930"/>
                  </a:lnTo>
                  <a:lnTo>
                    <a:pt x="30480" y="201930"/>
                  </a:lnTo>
                  <a:lnTo>
                    <a:pt x="30003" y="202406"/>
                  </a:lnTo>
                  <a:lnTo>
                    <a:pt x="30480" y="204311"/>
                  </a:lnTo>
                  <a:lnTo>
                    <a:pt x="32385" y="208121"/>
                  </a:lnTo>
                  <a:lnTo>
                    <a:pt x="33338" y="211455"/>
                  </a:lnTo>
                  <a:lnTo>
                    <a:pt x="32861" y="214313"/>
                  </a:lnTo>
                  <a:lnTo>
                    <a:pt x="33338" y="217170"/>
                  </a:lnTo>
                  <a:lnTo>
                    <a:pt x="34766" y="219551"/>
                  </a:lnTo>
                  <a:lnTo>
                    <a:pt x="37624" y="222409"/>
                  </a:lnTo>
                  <a:lnTo>
                    <a:pt x="40957" y="229553"/>
                  </a:lnTo>
                  <a:lnTo>
                    <a:pt x="43815" y="233839"/>
                  </a:lnTo>
                  <a:lnTo>
                    <a:pt x="43815" y="235268"/>
                  </a:lnTo>
                  <a:lnTo>
                    <a:pt x="44291" y="236220"/>
                  </a:lnTo>
                  <a:lnTo>
                    <a:pt x="45244" y="237172"/>
                  </a:lnTo>
                  <a:lnTo>
                    <a:pt x="45244" y="237649"/>
                  </a:lnTo>
                  <a:lnTo>
                    <a:pt x="44768" y="238601"/>
                  </a:lnTo>
                  <a:lnTo>
                    <a:pt x="44768" y="239554"/>
                  </a:lnTo>
                  <a:lnTo>
                    <a:pt x="45244" y="240982"/>
                  </a:lnTo>
                  <a:lnTo>
                    <a:pt x="47149" y="243364"/>
                  </a:lnTo>
                  <a:lnTo>
                    <a:pt x="50006" y="246221"/>
                  </a:lnTo>
                  <a:lnTo>
                    <a:pt x="51435" y="248603"/>
                  </a:lnTo>
                  <a:lnTo>
                    <a:pt x="51435" y="250507"/>
                  </a:lnTo>
                  <a:lnTo>
                    <a:pt x="51911" y="252413"/>
                  </a:lnTo>
                  <a:lnTo>
                    <a:pt x="52864" y="254318"/>
                  </a:lnTo>
                  <a:lnTo>
                    <a:pt x="52864" y="254794"/>
                  </a:lnTo>
                  <a:lnTo>
                    <a:pt x="58578" y="254794"/>
                  </a:lnTo>
                  <a:lnTo>
                    <a:pt x="61913" y="256222"/>
                  </a:lnTo>
                  <a:lnTo>
                    <a:pt x="64770" y="258128"/>
                  </a:lnTo>
                  <a:lnTo>
                    <a:pt x="65722" y="261461"/>
                  </a:lnTo>
                  <a:lnTo>
                    <a:pt x="67627" y="263366"/>
                  </a:lnTo>
                  <a:lnTo>
                    <a:pt x="69532" y="264795"/>
                  </a:lnTo>
                  <a:lnTo>
                    <a:pt x="70485" y="264795"/>
                  </a:lnTo>
                  <a:lnTo>
                    <a:pt x="71914" y="264319"/>
                  </a:lnTo>
                  <a:lnTo>
                    <a:pt x="74295" y="264319"/>
                  </a:lnTo>
                  <a:lnTo>
                    <a:pt x="76676" y="264795"/>
                  </a:lnTo>
                  <a:lnTo>
                    <a:pt x="77628" y="265271"/>
                  </a:lnTo>
                  <a:lnTo>
                    <a:pt x="77628" y="267653"/>
                  </a:lnTo>
                  <a:lnTo>
                    <a:pt x="78105" y="268605"/>
                  </a:lnTo>
                  <a:lnTo>
                    <a:pt x="81439" y="269081"/>
                  </a:lnTo>
                  <a:lnTo>
                    <a:pt x="84772" y="269081"/>
                  </a:lnTo>
                  <a:lnTo>
                    <a:pt x="88106" y="270986"/>
                  </a:lnTo>
                  <a:lnTo>
                    <a:pt x="91440" y="271463"/>
                  </a:lnTo>
                  <a:lnTo>
                    <a:pt x="95250" y="272415"/>
                  </a:lnTo>
                  <a:lnTo>
                    <a:pt x="97155" y="274320"/>
                  </a:lnTo>
                  <a:lnTo>
                    <a:pt x="101441" y="276225"/>
                  </a:lnTo>
                  <a:lnTo>
                    <a:pt x="106680" y="278130"/>
                  </a:lnTo>
                  <a:lnTo>
                    <a:pt x="110490" y="280035"/>
                  </a:lnTo>
                  <a:lnTo>
                    <a:pt x="112395" y="280988"/>
                  </a:lnTo>
                  <a:lnTo>
                    <a:pt x="112871" y="280511"/>
                  </a:lnTo>
                  <a:lnTo>
                    <a:pt x="114300" y="280511"/>
                  </a:lnTo>
                  <a:lnTo>
                    <a:pt x="119539" y="283845"/>
                  </a:lnTo>
                  <a:lnTo>
                    <a:pt x="122872" y="283845"/>
                  </a:lnTo>
                  <a:lnTo>
                    <a:pt x="126682" y="284321"/>
                  </a:lnTo>
                  <a:lnTo>
                    <a:pt x="129540" y="287179"/>
                  </a:lnTo>
                  <a:lnTo>
                    <a:pt x="130969" y="287655"/>
                  </a:lnTo>
                  <a:lnTo>
                    <a:pt x="132874" y="287179"/>
                  </a:lnTo>
                  <a:lnTo>
                    <a:pt x="138589" y="286703"/>
                  </a:lnTo>
                  <a:lnTo>
                    <a:pt x="140970" y="287179"/>
                  </a:lnTo>
                  <a:lnTo>
                    <a:pt x="143827" y="289084"/>
                  </a:lnTo>
                  <a:lnTo>
                    <a:pt x="144780" y="289560"/>
                  </a:lnTo>
                  <a:lnTo>
                    <a:pt x="146685" y="289560"/>
                  </a:lnTo>
                  <a:lnTo>
                    <a:pt x="147161" y="289084"/>
                  </a:lnTo>
                  <a:lnTo>
                    <a:pt x="147161" y="288131"/>
                  </a:lnTo>
                  <a:lnTo>
                    <a:pt x="146685" y="286226"/>
                  </a:lnTo>
                  <a:lnTo>
                    <a:pt x="147161" y="285274"/>
                  </a:lnTo>
                  <a:lnTo>
                    <a:pt x="148114" y="283845"/>
                  </a:lnTo>
                  <a:lnTo>
                    <a:pt x="151447" y="285274"/>
                  </a:lnTo>
                  <a:lnTo>
                    <a:pt x="159544" y="291941"/>
                  </a:lnTo>
                  <a:lnTo>
                    <a:pt x="159544" y="292894"/>
                  </a:lnTo>
                  <a:lnTo>
                    <a:pt x="164782" y="299561"/>
                  </a:lnTo>
                  <a:lnTo>
                    <a:pt x="166211" y="302419"/>
                  </a:lnTo>
                  <a:lnTo>
                    <a:pt x="166211" y="303847"/>
                  </a:lnTo>
                  <a:lnTo>
                    <a:pt x="167640" y="309563"/>
                  </a:lnTo>
                  <a:lnTo>
                    <a:pt x="168116" y="312420"/>
                  </a:lnTo>
                  <a:lnTo>
                    <a:pt x="167640" y="314325"/>
                  </a:lnTo>
                  <a:lnTo>
                    <a:pt x="167640" y="315754"/>
                  </a:lnTo>
                  <a:lnTo>
                    <a:pt x="168116" y="318135"/>
                  </a:lnTo>
                  <a:lnTo>
                    <a:pt x="168116" y="319088"/>
                  </a:lnTo>
                  <a:lnTo>
                    <a:pt x="170021" y="322421"/>
                  </a:lnTo>
                  <a:lnTo>
                    <a:pt x="170974" y="325279"/>
                  </a:lnTo>
                  <a:lnTo>
                    <a:pt x="170974" y="328136"/>
                  </a:lnTo>
                  <a:lnTo>
                    <a:pt x="170497" y="330994"/>
                  </a:lnTo>
                  <a:lnTo>
                    <a:pt x="169069" y="334804"/>
                  </a:lnTo>
                  <a:lnTo>
                    <a:pt x="168593" y="336232"/>
                  </a:lnTo>
                  <a:lnTo>
                    <a:pt x="169069" y="337661"/>
                  </a:lnTo>
                  <a:lnTo>
                    <a:pt x="170021" y="339090"/>
                  </a:lnTo>
                  <a:lnTo>
                    <a:pt x="171926" y="340995"/>
                  </a:lnTo>
                  <a:lnTo>
                    <a:pt x="173355" y="342900"/>
                  </a:lnTo>
                  <a:lnTo>
                    <a:pt x="174307" y="345281"/>
                  </a:lnTo>
                  <a:lnTo>
                    <a:pt x="175260" y="346234"/>
                  </a:lnTo>
                  <a:lnTo>
                    <a:pt x="176213" y="346234"/>
                  </a:lnTo>
                  <a:lnTo>
                    <a:pt x="178118" y="346710"/>
                  </a:lnTo>
                  <a:lnTo>
                    <a:pt x="179546" y="348139"/>
                  </a:lnTo>
                  <a:lnTo>
                    <a:pt x="180975" y="350520"/>
                  </a:lnTo>
                  <a:lnTo>
                    <a:pt x="181451" y="353378"/>
                  </a:lnTo>
                  <a:lnTo>
                    <a:pt x="181451" y="354330"/>
                  </a:lnTo>
                  <a:lnTo>
                    <a:pt x="189071" y="354330"/>
                  </a:lnTo>
                  <a:lnTo>
                    <a:pt x="197168" y="354806"/>
                  </a:lnTo>
                  <a:lnTo>
                    <a:pt x="198120" y="354806"/>
                  </a:lnTo>
                  <a:lnTo>
                    <a:pt x="200025" y="355282"/>
                  </a:lnTo>
                  <a:lnTo>
                    <a:pt x="201930" y="355282"/>
                  </a:lnTo>
                  <a:lnTo>
                    <a:pt x="204311" y="354806"/>
                  </a:lnTo>
                  <a:lnTo>
                    <a:pt x="206693" y="352901"/>
                  </a:lnTo>
                  <a:lnTo>
                    <a:pt x="209550" y="350044"/>
                  </a:lnTo>
                  <a:lnTo>
                    <a:pt x="213836" y="350044"/>
                  </a:lnTo>
                  <a:lnTo>
                    <a:pt x="219551" y="352901"/>
                  </a:lnTo>
                  <a:lnTo>
                    <a:pt x="222885" y="355282"/>
                  </a:lnTo>
                  <a:lnTo>
                    <a:pt x="223361" y="357188"/>
                  </a:lnTo>
                  <a:lnTo>
                    <a:pt x="227171" y="358616"/>
                  </a:lnTo>
                  <a:lnTo>
                    <a:pt x="234315" y="359093"/>
                  </a:lnTo>
                  <a:lnTo>
                    <a:pt x="239553" y="358140"/>
                  </a:lnTo>
                  <a:lnTo>
                    <a:pt x="242888" y="355759"/>
                  </a:lnTo>
                  <a:lnTo>
                    <a:pt x="246221" y="354330"/>
                  </a:lnTo>
                  <a:lnTo>
                    <a:pt x="250031" y="354330"/>
                  </a:lnTo>
                  <a:lnTo>
                    <a:pt x="252889" y="355282"/>
                  </a:lnTo>
                  <a:lnTo>
                    <a:pt x="254794" y="357188"/>
                  </a:lnTo>
                  <a:lnTo>
                    <a:pt x="258127" y="358616"/>
                  </a:lnTo>
                  <a:lnTo>
                    <a:pt x="263366" y="359569"/>
                  </a:lnTo>
                  <a:lnTo>
                    <a:pt x="269081" y="358140"/>
                  </a:lnTo>
                  <a:lnTo>
                    <a:pt x="275272" y="354806"/>
                  </a:lnTo>
                  <a:lnTo>
                    <a:pt x="278606" y="351472"/>
                  </a:lnTo>
                  <a:lnTo>
                    <a:pt x="279559" y="348139"/>
                  </a:lnTo>
                  <a:lnTo>
                    <a:pt x="280511" y="346234"/>
                  </a:lnTo>
                  <a:lnTo>
                    <a:pt x="281464" y="345281"/>
                  </a:lnTo>
                  <a:lnTo>
                    <a:pt x="284797" y="344805"/>
                  </a:lnTo>
                  <a:lnTo>
                    <a:pt x="290036" y="344805"/>
                  </a:lnTo>
                  <a:lnTo>
                    <a:pt x="294799" y="345757"/>
                  </a:lnTo>
                  <a:lnTo>
                    <a:pt x="300990" y="349091"/>
                  </a:lnTo>
                  <a:lnTo>
                    <a:pt x="304800" y="346710"/>
                  </a:lnTo>
                  <a:lnTo>
                    <a:pt x="311468" y="342900"/>
                  </a:lnTo>
                  <a:lnTo>
                    <a:pt x="318135" y="340995"/>
                  </a:lnTo>
                  <a:lnTo>
                    <a:pt x="324326" y="340995"/>
                  </a:lnTo>
                  <a:lnTo>
                    <a:pt x="329565" y="339566"/>
                  </a:lnTo>
                  <a:lnTo>
                    <a:pt x="333375" y="336709"/>
                  </a:lnTo>
                  <a:lnTo>
                    <a:pt x="337661" y="334804"/>
                  </a:lnTo>
                  <a:lnTo>
                    <a:pt x="341947" y="333851"/>
                  </a:lnTo>
                  <a:lnTo>
                    <a:pt x="346234" y="332422"/>
                  </a:lnTo>
                  <a:lnTo>
                    <a:pt x="351949" y="329089"/>
                  </a:lnTo>
                  <a:lnTo>
                    <a:pt x="358140" y="324326"/>
                  </a:lnTo>
                  <a:lnTo>
                    <a:pt x="364331" y="319564"/>
                  </a:lnTo>
                  <a:lnTo>
                    <a:pt x="368141" y="316706"/>
                  </a:lnTo>
                  <a:lnTo>
                    <a:pt x="364331" y="319088"/>
                  </a:lnTo>
                  <a:close/>
                  <a:moveTo>
                    <a:pt x="105727" y="36671"/>
                  </a:moveTo>
                  <a:lnTo>
                    <a:pt x="107156" y="37624"/>
                  </a:lnTo>
                  <a:lnTo>
                    <a:pt x="110014" y="38100"/>
                  </a:lnTo>
                  <a:lnTo>
                    <a:pt x="112395" y="39053"/>
                  </a:lnTo>
                  <a:lnTo>
                    <a:pt x="114776" y="40005"/>
                  </a:lnTo>
                  <a:lnTo>
                    <a:pt x="116681" y="40005"/>
                  </a:lnTo>
                  <a:lnTo>
                    <a:pt x="117157" y="38576"/>
                  </a:lnTo>
                  <a:lnTo>
                    <a:pt x="115728" y="37147"/>
                  </a:lnTo>
                  <a:lnTo>
                    <a:pt x="115252" y="35243"/>
                  </a:lnTo>
                  <a:lnTo>
                    <a:pt x="114300" y="33814"/>
                  </a:lnTo>
                  <a:lnTo>
                    <a:pt x="111919" y="34290"/>
                  </a:lnTo>
                  <a:lnTo>
                    <a:pt x="110014" y="34290"/>
                  </a:lnTo>
                  <a:lnTo>
                    <a:pt x="109061" y="31909"/>
                  </a:lnTo>
                  <a:lnTo>
                    <a:pt x="106680" y="31909"/>
                  </a:lnTo>
                  <a:lnTo>
                    <a:pt x="104775" y="32861"/>
                  </a:lnTo>
                  <a:lnTo>
                    <a:pt x="105251" y="34290"/>
                  </a:lnTo>
                  <a:lnTo>
                    <a:pt x="105727" y="36671"/>
                  </a:lnTo>
                  <a:close/>
                </a:path>
              </a:pathLst>
            </a:custGeom>
            <a:grpFill/>
            <a:ln w="317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DB4A567E-93CD-4A23-A219-27E395C1E5E2}"/>
                </a:ext>
              </a:extLst>
            </p:cNvPr>
            <p:cNvSpPr/>
            <p:nvPr/>
          </p:nvSpPr>
          <p:spPr>
            <a:xfrm>
              <a:off x="9804082" y="3431856"/>
              <a:ext cx="63817" cy="119062"/>
            </a:xfrm>
            <a:custGeom>
              <a:avLst/>
              <a:gdLst>
                <a:gd name="connsiteX0" fmla="*/ 61436 w 63817"/>
                <a:gd name="connsiteY0" fmla="*/ 13811 h 119062"/>
                <a:gd name="connsiteX1" fmla="*/ 63817 w 63817"/>
                <a:gd name="connsiteY1" fmla="*/ 10954 h 119062"/>
                <a:gd name="connsiteX2" fmla="*/ 62865 w 63817"/>
                <a:gd name="connsiteY2" fmla="*/ 8096 h 119062"/>
                <a:gd name="connsiteX3" fmla="*/ 60959 w 63817"/>
                <a:gd name="connsiteY3" fmla="*/ 6191 h 119062"/>
                <a:gd name="connsiteX4" fmla="*/ 56673 w 63817"/>
                <a:gd name="connsiteY4" fmla="*/ 4286 h 119062"/>
                <a:gd name="connsiteX5" fmla="*/ 55244 w 63817"/>
                <a:gd name="connsiteY5" fmla="*/ 3334 h 119062"/>
                <a:gd name="connsiteX6" fmla="*/ 53815 w 63817"/>
                <a:gd name="connsiteY6" fmla="*/ 1429 h 119062"/>
                <a:gd name="connsiteX7" fmla="*/ 51911 w 63817"/>
                <a:gd name="connsiteY7" fmla="*/ 0 h 119062"/>
                <a:gd name="connsiteX8" fmla="*/ 49530 w 63817"/>
                <a:gd name="connsiteY8" fmla="*/ 0 h 119062"/>
                <a:gd name="connsiteX9" fmla="*/ 47148 w 63817"/>
                <a:gd name="connsiteY9" fmla="*/ 953 h 119062"/>
                <a:gd name="connsiteX10" fmla="*/ 44290 w 63817"/>
                <a:gd name="connsiteY10" fmla="*/ 4286 h 119062"/>
                <a:gd name="connsiteX11" fmla="*/ 35242 w 63817"/>
                <a:gd name="connsiteY11" fmla="*/ 7620 h 119062"/>
                <a:gd name="connsiteX12" fmla="*/ 33338 w 63817"/>
                <a:gd name="connsiteY12" fmla="*/ 8573 h 119062"/>
                <a:gd name="connsiteX13" fmla="*/ 30956 w 63817"/>
                <a:gd name="connsiteY13" fmla="*/ 12383 h 119062"/>
                <a:gd name="connsiteX14" fmla="*/ 29051 w 63817"/>
                <a:gd name="connsiteY14" fmla="*/ 16669 h 119062"/>
                <a:gd name="connsiteX15" fmla="*/ 26669 w 63817"/>
                <a:gd name="connsiteY15" fmla="*/ 20003 h 119062"/>
                <a:gd name="connsiteX16" fmla="*/ 23813 w 63817"/>
                <a:gd name="connsiteY16" fmla="*/ 22860 h 119062"/>
                <a:gd name="connsiteX17" fmla="*/ 19526 w 63817"/>
                <a:gd name="connsiteY17" fmla="*/ 28575 h 119062"/>
                <a:gd name="connsiteX18" fmla="*/ 3334 w 63817"/>
                <a:gd name="connsiteY18" fmla="*/ 56198 h 119062"/>
                <a:gd name="connsiteX19" fmla="*/ 2381 w 63817"/>
                <a:gd name="connsiteY19" fmla="*/ 58103 h 119062"/>
                <a:gd name="connsiteX20" fmla="*/ 2381 w 63817"/>
                <a:gd name="connsiteY20" fmla="*/ 62389 h 119062"/>
                <a:gd name="connsiteX21" fmla="*/ 2857 w 63817"/>
                <a:gd name="connsiteY21" fmla="*/ 67151 h 119062"/>
                <a:gd name="connsiteX22" fmla="*/ 1905 w 63817"/>
                <a:gd name="connsiteY22" fmla="*/ 70485 h 119062"/>
                <a:gd name="connsiteX23" fmla="*/ 476 w 63817"/>
                <a:gd name="connsiteY23" fmla="*/ 73819 h 119062"/>
                <a:gd name="connsiteX24" fmla="*/ 0 w 63817"/>
                <a:gd name="connsiteY24" fmla="*/ 76200 h 119062"/>
                <a:gd name="connsiteX25" fmla="*/ 476 w 63817"/>
                <a:gd name="connsiteY25" fmla="*/ 78105 h 119062"/>
                <a:gd name="connsiteX26" fmla="*/ 1905 w 63817"/>
                <a:gd name="connsiteY26" fmla="*/ 80010 h 119062"/>
                <a:gd name="connsiteX27" fmla="*/ 2857 w 63817"/>
                <a:gd name="connsiteY27" fmla="*/ 82391 h 119062"/>
                <a:gd name="connsiteX28" fmla="*/ 5715 w 63817"/>
                <a:gd name="connsiteY28" fmla="*/ 91440 h 119062"/>
                <a:gd name="connsiteX29" fmla="*/ 7144 w 63817"/>
                <a:gd name="connsiteY29" fmla="*/ 94774 h 119062"/>
                <a:gd name="connsiteX30" fmla="*/ 9048 w 63817"/>
                <a:gd name="connsiteY30" fmla="*/ 97631 h 119062"/>
                <a:gd name="connsiteX31" fmla="*/ 8572 w 63817"/>
                <a:gd name="connsiteY31" fmla="*/ 97631 h 119062"/>
                <a:gd name="connsiteX32" fmla="*/ 10953 w 63817"/>
                <a:gd name="connsiteY32" fmla="*/ 100013 h 119062"/>
                <a:gd name="connsiteX33" fmla="*/ 14288 w 63817"/>
                <a:gd name="connsiteY33" fmla="*/ 101441 h 119062"/>
                <a:gd name="connsiteX34" fmla="*/ 17621 w 63817"/>
                <a:gd name="connsiteY34" fmla="*/ 104299 h 119062"/>
                <a:gd name="connsiteX35" fmla="*/ 18573 w 63817"/>
                <a:gd name="connsiteY35" fmla="*/ 105728 h 119062"/>
                <a:gd name="connsiteX36" fmla="*/ 20955 w 63817"/>
                <a:gd name="connsiteY36" fmla="*/ 110966 h 119062"/>
                <a:gd name="connsiteX37" fmla="*/ 21431 w 63817"/>
                <a:gd name="connsiteY37" fmla="*/ 115253 h 119062"/>
                <a:gd name="connsiteX38" fmla="*/ 23336 w 63817"/>
                <a:gd name="connsiteY38" fmla="*/ 118110 h 119062"/>
                <a:gd name="connsiteX39" fmla="*/ 26669 w 63817"/>
                <a:gd name="connsiteY39" fmla="*/ 119063 h 119062"/>
                <a:gd name="connsiteX40" fmla="*/ 27622 w 63817"/>
                <a:gd name="connsiteY40" fmla="*/ 115253 h 119062"/>
                <a:gd name="connsiteX41" fmla="*/ 28098 w 63817"/>
                <a:gd name="connsiteY41" fmla="*/ 111443 h 119062"/>
                <a:gd name="connsiteX42" fmla="*/ 28098 w 63817"/>
                <a:gd name="connsiteY42" fmla="*/ 107156 h 119062"/>
                <a:gd name="connsiteX43" fmla="*/ 28575 w 63817"/>
                <a:gd name="connsiteY43" fmla="*/ 102870 h 119062"/>
                <a:gd name="connsiteX44" fmla="*/ 30480 w 63817"/>
                <a:gd name="connsiteY44" fmla="*/ 98584 h 119062"/>
                <a:gd name="connsiteX45" fmla="*/ 32384 w 63817"/>
                <a:gd name="connsiteY45" fmla="*/ 94298 h 119062"/>
                <a:gd name="connsiteX46" fmla="*/ 37623 w 63817"/>
                <a:gd name="connsiteY46" fmla="*/ 88583 h 119062"/>
                <a:gd name="connsiteX47" fmla="*/ 42386 w 63817"/>
                <a:gd name="connsiteY47" fmla="*/ 81915 h 119062"/>
                <a:gd name="connsiteX48" fmla="*/ 44290 w 63817"/>
                <a:gd name="connsiteY48" fmla="*/ 78581 h 119062"/>
                <a:gd name="connsiteX49" fmla="*/ 45719 w 63817"/>
                <a:gd name="connsiteY49" fmla="*/ 74771 h 119062"/>
                <a:gd name="connsiteX50" fmla="*/ 48577 w 63817"/>
                <a:gd name="connsiteY50" fmla="*/ 65723 h 119062"/>
                <a:gd name="connsiteX51" fmla="*/ 50006 w 63817"/>
                <a:gd name="connsiteY51" fmla="*/ 57150 h 119062"/>
                <a:gd name="connsiteX52" fmla="*/ 51911 w 63817"/>
                <a:gd name="connsiteY52" fmla="*/ 50483 h 119062"/>
                <a:gd name="connsiteX53" fmla="*/ 52863 w 63817"/>
                <a:gd name="connsiteY53" fmla="*/ 43815 h 119062"/>
                <a:gd name="connsiteX54" fmla="*/ 53815 w 63817"/>
                <a:gd name="connsiteY54" fmla="*/ 40958 h 119062"/>
                <a:gd name="connsiteX55" fmla="*/ 57150 w 63817"/>
                <a:gd name="connsiteY55" fmla="*/ 35243 h 119062"/>
                <a:gd name="connsiteX56" fmla="*/ 60484 w 63817"/>
                <a:gd name="connsiteY56" fmla="*/ 26194 h 119062"/>
                <a:gd name="connsiteX57" fmla="*/ 60484 w 63817"/>
                <a:gd name="connsiteY57" fmla="*/ 22384 h 119062"/>
                <a:gd name="connsiteX58" fmla="*/ 60007 w 63817"/>
                <a:gd name="connsiteY58" fmla="*/ 18574 h 119062"/>
                <a:gd name="connsiteX59" fmla="*/ 60007 w 63817"/>
                <a:gd name="connsiteY59" fmla="*/ 15716 h 119062"/>
                <a:gd name="connsiteX60" fmla="*/ 61436 w 63817"/>
                <a:gd name="connsiteY60" fmla="*/ 13811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3817" h="119062">
                  <a:moveTo>
                    <a:pt x="61436" y="13811"/>
                  </a:moveTo>
                  <a:lnTo>
                    <a:pt x="63817" y="10954"/>
                  </a:lnTo>
                  <a:lnTo>
                    <a:pt x="62865" y="8096"/>
                  </a:lnTo>
                  <a:lnTo>
                    <a:pt x="60959" y="6191"/>
                  </a:lnTo>
                  <a:lnTo>
                    <a:pt x="56673" y="4286"/>
                  </a:lnTo>
                  <a:lnTo>
                    <a:pt x="55244" y="3334"/>
                  </a:lnTo>
                  <a:lnTo>
                    <a:pt x="53815" y="1429"/>
                  </a:lnTo>
                  <a:lnTo>
                    <a:pt x="51911" y="0"/>
                  </a:lnTo>
                  <a:lnTo>
                    <a:pt x="49530" y="0"/>
                  </a:lnTo>
                  <a:lnTo>
                    <a:pt x="47148" y="953"/>
                  </a:lnTo>
                  <a:lnTo>
                    <a:pt x="44290" y="4286"/>
                  </a:lnTo>
                  <a:lnTo>
                    <a:pt x="35242" y="7620"/>
                  </a:lnTo>
                  <a:lnTo>
                    <a:pt x="33338" y="8573"/>
                  </a:lnTo>
                  <a:lnTo>
                    <a:pt x="30956" y="12383"/>
                  </a:lnTo>
                  <a:lnTo>
                    <a:pt x="29051" y="16669"/>
                  </a:lnTo>
                  <a:lnTo>
                    <a:pt x="26669" y="20003"/>
                  </a:lnTo>
                  <a:lnTo>
                    <a:pt x="23813" y="22860"/>
                  </a:lnTo>
                  <a:lnTo>
                    <a:pt x="19526" y="28575"/>
                  </a:lnTo>
                  <a:lnTo>
                    <a:pt x="3334" y="56198"/>
                  </a:lnTo>
                  <a:lnTo>
                    <a:pt x="2381" y="58103"/>
                  </a:lnTo>
                  <a:lnTo>
                    <a:pt x="2381" y="62389"/>
                  </a:lnTo>
                  <a:lnTo>
                    <a:pt x="2857" y="67151"/>
                  </a:lnTo>
                  <a:lnTo>
                    <a:pt x="1905" y="70485"/>
                  </a:lnTo>
                  <a:lnTo>
                    <a:pt x="476" y="73819"/>
                  </a:lnTo>
                  <a:lnTo>
                    <a:pt x="0" y="76200"/>
                  </a:lnTo>
                  <a:lnTo>
                    <a:pt x="476" y="78105"/>
                  </a:lnTo>
                  <a:lnTo>
                    <a:pt x="1905" y="80010"/>
                  </a:lnTo>
                  <a:lnTo>
                    <a:pt x="2857" y="82391"/>
                  </a:lnTo>
                  <a:lnTo>
                    <a:pt x="5715" y="91440"/>
                  </a:lnTo>
                  <a:lnTo>
                    <a:pt x="7144" y="94774"/>
                  </a:lnTo>
                  <a:lnTo>
                    <a:pt x="9048" y="97631"/>
                  </a:lnTo>
                  <a:lnTo>
                    <a:pt x="8572" y="97631"/>
                  </a:lnTo>
                  <a:lnTo>
                    <a:pt x="10953" y="100013"/>
                  </a:lnTo>
                  <a:lnTo>
                    <a:pt x="14288" y="101441"/>
                  </a:lnTo>
                  <a:lnTo>
                    <a:pt x="17621" y="104299"/>
                  </a:lnTo>
                  <a:lnTo>
                    <a:pt x="18573" y="105728"/>
                  </a:lnTo>
                  <a:lnTo>
                    <a:pt x="20955" y="110966"/>
                  </a:lnTo>
                  <a:lnTo>
                    <a:pt x="21431" y="115253"/>
                  </a:lnTo>
                  <a:lnTo>
                    <a:pt x="23336" y="118110"/>
                  </a:lnTo>
                  <a:lnTo>
                    <a:pt x="26669" y="119063"/>
                  </a:lnTo>
                  <a:lnTo>
                    <a:pt x="27622" y="115253"/>
                  </a:lnTo>
                  <a:lnTo>
                    <a:pt x="28098" y="111443"/>
                  </a:lnTo>
                  <a:lnTo>
                    <a:pt x="28098" y="107156"/>
                  </a:lnTo>
                  <a:lnTo>
                    <a:pt x="28575" y="102870"/>
                  </a:lnTo>
                  <a:lnTo>
                    <a:pt x="30480" y="98584"/>
                  </a:lnTo>
                  <a:lnTo>
                    <a:pt x="32384" y="94298"/>
                  </a:lnTo>
                  <a:lnTo>
                    <a:pt x="37623" y="88583"/>
                  </a:lnTo>
                  <a:lnTo>
                    <a:pt x="42386" y="81915"/>
                  </a:lnTo>
                  <a:lnTo>
                    <a:pt x="44290" y="78581"/>
                  </a:lnTo>
                  <a:lnTo>
                    <a:pt x="45719" y="74771"/>
                  </a:lnTo>
                  <a:lnTo>
                    <a:pt x="48577" y="65723"/>
                  </a:lnTo>
                  <a:lnTo>
                    <a:pt x="50006" y="57150"/>
                  </a:lnTo>
                  <a:lnTo>
                    <a:pt x="51911" y="50483"/>
                  </a:lnTo>
                  <a:lnTo>
                    <a:pt x="52863" y="43815"/>
                  </a:lnTo>
                  <a:lnTo>
                    <a:pt x="53815" y="40958"/>
                  </a:lnTo>
                  <a:lnTo>
                    <a:pt x="57150" y="35243"/>
                  </a:lnTo>
                  <a:lnTo>
                    <a:pt x="60484" y="26194"/>
                  </a:lnTo>
                  <a:lnTo>
                    <a:pt x="60484" y="22384"/>
                  </a:lnTo>
                  <a:lnTo>
                    <a:pt x="60007" y="18574"/>
                  </a:lnTo>
                  <a:lnTo>
                    <a:pt x="60007" y="15716"/>
                  </a:lnTo>
                  <a:lnTo>
                    <a:pt x="61436" y="13811"/>
                  </a:lnTo>
                  <a:close/>
                </a:path>
              </a:pathLst>
            </a:custGeom>
            <a:grpFill/>
            <a:ln w="317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F456C8AF-37BE-41E8-AFF1-ADDD8CC77BD6}"/>
                </a:ext>
              </a:extLst>
            </p:cNvPr>
            <p:cNvSpPr/>
            <p:nvPr/>
          </p:nvSpPr>
          <p:spPr>
            <a:xfrm>
              <a:off x="3614261" y="3917155"/>
              <a:ext cx="46196" cy="42862"/>
            </a:xfrm>
            <a:custGeom>
              <a:avLst/>
              <a:gdLst>
                <a:gd name="connsiteX0" fmla="*/ 32861 w 46196"/>
                <a:gd name="connsiteY0" fmla="*/ 16669 h 42862"/>
                <a:gd name="connsiteX1" fmla="*/ 27622 w 46196"/>
                <a:gd name="connsiteY1" fmla="*/ 17145 h 42862"/>
                <a:gd name="connsiteX2" fmla="*/ 24289 w 46196"/>
                <a:gd name="connsiteY2" fmla="*/ 18097 h 42862"/>
                <a:gd name="connsiteX3" fmla="*/ 17621 w 46196"/>
                <a:gd name="connsiteY3" fmla="*/ 18097 h 42862"/>
                <a:gd name="connsiteX4" fmla="*/ 14288 w 46196"/>
                <a:gd name="connsiteY4" fmla="*/ 19050 h 42862"/>
                <a:gd name="connsiteX5" fmla="*/ 10001 w 46196"/>
                <a:gd name="connsiteY5" fmla="*/ 19526 h 42862"/>
                <a:gd name="connsiteX6" fmla="*/ 8096 w 46196"/>
                <a:gd name="connsiteY6" fmla="*/ 20479 h 42862"/>
                <a:gd name="connsiteX7" fmla="*/ 8572 w 46196"/>
                <a:gd name="connsiteY7" fmla="*/ 20955 h 42862"/>
                <a:gd name="connsiteX8" fmla="*/ 11906 w 46196"/>
                <a:gd name="connsiteY8" fmla="*/ 21907 h 42862"/>
                <a:gd name="connsiteX9" fmla="*/ 13335 w 46196"/>
                <a:gd name="connsiteY9" fmla="*/ 22860 h 42862"/>
                <a:gd name="connsiteX10" fmla="*/ 13811 w 46196"/>
                <a:gd name="connsiteY10" fmla="*/ 24289 h 42862"/>
                <a:gd name="connsiteX11" fmla="*/ 14288 w 46196"/>
                <a:gd name="connsiteY11" fmla="*/ 26670 h 42862"/>
                <a:gd name="connsiteX12" fmla="*/ 13335 w 46196"/>
                <a:gd name="connsiteY12" fmla="*/ 35719 h 42862"/>
                <a:gd name="connsiteX13" fmla="*/ 12382 w 46196"/>
                <a:gd name="connsiteY13" fmla="*/ 36195 h 42862"/>
                <a:gd name="connsiteX14" fmla="*/ 9049 w 46196"/>
                <a:gd name="connsiteY14" fmla="*/ 36671 h 42862"/>
                <a:gd name="connsiteX15" fmla="*/ 8096 w 46196"/>
                <a:gd name="connsiteY15" fmla="*/ 38576 h 42862"/>
                <a:gd name="connsiteX16" fmla="*/ 0 w 46196"/>
                <a:gd name="connsiteY16" fmla="*/ 42863 h 42862"/>
                <a:gd name="connsiteX17" fmla="*/ 4763 w 46196"/>
                <a:gd name="connsiteY17" fmla="*/ 42386 h 42862"/>
                <a:gd name="connsiteX18" fmla="*/ 10954 w 46196"/>
                <a:gd name="connsiteY18" fmla="*/ 42863 h 42862"/>
                <a:gd name="connsiteX19" fmla="*/ 25241 w 46196"/>
                <a:gd name="connsiteY19" fmla="*/ 42386 h 42862"/>
                <a:gd name="connsiteX20" fmla="*/ 30956 w 46196"/>
                <a:gd name="connsiteY20" fmla="*/ 40481 h 42862"/>
                <a:gd name="connsiteX21" fmla="*/ 31432 w 46196"/>
                <a:gd name="connsiteY21" fmla="*/ 39529 h 42862"/>
                <a:gd name="connsiteX22" fmla="*/ 31432 w 46196"/>
                <a:gd name="connsiteY22" fmla="*/ 36195 h 42862"/>
                <a:gd name="connsiteX23" fmla="*/ 32385 w 46196"/>
                <a:gd name="connsiteY23" fmla="*/ 34290 h 42862"/>
                <a:gd name="connsiteX24" fmla="*/ 30956 w 46196"/>
                <a:gd name="connsiteY24" fmla="*/ 32385 h 42862"/>
                <a:gd name="connsiteX25" fmla="*/ 30004 w 46196"/>
                <a:gd name="connsiteY25" fmla="*/ 29051 h 42862"/>
                <a:gd name="connsiteX26" fmla="*/ 30480 w 46196"/>
                <a:gd name="connsiteY26" fmla="*/ 26670 h 42862"/>
                <a:gd name="connsiteX27" fmla="*/ 30004 w 46196"/>
                <a:gd name="connsiteY27" fmla="*/ 22860 h 42862"/>
                <a:gd name="connsiteX28" fmla="*/ 31432 w 46196"/>
                <a:gd name="connsiteY28" fmla="*/ 21431 h 42862"/>
                <a:gd name="connsiteX29" fmla="*/ 32861 w 46196"/>
                <a:gd name="connsiteY29" fmla="*/ 16669 h 42862"/>
                <a:gd name="connsiteX30" fmla="*/ 44767 w 46196"/>
                <a:gd name="connsiteY30" fmla="*/ 0 h 42862"/>
                <a:gd name="connsiteX31" fmla="*/ 40005 w 46196"/>
                <a:gd name="connsiteY31" fmla="*/ 1429 h 42862"/>
                <a:gd name="connsiteX32" fmla="*/ 36671 w 46196"/>
                <a:gd name="connsiteY32" fmla="*/ 3810 h 42862"/>
                <a:gd name="connsiteX33" fmla="*/ 36671 w 46196"/>
                <a:gd name="connsiteY33" fmla="*/ 5239 h 42862"/>
                <a:gd name="connsiteX34" fmla="*/ 38576 w 46196"/>
                <a:gd name="connsiteY34" fmla="*/ 4763 h 42862"/>
                <a:gd name="connsiteX35" fmla="*/ 45720 w 46196"/>
                <a:gd name="connsiteY35" fmla="*/ 1905 h 42862"/>
                <a:gd name="connsiteX36" fmla="*/ 46196 w 46196"/>
                <a:gd name="connsiteY36" fmla="*/ 0 h 42862"/>
                <a:gd name="connsiteX37" fmla="*/ 44767 w 46196"/>
                <a:gd name="connsiteY37"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196" h="42862">
                  <a:moveTo>
                    <a:pt x="32861" y="16669"/>
                  </a:moveTo>
                  <a:lnTo>
                    <a:pt x="27622" y="17145"/>
                  </a:lnTo>
                  <a:lnTo>
                    <a:pt x="24289" y="18097"/>
                  </a:lnTo>
                  <a:lnTo>
                    <a:pt x="17621" y="18097"/>
                  </a:lnTo>
                  <a:lnTo>
                    <a:pt x="14288" y="19050"/>
                  </a:lnTo>
                  <a:lnTo>
                    <a:pt x="10001" y="19526"/>
                  </a:lnTo>
                  <a:lnTo>
                    <a:pt x="8096" y="20479"/>
                  </a:lnTo>
                  <a:lnTo>
                    <a:pt x="8572" y="20955"/>
                  </a:lnTo>
                  <a:lnTo>
                    <a:pt x="11906" y="21907"/>
                  </a:lnTo>
                  <a:lnTo>
                    <a:pt x="13335" y="22860"/>
                  </a:lnTo>
                  <a:lnTo>
                    <a:pt x="13811" y="24289"/>
                  </a:lnTo>
                  <a:lnTo>
                    <a:pt x="14288" y="26670"/>
                  </a:lnTo>
                  <a:lnTo>
                    <a:pt x="13335" y="35719"/>
                  </a:lnTo>
                  <a:lnTo>
                    <a:pt x="12382" y="36195"/>
                  </a:lnTo>
                  <a:lnTo>
                    <a:pt x="9049" y="36671"/>
                  </a:lnTo>
                  <a:lnTo>
                    <a:pt x="8096" y="38576"/>
                  </a:lnTo>
                  <a:lnTo>
                    <a:pt x="0" y="42863"/>
                  </a:lnTo>
                  <a:lnTo>
                    <a:pt x="4763" y="42386"/>
                  </a:lnTo>
                  <a:lnTo>
                    <a:pt x="10954" y="42863"/>
                  </a:lnTo>
                  <a:lnTo>
                    <a:pt x="25241" y="42386"/>
                  </a:lnTo>
                  <a:lnTo>
                    <a:pt x="30956" y="40481"/>
                  </a:lnTo>
                  <a:lnTo>
                    <a:pt x="31432" y="39529"/>
                  </a:lnTo>
                  <a:lnTo>
                    <a:pt x="31432" y="36195"/>
                  </a:lnTo>
                  <a:lnTo>
                    <a:pt x="32385" y="34290"/>
                  </a:lnTo>
                  <a:lnTo>
                    <a:pt x="30956" y="32385"/>
                  </a:lnTo>
                  <a:lnTo>
                    <a:pt x="30004" y="29051"/>
                  </a:lnTo>
                  <a:lnTo>
                    <a:pt x="30480" y="26670"/>
                  </a:lnTo>
                  <a:lnTo>
                    <a:pt x="30004" y="22860"/>
                  </a:lnTo>
                  <a:lnTo>
                    <a:pt x="31432" y="21431"/>
                  </a:lnTo>
                  <a:lnTo>
                    <a:pt x="32861" y="16669"/>
                  </a:lnTo>
                  <a:close/>
                  <a:moveTo>
                    <a:pt x="44767" y="0"/>
                  </a:moveTo>
                  <a:lnTo>
                    <a:pt x="40005" y="1429"/>
                  </a:lnTo>
                  <a:lnTo>
                    <a:pt x="36671" y="3810"/>
                  </a:lnTo>
                  <a:lnTo>
                    <a:pt x="36671" y="5239"/>
                  </a:lnTo>
                  <a:lnTo>
                    <a:pt x="38576" y="4763"/>
                  </a:lnTo>
                  <a:lnTo>
                    <a:pt x="45720" y="1905"/>
                  </a:lnTo>
                  <a:lnTo>
                    <a:pt x="46196" y="0"/>
                  </a:lnTo>
                  <a:lnTo>
                    <a:pt x="44767" y="0"/>
                  </a:lnTo>
                  <a:close/>
                </a:path>
              </a:pathLst>
            </a:custGeom>
            <a:grpFill/>
            <a:ln w="317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FBCB1ED-52C1-4CD0-B756-249CF34C9704}"/>
                </a:ext>
              </a:extLst>
            </p:cNvPr>
            <p:cNvSpPr/>
            <p:nvPr/>
          </p:nvSpPr>
          <p:spPr>
            <a:xfrm>
              <a:off x="6605587" y="2794158"/>
              <a:ext cx="641032" cy="250507"/>
            </a:xfrm>
            <a:custGeom>
              <a:avLst/>
              <a:gdLst>
                <a:gd name="connsiteX0" fmla="*/ 6191 w 641032"/>
                <a:gd name="connsiteY0" fmla="*/ 60007 h 250507"/>
                <a:gd name="connsiteX1" fmla="*/ 10954 w 641032"/>
                <a:gd name="connsiteY1" fmla="*/ 60484 h 250507"/>
                <a:gd name="connsiteX2" fmla="*/ 18574 w 641032"/>
                <a:gd name="connsiteY2" fmla="*/ 59531 h 250507"/>
                <a:gd name="connsiteX3" fmla="*/ 25718 w 641032"/>
                <a:gd name="connsiteY3" fmla="*/ 59531 h 250507"/>
                <a:gd name="connsiteX4" fmla="*/ 23336 w 641032"/>
                <a:gd name="connsiteY4" fmla="*/ 62865 h 250507"/>
                <a:gd name="connsiteX5" fmla="*/ 14288 w 641032"/>
                <a:gd name="connsiteY5" fmla="*/ 66675 h 250507"/>
                <a:gd name="connsiteX6" fmla="*/ 10954 w 641032"/>
                <a:gd name="connsiteY6" fmla="*/ 69056 h 250507"/>
                <a:gd name="connsiteX7" fmla="*/ 7620 w 641032"/>
                <a:gd name="connsiteY7" fmla="*/ 71914 h 250507"/>
                <a:gd name="connsiteX8" fmla="*/ 7620 w 641032"/>
                <a:gd name="connsiteY8" fmla="*/ 74771 h 250507"/>
                <a:gd name="connsiteX9" fmla="*/ 8096 w 641032"/>
                <a:gd name="connsiteY9" fmla="*/ 76676 h 250507"/>
                <a:gd name="connsiteX10" fmla="*/ 7144 w 641032"/>
                <a:gd name="connsiteY10" fmla="*/ 79057 h 250507"/>
                <a:gd name="connsiteX11" fmla="*/ 6191 w 641032"/>
                <a:gd name="connsiteY11" fmla="*/ 81915 h 250507"/>
                <a:gd name="connsiteX12" fmla="*/ 8573 w 641032"/>
                <a:gd name="connsiteY12" fmla="*/ 80963 h 250507"/>
                <a:gd name="connsiteX13" fmla="*/ 10477 w 641032"/>
                <a:gd name="connsiteY13" fmla="*/ 80010 h 250507"/>
                <a:gd name="connsiteX14" fmla="*/ 15240 w 641032"/>
                <a:gd name="connsiteY14" fmla="*/ 74295 h 250507"/>
                <a:gd name="connsiteX15" fmla="*/ 25718 w 641032"/>
                <a:gd name="connsiteY15" fmla="*/ 64770 h 250507"/>
                <a:gd name="connsiteX16" fmla="*/ 32385 w 641032"/>
                <a:gd name="connsiteY16" fmla="*/ 61913 h 250507"/>
                <a:gd name="connsiteX17" fmla="*/ 41910 w 641032"/>
                <a:gd name="connsiteY17" fmla="*/ 57150 h 250507"/>
                <a:gd name="connsiteX18" fmla="*/ 47625 w 641032"/>
                <a:gd name="connsiteY18" fmla="*/ 50959 h 250507"/>
                <a:gd name="connsiteX19" fmla="*/ 50006 w 641032"/>
                <a:gd name="connsiteY19" fmla="*/ 45720 h 250507"/>
                <a:gd name="connsiteX20" fmla="*/ 58579 w 641032"/>
                <a:gd name="connsiteY20" fmla="*/ 44291 h 250507"/>
                <a:gd name="connsiteX21" fmla="*/ 64770 w 641032"/>
                <a:gd name="connsiteY21" fmla="*/ 45244 h 250507"/>
                <a:gd name="connsiteX22" fmla="*/ 70009 w 641032"/>
                <a:gd name="connsiteY22" fmla="*/ 42386 h 250507"/>
                <a:gd name="connsiteX23" fmla="*/ 72866 w 641032"/>
                <a:gd name="connsiteY23" fmla="*/ 41434 h 250507"/>
                <a:gd name="connsiteX24" fmla="*/ 77152 w 641032"/>
                <a:gd name="connsiteY24" fmla="*/ 41910 h 250507"/>
                <a:gd name="connsiteX25" fmla="*/ 93821 w 641032"/>
                <a:gd name="connsiteY25" fmla="*/ 45720 h 250507"/>
                <a:gd name="connsiteX26" fmla="*/ 100013 w 641032"/>
                <a:gd name="connsiteY26" fmla="*/ 44291 h 250507"/>
                <a:gd name="connsiteX27" fmla="*/ 101441 w 641032"/>
                <a:gd name="connsiteY27" fmla="*/ 42386 h 250507"/>
                <a:gd name="connsiteX28" fmla="*/ 102870 w 641032"/>
                <a:gd name="connsiteY28" fmla="*/ 39052 h 250507"/>
                <a:gd name="connsiteX29" fmla="*/ 103823 w 641032"/>
                <a:gd name="connsiteY29" fmla="*/ 35242 h 250507"/>
                <a:gd name="connsiteX30" fmla="*/ 100013 w 641032"/>
                <a:gd name="connsiteY30" fmla="*/ 34290 h 250507"/>
                <a:gd name="connsiteX31" fmla="*/ 79534 w 641032"/>
                <a:gd name="connsiteY31" fmla="*/ 25717 h 250507"/>
                <a:gd name="connsiteX32" fmla="*/ 74295 w 641032"/>
                <a:gd name="connsiteY32" fmla="*/ 22384 h 250507"/>
                <a:gd name="connsiteX33" fmla="*/ 69056 w 641032"/>
                <a:gd name="connsiteY33" fmla="*/ 15240 h 250507"/>
                <a:gd name="connsiteX34" fmla="*/ 66675 w 641032"/>
                <a:gd name="connsiteY34" fmla="*/ 10001 h 250507"/>
                <a:gd name="connsiteX35" fmla="*/ 67627 w 641032"/>
                <a:gd name="connsiteY35" fmla="*/ 5239 h 250507"/>
                <a:gd name="connsiteX36" fmla="*/ 62865 w 641032"/>
                <a:gd name="connsiteY36" fmla="*/ 4763 h 250507"/>
                <a:gd name="connsiteX37" fmla="*/ 61436 w 641032"/>
                <a:gd name="connsiteY37" fmla="*/ 4763 h 250507"/>
                <a:gd name="connsiteX38" fmla="*/ 60484 w 641032"/>
                <a:gd name="connsiteY38" fmla="*/ 5715 h 250507"/>
                <a:gd name="connsiteX39" fmla="*/ 58579 w 641032"/>
                <a:gd name="connsiteY39" fmla="*/ 5715 h 250507"/>
                <a:gd name="connsiteX40" fmla="*/ 55721 w 641032"/>
                <a:gd name="connsiteY40" fmla="*/ 5715 h 250507"/>
                <a:gd name="connsiteX41" fmla="*/ 52864 w 641032"/>
                <a:gd name="connsiteY41" fmla="*/ 6667 h 250507"/>
                <a:gd name="connsiteX42" fmla="*/ 51435 w 641032"/>
                <a:gd name="connsiteY42" fmla="*/ 7144 h 250507"/>
                <a:gd name="connsiteX43" fmla="*/ 49530 w 641032"/>
                <a:gd name="connsiteY43" fmla="*/ 6191 h 250507"/>
                <a:gd name="connsiteX44" fmla="*/ 45720 w 641032"/>
                <a:gd name="connsiteY44" fmla="*/ 2857 h 250507"/>
                <a:gd name="connsiteX45" fmla="*/ 43339 w 641032"/>
                <a:gd name="connsiteY45" fmla="*/ 476 h 250507"/>
                <a:gd name="connsiteX46" fmla="*/ 41434 w 641032"/>
                <a:gd name="connsiteY46" fmla="*/ 0 h 250507"/>
                <a:gd name="connsiteX47" fmla="*/ 39529 w 641032"/>
                <a:gd name="connsiteY47" fmla="*/ 476 h 250507"/>
                <a:gd name="connsiteX48" fmla="*/ 33338 w 641032"/>
                <a:gd name="connsiteY48" fmla="*/ 1429 h 250507"/>
                <a:gd name="connsiteX49" fmla="*/ 31909 w 641032"/>
                <a:gd name="connsiteY49" fmla="*/ 2857 h 250507"/>
                <a:gd name="connsiteX50" fmla="*/ 29051 w 641032"/>
                <a:gd name="connsiteY50" fmla="*/ 4286 h 250507"/>
                <a:gd name="connsiteX51" fmla="*/ 26194 w 641032"/>
                <a:gd name="connsiteY51" fmla="*/ 4763 h 250507"/>
                <a:gd name="connsiteX52" fmla="*/ 21907 w 641032"/>
                <a:gd name="connsiteY52" fmla="*/ 5239 h 250507"/>
                <a:gd name="connsiteX53" fmla="*/ 19526 w 641032"/>
                <a:gd name="connsiteY53" fmla="*/ 5239 h 250507"/>
                <a:gd name="connsiteX54" fmla="*/ 18098 w 641032"/>
                <a:gd name="connsiteY54" fmla="*/ 5715 h 250507"/>
                <a:gd name="connsiteX55" fmla="*/ 17145 w 641032"/>
                <a:gd name="connsiteY55" fmla="*/ 7620 h 250507"/>
                <a:gd name="connsiteX56" fmla="*/ 16669 w 641032"/>
                <a:gd name="connsiteY56" fmla="*/ 9525 h 250507"/>
                <a:gd name="connsiteX57" fmla="*/ 16193 w 641032"/>
                <a:gd name="connsiteY57" fmla="*/ 10477 h 250507"/>
                <a:gd name="connsiteX58" fmla="*/ 10954 w 641032"/>
                <a:gd name="connsiteY58" fmla="*/ 11430 h 250507"/>
                <a:gd name="connsiteX59" fmla="*/ 10001 w 641032"/>
                <a:gd name="connsiteY59" fmla="*/ 12382 h 250507"/>
                <a:gd name="connsiteX60" fmla="*/ 9525 w 641032"/>
                <a:gd name="connsiteY60" fmla="*/ 13335 h 250507"/>
                <a:gd name="connsiteX61" fmla="*/ 9525 w 641032"/>
                <a:gd name="connsiteY61" fmla="*/ 14288 h 250507"/>
                <a:gd name="connsiteX62" fmla="*/ 12382 w 641032"/>
                <a:gd name="connsiteY62" fmla="*/ 15240 h 250507"/>
                <a:gd name="connsiteX63" fmla="*/ 14288 w 641032"/>
                <a:gd name="connsiteY63" fmla="*/ 16669 h 250507"/>
                <a:gd name="connsiteX64" fmla="*/ 15240 w 641032"/>
                <a:gd name="connsiteY64" fmla="*/ 18097 h 250507"/>
                <a:gd name="connsiteX65" fmla="*/ 17145 w 641032"/>
                <a:gd name="connsiteY65" fmla="*/ 19050 h 250507"/>
                <a:gd name="connsiteX66" fmla="*/ 18574 w 641032"/>
                <a:gd name="connsiteY66" fmla="*/ 19526 h 250507"/>
                <a:gd name="connsiteX67" fmla="*/ 19526 w 641032"/>
                <a:gd name="connsiteY67" fmla="*/ 23336 h 250507"/>
                <a:gd name="connsiteX68" fmla="*/ 20002 w 641032"/>
                <a:gd name="connsiteY68" fmla="*/ 27622 h 250507"/>
                <a:gd name="connsiteX69" fmla="*/ 19050 w 641032"/>
                <a:gd name="connsiteY69" fmla="*/ 29527 h 250507"/>
                <a:gd name="connsiteX70" fmla="*/ 16669 w 641032"/>
                <a:gd name="connsiteY70" fmla="*/ 30004 h 250507"/>
                <a:gd name="connsiteX71" fmla="*/ 9525 w 641032"/>
                <a:gd name="connsiteY71" fmla="*/ 34290 h 250507"/>
                <a:gd name="connsiteX72" fmla="*/ 9525 w 641032"/>
                <a:gd name="connsiteY72" fmla="*/ 38100 h 250507"/>
                <a:gd name="connsiteX73" fmla="*/ 9525 w 641032"/>
                <a:gd name="connsiteY73" fmla="*/ 40005 h 250507"/>
                <a:gd name="connsiteX74" fmla="*/ 9525 w 641032"/>
                <a:gd name="connsiteY74" fmla="*/ 41434 h 250507"/>
                <a:gd name="connsiteX75" fmla="*/ 10477 w 641032"/>
                <a:gd name="connsiteY75" fmla="*/ 42386 h 250507"/>
                <a:gd name="connsiteX76" fmla="*/ 10477 w 641032"/>
                <a:gd name="connsiteY76" fmla="*/ 43815 h 250507"/>
                <a:gd name="connsiteX77" fmla="*/ 9525 w 641032"/>
                <a:gd name="connsiteY77" fmla="*/ 45720 h 250507"/>
                <a:gd name="connsiteX78" fmla="*/ 6668 w 641032"/>
                <a:gd name="connsiteY78" fmla="*/ 48577 h 250507"/>
                <a:gd name="connsiteX79" fmla="*/ 4763 w 641032"/>
                <a:gd name="connsiteY79" fmla="*/ 50959 h 250507"/>
                <a:gd name="connsiteX80" fmla="*/ 2381 w 641032"/>
                <a:gd name="connsiteY80" fmla="*/ 53816 h 250507"/>
                <a:gd name="connsiteX81" fmla="*/ 952 w 641032"/>
                <a:gd name="connsiteY81" fmla="*/ 54292 h 250507"/>
                <a:gd name="connsiteX82" fmla="*/ 0 w 641032"/>
                <a:gd name="connsiteY82" fmla="*/ 54769 h 250507"/>
                <a:gd name="connsiteX83" fmla="*/ 952 w 641032"/>
                <a:gd name="connsiteY83" fmla="*/ 56674 h 250507"/>
                <a:gd name="connsiteX84" fmla="*/ 2381 w 641032"/>
                <a:gd name="connsiteY84" fmla="*/ 59531 h 250507"/>
                <a:gd name="connsiteX85" fmla="*/ 6191 w 641032"/>
                <a:gd name="connsiteY85" fmla="*/ 60007 h 250507"/>
                <a:gd name="connsiteX86" fmla="*/ 638175 w 641032"/>
                <a:gd name="connsiteY86" fmla="*/ 190976 h 250507"/>
                <a:gd name="connsiteX87" fmla="*/ 635318 w 641032"/>
                <a:gd name="connsiteY87" fmla="*/ 188595 h 250507"/>
                <a:gd name="connsiteX88" fmla="*/ 631507 w 641032"/>
                <a:gd name="connsiteY88" fmla="*/ 186214 h 250507"/>
                <a:gd name="connsiteX89" fmla="*/ 630555 w 641032"/>
                <a:gd name="connsiteY89" fmla="*/ 185738 h 250507"/>
                <a:gd name="connsiteX90" fmla="*/ 630555 w 641032"/>
                <a:gd name="connsiteY90" fmla="*/ 182880 h 250507"/>
                <a:gd name="connsiteX91" fmla="*/ 630555 w 641032"/>
                <a:gd name="connsiteY91" fmla="*/ 180975 h 250507"/>
                <a:gd name="connsiteX92" fmla="*/ 630079 w 641032"/>
                <a:gd name="connsiteY92" fmla="*/ 179070 h 250507"/>
                <a:gd name="connsiteX93" fmla="*/ 629126 w 641032"/>
                <a:gd name="connsiteY93" fmla="*/ 178117 h 250507"/>
                <a:gd name="connsiteX94" fmla="*/ 629126 w 641032"/>
                <a:gd name="connsiteY94" fmla="*/ 177165 h 250507"/>
                <a:gd name="connsiteX95" fmla="*/ 630555 w 641032"/>
                <a:gd name="connsiteY95" fmla="*/ 175260 h 250507"/>
                <a:gd name="connsiteX96" fmla="*/ 629602 w 641032"/>
                <a:gd name="connsiteY96" fmla="*/ 173831 h 250507"/>
                <a:gd name="connsiteX97" fmla="*/ 623888 w 641032"/>
                <a:gd name="connsiteY97" fmla="*/ 170497 h 250507"/>
                <a:gd name="connsiteX98" fmla="*/ 621982 w 641032"/>
                <a:gd name="connsiteY98" fmla="*/ 169069 h 250507"/>
                <a:gd name="connsiteX99" fmla="*/ 618173 w 641032"/>
                <a:gd name="connsiteY99" fmla="*/ 168592 h 250507"/>
                <a:gd name="connsiteX100" fmla="*/ 617696 w 641032"/>
                <a:gd name="connsiteY100" fmla="*/ 167640 h 250507"/>
                <a:gd name="connsiteX101" fmla="*/ 618173 w 641032"/>
                <a:gd name="connsiteY101" fmla="*/ 165259 h 250507"/>
                <a:gd name="connsiteX102" fmla="*/ 619601 w 641032"/>
                <a:gd name="connsiteY102" fmla="*/ 162401 h 250507"/>
                <a:gd name="connsiteX103" fmla="*/ 621506 w 641032"/>
                <a:gd name="connsiteY103" fmla="*/ 159544 h 250507"/>
                <a:gd name="connsiteX104" fmla="*/ 621982 w 641032"/>
                <a:gd name="connsiteY104" fmla="*/ 158115 h 250507"/>
                <a:gd name="connsiteX105" fmla="*/ 622935 w 641032"/>
                <a:gd name="connsiteY105" fmla="*/ 155734 h 250507"/>
                <a:gd name="connsiteX106" fmla="*/ 623411 w 641032"/>
                <a:gd name="connsiteY106" fmla="*/ 153829 h 250507"/>
                <a:gd name="connsiteX107" fmla="*/ 625793 w 641032"/>
                <a:gd name="connsiteY107" fmla="*/ 151447 h 250507"/>
                <a:gd name="connsiteX108" fmla="*/ 625793 w 641032"/>
                <a:gd name="connsiteY108" fmla="*/ 150971 h 250507"/>
                <a:gd name="connsiteX109" fmla="*/ 625317 w 641032"/>
                <a:gd name="connsiteY109" fmla="*/ 150019 h 250507"/>
                <a:gd name="connsiteX110" fmla="*/ 623411 w 641032"/>
                <a:gd name="connsiteY110" fmla="*/ 149542 h 250507"/>
                <a:gd name="connsiteX111" fmla="*/ 621506 w 641032"/>
                <a:gd name="connsiteY111" fmla="*/ 149542 h 250507"/>
                <a:gd name="connsiteX112" fmla="*/ 620554 w 641032"/>
                <a:gd name="connsiteY112" fmla="*/ 149066 h 250507"/>
                <a:gd name="connsiteX113" fmla="*/ 620077 w 641032"/>
                <a:gd name="connsiteY113" fmla="*/ 147638 h 250507"/>
                <a:gd name="connsiteX114" fmla="*/ 620554 w 641032"/>
                <a:gd name="connsiteY114" fmla="*/ 142399 h 250507"/>
                <a:gd name="connsiteX115" fmla="*/ 620077 w 641032"/>
                <a:gd name="connsiteY115" fmla="*/ 139065 h 250507"/>
                <a:gd name="connsiteX116" fmla="*/ 619125 w 641032"/>
                <a:gd name="connsiteY116" fmla="*/ 136684 h 250507"/>
                <a:gd name="connsiteX117" fmla="*/ 619601 w 641032"/>
                <a:gd name="connsiteY117" fmla="*/ 131445 h 250507"/>
                <a:gd name="connsiteX118" fmla="*/ 618173 w 641032"/>
                <a:gd name="connsiteY118" fmla="*/ 130492 h 250507"/>
                <a:gd name="connsiteX119" fmla="*/ 616268 w 641032"/>
                <a:gd name="connsiteY119" fmla="*/ 127635 h 250507"/>
                <a:gd name="connsiteX120" fmla="*/ 615315 w 641032"/>
                <a:gd name="connsiteY120" fmla="*/ 125254 h 250507"/>
                <a:gd name="connsiteX121" fmla="*/ 615792 w 641032"/>
                <a:gd name="connsiteY121" fmla="*/ 124301 h 250507"/>
                <a:gd name="connsiteX122" fmla="*/ 616268 w 641032"/>
                <a:gd name="connsiteY122" fmla="*/ 122872 h 250507"/>
                <a:gd name="connsiteX123" fmla="*/ 616744 w 641032"/>
                <a:gd name="connsiteY123" fmla="*/ 120967 h 250507"/>
                <a:gd name="connsiteX124" fmla="*/ 616744 w 641032"/>
                <a:gd name="connsiteY124" fmla="*/ 119539 h 250507"/>
                <a:gd name="connsiteX125" fmla="*/ 614839 w 641032"/>
                <a:gd name="connsiteY125" fmla="*/ 118110 h 250507"/>
                <a:gd name="connsiteX126" fmla="*/ 613410 w 641032"/>
                <a:gd name="connsiteY126" fmla="*/ 116681 h 250507"/>
                <a:gd name="connsiteX127" fmla="*/ 613410 w 641032"/>
                <a:gd name="connsiteY127" fmla="*/ 115253 h 250507"/>
                <a:gd name="connsiteX128" fmla="*/ 612934 w 641032"/>
                <a:gd name="connsiteY128" fmla="*/ 113347 h 250507"/>
                <a:gd name="connsiteX129" fmla="*/ 611981 w 641032"/>
                <a:gd name="connsiteY129" fmla="*/ 111919 h 250507"/>
                <a:gd name="connsiteX130" fmla="*/ 611505 w 641032"/>
                <a:gd name="connsiteY130" fmla="*/ 110966 h 250507"/>
                <a:gd name="connsiteX131" fmla="*/ 611981 w 641032"/>
                <a:gd name="connsiteY131" fmla="*/ 110490 h 250507"/>
                <a:gd name="connsiteX132" fmla="*/ 614839 w 641032"/>
                <a:gd name="connsiteY132" fmla="*/ 110014 h 250507"/>
                <a:gd name="connsiteX133" fmla="*/ 618649 w 641032"/>
                <a:gd name="connsiteY133" fmla="*/ 110490 h 250507"/>
                <a:gd name="connsiteX134" fmla="*/ 621982 w 641032"/>
                <a:gd name="connsiteY134" fmla="*/ 110490 h 250507"/>
                <a:gd name="connsiteX135" fmla="*/ 623888 w 641032"/>
                <a:gd name="connsiteY135" fmla="*/ 109538 h 250507"/>
                <a:gd name="connsiteX136" fmla="*/ 626269 w 641032"/>
                <a:gd name="connsiteY136" fmla="*/ 100013 h 250507"/>
                <a:gd name="connsiteX137" fmla="*/ 628174 w 641032"/>
                <a:gd name="connsiteY137" fmla="*/ 97631 h 250507"/>
                <a:gd name="connsiteX138" fmla="*/ 630555 w 641032"/>
                <a:gd name="connsiteY138" fmla="*/ 96202 h 250507"/>
                <a:gd name="connsiteX139" fmla="*/ 635318 w 641032"/>
                <a:gd name="connsiteY139" fmla="*/ 99536 h 250507"/>
                <a:gd name="connsiteX140" fmla="*/ 637223 w 641032"/>
                <a:gd name="connsiteY140" fmla="*/ 100965 h 250507"/>
                <a:gd name="connsiteX141" fmla="*/ 638651 w 641032"/>
                <a:gd name="connsiteY141" fmla="*/ 100965 h 250507"/>
                <a:gd name="connsiteX142" fmla="*/ 637699 w 641032"/>
                <a:gd name="connsiteY142" fmla="*/ 99536 h 250507"/>
                <a:gd name="connsiteX143" fmla="*/ 637223 w 641032"/>
                <a:gd name="connsiteY143" fmla="*/ 98584 h 250507"/>
                <a:gd name="connsiteX144" fmla="*/ 636270 w 641032"/>
                <a:gd name="connsiteY144" fmla="*/ 96679 h 250507"/>
                <a:gd name="connsiteX145" fmla="*/ 630555 w 641032"/>
                <a:gd name="connsiteY145" fmla="*/ 90964 h 250507"/>
                <a:gd name="connsiteX146" fmla="*/ 625317 w 641032"/>
                <a:gd name="connsiteY146" fmla="*/ 86677 h 250507"/>
                <a:gd name="connsiteX147" fmla="*/ 621506 w 641032"/>
                <a:gd name="connsiteY147" fmla="*/ 84772 h 250507"/>
                <a:gd name="connsiteX148" fmla="*/ 617696 w 641032"/>
                <a:gd name="connsiteY148" fmla="*/ 84772 h 250507"/>
                <a:gd name="connsiteX149" fmla="*/ 611981 w 641032"/>
                <a:gd name="connsiteY149" fmla="*/ 85725 h 250507"/>
                <a:gd name="connsiteX150" fmla="*/ 609600 w 641032"/>
                <a:gd name="connsiteY150" fmla="*/ 85249 h 250507"/>
                <a:gd name="connsiteX151" fmla="*/ 604361 w 641032"/>
                <a:gd name="connsiteY151" fmla="*/ 83344 h 250507"/>
                <a:gd name="connsiteX152" fmla="*/ 600075 w 641032"/>
                <a:gd name="connsiteY152" fmla="*/ 80963 h 250507"/>
                <a:gd name="connsiteX153" fmla="*/ 600551 w 641032"/>
                <a:gd name="connsiteY153" fmla="*/ 80010 h 250507"/>
                <a:gd name="connsiteX154" fmla="*/ 601504 w 641032"/>
                <a:gd name="connsiteY154" fmla="*/ 79534 h 250507"/>
                <a:gd name="connsiteX155" fmla="*/ 600551 w 641032"/>
                <a:gd name="connsiteY155" fmla="*/ 76676 h 250507"/>
                <a:gd name="connsiteX156" fmla="*/ 598170 w 641032"/>
                <a:gd name="connsiteY156" fmla="*/ 71914 h 250507"/>
                <a:gd name="connsiteX157" fmla="*/ 598646 w 641032"/>
                <a:gd name="connsiteY157" fmla="*/ 70485 h 250507"/>
                <a:gd name="connsiteX158" fmla="*/ 597694 w 641032"/>
                <a:gd name="connsiteY158" fmla="*/ 68580 h 250507"/>
                <a:gd name="connsiteX159" fmla="*/ 596742 w 641032"/>
                <a:gd name="connsiteY159" fmla="*/ 67151 h 250507"/>
                <a:gd name="connsiteX160" fmla="*/ 600075 w 641032"/>
                <a:gd name="connsiteY160" fmla="*/ 63341 h 250507"/>
                <a:gd name="connsiteX161" fmla="*/ 601504 w 641032"/>
                <a:gd name="connsiteY161" fmla="*/ 60484 h 250507"/>
                <a:gd name="connsiteX162" fmla="*/ 601980 w 641032"/>
                <a:gd name="connsiteY162" fmla="*/ 57626 h 250507"/>
                <a:gd name="connsiteX163" fmla="*/ 601027 w 641032"/>
                <a:gd name="connsiteY163" fmla="*/ 54769 h 250507"/>
                <a:gd name="connsiteX164" fmla="*/ 598646 w 641032"/>
                <a:gd name="connsiteY164" fmla="*/ 49530 h 250507"/>
                <a:gd name="connsiteX165" fmla="*/ 597218 w 641032"/>
                <a:gd name="connsiteY165" fmla="*/ 48101 h 250507"/>
                <a:gd name="connsiteX166" fmla="*/ 594836 w 641032"/>
                <a:gd name="connsiteY166" fmla="*/ 46672 h 250507"/>
                <a:gd name="connsiteX167" fmla="*/ 592931 w 641032"/>
                <a:gd name="connsiteY167" fmla="*/ 44291 h 250507"/>
                <a:gd name="connsiteX168" fmla="*/ 592455 w 641032"/>
                <a:gd name="connsiteY168" fmla="*/ 42386 h 250507"/>
                <a:gd name="connsiteX169" fmla="*/ 592455 w 641032"/>
                <a:gd name="connsiteY169" fmla="*/ 41434 h 250507"/>
                <a:gd name="connsiteX170" fmla="*/ 591979 w 641032"/>
                <a:gd name="connsiteY170" fmla="*/ 40481 h 250507"/>
                <a:gd name="connsiteX171" fmla="*/ 591026 w 641032"/>
                <a:gd name="connsiteY171" fmla="*/ 39529 h 250507"/>
                <a:gd name="connsiteX172" fmla="*/ 589598 w 641032"/>
                <a:gd name="connsiteY172" fmla="*/ 39052 h 250507"/>
                <a:gd name="connsiteX173" fmla="*/ 586740 w 641032"/>
                <a:gd name="connsiteY173" fmla="*/ 39052 h 250507"/>
                <a:gd name="connsiteX174" fmla="*/ 584359 w 641032"/>
                <a:gd name="connsiteY174" fmla="*/ 38576 h 250507"/>
                <a:gd name="connsiteX175" fmla="*/ 582454 w 641032"/>
                <a:gd name="connsiteY175" fmla="*/ 37147 h 250507"/>
                <a:gd name="connsiteX176" fmla="*/ 581977 w 641032"/>
                <a:gd name="connsiteY176" fmla="*/ 36195 h 250507"/>
                <a:gd name="connsiteX177" fmla="*/ 582930 w 641032"/>
                <a:gd name="connsiteY177" fmla="*/ 35242 h 250507"/>
                <a:gd name="connsiteX178" fmla="*/ 581977 w 641032"/>
                <a:gd name="connsiteY178" fmla="*/ 34290 h 250507"/>
                <a:gd name="connsiteX179" fmla="*/ 578644 w 641032"/>
                <a:gd name="connsiteY179" fmla="*/ 32385 h 250507"/>
                <a:gd name="connsiteX180" fmla="*/ 573405 w 641032"/>
                <a:gd name="connsiteY180" fmla="*/ 27622 h 250507"/>
                <a:gd name="connsiteX181" fmla="*/ 570548 w 641032"/>
                <a:gd name="connsiteY181" fmla="*/ 26670 h 250507"/>
                <a:gd name="connsiteX182" fmla="*/ 569595 w 641032"/>
                <a:gd name="connsiteY182" fmla="*/ 23813 h 250507"/>
                <a:gd name="connsiteX183" fmla="*/ 568643 w 641032"/>
                <a:gd name="connsiteY183" fmla="*/ 23336 h 250507"/>
                <a:gd name="connsiteX184" fmla="*/ 566261 w 641032"/>
                <a:gd name="connsiteY184" fmla="*/ 22860 h 250507"/>
                <a:gd name="connsiteX185" fmla="*/ 563880 w 641032"/>
                <a:gd name="connsiteY185" fmla="*/ 23336 h 250507"/>
                <a:gd name="connsiteX186" fmla="*/ 563404 w 641032"/>
                <a:gd name="connsiteY186" fmla="*/ 23813 h 250507"/>
                <a:gd name="connsiteX187" fmla="*/ 562451 w 641032"/>
                <a:gd name="connsiteY187" fmla="*/ 24289 h 250507"/>
                <a:gd name="connsiteX188" fmla="*/ 560546 w 641032"/>
                <a:gd name="connsiteY188" fmla="*/ 28099 h 250507"/>
                <a:gd name="connsiteX189" fmla="*/ 559118 w 641032"/>
                <a:gd name="connsiteY189" fmla="*/ 29527 h 250507"/>
                <a:gd name="connsiteX190" fmla="*/ 555784 w 641032"/>
                <a:gd name="connsiteY190" fmla="*/ 29051 h 250507"/>
                <a:gd name="connsiteX191" fmla="*/ 552926 w 641032"/>
                <a:gd name="connsiteY191" fmla="*/ 28099 h 250507"/>
                <a:gd name="connsiteX192" fmla="*/ 550545 w 641032"/>
                <a:gd name="connsiteY192" fmla="*/ 27622 h 250507"/>
                <a:gd name="connsiteX193" fmla="*/ 545782 w 641032"/>
                <a:gd name="connsiteY193" fmla="*/ 27146 h 250507"/>
                <a:gd name="connsiteX194" fmla="*/ 540544 w 641032"/>
                <a:gd name="connsiteY194" fmla="*/ 27146 h 250507"/>
                <a:gd name="connsiteX195" fmla="*/ 537210 w 641032"/>
                <a:gd name="connsiteY195" fmla="*/ 29527 h 250507"/>
                <a:gd name="connsiteX196" fmla="*/ 535781 w 641032"/>
                <a:gd name="connsiteY196" fmla="*/ 29051 h 250507"/>
                <a:gd name="connsiteX197" fmla="*/ 532924 w 641032"/>
                <a:gd name="connsiteY197" fmla="*/ 27622 h 250507"/>
                <a:gd name="connsiteX198" fmla="*/ 528638 w 641032"/>
                <a:gd name="connsiteY198" fmla="*/ 26670 h 250507"/>
                <a:gd name="connsiteX199" fmla="*/ 526256 w 641032"/>
                <a:gd name="connsiteY199" fmla="*/ 25717 h 250507"/>
                <a:gd name="connsiteX200" fmla="*/ 522923 w 641032"/>
                <a:gd name="connsiteY200" fmla="*/ 29527 h 250507"/>
                <a:gd name="connsiteX201" fmla="*/ 511493 w 641032"/>
                <a:gd name="connsiteY201" fmla="*/ 36195 h 250507"/>
                <a:gd name="connsiteX202" fmla="*/ 507206 w 641032"/>
                <a:gd name="connsiteY202" fmla="*/ 38100 h 250507"/>
                <a:gd name="connsiteX203" fmla="*/ 502444 w 641032"/>
                <a:gd name="connsiteY203" fmla="*/ 39052 h 250507"/>
                <a:gd name="connsiteX204" fmla="*/ 498157 w 641032"/>
                <a:gd name="connsiteY204" fmla="*/ 42386 h 250507"/>
                <a:gd name="connsiteX205" fmla="*/ 483870 w 641032"/>
                <a:gd name="connsiteY205" fmla="*/ 48101 h 250507"/>
                <a:gd name="connsiteX206" fmla="*/ 479107 w 641032"/>
                <a:gd name="connsiteY206" fmla="*/ 49054 h 250507"/>
                <a:gd name="connsiteX207" fmla="*/ 474821 w 641032"/>
                <a:gd name="connsiteY207" fmla="*/ 47625 h 250507"/>
                <a:gd name="connsiteX208" fmla="*/ 471964 w 641032"/>
                <a:gd name="connsiteY208" fmla="*/ 48101 h 250507"/>
                <a:gd name="connsiteX209" fmla="*/ 468630 w 641032"/>
                <a:gd name="connsiteY209" fmla="*/ 47625 h 250507"/>
                <a:gd name="connsiteX210" fmla="*/ 455771 w 641032"/>
                <a:gd name="connsiteY210" fmla="*/ 42863 h 250507"/>
                <a:gd name="connsiteX211" fmla="*/ 436245 w 641032"/>
                <a:gd name="connsiteY211" fmla="*/ 46196 h 250507"/>
                <a:gd name="connsiteX212" fmla="*/ 426244 w 641032"/>
                <a:gd name="connsiteY212" fmla="*/ 49530 h 250507"/>
                <a:gd name="connsiteX213" fmla="*/ 420052 w 641032"/>
                <a:gd name="connsiteY213" fmla="*/ 50006 h 250507"/>
                <a:gd name="connsiteX214" fmla="*/ 403860 w 641032"/>
                <a:gd name="connsiteY214" fmla="*/ 46672 h 250507"/>
                <a:gd name="connsiteX215" fmla="*/ 399098 w 641032"/>
                <a:gd name="connsiteY215" fmla="*/ 43815 h 250507"/>
                <a:gd name="connsiteX216" fmla="*/ 387668 w 641032"/>
                <a:gd name="connsiteY216" fmla="*/ 42386 h 250507"/>
                <a:gd name="connsiteX217" fmla="*/ 375285 w 641032"/>
                <a:gd name="connsiteY217" fmla="*/ 39529 h 250507"/>
                <a:gd name="connsiteX218" fmla="*/ 372904 w 641032"/>
                <a:gd name="connsiteY218" fmla="*/ 35719 h 250507"/>
                <a:gd name="connsiteX219" fmla="*/ 365760 w 641032"/>
                <a:gd name="connsiteY219" fmla="*/ 32385 h 250507"/>
                <a:gd name="connsiteX220" fmla="*/ 361474 w 641032"/>
                <a:gd name="connsiteY220" fmla="*/ 32861 h 250507"/>
                <a:gd name="connsiteX221" fmla="*/ 359569 w 641032"/>
                <a:gd name="connsiteY221" fmla="*/ 33814 h 250507"/>
                <a:gd name="connsiteX222" fmla="*/ 356711 w 641032"/>
                <a:gd name="connsiteY222" fmla="*/ 36195 h 250507"/>
                <a:gd name="connsiteX223" fmla="*/ 353377 w 641032"/>
                <a:gd name="connsiteY223" fmla="*/ 35719 h 250507"/>
                <a:gd name="connsiteX224" fmla="*/ 349091 w 641032"/>
                <a:gd name="connsiteY224" fmla="*/ 33338 h 250507"/>
                <a:gd name="connsiteX225" fmla="*/ 345757 w 641032"/>
                <a:gd name="connsiteY225" fmla="*/ 29527 h 250507"/>
                <a:gd name="connsiteX226" fmla="*/ 341471 w 641032"/>
                <a:gd name="connsiteY226" fmla="*/ 19050 h 250507"/>
                <a:gd name="connsiteX227" fmla="*/ 339090 w 641032"/>
                <a:gd name="connsiteY227" fmla="*/ 18097 h 250507"/>
                <a:gd name="connsiteX228" fmla="*/ 337185 w 641032"/>
                <a:gd name="connsiteY228" fmla="*/ 17621 h 250507"/>
                <a:gd name="connsiteX229" fmla="*/ 324802 w 641032"/>
                <a:gd name="connsiteY229" fmla="*/ 20955 h 250507"/>
                <a:gd name="connsiteX230" fmla="*/ 315754 w 641032"/>
                <a:gd name="connsiteY230" fmla="*/ 17145 h 250507"/>
                <a:gd name="connsiteX231" fmla="*/ 312896 w 641032"/>
                <a:gd name="connsiteY231" fmla="*/ 14288 h 250507"/>
                <a:gd name="connsiteX232" fmla="*/ 310039 w 641032"/>
                <a:gd name="connsiteY232" fmla="*/ 10477 h 250507"/>
                <a:gd name="connsiteX233" fmla="*/ 309563 w 641032"/>
                <a:gd name="connsiteY233" fmla="*/ 7620 h 250507"/>
                <a:gd name="connsiteX234" fmla="*/ 310515 w 641032"/>
                <a:gd name="connsiteY234" fmla="*/ 6191 h 250507"/>
                <a:gd name="connsiteX235" fmla="*/ 310991 w 641032"/>
                <a:gd name="connsiteY235" fmla="*/ 4763 h 250507"/>
                <a:gd name="connsiteX236" fmla="*/ 305752 w 641032"/>
                <a:gd name="connsiteY236" fmla="*/ 3334 h 250507"/>
                <a:gd name="connsiteX237" fmla="*/ 297180 w 641032"/>
                <a:gd name="connsiteY237" fmla="*/ 7620 h 250507"/>
                <a:gd name="connsiteX238" fmla="*/ 278130 w 641032"/>
                <a:gd name="connsiteY238" fmla="*/ 7144 h 250507"/>
                <a:gd name="connsiteX239" fmla="*/ 250507 w 641032"/>
                <a:gd name="connsiteY239" fmla="*/ 4763 h 250507"/>
                <a:gd name="connsiteX240" fmla="*/ 247174 w 641032"/>
                <a:gd name="connsiteY240" fmla="*/ 5239 h 250507"/>
                <a:gd name="connsiteX241" fmla="*/ 235744 w 641032"/>
                <a:gd name="connsiteY241" fmla="*/ 10001 h 250507"/>
                <a:gd name="connsiteX242" fmla="*/ 221932 w 641032"/>
                <a:gd name="connsiteY242" fmla="*/ 13335 h 250507"/>
                <a:gd name="connsiteX243" fmla="*/ 213836 w 641032"/>
                <a:gd name="connsiteY243" fmla="*/ 16669 h 250507"/>
                <a:gd name="connsiteX244" fmla="*/ 206216 w 641032"/>
                <a:gd name="connsiteY244" fmla="*/ 22384 h 250507"/>
                <a:gd name="connsiteX245" fmla="*/ 184785 w 641032"/>
                <a:gd name="connsiteY245" fmla="*/ 33338 h 250507"/>
                <a:gd name="connsiteX246" fmla="*/ 180975 w 641032"/>
                <a:gd name="connsiteY246" fmla="*/ 40005 h 250507"/>
                <a:gd name="connsiteX247" fmla="*/ 177641 w 641032"/>
                <a:gd name="connsiteY247" fmla="*/ 41910 h 250507"/>
                <a:gd name="connsiteX248" fmla="*/ 162401 w 641032"/>
                <a:gd name="connsiteY248" fmla="*/ 42863 h 250507"/>
                <a:gd name="connsiteX249" fmla="*/ 146685 w 641032"/>
                <a:gd name="connsiteY249" fmla="*/ 38576 h 250507"/>
                <a:gd name="connsiteX250" fmla="*/ 132398 w 641032"/>
                <a:gd name="connsiteY250" fmla="*/ 40481 h 250507"/>
                <a:gd name="connsiteX251" fmla="*/ 111919 w 641032"/>
                <a:gd name="connsiteY251" fmla="*/ 37624 h 250507"/>
                <a:gd name="connsiteX252" fmla="*/ 106204 w 641032"/>
                <a:gd name="connsiteY252" fmla="*/ 38100 h 250507"/>
                <a:gd name="connsiteX253" fmla="*/ 104299 w 641032"/>
                <a:gd name="connsiteY253" fmla="*/ 40005 h 250507"/>
                <a:gd name="connsiteX254" fmla="*/ 103346 w 641032"/>
                <a:gd name="connsiteY254" fmla="*/ 42863 h 250507"/>
                <a:gd name="connsiteX255" fmla="*/ 102394 w 641032"/>
                <a:gd name="connsiteY255" fmla="*/ 46672 h 250507"/>
                <a:gd name="connsiteX256" fmla="*/ 103823 w 641032"/>
                <a:gd name="connsiteY256" fmla="*/ 48577 h 250507"/>
                <a:gd name="connsiteX257" fmla="*/ 104775 w 641032"/>
                <a:gd name="connsiteY257" fmla="*/ 49530 h 250507"/>
                <a:gd name="connsiteX258" fmla="*/ 109538 w 641032"/>
                <a:gd name="connsiteY258" fmla="*/ 53340 h 250507"/>
                <a:gd name="connsiteX259" fmla="*/ 112871 w 641032"/>
                <a:gd name="connsiteY259" fmla="*/ 54769 h 250507"/>
                <a:gd name="connsiteX260" fmla="*/ 127635 w 641032"/>
                <a:gd name="connsiteY260" fmla="*/ 56674 h 250507"/>
                <a:gd name="connsiteX261" fmla="*/ 129064 w 641032"/>
                <a:gd name="connsiteY261" fmla="*/ 56674 h 250507"/>
                <a:gd name="connsiteX262" fmla="*/ 129064 w 641032"/>
                <a:gd name="connsiteY262" fmla="*/ 57626 h 250507"/>
                <a:gd name="connsiteX263" fmla="*/ 117634 w 641032"/>
                <a:gd name="connsiteY263" fmla="*/ 58579 h 250507"/>
                <a:gd name="connsiteX264" fmla="*/ 102394 w 641032"/>
                <a:gd name="connsiteY264" fmla="*/ 60960 h 250507"/>
                <a:gd name="connsiteX265" fmla="*/ 99060 w 641032"/>
                <a:gd name="connsiteY265" fmla="*/ 61913 h 250507"/>
                <a:gd name="connsiteX266" fmla="*/ 93345 w 641032"/>
                <a:gd name="connsiteY266" fmla="*/ 65722 h 250507"/>
                <a:gd name="connsiteX267" fmla="*/ 95250 w 641032"/>
                <a:gd name="connsiteY267" fmla="*/ 67151 h 250507"/>
                <a:gd name="connsiteX268" fmla="*/ 97155 w 641032"/>
                <a:gd name="connsiteY268" fmla="*/ 68104 h 250507"/>
                <a:gd name="connsiteX269" fmla="*/ 100013 w 641032"/>
                <a:gd name="connsiteY269" fmla="*/ 68580 h 250507"/>
                <a:gd name="connsiteX270" fmla="*/ 102870 w 641032"/>
                <a:gd name="connsiteY270" fmla="*/ 70485 h 250507"/>
                <a:gd name="connsiteX271" fmla="*/ 101441 w 641032"/>
                <a:gd name="connsiteY271" fmla="*/ 71914 h 250507"/>
                <a:gd name="connsiteX272" fmla="*/ 92393 w 641032"/>
                <a:gd name="connsiteY272" fmla="*/ 71914 h 250507"/>
                <a:gd name="connsiteX273" fmla="*/ 88582 w 641032"/>
                <a:gd name="connsiteY273" fmla="*/ 72390 h 250507"/>
                <a:gd name="connsiteX274" fmla="*/ 77152 w 641032"/>
                <a:gd name="connsiteY274" fmla="*/ 71438 h 250507"/>
                <a:gd name="connsiteX275" fmla="*/ 66199 w 641032"/>
                <a:gd name="connsiteY275" fmla="*/ 72866 h 250507"/>
                <a:gd name="connsiteX276" fmla="*/ 65246 w 641032"/>
                <a:gd name="connsiteY276" fmla="*/ 72390 h 250507"/>
                <a:gd name="connsiteX277" fmla="*/ 66675 w 641032"/>
                <a:gd name="connsiteY277" fmla="*/ 70009 h 250507"/>
                <a:gd name="connsiteX278" fmla="*/ 67627 w 641032"/>
                <a:gd name="connsiteY278" fmla="*/ 68580 h 250507"/>
                <a:gd name="connsiteX279" fmla="*/ 67627 w 641032"/>
                <a:gd name="connsiteY279" fmla="*/ 67627 h 250507"/>
                <a:gd name="connsiteX280" fmla="*/ 63818 w 641032"/>
                <a:gd name="connsiteY280" fmla="*/ 66675 h 250507"/>
                <a:gd name="connsiteX281" fmla="*/ 60007 w 641032"/>
                <a:gd name="connsiteY281" fmla="*/ 66675 h 250507"/>
                <a:gd name="connsiteX282" fmla="*/ 58579 w 641032"/>
                <a:gd name="connsiteY282" fmla="*/ 67627 h 250507"/>
                <a:gd name="connsiteX283" fmla="*/ 62389 w 641032"/>
                <a:gd name="connsiteY283" fmla="*/ 71438 h 250507"/>
                <a:gd name="connsiteX284" fmla="*/ 60484 w 641032"/>
                <a:gd name="connsiteY284" fmla="*/ 72866 h 250507"/>
                <a:gd name="connsiteX285" fmla="*/ 58579 w 641032"/>
                <a:gd name="connsiteY285" fmla="*/ 73819 h 250507"/>
                <a:gd name="connsiteX286" fmla="*/ 50006 w 641032"/>
                <a:gd name="connsiteY286" fmla="*/ 74295 h 250507"/>
                <a:gd name="connsiteX287" fmla="*/ 45244 w 641032"/>
                <a:gd name="connsiteY287" fmla="*/ 71914 h 250507"/>
                <a:gd name="connsiteX288" fmla="*/ 44768 w 641032"/>
                <a:gd name="connsiteY288" fmla="*/ 70485 h 250507"/>
                <a:gd name="connsiteX289" fmla="*/ 43815 w 641032"/>
                <a:gd name="connsiteY289" fmla="*/ 69056 h 250507"/>
                <a:gd name="connsiteX290" fmla="*/ 38100 w 641032"/>
                <a:gd name="connsiteY290" fmla="*/ 69056 h 250507"/>
                <a:gd name="connsiteX291" fmla="*/ 34290 w 641032"/>
                <a:gd name="connsiteY291" fmla="*/ 71438 h 250507"/>
                <a:gd name="connsiteX292" fmla="*/ 24765 w 641032"/>
                <a:gd name="connsiteY292" fmla="*/ 71438 h 250507"/>
                <a:gd name="connsiteX293" fmla="*/ 15716 w 641032"/>
                <a:gd name="connsiteY293" fmla="*/ 79534 h 250507"/>
                <a:gd name="connsiteX294" fmla="*/ 10001 w 641032"/>
                <a:gd name="connsiteY294" fmla="*/ 86201 h 250507"/>
                <a:gd name="connsiteX295" fmla="*/ 5715 w 641032"/>
                <a:gd name="connsiteY295" fmla="*/ 87630 h 250507"/>
                <a:gd name="connsiteX296" fmla="*/ 4763 w 641032"/>
                <a:gd name="connsiteY296" fmla="*/ 92392 h 250507"/>
                <a:gd name="connsiteX297" fmla="*/ 4763 w 641032"/>
                <a:gd name="connsiteY297" fmla="*/ 100965 h 250507"/>
                <a:gd name="connsiteX298" fmla="*/ 2857 w 641032"/>
                <a:gd name="connsiteY298" fmla="*/ 104299 h 250507"/>
                <a:gd name="connsiteX299" fmla="*/ 2857 w 641032"/>
                <a:gd name="connsiteY299" fmla="*/ 106204 h 250507"/>
                <a:gd name="connsiteX300" fmla="*/ 3334 w 641032"/>
                <a:gd name="connsiteY300" fmla="*/ 108109 h 250507"/>
                <a:gd name="connsiteX301" fmla="*/ 11430 w 641032"/>
                <a:gd name="connsiteY301" fmla="*/ 107632 h 250507"/>
                <a:gd name="connsiteX302" fmla="*/ 16193 w 641032"/>
                <a:gd name="connsiteY302" fmla="*/ 106204 h 250507"/>
                <a:gd name="connsiteX303" fmla="*/ 27623 w 641032"/>
                <a:gd name="connsiteY303" fmla="*/ 104299 h 250507"/>
                <a:gd name="connsiteX304" fmla="*/ 30004 w 641032"/>
                <a:gd name="connsiteY304" fmla="*/ 104775 h 250507"/>
                <a:gd name="connsiteX305" fmla="*/ 30480 w 641032"/>
                <a:gd name="connsiteY305" fmla="*/ 106204 h 250507"/>
                <a:gd name="connsiteX306" fmla="*/ 27146 w 641032"/>
                <a:gd name="connsiteY306" fmla="*/ 110014 h 250507"/>
                <a:gd name="connsiteX307" fmla="*/ 23813 w 641032"/>
                <a:gd name="connsiteY307" fmla="*/ 113347 h 250507"/>
                <a:gd name="connsiteX308" fmla="*/ 22860 w 641032"/>
                <a:gd name="connsiteY308" fmla="*/ 115253 h 250507"/>
                <a:gd name="connsiteX309" fmla="*/ 24289 w 641032"/>
                <a:gd name="connsiteY309" fmla="*/ 116681 h 250507"/>
                <a:gd name="connsiteX310" fmla="*/ 29051 w 641032"/>
                <a:gd name="connsiteY310" fmla="*/ 122396 h 250507"/>
                <a:gd name="connsiteX311" fmla="*/ 29051 w 641032"/>
                <a:gd name="connsiteY311" fmla="*/ 124778 h 250507"/>
                <a:gd name="connsiteX312" fmla="*/ 27623 w 641032"/>
                <a:gd name="connsiteY312" fmla="*/ 126682 h 250507"/>
                <a:gd name="connsiteX313" fmla="*/ 27623 w 641032"/>
                <a:gd name="connsiteY313" fmla="*/ 128588 h 250507"/>
                <a:gd name="connsiteX314" fmla="*/ 29527 w 641032"/>
                <a:gd name="connsiteY314" fmla="*/ 130016 h 250507"/>
                <a:gd name="connsiteX315" fmla="*/ 31432 w 641032"/>
                <a:gd name="connsiteY315" fmla="*/ 129540 h 250507"/>
                <a:gd name="connsiteX316" fmla="*/ 33338 w 641032"/>
                <a:gd name="connsiteY316" fmla="*/ 130016 h 250507"/>
                <a:gd name="connsiteX317" fmla="*/ 34766 w 641032"/>
                <a:gd name="connsiteY317" fmla="*/ 131445 h 250507"/>
                <a:gd name="connsiteX318" fmla="*/ 31432 w 641032"/>
                <a:gd name="connsiteY318" fmla="*/ 135731 h 250507"/>
                <a:gd name="connsiteX319" fmla="*/ 27146 w 641032"/>
                <a:gd name="connsiteY319" fmla="*/ 137160 h 250507"/>
                <a:gd name="connsiteX320" fmla="*/ 26194 w 641032"/>
                <a:gd name="connsiteY320" fmla="*/ 138113 h 250507"/>
                <a:gd name="connsiteX321" fmla="*/ 27146 w 641032"/>
                <a:gd name="connsiteY321" fmla="*/ 140017 h 250507"/>
                <a:gd name="connsiteX322" fmla="*/ 27623 w 641032"/>
                <a:gd name="connsiteY322" fmla="*/ 141446 h 250507"/>
                <a:gd name="connsiteX323" fmla="*/ 29051 w 641032"/>
                <a:gd name="connsiteY323" fmla="*/ 144304 h 250507"/>
                <a:gd name="connsiteX324" fmla="*/ 31432 w 641032"/>
                <a:gd name="connsiteY324" fmla="*/ 147161 h 250507"/>
                <a:gd name="connsiteX325" fmla="*/ 33814 w 641032"/>
                <a:gd name="connsiteY325" fmla="*/ 148590 h 250507"/>
                <a:gd name="connsiteX326" fmla="*/ 39529 w 641032"/>
                <a:gd name="connsiteY326" fmla="*/ 148590 h 250507"/>
                <a:gd name="connsiteX327" fmla="*/ 38100 w 641032"/>
                <a:gd name="connsiteY327" fmla="*/ 150019 h 250507"/>
                <a:gd name="connsiteX328" fmla="*/ 30004 w 641032"/>
                <a:gd name="connsiteY328" fmla="*/ 151924 h 250507"/>
                <a:gd name="connsiteX329" fmla="*/ 26670 w 641032"/>
                <a:gd name="connsiteY329" fmla="*/ 151447 h 250507"/>
                <a:gd name="connsiteX330" fmla="*/ 25241 w 641032"/>
                <a:gd name="connsiteY330" fmla="*/ 150495 h 250507"/>
                <a:gd name="connsiteX331" fmla="*/ 24289 w 641032"/>
                <a:gd name="connsiteY331" fmla="*/ 150971 h 250507"/>
                <a:gd name="connsiteX332" fmla="*/ 23336 w 641032"/>
                <a:gd name="connsiteY332" fmla="*/ 153829 h 250507"/>
                <a:gd name="connsiteX333" fmla="*/ 22384 w 641032"/>
                <a:gd name="connsiteY333" fmla="*/ 153353 h 250507"/>
                <a:gd name="connsiteX334" fmla="*/ 20955 w 641032"/>
                <a:gd name="connsiteY334" fmla="*/ 150971 h 250507"/>
                <a:gd name="connsiteX335" fmla="*/ 21431 w 641032"/>
                <a:gd name="connsiteY335" fmla="*/ 148114 h 250507"/>
                <a:gd name="connsiteX336" fmla="*/ 20479 w 641032"/>
                <a:gd name="connsiteY336" fmla="*/ 145256 h 250507"/>
                <a:gd name="connsiteX337" fmla="*/ 18098 w 641032"/>
                <a:gd name="connsiteY337" fmla="*/ 142399 h 250507"/>
                <a:gd name="connsiteX338" fmla="*/ 15716 w 641032"/>
                <a:gd name="connsiteY338" fmla="*/ 141922 h 250507"/>
                <a:gd name="connsiteX339" fmla="*/ 13335 w 641032"/>
                <a:gd name="connsiteY339" fmla="*/ 142399 h 250507"/>
                <a:gd name="connsiteX340" fmla="*/ 13335 w 641032"/>
                <a:gd name="connsiteY340" fmla="*/ 144780 h 250507"/>
                <a:gd name="connsiteX341" fmla="*/ 15240 w 641032"/>
                <a:gd name="connsiteY341" fmla="*/ 149542 h 250507"/>
                <a:gd name="connsiteX342" fmla="*/ 14764 w 641032"/>
                <a:gd name="connsiteY342" fmla="*/ 152400 h 250507"/>
                <a:gd name="connsiteX343" fmla="*/ 12382 w 641032"/>
                <a:gd name="connsiteY343" fmla="*/ 152400 h 250507"/>
                <a:gd name="connsiteX344" fmla="*/ 10477 w 641032"/>
                <a:gd name="connsiteY344" fmla="*/ 156210 h 250507"/>
                <a:gd name="connsiteX345" fmla="*/ 11906 w 641032"/>
                <a:gd name="connsiteY345" fmla="*/ 157639 h 250507"/>
                <a:gd name="connsiteX346" fmla="*/ 15240 w 641032"/>
                <a:gd name="connsiteY346" fmla="*/ 158591 h 250507"/>
                <a:gd name="connsiteX347" fmla="*/ 18574 w 641032"/>
                <a:gd name="connsiteY347" fmla="*/ 160496 h 250507"/>
                <a:gd name="connsiteX348" fmla="*/ 20479 w 641032"/>
                <a:gd name="connsiteY348" fmla="*/ 160972 h 250507"/>
                <a:gd name="connsiteX349" fmla="*/ 21907 w 641032"/>
                <a:gd name="connsiteY349" fmla="*/ 160020 h 250507"/>
                <a:gd name="connsiteX350" fmla="*/ 23813 w 641032"/>
                <a:gd name="connsiteY350" fmla="*/ 159067 h 250507"/>
                <a:gd name="connsiteX351" fmla="*/ 28099 w 641032"/>
                <a:gd name="connsiteY351" fmla="*/ 161449 h 250507"/>
                <a:gd name="connsiteX352" fmla="*/ 30480 w 641032"/>
                <a:gd name="connsiteY352" fmla="*/ 164782 h 250507"/>
                <a:gd name="connsiteX353" fmla="*/ 32861 w 641032"/>
                <a:gd name="connsiteY353" fmla="*/ 164306 h 250507"/>
                <a:gd name="connsiteX354" fmla="*/ 40005 w 641032"/>
                <a:gd name="connsiteY354" fmla="*/ 167164 h 250507"/>
                <a:gd name="connsiteX355" fmla="*/ 42386 w 641032"/>
                <a:gd name="connsiteY355" fmla="*/ 167640 h 250507"/>
                <a:gd name="connsiteX356" fmla="*/ 43339 w 641032"/>
                <a:gd name="connsiteY356" fmla="*/ 171450 h 250507"/>
                <a:gd name="connsiteX357" fmla="*/ 42386 w 641032"/>
                <a:gd name="connsiteY357" fmla="*/ 177641 h 250507"/>
                <a:gd name="connsiteX358" fmla="*/ 37624 w 641032"/>
                <a:gd name="connsiteY358" fmla="*/ 179070 h 250507"/>
                <a:gd name="connsiteX359" fmla="*/ 37148 w 641032"/>
                <a:gd name="connsiteY359" fmla="*/ 180022 h 250507"/>
                <a:gd name="connsiteX360" fmla="*/ 40005 w 641032"/>
                <a:gd name="connsiteY360" fmla="*/ 181928 h 250507"/>
                <a:gd name="connsiteX361" fmla="*/ 41910 w 641032"/>
                <a:gd name="connsiteY361" fmla="*/ 186214 h 250507"/>
                <a:gd name="connsiteX362" fmla="*/ 42386 w 641032"/>
                <a:gd name="connsiteY362" fmla="*/ 190024 h 250507"/>
                <a:gd name="connsiteX363" fmla="*/ 44768 w 641032"/>
                <a:gd name="connsiteY363" fmla="*/ 191453 h 250507"/>
                <a:gd name="connsiteX364" fmla="*/ 47625 w 641032"/>
                <a:gd name="connsiteY364" fmla="*/ 191929 h 250507"/>
                <a:gd name="connsiteX365" fmla="*/ 48577 w 641032"/>
                <a:gd name="connsiteY365" fmla="*/ 193357 h 250507"/>
                <a:gd name="connsiteX366" fmla="*/ 52864 w 641032"/>
                <a:gd name="connsiteY366" fmla="*/ 195739 h 250507"/>
                <a:gd name="connsiteX367" fmla="*/ 53340 w 641032"/>
                <a:gd name="connsiteY367" fmla="*/ 199072 h 250507"/>
                <a:gd name="connsiteX368" fmla="*/ 47625 w 641032"/>
                <a:gd name="connsiteY368" fmla="*/ 200501 h 250507"/>
                <a:gd name="connsiteX369" fmla="*/ 45244 w 641032"/>
                <a:gd name="connsiteY369" fmla="*/ 200501 h 250507"/>
                <a:gd name="connsiteX370" fmla="*/ 43339 w 641032"/>
                <a:gd name="connsiteY370" fmla="*/ 202406 h 250507"/>
                <a:gd name="connsiteX371" fmla="*/ 43815 w 641032"/>
                <a:gd name="connsiteY371" fmla="*/ 206216 h 250507"/>
                <a:gd name="connsiteX372" fmla="*/ 45244 w 641032"/>
                <a:gd name="connsiteY372" fmla="*/ 206216 h 250507"/>
                <a:gd name="connsiteX373" fmla="*/ 46673 w 641032"/>
                <a:gd name="connsiteY373" fmla="*/ 204788 h 250507"/>
                <a:gd name="connsiteX374" fmla="*/ 57626 w 641032"/>
                <a:gd name="connsiteY374" fmla="*/ 205264 h 250507"/>
                <a:gd name="connsiteX375" fmla="*/ 73343 w 641032"/>
                <a:gd name="connsiteY375" fmla="*/ 204311 h 250507"/>
                <a:gd name="connsiteX376" fmla="*/ 77152 w 641032"/>
                <a:gd name="connsiteY376" fmla="*/ 204311 h 250507"/>
                <a:gd name="connsiteX377" fmla="*/ 76676 w 641032"/>
                <a:gd name="connsiteY377" fmla="*/ 205740 h 250507"/>
                <a:gd name="connsiteX378" fmla="*/ 71914 w 641032"/>
                <a:gd name="connsiteY378" fmla="*/ 208597 h 250507"/>
                <a:gd name="connsiteX379" fmla="*/ 69056 w 641032"/>
                <a:gd name="connsiteY379" fmla="*/ 211931 h 250507"/>
                <a:gd name="connsiteX380" fmla="*/ 66675 w 641032"/>
                <a:gd name="connsiteY380" fmla="*/ 212884 h 250507"/>
                <a:gd name="connsiteX381" fmla="*/ 56198 w 641032"/>
                <a:gd name="connsiteY381" fmla="*/ 213836 h 250507"/>
                <a:gd name="connsiteX382" fmla="*/ 53816 w 641032"/>
                <a:gd name="connsiteY382" fmla="*/ 214789 h 250507"/>
                <a:gd name="connsiteX383" fmla="*/ 50959 w 641032"/>
                <a:gd name="connsiteY383" fmla="*/ 215265 h 250507"/>
                <a:gd name="connsiteX384" fmla="*/ 50482 w 641032"/>
                <a:gd name="connsiteY384" fmla="*/ 216694 h 250507"/>
                <a:gd name="connsiteX385" fmla="*/ 53340 w 641032"/>
                <a:gd name="connsiteY385" fmla="*/ 217646 h 250507"/>
                <a:gd name="connsiteX386" fmla="*/ 57150 w 641032"/>
                <a:gd name="connsiteY386" fmla="*/ 218122 h 250507"/>
                <a:gd name="connsiteX387" fmla="*/ 62389 w 641032"/>
                <a:gd name="connsiteY387" fmla="*/ 215741 h 250507"/>
                <a:gd name="connsiteX388" fmla="*/ 71914 w 641032"/>
                <a:gd name="connsiteY388" fmla="*/ 215265 h 250507"/>
                <a:gd name="connsiteX389" fmla="*/ 69532 w 641032"/>
                <a:gd name="connsiteY389" fmla="*/ 218599 h 250507"/>
                <a:gd name="connsiteX390" fmla="*/ 69532 w 641032"/>
                <a:gd name="connsiteY390" fmla="*/ 220028 h 250507"/>
                <a:gd name="connsiteX391" fmla="*/ 72866 w 641032"/>
                <a:gd name="connsiteY391" fmla="*/ 219551 h 250507"/>
                <a:gd name="connsiteX392" fmla="*/ 75724 w 641032"/>
                <a:gd name="connsiteY392" fmla="*/ 218122 h 250507"/>
                <a:gd name="connsiteX393" fmla="*/ 79534 w 641032"/>
                <a:gd name="connsiteY393" fmla="*/ 213360 h 250507"/>
                <a:gd name="connsiteX394" fmla="*/ 85725 w 641032"/>
                <a:gd name="connsiteY394" fmla="*/ 213836 h 250507"/>
                <a:gd name="connsiteX395" fmla="*/ 93821 w 641032"/>
                <a:gd name="connsiteY395" fmla="*/ 217646 h 250507"/>
                <a:gd name="connsiteX396" fmla="*/ 97155 w 641032"/>
                <a:gd name="connsiteY396" fmla="*/ 218599 h 250507"/>
                <a:gd name="connsiteX397" fmla="*/ 100013 w 641032"/>
                <a:gd name="connsiteY397" fmla="*/ 218599 h 250507"/>
                <a:gd name="connsiteX398" fmla="*/ 102394 w 641032"/>
                <a:gd name="connsiteY398" fmla="*/ 217170 h 250507"/>
                <a:gd name="connsiteX399" fmla="*/ 104775 w 641032"/>
                <a:gd name="connsiteY399" fmla="*/ 218122 h 250507"/>
                <a:gd name="connsiteX400" fmla="*/ 105251 w 641032"/>
                <a:gd name="connsiteY400" fmla="*/ 220028 h 250507"/>
                <a:gd name="connsiteX401" fmla="*/ 105727 w 641032"/>
                <a:gd name="connsiteY401" fmla="*/ 221932 h 250507"/>
                <a:gd name="connsiteX402" fmla="*/ 107632 w 641032"/>
                <a:gd name="connsiteY402" fmla="*/ 224790 h 250507"/>
                <a:gd name="connsiteX403" fmla="*/ 108585 w 641032"/>
                <a:gd name="connsiteY403" fmla="*/ 229553 h 250507"/>
                <a:gd name="connsiteX404" fmla="*/ 111443 w 641032"/>
                <a:gd name="connsiteY404" fmla="*/ 232410 h 250507"/>
                <a:gd name="connsiteX405" fmla="*/ 115729 w 641032"/>
                <a:gd name="connsiteY405" fmla="*/ 234791 h 250507"/>
                <a:gd name="connsiteX406" fmla="*/ 127159 w 641032"/>
                <a:gd name="connsiteY406" fmla="*/ 238601 h 250507"/>
                <a:gd name="connsiteX407" fmla="*/ 130493 w 641032"/>
                <a:gd name="connsiteY407" fmla="*/ 238125 h 250507"/>
                <a:gd name="connsiteX408" fmla="*/ 140494 w 641032"/>
                <a:gd name="connsiteY408" fmla="*/ 234791 h 250507"/>
                <a:gd name="connsiteX409" fmla="*/ 145732 w 641032"/>
                <a:gd name="connsiteY409" fmla="*/ 232410 h 250507"/>
                <a:gd name="connsiteX410" fmla="*/ 148114 w 641032"/>
                <a:gd name="connsiteY410" fmla="*/ 233363 h 250507"/>
                <a:gd name="connsiteX411" fmla="*/ 151448 w 641032"/>
                <a:gd name="connsiteY411" fmla="*/ 235267 h 250507"/>
                <a:gd name="connsiteX412" fmla="*/ 153352 w 641032"/>
                <a:gd name="connsiteY412" fmla="*/ 234315 h 250507"/>
                <a:gd name="connsiteX413" fmla="*/ 154781 w 641032"/>
                <a:gd name="connsiteY413" fmla="*/ 232886 h 250507"/>
                <a:gd name="connsiteX414" fmla="*/ 155734 w 641032"/>
                <a:gd name="connsiteY414" fmla="*/ 227647 h 250507"/>
                <a:gd name="connsiteX415" fmla="*/ 157639 w 641032"/>
                <a:gd name="connsiteY415" fmla="*/ 224790 h 250507"/>
                <a:gd name="connsiteX416" fmla="*/ 158591 w 641032"/>
                <a:gd name="connsiteY416" fmla="*/ 214313 h 250507"/>
                <a:gd name="connsiteX417" fmla="*/ 160496 w 641032"/>
                <a:gd name="connsiteY417" fmla="*/ 211455 h 250507"/>
                <a:gd name="connsiteX418" fmla="*/ 170974 w 641032"/>
                <a:gd name="connsiteY418" fmla="*/ 211931 h 250507"/>
                <a:gd name="connsiteX419" fmla="*/ 180975 w 641032"/>
                <a:gd name="connsiteY419" fmla="*/ 212884 h 250507"/>
                <a:gd name="connsiteX420" fmla="*/ 184785 w 641032"/>
                <a:gd name="connsiteY420" fmla="*/ 213836 h 250507"/>
                <a:gd name="connsiteX421" fmla="*/ 199073 w 641032"/>
                <a:gd name="connsiteY421" fmla="*/ 220980 h 250507"/>
                <a:gd name="connsiteX422" fmla="*/ 207169 w 641032"/>
                <a:gd name="connsiteY422" fmla="*/ 223838 h 250507"/>
                <a:gd name="connsiteX423" fmla="*/ 210979 w 641032"/>
                <a:gd name="connsiteY423" fmla="*/ 227171 h 250507"/>
                <a:gd name="connsiteX424" fmla="*/ 216218 w 641032"/>
                <a:gd name="connsiteY424" fmla="*/ 234315 h 250507"/>
                <a:gd name="connsiteX425" fmla="*/ 219551 w 641032"/>
                <a:gd name="connsiteY425" fmla="*/ 237649 h 250507"/>
                <a:gd name="connsiteX426" fmla="*/ 224790 w 641032"/>
                <a:gd name="connsiteY426" fmla="*/ 240982 h 250507"/>
                <a:gd name="connsiteX427" fmla="*/ 233839 w 641032"/>
                <a:gd name="connsiteY427" fmla="*/ 243364 h 250507"/>
                <a:gd name="connsiteX428" fmla="*/ 238601 w 641032"/>
                <a:gd name="connsiteY428" fmla="*/ 240982 h 250507"/>
                <a:gd name="connsiteX429" fmla="*/ 244316 w 641032"/>
                <a:gd name="connsiteY429" fmla="*/ 240506 h 250507"/>
                <a:gd name="connsiteX430" fmla="*/ 255746 w 641032"/>
                <a:gd name="connsiteY430" fmla="*/ 238601 h 250507"/>
                <a:gd name="connsiteX431" fmla="*/ 258604 w 641032"/>
                <a:gd name="connsiteY431" fmla="*/ 239078 h 250507"/>
                <a:gd name="connsiteX432" fmla="*/ 264319 w 641032"/>
                <a:gd name="connsiteY432" fmla="*/ 237649 h 250507"/>
                <a:gd name="connsiteX433" fmla="*/ 273368 w 641032"/>
                <a:gd name="connsiteY433" fmla="*/ 233363 h 250507"/>
                <a:gd name="connsiteX434" fmla="*/ 275749 w 641032"/>
                <a:gd name="connsiteY434" fmla="*/ 231457 h 250507"/>
                <a:gd name="connsiteX435" fmla="*/ 285274 w 641032"/>
                <a:gd name="connsiteY435" fmla="*/ 221456 h 250507"/>
                <a:gd name="connsiteX436" fmla="*/ 295751 w 641032"/>
                <a:gd name="connsiteY436" fmla="*/ 214313 h 250507"/>
                <a:gd name="connsiteX437" fmla="*/ 299085 w 641032"/>
                <a:gd name="connsiteY437" fmla="*/ 212884 h 250507"/>
                <a:gd name="connsiteX438" fmla="*/ 302895 w 641032"/>
                <a:gd name="connsiteY438" fmla="*/ 213360 h 250507"/>
                <a:gd name="connsiteX439" fmla="*/ 307181 w 641032"/>
                <a:gd name="connsiteY439" fmla="*/ 216217 h 250507"/>
                <a:gd name="connsiteX440" fmla="*/ 315277 w 641032"/>
                <a:gd name="connsiteY440" fmla="*/ 219551 h 250507"/>
                <a:gd name="connsiteX441" fmla="*/ 322898 w 641032"/>
                <a:gd name="connsiteY441" fmla="*/ 221932 h 250507"/>
                <a:gd name="connsiteX442" fmla="*/ 327660 w 641032"/>
                <a:gd name="connsiteY442" fmla="*/ 220980 h 250507"/>
                <a:gd name="connsiteX443" fmla="*/ 330518 w 641032"/>
                <a:gd name="connsiteY443" fmla="*/ 218599 h 250507"/>
                <a:gd name="connsiteX444" fmla="*/ 331946 w 641032"/>
                <a:gd name="connsiteY444" fmla="*/ 215741 h 250507"/>
                <a:gd name="connsiteX445" fmla="*/ 334327 w 641032"/>
                <a:gd name="connsiteY445" fmla="*/ 214313 h 250507"/>
                <a:gd name="connsiteX446" fmla="*/ 336709 w 641032"/>
                <a:gd name="connsiteY446" fmla="*/ 213836 h 250507"/>
                <a:gd name="connsiteX447" fmla="*/ 340043 w 641032"/>
                <a:gd name="connsiteY447" fmla="*/ 210979 h 250507"/>
                <a:gd name="connsiteX448" fmla="*/ 344805 w 641032"/>
                <a:gd name="connsiteY448" fmla="*/ 208597 h 250507"/>
                <a:gd name="connsiteX449" fmla="*/ 347663 w 641032"/>
                <a:gd name="connsiteY449" fmla="*/ 210979 h 250507"/>
                <a:gd name="connsiteX450" fmla="*/ 349091 w 641032"/>
                <a:gd name="connsiteY450" fmla="*/ 212884 h 250507"/>
                <a:gd name="connsiteX451" fmla="*/ 349568 w 641032"/>
                <a:gd name="connsiteY451" fmla="*/ 215265 h 250507"/>
                <a:gd name="connsiteX452" fmla="*/ 349568 w 641032"/>
                <a:gd name="connsiteY452" fmla="*/ 218599 h 250507"/>
                <a:gd name="connsiteX453" fmla="*/ 344329 w 641032"/>
                <a:gd name="connsiteY453" fmla="*/ 223838 h 250507"/>
                <a:gd name="connsiteX454" fmla="*/ 339090 w 641032"/>
                <a:gd name="connsiteY454" fmla="*/ 228124 h 250507"/>
                <a:gd name="connsiteX455" fmla="*/ 336709 w 641032"/>
                <a:gd name="connsiteY455" fmla="*/ 231934 h 250507"/>
                <a:gd name="connsiteX456" fmla="*/ 339090 w 641032"/>
                <a:gd name="connsiteY456" fmla="*/ 237649 h 250507"/>
                <a:gd name="connsiteX457" fmla="*/ 341471 w 641032"/>
                <a:gd name="connsiteY457" fmla="*/ 243840 h 250507"/>
                <a:gd name="connsiteX458" fmla="*/ 339090 w 641032"/>
                <a:gd name="connsiteY458" fmla="*/ 247174 h 250507"/>
                <a:gd name="connsiteX459" fmla="*/ 341471 w 641032"/>
                <a:gd name="connsiteY459" fmla="*/ 247650 h 250507"/>
                <a:gd name="connsiteX460" fmla="*/ 346710 w 641032"/>
                <a:gd name="connsiteY460" fmla="*/ 250507 h 250507"/>
                <a:gd name="connsiteX461" fmla="*/ 347663 w 641032"/>
                <a:gd name="connsiteY461" fmla="*/ 250507 h 250507"/>
                <a:gd name="connsiteX462" fmla="*/ 349091 w 641032"/>
                <a:gd name="connsiteY462" fmla="*/ 246697 h 250507"/>
                <a:gd name="connsiteX463" fmla="*/ 350520 w 641032"/>
                <a:gd name="connsiteY463" fmla="*/ 245269 h 250507"/>
                <a:gd name="connsiteX464" fmla="*/ 353854 w 641032"/>
                <a:gd name="connsiteY464" fmla="*/ 244316 h 250507"/>
                <a:gd name="connsiteX465" fmla="*/ 354806 w 641032"/>
                <a:gd name="connsiteY465" fmla="*/ 237649 h 250507"/>
                <a:gd name="connsiteX466" fmla="*/ 356235 w 641032"/>
                <a:gd name="connsiteY466" fmla="*/ 236220 h 250507"/>
                <a:gd name="connsiteX467" fmla="*/ 358140 w 641032"/>
                <a:gd name="connsiteY467" fmla="*/ 235744 h 250507"/>
                <a:gd name="connsiteX468" fmla="*/ 360998 w 641032"/>
                <a:gd name="connsiteY468" fmla="*/ 235744 h 250507"/>
                <a:gd name="connsiteX469" fmla="*/ 363379 w 641032"/>
                <a:gd name="connsiteY469" fmla="*/ 235267 h 250507"/>
                <a:gd name="connsiteX470" fmla="*/ 363379 w 641032"/>
                <a:gd name="connsiteY470" fmla="*/ 234315 h 250507"/>
                <a:gd name="connsiteX471" fmla="*/ 360045 w 641032"/>
                <a:gd name="connsiteY471" fmla="*/ 226695 h 250507"/>
                <a:gd name="connsiteX472" fmla="*/ 360521 w 641032"/>
                <a:gd name="connsiteY472" fmla="*/ 224790 h 250507"/>
                <a:gd name="connsiteX473" fmla="*/ 362426 w 641032"/>
                <a:gd name="connsiteY473" fmla="*/ 217170 h 250507"/>
                <a:gd name="connsiteX474" fmla="*/ 363379 w 641032"/>
                <a:gd name="connsiteY474" fmla="*/ 214313 h 250507"/>
                <a:gd name="connsiteX475" fmla="*/ 364331 w 641032"/>
                <a:gd name="connsiteY475" fmla="*/ 213360 h 250507"/>
                <a:gd name="connsiteX476" fmla="*/ 368141 w 641032"/>
                <a:gd name="connsiteY476" fmla="*/ 213836 h 250507"/>
                <a:gd name="connsiteX477" fmla="*/ 373856 w 641032"/>
                <a:gd name="connsiteY477" fmla="*/ 215265 h 250507"/>
                <a:gd name="connsiteX478" fmla="*/ 375285 w 641032"/>
                <a:gd name="connsiteY478" fmla="*/ 217646 h 250507"/>
                <a:gd name="connsiteX479" fmla="*/ 378143 w 641032"/>
                <a:gd name="connsiteY479" fmla="*/ 219551 h 250507"/>
                <a:gd name="connsiteX480" fmla="*/ 382429 w 641032"/>
                <a:gd name="connsiteY480" fmla="*/ 219551 h 250507"/>
                <a:gd name="connsiteX481" fmla="*/ 387191 w 641032"/>
                <a:gd name="connsiteY481" fmla="*/ 220028 h 250507"/>
                <a:gd name="connsiteX482" fmla="*/ 391001 w 641032"/>
                <a:gd name="connsiteY482" fmla="*/ 220028 h 250507"/>
                <a:gd name="connsiteX483" fmla="*/ 393859 w 641032"/>
                <a:gd name="connsiteY483" fmla="*/ 218599 h 250507"/>
                <a:gd name="connsiteX484" fmla="*/ 400526 w 641032"/>
                <a:gd name="connsiteY484" fmla="*/ 216217 h 250507"/>
                <a:gd name="connsiteX485" fmla="*/ 403860 w 641032"/>
                <a:gd name="connsiteY485" fmla="*/ 215265 h 250507"/>
                <a:gd name="connsiteX486" fmla="*/ 406718 w 641032"/>
                <a:gd name="connsiteY486" fmla="*/ 214313 h 250507"/>
                <a:gd name="connsiteX487" fmla="*/ 416243 w 641032"/>
                <a:gd name="connsiteY487" fmla="*/ 210026 h 250507"/>
                <a:gd name="connsiteX488" fmla="*/ 420052 w 641032"/>
                <a:gd name="connsiteY488" fmla="*/ 210503 h 250507"/>
                <a:gd name="connsiteX489" fmla="*/ 422910 w 641032"/>
                <a:gd name="connsiteY489" fmla="*/ 210979 h 250507"/>
                <a:gd name="connsiteX490" fmla="*/ 424815 w 641032"/>
                <a:gd name="connsiteY490" fmla="*/ 211455 h 250507"/>
                <a:gd name="connsiteX491" fmla="*/ 429577 w 641032"/>
                <a:gd name="connsiteY491" fmla="*/ 214313 h 250507"/>
                <a:gd name="connsiteX492" fmla="*/ 433388 w 641032"/>
                <a:gd name="connsiteY492" fmla="*/ 217170 h 250507"/>
                <a:gd name="connsiteX493" fmla="*/ 436245 w 641032"/>
                <a:gd name="connsiteY493" fmla="*/ 218122 h 250507"/>
                <a:gd name="connsiteX494" fmla="*/ 441007 w 641032"/>
                <a:gd name="connsiteY494" fmla="*/ 218122 h 250507"/>
                <a:gd name="connsiteX495" fmla="*/ 447675 w 641032"/>
                <a:gd name="connsiteY495" fmla="*/ 218599 h 250507"/>
                <a:gd name="connsiteX496" fmla="*/ 456248 w 641032"/>
                <a:gd name="connsiteY496" fmla="*/ 218599 h 250507"/>
                <a:gd name="connsiteX497" fmla="*/ 461010 w 641032"/>
                <a:gd name="connsiteY497" fmla="*/ 217646 h 250507"/>
                <a:gd name="connsiteX498" fmla="*/ 467201 w 641032"/>
                <a:gd name="connsiteY498" fmla="*/ 216217 h 250507"/>
                <a:gd name="connsiteX499" fmla="*/ 478631 w 641032"/>
                <a:gd name="connsiteY499" fmla="*/ 212884 h 250507"/>
                <a:gd name="connsiteX500" fmla="*/ 493395 w 641032"/>
                <a:gd name="connsiteY500" fmla="*/ 205740 h 250507"/>
                <a:gd name="connsiteX501" fmla="*/ 501968 w 641032"/>
                <a:gd name="connsiteY501" fmla="*/ 202406 h 250507"/>
                <a:gd name="connsiteX502" fmla="*/ 505777 w 641032"/>
                <a:gd name="connsiteY502" fmla="*/ 201930 h 250507"/>
                <a:gd name="connsiteX503" fmla="*/ 510540 w 641032"/>
                <a:gd name="connsiteY503" fmla="*/ 201930 h 250507"/>
                <a:gd name="connsiteX504" fmla="*/ 515302 w 641032"/>
                <a:gd name="connsiteY504" fmla="*/ 202882 h 250507"/>
                <a:gd name="connsiteX505" fmla="*/ 521018 w 641032"/>
                <a:gd name="connsiteY505" fmla="*/ 203359 h 250507"/>
                <a:gd name="connsiteX506" fmla="*/ 523399 w 641032"/>
                <a:gd name="connsiteY506" fmla="*/ 203359 h 250507"/>
                <a:gd name="connsiteX507" fmla="*/ 529590 w 641032"/>
                <a:gd name="connsiteY507" fmla="*/ 202882 h 250507"/>
                <a:gd name="connsiteX508" fmla="*/ 537210 w 641032"/>
                <a:gd name="connsiteY508" fmla="*/ 201454 h 250507"/>
                <a:gd name="connsiteX509" fmla="*/ 541973 w 641032"/>
                <a:gd name="connsiteY509" fmla="*/ 200501 h 250507"/>
                <a:gd name="connsiteX510" fmla="*/ 547688 w 641032"/>
                <a:gd name="connsiteY510" fmla="*/ 198596 h 250507"/>
                <a:gd name="connsiteX511" fmla="*/ 551498 w 641032"/>
                <a:gd name="connsiteY511" fmla="*/ 195263 h 250507"/>
                <a:gd name="connsiteX512" fmla="*/ 552450 w 641032"/>
                <a:gd name="connsiteY512" fmla="*/ 194786 h 250507"/>
                <a:gd name="connsiteX513" fmla="*/ 553879 w 641032"/>
                <a:gd name="connsiteY513" fmla="*/ 195263 h 250507"/>
                <a:gd name="connsiteX514" fmla="*/ 554355 w 641032"/>
                <a:gd name="connsiteY514" fmla="*/ 195263 h 250507"/>
                <a:gd name="connsiteX515" fmla="*/ 555784 w 641032"/>
                <a:gd name="connsiteY515" fmla="*/ 197167 h 250507"/>
                <a:gd name="connsiteX516" fmla="*/ 557213 w 641032"/>
                <a:gd name="connsiteY516" fmla="*/ 201930 h 250507"/>
                <a:gd name="connsiteX517" fmla="*/ 560546 w 641032"/>
                <a:gd name="connsiteY517" fmla="*/ 200978 h 250507"/>
                <a:gd name="connsiteX518" fmla="*/ 566738 w 641032"/>
                <a:gd name="connsiteY518" fmla="*/ 196215 h 250507"/>
                <a:gd name="connsiteX519" fmla="*/ 570548 w 641032"/>
                <a:gd name="connsiteY519" fmla="*/ 191929 h 250507"/>
                <a:gd name="connsiteX520" fmla="*/ 571500 w 641032"/>
                <a:gd name="connsiteY520" fmla="*/ 191453 h 250507"/>
                <a:gd name="connsiteX521" fmla="*/ 574834 w 641032"/>
                <a:gd name="connsiteY521" fmla="*/ 192881 h 250507"/>
                <a:gd name="connsiteX522" fmla="*/ 577215 w 641032"/>
                <a:gd name="connsiteY522" fmla="*/ 193357 h 250507"/>
                <a:gd name="connsiteX523" fmla="*/ 582454 w 641032"/>
                <a:gd name="connsiteY523" fmla="*/ 191929 h 250507"/>
                <a:gd name="connsiteX524" fmla="*/ 585788 w 641032"/>
                <a:gd name="connsiteY524" fmla="*/ 192881 h 250507"/>
                <a:gd name="connsiteX525" fmla="*/ 588645 w 641032"/>
                <a:gd name="connsiteY525" fmla="*/ 193834 h 250507"/>
                <a:gd name="connsiteX526" fmla="*/ 590074 w 641032"/>
                <a:gd name="connsiteY526" fmla="*/ 193834 h 250507"/>
                <a:gd name="connsiteX527" fmla="*/ 597218 w 641032"/>
                <a:gd name="connsiteY527" fmla="*/ 196691 h 250507"/>
                <a:gd name="connsiteX528" fmla="*/ 599123 w 641032"/>
                <a:gd name="connsiteY528" fmla="*/ 197167 h 250507"/>
                <a:gd name="connsiteX529" fmla="*/ 602932 w 641032"/>
                <a:gd name="connsiteY529" fmla="*/ 197644 h 250507"/>
                <a:gd name="connsiteX530" fmla="*/ 608171 w 641032"/>
                <a:gd name="connsiteY530" fmla="*/ 197644 h 250507"/>
                <a:gd name="connsiteX531" fmla="*/ 611505 w 641032"/>
                <a:gd name="connsiteY531" fmla="*/ 195739 h 250507"/>
                <a:gd name="connsiteX532" fmla="*/ 613886 w 641032"/>
                <a:gd name="connsiteY532" fmla="*/ 193834 h 250507"/>
                <a:gd name="connsiteX533" fmla="*/ 615792 w 641032"/>
                <a:gd name="connsiteY533" fmla="*/ 193834 h 250507"/>
                <a:gd name="connsiteX534" fmla="*/ 617696 w 641032"/>
                <a:gd name="connsiteY534" fmla="*/ 194310 h 250507"/>
                <a:gd name="connsiteX535" fmla="*/ 619125 w 641032"/>
                <a:gd name="connsiteY535" fmla="*/ 195263 h 250507"/>
                <a:gd name="connsiteX536" fmla="*/ 620554 w 641032"/>
                <a:gd name="connsiteY536" fmla="*/ 196691 h 250507"/>
                <a:gd name="connsiteX537" fmla="*/ 621030 w 641032"/>
                <a:gd name="connsiteY537" fmla="*/ 198596 h 250507"/>
                <a:gd name="connsiteX538" fmla="*/ 621030 w 641032"/>
                <a:gd name="connsiteY538" fmla="*/ 204311 h 250507"/>
                <a:gd name="connsiteX539" fmla="*/ 621506 w 641032"/>
                <a:gd name="connsiteY539" fmla="*/ 205740 h 250507"/>
                <a:gd name="connsiteX540" fmla="*/ 622459 w 641032"/>
                <a:gd name="connsiteY540" fmla="*/ 206692 h 250507"/>
                <a:gd name="connsiteX541" fmla="*/ 623888 w 641032"/>
                <a:gd name="connsiteY541" fmla="*/ 206692 h 250507"/>
                <a:gd name="connsiteX542" fmla="*/ 625317 w 641032"/>
                <a:gd name="connsiteY542" fmla="*/ 205264 h 250507"/>
                <a:gd name="connsiteX543" fmla="*/ 627698 w 641032"/>
                <a:gd name="connsiteY543" fmla="*/ 203359 h 250507"/>
                <a:gd name="connsiteX544" fmla="*/ 631031 w 641032"/>
                <a:gd name="connsiteY544" fmla="*/ 201454 h 250507"/>
                <a:gd name="connsiteX545" fmla="*/ 633413 w 641032"/>
                <a:gd name="connsiteY545" fmla="*/ 199549 h 250507"/>
                <a:gd name="connsiteX546" fmla="*/ 634842 w 641032"/>
                <a:gd name="connsiteY546" fmla="*/ 199072 h 250507"/>
                <a:gd name="connsiteX547" fmla="*/ 637223 w 641032"/>
                <a:gd name="connsiteY547" fmla="*/ 199072 h 250507"/>
                <a:gd name="connsiteX548" fmla="*/ 639127 w 641032"/>
                <a:gd name="connsiteY548" fmla="*/ 199549 h 250507"/>
                <a:gd name="connsiteX549" fmla="*/ 640080 w 641032"/>
                <a:gd name="connsiteY549" fmla="*/ 200501 h 250507"/>
                <a:gd name="connsiteX550" fmla="*/ 640080 w 641032"/>
                <a:gd name="connsiteY550" fmla="*/ 200025 h 250507"/>
                <a:gd name="connsiteX551" fmla="*/ 639604 w 641032"/>
                <a:gd name="connsiteY551" fmla="*/ 197644 h 250507"/>
                <a:gd name="connsiteX552" fmla="*/ 641032 w 641032"/>
                <a:gd name="connsiteY552" fmla="*/ 195739 h 250507"/>
                <a:gd name="connsiteX553" fmla="*/ 638175 w 641032"/>
                <a:gd name="connsiteY553" fmla="*/ 190976 h 25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Lst>
              <a:rect l="l" t="t" r="r" b="b"/>
              <a:pathLst>
                <a:path w="641032" h="250507">
                  <a:moveTo>
                    <a:pt x="6191" y="60007"/>
                  </a:moveTo>
                  <a:lnTo>
                    <a:pt x="10954" y="60484"/>
                  </a:lnTo>
                  <a:lnTo>
                    <a:pt x="18574" y="59531"/>
                  </a:lnTo>
                  <a:lnTo>
                    <a:pt x="25718" y="59531"/>
                  </a:lnTo>
                  <a:lnTo>
                    <a:pt x="23336" y="62865"/>
                  </a:lnTo>
                  <a:lnTo>
                    <a:pt x="14288" y="66675"/>
                  </a:lnTo>
                  <a:lnTo>
                    <a:pt x="10954" y="69056"/>
                  </a:lnTo>
                  <a:lnTo>
                    <a:pt x="7620" y="71914"/>
                  </a:lnTo>
                  <a:lnTo>
                    <a:pt x="7620" y="74771"/>
                  </a:lnTo>
                  <a:lnTo>
                    <a:pt x="8096" y="76676"/>
                  </a:lnTo>
                  <a:lnTo>
                    <a:pt x="7144" y="79057"/>
                  </a:lnTo>
                  <a:lnTo>
                    <a:pt x="6191" y="81915"/>
                  </a:lnTo>
                  <a:lnTo>
                    <a:pt x="8573" y="80963"/>
                  </a:lnTo>
                  <a:lnTo>
                    <a:pt x="10477" y="80010"/>
                  </a:lnTo>
                  <a:lnTo>
                    <a:pt x="15240" y="74295"/>
                  </a:lnTo>
                  <a:lnTo>
                    <a:pt x="25718" y="64770"/>
                  </a:lnTo>
                  <a:lnTo>
                    <a:pt x="32385" y="61913"/>
                  </a:lnTo>
                  <a:lnTo>
                    <a:pt x="41910" y="57150"/>
                  </a:lnTo>
                  <a:lnTo>
                    <a:pt x="47625" y="50959"/>
                  </a:lnTo>
                  <a:lnTo>
                    <a:pt x="50006" y="45720"/>
                  </a:lnTo>
                  <a:lnTo>
                    <a:pt x="58579" y="44291"/>
                  </a:lnTo>
                  <a:lnTo>
                    <a:pt x="64770" y="45244"/>
                  </a:lnTo>
                  <a:lnTo>
                    <a:pt x="70009" y="42386"/>
                  </a:lnTo>
                  <a:lnTo>
                    <a:pt x="72866" y="41434"/>
                  </a:lnTo>
                  <a:lnTo>
                    <a:pt x="77152" y="41910"/>
                  </a:lnTo>
                  <a:lnTo>
                    <a:pt x="93821" y="45720"/>
                  </a:lnTo>
                  <a:lnTo>
                    <a:pt x="100013" y="44291"/>
                  </a:lnTo>
                  <a:lnTo>
                    <a:pt x="101441" y="42386"/>
                  </a:lnTo>
                  <a:lnTo>
                    <a:pt x="102870" y="39052"/>
                  </a:lnTo>
                  <a:lnTo>
                    <a:pt x="103823" y="35242"/>
                  </a:lnTo>
                  <a:lnTo>
                    <a:pt x="100013" y="34290"/>
                  </a:lnTo>
                  <a:lnTo>
                    <a:pt x="79534" y="25717"/>
                  </a:lnTo>
                  <a:lnTo>
                    <a:pt x="74295" y="22384"/>
                  </a:lnTo>
                  <a:lnTo>
                    <a:pt x="69056" y="15240"/>
                  </a:lnTo>
                  <a:lnTo>
                    <a:pt x="66675" y="10001"/>
                  </a:lnTo>
                  <a:lnTo>
                    <a:pt x="67627" y="5239"/>
                  </a:lnTo>
                  <a:lnTo>
                    <a:pt x="62865" y="4763"/>
                  </a:lnTo>
                  <a:lnTo>
                    <a:pt x="61436" y="4763"/>
                  </a:lnTo>
                  <a:lnTo>
                    <a:pt x="60484" y="5715"/>
                  </a:lnTo>
                  <a:lnTo>
                    <a:pt x="58579" y="5715"/>
                  </a:lnTo>
                  <a:lnTo>
                    <a:pt x="55721" y="5715"/>
                  </a:lnTo>
                  <a:lnTo>
                    <a:pt x="52864" y="6667"/>
                  </a:lnTo>
                  <a:lnTo>
                    <a:pt x="51435" y="7144"/>
                  </a:lnTo>
                  <a:lnTo>
                    <a:pt x="49530" y="6191"/>
                  </a:lnTo>
                  <a:lnTo>
                    <a:pt x="45720" y="2857"/>
                  </a:lnTo>
                  <a:lnTo>
                    <a:pt x="43339" y="476"/>
                  </a:lnTo>
                  <a:lnTo>
                    <a:pt x="41434" y="0"/>
                  </a:lnTo>
                  <a:lnTo>
                    <a:pt x="39529" y="476"/>
                  </a:lnTo>
                  <a:lnTo>
                    <a:pt x="33338" y="1429"/>
                  </a:lnTo>
                  <a:lnTo>
                    <a:pt x="31909" y="2857"/>
                  </a:lnTo>
                  <a:lnTo>
                    <a:pt x="29051" y="4286"/>
                  </a:lnTo>
                  <a:lnTo>
                    <a:pt x="26194" y="4763"/>
                  </a:lnTo>
                  <a:lnTo>
                    <a:pt x="21907" y="5239"/>
                  </a:lnTo>
                  <a:lnTo>
                    <a:pt x="19526" y="5239"/>
                  </a:lnTo>
                  <a:lnTo>
                    <a:pt x="18098" y="5715"/>
                  </a:lnTo>
                  <a:lnTo>
                    <a:pt x="17145" y="7620"/>
                  </a:lnTo>
                  <a:lnTo>
                    <a:pt x="16669" y="9525"/>
                  </a:lnTo>
                  <a:lnTo>
                    <a:pt x="16193" y="10477"/>
                  </a:lnTo>
                  <a:lnTo>
                    <a:pt x="10954" y="11430"/>
                  </a:lnTo>
                  <a:lnTo>
                    <a:pt x="10001" y="12382"/>
                  </a:lnTo>
                  <a:lnTo>
                    <a:pt x="9525" y="13335"/>
                  </a:lnTo>
                  <a:lnTo>
                    <a:pt x="9525" y="14288"/>
                  </a:lnTo>
                  <a:lnTo>
                    <a:pt x="12382" y="15240"/>
                  </a:lnTo>
                  <a:lnTo>
                    <a:pt x="14288" y="16669"/>
                  </a:lnTo>
                  <a:lnTo>
                    <a:pt x="15240" y="18097"/>
                  </a:lnTo>
                  <a:lnTo>
                    <a:pt x="17145" y="19050"/>
                  </a:lnTo>
                  <a:lnTo>
                    <a:pt x="18574" y="19526"/>
                  </a:lnTo>
                  <a:lnTo>
                    <a:pt x="19526" y="23336"/>
                  </a:lnTo>
                  <a:lnTo>
                    <a:pt x="20002" y="27622"/>
                  </a:lnTo>
                  <a:lnTo>
                    <a:pt x="19050" y="29527"/>
                  </a:lnTo>
                  <a:lnTo>
                    <a:pt x="16669" y="30004"/>
                  </a:lnTo>
                  <a:lnTo>
                    <a:pt x="9525" y="34290"/>
                  </a:lnTo>
                  <a:lnTo>
                    <a:pt x="9525" y="38100"/>
                  </a:lnTo>
                  <a:lnTo>
                    <a:pt x="9525" y="40005"/>
                  </a:lnTo>
                  <a:lnTo>
                    <a:pt x="9525" y="41434"/>
                  </a:lnTo>
                  <a:lnTo>
                    <a:pt x="10477" y="42386"/>
                  </a:lnTo>
                  <a:lnTo>
                    <a:pt x="10477" y="43815"/>
                  </a:lnTo>
                  <a:lnTo>
                    <a:pt x="9525" y="45720"/>
                  </a:lnTo>
                  <a:lnTo>
                    <a:pt x="6668" y="48577"/>
                  </a:lnTo>
                  <a:lnTo>
                    <a:pt x="4763" y="50959"/>
                  </a:lnTo>
                  <a:lnTo>
                    <a:pt x="2381" y="53816"/>
                  </a:lnTo>
                  <a:lnTo>
                    <a:pt x="952" y="54292"/>
                  </a:lnTo>
                  <a:lnTo>
                    <a:pt x="0" y="54769"/>
                  </a:lnTo>
                  <a:lnTo>
                    <a:pt x="952" y="56674"/>
                  </a:lnTo>
                  <a:lnTo>
                    <a:pt x="2381" y="59531"/>
                  </a:lnTo>
                  <a:lnTo>
                    <a:pt x="6191" y="60007"/>
                  </a:lnTo>
                  <a:close/>
                  <a:moveTo>
                    <a:pt x="638175" y="190976"/>
                  </a:moveTo>
                  <a:lnTo>
                    <a:pt x="635318" y="188595"/>
                  </a:lnTo>
                  <a:lnTo>
                    <a:pt x="631507" y="186214"/>
                  </a:lnTo>
                  <a:lnTo>
                    <a:pt x="630555" y="185738"/>
                  </a:lnTo>
                  <a:lnTo>
                    <a:pt x="630555" y="182880"/>
                  </a:lnTo>
                  <a:lnTo>
                    <a:pt x="630555" y="180975"/>
                  </a:lnTo>
                  <a:lnTo>
                    <a:pt x="630079" y="179070"/>
                  </a:lnTo>
                  <a:lnTo>
                    <a:pt x="629126" y="178117"/>
                  </a:lnTo>
                  <a:lnTo>
                    <a:pt x="629126" y="177165"/>
                  </a:lnTo>
                  <a:lnTo>
                    <a:pt x="630555" y="175260"/>
                  </a:lnTo>
                  <a:lnTo>
                    <a:pt x="629602" y="173831"/>
                  </a:lnTo>
                  <a:lnTo>
                    <a:pt x="623888" y="170497"/>
                  </a:lnTo>
                  <a:lnTo>
                    <a:pt x="621982" y="169069"/>
                  </a:lnTo>
                  <a:lnTo>
                    <a:pt x="618173" y="168592"/>
                  </a:lnTo>
                  <a:lnTo>
                    <a:pt x="617696" y="167640"/>
                  </a:lnTo>
                  <a:lnTo>
                    <a:pt x="618173" y="165259"/>
                  </a:lnTo>
                  <a:lnTo>
                    <a:pt x="619601" y="162401"/>
                  </a:lnTo>
                  <a:lnTo>
                    <a:pt x="621506" y="159544"/>
                  </a:lnTo>
                  <a:lnTo>
                    <a:pt x="621982" y="158115"/>
                  </a:lnTo>
                  <a:lnTo>
                    <a:pt x="622935" y="155734"/>
                  </a:lnTo>
                  <a:lnTo>
                    <a:pt x="623411" y="153829"/>
                  </a:lnTo>
                  <a:lnTo>
                    <a:pt x="625793" y="151447"/>
                  </a:lnTo>
                  <a:lnTo>
                    <a:pt x="625793" y="150971"/>
                  </a:lnTo>
                  <a:lnTo>
                    <a:pt x="625317" y="150019"/>
                  </a:lnTo>
                  <a:lnTo>
                    <a:pt x="623411" y="149542"/>
                  </a:lnTo>
                  <a:lnTo>
                    <a:pt x="621506" y="149542"/>
                  </a:lnTo>
                  <a:lnTo>
                    <a:pt x="620554" y="149066"/>
                  </a:lnTo>
                  <a:lnTo>
                    <a:pt x="620077" y="147638"/>
                  </a:lnTo>
                  <a:lnTo>
                    <a:pt x="620554" y="142399"/>
                  </a:lnTo>
                  <a:lnTo>
                    <a:pt x="620077" y="139065"/>
                  </a:lnTo>
                  <a:lnTo>
                    <a:pt x="619125" y="136684"/>
                  </a:lnTo>
                  <a:lnTo>
                    <a:pt x="619601" y="131445"/>
                  </a:lnTo>
                  <a:lnTo>
                    <a:pt x="618173" y="130492"/>
                  </a:lnTo>
                  <a:lnTo>
                    <a:pt x="616268" y="127635"/>
                  </a:lnTo>
                  <a:lnTo>
                    <a:pt x="615315" y="125254"/>
                  </a:lnTo>
                  <a:lnTo>
                    <a:pt x="615792" y="124301"/>
                  </a:lnTo>
                  <a:lnTo>
                    <a:pt x="616268" y="122872"/>
                  </a:lnTo>
                  <a:lnTo>
                    <a:pt x="616744" y="120967"/>
                  </a:lnTo>
                  <a:lnTo>
                    <a:pt x="616744" y="119539"/>
                  </a:lnTo>
                  <a:lnTo>
                    <a:pt x="614839" y="118110"/>
                  </a:lnTo>
                  <a:lnTo>
                    <a:pt x="613410" y="116681"/>
                  </a:lnTo>
                  <a:lnTo>
                    <a:pt x="613410" y="115253"/>
                  </a:lnTo>
                  <a:lnTo>
                    <a:pt x="612934" y="113347"/>
                  </a:lnTo>
                  <a:lnTo>
                    <a:pt x="611981" y="111919"/>
                  </a:lnTo>
                  <a:lnTo>
                    <a:pt x="611505" y="110966"/>
                  </a:lnTo>
                  <a:lnTo>
                    <a:pt x="611981" y="110490"/>
                  </a:lnTo>
                  <a:lnTo>
                    <a:pt x="614839" y="110014"/>
                  </a:lnTo>
                  <a:lnTo>
                    <a:pt x="618649" y="110490"/>
                  </a:lnTo>
                  <a:lnTo>
                    <a:pt x="621982" y="110490"/>
                  </a:lnTo>
                  <a:lnTo>
                    <a:pt x="623888" y="109538"/>
                  </a:lnTo>
                  <a:lnTo>
                    <a:pt x="626269" y="100013"/>
                  </a:lnTo>
                  <a:lnTo>
                    <a:pt x="628174" y="97631"/>
                  </a:lnTo>
                  <a:lnTo>
                    <a:pt x="630555" y="96202"/>
                  </a:lnTo>
                  <a:lnTo>
                    <a:pt x="635318" y="99536"/>
                  </a:lnTo>
                  <a:lnTo>
                    <a:pt x="637223" y="100965"/>
                  </a:lnTo>
                  <a:lnTo>
                    <a:pt x="638651" y="100965"/>
                  </a:lnTo>
                  <a:lnTo>
                    <a:pt x="637699" y="99536"/>
                  </a:lnTo>
                  <a:lnTo>
                    <a:pt x="637223" y="98584"/>
                  </a:lnTo>
                  <a:lnTo>
                    <a:pt x="636270" y="96679"/>
                  </a:lnTo>
                  <a:lnTo>
                    <a:pt x="630555" y="90964"/>
                  </a:lnTo>
                  <a:lnTo>
                    <a:pt x="625317" y="86677"/>
                  </a:lnTo>
                  <a:lnTo>
                    <a:pt x="621506" y="84772"/>
                  </a:lnTo>
                  <a:lnTo>
                    <a:pt x="617696" y="84772"/>
                  </a:lnTo>
                  <a:lnTo>
                    <a:pt x="611981" y="85725"/>
                  </a:lnTo>
                  <a:lnTo>
                    <a:pt x="609600" y="85249"/>
                  </a:lnTo>
                  <a:lnTo>
                    <a:pt x="604361" y="83344"/>
                  </a:lnTo>
                  <a:lnTo>
                    <a:pt x="600075" y="80963"/>
                  </a:lnTo>
                  <a:lnTo>
                    <a:pt x="600551" y="80010"/>
                  </a:lnTo>
                  <a:lnTo>
                    <a:pt x="601504" y="79534"/>
                  </a:lnTo>
                  <a:lnTo>
                    <a:pt x="600551" y="76676"/>
                  </a:lnTo>
                  <a:lnTo>
                    <a:pt x="598170" y="71914"/>
                  </a:lnTo>
                  <a:lnTo>
                    <a:pt x="598646" y="70485"/>
                  </a:lnTo>
                  <a:lnTo>
                    <a:pt x="597694" y="68580"/>
                  </a:lnTo>
                  <a:lnTo>
                    <a:pt x="596742" y="67151"/>
                  </a:lnTo>
                  <a:lnTo>
                    <a:pt x="600075" y="63341"/>
                  </a:lnTo>
                  <a:lnTo>
                    <a:pt x="601504" y="60484"/>
                  </a:lnTo>
                  <a:lnTo>
                    <a:pt x="601980" y="57626"/>
                  </a:lnTo>
                  <a:lnTo>
                    <a:pt x="601027" y="54769"/>
                  </a:lnTo>
                  <a:lnTo>
                    <a:pt x="598646" y="49530"/>
                  </a:lnTo>
                  <a:lnTo>
                    <a:pt x="597218" y="48101"/>
                  </a:lnTo>
                  <a:lnTo>
                    <a:pt x="594836" y="46672"/>
                  </a:lnTo>
                  <a:lnTo>
                    <a:pt x="592931" y="44291"/>
                  </a:lnTo>
                  <a:lnTo>
                    <a:pt x="592455" y="42386"/>
                  </a:lnTo>
                  <a:lnTo>
                    <a:pt x="592455" y="41434"/>
                  </a:lnTo>
                  <a:lnTo>
                    <a:pt x="591979" y="40481"/>
                  </a:lnTo>
                  <a:lnTo>
                    <a:pt x="591026" y="39529"/>
                  </a:lnTo>
                  <a:lnTo>
                    <a:pt x="589598" y="39052"/>
                  </a:lnTo>
                  <a:lnTo>
                    <a:pt x="586740" y="39052"/>
                  </a:lnTo>
                  <a:lnTo>
                    <a:pt x="584359" y="38576"/>
                  </a:lnTo>
                  <a:lnTo>
                    <a:pt x="582454" y="37147"/>
                  </a:lnTo>
                  <a:lnTo>
                    <a:pt x="581977" y="36195"/>
                  </a:lnTo>
                  <a:lnTo>
                    <a:pt x="582930" y="35242"/>
                  </a:lnTo>
                  <a:lnTo>
                    <a:pt x="581977" y="34290"/>
                  </a:lnTo>
                  <a:lnTo>
                    <a:pt x="578644" y="32385"/>
                  </a:lnTo>
                  <a:lnTo>
                    <a:pt x="573405" y="27622"/>
                  </a:lnTo>
                  <a:lnTo>
                    <a:pt x="570548" y="26670"/>
                  </a:lnTo>
                  <a:lnTo>
                    <a:pt x="569595" y="23813"/>
                  </a:lnTo>
                  <a:lnTo>
                    <a:pt x="568643" y="23336"/>
                  </a:lnTo>
                  <a:lnTo>
                    <a:pt x="566261" y="22860"/>
                  </a:lnTo>
                  <a:lnTo>
                    <a:pt x="563880" y="23336"/>
                  </a:lnTo>
                  <a:lnTo>
                    <a:pt x="563404" y="23813"/>
                  </a:lnTo>
                  <a:lnTo>
                    <a:pt x="562451" y="24289"/>
                  </a:lnTo>
                  <a:lnTo>
                    <a:pt x="560546" y="28099"/>
                  </a:lnTo>
                  <a:lnTo>
                    <a:pt x="559118" y="29527"/>
                  </a:lnTo>
                  <a:lnTo>
                    <a:pt x="555784" y="29051"/>
                  </a:lnTo>
                  <a:lnTo>
                    <a:pt x="552926" y="28099"/>
                  </a:lnTo>
                  <a:lnTo>
                    <a:pt x="550545" y="27622"/>
                  </a:lnTo>
                  <a:lnTo>
                    <a:pt x="545782" y="27146"/>
                  </a:lnTo>
                  <a:lnTo>
                    <a:pt x="540544" y="27146"/>
                  </a:lnTo>
                  <a:lnTo>
                    <a:pt x="537210" y="29527"/>
                  </a:lnTo>
                  <a:lnTo>
                    <a:pt x="535781" y="29051"/>
                  </a:lnTo>
                  <a:lnTo>
                    <a:pt x="532924" y="27622"/>
                  </a:lnTo>
                  <a:lnTo>
                    <a:pt x="528638" y="26670"/>
                  </a:lnTo>
                  <a:lnTo>
                    <a:pt x="526256" y="25717"/>
                  </a:lnTo>
                  <a:lnTo>
                    <a:pt x="522923" y="29527"/>
                  </a:lnTo>
                  <a:lnTo>
                    <a:pt x="511493" y="36195"/>
                  </a:lnTo>
                  <a:lnTo>
                    <a:pt x="507206" y="38100"/>
                  </a:lnTo>
                  <a:lnTo>
                    <a:pt x="502444" y="39052"/>
                  </a:lnTo>
                  <a:lnTo>
                    <a:pt x="498157" y="42386"/>
                  </a:lnTo>
                  <a:lnTo>
                    <a:pt x="483870" y="48101"/>
                  </a:lnTo>
                  <a:lnTo>
                    <a:pt x="479107" y="49054"/>
                  </a:lnTo>
                  <a:lnTo>
                    <a:pt x="474821" y="47625"/>
                  </a:lnTo>
                  <a:lnTo>
                    <a:pt x="471964" y="48101"/>
                  </a:lnTo>
                  <a:lnTo>
                    <a:pt x="468630" y="47625"/>
                  </a:lnTo>
                  <a:lnTo>
                    <a:pt x="455771" y="42863"/>
                  </a:lnTo>
                  <a:lnTo>
                    <a:pt x="436245" y="46196"/>
                  </a:lnTo>
                  <a:lnTo>
                    <a:pt x="426244" y="49530"/>
                  </a:lnTo>
                  <a:lnTo>
                    <a:pt x="420052" y="50006"/>
                  </a:lnTo>
                  <a:lnTo>
                    <a:pt x="403860" y="46672"/>
                  </a:lnTo>
                  <a:lnTo>
                    <a:pt x="399098" y="43815"/>
                  </a:lnTo>
                  <a:lnTo>
                    <a:pt x="387668" y="42386"/>
                  </a:lnTo>
                  <a:lnTo>
                    <a:pt x="375285" y="39529"/>
                  </a:lnTo>
                  <a:lnTo>
                    <a:pt x="372904" y="35719"/>
                  </a:lnTo>
                  <a:lnTo>
                    <a:pt x="365760" y="32385"/>
                  </a:lnTo>
                  <a:lnTo>
                    <a:pt x="361474" y="32861"/>
                  </a:lnTo>
                  <a:lnTo>
                    <a:pt x="359569" y="33814"/>
                  </a:lnTo>
                  <a:lnTo>
                    <a:pt x="356711" y="36195"/>
                  </a:lnTo>
                  <a:lnTo>
                    <a:pt x="353377" y="35719"/>
                  </a:lnTo>
                  <a:lnTo>
                    <a:pt x="349091" y="33338"/>
                  </a:lnTo>
                  <a:lnTo>
                    <a:pt x="345757" y="29527"/>
                  </a:lnTo>
                  <a:lnTo>
                    <a:pt x="341471" y="19050"/>
                  </a:lnTo>
                  <a:lnTo>
                    <a:pt x="339090" y="18097"/>
                  </a:lnTo>
                  <a:lnTo>
                    <a:pt x="337185" y="17621"/>
                  </a:lnTo>
                  <a:lnTo>
                    <a:pt x="324802" y="20955"/>
                  </a:lnTo>
                  <a:lnTo>
                    <a:pt x="315754" y="17145"/>
                  </a:lnTo>
                  <a:lnTo>
                    <a:pt x="312896" y="14288"/>
                  </a:lnTo>
                  <a:lnTo>
                    <a:pt x="310039" y="10477"/>
                  </a:lnTo>
                  <a:lnTo>
                    <a:pt x="309563" y="7620"/>
                  </a:lnTo>
                  <a:lnTo>
                    <a:pt x="310515" y="6191"/>
                  </a:lnTo>
                  <a:lnTo>
                    <a:pt x="310991" y="4763"/>
                  </a:lnTo>
                  <a:lnTo>
                    <a:pt x="305752" y="3334"/>
                  </a:lnTo>
                  <a:lnTo>
                    <a:pt x="297180" y="7620"/>
                  </a:lnTo>
                  <a:lnTo>
                    <a:pt x="278130" y="7144"/>
                  </a:lnTo>
                  <a:lnTo>
                    <a:pt x="250507" y="4763"/>
                  </a:lnTo>
                  <a:lnTo>
                    <a:pt x="247174" y="5239"/>
                  </a:lnTo>
                  <a:lnTo>
                    <a:pt x="235744" y="10001"/>
                  </a:lnTo>
                  <a:lnTo>
                    <a:pt x="221932" y="13335"/>
                  </a:lnTo>
                  <a:lnTo>
                    <a:pt x="213836" y="16669"/>
                  </a:lnTo>
                  <a:lnTo>
                    <a:pt x="206216" y="22384"/>
                  </a:lnTo>
                  <a:lnTo>
                    <a:pt x="184785" y="33338"/>
                  </a:lnTo>
                  <a:lnTo>
                    <a:pt x="180975" y="40005"/>
                  </a:lnTo>
                  <a:lnTo>
                    <a:pt x="177641" y="41910"/>
                  </a:lnTo>
                  <a:lnTo>
                    <a:pt x="162401" y="42863"/>
                  </a:lnTo>
                  <a:lnTo>
                    <a:pt x="146685" y="38576"/>
                  </a:lnTo>
                  <a:lnTo>
                    <a:pt x="132398" y="40481"/>
                  </a:lnTo>
                  <a:lnTo>
                    <a:pt x="111919" y="37624"/>
                  </a:lnTo>
                  <a:lnTo>
                    <a:pt x="106204" y="38100"/>
                  </a:lnTo>
                  <a:lnTo>
                    <a:pt x="104299" y="40005"/>
                  </a:lnTo>
                  <a:lnTo>
                    <a:pt x="103346" y="42863"/>
                  </a:lnTo>
                  <a:lnTo>
                    <a:pt x="102394" y="46672"/>
                  </a:lnTo>
                  <a:lnTo>
                    <a:pt x="103823" y="48577"/>
                  </a:lnTo>
                  <a:lnTo>
                    <a:pt x="104775" y="49530"/>
                  </a:lnTo>
                  <a:lnTo>
                    <a:pt x="109538" y="53340"/>
                  </a:lnTo>
                  <a:lnTo>
                    <a:pt x="112871" y="54769"/>
                  </a:lnTo>
                  <a:lnTo>
                    <a:pt x="127635" y="56674"/>
                  </a:lnTo>
                  <a:lnTo>
                    <a:pt x="129064" y="56674"/>
                  </a:lnTo>
                  <a:lnTo>
                    <a:pt x="129064" y="57626"/>
                  </a:lnTo>
                  <a:lnTo>
                    <a:pt x="117634" y="58579"/>
                  </a:lnTo>
                  <a:lnTo>
                    <a:pt x="102394" y="60960"/>
                  </a:lnTo>
                  <a:lnTo>
                    <a:pt x="99060" y="61913"/>
                  </a:lnTo>
                  <a:lnTo>
                    <a:pt x="93345" y="65722"/>
                  </a:lnTo>
                  <a:lnTo>
                    <a:pt x="95250" y="67151"/>
                  </a:lnTo>
                  <a:lnTo>
                    <a:pt x="97155" y="68104"/>
                  </a:lnTo>
                  <a:lnTo>
                    <a:pt x="100013" y="68580"/>
                  </a:lnTo>
                  <a:lnTo>
                    <a:pt x="102870" y="70485"/>
                  </a:lnTo>
                  <a:lnTo>
                    <a:pt x="101441" y="71914"/>
                  </a:lnTo>
                  <a:lnTo>
                    <a:pt x="92393" y="71914"/>
                  </a:lnTo>
                  <a:lnTo>
                    <a:pt x="88582" y="72390"/>
                  </a:lnTo>
                  <a:lnTo>
                    <a:pt x="77152" y="71438"/>
                  </a:lnTo>
                  <a:lnTo>
                    <a:pt x="66199" y="72866"/>
                  </a:lnTo>
                  <a:lnTo>
                    <a:pt x="65246" y="72390"/>
                  </a:lnTo>
                  <a:lnTo>
                    <a:pt x="66675" y="70009"/>
                  </a:lnTo>
                  <a:lnTo>
                    <a:pt x="67627" y="68580"/>
                  </a:lnTo>
                  <a:lnTo>
                    <a:pt x="67627" y="67627"/>
                  </a:lnTo>
                  <a:lnTo>
                    <a:pt x="63818" y="66675"/>
                  </a:lnTo>
                  <a:lnTo>
                    <a:pt x="60007" y="66675"/>
                  </a:lnTo>
                  <a:lnTo>
                    <a:pt x="58579" y="67627"/>
                  </a:lnTo>
                  <a:lnTo>
                    <a:pt x="62389" y="71438"/>
                  </a:lnTo>
                  <a:lnTo>
                    <a:pt x="60484" y="72866"/>
                  </a:lnTo>
                  <a:lnTo>
                    <a:pt x="58579" y="73819"/>
                  </a:lnTo>
                  <a:lnTo>
                    <a:pt x="50006" y="74295"/>
                  </a:lnTo>
                  <a:lnTo>
                    <a:pt x="45244" y="71914"/>
                  </a:lnTo>
                  <a:lnTo>
                    <a:pt x="44768" y="70485"/>
                  </a:lnTo>
                  <a:lnTo>
                    <a:pt x="43815" y="69056"/>
                  </a:lnTo>
                  <a:lnTo>
                    <a:pt x="38100" y="69056"/>
                  </a:lnTo>
                  <a:lnTo>
                    <a:pt x="34290" y="71438"/>
                  </a:lnTo>
                  <a:lnTo>
                    <a:pt x="24765" y="71438"/>
                  </a:lnTo>
                  <a:lnTo>
                    <a:pt x="15716" y="79534"/>
                  </a:lnTo>
                  <a:lnTo>
                    <a:pt x="10001" y="86201"/>
                  </a:lnTo>
                  <a:lnTo>
                    <a:pt x="5715" y="87630"/>
                  </a:lnTo>
                  <a:lnTo>
                    <a:pt x="4763" y="92392"/>
                  </a:lnTo>
                  <a:lnTo>
                    <a:pt x="4763" y="100965"/>
                  </a:lnTo>
                  <a:lnTo>
                    <a:pt x="2857" y="104299"/>
                  </a:lnTo>
                  <a:lnTo>
                    <a:pt x="2857" y="106204"/>
                  </a:lnTo>
                  <a:lnTo>
                    <a:pt x="3334" y="108109"/>
                  </a:lnTo>
                  <a:lnTo>
                    <a:pt x="11430" y="107632"/>
                  </a:lnTo>
                  <a:lnTo>
                    <a:pt x="16193" y="106204"/>
                  </a:lnTo>
                  <a:lnTo>
                    <a:pt x="27623" y="104299"/>
                  </a:lnTo>
                  <a:lnTo>
                    <a:pt x="30004" y="104775"/>
                  </a:lnTo>
                  <a:lnTo>
                    <a:pt x="30480" y="106204"/>
                  </a:lnTo>
                  <a:lnTo>
                    <a:pt x="27146" y="110014"/>
                  </a:lnTo>
                  <a:lnTo>
                    <a:pt x="23813" y="113347"/>
                  </a:lnTo>
                  <a:lnTo>
                    <a:pt x="22860" y="115253"/>
                  </a:lnTo>
                  <a:lnTo>
                    <a:pt x="24289" y="116681"/>
                  </a:lnTo>
                  <a:lnTo>
                    <a:pt x="29051" y="122396"/>
                  </a:lnTo>
                  <a:lnTo>
                    <a:pt x="29051" y="124778"/>
                  </a:lnTo>
                  <a:lnTo>
                    <a:pt x="27623" y="126682"/>
                  </a:lnTo>
                  <a:lnTo>
                    <a:pt x="27623" y="128588"/>
                  </a:lnTo>
                  <a:lnTo>
                    <a:pt x="29527" y="130016"/>
                  </a:lnTo>
                  <a:lnTo>
                    <a:pt x="31432" y="129540"/>
                  </a:lnTo>
                  <a:lnTo>
                    <a:pt x="33338" y="130016"/>
                  </a:lnTo>
                  <a:lnTo>
                    <a:pt x="34766" y="131445"/>
                  </a:lnTo>
                  <a:lnTo>
                    <a:pt x="31432" y="135731"/>
                  </a:lnTo>
                  <a:lnTo>
                    <a:pt x="27146" y="137160"/>
                  </a:lnTo>
                  <a:lnTo>
                    <a:pt x="26194" y="138113"/>
                  </a:lnTo>
                  <a:lnTo>
                    <a:pt x="27146" y="140017"/>
                  </a:lnTo>
                  <a:lnTo>
                    <a:pt x="27623" y="141446"/>
                  </a:lnTo>
                  <a:lnTo>
                    <a:pt x="29051" y="144304"/>
                  </a:lnTo>
                  <a:lnTo>
                    <a:pt x="31432" y="147161"/>
                  </a:lnTo>
                  <a:lnTo>
                    <a:pt x="33814" y="148590"/>
                  </a:lnTo>
                  <a:lnTo>
                    <a:pt x="39529" y="148590"/>
                  </a:lnTo>
                  <a:lnTo>
                    <a:pt x="38100" y="150019"/>
                  </a:lnTo>
                  <a:lnTo>
                    <a:pt x="30004" y="151924"/>
                  </a:lnTo>
                  <a:lnTo>
                    <a:pt x="26670" y="151447"/>
                  </a:lnTo>
                  <a:lnTo>
                    <a:pt x="25241" y="150495"/>
                  </a:lnTo>
                  <a:lnTo>
                    <a:pt x="24289" y="150971"/>
                  </a:lnTo>
                  <a:lnTo>
                    <a:pt x="23336" y="153829"/>
                  </a:lnTo>
                  <a:lnTo>
                    <a:pt x="22384" y="153353"/>
                  </a:lnTo>
                  <a:lnTo>
                    <a:pt x="20955" y="150971"/>
                  </a:lnTo>
                  <a:lnTo>
                    <a:pt x="21431" y="148114"/>
                  </a:lnTo>
                  <a:lnTo>
                    <a:pt x="20479" y="145256"/>
                  </a:lnTo>
                  <a:lnTo>
                    <a:pt x="18098" y="142399"/>
                  </a:lnTo>
                  <a:lnTo>
                    <a:pt x="15716" y="141922"/>
                  </a:lnTo>
                  <a:lnTo>
                    <a:pt x="13335" y="142399"/>
                  </a:lnTo>
                  <a:lnTo>
                    <a:pt x="13335" y="144780"/>
                  </a:lnTo>
                  <a:lnTo>
                    <a:pt x="15240" y="149542"/>
                  </a:lnTo>
                  <a:lnTo>
                    <a:pt x="14764" y="152400"/>
                  </a:lnTo>
                  <a:lnTo>
                    <a:pt x="12382" y="152400"/>
                  </a:lnTo>
                  <a:lnTo>
                    <a:pt x="10477" y="156210"/>
                  </a:lnTo>
                  <a:lnTo>
                    <a:pt x="11906" y="157639"/>
                  </a:lnTo>
                  <a:lnTo>
                    <a:pt x="15240" y="158591"/>
                  </a:lnTo>
                  <a:lnTo>
                    <a:pt x="18574" y="160496"/>
                  </a:lnTo>
                  <a:lnTo>
                    <a:pt x="20479" y="160972"/>
                  </a:lnTo>
                  <a:lnTo>
                    <a:pt x="21907" y="160020"/>
                  </a:lnTo>
                  <a:lnTo>
                    <a:pt x="23813" y="159067"/>
                  </a:lnTo>
                  <a:lnTo>
                    <a:pt x="28099" y="161449"/>
                  </a:lnTo>
                  <a:lnTo>
                    <a:pt x="30480" y="164782"/>
                  </a:lnTo>
                  <a:lnTo>
                    <a:pt x="32861" y="164306"/>
                  </a:lnTo>
                  <a:lnTo>
                    <a:pt x="40005" y="167164"/>
                  </a:lnTo>
                  <a:lnTo>
                    <a:pt x="42386" y="167640"/>
                  </a:lnTo>
                  <a:lnTo>
                    <a:pt x="43339" y="171450"/>
                  </a:lnTo>
                  <a:lnTo>
                    <a:pt x="42386" y="177641"/>
                  </a:lnTo>
                  <a:lnTo>
                    <a:pt x="37624" y="179070"/>
                  </a:lnTo>
                  <a:lnTo>
                    <a:pt x="37148" y="180022"/>
                  </a:lnTo>
                  <a:lnTo>
                    <a:pt x="40005" y="181928"/>
                  </a:lnTo>
                  <a:lnTo>
                    <a:pt x="41910" y="186214"/>
                  </a:lnTo>
                  <a:lnTo>
                    <a:pt x="42386" y="190024"/>
                  </a:lnTo>
                  <a:lnTo>
                    <a:pt x="44768" y="191453"/>
                  </a:lnTo>
                  <a:lnTo>
                    <a:pt x="47625" y="191929"/>
                  </a:lnTo>
                  <a:lnTo>
                    <a:pt x="48577" y="193357"/>
                  </a:lnTo>
                  <a:lnTo>
                    <a:pt x="52864" y="195739"/>
                  </a:lnTo>
                  <a:lnTo>
                    <a:pt x="53340" y="199072"/>
                  </a:lnTo>
                  <a:lnTo>
                    <a:pt x="47625" y="200501"/>
                  </a:lnTo>
                  <a:lnTo>
                    <a:pt x="45244" y="200501"/>
                  </a:lnTo>
                  <a:lnTo>
                    <a:pt x="43339" y="202406"/>
                  </a:lnTo>
                  <a:lnTo>
                    <a:pt x="43815" y="206216"/>
                  </a:lnTo>
                  <a:lnTo>
                    <a:pt x="45244" y="206216"/>
                  </a:lnTo>
                  <a:lnTo>
                    <a:pt x="46673" y="204788"/>
                  </a:lnTo>
                  <a:lnTo>
                    <a:pt x="57626" y="205264"/>
                  </a:lnTo>
                  <a:lnTo>
                    <a:pt x="73343" y="204311"/>
                  </a:lnTo>
                  <a:lnTo>
                    <a:pt x="77152" y="204311"/>
                  </a:lnTo>
                  <a:lnTo>
                    <a:pt x="76676" y="205740"/>
                  </a:lnTo>
                  <a:lnTo>
                    <a:pt x="71914" y="208597"/>
                  </a:lnTo>
                  <a:lnTo>
                    <a:pt x="69056" y="211931"/>
                  </a:lnTo>
                  <a:lnTo>
                    <a:pt x="66675" y="212884"/>
                  </a:lnTo>
                  <a:lnTo>
                    <a:pt x="56198" y="213836"/>
                  </a:lnTo>
                  <a:lnTo>
                    <a:pt x="53816" y="214789"/>
                  </a:lnTo>
                  <a:lnTo>
                    <a:pt x="50959" y="215265"/>
                  </a:lnTo>
                  <a:lnTo>
                    <a:pt x="50482" y="216694"/>
                  </a:lnTo>
                  <a:lnTo>
                    <a:pt x="53340" y="217646"/>
                  </a:lnTo>
                  <a:lnTo>
                    <a:pt x="57150" y="218122"/>
                  </a:lnTo>
                  <a:lnTo>
                    <a:pt x="62389" y="215741"/>
                  </a:lnTo>
                  <a:lnTo>
                    <a:pt x="71914" y="215265"/>
                  </a:lnTo>
                  <a:lnTo>
                    <a:pt x="69532" y="218599"/>
                  </a:lnTo>
                  <a:lnTo>
                    <a:pt x="69532" y="220028"/>
                  </a:lnTo>
                  <a:lnTo>
                    <a:pt x="72866" y="219551"/>
                  </a:lnTo>
                  <a:lnTo>
                    <a:pt x="75724" y="218122"/>
                  </a:lnTo>
                  <a:lnTo>
                    <a:pt x="79534" y="213360"/>
                  </a:lnTo>
                  <a:lnTo>
                    <a:pt x="85725" y="213836"/>
                  </a:lnTo>
                  <a:lnTo>
                    <a:pt x="93821" y="217646"/>
                  </a:lnTo>
                  <a:lnTo>
                    <a:pt x="97155" y="218599"/>
                  </a:lnTo>
                  <a:lnTo>
                    <a:pt x="100013" y="218599"/>
                  </a:lnTo>
                  <a:lnTo>
                    <a:pt x="102394" y="217170"/>
                  </a:lnTo>
                  <a:lnTo>
                    <a:pt x="104775" y="218122"/>
                  </a:lnTo>
                  <a:lnTo>
                    <a:pt x="105251" y="220028"/>
                  </a:lnTo>
                  <a:lnTo>
                    <a:pt x="105727" y="221932"/>
                  </a:lnTo>
                  <a:lnTo>
                    <a:pt x="107632" y="224790"/>
                  </a:lnTo>
                  <a:lnTo>
                    <a:pt x="108585" y="229553"/>
                  </a:lnTo>
                  <a:lnTo>
                    <a:pt x="111443" y="232410"/>
                  </a:lnTo>
                  <a:lnTo>
                    <a:pt x="115729" y="234791"/>
                  </a:lnTo>
                  <a:lnTo>
                    <a:pt x="127159" y="238601"/>
                  </a:lnTo>
                  <a:lnTo>
                    <a:pt x="130493" y="238125"/>
                  </a:lnTo>
                  <a:lnTo>
                    <a:pt x="140494" y="234791"/>
                  </a:lnTo>
                  <a:lnTo>
                    <a:pt x="145732" y="232410"/>
                  </a:lnTo>
                  <a:lnTo>
                    <a:pt x="148114" y="233363"/>
                  </a:lnTo>
                  <a:lnTo>
                    <a:pt x="151448" y="235267"/>
                  </a:lnTo>
                  <a:lnTo>
                    <a:pt x="153352" y="234315"/>
                  </a:lnTo>
                  <a:lnTo>
                    <a:pt x="154781" y="232886"/>
                  </a:lnTo>
                  <a:lnTo>
                    <a:pt x="155734" y="227647"/>
                  </a:lnTo>
                  <a:lnTo>
                    <a:pt x="157639" y="224790"/>
                  </a:lnTo>
                  <a:lnTo>
                    <a:pt x="158591" y="214313"/>
                  </a:lnTo>
                  <a:lnTo>
                    <a:pt x="160496" y="211455"/>
                  </a:lnTo>
                  <a:lnTo>
                    <a:pt x="170974" y="211931"/>
                  </a:lnTo>
                  <a:lnTo>
                    <a:pt x="180975" y="212884"/>
                  </a:lnTo>
                  <a:lnTo>
                    <a:pt x="184785" y="213836"/>
                  </a:lnTo>
                  <a:lnTo>
                    <a:pt x="199073" y="220980"/>
                  </a:lnTo>
                  <a:lnTo>
                    <a:pt x="207169" y="223838"/>
                  </a:lnTo>
                  <a:lnTo>
                    <a:pt x="210979" y="227171"/>
                  </a:lnTo>
                  <a:lnTo>
                    <a:pt x="216218" y="234315"/>
                  </a:lnTo>
                  <a:lnTo>
                    <a:pt x="219551" y="237649"/>
                  </a:lnTo>
                  <a:lnTo>
                    <a:pt x="224790" y="240982"/>
                  </a:lnTo>
                  <a:lnTo>
                    <a:pt x="233839" y="243364"/>
                  </a:lnTo>
                  <a:lnTo>
                    <a:pt x="238601" y="240982"/>
                  </a:lnTo>
                  <a:lnTo>
                    <a:pt x="244316" y="240506"/>
                  </a:lnTo>
                  <a:lnTo>
                    <a:pt x="255746" y="238601"/>
                  </a:lnTo>
                  <a:lnTo>
                    <a:pt x="258604" y="239078"/>
                  </a:lnTo>
                  <a:lnTo>
                    <a:pt x="264319" y="237649"/>
                  </a:lnTo>
                  <a:lnTo>
                    <a:pt x="273368" y="233363"/>
                  </a:lnTo>
                  <a:lnTo>
                    <a:pt x="275749" y="231457"/>
                  </a:lnTo>
                  <a:lnTo>
                    <a:pt x="285274" y="221456"/>
                  </a:lnTo>
                  <a:lnTo>
                    <a:pt x="295751" y="214313"/>
                  </a:lnTo>
                  <a:lnTo>
                    <a:pt x="299085" y="212884"/>
                  </a:lnTo>
                  <a:lnTo>
                    <a:pt x="302895" y="213360"/>
                  </a:lnTo>
                  <a:lnTo>
                    <a:pt x="307181" y="216217"/>
                  </a:lnTo>
                  <a:lnTo>
                    <a:pt x="315277" y="219551"/>
                  </a:lnTo>
                  <a:lnTo>
                    <a:pt x="322898" y="221932"/>
                  </a:lnTo>
                  <a:lnTo>
                    <a:pt x="327660" y="220980"/>
                  </a:lnTo>
                  <a:lnTo>
                    <a:pt x="330518" y="218599"/>
                  </a:lnTo>
                  <a:lnTo>
                    <a:pt x="331946" y="215741"/>
                  </a:lnTo>
                  <a:lnTo>
                    <a:pt x="334327" y="214313"/>
                  </a:lnTo>
                  <a:lnTo>
                    <a:pt x="336709" y="213836"/>
                  </a:lnTo>
                  <a:lnTo>
                    <a:pt x="340043" y="210979"/>
                  </a:lnTo>
                  <a:lnTo>
                    <a:pt x="344805" y="208597"/>
                  </a:lnTo>
                  <a:lnTo>
                    <a:pt x="347663" y="210979"/>
                  </a:lnTo>
                  <a:lnTo>
                    <a:pt x="349091" y="212884"/>
                  </a:lnTo>
                  <a:lnTo>
                    <a:pt x="349568" y="215265"/>
                  </a:lnTo>
                  <a:lnTo>
                    <a:pt x="349568" y="218599"/>
                  </a:lnTo>
                  <a:lnTo>
                    <a:pt x="344329" y="223838"/>
                  </a:lnTo>
                  <a:lnTo>
                    <a:pt x="339090" y="228124"/>
                  </a:lnTo>
                  <a:lnTo>
                    <a:pt x="336709" y="231934"/>
                  </a:lnTo>
                  <a:lnTo>
                    <a:pt x="339090" y="237649"/>
                  </a:lnTo>
                  <a:lnTo>
                    <a:pt x="341471" y="243840"/>
                  </a:lnTo>
                  <a:lnTo>
                    <a:pt x="339090" y="247174"/>
                  </a:lnTo>
                  <a:lnTo>
                    <a:pt x="341471" y="247650"/>
                  </a:lnTo>
                  <a:lnTo>
                    <a:pt x="346710" y="250507"/>
                  </a:lnTo>
                  <a:lnTo>
                    <a:pt x="347663" y="250507"/>
                  </a:lnTo>
                  <a:lnTo>
                    <a:pt x="349091" y="246697"/>
                  </a:lnTo>
                  <a:lnTo>
                    <a:pt x="350520" y="245269"/>
                  </a:lnTo>
                  <a:lnTo>
                    <a:pt x="353854" y="244316"/>
                  </a:lnTo>
                  <a:lnTo>
                    <a:pt x="354806" y="237649"/>
                  </a:lnTo>
                  <a:lnTo>
                    <a:pt x="356235" y="236220"/>
                  </a:lnTo>
                  <a:lnTo>
                    <a:pt x="358140" y="235744"/>
                  </a:lnTo>
                  <a:lnTo>
                    <a:pt x="360998" y="235744"/>
                  </a:lnTo>
                  <a:lnTo>
                    <a:pt x="363379" y="235267"/>
                  </a:lnTo>
                  <a:lnTo>
                    <a:pt x="363379" y="234315"/>
                  </a:lnTo>
                  <a:lnTo>
                    <a:pt x="360045" y="226695"/>
                  </a:lnTo>
                  <a:lnTo>
                    <a:pt x="360521" y="224790"/>
                  </a:lnTo>
                  <a:lnTo>
                    <a:pt x="362426" y="217170"/>
                  </a:lnTo>
                  <a:lnTo>
                    <a:pt x="363379" y="214313"/>
                  </a:lnTo>
                  <a:lnTo>
                    <a:pt x="364331" y="213360"/>
                  </a:lnTo>
                  <a:lnTo>
                    <a:pt x="368141" y="213836"/>
                  </a:lnTo>
                  <a:lnTo>
                    <a:pt x="373856" y="215265"/>
                  </a:lnTo>
                  <a:lnTo>
                    <a:pt x="375285" y="217646"/>
                  </a:lnTo>
                  <a:lnTo>
                    <a:pt x="378143" y="219551"/>
                  </a:lnTo>
                  <a:lnTo>
                    <a:pt x="382429" y="219551"/>
                  </a:lnTo>
                  <a:lnTo>
                    <a:pt x="387191" y="220028"/>
                  </a:lnTo>
                  <a:lnTo>
                    <a:pt x="391001" y="220028"/>
                  </a:lnTo>
                  <a:lnTo>
                    <a:pt x="393859" y="218599"/>
                  </a:lnTo>
                  <a:lnTo>
                    <a:pt x="400526" y="216217"/>
                  </a:lnTo>
                  <a:lnTo>
                    <a:pt x="403860" y="215265"/>
                  </a:lnTo>
                  <a:lnTo>
                    <a:pt x="406718" y="214313"/>
                  </a:lnTo>
                  <a:lnTo>
                    <a:pt x="416243" y="210026"/>
                  </a:lnTo>
                  <a:lnTo>
                    <a:pt x="420052" y="210503"/>
                  </a:lnTo>
                  <a:lnTo>
                    <a:pt x="422910" y="210979"/>
                  </a:lnTo>
                  <a:lnTo>
                    <a:pt x="424815" y="211455"/>
                  </a:lnTo>
                  <a:lnTo>
                    <a:pt x="429577" y="214313"/>
                  </a:lnTo>
                  <a:lnTo>
                    <a:pt x="433388" y="217170"/>
                  </a:lnTo>
                  <a:lnTo>
                    <a:pt x="436245" y="218122"/>
                  </a:lnTo>
                  <a:lnTo>
                    <a:pt x="441007" y="218122"/>
                  </a:lnTo>
                  <a:lnTo>
                    <a:pt x="447675" y="218599"/>
                  </a:lnTo>
                  <a:lnTo>
                    <a:pt x="456248" y="218599"/>
                  </a:lnTo>
                  <a:lnTo>
                    <a:pt x="461010" y="217646"/>
                  </a:lnTo>
                  <a:lnTo>
                    <a:pt x="467201" y="216217"/>
                  </a:lnTo>
                  <a:lnTo>
                    <a:pt x="478631" y="212884"/>
                  </a:lnTo>
                  <a:lnTo>
                    <a:pt x="493395" y="205740"/>
                  </a:lnTo>
                  <a:lnTo>
                    <a:pt x="501968" y="202406"/>
                  </a:lnTo>
                  <a:lnTo>
                    <a:pt x="505777" y="201930"/>
                  </a:lnTo>
                  <a:lnTo>
                    <a:pt x="510540" y="201930"/>
                  </a:lnTo>
                  <a:lnTo>
                    <a:pt x="515302" y="202882"/>
                  </a:lnTo>
                  <a:lnTo>
                    <a:pt x="521018" y="203359"/>
                  </a:lnTo>
                  <a:lnTo>
                    <a:pt x="523399" y="203359"/>
                  </a:lnTo>
                  <a:lnTo>
                    <a:pt x="529590" y="202882"/>
                  </a:lnTo>
                  <a:lnTo>
                    <a:pt x="537210" y="201454"/>
                  </a:lnTo>
                  <a:lnTo>
                    <a:pt x="541973" y="200501"/>
                  </a:lnTo>
                  <a:lnTo>
                    <a:pt x="547688" y="198596"/>
                  </a:lnTo>
                  <a:lnTo>
                    <a:pt x="551498" y="195263"/>
                  </a:lnTo>
                  <a:lnTo>
                    <a:pt x="552450" y="194786"/>
                  </a:lnTo>
                  <a:lnTo>
                    <a:pt x="553879" y="195263"/>
                  </a:lnTo>
                  <a:lnTo>
                    <a:pt x="554355" y="195263"/>
                  </a:lnTo>
                  <a:lnTo>
                    <a:pt x="555784" y="197167"/>
                  </a:lnTo>
                  <a:lnTo>
                    <a:pt x="557213" y="201930"/>
                  </a:lnTo>
                  <a:lnTo>
                    <a:pt x="560546" y="200978"/>
                  </a:lnTo>
                  <a:lnTo>
                    <a:pt x="566738" y="196215"/>
                  </a:lnTo>
                  <a:lnTo>
                    <a:pt x="570548" y="191929"/>
                  </a:lnTo>
                  <a:lnTo>
                    <a:pt x="571500" y="191453"/>
                  </a:lnTo>
                  <a:lnTo>
                    <a:pt x="574834" y="192881"/>
                  </a:lnTo>
                  <a:lnTo>
                    <a:pt x="577215" y="193357"/>
                  </a:lnTo>
                  <a:lnTo>
                    <a:pt x="582454" y="191929"/>
                  </a:lnTo>
                  <a:lnTo>
                    <a:pt x="585788" y="192881"/>
                  </a:lnTo>
                  <a:lnTo>
                    <a:pt x="588645" y="193834"/>
                  </a:lnTo>
                  <a:lnTo>
                    <a:pt x="590074" y="193834"/>
                  </a:lnTo>
                  <a:lnTo>
                    <a:pt x="597218" y="196691"/>
                  </a:lnTo>
                  <a:lnTo>
                    <a:pt x="599123" y="197167"/>
                  </a:lnTo>
                  <a:lnTo>
                    <a:pt x="602932" y="197644"/>
                  </a:lnTo>
                  <a:lnTo>
                    <a:pt x="608171" y="197644"/>
                  </a:lnTo>
                  <a:lnTo>
                    <a:pt x="611505" y="195739"/>
                  </a:lnTo>
                  <a:lnTo>
                    <a:pt x="613886" y="193834"/>
                  </a:lnTo>
                  <a:lnTo>
                    <a:pt x="615792" y="193834"/>
                  </a:lnTo>
                  <a:lnTo>
                    <a:pt x="617696" y="194310"/>
                  </a:lnTo>
                  <a:lnTo>
                    <a:pt x="619125" y="195263"/>
                  </a:lnTo>
                  <a:lnTo>
                    <a:pt x="620554" y="196691"/>
                  </a:lnTo>
                  <a:lnTo>
                    <a:pt x="621030" y="198596"/>
                  </a:lnTo>
                  <a:lnTo>
                    <a:pt x="621030" y="204311"/>
                  </a:lnTo>
                  <a:lnTo>
                    <a:pt x="621506" y="205740"/>
                  </a:lnTo>
                  <a:lnTo>
                    <a:pt x="622459" y="206692"/>
                  </a:lnTo>
                  <a:lnTo>
                    <a:pt x="623888" y="206692"/>
                  </a:lnTo>
                  <a:lnTo>
                    <a:pt x="625317" y="205264"/>
                  </a:lnTo>
                  <a:lnTo>
                    <a:pt x="627698" y="203359"/>
                  </a:lnTo>
                  <a:lnTo>
                    <a:pt x="631031" y="201454"/>
                  </a:lnTo>
                  <a:lnTo>
                    <a:pt x="633413" y="199549"/>
                  </a:lnTo>
                  <a:lnTo>
                    <a:pt x="634842" y="199072"/>
                  </a:lnTo>
                  <a:lnTo>
                    <a:pt x="637223" y="199072"/>
                  </a:lnTo>
                  <a:lnTo>
                    <a:pt x="639127" y="199549"/>
                  </a:lnTo>
                  <a:lnTo>
                    <a:pt x="640080" y="200501"/>
                  </a:lnTo>
                  <a:lnTo>
                    <a:pt x="640080" y="200025"/>
                  </a:lnTo>
                  <a:lnTo>
                    <a:pt x="639604" y="197644"/>
                  </a:lnTo>
                  <a:lnTo>
                    <a:pt x="641032" y="195739"/>
                  </a:lnTo>
                  <a:lnTo>
                    <a:pt x="638175" y="190976"/>
                  </a:lnTo>
                  <a:close/>
                </a:path>
              </a:pathLst>
            </a:custGeom>
            <a:grpFill/>
            <a:ln w="317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0AF587BF-ABB7-4F6F-B499-7327624A6070}"/>
                </a:ext>
              </a:extLst>
            </p:cNvPr>
            <p:cNvSpPr/>
            <p:nvPr/>
          </p:nvSpPr>
          <p:spPr>
            <a:xfrm>
              <a:off x="5974556" y="2980371"/>
              <a:ext cx="138588" cy="269557"/>
            </a:xfrm>
            <a:custGeom>
              <a:avLst/>
              <a:gdLst>
                <a:gd name="connsiteX0" fmla="*/ 137636 w 138588"/>
                <a:gd name="connsiteY0" fmla="*/ 186214 h 269557"/>
                <a:gd name="connsiteX1" fmla="*/ 134779 w 138588"/>
                <a:gd name="connsiteY1" fmla="*/ 181928 h 269557"/>
                <a:gd name="connsiteX2" fmla="*/ 134779 w 138588"/>
                <a:gd name="connsiteY2" fmla="*/ 176689 h 269557"/>
                <a:gd name="connsiteX3" fmla="*/ 134779 w 138588"/>
                <a:gd name="connsiteY3" fmla="*/ 172403 h 269557"/>
                <a:gd name="connsiteX4" fmla="*/ 135255 w 138588"/>
                <a:gd name="connsiteY4" fmla="*/ 170021 h 269557"/>
                <a:gd name="connsiteX5" fmla="*/ 136684 w 138588"/>
                <a:gd name="connsiteY5" fmla="*/ 162878 h 269557"/>
                <a:gd name="connsiteX6" fmla="*/ 136684 w 138588"/>
                <a:gd name="connsiteY6" fmla="*/ 161925 h 269557"/>
                <a:gd name="connsiteX7" fmla="*/ 133350 w 138588"/>
                <a:gd name="connsiteY7" fmla="*/ 160496 h 269557"/>
                <a:gd name="connsiteX8" fmla="*/ 131445 w 138588"/>
                <a:gd name="connsiteY8" fmla="*/ 160972 h 269557"/>
                <a:gd name="connsiteX9" fmla="*/ 128111 w 138588"/>
                <a:gd name="connsiteY9" fmla="*/ 160020 h 269557"/>
                <a:gd name="connsiteX10" fmla="*/ 127159 w 138588"/>
                <a:gd name="connsiteY10" fmla="*/ 159544 h 269557"/>
                <a:gd name="connsiteX11" fmla="*/ 128111 w 138588"/>
                <a:gd name="connsiteY11" fmla="*/ 158591 h 269557"/>
                <a:gd name="connsiteX12" fmla="*/ 129540 w 138588"/>
                <a:gd name="connsiteY12" fmla="*/ 158115 h 269557"/>
                <a:gd name="connsiteX13" fmla="*/ 129064 w 138588"/>
                <a:gd name="connsiteY13" fmla="*/ 157163 h 269557"/>
                <a:gd name="connsiteX14" fmla="*/ 125254 w 138588"/>
                <a:gd name="connsiteY14" fmla="*/ 154781 h 269557"/>
                <a:gd name="connsiteX15" fmla="*/ 122873 w 138588"/>
                <a:gd name="connsiteY15" fmla="*/ 147638 h 269557"/>
                <a:gd name="connsiteX16" fmla="*/ 118586 w 138588"/>
                <a:gd name="connsiteY16" fmla="*/ 145256 h 269557"/>
                <a:gd name="connsiteX17" fmla="*/ 116681 w 138588"/>
                <a:gd name="connsiteY17" fmla="*/ 148590 h 269557"/>
                <a:gd name="connsiteX18" fmla="*/ 114300 w 138588"/>
                <a:gd name="connsiteY18" fmla="*/ 149066 h 269557"/>
                <a:gd name="connsiteX19" fmla="*/ 110490 w 138588"/>
                <a:gd name="connsiteY19" fmla="*/ 149066 h 269557"/>
                <a:gd name="connsiteX20" fmla="*/ 110014 w 138588"/>
                <a:gd name="connsiteY20" fmla="*/ 145256 h 269557"/>
                <a:gd name="connsiteX21" fmla="*/ 110490 w 138588"/>
                <a:gd name="connsiteY21" fmla="*/ 142399 h 269557"/>
                <a:gd name="connsiteX22" fmla="*/ 101918 w 138588"/>
                <a:gd name="connsiteY22" fmla="*/ 143351 h 269557"/>
                <a:gd name="connsiteX23" fmla="*/ 96679 w 138588"/>
                <a:gd name="connsiteY23" fmla="*/ 140970 h 269557"/>
                <a:gd name="connsiteX24" fmla="*/ 91916 w 138588"/>
                <a:gd name="connsiteY24" fmla="*/ 136208 h 269557"/>
                <a:gd name="connsiteX25" fmla="*/ 88106 w 138588"/>
                <a:gd name="connsiteY25" fmla="*/ 128588 h 269557"/>
                <a:gd name="connsiteX26" fmla="*/ 87630 w 138588"/>
                <a:gd name="connsiteY26" fmla="*/ 125254 h 269557"/>
                <a:gd name="connsiteX27" fmla="*/ 88582 w 138588"/>
                <a:gd name="connsiteY27" fmla="*/ 122396 h 269557"/>
                <a:gd name="connsiteX28" fmla="*/ 90488 w 138588"/>
                <a:gd name="connsiteY28" fmla="*/ 120015 h 269557"/>
                <a:gd name="connsiteX29" fmla="*/ 93345 w 138588"/>
                <a:gd name="connsiteY29" fmla="*/ 117634 h 269557"/>
                <a:gd name="connsiteX30" fmla="*/ 104775 w 138588"/>
                <a:gd name="connsiteY30" fmla="*/ 110014 h 269557"/>
                <a:gd name="connsiteX31" fmla="*/ 110014 w 138588"/>
                <a:gd name="connsiteY31" fmla="*/ 104775 h 269557"/>
                <a:gd name="connsiteX32" fmla="*/ 116205 w 138588"/>
                <a:gd name="connsiteY32" fmla="*/ 97155 h 269557"/>
                <a:gd name="connsiteX33" fmla="*/ 119063 w 138588"/>
                <a:gd name="connsiteY33" fmla="*/ 91440 h 269557"/>
                <a:gd name="connsiteX34" fmla="*/ 124777 w 138588"/>
                <a:gd name="connsiteY34" fmla="*/ 83344 h 269557"/>
                <a:gd name="connsiteX35" fmla="*/ 122396 w 138588"/>
                <a:gd name="connsiteY35" fmla="*/ 79534 h 269557"/>
                <a:gd name="connsiteX36" fmla="*/ 121920 w 138588"/>
                <a:gd name="connsiteY36" fmla="*/ 74771 h 269557"/>
                <a:gd name="connsiteX37" fmla="*/ 120968 w 138588"/>
                <a:gd name="connsiteY37" fmla="*/ 70961 h 269557"/>
                <a:gd name="connsiteX38" fmla="*/ 120968 w 138588"/>
                <a:gd name="connsiteY38" fmla="*/ 67628 h 269557"/>
                <a:gd name="connsiteX39" fmla="*/ 113348 w 138588"/>
                <a:gd name="connsiteY39" fmla="*/ 62389 h 269557"/>
                <a:gd name="connsiteX40" fmla="*/ 110014 w 138588"/>
                <a:gd name="connsiteY40" fmla="*/ 61436 h 269557"/>
                <a:gd name="connsiteX41" fmla="*/ 106680 w 138588"/>
                <a:gd name="connsiteY41" fmla="*/ 58103 h 269557"/>
                <a:gd name="connsiteX42" fmla="*/ 103823 w 138588"/>
                <a:gd name="connsiteY42" fmla="*/ 52388 h 269557"/>
                <a:gd name="connsiteX43" fmla="*/ 102870 w 138588"/>
                <a:gd name="connsiteY43" fmla="*/ 46672 h 269557"/>
                <a:gd name="connsiteX44" fmla="*/ 103346 w 138588"/>
                <a:gd name="connsiteY44" fmla="*/ 43815 h 269557"/>
                <a:gd name="connsiteX45" fmla="*/ 104775 w 138588"/>
                <a:gd name="connsiteY45" fmla="*/ 40958 h 269557"/>
                <a:gd name="connsiteX46" fmla="*/ 108585 w 138588"/>
                <a:gd name="connsiteY46" fmla="*/ 37147 h 269557"/>
                <a:gd name="connsiteX47" fmla="*/ 113824 w 138588"/>
                <a:gd name="connsiteY47" fmla="*/ 34290 h 269557"/>
                <a:gd name="connsiteX48" fmla="*/ 119539 w 138588"/>
                <a:gd name="connsiteY48" fmla="*/ 24765 h 269557"/>
                <a:gd name="connsiteX49" fmla="*/ 122396 w 138588"/>
                <a:gd name="connsiteY49" fmla="*/ 20955 h 269557"/>
                <a:gd name="connsiteX50" fmla="*/ 124777 w 138588"/>
                <a:gd name="connsiteY50" fmla="*/ 19526 h 269557"/>
                <a:gd name="connsiteX51" fmla="*/ 122873 w 138588"/>
                <a:gd name="connsiteY51" fmla="*/ 15716 h 269557"/>
                <a:gd name="connsiteX52" fmla="*/ 121920 w 138588"/>
                <a:gd name="connsiteY52" fmla="*/ 11430 h 269557"/>
                <a:gd name="connsiteX53" fmla="*/ 118586 w 138588"/>
                <a:gd name="connsiteY53" fmla="*/ 11906 h 269557"/>
                <a:gd name="connsiteX54" fmla="*/ 112395 w 138588"/>
                <a:gd name="connsiteY54" fmla="*/ 16669 h 269557"/>
                <a:gd name="connsiteX55" fmla="*/ 105727 w 138588"/>
                <a:gd name="connsiteY55" fmla="*/ 18574 h 269557"/>
                <a:gd name="connsiteX56" fmla="*/ 103823 w 138588"/>
                <a:gd name="connsiteY56" fmla="*/ 21908 h 269557"/>
                <a:gd name="connsiteX57" fmla="*/ 100013 w 138588"/>
                <a:gd name="connsiteY57" fmla="*/ 24289 h 269557"/>
                <a:gd name="connsiteX58" fmla="*/ 95726 w 138588"/>
                <a:gd name="connsiteY58" fmla="*/ 22384 h 269557"/>
                <a:gd name="connsiteX59" fmla="*/ 97155 w 138588"/>
                <a:gd name="connsiteY59" fmla="*/ 19050 h 269557"/>
                <a:gd name="connsiteX60" fmla="*/ 92393 w 138588"/>
                <a:gd name="connsiteY60" fmla="*/ 12383 h 269557"/>
                <a:gd name="connsiteX61" fmla="*/ 92869 w 138588"/>
                <a:gd name="connsiteY61" fmla="*/ 5715 h 269557"/>
                <a:gd name="connsiteX62" fmla="*/ 89059 w 138588"/>
                <a:gd name="connsiteY62" fmla="*/ 3810 h 269557"/>
                <a:gd name="connsiteX63" fmla="*/ 85725 w 138588"/>
                <a:gd name="connsiteY63" fmla="*/ 3334 h 269557"/>
                <a:gd name="connsiteX64" fmla="*/ 81915 w 138588"/>
                <a:gd name="connsiteY64" fmla="*/ 3334 h 269557"/>
                <a:gd name="connsiteX65" fmla="*/ 81915 w 138588"/>
                <a:gd name="connsiteY65" fmla="*/ 4763 h 269557"/>
                <a:gd name="connsiteX66" fmla="*/ 82391 w 138588"/>
                <a:gd name="connsiteY66" fmla="*/ 6191 h 269557"/>
                <a:gd name="connsiteX67" fmla="*/ 80010 w 138588"/>
                <a:gd name="connsiteY67" fmla="*/ 8096 h 269557"/>
                <a:gd name="connsiteX68" fmla="*/ 78581 w 138588"/>
                <a:gd name="connsiteY68" fmla="*/ 5239 h 269557"/>
                <a:gd name="connsiteX69" fmla="*/ 79534 w 138588"/>
                <a:gd name="connsiteY69" fmla="*/ 3334 h 269557"/>
                <a:gd name="connsiteX70" fmla="*/ 80486 w 138588"/>
                <a:gd name="connsiteY70" fmla="*/ 1429 h 269557"/>
                <a:gd name="connsiteX71" fmla="*/ 77629 w 138588"/>
                <a:gd name="connsiteY71" fmla="*/ 476 h 269557"/>
                <a:gd name="connsiteX72" fmla="*/ 75248 w 138588"/>
                <a:gd name="connsiteY72" fmla="*/ 0 h 269557"/>
                <a:gd name="connsiteX73" fmla="*/ 56674 w 138588"/>
                <a:gd name="connsiteY73" fmla="*/ 5715 h 269557"/>
                <a:gd name="connsiteX74" fmla="*/ 53816 w 138588"/>
                <a:gd name="connsiteY74" fmla="*/ 7144 h 269557"/>
                <a:gd name="connsiteX75" fmla="*/ 45720 w 138588"/>
                <a:gd name="connsiteY75" fmla="*/ 13335 h 269557"/>
                <a:gd name="connsiteX76" fmla="*/ 37148 w 138588"/>
                <a:gd name="connsiteY76" fmla="*/ 15716 h 269557"/>
                <a:gd name="connsiteX77" fmla="*/ 38100 w 138588"/>
                <a:gd name="connsiteY77" fmla="*/ 17621 h 269557"/>
                <a:gd name="connsiteX78" fmla="*/ 38100 w 138588"/>
                <a:gd name="connsiteY78" fmla="*/ 19526 h 269557"/>
                <a:gd name="connsiteX79" fmla="*/ 34766 w 138588"/>
                <a:gd name="connsiteY79" fmla="*/ 21431 h 269557"/>
                <a:gd name="connsiteX80" fmla="*/ 32861 w 138588"/>
                <a:gd name="connsiteY80" fmla="*/ 22384 h 269557"/>
                <a:gd name="connsiteX81" fmla="*/ 30480 w 138588"/>
                <a:gd name="connsiteY81" fmla="*/ 27146 h 269557"/>
                <a:gd name="connsiteX82" fmla="*/ 25718 w 138588"/>
                <a:gd name="connsiteY82" fmla="*/ 30480 h 269557"/>
                <a:gd name="connsiteX83" fmla="*/ 24765 w 138588"/>
                <a:gd name="connsiteY83" fmla="*/ 31433 h 269557"/>
                <a:gd name="connsiteX84" fmla="*/ 24765 w 138588"/>
                <a:gd name="connsiteY84" fmla="*/ 32385 h 269557"/>
                <a:gd name="connsiteX85" fmla="*/ 28099 w 138588"/>
                <a:gd name="connsiteY85" fmla="*/ 33814 h 269557"/>
                <a:gd name="connsiteX86" fmla="*/ 29051 w 138588"/>
                <a:gd name="connsiteY86" fmla="*/ 35243 h 269557"/>
                <a:gd name="connsiteX87" fmla="*/ 29527 w 138588"/>
                <a:gd name="connsiteY87" fmla="*/ 37147 h 269557"/>
                <a:gd name="connsiteX88" fmla="*/ 28099 w 138588"/>
                <a:gd name="connsiteY88" fmla="*/ 43815 h 269557"/>
                <a:gd name="connsiteX89" fmla="*/ 27146 w 138588"/>
                <a:gd name="connsiteY89" fmla="*/ 49054 h 269557"/>
                <a:gd name="connsiteX90" fmla="*/ 26194 w 138588"/>
                <a:gd name="connsiteY90" fmla="*/ 56197 h 269557"/>
                <a:gd name="connsiteX91" fmla="*/ 26194 w 138588"/>
                <a:gd name="connsiteY91" fmla="*/ 59055 h 269557"/>
                <a:gd name="connsiteX92" fmla="*/ 27623 w 138588"/>
                <a:gd name="connsiteY92" fmla="*/ 62389 h 269557"/>
                <a:gd name="connsiteX93" fmla="*/ 29051 w 138588"/>
                <a:gd name="connsiteY93" fmla="*/ 64770 h 269557"/>
                <a:gd name="connsiteX94" fmla="*/ 29527 w 138588"/>
                <a:gd name="connsiteY94" fmla="*/ 67628 h 269557"/>
                <a:gd name="connsiteX95" fmla="*/ 29051 w 138588"/>
                <a:gd name="connsiteY95" fmla="*/ 74295 h 269557"/>
                <a:gd name="connsiteX96" fmla="*/ 30480 w 138588"/>
                <a:gd name="connsiteY96" fmla="*/ 78105 h 269557"/>
                <a:gd name="connsiteX97" fmla="*/ 31432 w 138588"/>
                <a:gd name="connsiteY97" fmla="*/ 81915 h 269557"/>
                <a:gd name="connsiteX98" fmla="*/ 28575 w 138588"/>
                <a:gd name="connsiteY98" fmla="*/ 86678 h 269557"/>
                <a:gd name="connsiteX99" fmla="*/ 27146 w 138588"/>
                <a:gd name="connsiteY99" fmla="*/ 90488 h 269557"/>
                <a:gd name="connsiteX100" fmla="*/ 26194 w 138588"/>
                <a:gd name="connsiteY100" fmla="*/ 96203 h 269557"/>
                <a:gd name="connsiteX101" fmla="*/ 25718 w 138588"/>
                <a:gd name="connsiteY101" fmla="*/ 100013 h 269557"/>
                <a:gd name="connsiteX102" fmla="*/ 23813 w 138588"/>
                <a:gd name="connsiteY102" fmla="*/ 103346 h 269557"/>
                <a:gd name="connsiteX103" fmla="*/ 21431 w 138588"/>
                <a:gd name="connsiteY103" fmla="*/ 106680 h 269557"/>
                <a:gd name="connsiteX104" fmla="*/ 18574 w 138588"/>
                <a:gd name="connsiteY104" fmla="*/ 108585 h 269557"/>
                <a:gd name="connsiteX105" fmla="*/ 15240 w 138588"/>
                <a:gd name="connsiteY105" fmla="*/ 110490 h 269557"/>
                <a:gd name="connsiteX106" fmla="*/ 11430 w 138588"/>
                <a:gd name="connsiteY106" fmla="*/ 112871 h 269557"/>
                <a:gd name="connsiteX107" fmla="*/ 8573 w 138588"/>
                <a:gd name="connsiteY107" fmla="*/ 118586 h 269557"/>
                <a:gd name="connsiteX108" fmla="*/ 1905 w 138588"/>
                <a:gd name="connsiteY108" fmla="*/ 123349 h 269557"/>
                <a:gd name="connsiteX109" fmla="*/ 476 w 138588"/>
                <a:gd name="connsiteY109" fmla="*/ 125254 h 269557"/>
                <a:gd name="connsiteX110" fmla="*/ 0 w 138588"/>
                <a:gd name="connsiteY110" fmla="*/ 129064 h 269557"/>
                <a:gd name="connsiteX111" fmla="*/ 0 w 138588"/>
                <a:gd name="connsiteY111" fmla="*/ 134303 h 269557"/>
                <a:gd name="connsiteX112" fmla="*/ 952 w 138588"/>
                <a:gd name="connsiteY112" fmla="*/ 138589 h 269557"/>
                <a:gd name="connsiteX113" fmla="*/ 4286 w 138588"/>
                <a:gd name="connsiteY113" fmla="*/ 144780 h 269557"/>
                <a:gd name="connsiteX114" fmla="*/ 7144 w 138588"/>
                <a:gd name="connsiteY114" fmla="*/ 151924 h 269557"/>
                <a:gd name="connsiteX115" fmla="*/ 8096 w 138588"/>
                <a:gd name="connsiteY115" fmla="*/ 155258 h 269557"/>
                <a:gd name="connsiteX116" fmla="*/ 9049 w 138588"/>
                <a:gd name="connsiteY116" fmla="*/ 156686 h 269557"/>
                <a:gd name="connsiteX117" fmla="*/ 12859 w 138588"/>
                <a:gd name="connsiteY117" fmla="*/ 159068 h 269557"/>
                <a:gd name="connsiteX118" fmla="*/ 19526 w 138588"/>
                <a:gd name="connsiteY118" fmla="*/ 162401 h 269557"/>
                <a:gd name="connsiteX119" fmla="*/ 20955 w 138588"/>
                <a:gd name="connsiteY119" fmla="*/ 163830 h 269557"/>
                <a:gd name="connsiteX120" fmla="*/ 24289 w 138588"/>
                <a:gd name="connsiteY120" fmla="*/ 168593 h 269557"/>
                <a:gd name="connsiteX121" fmla="*/ 27623 w 138588"/>
                <a:gd name="connsiteY121" fmla="*/ 177165 h 269557"/>
                <a:gd name="connsiteX122" fmla="*/ 28575 w 138588"/>
                <a:gd name="connsiteY122" fmla="*/ 182880 h 269557"/>
                <a:gd name="connsiteX123" fmla="*/ 34766 w 138588"/>
                <a:gd name="connsiteY123" fmla="*/ 187643 h 269557"/>
                <a:gd name="connsiteX124" fmla="*/ 40481 w 138588"/>
                <a:gd name="connsiteY124" fmla="*/ 191929 h 269557"/>
                <a:gd name="connsiteX125" fmla="*/ 46196 w 138588"/>
                <a:gd name="connsiteY125" fmla="*/ 195739 h 269557"/>
                <a:gd name="connsiteX126" fmla="*/ 51911 w 138588"/>
                <a:gd name="connsiteY126" fmla="*/ 199549 h 269557"/>
                <a:gd name="connsiteX127" fmla="*/ 52864 w 138588"/>
                <a:gd name="connsiteY127" fmla="*/ 200978 h 269557"/>
                <a:gd name="connsiteX128" fmla="*/ 54769 w 138588"/>
                <a:gd name="connsiteY128" fmla="*/ 209550 h 269557"/>
                <a:gd name="connsiteX129" fmla="*/ 56674 w 138588"/>
                <a:gd name="connsiteY129" fmla="*/ 218122 h 269557"/>
                <a:gd name="connsiteX130" fmla="*/ 59055 w 138588"/>
                <a:gd name="connsiteY130" fmla="*/ 227171 h 269557"/>
                <a:gd name="connsiteX131" fmla="*/ 61436 w 138588"/>
                <a:gd name="connsiteY131" fmla="*/ 236220 h 269557"/>
                <a:gd name="connsiteX132" fmla="*/ 63818 w 138588"/>
                <a:gd name="connsiteY132" fmla="*/ 247174 h 269557"/>
                <a:gd name="connsiteX133" fmla="*/ 65246 w 138588"/>
                <a:gd name="connsiteY133" fmla="*/ 253365 h 269557"/>
                <a:gd name="connsiteX134" fmla="*/ 67151 w 138588"/>
                <a:gd name="connsiteY134" fmla="*/ 260985 h 269557"/>
                <a:gd name="connsiteX135" fmla="*/ 69056 w 138588"/>
                <a:gd name="connsiteY135" fmla="*/ 269558 h 269557"/>
                <a:gd name="connsiteX136" fmla="*/ 73343 w 138588"/>
                <a:gd name="connsiteY136" fmla="*/ 267653 h 269557"/>
                <a:gd name="connsiteX137" fmla="*/ 79057 w 138588"/>
                <a:gd name="connsiteY137" fmla="*/ 265271 h 269557"/>
                <a:gd name="connsiteX138" fmla="*/ 81915 w 138588"/>
                <a:gd name="connsiteY138" fmla="*/ 263843 h 269557"/>
                <a:gd name="connsiteX139" fmla="*/ 83344 w 138588"/>
                <a:gd name="connsiteY139" fmla="*/ 262414 h 269557"/>
                <a:gd name="connsiteX140" fmla="*/ 87630 w 138588"/>
                <a:gd name="connsiteY140" fmla="*/ 256699 h 269557"/>
                <a:gd name="connsiteX141" fmla="*/ 90011 w 138588"/>
                <a:gd name="connsiteY141" fmla="*/ 253365 h 269557"/>
                <a:gd name="connsiteX142" fmla="*/ 92869 w 138588"/>
                <a:gd name="connsiteY142" fmla="*/ 249079 h 269557"/>
                <a:gd name="connsiteX143" fmla="*/ 94298 w 138588"/>
                <a:gd name="connsiteY143" fmla="*/ 246221 h 269557"/>
                <a:gd name="connsiteX144" fmla="*/ 94298 w 138588"/>
                <a:gd name="connsiteY144" fmla="*/ 243364 h 269557"/>
                <a:gd name="connsiteX145" fmla="*/ 93821 w 138588"/>
                <a:gd name="connsiteY145" fmla="*/ 240030 h 269557"/>
                <a:gd name="connsiteX146" fmla="*/ 91440 w 138588"/>
                <a:gd name="connsiteY146" fmla="*/ 231934 h 269557"/>
                <a:gd name="connsiteX147" fmla="*/ 89535 w 138588"/>
                <a:gd name="connsiteY147" fmla="*/ 223838 h 269557"/>
                <a:gd name="connsiteX148" fmla="*/ 90964 w 138588"/>
                <a:gd name="connsiteY148" fmla="*/ 220980 h 269557"/>
                <a:gd name="connsiteX149" fmla="*/ 92393 w 138588"/>
                <a:gd name="connsiteY149" fmla="*/ 219551 h 269557"/>
                <a:gd name="connsiteX150" fmla="*/ 95250 w 138588"/>
                <a:gd name="connsiteY150" fmla="*/ 215741 h 269557"/>
                <a:gd name="connsiteX151" fmla="*/ 96202 w 138588"/>
                <a:gd name="connsiteY151" fmla="*/ 214789 h 269557"/>
                <a:gd name="connsiteX152" fmla="*/ 101918 w 138588"/>
                <a:gd name="connsiteY152" fmla="*/ 213836 h 269557"/>
                <a:gd name="connsiteX153" fmla="*/ 104299 w 138588"/>
                <a:gd name="connsiteY153" fmla="*/ 211455 h 269557"/>
                <a:gd name="connsiteX154" fmla="*/ 106204 w 138588"/>
                <a:gd name="connsiteY154" fmla="*/ 208121 h 269557"/>
                <a:gd name="connsiteX155" fmla="*/ 106680 w 138588"/>
                <a:gd name="connsiteY155" fmla="*/ 206693 h 269557"/>
                <a:gd name="connsiteX156" fmla="*/ 109061 w 138588"/>
                <a:gd name="connsiteY156" fmla="*/ 204788 h 269557"/>
                <a:gd name="connsiteX157" fmla="*/ 111919 w 138588"/>
                <a:gd name="connsiteY157" fmla="*/ 202883 h 269557"/>
                <a:gd name="connsiteX158" fmla="*/ 113824 w 138588"/>
                <a:gd name="connsiteY158" fmla="*/ 200501 h 269557"/>
                <a:gd name="connsiteX159" fmla="*/ 120015 w 138588"/>
                <a:gd name="connsiteY159" fmla="*/ 197168 h 269557"/>
                <a:gd name="connsiteX160" fmla="*/ 125730 w 138588"/>
                <a:gd name="connsiteY160" fmla="*/ 193834 h 269557"/>
                <a:gd name="connsiteX161" fmla="*/ 132398 w 138588"/>
                <a:gd name="connsiteY161" fmla="*/ 190500 h 269557"/>
                <a:gd name="connsiteX162" fmla="*/ 137636 w 138588"/>
                <a:gd name="connsiteY162" fmla="*/ 188119 h 269557"/>
                <a:gd name="connsiteX163" fmla="*/ 138589 w 138588"/>
                <a:gd name="connsiteY163" fmla="*/ 185738 h 269557"/>
                <a:gd name="connsiteX164" fmla="*/ 137636 w 138588"/>
                <a:gd name="connsiteY164" fmla="*/ 186214 h 2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8588" h="269557">
                  <a:moveTo>
                    <a:pt x="137636" y="186214"/>
                  </a:moveTo>
                  <a:lnTo>
                    <a:pt x="134779" y="181928"/>
                  </a:lnTo>
                  <a:lnTo>
                    <a:pt x="134779" y="176689"/>
                  </a:lnTo>
                  <a:lnTo>
                    <a:pt x="134779" y="172403"/>
                  </a:lnTo>
                  <a:lnTo>
                    <a:pt x="135255" y="170021"/>
                  </a:lnTo>
                  <a:lnTo>
                    <a:pt x="136684" y="162878"/>
                  </a:lnTo>
                  <a:lnTo>
                    <a:pt x="136684" y="161925"/>
                  </a:lnTo>
                  <a:lnTo>
                    <a:pt x="133350" y="160496"/>
                  </a:lnTo>
                  <a:lnTo>
                    <a:pt x="131445" y="160972"/>
                  </a:lnTo>
                  <a:lnTo>
                    <a:pt x="128111" y="160020"/>
                  </a:lnTo>
                  <a:lnTo>
                    <a:pt x="127159" y="159544"/>
                  </a:lnTo>
                  <a:lnTo>
                    <a:pt x="128111" y="158591"/>
                  </a:lnTo>
                  <a:lnTo>
                    <a:pt x="129540" y="158115"/>
                  </a:lnTo>
                  <a:lnTo>
                    <a:pt x="129064" y="157163"/>
                  </a:lnTo>
                  <a:lnTo>
                    <a:pt x="125254" y="154781"/>
                  </a:lnTo>
                  <a:lnTo>
                    <a:pt x="122873" y="147638"/>
                  </a:lnTo>
                  <a:lnTo>
                    <a:pt x="118586" y="145256"/>
                  </a:lnTo>
                  <a:lnTo>
                    <a:pt x="116681" y="148590"/>
                  </a:lnTo>
                  <a:lnTo>
                    <a:pt x="114300" y="149066"/>
                  </a:lnTo>
                  <a:lnTo>
                    <a:pt x="110490" y="149066"/>
                  </a:lnTo>
                  <a:lnTo>
                    <a:pt x="110014" y="145256"/>
                  </a:lnTo>
                  <a:lnTo>
                    <a:pt x="110490" y="142399"/>
                  </a:lnTo>
                  <a:lnTo>
                    <a:pt x="101918" y="143351"/>
                  </a:lnTo>
                  <a:lnTo>
                    <a:pt x="96679" y="140970"/>
                  </a:lnTo>
                  <a:lnTo>
                    <a:pt x="91916" y="136208"/>
                  </a:lnTo>
                  <a:lnTo>
                    <a:pt x="88106" y="128588"/>
                  </a:lnTo>
                  <a:lnTo>
                    <a:pt x="87630" y="125254"/>
                  </a:lnTo>
                  <a:lnTo>
                    <a:pt x="88582" y="122396"/>
                  </a:lnTo>
                  <a:lnTo>
                    <a:pt x="90488" y="120015"/>
                  </a:lnTo>
                  <a:lnTo>
                    <a:pt x="93345" y="117634"/>
                  </a:lnTo>
                  <a:lnTo>
                    <a:pt x="104775" y="110014"/>
                  </a:lnTo>
                  <a:lnTo>
                    <a:pt x="110014" y="104775"/>
                  </a:lnTo>
                  <a:lnTo>
                    <a:pt x="116205" y="97155"/>
                  </a:lnTo>
                  <a:lnTo>
                    <a:pt x="119063" y="91440"/>
                  </a:lnTo>
                  <a:lnTo>
                    <a:pt x="124777" y="83344"/>
                  </a:lnTo>
                  <a:lnTo>
                    <a:pt x="122396" y="79534"/>
                  </a:lnTo>
                  <a:lnTo>
                    <a:pt x="121920" y="74771"/>
                  </a:lnTo>
                  <a:lnTo>
                    <a:pt x="120968" y="70961"/>
                  </a:lnTo>
                  <a:lnTo>
                    <a:pt x="120968" y="67628"/>
                  </a:lnTo>
                  <a:lnTo>
                    <a:pt x="113348" y="62389"/>
                  </a:lnTo>
                  <a:lnTo>
                    <a:pt x="110014" y="61436"/>
                  </a:lnTo>
                  <a:lnTo>
                    <a:pt x="106680" y="58103"/>
                  </a:lnTo>
                  <a:lnTo>
                    <a:pt x="103823" y="52388"/>
                  </a:lnTo>
                  <a:lnTo>
                    <a:pt x="102870" y="46672"/>
                  </a:lnTo>
                  <a:lnTo>
                    <a:pt x="103346" y="43815"/>
                  </a:lnTo>
                  <a:lnTo>
                    <a:pt x="104775" y="40958"/>
                  </a:lnTo>
                  <a:lnTo>
                    <a:pt x="108585" y="37147"/>
                  </a:lnTo>
                  <a:lnTo>
                    <a:pt x="113824" y="34290"/>
                  </a:lnTo>
                  <a:lnTo>
                    <a:pt x="119539" y="24765"/>
                  </a:lnTo>
                  <a:lnTo>
                    <a:pt x="122396" y="20955"/>
                  </a:lnTo>
                  <a:lnTo>
                    <a:pt x="124777" y="19526"/>
                  </a:lnTo>
                  <a:lnTo>
                    <a:pt x="122873" y="15716"/>
                  </a:lnTo>
                  <a:lnTo>
                    <a:pt x="121920" y="11430"/>
                  </a:lnTo>
                  <a:lnTo>
                    <a:pt x="118586" y="11906"/>
                  </a:lnTo>
                  <a:lnTo>
                    <a:pt x="112395" y="16669"/>
                  </a:lnTo>
                  <a:lnTo>
                    <a:pt x="105727" y="18574"/>
                  </a:lnTo>
                  <a:lnTo>
                    <a:pt x="103823" y="21908"/>
                  </a:lnTo>
                  <a:lnTo>
                    <a:pt x="100013" y="24289"/>
                  </a:lnTo>
                  <a:lnTo>
                    <a:pt x="95726" y="22384"/>
                  </a:lnTo>
                  <a:lnTo>
                    <a:pt x="97155" y="19050"/>
                  </a:lnTo>
                  <a:lnTo>
                    <a:pt x="92393" y="12383"/>
                  </a:lnTo>
                  <a:lnTo>
                    <a:pt x="92869" y="5715"/>
                  </a:lnTo>
                  <a:lnTo>
                    <a:pt x="89059" y="3810"/>
                  </a:lnTo>
                  <a:lnTo>
                    <a:pt x="85725" y="3334"/>
                  </a:lnTo>
                  <a:lnTo>
                    <a:pt x="81915" y="3334"/>
                  </a:lnTo>
                  <a:lnTo>
                    <a:pt x="81915" y="4763"/>
                  </a:lnTo>
                  <a:lnTo>
                    <a:pt x="82391" y="6191"/>
                  </a:lnTo>
                  <a:lnTo>
                    <a:pt x="80010" y="8096"/>
                  </a:lnTo>
                  <a:lnTo>
                    <a:pt x="78581" y="5239"/>
                  </a:lnTo>
                  <a:lnTo>
                    <a:pt x="79534" y="3334"/>
                  </a:lnTo>
                  <a:lnTo>
                    <a:pt x="80486" y="1429"/>
                  </a:lnTo>
                  <a:lnTo>
                    <a:pt x="77629" y="476"/>
                  </a:lnTo>
                  <a:lnTo>
                    <a:pt x="75248" y="0"/>
                  </a:lnTo>
                  <a:lnTo>
                    <a:pt x="56674" y="5715"/>
                  </a:lnTo>
                  <a:lnTo>
                    <a:pt x="53816" y="7144"/>
                  </a:lnTo>
                  <a:lnTo>
                    <a:pt x="45720" y="13335"/>
                  </a:lnTo>
                  <a:lnTo>
                    <a:pt x="37148" y="15716"/>
                  </a:lnTo>
                  <a:lnTo>
                    <a:pt x="38100" y="17621"/>
                  </a:lnTo>
                  <a:lnTo>
                    <a:pt x="38100" y="19526"/>
                  </a:lnTo>
                  <a:lnTo>
                    <a:pt x="34766" y="21431"/>
                  </a:lnTo>
                  <a:lnTo>
                    <a:pt x="32861" y="22384"/>
                  </a:lnTo>
                  <a:lnTo>
                    <a:pt x="30480" y="27146"/>
                  </a:lnTo>
                  <a:lnTo>
                    <a:pt x="25718" y="30480"/>
                  </a:lnTo>
                  <a:lnTo>
                    <a:pt x="24765" y="31433"/>
                  </a:lnTo>
                  <a:lnTo>
                    <a:pt x="24765" y="32385"/>
                  </a:lnTo>
                  <a:lnTo>
                    <a:pt x="28099" y="33814"/>
                  </a:lnTo>
                  <a:lnTo>
                    <a:pt x="29051" y="35243"/>
                  </a:lnTo>
                  <a:lnTo>
                    <a:pt x="29527" y="37147"/>
                  </a:lnTo>
                  <a:lnTo>
                    <a:pt x="28099" y="43815"/>
                  </a:lnTo>
                  <a:lnTo>
                    <a:pt x="27146" y="49054"/>
                  </a:lnTo>
                  <a:lnTo>
                    <a:pt x="26194" y="56197"/>
                  </a:lnTo>
                  <a:lnTo>
                    <a:pt x="26194" y="59055"/>
                  </a:lnTo>
                  <a:lnTo>
                    <a:pt x="27623" y="62389"/>
                  </a:lnTo>
                  <a:lnTo>
                    <a:pt x="29051" y="64770"/>
                  </a:lnTo>
                  <a:lnTo>
                    <a:pt x="29527" y="67628"/>
                  </a:lnTo>
                  <a:lnTo>
                    <a:pt x="29051" y="74295"/>
                  </a:lnTo>
                  <a:lnTo>
                    <a:pt x="30480" y="78105"/>
                  </a:lnTo>
                  <a:lnTo>
                    <a:pt x="31432" y="81915"/>
                  </a:lnTo>
                  <a:lnTo>
                    <a:pt x="28575" y="86678"/>
                  </a:lnTo>
                  <a:lnTo>
                    <a:pt x="27146" y="90488"/>
                  </a:lnTo>
                  <a:lnTo>
                    <a:pt x="26194" y="96203"/>
                  </a:lnTo>
                  <a:lnTo>
                    <a:pt x="25718" y="100013"/>
                  </a:lnTo>
                  <a:lnTo>
                    <a:pt x="23813" y="103346"/>
                  </a:lnTo>
                  <a:lnTo>
                    <a:pt x="21431" y="106680"/>
                  </a:lnTo>
                  <a:lnTo>
                    <a:pt x="18574" y="108585"/>
                  </a:lnTo>
                  <a:lnTo>
                    <a:pt x="15240" y="110490"/>
                  </a:lnTo>
                  <a:lnTo>
                    <a:pt x="11430" y="112871"/>
                  </a:lnTo>
                  <a:lnTo>
                    <a:pt x="8573" y="118586"/>
                  </a:lnTo>
                  <a:lnTo>
                    <a:pt x="1905" y="123349"/>
                  </a:lnTo>
                  <a:lnTo>
                    <a:pt x="476" y="125254"/>
                  </a:lnTo>
                  <a:lnTo>
                    <a:pt x="0" y="129064"/>
                  </a:lnTo>
                  <a:lnTo>
                    <a:pt x="0" y="134303"/>
                  </a:lnTo>
                  <a:lnTo>
                    <a:pt x="952" y="138589"/>
                  </a:lnTo>
                  <a:lnTo>
                    <a:pt x="4286" y="144780"/>
                  </a:lnTo>
                  <a:lnTo>
                    <a:pt x="7144" y="151924"/>
                  </a:lnTo>
                  <a:lnTo>
                    <a:pt x="8096" y="155258"/>
                  </a:lnTo>
                  <a:lnTo>
                    <a:pt x="9049" y="156686"/>
                  </a:lnTo>
                  <a:lnTo>
                    <a:pt x="12859" y="159068"/>
                  </a:lnTo>
                  <a:lnTo>
                    <a:pt x="19526" y="162401"/>
                  </a:lnTo>
                  <a:lnTo>
                    <a:pt x="20955" y="163830"/>
                  </a:lnTo>
                  <a:lnTo>
                    <a:pt x="24289" y="168593"/>
                  </a:lnTo>
                  <a:lnTo>
                    <a:pt x="27623" y="177165"/>
                  </a:lnTo>
                  <a:lnTo>
                    <a:pt x="28575" y="182880"/>
                  </a:lnTo>
                  <a:lnTo>
                    <a:pt x="34766" y="187643"/>
                  </a:lnTo>
                  <a:lnTo>
                    <a:pt x="40481" y="191929"/>
                  </a:lnTo>
                  <a:lnTo>
                    <a:pt x="46196" y="195739"/>
                  </a:lnTo>
                  <a:lnTo>
                    <a:pt x="51911" y="199549"/>
                  </a:lnTo>
                  <a:lnTo>
                    <a:pt x="52864" y="200978"/>
                  </a:lnTo>
                  <a:lnTo>
                    <a:pt x="54769" y="209550"/>
                  </a:lnTo>
                  <a:lnTo>
                    <a:pt x="56674" y="218122"/>
                  </a:lnTo>
                  <a:lnTo>
                    <a:pt x="59055" y="227171"/>
                  </a:lnTo>
                  <a:lnTo>
                    <a:pt x="61436" y="236220"/>
                  </a:lnTo>
                  <a:lnTo>
                    <a:pt x="63818" y="247174"/>
                  </a:lnTo>
                  <a:lnTo>
                    <a:pt x="65246" y="253365"/>
                  </a:lnTo>
                  <a:lnTo>
                    <a:pt x="67151" y="260985"/>
                  </a:lnTo>
                  <a:lnTo>
                    <a:pt x="69056" y="269558"/>
                  </a:lnTo>
                  <a:lnTo>
                    <a:pt x="73343" y="267653"/>
                  </a:lnTo>
                  <a:lnTo>
                    <a:pt x="79057" y="265271"/>
                  </a:lnTo>
                  <a:lnTo>
                    <a:pt x="81915" y="263843"/>
                  </a:lnTo>
                  <a:lnTo>
                    <a:pt x="83344" y="262414"/>
                  </a:lnTo>
                  <a:lnTo>
                    <a:pt x="87630" y="256699"/>
                  </a:lnTo>
                  <a:lnTo>
                    <a:pt x="90011" y="253365"/>
                  </a:lnTo>
                  <a:lnTo>
                    <a:pt x="92869" y="249079"/>
                  </a:lnTo>
                  <a:lnTo>
                    <a:pt x="94298" y="246221"/>
                  </a:lnTo>
                  <a:lnTo>
                    <a:pt x="94298" y="243364"/>
                  </a:lnTo>
                  <a:lnTo>
                    <a:pt x="93821" y="240030"/>
                  </a:lnTo>
                  <a:lnTo>
                    <a:pt x="91440" y="231934"/>
                  </a:lnTo>
                  <a:lnTo>
                    <a:pt x="89535" y="223838"/>
                  </a:lnTo>
                  <a:lnTo>
                    <a:pt x="90964" y="220980"/>
                  </a:lnTo>
                  <a:lnTo>
                    <a:pt x="92393" y="219551"/>
                  </a:lnTo>
                  <a:lnTo>
                    <a:pt x="95250" y="215741"/>
                  </a:lnTo>
                  <a:lnTo>
                    <a:pt x="96202" y="214789"/>
                  </a:lnTo>
                  <a:lnTo>
                    <a:pt x="101918" y="213836"/>
                  </a:lnTo>
                  <a:lnTo>
                    <a:pt x="104299" y="211455"/>
                  </a:lnTo>
                  <a:lnTo>
                    <a:pt x="106204" y="208121"/>
                  </a:lnTo>
                  <a:lnTo>
                    <a:pt x="106680" y="206693"/>
                  </a:lnTo>
                  <a:lnTo>
                    <a:pt x="109061" y="204788"/>
                  </a:lnTo>
                  <a:lnTo>
                    <a:pt x="111919" y="202883"/>
                  </a:lnTo>
                  <a:lnTo>
                    <a:pt x="113824" y="200501"/>
                  </a:lnTo>
                  <a:lnTo>
                    <a:pt x="120015" y="197168"/>
                  </a:lnTo>
                  <a:lnTo>
                    <a:pt x="125730" y="193834"/>
                  </a:lnTo>
                  <a:lnTo>
                    <a:pt x="132398" y="190500"/>
                  </a:lnTo>
                  <a:lnTo>
                    <a:pt x="137636" y="188119"/>
                  </a:lnTo>
                  <a:lnTo>
                    <a:pt x="138589" y="185738"/>
                  </a:lnTo>
                  <a:lnTo>
                    <a:pt x="137636" y="186214"/>
                  </a:lnTo>
                  <a:close/>
                </a:path>
              </a:pathLst>
            </a:custGeom>
            <a:grpFill/>
            <a:ln w="317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8AC383C-DD13-4B53-A5DB-58ECC26A310C}"/>
                </a:ext>
              </a:extLst>
            </p:cNvPr>
            <p:cNvSpPr/>
            <p:nvPr/>
          </p:nvSpPr>
          <p:spPr>
            <a:xfrm>
              <a:off x="7507128" y="2766059"/>
              <a:ext cx="479107" cy="300990"/>
            </a:xfrm>
            <a:custGeom>
              <a:avLst/>
              <a:gdLst>
                <a:gd name="connsiteX0" fmla="*/ 18573 w 479107"/>
                <a:gd name="connsiteY0" fmla="*/ 148590 h 300990"/>
                <a:gd name="connsiteX1" fmla="*/ 17145 w 479107"/>
                <a:gd name="connsiteY1" fmla="*/ 148590 h 300990"/>
                <a:gd name="connsiteX2" fmla="*/ 16192 w 479107"/>
                <a:gd name="connsiteY2" fmla="*/ 150495 h 300990"/>
                <a:gd name="connsiteX3" fmla="*/ 17145 w 479107"/>
                <a:gd name="connsiteY3" fmla="*/ 156686 h 300990"/>
                <a:gd name="connsiteX4" fmla="*/ 19050 w 479107"/>
                <a:gd name="connsiteY4" fmla="*/ 162401 h 300990"/>
                <a:gd name="connsiteX5" fmla="*/ 19526 w 479107"/>
                <a:gd name="connsiteY5" fmla="*/ 160496 h 300990"/>
                <a:gd name="connsiteX6" fmla="*/ 17621 w 479107"/>
                <a:gd name="connsiteY6" fmla="*/ 151447 h 300990"/>
                <a:gd name="connsiteX7" fmla="*/ 18573 w 479107"/>
                <a:gd name="connsiteY7" fmla="*/ 148590 h 300990"/>
                <a:gd name="connsiteX8" fmla="*/ 475773 w 479107"/>
                <a:gd name="connsiteY8" fmla="*/ 200025 h 300990"/>
                <a:gd name="connsiteX9" fmla="*/ 479107 w 479107"/>
                <a:gd name="connsiteY9" fmla="*/ 194310 h 300990"/>
                <a:gd name="connsiteX10" fmla="*/ 479107 w 479107"/>
                <a:gd name="connsiteY10" fmla="*/ 193358 h 300990"/>
                <a:gd name="connsiteX11" fmla="*/ 478631 w 479107"/>
                <a:gd name="connsiteY11" fmla="*/ 192405 h 300990"/>
                <a:gd name="connsiteX12" fmla="*/ 477678 w 479107"/>
                <a:gd name="connsiteY12" fmla="*/ 191453 h 300990"/>
                <a:gd name="connsiteX13" fmla="*/ 471488 w 479107"/>
                <a:gd name="connsiteY13" fmla="*/ 190024 h 300990"/>
                <a:gd name="connsiteX14" fmla="*/ 469582 w 479107"/>
                <a:gd name="connsiteY14" fmla="*/ 189071 h 300990"/>
                <a:gd name="connsiteX15" fmla="*/ 467201 w 479107"/>
                <a:gd name="connsiteY15" fmla="*/ 187166 h 300990"/>
                <a:gd name="connsiteX16" fmla="*/ 464344 w 479107"/>
                <a:gd name="connsiteY16" fmla="*/ 185261 h 300990"/>
                <a:gd name="connsiteX17" fmla="*/ 461486 w 479107"/>
                <a:gd name="connsiteY17" fmla="*/ 183833 h 300990"/>
                <a:gd name="connsiteX18" fmla="*/ 457200 w 479107"/>
                <a:gd name="connsiteY18" fmla="*/ 181928 h 300990"/>
                <a:gd name="connsiteX19" fmla="*/ 453390 w 479107"/>
                <a:gd name="connsiteY19" fmla="*/ 180975 h 300990"/>
                <a:gd name="connsiteX20" fmla="*/ 451009 w 479107"/>
                <a:gd name="connsiteY20" fmla="*/ 181928 h 300990"/>
                <a:gd name="connsiteX21" fmla="*/ 449103 w 479107"/>
                <a:gd name="connsiteY21" fmla="*/ 182880 h 300990"/>
                <a:gd name="connsiteX22" fmla="*/ 447198 w 479107"/>
                <a:gd name="connsiteY22" fmla="*/ 182880 h 300990"/>
                <a:gd name="connsiteX23" fmla="*/ 445294 w 479107"/>
                <a:gd name="connsiteY23" fmla="*/ 182404 h 300990"/>
                <a:gd name="connsiteX24" fmla="*/ 438150 w 479107"/>
                <a:gd name="connsiteY24" fmla="*/ 178118 h 300990"/>
                <a:gd name="connsiteX25" fmla="*/ 427196 w 479107"/>
                <a:gd name="connsiteY25" fmla="*/ 170497 h 300990"/>
                <a:gd name="connsiteX26" fmla="*/ 418623 w 479107"/>
                <a:gd name="connsiteY26" fmla="*/ 165259 h 300990"/>
                <a:gd name="connsiteX27" fmla="*/ 413385 w 479107"/>
                <a:gd name="connsiteY27" fmla="*/ 162878 h 300990"/>
                <a:gd name="connsiteX28" fmla="*/ 411956 w 479107"/>
                <a:gd name="connsiteY28" fmla="*/ 161925 h 300990"/>
                <a:gd name="connsiteX29" fmla="*/ 409098 w 479107"/>
                <a:gd name="connsiteY29" fmla="*/ 159544 h 300990"/>
                <a:gd name="connsiteX30" fmla="*/ 401478 w 479107"/>
                <a:gd name="connsiteY30" fmla="*/ 153353 h 300990"/>
                <a:gd name="connsiteX31" fmla="*/ 396240 w 479107"/>
                <a:gd name="connsiteY31" fmla="*/ 154305 h 300990"/>
                <a:gd name="connsiteX32" fmla="*/ 389096 w 479107"/>
                <a:gd name="connsiteY32" fmla="*/ 150019 h 300990"/>
                <a:gd name="connsiteX33" fmla="*/ 382905 w 479107"/>
                <a:gd name="connsiteY33" fmla="*/ 146209 h 300990"/>
                <a:gd name="connsiteX34" fmla="*/ 381476 w 479107"/>
                <a:gd name="connsiteY34" fmla="*/ 145256 h 300990"/>
                <a:gd name="connsiteX35" fmla="*/ 374332 w 479107"/>
                <a:gd name="connsiteY35" fmla="*/ 137636 h 300990"/>
                <a:gd name="connsiteX36" fmla="*/ 367189 w 479107"/>
                <a:gd name="connsiteY36" fmla="*/ 132874 h 300990"/>
                <a:gd name="connsiteX37" fmla="*/ 359092 w 479107"/>
                <a:gd name="connsiteY37" fmla="*/ 127635 h 300990"/>
                <a:gd name="connsiteX38" fmla="*/ 353853 w 479107"/>
                <a:gd name="connsiteY38" fmla="*/ 124301 h 300990"/>
                <a:gd name="connsiteX39" fmla="*/ 345281 w 479107"/>
                <a:gd name="connsiteY39" fmla="*/ 118586 h 300990"/>
                <a:gd name="connsiteX40" fmla="*/ 340995 w 479107"/>
                <a:gd name="connsiteY40" fmla="*/ 115253 h 300990"/>
                <a:gd name="connsiteX41" fmla="*/ 339566 w 479107"/>
                <a:gd name="connsiteY41" fmla="*/ 113824 h 300990"/>
                <a:gd name="connsiteX42" fmla="*/ 338138 w 479107"/>
                <a:gd name="connsiteY42" fmla="*/ 111443 h 300990"/>
                <a:gd name="connsiteX43" fmla="*/ 335756 w 479107"/>
                <a:gd name="connsiteY43" fmla="*/ 99536 h 300990"/>
                <a:gd name="connsiteX44" fmla="*/ 333375 w 479107"/>
                <a:gd name="connsiteY44" fmla="*/ 94298 h 300990"/>
                <a:gd name="connsiteX45" fmla="*/ 329565 w 479107"/>
                <a:gd name="connsiteY45" fmla="*/ 91440 h 300990"/>
                <a:gd name="connsiteX46" fmla="*/ 326231 w 479107"/>
                <a:gd name="connsiteY46" fmla="*/ 85725 h 300990"/>
                <a:gd name="connsiteX47" fmla="*/ 323373 w 479107"/>
                <a:gd name="connsiteY47" fmla="*/ 77153 h 300990"/>
                <a:gd name="connsiteX48" fmla="*/ 320992 w 479107"/>
                <a:gd name="connsiteY48" fmla="*/ 71438 h 300990"/>
                <a:gd name="connsiteX49" fmla="*/ 319088 w 479107"/>
                <a:gd name="connsiteY49" fmla="*/ 69056 h 300990"/>
                <a:gd name="connsiteX50" fmla="*/ 315753 w 479107"/>
                <a:gd name="connsiteY50" fmla="*/ 66199 h 300990"/>
                <a:gd name="connsiteX51" fmla="*/ 310515 w 479107"/>
                <a:gd name="connsiteY51" fmla="*/ 63341 h 300990"/>
                <a:gd name="connsiteX52" fmla="*/ 305276 w 479107"/>
                <a:gd name="connsiteY52" fmla="*/ 61913 h 300990"/>
                <a:gd name="connsiteX53" fmla="*/ 303371 w 479107"/>
                <a:gd name="connsiteY53" fmla="*/ 61913 h 300990"/>
                <a:gd name="connsiteX54" fmla="*/ 302419 w 479107"/>
                <a:gd name="connsiteY54" fmla="*/ 62389 h 300990"/>
                <a:gd name="connsiteX55" fmla="*/ 301466 w 479107"/>
                <a:gd name="connsiteY55" fmla="*/ 62865 h 300990"/>
                <a:gd name="connsiteX56" fmla="*/ 299561 w 479107"/>
                <a:gd name="connsiteY56" fmla="*/ 65246 h 300990"/>
                <a:gd name="connsiteX57" fmla="*/ 296703 w 479107"/>
                <a:gd name="connsiteY57" fmla="*/ 65723 h 300990"/>
                <a:gd name="connsiteX58" fmla="*/ 294322 w 479107"/>
                <a:gd name="connsiteY58" fmla="*/ 65723 h 300990"/>
                <a:gd name="connsiteX59" fmla="*/ 292417 w 479107"/>
                <a:gd name="connsiteY59" fmla="*/ 64770 h 300990"/>
                <a:gd name="connsiteX60" fmla="*/ 286226 w 479107"/>
                <a:gd name="connsiteY60" fmla="*/ 63818 h 300990"/>
                <a:gd name="connsiteX61" fmla="*/ 283845 w 479107"/>
                <a:gd name="connsiteY61" fmla="*/ 62865 h 300990"/>
                <a:gd name="connsiteX62" fmla="*/ 280035 w 479107"/>
                <a:gd name="connsiteY62" fmla="*/ 62865 h 300990"/>
                <a:gd name="connsiteX63" fmla="*/ 271939 w 479107"/>
                <a:gd name="connsiteY63" fmla="*/ 63818 h 300990"/>
                <a:gd name="connsiteX64" fmla="*/ 270034 w 479107"/>
                <a:gd name="connsiteY64" fmla="*/ 63818 h 300990"/>
                <a:gd name="connsiteX65" fmla="*/ 261461 w 479107"/>
                <a:gd name="connsiteY65" fmla="*/ 58579 h 300990"/>
                <a:gd name="connsiteX66" fmla="*/ 257651 w 479107"/>
                <a:gd name="connsiteY66" fmla="*/ 56674 h 300990"/>
                <a:gd name="connsiteX67" fmla="*/ 256698 w 479107"/>
                <a:gd name="connsiteY67" fmla="*/ 55721 h 300990"/>
                <a:gd name="connsiteX68" fmla="*/ 256698 w 479107"/>
                <a:gd name="connsiteY68" fmla="*/ 53816 h 300990"/>
                <a:gd name="connsiteX69" fmla="*/ 258127 w 479107"/>
                <a:gd name="connsiteY69" fmla="*/ 50959 h 300990"/>
                <a:gd name="connsiteX70" fmla="*/ 259080 w 479107"/>
                <a:gd name="connsiteY70" fmla="*/ 49054 h 300990"/>
                <a:gd name="connsiteX71" fmla="*/ 258603 w 479107"/>
                <a:gd name="connsiteY71" fmla="*/ 47149 h 300990"/>
                <a:gd name="connsiteX72" fmla="*/ 257175 w 479107"/>
                <a:gd name="connsiteY72" fmla="*/ 44768 h 300990"/>
                <a:gd name="connsiteX73" fmla="*/ 257175 w 479107"/>
                <a:gd name="connsiteY73" fmla="*/ 42386 h 300990"/>
                <a:gd name="connsiteX74" fmla="*/ 258127 w 479107"/>
                <a:gd name="connsiteY74" fmla="*/ 40958 h 300990"/>
                <a:gd name="connsiteX75" fmla="*/ 260509 w 479107"/>
                <a:gd name="connsiteY75" fmla="*/ 41434 h 300990"/>
                <a:gd name="connsiteX76" fmla="*/ 261461 w 479107"/>
                <a:gd name="connsiteY76" fmla="*/ 40481 h 300990"/>
                <a:gd name="connsiteX77" fmla="*/ 260985 w 479107"/>
                <a:gd name="connsiteY77" fmla="*/ 39053 h 300990"/>
                <a:gd name="connsiteX78" fmla="*/ 259556 w 479107"/>
                <a:gd name="connsiteY78" fmla="*/ 38100 h 300990"/>
                <a:gd name="connsiteX79" fmla="*/ 258127 w 479107"/>
                <a:gd name="connsiteY79" fmla="*/ 36195 h 300990"/>
                <a:gd name="connsiteX80" fmla="*/ 253365 w 479107"/>
                <a:gd name="connsiteY80" fmla="*/ 34290 h 300990"/>
                <a:gd name="connsiteX81" fmla="*/ 252889 w 479107"/>
                <a:gd name="connsiteY81" fmla="*/ 33338 h 300990"/>
                <a:gd name="connsiteX82" fmla="*/ 253365 w 479107"/>
                <a:gd name="connsiteY82" fmla="*/ 32385 h 300990"/>
                <a:gd name="connsiteX83" fmla="*/ 254317 w 479107"/>
                <a:gd name="connsiteY83" fmla="*/ 31433 h 300990"/>
                <a:gd name="connsiteX84" fmla="*/ 254317 w 479107"/>
                <a:gd name="connsiteY84" fmla="*/ 29528 h 300990"/>
                <a:gd name="connsiteX85" fmla="*/ 254317 w 479107"/>
                <a:gd name="connsiteY85" fmla="*/ 27146 h 300990"/>
                <a:gd name="connsiteX86" fmla="*/ 254794 w 479107"/>
                <a:gd name="connsiteY86" fmla="*/ 25718 h 300990"/>
                <a:gd name="connsiteX87" fmla="*/ 254794 w 479107"/>
                <a:gd name="connsiteY87" fmla="*/ 24765 h 300990"/>
                <a:gd name="connsiteX88" fmla="*/ 254317 w 479107"/>
                <a:gd name="connsiteY88" fmla="*/ 23813 h 300990"/>
                <a:gd name="connsiteX89" fmla="*/ 252889 w 479107"/>
                <a:gd name="connsiteY89" fmla="*/ 22860 h 300990"/>
                <a:gd name="connsiteX90" fmla="*/ 250031 w 479107"/>
                <a:gd name="connsiteY90" fmla="*/ 20479 h 300990"/>
                <a:gd name="connsiteX91" fmla="*/ 246697 w 479107"/>
                <a:gd name="connsiteY91" fmla="*/ 20003 h 300990"/>
                <a:gd name="connsiteX92" fmla="*/ 236220 w 479107"/>
                <a:gd name="connsiteY92" fmla="*/ 20003 h 300990"/>
                <a:gd name="connsiteX93" fmla="*/ 232886 w 479107"/>
                <a:gd name="connsiteY93" fmla="*/ 19050 h 300990"/>
                <a:gd name="connsiteX94" fmla="*/ 230028 w 479107"/>
                <a:gd name="connsiteY94" fmla="*/ 17621 h 300990"/>
                <a:gd name="connsiteX95" fmla="*/ 227171 w 479107"/>
                <a:gd name="connsiteY95" fmla="*/ 12383 h 300990"/>
                <a:gd name="connsiteX96" fmla="*/ 225742 w 479107"/>
                <a:gd name="connsiteY96" fmla="*/ 10954 h 300990"/>
                <a:gd name="connsiteX97" fmla="*/ 224314 w 479107"/>
                <a:gd name="connsiteY97" fmla="*/ 10478 h 300990"/>
                <a:gd name="connsiteX98" fmla="*/ 221456 w 479107"/>
                <a:gd name="connsiteY98" fmla="*/ 10478 h 300990"/>
                <a:gd name="connsiteX99" fmla="*/ 217646 w 479107"/>
                <a:gd name="connsiteY99" fmla="*/ 10001 h 300990"/>
                <a:gd name="connsiteX100" fmla="*/ 215741 w 479107"/>
                <a:gd name="connsiteY100" fmla="*/ 9049 h 300990"/>
                <a:gd name="connsiteX101" fmla="*/ 210978 w 479107"/>
                <a:gd name="connsiteY101" fmla="*/ 4286 h 300990"/>
                <a:gd name="connsiteX102" fmla="*/ 206216 w 479107"/>
                <a:gd name="connsiteY102" fmla="*/ 0 h 300990"/>
                <a:gd name="connsiteX103" fmla="*/ 204311 w 479107"/>
                <a:gd name="connsiteY103" fmla="*/ 3810 h 300990"/>
                <a:gd name="connsiteX104" fmla="*/ 202406 w 479107"/>
                <a:gd name="connsiteY104" fmla="*/ 4763 h 300990"/>
                <a:gd name="connsiteX105" fmla="*/ 198120 w 479107"/>
                <a:gd name="connsiteY105" fmla="*/ 4286 h 300990"/>
                <a:gd name="connsiteX106" fmla="*/ 194786 w 479107"/>
                <a:gd name="connsiteY106" fmla="*/ 3810 h 300990"/>
                <a:gd name="connsiteX107" fmla="*/ 192881 w 479107"/>
                <a:gd name="connsiteY107" fmla="*/ 4763 h 300990"/>
                <a:gd name="connsiteX108" fmla="*/ 190976 w 479107"/>
                <a:gd name="connsiteY108" fmla="*/ 6191 h 300990"/>
                <a:gd name="connsiteX109" fmla="*/ 191452 w 479107"/>
                <a:gd name="connsiteY109" fmla="*/ 7144 h 300990"/>
                <a:gd name="connsiteX110" fmla="*/ 192881 w 479107"/>
                <a:gd name="connsiteY110" fmla="*/ 8096 h 300990"/>
                <a:gd name="connsiteX111" fmla="*/ 195739 w 479107"/>
                <a:gd name="connsiteY111" fmla="*/ 10001 h 300990"/>
                <a:gd name="connsiteX112" fmla="*/ 200025 w 479107"/>
                <a:gd name="connsiteY112" fmla="*/ 14764 h 300990"/>
                <a:gd name="connsiteX113" fmla="*/ 201930 w 479107"/>
                <a:gd name="connsiteY113" fmla="*/ 17621 h 300990"/>
                <a:gd name="connsiteX114" fmla="*/ 202406 w 479107"/>
                <a:gd name="connsiteY114" fmla="*/ 18574 h 300990"/>
                <a:gd name="connsiteX115" fmla="*/ 201930 w 479107"/>
                <a:gd name="connsiteY115" fmla="*/ 19050 h 300990"/>
                <a:gd name="connsiteX116" fmla="*/ 201453 w 479107"/>
                <a:gd name="connsiteY116" fmla="*/ 19526 h 300990"/>
                <a:gd name="connsiteX117" fmla="*/ 200501 w 479107"/>
                <a:gd name="connsiteY117" fmla="*/ 19526 h 300990"/>
                <a:gd name="connsiteX118" fmla="*/ 199548 w 479107"/>
                <a:gd name="connsiteY118" fmla="*/ 19526 h 300990"/>
                <a:gd name="connsiteX119" fmla="*/ 199072 w 479107"/>
                <a:gd name="connsiteY119" fmla="*/ 18574 h 300990"/>
                <a:gd name="connsiteX120" fmla="*/ 199072 w 479107"/>
                <a:gd name="connsiteY120" fmla="*/ 17145 h 300990"/>
                <a:gd name="connsiteX121" fmla="*/ 197644 w 479107"/>
                <a:gd name="connsiteY121" fmla="*/ 15240 h 300990"/>
                <a:gd name="connsiteX122" fmla="*/ 196215 w 479107"/>
                <a:gd name="connsiteY122" fmla="*/ 13811 h 300990"/>
                <a:gd name="connsiteX123" fmla="*/ 194786 w 479107"/>
                <a:gd name="connsiteY123" fmla="*/ 12859 h 300990"/>
                <a:gd name="connsiteX124" fmla="*/ 192405 w 479107"/>
                <a:gd name="connsiteY124" fmla="*/ 12383 h 300990"/>
                <a:gd name="connsiteX125" fmla="*/ 189547 w 479107"/>
                <a:gd name="connsiteY125" fmla="*/ 11430 h 300990"/>
                <a:gd name="connsiteX126" fmla="*/ 188119 w 479107"/>
                <a:gd name="connsiteY126" fmla="*/ 11430 h 300990"/>
                <a:gd name="connsiteX127" fmla="*/ 186690 w 479107"/>
                <a:gd name="connsiteY127" fmla="*/ 12383 h 300990"/>
                <a:gd name="connsiteX128" fmla="*/ 185261 w 479107"/>
                <a:gd name="connsiteY128" fmla="*/ 13811 h 300990"/>
                <a:gd name="connsiteX129" fmla="*/ 184309 w 479107"/>
                <a:gd name="connsiteY129" fmla="*/ 17145 h 300990"/>
                <a:gd name="connsiteX130" fmla="*/ 181927 w 479107"/>
                <a:gd name="connsiteY130" fmla="*/ 21431 h 300990"/>
                <a:gd name="connsiteX131" fmla="*/ 180498 w 479107"/>
                <a:gd name="connsiteY131" fmla="*/ 23336 h 300990"/>
                <a:gd name="connsiteX132" fmla="*/ 176213 w 479107"/>
                <a:gd name="connsiteY132" fmla="*/ 24289 h 300990"/>
                <a:gd name="connsiteX133" fmla="*/ 173831 w 479107"/>
                <a:gd name="connsiteY133" fmla="*/ 24289 h 300990"/>
                <a:gd name="connsiteX134" fmla="*/ 174307 w 479107"/>
                <a:gd name="connsiteY134" fmla="*/ 24765 h 300990"/>
                <a:gd name="connsiteX135" fmla="*/ 173831 w 479107"/>
                <a:gd name="connsiteY135" fmla="*/ 26670 h 300990"/>
                <a:gd name="connsiteX136" fmla="*/ 174307 w 479107"/>
                <a:gd name="connsiteY136" fmla="*/ 28099 h 300990"/>
                <a:gd name="connsiteX137" fmla="*/ 176213 w 479107"/>
                <a:gd name="connsiteY137" fmla="*/ 30480 h 300990"/>
                <a:gd name="connsiteX138" fmla="*/ 176689 w 479107"/>
                <a:gd name="connsiteY138" fmla="*/ 34290 h 300990"/>
                <a:gd name="connsiteX139" fmla="*/ 181451 w 479107"/>
                <a:gd name="connsiteY139" fmla="*/ 37148 h 300990"/>
                <a:gd name="connsiteX140" fmla="*/ 181927 w 479107"/>
                <a:gd name="connsiteY140" fmla="*/ 39529 h 300990"/>
                <a:gd name="connsiteX141" fmla="*/ 180498 w 479107"/>
                <a:gd name="connsiteY141" fmla="*/ 42386 h 300990"/>
                <a:gd name="connsiteX142" fmla="*/ 176213 w 479107"/>
                <a:gd name="connsiteY142" fmla="*/ 44768 h 300990"/>
                <a:gd name="connsiteX143" fmla="*/ 170973 w 479107"/>
                <a:gd name="connsiteY143" fmla="*/ 46673 h 300990"/>
                <a:gd name="connsiteX144" fmla="*/ 167640 w 479107"/>
                <a:gd name="connsiteY144" fmla="*/ 47149 h 300990"/>
                <a:gd name="connsiteX145" fmla="*/ 164782 w 479107"/>
                <a:gd name="connsiteY145" fmla="*/ 47149 h 300990"/>
                <a:gd name="connsiteX146" fmla="*/ 161448 w 479107"/>
                <a:gd name="connsiteY146" fmla="*/ 43815 h 300990"/>
                <a:gd name="connsiteX147" fmla="*/ 159067 w 479107"/>
                <a:gd name="connsiteY147" fmla="*/ 40481 h 300990"/>
                <a:gd name="connsiteX148" fmla="*/ 157163 w 479107"/>
                <a:gd name="connsiteY148" fmla="*/ 40481 h 300990"/>
                <a:gd name="connsiteX149" fmla="*/ 155257 w 479107"/>
                <a:gd name="connsiteY149" fmla="*/ 40958 h 300990"/>
                <a:gd name="connsiteX150" fmla="*/ 154781 w 479107"/>
                <a:gd name="connsiteY150" fmla="*/ 39053 h 300990"/>
                <a:gd name="connsiteX151" fmla="*/ 156210 w 479107"/>
                <a:gd name="connsiteY151" fmla="*/ 32385 h 300990"/>
                <a:gd name="connsiteX152" fmla="*/ 154305 w 479107"/>
                <a:gd name="connsiteY152" fmla="*/ 33338 h 300990"/>
                <a:gd name="connsiteX153" fmla="*/ 151923 w 479107"/>
                <a:gd name="connsiteY153" fmla="*/ 35719 h 300990"/>
                <a:gd name="connsiteX154" fmla="*/ 152400 w 479107"/>
                <a:gd name="connsiteY154" fmla="*/ 43339 h 300990"/>
                <a:gd name="connsiteX155" fmla="*/ 153352 w 479107"/>
                <a:gd name="connsiteY155" fmla="*/ 52388 h 300990"/>
                <a:gd name="connsiteX156" fmla="*/ 155257 w 479107"/>
                <a:gd name="connsiteY156" fmla="*/ 54769 h 300990"/>
                <a:gd name="connsiteX157" fmla="*/ 156686 w 479107"/>
                <a:gd name="connsiteY157" fmla="*/ 55721 h 300990"/>
                <a:gd name="connsiteX158" fmla="*/ 156686 w 479107"/>
                <a:gd name="connsiteY158" fmla="*/ 56674 h 300990"/>
                <a:gd name="connsiteX159" fmla="*/ 155734 w 479107"/>
                <a:gd name="connsiteY159" fmla="*/ 57626 h 300990"/>
                <a:gd name="connsiteX160" fmla="*/ 154781 w 479107"/>
                <a:gd name="connsiteY160" fmla="*/ 58579 h 300990"/>
                <a:gd name="connsiteX161" fmla="*/ 153352 w 479107"/>
                <a:gd name="connsiteY161" fmla="*/ 60484 h 300990"/>
                <a:gd name="connsiteX162" fmla="*/ 151447 w 479107"/>
                <a:gd name="connsiteY162" fmla="*/ 60484 h 300990"/>
                <a:gd name="connsiteX163" fmla="*/ 148114 w 479107"/>
                <a:gd name="connsiteY163" fmla="*/ 60008 h 300990"/>
                <a:gd name="connsiteX164" fmla="*/ 145256 w 479107"/>
                <a:gd name="connsiteY164" fmla="*/ 59531 h 300990"/>
                <a:gd name="connsiteX165" fmla="*/ 135255 w 479107"/>
                <a:gd name="connsiteY165" fmla="*/ 59055 h 300990"/>
                <a:gd name="connsiteX166" fmla="*/ 127159 w 479107"/>
                <a:gd name="connsiteY166" fmla="*/ 58579 h 300990"/>
                <a:gd name="connsiteX167" fmla="*/ 118110 w 479107"/>
                <a:gd name="connsiteY167" fmla="*/ 58103 h 300990"/>
                <a:gd name="connsiteX168" fmla="*/ 116681 w 479107"/>
                <a:gd name="connsiteY168" fmla="*/ 58103 h 300990"/>
                <a:gd name="connsiteX169" fmla="*/ 113347 w 479107"/>
                <a:gd name="connsiteY169" fmla="*/ 58579 h 300990"/>
                <a:gd name="connsiteX170" fmla="*/ 108109 w 479107"/>
                <a:gd name="connsiteY170" fmla="*/ 60008 h 300990"/>
                <a:gd name="connsiteX171" fmla="*/ 103346 w 479107"/>
                <a:gd name="connsiteY171" fmla="*/ 60484 h 300990"/>
                <a:gd name="connsiteX172" fmla="*/ 101441 w 479107"/>
                <a:gd name="connsiteY172" fmla="*/ 60008 h 300990"/>
                <a:gd name="connsiteX173" fmla="*/ 99536 w 479107"/>
                <a:gd name="connsiteY173" fmla="*/ 59055 h 300990"/>
                <a:gd name="connsiteX174" fmla="*/ 98107 w 479107"/>
                <a:gd name="connsiteY174" fmla="*/ 57150 h 300990"/>
                <a:gd name="connsiteX175" fmla="*/ 95726 w 479107"/>
                <a:gd name="connsiteY175" fmla="*/ 54769 h 300990"/>
                <a:gd name="connsiteX176" fmla="*/ 93345 w 479107"/>
                <a:gd name="connsiteY176" fmla="*/ 52864 h 300990"/>
                <a:gd name="connsiteX177" fmla="*/ 90488 w 479107"/>
                <a:gd name="connsiteY177" fmla="*/ 48578 h 300990"/>
                <a:gd name="connsiteX178" fmla="*/ 88582 w 479107"/>
                <a:gd name="connsiteY178" fmla="*/ 45244 h 300990"/>
                <a:gd name="connsiteX179" fmla="*/ 83344 w 479107"/>
                <a:gd name="connsiteY179" fmla="*/ 38100 h 300990"/>
                <a:gd name="connsiteX180" fmla="*/ 82867 w 479107"/>
                <a:gd name="connsiteY180" fmla="*/ 35719 h 300990"/>
                <a:gd name="connsiteX181" fmla="*/ 81915 w 479107"/>
                <a:gd name="connsiteY181" fmla="*/ 33338 h 300990"/>
                <a:gd name="connsiteX182" fmla="*/ 80010 w 479107"/>
                <a:gd name="connsiteY182" fmla="*/ 31433 h 300990"/>
                <a:gd name="connsiteX183" fmla="*/ 73819 w 479107"/>
                <a:gd name="connsiteY183" fmla="*/ 26670 h 300990"/>
                <a:gd name="connsiteX184" fmla="*/ 66675 w 479107"/>
                <a:gd name="connsiteY184" fmla="*/ 22384 h 300990"/>
                <a:gd name="connsiteX185" fmla="*/ 60007 w 479107"/>
                <a:gd name="connsiteY185" fmla="*/ 18098 h 300990"/>
                <a:gd name="connsiteX186" fmla="*/ 58102 w 479107"/>
                <a:gd name="connsiteY186" fmla="*/ 17145 h 300990"/>
                <a:gd name="connsiteX187" fmla="*/ 54769 w 479107"/>
                <a:gd name="connsiteY187" fmla="*/ 15716 h 300990"/>
                <a:gd name="connsiteX188" fmla="*/ 50959 w 479107"/>
                <a:gd name="connsiteY188" fmla="*/ 15716 h 300990"/>
                <a:gd name="connsiteX189" fmla="*/ 48101 w 479107"/>
                <a:gd name="connsiteY189" fmla="*/ 16193 h 300990"/>
                <a:gd name="connsiteX190" fmla="*/ 40005 w 479107"/>
                <a:gd name="connsiteY190" fmla="*/ 17621 h 300990"/>
                <a:gd name="connsiteX191" fmla="*/ 33814 w 479107"/>
                <a:gd name="connsiteY191" fmla="*/ 19050 h 300990"/>
                <a:gd name="connsiteX192" fmla="*/ 25241 w 479107"/>
                <a:gd name="connsiteY192" fmla="*/ 20955 h 300990"/>
                <a:gd name="connsiteX193" fmla="*/ 18573 w 479107"/>
                <a:gd name="connsiteY193" fmla="*/ 23336 h 300990"/>
                <a:gd name="connsiteX194" fmla="*/ 17145 w 479107"/>
                <a:gd name="connsiteY194" fmla="*/ 23813 h 300990"/>
                <a:gd name="connsiteX195" fmla="*/ 12382 w 479107"/>
                <a:gd name="connsiteY195" fmla="*/ 26670 h 300990"/>
                <a:gd name="connsiteX196" fmla="*/ 6667 w 479107"/>
                <a:gd name="connsiteY196" fmla="*/ 31433 h 300990"/>
                <a:gd name="connsiteX197" fmla="*/ 0 w 479107"/>
                <a:gd name="connsiteY197" fmla="*/ 38100 h 300990"/>
                <a:gd name="connsiteX198" fmla="*/ 3810 w 479107"/>
                <a:gd name="connsiteY198" fmla="*/ 48101 h 300990"/>
                <a:gd name="connsiteX199" fmla="*/ 8572 w 479107"/>
                <a:gd name="connsiteY199" fmla="*/ 54769 h 300990"/>
                <a:gd name="connsiteX200" fmla="*/ 11430 w 479107"/>
                <a:gd name="connsiteY200" fmla="*/ 60008 h 300990"/>
                <a:gd name="connsiteX201" fmla="*/ 12382 w 479107"/>
                <a:gd name="connsiteY201" fmla="*/ 61436 h 300990"/>
                <a:gd name="connsiteX202" fmla="*/ 12859 w 479107"/>
                <a:gd name="connsiteY202" fmla="*/ 60960 h 300990"/>
                <a:gd name="connsiteX203" fmla="*/ 11906 w 479107"/>
                <a:gd name="connsiteY203" fmla="*/ 55721 h 300990"/>
                <a:gd name="connsiteX204" fmla="*/ 13811 w 479107"/>
                <a:gd name="connsiteY204" fmla="*/ 44768 h 300990"/>
                <a:gd name="connsiteX205" fmla="*/ 13811 w 479107"/>
                <a:gd name="connsiteY205" fmla="*/ 43339 h 300990"/>
                <a:gd name="connsiteX206" fmla="*/ 11430 w 479107"/>
                <a:gd name="connsiteY206" fmla="*/ 40958 h 300990"/>
                <a:gd name="connsiteX207" fmla="*/ 14288 w 479107"/>
                <a:gd name="connsiteY207" fmla="*/ 33338 h 300990"/>
                <a:gd name="connsiteX208" fmla="*/ 16669 w 479107"/>
                <a:gd name="connsiteY208" fmla="*/ 30004 h 300990"/>
                <a:gd name="connsiteX209" fmla="*/ 21431 w 479107"/>
                <a:gd name="connsiteY209" fmla="*/ 26194 h 300990"/>
                <a:gd name="connsiteX210" fmla="*/ 23336 w 479107"/>
                <a:gd name="connsiteY210" fmla="*/ 25241 h 300990"/>
                <a:gd name="connsiteX211" fmla="*/ 27622 w 479107"/>
                <a:gd name="connsiteY211" fmla="*/ 25718 h 300990"/>
                <a:gd name="connsiteX212" fmla="*/ 34766 w 479107"/>
                <a:gd name="connsiteY212" fmla="*/ 24289 h 300990"/>
                <a:gd name="connsiteX213" fmla="*/ 39052 w 479107"/>
                <a:gd name="connsiteY213" fmla="*/ 23813 h 300990"/>
                <a:gd name="connsiteX214" fmla="*/ 43339 w 479107"/>
                <a:gd name="connsiteY214" fmla="*/ 24289 h 300990"/>
                <a:gd name="connsiteX215" fmla="*/ 45244 w 479107"/>
                <a:gd name="connsiteY215" fmla="*/ 24765 h 300990"/>
                <a:gd name="connsiteX216" fmla="*/ 46672 w 479107"/>
                <a:gd name="connsiteY216" fmla="*/ 25718 h 300990"/>
                <a:gd name="connsiteX217" fmla="*/ 50482 w 479107"/>
                <a:gd name="connsiteY217" fmla="*/ 34766 h 300990"/>
                <a:gd name="connsiteX218" fmla="*/ 51911 w 479107"/>
                <a:gd name="connsiteY218" fmla="*/ 38576 h 300990"/>
                <a:gd name="connsiteX219" fmla="*/ 53340 w 479107"/>
                <a:gd name="connsiteY219" fmla="*/ 43815 h 300990"/>
                <a:gd name="connsiteX220" fmla="*/ 55245 w 479107"/>
                <a:gd name="connsiteY220" fmla="*/ 48578 h 300990"/>
                <a:gd name="connsiteX221" fmla="*/ 58102 w 479107"/>
                <a:gd name="connsiteY221" fmla="*/ 51911 h 300990"/>
                <a:gd name="connsiteX222" fmla="*/ 61436 w 479107"/>
                <a:gd name="connsiteY222" fmla="*/ 54769 h 300990"/>
                <a:gd name="connsiteX223" fmla="*/ 71914 w 479107"/>
                <a:gd name="connsiteY223" fmla="*/ 61436 h 300990"/>
                <a:gd name="connsiteX224" fmla="*/ 74771 w 479107"/>
                <a:gd name="connsiteY224" fmla="*/ 64294 h 300990"/>
                <a:gd name="connsiteX225" fmla="*/ 75723 w 479107"/>
                <a:gd name="connsiteY225" fmla="*/ 66199 h 300990"/>
                <a:gd name="connsiteX226" fmla="*/ 76200 w 479107"/>
                <a:gd name="connsiteY226" fmla="*/ 68580 h 300990"/>
                <a:gd name="connsiteX227" fmla="*/ 76200 w 479107"/>
                <a:gd name="connsiteY227" fmla="*/ 70961 h 300990"/>
                <a:gd name="connsiteX228" fmla="*/ 75723 w 479107"/>
                <a:gd name="connsiteY228" fmla="*/ 73343 h 300990"/>
                <a:gd name="connsiteX229" fmla="*/ 74771 w 479107"/>
                <a:gd name="connsiteY229" fmla="*/ 74295 h 300990"/>
                <a:gd name="connsiteX230" fmla="*/ 73819 w 479107"/>
                <a:gd name="connsiteY230" fmla="*/ 74771 h 300990"/>
                <a:gd name="connsiteX231" fmla="*/ 70009 w 479107"/>
                <a:gd name="connsiteY231" fmla="*/ 75724 h 300990"/>
                <a:gd name="connsiteX232" fmla="*/ 64294 w 479107"/>
                <a:gd name="connsiteY232" fmla="*/ 74295 h 300990"/>
                <a:gd name="connsiteX233" fmla="*/ 62389 w 479107"/>
                <a:gd name="connsiteY233" fmla="*/ 75724 h 300990"/>
                <a:gd name="connsiteX234" fmla="*/ 62865 w 479107"/>
                <a:gd name="connsiteY234" fmla="*/ 78581 h 300990"/>
                <a:gd name="connsiteX235" fmla="*/ 64294 w 479107"/>
                <a:gd name="connsiteY235" fmla="*/ 81439 h 300990"/>
                <a:gd name="connsiteX236" fmla="*/ 62865 w 479107"/>
                <a:gd name="connsiteY236" fmla="*/ 81439 h 300990"/>
                <a:gd name="connsiteX237" fmla="*/ 61436 w 479107"/>
                <a:gd name="connsiteY237" fmla="*/ 81439 h 300990"/>
                <a:gd name="connsiteX238" fmla="*/ 58578 w 479107"/>
                <a:gd name="connsiteY238" fmla="*/ 80486 h 300990"/>
                <a:gd name="connsiteX239" fmla="*/ 55245 w 479107"/>
                <a:gd name="connsiteY239" fmla="*/ 80963 h 300990"/>
                <a:gd name="connsiteX240" fmla="*/ 47625 w 479107"/>
                <a:gd name="connsiteY240" fmla="*/ 83344 h 300990"/>
                <a:gd name="connsiteX241" fmla="*/ 43815 w 479107"/>
                <a:gd name="connsiteY241" fmla="*/ 82868 h 300990"/>
                <a:gd name="connsiteX242" fmla="*/ 41434 w 479107"/>
                <a:gd name="connsiteY242" fmla="*/ 79534 h 300990"/>
                <a:gd name="connsiteX243" fmla="*/ 38576 w 479107"/>
                <a:gd name="connsiteY243" fmla="*/ 76676 h 300990"/>
                <a:gd name="connsiteX244" fmla="*/ 35242 w 479107"/>
                <a:gd name="connsiteY244" fmla="*/ 76200 h 300990"/>
                <a:gd name="connsiteX245" fmla="*/ 31909 w 479107"/>
                <a:gd name="connsiteY245" fmla="*/ 77629 h 300990"/>
                <a:gd name="connsiteX246" fmla="*/ 29051 w 479107"/>
                <a:gd name="connsiteY246" fmla="*/ 78105 h 300990"/>
                <a:gd name="connsiteX247" fmla="*/ 24289 w 479107"/>
                <a:gd name="connsiteY247" fmla="*/ 77153 h 300990"/>
                <a:gd name="connsiteX248" fmla="*/ 22860 w 479107"/>
                <a:gd name="connsiteY248" fmla="*/ 76676 h 300990"/>
                <a:gd name="connsiteX249" fmla="*/ 20002 w 479107"/>
                <a:gd name="connsiteY249" fmla="*/ 74295 h 300990"/>
                <a:gd name="connsiteX250" fmla="*/ 18097 w 479107"/>
                <a:gd name="connsiteY250" fmla="*/ 71438 h 300990"/>
                <a:gd name="connsiteX251" fmla="*/ 16192 w 479107"/>
                <a:gd name="connsiteY251" fmla="*/ 68104 h 300990"/>
                <a:gd name="connsiteX252" fmla="*/ 14288 w 479107"/>
                <a:gd name="connsiteY252" fmla="*/ 75248 h 300990"/>
                <a:gd name="connsiteX253" fmla="*/ 12859 w 479107"/>
                <a:gd name="connsiteY253" fmla="*/ 82391 h 300990"/>
                <a:gd name="connsiteX254" fmla="*/ 10477 w 479107"/>
                <a:gd name="connsiteY254" fmla="*/ 88106 h 300990"/>
                <a:gd name="connsiteX255" fmla="*/ 8572 w 479107"/>
                <a:gd name="connsiteY255" fmla="*/ 93821 h 300990"/>
                <a:gd name="connsiteX256" fmla="*/ 9048 w 479107"/>
                <a:gd name="connsiteY256" fmla="*/ 100965 h 300990"/>
                <a:gd name="connsiteX257" fmla="*/ 10953 w 479107"/>
                <a:gd name="connsiteY257" fmla="*/ 107633 h 300990"/>
                <a:gd name="connsiteX258" fmla="*/ 14288 w 479107"/>
                <a:gd name="connsiteY258" fmla="*/ 113348 h 300990"/>
                <a:gd name="connsiteX259" fmla="*/ 16669 w 479107"/>
                <a:gd name="connsiteY259" fmla="*/ 116681 h 300990"/>
                <a:gd name="connsiteX260" fmla="*/ 19050 w 479107"/>
                <a:gd name="connsiteY260" fmla="*/ 119063 h 300990"/>
                <a:gd name="connsiteX261" fmla="*/ 16192 w 479107"/>
                <a:gd name="connsiteY261" fmla="*/ 114300 h 300990"/>
                <a:gd name="connsiteX262" fmla="*/ 17621 w 479107"/>
                <a:gd name="connsiteY262" fmla="*/ 110490 h 300990"/>
                <a:gd name="connsiteX263" fmla="*/ 22860 w 479107"/>
                <a:gd name="connsiteY263" fmla="*/ 110966 h 300990"/>
                <a:gd name="connsiteX264" fmla="*/ 28098 w 479107"/>
                <a:gd name="connsiteY264" fmla="*/ 111919 h 300990"/>
                <a:gd name="connsiteX265" fmla="*/ 31909 w 479107"/>
                <a:gd name="connsiteY265" fmla="*/ 111919 h 300990"/>
                <a:gd name="connsiteX266" fmla="*/ 33814 w 479107"/>
                <a:gd name="connsiteY266" fmla="*/ 112871 h 300990"/>
                <a:gd name="connsiteX267" fmla="*/ 34766 w 479107"/>
                <a:gd name="connsiteY267" fmla="*/ 114300 h 300990"/>
                <a:gd name="connsiteX268" fmla="*/ 33814 w 479107"/>
                <a:gd name="connsiteY268" fmla="*/ 117634 h 300990"/>
                <a:gd name="connsiteX269" fmla="*/ 33338 w 479107"/>
                <a:gd name="connsiteY269" fmla="*/ 120968 h 300990"/>
                <a:gd name="connsiteX270" fmla="*/ 34290 w 479107"/>
                <a:gd name="connsiteY270" fmla="*/ 124301 h 300990"/>
                <a:gd name="connsiteX271" fmla="*/ 36195 w 479107"/>
                <a:gd name="connsiteY271" fmla="*/ 125254 h 300990"/>
                <a:gd name="connsiteX272" fmla="*/ 38100 w 479107"/>
                <a:gd name="connsiteY272" fmla="*/ 126683 h 300990"/>
                <a:gd name="connsiteX273" fmla="*/ 38576 w 479107"/>
                <a:gd name="connsiteY273" fmla="*/ 129064 h 300990"/>
                <a:gd name="connsiteX274" fmla="*/ 34766 w 479107"/>
                <a:gd name="connsiteY274" fmla="*/ 129540 h 300990"/>
                <a:gd name="connsiteX275" fmla="*/ 30956 w 479107"/>
                <a:gd name="connsiteY275" fmla="*/ 129540 h 300990"/>
                <a:gd name="connsiteX276" fmla="*/ 28098 w 479107"/>
                <a:gd name="connsiteY276" fmla="*/ 128588 h 300990"/>
                <a:gd name="connsiteX277" fmla="*/ 25717 w 479107"/>
                <a:gd name="connsiteY277" fmla="*/ 126683 h 300990"/>
                <a:gd name="connsiteX278" fmla="*/ 21907 w 479107"/>
                <a:gd name="connsiteY278" fmla="*/ 133826 h 300990"/>
                <a:gd name="connsiteX279" fmla="*/ 21907 w 479107"/>
                <a:gd name="connsiteY279" fmla="*/ 137160 h 300990"/>
                <a:gd name="connsiteX280" fmla="*/ 22860 w 479107"/>
                <a:gd name="connsiteY280" fmla="*/ 140494 h 300990"/>
                <a:gd name="connsiteX281" fmla="*/ 24289 w 479107"/>
                <a:gd name="connsiteY281" fmla="*/ 138589 h 300990"/>
                <a:gd name="connsiteX282" fmla="*/ 26670 w 479107"/>
                <a:gd name="connsiteY282" fmla="*/ 137636 h 300990"/>
                <a:gd name="connsiteX283" fmla="*/ 29051 w 479107"/>
                <a:gd name="connsiteY283" fmla="*/ 137636 h 300990"/>
                <a:gd name="connsiteX284" fmla="*/ 33814 w 479107"/>
                <a:gd name="connsiteY284" fmla="*/ 139065 h 300990"/>
                <a:gd name="connsiteX285" fmla="*/ 36195 w 479107"/>
                <a:gd name="connsiteY285" fmla="*/ 140494 h 300990"/>
                <a:gd name="connsiteX286" fmla="*/ 39052 w 479107"/>
                <a:gd name="connsiteY286" fmla="*/ 142875 h 300990"/>
                <a:gd name="connsiteX287" fmla="*/ 41910 w 479107"/>
                <a:gd name="connsiteY287" fmla="*/ 143351 h 300990"/>
                <a:gd name="connsiteX288" fmla="*/ 41910 w 479107"/>
                <a:gd name="connsiteY288" fmla="*/ 145733 h 300990"/>
                <a:gd name="connsiteX289" fmla="*/ 42386 w 479107"/>
                <a:gd name="connsiteY289" fmla="*/ 147638 h 300990"/>
                <a:gd name="connsiteX290" fmla="*/ 45244 w 479107"/>
                <a:gd name="connsiteY290" fmla="*/ 150971 h 300990"/>
                <a:gd name="connsiteX291" fmla="*/ 47148 w 479107"/>
                <a:gd name="connsiteY291" fmla="*/ 153829 h 300990"/>
                <a:gd name="connsiteX292" fmla="*/ 47625 w 479107"/>
                <a:gd name="connsiteY292" fmla="*/ 157163 h 300990"/>
                <a:gd name="connsiteX293" fmla="*/ 47148 w 479107"/>
                <a:gd name="connsiteY293" fmla="*/ 161925 h 300990"/>
                <a:gd name="connsiteX294" fmla="*/ 46196 w 479107"/>
                <a:gd name="connsiteY294" fmla="*/ 166688 h 300990"/>
                <a:gd name="connsiteX295" fmla="*/ 45720 w 479107"/>
                <a:gd name="connsiteY295" fmla="*/ 170974 h 300990"/>
                <a:gd name="connsiteX296" fmla="*/ 46196 w 479107"/>
                <a:gd name="connsiteY296" fmla="*/ 175260 h 300990"/>
                <a:gd name="connsiteX297" fmla="*/ 46196 w 479107"/>
                <a:gd name="connsiteY297" fmla="*/ 180022 h 300990"/>
                <a:gd name="connsiteX298" fmla="*/ 45244 w 479107"/>
                <a:gd name="connsiteY298" fmla="*/ 189547 h 300990"/>
                <a:gd name="connsiteX299" fmla="*/ 45244 w 479107"/>
                <a:gd name="connsiteY299" fmla="*/ 194310 h 300990"/>
                <a:gd name="connsiteX300" fmla="*/ 46196 w 479107"/>
                <a:gd name="connsiteY300" fmla="*/ 204311 h 300990"/>
                <a:gd name="connsiteX301" fmla="*/ 48101 w 479107"/>
                <a:gd name="connsiteY301" fmla="*/ 214313 h 300990"/>
                <a:gd name="connsiteX302" fmla="*/ 48577 w 479107"/>
                <a:gd name="connsiteY302" fmla="*/ 217170 h 300990"/>
                <a:gd name="connsiteX303" fmla="*/ 58102 w 479107"/>
                <a:gd name="connsiteY303" fmla="*/ 217646 h 300990"/>
                <a:gd name="connsiteX304" fmla="*/ 61913 w 479107"/>
                <a:gd name="connsiteY304" fmla="*/ 216694 h 300990"/>
                <a:gd name="connsiteX305" fmla="*/ 67151 w 479107"/>
                <a:gd name="connsiteY305" fmla="*/ 214789 h 300990"/>
                <a:gd name="connsiteX306" fmla="*/ 71438 w 479107"/>
                <a:gd name="connsiteY306" fmla="*/ 213360 h 300990"/>
                <a:gd name="connsiteX307" fmla="*/ 73342 w 479107"/>
                <a:gd name="connsiteY307" fmla="*/ 213360 h 300990"/>
                <a:gd name="connsiteX308" fmla="*/ 75247 w 479107"/>
                <a:gd name="connsiteY308" fmla="*/ 212408 h 300990"/>
                <a:gd name="connsiteX309" fmla="*/ 76676 w 479107"/>
                <a:gd name="connsiteY309" fmla="*/ 210979 h 300990"/>
                <a:gd name="connsiteX310" fmla="*/ 80010 w 479107"/>
                <a:gd name="connsiteY310" fmla="*/ 202406 h 300990"/>
                <a:gd name="connsiteX311" fmla="*/ 81915 w 479107"/>
                <a:gd name="connsiteY311" fmla="*/ 200025 h 300990"/>
                <a:gd name="connsiteX312" fmla="*/ 88106 w 479107"/>
                <a:gd name="connsiteY312" fmla="*/ 195263 h 300990"/>
                <a:gd name="connsiteX313" fmla="*/ 93345 w 479107"/>
                <a:gd name="connsiteY313" fmla="*/ 192405 h 300990"/>
                <a:gd name="connsiteX314" fmla="*/ 98584 w 479107"/>
                <a:gd name="connsiteY314" fmla="*/ 189547 h 300990"/>
                <a:gd name="connsiteX315" fmla="*/ 105251 w 479107"/>
                <a:gd name="connsiteY315" fmla="*/ 187643 h 300990"/>
                <a:gd name="connsiteX316" fmla="*/ 114300 w 479107"/>
                <a:gd name="connsiteY316" fmla="*/ 187643 h 300990"/>
                <a:gd name="connsiteX317" fmla="*/ 121444 w 479107"/>
                <a:gd name="connsiteY317" fmla="*/ 188119 h 300990"/>
                <a:gd name="connsiteX318" fmla="*/ 125730 w 479107"/>
                <a:gd name="connsiteY318" fmla="*/ 188119 h 300990"/>
                <a:gd name="connsiteX319" fmla="*/ 127635 w 479107"/>
                <a:gd name="connsiteY319" fmla="*/ 188119 h 300990"/>
                <a:gd name="connsiteX320" fmla="*/ 129064 w 479107"/>
                <a:gd name="connsiteY320" fmla="*/ 187643 h 300990"/>
                <a:gd name="connsiteX321" fmla="*/ 130016 w 479107"/>
                <a:gd name="connsiteY321" fmla="*/ 187166 h 300990"/>
                <a:gd name="connsiteX322" fmla="*/ 130969 w 479107"/>
                <a:gd name="connsiteY322" fmla="*/ 183356 h 300990"/>
                <a:gd name="connsiteX323" fmla="*/ 132397 w 479107"/>
                <a:gd name="connsiteY323" fmla="*/ 181928 h 300990"/>
                <a:gd name="connsiteX324" fmla="*/ 134778 w 479107"/>
                <a:gd name="connsiteY324" fmla="*/ 180975 h 300990"/>
                <a:gd name="connsiteX325" fmla="*/ 138113 w 479107"/>
                <a:gd name="connsiteY325" fmla="*/ 180975 h 300990"/>
                <a:gd name="connsiteX326" fmla="*/ 142398 w 479107"/>
                <a:gd name="connsiteY326" fmla="*/ 180499 h 300990"/>
                <a:gd name="connsiteX327" fmla="*/ 145732 w 479107"/>
                <a:gd name="connsiteY327" fmla="*/ 180975 h 300990"/>
                <a:gd name="connsiteX328" fmla="*/ 150019 w 479107"/>
                <a:gd name="connsiteY328" fmla="*/ 182404 h 300990"/>
                <a:gd name="connsiteX329" fmla="*/ 155734 w 479107"/>
                <a:gd name="connsiteY329" fmla="*/ 182404 h 300990"/>
                <a:gd name="connsiteX330" fmla="*/ 159544 w 479107"/>
                <a:gd name="connsiteY330" fmla="*/ 181928 h 300990"/>
                <a:gd name="connsiteX331" fmla="*/ 161925 w 479107"/>
                <a:gd name="connsiteY331" fmla="*/ 183356 h 300990"/>
                <a:gd name="connsiteX332" fmla="*/ 163353 w 479107"/>
                <a:gd name="connsiteY332" fmla="*/ 185261 h 300990"/>
                <a:gd name="connsiteX333" fmla="*/ 164306 w 479107"/>
                <a:gd name="connsiteY333" fmla="*/ 186690 h 300990"/>
                <a:gd name="connsiteX334" fmla="*/ 164306 w 479107"/>
                <a:gd name="connsiteY334" fmla="*/ 189071 h 300990"/>
                <a:gd name="connsiteX335" fmla="*/ 164306 w 479107"/>
                <a:gd name="connsiteY335" fmla="*/ 190976 h 300990"/>
                <a:gd name="connsiteX336" fmla="*/ 164782 w 479107"/>
                <a:gd name="connsiteY336" fmla="*/ 191453 h 300990"/>
                <a:gd name="connsiteX337" fmla="*/ 167164 w 479107"/>
                <a:gd name="connsiteY337" fmla="*/ 192405 h 300990"/>
                <a:gd name="connsiteX338" fmla="*/ 170497 w 479107"/>
                <a:gd name="connsiteY338" fmla="*/ 193358 h 300990"/>
                <a:gd name="connsiteX339" fmla="*/ 177165 w 479107"/>
                <a:gd name="connsiteY339" fmla="*/ 194310 h 300990"/>
                <a:gd name="connsiteX340" fmla="*/ 183356 w 479107"/>
                <a:gd name="connsiteY340" fmla="*/ 196215 h 300990"/>
                <a:gd name="connsiteX341" fmla="*/ 186690 w 479107"/>
                <a:gd name="connsiteY341" fmla="*/ 197168 h 300990"/>
                <a:gd name="connsiteX342" fmla="*/ 190976 w 479107"/>
                <a:gd name="connsiteY342" fmla="*/ 199072 h 300990"/>
                <a:gd name="connsiteX343" fmla="*/ 196215 w 479107"/>
                <a:gd name="connsiteY343" fmla="*/ 203835 h 300990"/>
                <a:gd name="connsiteX344" fmla="*/ 198120 w 479107"/>
                <a:gd name="connsiteY344" fmla="*/ 204788 h 300990"/>
                <a:gd name="connsiteX345" fmla="*/ 200501 w 479107"/>
                <a:gd name="connsiteY345" fmla="*/ 205264 h 300990"/>
                <a:gd name="connsiteX346" fmla="*/ 202406 w 479107"/>
                <a:gd name="connsiteY346" fmla="*/ 205264 h 300990"/>
                <a:gd name="connsiteX347" fmla="*/ 206216 w 479107"/>
                <a:gd name="connsiteY347" fmla="*/ 203359 h 300990"/>
                <a:gd name="connsiteX348" fmla="*/ 209550 w 479107"/>
                <a:gd name="connsiteY348" fmla="*/ 204788 h 300990"/>
                <a:gd name="connsiteX349" fmla="*/ 211455 w 479107"/>
                <a:gd name="connsiteY349" fmla="*/ 204788 h 300990"/>
                <a:gd name="connsiteX350" fmla="*/ 215265 w 479107"/>
                <a:gd name="connsiteY350" fmla="*/ 203835 h 300990"/>
                <a:gd name="connsiteX351" fmla="*/ 219551 w 479107"/>
                <a:gd name="connsiteY351" fmla="*/ 205264 h 300990"/>
                <a:gd name="connsiteX352" fmla="*/ 230028 w 479107"/>
                <a:gd name="connsiteY352" fmla="*/ 210503 h 300990"/>
                <a:gd name="connsiteX353" fmla="*/ 230981 w 479107"/>
                <a:gd name="connsiteY353" fmla="*/ 210503 h 300990"/>
                <a:gd name="connsiteX354" fmla="*/ 231934 w 479107"/>
                <a:gd name="connsiteY354" fmla="*/ 210979 h 300990"/>
                <a:gd name="connsiteX355" fmla="*/ 232886 w 479107"/>
                <a:gd name="connsiteY355" fmla="*/ 211931 h 300990"/>
                <a:gd name="connsiteX356" fmla="*/ 233363 w 479107"/>
                <a:gd name="connsiteY356" fmla="*/ 213360 h 300990"/>
                <a:gd name="connsiteX357" fmla="*/ 234315 w 479107"/>
                <a:gd name="connsiteY357" fmla="*/ 217646 h 300990"/>
                <a:gd name="connsiteX358" fmla="*/ 237172 w 479107"/>
                <a:gd name="connsiteY358" fmla="*/ 220980 h 300990"/>
                <a:gd name="connsiteX359" fmla="*/ 240982 w 479107"/>
                <a:gd name="connsiteY359" fmla="*/ 223838 h 300990"/>
                <a:gd name="connsiteX360" fmla="*/ 245269 w 479107"/>
                <a:gd name="connsiteY360" fmla="*/ 225266 h 300990"/>
                <a:gd name="connsiteX361" fmla="*/ 254317 w 479107"/>
                <a:gd name="connsiteY361" fmla="*/ 229076 h 300990"/>
                <a:gd name="connsiteX362" fmla="*/ 258127 w 479107"/>
                <a:gd name="connsiteY362" fmla="*/ 231934 h 300990"/>
                <a:gd name="connsiteX363" fmla="*/ 261938 w 479107"/>
                <a:gd name="connsiteY363" fmla="*/ 237172 h 300990"/>
                <a:gd name="connsiteX364" fmla="*/ 266700 w 479107"/>
                <a:gd name="connsiteY364" fmla="*/ 243840 h 300990"/>
                <a:gd name="connsiteX365" fmla="*/ 267176 w 479107"/>
                <a:gd name="connsiteY365" fmla="*/ 244316 h 300990"/>
                <a:gd name="connsiteX366" fmla="*/ 279559 w 479107"/>
                <a:gd name="connsiteY366" fmla="*/ 244316 h 300990"/>
                <a:gd name="connsiteX367" fmla="*/ 293370 w 479107"/>
                <a:gd name="connsiteY367" fmla="*/ 244316 h 300990"/>
                <a:gd name="connsiteX368" fmla="*/ 295275 w 479107"/>
                <a:gd name="connsiteY368" fmla="*/ 247174 h 300990"/>
                <a:gd name="connsiteX369" fmla="*/ 294798 w 479107"/>
                <a:gd name="connsiteY369" fmla="*/ 252413 h 300990"/>
                <a:gd name="connsiteX370" fmla="*/ 295275 w 479107"/>
                <a:gd name="connsiteY370" fmla="*/ 258128 h 300990"/>
                <a:gd name="connsiteX371" fmla="*/ 296703 w 479107"/>
                <a:gd name="connsiteY371" fmla="*/ 261938 h 300990"/>
                <a:gd name="connsiteX372" fmla="*/ 296703 w 479107"/>
                <a:gd name="connsiteY372" fmla="*/ 265271 h 300990"/>
                <a:gd name="connsiteX373" fmla="*/ 295751 w 479107"/>
                <a:gd name="connsiteY373" fmla="*/ 267176 h 300990"/>
                <a:gd name="connsiteX374" fmla="*/ 294798 w 479107"/>
                <a:gd name="connsiteY374" fmla="*/ 269081 h 300990"/>
                <a:gd name="connsiteX375" fmla="*/ 294798 w 479107"/>
                <a:gd name="connsiteY375" fmla="*/ 270034 h 300990"/>
                <a:gd name="connsiteX376" fmla="*/ 296703 w 479107"/>
                <a:gd name="connsiteY376" fmla="*/ 271463 h 300990"/>
                <a:gd name="connsiteX377" fmla="*/ 298132 w 479107"/>
                <a:gd name="connsiteY377" fmla="*/ 274320 h 300990"/>
                <a:gd name="connsiteX378" fmla="*/ 298132 w 479107"/>
                <a:gd name="connsiteY378" fmla="*/ 278606 h 300990"/>
                <a:gd name="connsiteX379" fmla="*/ 297180 w 479107"/>
                <a:gd name="connsiteY379" fmla="*/ 280988 h 300990"/>
                <a:gd name="connsiteX380" fmla="*/ 297180 w 479107"/>
                <a:gd name="connsiteY380" fmla="*/ 282893 h 300990"/>
                <a:gd name="connsiteX381" fmla="*/ 298132 w 479107"/>
                <a:gd name="connsiteY381" fmla="*/ 284321 h 300990"/>
                <a:gd name="connsiteX382" fmla="*/ 300990 w 479107"/>
                <a:gd name="connsiteY382" fmla="*/ 283845 h 300990"/>
                <a:gd name="connsiteX383" fmla="*/ 301942 w 479107"/>
                <a:gd name="connsiteY383" fmla="*/ 285274 h 300990"/>
                <a:gd name="connsiteX384" fmla="*/ 303371 w 479107"/>
                <a:gd name="connsiteY384" fmla="*/ 287179 h 300990"/>
                <a:gd name="connsiteX385" fmla="*/ 307657 w 479107"/>
                <a:gd name="connsiteY385" fmla="*/ 290513 h 300990"/>
                <a:gd name="connsiteX386" fmla="*/ 310515 w 479107"/>
                <a:gd name="connsiteY386" fmla="*/ 291465 h 300990"/>
                <a:gd name="connsiteX387" fmla="*/ 313848 w 479107"/>
                <a:gd name="connsiteY387" fmla="*/ 291941 h 300990"/>
                <a:gd name="connsiteX388" fmla="*/ 318135 w 479107"/>
                <a:gd name="connsiteY388" fmla="*/ 291465 h 300990"/>
                <a:gd name="connsiteX389" fmla="*/ 321469 w 479107"/>
                <a:gd name="connsiteY389" fmla="*/ 290989 h 300990"/>
                <a:gd name="connsiteX390" fmla="*/ 322897 w 479107"/>
                <a:gd name="connsiteY390" fmla="*/ 290989 h 300990"/>
                <a:gd name="connsiteX391" fmla="*/ 326707 w 479107"/>
                <a:gd name="connsiteY391" fmla="*/ 293370 h 300990"/>
                <a:gd name="connsiteX392" fmla="*/ 330994 w 479107"/>
                <a:gd name="connsiteY392" fmla="*/ 296704 h 300990"/>
                <a:gd name="connsiteX393" fmla="*/ 332422 w 479107"/>
                <a:gd name="connsiteY393" fmla="*/ 298133 h 300990"/>
                <a:gd name="connsiteX394" fmla="*/ 332898 w 479107"/>
                <a:gd name="connsiteY394" fmla="*/ 300514 h 300990"/>
                <a:gd name="connsiteX395" fmla="*/ 334327 w 479107"/>
                <a:gd name="connsiteY395" fmla="*/ 300990 h 300990"/>
                <a:gd name="connsiteX396" fmla="*/ 337185 w 479107"/>
                <a:gd name="connsiteY396" fmla="*/ 298609 h 300990"/>
                <a:gd name="connsiteX397" fmla="*/ 339566 w 479107"/>
                <a:gd name="connsiteY397" fmla="*/ 297656 h 300990"/>
                <a:gd name="connsiteX398" fmla="*/ 341947 w 479107"/>
                <a:gd name="connsiteY398" fmla="*/ 298133 h 300990"/>
                <a:gd name="connsiteX399" fmla="*/ 344805 w 479107"/>
                <a:gd name="connsiteY399" fmla="*/ 298609 h 300990"/>
                <a:gd name="connsiteX400" fmla="*/ 347663 w 479107"/>
                <a:gd name="connsiteY400" fmla="*/ 297656 h 300990"/>
                <a:gd name="connsiteX401" fmla="*/ 348615 w 479107"/>
                <a:gd name="connsiteY401" fmla="*/ 297180 h 300990"/>
                <a:gd name="connsiteX402" fmla="*/ 353377 w 479107"/>
                <a:gd name="connsiteY402" fmla="*/ 294322 h 300990"/>
                <a:gd name="connsiteX403" fmla="*/ 357664 w 479107"/>
                <a:gd name="connsiteY403" fmla="*/ 291941 h 300990"/>
                <a:gd name="connsiteX404" fmla="*/ 360045 w 479107"/>
                <a:gd name="connsiteY404" fmla="*/ 290513 h 300990"/>
                <a:gd name="connsiteX405" fmla="*/ 360997 w 479107"/>
                <a:gd name="connsiteY405" fmla="*/ 285750 h 300990"/>
                <a:gd name="connsiteX406" fmla="*/ 362426 w 479107"/>
                <a:gd name="connsiteY406" fmla="*/ 282893 h 300990"/>
                <a:gd name="connsiteX407" fmla="*/ 364331 w 479107"/>
                <a:gd name="connsiteY407" fmla="*/ 281464 h 300990"/>
                <a:gd name="connsiteX408" fmla="*/ 363855 w 479107"/>
                <a:gd name="connsiteY408" fmla="*/ 279559 h 300990"/>
                <a:gd name="connsiteX409" fmla="*/ 363378 w 479107"/>
                <a:gd name="connsiteY409" fmla="*/ 278130 h 300990"/>
                <a:gd name="connsiteX410" fmla="*/ 362426 w 479107"/>
                <a:gd name="connsiteY410" fmla="*/ 276225 h 300990"/>
                <a:gd name="connsiteX411" fmla="*/ 363378 w 479107"/>
                <a:gd name="connsiteY411" fmla="*/ 275272 h 300990"/>
                <a:gd name="connsiteX412" fmla="*/ 364807 w 479107"/>
                <a:gd name="connsiteY412" fmla="*/ 274796 h 300990"/>
                <a:gd name="connsiteX413" fmla="*/ 369094 w 479107"/>
                <a:gd name="connsiteY413" fmla="*/ 274796 h 300990"/>
                <a:gd name="connsiteX414" fmla="*/ 376238 w 479107"/>
                <a:gd name="connsiteY414" fmla="*/ 272891 h 300990"/>
                <a:gd name="connsiteX415" fmla="*/ 382428 w 479107"/>
                <a:gd name="connsiteY415" fmla="*/ 270986 h 300990"/>
                <a:gd name="connsiteX416" fmla="*/ 388144 w 479107"/>
                <a:gd name="connsiteY416" fmla="*/ 269081 h 300990"/>
                <a:gd name="connsiteX417" fmla="*/ 390525 w 479107"/>
                <a:gd name="connsiteY417" fmla="*/ 268605 h 300990"/>
                <a:gd name="connsiteX418" fmla="*/ 392906 w 479107"/>
                <a:gd name="connsiteY418" fmla="*/ 269081 h 300990"/>
                <a:gd name="connsiteX419" fmla="*/ 393859 w 479107"/>
                <a:gd name="connsiteY419" fmla="*/ 268605 h 300990"/>
                <a:gd name="connsiteX420" fmla="*/ 394335 w 479107"/>
                <a:gd name="connsiteY420" fmla="*/ 267176 h 300990"/>
                <a:gd name="connsiteX421" fmla="*/ 395764 w 479107"/>
                <a:gd name="connsiteY421" fmla="*/ 265271 h 300990"/>
                <a:gd name="connsiteX422" fmla="*/ 399097 w 479107"/>
                <a:gd name="connsiteY422" fmla="*/ 263843 h 300990"/>
                <a:gd name="connsiteX423" fmla="*/ 404813 w 479107"/>
                <a:gd name="connsiteY423" fmla="*/ 260985 h 300990"/>
                <a:gd name="connsiteX424" fmla="*/ 410051 w 479107"/>
                <a:gd name="connsiteY424" fmla="*/ 256699 h 300990"/>
                <a:gd name="connsiteX425" fmla="*/ 411956 w 479107"/>
                <a:gd name="connsiteY425" fmla="*/ 253365 h 300990"/>
                <a:gd name="connsiteX426" fmla="*/ 413385 w 479107"/>
                <a:gd name="connsiteY426" fmla="*/ 248603 h 300990"/>
                <a:gd name="connsiteX427" fmla="*/ 415766 w 479107"/>
                <a:gd name="connsiteY427" fmla="*/ 240983 h 300990"/>
                <a:gd name="connsiteX428" fmla="*/ 418623 w 479107"/>
                <a:gd name="connsiteY428" fmla="*/ 232886 h 300990"/>
                <a:gd name="connsiteX429" fmla="*/ 419576 w 479107"/>
                <a:gd name="connsiteY429" fmla="*/ 229076 h 300990"/>
                <a:gd name="connsiteX430" fmla="*/ 420528 w 479107"/>
                <a:gd name="connsiteY430" fmla="*/ 226219 h 300990"/>
                <a:gd name="connsiteX431" fmla="*/ 425291 w 479107"/>
                <a:gd name="connsiteY431" fmla="*/ 223838 h 300990"/>
                <a:gd name="connsiteX432" fmla="*/ 430053 w 479107"/>
                <a:gd name="connsiteY432" fmla="*/ 221933 h 300990"/>
                <a:gd name="connsiteX433" fmla="*/ 437197 w 479107"/>
                <a:gd name="connsiteY433" fmla="*/ 221456 h 300990"/>
                <a:gd name="connsiteX434" fmla="*/ 445770 w 479107"/>
                <a:gd name="connsiteY434" fmla="*/ 221456 h 300990"/>
                <a:gd name="connsiteX435" fmla="*/ 447675 w 479107"/>
                <a:gd name="connsiteY435" fmla="*/ 216694 h 300990"/>
                <a:gd name="connsiteX436" fmla="*/ 448627 w 479107"/>
                <a:gd name="connsiteY436" fmla="*/ 212884 h 300990"/>
                <a:gd name="connsiteX437" fmla="*/ 450056 w 479107"/>
                <a:gd name="connsiteY437" fmla="*/ 210979 h 300990"/>
                <a:gd name="connsiteX438" fmla="*/ 451961 w 479107"/>
                <a:gd name="connsiteY438" fmla="*/ 209550 h 300990"/>
                <a:gd name="connsiteX439" fmla="*/ 452914 w 479107"/>
                <a:gd name="connsiteY439" fmla="*/ 209074 h 300990"/>
                <a:gd name="connsiteX440" fmla="*/ 457676 w 479107"/>
                <a:gd name="connsiteY440" fmla="*/ 211455 h 300990"/>
                <a:gd name="connsiteX441" fmla="*/ 464820 w 479107"/>
                <a:gd name="connsiteY441" fmla="*/ 215265 h 300990"/>
                <a:gd name="connsiteX442" fmla="*/ 472916 w 479107"/>
                <a:gd name="connsiteY442" fmla="*/ 217170 h 300990"/>
                <a:gd name="connsiteX443" fmla="*/ 477202 w 479107"/>
                <a:gd name="connsiteY443" fmla="*/ 218122 h 300990"/>
                <a:gd name="connsiteX444" fmla="*/ 479107 w 479107"/>
                <a:gd name="connsiteY444" fmla="*/ 218122 h 300990"/>
                <a:gd name="connsiteX445" fmla="*/ 478631 w 479107"/>
                <a:gd name="connsiteY445" fmla="*/ 213836 h 300990"/>
                <a:gd name="connsiteX446" fmla="*/ 478631 w 479107"/>
                <a:gd name="connsiteY446" fmla="*/ 208597 h 300990"/>
                <a:gd name="connsiteX447" fmla="*/ 475773 w 479107"/>
                <a:gd name="connsiteY447" fmla="*/ 200025 h 30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79107" h="300990">
                  <a:moveTo>
                    <a:pt x="18573" y="148590"/>
                  </a:moveTo>
                  <a:lnTo>
                    <a:pt x="17145" y="148590"/>
                  </a:lnTo>
                  <a:lnTo>
                    <a:pt x="16192" y="150495"/>
                  </a:lnTo>
                  <a:lnTo>
                    <a:pt x="17145" y="156686"/>
                  </a:lnTo>
                  <a:lnTo>
                    <a:pt x="19050" y="162401"/>
                  </a:lnTo>
                  <a:lnTo>
                    <a:pt x="19526" y="160496"/>
                  </a:lnTo>
                  <a:lnTo>
                    <a:pt x="17621" y="151447"/>
                  </a:lnTo>
                  <a:lnTo>
                    <a:pt x="18573" y="148590"/>
                  </a:lnTo>
                  <a:close/>
                  <a:moveTo>
                    <a:pt x="475773" y="200025"/>
                  </a:moveTo>
                  <a:lnTo>
                    <a:pt x="479107" y="194310"/>
                  </a:lnTo>
                  <a:lnTo>
                    <a:pt x="479107" y="193358"/>
                  </a:lnTo>
                  <a:lnTo>
                    <a:pt x="478631" y="192405"/>
                  </a:lnTo>
                  <a:lnTo>
                    <a:pt x="477678" y="191453"/>
                  </a:lnTo>
                  <a:lnTo>
                    <a:pt x="471488" y="190024"/>
                  </a:lnTo>
                  <a:lnTo>
                    <a:pt x="469582" y="189071"/>
                  </a:lnTo>
                  <a:lnTo>
                    <a:pt x="467201" y="187166"/>
                  </a:lnTo>
                  <a:lnTo>
                    <a:pt x="464344" y="185261"/>
                  </a:lnTo>
                  <a:lnTo>
                    <a:pt x="461486" y="183833"/>
                  </a:lnTo>
                  <a:lnTo>
                    <a:pt x="457200" y="181928"/>
                  </a:lnTo>
                  <a:lnTo>
                    <a:pt x="453390" y="180975"/>
                  </a:lnTo>
                  <a:lnTo>
                    <a:pt x="451009" y="181928"/>
                  </a:lnTo>
                  <a:lnTo>
                    <a:pt x="449103" y="182880"/>
                  </a:lnTo>
                  <a:lnTo>
                    <a:pt x="447198" y="182880"/>
                  </a:lnTo>
                  <a:lnTo>
                    <a:pt x="445294" y="182404"/>
                  </a:lnTo>
                  <a:lnTo>
                    <a:pt x="438150" y="178118"/>
                  </a:lnTo>
                  <a:lnTo>
                    <a:pt x="427196" y="170497"/>
                  </a:lnTo>
                  <a:lnTo>
                    <a:pt x="418623" y="165259"/>
                  </a:lnTo>
                  <a:lnTo>
                    <a:pt x="413385" y="162878"/>
                  </a:lnTo>
                  <a:lnTo>
                    <a:pt x="411956" y="161925"/>
                  </a:lnTo>
                  <a:lnTo>
                    <a:pt x="409098" y="159544"/>
                  </a:lnTo>
                  <a:lnTo>
                    <a:pt x="401478" y="153353"/>
                  </a:lnTo>
                  <a:lnTo>
                    <a:pt x="396240" y="154305"/>
                  </a:lnTo>
                  <a:lnTo>
                    <a:pt x="389096" y="150019"/>
                  </a:lnTo>
                  <a:lnTo>
                    <a:pt x="382905" y="146209"/>
                  </a:lnTo>
                  <a:lnTo>
                    <a:pt x="381476" y="145256"/>
                  </a:lnTo>
                  <a:lnTo>
                    <a:pt x="374332" y="137636"/>
                  </a:lnTo>
                  <a:lnTo>
                    <a:pt x="367189" y="132874"/>
                  </a:lnTo>
                  <a:lnTo>
                    <a:pt x="359092" y="127635"/>
                  </a:lnTo>
                  <a:lnTo>
                    <a:pt x="353853" y="124301"/>
                  </a:lnTo>
                  <a:lnTo>
                    <a:pt x="345281" y="118586"/>
                  </a:lnTo>
                  <a:lnTo>
                    <a:pt x="340995" y="115253"/>
                  </a:lnTo>
                  <a:lnTo>
                    <a:pt x="339566" y="113824"/>
                  </a:lnTo>
                  <a:lnTo>
                    <a:pt x="338138" y="111443"/>
                  </a:lnTo>
                  <a:lnTo>
                    <a:pt x="335756" y="99536"/>
                  </a:lnTo>
                  <a:lnTo>
                    <a:pt x="333375" y="94298"/>
                  </a:lnTo>
                  <a:lnTo>
                    <a:pt x="329565" y="91440"/>
                  </a:lnTo>
                  <a:lnTo>
                    <a:pt x="326231" y="85725"/>
                  </a:lnTo>
                  <a:lnTo>
                    <a:pt x="323373" y="77153"/>
                  </a:lnTo>
                  <a:lnTo>
                    <a:pt x="320992" y="71438"/>
                  </a:lnTo>
                  <a:lnTo>
                    <a:pt x="319088" y="69056"/>
                  </a:lnTo>
                  <a:lnTo>
                    <a:pt x="315753" y="66199"/>
                  </a:lnTo>
                  <a:lnTo>
                    <a:pt x="310515" y="63341"/>
                  </a:lnTo>
                  <a:lnTo>
                    <a:pt x="305276" y="61913"/>
                  </a:lnTo>
                  <a:lnTo>
                    <a:pt x="303371" y="61913"/>
                  </a:lnTo>
                  <a:lnTo>
                    <a:pt x="302419" y="62389"/>
                  </a:lnTo>
                  <a:lnTo>
                    <a:pt x="301466" y="62865"/>
                  </a:lnTo>
                  <a:lnTo>
                    <a:pt x="299561" y="65246"/>
                  </a:lnTo>
                  <a:lnTo>
                    <a:pt x="296703" y="65723"/>
                  </a:lnTo>
                  <a:lnTo>
                    <a:pt x="294322" y="65723"/>
                  </a:lnTo>
                  <a:lnTo>
                    <a:pt x="292417" y="64770"/>
                  </a:lnTo>
                  <a:lnTo>
                    <a:pt x="286226" y="63818"/>
                  </a:lnTo>
                  <a:lnTo>
                    <a:pt x="283845" y="62865"/>
                  </a:lnTo>
                  <a:lnTo>
                    <a:pt x="280035" y="62865"/>
                  </a:lnTo>
                  <a:lnTo>
                    <a:pt x="271939" y="63818"/>
                  </a:lnTo>
                  <a:lnTo>
                    <a:pt x="270034" y="63818"/>
                  </a:lnTo>
                  <a:lnTo>
                    <a:pt x="261461" y="58579"/>
                  </a:lnTo>
                  <a:lnTo>
                    <a:pt x="257651" y="56674"/>
                  </a:lnTo>
                  <a:lnTo>
                    <a:pt x="256698" y="55721"/>
                  </a:lnTo>
                  <a:lnTo>
                    <a:pt x="256698" y="53816"/>
                  </a:lnTo>
                  <a:lnTo>
                    <a:pt x="258127" y="50959"/>
                  </a:lnTo>
                  <a:lnTo>
                    <a:pt x="259080" y="49054"/>
                  </a:lnTo>
                  <a:lnTo>
                    <a:pt x="258603" y="47149"/>
                  </a:lnTo>
                  <a:lnTo>
                    <a:pt x="257175" y="44768"/>
                  </a:lnTo>
                  <a:lnTo>
                    <a:pt x="257175" y="42386"/>
                  </a:lnTo>
                  <a:lnTo>
                    <a:pt x="258127" y="40958"/>
                  </a:lnTo>
                  <a:lnTo>
                    <a:pt x="260509" y="41434"/>
                  </a:lnTo>
                  <a:lnTo>
                    <a:pt x="261461" y="40481"/>
                  </a:lnTo>
                  <a:lnTo>
                    <a:pt x="260985" y="39053"/>
                  </a:lnTo>
                  <a:lnTo>
                    <a:pt x="259556" y="38100"/>
                  </a:lnTo>
                  <a:lnTo>
                    <a:pt x="258127" y="36195"/>
                  </a:lnTo>
                  <a:lnTo>
                    <a:pt x="253365" y="34290"/>
                  </a:lnTo>
                  <a:lnTo>
                    <a:pt x="252889" y="33338"/>
                  </a:lnTo>
                  <a:lnTo>
                    <a:pt x="253365" y="32385"/>
                  </a:lnTo>
                  <a:lnTo>
                    <a:pt x="254317" y="31433"/>
                  </a:lnTo>
                  <a:lnTo>
                    <a:pt x="254317" y="29528"/>
                  </a:lnTo>
                  <a:lnTo>
                    <a:pt x="254317" y="27146"/>
                  </a:lnTo>
                  <a:lnTo>
                    <a:pt x="254794" y="25718"/>
                  </a:lnTo>
                  <a:lnTo>
                    <a:pt x="254794" y="24765"/>
                  </a:lnTo>
                  <a:lnTo>
                    <a:pt x="254317" y="23813"/>
                  </a:lnTo>
                  <a:lnTo>
                    <a:pt x="252889" y="22860"/>
                  </a:lnTo>
                  <a:lnTo>
                    <a:pt x="250031" y="20479"/>
                  </a:lnTo>
                  <a:lnTo>
                    <a:pt x="246697" y="20003"/>
                  </a:lnTo>
                  <a:lnTo>
                    <a:pt x="236220" y="20003"/>
                  </a:lnTo>
                  <a:lnTo>
                    <a:pt x="232886" y="19050"/>
                  </a:lnTo>
                  <a:lnTo>
                    <a:pt x="230028" y="17621"/>
                  </a:lnTo>
                  <a:lnTo>
                    <a:pt x="227171" y="12383"/>
                  </a:lnTo>
                  <a:lnTo>
                    <a:pt x="225742" y="10954"/>
                  </a:lnTo>
                  <a:lnTo>
                    <a:pt x="224314" y="10478"/>
                  </a:lnTo>
                  <a:lnTo>
                    <a:pt x="221456" y="10478"/>
                  </a:lnTo>
                  <a:lnTo>
                    <a:pt x="217646" y="10001"/>
                  </a:lnTo>
                  <a:lnTo>
                    <a:pt x="215741" y="9049"/>
                  </a:lnTo>
                  <a:lnTo>
                    <a:pt x="210978" y="4286"/>
                  </a:lnTo>
                  <a:lnTo>
                    <a:pt x="206216" y="0"/>
                  </a:lnTo>
                  <a:lnTo>
                    <a:pt x="204311" y="3810"/>
                  </a:lnTo>
                  <a:lnTo>
                    <a:pt x="202406" y="4763"/>
                  </a:lnTo>
                  <a:lnTo>
                    <a:pt x="198120" y="4286"/>
                  </a:lnTo>
                  <a:lnTo>
                    <a:pt x="194786" y="3810"/>
                  </a:lnTo>
                  <a:lnTo>
                    <a:pt x="192881" y="4763"/>
                  </a:lnTo>
                  <a:lnTo>
                    <a:pt x="190976" y="6191"/>
                  </a:lnTo>
                  <a:lnTo>
                    <a:pt x="191452" y="7144"/>
                  </a:lnTo>
                  <a:lnTo>
                    <a:pt x="192881" y="8096"/>
                  </a:lnTo>
                  <a:lnTo>
                    <a:pt x="195739" y="10001"/>
                  </a:lnTo>
                  <a:lnTo>
                    <a:pt x="200025" y="14764"/>
                  </a:lnTo>
                  <a:lnTo>
                    <a:pt x="201930" y="17621"/>
                  </a:lnTo>
                  <a:lnTo>
                    <a:pt x="202406" y="18574"/>
                  </a:lnTo>
                  <a:lnTo>
                    <a:pt x="201930" y="19050"/>
                  </a:lnTo>
                  <a:lnTo>
                    <a:pt x="201453" y="19526"/>
                  </a:lnTo>
                  <a:lnTo>
                    <a:pt x="200501" y="19526"/>
                  </a:lnTo>
                  <a:lnTo>
                    <a:pt x="199548" y="19526"/>
                  </a:lnTo>
                  <a:lnTo>
                    <a:pt x="199072" y="18574"/>
                  </a:lnTo>
                  <a:lnTo>
                    <a:pt x="199072" y="17145"/>
                  </a:lnTo>
                  <a:lnTo>
                    <a:pt x="197644" y="15240"/>
                  </a:lnTo>
                  <a:lnTo>
                    <a:pt x="196215" y="13811"/>
                  </a:lnTo>
                  <a:lnTo>
                    <a:pt x="194786" y="12859"/>
                  </a:lnTo>
                  <a:lnTo>
                    <a:pt x="192405" y="12383"/>
                  </a:lnTo>
                  <a:lnTo>
                    <a:pt x="189547" y="11430"/>
                  </a:lnTo>
                  <a:lnTo>
                    <a:pt x="188119" y="11430"/>
                  </a:lnTo>
                  <a:lnTo>
                    <a:pt x="186690" y="12383"/>
                  </a:lnTo>
                  <a:lnTo>
                    <a:pt x="185261" y="13811"/>
                  </a:lnTo>
                  <a:lnTo>
                    <a:pt x="184309" y="17145"/>
                  </a:lnTo>
                  <a:lnTo>
                    <a:pt x="181927" y="21431"/>
                  </a:lnTo>
                  <a:lnTo>
                    <a:pt x="180498" y="23336"/>
                  </a:lnTo>
                  <a:lnTo>
                    <a:pt x="176213" y="24289"/>
                  </a:lnTo>
                  <a:lnTo>
                    <a:pt x="173831" y="24289"/>
                  </a:lnTo>
                  <a:lnTo>
                    <a:pt x="174307" y="24765"/>
                  </a:lnTo>
                  <a:lnTo>
                    <a:pt x="173831" y="26670"/>
                  </a:lnTo>
                  <a:lnTo>
                    <a:pt x="174307" y="28099"/>
                  </a:lnTo>
                  <a:lnTo>
                    <a:pt x="176213" y="30480"/>
                  </a:lnTo>
                  <a:lnTo>
                    <a:pt x="176689" y="34290"/>
                  </a:lnTo>
                  <a:lnTo>
                    <a:pt x="181451" y="37148"/>
                  </a:lnTo>
                  <a:lnTo>
                    <a:pt x="181927" y="39529"/>
                  </a:lnTo>
                  <a:lnTo>
                    <a:pt x="180498" y="42386"/>
                  </a:lnTo>
                  <a:lnTo>
                    <a:pt x="176213" y="44768"/>
                  </a:lnTo>
                  <a:lnTo>
                    <a:pt x="170973" y="46673"/>
                  </a:lnTo>
                  <a:lnTo>
                    <a:pt x="167640" y="47149"/>
                  </a:lnTo>
                  <a:lnTo>
                    <a:pt x="164782" y="47149"/>
                  </a:lnTo>
                  <a:lnTo>
                    <a:pt x="161448" y="43815"/>
                  </a:lnTo>
                  <a:lnTo>
                    <a:pt x="159067" y="40481"/>
                  </a:lnTo>
                  <a:lnTo>
                    <a:pt x="157163" y="40481"/>
                  </a:lnTo>
                  <a:lnTo>
                    <a:pt x="155257" y="40958"/>
                  </a:lnTo>
                  <a:lnTo>
                    <a:pt x="154781" y="39053"/>
                  </a:lnTo>
                  <a:lnTo>
                    <a:pt x="156210" y="32385"/>
                  </a:lnTo>
                  <a:lnTo>
                    <a:pt x="154305" y="33338"/>
                  </a:lnTo>
                  <a:lnTo>
                    <a:pt x="151923" y="35719"/>
                  </a:lnTo>
                  <a:lnTo>
                    <a:pt x="152400" y="43339"/>
                  </a:lnTo>
                  <a:lnTo>
                    <a:pt x="153352" y="52388"/>
                  </a:lnTo>
                  <a:lnTo>
                    <a:pt x="155257" y="54769"/>
                  </a:lnTo>
                  <a:lnTo>
                    <a:pt x="156686" y="55721"/>
                  </a:lnTo>
                  <a:lnTo>
                    <a:pt x="156686" y="56674"/>
                  </a:lnTo>
                  <a:lnTo>
                    <a:pt x="155734" y="57626"/>
                  </a:lnTo>
                  <a:lnTo>
                    <a:pt x="154781" y="58579"/>
                  </a:lnTo>
                  <a:lnTo>
                    <a:pt x="153352" y="60484"/>
                  </a:lnTo>
                  <a:lnTo>
                    <a:pt x="151447" y="60484"/>
                  </a:lnTo>
                  <a:lnTo>
                    <a:pt x="148114" y="60008"/>
                  </a:lnTo>
                  <a:lnTo>
                    <a:pt x="145256" y="59531"/>
                  </a:lnTo>
                  <a:lnTo>
                    <a:pt x="135255" y="59055"/>
                  </a:lnTo>
                  <a:lnTo>
                    <a:pt x="127159" y="58579"/>
                  </a:lnTo>
                  <a:lnTo>
                    <a:pt x="118110" y="58103"/>
                  </a:lnTo>
                  <a:lnTo>
                    <a:pt x="116681" y="58103"/>
                  </a:lnTo>
                  <a:lnTo>
                    <a:pt x="113347" y="58579"/>
                  </a:lnTo>
                  <a:lnTo>
                    <a:pt x="108109" y="60008"/>
                  </a:lnTo>
                  <a:lnTo>
                    <a:pt x="103346" y="60484"/>
                  </a:lnTo>
                  <a:lnTo>
                    <a:pt x="101441" y="60008"/>
                  </a:lnTo>
                  <a:lnTo>
                    <a:pt x="99536" y="59055"/>
                  </a:lnTo>
                  <a:lnTo>
                    <a:pt x="98107" y="57150"/>
                  </a:lnTo>
                  <a:lnTo>
                    <a:pt x="95726" y="54769"/>
                  </a:lnTo>
                  <a:lnTo>
                    <a:pt x="93345" y="52864"/>
                  </a:lnTo>
                  <a:lnTo>
                    <a:pt x="90488" y="48578"/>
                  </a:lnTo>
                  <a:lnTo>
                    <a:pt x="88582" y="45244"/>
                  </a:lnTo>
                  <a:lnTo>
                    <a:pt x="83344" y="38100"/>
                  </a:lnTo>
                  <a:lnTo>
                    <a:pt x="82867" y="35719"/>
                  </a:lnTo>
                  <a:lnTo>
                    <a:pt x="81915" y="33338"/>
                  </a:lnTo>
                  <a:lnTo>
                    <a:pt x="80010" y="31433"/>
                  </a:lnTo>
                  <a:lnTo>
                    <a:pt x="73819" y="26670"/>
                  </a:lnTo>
                  <a:lnTo>
                    <a:pt x="66675" y="22384"/>
                  </a:lnTo>
                  <a:lnTo>
                    <a:pt x="60007" y="18098"/>
                  </a:lnTo>
                  <a:lnTo>
                    <a:pt x="58102" y="17145"/>
                  </a:lnTo>
                  <a:lnTo>
                    <a:pt x="54769" y="15716"/>
                  </a:lnTo>
                  <a:lnTo>
                    <a:pt x="50959" y="15716"/>
                  </a:lnTo>
                  <a:lnTo>
                    <a:pt x="48101" y="16193"/>
                  </a:lnTo>
                  <a:lnTo>
                    <a:pt x="40005" y="17621"/>
                  </a:lnTo>
                  <a:lnTo>
                    <a:pt x="33814" y="19050"/>
                  </a:lnTo>
                  <a:lnTo>
                    <a:pt x="25241" y="20955"/>
                  </a:lnTo>
                  <a:lnTo>
                    <a:pt x="18573" y="23336"/>
                  </a:lnTo>
                  <a:lnTo>
                    <a:pt x="17145" y="23813"/>
                  </a:lnTo>
                  <a:lnTo>
                    <a:pt x="12382" y="26670"/>
                  </a:lnTo>
                  <a:lnTo>
                    <a:pt x="6667" y="31433"/>
                  </a:lnTo>
                  <a:lnTo>
                    <a:pt x="0" y="38100"/>
                  </a:lnTo>
                  <a:lnTo>
                    <a:pt x="3810" y="48101"/>
                  </a:lnTo>
                  <a:lnTo>
                    <a:pt x="8572" y="54769"/>
                  </a:lnTo>
                  <a:lnTo>
                    <a:pt x="11430" y="60008"/>
                  </a:lnTo>
                  <a:lnTo>
                    <a:pt x="12382" y="61436"/>
                  </a:lnTo>
                  <a:lnTo>
                    <a:pt x="12859" y="60960"/>
                  </a:lnTo>
                  <a:lnTo>
                    <a:pt x="11906" y="55721"/>
                  </a:lnTo>
                  <a:lnTo>
                    <a:pt x="13811" y="44768"/>
                  </a:lnTo>
                  <a:lnTo>
                    <a:pt x="13811" y="43339"/>
                  </a:lnTo>
                  <a:lnTo>
                    <a:pt x="11430" y="40958"/>
                  </a:lnTo>
                  <a:lnTo>
                    <a:pt x="14288" y="33338"/>
                  </a:lnTo>
                  <a:lnTo>
                    <a:pt x="16669" y="30004"/>
                  </a:lnTo>
                  <a:lnTo>
                    <a:pt x="21431" y="26194"/>
                  </a:lnTo>
                  <a:lnTo>
                    <a:pt x="23336" y="25241"/>
                  </a:lnTo>
                  <a:lnTo>
                    <a:pt x="27622" y="25718"/>
                  </a:lnTo>
                  <a:lnTo>
                    <a:pt x="34766" y="24289"/>
                  </a:lnTo>
                  <a:lnTo>
                    <a:pt x="39052" y="23813"/>
                  </a:lnTo>
                  <a:lnTo>
                    <a:pt x="43339" y="24289"/>
                  </a:lnTo>
                  <a:lnTo>
                    <a:pt x="45244" y="24765"/>
                  </a:lnTo>
                  <a:lnTo>
                    <a:pt x="46672" y="25718"/>
                  </a:lnTo>
                  <a:lnTo>
                    <a:pt x="50482" y="34766"/>
                  </a:lnTo>
                  <a:lnTo>
                    <a:pt x="51911" y="38576"/>
                  </a:lnTo>
                  <a:lnTo>
                    <a:pt x="53340" y="43815"/>
                  </a:lnTo>
                  <a:lnTo>
                    <a:pt x="55245" y="48578"/>
                  </a:lnTo>
                  <a:lnTo>
                    <a:pt x="58102" y="51911"/>
                  </a:lnTo>
                  <a:lnTo>
                    <a:pt x="61436" y="54769"/>
                  </a:lnTo>
                  <a:lnTo>
                    <a:pt x="71914" y="61436"/>
                  </a:lnTo>
                  <a:lnTo>
                    <a:pt x="74771" y="64294"/>
                  </a:lnTo>
                  <a:lnTo>
                    <a:pt x="75723" y="66199"/>
                  </a:lnTo>
                  <a:lnTo>
                    <a:pt x="76200" y="68580"/>
                  </a:lnTo>
                  <a:lnTo>
                    <a:pt x="76200" y="70961"/>
                  </a:lnTo>
                  <a:lnTo>
                    <a:pt x="75723" y="73343"/>
                  </a:lnTo>
                  <a:lnTo>
                    <a:pt x="74771" y="74295"/>
                  </a:lnTo>
                  <a:lnTo>
                    <a:pt x="73819" y="74771"/>
                  </a:lnTo>
                  <a:lnTo>
                    <a:pt x="70009" y="75724"/>
                  </a:lnTo>
                  <a:lnTo>
                    <a:pt x="64294" y="74295"/>
                  </a:lnTo>
                  <a:lnTo>
                    <a:pt x="62389" y="75724"/>
                  </a:lnTo>
                  <a:lnTo>
                    <a:pt x="62865" y="78581"/>
                  </a:lnTo>
                  <a:lnTo>
                    <a:pt x="64294" y="81439"/>
                  </a:lnTo>
                  <a:lnTo>
                    <a:pt x="62865" y="81439"/>
                  </a:lnTo>
                  <a:lnTo>
                    <a:pt x="61436" y="81439"/>
                  </a:lnTo>
                  <a:lnTo>
                    <a:pt x="58578" y="80486"/>
                  </a:lnTo>
                  <a:lnTo>
                    <a:pt x="55245" y="80963"/>
                  </a:lnTo>
                  <a:lnTo>
                    <a:pt x="47625" y="83344"/>
                  </a:lnTo>
                  <a:lnTo>
                    <a:pt x="43815" y="82868"/>
                  </a:lnTo>
                  <a:lnTo>
                    <a:pt x="41434" y="79534"/>
                  </a:lnTo>
                  <a:lnTo>
                    <a:pt x="38576" y="76676"/>
                  </a:lnTo>
                  <a:lnTo>
                    <a:pt x="35242" y="76200"/>
                  </a:lnTo>
                  <a:lnTo>
                    <a:pt x="31909" y="77629"/>
                  </a:lnTo>
                  <a:lnTo>
                    <a:pt x="29051" y="78105"/>
                  </a:lnTo>
                  <a:lnTo>
                    <a:pt x="24289" y="77153"/>
                  </a:lnTo>
                  <a:lnTo>
                    <a:pt x="22860" y="76676"/>
                  </a:lnTo>
                  <a:lnTo>
                    <a:pt x="20002" y="74295"/>
                  </a:lnTo>
                  <a:lnTo>
                    <a:pt x="18097" y="71438"/>
                  </a:lnTo>
                  <a:lnTo>
                    <a:pt x="16192" y="68104"/>
                  </a:lnTo>
                  <a:lnTo>
                    <a:pt x="14288" y="75248"/>
                  </a:lnTo>
                  <a:lnTo>
                    <a:pt x="12859" y="82391"/>
                  </a:lnTo>
                  <a:lnTo>
                    <a:pt x="10477" y="88106"/>
                  </a:lnTo>
                  <a:lnTo>
                    <a:pt x="8572" y="93821"/>
                  </a:lnTo>
                  <a:lnTo>
                    <a:pt x="9048" y="100965"/>
                  </a:lnTo>
                  <a:lnTo>
                    <a:pt x="10953" y="107633"/>
                  </a:lnTo>
                  <a:lnTo>
                    <a:pt x="14288" y="113348"/>
                  </a:lnTo>
                  <a:lnTo>
                    <a:pt x="16669" y="116681"/>
                  </a:lnTo>
                  <a:lnTo>
                    <a:pt x="19050" y="119063"/>
                  </a:lnTo>
                  <a:lnTo>
                    <a:pt x="16192" y="114300"/>
                  </a:lnTo>
                  <a:lnTo>
                    <a:pt x="17621" y="110490"/>
                  </a:lnTo>
                  <a:lnTo>
                    <a:pt x="22860" y="110966"/>
                  </a:lnTo>
                  <a:lnTo>
                    <a:pt x="28098" y="111919"/>
                  </a:lnTo>
                  <a:lnTo>
                    <a:pt x="31909" y="111919"/>
                  </a:lnTo>
                  <a:lnTo>
                    <a:pt x="33814" y="112871"/>
                  </a:lnTo>
                  <a:lnTo>
                    <a:pt x="34766" y="114300"/>
                  </a:lnTo>
                  <a:lnTo>
                    <a:pt x="33814" y="117634"/>
                  </a:lnTo>
                  <a:lnTo>
                    <a:pt x="33338" y="120968"/>
                  </a:lnTo>
                  <a:lnTo>
                    <a:pt x="34290" y="124301"/>
                  </a:lnTo>
                  <a:lnTo>
                    <a:pt x="36195" y="125254"/>
                  </a:lnTo>
                  <a:lnTo>
                    <a:pt x="38100" y="126683"/>
                  </a:lnTo>
                  <a:lnTo>
                    <a:pt x="38576" y="129064"/>
                  </a:lnTo>
                  <a:lnTo>
                    <a:pt x="34766" y="129540"/>
                  </a:lnTo>
                  <a:lnTo>
                    <a:pt x="30956" y="129540"/>
                  </a:lnTo>
                  <a:lnTo>
                    <a:pt x="28098" y="128588"/>
                  </a:lnTo>
                  <a:lnTo>
                    <a:pt x="25717" y="126683"/>
                  </a:lnTo>
                  <a:lnTo>
                    <a:pt x="21907" y="133826"/>
                  </a:lnTo>
                  <a:lnTo>
                    <a:pt x="21907" y="137160"/>
                  </a:lnTo>
                  <a:lnTo>
                    <a:pt x="22860" y="140494"/>
                  </a:lnTo>
                  <a:lnTo>
                    <a:pt x="24289" y="138589"/>
                  </a:lnTo>
                  <a:lnTo>
                    <a:pt x="26670" y="137636"/>
                  </a:lnTo>
                  <a:lnTo>
                    <a:pt x="29051" y="137636"/>
                  </a:lnTo>
                  <a:lnTo>
                    <a:pt x="33814" y="139065"/>
                  </a:lnTo>
                  <a:lnTo>
                    <a:pt x="36195" y="140494"/>
                  </a:lnTo>
                  <a:lnTo>
                    <a:pt x="39052" y="142875"/>
                  </a:lnTo>
                  <a:lnTo>
                    <a:pt x="41910" y="143351"/>
                  </a:lnTo>
                  <a:lnTo>
                    <a:pt x="41910" y="145733"/>
                  </a:lnTo>
                  <a:lnTo>
                    <a:pt x="42386" y="147638"/>
                  </a:lnTo>
                  <a:lnTo>
                    <a:pt x="45244" y="150971"/>
                  </a:lnTo>
                  <a:lnTo>
                    <a:pt x="47148" y="153829"/>
                  </a:lnTo>
                  <a:lnTo>
                    <a:pt x="47625" y="157163"/>
                  </a:lnTo>
                  <a:lnTo>
                    <a:pt x="47148" y="161925"/>
                  </a:lnTo>
                  <a:lnTo>
                    <a:pt x="46196" y="166688"/>
                  </a:lnTo>
                  <a:lnTo>
                    <a:pt x="45720" y="170974"/>
                  </a:lnTo>
                  <a:lnTo>
                    <a:pt x="46196" y="175260"/>
                  </a:lnTo>
                  <a:lnTo>
                    <a:pt x="46196" y="180022"/>
                  </a:lnTo>
                  <a:lnTo>
                    <a:pt x="45244" y="189547"/>
                  </a:lnTo>
                  <a:lnTo>
                    <a:pt x="45244" y="194310"/>
                  </a:lnTo>
                  <a:lnTo>
                    <a:pt x="46196" y="204311"/>
                  </a:lnTo>
                  <a:lnTo>
                    <a:pt x="48101" y="214313"/>
                  </a:lnTo>
                  <a:lnTo>
                    <a:pt x="48577" y="217170"/>
                  </a:lnTo>
                  <a:lnTo>
                    <a:pt x="58102" y="217646"/>
                  </a:lnTo>
                  <a:lnTo>
                    <a:pt x="61913" y="216694"/>
                  </a:lnTo>
                  <a:lnTo>
                    <a:pt x="67151" y="214789"/>
                  </a:lnTo>
                  <a:lnTo>
                    <a:pt x="71438" y="213360"/>
                  </a:lnTo>
                  <a:lnTo>
                    <a:pt x="73342" y="213360"/>
                  </a:lnTo>
                  <a:lnTo>
                    <a:pt x="75247" y="212408"/>
                  </a:lnTo>
                  <a:lnTo>
                    <a:pt x="76676" y="210979"/>
                  </a:lnTo>
                  <a:lnTo>
                    <a:pt x="80010" y="202406"/>
                  </a:lnTo>
                  <a:lnTo>
                    <a:pt x="81915" y="200025"/>
                  </a:lnTo>
                  <a:lnTo>
                    <a:pt x="88106" y="195263"/>
                  </a:lnTo>
                  <a:lnTo>
                    <a:pt x="93345" y="192405"/>
                  </a:lnTo>
                  <a:lnTo>
                    <a:pt x="98584" y="189547"/>
                  </a:lnTo>
                  <a:lnTo>
                    <a:pt x="105251" y="187643"/>
                  </a:lnTo>
                  <a:lnTo>
                    <a:pt x="114300" y="187643"/>
                  </a:lnTo>
                  <a:lnTo>
                    <a:pt x="121444" y="188119"/>
                  </a:lnTo>
                  <a:lnTo>
                    <a:pt x="125730" y="188119"/>
                  </a:lnTo>
                  <a:lnTo>
                    <a:pt x="127635" y="188119"/>
                  </a:lnTo>
                  <a:lnTo>
                    <a:pt x="129064" y="187643"/>
                  </a:lnTo>
                  <a:lnTo>
                    <a:pt x="130016" y="187166"/>
                  </a:lnTo>
                  <a:lnTo>
                    <a:pt x="130969" y="183356"/>
                  </a:lnTo>
                  <a:lnTo>
                    <a:pt x="132397" y="181928"/>
                  </a:lnTo>
                  <a:lnTo>
                    <a:pt x="134778" y="180975"/>
                  </a:lnTo>
                  <a:lnTo>
                    <a:pt x="138113" y="180975"/>
                  </a:lnTo>
                  <a:lnTo>
                    <a:pt x="142398" y="180499"/>
                  </a:lnTo>
                  <a:lnTo>
                    <a:pt x="145732" y="180975"/>
                  </a:lnTo>
                  <a:lnTo>
                    <a:pt x="150019" y="182404"/>
                  </a:lnTo>
                  <a:lnTo>
                    <a:pt x="155734" y="182404"/>
                  </a:lnTo>
                  <a:lnTo>
                    <a:pt x="159544" y="181928"/>
                  </a:lnTo>
                  <a:lnTo>
                    <a:pt x="161925" y="183356"/>
                  </a:lnTo>
                  <a:lnTo>
                    <a:pt x="163353" y="185261"/>
                  </a:lnTo>
                  <a:lnTo>
                    <a:pt x="164306" y="186690"/>
                  </a:lnTo>
                  <a:lnTo>
                    <a:pt x="164306" y="189071"/>
                  </a:lnTo>
                  <a:lnTo>
                    <a:pt x="164306" y="190976"/>
                  </a:lnTo>
                  <a:lnTo>
                    <a:pt x="164782" y="191453"/>
                  </a:lnTo>
                  <a:lnTo>
                    <a:pt x="167164" y="192405"/>
                  </a:lnTo>
                  <a:lnTo>
                    <a:pt x="170497" y="193358"/>
                  </a:lnTo>
                  <a:lnTo>
                    <a:pt x="177165" y="194310"/>
                  </a:lnTo>
                  <a:lnTo>
                    <a:pt x="183356" y="196215"/>
                  </a:lnTo>
                  <a:lnTo>
                    <a:pt x="186690" y="197168"/>
                  </a:lnTo>
                  <a:lnTo>
                    <a:pt x="190976" y="199072"/>
                  </a:lnTo>
                  <a:lnTo>
                    <a:pt x="196215" y="203835"/>
                  </a:lnTo>
                  <a:lnTo>
                    <a:pt x="198120" y="204788"/>
                  </a:lnTo>
                  <a:lnTo>
                    <a:pt x="200501" y="205264"/>
                  </a:lnTo>
                  <a:lnTo>
                    <a:pt x="202406" y="205264"/>
                  </a:lnTo>
                  <a:lnTo>
                    <a:pt x="206216" y="203359"/>
                  </a:lnTo>
                  <a:lnTo>
                    <a:pt x="209550" y="204788"/>
                  </a:lnTo>
                  <a:lnTo>
                    <a:pt x="211455" y="204788"/>
                  </a:lnTo>
                  <a:lnTo>
                    <a:pt x="215265" y="203835"/>
                  </a:lnTo>
                  <a:lnTo>
                    <a:pt x="219551" y="205264"/>
                  </a:lnTo>
                  <a:lnTo>
                    <a:pt x="230028" y="210503"/>
                  </a:lnTo>
                  <a:lnTo>
                    <a:pt x="230981" y="210503"/>
                  </a:lnTo>
                  <a:lnTo>
                    <a:pt x="231934" y="210979"/>
                  </a:lnTo>
                  <a:lnTo>
                    <a:pt x="232886" y="211931"/>
                  </a:lnTo>
                  <a:lnTo>
                    <a:pt x="233363" y="213360"/>
                  </a:lnTo>
                  <a:lnTo>
                    <a:pt x="234315" y="217646"/>
                  </a:lnTo>
                  <a:lnTo>
                    <a:pt x="237172" y="220980"/>
                  </a:lnTo>
                  <a:lnTo>
                    <a:pt x="240982" y="223838"/>
                  </a:lnTo>
                  <a:lnTo>
                    <a:pt x="245269" y="225266"/>
                  </a:lnTo>
                  <a:lnTo>
                    <a:pt x="254317" y="229076"/>
                  </a:lnTo>
                  <a:lnTo>
                    <a:pt x="258127" y="231934"/>
                  </a:lnTo>
                  <a:lnTo>
                    <a:pt x="261938" y="237172"/>
                  </a:lnTo>
                  <a:lnTo>
                    <a:pt x="266700" y="243840"/>
                  </a:lnTo>
                  <a:lnTo>
                    <a:pt x="267176" y="244316"/>
                  </a:lnTo>
                  <a:lnTo>
                    <a:pt x="279559" y="244316"/>
                  </a:lnTo>
                  <a:lnTo>
                    <a:pt x="293370" y="244316"/>
                  </a:lnTo>
                  <a:lnTo>
                    <a:pt x="295275" y="247174"/>
                  </a:lnTo>
                  <a:lnTo>
                    <a:pt x="294798" y="252413"/>
                  </a:lnTo>
                  <a:lnTo>
                    <a:pt x="295275" y="258128"/>
                  </a:lnTo>
                  <a:lnTo>
                    <a:pt x="296703" y="261938"/>
                  </a:lnTo>
                  <a:lnTo>
                    <a:pt x="296703" y="265271"/>
                  </a:lnTo>
                  <a:lnTo>
                    <a:pt x="295751" y="267176"/>
                  </a:lnTo>
                  <a:lnTo>
                    <a:pt x="294798" y="269081"/>
                  </a:lnTo>
                  <a:lnTo>
                    <a:pt x="294798" y="270034"/>
                  </a:lnTo>
                  <a:lnTo>
                    <a:pt x="296703" y="271463"/>
                  </a:lnTo>
                  <a:lnTo>
                    <a:pt x="298132" y="274320"/>
                  </a:lnTo>
                  <a:lnTo>
                    <a:pt x="298132" y="278606"/>
                  </a:lnTo>
                  <a:lnTo>
                    <a:pt x="297180" y="280988"/>
                  </a:lnTo>
                  <a:lnTo>
                    <a:pt x="297180" y="282893"/>
                  </a:lnTo>
                  <a:lnTo>
                    <a:pt x="298132" y="284321"/>
                  </a:lnTo>
                  <a:lnTo>
                    <a:pt x="300990" y="283845"/>
                  </a:lnTo>
                  <a:lnTo>
                    <a:pt x="301942" y="285274"/>
                  </a:lnTo>
                  <a:lnTo>
                    <a:pt x="303371" y="287179"/>
                  </a:lnTo>
                  <a:lnTo>
                    <a:pt x="307657" y="290513"/>
                  </a:lnTo>
                  <a:lnTo>
                    <a:pt x="310515" y="291465"/>
                  </a:lnTo>
                  <a:lnTo>
                    <a:pt x="313848" y="291941"/>
                  </a:lnTo>
                  <a:lnTo>
                    <a:pt x="318135" y="291465"/>
                  </a:lnTo>
                  <a:lnTo>
                    <a:pt x="321469" y="290989"/>
                  </a:lnTo>
                  <a:lnTo>
                    <a:pt x="322897" y="290989"/>
                  </a:lnTo>
                  <a:lnTo>
                    <a:pt x="326707" y="293370"/>
                  </a:lnTo>
                  <a:lnTo>
                    <a:pt x="330994" y="296704"/>
                  </a:lnTo>
                  <a:lnTo>
                    <a:pt x="332422" y="298133"/>
                  </a:lnTo>
                  <a:lnTo>
                    <a:pt x="332898" y="300514"/>
                  </a:lnTo>
                  <a:lnTo>
                    <a:pt x="334327" y="300990"/>
                  </a:lnTo>
                  <a:lnTo>
                    <a:pt x="337185" y="298609"/>
                  </a:lnTo>
                  <a:lnTo>
                    <a:pt x="339566" y="297656"/>
                  </a:lnTo>
                  <a:lnTo>
                    <a:pt x="341947" y="298133"/>
                  </a:lnTo>
                  <a:lnTo>
                    <a:pt x="344805" y="298609"/>
                  </a:lnTo>
                  <a:lnTo>
                    <a:pt x="347663" y="297656"/>
                  </a:lnTo>
                  <a:lnTo>
                    <a:pt x="348615" y="297180"/>
                  </a:lnTo>
                  <a:lnTo>
                    <a:pt x="353377" y="294322"/>
                  </a:lnTo>
                  <a:lnTo>
                    <a:pt x="357664" y="291941"/>
                  </a:lnTo>
                  <a:lnTo>
                    <a:pt x="360045" y="290513"/>
                  </a:lnTo>
                  <a:lnTo>
                    <a:pt x="360997" y="285750"/>
                  </a:lnTo>
                  <a:lnTo>
                    <a:pt x="362426" y="282893"/>
                  </a:lnTo>
                  <a:lnTo>
                    <a:pt x="364331" y="281464"/>
                  </a:lnTo>
                  <a:lnTo>
                    <a:pt x="363855" y="279559"/>
                  </a:lnTo>
                  <a:lnTo>
                    <a:pt x="363378" y="278130"/>
                  </a:lnTo>
                  <a:lnTo>
                    <a:pt x="362426" y="276225"/>
                  </a:lnTo>
                  <a:lnTo>
                    <a:pt x="363378" y="275272"/>
                  </a:lnTo>
                  <a:lnTo>
                    <a:pt x="364807" y="274796"/>
                  </a:lnTo>
                  <a:lnTo>
                    <a:pt x="369094" y="274796"/>
                  </a:lnTo>
                  <a:lnTo>
                    <a:pt x="376238" y="272891"/>
                  </a:lnTo>
                  <a:lnTo>
                    <a:pt x="382428" y="270986"/>
                  </a:lnTo>
                  <a:lnTo>
                    <a:pt x="388144" y="269081"/>
                  </a:lnTo>
                  <a:lnTo>
                    <a:pt x="390525" y="268605"/>
                  </a:lnTo>
                  <a:lnTo>
                    <a:pt x="392906" y="269081"/>
                  </a:lnTo>
                  <a:lnTo>
                    <a:pt x="393859" y="268605"/>
                  </a:lnTo>
                  <a:lnTo>
                    <a:pt x="394335" y="267176"/>
                  </a:lnTo>
                  <a:lnTo>
                    <a:pt x="395764" y="265271"/>
                  </a:lnTo>
                  <a:lnTo>
                    <a:pt x="399097" y="263843"/>
                  </a:lnTo>
                  <a:lnTo>
                    <a:pt x="404813" y="260985"/>
                  </a:lnTo>
                  <a:lnTo>
                    <a:pt x="410051" y="256699"/>
                  </a:lnTo>
                  <a:lnTo>
                    <a:pt x="411956" y="253365"/>
                  </a:lnTo>
                  <a:lnTo>
                    <a:pt x="413385" y="248603"/>
                  </a:lnTo>
                  <a:lnTo>
                    <a:pt x="415766" y="240983"/>
                  </a:lnTo>
                  <a:lnTo>
                    <a:pt x="418623" y="232886"/>
                  </a:lnTo>
                  <a:lnTo>
                    <a:pt x="419576" y="229076"/>
                  </a:lnTo>
                  <a:lnTo>
                    <a:pt x="420528" y="226219"/>
                  </a:lnTo>
                  <a:lnTo>
                    <a:pt x="425291" y="223838"/>
                  </a:lnTo>
                  <a:lnTo>
                    <a:pt x="430053" y="221933"/>
                  </a:lnTo>
                  <a:lnTo>
                    <a:pt x="437197" y="221456"/>
                  </a:lnTo>
                  <a:lnTo>
                    <a:pt x="445770" y="221456"/>
                  </a:lnTo>
                  <a:lnTo>
                    <a:pt x="447675" y="216694"/>
                  </a:lnTo>
                  <a:lnTo>
                    <a:pt x="448627" y="212884"/>
                  </a:lnTo>
                  <a:lnTo>
                    <a:pt x="450056" y="210979"/>
                  </a:lnTo>
                  <a:lnTo>
                    <a:pt x="451961" y="209550"/>
                  </a:lnTo>
                  <a:lnTo>
                    <a:pt x="452914" y="209074"/>
                  </a:lnTo>
                  <a:lnTo>
                    <a:pt x="457676" y="211455"/>
                  </a:lnTo>
                  <a:lnTo>
                    <a:pt x="464820" y="215265"/>
                  </a:lnTo>
                  <a:lnTo>
                    <a:pt x="472916" y="217170"/>
                  </a:lnTo>
                  <a:lnTo>
                    <a:pt x="477202" y="218122"/>
                  </a:lnTo>
                  <a:lnTo>
                    <a:pt x="479107" y="218122"/>
                  </a:lnTo>
                  <a:lnTo>
                    <a:pt x="478631" y="213836"/>
                  </a:lnTo>
                  <a:lnTo>
                    <a:pt x="478631" y="208597"/>
                  </a:lnTo>
                  <a:lnTo>
                    <a:pt x="475773" y="200025"/>
                  </a:lnTo>
                  <a:close/>
                </a:path>
              </a:pathLst>
            </a:custGeom>
            <a:grpFill/>
            <a:ln w="317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4C3F8AC6-A542-4C94-94BD-2641DCABE236}"/>
                </a:ext>
              </a:extLst>
            </p:cNvPr>
            <p:cNvSpPr/>
            <p:nvPr/>
          </p:nvSpPr>
          <p:spPr>
            <a:xfrm>
              <a:off x="9939337" y="4578190"/>
              <a:ext cx="112871" cy="40957"/>
            </a:xfrm>
            <a:custGeom>
              <a:avLst/>
              <a:gdLst>
                <a:gd name="connsiteX0" fmla="*/ 109538 w 112871"/>
                <a:gd name="connsiteY0" fmla="*/ 2858 h 40957"/>
                <a:gd name="connsiteX1" fmla="*/ 108109 w 112871"/>
                <a:gd name="connsiteY1" fmla="*/ 1905 h 40957"/>
                <a:gd name="connsiteX2" fmla="*/ 102870 w 112871"/>
                <a:gd name="connsiteY2" fmla="*/ 953 h 40957"/>
                <a:gd name="connsiteX3" fmla="*/ 99536 w 112871"/>
                <a:gd name="connsiteY3" fmla="*/ 0 h 40957"/>
                <a:gd name="connsiteX4" fmla="*/ 97631 w 112871"/>
                <a:gd name="connsiteY4" fmla="*/ 953 h 40957"/>
                <a:gd name="connsiteX5" fmla="*/ 95727 w 112871"/>
                <a:gd name="connsiteY5" fmla="*/ 2381 h 40957"/>
                <a:gd name="connsiteX6" fmla="*/ 91916 w 112871"/>
                <a:gd name="connsiteY6" fmla="*/ 3810 h 40957"/>
                <a:gd name="connsiteX7" fmla="*/ 88106 w 112871"/>
                <a:gd name="connsiteY7" fmla="*/ 5239 h 40957"/>
                <a:gd name="connsiteX8" fmla="*/ 85248 w 112871"/>
                <a:gd name="connsiteY8" fmla="*/ 5715 h 40957"/>
                <a:gd name="connsiteX9" fmla="*/ 72866 w 112871"/>
                <a:gd name="connsiteY9" fmla="*/ 6191 h 40957"/>
                <a:gd name="connsiteX10" fmla="*/ 63817 w 112871"/>
                <a:gd name="connsiteY10" fmla="*/ 6191 h 40957"/>
                <a:gd name="connsiteX11" fmla="*/ 60484 w 112871"/>
                <a:gd name="connsiteY11" fmla="*/ 6191 h 40957"/>
                <a:gd name="connsiteX12" fmla="*/ 46196 w 112871"/>
                <a:gd name="connsiteY12" fmla="*/ 9049 h 40957"/>
                <a:gd name="connsiteX13" fmla="*/ 44291 w 112871"/>
                <a:gd name="connsiteY13" fmla="*/ 9525 h 40957"/>
                <a:gd name="connsiteX14" fmla="*/ 39529 w 112871"/>
                <a:gd name="connsiteY14" fmla="*/ 11430 h 40957"/>
                <a:gd name="connsiteX15" fmla="*/ 37623 w 112871"/>
                <a:gd name="connsiteY15" fmla="*/ 13335 h 40957"/>
                <a:gd name="connsiteX16" fmla="*/ 34766 w 112871"/>
                <a:gd name="connsiteY16" fmla="*/ 18574 h 40957"/>
                <a:gd name="connsiteX17" fmla="*/ 31433 w 112871"/>
                <a:gd name="connsiteY17" fmla="*/ 21431 h 40957"/>
                <a:gd name="connsiteX18" fmla="*/ 30956 w 112871"/>
                <a:gd name="connsiteY18" fmla="*/ 24289 h 40957"/>
                <a:gd name="connsiteX19" fmla="*/ 31909 w 112871"/>
                <a:gd name="connsiteY19" fmla="*/ 25241 h 40957"/>
                <a:gd name="connsiteX20" fmla="*/ 33338 w 112871"/>
                <a:gd name="connsiteY20" fmla="*/ 25718 h 40957"/>
                <a:gd name="connsiteX21" fmla="*/ 37623 w 112871"/>
                <a:gd name="connsiteY21" fmla="*/ 23813 h 40957"/>
                <a:gd name="connsiteX22" fmla="*/ 38577 w 112871"/>
                <a:gd name="connsiteY22" fmla="*/ 24289 h 40957"/>
                <a:gd name="connsiteX23" fmla="*/ 39529 w 112871"/>
                <a:gd name="connsiteY23" fmla="*/ 25241 h 40957"/>
                <a:gd name="connsiteX24" fmla="*/ 39529 w 112871"/>
                <a:gd name="connsiteY24" fmla="*/ 28099 h 40957"/>
                <a:gd name="connsiteX25" fmla="*/ 38100 w 112871"/>
                <a:gd name="connsiteY25" fmla="*/ 30480 h 40957"/>
                <a:gd name="connsiteX26" fmla="*/ 33814 w 112871"/>
                <a:gd name="connsiteY26" fmla="*/ 30480 h 40957"/>
                <a:gd name="connsiteX27" fmla="*/ 33338 w 112871"/>
                <a:gd name="connsiteY27" fmla="*/ 30956 h 40957"/>
                <a:gd name="connsiteX28" fmla="*/ 33338 w 112871"/>
                <a:gd name="connsiteY28" fmla="*/ 32385 h 40957"/>
                <a:gd name="connsiteX29" fmla="*/ 33814 w 112871"/>
                <a:gd name="connsiteY29" fmla="*/ 33814 h 40957"/>
                <a:gd name="connsiteX30" fmla="*/ 34766 w 112871"/>
                <a:gd name="connsiteY30" fmla="*/ 34766 h 40957"/>
                <a:gd name="connsiteX31" fmla="*/ 36195 w 112871"/>
                <a:gd name="connsiteY31" fmla="*/ 36671 h 40957"/>
                <a:gd name="connsiteX32" fmla="*/ 37148 w 112871"/>
                <a:gd name="connsiteY32" fmla="*/ 40958 h 40957"/>
                <a:gd name="connsiteX33" fmla="*/ 41910 w 112871"/>
                <a:gd name="connsiteY33" fmla="*/ 37147 h 40957"/>
                <a:gd name="connsiteX34" fmla="*/ 48577 w 112871"/>
                <a:gd name="connsiteY34" fmla="*/ 32861 h 40957"/>
                <a:gd name="connsiteX35" fmla="*/ 59531 w 112871"/>
                <a:gd name="connsiteY35" fmla="*/ 29051 h 40957"/>
                <a:gd name="connsiteX36" fmla="*/ 63341 w 112871"/>
                <a:gd name="connsiteY36" fmla="*/ 28099 h 40957"/>
                <a:gd name="connsiteX37" fmla="*/ 65246 w 112871"/>
                <a:gd name="connsiteY37" fmla="*/ 28099 h 40957"/>
                <a:gd name="connsiteX38" fmla="*/ 67152 w 112871"/>
                <a:gd name="connsiteY38" fmla="*/ 27622 h 40957"/>
                <a:gd name="connsiteX39" fmla="*/ 71438 w 112871"/>
                <a:gd name="connsiteY39" fmla="*/ 24765 h 40957"/>
                <a:gd name="connsiteX40" fmla="*/ 74771 w 112871"/>
                <a:gd name="connsiteY40" fmla="*/ 23336 h 40957"/>
                <a:gd name="connsiteX41" fmla="*/ 78105 w 112871"/>
                <a:gd name="connsiteY41" fmla="*/ 22384 h 40957"/>
                <a:gd name="connsiteX42" fmla="*/ 81915 w 112871"/>
                <a:gd name="connsiteY42" fmla="*/ 21908 h 40957"/>
                <a:gd name="connsiteX43" fmla="*/ 85248 w 112871"/>
                <a:gd name="connsiteY43" fmla="*/ 20479 h 40957"/>
                <a:gd name="connsiteX44" fmla="*/ 88106 w 112871"/>
                <a:gd name="connsiteY44" fmla="*/ 17621 h 40957"/>
                <a:gd name="connsiteX45" fmla="*/ 91440 w 112871"/>
                <a:gd name="connsiteY45" fmla="*/ 15716 h 40957"/>
                <a:gd name="connsiteX46" fmla="*/ 95727 w 112871"/>
                <a:gd name="connsiteY46" fmla="*/ 14764 h 40957"/>
                <a:gd name="connsiteX47" fmla="*/ 100013 w 112871"/>
                <a:gd name="connsiteY47" fmla="*/ 13335 h 40957"/>
                <a:gd name="connsiteX48" fmla="*/ 106680 w 112871"/>
                <a:gd name="connsiteY48" fmla="*/ 9049 h 40957"/>
                <a:gd name="connsiteX49" fmla="*/ 112871 w 112871"/>
                <a:gd name="connsiteY49" fmla="*/ 3810 h 40957"/>
                <a:gd name="connsiteX50" fmla="*/ 109538 w 112871"/>
                <a:gd name="connsiteY50" fmla="*/ 2858 h 40957"/>
                <a:gd name="connsiteX51" fmla="*/ 0 w 112871"/>
                <a:gd name="connsiteY51" fmla="*/ 35243 h 40957"/>
                <a:gd name="connsiteX52" fmla="*/ 477 w 112871"/>
                <a:gd name="connsiteY52" fmla="*/ 36195 h 40957"/>
                <a:gd name="connsiteX53" fmla="*/ 1905 w 112871"/>
                <a:gd name="connsiteY53" fmla="*/ 37624 h 40957"/>
                <a:gd name="connsiteX54" fmla="*/ 2858 w 112871"/>
                <a:gd name="connsiteY54" fmla="*/ 37624 h 40957"/>
                <a:gd name="connsiteX55" fmla="*/ 3334 w 112871"/>
                <a:gd name="connsiteY55" fmla="*/ 37147 h 40957"/>
                <a:gd name="connsiteX56" fmla="*/ 8573 w 112871"/>
                <a:gd name="connsiteY56" fmla="*/ 37624 h 40957"/>
                <a:gd name="connsiteX57" fmla="*/ 10002 w 112871"/>
                <a:gd name="connsiteY57" fmla="*/ 37147 h 40957"/>
                <a:gd name="connsiteX58" fmla="*/ 11906 w 112871"/>
                <a:gd name="connsiteY58" fmla="*/ 34766 h 40957"/>
                <a:gd name="connsiteX59" fmla="*/ 13335 w 112871"/>
                <a:gd name="connsiteY59" fmla="*/ 33338 h 40957"/>
                <a:gd name="connsiteX60" fmla="*/ 14288 w 112871"/>
                <a:gd name="connsiteY60" fmla="*/ 30956 h 40957"/>
                <a:gd name="connsiteX61" fmla="*/ 14288 w 112871"/>
                <a:gd name="connsiteY61" fmla="*/ 29528 h 40957"/>
                <a:gd name="connsiteX62" fmla="*/ 5715 w 112871"/>
                <a:gd name="connsiteY62" fmla="*/ 31909 h 40957"/>
                <a:gd name="connsiteX63" fmla="*/ 0 w 112871"/>
                <a:gd name="connsiteY63" fmla="*/ 35243 h 40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12871" h="40957">
                  <a:moveTo>
                    <a:pt x="109538" y="2858"/>
                  </a:moveTo>
                  <a:lnTo>
                    <a:pt x="108109" y="1905"/>
                  </a:lnTo>
                  <a:lnTo>
                    <a:pt x="102870" y="953"/>
                  </a:lnTo>
                  <a:lnTo>
                    <a:pt x="99536" y="0"/>
                  </a:lnTo>
                  <a:lnTo>
                    <a:pt x="97631" y="953"/>
                  </a:lnTo>
                  <a:lnTo>
                    <a:pt x="95727" y="2381"/>
                  </a:lnTo>
                  <a:lnTo>
                    <a:pt x="91916" y="3810"/>
                  </a:lnTo>
                  <a:lnTo>
                    <a:pt x="88106" y="5239"/>
                  </a:lnTo>
                  <a:lnTo>
                    <a:pt x="85248" y="5715"/>
                  </a:lnTo>
                  <a:lnTo>
                    <a:pt x="72866" y="6191"/>
                  </a:lnTo>
                  <a:lnTo>
                    <a:pt x="63817" y="6191"/>
                  </a:lnTo>
                  <a:lnTo>
                    <a:pt x="60484" y="6191"/>
                  </a:lnTo>
                  <a:lnTo>
                    <a:pt x="46196" y="9049"/>
                  </a:lnTo>
                  <a:lnTo>
                    <a:pt x="44291" y="9525"/>
                  </a:lnTo>
                  <a:lnTo>
                    <a:pt x="39529" y="11430"/>
                  </a:lnTo>
                  <a:lnTo>
                    <a:pt x="37623" y="13335"/>
                  </a:lnTo>
                  <a:lnTo>
                    <a:pt x="34766" y="18574"/>
                  </a:lnTo>
                  <a:lnTo>
                    <a:pt x="31433" y="21431"/>
                  </a:lnTo>
                  <a:lnTo>
                    <a:pt x="30956" y="24289"/>
                  </a:lnTo>
                  <a:lnTo>
                    <a:pt x="31909" y="25241"/>
                  </a:lnTo>
                  <a:lnTo>
                    <a:pt x="33338" y="25718"/>
                  </a:lnTo>
                  <a:lnTo>
                    <a:pt x="37623" y="23813"/>
                  </a:lnTo>
                  <a:lnTo>
                    <a:pt x="38577" y="24289"/>
                  </a:lnTo>
                  <a:lnTo>
                    <a:pt x="39529" y="25241"/>
                  </a:lnTo>
                  <a:lnTo>
                    <a:pt x="39529" y="28099"/>
                  </a:lnTo>
                  <a:lnTo>
                    <a:pt x="38100" y="30480"/>
                  </a:lnTo>
                  <a:lnTo>
                    <a:pt x="33814" y="30480"/>
                  </a:lnTo>
                  <a:lnTo>
                    <a:pt x="33338" y="30956"/>
                  </a:lnTo>
                  <a:lnTo>
                    <a:pt x="33338" y="32385"/>
                  </a:lnTo>
                  <a:lnTo>
                    <a:pt x="33814" y="33814"/>
                  </a:lnTo>
                  <a:lnTo>
                    <a:pt x="34766" y="34766"/>
                  </a:lnTo>
                  <a:lnTo>
                    <a:pt x="36195" y="36671"/>
                  </a:lnTo>
                  <a:lnTo>
                    <a:pt x="37148" y="40958"/>
                  </a:lnTo>
                  <a:lnTo>
                    <a:pt x="41910" y="37147"/>
                  </a:lnTo>
                  <a:lnTo>
                    <a:pt x="48577" y="32861"/>
                  </a:lnTo>
                  <a:lnTo>
                    <a:pt x="59531" y="29051"/>
                  </a:lnTo>
                  <a:lnTo>
                    <a:pt x="63341" y="28099"/>
                  </a:lnTo>
                  <a:lnTo>
                    <a:pt x="65246" y="28099"/>
                  </a:lnTo>
                  <a:lnTo>
                    <a:pt x="67152" y="27622"/>
                  </a:lnTo>
                  <a:lnTo>
                    <a:pt x="71438" y="24765"/>
                  </a:lnTo>
                  <a:lnTo>
                    <a:pt x="74771" y="23336"/>
                  </a:lnTo>
                  <a:lnTo>
                    <a:pt x="78105" y="22384"/>
                  </a:lnTo>
                  <a:lnTo>
                    <a:pt x="81915" y="21908"/>
                  </a:lnTo>
                  <a:lnTo>
                    <a:pt x="85248" y="20479"/>
                  </a:lnTo>
                  <a:lnTo>
                    <a:pt x="88106" y="17621"/>
                  </a:lnTo>
                  <a:lnTo>
                    <a:pt x="91440" y="15716"/>
                  </a:lnTo>
                  <a:lnTo>
                    <a:pt x="95727" y="14764"/>
                  </a:lnTo>
                  <a:lnTo>
                    <a:pt x="100013" y="13335"/>
                  </a:lnTo>
                  <a:lnTo>
                    <a:pt x="106680" y="9049"/>
                  </a:lnTo>
                  <a:lnTo>
                    <a:pt x="112871" y="3810"/>
                  </a:lnTo>
                  <a:lnTo>
                    <a:pt x="109538" y="2858"/>
                  </a:lnTo>
                  <a:close/>
                  <a:moveTo>
                    <a:pt x="0" y="35243"/>
                  </a:moveTo>
                  <a:lnTo>
                    <a:pt x="477" y="36195"/>
                  </a:lnTo>
                  <a:lnTo>
                    <a:pt x="1905" y="37624"/>
                  </a:lnTo>
                  <a:lnTo>
                    <a:pt x="2858" y="37624"/>
                  </a:lnTo>
                  <a:lnTo>
                    <a:pt x="3334" y="37147"/>
                  </a:lnTo>
                  <a:lnTo>
                    <a:pt x="8573" y="37624"/>
                  </a:lnTo>
                  <a:lnTo>
                    <a:pt x="10002" y="37147"/>
                  </a:lnTo>
                  <a:lnTo>
                    <a:pt x="11906" y="34766"/>
                  </a:lnTo>
                  <a:lnTo>
                    <a:pt x="13335" y="33338"/>
                  </a:lnTo>
                  <a:lnTo>
                    <a:pt x="14288" y="30956"/>
                  </a:lnTo>
                  <a:lnTo>
                    <a:pt x="14288" y="29528"/>
                  </a:lnTo>
                  <a:lnTo>
                    <a:pt x="5715" y="31909"/>
                  </a:lnTo>
                  <a:lnTo>
                    <a:pt x="0" y="35243"/>
                  </a:lnTo>
                  <a:close/>
                </a:path>
              </a:pathLst>
            </a:custGeom>
            <a:grpFill/>
            <a:ln w="317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9C5F092-A2CB-4F24-B9C2-D2C4CEB51DEF}"/>
                </a:ext>
              </a:extLst>
            </p:cNvPr>
            <p:cNvSpPr/>
            <p:nvPr/>
          </p:nvSpPr>
          <p:spPr>
            <a:xfrm>
              <a:off x="8010525" y="2837496"/>
              <a:ext cx="263842" cy="173355"/>
            </a:xfrm>
            <a:custGeom>
              <a:avLst/>
              <a:gdLst>
                <a:gd name="connsiteX0" fmla="*/ 111919 w 263842"/>
                <a:gd name="connsiteY0" fmla="*/ 3810 h 173355"/>
                <a:gd name="connsiteX1" fmla="*/ 112871 w 263842"/>
                <a:gd name="connsiteY1" fmla="*/ 3810 h 173355"/>
                <a:gd name="connsiteX2" fmla="*/ 112871 w 263842"/>
                <a:gd name="connsiteY2" fmla="*/ 2858 h 173355"/>
                <a:gd name="connsiteX3" fmla="*/ 111919 w 263842"/>
                <a:gd name="connsiteY3" fmla="*/ 1429 h 173355"/>
                <a:gd name="connsiteX4" fmla="*/ 110490 w 263842"/>
                <a:gd name="connsiteY4" fmla="*/ 476 h 173355"/>
                <a:gd name="connsiteX5" fmla="*/ 109538 w 263842"/>
                <a:gd name="connsiteY5" fmla="*/ 953 h 173355"/>
                <a:gd name="connsiteX6" fmla="*/ 110014 w 263842"/>
                <a:gd name="connsiteY6" fmla="*/ 2381 h 173355"/>
                <a:gd name="connsiteX7" fmla="*/ 111919 w 263842"/>
                <a:gd name="connsiteY7" fmla="*/ 3810 h 173355"/>
                <a:gd name="connsiteX8" fmla="*/ 110014 w 263842"/>
                <a:gd name="connsiteY8" fmla="*/ 46673 h 173355"/>
                <a:gd name="connsiteX9" fmla="*/ 107632 w 263842"/>
                <a:gd name="connsiteY9" fmla="*/ 46196 h 173355"/>
                <a:gd name="connsiteX10" fmla="*/ 107156 w 263842"/>
                <a:gd name="connsiteY10" fmla="*/ 46196 h 173355"/>
                <a:gd name="connsiteX11" fmla="*/ 107156 w 263842"/>
                <a:gd name="connsiteY11" fmla="*/ 47149 h 173355"/>
                <a:gd name="connsiteX12" fmla="*/ 108109 w 263842"/>
                <a:gd name="connsiteY12" fmla="*/ 48578 h 173355"/>
                <a:gd name="connsiteX13" fmla="*/ 109538 w 263842"/>
                <a:gd name="connsiteY13" fmla="*/ 50006 h 173355"/>
                <a:gd name="connsiteX14" fmla="*/ 111443 w 263842"/>
                <a:gd name="connsiteY14" fmla="*/ 50006 h 173355"/>
                <a:gd name="connsiteX15" fmla="*/ 114300 w 263842"/>
                <a:gd name="connsiteY15" fmla="*/ 48578 h 173355"/>
                <a:gd name="connsiteX16" fmla="*/ 114300 w 263842"/>
                <a:gd name="connsiteY16" fmla="*/ 47625 h 173355"/>
                <a:gd name="connsiteX17" fmla="*/ 113348 w 263842"/>
                <a:gd name="connsiteY17" fmla="*/ 47149 h 173355"/>
                <a:gd name="connsiteX18" fmla="*/ 110014 w 263842"/>
                <a:gd name="connsiteY18" fmla="*/ 46673 h 173355"/>
                <a:gd name="connsiteX19" fmla="*/ 263843 w 263842"/>
                <a:gd name="connsiteY19" fmla="*/ 141446 h 173355"/>
                <a:gd name="connsiteX20" fmla="*/ 260032 w 263842"/>
                <a:gd name="connsiteY20" fmla="*/ 138589 h 173355"/>
                <a:gd name="connsiteX21" fmla="*/ 257651 w 263842"/>
                <a:gd name="connsiteY21" fmla="*/ 137160 h 173355"/>
                <a:gd name="connsiteX22" fmla="*/ 256699 w 263842"/>
                <a:gd name="connsiteY22" fmla="*/ 136208 h 173355"/>
                <a:gd name="connsiteX23" fmla="*/ 257175 w 263842"/>
                <a:gd name="connsiteY23" fmla="*/ 132874 h 173355"/>
                <a:gd name="connsiteX24" fmla="*/ 258127 w 263842"/>
                <a:gd name="connsiteY24" fmla="*/ 129540 h 173355"/>
                <a:gd name="connsiteX25" fmla="*/ 257651 w 263842"/>
                <a:gd name="connsiteY25" fmla="*/ 128111 h 173355"/>
                <a:gd name="connsiteX26" fmla="*/ 256699 w 263842"/>
                <a:gd name="connsiteY26" fmla="*/ 127159 h 173355"/>
                <a:gd name="connsiteX27" fmla="*/ 256223 w 263842"/>
                <a:gd name="connsiteY27" fmla="*/ 123349 h 173355"/>
                <a:gd name="connsiteX28" fmla="*/ 254794 w 263842"/>
                <a:gd name="connsiteY28" fmla="*/ 119063 h 173355"/>
                <a:gd name="connsiteX29" fmla="*/ 252889 w 263842"/>
                <a:gd name="connsiteY29" fmla="*/ 116681 h 173355"/>
                <a:gd name="connsiteX30" fmla="*/ 252413 w 263842"/>
                <a:gd name="connsiteY30" fmla="*/ 113347 h 173355"/>
                <a:gd name="connsiteX31" fmla="*/ 252413 w 263842"/>
                <a:gd name="connsiteY31" fmla="*/ 110014 h 173355"/>
                <a:gd name="connsiteX32" fmla="*/ 254794 w 263842"/>
                <a:gd name="connsiteY32" fmla="*/ 104775 h 173355"/>
                <a:gd name="connsiteX33" fmla="*/ 253841 w 263842"/>
                <a:gd name="connsiteY33" fmla="*/ 102394 h 173355"/>
                <a:gd name="connsiteX34" fmla="*/ 251460 w 263842"/>
                <a:gd name="connsiteY34" fmla="*/ 100489 h 173355"/>
                <a:gd name="connsiteX35" fmla="*/ 243364 w 263842"/>
                <a:gd name="connsiteY35" fmla="*/ 97155 h 173355"/>
                <a:gd name="connsiteX36" fmla="*/ 235268 w 263842"/>
                <a:gd name="connsiteY36" fmla="*/ 94774 h 173355"/>
                <a:gd name="connsiteX37" fmla="*/ 232410 w 263842"/>
                <a:gd name="connsiteY37" fmla="*/ 94774 h 173355"/>
                <a:gd name="connsiteX38" fmla="*/ 230505 w 263842"/>
                <a:gd name="connsiteY38" fmla="*/ 94774 h 173355"/>
                <a:gd name="connsiteX39" fmla="*/ 228124 w 263842"/>
                <a:gd name="connsiteY39" fmla="*/ 96679 h 173355"/>
                <a:gd name="connsiteX40" fmla="*/ 226695 w 263842"/>
                <a:gd name="connsiteY40" fmla="*/ 99536 h 173355"/>
                <a:gd name="connsiteX41" fmla="*/ 224790 w 263842"/>
                <a:gd name="connsiteY41" fmla="*/ 100013 h 173355"/>
                <a:gd name="connsiteX42" fmla="*/ 221456 w 263842"/>
                <a:gd name="connsiteY42" fmla="*/ 99060 h 173355"/>
                <a:gd name="connsiteX43" fmla="*/ 219075 w 263842"/>
                <a:gd name="connsiteY43" fmla="*/ 97155 h 173355"/>
                <a:gd name="connsiteX44" fmla="*/ 217646 w 263842"/>
                <a:gd name="connsiteY44" fmla="*/ 93345 h 173355"/>
                <a:gd name="connsiteX45" fmla="*/ 216218 w 263842"/>
                <a:gd name="connsiteY45" fmla="*/ 88583 h 173355"/>
                <a:gd name="connsiteX46" fmla="*/ 215741 w 263842"/>
                <a:gd name="connsiteY46" fmla="*/ 87154 h 173355"/>
                <a:gd name="connsiteX47" fmla="*/ 216218 w 263842"/>
                <a:gd name="connsiteY47" fmla="*/ 85725 h 173355"/>
                <a:gd name="connsiteX48" fmla="*/ 217170 w 263842"/>
                <a:gd name="connsiteY48" fmla="*/ 84772 h 173355"/>
                <a:gd name="connsiteX49" fmla="*/ 219551 w 263842"/>
                <a:gd name="connsiteY49" fmla="*/ 83820 h 173355"/>
                <a:gd name="connsiteX50" fmla="*/ 220027 w 263842"/>
                <a:gd name="connsiteY50" fmla="*/ 82868 h 173355"/>
                <a:gd name="connsiteX51" fmla="*/ 219551 w 263842"/>
                <a:gd name="connsiteY51" fmla="*/ 81439 h 173355"/>
                <a:gd name="connsiteX52" fmla="*/ 217646 w 263842"/>
                <a:gd name="connsiteY52" fmla="*/ 79534 h 173355"/>
                <a:gd name="connsiteX53" fmla="*/ 215741 w 263842"/>
                <a:gd name="connsiteY53" fmla="*/ 77153 h 173355"/>
                <a:gd name="connsiteX54" fmla="*/ 212884 w 263842"/>
                <a:gd name="connsiteY54" fmla="*/ 72390 h 173355"/>
                <a:gd name="connsiteX55" fmla="*/ 213360 w 263842"/>
                <a:gd name="connsiteY55" fmla="*/ 69533 h 173355"/>
                <a:gd name="connsiteX56" fmla="*/ 213836 w 263842"/>
                <a:gd name="connsiteY56" fmla="*/ 65722 h 173355"/>
                <a:gd name="connsiteX57" fmla="*/ 213836 w 263842"/>
                <a:gd name="connsiteY57" fmla="*/ 63818 h 173355"/>
                <a:gd name="connsiteX58" fmla="*/ 211931 w 263842"/>
                <a:gd name="connsiteY58" fmla="*/ 63341 h 173355"/>
                <a:gd name="connsiteX59" fmla="*/ 208121 w 263842"/>
                <a:gd name="connsiteY59" fmla="*/ 63341 h 173355"/>
                <a:gd name="connsiteX60" fmla="*/ 205264 w 263842"/>
                <a:gd name="connsiteY60" fmla="*/ 63818 h 173355"/>
                <a:gd name="connsiteX61" fmla="*/ 203359 w 263842"/>
                <a:gd name="connsiteY61" fmla="*/ 65246 h 173355"/>
                <a:gd name="connsiteX62" fmla="*/ 200025 w 263842"/>
                <a:gd name="connsiteY62" fmla="*/ 66675 h 173355"/>
                <a:gd name="connsiteX63" fmla="*/ 195739 w 263842"/>
                <a:gd name="connsiteY63" fmla="*/ 67151 h 173355"/>
                <a:gd name="connsiteX64" fmla="*/ 190500 w 263842"/>
                <a:gd name="connsiteY64" fmla="*/ 67151 h 173355"/>
                <a:gd name="connsiteX65" fmla="*/ 188119 w 263842"/>
                <a:gd name="connsiteY65" fmla="*/ 67151 h 173355"/>
                <a:gd name="connsiteX66" fmla="*/ 180023 w 263842"/>
                <a:gd name="connsiteY66" fmla="*/ 66199 h 173355"/>
                <a:gd name="connsiteX67" fmla="*/ 177641 w 263842"/>
                <a:gd name="connsiteY67" fmla="*/ 66675 h 173355"/>
                <a:gd name="connsiteX68" fmla="*/ 175260 w 263842"/>
                <a:gd name="connsiteY68" fmla="*/ 67628 h 173355"/>
                <a:gd name="connsiteX69" fmla="*/ 170974 w 263842"/>
                <a:gd name="connsiteY69" fmla="*/ 68580 h 173355"/>
                <a:gd name="connsiteX70" fmla="*/ 168593 w 263842"/>
                <a:gd name="connsiteY70" fmla="*/ 70961 h 173355"/>
                <a:gd name="connsiteX71" fmla="*/ 167164 w 263842"/>
                <a:gd name="connsiteY71" fmla="*/ 73343 h 173355"/>
                <a:gd name="connsiteX72" fmla="*/ 166688 w 263842"/>
                <a:gd name="connsiteY72" fmla="*/ 73819 h 173355"/>
                <a:gd name="connsiteX73" fmla="*/ 163830 w 263842"/>
                <a:gd name="connsiteY73" fmla="*/ 71914 h 173355"/>
                <a:gd name="connsiteX74" fmla="*/ 161449 w 263842"/>
                <a:gd name="connsiteY74" fmla="*/ 70009 h 173355"/>
                <a:gd name="connsiteX75" fmla="*/ 160020 w 263842"/>
                <a:gd name="connsiteY75" fmla="*/ 68580 h 173355"/>
                <a:gd name="connsiteX76" fmla="*/ 158115 w 263842"/>
                <a:gd name="connsiteY76" fmla="*/ 68580 h 173355"/>
                <a:gd name="connsiteX77" fmla="*/ 151924 w 263842"/>
                <a:gd name="connsiteY77" fmla="*/ 71438 h 173355"/>
                <a:gd name="connsiteX78" fmla="*/ 150971 w 263842"/>
                <a:gd name="connsiteY78" fmla="*/ 71438 h 173355"/>
                <a:gd name="connsiteX79" fmla="*/ 149066 w 263842"/>
                <a:gd name="connsiteY79" fmla="*/ 70485 h 173355"/>
                <a:gd name="connsiteX80" fmla="*/ 149543 w 263842"/>
                <a:gd name="connsiteY80" fmla="*/ 67628 h 173355"/>
                <a:gd name="connsiteX81" fmla="*/ 149543 w 263842"/>
                <a:gd name="connsiteY81" fmla="*/ 65722 h 173355"/>
                <a:gd name="connsiteX82" fmla="*/ 147638 w 263842"/>
                <a:gd name="connsiteY82" fmla="*/ 64770 h 173355"/>
                <a:gd name="connsiteX83" fmla="*/ 143351 w 263842"/>
                <a:gd name="connsiteY83" fmla="*/ 64294 h 173355"/>
                <a:gd name="connsiteX84" fmla="*/ 141923 w 263842"/>
                <a:gd name="connsiteY84" fmla="*/ 63341 h 173355"/>
                <a:gd name="connsiteX85" fmla="*/ 141923 w 263842"/>
                <a:gd name="connsiteY85" fmla="*/ 61913 h 173355"/>
                <a:gd name="connsiteX86" fmla="*/ 142399 w 263842"/>
                <a:gd name="connsiteY86" fmla="*/ 60484 h 173355"/>
                <a:gd name="connsiteX87" fmla="*/ 141923 w 263842"/>
                <a:gd name="connsiteY87" fmla="*/ 59531 h 173355"/>
                <a:gd name="connsiteX88" fmla="*/ 140970 w 263842"/>
                <a:gd name="connsiteY88" fmla="*/ 58579 h 173355"/>
                <a:gd name="connsiteX89" fmla="*/ 138589 w 263842"/>
                <a:gd name="connsiteY89" fmla="*/ 58579 h 173355"/>
                <a:gd name="connsiteX90" fmla="*/ 136207 w 263842"/>
                <a:gd name="connsiteY90" fmla="*/ 59531 h 173355"/>
                <a:gd name="connsiteX91" fmla="*/ 134302 w 263842"/>
                <a:gd name="connsiteY91" fmla="*/ 60960 h 173355"/>
                <a:gd name="connsiteX92" fmla="*/ 131921 w 263842"/>
                <a:gd name="connsiteY92" fmla="*/ 61436 h 173355"/>
                <a:gd name="connsiteX93" fmla="*/ 129064 w 263842"/>
                <a:gd name="connsiteY93" fmla="*/ 61913 h 173355"/>
                <a:gd name="connsiteX94" fmla="*/ 127159 w 263842"/>
                <a:gd name="connsiteY94" fmla="*/ 62865 h 173355"/>
                <a:gd name="connsiteX95" fmla="*/ 125254 w 263842"/>
                <a:gd name="connsiteY95" fmla="*/ 66199 h 173355"/>
                <a:gd name="connsiteX96" fmla="*/ 118110 w 263842"/>
                <a:gd name="connsiteY96" fmla="*/ 66675 h 173355"/>
                <a:gd name="connsiteX97" fmla="*/ 115729 w 263842"/>
                <a:gd name="connsiteY97" fmla="*/ 65722 h 173355"/>
                <a:gd name="connsiteX98" fmla="*/ 113824 w 263842"/>
                <a:gd name="connsiteY98" fmla="*/ 63341 h 173355"/>
                <a:gd name="connsiteX99" fmla="*/ 111443 w 263842"/>
                <a:gd name="connsiteY99" fmla="*/ 59531 h 173355"/>
                <a:gd name="connsiteX100" fmla="*/ 110014 w 263842"/>
                <a:gd name="connsiteY100" fmla="*/ 59055 h 173355"/>
                <a:gd name="connsiteX101" fmla="*/ 107632 w 263842"/>
                <a:gd name="connsiteY101" fmla="*/ 58579 h 173355"/>
                <a:gd name="connsiteX102" fmla="*/ 103823 w 263842"/>
                <a:gd name="connsiteY102" fmla="*/ 58579 h 173355"/>
                <a:gd name="connsiteX103" fmla="*/ 98584 w 263842"/>
                <a:gd name="connsiteY103" fmla="*/ 60008 h 173355"/>
                <a:gd name="connsiteX104" fmla="*/ 97155 w 263842"/>
                <a:gd name="connsiteY104" fmla="*/ 58579 h 173355"/>
                <a:gd name="connsiteX105" fmla="*/ 95726 w 263842"/>
                <a:gd name="connsiteY105" fmla="*/ 58103 h 173355"/>
                <a:gd name="connsiteX106" fmla="*/ 94774 w 263842"/>
                <a:gd name="connsiteY106" fmla="*/ 59055 h 173355"/>
                <a:gd name="connsiteX107" fmla="*/ 93345 w 263842"/>
                <a:gd name="connsiteY107" fmla="*/ 59055 h 173355"/>
                <a:gd name="connsiteX108" fmla="*/ 88582 w 263842"/>
                <a:gd name="connsiteY108" fmla="*/ 59531 h 173355"/>
                <a:gd name="connsiteX109" fmla="*/ 82391 w 263842"/>
                <a:gd name="connsiteY109" fmla="*/ 59531 h 173355"/>
                <a:gd name="connsiteX110" fmla="*/ 78581 w 263842"/>
                <a:gd name="connsiteY110" fmla="*/ 58579 h 173355"/>
                <a:gd name="connsiteX111" fmla="*/ 76200 w 263842"/>
                <a:gd name="connsiteY111" fmla="*/ 58579 h 173355"/>
                <a:gd name="connsiteX112" fmla="*/ 71438 w 263842"/>
                <a:gd name="connsiteY112" fmla="*/ 60008 h 173355"/>
                <a:gd name="connsiteX113" fmla="*/ 69056 w 263842"/>
                <a:gd name="connsiteY113" fmla="*/ 60008 h 173355"/>
                <a:gd name="connsiteX114" fmla="*/ 65723 w 263842"/>
                <a:gd name="connsiteY114" fmla="*/ 60484 h 173355"/>
                <a:gd name="connsiteX115" fmla="*/ 65246 w 263842"/>
                <a:gd name="connsiteY115" fmla="*/ 54769 h 173355"/>
                <a:gd name="connsiteX116" fmla="*/ 63341 w 263842"/>
                <a:gd name="connsiteY116" fmla="*/ 50959 h 173355"/>
                <a:gd name="connsiteX117" fmla="*/ 63818 w 263842"/>
                <a:gd name="connsiteY117" fmla="*/ 48578 h 173355"/>
                <a:gd name="connsiteX118" fmla="*/ 64770 w 263842"/>
                <a:gd name="connsiteY118" fmla="*/ 44768 h 173355"/>
                <a:gd name="connsiteX119" fmla="*/ 65723 w 263842"/>
                <a:gd name="connsiteY119" fmla="*/ 42863 h 173355"/>
                <a:gd name="connsiteX120" fmla="*/ 67627 w 263842"/>
                <a:gd name="connsiteY120" fmla="*/ 43815 h 173355"/>
                <a:gd name="connsiteX121" fmla="*/ 70009 w 263842"/>
                <a:gd name="connsiteY121" fmla="*/ 45244 h 173355"/>
                <a:gd name="connsiteX122" fmla="*/ 71438 w 263842"/>
                <a:gd name="connsiteY122" fmla="*/ 44768 h 173355"/>
                <a:gd name="connsiteX123" fmla="*/ 71914 w 263842"/>
                <a:gd name="connsiteY123" fmla="*/ 43339 h 173355"/>
                <a:gd name="connsiteX124" fmla="*/ 71438 w 263842"/>
                <a:gd name="connsiteY124" fmla="*/ 41910 h 173355"/>
                <a:gd name="connsiteX125" fmla="*/ 71438 w 263842"/>
                <a:gd name="connsiteY125" fmla="*/ 40481 h 173355"/>
                <a:gd name="connsiteX126" fmla="*/ 72390 w 263842"/>
                <a:gd name="connsiteY126" fmla="*/ 39053 h 173355"/>
                <a:gd name="connsiteX127" fmla="*/ 73819 w 263842"/>
                <a:gd name="connsiteY127" fmla="*/ 37624 h 173355"/>
                <a:gd name="connsiteX128" fmla="*/ 81915 w 263842"/>
                <a:gd name="connsiteY128" fmla="*/ 35243 h 173355"/>
                <a:gd name="connsiteX129" fmla="*/ 88582 w 263842"/>
                <a:gd name="connsiteY129" fmla="*/ 33338 h 173355"/>
                <a:gd name="connsiteX130" fmla="*/ 91916 w 263842"/>
                <a:gd name="connsiteY130" fmla="*/ 34290 h 173355"/>
                <a:gd name="connsiteX131" fmla="*/ 98584 w 263842"/>
                <a:gd name="connsiteY131" fmla="*/ 37148 h 173355"/>
                <a:gd name="connsiteX132" fmla="*/ 101918 w 263842"/>
                <a:gd name="connsiteY132" fmla="*/ 38576 h 173355"/>
                <a:gd name="connsiteX133" fmla="*/ 104299 w 263842"/>
                <a:gd name="connsiteY133" fmla="*/ 39529 h 173355"/>
                <a:gd name="connsiteX134" fmla="*/ 106680 w 263842"/>
                <a:gd name="connsiteY134" fmla="*/ 43339 h 173355"/>
                <a:gd name="connsiteX135" fmla="*/ 108109 w 263842"/>
                <a:gd name="connsiteY135" fmla="*/ 43339 h 173355"/>
                <a:gd name="connsiteX136" fmla="*/ 109538 w 263842"/>
                <a:gd name="connsiteY136" fmla="*/ 42386 h 173355"/>
                <a:gd name="connsiteX137" fmla="*/ 110490 w 263842"/>
                <a:gd name="connsiteY137" fmla="*/ 41434 h 173355"/>
                <a:gd name="connsiteX138" fmla="*/ 110966 w 263842"/>
                <a:gd name="connsiteY138" fmla="*/ 38100 h 173355"/>
                <a:gd name="connsiteX139" fmla="*/ 114300 w 263842"/>
                <a:gd name="connsiteY139" fmla="*/ 36195 h 173355"/>
                <a:gd name="connsiteX140" fmla="*/ 121444 w 263842"/>
                <a:gd name="connsiteY140" fmla="*/ 33814 h 173355"/>
                <a:gd name="connsiteX141" fmla="*/ 121920 w 263842"/>
                <a:gd name="connsiteY141" fmla="*/ 32385 h 173355"/>
                <a:gd name="connsiteX142" fmla="*/ 121920 w 263842"/>
                <a:gd name="connsiteY142" fmla="*/ 31433 h 173355"/>
                <a:gd name="connsiteX143" fmla="*/ 120015 w 263842"/>
                <a:gd name="connsiteY143" fmla="*/ 31433 h 173355"/>
                <a:gd name="connsiteX144" fmla="*/ 111443 w 263842"/>
                <a:gd name="connsiteY144" fmla="*/ 32861 h 173355"/>
                <a:gd name="connsiteX145" fmla="*/ 109538 w 263842"/>
                <a:gd name="connsiteY145" fmla="*/ 32385 h 173355"/>
                <a:gd name="connsiteX146" fmla="*/ 108109 w 263842"/>
                <a:gd name="connsiteY146" fmla="*/ 30480 h 173355"/>
                <a:gd name="connsiteX147" fmla="*/ 107156 w 263842"/>
                <a:gd name="connsiteY147" fmla="*/ 28099 h 173355"/>
                <a:gd name="connsiteX148" fmla="*/ 104775 w 263842"/>
                <a:gd name="connsiteY148" fmla="*/ 27146 h 173355"/>
                <a:gd name="connsiteX149" fmla="*/ 102394 w 263842"/>
                <a:gd name="connsiteY149" fmla="*/ 26670 h 173355"/>
                <a:gd name="connsiteX150" fmla="*/ 101441 w 263842"/>
                <a:gd name="connsiteY150" fmla="*/ 25718 h 173355"/>
                <a:gd name="connsiteX151" fmla="*/ 101441 w 263842"/>
                <a:gd name="connsiteY151" fmla="*/ 24765 h 173355"/>
                <a:gd name="connsiteX152" fmla="*/ 101918 w 263842"/>
                <a:gd name="connsiteY152" fmla="*/ 23813 h 173355"/>
                <a:gd name="connsiteX153" fmla="*/ 101918 w 263842"/>
                <a:gd name="connsiteY153" fmla="*/ 23336 h 173355"/>
                <a:gd name="connsiteX154" fmla="*/ 107632 w 263842"/>
                <a:gd name="connsiteY154" fmla="*/ 19050 h 173355"/>
                <a:gd name="connsiteX155" fmla="*/ 112871 w 263842"/>
                <a:gd name="connsiteY155" fmla="*/ 15240 h 173355"/>
                <a:gd name="connsiteX156" fmla="*/ 113348 w 263842"/>
                <a:gd name="connsiteY156" fmla="*/ 14764 h 173355"/>
                <a:gd name="connsiteX157" fmla="*/ 113824 w 263842"/>
                <a:gd name="connsiteY157" fmla="*/ 13811 h 173355"/>
                <a:gd name="connsiteX158" fmla="*/ 114776 w 263842"/>
                <a:gd name="connsiteY158" fmla="*/ 12383 h 173355"/>
                <a:gd name="connsiteX159" fmla="*/ 114776 w 263842"/>
                <a:gd name="connsiteY159" fmla="*/ 11906 h 173355"/>
                <a:gd name="connsiteX160" fmla="*/ 110966 w 263842"/>
                <a:gd name="connsiteY160" fmla="*/ 10478 h 173355"/>
                <a:gd name="connsiteX161" fmla="*/ 110966 w 263842"/>
                <a:gd name="connsiteY161" fmla="*/ 9525 h 173355"/>
                <a:gd name="connsiteX162" fmla="*/ 111919 w 263842"/>
                <a:gd name="connsiteY162" fmla="*/ 8573 h 173355"/>
                <a:gd name="connsiteX163" fmla="*/ 111919 w 263842"/>
                <a:gd name="connsiteY163" fmla="*/ 7620 h 173355"/>
                <a:gd name="connsiteX164" fmla="*/ 109061 w 263842"/>
                <a:gd name="connsiteY164" fmla="*/ 4763 h 173355"/>
                <a:gd name="connsiteX165" fmla="*/ 104299 w 263842"/>
                <a:gd name="connsiteY165" fmla="*/ 476 h 173355"/>
                <a:gd name="connsiteX166" fmla="*/ 102870 w 263842"/>
                <a:gd name="connsiteY166" fmla="*/ 0 h 173355"/>
                <a:gd name="connsiteX167" fmla="*/ 101918 w 263842"/>
                <a:gd name="connsiteY167" fmla="*/ 476 h 173355"/>
                <a:gd name="connsiteX168" fmla="*/ 100013 w 263842"/>
                <a:gd name="connsiteY168" fmla="*/ 4763 h 173355"/>
                <a:gd name="connsiteX169" fmla="*/ 99060 w 263842"/>
                <a:gd name="connsiteY169" fmla="*/ 5715 h 173355"/>
                <a:gd name="connsiteX170" fmla="*/ 93821 w 263842"/>
                <a:gd name="connsiteY170" fmla="*/ 8573 h 173355"/>
                <a:gd name="connsiteX171" fmla="*/ 89535 w 263842"/>
                <a:gd name="connsiteY171" fmla="*/ 10478 h 173355"/>
                <a:gd name="connsiteX172" fmla="*/ 81439 w 263842"/>
                <a:gd name="connsiteY172" fmla="*/ 13811 h 173355"/>
                <a:gd name="connsiteX173" fmla="*/ 79534 w 263842"/>
                <a:gd name="connsiteY173" fmla="*/ 14764 h 173355"/>
                <a:gd name="connsiteX174" fmla="*/ 78105 w 263842"/>
                <a:gd name="connsiteY174" fmla="*/ 14764 h 173355"/>
                <a:gd name="connsiteX175" fmla="*/ 76676 w 263842"/>
                <a:gd name="connsiteY175" fmla="*/ 14288 h 173355"/>
                <a:gd name="connsiteX176" fmla="*/ 72390 w 263842"/>
                <a:gd name="connsiteY176" fmla="*/ 10954 h 173355"/>
                <a:gd name="connsiteX177" fmla="*/ 69532 w 263842"/>
                <a:gd name="connsiteY177" fmla="*/ 9525 h 173355"/>
                <a:gd name="connsiteX178" fmla="*/ 67627 w 263842"/>
                <a:gd name="connsiteY178" fmla="*/ 10954 h 173355"/>
                <a:gd name="connsiteX179" fmla="*/ 66199 w 263842"/>
                <a:gd name="connsiteY179" fmla="*/ 12859 h 173355"/>
                <a:gd name="connsiteX180" fmla="*/ 66199 w 263842"/>
                <a:gd name="connsiteY180" fmla="*/ 16193 h 173355"/>
                <a:gd name="connsiteX181" fmla="*/ 64294 w 263842"/>
                <a:gd name="connsiteY181" fmla="*/ 18098 h 173355"/>
                <a:gd name="connsiteX182" fmla="*/ 62389 w 263842"/>
                <a:gd name="connsiteY182" fmla="*/ 19050 h 173355"/>
                <a:gd name="connsiteX183" fmla="*/ 65723 w 263842"/>
                <a:gd name="connsiteY183" fmla="*/ 28575 h 173355"/>
                <a:gd name="connsiteX184" fmla="*/ 65246 w 263842"/>
                <a:gd name="connsiteY184" fmla="*/ 30004 h 173355"/>
                <a:gd name="connsiteX185" fmla="*/ 62865 w 263842"/>
                <a:gd name="connsiteY185" fmla="*/ 30480 h 173355"/>
                <a:gd name="connsiteX186" fmla="*/ 64770 w 263842"/>
                <a:gd name="connsiteY186" fmla="*/ 34290 h 173355"/>
                <a:gd name="connsiteX187" fmla="*/ 63341 w 263842"/>
                <a:gd name="connsiteY187" fmla="*/ 34766 h 173355"/>
                <a:gd name="connsiteX188" fmla="*/ 59531 w 263842"/>
                <a:gd name="connsiteY188" fmla="*/ 33814 h 173355"/>
                <a:gd name="connsiteX189" fmla="*/ 54293 w 263842"/>
                <a:gd name="connsiteY189" fmla="*/ 33338 h 173355"/>
                <a:gd name="connsiteX190" fmla="*/ 44291 w 263842"/>
                <a:gd name="connsiteY190" fmla="*/ 34766 h 173355"/>
                <a:gd name="connsiteX191" fmla="*/ 43339 w 263842"/>
                <a:gd name="connsiteY191" fmla="*/ 35243 h 173355"/>
                <a:gd name="connsiteX192" fmla="*/ 42863 w 263842"/>
                <a:gd name="connsiteY192" fmla="*/ 36195 h 173355"/>
                <a:gd name="connsiteX193" fmla="*/ 43339 w 263842"/>
                <a:gd name="connsiteY193" fmla="*/ 37148 h 173355"/>
                <a:gd name="connsiteX194" fmla="*/ 48101 w 263842"/>
                <a:gd name="connsiteY194" fmla="*/ 37148 h 173355"/>
                <a:gd name="connsiteX195" fmla="*/ 52864 w 263842"/>
                <a:gd name="connsiteY195" fmla="*/ 36671 h 173355"/>
                <a:gd name="connsiteX196" fmla="*/ 54293 w 263842"/>
                <a:gd name="connsiteY196" fmla="*/ 37148 h 173355"/>
                <a:gd name="connsiteX197" fmla="*/ 54293 w 263842"/>
                <a:gd name="connsiteY197" fmla="*/ 38100 h 173355"/>
                <a:gd name="connsiteX198" fmla="*/ 53816 w 263842"/>
                <a:gd name="connsiteY198" fmla="*/ 39053 h 173355"/>
                <a:gd name="connsiteX199" fmla="*/ 52388 w 263842"/>
                <a:gd name="connsiteY199" fmla="*/ 39053 h 173355"/>
                <a:gd name="connsiteX200" fmla="*/ 49054 w 263842"/>
                <a:gd name="connsiteY200" fmla="*/ 39529 h 173355"/>
                <a:gd name="connsiteX201" fmla="*/ 48577 w 263842"/>
                <a:gd name="connsiteY201" fmla="*/ 40481 h 173355"/>
                <a:gd name="connsiteX202" fmla="*/ 48577 w 263842"/>
                <a:gd name="connsiteY202" fmla="*/ 41434 h 173355"/>
                <a:gd name="connsiteX203" fmla="*/ 50006 w 263842"/>
                <a:gd name="connsiteY203" fmla="*/ 43339 h 173355"/>
                <a:gd name="connsiteX204" fmla="*/ 51435 w 263842"/>
                <a:gd name="connsiteY204" fmla="*/ 44768 h 173355"/>
                <a:gd name="connsiteX205" fmla="*/ 51435 w 263842"/>
                <a:gd name="connsiteY205" fmla="*/ 45720 h 173355"/>
                <a:gd name="connsiteX206" fmla="*/ 50959 w 263842"/>
                <a:gd name="connsiteY206" fmla="*/ 46196 h 173355"/>
                <a:gd name="connsiteX207" fmla="*/ 50482 w 263842"/>
                <a:gd name="connsiteY207" fmla="*/ 46673 h 173355"/>
                <a:gd name="connsiteX208" fmla="*/ 49530 w 263842"/>
                <a:gd name="connsiteY208" fmla="*/ 45720 h 173355"/>
                <a:gd name="connsiteX209" fmla="*/ 49054 w 263842"/>
                <a:gd name="connsiteY209" fmla="*/ 45720 h 173355"/>
                <a:gd name="connsiteX210" fmla="*/ 48577 w 263842"/>
                <a:gd name="connsiteY210" fmla="*/ 46673 h 173355"/>
                <a:gd name="connsiteX211" fmla="*/ 48101 w 263842"/>
                <a:gd name="connsiteY211" fmla="*/ 47625 h 173355"/>
                <a:gd name="connsiteX212" fmla="*/ 47149 w 263842"/>
                <a:gd name="connsiteY212" fmla="*/ 48578 h 173355"/>
                <a:gd name="connsiteX213" fmla="*/ 45720 w 263842"/>
                <a:gd name="connsiteY213" fmla="*/ 48101 h 173355"/>
                <a:gd name="connsiteX214" fmla="*/ 44291 w 263842"/>
                <a:gd name="connsiteY214" fmla="*/ 48578 h 173355"/>
                <a:gd name="connsiteX215" fmla="*/ 43339 w 263842"/>
                <a:gd name="connsiteY215" fmla="*/ 52388 h 173355"/>
                <a:gd name="connsiteX216" fmla="*/ 42386 w 263842"/>
                <a:gd name="connsiteY216" fmla="*/ 56674 h 173355"/>
                <a:gd name="connsiteX217" fmla="*/ 39529 w 263842"/>
                <a:gd name="connsiteY217" fmla="*/ 59531 h 173355"/>
                <a:gd name="connsiteX218" fmla="*/ 38100 w 263842"/>
                <a:gd name="connsiteY218" fmla="*/ 60484 h 173355"/>
                <a:gd name="connsiteX219" fmla="*/ 35719 w 263842"/>
                <a:gd name="connsiteY219" fmla="*/ 60960 h 173355"/>
                <a:gd name="connsiteX220" fmla="*/ 32385 w 263842"/>
                <a:gd name="connsiteY220" fmla="*/ 60484 h 173355"/>
                <a:gd name="connsiteX221" fmla="*/ 30480 w 263842"/>
                <a:gd name="connsiteY221" fmla="*/ 60008 h 173355"/>
                <a:gd name="connsiteX222" fmla="*/ 24765 w 263842"/>
                <a:gd name="connsiteY222" fmla="*/ 59531 h 173355"/>
                <a:gd name="connsiteX223" fmla="*/ 19050 w 263842"/>
                <a:gd name="connsiteY223" fmla="*/ 58579 h 173355"/>
                <a:gd name="connsiteX224" fmla="*/ 12382 w 263842"/>
                <a:gd name="connsiteY224" fmla="*/ 57626 h 173355"/>
                <a:gd name="connsiteX225" fmla="*/ 6191 w 263842"/>
                <a:gd name="connsiteY225" fmla="*/ 60008 h 173355"/>
                <a:gd name="connsiteX226" fmla="*/ 4286 w 263842"/>
                <a:gd name="connsiteY226" fmla="*/ 61436 h 173355"/>
                <a:gd name="connsiteX227" fmla="*/ 3334 w 263842"/>
                <a:gd name="connsiteY227" fmla="*/ 62865 h 173355"/>
                <a:gd name="connsiteX228" fmla="*/ 2381 w 263842"/>
                <a:gd name="connsiteY228" fmla="*/ 63341 h 173355"/>
                <a:gd name="connsiteX229" fmla="*/ 0 w 263842"/>
                <a:gd name="connsiteY229" fmla="*/ 72390 h 173355"/>
                <a:gd name="connsiteX230" fmla="*/ 476 w 263842"/>
                <a:gd name="connsiteY230" fmla="*/ 73343 h 173355"/>
                <a:gd name="connsiteX231" fmla="*/ 1905 w 263842"/>
                <a:gd name="connsiteY231" fmla="*/ 74295 h 173355"/>
                <a:gd name="connsiteX232" fmla="*/ 9049 w 263842"/>
                <a:gd name="connsiteY232" fmla="*/ 76200 h 173355"/>
                <a:gd name="connsiteX233" fmla="*/ 10001 w 263842"/>
                <a:gd name="connsiteY233" fmla="*/ 77153 h 173355"/>
                <a:gd name="connsiteX234" fmla="*/ 10477 w 263842"/>
                <a:gd name="connsiteY234" fmla="*/ 78105 h 173355"/>
                <a:gd name="connsiteX235" fmla="*/ 10954 w 263842"/>
                <a:gd name="connsiteY235" fmla="*/ 81915 h 173355"/>
                <a:gd name="connsiteX236" fmla="*/ 11430 w 263842"/>
                <a:gd name="connsiteY236" fmla="*/ 82391 h 173355"/>
                <a:gd name="connsiteX237" fmla="*/ 13811 w 263842"/>
                <a:gd name="connsiteY237" fmla="*/ 82868 h 173355"/>
                <a:gd name="connsiteX238" fmla="*/ 17621 w 263842"/>
                <a:gd name="connsiteY238" fmla="*/ 82868 h 173355"/>
                <a:gd name="connsiteX239" fmla="*/ 20479 w 263842"/>
                <a:gd name="connsiteY239" fmla="*/ 82391 h 173355"/>
                <a:gd name="connsiteX240" fmla="*/ 23336 w 263842"/>
                <a:gd name="connsiteY240" fmla="*/ 82868 h 173355"/>
                <a:gd name="connsiteX241" fmla="*/ 25241 w 263842"/>
                <a:gd name="connsiteY241" fmla="*/ 83820 h 173355"/>
                <a:gd name="connsiteX242" fmla="*/ 26194 w 263842"/>
                <a:gd name="connsiteY242" fmla="*/ 85249 h 173355"/>
                <a:gd name="connsiteX243" fmla="*/ 26670 w 263842"/>
                <a:gd name="connsiteY243" fmla="*/ 86678 h 173355"/>
                <a:gd name="connsiteX244" fmla="*/ 23336 w 263842"/>
                <a:gd name="connsiteY244" fmla="*/ 95250 h 173355"/>
                <a:gd name="connsiteX245" fmla="*/ 23813 w 263842"/>
                <a:gd name="connsiteY245" fmla="*/ 98584 h 173355"/>
                <a:gd name="connsiteX246" fmla="*/ 24765 w 263842"/>
                <a:gd name="connsiteY246" fmla="*/ 103346 h 173355"/>
                <a:gd name="connsiteX247" fmla="*/ 26670 w 263842"/>
                <a:gd name="connsiteY247" fmla="*/ 106680 h 173355"/>
                <a:gd name="connsiteX248" fmla="*/ 30480 w 263842"/>
                <a:gd name="connsiteY248" fmla="*/ 110014 h 173355"/>
                <a:gd name="connsiteX249" fmla="*/ 33338 w 263842"/>
                <a:gd name="connsiteY249" fmla="*/ 112395 h 173355"/>
                <a:gd name="connsiteX250" fmla="*/ 33814 w 263842"/>
                <a:gd name="connsiteY250" fmla="*/ 113347 h 173355"/>
                <a:gd name="connsiteX251" fmla="*/ 33814 w 263842"/>
                <a:gd name="connsiteY251" fmla="*/ 114776 h 173355"/>
                <a:gd name="connsiteX252" fmla="*/ 33338 w 263842"/>
                <a:gd name="connsiteY252" fmla="*/ 116681 h 173355"/>
                <a:gd name="connsiteX253" fmla="*/ 31909 w 263842"/>
                <a:gd name="connsiteY253" fmla="*/ 120015 h 173355"/>
                <a:gd name="connsiteX254" fmla="*/ 30004 w 263842"/>
                <a:gd name="connsiteY254" fmla="*/ 122872 h 173355"/>
                <a:gd name="connsiteX255" fmla="*/ 28099 w 263842"/>
                <a:gd name="connsiteY255" fmla="*/ 124301 h 173355"/>
                <a:gd name="connsiteX256" fmla="*/ 25241 w 263842"/>
                <a:gd name="connsiteY256" fmla="*/ 128111 h 173355"/>
                <a:gd name="connsiteX257" fmla="*/ 22860 w 263842"/>
                <a:gd name="connsiteY257" fmla="*/ 132397 h 173355"/>
                <a:gd name="connsiteX258" fmla="*/ 17621 w 263842"/>
                <a:gd name="connsiteY258" fmla="*/ 138113 h 173355"/>
                <a:gd name="connsiteX259" fmla="*/ 15716 w 263842"/>
                <a:gd name="connsiteY259" fmla="*/ 141446 h 173355"/>
                <a:gd name="connsiteX260" fmla="*/ 15240 w 263842"/>
                <a:gd name="connsiteY260" fmla="*/ 150971 h 173355"/>
                <a:gd name="connsiteX261" fmla="*/ 13811 w 263842"/>
                <a:gd name="connsiteY261" fmla="*/ 153829 h 173355"/>
                <a:gd name="connsiteX262" fmla="*/ 14288 w 263842"/>
                <a:gd name="connsiteY262" fmla="*/ 155258 h 173355"/>
                <a:gd name="connsiteX263" fmla="*/ 16669 w 263842"/>
                <a:gd name="connsiteY263" fmla="*/ 158115 h 173355"/>
                <a:gd name="connsiteX264" fmla="*/ 20955 w 263842"/>
                <a:gd name="connsiteY264" fmla="*/ 161449 h 173355"/>
                <a:gd name="connsiteX265" fmla="*/ 24765 w 263842"/>
                <a:gd name="connsiteY265" fmla="*/ 162401 h 173355"/>
                <a:gd name="connsiteX266" fmla="*/ 29527 w 263842"/>
                <a:gd name="connsiteY266" fmla="*/ 159544 h 173355"/>
                <a:gd name="connsiteX267" fmla="*/ 30956 w 263842"/>
                <a:gd name="connsiteY267" fmla="*/ 160020 h 173355"/>
                <a:gd name="connsiteX268" fmla="*/ 31909 w 263842"/>
                <a:gd name="connsiteY268" fmla="*/ 159068 h 173355"/>
                <a:gd name="connsiteX269" fmla="*/ 32385 w 263842"/>
                <a:gd name="connsiteY269" fmla="*/ 157163 h 173355"/>
                <a:gd name="connsiteX270" fmla="*/ 35243 w 263842"/>
                <a:gd name="connsiteY270" fmla="*/ 155258 h 173355"/>
                <a:gd name="connsiteX271" fmla="*/ 40481 w 263842"/>
                <a:gd name="connsiteY271" fmla="*/ 153353 h 173355"/>
                <a:gd name="connsiteX272" fmla="*/ 43339 w 263842"/>
                <a:gd name="connsiteY272" fmla="*/ 151924 h 173355"/>
                <a:gd name="connsiteX273" fmla="*/ 44291 w 263842"/>
                <a:gd name="connsiteY273" fmla="*/ 150495 h 173355"/>
                <a:gd name="connsiteX274" fmla="*/ 46196 w 263842"/>
                <a:gd name="connsiteY274" fmla="*/ 150019 h 173355"/>
                <a:gd name="connsiteX275" fmla="*/ 48101 w 263842"/>
                <a:gd name="connsiteY275" fmla="*/ 150495 h 173355"/>
                <a:gd name="connsiteX276" fmla="*/ 49530 w 263842"/>
                <a:gd name="connsiteY276" fmla="*/ 150019 h 173355"/>
                <a:gd name="connsiteX277" fmla="*/ 50006 w 263842"/>
                <a:gd name="connsiteY277" fmla="*/ 148590 h 173355"/>
                <a:gd name="connsiteX278" fmla="*/ 50482 w 263842"/>
                <a:gd name="connsiteY278" fmla="*/ 148114 h 173355"/>
                <a:gd name="connsiteX279" fmla="*/ 51435 w 263842"/>
                <a:gd name="connsiteY279" fmla="*/ 147638 h 173355"/>
                <a:gd name="connsiteX280" fmla="*/ 52388 w 263842"/>
                <a:gd name="connsiteY280" fmla="*/ 147638 h 173355"/>
                <a:gd name="connsiteX281" fmla="*/ 53816 w 263842"/>
                <a:gd name="connsiteY281" fmla="*/ 148114 h 173355"/>
                <a:gd name="connsiteX282" fmla="*/ 56674 w 263842"/>
                <a:gd name="connsiteY282" fmla="*/ 150495 h 173355"/>
                <a:gd name="connsiteX283" fmla="*/ 60960 w 263842"/>
                <a:gd name="connsiteY283" fmla="*/ 154781 h 173355"/>
                <a:gd name="connsiteX284" fmla="*/ 63818 w 263842"/>
                <a:gd name="connsiteY284" fmla="*/ 156686 h 173355"/>
                <a:gd name="connsiteX285" fmla="*/ 65246 w 263842"/>
                <a:gd name="connsiteY285" fmla="*/ 156210 h 173355"/>
                <a:gd name="connsiteX286" fmla="*/ 67151 w 263842"/>
                <a:gd name="connsiteY286" fmla="*/ 154781 h 173355"/>
                <a:gd name="connsiteX287" fmla="*/ 69056 w 263842"/>
                <a:gd name="connsiteY287" fmla="*/ 152400 h 173355"/>
                <a:gd name="connsiteX288" fmla="*/ 69532 w 263842"/>
                <a:gd name="connsiteY288" fmla="*/ 149066 h 173355"/>
                <a:gd name="connsiteX289" fmla="*/ 68580 w 263842"/>
                <a:gd name="connsiteY289" fmla="*/ 144780 h 173355"/>
                <a:gd name="connsiteX290" fmla="*/ 69056 w 263842"/>
                <a:gd name="connsiteY290" fmla="*/ 141446 h 173355"/>
                <a:gd name="connsiteX291" fmla="*/ 71438 w 263842"/>
                <a:gd name="connsiteY291" fmla="*/ 139065 h 173355"/>
                <a:gd name="connsiteX292" fmla="*/ 76200 w 263842"/>
                <a:gd name="connsiteY292" fmla="*/ 137636 h 173355"/>
                <a:gd name="connsiteX293" fmla="*/ 82868 w 263842"/>
                <a:gd name="connsiteY293" fmla="*/ 137160 h 173355"/>
                <a:gd name="connsiteX294" fmla="*/ 87154 w 263842"/>
                <a:gd name="connsiteY294" fmla="*/ 137636 h 173355"/>
                <a:gd name="connsiteX295" fmla="*/ 88582 w 263842"/>
                <a:gd name="connsiteY295" fmla="*/ 139065 h 173355"/>
                <a:gd name="connsiteX296" fmla="*/ 90488 w 263842"/>
                <a:gd name="connsiteY296" fmla="*/ 140018 h 173355"/>
                <a:gd name="connsiteX297" fmla="*/ 92869 w 263842"/>
                <a:gd name="connsiteY297" fmla="*/ 140018 h 173355"/>
                <a:gd name="connsiteX298" fmla="*/ 95250 w 263842"/>
                <a:gd name="connsiteY298" fmla="*/ 138589 h 173355"/>
                <a:gd name="connsiteX299" fmla="*/ 97155 w 263842"/>
                <a:gd name="connsiteY299" fmla="*/ 135255 h 173355"/>
                <a:gd name="connsiteX300" fmla="*/ 97155 w 263842"/>
                <a:gd name="connsiteY300" fmla="*/ 131445 h 173355"/>
                <a:gd name="connsiteX301" fmla="*/ 95250 w 263842"/>
                <a:gd name="connsiteY301" fmla="*/ 126683 h 173355"/>
                <a:gd name="connsiteX302" fmla="*/ 95726 w 263842"/>
                <a:gd name="connsiteY302" fmla="*/ 125254 h 173355"/>
                <a:gd name="connsiteX303" fmla="*/ 96679 w 263842"/>
                <a:gd name="connsiteY303" fmla="*/ 124778 h 173355"/>
                <a:gd name="connsiteX304" fmla="*/ 99060 w 263842"/>
                <a:gd name="connsiteY304" fmla="*/ 122872 h 173355"/>
                <a:gd name="connsiteX305" fmla="*/ 102394 w 263842"/>
                <a:gd name="connsiteY305" fmla="*/ 119539 h 173355"/>
                <a:gd name="connsiteX306" fmla="*/ 105727 w 263842"/>
                <a:gd name="connsiteY306" fmla="*/ 114776 h 173355"/>
                <a:gd name="connsiteX307" fmla="*/ 109061 w 263842"/>
                <a:gd name="connsiteY307" fmla="*/ 109061 h 173355"/>
                <a:gd name="connsiteX308" fmla="*/ 113348 w 263842"/>
                <a:gd name="connsiteY308" fmla="*/ 105728 h 173355"/>
                <a:gd name="connsiteX309" fmla="*/ 118110 w 263842"/>
                <a:gd name="connsiteY309" fmla="*/ 104299 h 173355"/>
                <a:gd name="connsiteX310" fmla="*/ 123825 w 263842"/>
                <a:gd name="connsiteY310" fmla="*/ 105728 h 173355"/>
                <a:gd name="connsiteX311" fmla="*/ 130969 w 263842"/>
                <a:gd name="connsiteY311" fmla="*/ 110014 h 173355"/>
                <a:gd name="connsiteX312" fmla="*/ 133350 w 263842"/>
                <a:gd name="connsiteY312" fmla="*/ 115253 h 173355"/>
                <a:gd name="connsiteX313" fmla="*/ 131445 w 263842"/>
                <a:gd name="connsiteY313" fmla="*/ 121444 h 173355"/>
                <a:gd name="connsiteX314" fmla="*/ 131445 w 263842"/>
                <a:gd name="connsiteY314" fmla="*/ 124778 h 173355"/>
                <a:gd name="connsiteX315" fmla="*/ 132874 w 263842"/>
                <a:gd name="connsiteY315" fmla="*/ 125254 h 173355"/>
                <a:gd name="connsiteX316" fmla="*/ 135255 w 263842"/>
                <a:gd name="connsiteY316" fmla="*/ 125254 h 173355"/>
                <a:gd name="connsiteX317" fmla="*/ 138589 w 263842"/>
                <a:gd name="connsiteY317" fmla="*/ 124301 h 173355"/>
                <a:gd name="connsiteX318" fmla="*/ 140970 w 263842"/>
                <a:gd name="connsiteY318" fmla="*/ 124301 h 173355"/>
                <a:gd name="connsiteX319" fmla="*/ 141923 w 263842"/>
                <a:gd name="connsiteY319" fmla="*/ 125254 h 173355"/>
                <a:gd name="connsiteX320" fmla="*/ 141923 w 263842"/>
                <a:gd name="connsiteY320" fmla="*/ 127159 h 173355"/>
                <a:gd name="connsiteX321" fmla="*/ 140970 w 263842"/>
                <a:gd name="connsiteY321" fmla="*/ 130016 h 173355"/>
                <a:gd name="connsiteX322" fmla="*/ 139541 w 263842"/>
                <a:gd name="connsiteY322" fmla="*/ 137636 h 173355"/>
                <a:gd name="connsiteX323" fmla="*/ 138589 w 263842"/>
                <a:gd name="connsiteY323" fmla="*/ 144304 h 173355"/>
                <a:gd name="connsiteX324" fmla="*/ 137636 w 263842"/>
                <a:gd name="connsiteY324" fmla="*/ 150495 h 173355"/>
                <a:gd name="connsiteX325" fmla="*/ 136684 w 263842"/>
                <a:gd name="connsiteY325" fmla="*/ 156210 h 173355"/>
                <a:gd name="connsiteX326" fmla="*/ 138113 w 263842"/>
                <a:gd name="connsiteY326" fmla="*/ 160496 h 173355"/>
                <a:gd name="connsiteX327" fmla="*/ 140018 w 263842"/>
                <a:gd name="connsiteY327" fmla="*/ 167164 h 173355"/>
                <a:gd name="connsiteX328" fmla="*/ 142399 w 263842"/>
                <a:gd name="connsiteY328" fmla="*/ 171450 h 173355"/>
                <a:gd name="connsiteX329" fmla="*/ 144780 w 263842"/>
                <a:gd name="connsiteY329" fmla="*/ 172879 h 173355"/>
                <a:gd name="connsiteX330" fmla="*/ 147161 w 263842"/>
                <a:gd name="connsiteY330" fmla="*/ 173355 h 173355"/>
                <a:gd name="connsiteX331" fmla="*/ 149543 w 263842"/>
                <a:gd name="connsiteY331" fmla="*/ 172879 h 173355"/>
                <a:gd name="connsiteX332" fmla="*/ 154305 w 263842"/>
                <a:gd name="connsiteY332" fmla="*/ 170021 h 173355"/>
                <a:gd name="connsiteX333" fmla="*/ 161449 w 263842"/>
                <a:gd name="connsiteY333" fmla="*/ 164783 h 173355"/>
                <a:gd name="connsiteX334" fmla="*/ 168593 w 263842"/>
                <a:gd name="connsiteY334" fmla="*/ 161449 h 173355"/>
                <a:gd name="connsiteX335" fmla="*/ 178594 w 263842"/>
                <a:gd name="connsiteY335" fmla="*/ 159544 h 173355"/>
                <a:gd name="connsiteX336" fmla="*/ 181927 w 263842"/>
                <a:gd name="connsiteY336" fmla="*/ 153829 h 173355"/>
                <a:gd name="connsiteX337" fmla="*/ 186690 w 263842"/>
                <a:gd name="connsiteY337" fmla="*/ 150019 h 173355"/>
                <a:gd name="connsiteX338" fmla="*/ 197644 w 263842"/>
                <a:gd name="connsiteY338" fmla="*/ 144780 h 173355"/>
                <a:gd name="connsiteX339" fmla="*/ 203359 w 263842"/>
                <a:gd name="connsiteY339" fmla="*/ 142875 h 173355"/>
                <a:gd name="connsiteX340" fmla="*/ 206693 w 263842"/>
                <a:gd name="connsiteY340" fmla="*/ 142399 h 173355"/>
                <a:gd name="connsiteX341" fmla="*/ 210979 w 263842"/>
                <a:gd name="connsiteY341" fmla="*/ 143351 h 173355"/>
                <a:gd name="connsiteX342" fmla="*/ 211931 w 263842"/>
                <a:gd name="connsiteY342" fmla="*/ 143828 h 173355"/>
                <a:gd name="connsiteX343" fmla="*/ 212884 w 263842"/>
                <a:gd name="connsiteY343" fmla="*/ 144304 h 173355"/>
                <a:gd name="connsiteX344" fmla="*/ 215265 w 263842"/>
                <a:gd name="connsiteY344" fmla="*/ 144780 h 173355"/>
                <a:gd name="connsiteX345" fmla="*/ 215741 w 263842"/>
                <a:gd name="connsiteY345" fmla="*/ 146685 h 173355"/>
                <a:gd name="connsiteX346" fmla="*/ 215265 w 263842"/>
                <a:gd name="connsiteY346" fmla="*/ 148590 h 173355"/>
                <a:gd name="connsiteX347" fmla="*/ 212884 w 263842"/>
                <a:gd name="connsiteY347" fmla="*/ 150019 h 173355"/>
                <a:gd name="connsiteX348" fmla="*/ 211931 w 263842"/>
                <a:gd name="connsiteY348" fmla="*/ 150971 h 173355"/>
                <a:gd name="connsiteX349" fmla="*/ 212884 w 263842"/>
                <a:gd name="connsiteY349" fmla="*/ 151924 h 173355"/>
                <a:gd name="connsiteX350" fmla="*/ 216218 w 263842"/>
                <a:gd name="connsiteY350" fmla="*/ 152400 h 173355"/>
                <a:gd name="connsiteX351" fmla="*/ 222885 w 263842"/>
                <a:gd name="connsiteY351" fmla="*/ 150495 h 173355"/>
                <a:gd name="connsiteX352" fmla="*/ 227171 w 263842"/>
                <a:gd name="connsiteY352" fmla="*/ 149066 h 173355"/>
                <a:gd name="connsiteX353" fmla="*/ 230029 w 263842"/>
                <a:gd name="connsiteY353" fmla="*/ 148590 h 173355"/>
                <a:gd name="connsiteX354" fmla="*/ 231457 w 263842"/>
                <a:gd name="connsiteY354" fmla="*/ 146685 h 173355"/>
                <a:gd name="connsiteX355" fmla="*/ 233363 w 263842"/>
                <a:gd name="connsiteY355" fmla="*/ 144780 h 173355"/>
                <a:gd name="connsiteX356" fmla="*/ 236220 w 263842"/>
                <a:gd name="connsiteY356" fmla="*/ 144780 h 173355"/>
                <a:gd name="connsiteX357" fmla="*/ 239554 w 263842"/>
                <a:gd name="connsiteY357" fmla="*/ 145733 h 173355"/>
                <a:gd name="connsiteX358" fmla="*/ 242411 w 263842"/>
                <a:gd name="connsiteY358" fmla="*/ 146209 h 173355"/>
                <a:gd name="connsiteX359" fmla="*/ 247174 w 263842"/>
                <a:gd name="connsiteY359" fmla="*/ 145733 h 173355"/>
                <a:gd name="connsiteX360" fmla="*/ 249555 w 263842"/>
                <a:gd name="connsiteY360" fmla="*/ 147161 h 173355"/>
                <a:gd name="connsiteX361" fmla="*/ 252889 w 263842"/>
                <a:gd name="connsiteY361" fmla="*/ 150019 h 173355"/>
                <a:gd name="connsiteX362" fmla="*/ 254318 w 263842"/>
                <a:gd name="connsiteY362" fmla="*/ 151924 h 173355"/>
                <a:gd name="connsiteX363" fmla="*/ 254794 w 263842"/>
                <a:gd name="connsiteY363" fmla="*/ 152400 h 173355"/>
                <a:gd name="connsiteX364" fmla="*/ 255746 w 263842"/>
                <a:gd name="connsiteY364" fmla="*/ 151924 h 173355"/>
                <a:gd name="connsiteX365" fmla="*/ 258604 w 263842"/>
                <a:gd name="connsiteY365" fmla="*/ 150019 h 173355"/>
                <a:gd name="connsiteX366" fmla="*/ 260985 w 263842"/>
                <a:gd name="connsiteY366" fmla="*/ 148114 h 173355"/>
                <a:gd name="connsiteX367" fmla="*/ 262414 w 263842"/>
                <a:gd name="connsiteY367" fmla="*/ 146685 h 173355"/>
                <a:gd name="connsiteX368" fmla="*/ 263843 w 263842"/>
                <a:gd name="connsiteY368" fmla="*/ 141446 h 17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263842" h="173355">
                  <a:moveTo>
                    <a:pt x="111919" y="3810"/>
                  </a:moveTo>
                  <a:lnTo>
                    <a:pt x="112871" y="3810"/>
                  </a:lnTo>
                  <a:lnTo>
                    <a:pt x="112871" y="2858"/>
                  </a:lnTo>
                  <a:lnTo>
                    <a:pt x="111919" y="1429"/>
                  </a:lnTo>
                  <a:lnTo>
                    <a:pt x="110490" y="476"/>
                  </a:lnTo>
                  <a:lnTo>
                    <a:pt x="109538" y="953"/>
                  </a:lnTo>
                  <a:lnTo>
                    <a:pt x="110014" y="2381"/>
                  </a:lnTo>
                  <a:lnTo>
                    <a:pt x="111919" y="3810"/>
                  </a:lnTo>
                  <a:close/>
                  <a:moveTo>
                    <a:pt x="110014" y="46673"/>
                  </a:moveTo>
                  <a:lnTo>
                    <a:pt x="107632" y="46196"/>
                  </a:lnTo>
                  <a:lnTo>
                    <a:pt x="107156" y="46196"/>
                  </a:lnTo>
                  <a:lnTo>
                    <a:pt x="107156" y="47149"/>
                  </a:lnTo>
                  <a:lnTo>
                    <a:pt x="108109" y="48578"/>
                  </a:lnTo>
                  <a:lnTo>
                    <a:pt x="109538" y="50006"/>
                  </a:lnTo>
                  <a:lnTo>
                    <a:pt x="111443" y="50006"/>
                  </a:lnTo>
                  <a:lnTo>
                    <a:pt x="114300" y="48578"/>
                  </a:lnTo>
                  <a:lnTo>
                    <a:pt x="114300" y="47625"/>
                  </a:lnTo>
                  <a:lnTo>
                    <a:pt x="113348" y="47149"/>
                  </a:lnTo>
                  <a:lnTo>
                    <a:pt x="110014" y="46673"/>
                  </a:lnTo>
                  <a:close/>
                  <a:moveTo>
                    <a:pt x="263843" y="141446"/>
                  </a:moveTo>
                  <a:lnTo>
                    <a:pt x="260032" y="138589"/>
                  </a:lnTo>
                  <a:lnTo>
                    <a:pt x="257651" y="137160"/>
                  </a:lnTo>
                  <a:lnTo>
                    <a:pt x="256699" y="136208"/>
                  </a:lnTo>
                  <a:lnTo>
                    <a:pt x="257175" y="132874"/>
                  </a:lnTo>
                  <a:lnTo>
                    <a:pt x="258127" y="129540"/>
                  </a:lnTo>
                  <a:lnTo>
                    <a:pt x="257651" y="128111"/>
                  </a:lnTo>
                  <a:lnTo>
                    <a:pt x="256699" y="127159"/>
                  </a:lnTo>
                  <a:lnTo>
                    <a:pt x="256223" y="123349"/>
                  </a:lnTo>
                  <a:lnTo>
                    <a:pt x="254794" y="119063"/>
                  </a:lnTo>
                  <a:lnTo>
                    <a:pt x="252889" y="116681"/>
                  </a:lnTo>
                  <a:lnTo>
                    <a:pt x="252413" y="113347"/>
                  </a:lnTo>
                  <a:lnTo>
                    <a:pt x="252413" y="110014"/>
                  </a:lnTo>
                  <a:lnTo>
                    <a:pt x="254794" y="104775"/>
                  </a:lnTo>
                  <a:lnTo>
                    <a:pt x="253841" y="102394"/>
                  </a:lnTo>
                  <a:lnTo>
                    <a:pt x="251460" y="100489"/>
                  </a:lnTo>
                  <a:lnTo>
                    <a:pt x="243364" y="97155"/>
                  </a:lnTo>
                  <a:lnTo>
                    <a:pt x="235268" y="94774"/>
                  </a:lnTo>
                  <a:lnTo>
                    <a:pt x="232410" y="94774"/>
                  </a:lnTo>
                  <a:lnTo>
                    <a:pt x="230505" y="94774"/>
                  </a:lnTo>
                  <a:lnTo>
                    <a:pt x="228124" y="96679"/>
                  </a:lnTo>
                  <a:lnTo>
                    <a:pt x="226695" y="99536"/>
                  </a:lnTo>
                  <a:lnTo>
                    <a:pt x="224790" y="100013"/>
                  </a:lnTo>
                  <a:lnTo>
                    <a:pt x="221456" y="99060"/>
                  </a:lnTo>
                  <a:lnTo>
                    <a:pt x="219075" y="97155"/>
                  </a:lnTo>
                  <a:lnTo>
                    <a:pt x="217646" y="93345"/>
                  </a:lnTo>
                  <a:lnTo>
                    <a:pt x="216218" y="88583"/>
                  </a:lnTo>
                  <a:lnTo>
                    <a:pt x="215741" y="87154"/>
                  </a:lnTo>
                  <a:lnTo>
                    <a:pt x="216218" y="85725"/>
                  </a:lnTo>
                  <a:lnTo>
                    <a:pt x="217170" y="84772"/>
                  </a:lnTo>
                  <a:lnTo>
                    <a:pt x="219551" y="83820"/>
                  </a:lnTo>
                  <a:lnTo>
                    <a:pt x="220027" y="82868"/>
                  </a:lnTo>
                  <a:lnTo>
                    <a:pt x="219551" y="81439"/>
                  </a:lnTo>
                  <a:lnTo>
                    <a:pt x="217646" y="79534"/>
                  </a:lnTo>
                  <a:lnTo>
                    <a:pt x="215741" y="77153"/>
                  </a:lnTo>
                  <a:lnTo>
                    <a:pt x="212884" y="72390"/>
                  </a:lnTo>
                  <a:lnTo>
                    <a:pt x="213360" y="69533"/>
                  </a:lnTo>
                  <a:lnTo>
                    <a:pt x="213836" y="65722"/>
                  </a:lnTo>
                  <a:lnTo>
                    <a:pt x="213836" y="63818"/>
                  </a:lnTo>
                  <a:lnTo>
                    <a:pt x="211931" y="63341"/>
                  </a:lnTo>
                  <a:lnTo>
                    <a:pt x="208121" y="63341"/>
                  </a:lnTo>
                  <a:lnTo>
                    <a:pt x="205264" y="63818"/>
                  </a:lnTo>
                  <a:lnTo>
                    <a:pt x="203359" y="65246"/>
                  </a:lnTo>
                  <a:lnTo>
                    <a:pt x="200025" y="66675"/>
                  </a:lnTo>
                  <a:lnTo>
                    <a:pt x="195739" y="67151"/>
                  </a:lnTo>
                  <a:lnTo>
                    <a:pt x="190500" y="67151"/>
                  </a:lnTo>
                  <a:lnTo>
                    <a:pt x="188119" y="67151"/>
                  </a:lnTo>
                  <a:lnTo>
                    <a:pt x="180023" y="66199"/>
                  </a:lnTo>
                  <a:lnTo>
                    <a:pt x="177641" y="66675"/>
                  </a:lnTo>
                  <a:lnTo>
                    <a:pt x="175260" y="67628"/>
                  </a:lnTo>
                  <a:lnTo>
                    <a:pt x="170974" y="68580"/>
                  </a:lnTo>
                  <a:lnTo>
                    <a:pt x="168593" y="70961"/>
                  </a:lnTo>
                  <a:lnTo>
                    <a:pt x="167164" y="73343"/>
                  </a:lnTo>
                  <a:lnTo>
                    <a:pt x="166688" y="73819"/>
                  </a:lnTo>
                  <a:lnTo>
                    <a:pt x="163830" y="71914"/>
                  </a:lnTo>
                  <a:lnTo>
                    <a:pt x="161449" y="70009"/>
                  </a:lnTo>
                  <a:lnTo>
                    <a:pt x="160020" y="68580"/>
                  </a:lnTo>
                  <a:lnTo>
                    <a:pt x="158115" y="68580"/>
                  </a:lnTo>
                  <a:lnTo>
                    <a:pt x="151924" y="71438"/>
                  </a:lnTo>
                  <a:lnTo>
                    <a:pt x="150971" y="71438"/>
                  </a:lnTo>
                  <a:lnTo>
                    <a:pt x="149066" y="70485"/>
                  </a:lnTo>
                  <a:lnTo>
                    <a:pt x="149543" y="67628"/>
                  </a:lnTo>
                  <a:lnTo>
                    <a:pt x="149543" y="65722"/>
                  </a:lnTo>
                  <a:lnTo>
                    <a:pt x="147638" y="64770"/>
                  </a:lnTo>
                  <a:lnTo>
                    <a:pt x="143351" y="64294"/>
                  </a:lnTo>
                  <a:lnTo>
                    <a:pt x="141923" y="63341"/>
                  </a:lnTo>
                  <a:lnTo>
                    <a:pt x="141923" y="61913"/>
                  </a:lnTo>
                  <a:lnTo>
                    <a:pt x="142399" y="60484"/>
                  </a:lnTo>
                  <a:lnTo>
                    <a:pt x="141923" y="59531"/>
                  </a:lnTo>
                  <a:lnTo>
                    <a:pt x="140970" y="58579"/>
                  </a:lnTo>
                  <a:lnTo>
                    <a:pt x="138589" y="58579"/>
                  </a:lnTo>
                  <a:lnTo>
                    <a:pt x="136207" y="59531"/>
                  </a:lnTo>
                  <a:lnTo>
                    <a:pt x="134302" y="60960"/>
                  </a:lnTo>
                  <a:lnTo>
                    <a:pt x="131921" y="61436"/>
                  </a:lnTo>
                  <a:lnTo>
                    <a:pt x="129064" y="61913"/>
                  </a:lnTo>
                  <a:lnTo>
                    <a:pt x="127159" y="62865"/>
                  </a:lnTo>
                  <a:lnTo>
                    <a:pt x="125254" y="66199"/>
                  </a:lnTo>
                  <a:lnTo>
                    <a:pt x="118110" y="66675"/>
                  </a:lnTo>
                  <a:lnTo>
                    <a:pt x="115729" y="65722"/>
                  </a:lnTo>
                  <a:lnTo>
                    <a:pt x="113824" y="63341"/>
                  </a:lnTo>
                  <a:lnTo>
                    <a:pt x="111443" y="59531"/>
                  </a:lnTo>
                  <a:lnTo>
                    <a:pt x="110014" y="59055"/>
                  </a:lnTo>
                  <a:lnTo>
                    <a:pt x="107632" y="58579"/>
                  </a:lnTo>
                  <a:lnTo>
                    <a:pt x="103823" y="58579"/>
                  </a:lnTo>
                  <a:lnTo>
                    <a:pt x="98584" y="60008"/>
                  </a:lnTo>
                  <a:lnTo>
                    <a:pt x="97155" y="58579"/>
                  </a:lnTo>
                  <a:lnTo>
                    <a:pt x="95726" y="58103"/>
                  </a:lnTo>
                  <a:lnTo>
                    <a:pt x="94774" y="59055"/>
                  </a:lnTo>
                  <a:lnTo>
                    <a:pt x="93345" y="59055"/>
                  </a:lnTo>
                  <a:lnTo>
                    <a:pt x="88582" y="59531"/>
                  </a:lnTo>
                  <a:lnTo>
                    <a:pt x="82391" y="59531"/>
                  </a:lnTo>
                  <a:lnTo>
                    <a:pt x="78581" y="58579"/>
                  </a:lnTo>
                  <a:lnTo>
                    <a:pt x="76200" y="58579"/>
                  </a:lnTo>
                  <a:lnTo>
                    <a:pt x="71438" y="60008"/>
                  </a:lnTo>
                  <a:lnTo>
                    <a:pt x="69056" y="60008"/>
                  </a:lnTo>
                  <a:lnTo>
                    <a:pt x="65723" y="60484"/>
                  </a:lnTo>
                  <a:lnTo>
                    <a:pt x="65246" y="54769"/>
                  </a:lnTo>
                  <a:lnTo>
                    <a:pt x="63341" y="50959"/>
                  </a:lnTo>
                  <a:lnTo>
                    <a:pt x="63818" y="48578"/>
                  </a:lnTo>
                  <a:lnTo>
                    <a:pt x="64770" y="44768"/>
                  </a:lnTo>
                  <a:lnTo>
                    <a:pt x="65723" y="42863"/>
                  </a:lnTo>
                  <a:lnTo>
                    <a:pt x="67627" y="43815"/>
                  </a:lnTo>
                  <a:lnTo>
                    <a:pt x="70009" y="45244"/>
                  </a:lnTo>
                  <a:lnTo>
                    <a:pt x="71438" y="44768"/>
                  </a:lnTo>
                  <a:lnTo>
                    <a:pt x="71914" y="43339"/>
                  </a:lnTo>
                  <a:lnTo>
                    <a:pt x="71438" y="41910"/>
                  </a:lnTo>
                  <a:lnTo>
                    <a:pt x="71438" y="40481"/>
                  </a:lnTo>
                  <a:lnTo>
                    <a:pt x="72390" y="39053"/>
                  </a:lnTo>
                  <a:lnTo>
                    <a:pt x="73819" y="37624"/>
                  </a:lnTo>
                  <a:lnTo>
                    <a:pt x="81915" y="35243"/>
                  </a:lnTo>
                  <a:lnTo>
                    <a:pt x="88582" y="33338"/>
                  </a:lnTo>
                  <a:lnTo>
                    <a:pt x="91916" y="34290"/>
                  </a:lnTo>
                  <a:lnTo>
                    <a:pt x="98584" y="37148"/>
                  </a:lnTo>
                  <a:lnTo>
                    <a:pt x="101918" y="38576"/>
                  </a:lnTo>
                  <a:lnTo>
                    <a:pt x="104299" y="39529"/>
                  </a:lnTo>
                  <a:lnTo>
                    <a:pt x="106680" y="43339"/>
                  </a:lnTo>
                  <a:lnTo>
                    <a:pt x="108109" y="43339"/>
                  </a:lnTo>
                  <a:lnTo>
                    <a:pt x="109538" y="42386"/>
                  </a:lnTo>
                  <a:lnTo>
                    <a:pt x="110490" y="41434"/>
                  </a:lnTo>
                  <a:lnTo>
                    <a:pt x="110966" y="38100"/>
                  </a:lnTo>
                  <a:lnTo>
                    <a:pt x="114300" y="36195"/>
                  </a:lnTo>
                  <a:lnTo>
                    <a:pt x="121444" y="33814"/>
                  </a:lnTo>
                  <a:lnTo>
                    <a:pt x="121920" y="32385"/>
                  </a:lnTo>
                  <a:lnTo>
                    <a:pt x="121920" y="31433"/>
                  </a:lnTo>
                  <a:lnTo>
                    <a:pt x="120015" y="31433"/>
                  </a:lnTo>
                  <a:lnTo>
                    <a:pt x="111443" y="32861"/>
                  </a:lnTo>
                  <a:lnTo>
                    <a:pt x="109538" y="32385"/>
                  </a:lnTo>
                  <a:lnTo>
                    <a:pt x="108109" y="30480"/>
                  </a:lnTo>
                  <a:lnTo>
                    <a:pt x="107156" y="28099"/>
                  </a:lnTo>
                  <a:lnTo>
                    <a:pt x="104775" y="27146"/>
                  </a:lnTo>
                  <a:lnTo>
                    <a:pt x="102394" y="26670"/>
                  </a:lnTo>
                  <a:lnTo>
                    <a:pt x="101441" y="25718"/>
                  </a:lnTo>
                  <a:lnTo>
                    <a:pt x="101441" y="24765"/>
                  </a:lnTo>
                  <a:lnTo>
                    <a:pt x="101918" y="23813"/>
                  </a:lnTo>
                  <a:lnTo>
                    <a:pt x="101918" y="23336"/>
                  </a:lnTo>
                  <a:lnTo>
                    <a:pt x="107632" y="19050"/>
                  </a:lnTo>
                  <a:lnTo>
                    <a:pt x="112871" y="15240"/>
                  </a:lnTo>
                  <a:lnTo>
                    <a:pt x="113348" y="14764"/>
                  </a:lnTo>
                  <a:lnTo>
                    <a:pt x="113824" y="13811"/>
                  </a:lnTo>
                  <a:lnTo>
                    <a:pt x="114776" y="12383"/>
                  </a:lnTo>
                  <a:lnTo>
                    <a:pt x="114776" y="11906"/>
                  </a:lnTo>
                  <a:lnTo>
                    <a:pt x="110966" y="10478"/>
                  </a:lnTo>
                  <a:lnTo>
                    <a:pt x="110966" y="9525"/>
                  </a:lnTo>
                  <a:lnTo>
                    <a:pt x="111919" y="8573"/>
                  </a:lnTo>
                  <a:lnTo>
                    <a:pt x="111919" y="7620"/>
                  </a:lnTo>
                  <a:lnTo>
                    <a:pt x="109061" y="4763"/>
                  </a:lnTo>
                  <a:lnTo>
                    <a:pt x="104299" y="476"/>
                  </a:lnTo>
                  <a:lnTo>
                    <a:pt x="102870" y="0"/>
                  </a:lnTo>
                  <a:lnTo>
                    <a:pt x="101918" y="476"/>
                  </a:lnTo>
                  <a:lnTo>
                    <a:pt x="100013" y="4763"/>
                  </a:lnTo>
                  <a:lnTo>
                    <a:pt x="99060" y="5715"/>
                  </a:lnTo>
                  <a:lnTo>
                    <a:pt x="93821" y="8573"/>
                  </a:lnTo>
                  <a:lnTo>
                    <a:pt x="89535" y="10478"/>
                  </a:lnTo>
                  <a:lnTo>
                    <a:pt x="81439" y="13811"/>
                  </a:lnTo>
                  <a:lnTo>
                    <a:pt x="79534" y="14764"/>
                  </a:lnTo>
                  <a:lnTo>
                    <a:pt x="78105" y="14764"/>
                  </a:lnTo>
                  <a:lnTo>
                    <a:pt x="76676" y="14288"/>
                  </a:lnTo>
                  <a:lnTo>
                    <a:pt x="72390" y="10954"/>
                  </a:lnTo>
                  <a:lnTo>
                    <a:pt x="69532" y="9525"/>
                  </a:lnTo>
                  <a:lnTo>
                    <a:pt x="67627" y="10954"/>
                  </a:lnTo>
                  <a:lnTo>
                    <a:pt x="66199" y="12859"/>
                  </a:lnTo>
                  <a:lnTo>
                    <a:pt x="66199" y="16193"/>
                  </a:lnTo>
                  <a:lnTo>
                    <a:pt x="64294" y="18098"/>
                  </a:lnTo>
                  <a:lnTo>
                    <a:pt x="62389" y="19050"/>
                  </a:lnTo>
                  <a:lnTo>
                    <a:pt x="65723" y="28575"/>
                  </a:lnTo>
                  <a:lnTo>
                    <a:pt x="65246" y="30004"/>
                  </a:lnTo>
                  <a:lnTo>
                    <a:pt x="62865" y="30480"/>
                  </a:lnTo>
                  <a:lnTo>
                    <a:pt x="64770" y="34290"/>
                  </a:lnTo>
                  <a:lnTo>
                    <a:pt x="63341" y="34766"/>
                  </a:lnTo>
                  <a:lnTo>
                    <a:pt x="59531" y="33814"/>
                  </a:lnTo>
                  <a:lnTo>
                    <a:pt x="54293" y="33338"/>
                  </a:lnTo>
                  <a:lnTo>
                    <a:pt x="44291" y="34766"/>
                  </a:lnTo>
                  <a:lnTo>
                    <a:pt x="43339" y="35243"/>
                  </a:lnTo>
                  <a:lnTo>
                    <a:pt x="42863" y="36195"/>
                  </a:lnTo>
                  <a:lnTo>
                    <a:pt x="43339" y="37148"/>
                  </a:lnTo>
                  <a:lnTo>
                    <a:pt x="48101" y="37148"/>
                  </a:lnTo>
                  <a:lnTo>
                    <a:pt x="52864" y="36671"/>
                  </a:lnTo>
                  <a:lnTo>
                    <a:pt x="54293" y="37148"/>
                  </a:lnTo>
                  <a:lnTo>
                    <a:pt x="54293" y="38100"/>
                  </a:lnTo>
                  <a:lnTo>
                    <a:pt x="53816" y="39053"/>
                  </a:lnTo>
                  <a:lnTo>
                    <a:pt x="52388" y="39053"/>
                  </a:lnTo>
                  <a:lnTo>
                    <a:pt x="49054" y="39529"/>
                  </a:lnTo>
                  <a:lnTo>
                    <a:pt x="48577" y="40481"/>
                  </a:lnTo>
                  <a:lnTo>
                    <a:pt x="48577" y="41434"/>
                  </a:lnTo>
                  <a:lnTo>
                    <a:pt x="50006" y="43339"/>
                  </a:lnTo>
                  <a:lnTo>
                    <a:pt x="51435" y="44768"/>
                  </a:lnTo>
                  <a:lnTo>
                    <a:pt x="51435" y="45720"/>
                  </a:lnTo>
                  <a:lnTo>
                    <a:pt x="50959" y="46196"/>
                  </a:lnTo>
                  <a:lnTo>
                    <a:pt x="50482" y="46673"/>
                  </a:lnTo>
                  <a:lnTo>
                    <a:pt x="49530" y="45720"/>
                  </a:lnTo>
                  <a:lnTo>
                    <a:pt x="49054" y="45720"/>
                  </a:lnTo>
                  <a:lnTo>
                    <a:pt x="48577" y="46673"/>
                  </a:lnTo>
                  <a:lnTo>
                    <a:pt x="48101" y="47625"/>
                  </a:lnTo>
                  <a:lnTo>
                    <a:pt x="47149" y="48578"/>
                  </a:lnTo>
                  <a:lnTo>
                    <a:pt x="45720" y="48101"/>
                  </a:lnTo>
                  <a:lnTo>
                    <a:pt x="44291" y="48578"/>
                  </a:lnTo>
                  <a:lnTo>
                    <a:pt x="43339" y="52388"/>
                  </a:lnTo>
                  <a:lnTo>
                    <a:pt x="42386" y="56674"/>
                  </a:lnTo>
                  <a:lnTo>
                    <a:pt x="39529" y="59531"/>
                  </a:lnTo>
                  <a:lnTo>
                    <a:pt x="38100" y="60484"/>
                  </a:lnTo>
                  <a:lnTo>
                    <a:pt x="35719" y="60960"/>
                  </a:lnTo>
                  <a:lnTo>
                    <a:pt x="32385" y="60484"/>
                  </a:lnTo>
                  <a:lnTo>
                    <a:pt x="30480" y="60008"/>
                  </a:lnTo>
                  <a:lnTo>
                    <a:pt x="24765" y="59531"/>
                  </a:lnTo>
                  <a:lnTo>
                    <a:pt x="19050" y="58579"/>
                  </a:lnTo>
                  <a:lnTo>
                    <a:pt x="12382" y="57626"/>
                  </a:lnTo>
                  <a:lnTo>
                    <a:pt x="6191" y="60008"/>
                  </a:lnTo>
                  <a:lnTo>
                    <a:pt x="4286" y="61436"/>
                  </a:lnTo>
                  <a:lnTo>
                    <a:pt x="3334" y="62865"/>
                  </a:lnTo>
                  <a:lnTo>
                    <a:pt x="2381" y="63341"/>
                  </a:lnTo>
                  <a:lnTo>
                    <a:pt x="0" y="72390"/>
                  </a:lnTo>
                  <a:lnTo>
                    <a:pt x="476" y="73343"/>
                  </a:lnTo>
                  <a:lnTo>
                    <a:pt x="1905" y="74295"/>
                  </a:lnTo>
                  <a:lnTo>
                    <a:pt x="9049" y="76200"/>
                  </a:lnTo>
                  <a:lnTo>
                    <a:pt x="10001" y="77153"/>
                  </a:lnTo>
                  <a:lnTo>
                    <a:pt x="10477" y="78105"/>
                  </a:lnTo>
                  <a:lnTo>
                    <a:pt x="10954" y="81915"/>
                  </a:lnTo>
                  <a:lnTo>
                    <a:pt x="11430" y="82391"/>
                  </a:lnTo>
                  <a:lnTo>
                    <a:pt x="13811" y="82868"/>
                  </a:lnTo>
                  <a:lnTo>
                    <a:pt x="17621" y="82868"/>
                  </a:lnTo>
                  <a:lnTo>
                    <a:pt x="20479" y="82391"/>
                  </a:lnTo>
                  <a:lnTo>
                    <a:pt x="23336" y="82868"/>
                  </a:lnTo>
                  <a:lnTo>
                    <a:pt x="25241" y="83820"/>
                  </a:lnTo>
                  <a:lnTo>
                    <a:pt x="26194" y="85249"/>
                  </a:lnTo>
                  <a:lnTo>
                    <a:pt x="26670" y="86678"/>
                  </a:lnTo>
                  <a:lnTo>
                    <a:pt x="23336" y="95250"/>
                  </a:lnTo>
                  <a:lnTo>
                    <a:pt x="23813" y="98584"/>
                  </a:lnTo>
                  <a:lnTo>
                    <a:pt x="24765" y="103346"/>
                  </a:lnTo>
                  <a:lnTo>
                    <a:pt x="26670" y="106680"/>
                  </a:lnTo>
                  <a:lnTo>
                    <a:pt x="30480" y="110014"/>
                  </a:lnTo>
                  <a:lnTo>
                    <a:pt x="33338" y="112395"/>
                  </a:lnTo>
                  <a:lnTo>
                    <a:pt x="33814" y="113347"/>
                  </a:lnTo>
                  <a:lnTo>
                    <a:pt x="33814" y="114776"/>
                  </a:lnTo>
                  <a:lnTo>
                    <a:pt x="33338" y="116681"/>
                  </a:lnTo>
                  <a:lnTo>
                    <a:pt x="31909" y="120015"/>
                  </a:lnTo>
                  <a:lnTo>
                    <a:pt x="30004" y="122872"/>
                  </a:lnTo>
                  <a:lnTo>
                    <a:pt x="28099" y="124301"/>
                  </a:lnTo>
                  <a:lnTo>
                    <a:pt x="25241" y="128111"/>
                  </a:lnTo>
                  <a:lnTo>
                    <a:pt x="22860" y="132397"/>
                  </a:lnTo>
                  <a:lnTo>
                    <a:pt x="17621" y="138113"/>
                  </a:lnTo>
                  <a:lnTo>
                    <a:pt x="15716" y="141446"/>
                  </a:lnTo>
                  <a:lnTo>
                    <a:pt x="15240" y="150971"/>
                  </a:lnTo>
                  <a:lnTo>
                    <a:pt x="13811" y="153829"/>
                  </a:lnTo>
                  <a:lnTo>
                    <a:pt x="14288" y="155258"/>
                  </a:lnTo>
                  <a:lnTo>
                    <a:pt x="16669" y="158115"/>
                  </a:lnTo>
                  <a:lnTo>
                    <a:pt x="20955" y="161449"/>
                  </a:lnTo>
                  <a:lnTo>
                    <a:pt x="24765" y="162401"/>
                  </a:lnTo>
                  <a:lnTo>
                    <a:pt x="29527" y="159544"/>
                  </a:lnTo>
                  <a:lnTo>
                    <a:pt x="30956" y="160020"/>
                  </a:lnTo>
                  <a:lnTo>
                    <a:pt x="31909" y="159068"/>
                  </a:lnTo>
                  <a:lnTo>
                    <a:pt x="32385" y="157163"/>
                  </a:lnTo>
                  <a:lnTo>
                    <a:pt x="35243" y="155258"/>
                  </a:lnTo>
                  <a:lnTo>
                    <a:pt x="40481" y="153353"/>
                  </a:lnTo>
                  <a:lnTo>
                    <a:pt x="43339" y="151924"/>
                  </a:lnTo>
                  <a:lnTo>
                    <a:pt x="44291" y="150495"/>
                  </a:lnTo>
                  <a:lnTo>
                    <a:pt x="46196" y="150019"/>
                  </a:lnTo>
                  <a:lnTo>
                    <a:pt x="48101" y="150495"/>
                  </a:lnTo>
                  <a:lnTo>
                    <a:pt x="49530" y="150019"/>
                  </a:lnTo>
                  <a:lnTo>
                    <a:pt x="50006" y="148590"/>
                  </a:lnTo>
                  <a:lnTo>
                    <a:pt x="50482" y="148114"/>
                  </a:lnTo>
                  <a:lnTo>
                    <a:pt x="51435" y="147638"/>
                  </a:lnTo>
                  <a:lnTo>
                    <a:pt x="52388" y="147638"/>
                  </a:lnTo>
                  <a:lnTo>
                    <a:pt x="53816" y="148114"/>
                  </a:lnTo>
                  <a:lnTo>
                    <a:pt x="56674" y="150495"/>
                  </a:lnTo>
                  <a:lnTo>
                    <a:pt x="60960" y="154781"/>
                  </a:lnTo>
                  <a:lnTo>
                    <a:pt x="63818" y="156686"/>
                  </a:lnTo>
                  <a:lnTo>
                    <a:pt x="65246" y="156210"/>
                  </a:lnTo>
                  <a:lnTo>
                    <a:pt x="67151" y="154781"/>
                  </a:lnTo>
                  <a:lnTo>
                    <a:pt x="69056" y="152400"/>
                  </a:lnTo>
                  <a:lnTo>
                    <a:pt x="69532" y="149066"/>
                  </a:lnTo>
                  <a:lnTo>
                    <a:pt x="68580" y="144780"/>
                  </a:lnTo>
                  <a:lnTo>
                    <a:pt x="69056" y="141446"/>
                  </a:lnTo>
                  <a:lnTo>
                    <a:pt x="71438" y="139065"/>
                  </a:lnTo>
                  <a:lnTo>
                    <a:pt x="76200" y="137636"/>
                  </a:lnTo>
                  <a:lnTo>
                    <a:pt x="82868" y="137160"/>
                  </a:lnTo>
                  <a:lnTo>
                    <a:pt x="87154" y="137636"/>
                  </a:lnTo>
                  <a:lnTo>
                    <a:pt x="88582" y="139065"/>
                  </a:lnTo>
                  <a:lnTo>
                    <a:pt x="90488" y="140018"/>
                  </a:lnTo>
                  <a:lnTo>
                    <a:pt x="92869" y="140018"/>
                  </a:lnTo>
                  <a:lnTo>
                    <a:pt x="95250" y="138589"/>
                  </a:lnTo>
                  <a:lnTo>
                    <a:pt x="97155" y="135255"/>
                  </a:lnTo>
                  <a:lnTo>
                    <a:pt x="97155" y="131445"/>
                  </a:lnTo>
                  <a:lnTo>
                    <a:pt x="95250" y="126683"/>
                  </a:lnTo>
                  <a:lnTo>
                    <a:pt x="95726" y="125254"/>
                  </a:lnTo>
                  <a:lnTo>
                    <a:pt x="96679" y="124778"/>
                  </a:lnTo>
                  <a:lnTo>
                    <a:pt x="99060" y="122872"/>
                  </a:lnTo>
                  <a:lnTo>
                    <a:pt x="102394" y="119539"/>
                  </a:lnTo>
                  <a:lnTo>
                    <a:pt x="105727" y="114776"/>
                  </a:lnTo>
                  <a:lnTo>
                    <a:pt x="109061" y="109061"/>
                  </a:lnTo>
                  <a:lnTo>
                    <a:pt x="113348" y="105728"/>
                  </a:lnTo>
                  <a:lnTo>
                    <a:pt x="118110" y="104299"/>
                  </a:lnTo>
                  <a:lnTo>
                    <a:pt x="123825" y="105728"/>
                  </a:lnTo>
                  <a:lnTo>
                    <a:pt x="130969" y="110014"/>
                  </a:lnTo>
                  <a:lnTo>
                    <a:pt x="133350" y="115253"/>
                  </a:lnTo>
                  <a:lnTo>
                    <a:pt x="131445" y="121444"/>
                  </a:lnTo>
                  <a:lnTo>
                    <a:pt x="131445" y="124778"/>
                  </a:lnTo>
                  <a:lnTo>
                    <a:pt x="132874" y="125254"/>
                  </a:lnTo>
                  <a:lnTo>
                    <a:pt x="135255" y="125254"/>
                  </a:lnTo>
                  <a:lnTo>
                    <a:pt x="138589" y="124301"/>
                  </a:lnTo>
                  <a:lnTo>
                    <a:pt x="140970" y="124301"/>
                  </a:lnTo>
                  <a:lnTo>
                    <a:pt x="141923" y="125254"/>
                  </a:lnTo>
                  <a:lnTo>
                    <a:pt x="141923" y="127159"/>
                  </a:lnTo>
                  <a:lnTo>
                    <a:pt x="140970" y="130016"/>
                  </a:lnTo>
                  <a:lnTo>
                    <a:pt x="139541" y="137636"/>
                  </a:lnTo>
                  <a:lnTo>
                    <a:pt x="138589" y="144304"/>
                  </a:lnTo>
                  <a:lnTo>
                    <a:pt x="137636" y="150495"/>
                  </a:lnTo>
                  <a:lnTo>
                    <a:pt x="136684" y="156210"/>
                  </a:lnTo>
                  <a:lnTo>
                    <a:pt x="138113" y="160496"/>
                  </a:lnTo>
                  <a:lnTo>
                    <a:pt x="140018" y="167164"/>
                  </a:lnTo>
                  <a:lnTo>
                    <a:pt x="142399" y="171450"/>
                  </a:lnTo>
                  <a:lnTo>
                    <a:pt x="144780" y="172879"/>
                  </a:lnTo>
                  <a:lnTo>
                    <a:pt x="147161" y="173355"/>
                  </a:lnTo>
                  <a:lnTo>
                    <a:pt x="149543" y="172879"/>
                  </a:lnTo>
                  <a:lnTo>
                    <a:pt x="154305" y="170021"/>
                  </a:lnTo>
                  <a:lnTo>
                    <a:pt x="161449" y="164783"/>
                  </a:lnTo>
                  <a:lnTo>
                    <a:pt x="168593" y="161449"/>
                  </a:lnTo>
                  <a:lnTo>
                    <a:pt x="178594" y="159544"/>
                  </a:lnTo>
                  <a:lnTo>
                    <a:pt x="181927" y="153829"/>
                  </a:lnTo>
                  <a:lnTo>
                    <a:pt x="186690" y="150019"/>
                  </a:lnTo>
                  <a:lnTo>
                    <a:pt x="197644" y="144780"/>
                  </a:lnTo>
                  <a:lnTo>
                    <a:pt x="203359" y="142875"/>
                  </a:lnTo>
                  <a:lnTo>
                    <a:pt x="206693" y="142399"/>
                  </a:lnTo>
                  <a:lnTo>
                    <a:pt x="210979" y="143351"/>
                  </a:lnTo>
                  <a:lnTo>
                    <a:pt x="211931" y="143828"/>
                  </a:lnTo>
                  <a:lnTo>
                    <a:pt x="212884" y="144304"/>
                  </a:lnTo>
                  <a:lnTo>
                    <a:pt x="215265" y="144780"/>
                  </a:lnTo>
                  <a:lnTo>
                    <a:pt x="215741" y="146685"/>
                  </a:lnTo>
                  <a:lnTo>
                    <a:pt x="215265" y="148590"/>
                  </a:lnTo>
                  <a:lnTo>
                    <a:pt x="212884" y="150019"/>
                  </a:lnTo>
                  <a:lnTo>
                    <a:pt x="211931" y="150971"/>
                  </a:lnTo>
                  <a:lnTo>
                    <a:pt x="212884" y="151924"/>
                  </a:lnTo>
                  <a:lnTo>
                    <a:pt x="216218" y="152400"/>
                  </a:lnTo>
                  <a:lnTo>
                    <a:pt x="222885" y="150495"/>
                  </a:lnTo>
                  <a:lnTo>
                    <a:pt x="227171" y="149066"/>
                  </a:lnTo>
                  <a:lnTo>
                    <a:pt x="230029" y="148590"/>
                  </a:lnTo>
                  <a:lnTo>
                    <a:pt x="231457" y="146685"/>
                  </a:lnTo>
                  <a:lnTo>
                    <a:pt x="233363" y="144780"/>
                  </a:lnTo>
                  <a:lnTo>
                    <a:pt x="236220" y="144780"/>
                  </a:lnTo>
                  <a:lnTo>
                    <a:pt x="239554" y="145733"/>
                  </a:lnTo>
                  <a:lnTo>
                    <a:pt x="242411" y="146209"/>
                  </a:lnTo>
                  <a:lnTo>
                    <a:pt x="247174" y="145733"/>
                  </a:lnTo>
                  <a:lnTo>
                    <a:pt x="249555" y="147161"/>
                  </a:lnTo>
                  <a:lnTo>
                    <a:pt x="252889" y="150019"/>
                  </a:lnTo>
                  <a:lnTo>
                    <a:pt x="254318" y="151924"/>
                  </a:lnTo>
                  <a:lnTo>
                    <a:pt x="254794" y="152400"/>
                  </a:lnTo>
                  <a:lnTo>
                    <a:pt x="255746" y="151924"/>
                  </a:lnTo>
                  <a:lnTo>
                    <a:pt x="258604" y="150019"/>
                  </a:lnTo>
                  <a:lnTo>
                    <a:pt x="260985" y="148114"/>
                  </a:lnTo>
                  <a:lnTo>
                    <a:pt x="262414" y="146685"/>
                  </a:lnTo>
                  <a:lnTo>
                    <a:pt x="263843" y="141446"/>
                  </a:lnTo>
                  <a:close/>
                </a:path>
              </a:pathLst>
            </a:custGeom>
            <a:grpFill/>
            <a:ln w="317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9FB21438-C866-4469-860E-69410DC4D3D6}"/>
                </a:ext>
              </a:extLst>
            </p:cNvPr>
            <p:cNvSpPr/>
            <p:nvPr/>
          </p:nvSpPr>
          <p:spPr>
            <a:xfrm>
              <a:off x="9033033" y="3602354"/>
              <a:ext cx="280035" cy="502919"/>
            </a:xfrm>
            <a:custGeom>
              <a:avLst/>
              <a:gdLst>
                <a:gd name="connsiteX0" fmla="*/ 280035 w 280035"/>
                <a:gd name="connsiteY0" fmla="*/ 165259 h 502919"/>
                <a:gd name="connsiteX1" fmla="*/ 278130 w 280035"/>
                <a:gd name="connsiteY1" fmla="*/ 163830 h 502919"/>
                <a:gd name="connsiteX2" fmla="*/ 274797 w 280035"/>
                <a:gd name="connsiteY2" fmla="*/ 162401 h 502919"/>
                <a:gd name="connsiteX3" fmla="*/ 272415 w 280035"/>
                <a:gd name="connsiteY3" fmla="*/ 160496 h 502919"/>
                <a:gd name="connsiteX4" fmla="*/ 271463 w 280035"/>
                <a:gd name="connsiteY4" fmla="*/ 158591 h 502919"/>
                <a:gd name="connsiteX5" fmla="*/ 271463 w 280035"/>
                <a:gd name="connsiteY5" fmla="*/ 156686 h 502919"/>
                <a:gd name="connsiteX6" fmla="*/ 272415 w 280035"/>
                <a:gd name="connsiteY6" fmla="*/ 155257 h 502919"/>
                <a:gd name="connsiteX7" fmla="*/ 270034 w 280035"/>
                <a:gd name="connsiteY7" fmla="*/ 153352 h 502919"/>
                <a:gd name="connsiteX8" fmla="*/ 263843 w 280035"/>
                <a:gd name="connsiteY8" fmla="*/ 151447 h 502919"/>
                <a:gd name="connsiteX9" fmla="*/ 260509 w 280035"/>
                <a:gd name="connsiteY9" fmla="*/ 149066 h 502919"/>
                <a:gd name="connsiteX10" fmla="*/ 259556 w 280035"/>
                <a:gd name="connsiteY10" fmla="*/ 146209 h 502919"/>
                <a:gd name="connsiteX11" fmla="*/ 257175 w 280035"/>
                <a:gd name="connsiteY11" fmla="*/ 142875 h 502919"/>
                <a:gd name="connsiteX12" fmla="*/ 252889 w 280035"/>
                <a:gd name="connsiteY12" fmla="*/ 138589 h 502919"/>
                <a:gd name="connsiteX13" fmla="*/ 250508 w 280035"/>
                <a:gd name="connsiteY13" fmla="*/ 132397 h 502919"/>
                <a:gd name="connsiteX14" fmla="*/ 250031 w 280035"/>
                <a:gd name="connsiteY14" fmla="*/ 124301 h 502919"/>
                <a:gd name="connsiteX15" fmla="*/ 250508 w 280035"/>
                <a:gd name="connsiteY15" fmla="*/ 117634 h 502919"/>
                <a:gd name="connsiteX16" fmla="*/ 252413 w 280035"/>
                <a:gd name="connsiteY16" fmla="*/ 110014 h 502919"/>
                <a:gd name="connsiteX17" fmla="*/ 250031 w 280035"/>
                <a:gd name="connsiteY17" fmla="*/ 104299 h 502919"/>
                <a:gd name="connsiteX18" fmla="*/ 247174 w 280035"/>
                <a:gd name="connsiteY18" fmla="*/ 101441 h 502919"/>
                <a:gd name="connsiteX19" fmla="*/ 243364 w 280035"/>
                <a:gd name="connsiteY19" fmla="*/ 99060 h 502919"/>
                <a:gd name="connsiteX20" fmla="*/ 239554 w 280035"/>
                <a:gd name="connsiteY20" fmla="*/ 95726 h 502919"/>
                <a:gd name="connsiteX21" fmla="*/ 235744 w 280035"/>
                <a:gd name="connsiteY21" fmla="*/ 91916 h 502919"/>
                <a:gd name="connsiteX22" fmla="*/ 231458 w 280035"/>
                <a:gd name="connsiteY22" fmla="*/ 85725 h 502919"/>
                <a:gd name="connsiteX23" fmla="*/ 226219 w 280035"/>
                <a:gd name="connsiteY23" fmla="*/ 77629 h 502919"/>
                <a:gd name="connsiteX24" fmla="*/ 222885 w 280035"/>
                <a:gd name="connsiteY24" fmla="*/ 74295 h 502919"/>
                <a:gd name="connsiteX25" fmla="*/ 220980 w 280035"/>
                <a:gd name="connsiteY25" fmla="*/ 75247 h 502919"/>
                <a:gd name="connsiteX26" fmla="*/ 217170 w 280035"/>
                <a:gd name="connsiteY26" fmla="*/ 74295 h 502919"/>
                <a:gd name="connsiteX27" fmla="*/ 211455 w 280035"/>
                <a:gd name="connsiteY27" fmla="*/ 71914 h 502919"/>
                <a:gd name="connsiteX28" fmla="*/ 206693 w 280035"/>
                <a:gd name="connsiteY28" fmla="*/ 70485 h 502919"/>
                <a:gd name="connsiteX29" fmla="*/ 202406 w 280035"/>
                <a:gd name="connsiteY29" fmla="*/ 70485 h 502919"/>
                <a:gd name="connsiteX30" fmla="*/ 199549 w 280035"/>
                <a:gd name="connsiteY30" fmla="*/ 70961 h 502919"/>
                <a:gd name="connsiteX31" fmla="*/ 198120 w 280035"/>
                <a:gd name="connsiteY31" fmla="*/ 72390 h 502919"/>
                <a:gd name="connsiteX32" fmla="*/ 198120 w 280035"/>
                <a:gd name="connsiteY32" fmla="*/ 73819 h 502919"/>
                <a:gd name="connsiteX33" fmla="*/ 199073 w 280035"/>
                <a:gd name="connsiteY33" fmla="*/ 74771 h 502919"/>
                <a:gd name="connsiteX34" fmla="*/ 198597 w 280035"/>
                <a:gd name="connsiteY34" fmla="*/ 75724 h 502919"/>
                <a:gd name="connsiteX35" fmla="*/ 196215 w 280035"/>
                <a:gd name="connsiteY35" fmla="*/ 76200 h 502919"/>
                <a:gd name="connsiteX36" fmla="*/ 194310 w 280035"/>
                <a:gd name="connsiteY36" fmla="*/ 77629 h 502919"/>
                <a:gd name="connsiteX37" fmla="*/ 192405 w 280035"/>
                <a:gd name="connsiteY37" fmla="*/ 80486 h 502919"/>
                <a:gd name="connsiteX38" fmla="*/ 190977 w 280035"/>
                <a:gd name="connsiteY38" fmla="*/ 84296 h 502919"/>
                <a:gd name="connsiteX39" fmla="*/ 189072 w 280035"/>
                <a:gd name="connsiteY39" fmla="*/ 85725 h 502919"/>
                <a:gd name="connsiteX40" fmla="*/ 185738 w 280035"/>
                <a:gd name="connsiteY40" fmla="*/ 86201 h 502919"/>
                <a:gd name="connsiteX41" fmla="*/ 182404 w 280035"/>
                <a:gd name="connsiteY41" fmla="*/ 87154 h 502919"/>
                <a:gd name="connsiteX42" fmla="*/ 179547 w 280035"/>
                <a:gd name="connsiteY42" fmla="*/ 89059 h 502919"/>
                <a:gd name="connsiteX43" fmla="*/ 178118 w 280035"/>
                <a:gd name="connsiteY43" fmla="*/ 90488 h 502919"/>
                <a:gd name="connsiteX44" fmla="*/ 178118 w 280035"/>
                <a:gd name="connsiteY44" fmla="*/ 91440 h 502919"/>
                <a:gd name="connsiteX45" fmla="*/ 177641 w 280035"/>
                <a:gd name="connsiteY45" fmla="*/ 91440 h 502919"/>
                <a:gd name="connsiteX46" fmla="*/ 176213 w 280035"/>
                <a:gd name="connsiteY46" fmla="*/ 90964 h 502919"/>
                <a:gd name="connsiteX47" fmla="*/ 175736 w 280035"/>
                <a:gd name="connsiteY47" fmla="*/ 89535 h 502919"/>
                <a:gd name="connsiteX48" fmla="*/ 175736 w 280035"/>
                <a:gd name="connsiteY48" fmla="*/ 87630 h 502919"/>
                <a:gd name="connsiteX49" fmla="*/ 174308 w 280035"/>
                <a:gd name="connsiteY49" fmla="*/ 86201 h 502919"/>
                <a:gd name="connsiteX50" fmla="*/ 170974 w 280035"/>
                <a:gd name="connsiteY50" fmla="*/ 85725 h 502919"/>
                <a:gd name="connsiteX51" fmla="*/ 167164 w 280035"/>
                <a:gd name="connsiteY51" fmla="*/ 83820 h 502919"/>
                <a:gd name="connsiteX52" fmla="*/ 162878 w 280035"/>
                <a:gd name="connsiteY52" fmla="*/ 80010 h 502919"/>
                <a:gd name="connsiteX53" fmla="*/ 160020 w 280035"/>
                <a:gd name="connsiteY53" fmla="*/ 78105 h 502919"/>
                <a:gd name="connsiteX54" fmla="*/ 158591 w 280035"/>
                <a:gd name="connsiteY54" fmla="*/ 77629 h 502919"/>
                <a:gd name="connsiteX55" fmla="*/ 156210 w 280035"/>
                <a:gd name="connsiteY55" fmla="*/ 79057 h 502919"/>
                <a:gd name="connsiteX56" fmla="*/ 153353 w 280035"/>
                <a:gd name="connsiteY56" fmla="*/ 81915 h 502919"/>
                <a:gd name="connsiteX57" fmla="*/ 150972 w 280035"/>
                <a:gd name="connsiteY57" fmla="*/ 83344 h 502919"/>
                <a:gd name="connsiteX58" fmla="*/ 149066 w 280035"/>
                <a:gd name="connsiteY58" fmla="*/ 82867 h 502919"/>
                <a:gd name="connsiteX59" fmla="*/ 147638 w 280035"/>
                <a:gd name="connsiteY59" fmla="*/ 83820 h 502919"/>
                <a:gd name="connsiteX60" fmla="*/ 146685 w 280035"/>
                <a:gd name="connsiteY60" fmla="*/ 86677 h 502919"/>
                <a:gd name="connsiteX61" fmla="*/ 144780 w 280035"/>
                <a:gd name="connsiteY61" fmla="*/ 89059 h 502919"/>
                <a:gd name="connsiteX62" fmla="*/ 140494 w 280035"/>
                <a:gd name="connsiteY62" fmla="*/ 91440 h 502919"/>
                <a:gd name="connsiteX63" fmla="*/ 140018 w 280035"/>
                <a:gd name="connsiteY63" fmla="*/ 91916 h 502919"/>
                <a:gd name="connsiteX64" fmla="*/ 135255 w 280035"/>
                <a:gd name="connsiteY64" fmla="*/ 95250 h 502919"/>
                <a:gd name="connsiteX65" fmla="*/ 131445 w 280035"/>
                <a:gd name="connsiteY65" fmla="*/ 98584 h 502919"/>
                <a:gd name="connsiteX66" fmla="*/ 127159 w 280035"/>
                <a:gd name="connsiteY66" fmla="*/ 102870 h 502919"/>
                <a:gd name="connsiteX67" fmla="*/ 125254 w 280035"/>
                <a:gd name="connsiteY67" fmla="*/ 103346 h 502919"/>
                <a:gd name="connsiteX68" fmla="*/ 123349 w 280035"/>
                <a:gd name="connsiteY68" fmla="*/ 102394 h 502919"/>
                <a:gd name="connsiteX69" fmla="*/ 120491 w 280035"/>
                <a:gd name="connsiteY69" fmla="*/ 101441 h 502919"/>
                <a:gd name="connsiteX70" fmla="*/ 119063 w 280035"/>
                <a:gd name="connsiteY70" fmla="*/ 100013 h 502919"/>
                <a:gd name="connsiteX71" fmla="*/ 121920 w 280035"/>
                <a:gd name="connsiteY71" fmla="*/ 92392 h 502919"/>
                <a:gd name="connsiteX72" fmla="*/ 125730 w 280035"/>
                <a:gd name="connsiteY72" fmla="*/ 84296 h 502919"/>
                <a:gd name="connsiteX73" fmla="*/ 126683 w 280035"/>
                <a:gd name="connsiteY73" fmla="*/ 80486 h 502919"/>
                <a:gd name="connsiteX74" fmla="*/ 126683 w 280035"/>
                <a:gd name="connsiteY74" fmla="*/ 77629 h 502919"/>
                <a:gd name="connsiteX75" fmla="*/ 126206 w 280035"/>
                <a:gd name="connsiteY75" fmla="*/ 75247 h 502919"/>
                <a:gd name="connsiteX76" fmla="*/ 124778 w 280035"/>
                <a:gd name="connsiteY76" fmla="*/ 72866 h 502919"/>
                <a:gd name="connsiteX77" fmla="*/ 123349 w 280035"/>
                <a:gd name="connsiteY77" fmla="*/ 70961 h 502919"/>
                <a:gd name="connsiteX78" fmla="*/ 123349 w 280035"/>
                <a:gd name="connsiteY78" fmla="*/ 69532 h 502919"/>
                <a:gd name="connsiteX79" fmla="*/ 123825 w 280035"/>
                <a:gd name="connsiteY79" fmla="*/ 68104 h 502919"/>
                <a:gd name="connsiteX80" fmla="*/ 125254 w 280035"/>
                <a:gd name="connsiteY80" fmla="*/ 66199 h 502919"/>
                <a:gd name="connsiteX81" fmla="*/ 127159 w 280035"/>
                <a:gd name="connsiteY81" fmla="*/ 63341 h 502919"/>
                <a:gd name="connsiteX82" fmla="*/ 129064 w 280035"/>
                <a:gd name="connsiteY82" fmla="*/ 57150 h 502919"/>
                <a:gd name="connsiteX83" fmla="*/ 131445 w 280035"/>
                <a:gd name="connsiteY83" fmla="*/ 50959 h 502919"/>
                <a:gd name="connsiteX84" fmla="*/ 131445 w 280035"/>
                <a:gd name="connsiteY84" fmla="*/ 47149 h 502919"/>
                <a:gd name="connsiteX85" fmla="*/ 129540 w 280035"/>
                <a:gd name="connsiteY85" fmla="*/ 42863 h 502919"/>
                <a:gd name="connsiteX86" fmla="*/ 128588 w 280035"/>
                <a:gd name="connsiteY86" fmla="*/ 38576 h 502919"/>
                <a:gd name="connsiteX87" fmla="*/ 129540 w 280035"/>
                <a:gd name="connsiteY87" fmla="*/ 32861 h 502919"/>
                <a:gd name="connsiteX88" fmla="*/ 129064 w 280035"/>
                <a:gd name="connsiteY88" fmla="*/ 30480 h 502919"/>
                <a:gd name="connsiteX89" fmla="*/ 127159 w 280035"/>
                <a:gd name="connsiteY89" fmla="*/ 29527 h 502919"/>
                <a:gd name="connsiteX90" fmla="*/ 120968 w 280035"/>
                <a:gd name="connsiteY90" fmla="*/ 28575 h 502919"/>
                <a:gd name="connsiteX91" fmla="*/ 119063 w 280035"/>
                <a:gd name="connsiteY91" fmla="*/ 28575 h 502919"/>
                <a:gd name="connsiteX92" fmla="*/ 117634 w 280035"/>
                <a:gd name="connsiteY92" fmla="*/ 29051 h 502919"/>
                <a:gd name="connsiteX93" fmla="*/ 115729 w 280035"/>
                <a:gd name="connsiteY93" fmla="*/ 30480 h 502919"/>
                <a:gd name="connsiteX94" fmla="*/ 113824 w 280035"/>
                <a:gd name="connsiteY94" fmla="*/ 31432 h 502919"/>
                <a:gd name="connsiteX95" fmla="*/ 110014 w 280035"/>
                <a:gd name="connsiteY95" fmla="*/ 31909 h 502919"/>
                <a:gd name="connsiteX96" fmla="*/ 106204 w 280035"/>
                <a:gd name="connsiteY96" fmla="*/ 30004 h 502919"/>
                <a:gd name="connsiteX97" fmla="*/ 102870 w 280035"/>
                <a:gd name="connsiteY97" fmla="*/ 26670 h 502919"/>
                <a:gd name="connsiteX98" fmla="*/ 101918 w 280035"/>
                <a:gd name="connsiteY98" fmla="*/ 22860 h 502919"/>
                <a:gd name="connsiteX99" fmla="*/ 104299 w 280035"/>
                <a:gd name="connsiteY99" fmla="*/ 18097 h 502919"/>
                <a:gd name="connsiteX100" fmla="*/ 105728 w 280035"/>
                <a:gd name="connsiteY100" fmla="*/ 14288 h 502919"/>
                <a:gd name="connsiteX101" fmla="*/ 106680 w 280035"/>
                <a:gd name="connsiteY101" fmla="*/ 10954 h 502919"/>
                <a:gd name="connsiteX102" fmla="*/ 106680 w 280035"/>
                <a:gd name="connsiteY102" fmla="*/ 9525 h 502919"/>
                <a:gd name="connsiteX103" fmla="*/ 106204 w 280035"/>
                <a:gd name="connsiteY103" fmla="*/ 8096 h 502919"/>
                <a:gd name="connsiteX104" fmla="*/ 105252 w 280035"/>
                <a:gd name="connsiteY104" fmla="*/ 8096 h 502919"/>
                <a:gd name="connsiteX105" fmla="*/ 103347 w 280035"/>
                <a:gd name="connsiteY105" fmla="*/ 6191 h 502919"/>
                <a:gd name="connsiteX106" fmla="*/ 101441 w 280035"/>
                <a:gd name="connsiteY106" fmla="*/ 2857 h 502919"/>
                <a:gd name="connsiteX107" fmla="*/ 99536 w 280035"/>
                <a:gd name="connsiteY107" fmla="*/ 1429 h 502919"/>
                <a:gd name="connsiteX108" fmla="*/ 97631 w 280035"/>
                <a:gd name="connsiteY108" fmla="*/ 1905 h 502919"/>
                <a:gd name="connsiteX109" fmla="*/ 96203 w 280035"/>
                <a:gd name="connsiteY109" fmla="*/ 3334 h 502919"/>
                <a:gd name="connsiteX110" fmla="*/ 94774 w 280035"/>
                <a:gd name="connsiteY110" fmla="*/ 5715 h 502919"/>
                <a:gd name="connsiteX111" fmla="*/ 93822 w 280035"/>
                <a:gd name="connsiteY111" fmla="*/ 6667 h 502919"/>
                <a:gd name="connsiteX112" fmla="*/ 92869 w 280035"/>
                <a:gd name="connsiteY112" fmla="*/ 6191 h 502919"/>
                <a:gd name="connsiteX113" fmla="*/ 93345 w 280035"/>
                <a:gd name="connsiteY113" fmla="*/ 4286 h 502919"/>
                <a:gd name="connsiteX114" fmla="*/ 89535 w 280035"/>
                <a:gd name="connsiteY114" fmla="*/ 1905 h 502919"/>
                <a:gd name="connsiteX115" fmla="*/ 87630 w 280035"/>
                <a:gd name="connsiteY115" fmla="*/ 476 h 502919"/>
                <a:gd name="connsiteX116" fmla="*/ 85249 w 280035"/>
                <a:gd name="connsiteY116" fmla="*/ 0 h 502919"/>
                <a:gd name="connsiteX117" fmla="*/ 82868 w 280035"/>
                <a:gd name="connsiteY117" fmla="*/ 1429 h 502919"/>
                <a:gd name="connsiteX118" fmla="*/ 80963 w 280035"/>
                <a:gd name="connsiteY118" fmla="*/ 2857 h 502919"/>
                <a:gd name="connsiteX119" fmla="*/ 79058 w 280035"/>
                <a:gd name="connsiteY119" fmla="*/ 3334 h 502919"/>
                <a:gd name="connsiteX120" fmla="*/ 76200 w 280035"/>
                <a:gd name="connsiteY120" fmla="*/ 3334 h 502919"/>
                <a:gd name="connsiteX121" fmla="*/ 72390 w 280035"/>
                <a:gd name="connsiteY121" fmla="*/ 2381 h 502919"/>
                <a:gd name="connsiteX122" fmla="*/ 70009 w 280035"/>
                <a:gd name="connsiteY122" fmla="*/ 1905 h 502919"/>
                <a:gd name="connsiteX123" fmla="*/ 69533 w 280035"/>
                <a:gd name="connsiteY123" fmla="*/ 2381 h 502919"/>
                <a:gd name="connsiteX124" fmla="*/ 70961 w 280035"/>
                <a:gd name="connsiteY124" fmla="*/ 5715 h 502919"/>
                <a:gd name="connsiteX125" fmla="*/ 71438 w 280035"/>
                <a:gd name="connsiteY125" fmla="*/ 8096 h 502919"/>
                <a:gd name="connsiteX126" fmla="*/ 70961 w 280035"/>
                <a:gd name="connsiteY126" fmla="*/ 9525 h 502919"/>
                <a:gd name="connsiteX127" fmla="*/ 70009 w 280035"/>
                <a:gd name="connsiteY127" fmla="*/ 10477 h 502919"/>
                <a:gd name="connsiteX128" fmla="*/ 68104 w 280035"/>
                <a:gd name="connsiteY128" fmla="*/ 11430 h 502919"/>
                <a:gd name="connsiteX129" fmla="*/ 66199 w 280035"/>
                <a:gd name="connsiteY129" fmla="*/ 11906 h 502919"/>
                <a:gd name="connsiteX130" fmla="*/ 64294 w 280035"/>
                <a:gd name="connsiteY130" fmla="*/ 11906 h 502919"/>
                <a:gd name="connsiteX131" fmla="*/ 61436 w 280035"/>
                <a:gd name="connsiteY131" fmla="*/ 10477 h 502919"/>
                <a:gd name="connsiteX132" fmla="*/ 59055 w 280035"/>
                <a:gd name="connsiteY132" fmla="*/ 10477 h 502919"/>
                <a:gd name="connsiteX133" fmla="*/ 57150 w 280035"/>
                <a:gd name="connsiteY133" fmla="*/ 10954 h 502919"/>
                <a:gd name="connsiteX134" fmla="*/ 56198 w 280035"/>
                <a:gd name="connsiteY134" fmla="*/ 11906 h 502919"/>
                <a:gd name="connsiteX135" fmla="*/ 55722 w 280035"/>
                <a:gd name="connsiteY135" fmla="*/ 12859 h 502919"/>
                <a:gd name="connsiteX136" fmla="*/ 54769 w 280035"/>
                <a:gd name="connsiteY136" fmla="*/ 19050 h 502919"/>
                <a:gd name="connsiteX137" fmla="*/ 53816 w 280035"/>
                <a:gd name="connsiteY137" fmla="*/ 20955 h 502919"/>
                <a:gd name="connsiteX138" fmla="*/ 52388 w 280035"/>
                <a:gd name="connsiteY138" fmla="*/ 21907 h 502919"/>
                <a:gd name="connsiteX139" fmla="*/ 50959 w 280035"/>
                <a:gd name="connsiteY139" fmla="*/ 21907 h 502919"/>
                <a:gd name="connsiteX140" fmla="*/ 49054 w 280035"/>
                <a:gd name="connsiteY140" fmla="*/ 21431 h 502919"/>
                <a:gd name="connsiteX141" fmla="*/ 47149 w 280035"/>
                <a:gd name="connsiteY141" fmla="*/ 21907 h 502919"/>
                <a:gd name="connsiteX142" fmla="*/ 38100 w 280035"/>
                <a:gd name="connsiteY142" fmla="*/ 24289 h 502919"/>
                <a:gd name="connsiteX143" fmla="*/ 36672 w 280035"/>
                <a:gd name="connsiteY143" fmla="*/ 24765 h 502919"/>
                <a:gd name="connsiteX144" fmla="*/ 33814 w 280035"/>
                <a:gd name="connsiteY144" fmla="*/ 24765 h 502919"/>
                <a:gd name="connsiteX145" fmla="*/ 30956 w 280035"/>
                <a:gd name="connsiteY145" fmla="*/ 24765 h 502919"/>
                <a:gd name="connsiteX146" fmla="*/ 29052 w 280035"/>
                <a:gd name="connsiteY146" fmla="*/ 24765 h 502919"/>
                <a:gd name="connsiteX147" fmla="*/ 24765 w 280035"/>
                <a:gd name="connsiteY147" fmla="*/ 22384 h 502919"/>
                <a:gd name="connsiteX148" fmla="*/ 22860 w 280035"/>
                <a:gd name="connsiteY148" fmla="*/ 21907 h 502919"/>
                <a:gd name="connsiteX149" fmla="*/ 21908 w 280035"/>
                <a:gd name="connsiteY149" fmla="*/ 22384 h 502919"/>
                <a:gd name="connsiteX150" fmla="*/ 20955 w 280035"/>
                <a:gd name="connsiteY150" fmla="*/ 25717 h 502919"/>
                <a:gd name="connsiteX151" fmla="*/ 18574 w 280035"/>
                <a:gd name="connsiteY151" fmla="*/ 27622 h 502919"/>
                <a:gd name="connsiteX152" fmla="*/ 15240 w 280035"/>
                <a:gd name="connsiteY152" fmla="*/ 32385 h 502919"/>
                <a:gd name="connsiteX153" fmla="*/ 14288 w 280035"/>
                <a:gd name="connsiteY153" fmla="*/ 39052 h 502919"/>
                <a:gd name="connsiteX154" fmla="*/ 14764 w 280035"/>
                <a:gd name="connsiteY154" fmla="*/ 43815 h 502919"/>
                <a:gd name="connsiteX155" fmla="*/ 11906 w 280035"/>
                <a:gd name="connsiteY155" fmla="*/ 48577 h 502919"/>
                <a:gd name="connsiteX156" fmla="*/ 11430 w 280035"/>
                <a:gd name="connsiteY156" fmla="*/ 50959 h 502919"/>
                <a:gd name="connsiteX157" fmla="*/ 12859 w 280035"/>
                <a:gd name="connsiteY157" fmla="*/ 61913 h 502919"/>
                <a:gd name="connsiteX158" fmla="*/ 12383 w 280035"/>
                <a:gd name="connsiteY158" fmla="*/ 62865 h 502919"/>
                <a:gd name="connsiteX159" fmla="*/ 11906 w 280035"/>
                <a:gd name="connsiteY159" fmla="*/ 63341 h 502919"/>
                <a:gd name="connsiteX160" fmla="*/ 10002 w 280035"/>
                <a:gd name="connsiteY160" fmla="*/ 63817 h 502919"/>
                <a:gd name="connsiteX161" fmla="*/ 6668 w 280035"/>
                <a:gd name="connsiteY161" fmla="*/ 64770 h 502919"/>
                <a:gd name="connsiteX162" fmla="*/ 4763 w 280035"/>
                <a:gd name="connsiteY162" fmla="*/ 65722 h 502919"/>
                <a:gd name="connsiteX163" fmla="*/ 3810 w 280035"/>
                <a:gd name="connsiteY163" fmla="*/ 65722 h 502919"/>
                <a:gd name="connsiteX164" fmla="*/ 953 w 280035"/>
                <a:gd name="connsiteY164" fmla="*/ 64770 h 502919"/>
                <a:gd name="connsiteX165" fmla="*/ 0 w 280035"/>
                <a:gd name="connsiteY165" fmla="*/ 64770 h 502919"/>
                <a:gd name="connsiteX166" fmla="*/ 0 w 280035"/>
                <a:gd name="connsiteY166" fmla="*/ 65722 h 502919"/>
                <a:gd name="connsiteX167" fmla="*/ 2381 w 280035"/>
                <a:gd name="connsiteY167" fmla="*/ 70485 h 502919"/>
                <a:gd name="connsiteX168" fmla="*/ 4763 w 280035"/>
                <a:gd name="connsiteY168" fmla="*/ 72866 h 502919"/>
                <a:gd name="connsiteX169" fmla="*/ 7144 w 280035"/>
                <a:gd name="connsiteY169" fmla="*/ 72390 h 502919"/>
                <a:gd name="connsiteX170" fmla="*/ 8097 w 280035"/>
                <a:gd name="connsiteY170" fmla="*/ 72866 h 502919"/>
                <a:gd name="connsiteX171" fmla="*/ 7620 w 280035"/>
                <a:gd name="connsiteY171" fmla="*/ 73819 h 502919"/>
                <a:gd name="connsiteX172" fmla="*/ 8573 w 280035"/>
                <a:gd name="connsiteY172" fmla="*/ 76676 h 502919"/>
                <a:gd name="connsiteX173" fmla="*/ 10954 w 280035"/>
                <a:gd name="connsiteY173" fmla="*/ 81439 h 502919"/>
                <a:gd name="connsiteX174" fmla="*/ 11430 w 280035"/>
                <a:gd name="connsiteY174" fmla="*/ 84772 h 502919"/>
                <a:gd name="connsiteX175" fmla="*/ 10002 w 280035"/>
                <a:gd name="connsiteY175" fmla="*/ 88106 h 502919"/>
                <a:gd name="connsiteX176" fmla="*/ 10478 w 280035"/>
                <a:gd name="connsiteY176" fmla="*/ 89535 h 502919"/>
                <a:gd name="connsiteX177" fmla="*/ 11430 w 280035"/>
                <a:gd name="connsiteY177" fmla="*/ 90488 h 502919"/>
                <a:gd name="connsiteX178" fmla="*/ 13811 w 280035"/>
                <a:gd name="connsiteY178" fmla="*/ 93821 h 502919"/>
                <a:gd name="connsiteX179" fmla="*/ 18574 w 280035"/>
                <a:gd name="connsiteY179" fmla="*/ 99060 h 502919"/>
                <a:gd name="connsiteX180" fmla="*/ 23336 w 280035"/>
                <a:gd name="connsiteY180" fmla="*/ 104775 h 502919"/>
                <a:gd name="connsiteX181" fmla="*/ 27147 w 280035"/>
                <a:gd name="connsiteY181" fmla="*/ 109538 h 502919"/>
                <a:gd name="connsiteX182" fmla="*/ 30004 w 280035"/>
                <a:gd name="connsiteY182" fmla="*/ 112871 h 502919"/>
                <a:gd name="connsiteX183" fmla="*/ 36195 w 280035"/>
                <a:gd name="connsiteY183" fmla="*/ 118586 h 502919"/>
                <a:gd name="connsiteX184" fmla="*/ 37148 w 280035"/>
                <a:gd name="connsiteY184" fmla="*/ 121444 h 502919"/>
                <a:gd name="connsiteX185" fmla="*/ 37148 w 280035"/>
                <a:gd name="connsiteY185" fmla="*/ 127159 h 502919"/>
                <a:gd name="connsiteX186" fmla="*/ 38577 w 280035"/>
                <a:gd name="connsiteY186" fmla="*/ 130492 h 502919"/>
                <a:gd name="connsiteX187" fmla="*/ 40005 w 280035"/>
                <a:gd name="connsiteY187" fmla="*/ 132874 h 502919"/>
                <a:gd name="connsiteX188" fmla="*/ 40958 w 280035"/>
                <a:gd name="connsiteY188" fmla="*/ 134779 h 502919"/>
                <a:gd name="connsiteX189" fmla="*/ 43339 w 280035"/>
                <a:gd name="connsiteY189" fmla="*/ 140970 h 502919"/>
                <a:gd name="connsiteX190" fmla="*/ 44291 w 280035"/>
                <a:gd name="connsiteY190" fmla="*/ 141922 h 502919"/>
                <a:gd name="connsiteX191" fmla="*/ 49054 w 280035"/>
                <a:gd name="connsiteY191" fmla="*/ 138113 h 502919"/>
                <a:gd name="connsiteX192" fmla="*/ 50006 w 280035"/>
                <a:gd name="connsiteY192" fmla="*/ 139065 h 502919"/>
                <a:gd name="connsiteX193" fmla="*/ 50483 w 280035"/>
                <a:gd name="connsiteY193" fmla="*/ 140494 h 502919"/>
                <a:gd name="connsiteX194" fmla="*/ 50483 w 280035"/>
                <a:gd name="connsiteY194" fmla="*/ 142399 h 502919"/>
                <a:gd name="connsiteX195" fmla="*/ 49530 w 280035"/>
                <a:gd name="connsiteY195" fmla="*/ 144304 h 502919"/>
                <a:gd name="connsiteX196" fmla="*/ 48102 w 280035"/>
                <a:gd name="connsiteY196" fmla="*/ 146209 h 502919"/>
                <a:gd name="connsiteX197" fmla="*/ 40481 w 280035"/>
                <a:gd name="connsiteY197" fmla="*/ 150495 h 502919"/>
                <a:gd name="connsiteX198" fmla="*/ 40005 w 280035"/>
                <a:gd name="connsiteY198" fmla="*/ 154305 h 502919"/>
                <a:gd name="connsiteX199" fmla="*/ 39529 w 280035"/>
                <a:gd name="connsiteY199" fmla="*/ 160020 h 502919"/>
                <a:gd name="connsiteX200" fmla="*/ 39529 w 280035"/>
                <a:gd name="connsiteY200" fmla="*/ 167164 h 502919"/>
                <a:gd name="connsiteX201" fmla="*/ 40005 w 280035"/>
                <a:gd name="connsiteY201" fmla="*/ 172402 h 502919"/>
                <a:gd name="connsiteX202" fmla="*/ 39529 w 280035"/>
                <a:gd name="connsiteY202" fmla="*/ 173831 h 502919"/>
                <a:gd name="connsiteX203" fmla="*/ 39053 w 280035"/>
                <a:gd name="connsiteY203" fmla="*/ 174307 h 502919"/>
                <a:gd name="connsiteX204" fmla="*/ 36195 w 280035"/>
                <a:gd name="connsiteY204" fmla="*/ 174307 h 502919"/>
                <a:gd name="connsiteX205" fmla="*/ 31909 w 280035"/>
                <a:gd name="connsiteY205" fmla="*/ 177165 h 502919"/>
                <a:gd name="connsiteX206" fmla="*/ 30480 w 280035"/>
                <a:gd name="connsiteY206" fmla="*/ 177641 h 502919"/>
                <a:gd name="connsiteX207" fmla="*/ 28575 w 280035"/>
                <a:gd name="connsiteY207" fmla="*/ 178594 h 502919"/>
                <a:gd name="connsiteX208" fmla="*/ 27147 w 280035"/>
                <a:gd name="connsiteY208" fmla="*/ 180022 h 502919"/>
                <a:gd name="connsiteX209" fmla="*/ 26670 w 280035"/>
                <a:gd name="connsiteY209" fmla="*/ 181927 h 502919"/>
                <a:gd name="connsiteX210" fmla="*/ 27623 w 280035"/>
                <a:gd name="connsiteY210" fmla="*/ 187642 h 502919"/>
                <a:gd name="connsiteX211" fmla="*/ 29052 w 280035"/>
                <a:gd name="connsiteY211" fmla="*/ 193357 h 502919"/>
                <a:gd name="connsiteX212" fmla="*/ 31909 w 280035"/>
                <a:gd name="connsiteY212" fmla="*/ 197644 h 502919"/>
                <a:gd name="connsiteX213" fmla="*/ 34290 w 280035"/>
                <a:gd name="connsiteY213" fmla="*/ 200977 h 502919"/>
                <a:gd name="connsiteX214" fmla="*/ 37624 w 280035"/>
                <a:gd name="connsiteY214" fmla="*/ 205264 h 502919"/>
                <a:gd name="connsiteX215" fmla="*/ 40005 w 280035"/>
                <a:gd name="connsiteY215" fmla="*/ 209074 h 502919"/>
                <a:gd name="connsiteX216" fmla="*/ 45244 w 280035"/>
                <a:gd name="connsiteY216" fmla="*/ 213360 h 502919"/>
                <a:gd name="connsiteX217" fmla="*/ 52388 w 280035"/>
                <a:gd name="connsiteY217" fmla="*/ 219551 h 502919"/>
                <a:gd name="connsiteX218" fmla="*/ 55245 w 280035"/>
                <a:gd name="connsiteY218" fmla="*/ 222885 h 502919"/>
                <a:gd name="connsiteX219" fmla="*/ 57627 w 280035"/>
                <a:gd name="connsiteY219" fmla="*/ 227171 h 502919"/>
                <a:gd name="connsiteX220" fmla="*/ 59531 w 280035"/>
                <a:gd name="connsiteY220" fmla="*/ 230981 h 502919"/>
                <a:gd name="connsiteX221" fmla="*/ 60008 w 280035"/>
                <a:gd name="connsiteY221" fmla="*/ 235744 h 502919"/>
                <a:gd name="connsiteX222" fmla="*/ 60484 w 280035"/>
                <a:gd name="connsiteY222" fmla="*/ 238601 h 502919"/>
                <a:gd name="connsiteX223" fmla="*/ 60484 w 280035"/>
                <a:gd name="connsiteY223" fmla="*/ 247650 h 502919"/>
                <a:gd name="connsiteX224" fmla="*/ 59055 w 280035"/>
                <a:gd name="connsiteY224" fmla="*/ 249555 h 502919"/>
                <a:gd name="connsiteX225" fmla="*/ 58103 w 280035"/>
                <a:gd name="connsiteY225" fmla="*/ 251936 h 502919"/>
                <a:gd name="connsiteX226" fmla="*/ 58579 w 280035"/>
                <a:gd name="connsiteY226" fmla="*/ 254317 h 502919"/>
                <a:gd name="connsiteX227" fmla="*/ 60484 w 280035"/>
                <a:gd name="connsiteY227" fmla="*/ 256699 h 502919"/>
                <a:gd name="connsiteX228" fmla="*/ 60484 w 280035"/>
                <a:gd name="connsiteY228" fmla="*/ 259556 h 502919"/>
                <a:gd name="connsiteX229" fmla="*/ 61913 w 280035"/>
                <a:gd name="connsiteY229" fmla="*/ 264319 h 502919"/>
                <a:gd name="connsiteX230" fmla="*/ 64770 w 280035"/>
                <a:gd name="connsiteY230" fmla="*/ 267176 h 502919"/>
                <a:gd name="connsiteX231" fmla="*/ 67152 w 280035"/>
                <a:gd name="connsiteY231" fmla="*/ 269081 h 502919"/>
                <a:gd name="connsiteX232" fmla="*/ 68104 w 280035"/>
                <a:gd name="connsiteY232" fmla="*/ 270510 h 502919"/>
                <a:gd name="connsiteX233" fmla="*/ 67628 w 280035"/>
                <a:gd name="connsiteY233" fmla="*/ 272891 h 502919"/>
                <a:gd name="connsiteX234" fmla="*/ 68580 w 280035"/>
                <a:gd name="connsiteY234" fmla="*/ 275749 h 502919"/>
                <a:gd name="connsiteX235" fmla="*/ 69056 w 280035"/>
                <a:gd name="connsiteY235" fmla="*/ 278606 h 502919"/>
                <a:gd name="connsiteX236" fmla="*/ 70009 w 280035"/>
                <a:gd name="connsiteY236" fmla="*/ 282892 h 502919"/>
                <a:gd name="connsiteX237" fmla="*/ 71914 w 280035"/>
                <a:gd name="connsiteY237" fmla="*/ 286226 h 502919"/>
                <a:gd name="connsiteX238" fmla="*/ 75248 w 280035"/>
                <a:gd name="connsiteY238" fmla="*/ 296704 h 502919"/>
                <a:gd name="connsiteX239" fmla="*/ 75248 w 280035"/>
                <a:gd name="connsiteY239" fmla="*/ 297656 h 502919"/>
                <a:gd name="connsiteX240" fmla="*/ 73819 w 280035"/>
                <a:gd name="connsiteY240" fmla="*/ 299561 h 502919"/>
                <a:gd name="connsiteX241" fmla="*/ 71914 w 280035"/>
                <a:gd name="connsiteY241" fmla="*/ 301466 h 502919"/>
                <a:gd name="connsiteX242" fmla="*/ 70485 w 280035"/>
                <a:gd name="connsiteY242" fmla="*/ 301942 h 502919"/>
                <a:gd name="connsiteX243" fmla="*/ 69056 w 280035"/>
                <a:gd name="connsiteY243" fmla="*/ 303847 h 502919"/>
                <a:gd name="connsiteX244" fmla="*/ 66199 w 280035"/>
                <a:gd name="connsiteY244" fmla="*/ 309563 h 502919"/>
                <a:gd name="connsiteX245" fmla="*/ 60484 w 280035"/>
                <a:gd name="connsiteY245" fmla="*/ 319088 h 502919"/>
                <a:gd name="connsiteX246" fmla="*/ 54769 w 280035"/>
                <a:gd name="connsiteY246" fmla="*/ 325279 h 502919"/>
                <a:gd name="connsiteX247" fmla="*/ 50006 w 280035"/>
                <a:gd name="connsiteY247" fmla="*/ 329565 h 502919"/>
                <a:gd name="connsiteX248" fmla="*/ 46673 w 280035"/>
                <a:gd name="connsiteY248" fmla="*/ 332422 h 502919"/>
                <a:gd name="connsiteX249" fmla="*/ 45720 w 280035"/>
                <a:gd name="connsiteY249" fmla="*/ 333851 h 502919"/>
                <a:gd name="connsiteX250" fmla="*/ 45720 w 280035"/>
                <a:gd name="connsiteY250" fmla="*/ 335280 h 502919"/>
                <a:gd name="connsiteX251" fmla="*/ 46197 w 280035"/>
                <a:gd name="connsiteY251" fmla="*/ 337661 h 502919"/>
                <a:gd name="connsiteX252" fmla="*/ 45720 w 280035"/>
                <a:gd name="connsiteY252" fmla="*/ 341947 h 502919"/>
                <a:gd name="connsiteX253" fmla="*/ 44768 w 280035"/>
                <a:gd name="connsiteY253" fmla="*/ 344805 h 502919"/>
                <a:gd name="connsiteX254" fmla="*/ 43815 w 280035"/>
                <a:gd name="connsiteY254" fmla="*/ 347663 h 502919"/>
                <a:gd name="connsiteX255" fmla="*/ 43339 w 280035"/>
                <a:gd name="connsiteY255" fmla="*/ 350044 h 502919"/>
                <a:gd name="connsiteX256" fmla="*/ 38577 w 280035"/>
                <a:gd name="connsiteY256" fmla="*/ 361950 h 502919"/>
                <a:gd name="connsiteX257" fmla="*/ 36195 w 280035"/>
                <a:gd name="connsiteY257" fmla="*/ 371475 h 502919"/>
                <a:gd name="connsiteX258" fmla="*/ 34290 w 280035"/>
                <a:gd name="connsiteY258" fmla="*/ 373856 h 502919"/>
                <a:gd name="connsiteX259" fmla="*/ 31909 w 280035"/>
                <a:gd name="connsiteY259" fmla="*/ 380524 h 502919"/>
                <a:gd name="connsiteX260" fmla="*/ 30480 w 280035"/>
                <a:gd name="connsiteY260" fmla="*/ 391477 h 502919"/>
                <a:gd name="connsiteX261" fmla="*/ 27623 w 280035"/>
                <a:gd name="connsiteY261" fmla="*/ 398145 h 502919"/>
                <a:gd name="connsiteX262" fmla="*/ 27147 w 280035"/>
                <a:gd name="connsiteY262" fmla="*/ 405765 h 502919"/>
                <a:gd name="connsiteX263" fmla="*/ 27623 w 280035"/>
                <a:gd name="connsiteY263" fmla="*/ 410051 h 502919"/>
                <a:gd name="connsiteX264" fmla="*/ 30004 w 280035"/>
                <a:gd name="connsiteY264" fmla="*/ 416719 h 502919"/>
                <a:gd name="connsiteX265" fmla="*/ 31909 w 280035"/>
                <a:gd name="connsiteY265" fmla="*/ 418147 h 502919"/>
                <a:gd name="connsiteX266" fmla="*/ 33814 w 280035"/>
                <a:gd name="connsiteY266" fmla="*/ 418624 h 502919"/>
                <a:gd name="connsiteX267" fmla="*/ 35719 w 280035"/>
                <a:gd name="connsiteY267" fmla="*/ 416242 h 502919"/>
                <a:gd name="connsiteX268" fmla="*/ 36672 w 280035"/>
                <a:gd name="connsiteY268" fmla="*/ 413861 h 502919"/>
                <a:gd name="connsiteX269" fmla="*/ 39529 w 280035"/>
                <a:gd name="connsiteY269" fmla="*/ 412909 h 502919"/>
                <a:gd name="connsiteX270" fmla="*/ 41434 w 280035"/>
                <a:gd name="connsiteY270" fmla="*/ 414338 h 502919"/>
                <a:gd name="connsiteX271" fmla="*/ 43815 w 280035"/>
                <a:gd name="connsiteY271" fmla="*/ 415766 h 502919"/>
                <a:gd name="connsiteX272" fmla="*/ 46673 w 280035"/>
                <a:gd name="connsiteY272" fmla="*/ 422434 h 502919"/>
                <a:gd name="connsiteX273" fmla="*/ 49530 w 280035"/>
                <a:gd name="connsiteY273" fmla="*/ 423863 h 502919"/>
                <a:gd name="connsiteX274" fmla="*/ 52864 w 280035"/>
                <a:gd name="connsiteY274" fmla="*/ 425767 h 502919"/>
                <a:gd name="connsiteX275" fmla="*/ 55722 w 280035"/>
                <a:gd name="connsiteY275" fmla="*/ 428149 h 502919"/>
                <a:gd name="connsiteX276" fmla="*/ 55245 w 280035"/>
                <a:gd name="connsiteY276" fmla="*/ 432435 h 502919"/>
                <a:gd name="connsiteX277" fmla="*/ 56198 w 280035"/>
                <a:gd name="connsiteY277" fmla="*/ 433864 h 502919"/>
                <a:gd name="connsiteX278" fmla="*/ 60008 w 280035"/>
                <a:gd name="connsiteY278" fmla="*/ 433864 h 502919"/>
                <a:gd name="connsiteX279" fmla="*/ 62865 w 280035"/>
                <a:gd name="connsiteY279" fmla="*/ 437197 h 502919"/>
                <a:gd name="connsiteX280" fmla="*/ 64294 w 280035"/>
                <a:gd name="connsiteY280" fmla="*/ 439102 h 502919"/>
                <a:gd name="connsiteX281" fmla="*/ 66199 w 280035"/>
                <a:gd name="connsiteY281" fmla="*/ 445294 h 502919"/>
                <a:gd name="connsiteX282" fmla="*/ 68580 w 280035"/>
                <a:gd name="connsiteY282" fmla="*/ 446722 h 502919"/>
                <a:gd name="connsiteX283" fmla="*/ 71914 w 280035"/>
                <a:gd name="connsiteY283" fmla="*/ 446722 h 502919"/>
                <a:gd name="connsiteX284" fmla="*/ 74295 w 280035"/>
                <a:gd name="connsiteY284" fmla="*/ 445770 h 502919"/>
                <a:gd name="connsiteX285" fmla="*/ 72866 w 280035"/>
                <a:gd name="connsiteY285" fmla="*/ 450532 h 502919"/>
                <a:gd name="connsiteX286" fmla="*/ 74772 w 280035"/>
                <a:gd name="connsiteY286" fmla="*/ 452914 h 502919"/>
                <a:gd name="connsiteX287" fmla="*/ 77153 w 280035"/>
                <a:gd name="connsiteY287" fmla="*/ 452914 h 502919"/>
                <a:gd name="connsiteX288" fmla="*/ 79058 w 280035"/>
                <a:gd name="connsiteY288" fmla="*/ 454342 h 502919"/>
                <a:gd name="connsiteX289" fmla="*/ 78105 w 280035"/>
                <a:gd name="connsiteY289" fmla="*/ 461963 h 502919"/>
                <a:gd name="connsiteX290" fmla="*/ 83820 w 280035"/>
                <a:gd name="connsiteY290" fmla="*/ 466249 h 502919"/>
                <a:gd name="connsiteX291" fmla="*/ 92393 w 280035"/>
                <a:gd name="connsiteY291" fmla="*/ 476726 h 502919"/>
                <a:gd name="connsiteX292" fmla="*/ 92869 w 280035"/>
                <a:gd name="connsiteY292" fmla="*/ 475297 h 502919"/>
                <a:gd name="connsiteX293" fmla="*/ 93822 w 280035"/>
                <a:gd name="connsiteY293" fmla="*/ 470059 h 502919"/>
                <a:gd name="connsiteX294" fmla="*/ 94298 w 280035"/>
                <a:gd name="connsiteY294" fmla="*/ 469106 h 502919"/>
                <a:gd name="connsiteX295" fmla="*/ 95727 w 280035"/>
                <a:gd name="connsiteY295" fmla="*/ 468630 h 502919"/>
                <a:gd name="connsiteX296" fmla="*/ 97155 w 280035"/>
                <a:gd name="connsiteY296" fmla="*/ 468630 h 502919"/>
                <a:gd name="connsiteX297" fmla="*/ 100013 w 280035"/>
                <a:gd name="connsiteY297" fmla="*/ 472916 h 502919"/>
                <a:gd name="connsiteX298" fmla="*/ 107633 w 280035"/>
                <a:gd name="connsiteY298" fmla="*/ 475774 h 502919"/>
                <a:gd name="connsiteX299" fmla="*/ 110014 w 280035"/>
                <a:gd name="connsiteY299" fmla="*/ 476250 h 502919"/>
                <a:gd name="connsiteX300" fmla="*/ 112872 w 280035"/>
                <a:gd name="connsiteY300" fmla="*/ 475297 h 502919"/>
                <a:gd name="connsiteX301" fmla="*/ 114300 w 280035"/>
                <a:gd name="connsiteY301" fmla="*/ 475774 h 502919"/>
                <a:gd name="connsiteX302" fmla="*/ 115729 w 280035"/>
                <a:gd name="connsiteY302" fmla="*/ 476726 h 502919"/>
                <a:gd name="connsiteX303" fmla="*/ 116681 w 280035"/>
                <a:gd name="connsiteY303" fmla="*/ 480060 h 502919"/>
                <a:gd name="connsiteX304" fmla="*/ 118586 w 280035"/>
                <a:gd name="connsiteY304" fmla="*/ 482917 h 502919"/>
                <a:gd name="connsiteX305" fmla="*/ 122397 w 280035"/>
                <a:gd name="connsiteY305" fmla="*/ 482441 h 502919"/>
                <a:gd name="connsiteX306" fmla="*/ 123825 w 280035"/>
                <a:gd name="connsiteY306" fmla="*/ 482917 h 502919"/>
                <a:gd name="connsiteX307" fmla="*/ 124778 w 280035"/>
                <a:gd name="connsiteY307" fmla="*/ 482917 h 502919"/>
                <a:gd name="connsiteX308" fmla="*/ 125730 w 280035"/>
                <a:gd name="connsiteY308" fmla="*/ 485299 h 502919"/>
                <a:gd name="connsiteX309" fmla="*/ 126206 w 280035"/>
                <a:gd name="connsiteY309" fmla="*/ 489585 h 502919"/>
                <a:gd name="connsiteX310" fmla="*/ 125730 w 280035"/>
                <a:gd name="connsiteY310" fmla="*/ 491966 h 502919"/>
                <a:gd name="connsiteX311" fmla="*/ 122873 w 280035"/>
                <a:gd name="connsiteY311" fmla="*/ 495776 h 502919"/>
                <a:gd name="connsiteX312" fmla="*/ 122397 w 280035"/>
                <a:gd name="connsiteY312" fmla="*/ 498157 h 502919"/>
                <a:gd name="connsiteX313" fmla="*/ 123825 w 280035"/>
                <a:gd name="connsiteY313" fmla="*/ 499586 h 502919"/>
                <a:gd name="connsiteX314" fmla="*/ 125730 w 280035"/>
                <a:gd name="connsiteY314" fmla="*/ 501491 h 502919"/>
                <a:gd name="connsiteX315" fmla="*/ 126683 w 280035"/>
                <a:gd name="connsiteY315" fmla="*/ 502920 h 502919"/>
                <a:gd name="connsiteX316" fmla="*/ 127635 w 280035"/>
                <a:gd name="connsiteY316" fmla="*/ 502920 h 502919"/>
                <a:gd name="connsiteX317" fmla="*/ 129064 w 280035"/>
                <a:gd name="connsiteY317" fmla="*/ 501967 h 502919"/>
                <a:gd name="connsiteX318" fmla="*/ 130493 w 280035"/>
                <a:gd name="connsiteY318" fmla="*/ 499586 h 502919"/>
                <a:gd name="connsiteX319" fmla="*/ 131445 w 280035"/>
                <a:gd name="connsiteY319" fmla="*/ 497681 h 502919"/>
                <a:gd name="connsiteX320" fmla="*/ 136684 w 280035"/>
                <a:gd name="connsiteY320" fmla="*/ 495776 h 502919"/>
                <a:gd name="connsiteX321" fmla="*/ 141923 w 280035"/>
                <a:gd name="connsiteY321" fmla="*/ 493871 h 502919"/>
                <a:gd name="connsiteX322" fmla="*/ 142399 w 280035"/>
                <a:gd name="connsiteY322" fmla="*/ 493871 h 502919"/>
                <a:gd name="connsiteX323" fmla="*/ 143352 w 280035"/>
                <a:gd name="connsiteY323" fmla="*/ 494824 h 502919"/>
                <a:gd name="connsiteX324" fmla="*/ 144780 w 280035"/>
                <a:gd name="connsiteY324" fmla="*/ 497681 h 502919"/>
                <a:gd name="connsiteX325" fmla="*/ 145733 w 280035"/>
                <a:gd name="connsiteY325" fmla="*/ 498157 h 502919"/>
                <a:gd name="connsiteX326" fmla="*/ 147161 w 280035"/>
                <a:gd name="connsiteY326" fmla="*/ 498634 h 502919"/>
                <a:gd name="connsiteX327" fmla="*/ 149543 w 280035"/>
                <a:gd name="connsiteY327" fmla="*/ 498157 h 502919"/>
                <a:gd name="connsiteX328" fmla="*/ 152400 w 280035"/>
                <a:gd name="connsiteY328" fmla="*/ 496729 h 502919"/>
                <a:gd name="connsiteX329" fmla="*/ 153829 w 280035"/>
                <a:gd name="connsiteY329" fmla="*/ 493871 h 502919"/>
                <a:gd name="connsiteX330" fmla="*/ 154305 w 280035"/>
                <a:gd name="connsiteY330" fmla="*/ 491490 h 502919"/>
                <a:gd name="connsiteX331" fmla="*/ 158591 w 280035"/>
                <a:gd name="connsiteY331" fmla="*/ 487680 h 502919"/>
                <a:gd name="connsiteX332" fmla="*/ 159068 w 280035"/>
                <a:gd name="connsiteY332" fmla="*/ 484822 h 502919"/>
                <a:gd name="connsiteX333" fmla="*/ 160020 w 280035"/>
                <a:gd name="connsiteY333" fmla="*/ 482917 h 502919"/>
                <a:gd name="connsiteX334" fmla="*/ 149543 w 280035"/>
                <a:gd name="connsiteY334" fmla="*/ 475297 h 502919"/>
                <a:gd name="connsiteX335" fmla="*/ 143352 w 280035"/>
                <a:gd name="connsiteY335" fmla="*/ 465772 h 502919"/>
                <a:gd name="connsiteX336" fmla="*/ 139541 w 280035"/>
                <a:gd name="connsiteY336" fmla="*/ 461963 h 502919"/>
                <a:gd name="connsiteX337" fmla="*/ 136208 w 280035"/>
                <a:gd name="connsiteY337" fmla="*/ 461010 h 502919"/>
                <a:gd name="connsiteX338" fmla="*/ 132874 w 280035"/>
                <a:gd name="connsiteY338" fmla="*/ 460534 h 502919"/>
                <a:gd name="connsiteX339" fmla="*/ 127635 w 280035"/>
                <a:gd name="connsiteY339" fmla="*/ 461486 h 502919"/>
                <a:gd name="connsiteX340" fmla="*/ 122873 w 280035"/>
                <a:gd name="connsiteY340" fmla="*/ 461963 h 502919"/>
                <a:gd name="connsiteX341" fmla="*/ 115253 w 280035"/>
                <a:gd name="connsiteY341" fmla="*/ 457676 h 502919"/>
                <a:gd name="connsiteX342" fmla="*/ 112395 w 280035"/>
                <a:gd name="connsiteY342" fmla="*/ 454819 h 502919"/>
                <a:gd name="connsiteX343" fmla="*/ 108585 w 280035"/>
                <a:gd name="connsiteY343" fmla="*/ 451485 h 502919"/>
                <a:gd name="connsiteX344" fmla="*/ 105252 w 280035"/>
                <a:gd name="connsiteY344" fmla="*/ 451961 h 502919"/>
                <a:gd name="connsiteX345" fmla="*/ 102870 w 280035"/>
                <a:gd name="connsiteY345" fmla="*/ 451009 h 502919"/>
                <a:gd name="connsiteX346" fmla="*/ 100965 w 280035"/>
                <a:gd name="connsiteY346" fmla="*/ 447675 h 502919"/>
                <a:gd name="connsiteX347" fmla="*/ 95250 w 280035"/>
                <a:gd name="connsiteY347" fmla="*/ 440055 h 502919"/>
                <a:gd name="connsiteX348" fmla="*/ 93822 w 280035"/>
                <a:gd name="connsiteY348" fmla="*/ 436721 h 502919"/>
                <a:gd name="connsiteX349" fmla="*/ 93822 w 280035"/>
                <a:gd name="connsiteY349" fmla="*/ 432435 h 502919"/>
                <a:gd name="connsiteX350" fmla="*/ 97155 w 280035"/>
                <a:gd name="connsiteY350" fmla="*/ 431006 h 502919"/>
                <a:gd name="connsiteX351" fmla="*/ 99060 w 280035"/>
                <a:gd name="connsiteY351" fmla="*/ 432911 h 502919"/>
                <a:gd name="connsiteX352" fmla="*/ 99060 w 280035"/>
                <a:gd name="connsiteY352" fmla="*/ 435292 h 502919"/>
                <a:gd name="connsiteX353" fmla="*/ 97631 w 280035"/>
                <a:gd name="connsiteY353" fmla="*/ 437197 h 502919"/>
                <a:gd name="connsiteX354" fmla="*/ 97631 w 280035"/>
                <a:gd name="connsiteY354" fmla="*/ 438150 h 502919"/>
                <a:gd name="connsiteX355" fmla="*/ 99536 w 280035"/>
                <a:gd name="connsiteY355" fmla="*/ 438150 h 502919"/>
                <a:gd name="connsiteX356" fmla="*/ 100965 w 280035"/>
                <a:gd name="connsiteY356" fmla="*/ 438626 h 502919"/>
                <a:gd name="connsiteX357" fmla="*/ 101918 w 280035"/>
                <a:gd name="connsiteY357" fmla="*/ 441007 h 502919"/>
                <a:gd name="connsiteX358" fmla="*/ 102870 w 280035"/>
                <a:gd name="connsiteY358" fmla="*/ 447199 h 502919"/>
                <a:gd name="connsiteX359" fmla="*/ 106680 w 280035"/>
                <a:gd name="connsiteY359" fmla="*/ 449104 h 502919"/>
                <a:gd name="connsiteX360" fmla="*/ 105252 w 280035"/>
                <a:gd name="connsiteY360" fmla="*/ 445294 h 502919"/>
                <a:gd name="connsiteX361" fmla="*/ 103347 w 280035"/>
                <a:gd name="connsiteY361" fmla="*/ 441960 h 502919"/>
                <a:gd name="connsiteX362" fmla="*/ 97631 w 280035"/>
                <a:gd name="connsiteY362" fmla="*/ 413861 h 502919"/>
                <a:gd name="connsiteX363" fmla="*/ 95727 w 280035"/>
                <a:gd name="connsiteY363" fmla="*/ 408622 h 502919"/>
                <a:gd name="connsiteX364" fmla="*/ 93345 w 280035"/>
                <a:gd name="connsiteY364" fmla="*/ 405765 h 502919"/>
                <a:gd name="connsiteX365" fmla="*/ 93345 w 280035"/>
                <a:gd name="connsiteY365" fmla="*/ 406717 h 502919"/>
                <a:gd name="connsiteX366" fmla="*/ 93345 w 280035"/>
                <a:gd name="connsiteY366" fmla="*/ 407670 h 502919"/>
                <a:gd name="connsiteX367" fmla="*/ 92393 w 280035"/>
                <a:gd name="connsiteY367" fmla="*/ 408146 h 502919"/>
                <a:gd name="connsiteX368" fmla="*/ 90011 w 280035"/>
                <a:gd name="connsiteY368" fmla="*/ 405289 h 502919"/>
                <a:gd name="connsiteX369" fmla="*/ 87630 w 280035"/>
                <a:gd name="connsiteY369" fmla="*/ 402431 h 502919"/>
                <a:gd name="connsiteX370" fmla="*/ 86678 w 280035"/>
                <a:gd name="connsiteY370" fmla="*/ 399574 h 502919"/>
                <a:gd name="connsiteX371" fmla="*/ 84773 w 280035"/>
                <a:gd name="connsiteY371" fmla="*/ 384810 h 502919"/>
                <a:gd name="connsiteX372" fmla="*/ 83820 w 280035"/>
                <a:gd name="connsiteY372" fmla="*/ 381952 h 502919"/>
                <a:gd name="connsiteX373" fmla="*/ 82391 w 280035"/>
                <a:gd name="connsiteY373" fmla="*/ 378619 h 502919"/>
                <a:gd name="connsiteX374" fmla="*/ 78581 w 280035"/>
                <a:gd name="connsiteY374" fmla="*/ 377666 h 502919"/>
                <a:gd name="connsiteX375" fmla="*/ 67152 w 280035"/>
                <a:gd name="connsiteY375" fmla="*/ 381000 h 502919"/>
                <a:gd name="connsiteX376" fmla="*/ 65247 w 280035"/>
                <a:gd name="connsiteY376" fmla="*/ 380524 h 502919"/>
                <a:gd name="connsiteX377" fmla="*/ 62389 w 280035"/>
                <a:gd name="connsiteY377" fmla="*/ 379095 h 502919"/>
                <a:gd name="connsiteX378" fmla="*/ 62865 w 280035"/>
                <a:gd name="connsiteY378" fmla="*/ 376238 h 502919"/>
                <a:gd name="connsiteX379" fmla="*/ 63818 w 280035"/>
                <a:gd name="connsiteY379" fmla="*/ 374332 h 502919"/>
                <a:gd name="connsiteX380" fmla="*/ 60484 w 280035"/>
                <a:gd name="connsiteY380" fmla="*/ 367189 h 502919"/>
                <a:gd name="connsiteX381" fmla="*/ 59531 w 280035"/>
                <a:gd name="connsiteY381" fmla="*/ 363379 h 502919"/>
                <a:gd name="connsiteX382" fmla="*/ 60008 w 280035"/>
                <a:gd name="connsiteY382" fmla="*/ 356711 h 502919"/>
                <a:gd name="connsiteX383" fmla="*/ 60960 w 280035"/>
                <a:gd name="connsiteY383" fmla="*/ 348615 h 502919"/>
                <a:gd name="connsiteX384" fmla="*/ 60960 w 280035"/>
                <a:gd name="connsiteY384" fmla="*/ 345757 h 502919"/>
                <a:gd name="connsiteX385" fmla="*/ 60008 w 280035"/>
                <a:gd name="connsiteY385" fmla="*/ 343852 h 502919"/>
                <a:gd name="connsiteX386" fmla="*/ 62389 w 280035"/>
                <a:gd name="connsiteY386" fmla="*/ 341471 h 502919"/>
                <a:gd name="connsiteX387" fmla="*/ 63818 w 280035"/>
                <a:gd name="connsiteY387" fmla="*/ 335280 h 502919"/>
                <a:gd name="connsiteX388" fmla="*/ 70485 w 280035"/>
                <a:gd name="connsiteY388" fmla="*/ 324326 h 502919"/>
                <a:gd name="connsiteX389" fmla="*/ 71438 w 280035"/>
                <a:gd name="connsiteY389" fmla="*/ 317182 h 502919"/>
                <a:gd name="connsiteX390" fmla="*/ 72866 w 280035"/>
                <a:gd name="connsiteY390" fmla="*/ 313372 h 502919"/>
                <a:gd name="connsiteX391" fmla="*/ 75248 w 280035"/>
                <a:gd name="connsiteY391" fmla="*/ 304800 h 502919"/>
                <a:gd name="connsiteX392" fmla="*/ 78581 w 280035"/>
                <a:gd name="connsiteY392" fmla="*/ 298132 h 502919"/>
                <a:gd name="connsiteX393" fmla="*/ 80963 w 280035"/>
                <a:gd name="connsiteY393" fmla="*/ 295275 h 502919"/>
                <a:gd name="connsiteX394" fmla="*/ 82391 w 280035"/>
                <a:gd name="connsiteY394" fmla="*/ 289084 h 502919"/>
                <a:gd name="connsiteX395" fmla="*/ 85725 w 280035"/>
                <a:gd name="connsiteY395" fmla="*/ 285274 h 502919"/>
                <a:gd name="connsiteX396" fmla="*/ 87630 w 280035"/>
                <a:gd name="connsiteY396" fmla="*/ 280988 h 502919"/>
                <a:gd name="connsiteX397" fmla="*/ 88106 w 280035"/>
                <a:gd name="connsiteY397" fmla="*/ 274796 h 502919"/>
                <a:gd name="connsiteX398" fmla="*/ 86678 w 280035"/>
                <a:gd name="connsiteY398" fmla="*/ 263366 h 502919"/>
                <a:gd name="connsiteX399" fmla="*/ 87154 w 280035"/>
                <a:gd name="connsiteY399" fmla="*/ 260509 h 502919"/>
                <a:gd name="connsiteX400" fmla="*/ 90964 w 280035"/>
                <a:gd name="connsiteY400" fmla="*/ 250984 h 502919"/>
                <a:gd name="connsiteX401" fmla="*/ 89535 w 280035"/>
                <a:gd name="connsiteY401" fmla="*/ 246697 h 502919"/>
                <a:gd name="connsiteX402" fmla="*/ 87630 w 280035"/>
                <a:gd name="connsiteY402" fmla="*/ 244316 h 502919"/>
                <a:gd name="connsiteX403" fmla="*/ 88583 w 280035"/>
                <a:gd name="connsiteY403" fmla="*/ 240506 h 502919"/>
                <a:gd name="connsiteX404" fmla="*/ 91916 w 280035"/>
                <a:gd name="connsiteY404" fmla="*/ 237649 h 502919"/>
                <a:gd name="connsiteX405" fmla="*/ 95727 w 280035"/>
                <a:gd name="connsiteY405" fmla="*/ 236220 h 502919"/>
                <a:gd name="connsiteX406" fmla="*/ 105728 w 280035"/>
                <a:gd name="connsiteY406" fmla="*/ 235267 h 502919"/>
                <a:gd name="connsiteX407" fmla="*/ 108109 w 280035"/>
                <a:gd name="connsiteY407" fmla="*/ 233363 h 502919"/>
                <a:gd name="connsiteX408" fmla="*/ 110014 w 280035"/>
                <a:gd name="connsiteY408" fmla="*/ 234791 h 502919"/>
                <a:gd name="connsiteX409" fmla="*/ 118586 w 280035"/>
                <a:gd name="connsiteY409" fmla="*/ 236696 h 502919"/>
                <a:gd name="connsiteX410" fmla="*/ 120491 w 280035"/>
                <a:gd name="connsiteY410" fmla="*/ 237649 h 502919"/>
                <a:gd name="connsiteX411" fmla="*/ 120015 w 280035"/>
                <a:gd name="connsiteY411" fmla="*/ 240030 h 502919"/>
                <a:gd name="connsiteX412" fmla="*/ 119539 w 280035"/>
                <a:gd name="connsiteY412" fmla="*/ 241935 h 502919"/>
                <a:gd name="connsiteX413" fmla="*/ 120015 w 280035"/>
                <a:gd name="connsiteY413" fmla="*/ 245745 h 502919"/>
                <a:gd name="connsiteX414" fmla="*/ 118586 w 280035"/>
                <a:gd name="connsiteY414" fmla="*/ 250984 h 502919"/>
                <a:gd name="connsiteX415" fmla="*/ 118110 w 280035"/>
                <a:gd name="connsiteY415" fmla="*/ 258604 h 502919"/>
                <a:gd name="connsiteX416" fmla="*/ 117158 w 280035"/>
                <a:gd name="connsiteY416" fmla="*/ 261938 h 502919"/>
                <a:gd name="connsiteX417" fmla="*/ 118110 w 280035"/>
                <a:gd name="connsiteY417" fmla="*/ 263842 h 502919"/>
                <a:gd name="connsiteX418" fmla="*/ 120015 w 280035"/>
                <a:gd name="connsiteY418" fmla="*/ 264795 h 502919"/>
                <a:gd name="connsiteX419" fmla="*/ 124778 w 280035"/>
                <a:gd name="connsiteY419" fmla="*/ 262890 h 502919"/>
                <a:gd name="connsiteX420" fmla="*/ 136684 w 280035"/>
                <a:gd name="connsiteY420" fmla="*/ 264795 h 502919"/>
                <a:gd name="connsiteX421" fmla="*/ 146209 w 280035"/>
                <a:gd name="connsiteY421" fmla="*/ 262414 h 502919"/>
                <a:gd name="connsiteX422" fmla="*/ 150019 w 280035"/>
                <a:gd name="connsiteY422" fmla="*/ 264319 h 502919"/>
                <a:gd name="connsiteX423" fmla="*/ 151924 w 280035"/>
                <a:gd name="connsiteY423" fmla="*/ 265747 h 502919"/>
                <a:gd name="connsiteX424" fmla="*/ 153829 w 280035"/>
                <a:gd name="connsiteY424" fmla="*/ 266700 h 502919"/>
                <a:gd name="connsiteX425" fmla="*/ 156686 w 280035"/>
                <a:gd name="connsiteY425" fmla="*/ 267652 h 502919"/>
                <a:gd name="connsiteX426" fmla="*/ 160020 w 280035"/>
                <a:gd name="connsiteY426" fmla="*/ 270510 h 502919"/>
                <a:gd name="connsiteX427" fmla="*/ 163354 w 280035"/>
                <a:gd name="connsiteY427" fmla="*/ 274320 h 502919"/>
                <a:gd name="connsiteX428" fmla="*/ 163830 w 280035"/>
                <a:gd name="connsiteY428" fmla="*/ 273367 h 502919"/>
                <a:gd name="connsiteX429" fmla="*/ 164306 w 280035"/>
                <a:gd name="connsiteY429" fmla="*/ 272415 h 502919"/>
                <a:gd name="connsiteX430" fmla="*/ 167164 w 280035"/>
                <a:gd name="connsiteY430" fmla="*/ 277177 h 502919"/>
                <a:gd name="connsiteX431" fmla="*/ 170022 w 280035"/>
                <a:gd name="connsiteY431" fmla="*/ 279559 h 502919"/>
                <a:gd name="connsiteX432" fmla="*/ 173831 w 280035"/>
                <a:gd name="connsiteY432" fmla="*/ 281940 h 502919"/>
                <a:gd name="connsiteX433" fmla="*/ 174784 w 280035"/>
                <a:gd name="connsiteY433" fmla="*/ 280511 h 502919"/>
                <a:gd name="connsiteX434" fmla="*/ 175260 w 280035"/>
                <a:gd name="connsiteY434" fmla="*/ 279082 h 502919"/>
                <a:gd name="connsiteX435" fmla="*/ 177165 w 280035"/>
                <a:gd name="connsiteY435" fmla="*/ 280988 h 502919"/>
                <a:gd name="connsiteX436" fmla="*/ 180975 w 280035"/>
                <a:gd name="connsiteY436" fmla="*/ 285750 h 502919"/>
                <a:gd name="connsiteX437" fmla="*/ 181928 w 280035"/>
                <a:gd name="connsiteY437" fmla="*/ 290036 h 502919"/>
                <a:gd name="connsiteX438" fmla="*/ 185261 w 280035"/>
                <a:gd name="connsiteY438" fmla="*/ 293846 h 502919"/>
                <a:gd name="connsiteX439" fmla="*/ 186214 w 280035"/>
                <a:gd name="connsiteY439" fmla="*/ 296227 h 502919"/>
                <a:gd name="connsiteX440" fmla="*/ 187166 w 280035"/>
                <a:gd name="connsiteY440" fmla="*/ 296227 h 502919"/>
                <a:gd name="connsiteX441" fmla="*/ 186690 w 280035"/>
                <a:gd name="connsiteY441" fmla="*/ 295275 h 502919"/>
                <a:gd name="connsiteX442" fmla="*/ 180499 w 280035"/>
                <a:gd name="connsiteY442" fmla="*/ 282892 h 502919"/>
                <a:gd name="connsiteX443" fmla="*/ 179547 w 280035"/>
                <a:gd name="connsiteY443" fmla="*/ 277177 h 502919"/>
                <a:gd name="connsiteX444" fmla="*/ 180499 w 280035"/>
                <a:gd name="connsiteY444" fmla="*/ 272891 h 502919"/>
                <a:gd name="connsiteX445" fmla="*/ 180975 w 280035"/>
                <a:gd name="connsiteY445" fmla="*/ 271463 h 502919"/>
                <a:gd name="connsiteX446" fmla="*/ 179070 w 280035"/>
                <a:gd name="connsiteY446" fmla="*/ 269081 h 502919"/>
                <a:gd name="connsiteX447" fmla="*/ 176689 w 280035"/>
                <a:gd name="connsiteY447" fmla="*/ 266700 h 502919"/>
                <a:gd name="connsiteX448" fmla="*/ 172403 w 280035"/>
                <a:gd name="connsiteY448" fmla="*/ 263366 h 502919"/>
                <a:gd name="connsiteX449" fmla="*/ 171927 w 280035"/>
                <a:gd name="connsiteY449" fmla="*/ 258127 h 502919"/>
                <a:gd name="connsiteX450" fmla="*/ 170974 w 280035"/>
                <a:gd name="connsiteY450" fmla="*/ 251936 h 502919"/>
                <a:gd name="connsiteX451" fmla="*/ 169545 w 280035"/>
                <a:gd name="connsiteY451" fmla="*/ 249555 h 502919"/>
                <a:gd name="connsiteX452" fmla="*/ 167640 w 280035"/>
                <a:gd name="connsiteY452" fmla="*/ 245745 h 502919"/>
                <a:gd name="connsiteX453" fmla="*/ 166688 w 280035"/>
                <a:gd name="connsiteY453" fmla="*/ 242411 h 502919"/>
                <a:gd name="connsiteX454" fmla="*/ 166211 w 280035"/>
                <a:gd name="connsiteY454" fmla="*/ 233839 h 502919"/>
                <a:gd name="connsiteX455" fmla="*/ 166688 w 280035"/>
                <a:gd name="connsiteY455" fmla="*/ 233363 h 502919"/>
                <a:gd name="connsiteX456" fmla="*/ 170022 w 280035"/>
                <a:gd name="connsiteY456" fmla="*/ 232886 h 502919"/>
                <a:gd name="connsiteX457" fmla="*/ 173831 w 280035"/>
                <a:gd name="connsiteY457" fmla="*/ 232410 h 502919"/>
                <a:gd name="connsiteX458" fmla="*/ 174308 w 280035"/>
                <a:gd name="connsiteY458" fmla="*/ 230981 h 502919"/>
                <a:gd name="connsiteX459" fmla="*/ 173831 w 280035"/>
                <a:gd name="connsiteY459" fmla="*/ 230029 h 502919"/>
                <a:gd name="connsiteX460" fmla="*/ 176213 w 280035"/>
                <a:gd name="connsiteY460" fmla="*/ 228124 h 502919"/>
                <a:gd name="connsiteX461" fmla="*/ 180023 w 280035"/>
                <a:gd name="connsiteY461" fmla="*/ 223838 h 502919"/>
                <a:gd name="connsiteX462" fmla="*/ 182880 w 280035"/>
                <a:gd name="connsiteY462" fmla="*/ 219551 h 502919"/>
                <a:gd name="connsiteX463" fmla="*/ 184785 w 280035"/>
                <a:gd name="connsiteY463" fmla="*/ 216694 h 502919"/>
                <a:gd name="connsiteX464" fmla="*/ 186214 w 280035"/>
                <a:gd name="connsiteY464" fmla="*/ 213836 h 502919"/>
                <a:gd name="connsiteX465" fmla="*/ 190500 w 280035"/>
                <a:gd name="connsiteY465" fmla="*/ 210026 h 502919"/>
                <a:gd name="connsiteX466" fmla="*/ 196215 w 280035"/>
                <a:gd name="connsiteY466" fmla="*/ 207169 h 502919"/>
                <a:gd name="connsiteX467" fmla="*/ 200025 w 280035"/>
                <a:gd name="connsiteY467" fmla="*/ 206692 h 502919"/>
                <a:gd name="connsiteX468" fmla="*/ 203835 w 280035"/>
                <a:gd name="connsiteY468" fmla="*/ 205740 h 502919"/>
                <a:gd name="connsiteX469" fmla="*/ 207645 w 280035"/>
                <a:gd name="connsiteY469" fmla="*/ 204311 h 502919"/>
                <a:gd name="connsiteX470" fmla="*/ 209550 w 280035"/>
                <a:gd name="connsiteY470" fmla="*/ 204311 h 502919"/>
                <a:gd name="connsiteX471" fmla="*/ 214313 w 280035"/>
                <a:gd name="connsiteY471" fmla="*/ 205740 h 502919"/>
                <a:gd name="connsiteX472" fmla="*/ 216694 w 280035"/>
                <a:gd name="connsiteY472" fmla="*/ 206216 h 502919"/>
                <a:gd name="connsiteX473" fmla="*/ 219552 w 280035"/>
                <a:gd name="connsiteY473" fmla="*/ 206216 h 502919"/>
                <a:gd name="connsiteX474" fmla="*/ 222409 w 280035"/>
                <a:gd name="connsiteY474" fmla="*/ 206216 h 502919"/>
                <a:gd name="connsiteX475" fmla="*/ 224790 w 280035"/>
                <a:gd name="connsiteY475" fmla="*/ 206216 h 502919"/>
                <a:gd name="connsiteX476" fmla="*/ 230505 w 280035"/>
                <a:gd name="connsiteY476" fmla="*/ 205264 h 502919"/>
                <a:gd name="connsiteX477" fmla="*/ 236697 w 280035"/>
                <a:gd name="connsiteY477" fmla="*/ 206216 h 502919"/>
                <a:gd name="connsiteX478" fmla="*/ 242411 w 280035"/>
                <a:gd name="connsiteY478" fmla="*/ 205740 h 502919"/>
                <a:gd name="connsiteX479" fmla="*/ 249555 w 280035"/>
                <a:gd name="connsiteY479" fmla="*/ 204311 h 502919"/>
                <a:gd name="connsiteX480" fmla="*/ 252889 w 280035"/>
                <a:gd name="connsiteY480" fmla="*/ 205264 h 502919"/>
                <a:gd name="connsiteX481" fmla="*/ 255747 w 280035"/>
                <a:gd name="connsiteY481" fmla="*/ 206692 h 502919"/>
                <a:gd name="connsiteX482" fmla="*/ 256223 w 280035"/>
                <a:gd name="connsiteY482" fmla="*/ 209550 h 502919"/>
                <a:gd name="connsiteX483" fmla="*/ 256699 w 280035"/>
                <a:gd name="connsiteY483" fmla="*/ 210979 h 502919"/>
                <a:gd name="connsiteX484" fmla="*/ 257652 w 280035"/>
                <a:gd name="connsiteY484" fmla="*/ 211931 h 502919"/>
                <a:gd name="connsiteX485" fmla="*/ 259080 w 280035"/>
                <a:gd name="connsiteY485" fmla="*/ 211931 h 502919"/>
                <a:gd name="connsiteX486" fmla="*/ 260985 w 280035"/>
                <a:gd name="connsiteY486" fmla="*/ 210026 h 502919"/>
                <a:gd name="connsiteX487" fmla="*/ 262414 w 280035"/>
                <a:gd name="connsiteY487" fmla="*/ 208121 h 502919"/>
                <a:gd name="connsiteX488" fmla="*/ 262890 w 280035"/>
                <a:gd name="connsiteY488" fmla="*/ 207645 h 502919"/>
                <a:gd name="connsiteX489" fmla="*/ 264795 w 280035"/>
                <a:gd name="connsiteY489" fmla="*/ 206692 h 502919"/>
                <a:gd name="connsiteX490" fmla="*/ 268129 w 280035"/>
                <a:gd name="connsiteY490" fmla="*/ 204788 h 502919"/>
                <a:gd name="connsiteX491" fmla="*/ 270986 w 280035"/>
                <a:gd name="connsiteY491" fmla="*/ 202882 h 502919"/>
                <a:gd name="connsiteX492" fmla="*/ 272891 w 280035"/>
                <a:gd name="connsiteY492" fmla="*/ 200977 h 502919"/>
                <a:gd name="connsiteX493" fmla="*/ 273844 w 280035"/>
                <a:gd name="connsiteY493" fmla="*/ 199072 h 502919"/>
                <a:gd name="connsiteX494" fmla="*/ 273844 w 280035"/>
                <a:gd name="connsiteY494" fmla="*/ 196691 h 502919"/>
                <a:gd name="connsiteX495" fmla="*/ 274797 w 280035"/>
                <a:gd name="connsiteY495" fmla="*/ 190500 h 502919"/>
                <a:gd name="connsiteX496" fmla="*/ 275749 w 280035"/>
                <a:gd name="connsiteY496" fmla="*/ 187642 h 502919"/>
                <a:gd name="connsiteX497" fmla="*/ 275273 w 280035"/>
                <a:gd name="connsiteY497" fmla="*/ 183832 h 502919"/>
                <a:gd name="connsiteX498" fmla="*/ 273844 w 280035"/>
                <a:gd name="connsiteY498" fmla="*/ 180975 h 502919"/>
                <a:gd name="connsiteX499" fmla="*/ 273844 w 280035"/>
                <a:gd name="connsiteY499" fmla="*/ 176689 h 502919"/>
                <a:gd name="connsiteX500" fmla="*/ 274320 w 280035"/>
                <a:gd name="connsiteY500" fmla="*/ 174307 h 502919"/>
                <a:gd name="connsiteX501" fmla="*/ 274797 w 280035"/>
                <a:gd name="connsiteY501" fmla="*/ 172879 h 502919"/>
                <a:gd name="connsiteX502" fmla="*/ 276702 w 280035"/>
                <a:gd name="connsiteY502" fmla="*/ 170974 h 502919"/>
                <a:gd name="connsiteX503" fmla="*/ 278130 w 280035"/>
                <a:gd name="connsiteY503" fmla="*/ 168592 h 502919"/>
                <a:gd name="connsiteX504" fmla="*/ 279083 w 280035"/>
                <a:gd name="connsiteY504" fmla="*/ 165259 h 502919"/>
                <a:gd name="connsiteX505" fmla="*/ 279083 w 280035"/>
                <a:gd name="connsiteY505" fmla="*/ 162877 h 502919"/>
                <a:gd name="connsiteX506" fmla="*/ 280035 w 280035"/>
                <a:gd name="connsiteY506" fmla="*/ 165259 h 5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Lst>
              <a:rect l="l" t="t" r="r" b="b"/>
              <a:pathLst>
                <a:path w="280035" h="502919">
                  <a:moveTo>
                    <a:pt x="280035" y="165259"/>
                  </a:moveTo>
                  <a:lnTo>
                    <a:pt x="278130" y="163830"/>
                  </a:lnTo>
                  <a:lnTo>
                    <a:pt x="274797" y="162401"/>
                  </a:lnTo>
                  <a:lnTo>
                    <a:pt x="272415" y="160496"/>
                  </a:lnTo>
                  <a:lnTo>
                    <a:pt x="271463" y="158591"/>
                  </a:lnTo>
                  <a:lnTo>
                    <a:pt x="271463" y="156686"/>
                  </a:lnTo>
                  <a:lnTo>
                    <a:pt x="272415" y="155257"/>
                  </a:lnTo>
                  <a:lnTo>
                    <a:pt x="270034" y="153352"/>
                  </a:lnTo>
                  <a:lnTo>
                    <a:pt x="263843" y="151447"/>
                  </a:lnTo>
                  <a:lnTo>
                    <a:pt x="260509" y="149066"/>
                  </a:lnTo>
                  <a:lnTo>
                    <a:pt x="259556" y="146209"/>
                  </a:lnTo>
                  <a:lnTo>
                    <a:pt x="257175" y="142875"/>
                  </a:lnTo>
                  <a:lnTo>
                    <a:pt x="252889" y="138589"/>
                  </a:lnTo>
                  <a:lnTo>
                    <a:pt x="250508" y="132397"/>
                  </a:lnTo>
                  <a:lnTo>
                    <a:pt x="250031" y="124301"/>
                  </a:lnTo>
                  <a:lnTo>
                    <a:pt x="250508" y="117634"/>
                  </a:lnTo>
                  <a:lnTo>
                    <a:pt x="252413" y="110014"/>
                  </a:lnTo>
                  <a:lnTo>
                    <a:pt x="250031" y="104299"/>
                  </a:lnTo>
                  <a:lnTo>
                    <a:pt x="247174" y="101441"/>
                  </a:lnTo>
                  <a:lnTo>
                    <a:pt x="243364" y="99060"/>
                  </a:lnTo>
                  <a:lnTo>
                    <a:pt x="239554" y="95726"/>
                  </a:lnTo>
                  <a:lnTo>
                    <a:pt x="235744" y="91916"/>
                  </a:lnTo>
                  <a:lnTo>
                    <a:pt x="231458" y="85725"/>
                  </a:lnTo>
                  <a:lnTo>
                    <a:pt x="226219" y="77629"/>
                  </a:lnTo>
                  <a:lnTo>
                    <a:pt x="222885" y="74295"/>
                  </a:lnTo>
                  <a:lnTo>
                    <a:pt x="220980" y="75247"/>
                  </a:lnTo>
                  <a:lnTo>
                    <a:pt x="217170" y="74295"/>
                  </a:lnTo>
                  <a:lnTo>
                    <a:pt x="211455" y="71914"/>
                  </a:lnTo>
                  <a:lnTo>
                    <a:pt x="206693" y="70485"/>
                  </a:lnTo>
                  <a:lnTo>
                    <a:pt x="202406" y="70485"/>
                  </a:lnTo>
                  <a:lnTo>
                    <a:pt x="199549" y="70961"/>
                  </a:lnTo>
                  <a:lnTo>
                    <a:pt x="198120" y="72390"/>
                  </a:lnTo>
                  <a:lnTo>
                    <a:pt x="198120" y="73819"/>
                  </a:lnTo>
                  <a:lnTo>
                    <a:pt x="199073" y="74771"/>
                  </a:lnTo>
                  <a:lnTo>
                    <a:pt x="198597" y="75724"/>
                  </a:lnTo>
                  <a:lnTo>
                    <a:pt x="196215" y="76200"/>
                  </a:lnTo>
                  <a:lnTo>
                    <a:pt x="194310" y="77629"/>
                  </a:lnTo>
                  <a:lnTo>
                    <a:pt x="192405" y="80486"/>
                  </a:lnTo>
                  <a:lnTo>
                    <a:pt x="190977" y="84296"/>
                  </a:lnTo>
                  <a:lnTo>
                    <a:pt x="189072" y="85725"/>
                  </a:lnTo>
                  <a:lnTo>
                    <a:pt x="185738" y="86201"/>
                  </a:lnTo>
                  <a:lnTo>
                    <a:pt x="182404" y="87154"/>
                  </a:lnTo>
                  <a:lnTo>
                    <a:pt x="179547" y="89059"/>
                  </a:lnTo>
                  <a:lnTo>
                    <a:pt x="178118" y="90488"/>
                  </a:lnTo>
                  <a:lnTo>
                    <a:pt x="178118" y="91440"/>
                  </a:lnTo>
                  <a:lnTo>
                    <a:pt x="177641" y="91440"/>
                  </a:lnTo>
                  <a:lnTo>
                    <a:pt x="176213" y="90964"/>
                  </a:lnTo>
                  <a:lnTo>
                    <a:pt x="175736" y="89535"/>
                  </a:lnTo>
                  <a:lnTo>
                    <a:pt x="175736" y="87630"/>
                  </a:lnTo>
                  <a:lnTo>
                    <a:pt x="174308" y="86201"/>
                  </a:lnTo>
                  <a:lnTo>
                    <a:pt x="170974" y="85725"/>
                  </a:lnTo>
                  <a:lnTo>
                    <a:pt x="167164" y="83820"/>
                  </a:lnTo>
                  <a:lnTo>
                    <a:pt x="162878" y="80010"/>
                  </a:lnTo>
                  <a:lnTo>
                    <a:pt x="160020" y="78105"/>
                  </a:lnTo>
                  <a:lnTo>
                    <a:pt x="158591" y="77629"/>
                  </a:lnTo>
                  <a:lnTo>
                    <a:pt x="156210" y="79057"/>
                  </a:lnTo>
                  <a:lnTo>
                    <a:pt x="153353" y="81915"/>
                  </a:lnTo>
                  <a:lnTo>
                    <a:pt x="150972" y="83344"/>
                  </a:lnTo>
                  <a:lnTo>
                    <a:pt x="149066" y="82867"/>
                  </a:lnTo>
                  <a:lnTo>
                    <a:pt x="147638" y="83820"/>
                  </a:lnTo>
                  <a:lnTo>
                    <a:pt x="146685" y="86677"/>
                  </a:lnTo>
                  <a:lnTo>
                    <a:pt x="144780" y="89059"/>
                  </a:lnTo>
                  <a:lnTo>
                    <a:pt x="140494" y="91440"/>
                  </a:lnTo>
                  <a:lnTo>
                    <a:pt x="140018" y="91916"/>
                  </a:lnTo>
                  <a:lnTo>
                    <a:pt x="135255" y="95250"/>
                  </a:lnTo>
                  <a:lnTo>
                    <a:pt x="131445" y="98584"/>
                  </a:lnTo>
                  <a:lnTo>
                    <a:pt x="127159" y="102870"/>
                  </a:lnTo>
                  <a:lnTo>
                    <a:pt x="125254" y="103346"/>
                  </a:lnTo>
                  <a:lnTo>
                    <a:pt x="123349" y="102394"/>
                  </a:lnTo>
                  <a:lnTo>
                    <a:pt x="120491" y="101441"/>
                  </a:lnTo>
                  <a:lnTo>
                    <a:pt x="119063" y="100013"/>
                  </a:lnTo>
                  <a:lnTo>
                    <a:pt x="121920" y="92392"/>
                  </a:lnTo>
                  <a:lnTo>
                    <a:pt x="125730" y="84296"/>
                  </a:lnTo>
                  <a:lnTo>
                    <a:pt x="126683" y="80486"/>
                  </a:lnTo>
                  <a:lnTo>
                    <a:pt x="126683" y="77629"/>
                  </a:lnTo>
                  <a:lnTo>
                    <a:pt x="126206" y="75247"/>
                  </a:lnTo>
                  <a:lnTo>
                    <a:pt x="124778" y="72866"/>
                  </a:lnTo>
                  <a:lnTo>
                    <a:pt x="123349" y="70961"/>
                  </a:lnTo>
                  <a:lnTo>
                    <a:pt x="123349" y="69532"/>
                  </a:lnTo>
                  <a:lnTo>
                    <a:pt x="123825" y="68104"/>
                  </a:lnTo>
                  <a:lnTo>
                    <a:pt x="125254" y="66199"/>
                  </a:lnTo>
                  <a:lnTo>
                    <a:pt x="127159" y="63341"/>
                  </a:lnTo>
                  <a:lnTo>
                    <a:pt x="129064" y="57150"/>
                  </a:lnTo>
                  <a:lnTo>
                    <a:pt x="131445" y="50959"/>
                  </a:lnTo>
                  <a:lnTo>
                    <a:pt x="131445" y="47149"/>
                  </a:lnTo>
                  <a:lnTo>
                    <a:pt x="129540" y="42863"/>
                  </a:lnTo>
                  <a:lnTo>
                    <a:pt x="128588" y="38576"/>
                  </a:lnTo>
                  <a:lnTo>
                    <a:pt x="129540" y="32861"/>
                  </a:lnTo>
                  <a:lnTo>
                    <a:pt x="129064" y="30480"/>
                  </a:lnTo>
                  <a:lnTo>
                    <a:pt x="127159" y="29527"/>
                  </a:lnTo>
                  <a:lnTo>
                    <a:pt x="120968" y="28575"/>
                  </a:lnTo>
                  <a:lnTo>
                    <a:pt x="119063" y="28575"/>
                  </a:lnTo>
                  <a:lnTo>
                    <a:pt x="117634" y="29051"/>
                  </a:lnTo>
                  <a:lnTo>
                    <a:pt x="115729" y="30480"/>
                  </a:lnTo>
                  <a:lnTo>
                    <a:pt x="113824" y="31432"/>
                  </a:lnTo>
                  <a:lnTo>
                    <a:pt x="110014" y="31909"/>
                  </a:lnTo>
                  <a:lnTo>
                    <a:pt x="106204" y="30004"/>
                  </a:lnTo>
                  <a:lnTo>
                    <a:pt x="102870" y="26670"/>
                  </a:lnTo>
                  <a:lnTo>
                    <a:pt x="101918" y="22860"/>
                  </a:lnTo>
                  <a:lnTo>
                    <a:pt x="104299" y="18097"/>
                  </a:lnTo>
                  <a:lnTo>
                    <a:pt x="105728" y="14288"/>
                  </a:lnTo>
                  <a:lnTo>
                    <a:pt x="106680" y="10954"/>
                  </a:lnTo>
                  <a:lnTo>
                    <a:pt x="106680" y="9525"/>
                  </a:lnTo>
                  <a:lnTo>
                    <a:pt x="106204" y="8096"/>
                  </a:lnTo>
                  <a:lnTo>
                    <a:pt x="105252" y="8096"/>
                  </a:lnTo>
                  <a:lnTo>
                    <a:pt x="103347" y="6191"/>
                  </a:lnTo>
                  <a:lnTo>
                    <a:pt x="101441" y="2857"/>
                  </a:lnTo>
                  <a:lnTo>
                    <a:pt x="99536" y="1429"/>
                  </a:lnTo>
                  <a:lnTo>
                    <a:pt x="97631" y="1905"/>
                  </a:lnTo>
                  <a:lnTo>
                    <a:pt x="96203" y="3334"/>
                  </a:lnTo>
                  <a:lnTo>
                    <a:pt x="94774" y="5715"/>
                  </a:lnTo>
                  <a:lnTo>
                    <a:pt x="93822" y="6667"/>
                  </a:lnTo>
                  <a:lnTo>
                    <a:pt x="92869" y="6191"/>
                  </a:lnTo>
                  <a:lnTo>
                    <a:pt x="93345" y="4286"/>
                  </a:lnTo>
                  <a:lnTo>
                    <a:pt x="89535" y="1905"/>
                  </a:lnTo>
                  <a:lnTo>
                    <a:pt x="87630" y="476"/>
                  </a:lnTo>
                  <a:lnTo>
                    <a:pt x="85249" y="0"/>
                  </a:lnTo>
                  <a:lnTo>
                    <a:pt x="82868" y="1429"/>
                  </a:lnTo>
                  <a:lnTo>
                    <a:pt x="80963" y="2857"/>
                  </a:lnTo>
                  <a:lnTo>
                    <a:pt x="79058" y="3334"/>
                  </a:lnTo>
                  <a:lnTo>
                    <a:pt x="76200" y="3334"/>
                  </a:lnTo>
                  <a:lnTo>
                    <a:pt x="72390" y="2381"/>
                  </a:lnTo>
                  <a:lnTo>
                    <a:pt x="70009" y="1905"/>
                  </a:lnTo>
                  <a:lnTo>
                    <a:pt x="69533" y="2381"/>
                  </a:lnTo>
                  <a:lnTo>
                    <a:pt x="70961" y="5715"/>
                  </a:lnTo>
                  <a:lnTo>
                    <a:pt x="71438" y="8096"/>
                  </a:lnTo>
                  <a:lnTo>
                    <a:pt x="70961" y="9525"/>
                  </a:lnTo>
                  <a:lnTo>
                    <a:pt x="70009" y="10477"/>
                  </a:lnTo>
                  <a:lnTo>
                    <a:pt x="68104" y="11430"/>
                  </a:lnTo>
                  <a:lnTo>
                    <a:pt x="66199" y="11906"/>
                  </a:lnTo>
                  <a:lnTo>
                    <a:pt x="64294" y="11906"/>
                  </a:lnTo>
                  <a:lnTo>
                    <a:pt x="61436" y="10477"/>
                  </a:lnTo>
                  <a:lnTo>
                    <a:pt x="59055" y="10477"/>
                  </a:lnTo>
                  <a:lnTo>
                    <a:pt x="57150" y="10954"/>
                  </a:lnTo>
                  <a:lnTo>
                    <a:pt x="56198" y="11906"/>
                  </a:lnTo>
                  <a:lnTo>
                    <a:pt x="55722" y="12859"/>
                  </a:lnTo>
                  <a:lnTo>
                    <a:pt x="54769" y="19050"/>
                  </a:lnTo>
                  <a:lnTo>
                    <a:pt x="53816" y="20955"/>
                  </a:lnTo>
                  <a:lnTo>
                    <a:pt x="52388" y="21907"/>
                  </a:lnTo>
                  <a:lnTo>
                    <a:pt x="50959" y="21907"/>
                  </a:lnTo>
                  <a:lnTo>
                    <a:pt x="49054" y="21431"/>
                  </a:lnTo>
                  <a:lnTo>
                    <a:pt x="47149" y="21907"/>
                  </a:lnTo>
                  <a:lnTo>
                    <a:pt x="38100" y="24289"/>
                  </a:lnTo>
                  <a:lnTo>
                    <a:pt x="36672" y="24765"/>
                  </a:lnTo>
                  <a:lnTo>
                    <a:pt x="33814" y="24765"/>
                  </a:lnTo>
                  <a:lnTo>
                    <a:pt x="30956" y="24765"/>
                  </a:lnTo>
                  <a:lnTo>
                    <a:pt x="29052" y="24765"/>
                  </a:lnTo>
                  <a:lnTo>
                    <a:pt x="24765" y="22384"/>
                  </a:lnTo>
                  <a:lnTo>
                    <a:pt x="22860" y="21907"/>
                  </a:lnTo>
                  <a:lnTo>
                    <a:pt x="21908" y="22384"/>
                  </a:lnTo>
                  <a:lnTo>
                    <a:pt x="20955" y="25717"/>
                  </a:lnTo>
                  <a:lnTo>
                    <a:pt x="18574" y="27622"/>
                  </a:lnTo>
                  <a:lnTo>
                    <a:pt x="15240" y="32385"/>
                  </a:lnTo>
                  <a:lnTo>
                    <a:pt x="14288" y="39052"/>
                  </a:lnTo>
                  <a:lnTo>
                    <a:pt x="14764" y="43815"/>
                  </a:lnTo>
                  <a:lnTo>
                    <a:pt x="11906" y="48577"/>
                  </a:lnTo>
                  <a:lnTo>
                    <a:pt x="11430" y="50959"/>
                  </a:lnTo>
                  <a:lnTo>
                    <a:pt x="12859" y="61913"/>
                  </a:lnTo>
                  <a:lnTo>
                    <a:pt x="12383" y="62865"/>
                  </a:lnTo>
                  <a:lnTo>
                    <a:pt x="11906" y="63341"/>
                  </a:lnTo>
                  <a:lnTo>
                    <a:pt x="10002" y="63817"/>
                  </a:lnTo>
                  <a:lnTo>
                    <a:pt x="6668" y="64770"/>
                  </a:lnTo>
                  <a:lnTo>
                    <a:pt x="4763" y="65722"/>
                  </a:lnTo>
                  <a:lnTo>
                    <a:pt x="3810" y="65722"/>
                  </a:lnTo>
                  <a:lnTo>
                    <a:pt x="953" y="64770"/>
                  </a:lnTo>
                  <a:lnTo>
                    <a:pt x="0" y="64770"/>
                  </a:lnTo>
                  <a:lnTo>
                    <a:pt x="0" y="65722"/>
                  </a:lnTo>
                  <a:lnTo>
                    <a:pt x="2381" y="70485"/>
                  </a:lnTo>
                  <a:lnTo>
                    <a:pt x="4763" y="72866"/>
                  </a:lnTo>
                  <a:lnTo>
                    <a:pt x="7144" y="72390"/>
                  </a:lnTo>
                  <a:lnTo>
                    <a:pt x="8097" y="72866"/>
                  </a:lnTo>
                  <a:lnTo>
                    <a:pt x="7620" y="73819"/>
                  </a:lnTo>
                  <a:lnTo>
                    <a:pt x="8573" y="76676"/>
                  </a:lnTo>
                  <a:lnTo>
                    <a:pt x="10954" y="81439"/>
                  </a:lnTo>
                  <a:lnTo>
                    <a:pt x="11430" y="84772"/>
                  </a:lnTo>
                  <a:lnTo>
                    <a:pt x="10002" y="88106"/>
                  </a:lnTo>
                  <a:lnTo>
                    <a:pt x="10478" y="89535"/>
                  </a:lnTo>
                  <a:lnTo>
                    <a:pt x="11430" y="90488"/>
                  </a:lnTo>
                  <a:lnTo>
                    <a:pt x="13811" y="93821"/>
                  </a:lnTo>
                  <a:lnTo>
                    <a:pt x="18574" y="99060"/>
                  </a:lnTo>
                  <a:lnTo>
                    <a:pt x="23336" y="104775"/>
                  </a:lnTo>
                  <a:lnTo>
                    <a:pt x="27147" y="109538"/>
                  </a:lnTo>
                  <a:lnTo>
                    <a:pt x="30004" y="112871"/>
                  </a:lnTo>
                  <a:lnTo>
                    <a:pt x="36195" y="118586"/>
                  </a:lnTo>
                  <a:lnTo>
                    <a:pt x="37148" y="121444"/>
                  </a:lnTo>
                  <a:lnTo>
                    <a:pt x="37148" y="127159"/>
                  </a:lnTo>
                  <a:lnTo>
                    <a:pt x="38577" y="130492"/>
                  </a:lnTo>
                  <a:lnTo>
                    <a:pt x="40005" y="132874"/>
                  </a:lnTo>
                  <a:lnTo>
                    <a:pt x="40958" y="134779"/>
                  </a:lnTo>
                  <a:lnTo>
                    <a:pt x="43339" y="140970"/>
                  </a:lnTo>
                  <a:lnTo>
                    <a:pt x="44291" y="141922"/>
                  </a:lnTo>
                  <a:lnTo>
                    <a:pt x="49054" y="138113"/>
                  </a:lnTo>
                  <a:lnTo>
                    <a:pt x="50006" y="139065"/>
                  </a:lnTo>
                  <a:lnTo>
                    <a:pt x="50483" y="140494"/>
                  </a:lnTo>
                  <a:lnTo>
                    <a:pt x="50483" y="142399"/>
                  </a:lnTo>
                  <a:lnTo>
                    <a:pt x="49530" y="144304"/>
                  </a:lnTo>
                  <a:lnTo>
                    <a:pt x="48102" y="146209"/>
                  </a:lnTo>
                  <a:lnTo>
                    <a:pt x="40481" y="150495"/>
                  </a:lnTo>
                  <a:lnTo>
                    <a:pt x="40005" y="154305"/>
                  </a:lnTo>
                  <a:lnTo>
                    <a:pt x="39529" y="160020"/>
                  </a:lnTo>
                  <a:lnTo>
                    <a:pt x="39529" y="167164"/>
                  </a:lnTo>
                  <a:lnTo>
                    <a:pt x="40005" y="172402"/>
                  </a:lnTo>
                  <a:lnTo>
                    <a:pt x="39529" y="173831"/>
                  </a:lnTo>
                  <a:lnTo>
                    <a:pt x="39053" y="174307"/>
                  </a:lnTo>
                  <a:lnTo>
                    <a:pt x="36195" y="174307"/>
                  </a:lnTo>
                  <a:lnTo>
                    <a:pt x="31909" y="177165"/>
                  </a:lnTo>
                  <a:lnTo>
                    <a:pt x="30480" y="177641"/>
                  </a:lnTo>
                  <a:lnTo>
                    <a:pt x="28575" y="178594"/>
                  </a:lnTo>
                  <a:lnTo>
                    <a:pt x="27147" y="180022"/>
                  </a:lnTo>
                  <a:lnTo>
                    <a:pt x="26670" y="181927"/>
                  </a:lnTo>
                  <a:lnTo>
                    <a:pt x="27623" y="187642"/>
                  </a:lnTo>
                  <a:lnTo>
                    <a:pt x="29052" y="193357"/>
                  </a:lnTo>
                  <a:lnTo>
                    <a:pt x="31909" y="197644"/>
                  </a:lnTo>
                  <a:lnTo>
                    <a:pt x="34290" y="200977"/>
                  </a:lnTo>
                  <a:lnTo>
                    <a:pt x="37624" y="205264"/>
                  </a:lnTo>
                  <a:lnTo>
                    <a:pt x="40005" y="209074"/>
                  </a:lnTo>
                  <a:lnTo>
                    <a:pt x="45244" y="213360"/>
                  </a:lnTo>
                  <a:lnTo>
                    <a:pt x="52388" y="219551"/>
                  </a:lnTo>
                  <a:lnTo>
                    <a:pt x="55245" y="222885"/>
                  </a:lnTo>
                  <a:lnTo>
                    <a:pt x="57627" y="227171"/>
                  </a:lnTo>
                  <a:lnTo>
                    <a:pt x="59531" y="230981"/>
                  </a:lnTo>
                  <a:lnTo>
                    <a:pt x="60008" y="235744"/>
                  </a:lnTo>
                  <a:lnTo>
                    <a:pt x="60484" y="238601"/>
                  </a:lnTo>
                  <a:lnTo>
                    <a:pt x="60484" y="247650"/>
                  </a:lnTo>
                  <a:lnTo>
                    <a:pt x="59055" y="249555"/>
                  </a:lnTo>
                  <a:lnTo>
                    <a:pt x="58103" y="251936"/>
                  </a:lnTo>
                  <a:lnTo>
                    <a:pt x="58579" y="254317"/>
                  </a:lnTo>
                  <a:lnTo>
                    <a:pt x="60484" y="256699"/>
                  </a:lnTo>
                  <a:lnTo>
                    <a:pt x="60484" y="259556"/>
                  </a:lnTo>
                  <a:lnTo>
                    <a:pt x="61913" y="264319"/>
                  </a:lnTo>
                  <a:lnTo>
                    <a:pt x="64770" y="267176"/>
                  </a:lnTo>
                  <a:lnTo>
                    <a:pt x="67152" y="269081"/>
                  </a:lnTo>
                  <a:lnTo>
                    <a:pt x="68104" y="270510"/>
                  </a:lnTo>
                  <a:lnTo>
                    <a:pt x="67628" y="272891"/>
                  </a:lnTo>
                  <a:lnTo>
                    <a:pt x="68580" y="275749"/>
                  </a:lnTo>
                  <a:lnTo>
                    <a:pt x="69056" y="278606"/>
                  </a:lnTo>
                  <a:lnTo>
                    <a:pt x="70009" y="282892"/>
                  </a:lnTo>
                  <a:lnTo>
                    <a:pt x="71914" y="286226"/>
                  </a:lnTo>
                  <a:lnTo>
                    <a:pt x="75248" y="296704"/>
                  </a:lnTo>
                  <a:lnTo>
                    <a:pt x="75248" y="297656"/>
                  </a:lnTo>
                  <a:lnTo>
                    <a:pt x="73819" y="299561"/>
                  </a:lnTo>
                  <a:lnTo>
                    <a:pt x="71914" y="301466"/>
                  </a:lnTo>
                  <a:lnTo>
                    <a:pt x="70485" y="301942"/>
                  </a:lnTo>
                  <a:lnTo>
                    <a:pt x="69056" y="303847"/>
                  </a:lnTo>
                  <a:lnTo>
                    <a:pt x="66199" y="309563"/>
                  </a:lnTo>
                  <a:lnTo>
                    <a:pt x="60484" y="319088"/>
                  </a:lnTo>
                  <a:lnTo>
                    <a:pt x="54769" y="325279"/>
                  </a:lnTo>
                  <a:lnTo>
                    <a:pt x="50006" y="329565"/>
                  </a:lnTo>
                  <a:lnTo>
                    <a:pt x="46673" y="332422"/>
                  </a:lnTo>
                  <a:lnTo>
                    <a:pt x="45720" y="333851"/>
                  </a:lnTo>
                  <a:lnTo>
                    <a:pt x="45720" y="335280"/>
                  </a:lnTo>
                  <a:lnTo>
                    <a:pt x="46197" y="337661"/>
                  </a:lnTo>
                  <a:lnTo>
                    <a:pt x="45720" y="341947"/>
                  </a:lnTo>
                  <a:lnTo>
                    <a:pt x="44768" y="344805"/>
                  </a:lnTo>
                  <a:lnTo>
                    <a:pt x="43815" y="347663"/>
                  </a:lnTo>
                  <a:lnTo>
                    <a:pt x="43339" y="350044"/>
                  </a:lnTo>
                  <a:lnTo>
                    <a:pt x="38577" y="361950"/>
                  </a:lnTo>
                  <a:lnTo>
                    <a:pt x="36195" y="371475"/>
                  </a:lnTo>
                  <a:lnTo>
                    <a:pt x="34290" y="373856"/>
                  </a:lnTo>
                  <a:lnTo>
                    <a:pt x="31909" y="380524"/>
                  </a:lnTo>
                  <a:lnTo>
                    <a:pt x="30480" y="391477"/>
                  </a:lnTo>
                  <a:lnTo>
                    <a:pt x="27623" y="398145"/>
                  </a:lnTo>
                  <a:lnTo>
                    <a:pt x="27147" y="405765"/>
                  </a:lnTo>
                  <a:lnTo>
                    <a:pt x="27623" y="410051"/>
                  </a:lnTo>
                  <a:lnTo>
                    <a:pt x="30004" y="416719"/>
                  </a:lnTo>
                  <a:lnTo>
                    <a:pt x="31909" y="418147"/>
                  </a:lnTo>
                  <a:lnTo>
                    <a:pt x="33814" y="418624"/>
                  </a:lnTo>
                  <a:lnTo>
                    <a:pt x="35719" y="416242"/>
                  </a:lnTo>
                  <a:lnTo>
                    <a:pt x="36672" y="413861"/>
                  </a:lnTo>
                  <a:lnTo>
                    <a:pt x="39529" y="412909"/>
                  </a:lnTo>
                  <a:lnTo>
                    <a:pt x="41434" y="414338"/>
                  </a:lnTo>
                  <a:lnTo>
                    <a:pt x="43815" y="415766"/>
                  </a:lnTo>
                  <a:lnTo>
                    <a:pt x="46673" y="422434"/>
                  </a:lnTo>
                  <a:lnTo>
                    <a:pt x="49530" y="423863"/>
                  </a:lnTo>
                  <a:lnTo>
                    <a:pt x="52864" y="425767"/>
                  </a:lnTo>
                  <a:lnTo>
                    <a:pt x="55722" y="428149"/>
                  </a:lnTo>
                  <a:lnTo>
                    <a:pt x="55245" y="432435"/>
                  </a:lnTo>
                  <a:lnTo>
                    <a:pt x="56198" y="433864"/>
                  </a:lnTo>
                  <a:lnTo>
                    <a:pt x="60008" y="433864"/>
                  </a:lnTo>
                  <a:lnTo>
                    <a:pt x="62865" y="437197"/>
                  </a:lnTo>
                  <a:lnTo>
                    <a:pt x="64294" y="439102"/>
                  </a:lnTo>
                  <a:lnTo>
                    <a:pt x="66199" y="445294"/>
                  </a:lnTo>
                  <a:lnTo>
                    <a:pt x="68580" y="446722"/>
                  </a:lnTo>
                  <a:lnTo>
                    <a:pt x="71914" y="446722"/>
                  </a:lnTo>
                  <a:lnTo>
                    <a:pt x="74295" y="445770"/>
                  </a:lnTo>
                  <a:lnTo>
                    <a:pt x="72866" y="450532"/>
                  </a:lnTo>
                  <a:lnTo>
                    <a:pt x="74772" y="452914"/>
                  </a:lnTo>
                  <a:lnTo>
                    <a:pt x="77153" y="452914"/>
                  </a:lnTo>
                  <a:lnTo>
                    <a:pt x="79058" y="454342"/>
                  </a:lnTo>
                  <a:lnTo>
                    <a:pt x="78105" y="461963"/>
                  </a:lnTo>
                  <a:lnTo>
                    <a:pt x="83820" y="466249"/>
                  </a:lnTo>
                  <a:lnTo>
                    <a:pt x="92393" y="476726"/>
                  </a:lnTo>
                  <a:lnTo>
                    <a:pt x="92869" y="475297"/>
                  </a:lnTo>
                  <a:lnTo>
                    <a:pt x="93822" y="470059"/>
                  </a:lnTo>
                  <a:lnTo>
                    <a:pt x="94298" y="469106"/>
                  </a:lnTo>
                  <a:lnTo>
                    <a:pt x="95727" y="468630"/>
                  </a:lnTo>
                  <a:lnTo>
                    <a:pt x="97155" y="468630"/>
                  </a:lnTo>
                  <a:lnTo>
                    <a:pt x="100013" y="472916"/>
                  </a:lnTo>
                  <a:lnTo>
                    <a:pt x="107633" y="475774"/>
                  </a:lnTo>
                  <a:lnTo>
                    <a:pt x="110014" y="476250"/>
                  </a:lnTo>
                  <a:lnTo>
                    <a:pt x="112872" y="475297"/>
                  </a:lnTo>
                  <a:lnTo>
                    <a:pt x="114300" y="475774"/>
                  </a:lnTo>
                  <a:lnTo>
                    <a:pt x="115729" y="476726"/>
                  </a:lnTo>
                  <a:lnTo>
                    <a:pt x="116681" y="480060"/>
                  </a:lnTo>
                  <a:lnTo>
                    <a:pt x="118586" y="482917"/>
                  </a:lnTo>
                  <a:lnTo>
                    <a:pt x="122397" y="482441"/>
                  </a:lnTo>
                  <a:lnTo>
                    <a:pt x="123825" y="482917"/>
                  </a:lnTo>
                  <a:lnTo>
                    <a:pt x="124778" y="482917"/>
                  </a:lnTo>
                  <a:lnTo>
                    <a:pt x="125730" y="485299"/>
                  </a:lnTo>
                  <a:lnTo>
                    <a:pt x="126206" y="489585"/>
                  </a:lnTo>
                  <a:lnTo>
                    <a:pt x="125730" y="491966"/>
                  </a:lnTo>
                  <a:lnTo>
                    <a:pt x="122873" y="495776"/>
                  </a:lnTo>
                  <a:lnTo>
                    <a:pt x="122397" y="498157"/>
                  </a:lnTo>
                  <a:lnTo>
                    <a:pt x="123825" y="499586"/>
                  </a:lnTo>
                  <a:lnTo>
                    <a:pt x="125730" y="501491"/>
                  </a:lnTo>
                  <a:lnTo>
                    <a:pt x="126683" y="502920"/>
                  </a:lnTo>
                  <a:lnTo>
                    <a:pt x="127635" y="502920"/>
                  </a:lnTo>
                  <a:lnTo>
                    <a:pt x="129064" y="501967"/>
                  </a:lnTo>
                  <a:lnTo>
                    <a:pt x="130493" y="499586"/>
                  </a:lnTo>
                  <a:lnTo>
                    <a:pt x="131445" y="497681"/>
                  </a:lnTo>
                  <a:lnTo>
                    <a:pt x="136684" y="495776"/>
                  </a:lnTo>
                  <a:lnTo>
                    <a:pt x="141923" y="493871"/>
                  </a:lnTo>
                  <a:lnTo>
                    <a:pt x="142399" y="493871"/>
                  </a:lnTo>
                  <a:lnTo>
                    <a:pt x="143352" y="494824"/>
                  </a:lnTo>
                  <a:lnTo>
                    <a:pt x="144780" y="497681"/>
                  </a:lnTo>
                  <a:lnTo>
                    <a:pt x="145733" y="498157"/>
                  </a:lnTo>
                  <a:lnTo>
                    <a:pt x="147161" y="498634"/>
                  </a:lnTo>
                  <a:lnTo>
                    <a:pt x="149543" y="498157"/>
                  </a:lnTo>
                  <a:lnTo>
                    <a:pt x="152400" y="496729"/>
                  </a:lnTo>
                  <a:lnTo>
                    <a:pt x="153829" y="493871"/>
                  </a:lnTo>
                  <a:lnTo>
                    <a:pt x="154305" y="491490"/>
                  </a:lnTo>
                  <a:lnTo>
                    <a:pt x="158591" y="487680"/>
                  </a:lnTo>
                  <a:lnTo>
                    <a:pt x="159068" y="484822"/>
                  </a:lnTo>
                  <a:lnTo>
                    <a:pt x="160020" y="482917"/>
                  </a:lnTo>
                  <a:lnTo>
                    <a:pt x="149543" y="475297"/>
                  </a:lnTo>
                  <a:lnTo>
                    <a:pt x="143352" y="465772"/>
                  </a:lnTo>
                  <a:lnTo>
                    <a:pt x="139541" y="461963"/>
                  </a:lnTo>
                  <a:lnTo>
                    <a:pt x="136208" y="461010"/>
                  </a:lnTo>
                  <a:lnTo>
                    <a:pt x="132874" y="460534"/>
                  </a:lnTo>
                  <a:lnTo>
                    <a:pt x="127635" y="461486"/>
                  </a:lnTo>
                  <a:lnTo>
                    <a:pt x="122873" y="461963"/>
                  </a:lnTo>
                  <a:lnTo>
                    <a:pt x="115253" y="457676"/>
                  </a:lnTo>
                  <a:lnTo>
                    <a:pt x="112395" y="454819"/>
                  </a:lnTo>
                  <a:lnTo>
                    <a:pt x="108585" y="451485"/>
                  </a:lnTo>
                  <a:lnTo>
                    <a:pt x="105252" y="451961"/>
                  </a:lnTo>
                  <a:lnTo>
                    <a:pt x="102870" y="451009"/>
                  </a:lnTo>
                  <a:lnTo>
                    <a:pt x="100965" y="447675"/>
                  </a:lnTo>
                  <a:lnTo>
                    <a:pt x="95250" y="440055"/>
                  </a:lnTo>
                  <a:lnTo>
                    <a:pt x="93822" y="436721"/>
                  </a:lnTo>
                  <a:lnTo>
                    <a:pt x="93822" y="432435"/>
                  </a:lnTo>
                  <a:lnTo>
                    <a:pt x="97155" y="431006"/>
                  </a:lnTo>
                  <a:lnTo>
                    <a:pt x="99060" y="432911"/>
                  </a:lnTo>
                  <a:lnTo>
                    <a:pt x="99060" y="435292"/>
                  </a:lnTo>
                  <a:lnTo>
                    <a:pt x="97631" y="437197"/>
                  </a:lnTo>
                  <a:lnTo>
                    <a:pt x="97631" y="438150"/>
                  </a:lnTo>
                  <a:lnTo>
                    <a:pt x="99536" y="438150"/>
                  </a:lnTo>
                  <a:lnTo>
                    <a:pt x="100965" y="438626"/>
                  </a:lnTo>
                  <a:lnTo>
                    <a:pt x="101918" y="441007"/>
                  </a:lnTo>
                  <a:lnTo>
                    <a:pt x="102870" y="447199"/>
                  </a:lnTo>
                  <a:lnTo>
                    <a:pt x="106680" y="449104"/>
                  </a:lnTo>
                  <a:lnTo>
                    <a:pt x="105252" y="445294"/>
                  </a:lnTo>
                  <a:lnTo>
                    <a:pt x="103347" y="441960"/>
                  </a:lnTo>
                  <a:lnTo>
                    <a:pt x="97631" y="413861"/>
                  </a:lnTo>
                  <a:lnTo>
                    <a:pt x="95727" y="408622"/>
                  </a:lnTo>
                  <a:lnTo>
                    <a:pt x="93345" y="405765"/>
                  </a:lnTo>
                  <a:lnTo>
                    <a:pt x="93345" y="406717"/>
                  </a:lnTo>
                  <a:lnTo>
                    <a:pt x="93345" y="407670"/>
                  </a:lnTo>
                  <a:lnTo>
                    <a:pt x="92393" y="408146"/>
                  </a:lnTo>
                  <a:lnTo>
                    <a:pt x="90011" y="405289"/>
                  </a:lnTo>
                  <a:lnTo>
                    <a:pt x="87630" y="402431"/>
                  </a:lnTo>
                  <a:lnTo>
                    <a:pt x="86678" y="399574"/>
                  </a:lnTo>
                  <a:lnTo>
                    <a:pt x="84773" y="384810"/>
                  </a:lnTo>
                  <a:lnTo>
                    <a:pt x="83820" y="381952"/>
                  </a:lnTo>
                  <a:lnTo>
                    <a:pt x="82391" y="378619"/>
                  </a:lnTo>
                  <a:lnTo>
                    <a:pt x="78581" y="377666"/>
                  </a:lnTo>
                  <a:lnTo>
                    <a:pt x="67152" y="381000"/>
                  </a:lnTo>
                  <a:lnTo>
                    <a:pt x="65247" y="380524"/>
                  </a:lnTo>
                  <a:lnTo>
                    <a:pt x="62389" y="379095"/>
                  </a:lnTo>
                  <a:lnTo>
                    <a:pt x="62865" y="376238"/>
                  </a:lnTo>
                  <a:lnTo>
                    <a:pt x="63818" y="374332"/>
                  </a:lnTo>
                  <a:lnTo>
                    <a:pt x="60484" y="367189"/>
                  </a:lnTo>
                  <a:lnTo>
                    <a:pt x="59531" y="363379"/>
                  </a:lnTo>
                  <a:lnTo>
                    <a:pt x="60008" y="356711"/>
                  </a:lnTo>
                  <a:lnTo>
                    <a:pt x="60960" y="348615"/>
                  </a:lnTo>
                  <a:lnTo>
                    <a:pt x="60960" y="345757"/>
                  </a:lnTo>
                  <a:lnTo>
                    <a:pt x="60008" y="343852"/>
                  </a:lnTo>
                  <a:lnTo>
                    <a:pt x="62389" y="341471"/>
                  </a:lnTo>
                  <a:lnTo>
                    <a:pt x="63818" y="335280"/>
                  </a:lnTo>
                  <a:lnTo>
                    <a:pt x="70485" y="324326"/>
                  </a:lnTo>
                  <a:lnTo>
                    <a:pt x="71438" y="317182"/>
                  </a:lnTo>
                  <a:lnTo>
                    <a:pt x="72866" y="313372"/>
                  </a:lnTo>
                  <a:lnTo>
                    <a:pt x="75248" y="304800"/>
                  </a:lnTo>
                  <a:lnTo>
                    <a:pt x="78581" y="298132"/>
                  </a:lnTo>
                  <a:lnTo>
                    <a:pt x="80963" y="295275"/>
                  </a:lnTo>
                  <a:lnTo>
                    <a:pt x="82391" y="289084"/>
                  </a:lnTo>
                  <a:lnTo>
                    <a:pt x="85725" y="285274"/>
                  </a:lnTo>
                  <a:lnTo>
                    <a:pt x="87630" y="280988"/>
                  </a:lnTo>
                  <a:lnTo>
                    <a:pt x="88106" y="274796"/>
                  </a:lnTo>
                  <a:lnTo>
                    <a:pt x="86678" y="263366"/>
                  </a:lnTo>
                  <a:lnTo>
                    <a:pt x="87154" y="260509"/>
                  </a:lnTo>
                  <a:lnTo>
                    <a:pt x="90964" y="250984"/>
                  </a:lnTo>
                  <a:lnTo>
                    <a:pt x="89535" y="246697"/>
                  </a:lnTo>
                  <a:lnTo>
                    <a:pt x="87630" y="244316"/>
                  </a:lnTo>
                  <a:lnTo>
                    <a:pt x="88583" y="240506"/>
                  </a:lnTo>
                  <a:lnTo>
                    <a:pt x="91916" y="237649"/>
                  </a:lnTo>
                  <a:lnTo>
                    <a:pt x="95727" y="236220"/>
                  </a:lnTo>
                  <a:lnTo>
                    <a:pt x="105728" y="235267"/>
                  </a:lnTo>
                  <a:lnTo>
                    <a:pt x="108109" y="233363"/>
                  </a:lnTo>
                  <a:lnTo>
                    <a:pt x="110014" y="234791"/>
                  </a:lnTo>
                  <a:lnTo>
                    <a:pt x="118586" y="236696"/>
                  </a:lnTo>
                  <a:lnTo>
                    <a:pt x="120491" y="237649"/>
                  </a:lnTo>
                  <a:lnTo>
                    <a:pt x="120015" y="240030"/>
                  </a:lnTo>
                  <a:lnTo>
                    <a:pt x="119539" y="241935"/>
                  </a:lnTo>
                  <a:lnTo>
                    <a:pt x="120015" y="245745"/>
                  </a:lnTo>
                  <a:lnTo>
                    <a:pt x="118586" y="250984"/>
                  </a:lnTo>
                  <a:lnTo>
                    <a:pt x="118110" y="258604"/>
                  </a:lnTo>
                  <a:lnTo>
                    <a:pt x="117158" y="261938"/>
                  </a:lnTo>
                  <a:lnTo>
                    <a:pt x="118110" y="263842"/>
                  </a:lnTo>
                  <a:lnTo>
                    <a:pt x="120015" y="264795"/>
                  </a:lnTo>
                  <a:lnTo>
                    <a:pt x="124778" y="262890"/>
                  </a:lnTo>
                  <a:lnTo>
                    <a:pt x="136684" y="264795"/>
                  </a:lnTo>
                  <a:lnTo>
                    <a:pt x="146209" y="262414"/>
                  </a:lnTo>
                  <a:lnTo>
                    <a:pt x="150019" y="264319"/>
                  </a:lnTo>
                  <a:lnTo>
                    <a:pt x="151924" y="265747"/>
                  </a:lnTo>
                  <a:lnTo>
                    <a:pt x="153829" y="266700"/>
                  </a:lnTo>
                  <a:lnTo>
                    <a:pt x="156686" y="267652"/>
                  </a:lnTo>
                  <a:lnTo>
                    <a:pt x="160020" y="270510"/>
                  </a:lnTo>
                  <a:lnTo>
                    <a:pt x="163354" y="274320"/>
                  </a:lnTo>
                  <a:lnTo>
                    <a:pt x="163830" y="273367"/>
                  </a:lnTo>
                  <a:lnTo>
                    <a:pt x="164306" y="272415"/>
                  </a:lnTo>
                  <a:lnTo>
                    <a:pt x="167164" y="277177"/>
                  </a:lnTo>
                  <a:lnTo>
                    <a:pt x="170022" y="279559"/>
                  </a:lnTo>
                  <a:lnTo>
                    <a:pt x="173831" y="281940"/>
                  </a:lnTo>
                  <a:lnTo>
                    <a:pt x="174784" y="280511"/>
                  </a:lnTo>
                  <a:lnTo>
                    <a:pt x="175260" y="279082"/>
                  </a:lnTo>
                  <a:lnTo>
                    <a:pt x="177165" y="280988"/>
                  </a:lnTo>
                  <a:lnTo>
                    <a:pt x="180975" y="285750"/>
                  </a:lnTo>
                  <a:lnTo>
                    <a:pt x="181928" y="290036"/>
                  </a:lnTo>
                  <a:lnTo>
                    <a:pt x="185261" y="293846"/>
                  </a:lnTo>
                  <a:lnTo>
                    <a:pt x="186214" y="296227"/>
                  </a:lnTo>
                  <a:lnTo>
                    <a:pt x="187166" y="296227"/>
                  </a:lnTo>
                  <a:lnTo>
                    <a:pt x="186690" y="295275"/>
                  </a:lnTo>
                  <a:lnTo>
                    <a:pt x="180499" y="282892"/>
                  </a:lnTo>
                  <a:lnTo>
                    <a:pt x="179547" y="277177"/>
                  </a:lnTo>
                  <a:lnTo>
                    <a:pt x="180499" y="272891"/>
                  </a:lnTo>
                  <a:lnTo>
                    <a:pt x="180975" y="271463"/>
                  </a:lnTo>
                  <a:lnTo>
                    <a:pt x="179070" y="269081"/>
                  </a:lnTo>
                  <a:lnTo>
                    <a:pt x="176689" y="266700"/>
                  </a:lnTo>
                  <a:lnTo>
                    <a:pt x="172403" y="263366"/>
                  </a:lnTo>
                  <a:lnTo>
                    <a:pt x="171927" y="258127"/>
                  </a:lnTo>
                  <a:lnTo>
                    <a:pt x="170974" y="251936"/>
                  </a:lnTo>
                  <a:lnTo>
                    <a:pt x="169545" y="249555"/>
                  </a:lnTo>
                  <a:lnTo>
                    <a:pt x="167640" y="245745"/>
                  </a:lnTo>
                  <a:lnTo>
                    <a:pt x="166688" y="242411"/>
                  </a:lnTo>
                  <a:lnTo>
                    <a:pt x="166211" y="233839"/>
                  </a:lnTo>
                  <a:lnTo>
                    <a:pt x="166688" y="233363"/>
                  </a:lnTo>
                  <a:lnTo>
                    <a:pt x="170022" y="232886"/>
                  </a:lnTo>
                  <a:lnTo>
                    <a:pt x="173831" y="232410"/>
                  </a:lnTo>
                  <a:lnTo>
                    <a:pt x="174308" y="230981"/>
                  </a:lnTo>
                  <a:lnTo>
                    <a:pt x="173831" y="230029"/>
                  </a:lnTo>
                  <a:lnTo>
                    <a:pt x="176213" y="228124"/>
                  </a:lnTo>
                  <a:lnTo>
                    <a:pt x="180023" y="223838"/>
                  </a:lnTo>
                  <a:lnTo>
                    <a:pt x="182880" y="219551"/>
                  </a:lnTo>
                  <a:lnTo>
                    <a:pt x="184785" y="216694"/>
                  </a:lnTo>
                  <a:lnTo>
                    <a:pt x="186214" y="213836"/>
                  </a:lnTo>
                  <a:lnTo>
                    <a:pt x="190500" y="210026"/>
                  </a:lnTo>
                  <a:lnTo>
                    <a:pt x="196215" y="207169"/>
                  </a:lnTo>
                  <a:lnTo>
                    <a:pt x="200025" y="206692"/>
                  </a:lnTo>
                  <a:lnTo>
                    <a:pt x="203835" y="205740"/>
                  </a:lnTo>
                  <a:lnTo>
                    <a:pt x="207645" y="204311"/>
                  </a:lnTo>
                  <a:lnTo>
                    <a:pt x="209550" y="204311"/>
                  </a:lnTo>
                  <a:lnTo>
                    <a:pt x="214313" y="205740"/>
                  </a:lnTo>
                  <a:lnTo>
                    <a:pt x="216694" y="206216"/>
                  </a:lnTo>
                  <a:lnTo>
                    <a:pt x="219552" y="206216"/>
                  </a:lnTo>
                  <a:lnTo>
                    <a:pt x="222409" y="206216"/>
                  </a:lnTo>
                  <a:lnTo>
                    <a:pt x="224790" y="206216"/>
                  </a:lnTo>
                  <a:lnTo>
                    <a:pt x="230505" y="205264"/>
                  </a:lnTo>
                  <a:lnTo>
                    <a:pt x="236697" y="206216"/>
                  </a:lnTo>
                  <a:lnTo>
                    <a:pt x="242411" y="205740"/>
                  </a:lnTo>
                  <a:lnTo>
                    <a:pt x="249555" y="204311"/>
                  </a:lnTo>
                  <a:lnTo>
                    <a:pt x="252889" y="205264"/>
                  </a:lnTo>
                  <a:lnTo>
                    <a:pt x="255747" y="206692"/>
                  </a:lnTo>
                  <a:lnTo>
                    <a:pt x="256223" y="209550"/>
                  </a:lnTo>
                  <a:lnTo>
                    <a:pt x="256699" y="210979"/>
                  </a:lnTo>
                  <a:lnTo>
                    <a:pt x="257652" y="211931"/>
                  </a:lnTo>
                  <a:lnTo>
                    <a:pt x="259080" y="211931"/>
                  </a:lnTo>
                  <a:lnTo>
                    <a:pt x="260985" y="210026"/>
                  </a:lnTo>
                  <a:lnTo>
                    <a:pt x="262414" y="208121"/>
                  </a:lnTo>
                  <a:lnTo>
                    <a:pt x="262890" y="207645"/>
                  </a:lnTo>
                  <a:lnTo>
                    <a:pt x="264795" y="206692"/>
                  </a:lnTo>
                  <a:lnTo>
                    <a:pt x="268129" y="204788"/>
                  </a:lnTo>
                  <a:lnTo>
                    <a:pt x="270986" y="202882"/>
                  </a:lnTo>
                  <a:lnTo>
                    <a:pt x="272891" y="200977"/>
                  </a:lnTo>
                  <a:lnTo>
                    <a:pt x="273844" y="199072"/>
                  </a:lnTo>
                  <a:lnTo>
                    <a:pt x="273844" y="196691"/>
                  </a:lnTo>
                  <a:lnTo>
                    <a:pt x="274797" y="190500"/>
                  </a:lnTo>
                  <a:lnTo>
                    <a:pt x="275749" y="187642"/>
                  </a:lnTo>
                  <a:lnTo>
                    <a:pt x="275273" y="183832"/>
                  </a:lnTo>
                  <a:lnTo>
                    <a:pt x="273844" y="180975"/>
                  </a:lnTo>
                  <a:lnTo>
                    <a:pt x="273844" y="176689"/>
                  </a:lnTo>
                  <a:lnTo>
                    <a:pt x="274320" y="174307"/>
                  </a:lnTo>
                  <a:lnTo>
                    <a:pt x="274797" y="172879"/>
                  </a:lnTo>
                  <a:lnTo>
                    <a:pt x="276702" y="170974"/>
                  </a:lnTo>
                  <a:lnTo>
                    <a:pt x="278130" y="168592"/>
                  </a:lnTo>
                  <a:lnTo>
                    <a:pt x="279083" y="165259"/>
                  </a:lnTo>
                  <a:lnTo>
                    <a:pt x="279083" y="162877"/>
                  </a:lnTo>
                  <a:lnTo>
                    <a:pt x="280035" y="165259"/>
                  </a:lnTo>
                  <a:close/>
                </a:path>
              </a:pathLst>
            </a:custGeom>
            <a:grpFill/>
            <a:ln w="317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EEDBEAC-A5FC-45D1-930A-CE23785ACEB7}"/>
                </a:ext>
              </a:extLst>
            </p:cNvPr>
            <p:cNvSpPr/>
            <p:nvPr/>
          </p:nvSpPr>
          <p:spPr>
            <a:xfrm>
              <a:off x="5716428" y="3924299"/>
              <a:ext cx="63817" cy="170021"/>
            </a:xfrm>
            <a:custGeom>
              <a:avLst/>
              <a:gdLst>
                <a:gd name="connsiteX0" fmla="*/ 63817 w 63817"/>
                <a:gd name="connsiteY0" fmla="*/ 162878 h 170021"/>
                <a:gd name="connsiteX1" fmla="*/ 62389 w 63817"/>
                <a:gd name="connsiteY1" fmla="*/ 158591 h 170021"/>
                <a:gd name="connsiteX2" fmla="*/ 59055 w 63817"/>
                <a:gd name="connsiteY2" fmla="*/ 153353 h 170021"/>
                <a:gd name="connsiteX3" fmla="*/ 57626 w 63817"/>
                <a:gd name="connsiteY3" fmla="*/ 152400 h 170021"/>
                <a:gd name="connsiteX4" fmla="*/ 56673 w 63817"/>
                <a:gd name="connsiteY4" fmla="*/ 150019 h 170021"/>
                <a:gd name="connsiteX5" fmla="*/ 57626 w 63817"/>
                <a:gd name="connsiteY5" fmla="*/ 148114 h 170021"/>
                <a:gd name="connsiteX6" fmla="*/ 57150 w 63817"/>
                <a:gd name="connsiteY6" fmla="*/ 147161 h 170021"/>
                <a:gd name="connsiteX7" fmla="*/ 57150 w 63817"/>
                <a:gd name="connsiteY7" fmla="*/ 143351 h 170021"/>
                <a:gd name="connsiteX8" fmla="*/ 55245 w 63817"/>
                <a:gd name="connsiteY8" fmla="*/ 139541 h 170021"/>
                <a:gd name="connsiteX9" fmla="*/ 58578 w 63817"/>
                <a:gd name="connsiteY9" fmla="*/ 139541 h 170021"/>
                <a:gd name="connsiteX10" fmla="*/ 58578 w 63817"/>
                <a:gd name="connsiteY10" fmla="*/ 126682 h 170021"/>
                <a:gd name="connsiteX11" fmla="*/ 58578 w 63817"/>
                <a:gd name="connsiteY11" fmla="*/ 114776 h 170021"/>
                <a:gd name="connsiteX12" fmla="*/ 58578 w 63817"/>
                <a:gd name="connsiteY12" fmla="*/ 104299 h 170021"/>
                <a:gd name="connsiteX13" fmla="*/ 58578 w 63817"/>
                <a:gd name="connsiteY13" fmla="*/ 96203 h 170021"/>
                <a:gd name="connsiteX14" fmla="*/ 57626 w 63817"/>
                <a:gd name="connsiteY14" fmla="*/ 86678 h 170021"/>
                <a:gd name="connsiteX15" fmla="*/ 57626 w 63817"/>
                <a:gd name="connsiteY15" fmla="*/ 79534 h 170021"/>
                <a:gd name="connsiteX16" fmla="*/ 57626 w 63817"/>
                <a:gd name="connsiteY16" fmla="*/ 70009 h 170021"/>
                <a:gd name="connsiteX17" fmla="*/ 56673 w 63817"/>
                <a:gd name="connsiteY17" fmla="*/ 67151 h 170021"/>
                <a:gd name="connsiteX18" fmla="*/ 51435 w 63817"/>
                <a:gd name="connsiteY18" fmla="*/ 61913 h 170021"/>
                <a:gd name="connsiteX19" fmla="*/ 50482 w 63817"/>
                <a:gd name="connsiteY19" fmla="*/ 59531 h 170021"/>
                <a:gd name="connsiteX20" fmla="*/ 50006 w 63817"/>
                <a:gd name="connsiteY20" fmla="*/ 56197 h 170021"/>
                <a:gd name="connsiteX21" fmla="*/ 49053 w 63817"/>
                <a:gd name="connsiteY21" fmla="*/ 52388 h 170021"/>
                <a:gd name="connsiteX22" fmla="*/ 49053 w 63817"/>
                <a:gd name="connsiteY22" fmla="*/ 46196 h 170021"/>
                <a:gd name="connsiteX23" fmla="*/ 49053 w 63817"/>
                <a:gd name="connsiteY23" fmla="*/ 39053 h 170021"/>
                <a:gd name="connsiteX24" fmla="*/ 48577 w 63817"/>
                <a:gd name="connsiteY24" fmla="*/ 38100 h 170021"/>
                <a:gd name="connsiteX25" fmla="*/ 43339 w 63817"/>
                <a:gd name="connsiteY25" fmla="*/ 34766 h 170021"/>
                <a:gd name="connsiteX26" fmla="*/ 35719 w 63817"/>
                <a:gd name="connsiteY26" fmla="*/ 29528 h 170021"/>
                <a:gd name="connsiteX27" fmla="*/ 30003 w 63817"/>
                <a:gd name="connsiteY27" fmla="*/ 25718 h 170021"/>
                <a:gd name="connsiteX28" fmla="*/ 29527 w 63817"/>
                <a:gd name="connsiteY28" fmla="*/ 25718 h 170021"/>
                <a:gd name="connsiteX29" fmla="*/ 29051 w 63817"/>
                <a:gd name="connsiteY29" fmla="*/ 24765 h 170021"/>
                <a:gd name="connsiteX30" fmla="*/ 30003 w 63817"/>
                <a:gd name="connsiteY30" fmla="*/ 13811 h 170021"/>
                <a:gd name="connsiteX31" fmla="*/ 30956 w 63817"/>
                <a:gd name="connsiteY31" fmla="*/ 12382 h 170021"/>
                <a:gd name="connsiteX32" fmla="*/ 32861 w 63817"/>
                <a:gd name="connsiteY32" fmla="*/ 7620 h 170021"/>
                <a:gd name="connsiteX33" fmla="*/ 33814 w 63817"/>
                <a:gd name="connsiteY33" fmla="*/ 4286 h 170021"/>
                <a:gd name="connsiteX34" fmla="*/ 25241 w 63817"/>
                <a:gd name="connsiteY34" fmla="*/ 4286 h 170021"/>
                <a:gd name="connsiteX35" fmla="*/ 21907 w 63817"/>
                <a:gd name="connsiteY35" fmla="*/ 5239 h 170021"/>
                <a:gd name="connsiteX36" fmla="*/ 20002 w 63817"/>
                <a:gd name="connsiteY36" fmla="*/ 5239 h 170021"/>
                <a:gd name="connsiteX37" fmla="*/ 20002 w 63817"/>
                <a:gd name="connsiteY37" fmla="*/ 4763 h 170021"/>
                <a:gd name="connsiteX38" fmla="*/ 19526 w 63817"/>
                <a:gd name="connsiteY38" fmla="*/ 4286 h 170021"/>
                <a:gd name="connsiteX39" fmla="*/ 8572 w 63817"/>
                <a:gd name="connsiteY39" fmla="*/ 1429 h 170021"/>
                <a:gd name="connsiteX40" fmla="*/ 952 w 63817"/>
                <a:gd name="connsiteY40" fmla="*/ 0 h 170021"/>
                <a:gd name="connsiteX41" fmla="*/ 2857 w 63817"/>
                <a:gd name="connsiteY41" fmla="*/ 1905 h 170021"/>
                <a:gd name="connsiteX42" fmla="*/ 3334 w 63817"/>
                <a:gd name="connsiteY42" fmla="*/ 3334 h 170021"/>
                <a:gd name="connsiteX43" fmla="*/ 2857 w 63817"/>
                <a:gd name="connsiteY43" fmla="*/ 7620 h 170021"/>
                <a:gd name="connsiteX44" fmla="*/ 952 w 63817"/>
                <a:gd name="connsiteY44" fmla="*/ 10478 h 170021"/>
                <a:gd name="connsiteX45" fmla="*/ 0 w 63817"/>
                <a:gd name="connsiteY45" fmla="*/ 13811 h 170021"/>
                <a:gd name="connsiteX46" fmla="*/ 0 w 63817"/>
                <a:gd name="connsiteY46" fmla="*/ 15240 h 170021"/>
                <a:gd name="connsiteX47" fmla="*/ 1428 w 63817"/>
                <a:gd name="connsiteY47" fmla="*/ 16669 h 170021"/>
                <a:gd name="connsiteX48" fmla="*/ 4286 w 63817"/>
                <a:gd name="connsiteY48" fmla="*/ 18574 h 170021"/>
                <a:gd name="connsiteX49" fmla="*/ 6191 w 63817"/>
                <a:gd name="connsiteY49" fmla="*/ 20003 h 170021"/>
                <a:gd name="connsiteX50" fmla="*/ 8096 w 63817"/>
                <a:gd name="connsiteY50" fmla="*/ 22384 h 170021"/>
                <a:gd name="connsiteX51" fmla="*/ 10477 w 63817"/>
                <a:gd name="connsiteY51" fmla="*/ 24765 h 170021"/>
                <a:gd name="connsiteX52" fmla="*/ 14288 w 63817"/>
                <a:gd name="connsiteY52" fmla="*/ 27622 h 170021"/>
                <a:gd name="connsiteX53" fmla="*/ 16192 w 63817"/>
                <a:gd name="connsiteY53" fmla="*/ 28099 h 170021"/>
                <a:gd name="connsiteX54" fmla="*/ 16192 w 63817"/>
                <a:gd name="connsiteY54" fmla="*/ 28575 h 170021"/>
                <a:gd name="connsiteX55" fmla="*/ 15716 w 63817"/>
                <a:gd name="connsiteY55" fmla="*/ 30004 h 170021"/>
                <a:gd name="connsiteX56" fmla="*/ 15240 w 63817"/>
                <a:gd name="connsiteY56" fmla="*/ 40481 h 170021"/>
                <a:gd name="connsiteX57" fmla="*/ 14764 w 63817"/>
                <a:gd name="connsiteY57" fmla="*/ 43339 h 170021"/>
                <a:gd name="connsiteX58" fmla="*/ 14764 w 63817"/>
                <a:gd name="connsiteY58" fmla="*/ 44291 h 170021"/>
                <a:gd name="connsiteX59" fmla="*/ 14288 w 63817"/>
                <a:gd name="connsiteY59" fmla="*/ 48578 h 170021"/>
                <a:gd name="connsiteX60" fmla="*/ 13811 w 63817"/>
                <a:gd name="connsiteY60" fmla="*/ 49054 h 170021"/>
                <a:gd name="connsiteX61" fmla="*/ 12859 w 63817"/>
                <a:gd name="connsiteY61" fmla="*/ 49054 h 170021"/>
                <a:gd name="connsiteX62" fmla="*/ 12382 w 63817"/>
                <a:gd name="connsiteY62" fmla="*/ 49054 h 170021"/>
                <a:gd name="connsiteX63" fmla="*/ 12382 w 63817"/>
                <a:gd name="connsiteY63" fmla="*/ 50006 h 170021"/>
                <a:gd name="connsiteX64" fmla="*/ 12382 w 63817"/>
                <a:gd name="connsiteY64" fmla="*/ 50482 h 170021"/>
                <a:gd name="connsiteX65" fmla="*/ 14764 w 63817"/>
                <a:gd name="connsiteY65" fmla="*/ 51435 h 170021"/>
                <a:gd name="connsiteX66" fmla="*/ 14288 w 63817"/>
                <a:gd name="connsiteY66" fmla="*/ 51911 h 170021"/>
                <a:gd name="connsiteX67" fmla="*/ 12382 w 63817"/>
                <a:gd name="connsiteY67" fmla="*/ 52388 h 170021"/>
                <a:gd name="connsiteX68" fmla="*/ 11906 w 63817"/>
                <a:gd name="connsiteY68" fmla="*/ 53816 h 170021"/>
                <a:gd name="connsiteX69" fmla="*/ 11906 w 63817"/>
                <a:gd name="connsiteY69" fmla="*/ 54769 h 170021"/>
                <a:gd name="connsiteX70" fmla="*/ 10953 w 63817"/>
                <a:gd name="connsiteY70" fmla="*/ 56197 h 170021"/>
                <a:gd name="connsiteX71" fmla="*/ 11430 w 63817"/>
                <a:gd name="connsiteY71" fmla="*/ 56674 h 170021"/>
                <a:gd name="connsiteX72" fmla="*/ 11906 w 63817"/>
                <a:gd name="connsiteY72" fmla="*/ 57150 h 170021"/>
                <a:gd name="connsiteX73" fmla="*/ 12859 w 63817"/>
                <a:gd name="connsiteY73" fmla="*/ 57150 h 170021"/>
                <a:gd name="connsiteX74" fmla="*/ 15716 w 63817"/>
                <a:gd name="connsiteY74" fmla="*/ 55245 h 170021"/>
                <a:gd name="connsiteX75" fmla="*/ 17145 w 63817"/>
                <a:gd name="connsiteY75" fmla="*/ 55245 h 170021"/>
                <a:gd name="connsiteX76" fmla="*/ 18573 w 63817"/>
                <a:gd name="connsiteY76" fmla="*/ 55245 h 170021"/>
                <a:gd name="connsiteX77" fmla="*/ 20955 w 63817"/>
                <a:gd name="connsiteY77" fmla="*/ 58103 h 170021"/>
                <a:gd name="connsiteX78" fmla="*/ 20955 w 63817"/>
                <a:gd name="connsiteY78" fmla="*/ 59531 h 170021"/>
                <a:gd name="connsiteX79" fmla="*/ 20002 w 63817"/>
                <a:gd name="connsiteY79" fmla="*/ 64294 h 170021"/>
                <a:gd name="connsiteX80" fmla="*/ 19050 w 63817"/>
                <a:gd name="connsiteY80" fmla="*/ 67628 h 170021"/>
                <a:gd name="connsiteX81" fmla="*/ 19050 w 63817"/>
                <a:gd name="connsiteY81" fmla="*/ 72390 h 170021"/>
                <a:gd name="connsiteX82" fmla="*/ 20002 w 63817"/>
                <a:gd name="connsiteY82" fmla="*/ 75247 h 170021"/>
                <a:gd name="connsiteX83" fmla="*/ 20002 w 63817"/>
                <a:gd name="connsiteY83" fmla="*/ 76676 h 170021"/>
                <a:gd name="connsiteX84" fmla="*/ 18573 w 63817"/>
                <a:gd name="connsiteY84" fmla="*/ 78105 h 170021"/>
                <a:gd name="connsiteX85" fmla="*/ 15716 w 63817"/>
                <a:gd name="connsiteY85" fmla="*/ 80010 h 170021"/>
                <a:gd name="connsiteX86" fmla="*/ 16192 w 63817"/>
                <a:gd name="connsiteY86" fmla="*/ 80963 h 170021"/>
                <a:gd name="connsiteX87" fmla="*/ 17145 w 63817"/>
                <a:gd name="connsiteY87" fmla="*/ 83344 h 170021"/>
                <a:gd name="connsiteX88" fmla="*/ 19526 w 63817"/>
                <a:gd name="connsiteY88" fmla="*/ 86201 h 170021"/>
                <a:gd name="connsiteX89" fmla="*/ 24289 w 63817"/>
                <a:gd name="connsiteY89" fmla="*/ 89535 h 170021"/>
                <a:gd name="connsiteX90" fmla="*/ 26670 w 63817"/>
                <a:gd name="connsiteY90" fmla="*/ 93345 h 170021"/>
                <a:gd name="connsiteX91" fmla="*/ 26670 w 63817"/>
                <a:gd name="connsiteY91" fmla="*/ 95250 h 170021"/>
                <a:gd name="connsiteX92" fmla="*/ 25241 w 63817"/>
                <a:gd name="connsiteY92" fmla="*/ 97155 h 170021"/>
                <a:gd name="connsiteX93" fmla="*/ 23336 w 63817"/>
                <a:gd name="connsiteY93" fmla="*/ 98584 h 170021"/>
                <a:gd name="connsiteX94" fmla="*/ 22860 w 63817"/>
                <a:gd name="connsiteY94" fmla="*/ 100489 h 170021"/>
                <a:gd name="connsiteX95" fmla="*/ 23813 w 63817"/>
                <a:gd name="connsiteY95" fmla="*/ 114776 h 170021"/>
                <a:gd name="connsiteX96" fmla="*/ 20002 w 63817"/>
                <a:gd name="connsiteY96" fmla="*/ 120968 h 170021"/>
                <a:gd name="connsiteX97" fmla="*/ 20002 w 63817"/>
                <a:gd name="connsiteY97" fmla="*/ 122396 h 170021"/>
                <a:gd name="connsiteX98" fmla="*/ 20478 w 63817"/>
                <a:gd name="connsiteY98" fmla="*/ 124778 h 170021"/>
                <a:gd name="connsiteX99" fmla="*/ 21431 w 63817"/>
                <a:gd name="connsiteY99" fmla="*/ 125730 h 170021"/>
                <a:gd name="connsiteX100" fmla="*/ 23336 w 63817"/>
                <a:gd name="connsiteY100" fmla="*/ 126206 h 170021"/>
                <a:gd name="connsiteX101" fmla="*/ 24765 w 63817"/>
                <a:gd name="connsiteY101" fmla="*/ 127159 h 170021"/>
                <a:gd name="connsiteX102" fmla="*/ 24289 w 63817"/>
                <a:gd name="connsiteY102" fmla="*/ 131445 h 170021"/>
                <a:gd name="connsiteX103" fmla="*/ 23336 w 63817"/>
                <a:gd name="connsiteY103" fmla="*/ 136207 h 170021"/>
                <a:gd name="connsiteX104" fmla="*/ 23336 w 63817"/>
                <a:gd name="connsiteY104" fmla="*/ 138113 h 170021"/>
                <a:gd name="connsiteX105" fmla="*/ 22860 w 63817"/>
                <a:gd name="connsiteY105" fmla="*/ 139065 h 170021"/>
                <a:gd name="connsiteX106" fmla="*/ 21431 w 63817"/>
                <a:gd name="connsiteY106" fmla="*/ 140018 h 170021"/>
                <a:gd name="connsiteX107" fmla="*/ 20955 w 63817"/>
                <a:gd name="connsiteY107" fmla="*/ 141446 h 170021"/>
                <a:gd name="connsiteX108" fmla="*/ 21431 w 63817"/>
                <a:gd name="connsiteY108" fmla="*/ 142875 h 170021"/>
                <a:gd name="connsiteX109" fmla="*/ 20955 w 63817"/>
                <a:gd name="connsiteY109" fmla="*/ 144304 h 170021"/>
                <a:gd name="connsiteX110" fmla="*/ 21907 w 63817"/>
                <a:gd name="connsiteY110" fmla="*/ 145732 h 170021"/>
                <a:gd name="connsiteX111" fmla="*/ 23336 w 63817"/>
                <a:gd name="connsiteY111" fmla="*/ 148114 h 170021"/>
                <a:gd name="connsiteX112" fmla="*/ 26194 w 63817"/>
                <a:gd name="connsiteY112" fmla="*/ 152876 h 170021"/>
                <a:gd name="connsiteX113" fmla="*/ 27146 w 63817"/>
                <a:gd name="connsiteY113" fmla="*/ 153353 h 170021"/>
                <a:gd name="connsiteX114" fmla="*/ 27622 w 63817"/>
                <a:gd name="connsiteY114" fmla="*/ 154305 h 170021"/>
                <a:gd name="connsiteX115" fmla="*/ 27146 w 63817"/>
                <a:gd name="connsiteY115" fmla="*/ 155734 h 170021"/>
                <a:gd name="connsiteX116" fmla="*/ 28098 w 63817"/>
                <a:gd name="connsiteY116" fmla="*/ 157639 h 170021"/>
                <a:gd name="connsiteX117" fmla="*/ 30956 w 63817"/>
                <a:gd name="connsiteY117" fmla="*/ 160020 h 170021"/>
                <a:gd name="connsiteX118" fmla="*/ 34290 w 63817"/>
                <a:gd name="connsiteY118" fmla="*/ 161925 h 170021"/>
                <a:gd name="connsiteX119" fmla="*/ 36671 w 63817"/>
                <a:gd name="connsiteY119" fmla="*/ 162401 h 170021"/>
                <a:gd name="connsiteX120" fmla="*/ 37147 w 63817"/>
                <a:gd name="connsiteY120" fmla="*/ 163830 h 170021"/>
                <a:gd name="connsiteX121" fmla="*/ 39052 w 63817"/>
                <a:gd name="connsiteY121" fmla="*/ 166211 h 170021"/>
                <a:gd name="connsiteX122" fmla="*/ 40005 w 63817"/>
                <a:gd name="connsiteY122" fmla="*/ 167164 h 170021"/>
                <a:gd name="connsiteX123" fmla="*/ 41910 w 63817"/>
                <a:gd name="connsiteY123" fmla="*/ 167640 h 170021"/>
                <a:gd name="connsiteX124" fmla="*/ 43339 w 63817"/>
                <a:gd name="connsiteY124" fmla="*/ 168116 h 170021"/>
                <a:gd name="connsiteX125" fmla="*/ 43339 w 63817"/>
                <a:gd name="connsiteY125" fmla="*/ 170021 h 170021"/>
                <a:gd name="connsiteX126" fmla="*/ 47625 w 63817"/>
                <a:gd name="connsiteY126" fmla="*/ 168116 h 170021"/>
                <a:gd name="connsiteX127" fmla="*/ 58578 w 63817"/>
                <a:gd name="connsiteY127" fmla="*/ 165735 h 170021"/>
                <a:gd name="connsiteX128" fmla="*/ 58102 w 63817"/>
                <a:gd name="connsiteY128" fmla="*/ 164306 h 170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63817" h="170021">
                  <a:moveTo>
                    <a:pt x="63817" y="162878"/>
                  </a:moveTo>
                  <a:lnTo>
                    <a:pt x="62389" y="158591"/>
                  </a:lnTo>
                  <a:lnTo>
                    <a:pt x="59055" y="153353"/>
                  </a:lnTo>
                  <a:lnTo>
                    <a:pt x="57626" y="152400"/>
                  </a:lnTo>
                  <a:lnTo>
                    <a:pt x="56673" y="150019"/>
                  </a:lnTo>
                  <a:lnTo>
                    <a:pt x="57626" y="148114"/>
                  </a:lnTo>
                  <a:lnTo>
                    <a:pt x="57150" y="147161"/>
                  </a:lnTo>
                  <a:lnTo>
                    <a:pt x="57150" y="143351"/>
                  </a:lnTo>
                  <a:lnTo>
                    <a:pt x="55245" y="139541"/>
                  </a:lnTo>
                  <a:lnTo>
                    <a:pt x="58578" y="139541"/>
                  </a:lnTo>
                  <a:lnTo>
                    <a:pt x="58578" y="126682"/>
                  </a:lnTo>
                  <a:lnTo>
                    <a:pt x="58578" y="114776"/>
                  </a:lnTo>
                  <a:lnTo>
                    <a:pt x="58578" y="104299"/>
                  </a:lnTo>
                  <a:lnTo>
                    <a:pt x="58578" y="96203"/>
                  </a:lnTo>
                  <a:lnTo>
                    <a:pt x="57626" y="86678"/>
                  </a:lnTo>
                  <a:lnTo>
                    <a:pt x="57626" y="79534"/>
                  </a:lnTo>
                  <a:lnTo>
                    <a:pt x="57626" y="70009"/>
                  </a:lnTo>
                  <a:lnTo>
                    <a:pt x="56673" y="67151"/>
                  </a:lnTo>
                  <a:lnTo>
                    <a:pt x="51435" y="61913"/>
                  </a:lnTo>
                  <a:lnTo>
                    <a:pt x="50482" y="59531"/>
                  </a:lnTo>
                  <a:lnTo>
                    <a:pt x="50006" y="56197"/>
                  </a:lnTo>
                  <a:lnTo>
                    <a:pt x="49053" y="52388"/>
                  </a:lnTo>
                  <a:lnTo>
                    <a:pt x="49053" y="46196"/>
                  </a:lnTo>
                  <a:lnTo>
                    <a:pt x="49053" y="39053"/>
                  </a:lnTo>
                  <a:lnTo>
                    <a:pt x="48577" y="38100"/>
                  </a:lnTo>
                  <a:lnTo>
                    <a:pt x="43339" y="34766"/>
                  </a:lnTo>
                  <a:lnTo>
                    <a:pt x="35719" y="29528"/>
                  </a:lnTo>
                  <a:lnTo>
                    <a:pt x="30003" y="25718"/>
                  </a:lnTo>
                  <a:lnTo>
                    <a:pt x="29527" y="25718"/>
                  </a:lnTo>
                  <a:lnTo>
                    <a:pt x="29051" y="24765"/>
                  </a:lnTo>
                  <a:lnTo>
                    <a:pt x="30003" y="13811"/>
                  </a:lnTo>
                  <a:lnTo>
                    <a:pt x="30956" y="12382"/>
                  </a:lnTo>
                  <a:lnTo>
                    <a:pt x="32861" y="7620"/>
                  </a:lnTo>
                  <a:lnTo>
                    <a:pt x="33814" y="4286"/>
                  </a:lnTo>
                  <a:lnTo>
                    <a:pt x="25241" y="4286"/>
                  </a:lnTo>
                  <a:lnTo>
                    <a:pt x="21907" y="5239"/>
                  </a:lnTo>
                  <a:lnTo>
                    <a:pt x="20002" y="5239"/>
                  </a:lnTo>
                  <a:lnTo>
                    <a:pt x="20002" y="4763"/>
                  </a:lnTo>
                  <a:lnTo>
                    <a:pt x="19526" y="4286"/>
                  </a:lnTo>
                  <a:lnTo>
                    <a:pt x="8572" y="1429"/>
                  </a:lnTo>
                  <a:lnTo>
                    <a:pt x="952" y="0"/>
                  </a:lnTo>
                  <a:lnTo>
                    <a:pt x="2857" y="1905"/>
                  </a:lnTo>
                  <a:lnTo>
                    <a:pt x="3334" y="3334"/>
                  </a:lnTo>
                  <a:lnTo>
                    <a:pt x="2857" y="7620"/>
                  </a:lnTo>
                  <a:lnTo>
                    <a:pt x="952" y="10478"/>
                  </a:lnTo>
                  <a:lnTo>
                    <a:pt x="0" y="13811"/>
                  </a:lnTo>
                  <a:lnTo>
                    <a:pt x="0" y="15240"/>
                  </a:lnTo>
                  <a:lnTo>
                    <a:pt x="1428" y="16669"/>
                  </a:lnTo>
                  <a:lnTo>
                    <a:pt x="4286" y="18574"/>
                  </a:lnTo>
                  <a:lnTo>
                    <a:pt x="6191" y="20003"/>
                  </a:lnTo>
                  <a:lnTo>
                    <a:pt x="8096" y="22384"/>
                  </a:lnTo>
                  <a:lnTo>
                    <a:pt x="10477" y="24765"/>
                  </a:lnTo>
                  <a:lnTo>
                    <a:pt x="14288" y="27622"/>
                  </a:lnTo>
                  <a:lnTo>
                    <a:pt x="16192" y="28099"/>
                  </a:lnTo>
                  <a:lnTo>
                    <a:pt x="16192" y="28575"/>
                  </a:lnTo>
                  <a:lnTo>
                    <a:pt x="15716" y="30004"/>
                  </a:lnTo>
                  <a:lnTo>
                    <a:pt x="15240" y="40481"/>
                  </a:lnTo>
                  <a:lnTo>
                    <a:pt x="14764" y="43339"/>
                  </a:lnTo>
                  <a:lnTo>
                    <a:pt x="14764" y="44291"/>
                  </a:lnTo>
                  <a:lnTo>
                    <a:pt x="14288" y="48578"/>
                  </a:lnTo>
                  <a:lnTo>
                    <a:pt x="13811" y="49054"/>
                  </a:lnTo>
                  <a:lnTo>
                    <a:pt x="12859" y="49054"/>
                  </a:lnTo>
                  <a:lnTo>
                    <a:pt x="12382" y="49054"/>
                  </a:lnTo>
                  <a:lnTo>
                    <a:pt x="12382" y="50006"/>
                  </a:lnTo>
                  <a:lnTo>
                    <a:pt x="12382" y="50482"/>
                  </a:lnTo>
                  <a:lnTo>
                    <a:pt x="14764" y="51435"/>
                  </a:lnTo>
                  <a:lnTo>
                    <a:pt x="14288" y="51911"/>
                  </a:lnTo>
                  <a:lnTo>
                    <a:pt x="12382" y="52388"/>
                  </a:lnTo>
                  <a:lnTo>
                    <a:pt x="11906" y="53816"/>
                  </a:lnTo>
                  <a:lnTo>
                    <a:pt x="11906" y="54769"/>
                  </a:lnTo>
                  <a:lnTo>
                    <a:pt x="10953" y="56197"/>
                  </a:lnTo>
                  <a:lnTo>
                    <a:pt x="11430" y="56674"/>
                  </a:lnTo>
                  <a:lnTo>
                    <a:pt x="11906" y="57150"/>
                  </a:lnTo>
                  <a:lnTo>
                    <a:pt x="12859" y="57150"/>
                  </a:lnTo>
                  <a:lnTo>
                    <a:pt x="15716" y="55245"/>
                  </a:lnTo>
                  <a:lnTo>
                    <a:pt x="17145" y="55245"/>
                  </a:lnTo>
                  <a:lnTo>
                    <a:pt x="18573" y="55245"/>
                  </a:lnTo>
                  <a:lnTo>
                    <a:pt x="20955" y="58103"/>
                  </a:lnTo>
                  <a:lnTo>
                    <a:pt x="20955" y="59531"/>
                  </a:lnTo>
                  <a:lnTo>
                    <a:pt x="20002" y="64294"/>
                  </a:lnTo>
                  <a:lnTo>
                    <a:pt x="19050" y="67628"/>
                  </a:lnTo>
                  <a:lnTo>
                    <a:pt x="19050" y="72390"/>
                  </a:lnTo>
                  <a:lnTo>
                    <a:pt x="20002" y="75247"/>
                  </a:lnTo>
                  <a:lnTo>
                    <a:pt x="20002" y="76676"/>
                  </a:lnTo>
                  <a:lnTo>
                    <a:pt x="18573" y="78105"/>
                  </a:lnTo>
                  <a:lnTo>
                    <a:pt x="15716" y="80010"/>
                  </a:lnTo>
                  <a:lnTo>
                    <a:pt x="16192" y="80963"/>
                  </a:lnTo>
                  <a:lnTo>
                    <a:pt x="17145" y="83344"/>
                  </a:lnTo>
                  <a:lnTo>
                    <a:pt x="19526" y="86201"/>
                  </a:lnTo>
                  <a:lnTo>
                    <a:pt x="24289" y="89535"/>
                  </a:lnTo>
                  <a:lnTo>
                    <a:pt x="26670" y="93345"/>
                  </a:lnTo>
                  <a:lnTo>
                    <a:pt x="26670" y="95250"/>
                  </a:lnTo>
                  <a:lnTo>
                    <a:pt x="25241" y="97155"/>
                  </a:lnTo>
                  <a:lnTo>
                    <a:pt x="23336" y="98584"/>
                  </a:lnTo>
                  <a:lnTo>
                    <a:pt x="22860" y="100489"/>
                  </a:lnTo>
                  <a:lnTo>
                    <a:pt x="23813" y="114776"/>
                  </a:lnTo>
                  <a:lnTo>
                    <a:pt x="20002" y="120968"/>
                  </a:lnTo>
                  <a:lnTo>
                    <a:pt x="20002" y="122396"/>
                  </a:lnTo>
                  <a:lnTo>
                    <a:pt x="20478" y="124778"/>
                  </a:lnTo>
                  <a:lnTo>
                    <a:pt x="21431" y="125730"/>
                  </a:lnTo>
                  <a:lnTo>
                    <a:pt x="23336" y="126206"/>
                  </a:lnTo>
                  <a:lnTo>
                    <a:pt x="24765" y="127159"/>
                  </a:lnTo>
                  <a:lnTo>
                    <a:pt x="24289" y="131445"/>
                  </a:lnTo>
                  <a:lnTo>
                    <a:pt x="23336" y="136207"/>
                  </a:lnTo>
                  <a:lnTo>
                    <a:pt x="23336" y="138113"/>
                  </a:lnTo>
                  <a:lnTo>
                    <a:pt x="22860" y="139065"/>
                  </a:lnTo>
                  <a:lnTo>
                    <a:pt x="21431" y="140018"/>
                  </a:lnTo>
                  <a:lnTo>
                    <a:pt x="20955" y="141446"/>
                  </a:lnTo>
                  <a:lnTo>
                    <a:pt x="21431" y="142875"/>
                  </a:lnTo>
                  <a:lnTo>
                    <a:pt x="20955" y="144304"/>
                  </a:lnTo>
                  <a:lnTo>
                    <a:pt x="21907" y="145732"/>
                  </a:lnTo>
                  <a:lnTo>
                    <a:pt x="23336" y="148114"/>
                  </a:lnTo>
                  <a:lnTo>
                    <a:pt x="26194" y="152876"/>
                  </a:lnTo>
                  <a:lnTo>
                    <a:pt x="27146" y="153353"/>
                  </a:lnTo>
                  <a:lnTo>
                    <a:pt x="27622" y="154305"/>
                  </a:lnTo>
                  <a:lnTo>
                    <a:pt x="27146" y="155734"/>
                  </a:lnTo>
                  <a:lnTo>
                    <a:pt x="28098" y="157639"/>
                  </a:lnTo>
                  <a:lnTo>
                    <a:pt x="30956" y="160020"/>
                  </a:lnTo>
                  <a:lnTo>
                    <a:pt x="34290" y="161925"/>
                  </a:lnTo>
                  <a:lnTo>
                    <a:pt x="36671" y="162401"/>
                  </a:lnTo>
                  <a:lnTo>
                    <a:pt x="37147" y="163830"/>
                  </a:lnTo>
                  <a:lnTo>
                    <a:pt x="39052" y="166211"/>
                  </a:lnTo>
                  <a:lnTo>
                    <a:pt x="40005" y="167164"/>
                  </a:lnTo>
                  <a:lnTo>
                    <a:pt x="41910" y="167640"/>
                  </a:lnTo>
                  <a:lnTo>
                    <a:pt x="43339" y="168116"/>
                  </a:lnTo>
                  <a:lnTo>
                    <a:pt x="43339" y="170021"/>
                  </a:lnTo>
                  <a:lnTo>
                    <a:pt x="47625" y="168116"/>
                  </a:lnTo>
                  <a:lnTo>
                    <a:pt x="58578" y="165735"/>
                  </a:lnTo>
                  <a:lnTo>
                    <a:pt x="58102" y="164306"/>
                  </a:lnTo>
                  <a:close/>
                </a:path>
              </a:pathLst>
            </a:custGeom>
            <a:grpFill/>
            <a:ln w="317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54B052F7-FA11-44F2-84C7-0811053C6D51}"/>
                </a:ext>
              </a:extLst>
            </p:cNvPr>
            <p:cNvSpPr/>
            <p:nvPr/>
          </p:nvSpPr>
          <p:spPr>
            <a:xfrm>
              <a:off x="6176962" y="3497103"/>
              <a:ext cx="358616" cy="550545"/>
            </a:xfrm>
            <a:custGeom>
              <a:avLst/>
              <a:gdLst>
                <a:gd name="connsiteX0" fmla="*/ 358616 w 358616"/>
                <a:gd name="connsiteY0" fmla="*/ 262890 h 550545"/>
                <a:gd name="connsiteX1" fmla="*/ 358616 w 358616"/>
                <a:gd name="connsiteY1" fmla="*/ 247174 h 550545"/>
                <a:gd name="connsiteX2" fmla="*/ 358616 w 358616"/>
                <a:gd name="connsiteY2" fmla="*/ 231934 h 550545"/>
                <a:gd name="connsiteX3" fmla="*/ 358616 w 358616"/>
                <a:gd name="connsiteY3" fmla="*/ 216694 h 550545"/>
                <a:gd name="connsiteX4" fmla="*/ 358616 w 358616"/>
                <a:gd name="connsiteY4" fmla="*/ 200978 h 550545"/>
                <a:gd name="connsiteX5" fmla="*/ 358616 w 358616"/>
                <a:gd name="connsiteY5" fmla="*/ 185738 h 550545"/>
                <a:gd name="connsiteX6" fmla="*/ 358616 w 358616"/>
                <a:gd name="connsiteY6" fmla="*/ 170021 h 550545"/>
                <a:gd name="connsiteX7" fmla="*/ 358616 w 358616"/>
                <a:gd name="connsiteY7" fmla="*/ 154781 h 550545"/>
                <a:gd name="connsiteX8" fmla="*/ 358616 w 358616"/>
                <a:gd name="connsiteY8" fmla="*/ 139065 h 550545"/>
                <a:gd name="connsiteX9" fmla="*/ 342424 w 358616"/>
                <a:gd name="connsiteY9" fmla="*/ 130969 h 550545"/>
                <a:gd name="connsiteX10" fmla="*/ 325755 w 358616"/>
                <a:gd name="connsiteY10" fmla="*/ 122396 h 550545"/>
                <a:gd name="connsiteX11" fmla="*/ 309563 w 358616"/>
                <a:gd name="connsiteY11" fmla="*/ 114300 h 550545"/>
                <a:gd name="connsiteX12" fmla="*/ 293370 w 358616"/>
                <a:gd name="connsiteY12" fmla="*/ 106204 h 550545"/>
                <a:gd name="connsiteX13" fmla="*/ 277177 w 358616"/>
                <a:gd name="connsiteY13" fmla="*/ 97631 h 550545"/>
                <a:gd name="connsiteX14" fmla="*/ 260509 w 358616"/>
                <a:gd name="connsiteY14" fmla="*/ 89535 h 550545"/>
                <a:gd name="connsiteX15" fmla="*/ 244316 w 358616"/>
                <a:gd name="connsiteY15" fmla="*/ 80963 h 550545"/>
                <a:gd name="connsiteX16" fmla="*/ 228124 w 358616"/>
                <a:gd name="connsiteY16" fmla="*/ 72866 h 550545"/>
                <a:gd name="connsiteX17" fmla="*/ 211931 w 358616"/>
                <a:gd name="connsiteY17" fmla="*/ 64294 h 550545"/>
                <a:gd name="connsiteX18" fmla="*/ 195263 w 358616"/>
                <a:gd name="connsiteY18" fmla="*/ 56197 h 550545"/>
                <a:gd name="connsiteX19" fmla="*/ 179070 w 358616"/>
                <a:gd name="connsiteY19" fmla="*/ 47625 h 550545"/>
                <a:gd name="connsiteX20" fmla="*/ 162877 w 358616"/>
                <a:gd name="connsiteY20" fmla="*/ 39529 h 550545"/>
                <a:gd name="connsiteX21" fmla="*/ 146685 w 358616"/>
                <a:gd name="connsiteY21" fmla="*/ 30956 h 550545"/>
                <a:gd name="connsiteX22" fmla="*/ 130493 w 358616"/>
                <a:gd name="connsiteY22" fmla="*/ 22860 h 550545"/>
                <a:gd name="connsiteX23" fmla="*/ 113824 w 358616"/>
                <a:gd name="connsiteY23" fmla="*/ 14288 h 550545"/>
                <a:gd name="connsiteX24" fmla="*/ 97631 w 358616"/>
                <a:gd name="connsiteY24" fmla="*/ 6191 h 550545"/>
                <a:gd name="connsiteX25" fmla="*/ 86677 w 358616"/>
                <a:gd name="connsiteY25" fmla="*/ 0 h 550545"/>
                <a:gd name="connsiteX26" fmla="*/ 74295 w 358616"/>
                <a:gd name="connsiteY26" fmla="*/ 5715 h 550545"/>
                <a:gd name="connsiteX27" fmla="*/ 64770 w 358616"/>
                <a:gd name="connsiteY27" fmla="*/ 10478 h 550545"/>
                <a:gd name="connsiteX28" fmla="*/ 52388 w 358616"/>
                <a:gd name="connsiteY28" fmla="*/ 16193 h 550545"/>
                <a:gd name="connsiteX29" fmla="*/ 56198 w 358616"/>
                <a:gd name="connsiteY29" fmla="*/ 36671 h 550545"/>
                <a:gd name="connsiteX30" fmla="*/ 59055 w 358616"/>
                <a:gd name="connsiteY30" fmla="*/ 53816 h 550545"/>
                <a:gd name="connsiteX31" fmla="*/ 59055 w 358616"/>
                <a:gd name="connsiteY31" fmla="*/ 65246 h 550545"/>
                <a:gd name="connsiteX32" fmla="*/ 59055 w 358616"/>
                <a:gd name="connsiteY32" fmla="*/ 68104 h 550545"/>
                <a:gd name="connsiteX33" fmla="*/ 60484 w 358616"/>
                <a:gd name="connsiteY33" fmla="*/ 70009 h 550545"/>
                <a:gd name="connsiteX34" fmla="*/ 62865 w 358616"/>
                <a:gd name="connsiteY34" fmla="*/ 71914 h 550545"/>
                <a:gd name="connsiteX35" fmla="*/ 73819 w 358616"/>
                <a:gd name="connsiteY35" fmla="*/ 88106 h 550545"/>
                <a:gd name="connsiteX36" fmla="*/ 71438 w 358616"/>
                <a:gd name="connsiteY36" fmla="*/ 90964 h 550545"/>
                <a:gd name="connsiteX37" fmla="*/ 72866 w 358616"/>
                <a:gd name="connsiteY37" fmla="*/ 95726 h 550545"/>
                <a:gd name="connsiteX38" fmla="*/ 75724 w 358616"/>
                <a:gd name="connsiteY38" fmla="*/ 98108 h 550545"/>
                <a:gd name="connsiteX39" fmla="*/ 84773 w 358616"/>
                <a:gd name="connsiteY39" fmla="*/ 107633 h 550545"/>
                <a:gd name="connsiteX40" fmla="*/ 85725 w 358616"/>
                <a:gd name="connsiteY40" fmla="*/ 109538 h 550545"/>
                <a:gd name="connsiteX41" fmla="*/ 85249 w 358616"/>
                <a:gd name="connsiteY41" fmla="*/ 110966 h 550545"/>
                <a:gd name="connsiteX42" fmla="*/ 79057 w 358616"/>
                <a:gd name="connsiteY42" fmla="*/ 121920 h 550545"/>
                <a:gd name="connsiteX43" fmla="*/ 78105 w 358616"/>
                <a:gd name="connsiteY43" fmla="*/ 124778 h 550545"/>
                <a:gd name="connsiteX44" fmla="*/ 76676 w 358616"/>
                <a:gd name="connsiteY44" fmla="*/ 139065 h 550545"/>
                <a:gd name="connsiteX45" fmla="*/ 75724 w 358616"/>
                <a:gd name="connsiteY45" fmla="*/ 149066 h 550545"/>
                <a:gd name="connsiteX46" fmla="*/ 74771 w 358616"/>
                <a:gd name="connsiteY46" fmla="*/ 162878 h 550545"/>
                <a:gd name="connsiteX47" fmla="*/ 73343 w 358616"/>
                <a:gd name="connsiteY47" fmla="*/ 179546 h 550545"/>
                <a:gd name="connsiteX48" fmla="*/ 71914 w 358616"/>
                <a:gd name="connsiteY48" fmla="*/ 193358 h 550545"/>
                <a:gd name="connsiteX49" fmla="*/ 70485 w 358616"/>
                <a:gd name="connsiteY49" fmla="*/ 211455 h 550545"/>
                <a:gd name="connsiteX50" fmla="*/ 69056 w 358616"/>
                <a:gd name="connsiteY50" fmla="*/ 229076 h 550545"/>
                <a:gd name="connsiteX51" fmla="*/ 60007 w 358616"/>
                <a:gd name="connsiteY51" fmla="*/ 238125 h 550545"/>
                <a:gd name="connsiteX52" fmla="*/ 44291 w 358616"/>
                <a:gd name="connsiteY52" fmla="*/ 255270 h 550545"/>
                <a:gd name="connsiteX53" fmla="*/ 31432 w 358616"/>
                <a:gd name="connsiteY53" fmla="*/ 268605 h 550545"/>
                <a:gd name="connsiteX54" fmla="*/ 25241 w 358616"/>
                <a:gd name="connsiteY54" fmla="*/ 278130 h 550545"/>
                <a:gd name="connsiteX55" fmla="*/ 12382 w 358616"/>
                <a:gd name="connsiteY55" fmla="*/ 295751 h 550545"/>
                <a:gd name="connsiteX56" fmla="*/ 6668 w 358616"/>
                <a:gd name="connsiteY56" fmla="*/ 307181 h 550545"/>
                <a:gd name="connsiteX57" fmla="*/ 2381 w 358616"/>
                <a:gd name="connsiteY57" fmla="*/ 313372 h 550545"/>
                <a:gd name="connsiteX58" fmla="*/ 0 w 358616"/>
                <a:gd name="connsiteY58" fmla="*/ 315754 h 550545"/>
                <a:gd name="connsiteX59" fmla="*/ 1905 w 358616"/>
                <a:gd name="connsiteY59" fmla="*/ 324326 h 550545"/>
                <a:gd name="connsiteX60" fmla="*/ 5715 w 358616"/>
                <a:gd name="connsiteY60" fmla="*/ 339090 h 550545"/>
                <a:gd name="connsiteX61" fmla="*/ 10954 w 358616"/>
                <a:gd name="connsiteY61" fmla="*/ 346234 h 550545"/>
                <a:gd name="connsiteX62" fmla="*/ 16669 w 358616"/>
                <a:gd name="connsiteY62" fmla="*/ 354330 h 550545"/>
                <a:gd name="connsiteX63" fmla="*/ 20955 w 358616"/>
                <a:gd name="connsiteY63" fmla="*/ 360521 h 550545"/>
                <a:gd name="connsiteX64" fmla="*/ 27146 w 358616"/>
                <a:gd name="connsiteY64" fmla="*/ 360521 h 550545"/>
                <a:gd name="connsiteX65" fmla="*/ 34766 w 358616"/>
                <a:gd name="connsiteY65" fmla="*/ 362426 h 550545"/>
                <a:gd name="connsiteX66" fmla="*/ 36671 w 358616"/>
                <a:gd name="connsiteY66" fmla="*/ 363855 h 550545"/>
                <a:gd name="connsiteX67" fmla="*/ 37624 w 358616"/>
                <a:gd name="connsiteY67" fmla="*/ 369094 h 550545"/>
                <a:gd name="connsiteX68" fmla="*/ 40005 w 358616"/>
                <a:gd name="connsiteY68" fmla="*/ 372428 h 550545"/>
                <a:gd name="connsiteX69" fmla="*/ 44768 w 358616"/>
                <a:gd name="connsiteY69" fmla="*/ 374809 h 550545"/>
                <a:gd name="connsiteX70" fmla="*/ 47625 w 358616"/>
                <a:gd name="connsiteY70" fmla="*/ 380047 h 550545"/>
                <a:gd name="connsiteX71" fmla="*/ 49054 w 358616"/>
                <a:gd name="connsiteY71" fmla="*/ 388144 h 550545"/>
                <a:gd name="connsiteX72" fmla="*/ 51435 w 358616"/>
                <a:gd name="connsiteY72" fmla="*/ 392906 h 550545"/>
                <a:gd name="connsiteX73" fmla="*/ 51911 w 358616"/>
                <a:gd name="connsiteY73" fmla="*/ 393383 h 550545"/>
                <a:gd name="connsiteX74" fmla="*/ 54769 w 358616"/>
                <a:gd name="connsiteY74" fmla="*/ 400050 h 550545"/>
                <a:gd name="connsiteX75" fmla="*/ 55721 w 358616"/>
                <a:gd name="connsiteY75" fmla="*/ 402431 h 550545"/>
                <a:gd name="connsiteX76" fmla="*/ 55721 w 358616"/>
                <a:gd name="connsiteY76" fmla="*/ 406718 h 550545"/>
                <a:gd name="connsiteX77" fmla="*/ 55721 w 358616"/>
                <a:gd name="connsiteY77" fmla="*/ 409099 h 550545"/>
                <a:gd name="connsiteX78" fmla="*/ 57150 w 358616"/>
                <a:gd name="connsiteY78" fmla="*/ 412909 h 550545"/>
                <a:gd name="connsiteX79" fmla="*/ 54769 w 358616"/>
                <a:gd name="connsiteY79" fmla="*/ 418624 h 550545"/>
                <a:gd name="connsiteX80" fmla="*/ 54293 w 358616"/>
                <a:gd name="connsiteY80" fmla="*/ 422434 h 550545"/>
                <a:gd name="connsiteX81" fmla="*/ 53816 w 358616"/>
                <a:gd name="connsiteY81" fmla="*/ 427196 h 550545"/>
                <a:gd name="connsiteX82" fmla="*/ 55245 w 358616"/>
                <a:gd name="connsiteY82" fmla="*/ 436245 h 550545"/>
                <a:gd name="connsiteX83" fmla="*/ 57626 w 358616"/>
                <a:gd name="connsiteY83" fmla="*/ 442913 h 550545"/>
                <a:gd name="connsiteX84" fmla="*/ 60007 w 358616"/>
                <a:gd name="connsiteY84" fmla="*/ 448628 h 550545"/>
                <a:gd name="connsiteX85" fmla="*/ 62389 w 358616"/>
                <a:gd name="connsiteY85" fmla="*/ 452914 h 550545"/>
                <a:gd name="connsiteX86" fmla="*/ 66675 w 358616"/>
                <a:gd name="connsiteY86" fmla="*/ 457676 h 550545"/>
                <a:gd name="connsiteX87" fmla="*/ 70961 w 358616"/>
                <a:gd name="connsiteY87" fmla="*/ 461963 h 550545"/>
                <a:gd name="connsiteX88" fmla="*/ 75248 w 358616"/>
                <a:gd name="connsiteY88" fmla="*/ 464820 h 550545"/>
                <a:gd name="connsiteX89" fmla="*/ 71438 w 358616"/>
                <a:gd name="connsiteY89" fmla="*/ 466249 h 550545"/>
                <a:gd name="connsiteX90" fmla="*/ 63818 w 358616"/>
                <a:gd name="connsiteY90" fmla="*/ 466725 h 550545"/>
                <a:gd name="connsiteX91" fmla="*/ 59531 w 358616"/>
                <a:gd name="connsiteY91" fmla="*/ 465772 h 550545"/>
                <a:gd name="connsiteX92" fmla="*/ 57626 w 358616"/>
                <a:gd name="connsiteY92" fmla="*/ 465772 h 550545"/>
                <a:gd name="connsiteX93" fmla="*/ 55245 w 358616"/>
                <a:gd name="connsiteY93" fmla="*/ 466249 h 550545"/>
                <a:gd name="connsiteX94" fmla="*/ 47149 w 358616"/>
                <a:gd name="connsiteY94" fmla="*/ 467201 h 550545"/>
                <a:gd name="connsiteX95" fmla="*/ 39052 w 358616"/>
                <a:gd name="connsiteY95" fmla="*/ 466725 h 550545"/>
                <a:gd name="connsiteX96" fmla="*/ 31909 w 358616"/>
                <a:gd name="connsiteY96" fmla="*/ 465772 h 550545"/>
                <a:gd name="connsiteX97" fmla="*/ 27146 w 358616"/>
                <a:gd name="connsiteY97" fmla="*/ 465772 h 550545"/>
                <a:gd name="connsiteX98" fmla="*/ 23813 w 358616"/>
                <a:gd name="connsiteY98" fmla="*/ 468630 h 550545"/>
                <a:gd name="connsiteX99" fmla="*/ 20955 w 358616"/>
                <a:gd name="connsiteY99" fmla="*/ 472440 h 550545"/>
                <a:gd name="connsiteX100" fmla="*/ 18098 w 358616"/>
                <a:gd name="connsiteY100" fmla="*/ 475297 h 550545"/>
                <a:gd name="connsiteX101" fmla="*/ 19050 w 358616"/>
                <a:gd name="connsiteY101" fmla="*/ 479108 h 550545"/>
                <a:gd name="connsiteX102" fmla="*/ 20955 w 358616"/>
                <a:gd name="connsiteY102" fmla="*/ 481013 h 550545"/>
                <a:gd name="connsiteX103" fmla="*/ 24765 w 358616"/>
                <a:gd name="connsiteY103" fmla="*/ 485299 h 550545"/>
                <a:gd name="connsiteX104" fmla="*/ 28575 w 358616"/>
                <a:gd name="connsiteY104" fmla="*/ 489109 h 550545"/>
                <a:gd name="connsiteX105" fmla="*/ 30480 w 358616"/>
                <a:gd name="connsiteY105" fmla="*/ 491966 h 550545"/>
                <a:gd name="connsiteX106" fmla="*/ 37148 w 358616"/>
                <a:gd name="connsiteY106" fmla="*/ 498158 h 550545"/>
                <a:gd name="connsiteX107" fmla="*/ 43815 w 358616"/>
                <a:gd name="connsiteY107" fmla="*/ 503396 h 550545"/>
                <a:gd name="connsiteX108" fmla="*/ 45244 w 358616"/>
                <a:gd name="connsiteY108" fmla="*/ 504349 h 550545"/>
                <a:gd name="connsiteX109" fmla="*/ 47149 w 358616"/>
                <a:gd name="connsiteY109" fmla="*/ 505301 h 550545"/>
                <a:gd name="connsiteX110" fmla="*/ 48101 w 358616"/>
                <a:gd name="connsiteY110" fmla="*/ 505778 h 550545"/>
                <a:gd name="connsiteX111" fmla="*/ 51911 w 358616"/>
                <a:gd name="connsiteY111" fmla="*/ 508635 h 550545"/>
                <a:gd name="connsiteX112" fmla="*/ 57150 w 358616"/>
                <a:gd name="connsiteY112" fmla="*/ 513874 h 550545"/>
                <a:gd name="connsiteX113" fmla="*/ 61436 w 358616"/>
                <a:gd name="connsiteY113" fmla="*/ 521970 h 550545"/>
                <a:gd name="connsiteX114" fmla="*/ 64770 w 358616"/>
                <a:gd name="connsiteY114" fmla="*/ 530066 h 550545"/>
                <a:gd name="connsiteX115" fmla="*/ 68104 w 358616"/>
                <a:gd name="connsiteY115" fmla="*/ 537686 h 550545"/>
                <a:gd name="connsiteX116" fmla="*/ 69532 w 358616"/>
                <a:gd name="connsiteY116" fmla="*/ 539115 h 550545"/>
                <a:gd name="connsiteX117" fmla="*/ 71438 w 358616"/>
                <a:gd name="connsiteY117" fmla="*/ 540068 h 550545"/>
                <a:gd name="connsiteX118" fmla="*/ 71914 w 358616"/>
                <a:gd name="connsiteY118" fmla="*/ 541496 h 550545"/>
                <a:gd name="connsiteX119" fmla="*/ 71914 w 358616"/>
                <a:gd name="connsiteY119" fmla="*/ 543878 h 550545"/>
                <a:gd name="connsiteX120" fmla="*/ 70961 w 358616"/>
                <a:gd name="connsiteY120" fmla="*/ 546259 h 550545"/>
                <a:gd name="connsiteX121" fmla="*/ 69532 w 358616"/>
                <a:gd name="connsiteY121" fmla="*/ 548640 h 550545"/>
                <a:gd name="connsiteX122" fmla="*/ 72866 w 358616"/>
                <a:gd name="connsiteY122" fmla="*/ 549116 h 550545"/>
                <a:gd name="connsiteX123" fmla="*/ 76676 w 358616"/>
                <a:gd name="connsiteY123" fmla="*/ 550069 h 550545"/>
                <a:gd name="connsiteX124" fmla="*/ 81915 w 358616"/>
                <a:gd name="connsiteY124" fmla="*/ 550545 h 550545"/>
                <a:gd name="connsiteX125" fmla="*/ 85725 w 358616"/>
                <a:gd name="connsiteY125" fmla="*/ 549593 h 550545"/>
                <a:gd name="connsiteX126" fmla="*/ 88106 w 358616"/>
                <a:gd name="connsiteY126" fmla="*/ 547211 h 550545"/>
                <a:gd name="connsiteX127" fmla="*/ 93345 w 358616"/>
                <a:gd name="connsiteY127" fmla="*/ 545306 h 550545"/>
                <a:gd name="connsiteX128" fmla="*/ 100013 w 358616"/>
                <a:gd name="connsiteY128" fmla="*/ 543401 h 550545"/>
                <a:gd name="connsiteX129" fmla="*/ 100965 w 358616"/>
                <a:gd name="connsiteY129" fmla="*/ 540544 h 550545"/>
                <a:gd name="connsiteX130" fmla="*/ 102394 w 358616"/>
                <a:gd name="connsiteY130" fmla="*/ 538639 h 550545"/>
                <a:gd name="connsiteX131" fmla="*/ 104775 w 358616"/>
                <a:gd name="connsiteY131" fmla="*/ 537686 h 550545"/>
                <a:gd name="connsiteX132" fmla="*/ 105727 w 358616"/>
                <a:gd name="connsiteY132" fmla="*/ 537210 h 550545"/>
                <a:gd name="connsiteX133" fmla="*/ 105727 w 358616"/>
                <a:gd name="connsiteY133" fmla="*/ 538163 h 550545"/>
                <a:gd name="connsiteX134" fmla="*/ 107156 w 358616"/>
                <a:gd name="connsiteY134" fmla="*/ 541496 h 550545"/>
                <a:gd name="connsiteX135" fmla="*/ 109538 w 358616"/>
                <a:gd name="connsiteY135" fmla="*/ 544354 h 550545"/>
                <a:gd name="connsiteX136" fmla="*/ 113824 w 358616"/>
                <a:gd name="connsiteY136" fmla="*/ 547688 h 550545"/>
                <a:gd name="connsiteX137" fmla="*/ 114776 w 358616"/>
                <a:gd name="connsiteY137" fmla="*/ 547688 h 550545"/>
                <a:gd name="connsiteX138" fmla="*/ 117157 w 358616"/>
                <a:gd name="connsiteY138" fmla="*/ 545306 h 550545"/>
                <a:gd name="connsiteX139" fmla="*/ 123349 w 358616"/>
                <a:gd name="connsiteY139" fmla="*/ 543401 h 550545"/>
                <a:gd name="connsiteX140" fmla="*/ 125254 w 358616"/>
                <a:gd name="connsiteY140" fmla="*/ 542925 h 550545"/>
                <a:gd name="connsiteX141" fmla="*/ 129540 w 358616"/>
                <a:gd name="connsiteY141" fmla="*/ 539115 h 550545"/>
                <a:gd name="connsiteX142" fmla="*/ 134779 w 358616"/>
                <a:gd name="connsiteY142" fmla="*/ 536734 h 550545"/>
                <a:gd name="connsiteX143" fmla="*/ 135731 w 358616"/>
                <a:gd name="connsiteY143" fmla="*/ 536258 h 550545"/>
                <a:gd name="connsiteX144" fmla="*/ 137636 w 358616"/>
                <a:gd name="connsiteY144" fmla="*/ 535781 h 550545"/>
                <a:gd name="connsiteX145" fmla="*/ 142875 w 358616"/>
                <a:gd name="connsiteY145" fmla="*/ 533400 h 550545"/>
                <a:gd name="connsiteX146" fmla="*/ 146685 w 358616"/>
                <a:gd name="connsiteY146" fmla="*/ 533400 h 550545"/>
                <a:gd name="connsiteX147" fmla="*/ 152876 w 358616"/>
                <a:gd name="connsiteY147" fmla="*/ 533400 h 550545"/>
                <a:gd name="connsiteX148" fmla="*/ 163354 w 358616"/>
                <a:gd name="connsiteY148" fmla="*/ 531971 h 550545"/>
                <a:gd name="connsiteX149" fmla="*/ 170498 w 358616"/>
                <a:gd name="connsiteY149" fmla="*/ 531495 h 550545"/>
                <a:gd name="connsiteX150" fmla="*/ 174307 w 358616"/>
                <a:gd name="connsiteY150" fmla="*/ 531019 h 550545"/>
                <a:gd name="connsiteX151" fmla="*/ 175260 w 358616"/>
                <a:gd name="connsiteY151" fmla="*/ 530543 h 550545"/>
                <a:gd name="connsiteX152" fmla="*/ 176689 w 358616"/>
                <a:gd name="connsiteY152" fmla="*/ 527209 h 550545"/>
                <a:gd name="connsiteX153" fmla="*/ 177641 w 358616"/>
                <a:gd name="connsiteY153" fmla="*/ 526256 h 550545"/>
                <a:gd name="connsiteX154" fmla="*/ 180499 w 358616"/>
                <a:gd name="connsiteY154" fmla="*/ 524351 h 550545"/>
                <a:gd name="connsiteX155" fmla="*/ 185738 w 358616"/>
                <a:gd name="connsiteY155" fmla="*/ 519113 h 550545"/>
                <a:gd name="connsiteX156" fmla="*/ 189548 w 358616"/>
                <a:gd name="connsiteY156" fmla="*/ 514350 h 550545"/>
                <a:gd name="connsiteX157" fmla="*/ 190500 w 358616"/>
                <a:gd name="connsiteY157" fmla="*/ 512921 h 550545"/>
                <a:gd name="connsiteX158" fmla="*/ 190500 w 358616"/>
                <a:gd name="connsiteY158" fmla="*/ 512921 h 550545"/>
                <a:gd name="connsiteX159" fmla="*/ 191452 w 358616"/>
                <a:gd name="connsiteY159" fmla="*/ 512445 h 550545"/>
                <a:gd name="connsiteX160" fmla="*/ 192881 w 358616"/>
                <a:gd name="connsiteY160" fmla="*/ 510540 h 550545"/>
                <a:gd name="connsiteX161" fmla="*/ 191452 w 358616"/>
                <a:gd name="connsiteY161" fmla="*/ 508635 h 550545"/>
                <a:gd name="connsiteX162" fmla="*/ 185261 w 358616"/>
                <a:gd name="connsiteY162" fmla="*/ 504349 h 550545"/>
                <a:gd name="connsiteX163" fmla="*/ 185261 w 358616"/>
                <a:gd name="connsiteY163" fmla="*/ 503872 h 550545"/>
                <a:gd name="connsiteX164" fmla="*/ 184785 w 358616"/>
                <a:gd name="connsiteY164" fmla="*/ 503396 h 550545"/>
                <a:gd name="connsiteX165" fmla="*/ 185261 w 358616"/>
                <a:gd name="connsiteY165" fmla="*/ 502444 h 550545"/>
                <a:gd name="connsiteX166" fmla="*/ 187643 w 358616"/>
                <a:gd name="connsiteY166" fmla="*/ 501015 h 550545"/>
                <a:gd name="connsiteX167" fmla="*/ 190500 w 358616"/>
                <a:gd name="connsiteY167" fmla="*/ 499110 h 550545"/>
                <a:gd name="connsiteX168" fmla="*/ 193834 w 358616"/>
                <a:gd name="connsiteY168" fmla="*/ 498158 h 550545"/>
                <a:gd name="connsiteX169" fmla="*/ 202882 w 358616"/>
                <a:gd name="connsiteY169" fmla="*/ 498634 h 550545"/>
                <a:gd name="connsiteX170" fmla="*/ 210026 w 358616"/>
                <a:gd name="connsiteY170" fmla="*/ 498158 h 550545"/>
                <a:gd name="connsiteX171" fmla="*/ 211931 w 358616"/>
                <a:gd name="connsiteY171" fmla="*/ 498158 h 550545"/>
                <a:gd name="connsiteX172" fmla="*/ 217646 w 358616"/>
                <a:gd name="connsiteY172" fmla="*/ 497205 h 550545"/>
                <a:gd name="connsiteX173" fmla="*/ 221456 w 358616"/>
                <a:gd name="connsiteY173" fmla="*/ 496253 h 550545"/>
                <a:gd name="connsiteX174" fmla="*/ 225743 w 358616"/>
                <a:gd name="connsiteY174" fmla="*/ 494347 h 550545"/>
                <a:gd name="connsiteX175" fmla="*/ 234791 w 358616"/>
                <a:gd name="connsiteY175" fmla="*/ 494824 h 550545"/>
                <a:gd name="connsiteX176" fmla="*/ 242411 w 358616"/>
                <a:gd name="connsiteY176" fmla="*/ 489585 h 550545"/>
                <a:gd name="connsiteX177" fmla="*/ 244316 w 358616"/>
                <a:gd name="connsiteY177" fmla="*/ 488633 h 550545"/>
                <a:gd name="connsiteX178" fmla="*/ 245745 w 358616"/>
                <a:gd name="connsiteY178" fmla="*/ 488156 h 550545"/>
                <a:gd name="connsiteX179" fmla="*/ 245745 w 358616"/>
                <a:gd name="connsiteY179" fmla="*/ 487204 h 550545"/>
                <a:gd name="connsiteX180" fmla="*/ 249555 w 358616"/>
                <a:gd name="connsiteY180" fmla="*/ 485299 h 550545"/>
                <a:gd name="connsiteX181" fmla="*/ 253365 w 358616"/>
                <a:gd name="connsiteY181" fmla="*/ 481013 h 550545"/>
                <a:gd name="connsiteX182" fmla="*/ 256699 w 358616"/>
                <a:gd name="connsiteY182" fmla="*/ 477203 h 550545"/>
                <a:gd name="connsiteX183" fmla="*/ 257651 w 358616"/>
                <a:gd name="connsiteY183" fmla="*/ 474821 h 550545"/>
                <a:gd name="connsiteX184" fmla="*/ 266224 w 358616"/>
                <a:gd name="connsiteY184" fmla="*/ 465772 h 550545"/>
                <a:gd name="connsiteX185" fmla="*/ 269081 w 358616"/>
                <a:gd name="connsiteY185" fmla="*/ 466249 h 550545"/>
                <a:gd name="connsiteX186" fmla="*/ 270510 w 358616"/>
                <a:gd name="connsiteY186" fmla="*/ 464820 h 550545"/>
                <a:gd name="connsiteX187" fmla="*/ 273844 w 358616"/>
                <a:gd name="connsiteY187" fmla="*/ 459105 h 550545"/>
                <a:gd name="connsiteX188" fmla="*/ 275273 w 358616"/>
                <a:gd name="connsiteY188" fmla="*/ 458153 h 550545"/>
                <a:gd name="connsiteX189" fmla="*/ 276701 w 358616"/>
                <a:gd name="connsiteY189" fmla="*/ 457676 h 550545"/>
                <a:gd name="connsiteX190" fmla="*/ 278606 w 358616"/>
                <a:gd name="connsiteY190" fmla="*/ 457200 h 550545"/>
                <a:gd name="connsiteX191" fmla="*/ 280511 w 358616"/>
                <a:gd name="connsiteY191" fmla="*/ 455295 h 550545"/>
                <a:gd name="connsiteX192" fmla="*/ 281940 w 358616"/>
                <a:gd name="connsiteY192" fmla="*/ 452438 h 550545"/>
                <a:gd name="connsiteX193" fmla="*/ 281940 w 358616"/>
                <a:gd name="connsiteY193" fmla="*/ 449580 h 550545"/>
                <a:gd name="connsiteX194" fmla="*/ 280988 w 358616"/>
                <a:gd name="connsiteY194" fmla="*/ 446722 h 550545"/>
                <a:gd name="connsiteX195" fmla="*/ 280988 w 358616"/>
                <a:gd name="connsiteY195" fmla="*/ 445770 h 550545"/>
                <a:gd name="connsiteX196" fmla="*/ 281940 w 358616"/>
                <a:gd name="connsiteY196" fmla="*/ 444341 h 550545"/>
                <a:gd name="connsiteX197" fmla="*/ 283369 w 358616"/>
                <a:gd name="connsiteY197" fmla="*/ 443389 h 550545"/>
                <a:gd name="connsiteX198" fmla="*/ 290036 w 358616"/>
                <a:gd name="connsiteY198" fmla="*/ 440055 h 550545"/>
                <a:gd name="connsiteX199" fmla="*/ 291465 w 358616"/>
                <a:gd name="connsiteY199" fmla="*/ 438626 h 550545"/>
                <a:gd name="connsiteX200" fmla="*/ 292418 w 358616"/>
                <a:gd name="connsiteY200" fmla="*/ 437197 h 550545"/>
                <a:gd name="connsiteX201" fmla="*/ 294323 w 358616"/>
                <a:gd name="connsiteY201" fmla="*/ 436721 h 550545"/>
                <a:gd name="connsiteX202" fmla="*/ 296227 w 358616"/>
                <a:gd name="connsiteY202" fmla="*/ 437197 h 550545"/>
                <a:gd name="connsiteX203" fmla="*/ 297656 w 358616"/>
                <a:gd name="connsiteY203" fmla="*/ 436245 h 550545"/>
                <a:gd name="connsiteX204" fmla="*/ 299085 w 358616"/>
                <a:gd name="connsiteY204" fmla="*/ 434816 h 550545"/>
                <a:gd name="connsiteX205" fmla="*/ 303848 w 358616"/>
                <a:gd name="connsiteY205" fmla="*/ 432911 h 550545"/>
                <a:gd name="connsiteX206" fmla="*/ 308134 w 358616"/>
                <a:gd name="connsiteY206" fmla="*/ 431483 h 550545"/>
                <a:gd name="connsiteX207" fmla="*/ 312420 w 358616"/>
                <a:gd name="connsiteY207" fmla="*/ 431959 h 550545"/>
                <a:gd name="connsiteX208" fmla="*/ 315754 w 358616"/>
                <a:gd name="connsiteY208" fmla="*/ 432911 h 550545"/>
                <a:gd name="connsiteX209" fmla="*/ 319088 w 358616"/>
                <a:gd name="connsiteY209" fmla="*/ 433388 h 550545"/>
                <a:gd name="connsiteX210" fmla="*/ 320516 w 358616"/>
                <a:gd name="connsiteY210" fmla="*/ 433864 h 550545"/>
                <a:gd name="connsiteX211" fmla="*/ 321469 w 358616"/>
                <a:gd name="connsiteY211" fmla="*/ 430054 h 550545"/>
                <a:gd name="connsiteX212" fmla="*/ 322898 w 358616"/>
                <a:gd name="connsiteY212" fmla="*/ 424815 h 550545"/>
                <a:gd name="connsiteX213" fmla="*/ 323374 w 358616"/>
                <a:gd name="connsiteY213" fmla="*/ 421958 h 550545"/>
                <a:gd name="connsiteX214" fmla="*/ 322421 w 358616"/>
                <a:gd name="connsiteY214" fmla="*/ 419576 h 550545"/>
                <a:gd name="connsiteX215" fmla="*/ 320040 w 358616"/>
                <a:gd name="connsiteY215" fmla="*/ 417195 h 550545"/>
                <a:gd name="connsiteX216" fmla="*/ 317659 w 358616"/>
                <a:gd name="connsiteY216" fmla="*/ 417195 h 550545"/>
                <a:gd name="connsiteX217" fmla="*/ 316706 w 358616"/>
                <a:gd name="connsiteY217" fmla="*/ 416243 h 550545"/>
                <a:gd name="connsiteX218" fmla="*/ 314801 w 358616"/>
                <a:gd name="connsiteY218" fmla="*/ 414814 h 550545"/>
                <a:gd name="connsiteX219" fmla="*/ 312896 w 358616"/>
                <a:gd name="connsiteY219" fmla="*/ 413385 h 550545"/>
                <a:gd name="connsiteX220" fmla="*/ 310991 w 358616"/>
                <a:gd name="connsiteY220" fmla="*/ 411480 h 550545"/>
                <a:gd name="connsiteX221" fmla="*/ 310039 w 358616"/>
                <a:gd name="connsiteY221" fmla="*/ 408146 h 550545"/>
                <a:gd name="connsiteX222" fmla="*/ 310991 w 358616"/>
                <a:gd name="connsiteY222" fmla="*/ 397669 h 550545"/>
                <a:gd name="connsiteX223" fmla="*/ 310515 w 358616"/>
                <a:gd name="connsiteY223" fmla="*/ 396240 h 550545"/>
                <a:gd name="connsiteX224" fmla="*/ 307657 w 358616"/>
                <a:gd name="connsiteY224" fmla="*/ 395764 h 550545"/>
                <a:gd name="connsiteX225" fmla="*/ 307181 w 358616"/>
                <a:gd name="connsiteY225" fmla="*/ 394811 h 550545"/>
                <a:gd name="connsiteX226" fmla="*/ 307181 w 358616"/>
                <a:gd name="connsiteY226" fmla="*/ 392906 h 550545"/>
                <a:gd name="connsiteX227" fmla="*/ 305752 w 358616"/>
                <a:gd name="connsiteY227" fmla="*/ 386715 h 550545"/>
                <a:gd name="connsiteX228" fmla="*/ 304324 w 358616"/>
                <a:gd name="connsiteY228" fmla="*/ 381476 h 550545"/>
                <a:gd name="connsiteX229" fmla="*/ 305276 w 358616"/>
                <a:gd name="connsiteY229" fmla="*/ 378619 h 550545"/>
                <a:gd name="connsiteX230" fmla="*/ 302895 w 358616"/>
                <a:gd name="connsiteY230" fmla="*/ 374809 h 550545"/>
                <a:gd name="connsiteX231" fmla="*/ 299085 w 358616"/>
                <a:gd name="connsiteY231" fmla="*/ 372904 h 550545"/>
                <a:gd name="connsiteX232" fmla="*/ 295275 w 358616"/>
                <a:gd name="connsiteY232" fmla="*/ 373380 h 550545"/>
                <a:gd name="connsiteX233" fmla="*/ 290989 w 358616"/>
                <a:gd name="connsiteY233" fmla="*/ 374333 h 550545"/>
                <a:gd name="connsiteX234" fmla="*/ 288607 w 358616"/>
                <a:gd name="connsiteY234" fmla="*/ 373856 h 550545"/>
                <a:gd name="connsiteX235" fmla="*/ 287179 w 358616"/>
                <a:gd name="connsiteY235" fmla="*/ 373380 h 550545"/>
                <a:gd name="connsiteX236" fmla="*/ 285750 w 358616"/>
                <a:gd name="connsiteY236" fmla="*/ 371951 h 550545"/>
                <a:gd name="connsiteX237" fmla="*/ 285274 w 358616"/>
                <a:gd name="connsiteY237" fmla="*/ 370046 h 550545"/>
                <a:gd name="connsiteX238" fmla="*/ 285750 w 358616"/>
                <a:gd name="connsiteY238" fmla="*/ 367665 h 550545"/>
                <a:gd name="connsiteX239" fmla="*/ 288131 w 358616"/>
                <a:gd name="connsiteY239" fmla="*/ 362903 h 550545"/>
                <a:gd name="connsiteX240" fmla="*/ 290989 w 358616"/>
                <a:gd name="connsiteY240" fmla="*/ 359093 h 550545"/>
                <a:gd name="connsiteX241" fmla="*/ 296704 w 358616"/>
                <a:gd name="connsiteY241" fmla="*/ 355759 h 550545"/>
                <a:gd name="connsiteX242" fmla="*/ 298132 w 358616"/>
                <a:gd name="connsiteY242" fmla="*/ 353854 h 550545"/>
                <a:gd name="connsiteX243" fmla="*/ 299085 w 358616"/>
                <a:gd name="connsiteY243" fmla="*/ 351949 h 550545"/>
                <a:gd name="connsiteX244" fmla="*/ 299085 w 358616"/>
                <a:gd name="connsiteY244" fmla="*/ 349568 h 550545"/>
                <a:gd name="connsiteX245" fmla="*/ 298609 w 358616"/>
                <a:gd name="connsiteY245" fmla="*/ 346710 h 550545"/>
                <a:gd name="connsiteX246" fmla="*/ 298132 w 358616"/>
                <a:gd name="connsiteY246" fmla="*/ 344805 h 550545"/>
                <a:gd name="connsiteX247" fmla="*/ 296227 w 358616"/>
                <a:gd name="connsiteY247" fmla="*/ 341471 h 550545"/>
                <a:gd name="connsiteX248" fmla="*/ 294799 w 358616"/>
                <a:gd name="connsiteY248" fmla="*/ 338138 h 550545"/>
                <a:gd name="connsiteX249" fmla="*/ 294799 w 358616"/>
                <a:gd name="connsiteY249" fmla="*/ 335756 h 550545"/>
                <a:gd name="connsiteX250" fmla="*/ 295275 w 358616"/>
                <a:gd name="connsiteY250" fmla="*/ 333851 h 550545"/>
                <a:gd name="connsiteX251" fmla="*/ 297180 w 358616"/>
                <a:gd name="connsiteY251" fmla="*/ 331946 h 550545"/>
                <a:gd name="connsiteX252" fmla="*/ 300038 w 358616"/>
                <a:gd name="connsiteY252" fmla="*/ 329565 h 550545"/>
                <a:gd name="connsiteX253" fmla="*/ 300990 w 358616"/>
                <a:gd name="connsiteY253" fmla="*/ 329089 h 550545"/>
                <a:gd name="connsiteX254" fmla="*/ 302895 w 358616"/>
                <a:gd name="connsiteY254" fmla="*/ 327660 h 550545"/>
                <a:gd name="connsiteX255" fmla="*/ 304324 w 358616"/>
                <a:gd name="connsiteY255" fmla="*/ 327184 h 550545"/>
                <a:gd name="connsiteX256" fmla="*/ 308610 w 358616"/>
                <a:gd name="connsiteY256" fmla="*/ 324326 h 550545"/>
                <a:gd name="connsiteX257" fmla="*/ 309563 w 358616"/>
                <a:gd name="connsiteY257" fmla="*/ 323374 h 550545"/>
                <a:gd name="connsiteX258" fmla="*/ 309086 w 358616"/>
                <a:gd name="connsiteY258" fmla="*/ 321945 h 550545"/>
                <a:gd name="connsiteX259" fmla="*/ 308134 w 358616"/>
                <a:gd name="connsiteY259" fmla="*/ 320516 h 550545"/>
                <a:gd name="connsiteX260" fmla="*/ 306229 w 358616"/>
                <a:gd name="connsiteY260" fmla="*/ 319088 h 550545"/>
                <a:gd name="connsiteX261" fmla="*/ 306229 w 358616"/>
                <a:gd name="connsiteY261" fmla="*/ 317183 h 550545"/>
                <a:gd name="connsiteX262" fmla="*/ 305752 w 358616"/>
                <a:gd name="connsiteY262" fmla="*/ 313849 h 550545"/>
                <a:gd name="connsiteX263" fmla="*/ 304800 w 358616"/>
                <a:gd name="connsiteY263" fmla="*/ 311468 h 550545"/>
                <a:gd name="connsiteX264" fmla="*/ 304324 w 358616"/>
                <a:gd name="connsiteY264" fmla="*/ 310039 h 550545"/>
                <a:gd name="connsiteX265" fmla="*/ 305276 w 358616"/>
                <a:gd name="connsiteY265" fmla="*/ 308610 h 550545"/>
                <a:gd name="connsiteX266" fmla="*/ 307181 w 358616"/>
                <a:gd name="connsiteY266" fmla="*/ 307181 h 550545"/>
                <a:gd name="connsiteX267" fmla="*/ 309086 w 358616"/>
                <a:gd name="connsiteY267" fmla="*/ 306229 h 550545"/>
                <a:gd name="connsiteX268" fmla="*/ 312420 w 358616"/>
                <a:gd name="connsiteY268" fmla="*/ 305276 h 550545"/>
                <a:gd name="connsiteX269" fmla="*/ 313849 w 358616"/>
                <a:gd name="connsiteY269" fmla="*/ 304324 h 550545"/>
                <a:gd name="connsiteX270" fmla="*/ 314325 w 358616"/>
                <a:gd name="connsiteY270" fmla="*/ 301943 h 550545"/>
                <a:gd name="connsiteX271" fmla="*/ 314325 w 358616"/>
                <a:gd name="connsiteY271" fmla="*/ 299561 h 550545"/>
                <a:gd name="connsiteX272" fmla="*/ 315277 w 358616"/>
                <a:gd name="connsiteY272" fmla="*/ 298133 h 550545"/>
                <a:gd name="connsiteX273" fmla="*/ 317182 w 358616"/>
                <a:gd name="connsiteY273" fmla="*/ 294799 h 550545"/>
                <a:gd name="connsiteX274" fmla="*/ 318611 w 358616"/>
                <a:gd name="connsiteY274" fmla="*/ 292894 h 550545"/>
                <a:gd name="connsiteX275" fmla="*/ 320516 w 358616"/>
                <a:gd name="connsiteY275" fmla="*/ 291465 h 550545"/>
                <a:gd name="connsiteX276" fmla="*/ 322898 w 358616"/>
                <a:gd name="connsiteY276" fmla="*/ 289084 h 550545"/>
                <a:gd name="connsiteX277" fmla="*/ 323850 w 358616"/>
                <a:gd name="connsiteY277" fmla="*/ 286226 h 550545"/>
                <a:gd name="connsiteX278" fmla="*/ 324326 w 358616"/>
                <a:gd name="connsiteY278" fmla="*/ 283845 h 550545"/>
                <a:gd name="connsiteX279" fmla="*/ 322898 w 358616"/>
                <a:gd name="connsiteY279" fmla="*/ 276225 h 550545"/>
                <a:gd name="connsiteX280" fmla="*/ 325279 w 358616"/>
                <a:gd name="connsiteY280" fmla="*/ 272891 h 550545"/>
                <a:gd name="connsiteX281" fmla="*/ 328613 w 358616"/>
                <a:gd name="connsiteY281" fmla="*/ 270510 h 550545"/>
                <a:gd name="connsiteX282" fmla="*/ 333375 w 358616"/>
                <a:gd name="connsiteY282" fmla="*/ 270510 h 550545"/>
                <a:gd name="connsiteX283" fmla="*/ 340519 w 358616"/>
                <a:gd name="connsiteY283" fmla="*/ 270034 h 550545"/>
                <a:gd name="connsiteX284" fmla="*/ 345757 w 358616"/>
                <a:gd name="connsiteY284" fmla="*/ 269081 h 550545"/>
                <a:gd name="connsiteX285" fmla="*/ 349091 w 358616"/>
                <a:gd name="connsiteY285" fmla="*/ 269081 h 550545"/>
                <a:gd name="connsiteX286" fmla="*/ 357188 w 358616"/>
                <a:gd name="connsiteY286" fmla="*/ 270510 h 550545"/>
                <a:gd name="connsiteX287" fmla="*/ 358140 w 358616"/>
                <a:gd name="connsiteY287" fmla="*/ 270034 h 550545"/>
                <a:gd name="connsiteX288" fmla="*/ 358140 w 358616"/>
                <a:gd name="connsiteY288" fmla="*/ 269558 h 550545"/>
                <a:gd name="connsiteX289" fmla="*/ 358616 w 358616"/>
                <a:gd name="connsiteY289" fmla="*/ 267653 h 55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358616" h="550545">
                  <a:moveTo>
                    <a:pt x="358616" y="262890"/>
                  </a:moveTo>
                  <a:lnTo>
                    <a:pt x="358616" y="247174"/>
                  </a:lnTo>
                  <a:lnTo>
                    <a:pt x="358616" y="231934"/>
                  </a:lnTo>
                  <a:lnTo>
                    <a:pt x="358616" y="216694"/>
                  </a:lnTo>
                  <a:lnTo>
                    <a:pt x="358616" y="200978"/>
                  </a:lnTo>
                  <a:lnTo>
                    <a:pt x="358616" y="185738"/>
                  </a:lnTo>
                  <a:lnTo>
                    <a:pt x="358616" y="170021"/>
                  </a:lnTo>
                  <a:lnTo>
                    <a:pt x="358616" y="154781"/>
                  </a:lnTo>
                  <a:lnTo>
                    <a:pt x="358616" y="139065"/>
                  </a:lnTo>
                  <a:lnTo>
                    <a:pt x="342424" y="130969"/>
                  </a:lnTo>
                  <a:lnTo>
                    <a:pt x="325755" y="122396"/>
                  </a:lnTo>
                  <a:lnTo>
                    <a:pt x="309563" y="114300"/>
                  </a:lnTo>
                  <a:lnTo>
                    <a:pt x="293370" y="106204"/>
                  </a:lnTo>
                  <a:lnTo>
                    <a:pt x="277177" y="97631"/>
                  </a:lnTo>
                  <a:lnTo>
                    <a:pt x="260509" y="89535"/>
                  </a:lnTo>
                  <a:lnTo>
                    <a:pt x="244316" y="80963"/>
                  </a:lnTo>
                  <a:lnTo>
                    <a:pt x="228124" y="72866"/>
                  </a:lnTo>
                  <a:lnTo>
                    <a:pt x="211931" y="64294"/>
                  </a:lnTo>
                  <a:lnTo>
                    <a:pt x="195263" y="56197"/>
                  </a:lnTo>
                  <a:lnTo>
                    <a:pt x="179070" y="47625"/>
                  </a:lnTo>
                  <a:lnTo>
                    <a:pt x="162877" y="39529"/>
                  </a:lnTo>
                  <a:lnTo>
                    <a:pt x="146685" y="30956"/>
                  </a:lnTo>
                  <a:lnTo>
                    <a:pt x="130493" y="22860"/>
                  </a:lnTo>
                  <a:lnTo>
                    <a:pt x="113824" y="14288"/>
                  </a:lnTo>
                  <a:lnTo>
                    <a:pt x="97631" y="6191"/>
                  </a:lnTo>
                  <a:lnTo>
                    <a:pt x="86677" y="0"/>
                  </a:lnTo>
                  <a:lnTo>
                    <a:pt x="74295" y="5715"/>
                  </a:lnTo>
                  <a:lnTo>
                    <a:pt x="64770" y="10478"/>
                  </a:lnTo>
                  <a:lnTo>
                    <a:pt x="52388" y="16193"/>
                  </a:lnTo>
                  <a:lnTo>
                    <a:pt x="56198" y="36671"/>
                  </a:lnTo>
                  <a:lnTo>
                    <a:pt x="59055" y="53816"/>
                  </a:lnTo>
                  <a:lnTo>
                    <a:pt x="59055" y="65246"/>
                  </a:lnTo>
                  <a:lnTo>
                    <a:pt x="59055" y="68104"/>
                  </a:lnTo>
                  <a:lnTo>
                    <a:pt x="60484" y="70009"/>
                  </a:lnTo>
                  <a:lnTo>
                    <a:pt x="62865" y="71914"/>
                  </a:lnTo>
                  <a:lnTo>
                    <a:pt x="73819" y="88106"/>
                  </a:lnTo>
                  <a:lnTo>
                    <a:pt x="71438" y="90964"/>
                  </a:lnTo>
                  <a:lnTo>
                    <a:pt x="72866" y="95726"/>
                  </a:lnTo>
                  <a:lnTo>
                    <a:pt x="75724" y="98108"/>
                  </a:lnTo>
                  <a:lnTo>
                    <a:pt x="84773" y="107633"/>
                  </a:lnTo>
                  <a:lnTo>
                    <a:pt x="85725" y="109538"/>
                  </a:lnTo>
                  <a:lnTo>
                    <a:pt x="85249" y="110966"/>
                  </a:lnTo>
                  <a:lnTo>
                    <a:pt x="79057" y="121920"/>
                  </a:lnTo>
                  <a:lnTo>
                    <a:pt x="78105" y="124778"/>
                  </a:lnTo>
                  <a:lnTo>
                    <a:pt x="76676" y="139065"/>
                  </a:lnTo>
                  <a:lnTo>
                    <a:pt x="75724" y="149066"/>
                  </a:lnTo>
                  <a:lnTo>
                    <a:pt x="74771" y="162878"/>
                  </a:lnTo>
                  <a:lnTo>
                    <a:pt x="73343" y="179546"/>
                  </a:lnTo>
                  <a:lnTo>
                    <a:pt x="71914" y="193358"/>
                  </a:lnTo>
                  <a:lnTo>
                    <a:pt x="70485" y="211455"/>
                  </a:lnTo>
                  <a:lnTo>
                    <a:pt x="69056" y="229076"/>
                  </a:lnTo>
                  <a:lnTo>
                    <a:pt x="60007" y="238125"/>
                  </a:lnTo>
                  <a:lnTo>
                    <a:pt x="44291" y="255270"/>
                  </a:lnTo>
                  <a:lnTo>
                    <a:pt x="31432" y="268605"/>
                  </a:lnTo>
                  <a:lnTo>
                    <a:pt x="25241" y="278130"/>
                  </a:lnTo>
                  <a:lnTo>
                    <a:pt x="12382" y="295751"/>
                  </a:lnTo>
                  <a:lnTo>
                    <a:pt x="6668" y="307181"/>
                  </a:lnTo>
                  <a:lnTo>
                    <a:pt x="2381" y="313372"/>
                  </a:lnTo>
                  <a:lnTo>
                    <a:pt x="0" y="315754"/>
                  </a:lnTo>
                  <a:lnTo>
                    <a:pt x="1905" y="324326"/>
                  </a:lnTo>
                  <a:lnTo>
                    <a:pt x="5715" y="339090"/>
                  </a:lnTo>
                  <a:lnTo>
                    <a:pt x="10954" y="346234"/>
                  </a:lnTo>
                  <a:lnTo>
                    <a:pt x="16669" y="354330"/>
                  </a:lnTo>
                  <a:lnTo>
                    <a:pt x="20955" y="360521"/>
                  </a:lnTo>
                  <a:lnTo>
                    <a:pt x="27146" y="360521"/>
                  </a:lnTo>
                  <a:lnTo>
                    <a:pt x="34766" y="362426"/>
                  </a:lnTo>
                  <a:lnTo>
                    <a:pt x="36671" y="363855"/>
                  </a:lnTo>
                  <a:lnTo>
                    <a:pt x="37624" y="369094"/>
                  </a:lnTo>
                  <a:lnTo>
                    <a:pt x="40005" y="372428"/>
                  </a:lnTo>
                  <a:lnTo>
                    <a:pt x="44768" y="374809"/>
                  </a:lnTo>
                  <a:lnTo>
                    <a:pt x="47625" y="380047"/>
                  </a:lnTo>
                  <a:lnTo>
                    <a:pt x="49054" y="388144"/>
                  </a:lnTo>
                  <a:lnTo>
                    <a:pt x="51435" y="392906"/>
                  </a:lnTo>
                  <a:lnTo>
                    <a:pt x="51911" y="393383"/>
                  </a:lnTo>
                  <a:lnTo>
                    <a:pt x="54769" y="400050"/>
                  </a:lnTo>
                  <a:lnTo>
                    <a:pt x="55721" y="402431"/>
                  </a:lnTo>
                  <a:lnTo>
                    <a:pt x="55721" y="406718"/>
                  </a:lnTo>
                  <a:lnTo>
                    <a:pt x="55721" y="409099"/>
                  </a:lnTo>
                  <a:lnTo>
                    <a:pt x="57150" y="412909"/>
                  </a:lnTo>
                  <a:lnTo>
                    <a:pt x="54769" y="418624"/>
                  </a:lnTo>
                  <a:lnTo>
                    <a:pt x="54293" y="422434"/>
                  </a:lnTo>
                  <a:lnTo>
                    <a:pt x="53816" y="427196"/>
                  </a:lnTo>
                  <a:lnTo>
                    <a:pt x="55245" y="436245"/>
                  </a:lnTo>
                  <a:lnTo>
                    <a:pt x="57626" y="442913"/>
                  </a:lnTo>
                  <a:lnTo>
                    <a:pt x="60007" y="448628"/>
                  </a:lnTo>
                  <a:lnTo>
                    <a:pt x="62389" y="452914"/>
                  </a:lnTo>
                  <a:lnTo>
                    <a:pt x="66675" y="457676"/>
                  </a:lnTo>
                  <a:lnTo>
                    <a:pt x="70961" y="461963"/>
                  </a:lnTo>
                  <a:lnTo>
                    <a:pt x="75248" y="464820"/>
                  </a:lnTo>
                  <a:lnTo>
                    <a:pt x="71438" y="466249"/>
                  </a:lnTo>
                  <a:lnTo>
                    <a:pt x="63818" y="466725"/>
                  </a:lnTo>
                  <a:lnTo>
                    <a:pt x="59531" y="465772"/>
                  </a:lnTo>
                  <a:lnTo>
                    <a:pt x="57626" y="465772"/>
                  </a:lnTo>
                  <a:lnTo>
                    <a:pt x="55245" y="466249"/>
                  </a:lnTo>
                  <a:lnTo>
                    <a:pt x="47149" y="467201"/>
                  </a:lnTo>
                  <a:lnTo>
                    <a:pt x="39052" y="466725"/>
                  </a:lnTo>
                  <a:lnTo>
                    <a:pt x="31909" y="465772"/>
                  </a:lnTo>
                  <a:lnTo>
                    <a:pt x="27146" y="465772"/>
                  </a:lnTo>
                  <a:lnTo>
                    <a:pt x="23813" y="468630"/>
                  </a:lnTo>
                  <a:lnTo>
                    <a:pt x="20955" y="472440"/>
                  </a:lnTo>
                  <a:lnTo>
                    <a:pt x="18098" y="475297"/>
                  </a:lnTo>
                  <a:lnTo>
                    <a:pt x="19050" y="479108"/>
                  </a:lnTo>
                  <a:lnTo>
                    <a:pt x="20955" y="481013"/>
                  </a:lnTo>
                  <a:lnTo>
                    <a:pt x="24765" y="485299"/>
                  </a:lnTo>
                  <a:lnTo>
                    <a:pt x="28575" y="489109"/>
                  </a:lnTo>
                  <a:lnTo>
                    <a:pt x="30480" y="491966"/>
                  </a:lnTo>
                  <a:lnTo>
                    <a:pt x="37148" y="498158"/>
                  </a:lnTo>
                  <a:lnTo>
                    <a:pt x="43815" y="503396"/>
                  </a:lnTo>
                  <a:lnTo>
                    <a:pt x="45244" y="504349"/>
                  </a:lnTo>
                  <a:lnTo>
                    <a:pt x="47149" y="505301"/>
                  </a:lnTo>
                  <a:lnTo>
                    <a:pt x="48101" y="505778"/>
                  </a:lnTo>
                  <a:lnTo>
                    <a:pt x="51911" y="508635"/>
                  </a:lnTo>
                  <a:lnTo>
                    <a:pt x="57150" y="513874"/>
                  </a:lnTo>
                  <a:lnTo>
                    <a:pt x="61436" y="521970"/>
                  </a:lnTo>
                  <a:lnTo>
                    <a:pt x="64770" y="530066"/>
                  </a:lnTo>
                  <a:lnTo>
                    <a:pt x="68104" y="537686"/>
                  </a:lnTo>
                  <a:lnTo>
                    <a:pt x="69532" y="539115"/>
                  </a:lnTo>
                  <a:lnTo>
                    <a:pt x="71438" y="540068"/>
                  </a:lnTo>
                  <a:lnTo>
                    <a:pt x="71914" y="541496"/>
                  </a:lnTo>
                  <a:lnTo>
                    <a:pt x="71914" y="543878"/>
                  </a:lnTo>
                  <a:lnTo>
                    <a:pt x="70961" y="546259"/>
                  </a:lnTo>
                  <a:lnTo>
                    <a:pt x="69532" y="548640"/>
                  </a:lnTo>
                  <a:lnTo>
                    <a:pt x="72866" y="549116"/>
                  </a:lnTo>
                  <a:lnTo>
                    <a:pt x="76676" y="550069"/>
                  </a:lnTo>
                  <a:lnTo>
                    <a:pt x="81915" y="550545"/>
                  </a:lnTo>
                  <a:lnTo>
                    <a:pt x="85725" y="549593"/>
                  </a:lnTo>
                  <a:lnTo>
                    <a:pt x="88106" y="547211"/>
                  </a:lnTo>
                  <a:lnTo>
                    <a:pt x="93345" y="545306"/>
                  </a:lnTo>
                  <a:lnTo>
                    <a:pt x="100013" y="543401"/>
                  </a:lnTo>
                  <a:lnTo>
                    <a:pt x="100965" y="540544"/>
                  </a:lnTo>
                  <a:lnTo>
                    <a:pt x="102394" y="538639"/>
                  </a:lnTo>
                  <a:lnTo>
                    <a:pt x="104775" y="537686"/>
                  </a:lnTo>
                  <a:lnTo>
                    <a:pt x="105727" y="537210"/>
                  </a:lnTo>
                  <a:lnTo>
                    <a:pt x="105727" y="538163"/>
                  </a:lnTo>
                  <a:lnTo>
                    <a:pt x="107156" y="541496"/>
                  </a:lnTo>
                  <a:lnTo>
                    <a:pt x="109538" y="544354"/>
                  </a:lnTo>
                  <a:lnTo>
                    <a:pt x="113824" y="547688"/>
                  </a:lnTo>
                  <a:lnTo>
                    <a:pt x="114776" y="547688"/>
                  </a:lnTo>
                  <a:lnTo>
                    <a:pt x="117157" y="545306"/>
                  </a:lnTo>
                  <a:lnTo>
                    <a:pt x="123349" y="543401"/>
                  </a:lnTo>
                  <a:lnTo>
                    <a:pt x="125254" y="542925"/>
                  </a:lnTo>
                  <a:lnTo>
                    <a:pt x="129540" y="539115"/>
                  </a:lnTo>
                  <a:lnTo>
                    <a:pt x="134779" y="536734"/>
                  </a:lnTo>
                  <a:lnTo>
                    <a:pt x="135731" y="536258"/>
                  </a:lnTo>
                  <a:lnTo>
                    <a:pt x="137636" y="535781"/>
                  </a:lnTo>
                  <a:lnTo>
                    <a:pt x="142875" y="533400"/>
                  </a:lnTo>
                  <a:lnTo>
                    <a:pt x="146685" y="533400"/>
                  </a:lnTo>
                  <a:lnTo>
                    <a:pt x="152876" y="533400"/>
                  </a:lnTo>
                  <a:lnTo>
                    <a:pt x="163354" y="531971"/>
                  </a:lnTo>
                  <a:lnTo>
                    <a:pt x="170498" y="531495"/>
                  </a:lnTo>
                  <a:lnTo>
                    <a:pt x="174307" y="531019"/>
                  </a:lnTo>
                  <a:lnTo>
                    <a:pt x="175260" y="530543"/>
                  </a:lnTo>
                  <a:lnTo>
                    <a:pt x="176689" y="527209"/>
                  </a:lnTo>
                  <a:lnTo>
                    <a:pt x="177641" y="526256"/>
                  </a:lnTo>
                  <a:lnTo>
                    <a:pt x="180499" y="524351"/>
                  </a:lnTo>
                  <a:lnTo>
                    <a:pt x="185738" y="519113"/>
                  </a:lnTo>
                  <a:lnTo>
                    <a:pt x="189548" y="514350"/>
                  </a:lnTo>
                  <a:lnTo>
                    <a:pt x="190500" y="512921"/>
                  </a:lnTo>
                  <a:lnTo>
                    <a:pt x="190500" y="512921"/>
                  </a:lnTo>
                  <a:lnTo>
                    <a:pt x="191452" y="512445"/>
                  </a:lnTo>
                  <a:lnTo>
                    <a:pt x="192881" y="510540"/>
                  </a:lnTo>
                  <a:lnTo>
                    <a:pt x="191452" y="508635"/>
                  </a:lnTo>
                  <a:lnTo>
                    <a:pt x="185261" y="504349"/>
                  </a:lnTo>
                  <a:lnTo>
                    <a:pt x="185261" y="503872"/>
                  </a:lnTo>
                  <a:lnTo>
                    <a:pt x="184785" y="503396"/>
                  </a:lnTo>
                  <a:lnTo>
                    <a:pt x="185261" y="502444"/>
                  </a:lnTo>
                  <a:lnTo>
                    <a:pt x="187643" y="501015"/>
                  </a:lnTo>
                  <a:lnTo>
                    <a:pt x="190500" y="499110"/>
                  </a:lnTo>
                  <a:lnTo>
                    <a:pt x="193834" y="498158"/>
                  </a:lnTo>
                  <a:lnTo>
                    <a:pt x="202882" y="498634"/>
                  </a:lnTo>
                  <a:lnTo>
                    <a:pt x="210026" y="498158"/>
                  </a:lnTo>
                  <a:lnTo>
                    <a:pt x="211931" y="498158"/>
                  </a:lnTo>
                  <a:lnTo>
                    <a:pt x="217646" y="497205"/>
                  </a:lnTo>
                  <a:lnTo>
                    <a:pt x="221456" y="496253"/>
                  </a:lnTo>
                  <a:lnTo>
                    <a:pt x="225743" y="494347"/>
                  </a:lnTo>
                  <a:lnTo>
                    <a:pt x="234791" y="494824"/>
                  </a:lnTo>
                  <a:lnTo>
                    <a:pt x="242411" y="489585"/>
                  </a:lnTo>
                  <a:lnTo>
                    <a:pt x="244316" y="488633"/>
                  </a:lnTo>
                  <a:lnTo>
                    <a:pt x="245745" y="488156"/>
                  </a:lnTo>
                  <a:lnTo>
                    <a:pt x="245745" y="487204"/>
                  </a:lnTo>
                  <a:lnTo>
                    <a:pt x="249555" y="485299"/>
                  </a:lnTo>
                  <a:lnTo>
                    <a:pt x="253365" y="481013"/>
                  </a:lnTo>
                  <a:lnTo>
                    <a:pt x="256699" y="477203"/>
                  </a:lnTo>
                  <a:lnTo>
                    <a:pt x="257651" y="474821"/>
                  </a:lnTo>
                  <a:lnTo>
                    <a:pt x="266224" y="465772"/>
                  </a:lnTo>
                  <a:lnTo>
                    <a:pt x="269081" y="466249"/>
                  </a:lnTo>
                  <a:lnTo>
                    <a:pt x="270510" y="464820"/>
                  </a:lnTo>
                  <a:lnTo>
                    <a:pt x="273844" y="459105"/>
                  </a:lnTo>
                  <a:lnTo>
                    <a:pt x="275273" y="458153"/>
                  </a:lnTo>
                  <a:lnTo>
                    <a:pt x="276701" y="457676"/>
                  </a:lnTo>
                  <a:lnTo>
                    <a:pt x="278606" y="457200"/>
                  </a:lnTo>
                  <a:lnTo>
                    <a:pt x="280511" y="455295"/>
                  </a:lnTo>
                  <a:lnTo>
                    <a:pt x="281940" y="452438"/>
                  </a:lnTo>
                  <a:lnTo>
                    <a:pt x="281940" y="449580"/>
                  </a:lnTo>
                  <a:lnTo>
                    <a:pt x="280988" y="446722"/>
                  </a:lnTo>
                  <a:lnTo>
                    <a:pt x="280988" y="445770"/>
                  </a:lnTo>
                  <a:lnTo>
                    <a:pt x="281940" y="444341"/>
                  </a:lnTo>
                  <a:lnTo>
                    <a:pt x="283369" y="443389"/>
                  </a:lnTo>
                  <a:lnTo>
                    <a:pt x="290036" y="440055"/>
                  </a:lnTo>
                  <a:lnTo>
                    <a:pt x="291465" y="438626"/>
                  </a:lnTo>
                  <a:lnTo>
                    <a:pt x="292418" y="437197"/>
                  </a:lnTo>
                  <a:lnTo>
                    <a:pt x="294323" y="436721"/>
                  </a:lnTo>
                  <a:lnTo>
                    <a:pt x="296227" y="437197"/>
                  </a:lnTo>
                  <a:lnTo>
                    <a:pt x="297656" y="436245"/>
                  </a:lnTo>
                  <a:lnTo>
                    <a:pt x="299085" y="434816"/>
                  </a:lnTo>
                  <a:lnTo>
                    <a:pt x="303848" y="432911"/>
                  </a:lnTo>
                  <a:lnTo>
                    <a:pt x="308134" y="431483"/>
                  </a:lnTo>
                  <a:lnTo>
                    <a:pt x="312420" y="431959"/>
                  </a:lnTo>
                  <a:lnTo>
                    <a:pt x="315754" y="432911"/>
                  </a:lnTo>
                  <a:lnTo>
                    <a:pt x="319088" y="433388"/>
                  </a:lnTo>
                  <a:lnTo>
                    <a:pt x="320516" y="433864"/>
                  </a:lnTo>
                  <a:lnTo>
                    <a:pt x="321469" y="430054"/>
                  </a:lnTo>
                  <a:lnTo>
                    <a:pt x="322898" y="424815"/>
                  </a:lnTo>
                  <a:lnTo>
                    <a:pt x="323374" y="421958"/>
                  </a:lnTo>
                  <a:lnTo>
                    <a:pt x="322421" y="419576"/>
                  </a:lnTo>
                  <a:lnTo>
                    <a:pt x="320040" y="417195"/>
                  </a:lnTo>
                  <a:lnTo>
                    <a:pt x="317659" y="417195"/>
                  </a:lnTo>
                  <a:lnTo>
                    <a:pt x="316706" y="416243"/>
                  </a:lnTo>
                  <a:lnTo>
                    <a:pt x="314801" y="414814"/>
                  </a:lnTo>
                  <a:lnTo>
                    <a:pt x="312896" y="413385"/>
                  </a:lnTo>
                  <a:lnTo>
                    <a:pt x="310991" y="411480"/>
                  </a:lnTo>
                  <a:lnTo>
                    <a:pt x="310039" y="408146"/>
                  </a:lnTo>
                  <a:lnTo>
                    <a:pt x="310991" y="397669"/>
                  </a:lnTo>
                  <a:lnTo>
                    <a:pt x="310515" y="396240"/>
                  </a:lnTo>
                  <a:lnTo>
                    <a:pt x="307657" y="395764"/>
                  </a:lnTo>
                  <a:lnTo>
                    <a:pt x="307181" y="394811"/>
                  </a:lnTo>
                  <a:lnTo>
                    <a:pt x="307181" y="392906"/>
                  </a:lnTo>
                  <a:lnTo>
                    <a:pt x="305752" y="386715"/>
                  </a:lnTo>
                  <a:lnTo>
                    <a:pt x="304324" y="381476"/>
                  </a:lnTo>
                  <a:lnTo>
                    <a:pt x="305276" y="378619"/>
                  </a:lnTo>
                  <a:lnTo>
                    <a:pt x="302895" y="374809"/>
                  </a:lnTo>
                  <a:lnTo>
                    <a:pt x="299085" y="372904"/>
                  </a:lnTo>
                  <a:lnTo>
                    <a:pt x="295275" y="373380"/>
                  </a:lnTo>
                  <a:lnTo>
                    <a:pt x="290989" y="374333"/>
                  </a:lnTo>
                  <a:lnTo>
                    <a:pt x="288607" y="373856"/>
                  </a:lnTo>
                  <a:lnTo>
                    <a:pt x="287179" y="373380"/>
                  </a:lnTo>
                  <a:lnTo>
                    <a:pt x="285750" y="371951"/>
                  </a:lnTo>
                  <a:lnTo>
                    <a:pt x="285274" y="370046"/>
                  </a:lnTo>
                  <a:lnTo>
                    <a:pt x="285750" y="367665"/>
                  </a:lnTo>
                  <a:lnTo>
                    <a:pt x="288131" y="362903"/>
                  </a:lnTo>
                  <a:lnTo>
                    <a:pt x="290989" y="359093"/>
                  </a:lnTo>
                  <a:lnTo>
                    <a:pt x="296704" y="355759"/>
                  </a:lnTo>
                  <a:lnTo>
                    <a:pt x="298132" y="353854"/>
                  </a:lnTo>
                  <a:lnTo>
                    <a:pt x="299085" y="351949"/>
                  </a:lnTo>
                  <a:lnTo>
                    <a:pt x="299085" y="349568"/>
                  </a:lnTo>
                  <a:lnTo>
                    <a:pt x="298609" y="346710"/>
                  </a:lnTo>
                  <a:lnTo>
                    <a:pt x="298132" y="344805"/>
                  </a:lnTo>
                  <a:lnTo>
                    <a:pt x="296227" y="341471"/>
                  </a:lnTo>
                  <a:lnTo>
                    <a:pt x="294799" y="338138"/>
                  </a:lnTo>
                  <a:lnTo>
                    <a:pt x="294799" y="335756"/>
                  </a:lnTo>
                  <a:lnTo>
                    <a:pt x="295275" y="333851"/>
                  </a:lnTo>
                  <a:lnTo>
                    <a:pt x="297180" y="331946"/>
                  </a:lnTo>
                  <a:lnTo>
                    <a:pt x="300038" y="329565"/>
                  </a:lnTo>
                  <a:lnTo>
                    <a:pt x="300990" y="329089"/>
                  </a:lnTo>
                  <a:lnTo>
                    <a:pt x="302895" y="327660"/>
                  </a:lnTo>
                  <a:lnTo>
                    <a:pt x="304324" y="327184"/>
                  </a:lnTo>
                  <a:lnTo>
                    <a:pt x="308610" y="324326"/>
                  </a:lnTo>
                  <a:lnTo>
                    <a:pt x="309563" y="323374"/>
                  </a:lnTo>
                  <a:lnTo>
                    <a:pt x="309086" y="321945"/>
                  </a:lnTo>
                  <a:lnTo>
                    <a:pt x="308134" y="320516"/>
                  </a:lnTo>
                  <a:lnTo>
                    <a:pt x="306229" y="319088"/>
                  </a:lnTo>
                  <a:lnTo>
                    <a:pt x="306229" y="317183"/>
                  </a:lnTo>
                  <a:lnTo>
                    <a:pt x="305752" y="313849"/>
                  </a:lnTo>
                  <a:lnTo>
                    <a:pt x="304800" y="311468"/>
                  </a:lnTo>
                  <a:lnTo>
                    <a:pt x="304324" y="310039"/>
                  </a:lnTo>
                  <a:lnTo>
                    <a:pt x="305276" y="308610"/>
                  </a:lnTo>
                  <a:lnTo>
                    <a:pt x="307181" y="307181"/>
                  </a:lnTo>
                  <a:lnTo>
                    <a:pt x="309086" y="306229"/>
                  </a:lnTo>
                  <a:lnTo>
                    <a:pt x="312420" y="305276"/>
                  </a:lnTo>
                  <a:lnTo>
                    <a:pt x="313849" y="304324"/>
                  </a:lnTo>
                  <a:lnTo>
                    <a:pt x="314325" y="301943"/>
                  </a:lnTo>
                  <a:lnTo>
                    <a:pt x="314325" y="299561"/>
                  </a:lnTo>
                  <a:lnTo>
                    <a:pt x="315277" y="298133"/>
                  </a:lnTo>
                  <a:lnTo>
                    <a:pt x="317182" y="294799"/>
                  </a:lnTo>
                  <a:lnTo>
                    <a:pt x="318611" y="292894"/>
                  </a:lnTo>
                  <a:lnTo>
                    <a:pt x="320516" y="291465"/>
                  </a:lnTo>
                  <a:lnTo>
                    <a:pt x="322898" y="289084"/>
                  </a:lnTo>
                  <a:lnTo>
                    <a:pt x="323850" y="286226"/>
                  </a:lnTo>
                  <a:lnTo>
                    <a:pt x="324326" y="283845"/>
                  </a:lnTo>
                  <a:lnTo>
                    <a:pt x="322898" y="276225"/>
                  </a:lnTo>
                  <a:lnTo>
                    <a:pt x="325279" y="272891"/>
                  </a:lnTo>
                  <a:lnTo>
                    <a:pt x="328613" y="270510"/>
                  </a:lnTo>
                  <a:lnTo>
                    <a:pt x="333375" y="270510"/>
                  </a:lnTo>
                  <a:lnTo>
                    <a:pt x="340519" y="270034"/>
                  </a:lnTo>
                  <a:lnTo>
                    <a:pt x="345757" y="269081"/>
                  </a:lnTo>
                  <a:lnTo>
                    <a:pt x="349091" y="269081"/>
                  </a:lnTo>
                  <a:lnTo>
                    <a:pt x="357188" y="270510"/>
                  </a:lnTo>
                  <a:lnTo>
                    <a:pt x="358140" y="270034"/>
                  </a:lnTo>
                  <a:lnTo>
                    <a:pt x="358140" y="269558"/>
                  </a:lnTo>
                  <a:lnTo>
                    <a:pt x="358616" y="267653"/>
                  </a:lnTo>
                  <a:close/>
                </a:path>
              </a:pathLst>
            </a:custGeom>
            <a:grpFill/>
            <a:ln w="317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BE7D456-E5F6-4B51-9573-75B99E0DA15A}"/>
                </a:ext>
              </a:extLst>
            </p:cNvPr>
            <p:cNvSpPr/>
            <p:nvPr/>
          </p:nvSpPr>
          <p:spPr>
            <a:xfrm>
              <a:off x="6767036" y="5182552"/>
              <a:ext cx="45243" cy="56673"/>
            </a:xfrm>
            <a:custGeom>
              <a:avLst/>
              <a:gdLst>
                <a:gd name="connsiteX0" fmla="*/ 44768 w 45243"/>
                <a:gd name="connsiteY0" fmla="*/ 28099 h 56673"/>
                <a:gd name="connsiteX1" fmla="*/ 43815 w 45243"/>
                <a:gd name="connsiteY1" fmla="*/ 25241 h 56673"/>
                <a:gd name="connsiteX2" fmla="*/ 42863 w 45243"/>
                <a:gd name="connsiteY2" fmla="*/ 21907 h 56673"/>
                <a:gd name="connsiteX3" fmla="*/ 42863 w 45243"/>
                <a:gd name="connsiteY3" fmla="*/ 19526 h 56673"/>
                <a:gd name="connsiteX4" fmla="*/ 43339 w 45243"/>
                <a:gd name="connsiteY4" fmla="*/ 17145 h 56673"/>
                <a:gd name="connsiteX5" fmla="*/ 43815 w 45243"/>
                <a:gd name="connsiteY5" fmla="*/ 13335 h 56673"/>
                <a:gd name="connsiteX6" fmla="*/ 43339 w 45243"/>
                <a:gd name="connsiteY6" fmla="*/ 10001 h 56673"/>
                <a:gd name="connsiteX7" fmla="*/ 40005 w 45243"/>
                <a:gd name="connsiteY7" fmla="*/ 8096 h 56673"/>
                <a:gd name="connsiteX8" fmla="*/ 39528 w 45243"/>
                <a:gd name="connsiteY8" fmla="*/ 7620 h 56673"/>
                <a:gd name="connsiteX9" fmla="*/ 38576 w 45243"/>
                <a:gd name="connsiteY9" fmla="*/ 8096 h 56673"/>
                <a:gd name="connsiteX10" fmla="*/ 36671 w 45243"/>
                <a:gd name="connsiteY10" fmla="*/ 8572 h 56673"/>
                <a:gd name="connsiteX11" fmla="*/ 29051 w 45243"/>
                <a:gd name="connsiteY11" fmla="*/ 4286 h 56673"/>
                <a:gd name="connsiteX12" fmla="*/ 21431 w 45243"/>
                <a:gd name="connsiteY12" fmla="*/ 0 h 56673"/>
                <a:gd name="connsiteX13" fmla="*/ 20478 w 45243"/>
                <a:gd name="connsiteY13" fmla="*/ 0 h 56673"/>
                <a:gd name="connsiteX14" fmla="*/ 18574 w 45243"/>
                <a:gd name="connsiteY14" fmla="*/ 476 h 56673"/>
                <a:gd name="connsiteX15" fmla="*/ 14288 w 45243"/>
                <a:gd name="connsiteY15" fmla="*/ 3334 h 56673"/>
                <a:gd name="connsiteX16" fmla="*/ 10001 w 45243"/>
                <a:gd name="connsiteY16" fmla="*/ 8572 h 56673"/>
                <a:gd name="connsiteX17" fmla="*/ 8572 w 45243"/>
                <a:gd name="connsiteY17" fmla="*/ 12859 h 56673"/>
                <a:gd name="connsiteX18" fmla="*/ 5239 w 45243"/>
                <a:gd name="connsiteY18" fmla="*/ 17145 h 56673"/>
                <a:gd name="connsiteX19" fmla="*/ 476 w 45243"/>
                <a:gd name="connsiteY19" fmla="*/ 24289 h 56673"/>
                <a:gd name="connsiteX20" fmla="*/ 0 w 45243"/>
                <a:gd name="connsiteY20" fmla="*/ 25717 h 56673"/>
                <a:gd name="connsiteX21" fmla="*/ 0 w 45243"/>
                <a:gd name="connsiteY21" fmla="*/ 31432 h 56673"/>
                <a:gd name="connsiteX22" fmla="*/ 476 w 45243"/>
                <a:gd name="connsiteY22" fmla="*/ 36671 h 56673"/>
                <a:gd name="connsiteX23" fmla="*/ 476 w 45243"/>
                <a:gd name="connsiteY23" fmla="*/ 37624 h 56673"/>
                <a:gd name="connsiteX24" fmla="*/ 3334 w 45243"/>
                <a:gd name="connsiteY24" fmla="*/ 37624 h 56673"/>
                <a:gd name="connsiteX25" fmla="*/ 5239 w 45243"/>
                <a:gd name="connsiteY25" fmla="*/ 42386 h 56673"/>
                <a:gd name="connsiteX26" fmla="*/ 9525 w 45243"/>
                <a:gd name="connsiteY26" fmla="*/ 49530 h 56673"/>
                <a:gd name="connsiteX27" fmla="*/ 16669 w 45243"/>
                <a:gd name="connsiteY27" fmla="*/ 53816 h 56673"/>
                <a:gd name="connsiteX28" fmla="*/ 23336 w 45243"/>
                <a:gd name="connsiteY28" fmla="*/ 55721 h 56673"/>
                <a:gd name="connsiteX29" fmla="*/ 32385 w 45243"/>
                <a:gd name="connsiteY29" fmla="*/ 56674 h 56673"/>
                <a:gd name="connsiteX30" fmla="*/ 40005 w 45243"/>
                <a:gd name="connsiteY30" fmla="*/ 56197 h 56673"/>
                <a:gd name="connsiteX31" fmla="*/ 39528 w 45243"/>
                <a:gd name="connsiteY31" fmla="*/ 51435 h 56673"/>
                <a:gd name="connsiteX32" fmla="*/ 40005 w 45243"/>
                <a:gd name="connsiteY32" fmla="*/ 43815 h 56673"/>
                <a:gd name="connsiteX33" fmla="*/ 40957 w 45243"/>
                <a:gd name="connsiteY33" fmla="*/ 38576 h 56673"/>
                <a:gd name="connsiteX34" fmla="*/ 41910 w 45243"/>
                <a:gd name="connsiteY34" fmla="*/ 38576 h 56673"/>
                <a:gd name="connsiteX35" fmla="*/ 43815 w 45243"/>
                <a:gd name="connsiteY35" fmla="*/ 39053 h 56673"/>
                <a:gd name="connsiteX36" fmla="*/ 45244 w 45243"/>
                <a:gd name="connsiteY36" fmla="*/ 39529 h 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5243" h="56673">
                  <a:moveTo>
                    <a:pt x="44768" y="28099"/>
                  </a:moveTo>
                  <a:lnTo>
                    <a:pt x="43815" y="25241"/>
                  </a:lnTo>
                  <a:lnTo>
                    <a:pt x="42863" y="21907"/>
                  </a:lnTo>
                  <a:lnTo>
                    <a:pt x="42863" y="19526"/>
                  </a:lnTo>
                  <a:lnTo>
                    <a:pt x="43339" y="17145"/>
                  </a:lnTo>
                  <a:lnTo>
                    <a:pt x="43815" y="13335"/>
                  </a:lnTo>
                  <a:lnTo>
                    <a:pt x="43339" y="10001"/>
                  </a:lnTo>
                  <a:lnTo>
                    <a:pt x="40005" y="8096"/>
                  </a:lnTo>
                  <a:lnTo>
                    <a:pt x="39528" y="7620"/>
                  </a:lnTo>
                  <a:lnTo>
                    <a:pt x="38576" y="8096"/>
                  </a:lnTo>
                  <a:lnTo>
                    <a:pt x="36671" y="8572"/>
                  </a:lnTo>
                  <a:lnTo>
                    <a:pt x="29051" y="4286"/>
                  </a:lnTo>
                  <a:lnTo>
                    <a:pt x="21431" y="0"/>
                  </a:lnTo>
                  <a:lnTo>
                    <a:pt x="20478" y="0"/>
                  </a:lnTo>
                  <a:lnTo>
                    <a:pt x="18574" y="476"/>
                  </a:lnTo>
                  <a:lnTo>
                    <a:pt x="14288" y="3334"/>
                  </a:lnTo>
                  <a:lnTo>
                    <a:pt x="10001" y="8572"/>
                  </a:lnTo>
                  <a:lnTo>
                    <a:pt x="8572" y="12859"/>
                  </a:lnTo>
                  <a:lnTo>
                    <a:pt x="5239" y="17145"/>
                  </a:lnTo>
                  <a:lnTo>
                    <a:pt x="476" y="24289"/>
                  </a:lnTo>
                  <a:lnTo>
                    <a:pt x="0" y="25717"/>
                  </a:lnTo>
                  <a:lnTo>
                    <a:pt x="0" y="31432"/>
                  </a:lnTo>
                  <a:lnTo>
                    <a:pt x="476" y="36671"/>
                  </a:lnTo>
                  <a:lnTo>
                    <a:pt x="476" y="37624"/>
                  </a:lnTo>
                  <a:lnTo>
                    <a:pt x="3334" y="37624"/>
                  </a:lnTo>
                  <a:lnTo>
                    <a:pt x="5239" y="42386"/>
                  </a:lnTo>
                  <a:lnTo>
                    <a:pt x="9525" y="49530"/>
                  </a:lnTo>
                  <a:lnTo>
                    <a:pt x="16669" y="53816"/>
                  </a:lnTo>
                  <a:lnTo>
                    <a:pt x="23336" y="55721"/>
                  </a:lnTo>
                  <a:lnTo>
                    <a:pt x="32385" y="56674"/>
                  </a:lnTo>
                  <a:lnTo>
                    <a:pt x="40005" y="56197"/>
                  </a:lnTo>
                  <a:lnTo>
                    <a:pt x="39528" y="51435"/>
                  </a:lnTo>
                  <a:lnTo>
                    <a:pt x="40005" y="43815"/>
                  </a:lnTo>
                  <a:lnTo>
                    <a:pt x="40957" y="38576"/>
                  </a:lnTo>
                  <a:lnTo>
                    <a:pt x="41910" y="38576"/>
                  </a:lnTo>
                  <a:lnTo>
                    <a:pt x="43815" y="39053"/>
                  </a:lnTo>
                  <a:lnTo>
                    <a:pt x="45244" y="39529"/>
                  </a:lnTo>
                  <a:close/>
                </a:path>
              </a:pathLst>
            </a:custGeom>
            <a:grpFill/>
            <a:ln w="317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AB6768E0-2692-49FC-8AA5-5A2F712D7DCD}"/>
                </a:ext>
              </a:extLst>
            </p:cNvPr>
            <p:cNvSpPr/>
            <p:nvPr/>
          </p:nvSpPr>
          <p:spPr>
            <a:xfrm>
              <a:off x="6936581" y="2984658"/>
              <a:ext cx="224313" cy="190023"/>
            </a:xfrm>
            <a:custGeom>
              <a:avLst/>
              <a:gdLst>
                <a:gd name="connsiteX0" fmla="*/ 224314 w 224313"/>
                <a:gd name="connsiteY0" fmla="*/ 7620 h 190023"/>
                <a:gd name="connsiteX1" fmla="*/ 222409 w 224313"/>
                <a:gd name="connsiteY1" fmla="*/ 2857 h 190023"/>
                <a:gd name="connsiteX2" fmla="*/ 220980 w 224313"/>
                <a:gd name="connsiteY2" fmla="*/ 953 h 190023"/>
                <a:gd name="connsiteX3" fmla="*/ 220504 w 224313"/>
                <a:gd name="connsiteY3" fmla="*/ 953 h 190023"/>
                <a:gd name="connsiteX4" fmla="*/ 218599 w 224313"/>
                <a:gd name="connsiteY4" fmla="*/ 0 h 190023"/>
                <a:gd name="connsiteX5" fmla="*/ 217646 w 224313"/>
                <a:gd name="connsiteY5" fmla="*/ 476 h 190023"/>
                <a:gd name="connsiteX6" fmla="*/ 213836 w 224313"/>
                <a:gd name="connsiteY6" fmla="*/ 3810 h 190023"/>
                <a:gd name="connsiteX7" fmla="*/ 208121 w 224313"/>
                <a:gd name="connsiteY7" fmla="*/ 5715 h 190023"/>
                <a:gd name="connsiteX8" fmla="*/ 203359 w 224313"/>
                <a:gd name="connsiteY8" fmla="*/ 6667 h 190023"/>
                <a:gd name="connsiteX9" fmla="*/ 195263 w 224313"/>
                <a:gd name="connsiteY9" fmla="*/ 8096 h 190023"/>
                <a:gd name="connsiteX10" fmla="*/ 189548 w 224313"/>
                <a:gd name="connsiteY10" fmla="*/ 9049 h 190023"/>
                <a:gd name="connsiteX11" fmla="*/ 186690 w 224313"/>
                <a:gd name="connsiteY11" fmla="*/ 9049 h 190023"/>
                <a:gd name="connsiteX12" fmla="*/ 181451 w 224313"/>
                <a:gd name="connsiteY12" fmla="*/ 8572 h 190023"/>
                <a:gd name="connsiteX13" fmla="*/ 176689 w 224313"/>
                <a:gd name="connsiteY13" fmla="*/ 7620 h 190023"/>
                <a:gd name="connsiteX14" fmla="*/ 171450 w 224313"/>
                <a:gd name="connsiteY14" fmla="*/ 7620 h 190023"/>
                <a:gd name="connsiteX15" fmla="*/ 168116 w 224313"/>
                <a:gd name="connsiteY15" fmla="*/ 8096 h 190023"/>
                <a:gd name="connsiteX16" fmla="*/ 159068 w 224313"/>
                <a:gd name="connsiteY16" fmla="*/ 11430 h 190023"/>
                <a:gd name="connsiteX17" fmla="*/ 144304 w 224313"/>
                <a:gd name="connsiteY17" fmla="*/ 18574 h 190023"/>
                <a:gd name="connsiteX18" fmla="*/ 133350 w 224313"/>
                <a:gd name="connsiteY18" fmla="*/ 21907 h 190023"/>
                <a:gd name="connsiteX19" fmla="*/ 127159 w 224313"/>
                <a:gd name="connsiteY19" fmla="*/ 23336 h 190023"/>
                <a:gd name="connsiteX20" fmla="*/ 121920 w 224313"/>
                <a:gd name="connsiteY20" fmla="*/ 24289 h 190023"/>
                <a:gd name="connsiteX21" fmla="*/ 113348 w 224313"/>
                <a:gd name="connsiteY21" fmla="*/ 24289 h 190023"/>
                <a:gd name="connsiteX22" fmla="*/ 106680 w 224313"/>
                <a:gd name="connsiteY22" fmla="*/ 23336 h 190023"/>
                <a:gd name="connsiteX23" fmla="*/ 101918 w 224313"/>
                <a:gd name="connsiteY23" fmla="*/ 23813 h 190023"/>
                <a:gd name="connsiteX24" fmla="*/ 99060 w 224313"/>
                <a:gd name="connsiteY24" fmla="*/ 22860 h 190023"/>
                <a:gd name="connsiteX25" fmla="*/ 95726 w 224313"/>
                <a:gd name="connsiteY25" fmla="*/ 20003 h 190023"/>
                <a:gd name="connsiteX26" fmla="*/ 90964 w 224313"/>
                <a:gd name="connsiteY26" fmla="*/ 17145 h 190023"/>
                <a:gd name="connsiteX27" fmla="*/ 89059 w 224313"/>
                <a:gd name="connsiteY27" fmla="*/ 16669 h 190023"/>
                <a:gd name="connsiteX28" fmla="*/ 86201 w 224313"/>
                <a:gd name="connsiteY28" fmla="*/ 15716 h 190023"/>
                <a:gd name="connsiteX29" fmla="*/ 82391 w 224313"/>
                <a:gd name="connsiteY29" fmla="*/ 15716 h 190023"/>
                <a:gd name="connsiteX30" fmla="*/ 72866 w 224313"/>
                <a:gd name="connsiteY30" fmla="*/ 19526 h 190023"/>
                <a:gd name="connsiteX31" fmla="*/ 69532 w 224313"/>
                <a:gd name="connsiteY31" fmla="*/ 20955 h 190023"/>
                <a:gd name="connsiteX32" fmla="*/ 66199 w 224313"/>
                <a:gd name="connsiteY32" fmla="*/ 21907 h 190023"/>
                <a:gd name="connsiteX33" fmla="*/ 59531 w 224313"/>
                <a:gd name="connsiteY33" fmla="*/ 24289 h 190023"/>
                <a:gd name="connsiteX34" fmla="*/ 56674 w 224313"/>
                <a:gd name="connsiteY34" fmla="*/ 25717 h 190023"/>
                <a:gd name="connsiteX35" fmla="*/ 52864 w 224313"/>
                <a:gd name="connsiteY35" fmla="*/ 25241 h 190023"/>
                <a:gd name="connsiteX36" fmla="*/ 48101 w 224313"/>
                <a:gd name="connsiteY36" fmla="*/ 25241 h 190023"/>
                <a:gd name="connsiteX37" fmla="*/ 44291 w 224313"/>
                <a:gd name="connsiteY37" fmla="*/ 25241 h 190023"/>
                <a:gd name="connsiteX38" fmla="*/ 41434 w 224313"/>
                <a:gd name="connsiteY38" fmla="*/ 23336 h 190023"/>
                <a:gd name="connsiteX39" fmla="*/ 40005 w 224313"/>
                <a:gd name="connsiteY39" fmla="*/ 20955 h 190023"/>
                <a:gd name="connsiteX40" fmla="*/ 34290 w 224313"/>
                <a:gd name="connsiteY40" fmla="*/ 20003 h 190023"/>
                <a:gd name="connsiteX41" fmla="*/ 30004 w 224313"/>
                <a:gd name="connsiteY41" fmla="*/ 19526 h 190023"/>
                <a:gd name="connsiteX42" fmla="*/ 29051 w 224313"/>
                <a:gd name="connsiteY42" fmla="*/ 20479 h 190023"/>
                <a:gd name="connsiteX43" fmla="*/ 28099 w 224313"/>
                <a:gd name="connsiteY43" fmla="*/ 23336 h 190023"/>
                <a:gd name="connsiteX44" fmla="*/ 26194 w 224313"/>
                <a:gd name="connsiteY44" fmla="*/ 30956 h 190023"/>
                <a:gd name="connsiteX45" fmla="*/ 26194 w 224313"/>
                <a:gd name="connsiteY45" fmla="*/ 32861 h 190023"/>
                <a:gd name="connsiteX46" fmla="*/ 29527 w 224313"/>
                <a:gd name="connsiteY46" fmla="*/ 40005 h 190023"/>
                <a:gd name="connsiteX47" fmla="*/ 29527 w 224313"/>
                <a:gd name="connsiteY47" fmla="*/ 41434 h 190023"/>
                <a:gd name="connsiteX48" fmla="*/ 27146 w 224313"/>
                <a:gd name="connsiteY48" fmla="*/ 41910 h 190023"/>
                <a:gd name="connsiteX49" fmla="*/ 23813 w 224313"/>
                <a:gd name="connsiteY49" fmla="*/ 41910 h 190023"/>
                <a:gd name="connsiteX50" fmla="*/ 21907 w 224313"/>
                <a:gd name="connsiteY50" fmla="*/ 42386 h 190023"/>
                <a:gd name="connsiteX51" fmla="*/ 20479 w 224313"/>
                <a:gd name="connsiteY51" fmla="*/ 43815 h 190023"/>
                <a:gd name="connsiteX52" fmla="*/ 19526 w 224313"/>
                <a:gd name="connsiteY52" fmla="*/ 50006 h 190023"/>
                <a:gd name="connsiteX53" fmla="*/ 16193 w 224313"/>
                <a:gd name="connsiteY53" fmla="*/ 51435 h 190023"/>
                <a:gd name="connsiteX54" fmla="*/ 14764 w 224313"/>
                <a:gd name="connsiteY54" fmla="*/ 52864 h 190023"/>
                <a:gd name="connsiteX55" fmla="*/ 12859 w 224313"/>
                <a:gd name="connsiteY55" fmla="*/ 56674 h 190023"/>
                <a:gd name="connsiteX56" fmla="*/ 11906 w 224313"/>
                <a:gd name="connsiteY56" fmla="*/ 56674 h 190023"/>
                <a:gd name="connsiteX57" fmla="*/ 6668 w 224313"/>
                <a:gd name="connsiteY57" fmla="*/ 53816 h 190023"/>
                <a:gd name="connsiteX58" fmla="*/ 4286 w 224313"/>
                <a:gd name="connsiteY58" fmla="*/ 53340 h 190023"/>
                <a:gd name="connsiteX59" fmla="*/ 2381 w 224313"/>
                <a:gd name="connsiteY59" fmla="*/ 56197 h 190023"/>
                <a:gd name="connsiteX60" fmla="*/ 0 w 224313"/>
                <a:gd name="connsiteY60" fmla="*/ 66675 h 190023"/>
                <a:gd name="connsiteX61" fmla="*/ 4286 w 224313"/>
                <a:gd name="connsiteY61" fmla="*/ 72390 h 190023"/>
                <a:gd name="connsiteX62" fmla="*/ 4763 w 224313"/>
                <a:gd name="connsiteY62" fmla="*/ 75247 h 190023"/>
                <a:gd name="connsiteX63" fmla="*/ 5239 w 224313"/>
                <a:gd name="connsiteY63" fmla="*/ 77153 h 190023"/>
                <a:gd name="connsiteX64" fmla="*/ 5715 w 224313"/>
                <a:gd name="connsiteY64" fmla="*/ 80010 h 190023"/>
                <a:gd name="connsiteX65" fmla="*/ 4286 w 224313"/>
                <a:gd name="connsiteY65" fmla="*/ 86201 h 190023"/>
                <a:gd name="connsiteX66" fmla="*/ 3810 w 224313"/>
                <a:gd name="connsiteY66" fmla="*/ 90488 h 190023"/>
                <a:gd name="connsiteX67" fmla="*/ 4286 w 224313"/>
                <a:gd name="connsiteY67" fmla="*/ 94297 h 190023"/>
                <a:gd name="connsiteX68" fmla="*/ 7144 w 224313"/>
                <a:gd name="connsiteY68" fmla="*/ 102870 h 190023"/>
                <a:gd name="connsiteX69" fmla="*/ 12859 w 224313"/>
                <a:gd name="connsiteY69" fmla="*/ 102870 h 190023"/>
                <a:gd name="connsiteX70" fmla="*/ 16669 w 224313"/>
                <a:gd name="connsiteY70" fmla="*/ 102394 h 190023"/>
                <a:gd name="connsiteX71" fmla="*/ 18098 w 224313"/>
                <a:gd name="connsiteY71" fmla="*/ 100965 h 190023"/>
                <a:gd name="connsiteX72" fmla="*/ 20955 w 224313"/>
                <a:gd name="connsiteY72" fmla="*/ 101441 h 190023"/>
                <a:gd name="connsiteX73" fmla="*/ 22384 w 224313"/>
                <a:gd name="connsiteY73" fmla="*/ 103346 h 190023"/>
                <a:gd name="connsiteX74" fmla="*/ 20955 w 224313"/>
                <a:gd name="connsiteY74" fmla="*/ 105251 h 190023"/>
                <a:gd name="connsiteX75" fmla="*/ 19050 w 224313"/>
                <a:gd name="connsiteY75" fmla="*/ 107156 h 190023"/>
                <a:gd name="connsiteX76" fmla="*/ 19050 w 224313"/>
                <a:gd name="connsiteY76" fmla="*/ 107632 h 190023"/>
                <a:gd name="connsiteX77" fmla="*/ 20479 w 224313"/>
                <a:gd name="connsiteY77" fmla="*/ 107632 h 190023"/>
                <a:gd name="connsiteX78" fmla="*/ 23336 w 224313"/>
                <a:gd name="connsiteY78" fmla="*/ 109061 h 190023"/>
                <a:gd name="connsiteX79" fmla="*/ 24765 w 224313"/>
                <a:gd name="connsiteY79" fmla="*/ 110014 h 190023"/>
                <a:gd name="connsiteX80" fmla="*/ 27623 w 224313"/>
                <a:gd name="connsiteY80" fmla="*/ 118110 h 190023"/>
                <a:gd name="connsiteX81" fmla="*/ 26194 w 224313"/>
                <a:gd name="connsiteY81" fmla="*/ 121444 h 190023"/>
                <a:gd name="connsiteX82" fmla="*/ 23336 w 224313"/>
                <a:gd name="connsiteY82" fmla="*/ 124301 h 190023"/>
                <a:gd name="connsiteX83" fmla="*/ 22384 w 224313"/>
                <a:gd name="connsiteY83" fmla="*/ 124778 h 190023"/>
                <a:gd name="connsiteX84" fmla="*/ 20002 w 224313"/>
                <a:gd name="connsiteY84" fmla="*/ 126206 h 190023"/>
                <a:gd name="connsiteX85" fmla="*/ 18098 w 224313"/>
                <a:gd name="connsiteY85" fmla="*/ 128111 h 190023"/>
                <a:gd name="connsiteX86" fmla="*/ 17145 w 224313"/>
                <a:gd name="connsiteY86" fmla="*/ 129540 h 190023"/>
                <a:gd name="connsiteX87" fmla="*/ 17621 w 224313"/>
                <a:gd name="connsiteY87" fmla="*/ 130492 h 190023"/>
                <a:gd name="connsiteX88" fmla="*/ 20002 w 224313"/>
                <a:gd name="connsiteY88" fmla="*/ 131921 h 190023"/>
                <a:gd name="connsiteX89" fmla="*/ 20002 w 224313"/>
                <a:gd name="connsiteY89" fmla="*/ 132874 h 190023"/>
                <a:gd name="connsiteX90" fmla="*/ 19526 w 224313"/>
                <a:gd name="connsiteY90" fmla="*/ 133350 h 190023"/>
                <a:gd name="connsiteX91" fmla="*/ 17621 w 224313"/>
                <a:gd name="connsiteY91" fmla="*/ 132874 h 190023"/>
                <a:gd name="connsiteX92" fmla="*/ 14764 w 224313"/>
                <a:gd name="connsiteY92" fmla="*/ 132874 h 190023"/>
                <a:gd name="connsiteX93" fmla="*/ 12859 w 224313"/>
                <a:gd name="connsiteY93" fmla="*/ 132874 h 190023"/>
                <a:gd name="connsiteX94" fmla="*/ 10954 w 224313"/>
                <a:gd name="connsiteY94" fmla="*/ 132874 h 190023"/>
                <a:gd name="connsiteX95" fmla="*/ 8573 w 224313"/>
                <a:gd name="connsiteY95" fmla="*/ 134779 h 190023"/>
                <a:gd name="connsiteX96" fmla="*/ 7144 w 224313"/>
                <a:gd name="connsiteY96" fmla="*/ 135731 h 190023"/>
                <a:gd name="connsiteX97" fmla="*/ 6668 w 224313"/>
                <a:gd name="connsiteY97" fmla="*/ 136684 h 190023"/>
                <a:gd name="connsiteX98" fmla="*/ 5715 w 224313"/>
                <a:gd name="connsiteY98" fmla="*/ 139065 h 190023"/>
                <a:gd name="connsiteX99" fmla="*/ 6668 w 224313"/>
                <a:gd name="connsiteY99" fmla="*/ 140970 h 190023"/>
                <a:gd name="connsiteX100" fmla="*/ 8573 w 224313"/>
                <a:gd name="connsiteY100" fmla="*/ 141922 h 190023"/>
                <a:gd name="connsiteX101" fmla="*/ 9049 w 224313"/>
                <a:gd name="connsiteY101" fmla="*/ 142399 h 190023"/>
                <a:gd name="connsiteX102" fmla="*/ 8573 w 224313"/>
                <a:gd name="connsiteY102" fmla="*/ 142875 h 190023"/>
                <a:gd name="connsiteX103" fmla="*/ 6668 w 224313"/>
                <a:gd name="connsiteY103" fmla="*/ 144304 h 190023"/>
                <a:gd name="connsiteX104" fmla="*/ 5239 w 224313"/>
                <a:gd name="connsiteY104" fmla="*/ 145256 h 190023"/>
                <a:gd name="connsiteX105" fmla="*/ 4763 w 224313"/>
                <a:gd name="connsiteY105" fmla="*/ 146685 h 190023"/>
                <a:gd name="connsiteX106" fmla="*/ 3334 w 224313"/>
                <a:gd name="connsiteY106" fmla="*/ 148114 h 190023"/>
                <a:gd name="connsiteX107" fmla="*/ 2857 w 224313"/>
                <a:gd name="connsiteY107" fmla="*/ 150495 h 190023"/>
                <a:gd name="connsiteX108" fmla="*/ 2381 w 224313"/>
                <a:gd name="connsiteY108" fmla="*/ 151924 h 190023"/>
                <a:gd name="connsiteX109" fmla="*/ 2381 w 224313"/>
                <a:gd name="connsiteY109" fmla="*/ 153829 h 190023"/>
                <a:gd name="connsiteX110" fmla="*/ 2857 w 224313"/>
                <a:gd name="connsiteY110" fmla="*/ 154781 h 190023"/>
                <a:gd name="connsiteX111" fmla="*/ 3810 w 224313"/>
                <a:gd name="connsiteY111" fmla="*/ 157163 h 190023"/>
                <a:gd name="connsiteX112" fmla="*/ 4763 w 224313"/>
                <a:gd name="connsiteY112" fmla="*/ 159067 h 190023"/>
                <a:gd name="connsiteX113" fmla="*/ 3334 w 224313"/>
                <a:gd name="connsiteY113" fmla="*/ 160972 h 190023"/>
                <a:gd name="connsiteX114" fmla="*/ 3334 w 224313"/>
                <a:gd name="connsiteY114" fmla="*/ 162878 h 190023"/>
                <a:gd name="connsiteX115" fmla="*/ 3810 w 224313"/>
                <a:gd name="connsiteY115" fmla="*/ 164306 h 190023"/>
                <a:gd name="connsiteX116" fmla="*/ 4763 w 224313"/>
                <a:gd name="connsiteY116" fmla="*/ 166211 h 190023"/>
                <a:gd name="connsiteX117" fmla="*/ 2857 w 224313"/>
                <a:gd name="connsiteY117" fmla="*/ 169545 h 190023"/>
                <a:gd name="connsiteX118" fmla="*/ 952 w 224313"/>
                <a:gd name="connsiteY118" fmla="*/ 172403 h 190023"/>
                <a:gd name="connsiteX119" fmla="*/ 476 w 224313"/>
                <a:gd name="connsiteY119" fmla="*/ 174307 h 190023"/>
                <a:gd name="connsiteX120" fmla="*/ 4286 w 224313"/>
                <a:gd name="connsiteY120" fmla="*/ 175260 h 190023"/>
                <a:gd name="connsiteX121" fmla="*/ 6191 w 224313"/>
                <a:gd name="connsiteY121" fmla="*/ 176689 h 190023"/>
                <a:gd name="connsiteX122" fmla="*/ 10001 w 224313"/>
                <a:gd name="connsiteY122" fmla="*/ 181928 h 190023"/>
                <a:gd name="connsiteX123" fmla="*/ 15240 w 224313"/>
                <a:gd name="connsiteY123" fmla="*/ 183356 h 190023"/>
                <a:gd name="connsiteX124" fmla="*/ 17621 w 224313"/>
                <a:gd name="connsiteY124" fmla="*/ 184785 h 190023"/>
                <a:gd name="connsiteX125" fmla="*/ 20479 w 224313"/>
                <a:gd name="connsiteY125" fmla="*/ 187166 h 190023"/>
                <a:gd name="connsiteX126" fmla="*/ 24289 w 224313"/>
                <a:gd name="connsiteY126" fmla="*/ 188119 h 190023"/>
                <a:gd name="connsiteX127" fmla="*/ 35719 w 224313"/>
                <a:gd name="connsiteY127" fmla="*/ 190024 h 190023"/>
                <a:gd name="connsiteX128" fmla="*/ 44768 w 224313"/>
                <a:gd name="connsiteY128" fmla="*/ 184309 h 190023"/>
                <a:gd name="connsiteX129" fmla="*/ 52388 w 224313"/>
                <a:gd name="connsiteY129" fmla="*/ 179546 h 190023"/>
                <a:gd name="connsiteX130" fmla="*/ 61436 w 224313"/>
                <a:gd name="connsiteY130" fmla="*/ 174307 h 190023"/>
                <a:gd name="connsiteX131" fmla="*/ 67627 w 224313"/>
                <a:gd name="connsiteY131" fmla="*/ 170497 h 190023"/>
                <a:gd name="connsiteX132" fmla="*/ 77629 w 224313"/>
                <a:gd name="connsiteY132" fmla="*/ 164306 h 190023"/>
                <a:gd name="connsiteX133" fmla="*/ 84296 w 224313"/>
                <a:gd name="connsiteY133" fmla="*/ 160496 h 190023"/>
                <a:gd name="connsiteX134" fmla="*/ 93345 w 224313"/>
                <a:gd name="connsiteY134" fmla="*/ 155257 h 190023"/>
                <a:gd name="connsiteX135" fmla="*/ 102394 w 224313"/>
                <a:gd name="connsiteY135" fmla="*/ 150495 h 190023"/>
                <a:gd name="connsiteX136" fmla="*/ 111919 w 224313"/>
                <a:gd name="connsiteY136" fmla="*/ 144780 h 190023"/>
                <a:gd name="connsiteX137" fmla="*/ 119063 w 224313"/>
                <a:gd name="connsiteY137" fmla="*/ 140970 h 190023"/>
                <a:gd name="connsiteX138" fmla="*/ 129064 w 224313"/>
                <a:gd name="connsiteY138" fmla="*/ 135255 h 190023"/>
                <a:gd name="connsiteX139" fmla="*/ 138589 w 224313"/>
                <a:gd name="connsiteY139" fmla="*/ 130016 h 190023"/>
                <a:gd name="connsiteX140" fmla="*/ 148114 w 224313"/>
                <a:gd name="connsiteY140" fmla="*/ 124778 h 190023"/>
                <a:gd name="connsiteX141" fmla="*/ 158115 w 224313"/>
                <a:gd name="connsiteY141" fmla="*/ 119063 h 190023"/>
                <a:gd name="connsiteX142" fmla="*/ 167164 w 224313"/>
                <a:gd name="connsiteY142" fmla="*/ 113824 h 190023"/>
                <a:gd name="connsiteX143" fmla="*/ 175736 w 224313"/>
                <a:gd name="connsiteY143" fmla="*/ 111919 h 190023"/>
                <a:gd name="connsiteX144" fmla="*/ 177641 w 224313"/>
                <a:gd name="connsiteY144" fmla="*/ 110490 h 190023"/>
                <a:gd name="connsiteX145" fmla="*/ 181451 w 224313"/>
                <a:gd name="connsiteY145" fmla="*/ 103346 h 190023"/>
                <a:gd name="connsiteX146" fmla="*/ 184309 w 224313"/>
                <a:gd name="connsiteY146" fmla="*/ 97631 h 190023"/>
                <a:gd name="connsiteX147" fmla="*/ 184785 w 224313"/>
                <a:gd name="connsiteY147" fmla="*/ 96203 h 190023"/>
                <a:gd name="connsiteX148" fmla="*/ 184785 w 224313"/>
                <a:gd name="connsiteY148" fmla="*/ 87630 h 190023"/>
                <a:gd name="connsiteX149" fmla="*/ 185261 w 224313"/>
                <a:gd name="connsiteY149" fmla="*/ 77629 h 190023"/>
                <a:gd name="connsiteX150" fmla="*/ 186214 w 224313"/>
                <a:gd name="connsiteY150" fmla="*/ 72390 h 190023"/>
                <a:gd name="connsiteX151" fmla="*/ 188119 w 224313"/>
                <a:gd name="connsiteY151" fmla="*/ 67628 h 190023"/>
                <a:gd name="connsiteX152" fmla="*/ 190024 w 224313"/>
                <a:gd name="connsiteY152" fmla="*/ 64294 h 190023"/>
                <a:gd name="connsiteX153" fmla="*/ 190024 w 224313"/>
                <a:gd name="connsiteY153" fmla="*/ 60960 h 190023"/>
                <a:gd name="connsiteX154" fmla="*/ 190024 w 224313"/>
                <a:gd name="connsiteY154" fmla="*/ 57626 h 190023"/>
                <a:gd name="connsiteX155" fmla="*/ 188119 w 224313"/>
                <a:gd name="connsiteY155" fmla="*/ 52864 h 190023"/>
                <a:gd name="connsiteX156" fmla="*/ 186214 w 224313"/>
                <a:gd name="connsiteY156" fmla="*/ 47625 h 190023"/>
                <a:gd name="connsiteX157" fmla="*/ 186690 w 224313"/>
                <a:gd name="connsiteY157" fmla="*/ 42386 h 190023"/>
                <a:gd name="connsiteX158" fmla="*/ 186690 w 224313"/>
                <a:gd name="connsiteY158" fmla="*/ 40005 h 190023"/>
                <a:gd name="connsiteX159" fmla="*/ 188119 w 224313"/>
                <a:gd name="connsiteY159" fmla="*/ 35719 h 190023"/>
                <a:gd name="connsiteX160" fmla="*/ 190024 w 224313"/>
                <a:gd name="connsiteY160" fmla="*/ 32385 h 190023"/>
                <a:gd name="connsiteX161" fmla="*/ 191929 w 224313"/>
                <a:gd name="connsiteY161" fmla="*/ 30480 h 190023"/>
                <a:gd name="connsiteX162" fmla="*/ 200025 w 224313"/>
                <a:gd name="connsiteY162" fmla="*/ 28575 h 190023"/>
                <a:gd name="connsiteX163" fmla="*/ 204788 w 224313"/>
                <a:gd name="connsiteY163" fmla="*/ 27146 h 190023"/>
                <a:gd name="connsiteX164" fmla="*/ 210979 w 224313"/>
                <a:gd name="connsiteY164" fmla="*/ 21907 h 190023"/>
                <a:gd name="connsiteX165" fmla="*/ 214789 w 224313"/>
                <a:gd name="connsiteY165" fmla="*/ 18574 h 190023"/>
                <a:gd name="connsiteX166" fmla="*/ 220027 w 224313"/>
                <a:gd name="connsiteY166" fmla="*/ 13335 h 190023"/>
                <a:gd name="connsiteX167" fmla="*/ 223838 w 224313"/>
                <a:gd name="connsiteY167" fmla="*/ 9525 h 190023"/>
                <a:gd name="connsiteX168" fmla="*/ 224314 w 224313"/>
                <a:gd name="connsiteY168" fmla="*/ 8096 h 19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24313" h="190023">
                  <a:moveTo>
                    <a:pt x="224314" y="7620"/>
                  </a:moveTo>
                  <a:lnTo>
                    <a:pt x="222409" y="2857"/>
                  </a:lnTo>
                  <a:lnTo>
                    <a:pt x="220980" y="953"/>
                  </a:lnTo>
                  <a:lnTo>
                    <a:pt x="220504" y="953"/>
                  </a:lnTo>
                  <a:lnTo>
                    <a:pt x="218599" y="0"/>
                  </a:lnTo>
                  <a:lnTo>
                    <a:pt x="217646" y="476"/>
                  </a:lnTo>
                  <a:lnTo>
                    <a:pt x="213836" y="3810"/>
                  </a:lnTo>
                  <a:lnTo>
                    <a:pt x="208121" y="5715"/>
                  </a:lnTo>
                  <a:lnTo>
                    <a:pt x="203359" y="6667"/>
                  </a:lnTo>
                  <a:lnTo>
                    <a:pt x="195263" y="8096"/>
                  </a:lnTo>
                  <a:lnTo>
                    <a:pt x="189548" y="9049"/>
                  </a:lnTo>
                  <a:lnTo>
                    <a:pt x="186690" y="9049"/>
                  </a:lnTo>
                  <a:lnTo>
                    <a:pt x="181451" y="8572"/>
                  </a:lnTo>
                  <a:lnTo>
                    <a:pt x="176689" y="7620"/>
                  </a:lnTo>
                  <a:lnTo>
                    <a:pt x="171450" y="7620"/>
                  </a:lnTo>
                  <a:lnTo>
                    <a:pt x="168116" y="8096"/>
                  </a:lnTo>
                  <a:lnTo>
                    <a:pt x="159068" y="11430"/>
                  </a:lnTo>
                  <a:lnTo>
                    <a:pt x="144304" y="18574"/>
                  </a:lnTo>
                  <a:lnTo>
                    <a:pt x="133350" y="21907"/>
                  </a:lnTo>
                  <a:lnTo>
                    <a:pt x="127159" y="23336"/>
                  </a:lnTo>
                  <a:lnTo>
                    <a:pt x="121920" y="24289"/>
                  </a:lnTo>
                  <a:lnTo>
                    <a:pt x="113348" y="24289"/>
                  </a:lnTo>
                  <a:lnTo>
                    <a:pt x="106680" y="23336"/>
                  </a:lnTo>
                  <a:lnTo>
                    <a:pt x="101918" y="23813"/>
                  </a:lnTo>
                  <a:lnTo>
                    <a:pt x="99060" y="22860"/>
                  </a:lnTo>
                  <a:lnTo>
                    <a:pt x="95726" y="20003"/>
                  </a:lnTo>
                  <a:lnTo>
                    <a:pt x="90964" y="17145"/>
                  </a:lnTo>
                  <a:lnTo>
                    <a:pt x="89059" y="16669"/>
                  </a:lnTo>
                  <a:lnTo>
                    <a:pt x="86201" y="15716"/>
                  </a:lnTo>
                  <a:lnTo>
                    <a:pt x="82391" y="15716"/>
                  </a:lnTo>
                  <a:lnTo>
                    <a:pt x="72866" y="19526"/>
                  </a:lnTo>
                  <a:lnTo>
                    <a:pt x="69532" y="20955"/>
                  </a:lnTo>
                  <a:lnTo>
                    <a:pt x="66199" y="21907"/>
                  </a:lnTo>
                  <a:lnTo>
                    <a:pt x="59531" y="24289"/>
                  </a:lnTo>
                  <a:lnTo>
                    <a:pt x="56674" y="25717"/>
                  </a:lnTo>
                  <a:lnTo>
                    <a:pt x="52864" y="25241"/>
                  </a:lnTo>
                  <a:lnTo>
                    <a:pt x="48101" y="25241"/>
                  </a:lnTo>
                  <a:lnTo>
                    <a:pt x="44291" y="25241"/>
                  </a:lnTo>
                  <a:lnTo>
                    <a:pt x="41434" y="23336"/>
                  </a:lnTo>
                  <a:lnTo>
                    <a:pt x="40005" y="20955"/>
                  </a:lnTo>
                  <a:lnTo>
                    <a:pt x="34290" y="20003"/>
                  </a:lnTo>
                  <a:lnTo>
                    <a:pt x="30004" y="19526"/>
                  </a:lnTo>
                  <a:lnTo>
                    <a:pt x="29051" y="20479"/>
                  </a:lnTo>
                  <a:lnTo>
                    <a:pt x="28099" y="23336"/>
                  </a:lnTo>
                  <a:lnTo>
                    <a:pt x="26194" y="30956"/>
                  </a:lnTo>
                  <a:lnTo>
                    <a:pt x="26194" y="32861"/>
                  </a:lnTo>
                  <a:lnTo>
                    <a:pt x="29527" y="40005"/>
                  </a:lnTo>
                  <a:lnTo>
                    <a:pt x="29527" y="41434"/>
                  </a:lnTo>
                  <a:lnTo>
                    <a:pt x="27146" y="41910"/>
                  </a:lnTo>
                  <a:lnTo>
                    <a:pt x="23813" y="41910"/>
                  </a:lnTo>
                  <a:lnTo>
                    <a:pt x="21907" y="42386"/>
                  </a:lnTo>
                  <a:lnTo>
                    <a:pt x="20479" y="43815"/>
                  </a:lnTo>
                  <a:lnTo>
                    <a:pt x="19526" y="50006"/>
                  </a:lnTo>
                  <a:lnTo>
                    <a:pt x="16193" y="51435"/>
                  </a:lnTo>
                  <a:lnTo>
                    <a:pt x="14764" y="52864"/>
                  </a:lnTo>
                  <a:lnTo>
                    <a:pt x="12859" y="56674"/>
                  </a:lnTo>
                  <a:lnTo>
                    <a:pt x="11906" y="56674"/>
                  </a:lnTo>
                  <a:lnTo>
                    <a:pt x="6668" y="53816"/>
                  </a:lnTo>
                  <a:lnTo>
                    <a:pt x="4286" y="53340"/>
                  </a:lnTo>
                  <a:lnTo>
                    <a:pt x="2381" y="56197"/>
                  </a:lnTo>
                  <a:lnTo>
                    <a:pt x="0" y="66675"/>
                  </a:lnTo>
                  <a:lnTo>
                    <a:pt x="4286" y="72390"/>
                  </a:lnTo>
                  <a:lnTo>
                    <a:pt x="4763" y="75247"/>
                  </a:lnTo>
                  <a:lnTo>
                    <a:pt x="5239" y="77153"/>
                  </a:lnTo>
                  <a:lnTo>
                    <a:pt x="5715" y="80010"/>
                  </a:lnTo>
                  <a:lnTo>
                    <a:pt x="4286" y="86201"/>
                  </a:lnTo>
                  <a:lnTo>
                    <a:pt x="3810" y="90488"/>
                  </a:lnTo>
                  <a:lnTo>
                    <a:pt x="4286" y="94297"/>
                  </a:lnTo>
                  <a:lnTo>
                    <a:pt x="7144" y="102870"/>
                  </a:lnTo>
                  <a:lnTo>
                    <a:pt x="12859" y="102870"/>
                  </a:lnTo>
                  <a:lnTo>
                    <a:pt x="16669" y="102394"/>
                  </a:lnTo>
                  <a:lnTo>
                    <a:pt x="18098" y="100965"/>
                  </a:lnTo>
                  <a:lnTo>
                    <a:pt x="20955" y="101441"/>
                  </a:lnTo>
                  <a:lnTo>
                    <a:pt x="22384" y="103346"/>
                  </a:lnTo>
                  <a:lnTo>
                    <a:pt x="20955" y="105251"/>
                  </a:lnTo>
                  <a:lnTo>
                    <a:pt x="19050" y="107156"/>
                  </a:lnTo>
                  <a:lnTo>
                    <a:pt x="19050" y="107632"/>
                  </a:lnTo>
                  <a:lnTo>
                    <a:pt x="20479" y="107632"/>
                  </a:lnTo>
                  <a:lnTo>
                    <a:pt x="23336" y="109061"/>
                  </a:lnTo>
                  <a:lnTo>
                    <a:pt x="24765" y="110014"/>
                  </a:lnTo>
                  <a:lnTo>
                    <a:pt x="27623" y="118110"/>
                  </a:lnTo>
                  <a:lnTo>
                    <a:pt x="26194" y="121444"/>
                  </a:lnTo>
                  <a:lnTo>
                    <a:pt x="23336" y="124301"/>
                  </a:lnTo>
                  <a:lnTo>
                    <a:pt x="22384" y="124778"/>
                  </a:lnTo>
                  <a:lnTo>
                    <a:pt x="20002" y="126206"/>
                  </a:lnTo>
                  <a:lnTo>
                    <a:pt x="18098" y="128111"/>
                  </a:lnTo>
                  <a:lnTo>
                    <a:pt x="17145" y="129540"/>
                  </a:lnTo>
                  <a:lnTo>
                    <a:pt x="17621" y="130492"/>
                  </a:lnTo>
                  <a:lnTo>
                    <a:pt x="20002" y="131921"/>
                  </a:lnTo>
                  <a:lnTo>
                    <a:pt x="20002" y="132874"/>
                  </a:lnTo>
                  <a:lnTo>
                    <a:pt x="19526" y="133350"/>
                  </a:lnTo>
                  <a:lnTo>
                    <a:pt x="17621" y="132874"/>
                  </a:lnTo>
                  <a:lnTo>
                    <a:pt x="14764" y="132874"/>
                  </a:lnTo>
                  <a:lnTo>
                    <a:pt x="12859" y="132874"/>
                  </a:lnTo>
                  <a:lnTo>
                    <a:pt x="10954" y="132874"/>
                  </a:lnTo>
                  <a:lnTo>
                    <a:pt x="8573" y="134779"/>
                  </a:lnTo>
                  <a:lnTo>
                    <a:pt x="7144" y="135731"/>
                  </a:lnTo>
                  <a:lnTo>
                    <a:pt x="6668" y="136684"/>
                  </a:lnTo>
                  <a:lnTo>
                    <a:pt x="5715" y="139065"/>
                  </a:lnTo>
                  <a:lnTo>
                    <a:pt x="6668" y="140970"/>
                  </a:lnTo>
                  <a:lnTo>
                    <a:pt x="8573" y="141922"/>
                  </a:lnTo>
                  <a:lnTo>
                    <a:pt x="9049" y="142399"/>
                  </a:lnTo>
                  <a:lnTo>
                    <a:pt x="8573" y="142875"/>
                  </a:lnTo>
                  <a:lnTo>
                    <a:pt x="6668" y="144304"/>
                  </a:lnTo>
                  <a:lnTo>
                    <a:pt x="5239" y="145256"/>
                  </a:lnTo>
                  <a:lnTo>
                    <a:pt x="4763" y="146685"/>
                  </a:lnTo>
                  <a:lnTo>
                    <a:pt x="3334" y="148114"/>
                  </a:lnTo>
                  <a:lnTo>
                    <a:pt x="2857" y="150495"/>
                  </a:lnTo>
                  <a:lnTo>
                    <a:pt x="2381" y="151924"/>
                  </a:lnTo>
                  <a:lnTo>
                    <a:pt x="2381" y="153829"/>
                  </a:lnTo>
                  <a:lnTo>
                    <a:pt x="2857" y="154781"/>
                  </a:lnTo>
                  <a:lnTo>
                    <a:pt x="3810" y="157163"/>
                  </a:lnTo>
                  <a:lnTo>
                    <a:pt x="4763" y="159067"/>
                  </a:lnTo>
                  <a:lnTo>
                    <a:pt x="3334" y="160972"/>
                  </a:lnTo>
                  <a:lnTo>
                    <a:pt x="3334" y="162878"/>
                  </a:lnTo>
                  <a:lnTo>
                    <a:pt x="3810" y="164306"/>
                  </a:lnTo>
                  <a:lnTo>
                    <a:pt x="4763" y="166211"/>
                  </a:lnTo>
                  <a:lnTo>
                    <a:pt x="2857" y="169545"/>
                  </a:lnTo>
                  <a:lnTo>
                    <a:pt x="952" y="172403"/>
                  </a:lnTo>
                  <a:lnTo>
                    <a:pt x="476" y="174307"/>
                  </a:lnTo>
                  <a:lnTo>
                    <a:pt x="4286" y="175260"/>
                  </a:lnTo>
                  <a:lnTo>
                    <a:pt x="6191" y="176689"/>
                  </a:lnTo>
                  <a:lnTo>
                    <a:pt x="10001" y="181928"/>
                  </a:lnTo>
                  <a:lnTo>
                    <a:pt x="15240" y="183356"/>
                  </a:lnTo>
                  <a:lnTo>
                    <a:pt x="17621" y="184785"/>
                  </a:lnTo>
                  <a:lnTo>
                    <a:pt x="20479" y="187166"/>
                  </a:lnTo>
                  <a:lnTo>
                    <a:pt x="24289" y="188119"/>
                  </a:lnTo>
                  <a:lnTo>
                    <a:pt x="35719" y="190024"/>
                  </a:lnTo>
                  <a:lnTo>
                    <a:pt x="44768" y="184309"/>
                  </a:lnTo>
                  <a:lnTo>
                    <a:pt x="52388" y="179546"/>
                  </a:lnTo>
                  <a:lnTo>
                    <a:pt x="61436" y="174307"/>
                  </a:lnTo>
                  <a:lnTo>
                    <a:pt x="67627" y="170497"/>
                  </a:lnTo>
                  <a:lnTo>
                    <a:pt x="77629" y="164306"/>
                  </a:lnTo>
                  <a:lnTo>
                    <a:pt x="84296" y="160496"/>
                  </a:lnTo>
                  <a:lnTo>
                    <a:pt x="93345" y="155257"/>
                  </a:lnTo>
                  <a:lnTo>
                    <a:pt x="102394" y="150495"/>
                  </a:lnTo>
                  <a:lnTo>
                    <a:pt x="111919" y="144780"/>
                  </a:lnTo>
                  <a:lnTo>
                    <a:pt x="119063" y="140970"/>
                  </a:lnTo>
                  <a:lnTo>
                    <a:pt x="129064" y="135255"/>
                  </a:lnTo>
                  <a:lnTo>
                    <a:pt x="138589" y="130016"/>
                  </a:lnTo>
                  <a:lnTo>
                    <a:pt x="148114" y="124778"/>
                  </a:lnTo>
                  <a:lnTo>
                    <a:pt x="158115" y="119063"/>
                  </a:lnTo>
                  <a:lnTo>
                    <a:pt x="167164" y="113824"/>
                  </a:lnTo>
                  <a:lnTo>
                    <a:pt x="175736" y="111919"/>
                  </a:lnTo>
                  <a:lnTo>
                    <a:pt x="177641" y="110490"/>
                  </a:lnTo>
                  <a:lnTo>
                    <a:pt x="181451" y="103346"/>
                  </a:lnTo>
                  <a:lnTo>
                    <a:pt x="184309" y="97631"/>
                  </a:lnTo>
                  <a:lnTo>
                    <a:pt x="184785" y="96203"/>
                  </a:lnTo>
                  <a:lnTo>
                    <a:pt x="184785" y="87630"/>
                  </a:lnTo>
                  <a:lnTo>
                    <a:pt x="185261" y="77629"/>
                  </a:lnTo>
                  <a:lnTo>
                    <a:pt x="186214" y="72390"/>
                  </a:lnTo>
                  <a:lnTo>
                    <a:pt x="188119" y="67628"/>
                  </a:lnTo>
                  <a:lnTo>
                    <a:pt x="190024" y="64294"/>
                  </a:lnTo>
                  <a:lnTo>
                    <a:pt x="190024" y="60960"/>
                  </a:lnTo>
                  <a:lnTo>
                    <a:pt x="190024" y="57626"/>
                  </a:lnTo>
                  <a:lnTo>
                    <a:pt x="188119" y="52864"/>
                  </a:lnTo>
                  <a:lnTo>
                    <a:pt x="186214" y="47625"/>
                  </a:lnTo>
                  <a:lnTo>
                    <a:pt x="186690" y="42386"/>
                  </a:lnTo>
                  <a:lnTo>
                    <a:pt x="186690" y="40005"/>
                  </a:lnTo>
                  <a:lnTo>
                    <a:pt x="188119" y="35719"/>
                  </a:lnTo>
                  <a:lnTo>
                    <a:pt x="190024" y="32385"/>
                  </a:lnTo>
                  <a:lnTo>
                    <a:pt x="191929" y="30480"/>
                  </a:lnTo>
                  <a:lnTo>
                    <a:pt x="200025" y="28575"/>
                  </a:lnTo>
                  <a:lnTo>
                    <a:pt x="204788" y="27146"/>
                  </a:lnTo>
                  <a:lnTo>
                    <a:pt x="210979" y="21907"/>
                  </a:lnTo>
                  <a:lnTo>
                    <a:pt x="214789" y="18574"/>
                  </a:lnTo>
                  <a:lnTo>
                    <a:pt x="220027" y="13335"/>
                  </a:lnTo>
                  <a:lnTo>
                    <a:pt x="223838" y="9525"/>
                  </a:lnTo>
                  <a:lnTo>
                    <a:pt x="224314" y="8096"/>
                  </a:lnTo>
                  <a:close/>
                </a:path>
              </a:pathLst>
            </a:custGeom>
            <a:grpFill/>
            <a:ln w="317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616EA5D7-A044-4898-A7C3-F309A39B126A}"/>
                </a:ext>
              </a:extLst>
            </p:cNvPr>
            <p:cNvSpPr/>
            <p:nvPr/>
          </p:nvSpPr>
          <p:spPr>
            <a:xfrm>
              <a:off x="2654141" y="3811428"/>
              <a:ext cx="81438" cy="43338"/>
            </a:xfrm>
            <a:custGeom>
              <a:avLst/>
              <a:gdLst>
                <a:gd name="connsiteX0" fmla="*/ 79058 w 81438"/>
                <a:gd name="connsiteY0" fmla="*/ 30956 h 43338"/>
                <a:gd name="connsiteX1" fmla="*/ 79058 w 81438"/>
                <a:gd name="connsiteY1" fmla="*/ 29051 h 43338"/>
                <a:gd name="connsiteX2" fmla="*/ 79534 w 81438"/>
                <a:gd name="connsiteY2" fmla="*/ 26670 h 43338"/>
                <a:gd name="connsiteX3" fmla="*/ 81439 w 81438"/>
                <a:gd name="connsiteY3" fmla="*/ 20955 h 43338"/>
                <a:gd name="connsiteX4" fmla="*/ 80486 w 81438"/>
                <a:gd name="connsiteY4" fmla="*/ 20003 h 43338"/>
                <a:gd name="connsiteX5" fmla="*/ 78105 w 81438"/>
                <a:gd name="connsiteY5" fmla="*/ 18097 h 43338"/>
                <a:gd name="connsiteX6" fmla="*/ 75247 w 81438"/>
                <a:gd name="connsiteY6" fmla="*/ 18097 h 43338"/>
                <a:gd name="connsiteX7" fmla="*/ 71914 w 81438"/>
                <a:gd name="connsiteY7" fmla="*/ 18574 h 43338"/>
                <a:gd name="connsiteX8" fmla="*/ 70009 w 81438"/>
                <a:gd name="connsiteY8" fmla="*/ 17621 h 43338"/>
                <a:gd name="connsiteX9" fmla="*/ 68580 w 81438"/>
                <a:gd name="connsiteY9" fmla="*/ 15716 h 43338"/>
                <a:gd name="connsiteX10" fmla="*/ 66199 w 81438"/>
                <a:gd name="connsiteY10" fmla="*/ 14764 h 43338"/>
                <a:gd name="connsiteX11" fmla="*/ 61913 w 81438"/>
                <a:gd name="connsiteY11" fmla="*/ 16669 h 43338"/>
                <a:gd name="connsiteX12" fmla="*/ 57626 w 81438"/>
                <a:gd name="connsiteY12" fmla="*/ 18574 h 43338"/>
                <a:gd name="connsiteX13" fmla="*/ 56197 w 81438"/>
                <a:gd name="connsiteY13" fmla="*/ 19526 h 43338"/>
                <a:gd name="connsiteX14" fmla="*/ 55245 w 81438"/>
                <a:gd name="connsiteY14" fmla="*/ 19526 h 43338"/>
                <a:gd name="connsiteX15" fmla="*/ 54769 w 81438"/>
                <a:gd name="connsiteY15" fmla="*/ 17621 h 43338"/>
                <a:gd name="connsiteX16" fmla="*/ 54293 w 81438"/>
                <a:gd name="connsiteY16" fmla="*/ 15716 h 43338"/>
                <a:gd name="connsiteX17" fmla="*/ 54293 w 81438"/>
                <a:gd name="connsiteY17" fmla="*/ 15240 h 43338"/>
                <a:gd name="connsiteX18" fmla="*/ 51911 w 81438"/>
                <a:gd name="connsiteY18" fmla="*/ 14764 h 43338"/>
                <a:gd name="connsiteX19" fmla="*/ 49054 w 81438"/>
                <a:gd name="connsiteY19" fmla="*/ 13811 h 43338"/>
                <a:gd name="connsiteX20" fmla="*/ 47625 w 81438"/>
                <a:gd name="connsiteY20" fmla="*/ 13335 h 43338"/>
                <a:gd name="connsiteX21" fmla="*/ 46196 w 81438"/>
                <a:gd name="connsiteY21" fmla="*/ 11906 h 43338"/>
                <a:gd name="connsiteX22" fmla="*/ 42863 w 81438"/>
                <a:gd name="connsiteY22" fmla="*/ 10478 h 43338"/>
                <a:gd name="connsiteX23" fmla="*/ 41910 w 81438"/>
                <a:gd name="connsiteY23" fmla="*/ 9049 h 43338"/>
                <a:gd name="connsiteX24" fmla="*/ 37624 w 81438"/>
                <a:gd name="connsiteY24" fmla="*/ 5715 h 43338"/>
                <a:gd name="connsiteX25" fmla="*/ 36671 w 81438"/>
                <a:gd name="connsiteY25" fmla="*/ 4286 h 43338"/>
                <a:gd name="connsiteX26" fmla="*/ 35719 w 81438"/>
                <a:gd name="connsiteY26" fmla="*/ 3334 h 43338"/>
                <a:gd name="connsiteX27" fmla="*/ 33338 w 81438"/>
                <a:gd name="connsiteY27" fmla="*/ 1905 h 43338"/>
                <a:gd name="connsiteX28" fmla="*/ 31909 w 81438"/>
                <a:gd name="connsiteY28" fmla="*/ 2381 h 43338"/>
                <a:gd name="connsiteX29" fmla="*/ 26194 w 81438"/>
                <a:gd name="connsiteY29" fmla="*/ 476 h 43338"/>
                <a:gd name="connsiteX30" fmla="*/ 25241 w 81438"/>
                <a:gd name="connsiteY30" fmla="*/ 476 h 43338"/>
                <a:gd name="connsiteX31" fmla="*/ 24289 w 81438"/>
                <a:gd name="connsiteY31" fmla="*/ 0 h 43338"/>
                <a:gd name="connsiteX32" fmla="*/ 23336 w 81438"/>
                <a:gd name="connsiteY32" fmla="*/ 0 h 43338"/>
                <a:gd name="connsiteX33" fmla="*/ 20479 w 81438"/>
                <a:gd name="connsiteY33" fmla="*/ 476 h 43338"/>
                <a:gd name="connsiteX34" fmla="*/ 19050 w 81438"/>
                <a:gd name="connsiteY34" fmla="*/ 476 h 43338"/>
                <a:gd name="connsiteX35" fmla="*/ 18097 w 81438"/>
                <a:gd name="connsiteY35" fmla="*/ 953 h 43338"/>
                <a:gd name="connsiteX36" fmla="*/ 18097 w 81438"/>
                <a:gd name="connsiteY36" fmla="*/ 2858 h 43338"/>
                <a:gd name="connsiteX37" fmla="*/ 18574 w 81438"/>
                <a:gd name="connsiteY37" fmla="*/ 5239 h 43338"/>
                <a:gd name="connsiteX38" fmla="*/ 19050 w 81438"/>
                <a:gd name="connsiteY38" fmla="*/ 6191 h 43338"/>
                <a:gd name="connsiteX39" fmla="*/ 18097 w 81438"/>
                <a:gd name="connsiteY39" fmla="*/ 6668 h 43338"/>
                <a:gd name="connsiteX40" fmla="*/ 14764 w 81438"/>
                <a:gd name="connsiteY40" fmla="*/ 8096 h 43338"/>
                <a:gd name="connsiteX41" fmla="*/ 13335 w 81438"/>
                <a:gd name="connsiteY41" fmla="*/ 9525 h 43338"/>
                <a:gd name="connsiteX42" fmla="*/ 11906 w 81438"/>
                <a:gd name="connsiteY42" fmla="*/ 11906 h 43338"/>
                <a:gd name="connsiteX43" fmla="*/ 10478 w 81438"/>
                <a:gd name="connsiteY43" fmla="*/ 12859 h 43338"/>
                <a:gd name="connsiteX44" fmla="*/ 9049 w 81438"/>
                <a:gd name="connsiteY44" fmla="*/ 12859 h 43338"/>
                <a:gd name="connsiteX45" fmla="*/ 7620 w 81438"/>
                <a:gd name="connsiteY45" fmla="*/ 12859 h 43338"/>
                <a:gd name="connsiteX46" fmla="*/ 5239 w 81438"/>
                <a:gd name="connsiteY46" fmla="*/ 14764 h 43338"/>
                <a:gd name="connsiteX47" fmla="*/ 1905 w 81438"/>
                <a:gd name="connsiteY47" fmla="*/ 17621 h 43338"/>
                <a:gd name="connsiteX48" fmla="*/ 0 w 81438"/>
                <a:gd name="connsiteY48" fmla="*/ 20003 h 43338"/>
                <a:gd name="connsiteX49" fmla="*/ 0 w 81438"/>
                <a:gd name="connsiteY49" fmla="*/ 21908 h 43338"/>
                <a:gd name="connsiteX50" fmla="*/ 476 w 81438"/>
                <a:gd name="connsiteY50" fmla="*/ 23336 h 43338"/>
                <a:gd name="connsiteX51" fmla="*/ 4286 w 81438"/>
                <a:gd name="connsiteY51" fmla="*/ 25241 h 43338"/>
                <a:gd name="connsiteX52" fmla="*/ 10001 w 81438"/>
                <a:gd name="connsiteY52" fmla="*/ 29528 h 43338"/>
                <a:gd name="connsiteX53" fmla="*/ 19526 w 81438"/>
                <a:gd name="connsiteY53" fmla="*/ 31433 h 43338"/>
                <a:gd name="connsiteX54" fmla="*/ 28099 w 81438"/>
                <a:gd name="connsiteY54" fmla="*/ 32385 h 43338"/>
                <a:gd name="connsiteX55" fmla="*/ 41910 w 81438"/>
                <a:gd name="connsiteY55" fmla="*/ 39053 h 43338"/>
                <a:gd name="connsiteX56" fmla="*/ 54293 w 81438"/>
                <a:gd name="connsiteY56" fmla="*/ 42386 h 43338"/>
                <a:gd name="connsiteX57" fmla="*/ 55245 w 81438"/>
                <a:gd name="connsiteY57" fmla="*/ 41910 h 43338"/>
                <a:gd name="connsiteX58" fmla="*/ 51911 w 81438"/>
                <a:gd name="connsiteY58" fmla="*/ 40481 h 43338"/>
                <a:gd name="connsiteX59" fmla="*/ 49054 w 81438"/>
                <a:gd name="connsiteY59" fmla="*/ 40005 h 43338"/>
                <a:gd name="connsiteX60" fmla="*/ 48101 w 81438"/>
                <a:gd name="connsiteY60" fmla="*/ 39053 h 43338"/>
                <a:gd name="connsiteX61" fmla="*/ 51435 w 81438"/>
                <a:gd name="connsiteY61" fmla="*/ 39053 h 43338"/>
                <a:gd name="connsiteX62" fmla="*/ 57150 w 81438"/>
                <a:gd name="connsiteY62" fmla="*/ 41434 h 43338"/>
                <a:gd name="connsiteX63" fmla="*/ 65246 w 81438"/>
                <a:gd name="connsiteY63" fmla="*/ 43339 h 43338"/>
                <a:gd name="connsiteX64" fmla="*/ 70961 w 81438"/>
                <a:gd name="connsiteY64" fmla="*/ 42863 h 43338"/>
                <a:gd name="connsiteX65" fmla="*/ 73819 w 81438"/>
                <a:gd name="connsiteY65" fmla="*/ 42386 h 43338"/>
                <a:gd name="connsiteX66" fmla="*/ 75724 w 81438"/>
                <a:gd name="connsiteY66" fmla="*/ 40958 h 43338"/>
                <a:gd name="connsiteX67" fmla="*/ 77629 w 81438"/>
                <a:gd name="connsiteY67" fmla="*/ 39053 h 43338"/>
                <a:gd name="connsiteX68" fmla="*/ 77153 w 81438"/>
                <a:gd name="connsiteY68" fmla="*/ 35719 h 43338"/>
                <a:gd name="connsiteX69" fmla="*/ 77629 w 81438"/>
                <a:gd name="connsiteY69" fmla="*/ 35243 h 43338"/>
                <a:gd name="connsiteX70" fmla="*/ 80486 w 81438"/>
                <a:gd name="connsiteY70" fmla="*/ 33338 h 43338"/>
                <a:gd name="connsiteX71" fmla="*/ 80486 w 81438"/>
                <a:gd name="connsiteY71" fmla="*/ 32385 h 43338"/>
                <a:gd name="connsiteX72" fmla="*/ 80010 w 81438"/>
                <a:gd name="connsiteY72" fmla="*/ 31433 h 4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81438" h="43338">
                  <a:moveTo>
                    <a:pt x="79058" y="30956"/>
                  </a:moveTo>
                  <a:lnTo>
                    <a:pt x="79058" y="29051"/>
                  </a:lnTo>
                  <a:lnTo>
                    <a:pt x="79534" y="26670"/>
                  </a:lnTo>
                  <a:lnTo>
                    <a:pt x="81439" y="20955"/>
                  </a:lnTo>
                  <a:lnTo>
                    <a:pt x="80486" y="20003"/>
                  </a:lnTo>
                  <a:lnTo>
                    <a:pt x="78105" y="18097"/>
                  </a:lnTo>
                  <a:lnTo>
                    <a:pt x="75247" y="18097"/>
                  </a:lnTo>
                  <a:lnTo>
                    <a:pt x="71914" y="18574"/>
                  </a:lnTo>
                  <a:lnTo>
                    <a:pt x="70009" y="17621"/>
                  </a:lnTo>
                  <a:lnTo>
                    <a:pt x="68580" y="15716"/>
                  </a:lnTo>
                  <a:lnTo>
                    <a:pt x="66199" y="14764"/>
                  </a:lnTo>
                  <a:lnTo>
                    <a:pt x="61913" y="16669"/>
                  </a:lnTo>
                  <a:lnTo>
                    <a:pt x="57626" y="18574"/>
                  </a:lnTo>
                  <a:lnTo>
                    <a:pt x="56197" y="19526"/>
                  </a:lnTo>
                  <a:lnTo>
                    <a:pt x="55245" y="19526"/>
                  </a:lnTo>
                  <a:lnTo>
                    <a:pt x="54769" y="17621"/>
                  </a:lnTo>
                  <a:lnTo>
                    <a:pt x="54293" y="15716"/>
                  </a:lnTo>
                  <a:lnTo>
                    <a:pt x="54293" y="15240"/>
                  </a:lnTo>
                  <a:lnTo>
                    <a:pt x="51911" y="14764"/>
                  </a:lnTo>
                  <a:lnTo>
                    <a:pt x="49054" y="13811"/>
                  </a:lnTo>
                  <a:lnTo>
                    <a:pt x="47625" y="13335"/>
                  </a:lnTo>
                  <a:lnTo>
                    <a:pt x="46196" y="11906"/>
                  </a:lnTo>
                  <a:lnTo>
                    <a:pt x="42863" y="10478"/>
                  </a:lnTo>
                  <a:lnTo>
                    <a:pt x="41910" y="9049"/>
                  </a:lnTo>
                  <a:lnTo>
                    <a:pt x="37624" y="5715"/>
                  </a:lnTo>
                  <a:lnTo>
                    <a:pt x="36671" y="4286"/>
                  </a:lnTo>
                  <a:lnTo>
                    <a:pt x="35719" y="3334"/>
                  </a:lnTo>
                  <a:lnTo>
                    <a:pt x="33338" y="1905"/>
                  </a:lnTo>
                  <a:lnTo>
                    <a:pt x="31909" y="2381"/>
                  </a:lnTo>
                  <a:lnTo>
                    <a:pt x="26194" y="476"/>
                  </a:lnTo>
                  <a:lnTo>
                    <a:pt x="25241" y="476"/>
                  </a:lnTo>
                  <a:lnTo>
                    <a:pt x="24289" y="0"/>
                  </a:lnTo>
                  <a:lnTo>
                    <a:pt x="23336" y="0"/>
                  </a:lnTo>
                  <a:lnTo>
                    <a:pt x="20479" y="476"/>
                  </a:lnTo>
                  <a:lnTo>
                    <a:pt x="19050" y="476"/>
                  </a:lnTo>
                  <a:lnTo>
                    <a:pt x="18097" y="953"/>
                  </a:lnTo>
                  <a:lnTo>
                    <a:pt x="18097" y="2858"/>
                  </a:lnTo>
                  <a:lnTo>
                    <a:pt x="18574" y="5239"/>
                  </a:lnTo>
                  <a:lnTo>
                    <a:pt x="19050" y="6191"/>
                  </a:lnTo>
                  <a:lnTo>
                    <a:pt x="18097" y="6668"/>
                  </a:lnTo>
                  <a:lnTo>
                    <a:pt x="14764" y="8096"/>
                  </a:lnTo>
                  <a:lnTo>
                    <a:pt x="13335" y="9525"/>
                  </a:lnTo>
                  <a:lnTo>
                    <a:pt x="11906" y="11906"/>
                  </a:lnTo>
                  <a:lnTo>
                    <a:pt x="10478" y="12859"/>
                  </a:lnTo>
                  <a:lnTo>
                    <a:pt x="9049" y="12859"/>
                  </a:lnTo>
                  <a:lnTo>
                    <a:pt x="7620" y="12859"/>
                  </a:lnTo>
                  <a:lnTo>
                    <a:pt x="5239" y="14764"/>
                  </a:lnTo>
                  <a:lnTo>
                    <a:pt x="1905" y="17621"/>
                  </a:lnTo>
                  <a:lnTo>
                    <a:pt x="0" y="20003"/>
                  </a:lnTo>
                  <a:lnTo>
                    <a:pt x="0" y="21908"/>
                  </a:lnTo>
                  <a:lnTo>
                    <a:pt x="476" y="23336"/>
                  </a:lnTo>
                  <a:lnTo>
                    <a:pt x="4286" y="25241"/>
                  </a:lnTo>
                  <a:lnTo>
                    <a:pt x="10001" y="29528"/>
                  </a:lnTo>
                  <a:lnTo>
                    <a:pt x="19526" y="31433"/>
                  </a:lnTo>
                  <a:lnTo>
                    <a:pt x="28099" y="32385"/>
                  </a:lnTo>
                  <a:lnTo>
                    <a:pt x="41910" y="39053"/>
                  </a:lnTo>
                  <a:lnTo>
                    <a:pt x="54293" y="42386"/>
                  </a:lnTo>
                  <a:lnTo>
                    <a:pt x="55245" y="41910"/>
                  </a:lnTo>
                  <a:lnTo>
                    <a:pt x="51911" y="40481"/>
                  </a:lnTo>
                  <a:lnTo>
                    <a:pt x="49054" y="40005"/>
                  </a:lnTo>
                  <a:lnTo>
                    <a:pt x="48101" y="39053"/>
                  </a:lnTo>
                  <a:lnTo>
                    <a:pt x="51435" y="39053"/>
                  </a:lnTo>
                  <a:lnTo>
                    <a:pt x="57150" y="41434"/>
                  </a:lnTo>
                  <a:lnTo>
                    <a:pt x="65246" y="43339"/>
                  </a:lnTo>
                  <a:lnTo>
                    <a:pt x="70961" y="42863"/>
                  </a:lnTo>
                  <a:lnTo>
                    <a:pt x="73819" y="42386"/>
                  </a:lnTo>
                  <a:lnTo>
                    <a:pt x="75724" y="40958"/>
                  </a:lnTo>
                  <a:lnTo>
                    <a:pt x="77629" y="39053"/>
                  </a:lnTo>
                  <a:lnTo>
                    <a:pt x="77153" y="35719"/>
                  </a:lnTo>
                  <a:lnTo>
                    <a:pt x="77629" y="35243"/>
                  </a:lnTo>
                  <a:lnTo>
                    <a:pt x="80486" y="33338"/>
                  </a:lnTo>
                  <a:lnTo>
                    <a:pt x="80486" y="32385"/>
                  </a:lnTo>
                  <a:lnTo>
                    <a:pt x="80010" y="31433"/>
                  </a:lnTo>
                  <a:close/>
                </a:path>
              </a:pathLst>
            </a:custGeom>
            <a:grpFill/>
            <a:ln w="317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5B212FA7-911E-4827-8381-23EA81064BB7}"/>
                </a:ext>
              </a:extLst>
            </p:cNvPr>
            <p:cNvSpPr/>
            <p:nvPr/>
          </p:nvSpPr>
          <p:spPr>
            <a:xfrm>
              <a:off x="5939789" y="4241958"/>
              <a:ext cx="33337" cy="55244"/>
            </a:xfrm>
            <a:custGeom>
              <a:avLst/>
              <a:gdLst>
                <a:gd name="connsiteX0" fmla="*/ 7144 w 33337"/>
                <a:gd name="connsiteY0" fmla="*/ 43339 h 55244"/>
                <a:gd name="connsiteX1" fmla="*/ 5239 w 33337"/>
                <a:gd name="connsiteY1" fmla="*/ 43339 h 55244"/>
                <a:gd name="connsiteX2" fmla="*/ 1905 w 33337"/>
                <a:gd name="connsiteY2" fmla="*/ 45244 h 55244"/>
                <a:gd name="connsiteX3" fmla="*/ 477 w 33337"/>
                <a:gd name="connsiteY3" fmla="*/ 47149 h 55244"/>
                <a:gd name="connsiteX4" fmla="*/ 0 w 33337"/>
                <a:gd name="connsiteY4" fmla="*/ 49054 h 55244"/>
                <a:gd name="connsiteX5" fmla="*/ 953 w 33337"/>
                <a:gd name="connsiteY5" fmla="*/ 52864 h 55244"/>
                <a:gd name="connsiteX6" fmla="*/ 1905 w 33337"/>
                <a:gd name="connsiteY6" fmla="*/ 54769 h 55244"/>
                <a:gd name="connsiteX7" fmla="*/ 3334 w 33337"/>
                <a:gd name="connsiteY7" fmla="*/ 55245 h 55244"/>
                <a:gd name="connsiteX8" fmla="*/ 6668 w 33337"/>
                <a:gd name="connsiteY8" fmla="*/ 52864 h 55244"/>
                <a:gd name="connsiteX9" fmla="*/ 9525 w 33337"/>
                <a:gd name="connsiteY9" fmla="*/ 48578 h 55244"/>
                <a:gd name="connsiteX10" fmla="*/ 9525 w 33337"/>
                <a:gd name="connsiteY10" fmla="*/ 45720 h 55244"/>
                <a:gd name="connsiteX11" fmla="*/ 7144 w 33337"/>
                <a:gd name="connsiteY11" fmla="*/ 43339 h 55244"/>
                <a:gd name="connsiteX12" fmla="*/ 33338 w 33337"/>
                <a:gd name="connsiteY12" fmla="*/ 953 h 55244"/>
                <a:gd name="connsiteX13" fmla="*/ 32861 w 33337"/>
                <a:gd name="connsiteY13" fmla="*/ 476 h 55244"/>
                <a:gd name="connsiteX14" fmla="*/ 31909 w 33337"/>
                <a:gd name="connsiteY14" fmla="*/ 0 h 55244"/>
                <a:gd name="connsiteX15" fmla="*/ 30956 w 33337"/>
                <a:gd name="connsiteY15" fmla="*/ 476 h 55244"/>
                <a:gd name="connsiteX16" fmla="*/ 29052 w 33337"/>
                <a:gd name="connsiteY16" fmla="*/ 2857 h 55244"/>
                <a:gd name="connsiteX17" fmla="*/ 29528 w 33337"/>
                <a:gd name="connsiteY17" fmla="*/ 4286 h 55244"/>
                <a:gd name="connsiteX18" fmla="*/ 30956 w 33337"/>
                <a:gd name="connsiteY18" fmla="*/ 5239 h 55244"/>
                <a:gd name="connsiteX19" fmla="*/ 32385 w 33337"/>
                <a:gd name="connsiteY19" fmla="*/ 4286 h 55244"/>
                <a:gd name="connsiteX20" fmla="*/ 33338 w 33337"/>
                <a:gd name="connsiteY20" fmla="*/ 2381 h 55244"/>
                <a:gd name="connsiteX21" fmla="*/ 33338 w 33337"/>
                <a:gd name="connsiteY21" fmla="*/ 953 h 5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3337" h="55244">
                  <a:moveTo>
                    <a:pt x="7144" y="43339"/>
                  </a:moveTo>
                  <a:lnTo>
                    <a:pt x="5239" y="43339"/>
                  </a:lnTo>
                  <a:lnTo>
                    <a:pt x="1905" y="45244"/>
                  </a:lnTo>
                  <a:lnTo>
                    <a:pt x="477" y="47149"/>
                  </a:lnTo>
                  <a:lnTo>
                    <a:pt x="0" y="49054"/>
                  </a:lnTo>
                  <a:lnTo>
                    <a:pt x="953" y="52864"/>
                  </a:lnTo>
                  <a:lnTo>
                    <a:pt x="1905" y="54769"/>
                  </a:lnTo>
                  <a:lnTo>
                    <a:pt x="3334" y="55245"/>
                  </a:lnTo>
                  <a:lnTo>
                    <a:pt x="6668" y="52864"/>
                  </a:lnTo>
                  <a:lnTo>
                    <a:pt x="9525" y="48578"/>
                  </a:lnTo>
                  <a:lnTo>
                    <a:pt x="9525" y="45720"/>
                  </a:lnTo>
                  <a:lnTo>
                    <a:pt x="7144" y="43339"/>
                  </a:lnTo>
                  <a:close/>
                  <a:moveTo>
                    <a:pt x="33338" y="953"/>
                  </a:moveTo>
                  <a:lnTo>
                    <a:pt x="32861" y="476"/>
                  </a:lnTo>
                  <a:lnTo>
                    <a:pt x="31909" y="0"/>
                  </a:lnTo>
                  <a:lnTo>
                    <a:pt x="30956" y="476"/>
                  </a:lnTo>
                  <a:lnTo>
                    <a:pt x="29052" y="2857"/>
                  </a:lnTo>
                  <a:lnTo>
                    <a:pt x="29528" y="4286"/>
                  </a:lnTo>
                  <a:lnTo>
                    <a:pt x="30956" y="5239"/>
                  </a:lnTo>
                  <a:lnTo>
                    <a:pt x="32385" y="4286"/>
                  </a:lnTo>
                  <a:lnTo>
                    <a:pt x="33338" y="2381"/>
                  </a:lnTo>
                  <a:lnTo>
                    <a:pt x="33338" y="953"/>
                  </a:lnTo>
                  <a:close/>
                </a:path>
              </a:pathLst>
            </a:custGeom>
            <a:grpFill/>
            <a:ln w="317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5CE3F1B-BB33-426A-9001-4B894A450ADD}"/>
                </a:ext>
              </a:extLst>
            </p:cNvPr>
            <p:cNvSpPr/>
            <p:nvPr/>
          </p:nvSpPr>
          <p:spPr>
            <a:xfrm>
              <a:off x="6541293" y="3886675"/>
              <a:ext cx="378142" cy="294798"/>
            </a:xfrm>
            <a:custGeom>
              <a:avLst/>
              <a:gdLst>
                <a:gd name="connsiteX0" fmla="*/ 377666 w 378142"/>
                <a:gd name="connsiteY0" fmla="*/ 227171 h 294798"/>
                <a:gd name="connsiteX1" fmla="*/ 374809 w 378142"/>
                <a:gd name="connsiteY1" fmla="*/ 224790 h 294798"/>
                <a:gd name="connsiteX2" fmla="*/ 371951 w 378142"/>
                <a:gd name="connsiteY2" fmla="*/ 221456 h 294798"/>
                <a:gd name="connsiteX3" fmla="*/ 370046 w 378142"/>
                <a:gd name="connsiteY3" fmla="*/ 218123 h 294798"/>
                <a:gd name="connsiteX4" fmla="*/ 368618 w 378142"/>
                <a:gd name="connsiteY4" fmla="*/ 215265 h 294798"/>
                <a:gd name="connsiteX5" fmla="*/ 367665 w 378142"/>
                <a:gd name="connsiteY5" fmla="*/ 209074 h 294798"/>
                <a:gd name="connsiteX6" fmla="*/ 365760 w 378142"/>
                <a:gd name="connsiteY6" fmla="*/ 205264 h 294798"/>
                <a:gd name="connsiteX7" fmla="*/ 363379 w 378142"/>
                <a:gd name="connsiteY7" fmla="*/ 200501 h 294798"/>
                <a:gd name="connsiteX8" fmla="*/ 360521 w 378142"/>
                <a:gd name="connsiteY8" fmla="*/ 191453 h 294798"/>
                <a:gd name="connsiteX9" fmla="*/ 359093 w 378142"/>
                <a:gd name="connsiteY9" fmla="*/ 188595 h 294798"/>
                <a:gd name="connsiteX10" fmla="*/ 356711 w 378142"/>
                <a:gd name="connsiteY10" fmla="*/ 186214 h 294798"/>
                <a:gd name="connsiteX11" fmla="*/ 354330 w 378142"/>
                <a:gd name="connsiteY11" fmla="*/ 184309 h 294798"/>
                <a:gd name="connsiteX12" fmla="*/ 351473 w 378142"/>
                <a:gd name="connsiteY12" fmla="*/ 180499 h 294798"/>
                <a:gd name="connsiteX13" fmla="*/ 344329 w 378142"/>
                <a:gd name="connsiteY13" fmla="*/ 176689 h 294798"/>
                <a:gd name="connsiteX14" fmla="*/ 341948 w 378142"/>
                <a:gd name="connsiteY14" fmla="*/ 173831 h 294798"/>
                <a:gd name="connsiteX15" fmla="*/ 337185 w 378142"/>
                <a:gd name="connsiteY15" fmla="*/ 169069 h 294798"/>
                <a:gd name="connsiteX16" fmla="*/ 336232 w 378142"/>
                <a:gd name="connsiteY16" fmla="*/ 166688 h 294798"/>
                <a:gd name="connsiteX17" fmla="*/ 335756 w 378142"/>
                <a:gd name="connsiteY17" fmla="*/ 164306 h 294798"/>
                <a:gd name="connsiteX18" fmla="*/ 334327 w 378142"/>
                <a:gd name="connsiteY18" fmla="*/ 162401 h 294798"/>
                <a:gd name="connsiteX19" fmla="*/ 331946 w 378142"/>
                <a:gd name="connsiteY19" fmla="*/ 159544 h 294798"/>
                <a:gd name="connsiteX20" fmla="*/ 323850 w 378142"/>
                <a:gd name="connsiteY20" fmla="*/ 154305 h 294798"/>
                <a:gd name="connsiteX21" fmla="*/ 321469 w 378142"/>
                <a:gd name="connsiteY21" fmla="*/ 153829 h 294798"/>
                <a:gd name="connsiteX22" fmla="*/ 318611 w 378142"/>
                <a:gd name="connsiteY22" fmla="*/ 152876 h 294798"/>
                <a:gd name="connsiteX23" fmla="*/ 314325 w 378142"/>
                <a:gd name="connsiteY23" fmla="*/ 152400 h 294798"/>
                <a:gd name="connsiteX24" fmla="*/ 308610 w 378142"/>
                <a:gd name="connsiteY24" fmla="*/ 151448 h 294798"/>
                <a:gd name="connsiteX25" fmla="*/ 303848 w 378142"/>
                <a:gd name="connsiteY25" fmla="*/ 149066 h 294798"/>
                <a:gd name="connsiteX26" fmla="*/ 301466 w 378142"/>
                <a:gd name="connsiteY26" fmla="*/ 147638 h 294798"/>
                <a:gd name="connsiteX27" fmla="*/ 300990 w 378142"/>
                <a:gd name="connsiteY27" fmla="*/ 146685 h 294798"/>
                <a:gd name="connsiteX28" fmla="*/ 301466 w 378142"/>
                <a:gd name="connsiteY28" fmla="*/ 144780 h 294798"/>
                <a:gd name="connsiteX29" fmla="*/ 303371 w 378142"/>
                <a:gd name="connsiteY29" fmla="*/ 141923 h 294798"/>
                <a:gd name="connsiteX30" fmla="*/ 306705 w 378142"/>
                <a:gd name="connsiteY30" fmla="*/ 134779 h 294798"/>
                <a:gd name="connsiteX31" fmla="*/ 309086 w 378142"/>
                <a:gd name="connsiteY31" fmla="*/ 129540 h 294798"/>
                <a:gd name="connsiteX32" fmla="*/ 310515 w 378142"/>
                <a:gd name="connsiteY32" fmla="*/ 128588 h 294798"/>
                <a:gd name="connsiteX33" fmla="*/ 314801 w 378142"/>
                <a:gd name="connsiteY33" fmla="*/ 128111 h 294798"/>
                <a:gd name="connsiteX34" fmla="*/ 319564 w 378142"/>
                <a:gd name="connsiteY34" fmla="*/ 128111 h 294798"/>
                <a:gd name="connsiteX35" fmla="*/ 322898 w 378142"/>
                <a:gd name="connsiteY35" fmla="*/ 128588 h 294798"/>
                <a:gd name="connsiteX36" fmla="*/ 327660 w 378142"/>
                <a:gd name="connsiteY36" fmla="*/ 128588 h 294798"/>
                <a:gd name="connsiteX37" fmla="*/ 333375 w 378142"/>
                <a:gd name="connsiteY37" fmla="*/ 128111 h 294798"/>
                <a:gd name="connsiteX38" fmla="*/ 335756 w 378142"/>
                <a:gd name="connsiteY38" fmla="*/ 126683 h 294798"/>
                <a:gd name="connsiteX39" fmla="*/ 337661 w 378142"/>
                <a:gd name="connsiteY39" fmla="*/ 124778 h 294798"/>
                <a:gd name="connsiteX40" fmla="*/ 338138 w 378142"/>
                <a:gd name="connsiteY40" fmla="*/ 123349 h 294798"/>
                <a:gd name="connsiteX41" fmla="*/ 338614 w 378142"/>
                <a:gd name="connsiteY41" fmla="*/ 120491 h 294798"/>
                <a:gd name="connsiteX42" fmla="*/ 338614 w 378142"/>
                <a:gd name="connsiteY42" fmla="*/ 117634 h 294798"/>
                <a:gd name="connsiteX43" fmla="*/ 338138 w 378142"/>
                <a:gd name="connsiteY43" fmla="*/ 108109 h 294798"/>
                <a:gd name="connsiteX44" fmla="*/ 338138 w 378142"/>
                <a:gd name="connsiteY44" fmla="*/ 101918 h 294798"/>
                <a:gd name="connsiteX45" fmla="*/ 337661 w 378142"/>
                <a:gd name="connsiteY45" fmla="*/ 95250 h 294798"/>
                <a:gd name="connsiteX46" fmla="*/ 337661 w 378142"/>
                <a:gd name="connsiteY46" fmla="*/ 93821 h 294798"/>
                <a:gd name="connsiteX47" fmla="*/ 337661 w 378142"/>
                <a:gd name="connsiteY47" fmla="*/ 93821 h 294798"/>
                <a:gd name="connsiteX48" fmla="*/ 331470 w 378142"/>
                <a:gd name="connsiteY48" fmla="*/ 93821 h 294798"/>
                <a:gd name="connsiteX49" fmla="*/ 330994 w 378142"/>
                <a:gd name="connsiteY49" fmla="*/ 93821 h 294798"/>
                <a:gd name="connsiteX50" fmla="*/ 330994 w 378142"/>
                <a:gd name="connsiteY50" fmla="*/ 93345 h 294798"/>
                <a:gd name="connsiteX51" fmla="*/ 330994 w 378142"/>
                <a:gd name="connsiteY51" fmla="*/ 93345 h 294798"/>
                <a:gd name="connsiteX52" fmla="*/ 330994 w 378142"/>
                <a:gd name="connsiteY52" fmla="*/ 93345 h 294798"/>
                <a:gd name="connsiteX53" fmla="*/ 330518 w 378142"/>
                <a:gd name="connsiteY53" fmla="*/ 92393 h 294798"/>
                <a:gd name="connsiteX54" fmla="*/ 330518 w 378142"/>
                <a:gd name="connsiteY54" fmla="*/ 90964 h 294798"/>
                <a:gd name="connsiteX55" fmla="*/ 330994 w 378142"/>
                <a:gd name="connsiteY55" fmla="*/ 88106 h 294798"/>
                <a:gd name="connsiteX56" fmla="*/ 331470 w 378142"/>
                <a:gd name="connsiteY56" fmla="*/ 85249 h 294798"/>
                <a:gd name="connsiteX57" fmla="*/ 333851 w 378142"/>
                <a:gd name="connsiteY57" fmla="*/ 80963 h 294798"/>
                <a:gd name="connsiteX58" fmla="*/ 333851 w 378142"/>
                <a:gd name="connsiteY58" fmla="*/ 80486 h 294798"/>
                <a:gd name="connsiteX59" fmla="*/ 333851 w 378142"/>
                <a:gd name="connsiteY59" fmla="*/ 80010 h 294798"/>
                <a:gd name="connsiteX60" fmla="*/ 333851 w 378142"/>
                <a:gd name="connsiteY60" fmla="*/ 80010 h 294798"/>
                <a:gd name="connsiteX61" fmla="*/ 333375 w 378142"/>
                <a:gd name="connsiteY61" fmla="*/ 79058 h 294798"/>
                <a:gd name="connsiteX62" fmla="*/ 333375 w 378142"/>
                <a:gd name="connsiteY62" fmla="*/ 78581 h 294798"/>
                <a:gd name="connsiteX63" fmla="*/ 333375 w 378142"/>
                <a:gd name="connsiteY63" fmla="*/ 77629 h 294798"/>
                <a:gd name="connsiteX64" fmla="*/ 333375 w 378142"/>
                <a:gd name="connsiteY64" fmla="*/ 75248 h 294798"/>
                <a:gd name="connsiteX65" fmla="*/ 333851 w 378142"/>
                <a:gd name="connsiteY65" fmla="*/ 74771 h 294798"/>
                <a:gd name="connsiteX66" fmla="*/ 333375 w 378142"/>
                <a:gd name="connsiteY66" fmla="*/ 73819 h 294798"/>
                <a:gd name="connsiteX67" fmla="*/ 333375 w 378142"/>
                <a:gd name="connsiteY67" fmla="*/ 72866 h 294798"/>
                <a:gd name="connsiteX68" fmla="*/ 331946 w 378142"/>
                <a:gd name="connsiteY68" fmla="*/ 69533 h 294798"/>
                <a:gd name="connsiteX69" fmla="*/ 331470 w 378142"/>
                <a:gd name="connsiteY69" fmla="*/ 68580 h 294798"/>
                <a:gd name="connsiteX70" fmla="*/ 316706 w 378142"/>
                <a:gd name="connsiteY70" fmla="*/ 56674 h 294798"/>
                <a:gd name="connsiteX71" fmla="*/ 313849 w 378142"/>
                <a:gd name="connsiteY71" fmla="*/ 53340 h 294798"/>
                <a:gd name="connsiteX72" fmla="*/ 313849 w 378142"/>
                <a:gd name="connsiteY72" fmla="*/ 53340 h 294798"/>
                <a:gd name="connsiteX73" fmla="*/ 313373 w 378142"/>
                <a:gd name="connsiteY73" fmla="*/ 53340 h 294798"/>
                <a:gd name="connsiteX74" fmla="*/ 305752 w 378142"/>
                <a:gd name="connsiteY74" fmla="*/ 50483 h 294798"/>
                <a:gd name="connsiteX75" fmla="*/ 305276 w 378142"/>
                <a:gd name="connsiteY75" fmla="*/ 50006 h 294798"/>
                <a:gd name="connsiteX76" fmla="*/ 305276 w 378142"/>
                <a:gd name="connsiteY76" fmla="*/ 50006 h 294798"/>
                <a:gd name="connsiteX77" fmla="*/ 305752 w 378142"/>
                <a:gd name="connsiteY77" fmla="*/ 49054 h 294798"/>
                <a:gd name="connsiteX78" fmla="*/ 306705 w 378142"/>
                <a:gd name="connsiteY78" fmla="*/ 47625 h 294798"/>
                <a:gd name="connsiteX79" fmla="*/ 306705 w 378142"/>
                <a:gd name="connsiteY79" fmla="*/ 47149 h 294798"/>
                <a:gd name="connsiteX80" fmla="*/ 306705 w 378142"/>
                <a:gd name="connsiteY80" fmla="*/ 46673 h 294798"/>
                <a:gd name="connsiteX81" fmla="*/ 303371 w 378142"/>
                <a:gd name="connsiteY81" fmla="*/ 21431 h 294798"/>
                <a:gd name="connsiteX82" fmla="*/ 303371 w 378142"/>
                <a:gd name="connsiteY82" fmla="*/ 20955 h 294798"/>
                <a:gd name="connsiteX83" fmla="*/ 303848 w 378142"/>
                <a:gd name="connsiteY83" fmla="*/ 20479 h 294798"/>
                <a:gd name="connsiteX84" fmla="*/ 303848 w 378142"/>
                <a:gd name="connsiteY84" fmla="*/ 20479 h 294798"/>
                <a:gd name="connsiteX85" fmla="*/ 304324 w 378142"/>
                <a:gd name="connsiteY85" fmla="*/ 20003 h 294798"/>
                <a:gd name="connsiteX86" fmla="*/ 304800 w 378142"/>
                <a:gd name="connsiteY86" fmla="*/ 19526 h 294798"/>
                <a:gd name="connsiteX87" fmla="*/ 305276 w 378142"/>
                <a:gd name="connsiteY87" fmla="*/ 18574 h 294798"/>
                <a:gd name="connsiteX88" fmla="*/ 305276 w 378142"/>
                <a:gd name="connsiteY88" fmla="*/ 18098 h 294798"/>
                <a:gd name="connsiteX89" fmla="*/ 305752 w 378142"/>
                <a:gd name="connsiteY89" fmla="*/ 13335 h 294798"/>
                <a:gd name="connsiteX90" fmla="*/ 305752 w 378142"/>
                <a:gd name="connsiteY90" fmla="*/ 9525 h 294798"/>
                <a:gd name="connsiteX91" fmla="*/ 307657 w 378142"/>
                <a:gd name="connsiteY91" fmla="*/ 2858 h 294798"/>
                <a:gd name="connsiteX92" fmla="*/ 307657 w 378142"/>
                <a:gd name="connsiteY92" fmla="*/ 0 h 294798"/>
                <a:gd name="connsiteX93" fmla="*/ 291465 w 378142"/>
                <a:gd name="connsiteY93" fmla="*/ 0 h 294798"/>
                <a:gd name="connsiteX94" fmla="*/ 291465 w 378142"/>
                <a:gd name="connsiteY94" fmla="*/ 0 h 294798"/>
                <a:gd name="connsiteX95" fmla="*/ 291465 w 378142"/>
                <a:gd name="connsiteY95" fmla="*/ 476 h 294798"/>
                <a:gd name="connsiteX96" fmla="*/ 291465 w 378142"/>
                <a:gd name="connsiteY96" fmla="*/ 476 h 294798"/>
                <a:gd name="connsiteX97" fmla="*/ 291465 w 378142"/>
                <a:gd name="connsiteY97" fmla="*/ 476 h 294798"/>
                <a:gd name="connsiteX98" fmla="*/ 291465 w 378142"/>
                <a:gd name="connsiteY98" fmla="*/ 953 h 294798"/>
                <a:gd name="connsiteX99" fmla="*/ 291465 w 378142"/>
                <a:gd name="connsiteY99" fmla="*/ 1905 h 294798"/>
                <a:gd name="connsiteX100" fmla="*/ 291465 w 378142"/>
                <a:gd name="connsiteY100" fmla="*/ 2381 h 294798"/>
                <a:gd name="connsiteX101" fmla="*/ 291465 w 378142"/>
                <a:gd name="connsiteY101" fmla="*/ 2858 h 294798"/>
                <a:gd name="connsiteX102" fmla="*/ 291465 w 378142"/>
                <a:gd name="connsiteY102" fmla="*/ 4286 h 294798"/>
                <a:gd name="connsiteX103" fmla="*/ 291941 w 378142"/>
                <a:gd name="connsiteY103" fmla="*/ 5715 h 294798"/>
                <a:gd name="connsiteX104" fmla="*/ 291941 w 378142"/>
                <a:gd name="connsiteY104" fmla="*/ 6191 h 294798"/>
                <a:gd name="connsiteX105" fmla="*/ 291941 w 378142"/>
                <a:gd name="connsiteY105" fmla="*/ 6191 h 294798"/>
                <a:gd name="connsiteX106" fmla="*/ 291941 w 378142"/>
                <a:gd name="connsiteY106" fmla="*/ 7144 h 294798"/>
                <a:gd name="connsiteX107" fmla="*/ 269557 w 378142"/>
                <a:gd name="connsiteY107" fmla="*/ 7144 h 294798"/>
                <a:gd name="connsiteX108" fmla="*/ 278606 w 378142"/>
                <a:gd name="connsiteY108" fmla="*/ 17145 h 294798"/>
                <a:gd name="connsiteX109" fmla="*/ 278606 w 378142"/>
                <a:gd name="connsiteY109" fmla="*/ 17621 h 294798"/>
                <a:gd name="connsiteX110" fmla="*/ 278606 w 378142"/>
                <a:gd name="connsiteY110" fmla="*/ 18098 h 294798"/>
                <a:gd name="connsiteX111" fmla="*/ 278606 w 378142"/>
                <a:gd name="connsiteY111" fmla="*/ 18574 h 294798"/>
                <a:gd name="connsiteX112" fmla="*/ 279082 w 378142"/>
                <a:gd name="connsiteY112" fmla="*/ 21908 h 294798"/>
                <a:gd name="connsiteX113" fmla="*/ 278606 w 378142"/>
                <a:gd name="connsiteY113" fmla="*/ 27146 h 294798"/>
                <a:gd name="connsiteX114" fmla="*/ 278606 w 378142"/>
                <a:gd name="connsiteY114" fmla="*/ 30956 h 294798"/>
                <a:gd name="connsiteX115" fmla="*/ 279082 w 378142"/>
                <a:gd name="connsiteY115" fmla="*/ 33338 h 294798"/>
                <a:gd name="connsiteX116" fmla="*/ 281464 w 378142"/>
                <a:gd name="connsiteY116" fmla="*/ 37624 h 294798"/>
                <a:gd name="connsiteX117" fmla="*/ 281464 w 378142"/>
                <a:gd name="connsiteY117" fmla="*/ 38576 h 294798"/>
                <a:gd name="connsiteX118" fmla="*/ 280511 w 378142"/>
                <a:gd name="connsiteY118" fmla="*/ 39529 h 294798"/>
                <a:gd name="connsiteX119" fmla="*/ 264795 w 378142"/>
                <a:gd name="connsiteY119" fmla="*/ 52864 h 294798"/>
                <a:gd name="connsiteX120" fmla="*/ 264319 w 378142"/>
                <a:gd name="connsiteY120" fmla="*/ 53816 h 294798"/>
                <a:gd name="connsiteX121" fmla="*/ 261938 w 378142"/>
                <a:gd name="connsiteY121" fmla="*/ 59055 h 294798"/>
                <a:gd name="connsiteX122" fmla="*/ 260032 w 378142"/>
                <a:gd name="connsiteY122" fmla="*/ 62389 h 294798"/>
                <a:gd name="connsiteX123" fmla="*/ 259080 w 378142"/>
                <a:gd name="connsiteY123" fmla="*/ 63341 h 294798"/>
                <a:gd name="connsiteX124" fmla="*/ 255270 w 378142"/>
                <a:gd name="connsiteY124" fmla="*/ 68104 h 294798"/>
                <a:gd name="connsiteX125" fmla="*/ 240506 w 378142"/>
                <a:gd name="connsiteY125" fmla="*/ 82391 h 294798"/>
                <a:gd name="connsiteX126" fmla="*/ 238125 w 378142"/>
                <a:gd name="connsiteY126" fmla="*/ 83344 h 294798"/>
                <a:gd name="connsiteX127" fmla="*/ 230981 w 378142"/>
                <a:gd name="connsiteY127" fmla="*/ 83820 h 294798"/>
                <a:gd name="connsiteX128" fmla="*/ 227171 w 378142"/>
                <a:gd name="connsiteY128" fmla="*/ 83820 h 294798"/>
                <a:gd name="connsiteX129" fmla="*/ 226695 w 378142"/>
                <a:gd name="connsiteY129" fmla="*/ 83820 h 294798"/>
                <a:gd name="connsiteX130" fmla="*/ 226219 w 378142"/>
                <a:gd name="connsiteY130" fmla="*/ 84296 h 294798"/>
                <a:gd name="connsiteX131" fmla="*/ 225743 w 378142"/>
                <a:gd name="connsiteY131" fmla="*/ 84296 h 294798"/>
                <a:gd name="connsiteX132" fmla="*/ 225266 w 378142"/>
                <a:gd name="connsiteY132" fmla="*/ 84773 h 294798"/>
                <a:gd name="connsiteX133" fmla="*/ 224790 w 378142"/>
                <a:gd name="connsiteY133" fmla="*/ 84773 h 294798"/>
                <a:gd name="connsiteX134" fmla="*/ 224314 w 378142"/>
                <a:gd name="connsiteY134" fmla="*/ 84296 h 294798"/>
                <a:gd name="connsiteX135" fmla="*/ 215265 w 378142"/>
                <a:gd name="connsiteY135" fmla="*/ 76200 h 294798"/>
                <a:gd name="connsiteX136" fmla="*/ 199073 w 378142"/>
                <a:gd name="connsiteY136" fmla="*/ 66199 h 294798"/>
                <a:gd name="connsiteX137" fmla="*/ 197644 w 378142"/>
                <a:gd name="connsiteY137" fmla="*/ 67151 h 294798"/>
                <a:gd name="connsiteX138" fmla="*/ 188595 w 378142"/>
                <a:gd name="connsiteY138" fmla="*/ 71438 h 294798"/>
                <a:gd name="connsiteX139" fmla="*/ 186690 w 378142"/>
                <a:gd name="connsiteY139" fmla="*/ 72390 h 294798"/>
                <a:gd name="connsiteX140" fmla="*/ 185738 w 378142"/>
                <a:gd name="connsiteY140" fmla="*/ 73343 h 294798"/>
                <a:gd name="connsiteX141" fmla="*/ 185261 w 378142"/>
                <a:gd name="connsiteY141" fmla="*/ 78105 h 294798"/>
                <a:gd name="connsiteX142" fmla="*/ 183832 w 378142"/>
                <a:gd name="connsiteY142" fmla="*/ 80486 h 294798"/>
                <a:gd name="connsiteX143" fmla="*/ 180975 w 378142"/>
                <a:gd name="connsiteY143" fmla="*/ 83344 h 294798"/>
                <a:gd name="connsiteX144" fmla="*/ 173355 w 378142"/>
                <a:gd name="connsiteY144" fmla="*/ 85249 h 294798"/>
                <a:gd name="connsiteX145" fmla="*/ 169069 w 378142"/>
                <a:gd name="connsiteY145" fmla="*/ 86678 h 294798"/>
                <a:gd name="connsiteX146" fmla="*/ 164782 w 378142"/>
                <a:gd name="connsiteY146" fmla="*/ 88583 h 294798"/>
                <a:gd name="connsiteX147" fmla="*/ 164306 w 378142"/>
                <a:gd name="connsiteY147" fmla="*/ 89059 h 294798"/>
                <a:gd name="connsiteX148" fmla="*/ 164306 w 378142"/>
                <a:gd name="connsiteY148" fmla="*/ 89059 h 294798"/>
                <a:gd name="connsiteX149" fmla="*/ 162401 w 378142"/>
                <a:gd name="connsiteY149" fmla="*/ 90964 h 294798"/>
                <a:gd name="connsiteX150" fmla="*/ 159544 w 378142"/>
                <a:gd name="connsiteY150" fmla="*/ 93821 h 294798"/>
                <a:gd name="connsiteX151" fmla="*/ 159068 w 378142"/>
                <a:gd name="connsiteY151" fmla="*/ 96203 h 294798"/>
                <a:gd name="connsiteX152" fmla="*/ 159544 w 378142"/>
                <a:gd name="connsiteY152" fmla="*/ 98108 h 294798"/>
                <a:gd name="connsiteX153" fmla="*/ 132398 w 378142"/>
                <a:gd name="connsiteY153" fmla="*/ 98108 h 294798"/>
                <a:gd name="connsiteX154" fmla="*/ 130969 w 378142"/>
                <a:gd name="connsiteY154" fmla="*/ 96679 h 294798"/>
                <a:gd name="connsiteX155" fmla="*/ 127159 w 378142"/>
                <a:gd name="connsiteY155" fmla="*/ 89059 h 294798"/>
                <a:gd name="connsiteX156" fmla="*/ 126682 w 378142"/>
                <a:gd name="connsiteY156" fmla="*/ 89059 h 294798"/>
                <a:gd name="connsiteX157" fmla="*/ 124301 w 378142"/>
                <a:gd name="connsiteY157" fmla="*/ 89535 h 294798"/>
                <a:gd name="connsiteX158" fmla="*/ 99536 w 378142"/>
                <a:gd name="connsiteY158" fmla="*/ 88583 h 294798"/>
                <a:gd name="connsiteX159" fmla="*/ 95726 w 378142"/>
                <a:gd name="connsiteY159" fmla="*/ 89535 h 294798"/>
                <a:gd name="connsiteX160" fmla="*/ 89059 w 378142"/>
                <a:gd name="connsiteY160" fmla="*/ 92393 h 294798"/>
                <a:gd name="connsiteX161" fmla="*/ 85249 w 378142"/>
                <a:gd name="connsiteY161" fmla="*/ 92869 h 294798"/>
                <a:gd name="connsiteX162" fmla="*/ 81439 w 378142"/>
                <a:gd name="connsiteY162" fmla="*/ 91440 h 294798"/>
                <a:gd name="connsiteX163" fmla="*/ 68580 w 378142"/>
                <a:gd name="connsiteY163" fmla="*/ 76676 h 294798"/>
                <a:gd name="connsiteX164" fmla="*/ 65723 w 378142"/>
                <a:gd name="connsiteY164" fmla="*/ 74771 h 294798"/>
                <a:gd name="connsiteX165" fmla="*/ 64770 w 378142"/>
                <a:gd name="connsiteY165" fmla="*/ 73819 h 294798"/>
                <a:gd name="connsiteX166" fmla="*/ 62865 w 378142"/>
                <a:gd name="connsiteY166" fmla="*/ 71438 h 294798"/>
                <a:gd name="connsiteX167" fmla="*/ 60007 w 378142"/>
                <a:gd name="connsiteY167" fmla="*/ 69533 h 294798"/>
                <a:gd name="connsiteX168" fmla="*/ 59055 w 378142"/>
                <a:gd name="connsiteY168" fmla="*/ 68580 h 294798"/>
                <a:gd name="connsiteX169" fmla="*/ 59055 w 378142"/>
                <a:gd name="connsiteY169" fmla="*/ 67151 h 294798"/>
                <a:gd name="connsiteX170" fmla="*/ 59055 w 378142"/>
                <a:gd name="connsiteY170" fmla="*/ 63818 h 294798"/>
                <a:gd name="connsiteX171" fmla="*/ 58102 w 378142"/>
                <a:gd name="connsiteY171" fmla="*/ 61913 h 294798"/>
                <a:gd name="connsiteX172" fmla="*/ 56198 w 378142"/>
                <a:gd name="connsiteY172" fmla="*/ 61436 h 294798"/>
                <a:gd name="connsiteX173" fmla="*/ 38576 w 378142"/>
                <a:gd name="connsiteY173" fmla="*/ 64770 h 294798"/>
                <a:gd name="connsiteX174" fmla="*/ 36195 w 378142"/>
                <a:gd name="connsiteY174" fmla="*/ 64294 h 294798"/>
                <a:gd name="connsiteX175" fmla="*/ 32385 w 378142"/>
                <a:gd name="connsiteY175" fmla="*/ 64770 h 294798"/>
                <a:gd name="connsiteX176" fmla="*/ 30956 w 378142"/>
                <a:gd name="connsiteY176" fmla="*/ 65723 h 294798"/>
                <a:gd name="connsiteX177" fmla="*/ 29527 w 378142"/>
                <a:gd name="connsiteY177" fmla="*/ 67628 h 294798"/>
                <a:gd name="connsiteX178" fmla="*/ 29527 w 378142"/>
                <a:gd name="connsiteY178" fmla="*/ 69533 h 294798"/>
                <a:gd name="connsiteX179" fmla="*/ 29527 w 378142"/>
                <a:gd name="connsiteY179" fmla="*/ 71438 h 294798"/>
                <a:gd name="connsiteX180" fmla="*/ 29051 w 378142"/>
                <a:gd name="connsiteY180" fmla="*/ 73819 h 294798"/>
                <a:gd name="connsiteX181" fmla="*/ 27623 w 378142"/>
                <a:gd name="connsiteY181" fmla="*/ 75724 h 294798"/>
                <a:gd name="connsiteX182" fmla="*/ 22860 w 378142"/>
                <a:gd name="connsiteY182" fmla="*/ 80963 h 294798"/>
                <a:gd name="connsiteX183" fmla="*/ 21431 w 378142"/>
                <a:gd name="connsiteY183" fmla="*/ 83344 h 294798"/>
                <a:gd name="connsiteX184" fmla="*/ 21907 w 378142"/>
                <a:gd name="connsiteY184" fmla="*/ 88583 h 294798"/>
                <a:gd name="connsiteX185" fmla="*/ 21431 w 378142"/>
                <a:gd name="connsiteY185" fmla="*/ 91440 h 294798"/>
                <a:gd name="connsiteX186" fmla="*/ 20479 w 378142"/>
                <a:gd name="connsiteY186" fmla="*/ 92869 h 294798"/>
                <a:gd name="connsiteX187" fmla="*/ 18574 w 378142"/>
                <a:gd name="connsiteY187" fmla="*/ 94774 h 294798"/>
                <a:gd name="connsiteX188" fmla="*/ 17621 w 378142"/>
                <a:gd name="connsiteY188" fmla="*/ 96203 h 294798"/>
                <a:gd name="connsiteX189" fmla="*/ 17145 w 378142"/>
                <a:gd name="connsiteY189" fmla="*/ 98108 h 294798"/>
                <a:gd name="connsiteX190" fmla="*/ 17145 w 378142"/>
                <a:gd name="connsiteY190" fmla="*/ 101441 h 294798"/>
                <a:gd name="connsiteX191" fmla="*/ 16669 w 378142"/>
                <a:gd name="connsiteY191" fmla="*/ 103346 h 294798"/>
                <a:gd name="connsiteX192" fmla="*/ 14288 w 378142"/>
                <a:gd name="connsiteY192" fmla="*/ 107633 h 294798"/>
                <a:gd name="connsiteX193" fmla="*/ 13335 w 378142"/>
                <a:gd name="connsiteY193" fmla="*/ 109061 h 294798"/>
                <a:gd name="connsiteX194" fmla="*/ 13335 w 378142"/>
                <a:gd name="connsiteY194" fmla="*/ 112395 h 294798"/>
                <a:gd name="connsiteX195" fmla="*/ 12859 w 378142"/>
                <a:gd name="connsiteY195" fmla="*/ 113348 h 294798"/>
                <a:gd name="connsiteX196" fmla="*/ 5239 w 378142"/>
                <a:gd name="connsiteY196" fmla="*/ 115729 h 294798"/>
                <a:gd name="connsiteX197" fmla="*/ 1905 w 378142"/>
                <a:gd name="connsiteY197" fmla="*/ 117158 h 294798"/>
                <a:gd name="connsiteX198" fmla="*/ 476 w 378142"/>
                <a:gd name="connsiteY198" fmla="*/ 119539 h 294798"/>
                <a:gd name="connsiteX199" fmla="*/ 0 w 378142"/>
                <a:gd name="connsiteY199" fmla="*/ 120491 h 294798"/>
                <a:gd name="connsiteX200" fmla="*/ 1429 w 378142"/>
                <a:gd name="connsiteY200" fmla="*/ 120968 h 294798"/>
                <a:gd name="connsiteX201" fmla="*/ 2381 w 378142"/>
                <a:gd name="connsiteY201" fmla="*/ 122396 h 294798"/>
                <a:gd name="connsiteX202" fmla="*/ 952 w 378142"/>
                <a:gd name="connsiteY202" fmla="*/ 127635 h 294798"/>
                <a:gd name="connsiteX203" fmla="*/ 1905 w 378142"/>
                <a:gd name="connsiteY203" fmla="*/ 130493 h 294798"/>
                <a:gd name="connsiteX204" fmla="*/ 4763 w 378142"/>
                <a:gd name="connsiteY204" fmla="*/ 133350 h 294798"/>
                <a:gd name="connsiteX205" fmla="*/ 7620 w 378142"/>
                <a:gd name="connsiteY205" fmla="*/ 134303 h 294798"/>
                <a:gd name="connsiteX206" fmla="*/ 10477 w 378142"/>
                <a:gd name="connsiteY206" fmla="*/ 135255 h 294798"/>
                <a:gd name="connsiteX207" fmla="*/ 20002 w 378142"/>
                <a:gd name="connsiteY207" fmla="*/ 136684 h 294798"/>
                <a:gd name="connsiteX208" fmla="*/ 23813 w 378142"/>
                <a:gd name="connsiteY208" fmla="*/ 138589 h 294798"/>
                <a:gd name="connsiteX209" fmla="*/ 29051 w 378142"/>
                <a:gd name="connsiteY209" fmla="*/ 144304 h 294798"/>
                <a:gd name="connsiteX210" fmla="*/ 35719 w 378142"/>
                <a:gd name="connsiteY210" fmla="*/ 149543 h 294798"/>
                <a:gd name="connsiteX211" fmla="*/ 37148 w 378142"/>
                <a:gd name="connsiteY211" fmla="*/ 152400 h 294798"/>
                <a:gd name="connsiteX212" fmla="*/ 37148 w 378142"/>
                <a:gd name="connsiteY212" fmla="*/ 154781 h 294798"/>
                <a:gd name="connsiteX213" fmla="*/ 35243 w 378142"/>
                <a:gd name="connsiteY213" fmla="*/ 158115 h 294798"/>
                <a:gd name="connsiteX214" fmla="*/ 35243 w 378142"/>
                <a:gd name="connsiteY214" fmla="*/ 159544 h 294798"/>
                <a:gd name="connsiteX215" fmla="*/ 38100 w 378142"/>
                <a:gd name="connsiteY215" fmla="*/ 162401 h 294798"/>
                <a:gd name="connsiteX216" fmla="*/ 41910 w 378142"/>
                <a:gd name="connsiteY216" fmla="*/ 165735 h 294798"/>
                <a:gd name="connsiteX217" fmla="*/ 48101 w 378142"/>
                <a:gd name="connsiteY217" fmla="*/ 169069 h 294798"/>
                <a:gd name="connsiteX218" fmla="*/ 59055 w 378142"/>
                <a:gd name="connsiteY218" fmla="*/ 174784 h 294798"/>
                <a:gd name="connsiteX219" fmla="*/ 64294 w 378142"/>
                <a:gd name="connsiteY219" fmla="*/ 178594 h 294798"/>
                <a:gd name="connsiteX220" fmla="*/ 65723 w 378142"/>
                <a:gd name="connsiteY220" fmla="*/ 181451 h 294798"/>
                <a:gd name="connsiteX221" fmla="*/ 68580 w 378142"/>
                <a:gd name="connsiteY221" fmla="*/ 184309 h 294798"/>
                <a:gd name="connsiteX222" fmla="*/ 72390 w 378142"/>
                <a:gd name="connsiteY222" fmla="*/ 187166 h 294798"/>
                <a:gd name="connsiteX223" fmla="*/ 75248 w 378142"/>
                <a:gd name="connsiteY223" fmla="*/ 189071 h 294798"/>
                <a:gd name="connsiteX224" fmla="*/ 73343 w 378142"/>
                <a:gd name="connsiteY224" fmla="*/ 195263 h 294798"/>
                <a:gd name="connsiteX225" fmla="*/ 73819 w 378142"/>
                <a:gd name="connsiteY225" fmla="*/ 197168 h 294798"/>
                <a:gd name="connsiteX226" fmla="*/ 74771 w 378142"/>
                <a:gd name="connsiteY226" fmla="*/ 199073 h 294798"/>
                <a:gd name="connsiteX227" fmla="*/ 77152 w 378142"/>
                <a:gd name="connsiteY227" fmla="*/ 201454 h 294798"/>
                <a:gd name="connsiteX228" fmla="*/ 78105 w 378142"/>
                <a:gd name="connsiteY228" fmla="*/ 204311 h 294798"/>
                <a:gd name="connsiteX229" fmla="*/ 80486 w 378142"/>
                <a:gd name="connsiteY229" fmla="*/ 208121 h 294798"/>
                <a:gd name="connsiteX230" fmla="*/ 82868 w 378142"/>
                <a:gd name="connsiteY230" fmla="*/ 210026 h 294798"/>
                <a:gd name="connsiteX231" fmla="*/ 87630 w 378142"/>
                <a:gd name="connsiteY231" fmla="*/ 210503 h 294798"/>
                <a:gd name="connsiteX232" fmla="*/ 90011 w 378142"/>
                <a:gd name="connsiteY232" fmla="*/ 212408 h 294798"/>
                <a:gd name="connsiteX233" fmla="*/ 94774 w 378142"/>
                <a:gd name="connsiteY233" fmla="*/ 215265 h 294798"/>
                <a:gd name="connsiteX234" fmla="*/ 99536 w 378142"/>
                <a:gd name="connsiteY234" fmla="*/ 218123 h 294798"/>
                <a:gd name="connsiteX235" fmla="*/ 101918 w 378142"/>
                <a:gd name="connsiteY235" fmla="*/ 220028 h 294798"/>
                <a:gd name="connsiteX236" fmla="*/ 102870 w 378142"/>
                <a:gd name="connsiteY236" fmla="*/ 221456 h 294798"/>
                <a:gd name="connsiteX237" fmla="*/ 104299 w 378142"/>
                <a:gd name="connsiteY237" fmla="*/ 223361 h 294798"/>
                <a:gd name="connsiteX238" fmla="*/ 104775 w 378142"/>
                <a:gd name="connsiteY238" fmla="*/ 225266 h 294798"/>
                <a:gd name="connsiteX239" fmla="*/ 104775 w 378142"/>
                <a:gd name="connsiteY239" fmla="*/ 229553 h 294798"/>
                <a:gd name="connsiteX240" fmla="*/ 105727 w 378142"/>
                <a:gd name="connsiteY240" fmla="*/ 234315 h 294798"/>
                <a:gd name="connsiteX241" fmla="*/ 108109 w 378142"/>
                <a:gd name="connsiteY241" fmla="*/ 238125 h 294798"/>
                <a:gd name="connsiteX242" fmla="*/ 110490 w 378142"/>
                <a:gd name="connsiteY242" fmla="*/ 240506 h 294798"/>
                <a:gd name="connsiteX243" fmla="*/ 111919 w 378142"/>
                <a:gd name="connsiteY243" fmla="*/ 242888 h 294798"/>
                <a:gd name="connsiteX244" fmla="*/ 113824 w 378142"/>
                <a:gd name="connsiteY244" fmla="*/ 245269 h 294798"/>
                <a:gd name="connsiteX245" fmla="*/ 119539 w 378142"/>
                <a:gd name="connsiteY245" fmla="*/ 249555 h 294798"/>
                <a:gd name="connsiteX246" fmla="*/ 121444 w 378142"/>
                <a:gd name="connsiteY246" fmla="*/ 251936 h 294798"/>
                <a:gd name="connsiteX247" fmla="*/ 122873 w 378142"/>
                <a:gd name="connsiteY247" fmla="*/ 254318 h 294798"/>
                <a:gd name="connsiteX248" fmla="*/ 123825 w 378142"/>
                <a:gd name="connsiteY248" fmla="*/ 256223 h 294798"/>
                <a:gd name="connsiteX249" fmla="*/ 125730 w 378142"/>
                <a:gd name="connsiteY249" fmla="*/ 257651 h 294798"/>
                <a:gd name="connsiteX250" fmla="*/ 128111 w 378142"/>
                <a:gd name="connsiteY250" fmla="*/ 258604 h 294798"/>
                <a:gd name="connsiteX251" fmla="*/ 130016 w 378142"/>
                <a:gd name="connsiteY251" fmla="*/ 260033 h 294798"/>
                <a:gd name="connsiteX252" fmla="*/ 131445 w 378142"/>
                <a:gd name="connsiteY252" fmla="*/ 261938 h 294798"/>
                <a:gd name="connsiteX253" fmla="*/ 133350 w 378142"/>
                <a:gd name="connsiteY253" fmla="*/ 263843 h 294798"/>
                <a:gd name="connsiteX254" fmla="*/ 137636 w 378142"/>
                <a:gd name="connsiteY254" fmla="*/ 266224 h 294798"/>
                <a:gd name="connsiteX255" fmla="*/ 139541 w 378142"/>
                <a:gd name="connsiteY255" fmla="*/ 266224 h 294798"/>
                <a:gd name="connsiteX256" fmla="*/ 141446 w 378142"/>
                <a:gd name="connsiteY256" fmla="*/ 266700 h 294798"/>
                <a:gd name="connsiteX257" fmla="*/ 143351 w 378142"/>
                <a:gd name="connsiteY257" fmla="*/ 267176 h 294798"/>
                <a:gd name="connsiteX258" fmla="*/ 145256 w 378142"/>
                <a:gd name="connsiteY258" fmla="*/ 267176 h 294798"/>
                <a:gd name="connsiteX259" fmla="*/ 148590 w 378142"/>
                <a:gd name="connsiteY259" fmla="*/ 265271 h 294798"/>
                <a:gd name="connsiteX260" fmla="*/ 152876 w 378142"/>
                <a:gd name="connsiteY260" fmla="*/ 262414 h 294798"/>
                <a:gd name="connsiteX261" fmla="*/ 155734 w 378142"/>
                <a:gd name="connsiteY261" fmla="*/ 260985 h 294798"/>
                <a:gd name="connsiteX262" fmla="*/ 162877 w 378142"/>
                <a:gd name="connsiteY262" fmla="*/ 261461 h 294798"/>
                <a:gd name="connsiteX263" fmla="*/ 166688 w 378142"/>
                <a:gd name="connsiteY263" fmla="*/ 262890 h 294798"/>
                <a:gd name="connsiteX264" fmla="*/ 170021 w 378142"/>
                <a:gd name="connsiteY264" fmla="*/ 264795 h 294798"/>
                <a:gd name="connsiteX265" fmla="*/ 172402 w 378142"/>
                <a:gd name="connsiteY265" fmla="*/ 264795 h 294798"/>
                <a:gd name="connsiteX266" fmla="*/ 178118 w 378142"/>
                <a:gd name="connsiteY266" fmla="*/ 260985 h 294798"/>
                <a:gd name="connsiteX267" fmla="*/ 180975 w 378142"/>
                <a:gd name="connsiteY267" fmla="*/ 257175 h 294798"/>
                <a:gd name="connsiteX268" fmla="*/ 183832 w 378142"/>
                <a:gd name="connsiteY268" fmla="*/ 256699 h 294798"/>
                <a:gd name="connsiteX269" fmla="*/ 188119 w 378142"/>
                <a:gd name="connsiteY269" fmla="*/ 258128 h 294798"/>
                <a:gd name="connsiteX270" fmla="*/ 191452 w 378142"/>
                <a:gd name="connsiteY270" fmla="*/ 261938 h 294798"/>
                <a:gd name="connsiteX271" fmla="*/ 194310 w 378142"/>
                <a:gd name="connsiteY271" fmla="*/ 266700 h 294798"/>
                <a:gd name="connsiteX272" fmla="*/ 196691 w 378142"/>
                <a:gd name="connsiteY272" fmla="*/ 269081 h 294798"/>
                <a:gd name="connsiteX273" fmla="*/ 199549 w 378142"/>
                <a:gd name="connsiteY273" fmla="*/ 271939 h 294798"/>
                <a:gd name="connsiteX274" fmla="*/ 205740 w 378142"/>
                <a:gd name="connsiteY274" fmla="*/ 278606 h 294798"/>
                <a:gd name="connsiteX275" fmla="*/ 213360 w 378142"/>
                <a:gd name="connsiteY275" fmla="*/ 281940 h 294798"/>
                <a:gd name="connsiteX276" fmla="*/ 216218 w 378142"/>
                <a:gd name="connsiteY276" fmla="*/ 283369 h 294798"/>
                <a:gd name="connsiteX277" fmla="*/ 217170 w 378142"/>
                <a:gd name="connsiteY277" fmla="*/ 285274 h 294798"/>
                <a:gd name="connsiteX278" fmla="*/ 217646 w 378142"/>
                <a:gd name="connsiteY278" fmla="*/ 287179 h 294798"/>
                <a:gd name="connsiteX279" fmla="*/ 218123 w 378142"/>
                <a:gd name="connsiteY279" fmla="*/ 289560 h 294798"/>
                <a:gd name="connsiteX280" fmla="*/ 219075 w 378142"/>
                <a:gd name="connsiteY280" fmla="*/ 290513 h 294798"/>
                <a:gd name="connsiteX281" fmla="*/ 220980 w 378142"/>
                <a:gd name="connsiteY281" fmla="*/ 290036 h 294798"/>
                <a:gd name="connsiteX282" fmla="*/ 222885 w 378142"/>
                <a:gd name="connsiteY282" fmla="*/ 290036 h 294798"/>
                <a:gd name="connsiteX283" fmla="*/ 224790 w 378142"/>
                <a:gd name="connsiteY283" fmla="*/ 290513 h 294798"/>
                <a:gd name="connsiteX284" fmla="*/ 226219 w 378142"/>
                <a:gd name="connsiteY284" fmla="*/ 292418 h 294798"/>
                <a:gd name="connsiteX285" fmla="*/ 226695 w 378142"/>
                <a:gd name="connsiteY285" fmla="*/ 293370 h 294798"/>
                <a:gd name="connsiteX286" fmla="*/ 227648 w 378142"/>
                <a:gd name="connsiteY286" fmla="*/ 294799 h 294798"/>
                <a:gd name="connsiteX287" fmla="*/ 228600 w 378142"/>
                <a:gd name="connsiteY287" fmla="*/ 293370 h 294798"/>
                <a:gd name="connsiteX288" fmla="*/ 230505 w 378142"/>
                <a:gd name="connsiteY288" fmla="*/ 290036 h 294798"/>
                <a:gd name="connsiteX289" fmla="*/ 234791 w 378142"/>
                <a:gd name="connsiteY289" fmla="*/ 287179 h 294798"/>
                <a:gd name="connsiteX290" fmla="*/ 238125 w 378142"/>
                <a:gd name="connsiteY290" fmla="*/ 285274 h 294798"/>
                <a:gd name="connsiteX291" fmla="*/ 240506 w 378142"/>
                <a:gd name="connsiteY291" fmla="*/ 285274 h 294798"/>
                <a:gd name="connsiteX292" fmla="*/ 245269 w 378142"/>
                <a:gd name="connsiteY292" fmla="*/ 286703 h 294798"/>
                <a:gd name="connsiteX293" fmla="*/ 249079 w 378142"/>
                <a:gd name="connsiteY293" fmla="*/ 288608 h 294798"/>
                <a:gd name="connsiteX294" fmla="*/ 251460 w 378142"/>
                <a:gd name="connsiteY294" fmla="*/ 288608 h 294798"/>
                <a:gd name="connsiteX295" fmla="*/ 254318 w 378142"/>
                <a:gd name="connsiteY295" fmla="*/ 288131 h 294798"/>
                <a:gd name="connsiteX296" fmla="*/ 260032 w 378142"/>
                <a:gd name="connsiteY296" fmla="*/ 284321 h 294798"/>
                <a:gd name="connsiteX297" fmla="*/ 261461 w 378142"/>
                <a:gd name="connsiteY297" fmla="*/ 285750 h 294798"/>
                <a:gd name="connsiteX298" fmla="*/ 263366 w 378142"/>
                <a:gd name="connsiteY298" fmla="*/ 287655 h 294798"/>
                <a:gd name="connsiteX299" fmla="*/ 264795 w 378142"/>
                <a:gd name="connsiteY299" fmla="*/ 290989 h 294798"/>
                <a:gd name="connsiteX300" fmla="*/ 268605 w 378142"/>
                <a:gd name="connsiteY300" fmla="*/ 292418 h 294798"/>
                <a:gd name="connsiteX301" fmla="*/ 270510 w 378142"/>
                <a:gd name="connsiteY301" fmla="*/ 293846 h 294798"/>
                <a:gd name="connsiteX302" fmla="*/ 271463 w 378142"/>
                <a:gd name="connsiteY302" fmla="*/ 293846 h 294798"/>
                <a:gd name="connsiteX303" fmla="*/ 272415 w 378142"/>
                <a:gd name="connsiteY303" fmla="*/ 293846 h 294798"/>
                <a:gd name="connsiteX304" fmla="*/ 273844 w 378142"/>
                <a:gd name="connsiteY304" fmla="*/ 290989 h 294798"/>
                <a:gd name="connsiteX305" fmla="*/ 275273 w 378142"/>
                <a:gd name="connsiteY305" fmla="*/ 289560 h 294798"/>
                <a:gd name="connsiteX306" fmla="*/ 278606 w 378142"/>
                <a:gd name="connsiteY306" fmla="*/ 287655 h 294798"/>
                <a:gd name="connsiteX307" fmla="*/ 285274 w 378142"/>
                <a:gd name="connsiteY307" fmla="*/ 286226 h 294798"/>
                <a:gd name="connsiteX308" fmla="*/ 290036 w 378142"/>
                <a:gd name="connsiteY308" fmla="*/ 285750 h 294798"/>
                <a:gd name="connsiteX309" fmla="*/ 291941 w 378142"/>
                <a:gd name="connsiteY309" fmla="*/ 285750 h 294798"/>
                <a:gd name="connsiteX310" fmla="*/ 295275 w 378142"/>
                <a:gd name="connsiteY310" fmla="*/ 284798 h 294798"/>
                <a:gd name="connsiteX311" fmla="*/ 300990 w 378142"/>
                <a:gd name="connsiteY311" fmla="*/ 281940 h 294798"/>
                <a:gd name="connsiteX312" fmla="*/ 306229 w 378142"/>
                <a:gd name="connsiteY312" fmla="*/ 285274 h 294798"/>
                <a:gd name="connsiteX313" fmla="*/ 311944 w 378142"/>
                <a:gd name="connsiteY313" fmla="*/ 286226 h 294798"/>
                <a:gd name="connsiteX314" fmla="*/ 317659 w 378142"/>
                <a:gd name="connsiteY314" fmla="*/ 286226 h 294798"/>
                <a:gd name="connsiteX315" fmla="*/ 319564 w 378142"/>
                <a:gd name="connsiteY315" fmla="*/ 285274 h 294798"/>
                <a:gd name="connsiteX316" fmla="*/ 320516 w 378142"/>
                <a:gd name="connsiteY316" fmla="*/ 284321 h 294798"/>
                <a:gd name="connsiteX317" fmla="*/ 326231 w 378142"/>
                <a:gd name="connsiteY317" fmla="*/ 278606 h 294798"/>
                <a:gd name="connsiteX318" fmla="*/ 334327 w 378142"/>
                <a:gd name="connsiteY318" fmla="*/ 270510 h 294798"/>
                <a:gd name="connsiteX319" fmla="*/ 340995 w 378142"/>
                <a:gd name="connsiteY319" fmla="*/ 263843 h 294798"/>
                <a:gd name="connsiteX320" fmla="*/ 348139 w 378142"/>
                <a:gd name="connsiteY320" fmla="*/ 257175 h 294798"/>
                <a:gd name="connsiteX321" fmla="*/ 356711 w 378142"/>
                <a:gd name="connsiteY321" fmla="*/ 248603 h 294798"/>
                <a:gd name="connsiteX322" fmla="*/ 364807 w 378142"/>
                <a:gd name="connsiteY322" fmla="*/ 240506 h 294798"/>
                <a:gd name="connsiteX323" fmla="*/ 371951 w 378142"/>
                <a:gd name="connsiteY323" fmla="*/ 233839 h 294798"/>
                <a:gd name="connsiteX324" fmla="*/ 378143 w 378142"/>
                <a:gd name="connsiteY324" fmla="*/ 227648 h 294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378142" h="294798">
                  <a:moveTo>
                    <a:pt x="377666" y="227171"/>
                  </a:moveTo>
                  <a:lnTo>
                    <a:pt x="374809" y="224790"/>
                  </a:lnTo>
                  <a:lnTo>
                    <a:pt x="371951" y="221456"/>
                  </a:lnTo>
                  <a:lnTo>
                    <a:pt x="370046" y="218123"/>
                  </a:lnTo>
                  <a:lnTo>
                    <a:pt x="368618" y="215265"/>
                  </a:lnTo>
                  <a:lnTo>
                    <a:pt x="367665" y="209074"/>
                  </a:lnTo>
                  <a:lnTo>
                    <a:pt x="365760" y="205264"/>
                  </a:lnTo>
                  <a:lnTo>
                    <a:pt x="363379" y="200501"/>
                  </a:lnTo>
                  <a:lnTo>
                    <a:pt x="360521" y="191453"/>
                  </a:lnTo>
                  <a:lnTo>
                    <a:pt x="359093" y="188595"/>
                  </a:lnTo>
                  <a:lnTo>
                    <a:pt x="356711" y="186214"/>
                  </a:lnTo>
                  <a:lnTo>
                    <a:pt x="354330" y="184309"/>
                  </a:lnTo>
                  <a:lnTo>
                    <a:pt x="351473" y="180499"/>
                  </a:lnTo>
                  <a:lnTo>
                    <a:pt x="344329" y="176689"/>
                  </a:lnTo>
                  <a:lnTo>
                    <a:pt x="341948" y="173831"/>
                  </a:lnTo>
                  <a:lnTo>
                    <a:pt x="337185" y="169069"/>
                  </a:lnTo>
                  <a:lnTo>
                    <a:pt x="336232" y="166688"/>
                  </a:lnTo>
                  <a:lnTo>
                    <a:pt x="335756" y="164306"/>
                  </a:lnTo>
                  <a:lnTo>
                    <a:pt x="334327" y="162401"/>
                  </a:lnTo>
                  <a:lnTo>
                    <a:pt x="331946" y="159544"/>
                  </a:lnTo>
                  <a:lnTo>
                    <a:pt x="323850" y="154305"/>
                  </a:lnTo>
                  <a:lnTo>
                    <a:pt x="321469" y="153829"/>
                  </a:lnTo>
                  <a:lnTo>
                    <a:pt x="318611" y="152876"/>
                  </a:lnTo>
                  <a:lnTo>
                    <a:pt x="314325" y="152400"/>
                  </a:lnTo>
                  <a:lnTo>
                    <a:pt x="308610" y="151448"/>
                  </a:lnTo>
                  <a:lnTo>
                    <a:pt x="303848" y="149066"/>
                  </a:lnTo>
                  <a:lnTo>
                    <a:pt x="301466" y="147638"/>
                  </a:lnTo>
                  <a:lnTo>
                    <a:pt x="300990" y="146685"/>
                  </a:lnTo>
                  <a:lnTo>
                    <a:pt x="301466" y="144780"/>
                  </a:lnTo>
                  <a:lnTo>
                    <a:pt x="303371" y="141923"/>
                  </a:lnTo>
                  <a:lnTo>
                    <a:pt x="306705" y="134779"/>
                  </a:lnTo>
                  <a:lnTo>
                    <a:pt x="309086" y="129540"/>
                  </a:lnTo>
                  <a:lnTo>
                    <a:pt x="310515" y="128588"/>
                  </a:lnTo>
                  <a:lnTo>
                    <a:pt x="314801" y="128111"/>
                  </a:lnTo>
                  <a:lnTo>
                    <a:pt x="319564" y="128111"/>
                  </a:lnTo>
                  <a:lnTo>
                    <a:pt x="322898" y="128588"/>
                  </a:lnTo>
                  <a:lnTo>
                    <a:pt x="327660" y="128588"/>
                  </a:lnTo>
                  <a:lnTo>
                    <a:pt x="333375" y="128111"/>
                  </a:lnTo>
                  <a:lnTo>
                    <a:pt x="335756" y="126683"/>
                  </a:lnTo>
                  <a:lnTo>
                    <a:pt x="337661" y="124778"/>
                  </a:lnTo>
                  <a:lnTo>
                    <a:pt x="338138" y="123349"/>
                  </a:lnTo>
                  <a:lnTo>
                    <a:pt x="338614" y="120491"/>
                  </a:lnTo>
                  <a:lnTo>
                    <a:pt x="338614" y="117634"/>
                  </a:lnTo>
                  <a:lnTo>
                    <a:pt x="338138" y="108109"/>
                  </a:lnTo>
                  <a:lnTo>
                    <a:pt x="338138" y="101918"/>
                  </a:lnTo>
                  <a:lnTo>
                    <a:pt x="337661" y="95250"/>
                  </a:lnTo>
                  <a:lnTo>
                    <a:pt x="337661" y="93821"/>
                  </a:lnTo>
                  <a:lnTo>
                    <a:pt x="337661" y="93821"/>
                  </a:lnTo>
                  <a:lnTo>
                    <a:pt x="331470" y="93821"/>
                  </a:lnTo>
                  <a:lnTo>
                    <a:pt x="330994" y="93821"/>
                  </a:lnTo>
                  <a:lnTo>
                    <a:pt x="330994" y="93345"/>
                  </a:lnTo>
                  <a:lnTo>
                    <a:pt x="330994" y="93345"/>
                  </a:lnTo>
                  <a:lnTo>
                    <a:pt x="330994" y="93345"/>
                  </a:lnTo>
                  <a:lnTo>
                    <a:pt x="330518" y="92393"/>
                  </a:lnTo>
                  <a:lnTo>
                    <a:pt x="330518" y="90964"/>
                  </a:lnTo>
                  <a:lnTo>
                    <a:pt x="330994" y="88106"/>
                  </a:lnTo>
                  <a:lnTo>
                    <a:pt x="331470" y="85249"/>
                  </a:lnTo>
                  <a:lnTo>
                    <a:pt x="333851" y="80963"/>
                  </a:lnTo>
                  <a:lnTo>
                    <a:pt x="333851" y="80486"/>
                  </a:lnTo>
                  <a:lnTo>
                    <a:pt x="333851" y="80010"/>
                  </a:lnTo>
                  <a:lnTo>
                    <a:pt x="333851" y="80010"/>
                  </a:lnTo>
                  <a:lnTo>
                    <a:pt x="333375" y="79058"/>
                  </a:lnTo>
                  <a:lnTo>
                    <a:pt x="333375" y="78581"/>
                  </a:lnTo>
                  <a:lnTo>
                    <a:pt x="333375" y="77629"/>
                  </a:lnTo>
                  <a:lnTo>
                    <a:pt x="333375" y="75248"/>
                  </a:lnTo>
                  <a:lnTo>
                    <a:pt x="333851" y="74771"/>
                  </a:lnTo>
                  <a:lnTo>
                    <a:pt x="333375" y="73819"/>
                  </a:lnTo>
                  <a:lnTo>
                    <a:pt x="333375" y="72866"/>
                  </a:lnTo>
                  <a:lnTo>
                    <a:pt x="331946" y="69533"/>
                  </a:lnTo>
                  <a:lnTo>
                    <a:pt x="331470" y="68580"/>
                  </a:lnTo>
                  <a:lnTo>
                    <a:pt x="316706" y="56674"/>
                  </a:lnTo>
                  <a:lnTo>
                    <a:pt x="313849" y="53340"/>
                  </a:lnTo>
                  <a:lnTo>
                    <a:pt x="313849" y="53340"/>
                  </a:lnTo>
                  <a:lnTo>
                    <a:pt x="313373" y="53340"/>
                  </a:lnTo>
                  <a:lnTo>
                    <a:pt x="305752" y="50483"/>
                  </a:lnTo>
                  <a:lnTo>
                    <a:pt x="305276" y="50006"/>
                  </a:lnTo>
                  <a:lnTo>
                    <a:pt x="305276" y="50006"/>
                  </a:lnTo>
                  <a:lnTo>
                    <a:pt x="305752" y="49054"/>
                  </a:lnTo>
                  <a:lnTo>
                    <a:pt x="306705" y="47625"/>
                  </a:lnTo>
                  <a:lnTo>
                    <a:pt x="306705" y="47149"/>
                  </a:lnTo>
                  <a:lnTo>
                    <a:pt x="306705" y="46673"/>
                  </a:lnTo>
                  <a:lnTo>
                    <a:pt x="303371" y="21431"/>
                  </a:lnTo>
                  <a:lnTo>
                    <a:pt x="303371" y="20955"/>
                  </a:lnTo>
                  <a:lnTo>
                    <a:pt x="303848" y="20479"/>
                  </a:lnTo>
                  <a:lnTo>
                    <a:pt x="303848" y="20479"/>
                  </a:lnTo>
                  <a:lnTo>
                    <a:pt x="304324" y="20003"/>
                  </a:lnTo>
                  <a:lnTo>
                    <a:pt x="304800" y="19526"/>
                  </a:lnTo>
                  <a:lnTo>
                    <a:pt x="305276" y="18574"/>
                  </a:lnTo>
                  <a:lnTo>
                    <a:pt x="305276" y="18098"/>
                  </a:lnTo>
                  <a:lnTo>
                    <a:pt x="305752" y="13335"/>
                  </a:lnTo>
                  <a:lnTo>
                    <a:pt x="305752" y="9525"/>
                  </a:lnTo>
                  <a:lnTo>
                    <a:pt x="307657" y="2858"/>
                  </a:lnTo>
                  <a:lnTo>
                    <a:pt x="307657" y="0"/>
                  </a:lnTo>
                  <a:lnTo>
                    <a:pt x="291465" y="0"/>
                  </a:lnTo>
                  <a:lnTo>
                    <a:pt x="291465" y="0"/>
                  </a:lnTo>
                  <a:lnTo>
                    <a:pt x="291465" y="476"/>
                  </a:lnTo>
                  <a:lnTo>
                    <a:pt x="291465" y="476"/>
                  </a:lnTo>
                  <a:lnTo>
                    <a:pt x="291465" y="476"/>
                  </a:lnTo>
                  <a:lnTo>
                    <a:pt x="291465" y="953"/>
                  </a:lnTo>
                  <a:lnTo>
                    <a:pt x="291465" y="1905"/>
                  </a:lnTo>
                  <a:lnTo>
                    <a:pt x="291465" y="2381"/>
                  </a:lnTo>
                  <a:lnTo>
                    <a:pt x="291465" y="2858"/>
                  </a:lnTo>
                  <a:lnTo>
                    <a:pt x="291465" y="4286"/>
                  </a:lnTo>
                  <a:lnTo>
                    <a:pt x="291941" y="5715"/>
                  </a:lnTo>
                  <a:lnTo>
                    <a:pt x="291941" y="6191"/>
                  </a:lnTo>
                  <a:lnTo>
                    <a:pt x="291941" y="6191"/>
                  </a:lnTo>
                  <a:lnTo>
                    <a:pt x="291941" y="7144"/>
                  </a:lnTo>
                  <a:lnTo>
                    <a:pt x="269557" y="7144"/>
                  </a:lnTo>
                  <a:lnTo>
                    <a:pt x="278606" y="17145"/>
                  </a:lnTo>
                  <a:lnTo>
                    <a:pt x="278606" y="17621"/>
                  </a:lnTo>
                  <a:lnTo>
                    <a:pt x="278606" y="18098"/>
                  </a:lnTo>
                  <a:lnTo>
                    <a:pt x="278606" y="18574"/>
                  </a:lnTo>
                  <a:lnTo>
                    <a:pt x="279082" y="21908"/>
                  </a:lnTo>
                  <a:lnTo>
                    <a:pt x="278606" y="27146"/>
                  </a:lnTo>
                  <a:lnTo>
                    <a:pt x="278606" y="30956"/>
                  </a:lnTo>
                  <a:lnTo>
                    <a:pt x="279082" y="33338"/>
                  </a:lnTo>
                  <a:lnTo>
                    <a:pt x="281464" y="37624"/>
                  </a:lnTo>
                  <a:lnTo>
                    <a:pt x="281464" y="38576"/>
                  </a:lnTo>
                  <a:lnTo>
                    <a:pt x="280511" y="39529"/>
                  </a:lnTo>
                  <a:lnTo>
                    <a:pt x="264795" y="52864"/>
                  </a:lnTo>
                  <a:lnTo>
                    <a:pt x="264319" y="53816"/>
                  </a:lnTo>
                  <a:lnTo>
                    <a:pt x="261938" y="59055"/>
                  </a:lnTo>
                  <a:lnTo>
                    <a:pt x="260032" y="62389"/>
                  </a:lnTo>
                  <a:lnTo>
                    <a:pt x="259080" y="63341"/>
                  </a:lnTo>
                  <a:lnTo>
                    <a:pt x="255270" y="68104"/>
                  </a:lnTo>
                  <a:lnTo>
                    <a:pt x="240506" y="82391"/>
                  </a:lnTo>
                  <a:lnTo>
                    <a:pt x="238125" y="83344"/>
                  </a:lnTo>
                  <a:lnTo>
                    <a:pt x="230981" y="83820"/>
                  </a:lnTo>
                  <a:lnTo>
                    <a:pt x="227171" y="83820"/>
                  </a:lnTo>
                  <a:lnTo>
                    <a:pt x="226695" y="83820"/>
                  </a:lnTo>
                  <a:lnTo>
                    <a:pt x="226219" y="84296"/>
                  </a:lnTo>
                  <a:lnTo>
                    <a:pt x="225743" y="84296"/>
                  </a:lnTo>
                  <a:lnTo>
                    <a:pt x="225266" y="84773"/>
                  </a:lnTo>
                  <a:lnTo>
                    <a:pt x="224790" y="84773"/>
                  </a:lnTo>
                  <a:lnTo>
                    <a:pt x="224314" y="84296"/>
                  </a:lnTo>
                  <a:lnTo>
                    <a:pt x="215265" y="76200"/>
                  </a:lnTo>
                  <a:lnTo>
                    <a:pt x="199073" y="66199"/>
                  </a:lnTo>
                  <a:lnTo>
                    <a:pt x="197644" y="67151"/>
                  </a:lnTo>
                  <a:lnTo>
                    <a:pt x="188595" y="71438"/>
                  </a:lnTo>
                  <a:lnTo>
                    <a:pt x="186690" y="72390"/>
                  </a:lnTo>
                  <a:lnTo>
                    <a:pt x="185738" y="73343"/>
                  </a:lnTo>
                  <a:lnTo>
                    <a:pt x="185261" y="78105"/>
                  </a:lnTo>
                  <a:lnTo>
                    <a:pt x="183832" y="80486"/>
                  </a:lnTo>
                  <a:lnTo>
                    <a:pt x="180975" y="83344"/>
                  </a:lnTo>
                  <a:lnTo>
                    <a:pt x="173355" y="85249"/>
                  </a:lnTo>
                  <a:lnTo>
                    <a:pt x="169069" y="86678"/>
                  </a:lnTo>
                  <a:lnTo>
                    <a:pt x="164782" y="88583"/>
                  </a:lnTo>
                  <a:lnTo>
                    <a:pt x="164306" y="89059"/>
                  </a:lnTo>
                  <a:lnTo>
                    <a:pt x="164306" y="89059"/>
                  </a:lnTo>
                  <a:lnTo>
                    <a:pt x="162401" y="90964"/>
                  </a:lnTo>
                  <a:lnTo>
                    <a:pt x="159544" y="93821"/>
                  </a:lnTo>
                  <a:lnTo>
                    <a:pt x="159068" y="96203"/>
                  </a:lnTo>
                  <a:lnTo>
                    <a:pt x="159544" y="98108"/>
                  </a:lnTo>
                  <a:lnTo>
                    <a:pt x="132398" y="98108"/>
                  </a:lnTo>
                  <a:lnTo>
                    <a:pt x="130969" y="96679"/>
                  </a:lnTo>
                  <a:lnTo>
                    <a:pt x="127159" y="89059"/>
                  </a:lnTo>
                  <a:lnTo>
                    <a:pt x="126682" y="89059"/>
                  </a:lnTo>
                  <a:lnTo>
                    <a:pt x="124301" y="89535"/>
                  </a:lnTo>
                  <a:lnTo>
                    <a:pt x="99536" y="88583"/>
                  </a:lnTo>
                  <a:lnTo>
                    <a:pt x="95726" y="89535"/>
                  </a:lnTo>
                  <a:lnTo>
                    <a:pt x="89059" y="92393"/>
                  </a:lnTo>
                  <a:lnTo>
                    <a:pt x="85249" y="92869"/>
                  </a:lnTo>
                  <a:lnTo>
                    <a:pt x="81439" y="91440"/>
                  </a:lnTo>
                  <a:lnTo>
                    <a:pt x="68580" y="76676"/>
                  </a:lnTo>
                  <a:lnTo>
                    <a:pt x="65723" y="74771"/>
                  </a:lnTo>
                  <a:lnTo>
                    <a:pt x="64770" y="73819"/>
                  </a:lnTo>
                  <a:lnTo>
                    <a:pt x="62865" y="71438"/>
                  </a:lnTo>
                  <a:lnTo>
                    <a:pt x="60007" y="69533"/>
                  </a:lnTo>
                  <a:lnTo>
                    <a:pt x="59055" y="68580"/>
                  </a:lnTo>
                  <a:lnTo>
                    <a:pt x="59055" y="67151"/>
                  </a:lnTo>
                  <a:lnTo>
                    <a:pt x="59055" y="63818"/>
                  </a:lnTo>
                  <a:lnTo>
                    <a:pt x="58102" y="61913"/>
                  </a:lnTo>
                  <a:lnTo>
                    <a:pt x="56198" y="61436"/>
                  </a:lnTo>
                  <a:lnTo>
                    <a:pt x="38576" y="64770"/>
                  </a:lnTo>
                  <a:lnTo>
                    <a:pt x="36195" y="64294"/>
                  </a:lnTo>
                  <a:lnTo>
                    <a:pt x="32385" y="64770"/>
                  </a:lnTo>
                  <a:lnTo>
                    <a:pt x="30956" y="65723"/>
                  </a:lnTo>
                  <a:lnTo>
                    <a:pt x="29527" y="67628"/>
                  </a:lnTo>
                  <a:lnTo>
                    <a:pt x="29527" y="69533"/>
                  </a:lnTo>
                  <a:lnTo>
                    <a:pt x="29527" y="71438"/>
                  </a:lnTo>
                  <a:lnTo>
                    <a:pt x="29051" y="73819"/>
                  </a:lnTo>
                  <a:lnTo>
                    <a:pt x="27623" y="75724"/>
                  </a:lnTo>
                  <a:lnTo>
                    <a:pt x="22860" y="80963"/>
                  </a:lnTo>
                  <a:lnTo>
                    <a:pt x="21431" y="83344"/>
                  </a:lnTo>
                  <a:lnTo>
                    <a:pt x="21907" y="88583"/>
                  </a:lnTo>
                  <a:lnTo>
                    <a:pt x="21431" y="91440"/>
                  </a:lnTo>
                  <a:lnTo>
                    <a:pt x="20479" y="92869"/>
                  </a:lnTo>
                  <a:lnTo>
                    <a:pt x="18574" y="94774"/>
                  </a:lnTo>
                  <a:lnTo>
                    <a:pt x="17621" y="96203"/>
                  </a:lnTo>
                  <a:lnTo>
                    <a:pt x="17145" y="98108"/>
                  </a:lnTo>
                  <a:lnTo>
                    <a:pt x="17145" y="101441"/>
                  </a:lnTo>
                  <a:lnTo>
                    <a:pt x="16669" y="103346"/>
                  </a:lnTo>
                  <a:lnTo>
                    <a:pt x="14288" y="107633"/>
                  </a:lnTo>
                  <a:lnTo>
                    <a:pt x="13335" y="109061"/>
                  </a:lnTo>
                  <a:lnTo>
                    <a:pt x="13335" y="112395"/>
                  </a:lnTo>
                  <a:lnTo>
                    <a:pt x="12859" y="113348"/>
                  </a:lnTo>
                  <a:lnTo>
                    <a:pt x="5239" y="115729"/>
                  </a:lnTo>
                  <a:lnTo>
                    <a:pt x="1905" y="117158"/>
                  </a:lnTo>
                  <a:lnTo>
                    <a:pt x="476" y="119539"/>
                  </a:lnTo>
                  <a:lnTo>
                    <a:pt x="0" y="120491"/>
                  </a:lnTo>
                  <a:lnTo>
                    <a:pt x="1429" y="120968"/>
                  </a:lnTo>
                  <a:lnTo>
                    <a:pt x="2381" y="122396"/>
                  </a:lnTo>
                  <a:lnTo>
                    <a:pt x="952" y="127635"/>
                  </a:lnTo>
                  <a:lnTo>
                    <a:pt x="1905" y="130493"/>
                  </a:lnTo>
                  <a:lnTo>
                    <a:pt x="4763" y="133350"/>
                  </a:lnTo>
                  <a:lnTo>
                    <a:pt x="7620" y="134303"/>
                  </a:lnTo>
                  <a:lnTo>
                    <a:pt x="10477" y="135255"/>
                  </a:lnTo>
                  <a:lnTo>
                    <a:pt x="20002" y="136684"/>
                  </a:lnTo>
                  <a:lnTo>
                    <a:pt x="23813" y="138589"/>
                  </a:lnTo>
                  <a:lnTo>
                    <a:pt x="29051" y="144304"/>
                  </a:lnTo>
                  <a:lnTo>
                    <a:pt x="35719" y="149543"/>
                  </a:lnTo>
                  <a:lnTo>
                    <a:pt x="37148" y="152400"/>
                  </a:lnTo>
                  <a:lnTo>
                    <a:pt x="37148" y="154781"/>
                  </a:lnTo>
                  <a:lnTo>
                    <a:pt x="35243" y="158115"/>
                  </a:lnTo>
                  <a:lnTo>
                    <a:pt x="35243" y="159544"/>
                  </a:lnTo>
                  <a:lnTo>
                    <a:pt x="38100" y="162401"/>
                  </a:lnTo>
                  <a:lnTo>
                    <a:pt x="41910" y="165735"/>
                  </a:lnTo>
                  <a:lnTo>
                    <a:pt x="48101" y="169069"/>
                  </a:lnTo>
                  <a:lnTo>
                    <a:pt x="59055" y="174784"/>
                  </a:lnTo>
                  <a:lnTo>
                    <a:pt x="64294" y="178594"/>
                  </a:lnTo>
                  <a:lnTo>
                    <a:pt x="65723" y="181451"/>
                  </a:lnTo>
                  <a:lnTo>
                    <a:pt x="68580" y="184309"/>
                  </a:lnTo>
                  <a:lnTo>
                    <a:pt x="72390" y="187166"/>
                  </a:lnTo>
                  <a:lnTo>
                    <a:pt x="75248" y="189071"/>
                  </a:lnTo>
                  <a:lnTo>
                    <a:pt x="73343" y="195263"/>
                  </a:lnTo>
                  <a:lnTo>
                    <a:pt x="73819" y="197168"/>
                  </a:lnTo>
                  <a:lnTo>
                    <a:pt x="74771" y="199073"/>
                  </a:lnTo>
                  <a:lnTo>
                    <a:pt x="77152" y="201454"/>
                  </a:lnTo>
                  <a:lnTo>
                    <a:pt x="78105" y="204311"/>
                  </a:lnTo>
                  <a:lnTo>
                    <a:pt x="80486" y="208121"/>
                  </a:lnTo>
                  <a:lnTo>
                    <a:pt x="82868" y="210026"/>
                  </a:lnTo>
                  <a:lnTo>
                    <a:pt x="87630" y="210503"/>
                  </a:lnTo>
                  <a:lnTo>
                    <a:pt x="90011" y="212408"/>
                  </a:lnTo>
                  <a:lnTo>
                    <a:pt x="94774" y="215265"/>
                  </a:lnTo>
                  <a:lnTo>
                    <a:pt x="99536" y="218123"/>
                  </a:lnTo>
                  <a:lnTo>
                    <a:pt x="101918" y="220028"/>
                  </a:lnTo>
                  <a:lnTo>
                    <a:pt x="102870" y="221456"/>
                  </a:lnTo>
                  <a:lnTo>
                    <a:pt x="104299" y="223361"/>
                  </a:lnTo>
                  <a:lnTo>
                    <a:pt x="104775" y="225266"/>
                  </a:lnTo>
                  <a:lnTo>
                    <a:pt x="104775" y="229553"/>
                  </a:lnTo>
                  <a:lnTo>
                    <a:pt x="105727" y="234315"/>
                  </a:lnTo>
                  <a:lnTo>
                    <a:pt x="108109" y="238125"/>
                  </a:lnTo>
                  <a:lnTo>
                    <a:pt x="110490" y="240506"/>
                  </a:lnTo>
                  <a:lnTo>
                    <a:pt x="111919" y="242888"/>
                  </a:lnTo>
                  <a:lnTo>
                    <a:pt x="113824" y="245269"/>
                  </a:lnTo>
                  <a:lnTo>
                    <a:pt x="119539" y="249555"/>
                  </a:lnTo>
                  <a:lnTo>
                    <a:pt x="121444" y="251936"/>
                  </a:lnTo>
                  <a:lnTo>
                    <a:pt x="122873" y="254318"/>
                  </a:lnTo>
                  <a:lnTo>
                    <a:pt x="123825" y="256223"/>
                  </a:lnTo>
                  <a:lnTo>
                    <a:pt x="125730" y="257651"/>
                  </a:lnTo>
                  <a:lnTo>
                    <a:pt x="128111" y="258604"/>
                  </a:lnTo>
                  <a:lnTo>
                    <a:pt x="130016" y="260033"/>
                  </a:lnTo>
                  <a:lnTo>
                    <a:pt x="131445" y="261938"/>
                  </a:lnTo>
                  <a:lnTo>
                    <a:pt x="133350" y="263843"/>
                  </a:lnTo>
                  <a:lnTo>
                    <a:pt x="137636" y="266224"/>
                  </a:lnTo>
                  <a:lnTo>
                    <a:pt x="139541" y="266224"/>
                  </a:lnTo>
                  <a:lnTo>
                    <a:pt x="141446" y="266700"/>
                  </a:lnTo>
                  <a:lnTo>
                    <a:pt x="143351" y="267176"/>
                  </a:lnTo>
                  <a:lnTo>
                    <a:pt x="145256" y="267176"/>
                  </a:lnTo>
                  <a:lnTo>
                    <a:pt x="148590" y="265271"/>
                  </a:lnTo>
                  <a:lnTo>
                    <a:pt x="152876" y="262414"/>
                  </a:lnTo>
                  <a:lnTo>
                    <a:pt x="155734" y="260985"/>
                  </a:lnTo>
                  <a:lnTo>
                    <a:pt x="162877" y="261461"/>
                  </a:lnTo>
                  <a:lnTo>
                    <a:pt x="166688" y="262890"/>
                  </a:lnTo>
                  <a:lnTo>
                    <a:pt x="170021" y="264795"/>
                  </a:lnTo>
                  <a:lnTo>
                    <a:pt x="172402" y="264795"/>
                  </a:lnTo>
                  <a:lnTo>
                    <a:pt x="178118" y="260985"/>
                  </a:lnTo>
                  <a:lnTo>
                    <a:pt x="180975" y="257175"/>
                  </a:lnTo>
                  <a:lnTo>
                    <a:pt x="183832" y="256699"/>
                  </a:lnTo>
                  <a:lnTo>
                    <a:pt x="188119" y="258128"/>
                  </a:lnTo>
                  <a:lnTo>
                    <a:pt x="191452" y="261938"/>
                  </a:lnTo>
                  <a:lnTo>
                    <a:pt x="194310" y="266700"/>
                  </a:lnTo>
                  <a:lnTo>
                    <a:pt x="196691" y="269081"/>
                  </a:lnTo>
                  <a:lnTo>
                    <a:pt x="199549" y="271939"/>
                  </a:lnTo>
                  <a:lnTo>
                    <a:pt x="205740" y="278606"/>
                  </a:lnTo>
                  <a:lnTo>
                    <a:pt x="213360" y="281940"/>
                  </a:lnTo>
                  <a:lnTo>
                    <a:pt x="216218" y="283369"/>
                  </a:lnTo>
                  <a:lnTo>
                    <a:pt x="217170" y="285274"/>
                  </a:lnTo>
                  <a:lnTo>
                    <a:pt x="217646" y="287179"/>
                  </a:lnTo>
                  <a:lnTo>
                    <a:pt x="218123" y="289560"/>
                  </a:lnTo>
                  <a:lnTo>
                    <a:pt x="219075" y="290513"/>
                  </a:lnTo>
                  <a:lnTo>
                    <a:pt x="220980" y="290036"/>
                  </a:lnTo>
                  <a:lnTo>
                    <a:pt x="222885" y="290036"/>
                  </a:lnTo>
                  <a:lnTo>
                    <a:pt x="224790" y="290513"/>
                  </a:lnTo>
                  <a:lnTo>
                    <a:pt x="226219" y="292418"/>
                  </a:lnTo>
                  <a:lnTo>
                    <a:pt x="226695" y="293370"/>
                  </a:lnTo>
                  <a:lnTo>
                    <a:pt x="227648" y="294799"/>
                  </a:lnTo>
                  <a:lnTo>
                    <a:pt x="228600" y="293370"/>
                  </a:lnTo>
                  <a:lnTo>
                    <a:pt x="230505" y="290036"/>
                  </a:lnTo>
                  <a:lnTo>
                    <a:pt x="234791" y="287179"/>
                  </a:lnTo>
                  <a:lnTo>
                    <a:pt x="238125" y="285274"/>
                  </a:lnTo>
                  <a:lnTo>
                    <a:pt x="240506" y="285274"/>
                  </a:lnTo>
                  <a:lnTo>
                    <a:pt x="245269" y="286703"/>
                  </a:lnTo>
                  <a:lnTo>
                    <a:pt x="249079" y="288608"/>
                  </a:lnTo>
                  <a:lnTo>
                    <a:pt x="251460" y="288608"/>
                  </a:lnTo>
                  <a:lnTo>
                    <a:pt x="254318" y="288131"/>
                  </a:lnTo>
                  <a:lnTo>
                    <a:pt x="260032" y="284321"/>
                  </a:lnTo>
                  <a:lnTo>
                    <a:pt x="261461" y="285750"/>
                  </a:lnTo>
                  <a:lnTo>
                    <a:pt x="263366" y="287655"/>
                  </a:lnTo>
                  <a:lnTo>
                    <a:pt x="264795" y="290989"/>
                  </a:lnTo>
                  <a:lnTo>
                    <a:pt x="268605" y="292418"/>
                  </a:lnTo>
                  <a:lnTo>
                    <a:pt x="270510" y="293846"/>
                  </a:lnTo>
                  <a:lnTo>
                    <a:pt x="271463" y="293846"/>
                  </a:lnTo>
                  <a:lnTo>
                    <a:pt x="272415" y="293846"/>
                  </a:lnTo>
                  <a:lnTo>
                    <a:pt x="273844" y="290989"/>
                  </a:lnTo>
                  <a:lnTo>
                    <a:pt x="275273" y="289560"/>
                  </a:lnTo>
                  <a:lnTo>
                    <a:pt x="278606" y="287655"/>
                  </a:lnTo>
                  <a:lnTo>
                    <a:pt x="285274" y="286226"/>
                  </a:lnTo>
                  <a:lnTo>
                    <a:pt x="290036" y="285750"/>
                  </a:lnTo>
                  <a:lnTo>
                    <a:pt x="291941" y="285750"/>
                  </a:lnTo>
                  <a:lnTo>
                    <a:pt x="295275" y="284798"/>
                  </a:lnTo>
                  <a:lnTo>
                    <a:pt x="300990" y="281940"/>
                  </a:lnTo>
                  <a:lnTo>
                    <a:pt x="306229" y="285274"/>
                  </a:lnTo>
                  <a:lnTo>
                    <a:pt x="311944" y="286226"/>
                  </a:lnTo>
                  <a:lnTo>
                    <a:pt x="317659" y="286226"/>
                  </a:lnTo>
                  <a:lnTo>
                    <a:pt x="319564" y="285274"/>
                  </a:lnTo>
                  <a:lnTo>
                    <a:pt x="320516" y="284321"/>
                  </a:lnTo>
                  <a:lnTo>
                    <a:pt x="326231" y="278606"/>
                  </a:lnTo>
                  <a:lnTo>
                    <a:pt x="334327" y="270510"/>
                  </a:lnTo>
                  <a:lnTo>
                    <a:pt x="340995" y="263843"/>
                  </a:lnTo>
                  <a:lnTo>
                    <a:pt x="348139" y="257175"/>
                  </a:lnTo>
                  <a:lnTo>
                    <a:pt x="356711" y="248603"/>
                  </a:lnTo>
                  <a:lnTo>
                    <a:pt x="364807" y="240506"/>
                  </a:lnTo>
                  <a:lnTo>
                    <a:pt x="371951" y="233839"/>
                  </a:lnTo>
                  <a:lnTo>
                    <a:pt x="378143" y="227648"/>
                  </a:lnTo>
                  <a:close/>
                </a:path>
              </a:pathLst>
            </a:custGeom>
            <a:grpFill/>
            <a:ln w="317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456CF612-ED0E-4D77-98F6-1285BFBB4B8E}"/>
                </a:ext>
              </a:extLst>
            </p:cNvPr>
            <p:cNvSpPr/>
            <p:nvPr/>
          </p:nvSpPr>
          <p:spPr>
            <a:xfrm>
              <a:off x="3744277" y="4097654"/>
              <a:ext cx="138588" cy="139541"/>
            </a:xfrm>
            <a:custGeom>
              <a:avLst/>
              <a:gdLst>
                <a:gd name="connsiteX0" fmla="*/ 138113 w 138588"/>
                <a:gd name="connsiteY0" fmla="*/ 79534 h 139541"/>
                <a:gd name="connsiteX1" fmla="*/ 137160 w 138588"/>
                <a:gd name="connsiteY1" fmla="*/ 79534 h 139541"/>
                <a:gd name="connsiteX2" fmla="*/ 135255 w 138588"/>
                <a:gd name="connsiteY2" fmla="*/ 76676 h 139541"/>
                <a:gd name="connsiteX3" fmla="*/ 134303 w 138588"/>
                <a:gd name="connsiteY3" fmla="*/ 74771 h 139541"/>
                <a:gd name="connsiteX4" fmla="*/ 131445 w 138588"/>
                <a:gd name="connsiteY4" fmla="*/ 72390 h 139541"/>
                <a:gd name="connsiteX5" fmla="*/ 129540 w 138588"/>
                <a:gd name="connsiteY5" fmla="*/ 70009 h 139541"/>
                <a:gd name="connsiteX6" fmla="*/ 126206 w 138588"/>
                <a:gd name="connsiteY6" fmla="*/ 65246 h 139541"/>
                <a:gd name="connsiteX7" fmla="*/ 126682 w 138588"/>
                <a:gd name="connsiteY7" fmla="*/ 62389 h 139541"/>
                <a:gd name="connsiteX8" fmla="*/ 125730 w 138588"/>
                <a:gd name="connsiteY8" fmla="*/ 60960 h 139541"/>
                <a:gd name="connsiteX9" fmla="*/ 124778 w 138588"/>
                <a:gd name="connsiteY9" fmla="*/ 60007 h 139541"/>
                <a:gd name="connsiteX10" fmla="*/ 124778 w 138588"/>
                <a:gd name="connsiteY10" fmla="*/ 58579 h 139541"/>
                <a:gd name="connsiteX11" fmla="*/ 123825 w 138588"/>
                <a:gd name="connsiteY11" fmla="*/ 55721 h 139541"/>
                <a:gd name="connsiteX12" fmla="*/ 123349 w 138588"/>
                <a:gd name="connsiteY12" fmla="*/ 52388 h 139541"/>
                <a:gd name="connsiteX13" fmla="*/ 122872 w 138588"/>
                <a:gd name="connsiteY13" fmla="*/ 50482 h 139541"/>
                <a:gd name="connsiteX14" fmla="*/ 123825 w 138588"/>
                <a:gd name="connsiteY14" fmla="*/ 47149 h 139541"/>
                <a:gd name="connsiteX15" fmla="*/ 123349 w 138588"/>
                <a:gd name="connsiteY15" fmla="*/ 43815 h 139541"/>
                <a:gd name="connsiteX16" fmla="*/ 121920 w 138588"/>
                <a:gd name="connsiteY16" fmla="*/ 41910 h 139541"/>
                <a:gd name="connsiteX17" fmla="*/ 121920 w 138588"/>
                <a:gd name="connsiteY17" fmla="*/ 38576 h 139541"/>
                <a:gd name="connsiteX18" fmla="*/ 121920 w 138588"/>
                <a:gd name="connsiteY18" fmla="*/ 36195 h 139541"/>
                <a:gd name="connsiteX19" fmla="*/ 122872 w 138588"/>
                <a:gd name="connsiteY19" fmla="*/ 34766 h 139541"/>
                <a:gd name="connsiteX20" fmla="*/ 122872 w 138588"/>
                <a:gd name="connsiteY20" fmla="*/ 32861 h 139541"/>
                <a:gd name="connsiteX21" fmla="*/ 126682 w 138588"/>
                <a:gd name="connsiteY21" fmla="*/ 27146 h 139541"/>
                <a:gd name="connsiteX22" fmla="*/ 130016 w 138588"/>
                <a:gd name="connsiteY22" fmla="*/ 23813 h 139541"/>
                <a:gd name="connsiteX23" fmla="*/ 132874 w 138588"/>
                <a:gd name="connsiteY23" fmla="*/ 21431 h 139541"/>
                <a:gd name="connsiteX24" fmla="*/ 135255 w 138588"/>
                <a:gd name="connsiteY24" fmla="*/ 16192 h 139541"/>
                <a:gd name="connsiteX25" fmla="*/ 136684 w 138588"/>
                <a:gd name="connsiteY25" fmla="*/ 12859 h 139541"/>
                <a:gd name="connsiteX26" fmla="*/ 136684 w 138588"/>
                <a:gd name="connsiteY26" fmla="*/ 9049 h 139541"/>
                <a:gd name="connsiteX27" fmla="*/ 136207 w 138588"/>
                <a:gd name="connsiteY27" fmla="*/ 6191 h 139541"/>
                <a:gd name="connsiteX28" fmla="*/ 133350 w 138588"/>
                <a:gd name="connsiteY28" fmla="*/ 4286 h 139541"/>
                <a:gd name="connsiteX29" fmla="*/ 126206 w 138588"/>
                <a:gd name="connsiteY29" fmla="*/ 2857 h 139541"/>
                <a:gd name="connsiteX30" fmla="*/ 110014 w 138588"/>
                <a:gd name="connsiteY30" fmla="*/ 0 h 139541"/>
                <a:gd name="connsiteX31" fmla="*/ 99060 w 138588"/>
                <a:gd name="connsiteY31" fmla="*/ 0 h 139541"/>
                <a:gd name="connsiteX32" fmla="*/ 91440 w 138588"/>
                <a:gd name="connsiteY32" fmla="*/ 1429 h 139541"/>
                <a:gd name="connsiteX33" fmla="*/ 81915 w 138588"/>
                <a:gd name="connsiteY33" fmla="*/ 0 h 139541"/>
                <a:gd name="connsiteX34" fmla="*/ 75724 w 138588"/>
                <a:gd name="connsiteY34" fmla="*/ 952 h 139541"/>
                <a:gd name="connsiteX35" fmla="*/ 73342 w 138588"/>
                <a:gd name="connsiteY35" fmla="*/ 3334 h 139541"/>
                <a:gd name="connsiteX36" fmla="*/ 73819 w 138588"/>
                <a:gd name="connsiteY36" fmla="*/ 6667 h 139541"/>
                <a:gd name="connsiteX37" fmla="*/ 73819 w 138588"/>
                <a:gd name="connsiteY37" fmla="*/ 9525 h 139541"/>
                <a:gd name="connsiteX38" fmla="*/ 72390 w 138588"/>
                <a:gd name="connsiteY38" fmla="*/ 6667 h 139541"/>
                <a:gd name="connsiteX39" fmla="*/ 61913 w 138588"/>
                <a:gd name="connsiteY39" fmla="*/ 3334 h 139541"/>
                <a:gd name="connsiteX40" fmla="*/ 54292 w 138588"/>
                <a:gd name="connsiteY40" fmla="*/ 1905 h 139541"/>
                <a:gd name="connsiteX41" fmla="*/ 37147 w 138588"/>
                <a:gd name="connsiteY41" fmla="*/ 0 h 139541"/>
                <a:gd name="connsiteX42" fmla="*/ 34290 w 138588"/>
                <a:gd name="connsiteY42" fmla="*/ 1905 h 139541"/>
                <a:gd name="connsiteX43" fmla="*/ 32385 w 138588"/>
                <a:gd name="connsiteY43" fmla="*/ 5239 h 139541"/>
                <a:gd name="connsiteX44" fmla="*/ 31432 w 138588"/>
                <a:gd name="connsiteY44" fmla="*/ 8572 h 139541"/>
                <a:gd name="connsiteX45" fmla="*/ 31432 w 138588"/>
                <a:gd name="connsiteY45" fmla="*/ 11430 h 139541"/>
                <a:gd name="connsiteX46" fmla="*/ 30004 w 138588"/>
                <a:gd name="connsiteY46" fmla="*/ 15716 h 139541"/>
                <a:gd name="connsiteX47" fmla="*/ 29528 w 138588"/>
                <a:gd name="connsiteY47" fmla="*/ 14764 h 139541"/>
                <a:gd name="connsiteX48" fmla="*/ 27622 w 138588"/>
                <a:gd name="connsiteY48" fmla="*/ 17145 h 139541"/>
                <a:gd name="connsiteX49" fmla="*/ 27146 w 138588"/>
                <a:gd name="connsiteY49" fmla="*/ 18097 h 139541"/>
                <a:gd name="connsiteX50" fmla="*/ 26194 w 138588"/>
                <a:gd name="connsiteY50" fmla="*/ 20479 h 139541"/>
                <a:gd name="connsiteX51" fmla="*/ 25241 w 138588"/>
                <a:gd name="connsiteY51" fmla="*/ 21907 h 139541"/>
                <a:gd name="connsiteX52" fmla="*/ 26670 w 138588"/>
                <a:gd name="connsiteY52" fmla="*/ 24765 h 139541"/>
                <a:gd name="connsiteX53" fmla="*/ 28099 w 138588"/>
                <a:gd name="connsiteY53" fmla="*/ 25241 h 139541"/>
                <a:gd name="connsiteX54" fmla="*/ 28575 w 138588"/>
                <a:gd name="connsiteY54" fmla="*/ 25717 h 139541"/>
                <a:gd name="connsiteX55" fmla="*/ 29051 w 138588"/>
                <a:gd name="connsiteY55" fmla="*/ 26194 h 139541"/>
                <a:gd name="connsiteX56" fmla="*/ 29051 w 138588"/>
                <a:gd name="connsiteY56" fmla="*/ 26670 h 139541"/>
                <a:gd name="connsiteX57" fmla="*/ 28575 w 138588"/>
                <a:gd name="connsiteY57" fmla="*/ 27146 h 139541"/>
                <a:gd name="connsiteX58" fmla="*/ 27146 w 138588"/>
                <a:gd name="connsiteY58" fmla="*/ 28099 h 139541"/>
                <a:gd name="connsiteX59" fmla="*/ 25717 w 138588"/>
                <a:gd name="connsiteY59" fmla="*/ 29527 h 139541"/>
                <a:gd name="connsiteX60" fmla="*/ 25717 w 138588"/>
                <a:gd name="connsiteY60" fmla="*/ 31432 h 139541"/>
                <a:gd name="connsiteX61" fmla="*/ 24765 w 138588"/>
                <a:gd name="connsiteY61" fmla="*/ 32385 h 139541"/>
                <a:gd name="connsiteX62" fmla="*/ 21907 w 138588"/>
                <a:gd name="connsiteY62" fmla="*/ 33338 h 139541"/>
                <a:gd name="connsiteX63" fmla="*/ 16669 w 138588"/>
                <a:gd name="connsiteY63" fmla="*/ 33338 h 139541"/>
                <a:gd name="connsiteX64" fmla="*/ 13811 w 138588"/>
                <a:gd name="connsiteY64" fmla="*/ 33338 h 139541"/>
                <a:gd name="connsiteX65" fmla="*/ 11906 w 138588"/>
                <a:gd name="connsiteY65" fmla="*/ 33814 h 139541"/>
                <a:gd name="connsiteX66" fmla="*/ 10478 w 138588"/>
                <a:gd name="connsiteY66" fmla="*/ 34766 h 139541"/>
                <a:gd name="connsiteX67" fmla="*/ 8572 w 138588"/>
                <a:gd name="connsiteY67" fmla="*/ 35719 h 139541"/>
                <a:gd name="connsiteX68" fmla="*/ 7144 w 138588"/>
                <a:gd name="connsiteY68" fmla="*/ 35719 h 139541"/>
                <a:gd name="connsiteX69" fmla="*/ 6191 w 138588"/>
                <a:gd name="connsiteY69" fmla="*/ 37147 h 139541"/>
                <a:gd name="connsiteX70" fmla="*/ 4763 w 138588"/>
                <a:gd name="connsiteY70" fmla="*/ 39529 h 139541"/>
                <a:gd name="connsiteX71" fmla="*/ 5239 w 138588"/>
                <a:gd name="connsiteY71" fmla="*/ 40481 h 139541"/>
                <a:gd name="connsiteX72" fmla="*/ 6667 w 138588"/>
                <a:gd name="connsiteY72" fmla="*/ 42386 h 139541"/>
                <a:gd name="connsiteX73" fmla="*/ 7144 w 138588"/>
                <a:gd name="connsiteY73" fmla="*/ 44291 h 139541"/>
                <a:gd name="connsiteX74" fmla="*/ 6191 w 138588"/>
                <a:gd name="connsiteY74" fmla="*/ 47625 h 139541"/>
                <a:gd name="connsiteX75" fmla="*/ 5239 w 138588"/>
                <a:gd name="connsiteY75" fmla="*/ 50006 h 139541"/>
                <a:gd name="connsiteX76" fmla="*/ 4763 w 138588"/>
                <a:gd name="connsiteY76" fmla="*/ 51911 h 139541"/>
                <a:gd name="connsiteX77" fmla="*/ 3810 w 138588"/>
                <a:gd name="connsiteY77" fmla="*/ 55245 h 139541"/>
                <a:gd name="connsiteX78" fmla="*/ 1905 w 138588"/>
                <a:gd name="connsiteY78" fmla="*/ 59055 h 139541"/>
                <a:gd name="connsiteX79" fmla="*/ 0 w 138588"/>
                <a:gd name="connsiteY79" fmla="*/ 60960 h 139541"/>
                <a:gd name="connsiteX80" fmla="*/ 0 w 138588"/>
                <a:gd name="connsiteY80" fmla="*/ 63341 h 139541"/>
                <a:gd name="connsiteX81" fmla="*/ 953 w 138588"/>
                <a:gd name="connsiteY81" fmla="*/ 66675 h 139541"/>
                <a:gd name="connsiteX82" fmla="*/ 5239 w 138588"/>
                <a:gd name="connsiteY82" fmla="*/ 71914 h 139541"/>
                <a:gd name="connsiteX83" fmla="*/ 6667 w 138588"/>
                <a:gd name="connsiteY83" fmla="*/ 74295 h 139541"/>
                <a:gd name="connsiteX84" fmla="*/ 7620 w 138588"/>
                <a:gd name="connsiteY84" fmla="*/ 77629 h 139541"/>
                <a:gd name="connsiteX85" fmla="*/ 11430 w 138588"/>
                <a:gd name="connsiteY85" fmla="*/ 80963 h 139541"/>
                <a:gd name="connsiteX86" fmla="*/ 13811 w 138588"/>
                <a:gd name="connsiteY86" fmla="*/ 83344 h 139541"/>
                <a:gd name="connsiteX87" fmla="*/ 13811 w 138588"/>
                <a:gd name="connsiteY87" fmla="*/ 86201 h 139541"/>
                <a:gd name="connsiteX88" fmla="*/ 14288 w 138588"/>
                <a:gd name="connsiteY88" fmla="*/ 87154 h 139541"/>
                <a:gd name="connsiteX89" fmla="*/ 15716 w 138588"/>
                <a:gd name="connsiteY89" fmla="*/ 88106 h 139541"/>
                <a:gd name="connsiteX90" fmla="*/ 17621 w 138588"/>
                <a:gd name="connsiteY90" fmla="*/ 88582 h 139541"/>
                <a:gd name="connsiteX91" fmla="*/ 19526 w 138588"/>
                <a:gd name="connsiteY91" fmla="*/ 88582 h 139541"/>
                <a:gd name="connsiteX92" fmla="*/ 20955 w 138588"/>
                <a:gd name="connsiteY92" fmla="*/ 88582 h 139541"/>
                <a:gd name="connsiteX93" fmla="*/ 21431 w 138588"/>
                <a:gd name="connsiteY93" fmla="*/ 88106 h 139541"/>
                <a:gd name="connsiteX94" fmla="*/ 25717 w 138588"/>
                <a:gd name="connsiteY94" fmla="*/ 87630 h 139541"/>
                <a:gd name="connsiteX95" fmla="*/ 26194 w 138588"/>
                <a:gd name="connsiteY95" fmla="*/ 88582 h 139541"/>
                <a:gd name="connsiteX96" fmla="*/ 26670 w 138588"/>
                <a:gd name="connsiteY96" fmla="*/ 93345 h 139541"/>
                <a:gd name="connsiteX97" fmla="*/ 26670 w 138588"/>
                <a:gd name="connsiteY97" fmla="*/ 94774 h 139541"/>
                <a:gd name="connsiteX98" fmla="*/ 27622 w 138588"/>
                <a:gd name="connsiteY98" fmla="*/ 95726 h 139541"/>
                <a:gd name="connsiteX99" fmla="*/ 28099 w 138588"/>
                <a:gd name="connsiteY99" fmla="*/ 96679 h 139541"/>
                <a:gd name="connsiteX100" fmla="*/ 28099 w 138588"/>
                <a:gd name="connsiteY100" fmla="*/ 98107 h 139541"/>
                <a:gd name="connsiteX101" fmla="*/ 28575 w 138588"/>
                <a:gd name="connsiteY101" fmla="*/ 100489 h 139541"/>
                <a:gd name="connsiteX102" fmla="*/ 29051 w 138588"/>
                <a:gd name="connsiteY102" fmla="*/ 101917 h 139541"/>
                <a:gd name="connsiteX103" fmla="*/ 29051 w 138588"/>
                <a:gd name="connsiteY103" fmla="*/ 104299 h 139541"/>
                <a:gd name="connsiteX104" fmla="*/ 29528 w 138588"/>
                <a:gd name="connsiteY104" fmla="*/ 105251 h 139541"/>
                <a:gd name="connsiteX105" fmla="*/ 30480 w 138588"/>
                <a:gd name="connsiteY105" fmla="*/ 106204 h 139541"/>
                <a:gd name="connsiteX106" fmla="*/ 31909 w 138588"/>
                <a:gd name="connsiteY106" fmla="*/ 108109 h 139541"/>
                <a:gd name="connsiteX107" fmla="*/ 32385 w 138588"/>
                <a:gd name="connsiteY107" fmla="*/ 108109 h 139541"/>
                <a:gd name="connsiteX108" fmla="*/ 32861 w 138588"/>
                <a:gd name="connsiteY108" fmla="*/ 109061 h 139541"/>
                <a:gd name="connsiteX109" fmla="*/ 33814 w 138588"/>
                <a:gd name="connsiteY109" fmla="*/ 111919 h 139541"/>
                <a:gd name="connsiteX110" fmla="*/ 34766 w 138588"/>
                <a:gd name="connsiteY110" fmla="*/ 112395 h 139541"/>
                <a:gd name="connsiteX111" fmla="*/ 35242 w 138588"/>
                <a:gd name="connsiteY111" fmla="*/ 112871 h 139541"/>
                <a:gd name="connsiteX112" fmla="*/ 35242 w 138588"/>
                <a:gd name="connsiteY112" fmla="*/ 113824 h 139541"/>
                <a:gd name="connsiteX113" fmla="*/ 36195 w 138588"/>
                <a:gd name="connsiteY113" fmla="*/ 116205 h 139541"/>
                <a:gd name="connsiteX114" fmla="*/ 36671 w 138588"/>
                <a:gd name="connsiteY114" fmla="*/ 116681 h 139541"/>
                <a:gd name="connsiteX115" fmla="*/ 38100 w 138588"/>
                <a:gd name="connsiteY115" fmla="*/ 118586 h 139541"/>
                <a:gd name="connsiteX116" fmla="*/ 38576 w 138588"/>
                <a:gd name="connsiteY116" fmla="*/ 120967 h 139541"/>
                <a:gd name="connsiteX117" fmla="*/ 40005 w 138588"/>
                <a:gd name="connsiteY117" fmla="*/ 123349 h 139541"/>
                <a:gd name="connsiteX118" fmla="*/ 41434 w 138588"/>
                <a:gd name="connsiteY118" fmla="*/ 124777 h 139541"/>
                <a:gd name="connsiteX119" fmla="*/ 42386 w 138588"/>
                <a:gd name="connsiteY119" fmla="*/ 126682 h 139541"/>
                <a:gd name="connsiteX120" fmla="*/ 44291 w 138588"/>
                <a:gd name="connsiteY120" fmla="*/ 130016 h 139541"/>
                <a:gd name="connsiteX121" fmla="*/ 46196 w 138588"/>
                <a:gd name="connsiteY121" fmla="*/ 132874 h 139541"/>
                <a:gd name="connsiteX122" fmla="*/ 48578 w 138588"/>
                <a:gd name="connsiteY122" fmla="*/ 133350 h 139541"/>
                <a:gd name="connsiteX123" fmla="*/ 50959 w 138588"/>
                <a:gd name="connsiteY123" fmla="*/ 133826 h 139541"/>
                <a:gd name="connsiteX124" fmla="*/ 52388 w 138588"/>
                <a:gd name="connsiteY124" fmla="*/ 134779 h 139541"/>
                <a:gd name="connsiteX125" fmla="*/ 53816 w 138588"/>
                <a:gd name="connsiteY125" fmla="*/ 136207 h 139541"/>
                <a:gd name="connsiteX126" fmla="*/ 54769 w 138588"/>
                <a:gd name="connsiteY126" fmla="*/ 136207 h 139541"/>
                <a:gd name="connsiteX127" fmla="*/ 57150 w 138588"/>
                <a:gd name="connsiteY127" fmla="*/ 136684 h 139541"/>
                <a:gd name="connsiteX128" fmla="*/ 62389 w 138588"/>
                <a:gd name="connsiteY128" fmla="*/ 138113 h 139541"/>
                <a:gd name="connsiteX129" fmla="*/ 69532 w 138588"/>
                <a:gd name="connsiteY129" fmla="*/ 139541 h 139541"/>
                <a:gd name="connsiteX130" fmla="*/ 71438 w 138588"/>
                <a:gd name="connsiteY130" fmla="*/ 139065 h 139541"/>
                <a:gd name="connsiteX131" fmla="*/ 72390 w 138588"/>
                <a:gd name="connsiteY131" fmla="*/ 137636 h 139541"/>
                <a:gd name="connsiteX132" fmla="*/ 72866 w 138588"/>
                <a:gd name="connsiteY132" fmla="*/ 134779 h 139541"/>
                <a:gd name="connsiteX133" fmla="*/ 72866 w 138588"/>
                <a:gd name="connsiteY133" fmla="*/ 132874 h 139541"/>
                <a:gd name="connsiteX134" fmla="*/ 71438 w 138588"/>
                <a:gd name="connsiteY134" fmla="*/ 130969 h 139541"/>
                <a:gd name="connsiteX135" fmla="*/ 69532 w 138588"/>
                <a:gd name="connsiteY135" fmla="*/ 128588 h 139541"/>
                <a:gd name="connsiteX136" fmla="*/ 67628 w 138588"/>
                <a:gd name="connsiteY136" fmla="*/ 126206 h 139541"/>
                <a:gd name="connsiteX137" fmla="*/ 65246 w 138588"/>
                <a:gd name="connsiteY137" fmla="*/ 125254 h 139541"/>
                <a:gd name="connsiteX138" fmla="*/ 65722 w 138588"/>
                <a:gd name="connsiteY138" fmla="*/ 123825 h 139541"/>
                <a:gd name="connsiteX139" fmla="*/ 67151 w 138588"/>
                <a:gd name="connsiteY139" fmla="*/ 122872 h 139541"/>
                <a:gd name="connsiteX140" fmla="*/ 68580 w 138588"/>
                <a:gd name="connsiteY140" fmla="*/ 121920 h 139541"/>
                <a:gd name="connsiteX141" fmla="*/ 69532 w 138588"/>
                <a:gd name="connsiteY141" fmla="*/ 120967 h 139541"/>
                <a:gd name="connsiteX142" fmla="*/ 70485 w 138588"/>
                <a:gd name="connsiteY142" fmla="*/ 117157 h 139541"/>
                <a:gd name="connsiteX143" fmla="*/ 70961 w 138588"/>
                <a:gd name="connsiteY143" fmla="*/ 116681 h 139541"/>
                <a:gd name="connsiteX144" fmla="*/ 71438 w 138588"/>
                <a:gd name="connsiteY144" fmla="*/ 116681 h 139541"/>
                <a:gd name="connsiteX145" fmla="*/ 72390 w 138588"/>
                <a:gd name="connsiteY145" fmla="*/ 116681 h 139541"/>
                <a:gd name="connsiteX146" fmla="*/ 73819 w 138588"/>
                <a:gd name="connsiteY146" fmla="*/ 117634 h 139541"/>
                <a:gd name="connsiteX147" fmla="*/ 79057 w 138588"/>
                <a:gd name="connsiteY147" fmla="*/ 120491 h 139541"/>
                <a:gd name="connsiteX148" fmla="*/ 81915 w 138588"/>
                <a:gd name="connsiteY148" fmla="*/ 120015 h 139541"/>
                <a:gd name="connsiteX149" fmla="*/ 90964 w 138588"/>
                <a:gd name="connsiteY149" fmla="*/ 119063 h 139541"/>
                <a:gd name="connsiteX150" fmla="*/ 92392 w 138588"/>
                <a:gd name="connsiteY150" fmla="*/ 117634 h 139541"/>
                <a:gd name="connsiteX151" fmla="*/ 94297 w 138588"/>
                <a:gd name="connsiteY151" fmla="*/ 117157 h 139541"/>
                <a:gd name="connsiteX152" fmla="*/ 97631 w 138588"/>
                <a:gd name="connsiteY152" fmla="*/ 115729 h 139541"/>
                <a:gd name="connsiteX153" fmla="*/ 99060 w 138588"/>
                <a:gd name="connsiteY153" fmla="*/ 115729 h 139541"/>
                <a:gd name="connsiteX154" fmla="*/ 100013 w 138588"/>
                <a:gd name="connsiteY154" fmla="*/ 116205 h 139541"/>
                <a:gd name="connsiteX155" fmla="*/ 101917 w 138588"/>
                <a:gd name="connsiteY155" fmla="*/ 115729 h 139541"/>
                <a:gd name="connsiteX156" fmla="*/ 103822 w 138588"/>
                <a:gd name="connsiteY156" fmla="*/ 114300 h 139541"/>
                <a:gd name="connsiteX157" fmla="*/ 104775 w 138588"/>
                <a:gd name="connsiteY157" fmla="*/ 113824 h 139541"/>
                <a:gd name="connsiteX158" fmla="*/ 105251 w 138588"/>
                <a:gd name="connsiteY158" fmla="*/ 115729 h 139541"/>
                <a:gd name="connsiteX159" fmla="*/ 106680 w 138588"/>
                <a:gd name="connsiteY159" fmla="*/ 117157 h 139541"/>
                <a:gd name="connsiteX160" fmla="*/ 108109 w 138588"/>
                <a:gd name="connsiteY160" fmla="*/ 119063 h 139541"/>
                <a:gd name="connsiteX161" fmla="*/ 109061 w 138588"/>
                <a:gd name="connsiteY161" fmla="*/ 119539 h 139541"/>
                <a:gd name="connsiteX162" fmla="*/ 111919 w 138588"/>
                <a:gd name="connsiteY162" fmla="*/ 119063 h 139541"/>
                <a:gd name="connsiteX163" fmla="*/ 113347 w 138588"/>
                <a:gd name="connsiteY163" fmla="*/ 119063 h 139541"/>
                <a:gd name="connsiteX164" fmla="*/ 114300 w 138588"/>
                <a:gd name="connsiteY164" fmla="*/ 120967 h 139541"/>
                <a:gd name="connsiteX165" fmla="*/ 114300 w 138588"/>
                <a:gd name="connsiteY165" fmla="*/ 121920 h 139541"/>
                <a:gd name="connsiteX166" fmla="*/ 115729 w 138588"/>
                <a:gd name="connsiteY166" fmla="*/ 122872 h 139541"/>
                <a:gd name="connsiteX167" fmla="*/ 117157 w 138588"/>
                <a:gd name="connsiteY167" fmla="*/ 123349 h 139541"/>
                <a:gd name="connsiteX168" fmla="*/ 117634 w 138588"/>
                <a:gd name="connsiteY168" fmla="*/ 122872 h 139541"/>
                <a:gd name="connsiteX169" fmla="*/ 118586 w 138588"/>
                <a:gd name="connsiteY169" fmla="*/ 122396 h 139541"/>
                <a:gd name="connsiteX170" fmla="*/ 120015 w 138588"/>
                <a:gd name="connsiteY170" fmla="*/ 122396 h 139541"/>
                <a:gd name="connsiteX171" fmla="*/ 121444 w 138588"/>
                <a:gd name="connsiteY171" fmla="*/ 120015 h 139541"/>
                <a:gd name="connsiteX172" fmla="*/ 124301 w 138588"/>
                <a:gd name="connsiteY172" fmla="*/ 118586 h 139541"/>
                <a:gd name="connsiteX173" fmla="*/ 129540 w 138588"/>
                <a:gd name="connsiteY173" fmla="*/ 110014 h 139541"/>
                <a:gd name="connsiteX174" fmla="*/ 131445 w 138588"/>
                <a:gd name="connsiteY174" fmla="*/ 106680 h 139541"/>
                <a:gd name="connsiteX175" fmla="*/ 131921 w 138588"/>
                <a:gd name="connsiteY175" fmla="*/ 104775 h 139541"/>
                <a:gd name="connsiteX176" fmla="*/ 132397 w 138588"/>
                <a:gd name="connsiteY176" fmla="*/ 100489 h 139541"/>
                <a:gd name="connsiteX177" fmla="*/ 131445 w 138588"/>
                <a:gd name="connsiteY177" fmla="*/ 95726 h 139541"/>
                <a:gd name="connsiteX178" fmla="*/ 131921 w 138588"/>
                <a:gd name="connsiteY178" fmla="*/ 94297 h 139541"/>
                <a:gd name="connsiteX179" fmla="*/ 136207 w 138588"/>
                <a:gd name="connsiteY179" fmla="*/ 88582 h 139541"/>
                <a:gd name="connsiteX180" fmla="*/ 137636 w 138588"/>
                <a:gd name="connsiteY180" fmla="*/ 85249 h 139541"/>
                <a:gd name="connsiteX181" fmla="*/ 138113 w 138588"/>
                <a:gd name="connsiteY181" fmla="*/ 82867 h 139541"/>
                <a:gd name="connsiteX182" fmla="*/ 138589 w 138588"/>
                <a:gd name="connsiteY182" fmla="*/ 80486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8588" h="139541">
                  <a:moveTo>
                    <a:pt x="138113" y="79534"/>
                  </a:moveTo>
                  <a:lnTo>
                    <a:pt x="137160" y="79534"/>
                  </a:lnTo>
                  <a:lnTo>
                    <a:pt x="135255" y="76676"/>
                  </a:lnTo>
                  <a:lnTo>
                    <a:pt x="134303" y="74771"/>
                  </a:lnTo>
                  <a:lnTo>
                    <a:pt x="131445" y="72390"/>
                  </a:lnTo>
                  <a:lnTo>
                    <a:pt x="129540" y="70009"/>
                  </a:lnTo>
                  <a:lnTo>
                    <a:pt x="126206" y="65246"/>
                  </a:lnTo>
                  <a:lnTo>
                    <a:pt x="126682" y="62389"/>
                  </a:lnTo>
                  <a:lnTo>
                    <a:pt x="125730" y="60960"/>
                  </a:lnTo>
                  <a:lnTo>
                    <a:pt x="124778" y="60007"/>
                  </a:lnTo>
                  <a:lnTo>
                    <a:pt x="124778" y="58579"/>
                  </a:lnTo>
                  <a:lnTo>
                    <a:pt x="123825" y="55721"/>
                  </a:lnTo>
                  <a:lnTo>
                    <a:pt x="123349" y="52388"/>
                  </a:lnTo>
                  <a:lnTo>
                    <a:pt x="122872" y="50482"/>
                  </a:lnTo>
                  <a:lnTo>
                    <a:pt x="123825" y="47149"/>
                  </a:lnTo>
                  <a:lnTo>
                    <a:pt x="123349" y="43815"/>
                  </a:lnTo>
                  <a:lnTo>
                    <a:pt x="121920" y="41910"/>
                  </a:lnTo>
                  <a:lnTo>
                    <a:pt x="121920" y="38576"/>
                  </a:lnTo>
                  <a:lnTo>
                    <a:pt x="121920" y="36195"/>
                  </a:lnTo>
                  <a:lnTo>
                    <a:pt x="122872" y="34766"/>
                  </a:lnTo>
                  <a:lnTo>
                    <a:pt x="122872" y="32861"/>
                  </a:lnTo>
                  <a:lnTo>
                    <a:pt x="126682" y="27146"/>
                  </a:lnTo>
                  <a:lnTo>
                    <a:pt x="130016" y="23813"/>
                  </a:lnTo>
                  <a:lnTo>
                    <a:pt x="132874" y="21431"/>
                  </a:lnTo>
                  <a:lnTo>
                    <a:pt x="135255" y="16192"/>
                  </a:lnTo>
                  <a:lnTo>
                    <a:pt x="136684" y="12859"/>
                  </a:lnTo>
                  <a:lnTo>
                    <a:pt x="136684" y="9049"/>
                  </a:lnTo>
                  <a:lnTo>
                    <a:pt x="136207" y="6191"/>
                  </a:lnTo>
                  <a:lnTo>
                    <a:pt x="133350" y="4286"/>
                  </a:lnTo>
                  <a:lnTo>
                    <a:pt x="126206" y="2857"/>
                  </a:lnTo>
                  <a:lnTo>
                    <a:pt x="110014" y="0"/>
                  </a:lnTo>
                  <a:lnTo>
                    <a:pt x="99060" y="0"/>
                  </a:lnTo>
                  <a:lnTo>
                    <a:pt x="91440" y="1429"/>
                  </a:lnTo>
                  <a:lnTo>
                    <a:pt x="81915" y="0"/>
                  </a:lnTo>
                  <a:lnTo>
                    <a:pt x="75724" y="952"/>
                  </a:lnTo>
                  <a:lnTo>
                    <a:pt x="73342" y="3334"/>
                  </a:lnTo>
                  <a:lnTo>
                    <a:pt x="73819" y="6667"/>
                  </a:lnTo>
                  <a:lnTo>
                    <a:pt x="73819" y="9525"/>
                  </a:lnTo>
                  <a:lnTo>
                    <a:pt x="72390" y="6667"/>
                  </a:lnTo>
                  <a:lnTo>
                    <a:pt x="61913" y="3334"/>
                  </a:lnTo>
                  <a:lnTo>
                    <a:pt x="54292" y="1905"/>
                  </a:lnTo>
                  <a:lnTo>
                    <a:pt x="37147" y="0"/>
                  </a:lnTo>
                  <a:lnTo>
                    <a:pt x="34290" y="1905"/>
                  </a:lnTo>
                  <a:lnTo>
                    <a:pt x="32385" y="5239"/>
                  </a:lnTo>
                  <a:lnTo>
                    <a:pt x="31432" y="8572"/>
                  </a:lnTo>
                  <a:lnTo>
                    <a:pt x="31432" y="11430"/>
                  </a:lnTo>
                  <a:lnTo>
                    <a:pt x="30004" y="15716"/>
                  </a:lnTo>
                  <a:lnTo>
                    <a:pt x="29528" y="14764"/>
                  </a:lnTo>
                  <a:lnTo>
                    <a:pt x="27622" y="17145"/>
                  </a:lnTo>
                  <a:lnTo>
                    <a:pt x="27146" y="18097"/>
                  </a:lnTo>
                  <a:lnTo>
                    <a:pt x="26194" y="20479"/>
                  </a:lnTo>
                  <a:lnTo>
                    <a:pt x="25241" y="21907"/>
                  </a:lnTo>
                  <a:lnTo>
                    <a:pt x="26670" y="24765"/>
                  </a:lnTo>
                  <a:lnTo>
                    <a:pt x="28099" y="25241"/>
                  </a:lnTo>
                  <a:lnTo>
                    <a:pt x="28575" y="25717"/>
                  </a:lnTo>
                  <a:lnTo>
                    <a:pt x="29051" y="26194"/>
                  </a:lnTo>
                  <a:lnTo>
                    <a:pt x="29051" y="26670"/>
                  </a:lnTo>
                  <a:lnTo>
                    <a:pt x="28575" y="27146"/>
                  </a:lnTo>
                  <a:lnTo>
                    <a:pt x="27146" y="28099"/>
                  </a:lnTo>
                  <a:lnTo>
                    <a:pt x="25717" y="29527"/>
                  </a:lnTo>
                  <a:lnTo>
                    <a:pt x="25717" y="31432"/>
                  </a:lnTo>
                  <a:lnTo>
                    <a:pt x="24765" y="32385"/>
                  </a:lnTo>
                  <a:lnTo>
                    <a:pt x="21907" y="33338"/>
                  </a:lnTo>
                  <a:lnTo>
                    <a:pt x="16669" y="33338"/>
                  </a:lnTo>
                  <a:lnTo>
                    <a:pt x="13811" y="33338"/>
                  </a:lnTo>
                  <a:lnTo>
                    <a:pt x="11906" y="33814"/>
                  </a:lnTo>
                  <a:lnTo>
                    <a:pt x="10478" y="34766"/>
                  </a:lnTo>
                  <a:lnTo>
                    <a:pt x="8572" y="35719"/>
                  </a:lnTo>
                  <a:lnTo>
                    <a:pt x="7144" y="35719"/>
                  </a:lnTo>
                  <a:lnTo>
                    <a:pt x="6191" y="37147"/>
                  </a:lnTo>
                  <a:lnTo>
                    <a:pt x="4763" y="39529"/>
                  </a:lnTo>
                  <a:lnTo>
                    <a:pt x="5239" y="40481"/>
                  </a:lnTo>
                  <a:lnTo>
                    <a:pt x="6667" y="42386"/>
                  </a:lnTo>
                  <a:lnTo>
                    <a:pt x="7144" y="44291"/>
                  </a:lnTo>
                  <a:lnTo>
                    <a:pt x="6191" y="47625"/>
                  </a:lnTo>
                  <a:lnTo>
                    <a:pt x="5239" y="50006"/>
                  </a:lnTo>
                  <a:lnTo>
                    <a:pt x="4763" y="51911"/>
                  </a:lnTo>
                  <a:lnTo>
                    <a:pt x="3810" y="55245"/>
                  </a:lnTo>
                  <a:lnTo>
                    <a:pt x="1905" y="59055"/>
                  </a:lnTo>
                  <a:lnTo>
                    <a:pt x="0" y="60960"/>
                  </a:lnTo>
                  <a:lnTo>
                    <a:pt x="0" y="63341"/>
                  </a:lnTo>
                  <a:lnTo>
                    <a:pt x="953" y="66675"/>
                  </a:lnTo>
                  <a:lnTo>
                    <a:pt x="5239" y="71914"/>
                  </a:lnTo>
                  <a:lnTo>
                    <a:pt x="6667" y="74295"/>
                  </a:lnTo>
                  <a:lnTo>
                    <a:pt x="7620" y="77629"/>
                  </a:lnTo>
                  <a:lnTo>
                    <a:pt x="11430" y="80963"/>
                  </a:lnTo>
                  <a:lnTo>
                    <a:pt x="13811" y="83344"/>
                  </a:lnTo>
                  <a:lnTo>
                    <a:pt x="13811" y="86201"/>
                  </a:lnTo>
                  <a:lnTo>
                    <a:pt x="14288" y="87154"/>
                  </a:lnTo>
                  <a:lnTo>
                    <a:pt x="15716" y="88106"/>
                  </a:lnTo>
                  <a:lnTo>
                    <a:pt x="17621" y="88582"/>
                  </a:lnTo>
                  <a:lnTo>
                    <a:pt x="19526" y="88582"/>
                  </a:lnTo>
                  <a:lnTo>
                    <a:pt x="20955" y="88582"/>
                  </a:lnTo>
                  <a:lnTo>
                    <a:pt x="21431" y="88106"/>
                  </a:lnTo>
                  <a:lnTo>
                    <a:pt x="25717" y="87630"/>
                  </a:lnTo>
                  <a:lnTo>
                    <a:pt x="26194" y="88582"/>
                  </a:lnTo>
                  <a:lnTo>
                    <a:pt x="26670" y="93345"/>
                  </a:lnTo>
                  <a:lnTo>
                    <a:pt x="26670" y="94774"/>
                  </a:lnTo>
                  <a:lnTo>
                    <a:pt x="27622" y="95726"/>
                  </a:lnTo>
                  <a:lnTo>
                    <a:pt x="28099" y="96679"/>
                  </a:lnTo>
                  <a:lnTo>
                    <a:pt x="28099" y="98107"/>
                  </a:lnTo>
                  <a:lnTo>
                    <a:pt x="28575" y="100489"/>
                  </a:lnTo>
                  <a:lnTo>
                    <a:pt x="29051" y="101917"/>
                  </a:lnTo>
                  <a:lnTo>
                    <a:pt x="29051" y="104299"/>
                  </a:lnTo>
                  <a:lnTo>
                    <a:pt x="29528" y="105251"/>
                  </a:lnTo>
                  <a:lnTo>
                    <a:pt x="30480" y="106204"/>
                  </a:lnTo>
                  <a:lnTo>
                    <a:pt x="31909" y="108109"/>
                  </a:lnTo>
                  <a:lnTo>
                    <a:pt x="32385" y="108109"/>
                  </a:lnTo>
                  <a:lnTo>
                    <a:pt x="32861" y="109061"/>
                  </a:lnTo>
                  <a:lnTo>
                    <a:pt x="33814" y="111919"/>
                  </a:lnTo>
                  <a:lnTo>
                    <a:pt x="34766" y="112395"/>
                  </a:lnTo>
                  <a:lnTo>
                    <a:pt x="35242" y="112871"/>
                  </a:lnTo>
                  <a:lnTo>
                    <a:pt x="35242" y="113824"/>
                  </a:lnTo>
                  <a:lnTo>
                    <a:pt x="36195" y="116205"/>
                  </a:lnTo>
                  <a:lnTo>
                    <a:pt x="36671" y="116681"/>
                  </a:lnTo>
                  <a:lnTo>
                    <a:pt x="38100" y="118586"/>
                  </a:lnTo>
                  <a:lnTo>
                    <a:pt x="38576" y="120967"/>
                  </a:lnTo>
                  <a:lnTo>
                    <a:pt x="40005" y="123349"/>
                  </a:lnTo>
                  <a:lnTo>
                    <a:pt x="41434" y="124777"/>
                  </a:lnTo>
                  <a:lnTo>
                    <a:pt x="42386" y="126682"/>
                  </a:lnTo>
                  <a:lnTo>
                    <a:pt x="44291" y="130016"/>
                  </a:lnTo>
                  <a:lnTo>
                    <a:pt x="46196" y="132874"/>
                  </a:lnTo>
                  <a:lnTo>
                    <a:pt x="48578" y="133350"/>
                  </a:lnTo>
                  <a:lnTo>
                    <a:pt x="50959" y="133826"/>
                  </a:lnTo>
                  <a:lnTo>
                    <a:pt x="52388" y="134779"/>
                  </a:lnTo>
                  <a:lnTo>
                    <a:pt x="53816" y="136207"/>
                  </a:lnTo>
                  <a:lnTo>
                    <a:pt x="54769" y="136207"/>
                  </a:lnTo>
                  <a:lnTo>
                    <a:pt x="57150" y="136684"/>
                  </a:lnTo>
                  <a:lnTo>
                    <a:pt x="62389" y="138113"/>
                  </a:lnTo>
                  <a:lnTo>
                    <a:pt x="69532" y="139541"/>
                  </a:lnTo>
                  <a:lnTo>
                    <a:pt x="71438" y="139065"/>
                  </a:lnTo>
                  <a:lnTo>
                    <a:pt x="72390" y="137636"/>
                  </a:lnTo>
                  <a:lnTo>
                    <a:pt x="72866" y="134779"/>
                  </a:lnTo>
                  <a:lnTo>
                    <a:pt x="72866" y="132874"/>
                  </a:lnTo>
                  <a:lnTo>
                    <a:pt x="71438" y="130969"/>
                  </a:lnTo>
                  <a:lnTo>
                    <a:pt x="69532" y="128588"/>
                  </a:lnTo>
                  <a:lnTo>
                    <a:pt x="67628" y="126206"/>
                  </a:lnTo>
                  <a:lnTo>
                    <a:pt x="65246" y="125254"/>
                  </a:lnTo>
                  <a:lnTo>
                    <a:pt x="65722" y="123825"/>
                  </a:lnTo>
                  <a:lnTo>
                    <a:pt x="67151" y="122872"/>
                  </a:lnTo>
                  <a:lnTo>
                    <a:pt x="68580" y="121920"/>
                  </a:lnTo>
                  <a:lnTo>
                    <a:pt x="69532" y="120967"/>
                  </a:lnTo>
                  <a:lnTo>
                    <a:pt x="70485" y="117157"/>
                  </a:lnTo>
                  <a:lnTo>
                    <a:pt x="70961" y="116681"/>
                  </a:lnTo>
                  <a:lnTo>
                    <a:pt x="71438" y="116681"/>
                  </a:lnTo>
                  <a:lnTo>
                    <a:pt x="72390" y="116681"/>
                  </a:lnTo>
                  <a:lnTo>
                    <a:pt x="73819" y="117634"/>
                  </a:lnTo>
                  <a:lnTo>
                    <a:pt x="79057" y="120491"/>
                  </a:lnTo>
                  <a:lnTo>
                    <a:pt x="81915" y="120015"/>
                  </a:lnTo>
                  <a:lnTo>
                    <a:pt x="90964" y="119063"/>
                  </a:lnTo>
                  <a:lnTo>
                    <a:pt x="92392" y="117634"/>
                  </a:lnTo>
                  <a:lnTo>
                    <a:pt x="94297" y="117157"/>
                  </a:lnTo>
                  <a:lnTo>
                    <a:pt x="97631" y="115729"/>
                  </a:lnTo>
                  <a:lnTo>
                    <a:pt x="99060" y="115729"/>
                  </a:lnTo>
                  <a:lnTo>
                    <a:pt x="100013" y="116205"/>
                  </a:lnTo>
                  <a:lnTo>
                    <a:pt x="101917" y="115729"/>
                  </a:lnTo>
                  <a:lnTo>
                    <a:pt x="103822" y="114300"/>
                  </a:lnTo>
                  <a:lnTo>
                    <a:pt x="104775" y="113824"/>
                  </a:lnTo>
                  <a:lnTo>
                    <a:pt x="105251" y="115729"/>
                  </a:lnTo>
                  <a:lnTo>
                    <a:pt x="106680" y="117157"/>
                  </a:lnTo>
                  <a:lnTo>
                    <a:pt x="108109" y="119063"/>
                  </a:lnTo>
                  <a:lnTo>
                    <a:pt x="109061" y="119539"/>
                  </a:lnTo>
                  <a:lnTo>
                    <a:pt x="111919" y="119063"/>
                  </a:lnTo>
                  <a:lnTo>
                    <a:pt x="113347" y="119063"/>
                  </a:lnTo>
                  <a:lnTo>
                    <a:pt x="114300" y="120967"/>
                  </a:lnTo>
                  <a:lnTo>
                    <a:pt x="114300" y="121920"/>
                  </a:lnTo>
                  <a:lnTo>
                    <a:pt x="115729" y="122872"/>
                  </a:lnTo>
                  <a:lnTo>
                    <a:pt x="117157" y="123349"/>
                  </a:lnTo>
                  <a:lnTo>
                    <a:pt x="117634" y="122872"/>
                  </a:lnTo>
                  <a:lnTo>
                    <a:pt x="118586" y="122396"/>
                  </a:lnTo>
                  <a:lnTo>
                    <a:pt x="120015" y="122396"/>
                  </a:lnTo>
                  <a:lnTo>
                    <a:pt x="121444" y="120015"/>
                  </a:lnTo>
                  <a:lnTo>
                    <a:pt x="124301" y="118586"/>
                  </a:lnTo>
                  <a:lnTo>
                    <a:pt x="129540" y="110014"/>
                  </a:lnTo>
                  <a:lnTo>
                    <a:pt x="131445" y="106680"/>
                  </a:lnTo>
                  <a:lnTo>
                    <a:pt x="131921" y="104775"/>
                  </a:lnTo>
                  <a:lnTo>
                    <a:pt x="132397" y="100489"/>
                  </a:lnTo>
                  <a:lnTo>
                    <a:pt x="131445" y="95726"/>
                  </a:lnTo>
                  <a:lnTo>
                    <a:pt x="131921" y="94297"/>
                  </a:lnTo>
                  <a:lnTo>
                    <a:pt x="136207" y="88582"/>
                  </a:lnTo>
                  <a:lnTo>
                    <a:pt x="137636" y="85249"/>
                  </a:lnTo>
                  <a:lnTo>
                    <a:pt x="138113" y="82867"/>
                  </a:lnTo>
                  <a:lnTo>
                    <a:pt x="138589" y="80486"/>
                  </a:lnTo>
                  <a:close/>
                </a:path>
              </a:pathLst>
            </a:custGeom>
            <a:grpFill/>
            <a:ln w="317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9B7339FA-FA9B-41C4-AE69-D143FCD6D09E}"/>
                </a:ext>
              </a:extLst>
            </p:cNvPr>
            <p:cNvSpPr/>
            <p:nvPr/>
          </p:nvSpPr>
          <p:spPr>
            <a:xfrm>
              <a:off x="7113269" y="3894771"/>
              <a:ext cx="354806" cy="461009"/>
            </a:xfrm>
            <a:custGeom>
              <a:avLst/>
              <a:gdLst>
                <a:gd name="connsiteX0" fmla="*/ 353854 w 354806"/>
                <a:gd name="connsiteY0" fmla="*/ 51435 h 461009"/>
                <a:gd name="connsiteX1" fmla="*/ 351473 w 354806"/>
                <a:gd name="connsiteY1" fmla="*/ 50483 h 461009"/>
                <a:gd name="connsiteX2" fmla="*/ 348139 w 354806"/>
                <a:gd name="connsiteY2" fmla="*/ 48578 h 461009"/>
                <a:gd name="connsiteX3" fmla="*/ 347663 w 354806"/>
                <a:gd name="connsiteY3" fmla="*/ 49530 h 461009"/>
                <a:gd name="connsiteX4" fmla="*/ 347663 w 354806"/>
                <a:gd name="connsiteY4" fmla="*/ 50959 h 461009"/>
                <a:gd name="connsiteX5" fmla="*/ 343376 w 354806"/>
                <a:gd name="connsiteY5" fmla="*/ 52864 h 461009"/>
                <a:gd name="connsiteX6" fmla="*/ 342424 w 354806"/>
                <a:gd name="connsiteY6" fmla="*/ 52388 h 461009"/>
                <a:gd name="connsiteX7" fmla="*/ 343376 w 354806"/>
                <a:gd name="connsiteY7" fmla="*/ 51435 h 461009"/>
                <a:gd name="connsiteX8" fmla="*/ 344805 w 354806"/>
                <a:gd name="connsiteY8" fmla="*/ 50959 h 461009"/>
                <a:gd name="connsiteX9" fmla="*/ 344805 w 354806"/>
                <a:gd name="connsiteY9" fmla="*/ 49054 h 461009"/>
                <a:gd name="connsiteX10" fmla="*/ 345757 w 354806"/>
                <a:gd name="connsiteY10" fmla="*/ 47149 h 461009"/>
                <a:gd name="connsiteX11" fmla="*/ 346234 w 354806"/>
                <a:gd name="connsiteY11" fmla="*/ 45244 h 461009"/>
                <a:gd name="connsiteX12" fmla="*/ 345757 w 354806"/>
                <a:gd name="connsiteY12" fmla="*/ 30956 h 461009"/>
                <a:gd name="connsiteX13" fmla="*/ 344329 w 354806"/>
                <a:gd name="connsiteY13" fmla="*/ 21908 h 461009"/>
                <a:gd name="connsiteX14" fmla="*/ 346234 w 354806"/>
                <a:gd name="connsiteY14" fmla="*/ 16193 h 461009"/>
                <a:gd name="connsiteX15" fmla="*/ 349091 w 354806"/>
                <a:gd name="connsiteY15" fmla="*/ 10954 h 461009"/>
                <a:gd name="connsiteX16" fmla="*/ 349091 w 354806"/>
                <a:gd name="connsiteY16" fmla="*/ 8096 h 461009"/>
                <a:gd name="connsiteX17" fmla="*/ 350044 w 354806"/>
                <a:gd name="connsiteY17" fmla="*/ 5239 h 461009"/>
                <a:gd name="connsiteX18" fmla="*/ 348139 w 354806"/>
                <a:gd name="connsiteY18" fmla="*/ 4763 h 461009"/>
                <a:gd name="connsiteX19" fmla="*/ 334328 w 354806"/>
                <a:gd name="connsiteY19" fmla="*/ 0 h 461009"/>
                <a:gd name="connsiteX20" fmla="*/ 329089 w 354806"/>
                <a:gd name="connsiteY20" fmla="*/ 1429 h 461009"/>
                <a:gd name="connsiteX21" fmla="*/ 325279 w 354806"/>
                <a:gd name="connsiteY21" fmla="*/ 5239 h 461009"/>
                <a:gd name="connsiteX22" fmla="*/ 323374 w 354806"/>
                <a:gd name="connsiteY22" fmla="*/ 8572 h 461009"/>
                <a:gd name="connsiteX23" fmla="*/ 310991 w 354806"/>
                <a:gd name="connsiteY23" fmla="*/ 15240 h 461009"/>
                <a:gd name="connsiteX24" fmla="*/ 295275 w 354806"/>
                <a:gd name="connsiteY24" fmla="*/ 18097 h 461009"/>
                <a:gd name="connsiteX25" fmla="*/ 286703 w 354806"/>
                <a:gd name="connsiteY25" fmla="*/ 21908 h 461009"/>
                <a:gd name="connsiteX26" fmla="*/ 275273 w 354806"/>
                <a:gd name="connsiteY26" fmla="*/ 24289 h 461009"/>
                <a:gd name="connsiteX27" fmla="*/ 271463 w 354806"/>
                <a:gd name="connsiteY27" fmla="*/ 24765 h 461009"/>
                <a:gd name="connsiteX28" fmla="*/ 270034 w 354806"/>
                <a:gd name="connsiteY28" fmla="*/ 24765 h 461009"/>
                <a:gd name="connsiteX29" fmla="*/ 262414 w 354806"/>
                <a:gd name="connsiteY29" fmla="*/ 22384 h 461009"/>
                <a:gd name="connsiteX30" fmla="*/ 259080 w 354806"/>
                <a:gd name="connsiteY30" fmla="*/ 22384 h 461009"/>
                <a:gd name="connsiteX31" fmla="*/ 254318 w 354806"/>
                <a:gd name="connsiteY31" fmla="*/ 23813 h 461009"/>
                <a:gd name="connsiteX32" fmla="*/ 240030 w 354806"/>
                <a:gd name="connsiteY32" fmla="*/ 28575 h 461009"/>
                <a:gd name="connsiteX33" fmla="*/ 229553 w 354806"/>
                <a:gd name="connsiteY33" fmla="*/ 29528 h 461009"/>
                <a:gd name="connsiteX34" fmla="*/ 221456 w 354806"/>
                <a:gd name="connsiteY34" fmla="*/ 27622 h 461009"/>
                <a:gd name="connsiteX35" fmla="*/ 219075 w 354806"/>
                <a:gd name="connsiteY35" fmla="*/ 27622 h 461009"/>
                <a:gd name="connsiteX36" fmla="*/ 213360 w 354806"/>
                <a:gd name="connsiteY36" fmla="*/ 30004 h 461009"/>
                <a:gd name="connsiteX37" fmla="*/ 204311 w 354806"/>
                <a:gd name="connsiteY37" fmla="*/ 36195 h 461009"/>
                <a:gd name="connsiteX38" fmla="*/ 190500 w 354806"/>
                <a:gd name="connsiteY38" fmla="*/ 41910 h 461009"/>
                <a:gd name="connsiteX39" fmla="*/ 187166 w 354806"/>
                <a:gd name="connsiteY39" fmla="*/ 42386 h 461009"/>
                <a:gd name="connsiteX40" fmla="*/ 180023 w 354806"/>
                <a:gd name="connsiteY40" fmla="*/ 40958 h 461009"/>
                <a:gd name="connsiteX41" fmla="*/ 171926 w 354806"/>
                <a:gd name="connsiteY41" fmla="*/ 40481 h 461009"/>
                <a:gd name="connsiteX42" fmla="*/ 165259 w 354806"/>
                <a:gd name="connsiteY42" fmla="*/ 39053 h 461009"/>
                <a:gd name="connsiteX43" fmla="*/ 160973 w 354806"/>
                <a:gd name="connsiteY43" fmla="*/ 40005 h 461009"/>
                <a:gd name="connsiteX44" fmla="*/ 148590 w 354806"/>
                <a:gd name="connsiteY44" fmla="*/ 45244 h 461009"/>
                <a:gd name="connsiteX45" fmla="*/ 135255 w 354806"/>
                <a:gd name="connsiteY45" fmla="*/ 52388 h 461009"/>
                <a:gd name="connsiteX46" fmla="*/ 116205 w 354806"/>
                <a:gd name="connsiteY46" fmla="*/ 52864 h 461009"/>
                <a:gd name="connsiteX47" fmla="*/ 112872 w 354806"/>
                <a:gd name="connsiteY47" fmla="*/ 51435 h 461009"/>
                <a:gd name="connsiteX48" fmla="*/ 108585 w 354806"/>
                <a:gd name="connsiteY48" fmla="*/ 48578 h 461009"/>
                <a:gd name="connsiteX49" fmla="*/ 98107 w 354806"/>
                <a:gd name="connsiteY49" fmla="*/ 40958 h 461009"/>
                <a:gd name="connsiteX50" fmla="*/ 90964 w 354806"/>
                <a:gd name="connsiteY50" fmla="*/ 32385 h 461009"/>
                <a:gd name="connsiteX51" fmla="*/ 84297 w 354806"/>
                <a:gd name="connsiteY51" fmla="*/ 21908 h 461009"/>
                <a:gd name="connsiteX52" fmla="*/ 77629 w 354806"/>
                <a:gd name="connsiteY52" fmla="*/ 16669 h 461009"/>
                <a:gd name="connsiteX53" fmla="*/ 74772 w 354806"/>
                <a:gd name="connsiteY53" fmla="*/ 20955 h 461009"/>
                <a:gd name="connsiteX54" fmla="*/ 70961 w 354806"/>
                <a:gd name="connsiteY54" fmla="*/ 26670 h 461009"/>
                <a:gd name="connsiteX55" fmla="*/ 66675 w 354806"/>
                <a:gd name="connsiteY55" fmla="*/ 33338 h 461009"/>
                <a:gd name="connsiteX56" fmla="*/ 66199 w 354806"/>
                <a:gd name="connsiteY56" fmla="*/ 34766 h 461009"/>
                <a:gd name="connsiteX57" fmla="*/ 64770 w 354806"/>
                <a:gd name="connsiteY57" fmla="*/ 36671 h 461009"/>
                <a:gd name="connsiteX58" fmla="*/ 62865 w 354806"/>
                <a:gd name="connsiteY58" fmla="*/ 38576 h 461009"/>
                <a:gd name="connsiteX59" fmla="*/ 61436 w 354806"/>
                <a:gd name="connsiteY59" fmla="*/ 40481 h 461009"/>
                <a:gd name="connsiteX60" fmla="*/ 57626 w 354806"/>
                <a:gd name="connsiteY60" fmla="*/ 46196 h 461009"/>
                <a:gd name="connsiteX61" fmla="*/ 57626 w 354806"/>
                <a:gd name="connsiteY61" fmla="*/ 47149 h 461009"/>
                <a:gd name="connsiteX62" fmla="*/ 58103 w 354806"/>
                <a:gd name="connsiteY62" fmla="*/ 48101 h 461009"/>
                <a:gd name="connsiteX63" fmla="*/ 60007 w 354806"/>
                <a:gd name="connsiteY63" fmla="*/ 50483 h 461009"/>
                <a:gd name="connsiteX64" fmla="*/ 61913 w 354806"/>
                <a:gd name="connsiteY64" fmla="*/ 54769 h 461009"/>
                <a:gd name="connsiteX65" fmla="*/ 62865 w 354806"/>
                <a:gd name="connsiteY65" fmla="*/ 58579 h 461009"/>
                <a:gd name="connsiteX66" fmla="*/ 63818 w 354806"/>
                <a:gd name="connsiteY66" fmla="*/ 60484 h 461009"/>
                <a:gd name="connsiteX67" fmla="*/ 66199 w 354806"/>
                <a:gd name="connsiteY67" fmla="*/ 62389 h 461009"/>
                <a:gd name="connsiteX68" fmla="*/ 69532 w 354806"/>
                <a:gd name="connsiteY68" fmla="*/ 67151 h 461009"/>
                <a:gd name="connsiteX69" fmla="*/ 71438 w 354806"/>
                <a:gd name="connsiteY69" fmla="*/ 70009 h 461009"/>
                <a:gd name="connsiteX70" fmla="*/ 75248 w 354806"/>
                <a:gd name="connsiteY70" fmla="*/ 71438 h 461009"/>
                <a:gd name="connsiteX71" fmla="*/ 76676 w 354806"/>
                <a:gd name="connsiteY71" fmla="*/ 75247 h 461009"/>
                <a:gd name="connsiteX72" fmla="*/ 79534 w 354806"/>
                <a:gd name="connsiteY72" fmla="*/ 80486 h 461009"/>
                <a:gd name="connsiteX73" fmla="*/ 82868 w 354806"/>
                <a:gd name="connsiteY73" fmla="*/ 84772 h 461009"/>
                <a:gd name="connsiteX74" fmla="*/ 85725 w 354806"/>
                <a:gd name="connsiteY74" fmla="*/ 88583 h 461009"/>
                <a:gd name="connsiteX75" fmla="*/ 89059 w 354806"/>
                <a:gd name="connsiteY75" fmla="*/ 89535 h 461009"/>
                <a:gd name="connsiteX76" fmla="*/ 90488 w 354806"/>
                <a:gd name="connsiteY76" fmla="*/ 90011 h 461009"/>
                <a:gd name="connsiteX77" fmla="*/ 97155 w 354806"/>
                <a:gd name="connsiteY77" fmla="*/ 96203 h 461009"/>
                <a:gd name="connsiteX78" fmla="*/ 102870 w 354806"/>
                <a:gd name="connsiteY78" fmla="*/ 100965 h 461009"/>
                <a:gd name="connsiteX79" fmla="*/ 104299 w 354806"/>
                <a:gd name="connsiteY79" fmla="*/ 101918 h 461009"/>
                <a:gd name="connsiteX80" fmla="*/ 113824 w 354806"/>
                <a:gd name="connsiteY80" fmla="*/ 104775 h 461009"/>
                <a:gd name="connsiteX81" fmla="*/ 124778 w 354806"/>
                <a:gd name="connsiteY81" fmla="*/ 108585 h 461009"/>
                <a:gd name="connsiteX82" fmla="*/ 133826 w 354806"/>
                <a:gd name="connsiteY82" fmla="*/ 111443 h 461009"/>
                <a:gd name="connsiteX83" fmla="*/ 145256 w 354806"/>
                <a:gd name="connsiteY83" fmla="*/ 115253 h 461009"/>
                <a:gd name="connsiteX84" fmla="*/ 156210 w 354806"/>
                <a:gd name="connsiteY84" fmla="*/ 118586 h 461009"/>
                <a:gd name="connsiteX85" fmla="*/ 166688 w 354806"/>
                <a:gd name="connsiteY85" fmla="*/ 122396 h 461009"/>
                <a:gd name="connsiteX86" fmla="*/ 181451 w 354806"/>
                <a:gd name="connsiteY86" fmla="*/ 127159 h 461009"/>
                <a:gd name="connsiteX87" fmla="*/ 193357 w 354806"/>
                <a:gd name="connsiteY87" fmla="*/ 130969 h 461009"/>
                <a:gd name="connsiteX88" fmla="*/ 202406 w 354806"/>
                <a:gd name="connsiteY88" fmla="*/ 134303 h 461009"/>
                <a:gd name="connsiteX89" fmla="*/ 204788 w 354806"/>
                <a:gd name="connsiteY89" fmla="*/ 135255 h 461009"/>
                <a:gd name="connsiteX90" fmla="*/ 215741 w 354806"/>
                <a:gd name="connsiteY90" fmla="*/ 135255 h 461009"/>
                <a:gd name="connsiteX91" fmla="*/ 227172 w 354806"/>
                <a:gd name="connsiteY91" fmla="*/ 135255 h 461009"/>
                <a:gd name="connsiteX92" fmla="*/ 238601 w 354806"/>
                <a:gd name="connsiteY92" fmla="*/ 135255 h 461009"/>
                <a:gd name="connsiteX93" fmla="*/ 230029 w 354806"/>
                <a:gd name="connsiteY93" fmla="*/ 143351 h 461009"/>
                <a:gd name="connsiteX94" fmla="*/ 220980 w 354806"/>
                <a:gd name="connsiteY94" fmla="*/ 152400 h 461009"/>
                <a:gd name="connsiteX95" fmla="*/ 210979 w 354806"/>
                <a:gd name="connsiteY95" fmla="*/ 161925 h 461009"/>
                <a:gd name="connsiteX96" fmla="*/ 204311 w 354806"/>
                <a:gd name="connsiteY96" fmla="*/ 168116 h 461009"/>
                <a:gd name="connsiteX97" fmla="*/ 194310 w 354806"/>
                <a:gd name="connsiteY97" fmla="*/ 177641 h 461009"/>
                <a:gd name="connsiteX98" fmla="*/ 185738 w 354806"/>
                <a:gd name="connsiteY98" fmla="*/ 185738 h 461009"/>
                <a:gd name="connsiteX99" fmla="*/ 177165 w 354806"/>
                <a:gd name="connsiteY99" fmla="*/ 194786 h 461009"/>
                <a:gd name="connsiteX100" fmla="*/ 169069 w 354806"/>
                <a:gd name="connsiteY100" fmla="*/ 202406 h 461009"/>
                <a:gd name="connsiteX101" fmla="*/ 159068 w 354806"/>
                <a:gd name="connsiteY101" fmla="*/ 213836 h 461009"/>
                <a:gd name="connsiteX102" fmla="*/ 152400 w 354806"/>
                <a:gd name="connsiteY102" fmla="*/ 220980 h 461009"/>
                <a:gd name="connsiteX103" fmla="*/ 141923 w 354806"/>
                <a:gd name="connsiteY103" fmla="*/ 231934 h 461009"/>
                <a:gd name="connsiteX104" fmla="*/ 135255 w 354806"/>
                <a:gd name="connsiteY104" fmla="*/ 239078 h 461009"/>
                <a:gd name="connsiteX105" fmla="*/ 134303 w 354806"/>
                <a:gd name="connsiteY105" fmla="*/ 239554 h 461009"/>
                <a:gd name="connsiteX106" fmla="*/ 124778 w 354806"/>
                <a:gd name="connsiteY106" fmla="*/ 239078 h 461009"/>
                <a:gd name="connsiteX107" fmla="*/ 115729 w 354806"/>
                <a:gd name="connsiteY107" fmla="*/ 238601 h 461009"/>
                <a:gd name="connsiteX108" fmla="*/ 104299 w 354806"/>
                <a:gd name="connsiteY108" fmla="*/ 237649 h 461009"/>
                <a:gd name="connsiteX109" fmla="*/ 102870 w 354806"/>
                <a:gd name="connsiteY109" fmla="*/ 237649 h 461009"/>
                <a:gd name="connsiteX110" fmla="*/ 99536 w 354806"/>
                <a:gd name="connsiteY110" fmla="*/ 238601 h 461009"/>
                <a:gd name="connsiteX111" fmla="*/ 97631 w 354806"/>
                <a:gd name="connsiteY111" fmla="*/ 239078 h 461009"/>
                <a:gd name="connsiteX112" fmla="*/ 89059 w 354806"/>
                <a:gd name="connsiteY112" fmla="*/ 240983 h 461009"/>
                <a:gd name="connsiteX113" fmla="*/ 87630 w 354806"/>
                <a:gd name="connsiteY113" fmla="*/ 241459 h 461009"/>
                <a:gd name="connsiteX114" fmla="*/ 80486 w 354806"/>
                <a:gd name="connsiteY114" fmla="*/ 244793 h 461009"/>
                <a:gd name="connsiteX115" fmla="*/ 73343 w 354806"/>
                <a:gd name="connsiteY115" fmla="*/ 248126 h 461009"/>
                <a:gd name="connsiteX116" fmla="*/ 70009 w 354806"/>
                <a:gd name="connsiteY116" fmla="*/ 250984 h 461009"/>
                <a:gd name="connsiteX117" fmla="*/ 67151 w 354806"/>
                <a:gd name="connsiteY117" fmla="*/ 254794 h 461009"/>
                <a:gd name="connsiteX118" fmla="*/ 65723 w 354806"/>
                <a:gd name="connsiteY118" fmla="*/ 257651 h 461009"/>
                <a:gd name="connsiteX119" fmla="*/ 64294 w 354806"/>
                <a:gd name="connsiteY119" fmla="*/ 259080 h 461009"/>
                <a:gd name="connsiteX120" fmla="*/ 62389 w 354806"/>
                <a:gd name="connsiteY120" fmla="*/ 260033 h 461009"/>
                <a:gd name="connsiteX121" fmla="*/ 47149 w 354806"/>
                <a:gd name="connsiteY121" fmla="*/ 262890 h 461009"/>
                <a:gd name="connsiteX122" fmla="*/ 42863 w 354806"/>
                <a:gd name="connsiteY122" fmla="*/ 262890 h 461009"/>
                <a:gd name="connsiteX123" fmla="*/ 36195 w 354806"/>
                <a:gd name="connsiteY123" fmla="*/ 265271 h 461009"/>
                <a:gd name="connsiteX124" fmla="*/ 32385 w 354806"/>
                <a:gd name="connsiteY124" fmla="*/ 268605 h 461009"/>
                <a:gd name="connsiteX125" fmla="*/ 31432 w 354806"/>
                <a:gd name="connsiteY125" fmla="*/ 270510 h 461009"/>
                <a:gd name="connsiteX126" fmla="*/ 27147 w 354806"/>
                <a:gd name="connsiteY126" fmla="*/ 276701 h 461009"/>
                <a:gd name="connsiteX127" fmla="*/ 21907 w 354806"/>
                <a:gd name="connsiteY127" fmla="*/ 283369 h 461009"/>
                <a:gd name="connsiteX128" fmla="*/ 12859 w 354806"/>
                <a:gd name="connsiteY128" fmla="*/ 296704 h 461009"/>
                <a:gd name="connsiteX129" fmla="*/ 5715 w 354806"/>
                <a:gd name="connsiteY129" fmla="*/ 303371 h 461009"/>
                <a:gd name="connsiteX130" fmla="*/ 476 w 354806"/>
                <a:gd name="connsiteY130" fmla="*/ 308610 h 461009"/>
                <a:gd name="connsiteX131" fmla="*/ 0 w 354806"/>
                <a:gd name="connsiteY131" fmla="*/ 309563 h 461009"/>
                <a:gd name="connsiteX132" fmla="*/ 0 w 354806"/>
                <a:gd name="connsiteY132" fmla="*/ 315278 h 461009"/>
                <a:gd name="connsiteX133" fmla="*/ 0 w 354806"/>
                <a:gd name="connsiteY133" fmla="*/ 329565 h 461009"/>
                <a:gd name="connsiteX134" fmla="*/ 0 w 354806"/>
                <a:gd name="connsiteY134" fmla="*/ 357664 h 461009"/>
                <a:gd name="connsiteX135" fmla="*/ 476 w 354806"/>
                <a:gd name="connsiteY135" fmla="*/ 386239 h 461009"/>
                <a:gd name="connsiteX136" fmla="*/ 476 w 354806"/>
                <a:gd name="connsiteY136" fmla="*/ 414338 h 461009"/>
                <a:gd name="connsiteX137" fmla="*/ 476 w 354806"/>
                <a:gd name="connsiteY137" fmla="*/ 428625 h 461009"/>
                <a:gd name="connsiteX138" fmla="*/ 476 w 354806"/>
                <a:gd name="connsiteY138" fmla="*/ 433388 h 461009"/>
                <a:gd name="connsiteX139" fmla="*/ 5239 w 354806"/>
                <a:gd name="connsiteY139" fmla="*/ 439103 h 461009"/>
                <a:gd name="connsiteX140" fmla="*/ 9525 w 354806"/>
                <a:gd name="connsiteY140" fmla="*/ 445294 h 461009"/>
                <a:gd name="connsiteX141" fmla="*/ 15716 w 354806"/>
                <a:gd name="connsiteY141" fmla="*/ 452914 h 461009"/>
                <a:gd name="connsiteX142" fmla="*/ 19050 w 354806"/>
                <a:gd name="connsiteY142" fmla="*/ 456724 h 461009"/>
                <a:gd name="connsiteX143" fmla="*/ 19526 w 354806"/>
                <a:gd name="connsiteY143" fmla="*/ 458153 h 461009"/>
                <a:gd name="connsiteX144" fmla="*/ 19526 w 354806"/>
                <a:gd name="connsiteY144" fmla="*/ 461010 h 461009"/>
                <a:gd name="connsiteX145" fmla="*/ 22860 w 354806"/>
                <a:gd name="connsiteY145" fmla="*/ 457200 h 461009"/>
                <a:gd name="connsiteX146" fmla="*/ 26194 w 354806"/>
                <a:gd name="connsiteY146" fmla="*/ 451961 h 461009"/>
                <a:gd name="connsiteX147" fmla="*/ 30004 w 354806"/>
                <a:gd name="connsiteY147" fmla="*/ 444341 h 461009"/>
                <a:gd name="connsiteX148" fmla="*/ 31432 w 354806"/>
                <a:gd name="connsiteY148" fmla="*/ 442913 h 461009"/>
                <a:gd name="connsiteX149" fmla="*/ 32861 w 354806"/>
                <a:gd name="connsiteY149" fmla="*/ 439579 h 461009"/>
                <a:gd name="connsiteX150" fmla="*/ 34766 w 354806"/>
                <a:gd name="connsiteY150" fmla="*/ 436721 h 461009"/>
                <a:gd name="connsiteX151" fmla="*/ 39053 w 354806"/>
                <a:gd name="connsiteY151" fmla="*/ 432911 h 461009"/>
                <a:gd name="connsiteX152" fmla="*/ 42863 w 354806"/>
                <a:gd name="connsiteY152" fmla="*/ 429101 h 461009"/>
                <a:gd name="connsiteX153" fmla="*/ 49054 w 354806"/>
                <a:gd name="connsiteY153" fmla="*/ 421005 h 461009"/>
                <a:gd name="connsiteX154" fmla="*/ 50959 w 354806"/>
                <a:gd name="connsiteY154" fmla="*/ 419576 h 461009"/>
                <a:gd name="connsiteX155" fmla="*/ 54293 w 354806"/>
                <a:gd name="connsiteY155" fmla="*/ 414814 h 461009"/>
                <a:gd name="connsiteX156" fmla="*/ 56674 w 354806"/>
                <a:gd name="connsiteY156" fmla="*/ 412433 h 461009"/>
                <a:gd name="connsiteX157" fmla="*/ 59531 w 354806"/>
                <a:gd name="connsiteY157" fmla="*/ 410051 h 461009"/>
                <a:gd name="connsiteX158" fmla="*/ 85249 w 354806"/>
                <a:gd name="connsiteY158" fmla="*/ 383381 h 461009"/>
                <a:gd name="connsiteX159" fmla="*/ 93822 w 354806"/>
                <a:gd name="connsiteY159" fmla="*/ 375285 h 461009"/>
                <a:gd name="connsiteX160" fmla="*/ 104299 w 354806"/>
                <a:gd name="connsiteY160" fmla="*/ 367189 h 461009"/>
                <a:gd name="connsiteX161" fmla="*/ 114776 w 354806"/>
                <a:gd name="connsiteY161" fmla="*/ 357188 h 461009"/>
                <a:gd name="connsiteX162" fmla="*/ 134779 w 354806"/>
                <a:gd name="connsiteY162" fmla="*/ 343376 h 461009"/>
                <a:gd name="connsiteX163" fmla="*/ 165259 w 354806"/>
                <a:gd name="connsiteY163" fmla="*/ 326708 h 461009"/>
                <a:gd name="connsiteX164" fmla="*/ 172879 w 354806"/>
                <a:gd name="connsiteY164" fmla="*/ 320993 h 461009"/>
                <a:gd name="connsiteX165" fmla="*/ 201454 w 354806"/>
                <a:gd name="connsiteY165" fmla="*/ 293846 h 461009"/>
                <a:gd name="connsiteX166" fmla="*/ 222885 w 354806"/>
                <a:gd name="connsiteY166" fmla="*/ 270986 h 461009"/>
                <a:gd name="connsiteX167" fmla="*/ 238601 w 354806"/>
                <a:gd name="connsiteY167" fmla="*/ 252889 h 461009"/>
                <a:gd name="connsiteX168" fmla="*/ 247174 w 354806"/>
                <a:gd name="connsiteY168" fmla="*/ 237649 h 461009"/>
                <a:gd name="connsiteX169" fmla="*/ 261461 w 354806"/>
                <a:gd name="connsiteY169" fmla="*/ 219551 h 461009"/>
                <a:gd name="connsiteX170" fmla="*/ 275273 w 354806"/>
                <a:gd name="connsiteY170" fmla="*/ 196691 h 461009"/>
                <a:gd name="connsiteX171" fmla="*/ 276701 w 354806"/>
                <a:gd name="connsiteY171" fmla="*/ 188595 h 461009"/>
                <a:gd name="connsiteX172" fmla="*/ 281464 w 354806"/>
                <a:gd name="connsiteY172" fmla="*/ 176213 h 461009"/>
                <a:gd name="connsiteX173" fmla="*/ 285274 w 354806"/>
                <a:gd name="connsiteY173" fmla="*/ 169069 h 461009"/>
                <a:gd name="connsiteX174" fmla="*/ 292894 w 354806"/>
                <a:gd name="connsiteY174" fmla="*/ 158591 h 461009"/>
                <a:gd name="connsiteX175" fmla="*/ 296228 w 354806"/>
                <a:gd name="connsiteY175" fmla="*/ 152876 h 461009"/>
                <a:gd name="connsiteX176" fmla="*/ 299085 w 354806"/>
                <a:gd name="connsiteY176" fmla="*/ 146685 h 461009"/>
                <a:gd name="connsiteX177" fmla="*/ 302419 w 354806"/>
                <a:gd name="connsiteY177" fmla="*/ 136208 h 461009"/>
                <a:gd name="connsiteX178" fmla="*/ 310991 w 354806"/>
                <a:gd name="connsiteY178" fmla="*/ 128111 h 461009"/>
                <a:gd name="connsiteX179" fmla="*/ 317182 w 354806"/>
                <a:gd name="connsiteY179" fmla="*/ 117634 h 461009"/>
                <a:gd name="connsiteX180" fmla="*/ 318135 w 354806"/>
                <a:gd name="connsiteY180" fmla="*/ 114300 h 461009"/>
                <a:gd name="connsiteX181" fmla="*/ 321945 w 354806"/>
                <a:gd name="connsiteY181" fmla="*/ 106680 h 461009"/>
                <a:gd name="connsiteX182" fmla="*/ 329089 w 354806"/>
                <a:gd name="connsiteY182" fmla="*/ 97631 h 461009"/>
                <a:gd name="connsiteX183" fmla="*/ 330518 w 354806"/>
                <a:gd name="connsiteY183" fmla="*/ 92869 h 461009"/>
                <a:gd name="connsiteX184" fmla="*/ 335280 w 354806"/>
                <a:gd name="connsiteY184" fmla="*/ 86678 h 461009"/>
                <a:gd name="connsiteX185" fmla="*/ 335756 w 354806"/>
                <a:gd name="connsiteY185" fmla="*/ 77153 h 461009"/>
                <a:gd name="connsiteX186" fmla="*/ 337185 w 354806"/>
                <a:gd name="connsiteY186" fmla="*/ 70009 h 461009"/>
                <a:gd name="connsiteX187" fmla="*/ 338138 w 354806"/>
                <a:gd name="connsiteY187" fmla="*/ 58579 h 461009"/>
                <a:gd name="connsiteX188" fmla="*/ 339090 w 354806"/>
                <a:gd name="connsiteY188" fmla="*/ 56197 h 461009"/>
                <a:gd name="connsiteX189" fmla="*/ 342424 w 354806"/>
                <a:gd name="connsiteY189" fmla="*/ 54293 h 461009"/>
                <a:gd name="connsiteX190" fmla="*/ 348615 w 354806"/>
                <a:gd name="connsiteY190" fmla="*/ 52864 h 461009"/>
                <a:gd name="connsiteX191" fmla="*/ 350520 w 354806"/>
                <a:gd name="connsiteY191" fmla="*/ 53816 h 461009"/>
                <a:gd name="connsiteX192" fmla="*/ 354330 w 354806"/>
                <a:gd name="connsiteY192" fmla="*/ 54293 h 461009"/>
                <a:gd name="connsiteX193" fmla="*/ 354806 w 354806"/>
                <a:gd name="connsiteY193" fmla="*/ 52864 h 46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354806" h="461009">
                  <a:moveTo>
                    <a:pt x="353854" y="51435"/>
                  </a:moveTo>
                  <a:lnTo>
                    <a:pt x="351473" y="50483"/>
                  </a:lnTo>
                  <a:lnTo>
                    <a:pt x="348139" y="48578"/>
                  </a:lnTo>
                  <a:lnTo>
                    <a:pt x="347663" y="49530"/>
                  </a:lnTo>
                  <a:lnTo>
                    <a:pt x="347663" y="50959"/>
                  </a:lnTo>
                  <a:lnTo>
                    <a:pt x="343376" y="52864"/>
                  </a:lnTo>
                  <a:lnTo>
                    <a:pt x="342424" y="52388"/>
                  </a:lnTo>
                  <a:lnTo>
                    <a:pt x="343376" y="51435"/>
                  </a:lnTo>
                  <a:lnTo>
                    <a:pt x="344805" y="50959"/>
                  </a:lnTo>
                  <a:lnTo>
                    <a:pt x="344805" y="49054"/>
                  </a:lnTo>
                  <a:lnTo>
                    <a:pt x="345757" y="47149"/>
                  </a:lnTo>
                  <a:lnTo>
                    <a:pt x="346234" y="45244"/>
                  </a:lnTo>
                  <a:lnTo>
                    <a:pt x="345757" y="30956"/>
                  </a:lnTo>
                  <a:lnTo>
                    <a:pt x="344329" y="21908"/>
                  </a:lnTo>
                  <a:lnTo>
                    <a:pt x="346234" y="16193"/>
                  </a:lnTo>
                  <a:lnTo>
                    <a:pt x="349091" y="10954"/>
                  </a:lnTo>
                  <a:lnTo>
                    <a:pt x="349091" y="8096"/>
                  </a:lnTo>
                  <a:lnTo>
                    <a:pt x="350044" y="5239"/>
                  </a:lnTo>
                  <a:lnTo>
                    <a:pt x="348139" y="4763"/>
                  </a:lnTo>
                  <a:lnTo>
                    <a:pt x="334328" y="0"/>
                  </a:lnTo>
                  <a:lnTo>
                    <a:pt x="329089" y="1429"/>
                  </a:lnTo>
                  <a:lnTo>
                    <a:pt x="325279" y="5239"/>
                  </a:lnTo>
                  <a:lnTo>
                    <a:pt x="323374" y="8572"/>
                  </a:lnTo>
                  <a:lnTo>
                    <a:pt x="310991" y="15240"/>
                  </a:lnTo>
                  <a:lnTo>
                    <a:pt x="295275" y="18097"/>
                  </a:lnTo>
                  <a:lnTo>
                    <a:pt x="286703" y="21908"/>
                  </a:lnTo>
                  <a:lnTo>
                    <a:pt x="275273" y="24289"/>
                  </a:lnTo>
                  <a:lnTo>
                    <a:pt x="271463" y="24765"/>
                  </a:lnTo>
                  <a:lnTo>
                    <a:pt x="270034" y="24765"/>
                  </a:lnTo>
                  <a:lnTo>
                    <a:pt x="262414" y="22384"/>
                  </a:lnTo>
                  <a:lnTo>
                    <a:pt x="259080" y="22384"/>
                  </a:lnTo>
                  <a:lnTo>
                    <a:pt x="254318" y="23813"/>
                  </a:lnTo>
                  <a:lnTo>
                    <a:pt x="240030" y="28575"/>
                  </a:lnTo>
                  <a:lnTo>
                    <a:pt x="229553" y="29528"/>
                  </a:lnTo>
                  <a:lnTo>
                    <a:pt x="221456" y="27622"/>
                  </a:lnTo>
                  <a:lnTo>
                    <a:pt x="219075" y="27622"/>
                  </a:lnTo>
                  <a:lnTo>
                    <a:pt x="213360" y="30004"/>
                  </a:lnTo>
                  <a:lnTo>
                    <a:pt x="204311" y="36195"/>
                  </a:lnTo>
                  <a:lnTo>
                    <a:pt x="190500" y="41910"/>
                  </a:lnTo>
                  <a:lnTo>
                    <a:pt x="187166" y="42386"/>
                  </a:lnTo>
                  <a:lnTo>
                    <a:pt x="180023" y="40958"/>
                  </a:lnTo>
                  <a:lnTo>
                    <a:pt x="171926" y="40481"/>
                  </a:lnTo>
                  <a:lnTo>
                    <a:pt x="165259" y="39053"/>
                  </a:lnTo>
                  <a:lnTo>
                    <a:pt x="160973" y="40005"/>
                  </a:lnTo>
                  <a:lnTo>
                    <a:pt x="148590" y="45244"/>
                  </a:lnTo>
                  <a:lnTo>
                    <a:pt x="135255" y="52388"/>
                  </a:lnTo>
                  <a:lnTo>
                    <a:pt x="116205" y="52864"/>
                  </a:lnTo>
                  <a:lnTo>
                    <a:pt x="112872" y="51435"/>
                  </a:lnTo>
                  <a:lnTo>
                    <a:pt x="108585" y="48578"/>
                  </a:lnTo>
                  <a:lnTo>
                    <a:pt x="98107" y="40958"/>
                  </a:lnTo>
                  <a:lnTo>
                    <a:pt x="90964" y="32385"/>
                  </a:lnTo>
                  <a:lnTo>
                    <a:pt x="84297" y="21908"/>
                  </a:lnTo>
                  <a:lnTo>
                    <a:pt x="77629" y="16669"/>
                  </a:lnTo>
                  <a:lnTo>
                    <a:pt x="74772" y="20955"/>
                  </a:lnTo>
                  <a:lnTo>
                    <a:pt x="70961" y="26670"/>
                  </a:lnTo>
                  <a:lnTo>
                    <a:pt x="66675" y="33338"/>
                  </a:lnTo>
                  <a:lnTo>
                    <a:pt x="66199" y="34766"/>
                  </a:lnTo>
                  <a:lnTo>
                    <a:pt x="64770" y="36671"/>
                  </a:lnTo>
                  <a:lnTo>
                    <a:pt x="62865" y="38576"/>
                  </a:lnTo>
                  <a:lnTo>
                    <a:pt x="61436" y="40481"/>
                  </a:lnTo>
                  <a:lnTo>
                    <a:pt x="57626" y="46196"/>
                  </a:lnTo>
                  <a:lnTo>
                    <a:pt x="57626" y="47149"/>
                  </a:lnTo>
                  <a:lnTo>
                    <a:pt x="58103" y="48101"/>
                  </a:lnTo>
                  <a:lnTo>
                    <a:pt x="60007" y="50483"/>
                  </a:lnTo>
                  <a:lnTo>
                    <a:pt x="61913" y="54769"/>
                  </a:lnTo>
                  <a:lnTo>
                    <a:pt x="62865" y="58579"/>
                  </a:lnTo>
                  <a:lnTo>
                    <a:pt x="63818" y="60484"/>
                  </a:lnTo>
                  <a:lnTo>
                    <a:pt x="66199" y="62389"/>
                  </a:lnTo>
                  <a:lnTo>
                    <a:pt x="69532" y="67151"/>
                  </a:lnTo>
                  <a:lnTo>
                    <a:pt x="71438" y="70009"/>
                  </a:lnTo>
                  <a:lnTo>
                    <a:pt x="75248" y="71438"/>
                  </a:lnTo>
                  <a:lnTo>
                    <a:pt x="76676" y="75247"/>
                  </a:lnTo>
                  <a:lnTo>
                    <a:pt x="79534" y="80486"/>
                  </a:lnTo>
                  <a:lnTo>
                    <a:pt x="82868" y="84772"/>
                  </a:lnTo>
                  <a:lnTo>
                    <a:pt x="85725" y="88583"/>
                  </a:lnTo>
                  <a:lnTo>
                    <a:pt x="89059" y="89535"/>
                  </a:lnTo>
                  <a:lnTo>
                    <a:pt x="90488" y="90011"/>
                  </a:lnTo>
                  <a:lnTo>
                    <a:pt x="97155" y="96203"/>
                  </a:lnTo>
                  <a:lnTo>
                    <a:pt x="102870" y="100965"/>
                  </a:lnTo>
                  <a:lnTo>
                    <a:pt x="104299" y="101918"/>
                  </a:lnTo>
                  <a:lnTo>
                    <a:pt x="113824" y="104775"/>
                  </a:lnTo>
                  <a:lnTo>
                    <a:pt x="124778" y="108585"/>
                  </a:lnTo>
                  <a:lnTo>
                    <a:pt x="133826" y="111443"/>
                  </a:lnTo>
                  <a:lnTo>
                    <a:pt x="145256" y="115253"/>
                  </a:lnTo>
                  <a:lnTo>
                    <a:pt x="156210" y="118586"/>
                  </a:lnTo>
                  <a:lnTo>
                    <a:pt x="166688" y="122396"/>
                  </a:lnTo>
                  <a:lnTo>
                    <a:pt x="181451" y="127159"/>
                  </a:lnTo>
                  <a:lnTo>
                    <a:pt x="193357" y="130969"/>
                  </a:lnTo>
                  <a:lnTo>
                    <a:pt x="202406" y="134303"/>
                  </a:lnTo>
                  <a:lnTo>
                    <a:pt x="204788" y="135255"/>
                  </a:lnTo>
                  <a:lnTo>
                    <a:pt x="215741" y="135255"/>
                  </a:lnTo>
                  <a:lnTo>
                    <a:pt x="227172" y="135255"/>
                  </a:lnTo>
                  <a:lnTo>
                    <a:pt x="238601" y="135255"/>
                  </a:lnTo>
                  <a:lnTo>
                    <a:pt x="230029" y="143351"/>
                  </a:lnTo>
                  <a:lnTo>
                    <a:pt x="220980" y="152400"/>
                  </a:lnTo>
                  <a:lnTo>
                    <a:pt x="210979" y="161925"/>
                  </a:lnTo>
                  <a:lnTo>
                    <a:pt x="204311" y="168116"/>
                  </a:lnTo>
                  <a:lnTo>
                    <a:pt x="194310" y="177641"/>
                  </a:lnTo>
                  <a:lnTo>
                    <a:pt x="185738" y="185738"/>
                  </a:lnTo>
                  <a:lnTo>
                    <a:pt x="177165" y="194786"/>
                  </a:lnTo>
                  <a:lnTo>
                    <a:pt x="169069" y="202406"/>
                  </a:lnTo>
                  <a:lnTo>
                    <a:pt x="159068" y="213836"/>
                  </a:lnTo>
                  <a:lnTo>
                    <a:pt x="152400" y="220980"/>
                  </a:lnTo>
                  <a:lnTo>
                    <a:pt x="141923" y="231934"/>
                  </a:lnTo>
                  <a:lnTo>
                    <a:pt x="135255" y="239078"/>
                  </a:lnTo>
                  <a:lnTo>
                    <a:pt x="134303" y="239554"/>
                  </a:lnTo>
                  <a:lnTo>
                    <a:pt x="124778" y="239078"/>
                  </a:lnTo>
                  <a:lnTo>
                    <a:pt x="115729" y="238601"/>
                  </a:lnTo>
                  <a:lnTo>
                    <a:pt x="104299" y="237649"/>
                  </a:lnTo>
                  <a:lnTo>
                    <a:pt x="102870" y="237649"/>
                  </a:lnTo>
                  <a:lnTo>
                    <a:pt x="99536" y="238601"/>
                  </a:lnTo>
                  <a:lnTo>
                    <a:pt x="97631" y="239078"/>
                  </a:lnTo>
                  <a:lnTo>
                    <a:pt x="89059" y="240983"/>
                  </a:lnTo>
                  <a:lnTo>
                    <a:pt x="87630" y="241459"/>
                  </a:lnTo>
                  <a:lnTo>
                    <a:pt x="80486" y="244793"/>
                  </a:lnTo>
                  <a:lnTo>
                    <a:pt x="73343" y="248126"/>
                  </a:lnTo>
                  <a:lnTo>
                    <a:pt x="70009" y="250984"/>
                  </a:lnTo>
                  <a:lnTo>
                    <a:pt x="67151" y="254794"/>
                  </a:lnTo>
                  <a:lnTo>
                    <a:pt x="65723" y="257651"/>
                  </a:lnTo>
                  <a:lnTo>
                    <a:pt x="64294" y="259080"/>
                  </a:lnTo>
                  <a:lnTo>
                    <a:pt x="62389" y="260033"/>
                  </a:lnTo>
                  <a:lnTo>
                    <a:pt x="47149" y="262890"/>
                  </a:lnTo>
                  <a:lnTo>
                    <a:pt x="42863" y="262890"/>
                  </a:lnTo>
                  <a:lnTo>
                    <a:pt x="36195" y="265271"/>
                  </a:lnTo>
                  <a:lnTo>
                    <a:pt x="32385" y="268605"/>
                  </a:lnTo>
                  <a:lnTo>
                    <a:pt x="31432" y="270510"/>
                  </a:lnTo>
                  <a:lnTo>
                    <a:pt x="27147" y="276701"/>
                  </a:lnTo>
                  <a:lnTo>
                    <a:pt x="21907" y="283369"/>
                  </a:lnTo>
                  <a:lnTo>
                    <a:pt x="12859" y="296704"/>
                  </a:lnTo>
                  <a:lnTo>
                    <a:pt x="5715" y="303371"/>
                  </a:lnTo>
                  <a:lnTo>
                    <a:pt x="476" y="308610"/>
                  </a:lnTo>
                  <a:lnTo>
                    <a:pt x="0" y="309563"/>
                  </a:lnTo>
                  <a:lnTo>
                    <a:pt x="0" y="315278"/>
                  </a:lnTo>
                  <a:lnTo>
                    <a:pt x="0" y="329565"/>
                  </a:lnTo>
                  <a:lnTo>
                    <a:pt x="0" y="357664"/>
                  </a:lnTo>
                  <a:lnTo>
                    <a:pt x="476" y="386239"/>
                  </a:lnTo>
                  <a:lnTo>
                    <a:pt x="476" y="414338"/>
                  </a:lnTo>
                  <a:lnTo>
                    <a:pt x="476" y="428625"/>
                  </a:lnTo>
                  <a:lnTo>
                    <a:pt x="476" y="433388"/>
                  </a:lnTo>
                  <a:lnTo>
                    <a:pt x="5239" y="439103"/>
                  </a:lnTo>
                  <a:lnTo>
                    <a:pt x="9525" y="445294"/>
                  </a:lnTo>
                  <a:lnTo>
                    <a:pt x="15716" y="452914"/>
                  </a:lnTo>
                  <a:lnTo>
                    <a:pt x="19050" y="456724"/>
                  </a:lnTo>
                  <a:lnTo>
                    <a:pt x="19526" y="458153"/>
                  </a:lnTo>
                  <a:lnTo>
                    <a:pt x="19526" y="461010"/>
                  </a:lnTo>
                  <a:lnTo>
                    <a:pt x="22860" y="457200"/>
                  </a:lnTo>
                  <a:lnTo>
                    <a:pt x="26194" y="451961"/>
                  </a:lnTo>
                  <a:lnTo>
                    <a:pt x="30004" y="444341"/>
                  </a:lnTo>
                  <a:lnTo>
                    <a:pt x="31432" y="442913"/>
                  </a:lnTo>
                  <a:lnTo>
                    <a:pt x="32861" y="439579"/>
                  </a:lnTo>
                  <a:lnTo>
                    <a:pt x="34766" y="436721"/>
                  </a:lnTo>
                  <a:lnTo>
                    <a:pt x="39053" y="432911"/>
                  </a:lnTo>
                  <a:lnTo>
                    <a:pt x="42863" y="429101"/>
                  </a:lnTo>
                  <a:lnTo>
                    <a:pt x="49054" y="421005"/>
                  </a:lnTo>
                  <a:lnTo>
                    <a:pt x="50959" y="419576"/>
                  </a:lnTo>
                  <a:lnTo>
                    <a:pt x="54293" y="414814"/>
                  </a:lnTo>
                  <a:lnTo>
                    <a:pt x="56674" y="412433"/>
                  </a:lnTo>
                  <a:lnTo>
                    <a:pt x="59531" y="410051"/>
                  </a:lnTo>
                  <a:lnTo>
                    <a:pt x="85249" y="383381"/>
                  </a:lnTo>
                  <a:lnTo>
                    <a:pt x="93822" y="375285"/>
                  </a:lnTo>
                  <a:lnTo>
                    <a:pt x="104299" y="367189"/>
                  </a:lnTo>
                  <a:lnTo>
                    <a:pt x="114776" y="357188"/>
                  </a:lnTo>
                  <a:lnTo>
                    <a:pt x="134779" y="343376"/>
                  </a:lnTo>
                  <a:lnTo>
                    <a:pt x="165259" y="326708"/>
                  </a:lnTo>
                  <a:lnTo>
                    <a:pt x="172879" y="320993"/>
                  </a:lnTo>
                  <a:lnTo>
                    <a:pt x="201454" y="293846"/>
                  </a:lnTo>
                  <a:lnTo>
                    <a:pt x="222885" y="270986"/>
                  </a:lnTo>
                  <a:lnTo>
                    <a:pt x="238601" y="252889"/>
                  </a:lnTo>
                  <a:lnTo>
                    <a:pt x="247174" y="237649"/>
                  </a:lnTo>
                  <a:lnTo>
                    <a:pt x="261461" y="219551"/>
                  </a:lnTo>
                  <a:lnTo>
                    <a:pt x="275273" y="196691"/>
                  </a:lnTo>
                  <a:lnTo>
                    <a:pt x="276701" y="188595"/>
                  </a:lnTo>
                  <a:lnTo>
                    <a:pt x="281464" y="176213"/>
                  </a:lnTo>
                  <a:lnTo>
                    <a:pt x="285274" y="169069"/>
                  </a:lnTo>
                  <a:lnTo>
                    <a:pt x="292894" y="158591"/>
                  </a:lnTo>
                  <a:lnTo>
                    <a:pt x="296228" y="152876"/>
                  </a:lnTo>
                  <a:lnTo>
                    <a:pt x="299085" y="146685"/>
                  </a:lnTo>
                  <a:lnTo>
                    <a:pt x="302419" y="136208"/>
                  </a:lnTo>
                  <a:lnTo>
                    <a:pt x="310991" y="128111"/>
                  </a:lnTo>
                  <a:lnTo>
                    <a:pt x="317182" y="117634"/>
                  </a:lnTo>
                  <a:lnTo>
                    <a:pt x="318135" y="114300"/>
                  </a:lnTo>
                  <a:lnTo>
                    <a:pt x="321945" y="106680"/>
                  </a:lnTo>
                  <a:lnTo>
                    <a:pt x="329089" y="97631"/>
                  </a:lnTo>
                  <a:lnTo>
                    <a:pt x="330518" y="92869"/>
                  </a:lnTo>
                  <a:lnTo>
                    <a:pt x="335280" y="86678"/>
                  </a:lnTo>
                  <a:lnTo>
                    <a:pt x="335756" y="77153"/>
                  </a:lnTo>
                  <a:lnTo>
                    <a:pt x="337185" y="70009"/>
                  </a:lnTo>
                  <a:lnTo>
                    <a:pt x="338138" y="58579"/>
                  </a:lnTo>
                  <a:lnTo>
                    <a:pt x="339090" y="56197"/>
                  </a:lnTo>
                  <a:lnTo>
                    <a:pt x="342424" y="54293"/>
                  </a:lnTo>
                  <a:lnTo>
                    <a:pt x="348615" y="52864"/>
                  </a:lnTo>
                  <a:lnTo>
                    <a:pt x="350520" y="53816"/>
                  </a:lnTo>
                  <a:lnTo>
                    <a:pt x="354330" y="54293"/>
                  </a:lnTo>
                  <a:lnTo>
                    <a:pt x="354806" y="52864"/>
                  </a:lnTo>
                  <a:close/>
                </a:path>
              </a:pathLst>
            </a:custGeom>
            <a:grpFill/>
            <a:ln w="317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0E1054D-A3F2-4597-9C51-47D31BBE360A}"/>
                </a:ext>
              </a:extLst>
            </p:cNvPr>
            <p:cNvSpPr/>
            <p:nvPr/>
          </p:nvSpPr>
          <p:spPr>
            <a:xfrm>
              <a:off x="5123021" y="3733799"/>
              <a:ext cx="209550" cy="149066"/>
            </a:xfrm>
            <a:custGeom>
              <a:avLst/>
              <a:gdLst>
                <a:gd name="connsiteX0" fmla="*/ 207169 w 209550"/>
                <a:gd name="connsiteY0" fmla="*/ 142399 h 149066"/>
                <a:gd name="connsiteX1" fmla="*/ 207169 w 209550"/>
                <a:gd name="connsiteY1" fmla="*/ 141446 h 149066"/>
                <a:gd name="connsiteX2" fmla="*/ 207169 w 209550"/>
                <a:gd name="connsiteY2" fmla="*/ 139065 h 149066"/>
                <a:gd name="connsiteX3" fmla="*/ 208122 w 209550"/>
                <a:gd name="connsiteY3" fmla="*/ 133826 h 149066"/>
                <a:gd name="connsiteX4" fmla="*/ 208122 w 209550"/>
                <a:gd name="connsiteY4" fmla="*/ 131921 h 149066"/>
                <a:gd name="connsiteX5" fmla="*/ 209074 w 209550"/>
                <a:gd name="connsiteY5" fmla="*/ 128111 h 149066"/>
                <a:gd name="connsiteX6" fmla="*/ 207645 w 209550"/>
                <a:gd name="connsiteY6" fmla="*/ 126682 h 149066"/>
                <a:gd name="connsiteX7" fmla="*/ 207169 w 209550"/>
                <a:gd name="connsiteY7" fmla="*/ 125254 h 149066"/>
                <a:gd name="connsiteX8" fmla="*/ 205740 w 209550"/>
                <a:gd name="connsiteY8" fmla="*/ 123349 h 149066"/>
                <a:gd name="connsiteX9" fmla="*/ 203835 w 209550"/>
                <a:gd name="connsiteY9" fmla="*/ 120491 h 149066"/>
                <a:gd name="connsiteX10" fmla="*/ 203359 w 209550"/>
                <a:gd name="connsiteY10" fmla="*/ 118110 h 149066"/>
                <a:gd name="connsiteX11" fmla="*/ 202406 w 209550"/>
                <a:gd name="connsiteY11" fmla="*/ 116205 h 149066"/>
                <a:gd name="connsiteX12" fmla="*/ 200502 w 209550"/>
                <a:gd name="connsiteY12" fmla="*/ 113824 h 149066"/>
                <a:gd name="connsiteX13" fmla="*/ 199549 w 209550"/>
                <a:gd name="connsiteY13" fmla="*/ 113347 h 149066"/>
                <a:gd name="connsiteX14" fmla="*/ 196691 w 209550"/>
                <a:gd name="connsiteY14" fmla="*/ 112871 h 149066"/>
                <a:gd name="connsiteX15" fmla="*/ 196215 w 209550"/>
                <a:gd name="connsiteY15" fmla="*/ 113824 h 149066"/>
                <a:gd name="connsiteX16" fmla="*/ 194786 w 209550"/>
                <a:gd name="connsiteY16" fmla="*/ 115253 h 149066"/>
                <a:gd name="connsiteX17" fmla="*/ 193834 w 209550"/>
                <a:gd name="connsiteY17" fmla="*/ 115729 h 149066"/>
                <a:gd name="connsiteX18" fmla="*/ 192405 w 209550"/>
                <a:gd name="connsiteY18" fmla="*/ 113824 h 149066"/>
                <a:gd name="connsiteX19" fmla="*/ 191929 w 209550"/>
                <a:gd name="connsiteY19" fmla="*/ 112395 h 149066"/>
                <a:gd name="connsiteX20" fmla="*/ 191929 w 209550"/>
                <a:gd name="connsiteY20" fmla="*/ 110966 h 149066"/>
                <a:gd name="connsiteX21" fmla="*/ 189548 w 209550"/>
                <a:gd name="connsiteY21" fmla="*/ 109061 h 149066"/>
                <a:gd name="connsiteX22" fmla="*/ 186690 w 209550"/>
                <a:gd name="connsiteY22" fmla="*/ 104775 h 149066"/>
                <a:gd name="connsiteX23" fmla="*/ 186690 w 209550"/>
                <a:gd name="connsiteY23" fmla="*/ 101441 h 149066"/>
                <a:gd name="connsiteX24" fmla="*/ 189072 w 209550"/>
                <a:gd name="connsiteY24" fmla="*/ 99536 h 149066"/>
                <a:gd name="connsiteX25" fmla="*/ 189548 w 209550"/>
                <a:gd name="connsiteY25" fmla="*/ 98107 h 149066"/>
                <a:gd name="connsiteX26" fmla="*/ 189548 w 209550"/>
                <a:gd name="connsiteY26" fmla="*/ 96203 h 149066"/>
                <a:gd name="connsiteX27" fmla="*/ 188595 w 209550"/>
                <a:gd name="connsiteY27" fmla="*/ 94297 h 149066"/>
                <a:gd name="connsiteX28" fmla="*/ 187643 w 209550"/>
                <a:gd name="connsiteY28" fmla="*/ 92869 h 149066"/>
                <a:gd name="connsiteX29" fmla="*/ 188119 w 209550"/>
                <a:gd name="connsiteY29" fmla="*/ 89535 h 149066"/>
                <a:gd name="connsiteX30" fmla="*/ 187643 w 209550"/>
                <a:gd name="connsiteY30" fmla="*/ 85249 h 149066"/>
                <a:gd name="connsiteX31" fmla="*/ 186214 w 209550"/>
                <a:gd name="connsiteY31" fmla="*/ 82868 h 149066"/>
                <a:gd name="connsiteX32" fmla="*/ 184309 w 209550"/>
                <a:gd name="connsiteY32" fmla="*/ 80963 h 149066"/>
                <a:gd name="connsiteX33" fmla="*/ 182404 w 209550"/>
                <a:gd name="connsiteY33" fmla="*/ 79057 h 149066"/>
                <a:gd name="connsiteX34" fmla="*/ 180499 w 209550"/>
                <a:gd name="connsiteY34" fmla="*/ 76676 h 149066"/>
                <a:gd name="connsiteX35" fmla="*/ 181452 w 209550"/>
                <a:gd name="connsiteY35" fmla="*/ 72390 h 149066"/>
                <a:gd name="connsiteX36" fmla="*/ 181928 w 209550"/>
                <a:gd name="connsiteY36" fmla="*/ 70009 h 149066"/>
                <a:gd name="connsiteX37" fmla="*/ 178594 w 209550"/>
                <a:gd name="connsiteY37" fmla="*/ 64294 h 149066"/>
                <a:gd name="connsiteX38" fmla="*/ 178118 w 209550"/>
                <a:gd name="connsiteY38" fmla="*/ 64294 h 149066"/>
                <a:gd name="connsiteX39" fmla="*/ 174308 w 209550"/>
                <a:gd name="connsiteY39" fmla="*/ 61913 h 149066"/>
                <a:gd name="connsiteX40" fmla="*/ 172879 w 209550"/>
                <a:gd name="connsiteY40" fmla="*/ 58579 h 149066"/>
                <a:gd name="connsiteX41" fmla="*/ 170022 w 209550"/>
                <a:gd name="connsiteY41" fmla="*/ 56674 h 149066"/>
                <a:gd name="connsiteX42" fmla="*/ 165735 w 209550"/>
                <a:gd name="connsiteY42" fmla="*/ 55245 h 149066"/>
                <a:gd name="connsiteX43" fmla="*/ 163354 w 209550"/>
                <a:gd name="connsiteY43" fmla="*/ 53340 h 149066"/>
                <a:gd name="connsiteX44" fmla="*/ 161925 w 209550"/>
                <a:gd name="connsiteY44" fmla="*/ 51435 h 149066"/>
                <a:gd name="connsiteX45" fmla="*/ 160497 w 209550"/>
                <a:gd name="connsiteY45" fmla="*/ 50006 h 149066"/>
                <a:gd name="connsiteX46" fmla="*/ 159068 w 209550"/>
                <a:gd name="connsiteY46" fmla="*/ 49530 h 149066"/>
                <a:gd name="connsiteX47" fmla="*/ 159068 w 209550"/>
                <a:gd name="connsiteY47" fmla="*/ 49054 h 149066"/>
                <a:gd name="connsiteX48" fmla="*/ 159544 w 209550"/>
                <a:gd name="connsiteY48" fmla="*/ 48101 h 149066"/>
                <a:gd name="connsiteX49" fmla="*/ 159068 w 209550"/>
                <a:gd name="connsiteY49" fmla="*/ 46196 h 149066"/>
                <a:gd name="connsiteX50" fmla="*/ 156686 w 209550"/>
                <a:gd name="connsiteY50" fmla="*/ 42386 h 149066"/>
                <a:gd name="connsiteX51" fmla="*/ 154305 w 209550"/>
                <a:gd name="connsiteY51" fmla="*/ 40481 h 149066"/>
                <a:gd name="connsiteX52" fmla="*/ 152877 w 209550"/>
                <a:gd name="connsiteY52" fmla="*/ 40957 h 149066"/>
                <a:gd name="connsiteX53" fmla="*/ 151448 w 209550"/>
                <a:gd name="connsiteY53" fmla="*/ 40481 h 149066"/>
                <a:gd name="connsiteX54" fmla="*/ 150972 w 209550"/>
                <a:gd name="connsiteY54" fmla="*/ 39529 h 149066"/>
                <a:gd name="connsiteX55" fmla="*/ 150495 w 209550"/>
                <a:gd name="connsiteY55" fmla="*/ 38100 h 149066"/>
                <a:gd name="connsiteX56" fmla="*/ 149543 w 209550"/>
                <a:gd name="connsiteY56" fmla="*/ 37147 h 149066"/>
                <a:gd name="connsiteX57" fmla="*/ 147161 w 209550"/>
                <a:gd name="connsiteY57" fmla="*/ 36671 h 149066"/>
                <a:gd name="connsiteX58" fmla="*/ 145733 w 209550"/>
                <a:gd name="connsiteY58" fmla="*/ 33814 h 149066"/>
                <a:gd name="connsiteX59" fmla="*/ 144304 w 209550"/>
                <a:gd name="connsiteY59" fmla="*/ 28575 h 149066"/>
                <a:gd name="connsiteX60" fmla="*/ 142399 w 209550"/>
                <a:gd name="connsiteY60" fmla="*/ 24289 h 149066"/>
                <a:gd name="connsiteX61" fmla="*/ 140494 w 209550"/>
                <a:gd name="connsiteY61" fmla="*/ 21431 h 149066"/>
                <a:gd name="connsiteX62" fmla="*/ 139065 w 209550"/>
                <a:gd name="connsiteY62" fmla="*/ 20479 h 149066"/>
                <a:gd name="connsiteX63" fmla="*/ 137636 w 209550"/>
                <a:gd name="connsiteY63" fmla="*/ 20003 h 149066"/>
                <a:gd name="connsiteX64" fmla="*/ 137160 w 209550"/>
                <a:gd name="connsiteY64" fmla="*/ 19526 h 149066"/>
                <a:gd name="connsiteX65" fmla="*/ 137160 w 209550"/>
                <a:gd name="connsiteY65" fmla="*/ 19050 h 149066"/>
                <a:gd name="connsiteX66" fmla="*/ 135255 w 209550"/>
                <a:gd name="connsiteY66" fmla="*/ 18574 h 149066"/>
                <a:gd name="connsiteX67" fmla="*/ 132874 w 209550"/>
                <a:gd name="connsiteY67" fmla="*/ 19526 h 149066"/>
                <a:gd name="connsiteX68" fmla="*/ 130969 w 209550"/>
                <a:gd name="connsiteY68" fmla="*/ 19050 h 149066"/>
                <a:gd name="connsiteX69" fmla="*/ 130016 w 209550"/>
                <a:gd name="connsiteY69" fmla="*/ 17621 h 149066"/>
                <a:gd name="connsiteX70" fmla="*/ 128588 w 209550"/>
                <a:gd name="connsiteY70" fmla="*/ 17621 h 149066"/>
                <a:gd name="connsiteX71" fmla="*/ 126683 w 209550"/>
                <a:gd name="connsiteY71" fmla="*/ 18574 h 149066"/>
                <a:gd name="connsiteX72" fmla="*/ 124778 w 209550"/>
                <a:gd name="connsiteY72" fmla="*/ 18574 h 149066"/>
                <a:gd name="connsiteX73" fmla="*/ 122397 w 209550"/>
                <a:gd name="connsiteY73" fmla="*/ 16669 h 149066"/>
                <a:gd name="connsiteX74" fmla="*/ 121444 w 209550"/>
                <a:gd name="connsiteY74" fmla="*/ 14764 h 149066"/>
                <a:gd name="connsiteX75" fmla="*/ 120968 w 209550"/>
                <a:gd name="connsiteY75" fmla="*/ 12859 h 149066"/>
                <a:gd name="connsiteX76" fmla="*/ 117158 w 209550"/>
                <a:gd name="connsiteY76" fmla="*/ 9049 h 149066"/>
                <a:gd name="connsiteX77" fmla="*/ 110014 w 209550"/>
                <a:gd name="connsiteY77" fmla="*/ 3334 h 149066"/>
                <a:gd name="connsiteX78" fmla="*/ 101918 w 209550"/>
                <a:gd name="connsiteY78" fmla="*/ 953 h 149066"/>
                <a:gd name="connsiteX79" fmla="*/ 93345 w 209550"/>
                <a:gd name="connsiteY79" fmla="*/ 1429 h 149066"/>
                <a:gd name="connsiteX80" fmla="*/ 88583 w 209550"/>
                <a:gd name="connsiteY80" fmla="*/ 953 h 149066"/>
                <a:gd name="connsiteX81" fmla="*/ 87630 w 209550"/>
                <a:gd name="connsiteY81" fmla="*/ 0 h 149066"/>
                <a:gd name="connsiteX82" fmla="*/ 86678 w 209550"/>
                <a:gd name="connsiteY82" fmla="*/ 0 h 149066"/>
                <a:gd name="connsiteX83" fmla="*/ 85725 w 209550"/>
                <a:gd name="connsiteY83" fmla="*/ 953 h 149066"/>
                <a:gd name="connsiteX84" fmla="*/ 84297 w 209550"/>
                <a:gd name="connsiteY84" fmla="*/ 1429 h 149066"/>
                <a:gd name="connsiteX85" fmla="*/ 83344 w 209550"/>
                <a:gd name="connsiteY85" fmla="*/ 953 h 149066"/>
                <a:gd name="connsiteX86" fmla="*/ 82391 w 209550"/>
                <a:gd name="connsiteY86" fmla="*/ 1429 h 149066"/>
                <a:gd name="connsiteX87" fmla="*/ 81915 w 209550"/>
                <a:gd name="connsiteY87" fmla="*/ 2857 h 149066"/>
                <a:gd name="connsiteX88" fmla="*/ 79058 w 209550"/>
                <a:gd name="connsiteY88" fmla="*/ 3334 h 149066"/>
                <a:gd name="connsiteX89" fmla="*/ 73343 w 209550"/>
                <a:gd name="connsiteY89" fmla="*/ 3334 h 149066"/>
                <a:gd name="connsiteX90" fmla="*/ 68580 w 209550"/>
                <a:gd name="connsiteY90" fmla="*/ 4286 h 149066"/>
                <a:gd name="connsiteX91" fmla="*/ 65247 w 209550"/>
                <a:gd name="connsiteY91" fmla="*/ 6191 h 149066"/>
                <a:gd name="connsiteX92" fmla="*/ 60008 w 209550"/>
                <a:gd name="connsiteY92" fmla="*/ 6668 h 149066"/>
                <a:gd name="connsiteX93" fmla="*/ 53816 w 209550"/>
                <a:gd name="connsiteY93" fmla="*/ 6668 h 149066"/>
                <a:gd name="connsiteX94" fmla="*/ 49530 w 209550"/>
                <a:gd name="connsiteY94" fmla="*/ 5715 h 149066"/>
                <a:gd name="connsiteX95" fmla="*/ 48578 w 209550"/>
                <a:gd name="connsiteY95" fmla="*/ 4763 h 149066"/>
                <a:gd name="connsiteX96" fmla="*/ 46673 w 209550"/>
                <a:gd name="connsiteY96" fmla="*/ 4763 h 149066"/>
                <a:gd name="connsiteX97" fmla="*/ 44291 w 209550"/>
                <a:gd name="connsiteY97" fmla="*/ 5239 h 149066"/>
                <a:gd name="connsiteX98" fmla="*/ 41910 w 209550"/>
                <a:gd name="connsiteY98" fmla="*/ 8096 h 149066"/>
                <a:gd name="connsiteX99" fmla="*/ 40005 w 209550"/>
                <a:gd name="connsiteY99" fmla="*/ 12859 h 149066"/>
                <a:gd name="connsiteX100" fmla="*/ 38577 w 209550"/>
                <a:gd name="connsiteY100" fmla="*/ 15716 h 149066"/>
                <a:gd name="connsiteX101" fmla="*/ 37148 w 209550"/>
                <a:gd name="connsiteY101" fmla="*/ 16669 h 149066"/>
                <a:gd name="connsiteX102" fmla="*/ 35719 w 209550"/>
                <a:gd name="connsiteY102" fmla="*/ 20003 h 149066"/>
                <a:gd name="connsiteX103" fmla="*/ 35243 w 209550"/>
                <a:gd name="connsiteY103" fmla="*/ 26194 h 149066"/>
                <a:gd name="connsiteX104" fmla="*/ 33814 w 209550"/>
                <a:gd name="connsiteY104" fmla="*/ 29051 h 149066"/>
                <a:gd name="connsiteX105" fmla="*/ 32861 w 209550"/>
                <a:gd name="connsiteY105" fmla="*/ 32861 h 149066"/>
                <a:gd name="connsiteX106" fmla="*/ 23336 w 209550"/>
                <a:gd name="connsiteY106" fmla="*/ 47625 h 149066"/>
                <a:gd name="connsiteX107" fmla="*/ 13335 w 209550"/>
                <a:gd name="connsiteY107" fmla="*/ 60484 h 149066"/>
                <a:gd name="connsiteX108" fmla="*/ 4286 w 209550"/>
                <a:gd name="connsiteY108" fmla="*/ 65246 h 149066"/>
                <a:gd name="connsiteX109" fmla="*/ 0 w 209550"/>
                <a:gd name="connsiteY109" fmla="*/ 66199 h 149066"/>
                <a:gd name="connsiteX110" fmla="*/ 2858 w 209550"/>
                <a:gd name="connsiteY110" fmla="*/ 70009 h 149066"/>
                <a:gd name="connsiteX111" fmla="*/ 3810 w 209550"/>
                <a:gd name="connsiteY111" fmla="*/ 67151 h 149066"/>
                <a:gd name="connsiteX112" fmla="*/ 6668 w 209550"/>
                <a:gd name="connsiteY112" fmla="*/ 67151 h 149066"/>
                <a:gd name="connsiteX113" fmla="*/ 9525 w 209550"/>
                <a:gd name="connsiteY113" fmla="*/ 68104 h 149066"/>
                <a:gd name="connsiteX114" fmla="*/ 12383 w 209550"/>
                <a:gd name="connsiteY114" fmla="*/ 70009 h 149066"/>
                <a:gd name="connsiteX115" fmla="*/ 15716 w 209550"/>
                <a:gd name="connsiteY115" fmla="*/ 75724 h 149066"/>
                <a:gd name="connsiteX116" fmla="*/ 19050 w 209550"/>
                <a:gd name="connsiteY116" fmla="*/ 78581 h 149066"/>
                <a:gd name="connsiteX117" fmla="*/ 22384 w 209550"/>
                <a:gd name="connsiteY117" fmla="*/ 85249 h 149066"/>
                <a:gd name="connsiteX118" fmla="*/ 25241 w 209550"/>
                <a:gd name="connsiteY118" fmla="*/ 89059 h 149066"/>
                <a:gd name="connsiteX119" fmla="*/ 25241 w 209550"/>
                <a:gd name="connsiteY119" fmla="*/ 91916 h 149066"/>
                <a:gd name="connsiteX120" fmla="*/ 27147 w 209550"/>
                <a:gd name="connsiteY120" fmla="*/ 91916 h 149066"/>
                <a:gd name="connsiteX121" fmla="*/ 29528 w 209550"/>
                <a:gd name="connsiteY121" fmla="*/ 90964 h 149066"/>
                <a:gd name="connsiteX122" fmla="*/ 31433 w 209550"/>
                <a:gd name="connsiteY122" fmla="*/ 90964 h 149066"/>
                <a:gd name="connsiteX123" fmla="*/ 30480 w 209550"/>
                <a:gd name="connsiteY123" fmla="*/ 91916 h 149066"/>
                <a:gd name="connsiteX124" fmla="*/ 27147 w 209550"/>
                <a:gd name="connsiteY124" fmla="*/ 93345 h 149066"/>
                <a:gd name="connsiteX125" fmla="*/ 26194 w 209550"/>
                <a:gd name="connsiteY125" fmla="*/ 95250 h 149066"/>
                <a:gd name="connsiteX126" fmla="*/ 26670 w 209550"/>
                <a:gd name="connsiteY126" fmla="*/ 97631 h 149066"/>
                <a:gd name="connsiteX127" fmla="*/ 30004 w 209550"/>
                <a:gd name="connsiteY127" fmla="*/ 100013 h 149066"/>
                <a:gd name="connsiteX128" fmla="*/ 32385 w 209550"/>
                <a:gd name="connsiteY128" fmla="*/ 102870 h 149066"/>
                <a:gd name="connsiteX129" fmla="*/ 32861 w 209550"/>
                <a:gd name="connsiteY129" fmla="*/ 106204 h 149066"/>
                <a:gd name="connsiteX130" fmla="*/ 41910 w 209550"/>
                <a:gd name="connsiteY130" fmla="*/ 105728 h 149066"/>
                <a:gd name="connsiteX131" fmla="*/ 52388 w 209550"/>
                <a:gd name="connsiteY131" fmla="*/ 106204 h 149066"/>
                <a:gd name="connsiteX132" fmla="*/ 63341 w 209550"/>
                <a:gd name="connsiteY132" fmla="*/ 106204 h 149066"/>
                <a:gd name="connsiteX133" fmla="*/ 69056 w 209550"/>
                <a:gd name="connsiteY133" fmla="*/ 106204 h 149066"/>
                <a:gd name="connsiteX134" fmla="*/ 71914 w 209550"/>
                <a:gd name="connsiteY134" fmla="*/ 101441 h 149066"/>
                <a:gd name="connsiteX135" fmla="*/ 77153 w 209550"/>
                <a:gd name="connsiteY135" fmla="*/ 99536 h 149066"/>
                <a:gd name="connsiteX136" fmla="*/ 82391 w 209550"/>
                <a:gd name="connsiteY136" fmla="*/ 98584 h 149066"/>
                <a:gd name="connsiteX137" fmla="*/ 85249 w 209550"/>
                <a:gd name="connsiteY137" fmla="*/ 98584 h 149066"/>
                <a:gd name="connsiteX138" fmla="*/ 88583 w 209550"/>
                <a:gd name="connsiteY138" fmla="*/ 99536 h 149066"/>
                <a:gd name="connsiteX139" fmla="*/ 94298 w 209550"/>
                <a:gd name="connsiteY139" fmla="*/ 103346 h 149066"/>
                <a:gd name="connsiteX140" fmla="*/ 97631 w 209550"/>
                <a:gd name="connsiteY140" fmla="*/ 104299 h 149066"/>
                <a:gd name="connsiteX141" fmla="*/ 100965 w 209550"/>
                <a:gd name="connsiteY141" fmla="*/ 105251 h 149066"/>
                <a:gd name="connsiteX142" fmla="*/ 102870 w 209550"/>
                <a:gd name="connsiteY142" fmla="*/ 107156 h 149066"/>
                <a:gd name="connsiteX143" fmla="*/ 106680 w 209550"/>
                <a:gd name="connsiteY143" fmla="*/ 109061 h 149066"/>
                <a:gd name="connsiteX144" fmla="*/ 109061 w 209550"/>
                <a:gd name="connsiteY144" fmla="*/ 109538 h 149066"/>
                <a:gd name="connsiteX145" fmla="*/ 110966 w 209550"/>
                <a:gd name="connsiteY145" fmla="*/ 109538 h 149066"/>
                <a:gd name="connsiteX146" fmla="*/ 113348 w 209550"/>
                <a:gd name="connsiteY146" fmla="*/ 108585 h 149066"/>
                <a:gd name="connsiteX147" fmla="*/ 115253 w 209550"/>
                <a:gd name="connsiteY147" fmla="*/ 108109 h 149066"/>
                <a:gd name="connsiteX148" fmla="*/ 120968 w 209550"/>
                <a:gd name="connsiteY148" fmla="*/ 107632 h 149066"/>
                <a:gd name="connsiteX149" fmla="*/ 125254 w 209550"/>
                <a:gd name="connsiteY149" fmla="*/ 110014 h 149066"/>
                <a:gd name="connsiteX150" fmla="*/ 126206 w 209550"/>
                <a:gd name="connsiteY150" fmla="*/ 112395 h 149066"/>
                <a:gd name="connsiteX151" fmla="*/ 125254 w 209550"/>
                <a:gd name="connsiteY151" fmla="*/ 114776 h 149066"/>
                <a:gd name="connsiteX152" fmla="*/ 119539 w 209550"/>
                <a:gd name="connsiteY152" fmla="*/ 116205 h 149066"/>
                <a:gd name="connsiteX153" fmla="*/ 111919 w 209550"/>
                <a:gd name="connsiteY153" fmla="*/ 118110 h 149066"/>
                <a:gd name="connsiteX154" fmla="*/ 105252 w 209550"/>
                <a:gd name="connsiteY154" fmla="*/ 117157 h 149066"/>
                <a:gd name="connsiteX155" fmla="*/ 97631 w 209550"/>
                <a:gd name="connsiteY155" fmla="*/ 114300 h 149066"/>
                <a:gd name="connsiteX156" fmla="*/ 92869 w 209550"/>
                <a:gd name="connsiteY156" fmla="*/ 112395 h 149066"/>
                <a:gd name="connsiteX157" fmla="*/ 90964 w 209550"/>
                <a:gd name="connsiteY157" fmla="*/ 111443 h 149066"/>
                <a:gd name="connsiteX158" fmla="*/ 88106 w 209550"/>
                <a:gd name="connsiteY158" fmla="*/ 110014 h 149066"/>
                <a:gd name="connsiteX159" fmla="*/ 85249 w 209550"/>
                <a:gd name="connsiteY159" fmla="*/ 108585 h 149066"/>
                <a:gd name="connsiteX160" fmla="*/ 82868 w 209550"/>
                <a:gd name="connsiteY160" fmla="*/ 108109 h 149066"/>
                <a:gd name="connsiteX161" fmla="*/ 80963 w 209550"/>
                <a:gd name="connsiteY161" fmla="*/ 107156 h 149066"/>
                <a:gd name="connsiteX162" fmla="*/ 79534 w 209550"/>
                <a:gd name="connsiteY162" fmla="*/ 108109 h 149066"/>
                <a:gd name="connsiteX163" fmla="*/ 79058 w 209550"/>
                <a:gd name="connsiteY163" fmla="*/ 109538 h 149066"/>
                <a:gd name="connsiteX164" fmla="*/ 78105 w 209550"/>
                <a:gd name="connsiteY164" fmla="*/ 111919 h 149066"/>
                <a:gd name="connsiteX165" fmla="*/ 76677 w 209550"/>
                <a:gd name="connsiteY165" fmla="*/ 112871 h 149066"/>
                <a:gd name="connsiteX166" fmla="*/ 70009 w 209550"/>
                <a:gd name="connsiteY166" fmla="*/ 113347 h 149066"/>
                <a:gd name="connsiteX167" fmla="*/ 63818 w 209550"/>
                <a:gd name="connsiteY167" fmla="*/ 114300 h 149066"/>
                <a:gd name="connsiteX168" fmla="*/ 60484 w 209550"/>
                <a:gd name="connsiteY168" fmla="*/ 114776 h 149066"/>
                <a:gd name="connsiteX169" fmla="*/ 58579 w 209550"/>
                <a:gd name="connsiteY169" fmla="*/ 115253 h 149066"/>
                <a:gd name="connsiteX170" fmla="*/ 58103 w 209550"/>
                <a:gd name="connsiteY170" fmla="*/ 120968 h 149066"/>
                <a:gd name="connsiteX171" fmla="*/ 50959 w 209550"/>
                <a:gd name="connsiteY171" fmla="*/ 120968 h 149066"/>
                <a:gd name="connsiteX172" fmla="*/ 44291 w 209550"/>
                <a:gd name="connsiteY172" fmla="*/ 120968 h 149066"/>
                <a:gd name="connsiteX173" fmla="*/ 37624 w 209550"/>
                <a:gd name="connsiteY173" fmla="*/ 120968 h 149066"/>
                <a:gd name="connsiteX174" fmla="*/ 30004 w 209550"/>
                <a:gd name="connsiteY174" fmla="*/ 120968 h 149066"/>
                <a:gd name="connsiteX175" fmla="*/ 28099 w 209550"/>
                <a:gd name="connsiteY175" fmla="*/ 122396 h 149066"/>
                <a:gd name="connsiteX176" fmla="*/ 26194 w 209550"/>
                <a:gd name="connsiteY176" fmla="*/ 124301 h 149066"/>
                <a:gd name="connsiteX177" fmla="*/ 26670 w 209550"/>
                <a:gd name="connsiteY177" fmla="*/ 127159 h 149066"/>
                <a:gd name="connsiteX178" fmla="*/ 26194 w 209550"/>
                <a:gd name="connsiteY178" fmla="*/ 130493 h 149066"/>
                <a:gd name="connsiteX179" fmla="*/ 26194 w 209550"/>
                <a:gd name="connsiteY179" fmla="*/ 136684 h 149066"/>
                <a:gd name="connsiteX180" fmla="*/ 25718 w 209550"/>
                <a:gd name="connsiteY180" fmla="*/ 137636 h 149066"/>
                <a:gd name="connsiteX181" fmla="*/ 26194 w 209550"/>
                <a:gd name="connsiteY181" fmla="*/ 139065 h 149066"/>
                <a:gd name="connsiteX182" fmla="*/ 27147 w 209550"/>
                <a:gd name="connsiteY182" fmla="*/ 140494 h 149066"/>
                <a:gd name="connsiteX183" fmla="*/ 28575 w 209550"/>
                <a:gd name="connsiteY183" fmla="*/ 140018 h 149066"/>
                <a:gd name="connsiteX184" fmla="*/ 29528 w 209550"/>
                <a:gd name="connsiteY184" fmla="*/ 139065 h 149066"/>
                <a:gd name="connsiteX185" fmla="*/ 30480 w 209550"/>
                <a:gd name="connsiteY185" fmla="*/ 137160 h 149066"/>
                <a:gd name="connsiteX186" fmla="*/ 31909 w 209550"/>
                <a:gd name="connsiteY186" fmla="*/ 136207 h 149066"/>
                <a:gd name="connsiteX187" fmla="*/ 33338 w 209550"/>
                <a:gd name="connsiteY187" fmla="*/ 137636 h 149066"/>
                <a:gd name="connsiteX188" fmla="*/ 36672 w 209550"/>
                <a:gd name="connsiteY188" fmla="*/ 139065 h 149066"/>
                <a:gd name="connsiteX189" fmla="*/ 37148 w 209550"/>
                <a:gd name="connsiteY189" fmla="*/ 139541 h 149066"/>
                <a:gd name="connsiteX190" fmla="*/ 37148 w 209550"/>
                <a:gd name="connsiteY190" fmla="*/ 140494 h 149066"/>
                <a:gd name="connsiteX191" fmla="*/ 35719 w 209550"/>
                <a:gd name="connsiteY191" fmla="*/ 140494 h 149066"/>
                <a:gd name="connsiteX192" fmla="*/ 33338 w 209550"/>
                <a:gd name="connsiteY192" fmla="*/ 140018 h 149066"/>
                <a:gd name="connsiteX193" fmla="*/ 29052 w 209550"/>
                <a:gd name="connsiteY193" fmla="*/ 141446 h 149066"/>
                <a:gd name="connsiteX194" fmla="*/ 26194 w 209550"/>
                <a:gd name="connsiteY194" fmla="*/ 142399 h 149066"/>
                <a:gd name="connsiteX195" fmla="*/ 25718 w 209550"/>
                <a:gd name="connsiteY195" fmla="*/ 144304 h 149066"/>
                <a:gd name="connsiteX196" fmla="*/ 26670 w 209550"/>
                <a:gd name="connsiteY196" fmla="*/ 146685 h 149066"/>
                <a:gd name="connsiteX197" fmla="*/ 28099 w 209550"/>
                <a:gd name="connsiteY197" fmla="*/ 148114 h 149066"/>
                <a:gd name="connsiteX198" fmla="*/ 30004 w 209550"/>
                <a:gd name="connsiteY198" fmla="*/ 148114 h 149066"/>
                <a:gd name="connsiteX199" fmla="*/ 34290 w 209550"/>
                <a:gd name="connsiteY199" fmla="*/ 148590 h 149066"/>
                <a:gd name="connsiteX200" fmla="*/ 38100 w 209550"/>
                <a:gd name="connsiteY200" fmla="*/ 148114 h 149066"/>
                <a:gd name="connsiteX201" fmla="*/ 40481 w 209550"/>
                <a:gd name="connsiteY201" fmla="*/ 146685 h 149066"/>
                <a:gd name="connsiteX202" fmla="*/ 43815 w 209550"/>
                <a:gd name="connsiteY202" fmla="*/ 145256 h 149066"/>
                <a:gd name="connsiteX203" fmla="*/ 47149 w 209550"/>
                <a:gd name="connsiteY203" fmla="*/ 144780 h 149066"/>
                <a:gd name="connsiteX204" fmla="*/ 57627 w 209550"/>
                <a:gd name="connsiteY204" fmla="*/ 145732 h 149066"/>
                <a:gd name="connsiteX205" fmla="*/ 66675 w 209550"/>
                <a:gd name="connsiteY205" fmla="*/ 143828 h 149066"/>
                <a:gd name="connsiteX206" fmla="*/ 73343 w 209550"/>
                <a:gd name="connsiteY206" fmla="*/ 140494 h 149066"/>
                <a:gd name="connsiteX207" fmla="*/ 79534 w 209550"/>
                <a:gd name="connsiteY207" fmla="*/ 137160 h 149066"/>
                <a:gd name="connsiteX208" fmla="*/ 87630 w 209550"/>
                <a:gd name="connsiteY208" fmla="*/ 137160 h 149066"/>
                <a:gd name="connsiteX209" fmla="*/ 96203 w 209550"/>
                <a:gd name="connsiteY209" fmla="*/ 137160 h 149066"/>
                <a:gd name="connsiteX210" fmla="*/ 108585 w 209550"/>
                <a:gd name="connsiteY210" fmla="*/ 137160 h 149066"/>
                <a:gd name="connsiteX211" fmla="*/ 118110 w 209550"/>
                <a:gd name="connsiteY211" fmla="*/ 137636 h 149066"/>
                <a:gd name="connsiteX212" fmla="*/ 129540 w 209550"/>
                <a:gd name="connsiteY212" fmla="*/ 137636 h 149066"/>
                <a:gd name="connsiteX213" fmla="*/ 140494 w 209550"/>
                <a:gd name="connsiteY213" fmla="*/ 137636 h 149066"/>
                <a:gd name="connsiteX214" fmla="*/ 141447 w 209550"/>
                <a:gd name="connsiteY214" fmla="*/ 138113 h 149066"/>
                <a:gd name="connsiteX215" fmla="*/ 146685 w 209550"/>
                <a:gd name="connsiteY215" fmla="*/ 138589 h 149066"/>
                <a:gd name="connsiteX216" fmla="*/ 149543 w 209550"/>
                <a:gd name="connsiteY216" fmla="*/ 138589 h 149066"/>
                <a:gd name="connsiteX217" fmla="*/ 151448 w 209550"/>
                <a:gd name="connsiteY217" fmla="*/ 139065 h 149066"/>
                <a:gd name="connsiteX218" fmla="*/ 152400 w 209550"/>
                <a:gd name="connsiteY218" fmla="*/ 139541 h 149066"/>
                <a:gd name="connsiteX219" fmla="*/ 151924 w 209550"/>
                <a:gd name="connsiteY219" fmla="*/ 140494 h 149066"/>
                <a:gd name="connsiteX220" fmla="*/ 151448 w 209550"/>
                <a:gd name="connsiteY220" fmla="*/ 141922 h 149066"/>
                <a:gd name="connsiteX221" fmla="*/ 152400 w 209550"/>
                <a:gd name="connsiteY221" fmla="*/ 143828 h 149066"/>
                <a:gd name="connsiteX222" fmla="*/ 153829 w 209550"/>
                <a:gd name="connsiteY222" fmla="*/ 144304 h 149066"/>
                <a:gd name="connsiteX223" fmla="*/ 154781 w 209550"/>
                <a:gd name="connsiteY223" fmla="*/ 143828 h 149066"/>
                <a:gd name="connsiteX224" fmla="*/ 155734 w 209550"/>
                <a:gd name="connsiteY224" fmla="*/ 142875 h 149066"/>
                <a:gd name="connsiteX225" fmla="*/ 156686 w 209550"/>
                <a:gd name="connsiteY225" fmla="*/ 142399 h 149066"/>
                <a:gd name="connsiteX226" fmla="*/ 158115 w 209550"/>
                <a:gd name="connsiteY226" fmla="*/ 142875 h 149066"/>
                <a:gd name="connsiteX227" fmla="*/ 160973 w 209550"/>
                <a:gd name="connsiteY227" fmla="*/ 145256 h 149066"/>
                <a:gd name="connsiteX228" fmla="*/ 163830 w 209550"/>
                <a:gd name="connsiteY228" fmla="*/ 145732 h 149066"/>
                <a:gd name="connsiteX229" fmla="*/ 167164 w 209550"/>
                <a:gd name="connsiteY229" fmla="*/ 147161 h 149066"/>
                <a:gd name="connsiteX230" fmla="*/ 170022 w 209550"/>
                <a:gd name="connsiteY230" fmla="*/ 147638 h 149066"/>
                <a:gd name="connsiteX231" fmla="*/ 172879 w 209550"/>
                <a:gd name="connsiteY231" fmla="*/ 147638 h 149066"/>
                <a:gd name="connsiteX232" fmla="*/ 174784 w 209550"/>
                <a:gd name="connsiteY232" fmla="*/ 149066 h 149066"/>
                <a:gd name="connsiteX233" fmla="*/ 178594 w 209550"/>
                <a:gd name="connsiteY233" fmla="*/ 149066 h 149066"/>
                <a:gd name="connsiteX234" fmla="*/ 183356 w 209550"/>
                <a:gd name="connsiteY234" fmla="*/ 147638 h 149066"/>
                <a:gd name="connsiteX235" fmla="*/ 186690 w 209550"/>
                <a:gd name="connsiteY235" fmla="*/ 146685 h 149066"/>
                <a:gd name="connsiteX236" fmla="*/ 191929 w 209550"/>
                <a:gd name="connsiteY236" fmla="*/ 146685 h 149066"/>
                <a:gd name="connsiteX237" fmla="*/ 194786 w 209550"/>
                <a:gd name="connsiteY237" fmla="*/ 147161 h 149066"/>
                <a:gd name="connsiteX238" fmla="*/ 202883 w 209550"/>
                <a:gd name="connsiteY238" fmla="*/ 145732 h 149066"/>
                <a:gd name="connsiteX239" fmla="*/ 206693 w 209550"/>
                <a:gd name="connsiteY239" fmla="*/ 146209 h 149066"/>
                <a:gd name="connsiteX240" fmla="*/ 209074 w 209550"/>
                <a:gd name="connsiteY240" fmla="*/ 146685 h 149066"/>
                <a:gd name="connsiteX241" fmla="*/ 209550 w 209550"/>
                <a:gd name="connsiteY241" fmla="*/ 144304 h 14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209550" h="149066">
                  <a:moveTo>
                    <a:pt x="207169" y="142399"/>
                  </a:moveTo>
                  <a:lnTo>
                    <a:pt x="207169" y="141446"/>
                  </a:lnTo>
                  <a:lnTo>
                    <a:pt x="207169" y="139065"/>
                  </a:lnTo>
                  <a:lnTo>
                    <a:pt x="208122" y="133826"/>
                  </a:lnTo>
                  <a:lnTo>
                    <a:pt x="208122" y="131921"/>
                  </a:lnTo>
                  <a:lnTo>
                    <a:pt x="209074" y="128111"/>
                  </a:lnTo>
                  <a:lnTo>
                    <a:pt x="207645" y="126682"/>
                  </a:lnTo>
                  <a:lnTo>
                    <a:pt x="207169" y="125254"/>
                  </a:lnTo>
                  <a:lnTo>
                    <a:pt x="205740" y="123349"/>
                  </a:lnTo>
                  <a:lnTo>
                    <a:pt x="203835" y="120491"/>
                  </a:lnTo>
                  <a:lnTo>
                    <a:pt x="203359" y="118110"/>
                  </a:lnTo>
                  <a:lnTo>
                    <a:pt x="202406" y="116205"/>
                  </a:lnTo>
                  <a:lnTo>
                    <a:pt x="200502" y="113824"/>
                  </a:lnTo>
                  <a:lnTo>
                    <a:pt x="199549" y="113347"/>
                  </a:lnTo>
                  <a:lnTo>
                    <a:pt x="196691" y="112871"/>
                  </a:lnTo>
                  <a:lnTo>
                    <a:pt x="196215" y="113824"/>
                  </a:lnTo>
                  <a:lnTo>
                    <a:pt x="194786" y="115253"/>
                  </a:lnTo>
                  <a:lnTo>
                    <a:pt x="193834" y="115729"/>
                  </a:lnTo>
                  <a:lnTo>
                    <a:pt x="192405" y="113824"/>
                  </a:lnTo>
                  <a:lnTo>
                    <a:pt x="191929" y="112395"/>
                  </a:lnTo>
                  <a:lnTo>
                    <a:pt x="191929" y="110966"/>
                  </a:lnTo>
                  <a:lnTo>
                    <a:pt x="189548" y="109061"/>
                  </a:lnTo>
                  <a:lnTo>
                    <a:pt x="186690" y="104775"/>
                  </a:lnTo>
                  <a:lnTo>
                    <a:pt x="186690" y="101441"/>
                  </a:lnTo>
                  <a:lnTo>
                    <a:pt x="189072" y="99536"/>
                  </a:lnTo>
                  <a:lnTo>
                    <a:pt x="189548" y="98107"/>
                  </a:lnTo>
                  <a:lnTo>
                    <a:pt x="189548" y="96203"/>
                  </a:lnTo>
                  <a:lnTo>
                    <a:pt x="188595" y="94297"/>
                  </a:lnTo>
                  <a:lnTo>
                    <a:pt x="187643" y="92869"/>
                  </a:lnTo>
                  <a:lnTo>
                    <a:pt x="188119" y="89535"/>
                  </a:lnTo>
                  <a:lnTo>
                    <a:pt x="187643" y="85249"/>
                  </a:lnTo>
                  <a:lnTo>
                    <a:pt x="186214" y="82868"/>
                  </a:lnTo>
                  <a:lnTo>
                    <a:pt x="184309" y="80963"/>
                  </a:lnTo>
                  <a:lnTo>
                    <a:pt x="182404" y="79057"/>
                  </a:lnTo>
                  <a:lnTo>
                    <a:pt x="180499" y="76676"/>
                  </a:lnTo>
                  <a:lnTo>
                    <a:pt x="181452" y="72390"/>
                  </a:lnTo>
                  <a:lnTo>
                    <a:pt x="181928" y="70009"/>
                  </a:lnTo>
                  <a:lnTo>
                    <a:pt x="178594" y="64294"/>
                  </a:lnTo>
                  <a:lnTo>
                    <a:pt x="178118" y="64294"/>
                  </a:lnTo>
                  <a:lnTo>
                    <a:pt x="174308" y="61913"/>
                  </a:lnTo>
                  <a:lnTo>
                    <a:pt x="172879" y="58579"/>
                  </a:lnTo>
                  <a:lnTo>
                    <a:pt x="170022" y="56674"/>
                  </a:lnTo>
                  <a:lnTo>
                    <a:pt x="165735" y="55245"/>
                  </a:lnTo>
                  <a:lnTo>
                    <a:pt x="163354" y="53340"/>
                  </a:lnTo>
                  <a:lnTo>
                    <a:pt x="161925" y="51435"/>
                  </a:lnTo>
                  <a:lnTo>
                    <a:pt x="160497" y="50006"/>
                  </a:lnTo>
                  <a:lnTo>
                    <a:pt x="159068" y="49530"/>
                  </a:lnTo>
                  <a:lnTo>
                    <a:pt x="159068" y="49054"/>
                  </a:lnTo>
                  <a:lnTo>
                    <a:pt x="159544" y="48101"/>
                  </a:lnTo>
                  <a:lnTo>
                    <a:pt x="159068" y="46196"/>
                  </a:lnTo>
                  <a:lnTo>
                    <a:pt x="156686" y="42386"/>
                  </a:lnTo>
                  <a:lnTo>
                    <a:pt x="154305" y="40481"/>
                  </a:lnTo>
                  <a:lnTo>
                    <a:pt x="152877" y="40957"/>
                  </a:lnTo>
                  <a:lnTo>
                    <a:pt x="151448" y="40481"/>
                  </a:lnTo>
                  <a:lnTo>
                    <a:pt x="150972" y="39529"/>
                  </a:lnTo>
                  <a:lnTo>
                    <a:pt x="150495" y="38100"/>
                  </a:lnTo>
                  <a:lnTo>
                    <a:pt x="149543" y="37147"/>
                  </a:lnTo>
                  <a:lnTo>
                    <a:pt x="147161" y="36671"/>
                  </a:lnTo>
                  <a:lnTo>
                    <a:pt x="145733" y="33814"/>
                  </a:lnTo>
                  <a:lnTo>
                    <a:pt x="144304" y="28575"/>
                  </a:lnTo>
                  <a:lnTo>
                    <a:pt x="142399" y="24289"/>
                  </a:lnTo>
                  <a:lnTo>
                    <a:pt x="140494" y="21431"/>
                  </a:lnTo>
                  <a:lnTo>
                    <a:pt x="139065" y="20479"/>
                  </a:lnTo>
                  <a:lnTo>
                    <a:pt x="137636" y="20003"/>
                  </a:lnTo>
                  <a:lnTo>
                    <a:pt x="137160" y="19526"/>
                  </a:lnTo>
                  <a:lnTo>
                    <a:pt x="137160" y="19050"/>
                  </a:lnTo>
                  <a:lnTo>
                    <a:pt x="135255" y="18574"/>
                  </a:lnTo>
                  <a:lnTo>
                    <a:pt x="132874" y="19526"/>
                  </a:lnTo>
                  <a:lnTo>
                    <a:pt x="130969" y="19050"/>
                  </a:lnTo>
                  <a:lnTo>
                    <a:pt x="130016" y="17621"/>
                  </a:lnTo>
                  <a:lnTo>
                    <a:pt x="128588" y="17621"/>
                  </a:lnTo>
                  <a:lnTo>
                    <a:pt x="126683" y="18574"/>
                  </a:lnTo>
                  <a:lnTo>
                    <a:pt x="124778" y="18574"/>
                  </a:lnTo>
                  <a:lnTo>
                    <a:pt x="122397" y="16669"/>
                  </a:lnTo>
                  <a:lnTo>
                    <a:pt x="121444" y="14764"/>
                  </a:lnTo>
                  <a:lnTo>
                    <a:pt x="120968" y="12859"/>
                  </a:lnTo>
                  <a:lnTo>
                    <a:pt x="117158" y="9049"/>
                  </a:lnTo>
                  <a:lnTo>
                    <a:pt x="110014" y="3334"/>
                  </a:lnTo>
                  <a:lnTo>
                    <a:pt x="101918" y="953"/>
                  </a:lnTo>
                  <a:lnTo>
                    <a:pt x="93345" y="1429"/>
                  </a:lnTo>
                  <a:lnTo>
                    <a:pt x="88583" y="953"/>
                  </a:lnTo>
                  <a:lnTo>
                    <a:pt x="87630" y="0"/>
                  </a:lnTo>
                  <a:lnTo>
                    <a:pt x="86678" y="0"/>
                  </a:lnTo>
                  <a:lnTo>
                    <a:pt x="85725" y="953"/>
                  </a:lnTo>
                  <a:lnTo>
                    <a:pt x="84297" y="1429"/>
                  </a:lnTo>
                  <a:lnTo>
                    <a:pt x="83344" y="953"/>
                  </a:lnTo>
                  <a:lnTo>
                    <a:pt x="82391" y="1429"/>
                  </a:lnTo>
                  <a:lnTo>
                    <a:pt x="81915" y="2857"/>
                  </a:lnTo>
                  <a:lnTo>
                    <a:pt x="79058" y="3334"/>
                  </a:lnTo>
                  <a:lnTo>
                    <a:pt x="73343" y="3334"/>
                  </a:lnTo>
                  <a:lnTo>
                    <a:pt x="68580" y="4286"/>
                  </a:lnTo>
                  <a:lnTo>
                    <a:pt x="65247" y="6191"/>
                  </a:lnTo>
                  <a:lnTo>
                    <a:pt x="60008" y="6668"/>
                  </a:lnTo>
                  <a:lnTo>
                    <a:pt x="53816" y="6668"/>
                  </a:lnTo>
                  <a:lnTo>
                    <a:pt x="49530" y="5715"/>
                  </a:lnTo>
                  <a:lnTo>
                    <a:pt x="48578" y="4763"/>
                  </a:lnTo>
                  <a:lnTo>
                    <a:pt x="46673" y="4763"/>
                  </a:lnTo>
                  <a:lnTo>
                    <a:pt x="44291" y="5239"/>
                  </a:lnTo>
                  <a:lnTo>
                    <a:pt x="41910" y="8096"/>
                  </a:lnTo>
                  <a:lnTo>
                    <a:pt x="40005" y="12859"/>
                  </a:lnTo>
                  <a:lnTo>
                    <a:pt x="38577" y="15716"/>
                  </a:lnTo>
                  <a:lnTo>
                    <a:pt x="37148" y="16669"/>
                  </a:lnTo>
                  <a:lnTo>
                    <a:pt x="35719" y="20003"/>
                  </a:lnTo>
                  <a:lnTo>
                    <a:pt x="35243" y="26194"/>
                  </a:lnTo>
                  <a:lnTo>
                    <a:pt x="33814" y="29051"/>
                  </a:lnTo>
                  <a:lnTo>
                    <a:pt x="32861" y="32861"/>
                  </a:lnTo>
                  <a:lnTo>
                    <a:pt x="23336" y="47625"/>
                  </a:lnTo>
                  <a:lnTo>
                    <a:pt x="13335" y="60484"/>
                  </a:lnTo>
                  <a:lnTo>
                    <a:pt x="4286" y="65246"/>
                  </a:lnTo>
                  <a:lnTo>
                    <a:pt x="0" y="66199"/>
                  </a:lnTo>
                  <a:lnTo>
                    <a:pt x="2858" y="70009"/>
                  </a:lnTo>
                  <a:lnTo>
                    <a:pt x="3810" y="67151"/>
                  </a:lnTo>
                  <a:lnTo>
                    <a:pt x="6668" y="67151"/>
                  </a:lnTo>
                  <a:lnTo>
                    <a:pt x="9525" y="68104"/>
                  </a:lnTo>
                  <a:lnTo>
                    <a:pt x="12383" y="70009"/>
                  </a:lnTo>
                  <a:lnTo>
                    <a:pt x="15716" y="75724"/>
                  </a:lnTo>
                  <a:lnTo>
                    <a:pt x="19050" y="78581"/>
                  </a:lnTo>
                  <a:lnTo>
                    <a:pt x="22384" y="85249"/>
                  </a:lnTo>
                  <a:lnTo>
                    <a:pt x="25241" y="89059"/>
                  </a:lnTo>
                  <a:lnTo>
                    <a:pt x="25241" y="91916"/>
                  </a:lnTo>
                  <a:lnTo>
                    <a:pt x="27147" y="91916"/>
                  </a:lnTo>
                  <a:lnTo>
                    <a:pt x="29528" y="90964"/>
                  </a:lnTo>
                  <a:lnTo>
                    <a:pt x="31433" y="90964"/>
                  </a:lnTo>
                  <a:lnTo>
                    <a:pt x="30480" y="91916"/>
                  </a:lnTo>
                  <a:lnTo>
                    <a:pt x="27147" y="93345"/>
                  </a:lnTo>
                  <a:lnTo>
                    <a:pt x="26194" y="95250"/>
                  </a:lnTo>
                  <a:lnTo>
                    <a:pt x="26670" y="97631"/>
                  </a:lnTo>
                  <a:lnTo>
                    <a:pt x="30004" y="100013"/>
                  </a:lnTo>
                  <a:lnTo>
                    <a:pt x="32385" y="102870"/>
                  </a:lnTo>
                  <a:lnTo>
                    <a:pt x="32861" y="106204"/>
                  </a:lnTo>
                  <a:lnTo>
                    <a:pt x="41910" y="105728"/>
                  </a:lnTo>
                  <a:lnTo>
                    <a:pt x="52388" y="106204"/>
                  </a:lnTo>
                  <a:lnTo>
                    <a:pt x="63341" y="106204"/>
                  </a:lnTo>
                  <a:lnTo>
                    <a:pt x="69056" y="106204"/>
                  </a:lnTo>
                  <a:lnTo>
                    <a:pt x="71914" y="101441"/>
                  </a:lnTo>
                  <a:lnTo>
                    <a:pt x="77153" y="99536"/>
                  </a:lnTo>
                  <a:lnTo>
                    <a:pt x="82391" y="98584"/>
                  </a:lnTo>
                  <a:lnTo>
                    <a:pt x="85249" y="98584"/>
                  </a:lnTo>
                  <a:lnTo>
                    <a:pt x="88583" y="99536"/>
                  </a:lnTo>
                  <a:lnTo>
                    <a:pt x="94298" y="103346"/>
                  </a:lnTo>
                  <a:lnTo>
                    <a:pt x="97631" y="104299"/>
                  </a:lnTo>
                  <a:lnTo>
                    <a:pt x="100965" y="105251"/>
                  </a:lnTo>
                  <a:lnTo>
                    <a:pt x="102870" y="107156"/>
                  </a:lnTo>
                  <a:lnTo>
                    <a:pt x="106680" y="109061"/>
                  </a:lnTo>
                  <a:lnTo>
                    <a:pt x="109061" y="109538"/>
                  </a:lnTo>
                  <a:lnTo>
                    <a:pt x="110966" y="109538"/>
                  </a:lnTo>
                  <a:lnTo>
                    <a:pt x="113348" y="108585"/>
                  </a:lnTo>
                  <a:lnTo>
                    <a:pt x="115253" y="108109"/>
                  </a:lnTo>
                  <a:lnTo>
                    <a:pt x="120968" y="107632"/>
                  </a:lnTo>
                  <a:lnTo>
                    <a:pt x="125254" y="110014"/>
                  </a:lnTo>
                  <a:lnTo>
                    <a:pt x="126206" y="112395"/>
                  </a:lnTo>
                  <a:lnTo>
                    <a:pt x="125254" y="114776"/>
                  </a:lnTo>
                  <a:lnTo>
                    <a:pt x="119539" y="116205"/>
                  </a:lnTo>
                  <a:lnTo>
                    <a:pt x="111919" y="118110"/>
                  </a:lnTo>
                  <a:lnTo>
                    <a:pt x="105252" y="117157"/>
                  </a:lnTo>
                  <a:lnTo>
                    <a:pt x="97631" y="114300"/>
                  </a:lnTo>
                  <a:lnTo>
                    <a:pt x="92869" y="112395"/>
                  </a:lnTo>
                  <a:lnTo>
                    <a:pt x="90964" y="111443"/>
                  </a:lnTo>
                  <a:lnTo>
                    <a:pt x="88106" y="110014"/>
                  </a:lnTo>
                  <a:lnTo>
                    <a:pt x="85249" y="108585"/>
                  </a:lnTo>
                  <a:lnTo>
                    <a:pt x="82868" y="108109"/>
                  </a:lnTo>
                  <a:lnTo>
                    <a:pt x="80963" y="107156"/>
                  </a:lnTo>
                  <a:lnTo>
                    <a:pt x="79534" y="108109"/>
                  </a:lnTo>
                  <a:lnTo>
                    <a:pt x="79058" y="109538"/>
                  </a:lnTo>
                  <a:lnTo>
                    <a:pt x="78105" y="111919"/>
                  </a:lnTo>
                  <a:lnTo>
                    <a:pt x="76677" y="112871"/>
                  </a:lnTo>
                  <a:lnTo>
                    <a:pt x="70009" y="113347"/>
                  </a:lnTo>
                  <a:lnTo>
                    <a:pt x="63818" y="114300"/>
                  </a:lnTo>
                  <a:lnTo>
                    <a:pt x="60484" y="114776"/>
                  </a:lnTo>
                  <a:lnTo>
                    <a:pt x="58579" y="115253"/>
                  </a:lnTo>
                  <a:lnTo>
                    <a:pt x="58103" y="120968"/>
                  </a:lnTo>
                  <a:lnTo>
                    <a:pt x="50959" y="120968"/>
                  </a:lnTo>
                  <a:lnTo>
                    <a:pt x="44291" y="120968"/>
                  </a:lnTo>
                  <a:lnTo>
                    <a:pt x="37624" y="120968"/>
                  </a:lnTo>
                  <a:lnTo>
                    <a:pt x="30004" y="120968"/>
                  </a:lnTo>
                  <a:lnTo>
                    <a:pt x="28099" y="122396"/>
                  </a:lnTo>
                  <a:lnTo>
                    <a:pt x="26194" y="124301"/>
                  </a:lnTo>
                  <a:lnTo>
                    <a:pt x="26670" y="127159"/>
                  </a:lnTo>
                  <a:lnTo>
                    <a:pt x="26194" y="130493"/>
                  </a:lnTo>
                  <a:lnTo>
                    <a:pt x="26194" y="136684"/>
                  </a:lnTo>
                  <a:lnTo>
                    <a:pt x="25718" y="137636"/>
                  </a:lnTo>
                  <a:lnTo>
                    <a:pt x="26194" y="139065"/>
                  </a:lnTo>
                  <a:lnTo>
                    <a:pt x="27147" y="140494"/>
                  </a:lnTo>
                  <a:lnTo>
                    <a:pt x="28575" y="140018"/>
                  </a:lnTo>
                  <a:lnTo>
                    <a:pt x="29528" y="139065"/>
                  </a:lnTo>
                  <a:lnTo>
                    <a:pt x="30480" y="137160"/>
                  </a:lnTo>
                  <a:lnTo>
                    <a:pt x="31909" y="136207"/>
                  </a:lnTo>
                  <a:lnTo>
                    <a:pt x="33338" y="137636"/>
                  </a:lnTo>
                  <a:lnTo>
                    <a:pt x="36672" y="139065"/>
                  </a:lnTo>
                  <a:lnTo>
                    <a:pt x="37148" y="139541"/>
                  </a:lnTo>
                  <a:lnTo>
                    <a:pt x="37148" y="140494"/>
                  </a:lnTo>
                  <a:lnTo>
                    <a:pt x="35719" y="140494"/>
                  </a:lnTo>
                  <a:lnTo>
                    <a:pt x="33338" y="140018"/>
                  </a:lnTo>
                  <a:lnTo>
                    <a:pt x="29052" y="141446"/>
                  </a:lnTo>
                  <a:lnTo>
                    <a:pt x="26194" y="142399"/>
                  </a:lnTo>
                  <a:lnTo>
                    <a:pt x="25718" y="144304"/>
                  </a:lnTo>
                  <a:lnTo>
                    <a:pt x="26670" y="146685"/>
                  </a:lnTo>
                  <a:lnTo>
                    <a:pt x="28099" y="148114"/>
                  </a:lnTo>
                  <a:lnTo>
                    <a:pt x="30004" y="148114"/>
                  </a:lnTo>
                  <a:lnTo>
                    <a:pt x="34290" y="148590"/>
                  </a:lnTo>
                  <a:lnTo>
                    <a:pt x="38100" y="148114"/>
                  </a:lnTo>
                  <a:lnTo>
                    <a:pt x="40481" y="146685"/>
                  </a:lnTo>
                  <a:lnTo>
                    <a:pt x="43815" y="145256"/>
                  </a:lnTo>
                  <a:lnTo>
                    <a:pt x="47149" y="144780"/>
                  </a:lnTo>
                  <a:lnTo>
                    <a:pt x="57627" y="145732"/>
                  </a:lnTo>
                  <a:lnTo>
                    <a:pt x="66675" y="143828"/>
                  </a:lnTo>
                  <a:lnTo>
                    <a:pt x="73343" y="140494"/>
                  </a:lnTo>
                  <a:lnTo>
                    <a:pt x="79534" y="137160"/>
                  </a:lnTo>
                  <a:lnTo>
                    <a:pt x="87630" y="137160"/>
                  </a:lnTo>
                  <a:lnTo>
                    <a:pt x="96203" y="137160"/>
                  </a:lnTo>
                  <a:lnTo>
                    <a:pt x="108585" y="137160"/>
                  </a:lnTo>
                  <a:lnTo>
                    <a:pt x="118110" y="137636"/>
                  </a:lnTo>
                  <a:lnTo>
                    <a:pt x="129540" y="137636"/>
                  </a:lnTo>
                  <a:lnTo>
                    <a:pt x="140494" y="137636"/>
                  </a:lnTo>
                  <a:lnTo>
                    <a:pt x="141447" y="138113"/>
                  </a:lnTo>
                  <a:lnTo>
                    <a:pt x="146685" y="138589"/>
                  </a:lnTo>
                  <a:lnTo>
                    <a:pt x="149543" y="138589"/>
                  </a:lnTo>
                  <a:lnTo>
                    <a:pt x="151448" y="139065"/>
                  </a:lnTo>
                  <a:lnTo>
                    <a:pt x="152400" y="139541"/>
                  </a:lnTo>
                  <a:lnTo>
                    <a:pt x="151924" y="140494"/>
                  </a:lnTo>
                  <a:lnTo>
                    <a:pt x="151448" y="141922"/>
                  </a:lnTo>
                  <a:lnTo>
                    <a:pt x="152400" y="143828"/>
                  </a:lnTo>
                  <a:lnTo>
                    <a:pt x="153829" y="144304"/>
                  </a:lnTo>
                  <a:lnTo>
                    <a:pt x="154781" y="143828"/>
                  </a:lnTo>
                  <a:lnTo>
                    <a:pt x="155734" y="142875"/>
                  </a:lnTo>
                  <a:lnTo>
                    <a:pt x="156686" y="142399"/>
                  </a:lnTo>
                  <a:lnTo>
                    <a:pt x="158115" y="142875"/>
                  </a:lnTo>
                  <a:lnTo>
                    <a:pt x="160973" y="145256"/>
                  </a:lnTo>
                  <a:lnTo>
                    <a:pt x="163830" y="145732"/>
                  </a:lnTo>
                  <a:lnTo>
                    <a:pt x="167164" y="147161"/>
                  </a:lnTo>
                  <a:lnTo>
                    <a:pt x="170022" y="147638"/>
                  </a:lnTo>
                  <a:lnTo>
                    <a:pt x="172879" y="147638"/>
                  </a:lnTo>
                  <a:lnTo>
                    <a:pt x="174784" y="149066"/>
                  </a:lnTo>
                  <a:lnTo>
                    <a:pt x="178594" y="149066"/>
                  </a:lnTo>
                  <a:lnTo>
                    <a:pt x="183356" y="147638"/>
                  </a:lnTo>
                  <a:lnTo>
                    <a:pt x="186690" y="146685"/>
                  </a:lnTo>
                  <a:lnTo>
                    <a:pt x="191929" y="146685"/>
                  </a:lnTo>
                  <a:lnTo>
                    <a:pt x="194786" y="147161"/>
                  </a:lnTo>
                  <a:lnTo>
                    <a:pt x="202883" y="145732"/>
                  </a:lnTo>
                  <a:lnTo>
                    <a:pt x="206693" y="146209"/>
                  </a:lnTo>
                  <a:lnTo>
                    <a:pt x="209074" y="146685"/>
                  </a:lnTo>
                  <a:lnTo>
                    <a:pt x="209550" y="144304"/>
                  </a:lnTo>
                  <a:close/>
                </a:path>
              </a:pathLst>
            </a:custGeom>
            <a:grpFill/>
            <a:ln w="317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DEE36C56-CD9D-4747-9BF1-A8317869F53D}"/>
                </a:ext>
              </a:extLst>
            </p:cNvPr>
            <p:cNvSpPr/>
            <p:nvPr/>
          </p:nvSpPr>
          <p:spPr>
            <a:xfrm>
              <a:off x="6174581" y="2596990"/>
              <a:ext cx="107156" cy="60483"/>
            </a:xfrm>
            <a:custGeom>
              <a:avLst/>
              <a:gdLst>
                <a:gd name="connsiteX0" fmla="*/ 106680 w 107156"/>
                <a:gd name="connsiteY0" fmla="*/ 14288 h 60483"/>
                <a:gd name="connsiteX1" fmla="*/ 103823 w 107156"/>
                <a:gd name="connsiteY1" fmla="*/ 10954 h 60483"/>
                <a:gd name="connsiteX2" fmla="*/ 102394 w 107156"/>
                <a:gd name="connsiteY2" fmla="*/ 9525 h 60483"/>
                <a:gd name="connsiteX3" fmla="*/ 102394 w 107156"/>
                <a:gd name="connsiteY3" fmla="*/ 7620 h 60483"/>
                <a:gd name="connsiteX4" fmla="*/ 101918 w 107156"/>
                <a:gd name="connsiteY4" fmla="*/ 6668 h 60483"/>
                <a:gd name="connsiteX5" fmla="*/ 100965 w 107156"/>
                <a:gd name="connsiteY5" fmla="*/ 6191 h 60483"/>
                <a:gd name="connsiteX6" fmla="*/ 100013 w 107156"/>
                <a:gd name="connsiteY6" fmla="*/ 3334 h 60483"/>
                <a:gd name="connsiteX7" fmla="*/ 100013 w 107156"/>
                <a:gd name="connsiteY7" fmla="*/ 1429 h 60483"/>
                <a:gd name="connsiteX8" fmla="*/ 99060 w 107156"/>
                <a:gd name="connsiteY8" fmla="*/ 476 h 60483"/>
                <a:gd name="connsiteX9" fmla="*/ 92393 w 107156"/>
                <a:gd name="connsiteY9" fmla="*/ 0 h 60483"/>
                <a:gd name="connsiteX10" fmla="*/ 90488 w 107156"/>
                <a:gd name="connsiteY10" fmla="*/ 953 h 60483"/>
                <a:gd name="connsiteX11" fmla="*/ 88582 w 107156"/>
                <a:gd name="connsiteY11" fmla="*/ 2858 h 60483"/>
                <a:gd name="connsiteX12" fmla="*/ 88582 w 107156"/>
                <a:gd name="connsiteY12" fmla="*/ 6668 h 60483"/>
                <a:gd name="connsiteX13" fmla="*/ 88582 w 107156"/>
                <a:gd name="connsiteY13" fmla="*/ 7144 h 60483"/>
                <a:gd name="connsiteX14" fmla="*/ 88106 w 107156"/>
                <a:gd name="connsiteY14" fmla="*/ 8096 h 60483"/>
                <a:gd name="connsiteX15" fmla="*/ 81439 w 107156"/>
                <a:gd name="connsiteY15" fmla="*/ 6668 h 60483"/>
                <a:gd name="connsiteX16" fmla="*/ 81439 w 107156"/>
                <a:gd name="connsiteY16" fmla="*/ 6668 h 60483"/>
                <a:gd name="connsiteX17" fmla="*/ 76676 w 107156"/>
                <a:gd name="connsiteY17" fmla="*/ 7144 h 60483"/>
                <a:gd name="connsiteX18" fmla="*/ 73819 w 107156"/>
                <a:gd name="connsiteY18" fmla="*/ 9049 h 60483"/>
                <a:gd name="connsiteX19" fmla="*/ 70485 w 107156"/>
                <a:gd name="connsiteY19" fmla="*/ 10001 h 60483"/>
                <a:gd name="connsiteX20" fmla="*/ 62865 w 107156"/>
                <a:gd name="connsiteY20" fmla="*/ 9525 h 60483"/>
                <a:gd name="connsiteX21" fmla="*/ 55245 w 107156"/>
                <a:gd name="connsiteY21" fmla="*/ 10001 h 60483"/>
                <a:gd name="connsiteX22" fmla="*/ 53816 w 107156"/>
                <a:gd name="connsiteY22" fmla="*/ 10478 h 60483"/>
                <a:gd name="connsiteX23" fmla="*/ 51911 w 107156"/>
                <a:gd name="connsiteY23" fmla="*/ 10954 h 60483"/>
                <a:gd name="connsiteX24" fmla="*/ 50006 w 107156"/>
                <a:gd name="connsiteY24" fmla="*/ 11906 h 60483"/>
                <a:gd name="connsiteX25" fmla="*/ 49054 w 107156"/>
                <a:gd name="connsiteY25" fmla="*/ 13335 h 60483"/>
                <a:gd name="connsiteX26" fmla="*/ 47149 w 107156"/>
                <a:gd name="connsiteY26" fmla="*/ 15240 h 60483"/>
                <a:gd name="connsiteX27" fmla="*/ 44291 w 107156"/>
                <a:gd name="connsiteY27" fmla="*/ 17145 h 60483"/>
                <a:gd name="connsiteX28" fmla="*/ 41434 w 107156"/>
                <a:gd name="connsiteY28" fmla="*/ 18098 h 60483"/>
                <a:gd name="connsiteX29" fmla="*/ 40957 w 107156"/>
                <a:gd name="connsiteY29" fmla="*/ 19050 h 60483"/>
                <a:gd name="connsiteX30" fmla="*/ 40005 w 107156"/>
                <a:gd name="connsiteY30" fmla="*/ 19526 h 60483"/>
                <a:gd name="connsiteX31" fmla="*/ 38576 w 107156"/>
                <a:gd name="connsiteY31" fmla="*/ 19050 h 60483"/>
                <a:gd name="connsiteX32" fmla="*/ 37148 w 107156"/>
                <a:gd name="connsiteY32" fmla="*/ 19050 h 60483"/>
                <a:gd name="connsiteX33" fmla="*/ 35719 w 107156"/>
                <a:gd name="connsiteY33" fmla="*/ 18574 h 60483"/>
                <a:gd name="connsiteX34" fmla="*/ 30480 w 107156"/>
                <a:gd name="connsiteY34" fmla="*/ 18098 h 60483"/>
                <a:gd name="connsiteX35" fmla="*/ 24765 w 107156"/>
                <a:gd name="connsiteY35" fmla="*/ 17145 h 60483"/>
                <a:gd name="connsiteX36" fmla="*/ 21907 w 107156"/>
                <a:gd name="connsiteY36" fmla="*/ 16193 h 60483"/>
                <a:gd name="connsiteX37" fmla="*/ 19050 w 107156"/>
                <a:gd name="connsiteY37" fmla="*/ 15716 h 60483"/>
                <a:gd name="connsiteX38" fmla="*/ 15716 w 107156"/>
                <a:gd name="connsiteY38" fmla="*/ 14764 h 60483"/>
                <a:gd name="connsiteX39" fmla="*/ 12382 w 107156"/>
                <a:gd name="connsiteY39" fmla="*/ 14764 h 60483"/>
                <a:gd name="connsiteX40" fmla="*/ 10954 w 107156"/>
                <a:gd name="connsiteY40" fmla="*/ 14764 h 60483"/>
                <a:gd name="connsiteX41" fmla="*/ 10477 w 107156"/>
                <a:gd name="connsiteY41" fmla="*/ 17145 h 60483"/>
                <a:gd name="connsiteX42" fmla="*/ 9049 w 107156"/>
                <a:gd name="connsiteY42" fmla="*/ 17621 h 60483"/>
                <a:gd name="connsiteX43" fmla="*/ 6668 w 107156"/>
                <a:gd name="connsiteY43" fmla="*/ 19050 h 60483"/>
                <a:gd name="connsiteX44" fmla="*/ 3810 w 107156"/>
                <a:gd name="connsiteY44" fmla="*/ 20955 h 60483"/>
                <a:gd name="connsiteX45" fmla="*/ 952 w 107156"/>
                <a:gd name="connsiteY45" fmla="*/ 23336 h 60483"/>
                <a:gd name="connsiteX46" fmla="*/ 0 w 107156"/>
                <a:gd name="connsiteY46" fmla="*/ 25718 h 60483"/>
                <a:gd name="connsiteX47" fmla="*/ 952 w 107156"/>
                <a:gd name="connsiteY47" fmla="*/ 27146 h 60483"/>
                <a:gd name="connsiteX48" fmla="*/ 1429 w 107156"/>
                <a:gd name="connsiteY48" fmla="*/ 27623 h 60483"/>
                <a:gd name="connsiteX49" fmla="*/ 2381 w 107156"/>
                <a:gd name="connsiteY49" fmla="*/ 27146 h 60483"/>
                <a:gd name="connsiteX50" fmla="*/ 3810 w 107156"/>
                <a:gd name="connsiteY50" fmla="*/ 27623 h 60483"/>
                <a:gd name="connsiteX51" fmla="*/ 5715 w 107156"/>
                <a:gd name="connsiteY51" fmla="*/ 28099 h 60483"/>
                <a:gd name="connsiteX52" fmla="*/ 9049 w 107156"/>
                <a:gd name="connsiteY52" fmla="*/ 29051 h 60483"/>
                <a:gd name="connsiteX53" fmla="*/ 9049 w 107156"/>
                <a:gd name="connsiteY53" fmla="*/ 30004 h 60483"/>
                <a:gd name="connsiteX54" fmla="*/ 8096 w 107156"/>
                <a:gd name="connsiteY54" fmla="*/ 30956 h 60483"/>
                <a:gd name="connsiteX55" fmla="*/ 5715 w 107156"/>
                <a:gd name="connsiteY55" fmla="*/ 32861 h 60483"/>
                <a:gd name="connsiteX56" fmla="*/ 3810 w 107156"/>
                <a:gd name="connsiteY56" fmla="*/ 34766 h 60483"/>
                <a:gd name="connsiteX57" fmla="*/ 3810 w 107156"/>
                <a:gd name="connsiteY57" fmla="*/ 36195 h 60483"/>
                <a:gd name="connsiteX58" fmla="*/ 3810 w 107156"/>
                <a:gd name="connsiteY58" fmla="*/ 37148 h 60483"/>
                <a:gd name="connsiteX59" fmla="*/ 4763 w 107156"/>
                <a:gd name="connsiteY59" fmla="*/ 37624 h 60483"/>
                <a:gd name="connsiteX60" fmla="*/ 7620 w 107156"/>
                <a:gd name="connsiteY60" fmla="*/ 37624 h 60483"/>
                <a:gd name="connsiteX61" fmla="*/ 8096 w 107156"/>
                <a:gd name="connsiteY61" fmla="*/ 38100 h 60483"/>
                <a:gd name="connsiteX62" fmla="*/ 6668 w 107156"/>
                <a:gd name="connsiteY62" fmla="*/ 43339 h 60483"/>
                <a:gd name="connsiteX63" fmla="*/ 7144 w 107156"/>
                <a:gd name="connsiteY63" fmla="*/ 44291 h 60483"/>
                <a:gd name="connsiteX64" fmla="*/ 10001 w 107156"/>
                <a:gd name="connsiteY64" fmla="*/ 45244 h 60483"/>
                <a:gd name="connsiteX65" fmla="*/ 11906 w 107156"/>
                <a:gd name="connsiteY65" fmla="*/ 46673 h 60483"/>
                <a:gd name="connsiteX66" fmla="*/ 15716 w 107156"/>
                <a:gd name="connsiteY66" fmla="*/ 50006 h 60483"/>
                <a:gd name="connsiteX67" fmla="*/ 17145 w 107156"/>
                <a:gd name="connsiteY67" fmla="*/ 52864 h 60483"/>
                <a:gd name="connsiteX68" fmla="*/ 16193 w 107156"/>
                <a:gd name="connsiteY68" fmla="*/ 53816 h 60483"/>
                <a:gd name="connsiteX69" fmla="*/ 13811 w 107156"/>
                <a:gd name="connsiteY69" fmla="*/ 54293 h 60483"/>
                <a:gd name="connsiteX70" fmla="*/ 11906 w 107156"/>
                <a:gd name="connsiteY70" fmla="*/ 53816 h 60483"/>
                <a:gd name="connsiteX71" fmla="*/ 9049 w 107156"/>
                <a:gd name="connsiteY71" fmla="*/ 56198 h 60483"/>
                <a:gd name="connsiteX72" fmla="*/ 7144 w 107156"/>
                <a:gd name="connsiteY72" fmla="*/ 56674 h 60483"/>
                <a:gd name="connsiteX73" fmla="*/ 8096 w 107156"/>
                <a:gd name="connsiteY73" fmla="*/ 58579 h 60483"/>
                <a:gd name="connsiteX74" fmla="*/ 17145 w 107156"/>
                <a:gd name="connsiteY74" fmla="*/ 60484 h 60483"/>
                <a:gd name="connsiteX75" fmla="*/ 19050 w 107156"/>
                <a:gd name="connsiteY75" fmla="*/ 59531 h 60483"/>
                <a:gd name="connsiteX76" fmla="*/ 20479 w 107156"/>
                <a:gd name="connsiteY76" fmla="*/ 58103 h 60483"/>
                <a:gd name="connsiteX77" fmla="*/ 20479 w 107156"/>
                <a:gd name="connsiteY77" fmla="*/ 57626 h 60483"/>
                <a:gd name="connsiteX78" fmla="*/ 20955 w 107156"/>
                <a:gd name="connsiteY78" fmla="*/ 57150 h 60483"/>
                <a:gd name="connsiteX79" fmla="*/ 24289 w 107156"/>
                <a:gd name="connsiteY79" fmla="*/ 58579 h 60483"/>
                <a:gd name="connsiteX80" fmla="*/ 26670 w 107156"/>
                <a:gd name="connsiteY80" fmla="*/ 58103 h 60483"/>
                <a:gd name="connsiteX81" fmla="*/ 30956 w 107156"/>
                <a:gd name="connsiteY81" fmla="*/ 58103 h 60483"/>
                <a:gd name="connsiteX82" fmla="*/ 33814 w 107156"/>
                <a:gd name="connsiteY82" fmla="*/ 58103 h 60483"/>
                <a:gd name="connsiteX83" fmla="*/ 35719 w 107156"/>
                <a:gd name="connsiteY83" fmla="*/ 57150 h 60483"/>
                <a:gd name="connsiteX84" fmla="*/ 38576 w 107156"/>
                <a:gd name="connsiteY84" fmla="*/ 53340 h 60483"/>
                <a:gd name="connsiteX85" fmla="*/ 39529 w 107156"/>
                <a:gd name="connsiteY85" fmla="*/ 51435 h 60483"/>
                <a:gd name="connsiteX86" fmla="*/ 40481 w 107156"/>
                <a:gd name="connsiteY86" fmla="*/ 50959 h 60483"/>
                <a:gd name="connsiteX87" fmla="*/ 41434 w 107156"/>
                <a:gd name="connsiteY87" fmla="*/ 51435 h 60483"/>
                <a:gd name="connsiteX88" fmla="*/ 41910 w 107156"/>
                <a:gd name="connsiteY88" fmla="*/ 52864 h 60483"/>
                <a:gd name="connsiteX89" fmla="*/ 43339 w 107156"/>
                <a:gd name="connsiteY89" fmla="*/ 54769 h 60483"/>
                <a:gd name="connsiteX90" fmla="*/ 46196 w 107156"/>
                <a:gd name="connsiteY90" fmla="*/ 57150 h 60483"/>
                <a:gd name="connsiteX91" fmla="*/ 48101 w 107156"/>
                <a:gd name="connsiteY91" fmla="*/ 58579 h 60483"/>
                <a:gd name="connsiteX92" fmla="*/ 50006 w 107156"/>
                <a:gd name="connsiteY92" fmla="*/ 59055 h 60483"/>
                <a:gd name="connsiteX93" fmla="*/ 51911 w 107156"/>
                <a:gd name="connsiteY93" fmla="*/ 57626 h 60483"/>
                <a:gd name="connsiteX94" fmla="*/ 53816 w 107156"/>
                <a:gd name="connsiteY94" fmla="*/ 57626 h 60483"/>
                <a:gd name="connsiteX95" fmla="*/ 59055 w 107156"/>
                <a:gd name="connsiteY95" fmla="*/ 59531 h 60483"/>
                <a:gd name="connsiteX96" fmla="*/ 63818 w 107156"/>
                <a:gd name="connsiteY96" fmla="*/ 60008 h 60483"/>
                <a:gd name="connsiteX97" fmla="*/ 66675 w 107156"/>
                <a:gd name="connsiteY97" fmla="*/ 59055 h 60483"/>
                <a:gd name="connsiteX98" fmla="*/ 66675 w 107156"/>
                <a:gd name="connsiteY98" fmla="*/ 57626 h 60483"/>
                <a:gd name="connsiteX99" fmla="*/ 65246 w 107156"/>
                <a:gd name="connsiteY99" fmla="*/ 55721 h 60483"/>
                <a:gd name="connsiteX100" fmla="*/ 64770 w 107156"/>
                <a:gd name="connsiteY100" fmla="*/ 54293 h 60483"/>
                <a:gd name="connsiteX101" fmla="*/ 65246 w 107156"/>
                <a:gd name="connsiteY101" fmla="*/ 52864 h 60483"/>
                <a:gd name="connsiteX102" fmla="*/ 67627 w 107156"/>
                <a:gd name="connsiteY102" fmla="*/ 51435 h 60483"/>
                <a:gd name="connsiteX103" fmla="*/ 67151 w 107156"/>
                <a:gd name="connsiteY103" fmla="*/ 50959 h 60483"/>
                <a:gd name="connsiteX104" fmla="*/ 64770 w 107156"/>
                <a:gd name="connsiteY104" fmla="*/ 48578 h 60483"/>
                <a:gd name="connsiteX105" fmla="*/ 64770 w 107156"/>
                <a:gd name="connsiteY105" fmla="*/ 47625 h 60483"/>
                <a:gd name="connsiteX106" fmla="*/ 70961 w 107156"/>
                <a:gd name="connsiteY106" fmla="*/ 45244 h 60483"/>
                <a:gd name="connsiteX107" fmla="*/ 76676 w 107156"/>
                <a:gd name="connsiteY107" fmla="*/ 43339 h 60483"/>
                <a:gd name="connsiteX108" fmla="*/ 77629 w 107156"/>
                <a:gd name="connsiteY108" fmla="*/ 42386 h 60483"/>
                <a:gd name="connsiteX109" fmla="*/ 78105 w 107156"/>
                <a:gd name="connsiteY109" fmla="*/ 40481 h 60483"/>
                <a:gd name="connsiteX110" fmla="*/ 78105 w 107156"/>
                <a:gd name="connsiteY110" fmla="*/ 37148 h 60483"/>
                <a:gd name="connsiteX111" fmla="*/ 78105 w 107156"/>
                <a:gd name="connsiteY111" fmla="*/ 34290 h 60483"/>
                <a:gd name="connsiteX112" fmla="*/ 75724 w 107156"/>
                <a:gd name="connsiteY112" fmla="*/ 31909 h 60483"/>
                <a:gd name="connsiteX113" fmla="*/ 75724 w 107156"/>
                <a:gd name="connsiteY113" fmla="*/ 30480 h 60483"/>
                <a:gd name="connsiteX114" fmla="*/ 76200 w 107156"/>
                <a:gd name="connsiteY114" fmla="*/ 29528 h 60483"/>
                <a:gd name="connsiteX115" fmla="*/ 77152 w 107156"/>
                <a:gd name="connsiteY115" fmla="*/ 28099 h 60483"/>
                <a:gd name="connsiteX116" fmla="*/ 79534 w 107156"/>
                <a:gd name="connsiteY116" fmla="*/ 27623 h 60483"/>
                <a:gd name="connsiteX117" fmla="*/ 81915 w 107156"/>
                <a:gd name="connsiteY117" fmla="*/ 26670 h 60483"/>
                <a:gd name="connsiteX118" fmla="*/ 84296 w 107156"/>
                <a:gd name="connsiteY118" fmla="*/ 25718 h 60483"/>
                <a:gd name="connsiteX119" fmla="*/ 87154 w 107156"/>
                <a:gd name="connsiteY119" fmla="*/ 24765 h 60483"/>
                <a:gd name="connsiteX120" fmla="*/ 89535 w 107156"/>
                <a:gd name="connsiteY120" fmla="*/ 23813 h 60483"/>
                <a:gd name="connsiteX121" fmla="*/ 91440 w 107156"/>
                <a:gd name="connsiteY121" fmla="*/ 20955 h 60483"/>
                <a:gd name="connsiteX122" fmla="*/ 92869 w 107156"/>
                <a:gd name="connsiteY122" fmla="*/ 20479 h 60483"/>
                <a:gd name="connsiteX123" fmla="*/ 97155 w 107156"/>
                <a:gd name="connsiteY123" fmla="*/ 20955 h 60483"/>
                <a:gd name="connsiteX124" fmla="*/ 98107 w 107156"/>
                <a:gd name="connsiteY124" fmla="*/ 20003 h 60483"/>
                <a:gd name="connsiteX125" fmla="*/ 97631 w 107156"/>
                <a:gd name="connsiteY125" fmla="*/ 16193 h 60483"/>
                <a:gd name="connsiteX126" fmla="*/ 98107 w 107156"/>
                <a:gd name="connsiteY126" fmla="*/ 15240 h 60483"/>
                <a:gd name="connsiteX127" fmla="*/ 99536 w 107156"/>
                <a:gd name="connsiteY127" fmla="*/ 14764 h 60483"/>
                <a:gd name="connsiteX128" fmla="*/ 100489 w 107156"/>
                <a:gd name="connsiteY128" fmla="*/ 13811 h 60483"/>
                <a:gd name="connsiteX129" fmla="*/ 103823 w 107156"/>
                <a:gd name="connsiteY129" fmla="*/ 14288 h 60483"/>
                <a:gd name="connsiteX130" fmla="*/ 107156 w 107156"/>
                <a:gd name="connsiteY130" fmla="*/ 15240 h 6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7156" h="60483">
                  <a:moveTo>
                    <a:pt x="106680" y="14288"/>
                  </a:moveTo>
                  <a:lnTo>
                    <a:pt x="103823" y="10954"/>
                  </a:lnTo>
                  <a:lnTo>
                    <a:pt x="102394" y="9525"/>
                  </a:lnTo>
                  <a:lnTo>
                    <a:pt x="102394" y="7620"/>
                  </a:lnTo>
                  <a:lnTo>
                    <a:pt x="101918" y="6668"/>
                  </a:lnTo>
                  <a:lnTo>
                    <a:pt x="100965" y="6191"/>
                  </a:lnTo>
                  <a:lnTo>
                    <a:pt x="100013" y="3334"/>
                  </a:lnTo>
                  <a:lnTo>
                    <a:pt x="100013" y="1429"/>
                  </a:lnTo>
                  <a:lnTo>
                    <a:pt x="99060" y="476"/>
                  </a:lnTo>
                  <a:lnTo>
                    <a:pt x="92393" y="0"/>
                  </a:lnTo>
                  <a:lnTo>
                    <a:pt x="90488" y="953"/>
                  </a:lnTo>
                  <a:lnTo>
                    <a:pt x="88582" y="2858"/>
                  </a:lnTo>
                  <a:lnTo>
                    <a:pt x="88582" y="6668"/>
                  </a:lnTo>
                  <a:lnTo>
                    <a:pt x="88582" y="7144"/>
                  </a:lnTo>
                  <a:lnTo>
                    <a:pt x="88106" y="8096"/>
                  </a:lnTo>
                  <a:lnTo>
                    <a:pt x="81439" y="6668"/>
                  </a:lnTo>
                  <a:lnTo>
                    <a:pt x="81439" y="6668"/>
                  </a:lnTo>
                  <a:lnTo>
                    <a:pt x="76676" y="7144"/>
                  </a:lnTo>
                  <a:lnTo>
                    <a:pt x="73819" y="9049"/>
                  </a:lnTo>
                  <a:lnTo>
                    <a:pt x="70485" y="10001"/>
                  </a:lnTo>
                  <a:lnTo>
                    <a:pt x="62865" y="9525"/>
                  </a:lnTo>
                  <a:lnTo>
                    <a:pt x="55245" y="10001"/>
                  </a:lnTo>
                  <a:lnTo>
                    <a:pt x="53816" y="10478"/>
                  </a:lnTo>
                  <a:lnTo>
                    <a:pt x="51911" y="10954"/>
                  </a:lnTo>
                  <a:lnTo>
                    <a:pt x="50006" y="11906"/>
                  </a:lnTo>
                  <a:lnTo>
                    <a:pt x="49054" y="13335"/>
                  </a:lnTo>
                  <a:lnTo>
                    <a:pt x="47149" y="15240"/>
                  </a:lnTo>
                  <a:lnTo>
                    <a:pt x="44291" y="17145"/>
                  </a:lnTo>
                  <a:lnTo>
                    <a:pt x="41434" y="18098"/>
                  </a:lnTo>
                  <a:lnTo>
                    <a:pt x="40957" y="19050"/>
                  </a:lnTo>
                  <a:lnTo>
                    <a:pt x="40005" y="19526"/>
                  </a:lnTo>
                  <a:lnTo>
                    <a:pt x="38576" y="19050"/>
                  </a:lnTo>
                  <a:lnTo>
                    <a:pt x="37148" y="19050"/>
                  </a:lnTo>
                  <a:lnTo>
                    <a:pt x="35719" y="18574"/>
                  </a:lnTo>
                  <a:lnTo>
                    <a:pt x="30480" y="18098"/>
                  </a:lnTo>
                  <a:lnTo>
                    <a:pt x="24765" y="17145"/>
                  </a:lnTo>
                  <a:lnTo>
                    <a:pt x="21907" y="16193"/>
                  </a:lnTo>
                  <a:lnTo>
                    <a:pt x="19050" y="15716"/>
                  </a:lnTo>
                  <a:lnTo>
                    <a:pt x="15716" y="14764"/>
                  </a:lnTo>
                  <a:lnTo>
                    <a:pt x="12382" y="14764"/>
                  </a:lnTo>
                  <a:lnTo>
                    <a:pt x="10954" y="14764"/>
                  </a:lnTo>
                  <a:lnTo>
                    <a:pt x="10477" y="17145"/>
                  </a:lnTo>
                  <a:lnTo>
                    <a:pt x="9049" y="17621"/>
                  </a:lnTo>
                  <a:lnTo>
                    <a:pt x="6668" y="19050"/>
                  </a:lnTo>
                  <a:lnTo>
                    <a:pt x="3810" y="20955"/>
                  </a:lnTo>
                  <a:lnTo>
                    <a:pt x="952" y="23336"/>
                  </a:lnTo>
                  <a:lnTo>
                    <a:pt x="0" y="25718"/>
                  </a:lnTo>
                  <a:lnTo>
                    <a:pt x="952" y="27146"/>
                  </a:lnTo>
                  <a:lnTo>
                    <a:pt x="1429" y="27623"/>
                  </a:lnTo>
                  <a:lnTo>
                    <a:pt x="2381" y="27146"/>
                  </a:lnTo>
                  <a:lnTo>
                    <a:pt x="3810" y="27623"/>
                  </a:lnTo>
                  <a:lnTo>
                    <a:pt x="5715" y="28099"/>
                  </a:lnTo>
                  <a:lnTo>
                    <a:pt x="9049" y="29051"/>
                  </a:lnTo>
                  <a:lnTo>
                    <a:pt x="9049" y="30004"/>
                  </a:lnTo>
                  <a:lnTo>
                    <a:pt x="8096" y="30956"/>
                  </a:lnTo>
                  <a:lnTo>
                    <a:pt x="5715" y="32861"/>
                  </a:lnTo>
                  <a:lnTo>
                    <a:pt x="3810" y="34766"/>
                  </a:lnTo>
                  <a:lnTo>
                    <a:pt x="3810" y="36195"/>
                  </a:lnTo>
                  <a:lnTo>
                    <a:pt x="3810" y="37148"/>
                  </a:lnTo>
                  <a:lnTo>
                    <a:pt x="4763" y="37624"/>
                  </a:lnTo>
                  <a:lnTo>
                    <a:pt x="7620" y="37624"/>
                  </a:lnTo>
                  <a:lnTo>
                    <a:pt x="8096" y="38100"/>
                  </a:lnTo>
                  <a:lnTo>
                    <a:pt x="6668" y="43339"/>
                  </a:lnTo>
                  <a:lnTo>
                    <a:pt x="7144" y="44291"/>
                  </a:lnTo>
                  <a:lnTo>
                    <a:pt x="10001" y="45244"/>
                  </a:lnTo>
                  <a:lnTo>
                    <a:pt x="11906" y="46673"/>
                  </a:lnTo>
                  <a:lnTo>
                    <a:pt x="15716" y="50006"/>
                  </a:lnTo>
                  <a:lnTo>
                    <a:pt x="17145" y="52864"/>
                  </a:lnTo>
                  <a:lnTo>
                    <a:pt x="16193" y="53816"/>
                  </a:lnTo>
                  <a:lnTo>
                    <a:pt x="13811" y="54293"/>
                  </a:lnTo>
                  <a:lnTo>
                    <a:pt x="11906" y="53816"/>
                  </a:lnTo>
                  <a:lnTo>
                    <a:pt x="9049" y="56198"/>
                  </a:lnTo>
                  <a:lnTo>
                    <a:pt x="7144" y="56674"/>
                  </a:lnTo>
                  <a:lnTo>
                    <a:pt x="8096" y="58579"/>
                  </a:lnTo>
                  <a:lnTo>
                    <a:pt x="17145" y="60484"/>
                  </a:lnTo>
                  <a:lnTo>
                    <a:pt x="19050" y="59531"/>
                  </a:lnTo>
                  <a:lnTo>
                    <a:pt x="20479" y="58103"/>
                  </a:lnTo>
                  <a:lnTo>
                    <a:pt x="20479" y="57626"/>
                  </a:lnTo>
                  <a:lnTo>
                    <a:pt x="20955" y="57150"/>
                  </a:lnTo>
                  <a:lnTo>
                    <a:pt x="24289" y="58579"/>
                  </a:lnTo>
                  <a:lnTo>
                    <a:pt x="26670" y="58103"/>
                  </a:lnTo>
                  <a:lnTo>
                    <a:pt x="30956" y="58103"/>
                  </a:lnTo>
                  <a:lnTo>
                    <a:pt x="33814" y="58103"/>
                  </a:lnTo>
                  <a:lnTo>
                    <a:pt x="35719" y="57150"/>
                  </a:lnTo>
                  <a:lnTo>
                    <a:pt x="38576" y="53340"/>
                  </a:lnTo>
                  <a:lnTo>
                    <a:pt x="39529" y="51435"/>
                  </a:lnTo>
                  <a:lnTo>
                    <a:pt x="40481" y="50959"/>
                  </a:lnTo>
                  <a:lnTo>
                    <a:pt x="41434" y="51435"/>
                  </a:lnTo>
                  <a:lnTo>
                    <a:pt x="41910" y="52864"/>
                  </a:lnTo>
                  <a:lnTo>
                    <a:pt x="43339" y="54769"/>
                  </a:lnTo>
                  <a:lnTo>
                    <a:pt x="46196" y="57150"/>
                  </a:lnTo>
                  <a:lnTo>
                    <a:pt x="48101" y="58579"/>
                  </a:lnTo>
                  <a:lnTo>
                    <a:pt x="50006" y="59055"/>
                  </a:lnTo>
                  <a:lnTo>
                    <a:pt x="51911" y="57626"/>
                  </a:lnTo>
                  <a:lnTo>
                    <a:pt x="53816" y="57626"/>
                  </a:lnTo>
                  <a:lnTo>
                    <a:pt x="59055" y="59531"/>
                  </a:lnTo>
                  <a:lnTo>
                    <a:pt x="63818" y="60008"/>
                  </a:lnTo>
                  <a:lnTo>
                    <a:pt x="66675" y="59055"/>
                  </a:lnTo>
                  <a:lnTo>
                    <a:pt x="66675" y="57626"/>
                  </a:lnTo>
                  <a:lnTo>
                    <a:pt x="65246" y="55721"/>
                  </a:lnTo>
                  <a:lnTo>
                    <a:pt x="64770" y="54293"/>
                  </a:lnTo>
                  <a:lnTo>
                    <a:pt x="65246" y="52864"/>
                  </a:lnTo>
                  <a:lnTo>
                    <a:pt x="67627" y="51435"/>
                  </a:lnTo>
                  <a:lnTo>
                    <a:pt x="67151" y="50959"/>
                  </a:lnTo>
                  <a:lnTo>
                    <a:pt x="64770" y="48578"/>
                  </a:lnTo>
                  <a:lnTo>
                    <a:pt x="64770" y="47625"/>
                  </a:lnTo>
                  <a:lnTo>
                    <a:pt x="70961" y="45244"/>
                  </a:lnTo>
                  <a:lnTo>
                    <a:pt x="76676" y="43339"/>
                  </a:lnTo>
                  <a:lnTo>
                    <a:pt x="77629" y="42386"/>
                  </a:lnTo>
                  <a:lnTo>
                    <a:pt x="78105" y="40481"/>
                  </a:lnTo>
                  <a:lnTo>
                    <a:pt x="78105" y="37148"/>
                  </a:lnTo>
                  <a:lnTo>
                    <a:pt x="78105" y="34290"/>
                  </a:lnTo>
                  <a:lnTo>
                    <a:pt x="75724" y="31909"/>
                  </a:lnTo>
                  <a:lnTo>
                    <a:pt x="75724" y="30480"/>
                  </a:lnTo>
                  <a:lnTo>
                    <a:pt x="76200" y="29528"/>
                  </a:lnTo>
                  <a:lnTo>
                    <a:pt x="77152" y="28099"/>
                  </a:lnTo>
                  <a:lnTo>
                    <a:pt x="79534" y="27623"/>
                  </a:lnTo>
                  <a:lnTo>
                    <a:pt x="81915" y="26670"/>
                  </a:lnTo>
                  <a:lnTo>
                    <a:pt x="84296" y="25718"/>
                  </a:lnTo>
                  <a:lnTo>
                    <a:pt x="87154" y="24765"/>
                  </a:lnTo>
                  <a:lnTo>
                    <a:pt x="89535" y="23813"/>
                  </a:lnTo>
                  <a:lnTo>
                    <a:pt x="91440" y="20955"/>
                  </a:lnTo>
                  <a:lnTo>
                    <a:pt x="92869" y="20479"/>
                  </a:lnTo>
                  <a:lnTo>
                    <a:pt x="97155" y="20955"/>
                  </a:lnTo>
                  <a:lnTo>
                    <a:pt x="98107" y="20003"/>
                  </a:lnTo>
                  <a:lnTo>
                    <a:pt x="97631" y="16193"/>
                  </a:lnTo>
                  <a:lnTo>
                    <a:pt x="98107" y="15240"/>
                  </a:lnTo>
                  <a:lnTo>
                    <a:pt x="99536" y="14764"/>
                  </a:lnTo>
                  <a:lnTo>
                    <a:pt x="100489" y="13811"/>
                  </a:lnTo>
                  <a:lnTo>
                    <a:pt x="103823" y="14288"/>
                  </a:lnTo>
                  <a:lnTo>
                    <a:pt x="107156" y="15240"/>
                  </a:lnTo>
                  <a:close/>
                </a:path>
              </a:pathLst>
            </a:custGeom>
            <a:grpFill/>
            <a:ln w="317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D1DA9314-100C-4333-90AF-8549E850302E}"/>
                </a:ext>
              </a:extLst>
            </p:cNvPr>
            <p:cNvSpPr/>
            <p:nvPr/>
          </p:nvSpPr>
          <p:spPr>
            <a:xfrm>
              <a:off x="5267801" y="3961923"/>
              <a:ext cx="103346" cy="102869"/>
            </a:xfrm>
            <a:custGeom>
              <a:avLst/>
              <a:gdLst>
                <a:gd name="connsiteX0" fmla="*/ 25241 w 103346"/>
                <a:gd name="connsiteY0" fmla="*/ 80963 h 102869"/>
                <a:gd name="connsiteX1" fmla="*/ 22860 w 103346"/>
                <a:gd name="connsiteY1" fmla="*/ 80010 h 102869"/>
                <a:gd name="connsiteX2" fmla="*/ 14764 w 103346"/>
                <a:gd name="connsiteY2" fmla="*/ 80486 h 102869"/>
                <a:gd name="connsiteX3" fmla="*/ 11430 w 103346"/>
                <a:gd name="connsiteY3" fmla="*/ 82391 h 102869"/>
                <a:gd name="connsiteX4" fmla="*/ 23336 w 103346"/>
                <a:gd name="connsiteY4" fmla="*/ 85725 h 102869"/>
                <a:gd name="connsiteX5" fmla="*/ 25718 w 103346"/>
                <a:gd name="connsiteY5" fmla="*/ 88106 h 102869"/>
                <a:gd name="connsiteX6" fmla="*/ 26194 w 103346"/>
                <a:gd name="connsiteY6" fmla="*/ 87154 h 102869"/>
                <a:gd name="connsiteX7" fmla="*/ 27147 w 103346"/>
                <a:gd name="connsiteY7" fmla="*/ 83820 h 102869"/>
                <a:gd name="connsiteX8" fmla="*/ 26670 w 103346"/>
                <a:gd name="connsiteY8" fmla="*/ 82391 h 102869"/>
                <a:gd name="connsiteX9" fmla="*/ 25241 w 103346"/>
                <a:gd name="connsiteY9" fmla="*/ 80963 h 102869"/>
                <a:gd name="connsiteX10" fmla="*/ 99536 w 103346"/>
                <a:gd name="connsiteY10" fmla="*/ 50959 h 102869"/>
                <a:gd name="connsiteX11" fmla="*/ 98584 w 103346"/>
                <a:gd name="connsiteY11" fmla="*/ 51435 h 102869"/>
                <a:gd name="connsiteX12" fmla="*/ 95250 w 103346"/>
                <a:gd name="connsiteY12" fmla="*/ 55245 h 102869"/>
                <a:gd name="connsiteX13" fmla="*/ 93345 w 103346"/>
                <a:gd name="connsiteY13" fmla="*/ 56674 h 102869"/>
                <a:gd name="connsiteX14" fmla="*/ 91916 w 103346"/>
                <a:gd name="connsiteY14" fmla="*/ 56674 h 102869"/>
                <a:gd name="connsiteX15" fmla="*/ 90488 w 103346"/>
                <a:gd name="connsiteY15" fmla="*/ 56197 h 102869"/>
                <a:gd name="connsiteX16" fmla="*/ 89535 w 103346"/>
                <a:gd name="connsiteY16" fmla="*/ 56674 h 102869"/>
                <a:gd name="connsiteX17" fmla="*/ 88582 w 103346"/>
                <a:gd name="connsiteY17" fmla="*/ 56197 h 102869"/>
                <a:gd name="connsiteX18" fmla="*/ 89059 w 103346"/>
                <a:gd name="connsiteY18" fmla="*/ 55245 h 102869"/>
                <a:gd name="connsiteX19" fmla="*/ 90011 w 103346"/>
                <a:gd name="connsiteY19" fmla="*/ 53816 h 102869"/>
                <a:gd name="connsiteX20" fmla="*/ 91440 w 103346"/>
                <a:gd name="connsiteY20" fmla="*/ 49530 h 102869"/>
                <a:gd name="connsiteX21" fmla="*/ 95726 w 103346"/>
                <a:gd name="connsiteY21" fmla="*/ 45244 h 102869"/>
                <a:gd name="connsiteX22" fmla="*/ 95726 w 103346"/>
                <a:gd name="connsiteY22" fmla="*/ 44291 h 102869"/>
                <a:gd name="connsiteX23" fmla="*/ 93822 w 103346"/>
                <a:gd name="connsiteY23" fmla="*/ 41910 h 102869"/>
                <a:gd name="connsiteX24" fmla="*/ 91916 w 103346"/>
                <a:gd name="connsiteY24" fmla="*/ 38576 h 102869"/>
                <a:gd name="connsiteX25" fmla="*/ 91916 w 103346"/>
                <a:gd name="connsiteY25" fmla="*/ 34766 h 102869"/>
                <a:gd name="connsiteX26" fmla="*/ 91440 w 103346"/>
                <a:gd name="connsiteY26" fmla="*/ 31909 h 102869"/>
                <a:gd name="connsiteX27" fmla="*/ 87630 w 103346"/>
                <a:gd name="connsiteY27" fmla="*/ 30956 h 102869"/>
                <a:gd name="connsiteX28" fmla="*/ 87154 w 103346"/>
                <a:gd name="connsiteY28" fmla="*/ 30480 h 102869"/>
                <a:gd name="connsiteX29" fmla="*/ 87154 w 103346"/>
                <a:gd name="connsiteY29" fmla="*/ 29527 h 102869"/>
                <a:gd name="connsiteX30" fmla="*/ 88106 w 103346"/>
                <a:gd name="connsiteY30" fmla="*/ 27146 h 102869"/>
                <a:gd name="connsiteX31" fmla="*/ 89059 w 103346"/>
                <a:gd name="connsiteY31" fmla="*/ 24765 h 102869"/>
                <a:gd name="connsiteX32" fmla="*/ 89059 w 103346"/>
                <a:gd name="connsiteY32" fmla="*/ 23813 h 102869"/>
                <a:gd name="connsiteX33" fmla="*/ 88582 w 103346"/>
                <a:gd name="connsiteY33" fmla="*/ 22860 h 102869"/>
                <a:gd name="connsiteX34" fmla="*/ 86201 w 103346"/>
                <a:gd name="connsiteY34" fmla="*/ 20479 h 102869"/>
                <a:gd name="connsiteX35" fmla="*/ 82391 w 103346"/>
                <a:gd name="connsiteY35" fmla="*/ 16192 h 102869"/>
                <a:gd name="connsiteX36" fmla="*/ 79057 w 103346"/>
                <a:gd name="connsiteY36" fmla="*/ 11430 h 102869"/>
                <a:gd name="connsiteX37" fmla="*/ 76200 w 103346"/>
                <a:gd name="connsiteY37" fmla="*/ 7144 h 102869"/>
                <a:gd name="connsiteX38" fmla="*/ 73819 w 103346"/>
                <a:gd name="connsiteY38" fmla="*/ 5239 h 102869"/>
                <a:gd name="connsiteX39" fmla="*/ 71438 w 103346"/>
                <a:gd name="connsiteY39" fmla="*/ 2381 h 102869"/>
                <a:gd name="connsiteX40" fmla="*/ 70485 w 103346"/>
                <a:gd name="connsiteY40" fmla="*/ 476 h 102869"/>
                <a:gd name="connsiteX41" fmla="*/ 68104 w 103346"/>
                <a:gd name="connsiteY41" fmla="*/ 0 h 102869"/>
                <a:gd name="connsiteX42" fmla="*/ 61436 w 103346"/>
                <a:gd name="connsiteY42" fmla="*/ 0 h 102869"/>
                <a:gd name="connsiteX43" fmla="*/ 53340 w 103346"/>
                <a:gd name="connsiteY43" fmla="*/ 0 h 102869"/>
                <a:gd name="connsiteX44" fmla="*/ 46673 w 103346"/>
                <a:gd name="connsiteY44" fmla="*/ 0 h 102869"/>
                <a:gd name="connsiteX45" fmla="*/ 46197 w 103346"/>
                <a:gd name="connsiteY45" fmla="*/ 2381 h 102869"/>
                <a:gd name="connsiteX46" fmla="*/ 38576 w 103346"/>
                <a:gd name="connsiteY46" fmla="*/ 3810 h 102869"/>
                <a:gd name="connsiteX47" fmla="*/ 33814 w 103346"/>
                <a:gd name="connsiteY47" fmla="*/ 1905 h 102869"/>
                <a:gd name="connsiteX48" fmla="*/ 28575 w 103346"/>
                <a:gd name="connsiteY48" fmla="*/ 2857 h 102869"/>
                <a:gd name="connsiteX49" fmla="*/ 26194 w 103346"/>
                <a:gd name="connsiteY49" fmla="*/ 4286 h 102869"/>
                <a:gd name="connsiteX50" fmla="*/ 25241 w 103346"/>
                <a:gd name="connsiteY50" fmla="*/ 6667 h 102869"/>
                <a:gd name="connsiteX51" fmla="*/ 24289 w 103346"/>
                <a:gd name="connsiteY51" fmla="*/ 9525 h 102869"/>
                <a:gd name="connsiteX52" fmla="*/ 23336 w 103346"/>
                <a:gd name="connsiteY52" fmla="*/ 10477 h 102869"/>
                <a:gd name="connsiteX53" fmla="*/ 22860 w 103346"/>
                <a:gd name="connsiteY53" fmla="*/ 11906 h 102869"/>
                <a:gd name="connsiteX54" fmla="*/ 22384 w 103346"/>
                <a:gd name="connsiteY54" fmla="*/ 12859 h 102869"/>
                <a:gd name="connsiteX55" fmla="*/ 21431 w 103346"/>
                <a:gd name="connsiteY55" fmla="*/ 14288 h 102869"/>
                <a:gd name="connsiteX56" fmla="*/ 20479 w 103346"/>
                <a:gd name="connsiteY56" fmla="*/ 17145 h 102869"/>
                <a:gd name="connsiteX57" fmla="*/ 18098 w 103346"/>
                <a:gd name="connsiteY57" fmla="*/ 20955 h 102869"/>
                <a:gd name="connsiteX58" fmla="*/ 15716 w 103346"/>
                <a:gd name="connsiteY58" fmla="*/ 23336 h 102869"/>
                <a:gd name="connsiteX59" fmla="*/ 11430 w 103346"/>
                <a:gd name="connsiteY59" fmla="*/ 24765 h 102869"/>
                <a:gd name="connsiteX60" fmla="*/ 10001 w 103346"/>
                <a:gd name="connsiteY60" fmla="*/ 28575 h 102869"/>
                <a:gd name="connsiteX61" fmla="*/ 9049 w 103346"/>
                <a:gd name="connsiteY61" fmla="*/ 30004 h 102869"/>
                <a:gd name="connsiteX62" fmla="*/ 7144 w 103346"/>
                <a:gd name="connsiteY62" fmla="*/ 30956 h 102869"/>
                <a:gd name="connsiteX63" fmla="*/ 5239 w 103346"/>
                <a:gd name="connsiteY63" fmla="*/ 31909 h 102869"/>
                <a:gd name="connsiteX64" fmla="*/ 3810 w 103346"/>
                <a:gd name="connsiteY64" fmla="*/ 31432 h 102869"/>
                <a:gd name="connsiteX65" fmla="*/ 1905 w 103346"/>
                <a:gd name="connsiteY65" fmla="*/ 30956 h 102869"/>
                <a:gd name="connsiteX66" fmla="*/ 0 w 103346"/>
                <a:gd name="connsiteY66" fmla="*/ 31432 h 102869"/>
                <a:gd name="connsiteX67" fmla="*/ 953 w 103346"/>
                <a:gd name="connsiteY67" fmla="*/ 33338 h 102869"/>
                <a:gd name="connsiteX68" fmla="*/ 4763 w 103346"/>
                <a:gd name="connsiteY68" fmla="*/ 36195 h 102869"/>
                <a:gd name="connsiteX69" fmla="*/ 8097 w 103346"/>
                <a:gd name="connsiteY69" fmla="*/ 36671 h 102869"/>
                <a:gd name="connsiteX70" fmla="*/ 7620 w 103346"/>
                <a:gd name="connsiteY70" fmla="*/ 37624 h 102869"/>
                <a:gd name="connsiteX71" fmla="*/ 2857 w 103346"/>
                <a:gd name="connsiteY71" fmla="*/ 38100 h 102869"/>
                <a:gd name="connsiteX72" fmla="*/ 2381 w 103346"/>
                <a:gd name="connsiteY72" fmla="*/ 40481 h 102869"/>
                <a:gd name="connsiteX73" fmla="*/ 2381 w 103346"/>
                <a:gd name="connsiteY73" fmla="*/ 42863 h 102869"/>
                <a:gd name="connsiteX74" fmla="*/ 3810 w 103346"/>
                <a:gd name="connsiteY74" fmla="*/ 46672 h 102869"/>
                <a:gd name="connsiteX75" fmla="*/ 5715 w 103346"/>
                <a:gd name="connsiteY75" fmla="*/ 46196 h 102869"/>
                <a:gd name="connsiteX76" fmla="*/ 6668 w 103346"/>
                <a:gd name="connsiteY76" fmla="*/ 44767 h 102869"/>
                <a:gd name="connsiteX77" fmla="*/ 11430 w 103346"/>
                <a:gd name="connsiteY77" fmla="*/ 45244 h 102869"/>
                <a:gd name="connsiteX78" fmla="*/ 13335 w 103346"/>
                <a:gd name="connsiteY78" fmla="*/ 43815 h 102869"/>
                <a:gd name="connsiteX79" fmla="*/ 13811 w 103346"/>
                <a:gd name="connsiteY79" fmla="*/ 44767 h 102869"/>
                <a:gd name="connsiteX80" fmla="*/ 13335 w 103346"/>
                <a:gd name="connsiteY80" fmla="*/ 46196 h 102869"/>
                <a:gd name="connsiteX81" fmla="*/ 10478 w 103346"/>
                <a:gd name="connsiteY81" fmla="*/ 48101 h 102869"/>
                <a:gd name="connsiteX82" fmla="*/ 7620 w 103346"/>
                <a:gd name="connsiteY82" fmla="*/ 51435 h 102869"/>
                <a:gd name="connsiteX83" fmla="*/ 5239 w 103346"/>
                <a:gd name="connsiteY83" fmla="*/ 50959 h 102869"/>
                <a:gd name="connsiteX84" fmla="*/ 3810 w 103346"/>
                <a:gd name="connsiteY84" fmla="*/ 49530 h 102869"/>
                <a:gd name="connsiteX85" fmla="*/ 1905 w 103346"/>
                <a:gd name="connsiteY85" fmla="*/ 49530 h 102869"/>
                <a:gd name="connsiteX86" fmla="*/ 1429 w 103346"/>
                <a:gd name="connsiteY86" fmla="*/ 51435 h 102869"/>
                <a:gd name="connsiteX87" fmla="*/ 3810 w 103346"/>
                <a:gd name="connsiteY87" fmla="*/ 54769 h 102869"/>
                <a:gd name="connsiteX88" fmla="*/ 5715 w 103346"/>
                <a:gd name="connsiteY88" fmla="*/ 59055 h 102869"/>
                <a:gd name="connsiteX89" fmla="*/ 10001 w 103346"/>
                <a:gd name="connsiteY89" fmla="*/ 59531 h 102869"/>
                <a:gd name="connsiteX90" fmla="*/ 12382 w 103346"/>
                <a:gd name="connsiteY90" fmla="*/ 61436 h 102869"/>
                <a:gd name="connsiteX91" fmla="*/ 13335 w 103346"/>
                <a:gd name="connsiteY91" fmla="*/ 64294 h 102869"/>
                <a:gd name="connsiteX92" fmla="*/ 14764 w 103346"/>
                <a:gd name="connsiteY92" fmla="*/ 70961 h 102869"/>
                <a:gd name="connsiteX93" fmla="*/ 15716 w 103346"/>
                <a:gd name="connsiteY93" fmla="*/ 72390 h 102869"/>
                <a:gd name="connsiteX94" fmla="*/ 18098 w 103346"/>
                <a:gd name="connsiteY94" fmla="*/ 73342 h 102869"/>
                <a:gd name="connsiteX95" fmla="*/ 20955 w 103346"/>
                <a:gd name="connsiteY95" fmla="*/ 75724 h 102869"/>
                <a:gd name="connsiteX96" fmla="*/ 25241 w 103346"/>
                <a:gd name="connsiteY96" fmla="*/ 76200 h 102869"/>
                <a:gd name="connsiteX97" fmla="*/ 27147 w 103346"/>
                <a:gd name="connsiteY97" fmla="*/ 74295 h 102869"/>
                <a:gd name="connsiteX98" fmla="*/ 28099 w 103346"/>
                <a:gd name="connsiteY98" fmla="*/ 74295 h 102869"/>
                <a:gd name="connsiteX99" fmla="*/ 27147 w 103346"/>
                <a:gd name="connsiteY99" fmla="*/ 77152 h 102869"/>
                <a:gd name="connsiteX100" fmla="*/ 30004 w 103346"/>
                <a:gd name="connsiteY100" fmla="*/ 81439 h 102869"/>
                <a:gd name="connsiteX101" fmla="*/ 28575 w 103346"/>
                <a:gd name="connsiteY101" fmla="*/ 84772 h 102869"/>
                <a:gd name="connsiteX102" fmla="*/ 28575 w 103346"/>
                <a:gd name="connsiteY102" fmla="*/ 86677 h 102869"/>
                <a:gd name="connsiteX103" fmla="*/ 33338 w 103346"/>
                <a:gd name="connsiteY103" fmla="*/ 88106 h 102869"/>
                <a:gd name="connsiteX104" fmla="*/ 47625 w 103346"/>
                <a:gd name="connsiteY104" fmla="*/ 93345 h 102869"/>
                <a:gd name="connsiteX105" fmla="*/ 54293 w 103346"/>
                <a:gd name="connsiteY105" fmla="*/ 96679 h 102869"/>
                <a:gd name="connsiteX106" fmla="*/ 60484 w 103346"/>
                <a:gd name="connsiteY106" fmla="*/ 101441 h 102869"/>
                <a:gd name="connsiteX107" fmla="*/ 61913 w 103346"/>
                <a:gd name="connsiteY107" fmla="*/ 102870 h 102869"/>
                <a:gd name="connsiteX108" fmla="*/ 63818 w 103346"/>
                <a:gd name="connsiteY108" fmla="*/ 101441 h 102869"/>
                <a:gd name="connsiteX109" fmla="*/ 66675 w 103346"/>
                <a:gd name="connsiteY109" fmla="*/ 96679 h 102869"/>
                <a:gd name="connsiteX110" fmla="*/ 70485 w 103346"/>
                <a:gd name="connsiteY110" fmla="*/ 91916 h 102869"/>
                <a:gd name="connsiteX111" fmla="*/ 73819 w 103346"/>
                <a:gd name="connsiteY111" fmla="*/ 89059 h 102869"/>
                <a:gd name="connsiteX112" fmla="*/ 76676 w 103346"/>
                <a:gd name="connsiteY112" fmla="*/ 86201 h 102869"/>
                <a:gd name="connsiteX113" fmla="*/ 79534 w 103346"/>
                <a:gd name="connsiteY113" fmla="*/ 83820 h 102869"/>
                <a:gd name="connsiteX114" fmla="*/ 83820 w 103346"/>
                <a:gd name="connsiteY114" fmla="*/ 81439 h 102869"/>
                <a:gd name="connsiteX115" fmla="*/ 90011 w 103346"/>
                <a:gd name="connsiteY115" fmla="*/ 74771 h 102869"/>
                <a:gd name="connsiteX116" fmla="*/ 91440 w 103346"/>
                <a:gd name="connsiteY116" fmla="*/ 73819 h 102869"/>
                <a:gd name="connsiteX117" fmla="*/ 92393 w 103346"/>
                <a:gd name="connsiteY117" fmla="*/ 69056 h 102869"/>
                <a:gd name="connsiteX118" fmla="*/ 93822 w 103346"/>
                <a:gd name="connsiteY118" fmla="*/ 63341 h 102869"/>
                <a:gd name="connsiteX119" fmla="*/ 95726 w 103346"/>
                <a:gd name="connsiteY119" fmla="*/ 61436 h 102869"/>
                <a:gd name="connsiteX120" fmla="*/ 100013 w 103346"/>
                <a:gd name="connsiteY120" fmla="*/ 60484 h 102869"/>
                <a:gd name="connsiteX121" fmla="*/ 100965 w 103346"/>
                <a:gd name="connsiteY121" fmla="*/ 59531 h 102869"/>
                <a:gd name="connsiteX122" fmla="*/ 102394 w 103346"/>
                <a:gd name="connsiteY122" fmla="*/ 55245 h 102869"/>
                <a:gd name="connsiteX123" fmla="*/ 103347 w 103346"/>
                <a:gd name="connsiteY123" fmla="*/ 50482 h 102869"/>
                <a:gd name="connsiteX124" fmla="*/ 103347 w 103346"/>
                <a:gd name="connsiteY124" fmla="*/ 49530 h 102869"/>
                <a:gd name="connsiteX125" fmla="*/ 99536 w 103346"/>
                <a:gd name="connsiteY125" fmla="*/ 5095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103346" h="102869">
                  <a:moveTo>
                    <a:pt x="25241" y="80963"/>
                  </a:moveTo>
                  <a:lnTo>
                    <a:pt x="22860" y="80010"/>
                  </a:lnTo>
                  <a:lnTo>
                    <a:pt x="14764" y="80486"/>
                  </a:lnTo>
                  <a:lnTo>
                    <a:pt x="11430" y="82391"/>
                  </a:lnTo>
                  <a:lnTo>
                    <a:pt x="23336" y="85725"/>
                  </a:lnTo>
                  <a:lnTo>
                    <a:pt x="25718" y="88106"/>
                  </a:lnTo>
                  <a:lnTo>
                    <a:pt x="26194" y="87154"/>
                  </a:lnTo>
                  <a:lnTo>
                    <a:pt x="27147" y="83820"/>
                  </a:lnTo>
                  <a:lnTo>
                    <a:pt x="26670" y="82391"/>
                  </a:lnTo>
                  <a:lnTo>
                    <a:pt x="25241" y="80963"/>
                  </a:lnTo>
                  <a:close/>
                  <a:moveTo>
                    <a:pt x="99536" y="50959"/>
                  </a:moveTo>
                  <a:lnTo>
                    <a:pt x="98584" y="51435"/>
                  </a:lnTo>
                  <a:lnTo>
                    <a:pt x="95250" y="55245"/>
                  </a:lnTo>
                  <a:lnTo>
                    <a:pt x="93345" y="56674"/>
                  </a:lnTo>
                  <a:lnTo>
                    <a:pt x="91916" y="56674"/>
                  </a:lnTo>
                  <a:lnTo>
                    <a:pt x="90488" y="56197"/>
                  </a:lnTo>
                  <a:lnTo>
                    <a:pt x="89535" y="56674"/>
                  </a:lnTo>
                  <a:lnTo>
                    <a:pt x="88582" y="56197"/>
                  </a:lnTo>
                  <a:lnTo>
                    <a:pt x="89059" y="55245"/>
                  </a:lnTo>
                  <a:lnTo>
                    <a:pt x="90011" y="53816"/>
                  </a:lnTo>
                  <a:lnTo>
                    <a:pt x="91440" y="49530"/>
                  </a:lnTo>
                  <a:lnTo>
                    <a:pt x="95726" y="45244"/>
                  </a:lnTo>
                  <a:lnTo>
                    <a:pt x="95726" y="44291"/>
                  </a:lnTo>
                  <a:lnTo>
                    <a:pt x="93822" y="41910"/>
                  </a:lnTo>
                  <a:lnTo>
                    <a:pt x="91916" y="38576"/>
                  </a:lnTo>
                  <a:lnTo>
                    <a:pt x="91916" y="34766"/>
                  </a:lnTo>
                  <a:lnTo>
                    <a:pt x="91440" y="31909"/>
                  </a:lnTo>
                  <a:lnTo>
                    <a:pt x="87630" y="30956"/>
                  </a:lnTo>
                  <a:lnTo>
                    <a:pt x="87154" y="30480"/>
                  </a:lnTo>
                  <a:lnTo>
                    <a:pt x="87154" y="29527"/>
                  </a:lnTo>
                  <a:lnTo>
                    <a:pt x="88106" y="27146"/>
                  </a:lnTo>
                  <a:lnTo>
                    <a:pt x="89059" y="24765"/>
                  </a:lnTo>
                  <a:lnTo>
                    <a:pt x="89059" y="23813"/>
                  </a:lnTo>
                  <a:lnTo>
                    <a:pt x="88582" y="22860"/>
                  </a:lnTo>
                  <a:lnTo>
                    <a:pt x="86201" y="20479"/>
                  </a:lnTo>
                  <a:lnTo>
                    <a:pt x="82391" y="16192"/>
                  </a:lnTo>
                  <a:lnTo>
                    <a:pt x="79057" y="11430"/>
                  </a:lnTo>
                  <a:lnTo>
                    <a:pt x="76200" y="7144"/>
                  </a:lnTo>
                  <a:lnTo>
                    <a:pt x="73819" y="5239"/>
                  </a:lnTo>
                  <a:lnTo>
                    <a:pt x="71438" y="2381"/>
                  </a:lnTo>
                  <a:lnTo>
                    <a:pt x="70485" y="476"/>
                  </a:lnTo>
                  <a:lnTo>
                    <a:pt x="68104" y="0"/>
                  </a:lnTo>
                  <a:lnTo>
                    <a:pt x="61436" y="0"/>
                  </a:lnTo>
                  <a:lnTo>
                    <a:pt x="53340" y="0"/>
                  </a:lnTo>
                  <a:lnTo>
                    <a:pt x="46673" y="0"/>
                  </a:lnTo>
                  <a:lnTo>
                    <a:pt x="46197" y="2381"/>
                  </a:lnTo>
                  <a:lnTo>
                    <a:pt x="38576" y="3810"/>
                  </a:lnTo>
                  <a:lnTo>
                    <a:pt x="33814" y="1905"/>
                  </a:lnTo>
                  <a:lnTo>
                    <a:pt x="28575" y="2857"/>
                  </a:lnTo>
                  <a:lnTo>
                    <a:pt x="26194" y="4286"/>
                  </a:lnTo>
                  <a:lnTo>
                    <a:pt x="25241" y="6667"/>
                  </a:lnTo>
                  <a:lnTo>
                    <a:pt x="24289" y="9525"/>
                  </a:lnTo>
                  <a:lnTo>
                    <a:pt x="23336" y="10477"/>
                  </a:lnTo>
                  <a:lnTo>
                    <a:pt x="22860" y="11906"/>
                  </a:lnTo>
                  <a:lnTo>
                    <a:pt x="22384" y="12859"/>
                  </a:lnTo>
                  <a:lnTo>
                    <a:pt x="21431" y="14288"/>
                  </a:lnTo>
                  <a:lnTo>
                    <a:pt x="20479" y="17145"/>
                  </a:lnTo>
                  <a:lnTo>
                    <a:pt x="18098" y="20955"/>
                  </a:lnTo>
                  <a:lnTo>
                    <a:pt x="15716" y="23336"/>
                  </a:lnTo>
                  <a:lnTo>
                    <a:pt x="11430" y="24765"/>
                  </a:lnTo>
                  <a:lnTo>
                    <a:pt x="10001" y="28575"/>
                  </a:lnTo>
                  <a:lnTo>
                    <a:pt x="9049" y="30004"/>
                  </a:lnTo>
                  <a:lnTo>
                    <a:pt x="7144" y="30956"/>
                  </a:lnTo>
                  <a:lnTo>
                    <a:pt x="5239" y="31909"/>
                  </a:lnTo>
                  <a:lnTo>
                    <a:pt x="3810" y="31432"/>
                  </a:lnTo>
                  <a:lnTo>
                    <a:pt x="1905" y="30956"/>
                  </a:lnTo>
                  <a:lnTo>
                    <a:pt x="0" y="31432"/>
                  </a:lnTo>
                  <a:lnTo>
                    <a:pt x="953" y="33338"/>
                  </a:lnTo>
                  <a:lnTo>
                    <a:pt x="4763" y="36195"/>
                  </a:lnTo>
                  <a:lnTo>
                    <a:pt x="8097" y="36671"/>
                  </a:lnTo>
                  <a:lnTo>
                    <a:pt x="7620" y="37624"/>
                  </a:lnTo>
                  <a:lnTo>
                    <a:pt x="2857" y="38100"/>
                  </a:lnTo>
                  <a:lnTo>
                    <a:pt x="2381" y="40481"/>
                  </a:lnTo>
                  <a:lnTo>
                    <a:pt x="2381" y="42863"/>
                  </a:lnTo>
                  <a:lnTo>
                    <a:pt x="3810" y="46672"/>
                  </a:lnTo>
                  <a:lnTo>
                    <a:pt x="5715" y="46196"/>
                  </a:lnTo>
                  <a:lnTo>
                    <a:pt x="6668" y="44767"/>
                  </a:lnTo>
                  <a:lnTo>
                    <a:pt x="11430" y="45244"/>
                  </a:lnTo>
                  <a:lnTo>
                    <a:pt x="13335" y="43815"/>
                  </a:lnTo>
                  <a:lnTo>
                    <a:pt x="13811" y="44767"/>
                  </a:lnTo>
                  <a:lnTo>
                    <a:pt x="13335" y="46196"/>
                  </a:lnTo>
                  <a:lnTo>
                    <a:pt x="10478" y="48101"/>
                  </a:lnTo>
                  <a:lnTo>
                    <a:pt x="7620" y="51435"/>
                  </a:lnTo>
                  <a:lnTo>
                    <a:pt x="5239" y="50959"/>
                  </a:lnTo>
                  <a:lnTo>
                    <a:pt x="3810" y="49530"/>
                  </a:lnTo>
                  <a:lnTo>
                    <a:pt x="1905" y="49530"/>
                  </a:lnTo>
                  <a:lnTo>
                    <a:pt x="1429" y="51435"/>
                  </a:lnTo>
                  <a:lnTo>
                    <a:pt x="3810" y="54769"/>
                  </a:lnTo>
                  <a:lnTo>
                    <a:pt x="5715" y="59055"/>
                  </a:lnTo>
                  <a:lnTo>
                    <a:pt x="10001" y="59531"/>
                  </a:lnTo>
                  <a:lnTo>
                    <a:pt x="12382" y="61436"/>
                  </a:lnTo>
                  <a:lnTo>
                    <a:pt x="13335" y="64294"/>
                  </a:lnTo>
                  <a:lnTo>
                    <a:pt x="14764" y="70961"/>
                  </a:lnTo>
                  <a:lnTo>
                    <a:pt x="15716" y="72390"/>
                  </a:lnTo>
                  <a:lnTo>
                    <a:pt x="18098" y="73342"/>
                  </a:lnTo>
                  <a:lnTo>
                    <a:pt x="20955" y="75724"/>
                  </a:lnTo>
                  <a:lnTo>
                    <a:pt x="25241" y="76200"/>
                  </a:lnTo>
                  <a:lnTo>
                    <a:pt x="27147" y="74295"/>
                  </a:lnTo>
                  <a:lnTo>
                    <a:pt x="28099" y="74295"/>
                  </a:lnTo>
                  <a:lnTo>
                    <a:pt x="27147" y="77152"/>
                  </a:lnTo>
                  <a:lnTo>
                    <a:pt x="30004" y="81439"/>
                  </a:lnTo>
                  <a:lnTo>
                    <a:pt x="28575" y="84772"/>
                  </a:lnTo>
                  <a:lnTo>
                    <a:pt x="28575" y="86677"/>
                  </a:lnTo>
                  <a:lnTo>
                    <a:pt x="33338" y="88106"/>
                  </a:lnTo>
                  <a:lnTo>
                    <a:pt x="47625" y="93345"/>
                  </a:lnTo>
                  <a:lnTo>
                    <a:pt x="54293" y="96679"/>
                  </a:lnTo>
                  <a:lnTo>
                    <a:pt x="60484" y="101441"/>
                  </a:lnTo>
                  <a:lnTo>
                    <a:pt x="61913" y="102870"/>
                  </a:lnTo>
                  <a:lnTo>
                    <a:pt x="63818" y="101441"/>
                  </a:lnTo>
                  <a:lnTo>
                    <a:pt x="66675" y="96679"/>
                  </a:lnTo>
                  <a:lnTo>
                    <a:pt x="70485" y="91916"/>
                  </a:lnTo>
                  <a:lnTo>
                    <a:pt x="73819" y="89059"/>
                  </a:lnTo>
                  <a:lnTo>
                    <a:pt x="76676" y="86201"/>
                  </a:lnTo>
                  <a:lnTo>
                    <a:pt x="79534" y="83820"/>
                  </a:lnTo>
                  <a:lnTo>
                    <a:pt x="83820" y="81439"/>
                  </a:lnTo>
                  <a:lnTo>
                    <a:pt x="90011" y="74771"/>
                  </a:lnTo>
                  <a:lnTo>
                    <a:pt x="91440" y="73819"/>
                  </a:lnTo>
                  <a:lnTo>
                    <a:pt x="92393" y="69056"/>
                  </a:lnTo>
                  <a:lnTo>
                    <a:pt x="93822" y="63341"/>
                  </a:lnTo>
                  <a:lnTo>
                    <a:pt x="95726" y="61436"/>
                  </a:lnTo>
                  <a:lnTo>
                    <a:pt x="100013" y="60484"/>
                  </a:lnTo>
                  <a:lnTo>
                    <a:pt x="100965" y="59531"/>
                  </a:lnTo>
                  <a:lnTo>
                    <a:pt x="102394" y="55245"/>
                  </a:lnTo>
                  <a:lnTo>
                    <a:pt x="103347" y="50482"/>
                  </a:lnTo>
                  <a:lnTo>
                    <a:pt x="103347" y="49530"/>
                  </a:lnTo>
                  <a:lnTo>
                    <a:pt x="99536" y="50959"/>
                  </a:lnTo>
                  <a:close/>
                </a:path>
              </a:pathLst>
            </a:custGeom>
            <a:grpFill/>
            <a:ln w="317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8B438644-77AC-4D90-9878-AB6F4E10EE14}"/>
                </a:ext>
              </a:extLst>
            </p:cNvPr>
            <p:cNvSpPr/>
            <p:nvPr/>
          </p:nvSpPr>
          <p:spPr>
            <a:xfrm>
              <a:off x="6293167" y="2478880"/>
              <a:ext cx="193357" cy="79533"/>
            </a:xfrm>
            <a:custGeom>
              <a:avLst/>
              <a:gdLst>
                <a:gd name="connsiteX0" fmla="*/ 190976 w 193357"/>
                <a:gd name="connsiteY0" fmla="*/ 22860 h 79533"/>
                <a:gd name="connsiteX1" fmla="*/ 181927 w 193357"/>
                <a:gd name="connsiteY1" fmla="*/ 19526 h 79533"/>
                <a:gd name="connsiteX2" fmla="*/ 175736 w 193357"/>
                <a:gd name="connsiteY2" fmla="*/ 17145 h 79533"/>
                <a:gd name="connsiteX3" fmla="*/ 174784 w 193357"/>
                <a:gd name="connsiteY3" fmla="*/ 15716 h 79533"/>
                <a:gd name="connsiteX4" fmla="*/ 173831 w 193357"/>
                <a:gd name="connsiteY4" fmla="*/ 13335 h 79533"/>
                <a:gd name="connsiteX5" fmla="*/ 170974 w 193357"/>
                <a:gd name="connsiteY5" fmla="*/ 11430 h 79533"/>
                <a:gd name="connsiteX6" fmla="*/ 165259 w 193357"/>
                <a:gd name="connsiteY6" fmla="*/ 9525 h 79533"/>
                <a:gd name="connsiteX7" fmla="*/ 162877 w 193357"/>
                <a:gd name="connsiteY7" fmla="*/ 8096 h 79533"/>
                <a:gd name="connsiteX8" fmla="*/ 152876 w 193357"/>
                <a:gd name="connsiteY8" fmla="*/ 7620 h 79533"/>
                <a:gd name="connsiteX9" fmla="*/ 148590 w 193357"/>
                <a:gd name="connsiteY9" fmla="*/ 7620 h 79533"/>
                <a:gd name="connsiteX10" fmla="*/ 145732 w 193357"/>
                <a:gd name="connsiteY10" fmla="*/ 8096 h 79533"/>
                <a:gd name="connsiteX11" fmla="*/ 143827 w 193357"/>
                <a:gd name="connsiteY11" fmla="*/ 8096 h 79533"/>
                <a:gd name="connsiteX12" fmla="*/ 140970 w 193357"/>
                <a:gd name="connsiteY12" fmla="*/ 11430 h 79533"/>
                <a:gd name="connsiteX13" fmla="*/ 139065 w 193357"/>
                <a:gd name="connsiteY13" fmla="*/ 12383 h 79533"/>
                <a:gd name="connsiteX14" fmla="*/ 136207 w 193357"/>
                <a:gd name="connsiteY14" fmla="*/ 12383 h 79533"/>
                <a:gd name="connsiteX15" fmla="*/ 134302 w 193357"/>
                <a:gd name="connsiteY15" fmla="*/ 11906 h 79533"/>
                <a:gd name="connsiteX16" fmla="*/ 131445 w 193357"/>
                <a:gd name="connsiteY16" fmla="*/ 10001 h 79533"/>
                <a:gd name="connsiteX17" fmla="*/ 127635 w 193357"/>
                <a:gd name="connsiteY17" fmla="*/ 9049 h 79533"/>
                <a:gd name="connsiteX18" fmla="*/ 125253 w 193357"/>
                <a:gd name="connsiteY18" fmla="*/ 9525 h 79533"/>
                <a:gd name="connsiteX19" fmla="*/ 122872 w 193357"/>
                <a:gd name="connsiteY19" fmla="*/ 9049 h 79533"/>
                <a:gd name="connsiteX20" fmla="*/ 121444 w 193357"/>
                <a:gd name="connsiteY20" fmla="*/ 9049 h 79533"/>
                <a:gd name="connsiteX21" fmla="*/ 120491 w 193357"/>
                <a:gd name="connsiteY21" fmla="*/ 9525 h 79533"/>
                <a:gd name="connsiteX22" fmla="*/ 119063 w 193357"/>
                <a:gd name="connsiteY22" fmla="*/ 9525 h 79533"/>
                <a:gd name="connsiteX23" fmla="*/ 117157 w 193357"/>
                <a:gd name="connsiteY23" fmla="*/ 10478 h 79533"/>
                <a:gd name="connsiteX24" fmla="*/ 114776 w 193357"/>
                <a:gd name="connsiteY24" fmla="*/ 11430 h 79533"/>
                <a:gd name="connsiteX25" fmla="*/ 112395 w 193357"/>
                <a:gd name="connsiteY25" fmla="*/ 12383 h 79533"/>
                <a:gd name="connsiteX26" fmla="*/ 110490 w 193357"/>
                <a:gd name="connsiteY26" fmla="*/ 14288 h 79533"/>
                <a:gd name="connsiteX27" fmla="*/ 109061 w 193357"/>
                <a:gd name="connsiteY27" fmla="*/ 18097 h 79533"/>
                <a:gd name="connsiteX28" fmla="*/ 103822 w 193357"/>
                <a:gd name="connsiteY28" fmla="*/ 16669 h 79533"/>
                <a:gd name="connsiteX29" fmla="*/ 102394 w 193357"/>
                <a:gd name="connsiteY29" fmla="*/ 17145 h 79533"/>
                <a:gd name="connsiteX30" fmla="*/ 100013 w 193357"/>
                <a:gd name="connsiteY30" fmla="*/ 17621 h 79533"/>
                <a:gd name="connsiteX31" fmla="*/ 98584 w 193357"/>
                <a:gd name="connsiteY31" fmla="*/ 17145 h 79533"/>
                <a:gd name="connsiteX32" fmla="*/ 99060 w 193357"/>
                <a:gd name="connsiteY32" fmla="*/ 16192 h 79533"/>
                <a:gd name="connsiteX33" fmla="*/ 99536 w 193357"/>
                <a:gd name="connsiteY33" fmla="*/ 14288 h 79533"/>
                <a:gd name="connsiteX34" fmla="*/ 99536 w 193357"/>
                <a:gd name="connsiteY34" fmla="*/ 12383 h 79533"/>
                <a:gd name="connsiteX35" fmla="*/ 99060 w 193357"/>
                <a:gd name="connsiteY35" fmla="*/ 10001 h 79533"/>
                <a:gd name="connsiteX36" fmla="*/ 97631 w 193357"/>
                <a:gd name="connsiteY36" fmla="*/ 9049 h 79533"/>
                <a:gd name="connsiteX37" fmla="*/ 95250 w 193357"/>
                <a:gd name="connsiteY37" fmla="*/ 9049 h 79533"/>
                <a:gd name="connsiteX38" fmla="*/ 94297 w 193357"/>
                <a:gd name="connsiteY38" fmla="*/ 8572 h 79533"/>
                <a:gd name="connsiteX39" fmla="*/ 94297 w 193357"/>
                <a:gd name="connsiteY39" fmla="*/ 7620 h 79533"/>
                <a:gd name="connsiteX40" fmla="*/ 92869 w 193357"/>
                <a:gd name="connsiteY40" fmla="*/ 6667 h 79533"/>
                <a:gd name="connsiteX41" fmla="*/ 90964 w 193357"/>
                <a:gd name="connsiteY41" fmla="*/ 4286 h 79533"/>
                <a:gd name="connsiteX42" fmla="*/ 89059 w 193357"/>
                <a:gd name="connsiteY42" fmla="*/ 953 h 79533"/>
                <a:gd name="connsiteX43" fmla="*/ 88106 w 193357"/>
                <a:gd name="connsiteY43" fmla="*/ 0 h 79533"/>
                <a:gd name="connsiteX44" fmla="*/ 86201 w 193357"/>
                <a:gd name="connsiteY44" fmla="*/ 1429 h 79533"/>
                <a:gd name="connsiteX45" fmla="*/ 83344 w 193357"/>
                <a:gd name="connsiteY45" fmla="*/ 3334 h 79533"/>
                <a:gd name="connsiteX46" fmla="*/ 81439 w 193357"/>
                <a:gd name="connsiteY46" fmla="*/ 3810 h 79533"/>
                <a:gd name="connsiteX47" fmla="*/ 78105 w 193357"/>
                <a:gd name="connsiteY47" fmla="*/ 8572 h 79533"/>
                <a:gd name="connsiteX48" fmla="*/ 71914 w 193357"/>
                <a:gd name="connsiteY48" fmla="*/ 9049 h 79533"/>
                <a:gd name="connsiteX49" fmla="*/ 71438 w 193357"/>
                <a:gd name="connsiteY49" fmla="*/ 6667 h 79533"/>
                <a:gd name="connsiteX50" fmla="*/ 70961 w 193357"/>
                <a:gd name="connsiteY50" fmla="*/ 4286 h 79533"/>
                <a:gd name="connsiteX51" fmla="*/ 67151 w 193357"/>
                <a:gd name="connsiteY51" fmla="*/ 3810 h 79533"/>
                <a:gd name="connsiteX52" fmla="*/ 66199 w 193357"/>
                <a:gd name="connsiteY52" fmla="*/ 3810 h 79533"/>
                <a:gd name="connsiteX53" fmla="*/ 64294 w 193357"/>
                <a:gd name="connsiteY53" fmla="*/ 4763 h 79533"/>
                <a:gd name="connsiteX54" fmla="*/ 61913 w 193357"/>
                <a:gd name="connsiteY54" fmla="*/ 4763 h 79533"/>
                <a:gd name="connsiteX55" fmla="*/ 59055 w 193357"/>
                <a:gd name="connsiteY55" fmla="*/ 4763 h 79533"/>
                <a:gd name="connsiteX56" fmla="*/ 57150 w 193357"/>
                <a:gd name="connsiteY56" fmla="*/ 5715 h 79533"/>
                <a:gd name="connsiteX57" fmla="*/ 55245 w 193357"/>
                <a:gd name="connsiteY57" fmla="*/ 7620 h 79533"/>
                <a:gd name="connsiteX58" fmla="*/ 52864 w 193357"/>
                <a:gd name="connsiteY58" fmla="*/ 9049 h 79533"/>
                <a:gd name="connsiteX59" fmla="*/ 51911 w 193357"/>
                <a:gd name="connsiteY59" fmla="*/ 10478 h 79533"/>
                <a:gd name="connsiteX60" fmla="*/ 51435 w 193357"/>
                <a:gd name="connsiteY60" fmla="*/ 11430 h 79533"/>
                <a:gd name="connsiteX61" fmla="*/ 44291 w 193357"/>
                <a:gd name="connsiteY61" fmla="*/ 14764 h 79533"/>
                <a:gd name="connsiteX62" fmla="*/ 43339 w 193357"/>
                <a:gd name="connsiteY62" fmla="*/ 16192 h 79533"/>
                <a:gd name="connsiteX63" fmla="*/ 42386 w 193357"/>
                <a:gd name="connsiteY63" fmla="*/ 18574 h 79533"/>
                <a:gd name="connsiteX64" fmla="*/ 42386 w 193357"/>
                <a:gd name="connsiteY64" fmla="*/ 20955 h 79533"/>
                <a:gd name="connsiteX65" fmla="*/ 41910 w 193357"/>
                <a:gd name="connsiteY65" fmla="*/ 23336 h 79533"/>
                <a:gd name="connsiteX66" fmla="*/ 40481 w 193357"/>
                <a:gd name="connsiteY66" fmla="*/ 24765 h 79533"/>
                <a:gd name="connsiteX67" fmla="*/ 36671 w 193357"/>
                <a:gd name="connsiteY67" fmla="*/ 25717 h 79533"/>
                <a:gd name="connsiteX68" fmla="*/ 35719 w 193357"/>
                <a:gd name="connsiteY68" fmla="*/ 26194 h 79533"/>
                <a:gd name="connsiteX69" fmla="*/ 35243 w 193357"/>
                <a:gd name="connsiteY69" fmla="*/ 27622 h 79533"/>
                <a:gd name="connsiteX70" fmla="*/ 32861 w 193357"/>
                <a:gd name="connsiteY70" fmla="*/ 29528 h 79533"/>
                <a:gd name="connsiteX71" fmla="*/ 30480 w 193357"/>
                <a:gd name="connsiteY71" fmla="*/ 30956 h 79533"/>
                <a:gd name="connsiteX72" fmla="*/ 26194 w 193357"/>
                <a:gd name="connsiteY72" fmla="*/ 32861 h 79533"/>
                <a:gd name="connsiteX73" fmla="*/ 21431 w 193357"/>
                <a:gd name="connsiteY73" fmla="*/ 33814 h 79533"/>
                <a:gd name="connsiteX74" fmla="*/ 14764 w 193357"/>
                <a:gd name="connsiteY74" fmla="*/ 32861 h 79533"/>
                <a:gd name="connsiteX75" fmla="*/ 11430 w 193357"/>
                <a:gd name="connsiteY75" fmla="*/ 32385 h 79533"/>
                <a:gd name="connsiteX76" fmla="*/ 9525 w 193357"/>
                <a:gd name="connsiteY76" fmla="*/ 33338 h 79533"/>
                <a:gd name="connsiteX77" fmla="*/ 7144 w 193357"/>
                <a:gd name="connsiteY77" fmla="*/ 35719 h 79533"/>
                <a:gd name="connsiteX78" fmla="*/ 4286 w 193357"/>
                <a:gd name="connsiteY78" fmla="*/ 40481 h 79533"/>
                <a:gd name="connsiteX79" fmla="*/ 3334 w 193357"/>
                <a:gd name="connsiteY79" fmla="*/ 43815 h 79533"/>
                <a:gd name="connsiteX80" fmla="*/ 2857 w 193357"/>
                <a:gd name="connsiteY80" fmla="*/ 44291 h 79533"/>
                <a:gd name="connsiteX81" fmla="*/ 2857 w 193357"/>
                <a:gd name="connsiteY81" fmla="*/ 45720 h 79533"/>
                <a:gd name="connsiteX82" fmla="*/ 1428 w 193357"/>
                <a:gd name="connsiteY82" fmla="*/ 47625 h 79533"/>
                <a:gd name="connsiteX83" fmla="*/ 0 w 193357"/>
                <a:gd name="connsiteY83" fmla="*/ 50483 h 79533"/>
                <a:gd name="connsiteX84" fmla="*/ 0 w 193357"/>
                <a:gd name="connsiteY84" fmla="*/ 52864 h 79533"/>
                <a:gd name="connsiteX85" fmla="*/ 3810 w 193357"/>
                <a:gd name="connsiteY85" fmla="*/ 60960 h 79533"/>
                <a:gd name="connsiteX86" fmla="*/ 7144 w 193357"/>
                <a:gd name="connsiteY86" fmla="*/ 65722 h 79533"/>
                <a:gd name="connsiteX87" fmla="*/ 7620 w 193357"/>
                <a:gd name="connsiteY87" fmla="*/ 67628 h 79533"/>
                <a:gd name="connsiteX88" fmla="*/ 10001 w 193357"/>
                <a:gd name="connsiteY88" fmla="*/ 69056 h 79533"/>
                <a:gd name="connsiteX89" fmla="*/ 10953 w 193357"/>
                <a:gd name="connsiteY89" fmla="*/ 69056 h 79533"/>
                <a:gd name="connsiteX90" fmla="*/ 14288 w 193357"/>
                <a:gd name="connsiteY90" fmla="*/ 69533 h 79533"/>
                <a:gd name="connsiteX91" fmla="*/ 15240 w 193357"/>
                <a:gd name="connsiteY91" fmla="*/ 70009 h 79533"/>
                <a:gd name="connsiteX92" fmla="*/ 15716 w 193357"/>
                <a:gd name="connsiteY92" fmla="*/ 70009 h 79533"/>
                <a:gd name="connsiteX93" fmla="*/ 20955 w 193357"/>
                <a:gd name="connsiteY93" fmla="*/ 74295 h 79533"/>
                <a:gd name="connsiteX94" fmla="*/ 26194 w 193357"/>
                <a:gd name="connsiteY94" fmla="*/ 77629 h 79533"/>
                <a:gd name="connsiteX95" fmla="*/ 30956 w 193357"/>
                <a:gd name="connsiteY95" fmla="*/ 79534 h 79533"/>
                <a:gd name="connsiteX96" fmla="*/ 37147 w 193357"/>
                <a:gd name="connsiteY96" fmla="*/ 79534 h 79533"/>
                <a:gd name="connsiteX97" fmla="*/ 43815 w 193357"/>
                <a:gd name="connsiteY97" fmla="*/ 79534 h 79533"/>
                <a:gd name="connsiteX98" fmla="*/ 55245 w 193357"/>
                <a:gd name="connsiteY98" fmla="*/ 79058 h 79533"/>
                <a:gd name="connsiteX99" fmla="*/ 63341 w 193357"/>
                <a:gd name="connsiteY99" fmla="*/ 78581 h 79533"/>
                <a:gd name="connsiteX100" fmla="*/ 63818 w 193357"/>
                <a:gd name="connsiteY100" fmla="*/ 77629 h 79533"/>
                <a:gd name="connsiteX101" fmla="*/ 65246 w 193357"/>
                <a:gd name="connsiteY101" fmla="*/ 75724 h 79533"/>
                <a:gd name="connsiteX102" fmla="*/ 64294 w 193357"/>
                <a:gd name="connsiteY102" fmla="*/ 74295 h 79533"/>
                <a:gd name="connsiteX103" fmla="*/ 64294 w 193357"/>
                <a:gd name="connsiteY103" fmla="*/ 71914 h 79533"/>
                <a:gd name="connsiteX104" fmla="*/ 65722 w 193357"/>
                <a:gd name="connsiteY104" fmla="*/ 69533 h 79533"/>
                <a:gd name="connsiteX105" fmla="*/ 70009 w 193357"/>
                <a:gd name="connsiteY105" fmla="*/ 67151 h 79533"/>
                <a:gd name="connsiteX106" fmla="*/ 81915 w 193357"/>
                <a:gd name="connsiteY106" fmla="*/ 66199 h 79533"/>
                <a:gd name="connsiteX107" fmla="*/ 88582 w 193357"/>
                <a:gd name="connsiteY107" fmla="*/ 64770 h 79533"/>
                <a:gd name="connsiteX108" fmla="*/ 89535 w 193357"/>
                <a:gd name="connsiteY108" fmla="*/ 62389 h 79533"/>
                <a:gd name="connsiteX109" fmla="*/ 91916 w 193357"/>
                <a:gd name="connsiteY109" fmla="*/ 60484 h 79533"/>
                <a:gd name="connsiteX110" fmla="*/ 94297 w 193357"/>
                <a:gd name="connsiteY110" fmla="*/ 60008 h 79533"/>
                <a:gd name="connsiteX111" fmla="*/ 97155 w 193357"/>
                <a:gd name="connsiteY111" fmla="*/ 60960 h 79533"/>
                <a:gd name="connsiteX112" fmla="*/ 100489 w 193357"/>
                <a:gd name="connsiteY112" fmla="*/ 62865 h 79533"/>
                <a:gd name="connsiteX113" fmla="*/ 103346 w 193357"/>
                <a:gd name="connsiteY113" fmla="*/ 63817 h 79533"/>
                <a:gd name="connsiteX114" fmla="*/ 105251 w 193357"/>
                <a:gd name="connsiteY114" fmla="*/ 63341 h 79533"/>
                <a:gd name="connsiteX115" fmla="*/ 111443 w 193357"/>
                <a:gd name="connsiteY115" fmla="*/ 60008 h 79533"/>
                <a:gd name="connsiteX116" fmla="*/ 118110 w 193357"/>
                <a:gd name="connsiteY116" fmla="*/ 56674 h 79533"/>
                <a:gd name="connsiteX117" fmla="*/ 122872 w 193357"/>
                <a:gd name="connsiteY117" fmla="*/ 48101 h 79533"/>
                <a:gd name="connsiteX118" fmla="*/ 123349 w 193357"/>
                <a:gd name="connsiteY118" fmla="*/ 46672 h 79533"/>
                <a:gd name="connsiteX119" fmla="*/ 128588 w 193357"/>
                <a:gd name="connsiteY119" fmla="*/ 45720 h 79533"/>
                <a:gd name="connsiteX120" fmla="*/ 136207 w 193357"/>
                <a:gd name="connsiteY120" fmla="*/ 45720 h 79533"/>
                <a:gd name="connsiteX121" fmla="*/ 140018 w 193357"/>
                <a:gd name="connsiteY121" fmla="*/ 47149 h 79533"/>
                <a:gd name="connsiteX122" fmla="*/ 143351 w 193357"/>
                <a:gd name="connsiteY122" fmla="*/ 47625 h 79533"/>
                <a:gd name="connsiteX123" fmla="*/ 147638 w 193357"/>
                <a:gd name="connsiteY123" fmla="*/ 47625 h 79533"/>
                <a:gd name="connsiteX124" fmla="*/ 153828 w 193357"/>
                <a:gd name="connsiteY124" fmla="*/ 45720 h 79533"/>
                <a:gd name="connsiteX125" fmla="*/ 156210 w 193357"/>
                <a:gd name="connsiteY125" fmla="*/ 45720 h 79533"/>
                <a:gd name="connsiteX126" fmla="*/ 158115 w 193357"/>
                <a:gd name="connsiteY126" fmla="*/ 47149 h 79533"/>
                <a:gd name="connsiteX127" fmla="*/ 160020 w 193357"/>
                <a:gd name="connsiteY127" fmla="*/ 48101 h 79533"/>
                <a:gd name="connsiteX128" fmla="*/ 161449 w 193357"/>
                <a:gd name="connsiteY128" fmla="*/ 49530 h 79533"/>
                <a:gd name="connsiteX129" fmla="*/ 162401 w 193357"/>
                <a:gd name="connsiteY129" fmla="*/ 51435 h 79533"/>
                <a:gd name="connsiteX130" fmla="*/ 162877 w 193357"/>
                <a:gd name="connsiteY130" fmla="*/ 52388 h 79533"/>
                <a:gd name="connsiteX131" fmla="*/ 163830 w 193357"/>
                <a:gd name="connsiteY131" fmla="*/ 53340 h 79533"/>
                <a:gd name="connsiteX132" fmla="*/ 165259 w 193357"/>
                <a:gd name="connsiteY132" fmla="*/ 54769 h 79533"/>
                <a:gd name="connsiteX133" fmla="*/ 167164 w 193357"/>
                <a:gd name="connsiteY133" fmla="*/ 54769 h 79533"/>
                <a:gd name="connsiteX134" fmla="*/ 178594 w 193357"/>
                <a:gd name="connsiteY134" fmla="*/ 52388 h 79533"/>
                <a:gd name="connsiteX135" fmla="*/ 179546 w 193357"/>
                <a:gd name="connsiteY135" fmla="*/ 51911 h 79533"/>
                <a:gd name="connsiteX136" fmla="*/ 179546 w 193357"/>
                <a:gd name="connsiteY136" fmla="*/ 44767 h 79533"/>
                <a:gd name="connsiteX137" fmla="*/ 184785 w 193357"/>
                <a:gd name="connsiteY137" fmla="*/ 40005 h 79533"/>
                <a:gd name="connsiteX138" fmla="*/ 186214 w 193357"/>
                <a:gd name="connsiteY138" fmla="*/ 37147 h 79533"/>
                <a:gd name="connsiteX139" fmla="*/ 188119 w 193357"/>
                <a:gd name="connsiteY139" fmla="*/ 31909 h 79533"/>
                <a:gd name="connsiteX140" fmla="*/ 189547 w 193357"/>
                <a:gd name="connsiteY140" fmla="*/ 29051 h 79533"/>
                <a:gd name="connsiteX141" fmla="*/ 191452 w 193357"/>
                <a:gd name="connsiteY141" fmla="*/ 27146 h 79533"/>
                <a:gd name="connsiteX142" fmla="*/ 192881 w 193357"/>
                <a:gd name="connsiteY142" fmla="*/ 24765 h 79533"/>
                <a:gd name="connsiteX143" fmla="*/ 193357 w 193357"/>
                <a:gd name="connsiteY143" fmla="*/ 22860 h 7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193357" h="79533">
                  <a:moveTo>
                    <a:pt x="190976" y="22860"/>
                  </a:moveTo>
                  <a:lnTo>
                    <a:pt x="181927" y="19526"/>
                  </a:lnTo>
                  <a:lnTo>
                    <a:pt x="175736" y="17145"/>
                  </a:lnTo>
                  <a:lnTo>
                    <a:pt x="174784" y="15716"/>
                  </a:lnTo>
                  <a:lnTo>
                    <a:pt x="173831" y="13335"/>
                  </a:lnTo>
                  <a:lnTo>
                    <a:pt x="170974" y="11430"/>
                  </a:lnTo>
                  <a:lnTo>
                    <a:pt x="165259" y="9525"/>
                  </a:lnTo>
                  <a:lnTo>
                    <a:pt x="162877" y="8096"/>
                  </a:lnTo>
                  <a:lnTo>
                    <a:pt x="152876" y="7620"/>
                  </a:lnTo>
                  <a:lnTo>
                    <a:pt x="148590" y="7620"/>
                  </a:lnTo>
                  <a:lnTo>
                    <a:pt x="145732" y="8096"/>
                  </a:lnTo>
                  <a:lnTo>
                    <a:pt x="143827" y="8096"/>
                  </a:lnTo>
                  <a:lnTo>
                    <a:pt x="140970" y="11430"/>
                  </a:lnTo>
                  <a:lnTo>
                    <a:pt x="139065" y="12383"/>
                  </a:lnTo>
                  <a:lnTo>
                    <a:pt x="136207" y="12383"/>
                  </a:lnTo>
                  <a:lnTo>
                    <a:pt x="134302" y="11906"/>
                  </a:lnTo>
                  <a:lnTo>
                    <a:pt x="131445" y="10001"/>
                  </a:lnTo>
                  <a:lnTo>
                    <a:pt x="127635" y="9049"/>
                  </a:lnTo>
                  <a:lnTo>
                    <a:pt x="125253" y="9525"/>
                  </a:lnTo>
                  <a:lnTo>
                    <a:pt x="122872" y="9049"/>
                  </a:lnTo>
                  <a:lnTo>
                    <a:pt x="121444" y="9049"/>
                  </a:lnTo>
                  <a:lnTo>
                    <a:pt x="120491" y="9525"/>
                  </a:lnTo>
                  <a:lnTo>
                    <a:pt x="119063" y="9525"/>
                  </a:lnTo>
                  <a:lnTo>
                    <a:pt x="117157" y="10478"/>
                  </a:lnTo>
                  <a:lnTo>
                    <a:pt x="114776" y="11430"/>
                  </a:lnTo>
                  <a:lnTo>
                    <a:pt x="112395" y="12383"/>
                  </a:lnTo>
                  <a:lnTo>
                    <a:pt x="110490" y="14288"/>
                  </a:lnTo>
                  <a:lnTo>
                    <a:pt x="109061" y="18097"/>
                  </a:lnTo>
                  <a:lnTo>
                    <a:pt x="103822" y="16669"/>
                  </a:lnTo>
                  <a:lnTo>
                    <a:pt x="102394" y="17145"/>
                  </a:lnTo>
                  <a:lnTo>
                    <a:pt x="100013" y="17621"/>
                  </a:lnTo>
                  <a:lnTo>
                    <a:pt x="98584" y="17145"/>
                  </a:lnTo>
                  <a:lnTo>
                    <a:pt x="99060" y="16192"/>
                  </a:lnTo>
                  <a:lnTo>
                    <a:pt x="99536" y="14288"/>
                  </a:lnTo>
                  <a:lnTo>
                    <a:pt x="99536" y="12383"/>
                  </a:lnTo>
                  <a:lnTo>
                    <a:pt x="99060" y="10001"/>
                  </a:lnTo>
                  <a:lnTo>
                    <a:pt x="97631" y="9049"/>
                  </a:lnTo>
                  <a:lnTo>
                    <a:pt x="95250" y="9049"/>
                  </a:lnTo>
                  <a:lnTo>
                    <a:pt x="94297" y="8572"/>
                  </a:lnTo>
                  <a:lnTo>
                    <a:pt x="94297" y="7620"/>
                  </a:lnTo>
                  <a:lnTo>
                    <a:pt x="92869" y="6667"/>
                  </a:lnTo>
                  <a:lnTo>
                    <a:pt x="90964" y="4286"/>
                  </a:lnTo>
                  <a:lnTo>
                    <a:pt x="89059" y="953"/>
                  </a:lnTo>
                  <a:lnTo>
                    <a:pt x="88106" y="0"/>
                  </a:lnTo>
                  <a:lnTo>
                    <a:pt x="86201" y="1429"/>
                  </a:lnTo>
                  <a:lnTo>
                    <a:pt x="83344" y="3334"/>
                  </a:lnTo>
                  <a:lnTo>
                    <a:pt x="81439" y="3810"/>
                  </a:lnTo>
                  <a:lnTo>
                    <a:pt x="78105" y="8572"/>
                  </a:lnTo>
                  <a:lnTo>
                    <a:pt x="71914" y="9049"/>
                  </a:lnTo>
                  <a:lnTo>
                    <a:pt x="71438" y="6667"/>
                  </a:lnTo>
                  <a:lnTo>
                    <a:pt x="70961" y="4286"/>
                  </a:lnTo>
                  <a:lnTo>
                    <a:pt x="67151" y="3810"/>
                  </a:lnTo>
                  <a:lnTo>
                    <a:pt x="66199" y="3810"/>
                  </a:lnTo>
                  <a:lnTo>
                    <a:pt x="64294" y="4763"/>
                  </a:lnTo>
                  <a:lnTo>
                    <a:pt x="61913" y="4763"/>
                  </a:lnTo>
                  <a:lnTo>
                    <a:pt x="59055" y="4763"/>
                  </a:lnTo>
                  <a:lnTo>
                    <a:pt x="57150" y="5715"/>
                  </a:lnTo>
                  <a:lnTo>
                    <a:pt x="55245" y="7620"/>
                  </a:lnTo>
                  <a:lnTo>
                    <a:pt x="52864" y="9049"/>
                  </a:lnTo>
                  <a:lnTo>
                    <a:pt x="51911" y="10478"/>
                  </a:lnTo>
                  <a:lnTo>
                    <a:pt x="51435" y="11430"/>
                  </a:lnTo>
                  <a:lnTo>
                    <a:pt x="44291" y="14764"/>
                  </a:lnTo>
                  <a:lnTo>
                    <a:pt x="43339" y="16192"/>
                  </a:lnTo>
                  <a:lnTo>
                    <a:pt x="42386" y="18574"/>
                  </a:lnTo>
                  <a:lnTo>
                    <a:pt x="42386" y="20955"/>
                  </a:lnTo>
                  <a:lnTo>
                    <a:pt x="41910" y="23336"/>
                  </a:lnTo>
                  <a:lnTo>
                    <a:pt x="40481" y="24765"/>
                  </a:lnTo>
                  <a:lnTo>
                    <a:pt x="36671" y="25717"/>
                  </a:lnTo>
                  <a:lnTo>
                    <a:pt x="35719" y="26194"/>
                  </a:lnTo>
                  <a:lnTo>
                    <a:pt x="35243" y="27622"/>
                  </a:lnTo>
                  <a:lnTo>
                    <a:pt x="32861" y="29528"/>
                  </a:lnTo>
                  <a:lnTo>
                    <a:pt x="30480" y="30956"/>
                  </a:lnTo>
                  <a:lnTo>
                    <a:pt x="26194" y="32861"/>
                  </a:lnTo>
                  <a:lnTo>
                    <a:pt x="21431" y="33814"/>
                  </a:lnTo>
                  <a:lnTo>
                    <a:pt x="14764" y="32861"/>
                  </a:lnTo>
                  <a:lnTo>
                    <a:pt x="11430" y="32385"/>
                  </a:lnTo>
                  <a:lnTo>
                    <a:pt x="9525" y="33338"/>
                  </a:lnTo>
                  <a:lnTo>
                    <a:pt x="7144" y="35719"/>
                  </a:lnTo>
                  <a:lnTo>
                    <a:pt x="4286" y="40481"/>
                  </a:lnTo>
                  <a:lnTo>
                    <a:pt x="3334" y="43815"/>
                  </a:lnTo>
                  <a:lnTo>
                    <a:pt x="2857" y="44291"/>
                  </a:lnTo>
                  <a:lnTo>
                    <a:pt x="2857" y="45720"/>
                  </a:lnTo>
                  <a:lnTo>
                    <a:pt x="1428" y="47625"/>
                  </a:lnTo>
                  <a:lnTo>
                    <a:pt x="0" y="50483"/>
                  </a:lnTo>
                  <a:lnTo>
                    <a:pt x="0" y="52864"/>
                  </a:lnTo>
                  <a:lnTo>
                    <a:pt x="3810" y="60960"/>
                  </a:lnTo>
                  <a:lnTo>
                    <a:pt x="7144" y="65722"/>
                  </a:lnTo>
                  <a:lnTo>
                    <a:pt x="7620" y="67628"/>
                  </a:lnTo>
                  <a:lnTo>
                    <a:pt x="10001" y="69056"/>
                  </a:lnTo>
                  <a:lnTo>
                    <a:pt x="10953" y="69056"/>
                  </a:lnTo>
                  <a:lnTo>
                    <a:pt x="14288" y="69533"/>
                  </a:lnTo>
                  <a:lnTo>
                    <a:pt x="15240" y="70009"/>
                  </a:lnTo>
                  <a:lnTo>
                    <a:pt x="15716" y="70009"/>
                  </a:lnTo>
                  <a:lnTo>
                    <a:pt x="20955" y="74295"/>
                  </a:lnTo>
                  <a:lnTo>
                    <a:pt x="26194" y="77629"/>
                  </a:lnTo>
                  <a:lnTo>
                    <a:pt x="30956" y="79534"/>
                  </a:lnTo>
                  <a:lnTo>
                    <a:pt x="37147" y="79534"/>
                  </a:lnTo>
                  <a:lnTo>
                    <a:pt x="43815" y="79534"/>
                  </a:lnTo>
                  <a:lnTo>
                    <a:pt x="55245" y="79058"/>
                  </a:lnTo>
                  <a:lnTo>
                    <a:pt x="63341" y="78581"/>
                  </a:lnTo>
                  <a:lnTo>
                    <a:pt x="63818" y="77629"/>
                  </a:lnTo>
                  <a:lnTo>
                    <a:pt x="65246" y="75724"/>
                  </a:lnTo>
                  <a:lnTo>
                    <a:pt x="64294" y="74295"/>
                  </a:lnTo>
                  <a:lnTo>
                    <a:pt x="64294" y="71914"/>
                  </a:lnTo>
                  <a:lnTo>
                    <a:pt x="65722" y="69533"/>
                  </a:lnTo>
                  <a:lnTo>
                    <a:pt x="70009" y="67151"/>
                  </a:lnTo>
                  <a:lnTo>
                    <a:pt x="81915" y="66199"/>
                  </a:lnTo>
                  <a:lnTo>
                    <a:pt x="88582" y="64770"/>
                  </a:lnTo>
                  <a:lnTo>
                    <a:pt x="89535" y="62389"/>
                  </a:lnTo>
                  <a:lnTo>
                    <a:pt x="91916" y="60484"/>
                  </a:lnTo>
                  <a:lnTo>
                    <a:pt x="94297" y="60008"/>
                  </a:lnTo>
                  <a:lnTo>
                    <a:pt x="97155" y="60960"/>
                  </a:lnTo>
                  <a:lnTo>
                    <a:pt x="100489" y="62865"/>
                  </a:lnTo>
                  <a:lnTo>
                    <a:pt x="103346" y="63817"/>
                  </a:lnTo>
                  <a:lnTo>
                    <a:pt x="105251" y="63341"/>
                  </a:lnTo>
                  <a:lnTo>
                    <a:pt x="111443" y="60008"/>
                  </a:lnTo>
                  <a:lnTo>
                    <a:pt x="118110" y="56674"/>
                  </a:lnTo>
                  <a:lnTo>
                    <a:pt x="122872" y="48101"/>
                  </a:lnTo>
                  <a:lnTo>
                    <a:pt x="123349" y="46672"/>
                  </a:lnTo>
                  <a:lnTo>
                    <a:pt x="128588" y="45720"/>
                  </a:lnTo>
                  <a:lnTo>
                    <a:pt x="136207" y="45720"/>
                  </a:lnTo>
                  <a:lnTo>
                    <a:pt x="140018" y="47149"/>
                  </a:lnTo>
                  <a:lnTo>
                    <a:pt x="143351" y="47625"/>
                  </a:lnTo>
                  <a:lnTo>
                    <a:pt x="147638" y="47625"/>
                  </a:lnTo>
                  <a:lnTo>
                    <a:pt x="153828" y="45720"/>
                  </a:lnTo>
                  <a:lnTo>
                    <a:pt x="156210" y="45720"/>
                  </a:lnTo>
                  <a:lnTo>
                    <a:pt x="158115" y="47149"/>
                  </a:lnTo>
                  <a:lnTo>
                    <a:pt x="160020" y="48101"/>
                  </a:lnTo>
                  <a:lnTo>
                    <a:pt x="161449" y="49530"/>
                  </a:lnTo>
                  <a:lnTo>
                    <a:pt x="162401" y="51435"/>
                  </a:lnTo>
                  <a:lnTo>
                    <a:pt x="162877" y="52388"/>
                  </a:lnTo>
                  <a:lnTo>
                    <a:pt x="163830" y="53340"/>
                  </a:lnTo>
                  <a:lnTo>
                    <a:pt x="165259" y="54769"/>
                  </a:lnTo>
                  <a:lnTo>
                    <a:pt x="167164" y="54769"/>
                  </a:lnTo>
                  <a:lnTo>
                    <a:pt x="178594" y="52388"/>
                  </a:lnTo>
                  <a:lnTo>
                    <a:pt x="179546" y="51911"/>
                  </a:lnTo>
                  <a:lnTo>
                    <a:pt x="179546" y="44767"/>
                  </a:lnTo>
                  <a:lnTo>
                    <a:pt x="184785" y="40005"/>
                  </a:lnTo>
                  <a:lnTo>
                    <a:pt x="186214" y="37147"/>
                  </a:lnTo>
                  <a:lnTo>
                    <a:pt x="188119" y="31909"/>
                  </a:lnTo>
                  <a:lnTo>
                    <a:pt x="189547" y="29051"/>
                  </a:lnTo>
                  <a:lnTo>
                    <a:pt x="191452" y="27146"/>
                  </a:lnTo>
                  <a:lnTo>
                    <a:pt x="192881" y="24765"/>
                  </a:lnTo>
                  <a:lnTo>
                    <a:pt x="193357" y="22860"/>
                  </a:lnTo>
                  <a:close/>
                </a:path>
              </a:pathLst>
            </a:custGeom>
            <a:grpFill/>
            <a:ln w="317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F8004B8-C855-4F8C-AB56-7515248559A4}"/>
                </a:ext>
              </a:extLst>
            </p:cNvPr>
            <p:cNvSpPr/>
            <p:nvPr/>
          </p:nvSpPr>
          <p:spPr>
            <a:xfrm>
              <a:off x="6096952" y="1498282"/>
              <a:ext cx="441007" cy="720566"/>
            </a:xfrm>
            <a:custGeom>
              <a:avLst/>
              <a:gdLst>
                <a:gd name="connsiteX0" fmla="*/ 441008 w 441007"/>
                <a:gd name="connsiteY0" fmla="*/ 174307 h 720566"/>
                <a:gd name="connsiteX1" fmla="*/ 439103 w 441007"/>
                <a:gd name="connsiteY1" fmla="*/ 170497 h 720566"/>
                <a:gd name="connsiteX2" fmla="*/ 436245 w 441007"/>
                <a:gd name="connsiteY2" fmla="*/ 165735 h 720566"/>
                <a:gd name="connsiteX3" fmla="*/ 431006 w 441007"/>
                <a:gd name="connsiteY3" fmla="*/ 163354 h 720566"/>
                <a:gd name="connsiteX4" fmla="*/ 430054 w 441007"/>
                <a:gd name="connsiteY4" fmla="*/ 161925 h 720566"/>
                <a:gd name="connsiteX5" fmla="*/ 429578 w 441007"/>
                <a:gd name="connsiteY5" fmla="*/ 160020 h 720566"/>
                <a:gd name="connsiteX6" fmla="*/ 429578 w 441007"/>
                <a:gd name="connsiteY6" fmla="*/ 157163 h 720566"/>
                <a:gd name="connsiteX7" fmla="*/ 429102 w 441007"/>
                <a:gd name="connsiteY7" fmla="*/ 152876 h 720566"/>
                <a:gd name="connsiteX8" fmla="*/ 429578 w 441007"/>
                <a:gd name="connsiteY8" fmla="*/ 149542 h 720566"/>
                <a:gd name="connsiteX9" fmla="*/ 430054 w 441007"/>
                <a:gd name="connsiteY9" fmla="*/ 147638 h 720566"/>
                <a:gd name="connsiteX10" fmla="*/ 432435 w 441007"/>
                <a:gd name="connsiteY10" fmla="*/ 146209 h 720566"/>
                <a:gd name="connsiteX11" fmla="*/ 435769 w 441007"/>
                <a:gd name="connsiteY11" fmla="*/ 142399 h 720566"/>
                <a:gd name="connsiteX12" fmla="*/ 436245 w 441007"/>
                <a:gd name="connsiteY12" fmla="*/ 139541 h 720566"/>
                <a:gd name="connsiteX13" fmla="*/ 436722 w 441007"/>
                <a:gd name="connsiteY13" fmla="*/ 135255 h 720566"/>
                <a:gd name="connsiteX14" fmla="*/ 438150 w 441007"/>
                <a:gd name="connsiteY14" fmla="*/ 131445 h 720566"/>
                <a:gd name="connsiteX15" fmla="*/ 440055 w 441007"/>
                <a:gd name="connsiteY15" fmla="*/ 129540 h 720566"/>
                <a:gd name="connsiteX16" fmla="*/ 439579 w 441007"/>
                <a:gd name="connsiteY16" fmla="*/ 128111 h 720566"/>
                <a:gd name="connsiteX17" fmla="*/ 438627 w 441007"/>
                <a:gd name="connsiteY17" fmla="*/ 125730 h 720566"/>
                <a:gd name="connsiteX18" fmla="*/ 436245 w 441007"/>
                <a:gd name="connsiteY18" fmla="*/ 122396 h 720566"/>
                <a:gd name="connsiteX19" fmla="*/ 432435 w 441007"/>
                <a:gd name="connsiteY19" fmla="*/ 118586 h 720566"/>
                <a:gd name="connsiteX20" fmla="*/ 429578 w 441007"/>
                <a:gd name="connsiteY20" fmla="*/ 114776 h 720566"/>
                <a:gd name="connsiteX21" fmla="*/ 428149 w 441007"/>
                <a:gd name="connsiteY21" fmla="*/ 111442 h 720566"/>
                <a:gd name="connsiteX22" fmla="*/ 427673 w 441007"/>
                <a:gd name="connsiteY22" fmla="*/ 108109 h 720566"/>
                <a:gd name="connsiteX23" fmla="*/ 427673 w 441007"/>
                <a:gd name="connsiteY23" fmla="*/ 105251 h 720566"/>
                <a:gd name="connsiteX24" fmla="*/ 428625 w 441007"/>
                <a:gd name="connsiteY24" fmla="*/ 103346 h 720566"/>
                <a:gd name="connsiteX25" fmla="*/ 431959 w 441007"/>
                <a:gd name="connsiteY25" fmla="*/ 100965 h 720566"/>
                <a:gd name="connsiteX26" fmla="*/ 432435 w 441007"/>
                <a:gd name="connsiteY26" fmla="*/ 100013 h 720566"/>
                <a:gd name="connsiteX27" fmla="*/ 431006 w 441007"/>
                <a:gd name="connsiteY27" fmla="*/ 94774 h 720566"/>
                <a:gd name="connsiteX28" fmla="*/ 428625 w 441007"/>
                <a:gd name="connsiteY28" fmla="*/ 93821 h 720566"/>
                <a:gd name="connsiteX29" fmla="*/ 424339 w 441007"/>
                <a:gd name="connsiteY29" fmla="*/ 93345 h 720566"/>
                <a:gd name="connsiteX30" fmla="*/ 421958 w 441007"/>
                <a:gd name="connsiteY30" fmla="*/ 93345 h 720566"/>
                <a:gd name="connsiteX31" fmla="*/ 421481 w 441007"/>
                <a:gd name="connsiteY31" fmla="*/ 92869 h 720566"/>
                <a:gd name="connsiteX32" fmla="*/ 421481 w 441007"/>
                <a:gd name="connsiteY32" fmla="*/ 91916 h 720566"/>
                <a:gd name="connsiteX33" fmla="*/ 421958 w 441007"/>
                <a:gd name="connsiteY33" fmla="*/ 89535 h 720566"/>
                <a:gd name="connsiteX34" fmla="*/ 423386 w 441007"/>
                <a:gd name="connsiteY34" fmla="*/ 87154 h 720566"/>
                <a:gd name="connsiteX35" fmla="*/ 424339 w 441007"/>
                <a:gd name="connsiteY35" fmla="*/ 85725 h 720566"/>
                <a:gd name="connsiteX36" fmla="*/ 424339 w 441007"/>
                <a:gd name="connsiteY36" fmla="*/ 84296 h 720566"/>
                <a:gd name="connsiteX37" fmla="*/ 422910 w 441007"/>
                <a:gd name="connsiteY37" fmla="*/ 79534 h 720566"/>
                <a:gd name="connsiteX38" fmla="*/ 422434 w 441007"/>
                <a:gd name="connsiteY38" fmla="*/ 73819 h 720566"/>
                <a:gd name="connsiteX39" fmla="*/ 422910 w 441007"/>
                <a:gd name="connsiteY39" fmla="*/ 69056 h 720566"/>
                <a:gd name="connsiteX40" fmla="*/ 427197 w 441007"/>
                <a:gd name="connsiteY40" fmla="*/ 65722 h 720566"/>
                <a:gd name="connsiteX41" fmla="*/ 427197 w 441007"/>
                <a:gd name="connsiteY41" fmla="*/ 64294 h 720566"/>
                <a:gd name="connsiteX42" fmla="*/ 421481 w 441007"/>
                <a:gd name="connsiteY42" fmla="*/ 60484 h 720566"/>
                <a:gd name="connsiteX43" fmla="*/ 417672 w 441007"/>
                <a:gd name="connsiteY43" fmla="*/ 56197 h 720566"/>
                <a:gd name="connsiteX44" fmla="*/ 416243 w 441007"/>
                <a:gd name="connsiteY44" fmla="*/ 53816 h 720566"/>
                <a:gd name="connsiteX45" fmla="*/ 411480 w 441007"/>
                <a:gd name="connsiteY45" fmla="*/ 53340 h 720566"/>
                <a:gd name="connsiteX46" fmla="*/ 408623 w 441007"/>
                <a:gd name="connsiteY46" fmla="*/ 46196 h 720566"/>
                <a:gd name="connsiteX47" fmla="*/ 404336 w 441007"/>
                <a:gd name="connsiteY47" fmla="*/ 42863 h 720566"/>
                <a:gd name="connsiteX48" fmla="*/ 400050 w 441007"/>
                <a:gd name="connsiteY48" fmla="*/ 40005 h 720566"/>
                <a:gd name="connsiteX49" fmla="*/ 397669 w 441007"/>
                <a:gd name="connsiteY49" fmla="*/ 38576 h 720566"/>
                <a:gd name="connsiteX50" fmla="*/ 383381 w 441007"/>
                <a:gd name="connsiteY50" fmla="*/ 34290 h 720566"/>
                <a:gd name="connsiteX51" fmla="*/ 377666 w 441007"/>
                <a:gd name="connsiteY51" fmla="*/ 33338 h 720566"/>
                <a:gd name="connsiteX52" fmla="*/ 370999 w 441007"/>
                <a:gd name="connsiteY52" fmla="*/ 30956 h 720566"/>
                <a:gd name="connsiteX53" fmla="*/ 365760 w 441007"/>
                <a:gd name="connsiteY53" fmla="*/ 27622 h 720566"/>
                <a:gd name="connsiteX54" fmla="*/ 361474 w 441007"/>
                <a:gd name="connsiteY54" fmla="*/ 25717 h 720566"/>
                <a:gd name="connsiteX55" fmla="*/ 357664 w 441007"/>
                <a:gd name="connsiteY55" fmla="*/ 23336 h 720566"/>
                <a:gd name="connsiteX56" fmla="*/ 352425 w 441007"/>
                <a:gd name="connsiteY56" fmla="*/ 20955 h 720566"/>
                <a:gd name="connsiteX57" fmla="*/ 350997 w 441007"/>
                <a:gd name="connsiteY57" fmla="*/ 19050 h 720566"/>
                <a:gd name="connsiteX58" fmla="*/ 345281 w 441007"/>
                <a:gd name="connsiteY58" fmla="*/ 15240 h 720566"/>
                <a:gd name="connsiteX59" fmla="*/ 342900 w 441007"/>
                <a:gd name="connsiteY59" fmla="*/ 12859 h 720566"/>
                <a:gd name="connsiteX60" fmla="*/ 333852 w 441007"/>
                <a:gd name="connsiteY60" fmla="*/ 8096 h 720566"/>
                <a:gd name="connsiteX61" fmla="*/ 333375 w 441007"/>
                <a:gd name="connsiteY61" fmla="*/ 6191 h 720566"/>
                <a:gd name="connsiteX62" fmla="*/ 333375 w 441007"/>
                <a:gd name="connsiteY62" fmla="*/ 4286 h 720566"/>
                <a:gd name="connsiteX63" fmla="*/ 332899 w 441007"/>
                <a:gd name="connsiteY63" fmla="*/ 3334 h 720566"/>
                <a:gd name="connsiteX64" fmla="*/ 323374 w 441007"/>
                <a:gd name="connsiteY64" fmla="*/ 0 h 720566"/>
                <a:gd name="connsiteX65" fmla="*/ 319088 w 441007"/>
                <a:gd name="connsiteY65" fmla="*/ 0 h 720566"/>
                <a:gd name="connsiteX66" fmla="*/ 306229 w 441007"/>
                <a:gd name="connsiteY66" fmla="*/ 952 h 720566"/>
                <a:gd name="connsiteX67" fmla="*/ 311944 w 441007"/>
                <a:gd name="connsiteY67" fmla="*/ 6191 h 720566"/>
                <a:gd name="connsiteX68" fmla="*/ 313849 w 441007"/>
                <a:gd name="connsiteY68" fmla="*/ 8096 h 720566"/>
                <a:gd name="connsiteX69" fmla="*/ 314325 w 441007"/>
                <a:gd name="connsiteY69" fmla="*/ 10954 h 720566"/>
                <a:gd name="connsiteX70" fmla="*/ 313373 w 441007"/>
                <a:gd name="connsiteY70" fmla="*/ 16669 h 720566"/>
                <a:gd name="connsiteX71" fmla="*/ 310515 w 441007"/>
                <a:gd name="connsiteY71" fmla="*/ 21431 h 720566"/>
                <a:gd name="connsiteX72" fmla="*/ 307181 w 441007"/>
                <a:gd name="connsiteY72" fmla="*/ 25241 h 720566"/>
                <a:gd name="connsiteX73" fmla="*/ 300990 w 441007"/>
                <a:gd name="connsiteY73" fmla="*/ 29051 h 720566"/>
                <a:gd name="connsiteX74" fmla="*/ 310039 w 441007"/>
                <a:gd name="connsiteY74" fmla="*/ 32861 h 720566"/>
                <a:gd name="connsiteX75" fmla="*/ 303848 w 441007"/>
                <a:gd name="connsiteY75" fmla="*/ 38100 h 720566"/>
                <a:gd name="connsiteX76" fmla="*/ 300990 w 441007"/>
                <a:gd name="connsiteY76" fmla="*/ 40005 h 720566"/>
                <a:gd name="connsiteX77" fmla="*/ 297656 w 441007"/>
                <a:gd name="connsiteY77" fmla="*/ 39529 h 720566"/>
                <a:gd name="connsiteX78" fmla="*/ 291465 w 441007"/>
                <a:gd name="connsiteY78" fmla="*/ 37624 h 720566"/>
                <a:gd name="connsiteX79" fmla="*/ 276702 w 441007"/>
                <a:gd name="connsiteY79" fmla="*/ 33338 h 720566"/>
                <a:gd name="connsiteX80" fmla="*/ 269558 w 441007"/>
                <a:gd name="connsiteY80" fmla="*/ 31909 h 720566"/>
                <a:gd name="connsiteX81" fmla="*/ 263366 w 441007"/>
                <a:gd name="connsiteY81" fmla="*/ 31432 h 720566"/>
                <a:gd name="connsiteX82" fmla="*/ 260033 w 441007"/>
                <a:gd name="connsiteY82" fmla="*/ 31432 h 720566"/>
                <a:gd name="connsiteX83" fmla="*/ 246698 w 441007"/>
                <a:gd name="connsiteY83" fmla="*/ 27622 h 720566"/>
                <a:gd name="connsiteX84" fmla="*/ 244316 w 441007"/>
                <a:gd name="connsiteY84" fmla="*/ 28099 h 720566"/>
                <a:gd name="connsiteX85" fmla="*/ 239554 w 441007"/>
                <a:gd name="connsiteY85" fmla="*/ 29527 h 720566"/>
                <a:gd name="connsiteX86" fmla="*/ 239078 w 441007"/>
                <a:gd name="connsiteY86" fmla="*/ 32861 h 720566"/>
                <a:gd name="connsiteX87" fmla="*/ 239554 w 441007"/>
                <a:gd name="connsiteY87" fmla="*/ 41910 h 720566"/>
                <a:gd name="connsiteX88" fmla="*/ 240030 w 441007"/>
                <a:gd name="connsiteY88" fmla="*/ 48577 h 720566"/>
                <a:gd name="connsiteX89" fmla="*/ 238125 w 441007"/>
                <a:gd name="connsiteY89" fmla="*/ 52388 h 720566"/>
                <a:gd name="connsiteX90" fmla="*/ 236220 w 441007"/>
                <a:gd name="connsiteY90" fmla="*/ 55245 h 720566"/>
                <a:gd name="connsiteX91" fmla="*/ 230981 w 441007"/>
                <a:gd name="connsiteY91" fmla="*/ 62389 h 720566"/>
                <a:gd name="connsiteX92" fmla="*/ 219075 w 441007"/>
                <a:gd name="connsiteY92" fmla="*/ 57626 h 720566"/>
                <a:gd name="connsiteX93" fmla="*/ 210979 w 441007"/>
                <a:gd name="connsiteY93" fmla="*/ 54292 h 720566"/>
                <a:gd name="connsiteX94" fmla="*/ 205740 w 441007"/>
                <a:gd name="connsiteY94" fmla="*/ 58579 h 720566"/>
                <a:gd name="connsiteX95" fmla="*/ 192405 w 441007"/>
                <a:gd name="connsiteY95" fmla="*/ 66199 h 720566"/>
                <a:gd name="connsiteX96" fmla="*/ 185738 w 441007"/>
                <a:gd name="connsiteY96" fmla="*/ 81439 h 720566"/>
                <a:gd name="connsiteX97" fmla="*/ 185261 w 441007"/>
                <a:gd name="connsiteY97" fmla="*/ 81915 h 720566"/>
                <a:gd name="connsiteX98" fmla="*/ 181452 w 441007"/>
                <a:gd name="connsiteY98" fmla="*/ 85725 h 720566"/>
                <a:gd name="connsiteX99" fmla="*/ 176213 w 441007"/>
                <a:gd name="connsiteY99" fmla="*/ 87630 h 720566"/>
                <a:gd name="connsiteX100" fmla="*/ 172403 w 441007"/>
                <a:gd name="connsiteY100" fmla="*/ 88582 h 720566"/>
                <a:gd name="connsiteX101" fmla="*/ 170022 w 441007"/>
                <a:gd name="connsiteY101" fmla="*/ 93345 h 720566"/>
                <a:gd name="connsiteX102" fmla="*/ 175260 w 441007"/>
                <a:gd name="connsiteY102" fmla="*/ 100013 h 720566"/>
                <a:gd name="connsiteX103" fmla="*/ 178118 w 441007"/>
                <a:gd name="connsiteY103" fmla="*/ 103346 h 720566"/>
                <a:gd name="connsiteX104" fmla="*/ 180499 w 441007"/>
                <a:gd name="connsiteY104" fmla="*/ 109061 h 720566"/>
                <a:gd name="connsiteX105" fmla="*/ 180023 w 441007"/>
                <a:gd name="connsiteY105" fmla="*/ 112395 h 720566"/>
                <a:gd name="connsiteX106" fmla="*/ 179547 w 441007"/>
                <a:gd name="connsiteY106" fmla="*/ 114776 h 720566"/>
                <a:gd name="connsiteX107" fmla="*/ 173831 w 441007"/>
                <a:gd name="connsiteY107" fmla="*/ 119063 h 720566"/>
                <a:gd name="connsiteX108" fmla="*/ 161925 w 441007"/>
                <a:gd name="connsiteY108" fmla="*/ 130969 h 720566"/>
                <a:gd name="connsiteX109" fmla="*/ 150972 w 441007"/>
                <a:gd name="connsiteY109" fmla="*/ 143351 h 720566"/>
                <a:gd name="connsiteX110" fmla="*/ 146209 w 441007"/>
                <a:gd name="connsiteY110" fmla="*/ 146685 h 720566"/>
                <a:gd name="connsiteX111" fmla="*/ 148114 w 441007"/>
                <a:gd name="connsiteY111" fmla="*/ 157163 h 720566"/>
                <a:gd name="connsiteX112" fmla="*/ 144304 w 441007"/>
                <a:gd name="connsiteY112" fmla="*/ 160020 h 720566"/>
                <a:gd name="connsiteX113" fmla="*/ 136684 w 441007"/>
                <a:gd name="connsiteY113" fmla="*/ 163354 h 720566"/>
                <a:gd name="connsiteX114" fmla="*/ 132874 w 441007"/>
                <a:gd name="connsiteY114" fmla="*/ 164782 h 720566"/>
                <a:gd name="connsiteX115" fmla="*/ 128588 w 441007"/>
                <a:gd name="connsiteY115" fmla="*/ 165735 h 720566"/>
                <a:gd name="connsiteX116" fmla="*/ 115729 w 441007"/>
                <a:gd name="connsiteY116" fmla="*/ 167164 h 720566"/>
                <a:gd name="connsiteX117" fmla="*/ 118110 w 441007"/>
                <a:gd name="connsiteY117" fmla="*/ 178117 h 720566"/>
                <a:gd name="connsiteX118" fmla="*/ 119063 w 441007"/>
                <a:gd name="connsiteY118" fmla="*/ 182880 h 720566"/>
                <a:gd name="connsiteX119" fmla="*/ 119063 w 441007"/>
                <a:gd name="connsiteY119" fmla="*/ 185738 h 720566"/>
                <a:gd name="connsiteX120" fmla="*/ 117634 w 441007"/>
                <a:gd name="connsiteY120" fmla="*/ 188595 h 720566"/>
                <a:gd name="connsiteX121" fmla="*/ 116205 w 441007"/>
                <a:gd name="connsiteY121" fmla="*/ 193834 h 720566"/>
                <a:gd name="connsiteX122" fmla="*/ 113824 w 441007"/>
                <a:gd name="connsiteY122" fmla="*/ 212884 h 720566"/>
                <a:gd name="connsiteX123" fmla="*/ 111919 w 441007"/>
                <a:gd name="connsiteY123" fmla="*/ 214789 h 720566"/>
                <a:gd name="connsiteX124" fmla="*/ 109538 w 441007"/>
                <a:gd name="connsiteY124" fmla="*/ 220027 h 720566"/>
                <a:gd name="connsiteX125" fmla="*/ 101441 w 441007"/>
                <a:gd name="connsiteY125" fmla="*/ 232410 h 720566"/>
                <a:gd name="connsiteX126" fmla="*/ 94774 w 441007"/>
                <a:gd name="connsiteY126" fmla="*/ 240506 h 720566"/>
                <a:gd name="connsiteX127" fmla="*/ 85249 w 441007"/>
                <a:gd name="connsiteY127" fmla="*/ 252413 h 720566"/>
                <a:gd name="connsiteX128" fmla="*/ 92869 w 441007"/>
                <a:gd name="connsiteY128" fmla="*/ 256222 h 720566"/>
                <a:gd name="connsiteX129" fmla="*/ 100013 w 441007"/>
                <a:gd name="connsiteY129" fmla="*/ 259080 h 720566"/>
                <a:gd name="connsiteX130" fmla="*/ 101441 w 441007"/>
                <a:gd name="connsiteY130" fmla="*/ 263366 h 720566"/>
                <a:gd name="connsiteX131" fmla="*/ 102394 w 441007"/>
                <a:gd name="connsiteY131" fmla="*/ 270510 h 720566"/>
                <a:gd name="connsiteX132" fmla="*/ 102394 w 441007"/>
                <a:gd name="connsiteY132" fmla="*/ 275272 h 720566"/>
                <a:gd name="connsiteX133" fmla="*/ 99536 w 441007"/>
                <a:gd name="connsiteY133" fmla="*/ 279559 h 720566"/>
                <a:gd name="connsiteX134" fmla="*/ 97631 w 441007"/>
                <a:gd name="connsiteY134" fmla="*/ 282416 h 720566"/>
                <a:gd name="connsiteX135" fmla="*/ 96203 w 441007"/>
                <a:gd name="connsiteY135" fmla="*/ 283845 h 720566"/>
                <a:gd name="connsiteX136" fmla="*/ 86202 w 441007"/>
                <a:gd name="connsiteY136" fmla="*/ 282416 h 720566"/>
                <a:gd name="connsiteX137" fmla="*/ 73343 w 441007"/>
                <a:gd name="connsiteY137" fmla="*/ 280511 h 720566"/>
                <a:gd name="connsiteX138" fmla="*/ 70009 w 441007"/>
                <a:gd name="connsiteY138" fmla="*/ 280511 h 720566"/>
                <a:gd name="connsiteX139" fmla="*/ 62865 w 441007"/>
                <a:gd name="connsiteY139" fmla="*/ 281940 h 720566"/>
                <a:gd name="connsiteX140" fmla="*/ 56198 w 441007"/>
                <a:gd name="connsiteY140" fmla="*/ 284797 h 720566"/>
                <a:gd name="connsiteX141" fmla="*/ 52864 w 441007"/>
                <a:gd name="connsiteY141" fmla="*/ 287179 h 720566"/>
                <a:gd name="connsiteX142" fmla="*/ 51911 w 441007"/>
                <a:gd name="connsiteY142" fmla="*/ 288131 h 720566"/>
                <a:gd name="connsiteX143" fmla="*/ 47625 w 441007"/>
                <a:gd name="connsiteY143" fmla="*/ 293370 h 720566"/>
                <a:gd name="connsiteX144" fmla="*/ 40005 w 441007"/>
                <a:gd name="connsiteY144" fmla="*/ 302419 h 720566"/>
                <a:gd name="connsiteX145" fmla="*/ 35719 w 441007"/>
                <a:gd name="connsiteY145" fmla="*/ 306229 h 720566"/>
                <a:gd name="connsiteX146" fmla="*/ 37148 w 441007"/>
                <a:gd name="connsiteY146" fmla="*/ 311944 h 720566"/>
                <a:gd name="connsiteX147" fmla="*/ 30004 w 441007"/>
                <a:gd name="connsiteY147" fmla="*/ 322421 h 720566"/>
                <a:gd name="connsiteX148" fmla="*/ 34766 w 441007"/>
                <a:gd name="connsiteY148" fmla="*/ 333375 h 720566"/>
                <a:gd name="connsiteX149" fmla="*/ 34766 w 441007"/>
                <a:gd name="connsiteY149" fmla="*/ 333851 h 720566"/>
                <a:gd name="connsiteX150" fmla="*/ 37148 w 441007"/>
                <a:gd name="connsiteY150" fmla="*/ 338138 h 720566"/>
                <a:gd name="connsiteX151" fmla="*/ 34290 w 441007"/>
                <a:gd name="connsiteY151" fmla="*/ 340995 h 720566"/>
                <a:gd name="connsiteX152" fmla="*/ 33338 w 441007"/>
                <a:gd name="connsiteY152" fmla="*/ 342424 h 720566"/>
                <a:gd name="connsiteX153" fmla="*/ 33814 w 441007"/>
                <a:gd name="connsiteY153" fmla="*/ 347186 h 720566"/>
                <a:gd name="connsiteX154" fmla="*/ 34290 w 441007"/>
                <a:gd name="connsiteY154" fmla="*/ 352901 h 720566"/>
                <a:gd name="connsiteX155" fmla="*/ 33814 w 441007"/>
                <a:gd name="connsiteY155" fmla="*/ 356235 h 720566"/>
                <a:gd name="connsiteX156" fmla="*/ 33338 w 441007"/>
                <a:gd name="connsiteY156" fmla="*/ 360045 h 720566"/>
                <a:gd name="connsiteX157" fmla="*/ 40005 w 441007"/>
                <a:gd name="connsiteY157" fmla="*/ 376238 h 720566"/>
                <a:gd name="connsiteX158" fmla="*/ 40005 w 441007"/>
                <a:gd name="connsiteY158" fmla="*/ 380047 h 720566"/>
                <a:gd name="connsiteX159" fmla="*/ 39529 w 441007"/>
                <a:gd name="connsiteY159" fmla="*/ 382429 h 720566"/>
                <a:gd name="connsiteX160" fmla="*/ 37624 w 441007"/>
                <a:gd name="connsiteY160" fmla="*/ 392430 h 720566"/>
                <a:gd name="connsiteX161" fmla="*/ 34766 w 441007"/>
                <a:gd name="connsiteY161" fmla="*/ 405765 h 720566"/>
                <a:gd name="connsiteX162" fmla="*/ 39529 w 441007"/>
                <a:gd name="connsiteY162" fmla="*/ 409099 h 720566"/>
                <a:gd name="connsiteX163" fmla="*/ 46197 w 441007"/>
                <a:gd name="connsiteY163" fmla="*/ 413385 h 720566"/>
                <a:gd name="connsiteX164" fmla="*/ 50006 w 441007"/>
                <a:gd name="connsiteY164" fmla="*/ 414814 h 720566"/>
                <a:gd name="connsiteX165" fmla="*/ 55722 w 441007"/>
                <a:gd name="connsiteY165" fmla="*/ 419576 h 720566"/>
                <a:gd name="connsiteX166" fmla="*/ 60008 w 441007"/>
                <a:gd name="connsiteY166" fmla="*/ 424339 h 720566"/>
                <a:gd name="connsiteX167" fmla="*/ 59531 w 441007"/>
                <a:gd name="connsiteY167" fmla="*/ 427672 h 720566"/>
                <a:gd name="connsiteX168" fmla="*/ 58103 w 441007"/>
                <a:gd name="connsiteY168" fmla="*/ 431006 h 720566"/>
                <a:gd name="connsiteX169" fmla="*/ 56198 w 441007"/>
                <a:gd name="connsiteY169" fmla="*/ 433388 h 720566"/>
                <a:gd name="connsiteX170" fmla="*/ 54769 w 441007"/>
                <a:gd name="connsiteY170" fmla="*/ 436721 h 720566"/>
                <a:gd name="connsiteX171" fmla="*/ 53816 w 441007"/>
                <a:gd name="connsiteY171" fmla="*/ 439102 h 720566"/>
                <a:gd name="connsiteX172" fmla="*/ 52864 w 441007"/>
                <a:gd name="connsiteY172" fmla="*/ 439579 h 720566"/>
                <a:gd name="connsiteX173" fmla="*/ 45720 w 441007"/>
                <a:gd name="connsiteY173" fmla="*/ 440055 h 720566"/>
                <a:gd name="connsiteX174" fmla="*/ 41910 w 441007"/>
                <a:gd name="connsiteY174" fmla="*/ 441008 h 720566"/>
                <a:gd name="connsiteX175" fmla="*/ 40005 w 441007"/>
                <a:gd name="connsiteY175" fmla="*/ 441960 h 720566"/>
                <a:gd name="connsiteX176" fmla="*/ 40481 w 441007"/>
                <a:gd name="connsiteY176" fmla="*/ 447675 h 720566"/>
                <a:gd name="connsiteX177" fmla="*/ 44768 w 441007"/>
                <a:gd name="connsiteY177" fmla="*/ 458152 h 720566"/>
                <a:gd name="connsiteX178" fmla="*/ 48578 w 441007"/>
                <a:gd name="connsiteY178" fmla="*/ 465296 h 720566"/>
                <a:gd name="connsiteX179" fmla="*/ 49530 w 441007"/>
                <a:gd name="connsiteY179" fmla="*/ 470059 h 720566"/>
                <a:gd name="connsiteX180" fmla="*/ 48102 w 441007"/>
                <a:gd name="connsiteY180" fmla="*/ 474821 h 720566"/>
                <a:gd name="connsiteX181" fmla="*/ 46673 w 441007"/>
                <a:gd name="connsiteY181" fmla="*/ 477202 h 720566"/>
                <a:gd name="connsiteX182" fmla="*/ 46673 w 441007"/>
                <a:gd name="connsiteY182" fmla="*/ 480536 h 720566"/>
                <a:gd name="connsiteX183" fmla="*/ 45720 w 441007"/>
                <a:gd name="connsiteY183" fmla="*/ 487204 h 720566"/>
                <a:gd name="connsiteX184" fmla="*/ 42863 w 441007"/>
                <a:gd name="connsiteY184" fmla="*/ 490538 h 720566"/>
                <a:gd name="connsiteX185" fmla="*/ 39053 w 441007"/>
                <a:gd name="connsiteY185" fmla="*/ 494347 h 720566"/>
                <a:gd name="connsiteX186" fmla="*/ 34766 w 441007"/>
                <a:gd name="connsiteY186" fmla="*/ 497205 h 720566"/>
                <a:gd name="connsiteX187" fmla="*/ 31433 w 441007"/>
                <a:gd name="connsiteY187" fmla="*/ 498158 h 720566"/>
                <a:gd name="connsiteX188" fmla="*/ 28575 w 441007"/>
                <a:gd name="connsiteY188" fmla="*/ 498634 h 720566"/>
                <a:gd name="connsiteX189" fmla="*/ 26670 w 441007"/>
                <a:gd name="connsiteY189" fmla="*/ 500063 h 720566"/>
                <a:gd name="connsiteX190" fmla="*/ 24765 w 441007"/>
                <a:gd name="connsiteY190" fmla="*/ 504349 h 720566"/>
                <a:gd name="connsiteX191" fmla="*/ 23336 w 441007"/>
                <a:gd name="connsiteY191" fmla="*/ 508635 h 720566"/>
                <a:gd name="connsiteX192" fmla="*/ 18098 w 441007"/>
                <a:gd name="connsiteY192" fmla="*/ 513874 h 720566"/>
                <a:gd name="connsiteX193" fmla="*/ 18098 w 441007"/>
                <a:gd name="connsiteY193" fmla="*/ 515779 h 720566"/>
                <a:gd name="connsiteX194" fmla="*/ 20003 w 441007"/>
                <a:gd name="connsiteY194" fmla="*/ 521970 h 720566"/>
                <a:gd name="connsiteX195" fmla="*/ 21908 w 441007"/>
                <a:gd name="connsiteY195" fmla="*/ 529114 h 720566"/>
                <a:gd name="connsiteX196" fmla="*/ 20479 w 441007"/>
                <a:gd name="connsiteY196" fmla="*/ 535781 h 720566"/>
                <a:gd name="connsiteX197" fmla="*/ 19050 w 441007"/>
                <a:gd name="connsiteY197" fmla="*/ 542925 h 720566"/>
                <a:gd name="connsiteX198" fmla="*/ 16669 w 441007"/>
                <a:gd name="connsiteY198" fmla="*/ 547688 h 720566"/>
                <a:gd name="connsiteX199" fmla="*/ 13335 w 441007"/>
                <a:gd name="connsiteY199" fmla="*/ 549116 h 720566"/>
                <a:gd name="connsiteX200" fmla="*/ 10954 w 441007"/>
                <a:gd name="connsiteY200" fmla="*/ 548164 h 720566"/>
                <a:gd name="connsiteX201" fmla="*/ 8097 w 441007"/>
                <a:gd name="connsiteY201" fmla="*/ 541972 h 720566"/>
                <a:gd name="connsiteX202" fmla="*/ 4763 w 441007"/>
                <a:gd name="connsiteY202" fmla="*/ 539591 h 720566"/>
                <a:gd name="connsiteX203" fmla="*/ 1429 w 441007"/>
                <a:gd name="connsiteY203" fmla="*/ 540068 h 720566"/>
                <a:gd name="connsiteX204" fmla="*/ 477 w 441007"/>
                <a:gd name="connsiteY204" fmla="*/ 541496 h 720566"/>
                <a:gd name="connsiteX205" fmla="*/ 0 w 441007"/>
                <a:gd name="connsiteY205" fmla="*/ 544354 h 720566"/>
                <a:gd name="connsiteX206" fmla="*/ 953 w 441007"/>
                <a:gd name="connsiteY206" fmla="*/ 547688 h 720566"/>
                <a:gd name="connsiteX207" fmla="*/ 2381 w 441007"/>
                <a:gd name="connsiteY207" fmla="*/ 550545 h 720566"/>
                <a:gd name="connsiteX208" fmla="*/ 2858 w 441007"/>
                <a:gd name="connsiteY208" fmla="*/ 559594 h 720566"/>
                <a:gd name="connsiteX209" fmla="*/ 4286 w 441007"/>
                <a:gd name="connsiteY209" fmla="*/ 569595 h 720566"/>
                <a:gd name="connsiteX210" fmla="*/ 3810 w 441007"/>
                <a:gd name="connsiteY210" fmla="*/ 571976 h 720566"/>
                <a:gd name="connsiteX211" fmla="*/ 3810 w 441007"/>
                <a:gd name="connsiteY211" fmla="*/ 574834 h 720566"/>
                <a:gd name="connsiteX212" fmla="*/ 6668 w 441007"/>
                <a:gd name="connsiteY212" fmla="*/ 574358 h 720566"/>
                <a:gd name="connsiteX213" fmla="*/ 10002 w 441007"/>
                <a:gd name="connsiteY213" fmla="*/ 576263 h 720566"/>
                <a:gd name="connsiteX214" fmla="*/ 10478 w 441007"/>
                <a:gd name="connsiteY214" fmla="*/ 587216 h 720566"/>
                <a:gd name="connsiteX215" fmla="*/ 13811 w 441007"/>
                <a:gd name="connsiteY215" fmla="*/ 592931 h 720566"/>
                <a:gd name="connsiteX216" fmla="*/ 19050 w 441007"/>
                <a:gd name="connsiteY216" fmla="*/ 594360 h 720566"/>
                <a:gd name="connsiteX217" fmla="*/ 20003 w 441007"/>
                <a:gd name="connsiteY217" fmla="*/ 604361 h 720566"/>
                <a:gd name="connsiteX218" fmla="*/ 20003 w 441007"/>
                <a:gd name="connsiteY218" fmla="*/ 606743 h 720566"/>
                <a:gd name="connsiteX219" fmla="*/ 24765 w 441007"/>
                <a:gd name="connsiteY219" fmla="*/ 608647 h 720566"/>
                <a:gd name="connsiteX220" fmla="*/ 24765 w 441007"/>
                <a:gd name="connsiteY220" fmla="*/ 611981 h 720566"/>
                <a:gd name="connsiteX221" fmla="*/ 25718 w 441007"/>
                <a:gd name="connsiteY221" fmla="*/ 616268 h 720566"/>
                <a:gd name="connsiteX222" fmla="*/ 27147 w 441007"/>
                <a:gd name="connsiteY222" fmla="*/ 621030 h 720566"/>
                <a:gd name="connsiteX223" fmla="*/ 30480 w 441007"/>
                <a:gd name="connsiteY223" fmla="*/ 620077 h 720566"/>
                <a:gd name="connsiteX224" fmla="*/ 33814 w 441007"/>
                <a:gd name="connsiteY224" fmla="*/ 630555 h 720566"/>
                <a:gd name="connsiteX225" fmla="*/ 42863 w 441007"/>
                <a:gd name="connsiteY225" fmla="*/ 646271 h 720566"/>
                <a:gd name="connsiteX226" fmla="*/ 48102 w 441007"/>
                <a:gd name="connsiteY226" fmla="*/ 650081 h 720566"/>
                <a:gd name="connsiteX227" fmla="*/ 52864 w 441007"/>
                <a:gd name="connsiteY227" fmla="*/ 657701 h 720566"/>
                <a:gd name="connsiteX228" fmla="*/ 55245 w 441007"/>
                <a:gd name="connsiteY228" fmla="*/ 658177 h 720566"/>
                <a:gd name="connsiteX229" fmla="*/ 58103 w 441007"/>
                <a:gd name="connsiteY229" fmla="*/ 659606 h 720566"/>
                <a:gd name="connsiteX230" fmla="*/ 59531 w 441007"/>
                <a:gd name="connsiteY230" fmla="*/ 664369 h 720566"/>
                <a:gd name="connsiteX231" fmla="*/ 57627 w 441007"/>
                <a:gd name="connsiteY231" fmla="*/ 667226 h 720566"/>
                <a:gd name="connsiteX232" fmla="*/ 54769 w 441007"/>
                <a:gd name="connsiteY232" fmla="*/ 667226 h 720566"/>
                <a:gd name="connsiteX233" fmla="*/ 50959 w 441007"/>
                <a:gd name="connsiteY233" fmla="*/ 668179 h 720566"/>
                <a:gd name="connsiteX234" fmla="*/ 51911 w 441007"/>
                <a:gd name="connsiteY234" fmla="*/ 671036 h 720566"/>
                <a:gd name="connsiteX235" fmla="*/ 53816 w 441007"/>
                <a:gd name="connsiteY235" fmla="*/ 672941 h 720566"/>
                <a:gd name="connsiteX236" fmla="*/ 55722 w 441007"/>
                <a:gd name="connsiteY236" fmla="*/ 676751 h 720566"/>
                <a:gd name="connsiteX237" fmla="*/ 54293 w 441007"/>
                <a:gd name="connsiteY237" fmla="*/ 677704 h 720566"/>
                <a:gd name="connsiteX238" fmla="*/ 52864 w 441007"/>
                <a:gd name="connsiteY238" fmla="*/ 678180 h 720566"/>
                <a:gd name="connsiteX239" fmla="*/ 46197 w 441007"/>
                <a:gd name="connsiteY239" fmla="*/ 675322 h 720566"/>
                <a:gd name="connsiteX240" fmla="*/ 44768 w 441007"/>
                <a:gd name="connsiteY240" fmla="*/ 675322 h 720566"/>
                <a:gd name="connsiteX241" fmla="*/ 46673 w 441007"/>
                <a:gd name="connsiteY241" fmla="*/ 677704 h 720566"/>
                <a:gd name="connsiteX242" fmla="*/ 49054 w 441007"/>
                <a:gd name="connsiteY242" fmla="*/ 682943 h 720566"/>
                <a:gd name="connsiteX243" fmla="*/ 57150 w 441007"/>
                <a:gd name="connsiteY243" fmla="*/ 695325 h 720566"/>
                <a:gd name="connsiteX244" fmla="*/ 60960 w 441007"/>
                <a:gd name="connsiteY244" fmla="*/ 699135 h 720566"/>
                <a:gd name="connsiteX245" fmla="*/ 61913 w 441007"/>
                <a:gd name="connsiteY245" fmla="*/ 701993 h 720566"/>
                <a:gd name="connsiteX246" fmla="*/ 61913 w 441007"/>
                <a:gd name="connsiteY246" fmla="*/ 704374 h 720566"/>
                <a:gd name="connsiteX247" fmla="*/ 61436 w 441007"/>
                <a:gd name="connsiteY247" fmla="*/ 708184 h 720566"/>
                <a:gd name="connsiteX248" fmla="*/ 60484 w 441007"/>
                <a:gd name="connsiteY248" fmla="*/ 711994 h 720566"/>
                <a:gd name="connsiteX249" fmla="*/ 60484 w 441007"/>
                <a:gd name="connsiteY249" fmla="*/ 714375 h 720566"/>
                <a:gd name="connsiteX250" fmla="*/ 58579 w 441007"/>
                <a:gd name="connsiteY250" fmla="*/ 717709 h 720566"/>
                <a:gd name="connsiteX251" fmla="*/ 73343 w 441007"/>
                <a:gd name="connsiteY251" fmla="*/ 720566 h 720566"/>
                <a:gd name="connsiteX252" fmla="*/ 90011 w 441007"/>
                <a:gd name="connsiteY252" fmla="*/ 716756 h 720566"/>
                <a:gd name="connsiteX253" fmla="*/ 99536 w 441007"/>
                <a:gd name="connsiteY253" fmla="*/ 718661 h 720566"/>
                <a:gd name="connsiteX254" fmla="*/ 102870 w 441007"/>
                <a:gd name="connsiteY254" fmla="*/ 718661 h 720566"/>
                <a:gd name="connsiteX255" fmla="*/ 108585 w 441007"/>
                <a:gd name="connsiteY255" fmla="*/ 712470 h 720566"/>
                <a:gd name="connsiteX256" fmla="*/ 106204 w 441007"/>
                <a:gd name="connsiteY256" fmla="*/ 707231 h 720566"/>
                <a:gd name="connsiteX257" fmla="*/ 103823 w 441007"/>
                <a:gd name="connsiteY257" fmla="*/ 702945 h 720566"/>
                <a:gd name="connsiteX258" fmla="*/ 104299 w 441007"/>
                <a:gd name="connsiteY258" fmla="*/ 698183 h 720566"/>
                <a:gd name="connsiteX259" fmla="*/ 105728 w 441007"/>
                <a:gd name="connsiteY259" fmla="*/ 695801 h 720566"/>
                <a:gd name="connsiteX260" fmla="*/ 110490 w 441007"/>
                <a:gd name="connsiteY260" fmla="*/ 691515 h 720566"/>
                <a:gd name="connsiteX261" fmla="*/ 112872 w 441007"/>
                <a:gd name="connsiteY261" fmla="*/ 689610 h 720566"/>
                <a:gd name="connsiteX262" fmla="*/ 115729 w 441007"/>
                <a:gd name="connsiteY262" fmla="*/ 688181 h 720566"/>
                <a:gd name="connsiteX263" fmla="*/ 119063 w 441007"/>
                <a:gd name="connsiteY263" fmla="*/ 689610 h 720566"/>
                <a:gd name="connsiteX264" fmla="*/ 122397 w 441007"/>
                <a:gd name="connsiteY264" fmla="*/ 689134 h 720566"/>
                <a:gd name="connsiteX265" fmla="*/ 120968 w 441007"/>
                <a:gd name="connsiteY265" fmla="*/ 684371 h 720566"/>
                <a:gd name="connsiteX266" fmla="*/ 123349 w 441007"/>
                <a:gd name="connsiteY266" fmla="*/ 682943 h 720566"/>
                <a:gd name="connsiteX267" fmla="*/ 132398 w 441007"/>
                <a:gd name="connsiteY267" fmla="*/ 682466 h 720566"/>
                <a:gd name="connsiteX268" fmla="*/ 141923 w 441007"/>
                <a:gd name="connsiteY268" fmla="*/ 683419 h 720566"/>
                <a:gd name="connsiteX269" fmla="*/ 148114 w 441007"/>
                <a:gd name="connsiteY269" fmla="*/ 681990 h 720566"/>
                <a:gd name="connsiteX270" fmla="*/ 151924 w 441007"/>
                <a:gd name="connsiteY270" fmla="*/ 681990 h 720566"/>
                <a:gd name="connsiteX271" fmla="*/ 155258 w 441007"/>
                <a:gd name="connsiteY271" fmla="*/ 682943 h 720566"/>
                <a:gd name="connsiteX272" fmla="*/ 158591 w 441007"/>
                <a:gd name="connsiteY272" fmla="*/ 684847 h 720566"/>
                <a:gd name="connsiteX273" fmla="*/ 161925 w 441007"/>
                <a:gd name="connsiteY273" fmla="*/ 682943 h 720566"/>
                <a:gd name="connsiteX274" fmla="*/ 164306 w 441007"/>
                <a:gd name="connsiteY274" fmla="*/ 680085 h 720566"/>
                <a:gd name="connsiteX275" fmla="*/ 169545 w 441007"/>
                <a:gd name="connsiteY275" fmla="*/ 666750 h 720566"/>
                <a:gd name="connsiteX276" fmla="*/ 171927 w 441007"/>
                <a:gd name="connsiteY276" fmla="*/ 662464 h 720566"/>
                <a:gd name="connsiteX277" fmla="*/ 176213 w 441007"/>
                <a:gd name="connsiteY277" fmla="*/ 656749 h 720566"/>
                <a:gd name="connsiteX278" fmla="*/ 178118 w 441007"/>
                <a:gd name="connsiteY278" fmla="*/ 651986 h 720566"/>
                <a:gd name="connsiteX279" fmla="*/ 180023 w 441007"/>
                <a:gd name="connsiteY279" fmla="*/ 646271 h 720566"/>
                <a:gd name="connsiteX280" fmla="*/ 182404 w 441007"/>
                <a:gd name="connsiteY280" fmla="*/ 639604 h 720566"/>
                <a:gd name="connsiteX281" fmla="*/ 181928 w 441007"/>
                <a:gd name="connsiteY281" fmla="*/ 636270 h 720566"/>
                <a:gd name="connsiteX282" fmla="*/ 180975 w 441007"/>
                <a:gd name="connsiteY282" fmla="*/ 633889 h 720566"/>
                <a:gd name="connsiteX283" fmla="*/ 180975 w 441007"/>
                <a:gd name="connsiteY283" fmla="*/ 630079 h 720566"/>
                <a:gd name="connsiteX284" fmla="*/ 186214 w 441007"/>
                <a:gd name="connsiteY284" fmla="*/ 621983 h 720566"/>
                <a:gd name="connsiteX285" fmla="*/ 187166 w 441007"/>
                <a:gd name="connsiteY285" fmla="*/ 618649 h 720566"/>
                <a:gd name="connsiteX286" fmla="*/ 185738 w 441007"/>
                <a:gd name="connsiteY286" fmla="*/ 615315 h 720566"/>
                <a:gd name="connsiteX287" fmla="*/ 185261 w 441007"/>
                <a:gd name="connsiteY287" fmla="*/ 611505 h 720566"/>
                <a:gd name="connsiteX288" fmla="*/ 185261 w 441007"/>
                <a:gd name="connsiteY288" fmla="*/ 605790 h 720566"/>
                <a:gd name="connsiteX289" fmla="*/ 184309 w 441007"/>
                <a:gd name="connsiteY289" fmla="*/ 603409 h 720566"/>
                <a:gd name="connsiteX290" fmla="*/ 185738 w 441007"/>
                <a:gd name="connsiteY290" fmla="*/ 598646 h 720566"/>
                <a:gd name="connsiteX291" fmla="*/ 189072 w 441007"/>
                <a:gd name="connsiteY291" fmla="*/ 598646 h 720566"/>
                <a:gd name="connsiteX292" fmla="*/ 189072 w 441007"/>
                <a:gd name="connsiteY292" fmla="*/ 586740 h 720566"/>
                <a:gd name="connsiteX293" fmla="*/ 191453 w 441007"/>
                <a:gd name="connsiteY293" fmla="*/ 583883 h 720566"/>
                <a:gd name="connsiteX294" fmla="*/ 189548 w 441007"/>
                <a:gd name="connsiteY294" fmla="*/ 579596 h 720566"/>
                <a:gd name="connsiteX295" fmla="*/ 187166 w 441007"/>
                <a:gd name="connsiteY295" fmla="*/ 572929 h 720566"/>
                <a:gd name="connsiteX296" fmla="*/ 192881 w 441007"/>
                <a:gd name="connsiteY296" fmla="*/ 571500 h 720566"/>
                <a:gd name="connsiteX297" fmla="*/ 196215 w 441007"/>
                <a:gd name="connsiteY297" fmla="*/ 570071 h 720566"/>
                <a:gd name="connsiteX298" fmla="*/ 191453 w 441007"/>
                <a:gd name="connsiteY298" fmla="*/ 565309 h 720566"/>
                <a:gd name="connsiteX299" fmla="*/ 187643 w 441007"/>
                <a:gd name="connsiteY299" fmla="*/ 564833 h 720566"/>
                <a:gd name="connsiteX300" fmla="*/ 180499 w 441007"/>
                <a:gd name="connsiteY300" fmla="*/ 564356 h 720566"/>
                <a:gd name="connsiteX301" fmla="*/ 177641 w 441007"/>
                <a:gd name="connsiteY301" fmla="*/ 564833 h 720566"/>
                <a:gd name="connsiteX302" fmla="*/ 175260 w 441007"/>
                <a:gd name="connsiteY302" fmla="*/ 563404 h 720566"/>
                <a:gd name="connsiteX303" fmla="*/ 171927 w 441007"/>
                <a:gd name="connsiteY303" fmla="*/ 562927 h 720566"/>
                <a:gd name="connsiteX304" fmla="*/ 175260 w 441007"/>
                <a:gd name="connsiteY304" fmla="*/ 561499 h 720566"/>
                <a:gd name="connsiteX305" fmla="*/ 186214 w 441007"/>
                <a:gd name="connsiteY305" fmla="*/ 561975 h 720566"/>
                <a:gd name="connsiteX306" fmla="*/ 197644 w 441007"/>
                <a:gd name="connsiteY306" fmla="*/ 561975 h 720566"/>
                <a:gd name="connsiteX307" fmla="*/ 201930 w 441007"/>
                <a:gd name="connsiteY307" fmla="*/ 559118 h 720566"/>
                <a:gd name="connsiteX308" fmla="*/ 210027 w 441007"/>
                <a:gd name="connsiteY308" fmla="*/ 555784 h 720566"/>
                <a:gd name="connsiteX309" fmla="*/ 213836 w 441007"/>
                <a:gd name="connsiteY309" fmla="*/ 551974 h 720566"/>
                <a:gd name="connsiteX310" fmla="*/ 220980 w 441007"/>
                <a:gd name="connsiteY310" fmla="*/ 549116 h 720566"/>
                <a:gd name="connsiteX311" fmla="*/ 224314 w 441007"/>
                <a:gd name="connsiteY311" fmla="*/ 546735 h 720566"/>
                <a:gd name="connsiteX312" fmla="*/ 226695 w 441007"/>
                <a:gd name="connsiteY312" fmla="*/ 547211 h 720566"/>
                <a:gd name="connsiteX313" fmla="*/ 231458 w 441007"/>
                <a:gd name="connsiteY313" fmla="*/ 544830 h 720566"/>
                <a:gd name="connsiteX314" fmla="*/ 235744 w 441007"/>
                <a:gd name="connsiteY314" fmla="*/ 541972 h 720566"/>
                <a:gd name="connsiteX315" fmla="*/ 241935 w 441007"/>
                <a:gd name="connsiteY315" fmla="*/ 539591 h 720566"/>
                <a:gd name="connsiteX316" fmla="*/ 243364 w 441007"/>
                <a:gd name="connsiteY316" fmla="*/ 538639 h 720566"/>
                <a:gd name="connsiteX317" fmla="*/ 245269 w 441007"/>
                <a:gd name="connsiteY317" fmla="*/ 536258 h 720566"/>
                <a:gd name="connsiteX318" fmla="*/ 246698 w 441007"/>
                <a:gd name="connsiteY318" fmla="*/ 530543 h 720566"/>
                <a:gd name="connsiteX319" fmla="*/ 249555 w 441007"/>
                <a:gd name="connsiteY319" fmla="*/ 530543 h 720566"/>
                <a:gd name="connsiteX320" fmla="*/ 253365 w 441007"/>
                <a:gd name="connsiteY320" fmla="*/ 528638 h 720566"/>
                <a:gd name="connsiteX321" fmla="*/ 251460 w 441007"/>
                <a:gd name="connsiteY321" fmla="*/ 525304 h 720566"/>
                <a:gd name="connsiteX322" fmla="*/ 249555 w 441007"/>
                <a:gd name="connsiteY322" fmla="*/ 524827 h 720566"/>
                <a:gd name="connsiteX323" fmla="*/ 247650 w 441007"/>
                <a:gd name="connsiteY323" fmla="*/ 525304 h 720566"/>
                <a:gd name="connsiteX324" fmla="*/ 245269 w 441007"/>
                <a:gd name="connsiteY324" fmla="*/ 526733 h 720566"/>
                <a:gd name="connsiteX325" fmla="*/ 243364 w 441007"/>
                <a:gd name="connsiteY325" fmla="*/ 526256 h 720566"/>
                <a:gd name="connsiteX326" fmla="*/ 240983 w 441007"/>
                <a:gd name="connsiteY326" fmla="*/ 526733 h 720566"/>
                <a:gd name="connsiteX327" fmla="*/ 239078 w 441007"/>
                <a:gd name="connsiteY327" fmla="*/ 528638 h 720566"/>
                <a:gd name="connsiteX328" fmla="*/ 236220 w 441007"/>
                <a:gd name="connsiteY328" fmla="*/ 529590 h 720566"/>
                <a:gd name="connsiteX329" fmla="*/ 230981 w 441007"/>
                <a:gd name="connsiteY329" fmla="*/ 529114 h 720566"/>
                <a:gd name="connsiteX330" fmla="*/ 230505 w 441007"/>
                <a:gd name="connsiteY330" fmla="*/ 527685 h 720566"/>
                <a:gd name="connsiteX331" fmla="*/ 237173 w 441007"/>
                <a:gd name="connsiteY331" fmla="*/ 524351 h 720566"/>
                <a:gd name="connsiteX332" fmla="*/ 239078 w 441007"/>
                <a:gd name="connsiteY332" fmla="*/ 524827 h 720566"/>
                <a:gd name="connsiteX333" fmla="*/ 240983 w 441007"/>
                <a:gd name="connsiteY333" fmla="*/ 523875 h 720566"/>
                <a:gd name="connsiteX334" fmla="*/ 242888 w 441007"/>
                <a:gd name="connsiteY334" fmla="*/ 521970 h 720566"/>
                <a:gd name="connsiteX335" fmla="*/ 245269 w 441007"/>
                <a:gd name="connsiteY335" fmla="*/ 521494 h 720566"/>
                <a:gd name="connsiteX336" fmla="*/ 251460 w 441007"/>
                <a:gd name="connsiteY336" fmla="*/ 517684 h 720566"/>
                <a:gd name="connsiteX337" fmla="*/ 253365 w 441007"/>
                <a:gd name="connsiteY337" fmla="*/ 515779 h 720566"/>
                <a:gd name="connsiteX338" fmla="*/ 256223 w 441007"/>
                <a:gd name="connsiteY338" fmla="*/ 512921 h 720566"/>
                <a:gd name="connsiteX339" fmla="*/ 262414 w 441007"/>
                <a:gd name="connsiteY339" fmla="*/ 509111 h 720566"/>
                <a:gd name="connsiteX340" fmla="*/ 264795 w 441007"/>
                <a:gd name="connsiteY340" fmla="*/ 507683 h 720566"/>
                <a:gd name="connsiteX341" fmla="*/ 265272 w 441007"/>
                <a:gd name="connsiteY341" fmla="*/ 504349 h 720566"/>
                <a:gd name="connsiteX342" fmla="*/ 263366 w 441007"/>
                <a:gd name="connsiteY342" fmla="*/ 498634 h 720566"/>
                <a:gd name="connsiteX343" fmla="*/ 261938 w 441007"/>
                <a:gd name="connsiteY343" fmla="*/ 496729 h 720566"/>
                <a:gd name="connsiteX344" fmla="*/ 260985 w 441007"/>
                <a:gd name="connsiteY344" fmla="*/ 494347 h 720566"/>
                <a:gd name="connsiteX345" fmla="*/ 258604 w 441007"/>
                <a:gd name="connsiteY345" fmla="*/ 491490 h 720566"/>
                <a:gd name="connsiteX346" fmla="*/ 252413 w 441007"/>
                <a:gd name="connsiteY346" fmla="*/ 489585 h 720566"/>
                <a:gd name="connsiteX347" fmla="*/ 250031 w 441007"/>
                <a:gd name="connsiteY347" fmla="*/ 487680 h 720566"/>
                <a:gd name="connsiteX348" fmla="*/ 250984 w 441007"/>
                <a:gd name="connsiteY348" fmla="*/ 482441 h 720566"/>
                <a:gd name="connsiteX349" fmla="*/ 245745 w 441007"/>
                <a:gd name="connsiteY349" fmla="*/ 478155 h 720566"/>
                <a:gd name="connsiteX350" fmla="*/ 240506 w 441007"/>
                <a:gd name="connsiteY350" fmla="*/ 476726 h 720566"/>
                <a:gd name="connsiteX351" fmla="*/ 237649 w 441007"/>
                <a:gd name="connsiteY351" fmla="*/ 474345 h 720566"/>
                <a:gd name="connsiteX352" fmla="*/ 232410 w 441007"/>
                <a:gd name="connsiteY352" fmla="*/ 469106 h 720566"/>
                <a:gd name="connsiteX353" fmla="*/ 230505 w 441007"/>
                <a:gd name="connsiteY353" fmla="*/ 465296 h 720566"/>
                <a:gd name="connsiteX354" fmla="*/ 227648 w 441007"/>
                <a:gd name="connsiteY354" fmla="*/ 465772 h 720566"/>
                <a:gd name="connsiteX355" fmla="*/ 223361 w 441007"/>
                <a:gd name="connsiteY355" fmla="*/ 467677 h 720566"/>
                <a:gd name="connsiteX356" fmla="*/ 220504 w 441007"/>
                <a:gd name="connsiteY356" fmla="*/ 467677 h 720566"/>
                <a:gd name="connsiteX357" fmla="*/ 219552 w 441007"/>
                <a:gd name="connsiteY357" fmla="*/ 465296 h 720566"/>
                <a:gd name="connsiteX358" fmla="*/ 218123 w 441007"/>
                <a:gd name="connsiteY358" fmla="*/ 462915 h 720566"/>
                <a:gd name="connsiteX359" fmla="*/ 216694 w 441007"/>
                <a:gd name="connsiteY359" fmla="*/ 461963 h 720566"/>
                <a:gd name="connsiteX360" fmla="*/ 213360 w 441007"/>
                <a:gd name="connsiteY360" fmla="*/ 461963 h 720566"/>
                <a:gd name="connsiteX361" fmla="*/ 210027 w 441007"/>
                <a:gd name="connsiteY361" fmla="*/ 461963 h 720566"/>
                <a:gd name="connsiteX362" fmla="*/ 206216 w 441007"/>
                <a:gd name="connsiteY362" fmla="*/ 459105 h 720566"/>
                <a:gd name="connsiteX363" fmla="*/ 206693 w 441007"/>
                <a:gd name="connsiteY363" fmla="*/ 455771 h 720566"/>
                <a:gd name="connsiteX364" fmla="*/ 207169 w 441007"/>
                <a:gd name="connsiteY364" fmla="*/ 453390 h 720566"/>
                <a:gd name="connsiteX365" fmla="*/ 204788 w 441007"/>
                <a:gd name="connsiteY365" fmla="*/ 446246 h 720566"/>
                <a:gd name="connsiteX366" fmla="*/ 205264 w 441007"/>
                <a:gd name="connsiteY366" fmla="*/ 444341 h 720566"/>
                <a:gd name="connsiteX367" fmla="*/ 204311 w 441007"/>
                <a:gd name="connsiteY367" fmla="*/ 436245 h 720566"/>
                <a:gd name="connsiteX368" fmla="*/ 204311 w 441007"/>
                <a:gd name="connsiteY368" fmla="*/ 431006 h 720566"/>
                <a:gd name="connsiteX369" fmla="*/ 203835 w 441007"/>
                <a:gd name="connsiteY369" fmla="*/ 429577 h 720566"/>
                <a:gd name="connsiteX370" fmla="*/ 205264 w 441007"/>
                <a:gd name="connsiteY370" fmla="*/ 427672 h 720566"/>
                <a:gd name="connsiteX371" fmla="*/ 204311 w 441007"/>
                <a:gd name="connsiteY371" fmla="*/ 425291 h 720566"/>
                <a:gd name="connsiteX372" fmla="*/ 202883 w 441007"/>
                <a:gd name="connsiteY372" fmla="*/ 423863 h 720566"/>
                <a:gd name="connsiteX373" fmla="*/ 203835 w 441007"/>
                <a:gd name="connsiteY373" fmla="*/ 420052 h 720566"/>
                <a:gd name="connsiteX374" fmla="*/ 203359 w 441007"/>
                <a:gd name="connsiteY374" fmla="*/ 417671 h 720566"/>
                <a:gd name="connsiteX375" fmla="*/ 202883 w 441007"/>
                <a:gd name="connsiteY375" fmla="*/ 413861 h 720566"/>
                <a:gd name="connsiteX376" fmla="*/ 205740 w 441007"/>
                <a:gd name="connsiteY376" fmla="*/ 409575 h 720566"/>
                <a:gd name="connsiteX377" fmla="*/ 205264 w 441007"/>
                <a:gd name="connsiteY377" fmla="*/ 406241 h 720566"/>
                <a:gd name="connsiteX378" fmla="*/ 210027 w 441007"/>
                <a:gd name="connsiteY378" fmla="*/ 408146 h 720566"/>
                <a:gd name="connsiteX379" fmla="*/ 214313 w 441007"/>
                <a:gd name="connsiteY379" fmla="*/ 408622 h 720566"/>
                <a:gd name="connsiteX380" fmla="*/ 212884 w 441007"/>
                <a:gd name="connsiteY380" fmla="*/ 405765 h 720566"/>
                <a:gd name="connsiteX381" fmla="*/ 212408 w 441007"/>
                <a:gd name="connsiteY381" fmla="*/ 403384 h 720566"/>
                <a:gd name="connsiteX382" fmla="*/ 211455 w 441007"/>
                <a:gd name="connsiteY382" fmla="*/ 399097 h 720566"/>
                <a:gd name="connsiteX383" fmla="*/ 212884 w 441007"/>
                <a:gd name="connsiteY383" fmla="*/ 393859 h 720566"/>
                <a:gd name="connsiteX384" fmla="*/ 213836 w 441007"/>
                <a:gd name="connsiteY384" fmla="*/ 391001 h 720566"/>
                <a:gd name="connsiteX385" fmla="*/ 216218 w 441007"/>
                <a:gd name="connsiteY385" fmla="*/ 383381 h 720566"/>
                <a:gd name="connsiteX386" fmla="*/ 218123 w 441007"/>
                <a:gd name="connsiteY386" fmla="*/ 381000 h 720566"/>
                <a:gd name="connsiteX387" fmla="*/ 220504 w 441007"/>
                <a:gd name="connsiteY387" fmla="*/ 380047 h 720566"/>
                <a:gd name="connsiteX388" fmla="*/ 217170 w 441007"/>
                <a:gd name="connsiteY388" fmla="*/ 378619 h 720566"/>
                <a:gd name="connsiteX389" fmla="*/ 213360 w 441007"/>
                <a:gd name="connsiteY389" fmla="*/ 374809 h 720566"/>
                <a:gd name="connsiteX390" fmla="*/ 211455 w 441007"/>
                <a:gd name="connsiteY390" fmla="*/ 370046 h 720566"/>
                <a:gd name="connsiteX391" fmla="*/ 211455 w 441007"/>
                <a:gd name="connsiteY391" fmla="*/ 368141 h 720566"/>
                <a:gd name="connsiteX392" fmla="*/ 212408 w 441007"/>
                <a:gd name="connsiteY392" fmla="*/ 365760 h 720566"/>
                <a:gd name="connsiteX393" fmla="*/ 215741 w 441007"/>
                <a:gd name="connsiteY393" fmla="*/ 367189 h 720566"/>
                <a:gd name="connsiteX394" fmla="*/ 217647 w 441007"/>
                <a:gd name="connsiteY394" fmla="*/ 368617 h 720566"/>
                <a:gd name="connsiteX395" fmla="*/ 220028 w 441007"/>
                <a:gd name="connsiteY395" fmla="*/ 368617 h 720566"/>
                <a:gd name="connsiteX396" fmla="*/ 222409 w 441007"/>
                <a:gd name="connsiteY396" fmla="*/ 365760 h 720566"/>
                <a:gd name="connsiteX397" fmla="*/ 226219 w 441007"/>
                <a:gd name="connsiteY397" fmla="*/ 365760 h 720566"/>
                <a:gd name="connsiteX398" fmla="*/ 230029 w 441007"/>
                <a:gd name="connsiteY398" fmla="*/ 361950 h 720566"/>
                <a:gd name="connsiteX399" fmla="*/ 232886 w 441007"/>
                <a:gd name="connsiteY399" fmla="*/ 360997 h 720566"/>
                <a:gd name="connsiteX400" fmla="*/ 231934 w 441007"/>
                <a:gd name="connsiteY400" fmla="*/ 359569 h 720566"/>
                <a:gd name="connsiteX401" fmla="*/ 229553 w 441007"/>
                <a:gd name="connsiteY401" fmla="*/ 358616 h 720566"/>
                <a:gd name="connsiteX402" fmla="*/ 228600 w 441007"/>
                <a:gd name="connsiteY402" fmla="*/ 357664 h 720566"/>
                <a:gd name="connsiteX403" fmla="*/ 230029 w 441007"/>
                <a:gd name="connsiteY403" fmla="*/ 356711 h 720566"/>
                <a:gd name="connsiteX404" fmla="*/ 230981 w 441007"/>
                <a:gd name="connsiteY404" fmla="*/ 354330 h 720566"/>
                <a:gd name="connsiteX405" fmla="*/ 229553 w 441007"/>
                <a:gd name="connsiteY405" fmla="*/ 350996 h 720566"/>
                <a:gd name="connsiteX406" fmla="*/ 228124 w 441007"/>
                <a:gd name="connsiteY406" fmla="*/ 348615 h 720566"/>
                <a:gd name="connsiteX407" fmla="*/ 227648 w 441007"/>
                <a:gd name="connsiteY407" fmla="*/ 346234 h 720566"/>
                <a:gd name="connsiteX408" fmla="*/ 228600 w 441007"/>
                <a:gd name="connsiteY408" fmla="*/ 345281 h 720566"/>
                <a:gd name="connsiteX409" fmla="*/ 230029 w 441007"/>
                <a:gd name="connsiteY409" fmla="*/ 348139 h 720566"/>
                <a:gd name="connsiteX410" fmla="*/ 234791 w 441007"/>
                <a:gd name="connsiteY410" fmla="*/ 348139 h 720566"/>
                <a:gd name="connsiteX411" fmla="*/ 234315 w 441007"/>
                <a:gd name="connsiteY411" fmla="*/ 349567 h 720566"/>
                <a:gd name="connsiteX412" fmla="*/ 234315 w 441007"/>
                <a:gd name="connsiteY412" fmla="*/ 350520 h 720566"/>
                <a:gd name="connsiteX413" fmla="*/ 237649 w 441007"/>
                <a:gd name="connsiteY413" fmla="*/ 350520 h 720566"/>
                <a:gd name="connsiteX414" fmla="*/ 239078 w 441007"/>
                <a:gd name="connsiteY414" fmla="*/ 349091 h 720566"/>
                <a:gd name="connsiteX415" fmla="*/ 240030 w 441007"/>
                <a:gd name="connsiteY415" fmla="*/ 347186 h 720566"/>
                <a:gd name="connsiteX416" fmla="*/ 247174 w 441007"/>
                <a:gd name="connsiteY416" fmla="*/ 344805 h 720566"/>
                <a:gd name="connsiteX417" fmla="*/ 247650 w 441007"/>
                <a:gd name="connsiteY417" fmla="*/ 342900 h 720566"/>
                <a:gd name="connsiteX418" fmla="*/ 247650 w 441007"/>
                <a:gd name="connsiteY418" fmla="*/ 341471 h 720566"/>
                <a:gd name="connsiteX419" fmla="*/ 248127 w 441007"/>
                <a:gd name="connsiteY419" fmla="*/ 340042 h 720566"/>
                <a:gd name="connsiteX420" fmla="*/ 241459 w 441007"/>
                <a:gd name="connsiteY420" fmla="*/ 339566 h 720566"/>
                <a:gd name="connsiteX421" fmla="*/ 242411 w 441007"/>
                <a:gd name="connsiteY421" fmla="*/ 337661 h 720566"/>
                <a:gd name="connsiteX422" fmla="*/ 244793 w 441007"/>
                <a:gd name="connsiteY422" fmla="*/ 337185 h 720566"/>
                <a:gd name="connsiteX423" fmla="*/ 249079 w 441007"/>
                <a:gd name="connsiteY423" fmla="*/ 335756 h 720566"/>
                <a:gd name="connsiteX424" fmla="*/ 250508 w 441007"/>
                <a:gd name="connsiteY424" fmla="*/ 332422 h 720566"/>
                <a:gd name="connsiteX425" fmla="*/ 251460 w 441007"/>
                <a:gd name="connsiteY425" fmla="*/ 329565 h 720566"/>
                <a:gd name="connsiteX426" fmla="*/ 253365 w 441007"/>
                <a:gd name="connsiteY426" fmla="*/ 329565 h 720566"/>
                <a:gd name="connsiteX427" fmla="*/ 256699 w 441007"/>
                <a:gd name="connsiteY427" fmla="*/ 328613 h 720566"/>
                <a:gd name="connsiteX428" fmla="*/ 258604 w 441007"/>
                <a:gd name="connsiteY428" fmla="*/ 328613 h 720566"/>
                <a:gd name="connsiteX429" fmla="*/ 260033 w 441007"/>
                <a:gd name="connsiteY429" fmla="*/ 328136 h 720566"/>
                <a:gd name="connsiteX430" fmla="*/ 259556 w 441007"/>
                <a:gd name="connsiteY430" fmla="*/ 327184 h 720566"/>
                <a:gd name="connsiteX431" fmla="*/ 257652 w 441007"/>
                <a:gd name="connsiteY431" fmla="*/ 326231 h 720566"/>
                <a:gd name="connsiteX432" fmla="*/ 258604 w 441007"/>
                <a:gd name="connsiteY432" fmla="*/ 325279 h 720566"/>
                <a:gd name="connsiteX433" fmla="*/ 266224 w 441007"/>
                <a:gd name="connsiteY433" fmla="*/ 326231 h 720566"/>
                <a:gd name="connsiteX434" fmla="*/ 272891 w 441007"/>
                <a:gd name="connsiteY434" fmla="*/ 320516 h 720566"/>
                <a:gd name="connsiteX435" fmla="*/ 274797 w 441007"/>
                <a:gd name="connsiteY435" fmla="*/ 316230 h 720566"/>
                <a:gd name="connsiteX436" fmla="*/ 277178 w 441007"/>
                <a:gd name="connsiteY436" fmla="*/ 313849 h 720566"/>
                <a:gd name="connsiteX437" fmla="*/ 281940 w 441007"/>
                <a:gd name="connsiteY437" fmla="*/ 316706 h 720566"/>
                <a:gd name="connsiteX438" fmla="*/ 281940 w 441007"/>
                <a:gd name="connsiteY438" fmla="*/ 314801 h 720566"/>
                <a:gd name="connsiteX439" fmla="*/ 282416 w 441007"/>
                <a:gd name="connsiteY439" fmla="*/ 312420 h 720566"/>
                <a:gd name="connsiteX440" fmla="*/ 285274 w 441007"/>
                <a:gd name="connsiteY440" fmla="*/ 313372 h 720566"/>
                <a:gd name="connsiteX441" fmla="*/ 287655 w 441007"/>
                <a:gd name="connsiteY441" fmla="*/ 314801 h 720566"/>
                <a:gd name="connsiteX442" fmla="*/ 290036 w 441007"/>
                <a:gd name="connsiteY442" fmla="*/ 314325 h 720566"/>
                <a:gd name="connsiteX443" fmla="*/ 291941 w 441007"/>
                <a:gd name="connsiteY443" fmla="*/ 310515 h 720566"/>
                <a:gd name="connsiteX444" fmla="*/ 296228 w 441007"/>
                <a:gd name="connsiteY444" fmla="*/ 306705 h 720566"/>
                <a:gd name="connsiteX445" fmla="*/ 306229 w 441007"/>
                <a:gd name="connsiteY445" fmla="*/ 303847 h 720566"/>
                <a:gd name="connsiteX446" fmla="*/ 311944 w 441007"/>
                <a:gd name="connsiteY446" fmla="*/ 300514 h 720566"/>
                <a:gd name="connsiteX447" fmla="*/ 314802 w 441007"/>
                <a:gd name="connsiteY447" fmla="*/ 297656 h 720566"/>
                <a:gd name="connsiteX448" fmla="*/ 322422 w 441007"/>
                <a:gd name="connsiteY448" fmla="*/ 294799 h 720566"/>
                <a:gd name="connsiteX449" fmla="*/ 325279 w 441007"/>
                <a:gd name="connsiteY449" fmla="*/ 292417 h 720566"/>
                <a:gd name="connsiteX450" fmla="*/ 333852 w 441007"/>
                <a:gd name="connsiteY450" fmla="*/ 275749 h 720566"/>
                <a:gd name="connsiteX451" fmla="*/ 341948 w 441007"/>
                <a:gd name="connsiteY451" fmla="*/ 269081 h 720566"/>
                <a:gd name="connsiteX452" fmla="*/ 349091 w 441007"/>
                <a:gd name="connsiteY452" fmla="*/ 264795 h 720566"/>
                <a:gd name="connsiteX453" fmla="*/ 350044 w 441007"/>
                <a:gd name="connsiteY453" fmla="*/ 262890 h 720566"/>
                <a:gd name="connsiteX454" fmla="*/ 350997 w 441007"/>
                <a:gd name="connsiteY454" fmla="*/ 260509 h 720566"/>
                <a:gd name="connsiteX455" fmla="*/ 346710 w 441007"/>
                <a:gd name="connsiteY455" fmla="*/ 256222 h 720566"/>
                <a:gd name="connsiteX456" fmla="*/ 344805 w 441007"/>
                <a:gd name="connsiteY456" fmla="*/ 251460 h 720566"/>
                <a:gd name="connsiteX457" fmla="*/ 342900 w 441007"/>
                <a:gd name="connsiteY457" fmla="*/ 246221 h 720566"/>
                <a:gd name="connsiteX458" fmla="*/ 340519 w 441007"/>
                <a:gd name="connsiteY458" fmla="*/ 243364 h 720566"/>
                <a:gd name="connsiteX459" fmla="*/ 338138 w 441007"/>
                <a:gd name="connsiteY459" fmla="*/ 241459 h 720566"/>
                <a:gd name="connsiteX460" fmla="*/ 340043 w 441007"/>
                <a:gd name="connsiteY460" fmla="*/ 237649 h 720566"/>
                <a:gd name="connsiteX461" fmla="*/ 343377 w 441007"/>
                <a:gd name="connsiteY461" fmla="*/ 234315 h 720566"/>
                <a:gd name="connsiteX462" fmla="*/ 347663 w 441007"/>
                <a:gd name="connsiteY462" fmla="*/ 230505 h 720566"/>
                <a:gd name="connsiteX463" fmla="*/ 352902 w 441007"/>
                <a:gd name="connsiteY463" fmla="*/ 224314 h 720566"/>
                <a:gd name="connsiteX464" fmla="*/ 352902 w 441007"/>
                <a:gd name="connsiteY464" fmla="*/ 222409 h 720566"/>
                <a:gd name="connsiteX465" fmla="*/ 351949 w 441007"/>
                <a:gd name="connsiteY465" fmla="*/ 220027 h 720566"/>
                <a:gd name="connsiteX466" fmla="*/ 350520 w 441007"/>
                <a:gd name="connsiteY466" fmla="*/ 218122 h 720566"/>
                <a:gd name="connsiteX467" fmla="*/ 348139 w 441007"/>
                <a:gd name="connsiteY467" fmla="*/ 216217 h 720566"/>
                <a:gd name="connsiteX468" fmla="*/ 347186 w 441007"/>
                <a:gd name="connsiteY468" fmla="*/ 214313 h 720566"/>
                <a:gd name="connsiteX469" fmla="*/ 348615 w 441007"/>
                <a:gd name="connsiteY469" fmla="*/ 214313 h 720566"/>
                <a:gd name="connsiteX470" fmla="*/ 352902 w 441007"/>
                <a:gd name="connsiteY470" fmla="*/ 218122 h 720566"/>
                <a:gd name="connsiteX471" fmla="*/ 354330 w 441007"/>
                <a:gd name="connsiteY471" fmla="*/ 217646 h 720566"/>
                <a:gd name="connsiteX472" fmla="*/ 354330 w 441007"/>
                <a:gd name="connsiteY472" fmla="*/ 215741 h 720566"/>
                <a:gd name="connsiteX473" fmla="*/ 353854 w 441007"/>
                <a:gd name="connsiteY473" fmla="*/ 214789 h 720566"/>
                <a:gd name="connsiteX474" fmla="*/ 351949 w 441007"/>
                <a:gd name="connsiteY474" fmla="*/ 213836 h 720566"/>
                <a:gd name="connsiteX475" fmla="*/ 350997 w 441007"/>
                <a:gd name="connsiteY475" fmla="*/ 212408 h 720566"/>
                <a:gd name="connsiteX476" fmla="*/ 351473 w 441007"/>
                <a:gd name="connsiteY476" fmla="*/ 210979 h 720566"/>
                <a:gd name="connsiteX477" fmla="*/ 352425 w 441007"/>
                <a:gd name="connsiteY477" fmla="*/ 209550 h 720566"/>
                <a:gd name="connsiteX478" fmla="*/ 356235 w 441007"/>
                <a:gd name="connsiteY478" fmla="*/ 210026 h 720566"/>
                <a:gd name="connsiteX479" fmla="*/ 362903 w 441007"/>
                <a:gd name="connsiteY479" fmla="*/ 209074 h 720566"/>
                <a:gd name="connsiteX480" fmla="*/ 363855 w 441007"/>
                <a:gd name="connsiteY480" fmla="*/ 208121 h 720566"/>
                <a:gd name="connsiteX481" fmla="*/ 365284 w 441007"/>
                <a:gd name="connsiteY481" fmla="*/ 206216 h 720566"/>
                <a:gd name="connsiteX482" fmla="*/ 363855 w 441007"/>
                <a:gd name="connsiteY482" fmla="*/ 204311 h 720566"/>
                <a:gd name="connsiteX483" fmla="*/ 364331 w 441007"/>
                <a:gd name="connsiteY483" fmla="*/ 202883 h 720566"/>
                <a:gd name="connsiteX484" fmla="*/ 370047 w 441007"/>
                <a:gd name="connsiteY484" fmla="*/ 202883 h 720566"/>
                <a:gd name="connsiteX485" fmla="*/ 371952 w 441007"/>
                <a:gd name="connsiteY485" fmla="*/ 201454 h 720566"/>
                <a:gd name="connsiteX486" fmla="*/ 371475 w 441007"/>
                <a:gd name="connsiteY486" fmla="*/ 200501 h 720566"/>
                <a:gd name="connsiteX487" fmla="*/ 370047 w 441007"/>
                <a:gd name="connsiteY487" fmla="*/ 199549 h 720566"/>
                <a:gd name="connsiteX488" fmla="*/ 369570 w 441007"/>
                <a:gd name="connsiteY488" fmla="*/ 198120 h 720566"/>
                <a:gd name="connsiteX489" fmla="*/ 375285 w 441007"/>
                <a:gd name="connsiteY489" fmla="*/ 199072 h 720566"/>
                <a:gd name="connsiteX490" fmla="*/ 375761 w 441007"/>
                <a:gd name="connsiteY490" fmla="*/ 197644 h 720566"/>
                <a:gd name="connsiteX491" fmla="*/ 376238 w 441007"/>
                <a:gd name="connsiteY491" fmla="*/ 191929 h 720566"/>
                <a:gd name="connsiteX492" fmla="*/ 376714 w 441007"/>
                <a:gd name="connsiteY492" fmla="*/ 190500 h 720566"/>
                <a:gd name="connsiteX493" fmla="*/ 378143 w 441007"/>
                <a:gd name="connsiteY493" fmla="*/ 188119 h 720566"/>
                <a:gd name="connsiteX494" fmla="*/ 379095 w 441007"/>
                <a:gd name="connsiteY494" fmla="*/ 185261 h 720566"/>
                <a:gd name="connsiteX495" fmla="*/ 380048 w 441007"/>
                <a:gd name="connsiteY495" fmla="*/ 184309 h 720566"/>
                <a:gd name="connsiteX496" fmla="*/ 382429 w 441007"/>
                <a:gd name="connsiteY496" fmla="*/ 184785 h 720566"/>
                <a:gd name="connsiteX497" fmla="*/ 384810 w 441007"/>
                <a:gd name="connsiteY497" fmla="*/ 188119 h 720566"/>
                <a:gd name="connsiteX498" fmla="*/ 387668 w 441007"/>
                <a:gd name="connsiteY498" fmla="*/ 187642 h 720566"/>
                <a:gd name="connsiteX499" fmla="*/ 391954 w 441007"/>
                <a:gd name="connsiteY499" fmla="*/ 183833 h 720566"/>
                <a:gd name="connsiteX500" fmla="*/ 397669 w 441007"/>
                <a:gd name="connsiteY500" fmla="*/ 188595 h 720566"/>
                <a:gd name="connsiteX501" fmla="*/ 403860 w 441007"/>
                <a:gd name="connsiteY501" fmla="*/ 191452 h 720566"/>
                <a:gd name="connsiteX502" fmla="*/ 405765 w 441007"/>
                <a:gd name="connsiteY502" fmla="*/ 190500 h 720566"/>
                <a:gd name="connsiteX503" fmla="*/ 408147 w 441007"/>
                <a:gd name="connsiteY503" fmla="*/ 188595 h 720566"/>
                <a:gd name="connsiteX504" fmla="*/ 414814 w 441007"/>
                <a:gd name="connsiteY504" fmla="*/ 187642 h 720566"/>
                <a:gd name="connsiteX505" fmla="*/ 420529 w 441007"/>
                <a:gd name="connsiteY505" fmla="*/ 187642 h 720566"/>
                <a:gd name="connsiteX506" fmla="*/ 423863 w 441007"/>
                <a:gd name="connsiteY506" fmla="*/ 186214 h 720566"/>
                <a:gd name="connsiteX507" fmla="*/ 430530 w 441007"/>
                <a:gd name="connsiteY507" fmla="*/ 188595 h 720566"/>
                <a:gd name="connsiteX508" fmla="*/ 439579 w 441007"/>
                <a:gd name="connsiteY508" fmla="*/ 187166 h 720566"/>
                <a:gd name="connsiteX509" fmla="*/ 441008 w 441007"/>
                <a:gd name="connsiteY509" fmla="*/ 174307 h 72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441007" h="720566">
                  <a:moveTo>
                    <a:pt x="441008" y="174307"/>
                  </a:moveTo>
                  <a:lnTo>
                    <a:pt x="439103" y="170497"/>
                  </a:lnTo>
                  <a:lnTo>
                    <a:pt x="436245" y="165735"/>
                  </a:lnTo>
                  <a:lnTo>
                    <a:pt x="431006" y="163354"/>
                  </a:lnTo>
                  <a:lnTo>
                    <a:pt x="430054" y="161925"/>
                  </a:lnTo>
                  <a:lnTo>
                    <a:pt x="429578" y="160020"/>
                  </a:lnTo>
                  <a:lnTo>
                    <a:pt x="429578" y="157163"/>
                  </a:lnTo>
                  <a:lnTo>
                    <a:pt x="429102" y="152876"/>
                  </a:lnTo>
                  <a:lnTo>
                    <a:pt x="429578" y="149542"/>
                  </a:lnTo>
                  <a:lnTo>
                    <a:pt x="430054" y="147638"/>
                  </a:lnTo>
                  <a:lnTo>
                    <a:pt x="432435" y="146209"/>
                  </a:lnTo>
                  <a:lnTo>
                    <a:pt x="435769" y="142399"/>
                  </a:lnTo>
                  <a:lnTo>
                    <a:pt x="436245" y="139541"/>
                  </a:lnTo>
                  <a:lnTo>
                    <a:pt x="436722" y="135255"/>
                  </a:lnTo>
                  <a:lnTo>
                    <a:pt x="438150" y="131445"/>
                  </a:lnTo>
                  <a:lnTo>
                    <a:pt x="440055" y="129540"/>
                  </a:lnTo>
                  <a:lnTo>
                    <a:pt x="439579" y="128111"/>
                  </a:lnTo>
                  <a:lnTo>
                    <a:pt x="438627" y="125730"/>
                  </a:lnTo>
                  <a:lnTo>
                    <a:pt x="436245" y="122396"/>
                  </a:lnTo>
                  <a:lnTo>
                    <a:pt x="432435" y="118586"/>
                  </a:lnTo>
                  <a:lnTo>
                    <a:pt x="429578" y="114776"/>
                  </a:lnTo>
                  <a:lnTo>
                    <a:pt x="428149" y="111442"/>
                  </a:lnTo>
                  <a:lnTo>
                    <a:pt x="427673" y="108109"/>
                  </a:lnTo>
                  <a:lnTo>
                    <a:pt x="427673" y="105251"/>
                  </a:lnTo>
                  <a:lnTo>
                    <a:pt x="428625" y="103346"/>
                  </a:lnTo>
                  <a:lnTo>
                    <a:pt x="431959" y="100965"/>
                  </a:lnTo>
                  <a:lnTo>
                    <a:pt x="432435" y="100013"/>
                  </a:lnTo>
                  <a:lnTo>
                    <a:pt x="431006" y="94774"/>
                  </a:lnTo>
                  <a:lnTo>
                    <a:pt x="428625" y="93821"/>
                  </a:lnTo>
                  <a:lnTo>
                    <a:pt x="424339" y="93345"/>
                  </a:lnTo>
                  <a:lnTo>
                    <a:pt x="421958" y="93345"/>
                  </a:lnTo>
                  <a:lnTo>
                    <a:pt x="421481" y="92869"/>
                  </a:lnTo>
                  <a:lnTo>
                    <a:pt x="421481" y="91916"/>
                  </a:lnTo>
                  <a:lnTo>
                    <a:pt x="421958" y="89535"/>
                  </a:lnTo>
                  <a:lnTo>
                    <a:pt x="423386" y="87154"/>
                  </a:lnTo>
                  <a:lnTo>
                    <a:pt x="424339" y="85725"/>
                  </a:lnTo>
                  <a:lnTo>
                    <a:pt x="424339" y="84296"/>
                  </a:lnTo>
                  <a:lnTo>
                    <a:pt x="422910" y="79534"/>
                  </a:lnTo>
                  <a:lnTo>
                    <a:pt x="422434" y="73819"/>
                  </a:lnTo>
                  <a:lnTo>
                    <a:pt x="422910" y="69056"/>
                  </a:lnTo>
                  <a:lnTo>
                    <a:pt x="427197" y="65722"/>
                  </a:lnTo>
                  <a:lnTo>
                    <a:pt x="427197" y="64294"/>
                  </a:lnTo>
                  <a:lnTo>
                    <a:pt x="421481" y="60484"/>
                  </a:lnTo>
                  <a:lnTo>
                    <a:pt x="417672" y="56197"/>
                  </a:lnTo>
                  <a:lnTo>
                    <a:pt x="416243" y="53816"/>
                  </a:lnTo>
                  <a:lnTo>
                    <a:pt x="411480" y="53340"/>
                  </a:lnTo>
                  <a:lnTo>
                    <a:pt x="408623" y="46196"/>
                  </a:lnTo>
                  <a:lnTo>
                    <a:pt x="404336" y="42863"/>
                  </a:lnTo>
                  <a:lnTo>
                    <a:pt x="400050" y="40005"/>
                  </a:lnTo>
                  <a:lnTo>
                    <a:pt x="397669" y="38576"/>
                  </a:lnTo>
                  <a:lnTo>
                    <a:pt x="383381" y="34290"/>
                  </a:lnTo>
                  <a:lnTo>
                    <a:pt x="377666" y="33338"/>
                  </a:lnTo>
                  <a:lnTo>
                    <a:pt x="370999" y="30956"/>
                  </a:lnTo>
                  <a:lnTo>
                    <a:pt x="365760" y="27622"/>
                  </a:lnTo>
                  <a:lnTo>
                    <a:pt x="361474" y="25717"/>
                  </a:lnTo>
                  <a:lnTo>
                    <a:pt x="357664" y="23336"/>
                  </a:lnTo>
                  <a:lnTo>
                    <a:pt x="352425" y="20955"/>
                  </a:lnTo>
                  <a:lnTo>
                    <a:pt x="350997" y="19050"/>
                  </a:lnTo>
                  <a:lnTo>
                    <a:pt x="345281" y="15240"/>
                  </a:lnTo>
                  <a:lnTo>
                    <a:pt x="342900" y="12859"/>
                  </a:lnTo>
                  <a:lnTo>
                    <a:pt x="333852" y="8096"/>
                  </a:lnTo>
                  <a:lnTo>
                    <a:pt x="333375" y="6191"/>
                  </a:lnTo>
                  <a:lnTo>
                    <a:pt x="333375" y="4286"/>
                  </a:lnTo>
                  <a:lnTo>
                    <a:pt x="332899" y="3334"/>
                  </a:lnTo>
                  <a:lnTo>
                    <a:pt x="323374" y="0"/>
                  </a:lnTo>
                  <a:lnTo>
                    <a:pt x="319088" y="0"/>
                  </a:lnTo>
                  <a:lnTo>
                    <a:pt x="306229" y="952"/>
                  </a:lnTo>
                  <a:lnTo>
                    <a:pt x="311944" y="6191"/>
                  </a:lnTo>
                  <a:lnTo>
                    <a:pt x="313849" y="8096"/>
                  </a:lnTo>
                  <a:lnTo>
                    <a:pt x="314325" y="10954"/>
                  </a:lnTo>
                  <a:lnTo>
                    <a:pt x="313373" y="16669"/>
                  </a:lnTo>
                  <a:lnTo>
                    <a:pt x="310515" y="21431"/>
                  </a:lnTo>
                  <a:lnTo>
                    <a:pt x="307181" y="25241"/>
                  </a:lnTo>
                  <a:lnTo>
                    <a:pt x="300990" y="29051"/>
                  </a:lnTo>
                  <a:lnTo>
                    <a:pt x="310039" y="32861"/>
                  </a:lnTo>
                  <a:lnTo>
                    <a:pt x="303848" y="38100"/>
                  </a:lnTo>
                  <a:lnTo>
                    <a:pt x="300990" y="40005"/>
                  </a:lnTo>
                  <a:lnTo>
                    <a:pt x="297656" y="39529"/>
                  </a:lnTo>
                  <a:lnTo>
                    <a:pt x="291465" y="37624"/>
                  </a:lnTo>
                  <a:lnTo>
                    <a:pt x="276702" y="33338"/>
                  </a:lnTo>
                  <a:lnTo>
                    <a:pt x="269558" y="31909"/>
                  </a:lnTo>
                  <a:lnTo>
                    <a:pt x="263366" y="31432"/>
                  </a:lnTo>
                  <a:lnTo>
                    <a:pt x="260033" y="31432"/>
                  </a:lnTo>
                  <a:lnTo>
                    <a:pt x="246698" y="27622"/>
                  </a:lnTo>
                  <a:lnTo>
                    <a:pt x="244316" y="28099"/>
                  </a:lnTo>
                  <a:lnTo>
                    <a:pt x="239554" y="29527"/>
                  </a:lnTo>
                  <a:lnTo>
                    <a:pt x="239078" y="32861"/>
                  </a:lnTo>
                  <a:lnTo>
                    <a:pt x="239554" y="41910"/>
                  </a:lnTo>
                  <a:lnTo>
                    <a:pt x="240030" y="48577"/>
                  </a:lnTo>
                  <a:lnTo>
                    <a:pt x="238125" y="52388"/>
                  </a:lnTo>
                  <a:lnTo>
                    <a:pt x="236220" y="55245"/>
                  </a:lnTo>
                  <a:lnTo>
                    <a:pt x="230981" y="62389"/>
                  </a:lnTo>
                  <a:lnTo>
                    <a:pt x="219075" y="57626"/>
                  </a:lnTo>
                  <a:lnTo>
                    <a:pt x="210979" y="54292"/>
                  </a:lnTo>
                  <a:lnTo>
                    <a:pt x="205740" y="58579"/>
                  </a:lnTo>
                  <a:lnTo>
                    <a:pt x="192405" y="66199"/>
                  </a:lnTo>
                  <a:lnTo>
                    <a:pt x="185738" y="81439"/>
                  </a:lnTo>
                  <a:lnTo>
                    <a:pt x="185261" y="81915"/>
                  </a:lnTo>
                  <a:lnTo>
                    <a:pt x="181452" y="85725"/>
                  </a:lnTo>
                  <a:lnTo>
                    <a:pt x="176213" y="87630"/>
                  </a:lnTo>
                  <a:lnTo>
                    <a:pt x="172403" y="88582"/>
                  </a:lnTo>
                  <a:lnTo>
                    <a:pt x="170022" y="93345"/>
                  </a:lnTo>
                  <a:lnTo>
                    <a:pt x="175260" y="100013"/>
                  </a:lnTo>
                  <a:lnTo>
                    <a:pt x="178118" y="103346"/>
                  </a:lnTo>
                  <a:lnTo>
                    <a:pt x="180499" y="109061"/>
                  </a:lnTo>
                  <a:lnTo>
                    <a:pt x="180023" y="112395"/>
                  </a:lnTo>
                  <a:lnTo>
                    <a:pt x="179547" y="114776"/>
                  </a:lnTo>
                  <a:lnTo>
                    <a:pt x="173831" y="119063"/>
                  </a:lnTo>
                  <a:lnTo>
                    <a:pt x="161925" y="130969"/>
                  </a:lnTo>
                  <a:lnTo>
                    <a:pt x="150972" y="143351"/>
                  </a:lnTo>
                  <a:lnTo>
                    <a:pt x="146209" y="146685"/>
                  </a:lnTo>
                  <a:lnTo>
                    <a:pt x="148114" y="157163"/>
                  </a:lnTo>
                  <a:lnTo>
                    <a:pt x="144304" y="160020"/>
                  </a:lnTo>
                  <a:lnTo>
                    <a:pt x="136684" y="163354"/>
                  </a:lnTo>
                  <a:lnTo>
                    <a:pt x="132874" y="164782"/>
                  </a:lnTo>
                  <a:lnTo>
                    <a:pt x="128588" y="165735"/>
                  </a:lnTo>
                  <a:lnTo>
                    <a:pt x="115729" y="167164"/>
                  </a:lnTo>
                  <a:lnTo>
                    <a:pt x="118110" y="178117"/>
                  </a:lnTo>
                  <a:lnTo>
                    <a:pt x="119063" y="182880"/>
                  </a:lnTo>
                  <a:lnTo>
                    <a:pt x="119063" y="185738"/>
                  </a:lnTo>
                  <a:lnTo>
                    <a:pt x="117634" y="188595"/>
                  </a:lnTo>
                  <a:lnTo>
                    <a:pt x="116205" y="193834"/>
                  </a:lnTo>
                  <a:lnTo>
                    <a:pt x="113824" y="212884"/>
                  </a:lnTo>
                  <a:lnTo>
                    <a:pt x="111919" y="214789"/>
                  </a:lnTo>
                  <a:lnTo>
                    <a:pt x="109538" y="220027"/>
                  </a:lnTo>
                  <a:lnTo>
                    <a:pt x="101441" y="232410"/>
                  </a:lnTo>
                  <a:lnTo>
                    <a:pt x="94774" y="240506"/>
                  </a:lnTo>
                  <a:lnTo>
                    <a:pt x="85249" y="252413"/>
                  </a:lnTo>
                  <a:lnTo>
                    <a:pt x="92869" y="256222"/>
                  </a:lnTo>
                  <a:lnTo>
                    <a:pt x="100013" y="259080"/>
                  </a:lnTo>
                  <a:lnTo>
                    <a:pt x="101441" y="263366"/>
                  </a:lnTo>
                  <a:lnTo>
                    <a:pt x="102394" y="270510"/>
                  </a:lnTo>
                  <a:lnTo>
                    <a:pt x="102394" y="275272"/>
                  </a:lnTo>
                  <a:lnTo>
                    <a:pt x="99536" y="279559"/>
                  </a:lnTo>
                  <a:lnTo>
                    <a:pt x="97631" y="282416"/>
                  </a:lnTo>
                  <a:lnTo>
                    <a:pt x="96203" y="283845"/>
                  </a:lnTo>
                  <a:lnTo>
                    <a:pt x="86202" y="282416"/>
                  </a:lnTo>
                  <a:lnTo>
                    <a:pt x="73343" y="280511"/>
                  </a:lnTo>
                  <a:lnTo>
                    <a:pt x="70009" y="280511"/>
                  </a:lnTo>
                  <a:lnTo>
                    <a:pt x="62865" y="281940"/>
                  </a:lnTo>
                  <a:lnTo>
                    <a:pt x="56198" y="284797"/>
                  </a:lnTo>
                  <a:lnTo>
                    <a:pt x="52864" y="287179"/>
                  </a:lnTo>
                  <a:lnTo>
                    <a:pt x="51911" y="288131"/>
                  </a:lnTo>
                  <a:lnTo>
                    <a:pt x="47625" y="293370"/>
                  </a:lnTo>
                  <a:lnTo>
                    <a:pt x="40005" y="302419"/>
                  </a:lnTo>
                  <a:lnTo>
                    <a:pt x="35719" y="306229"/>
                  </a:lnTo>
                  <a:lnTo>
                    <a:pt x="37148" y="311944"/>
                  </a:lnTo>
                  <a:lnTo>
                    <a:pt x="30004" y="322421"/>
                  </a:lnTo>
                  <a:lnTo>
                    <a:pt x="34766" y="333375"/>
                  </a:lnTo>
                  <a:lnTo>
                    <a:pt x="34766" y="333851"/>
                  </a:lnTo>
                  <a:lnTo>
                    <a:pt x="37148" y="338138"/>
                  </a:lnTo>
                  <a:lnTo>
                    <a:pt x="34290" y="340995"/>
                  </a:lnTo>
                  <a:lnTo>
                    <a:pt x="33338" y="342424"/>
                  </a:lnTo>
                  <a:lnTo>
                    <a:pt x="33814" y="347186"/>
                  </a:lnTo>
                  <a:lnTo>
                    <a:pt x="34290" y="352901"/>
                  </a:lnTo>
                  <a:lnTo>
                    <a:pt x="33814" y="356235"/>
                  </a:lnTo>
                  <a:lnTo>
                    <a:pt x="33338" y="360045"/>
                  </a:lnTo>
                  <a:lnTo>
                    <a:pt x="40005" y="376238"/>
                  </a:lnTo>
                  <a:lnTo>
                    <a:pt x="40005" y="380047"/>
                  </a:lnTo>
                  <a:lnTo>
                    <a:pt x="39529" y="382429"/>
                  </a:lnTo>
                  <a:lnTo>
                    <a:pt x="37624" y="392430"/>
                  </a:lnTo>
                  <a:lnTo>
                    <a:pt x="34766" y="405765"/>
                  </a:lnTo>
                  <a:lnTo>
                    <a:pt x="39529" y="409099"/>
                  </a:lnTo>
                  <a:lnTo>
                    <a:pt x="46197" y="413385"/>
                  </a:lnTo>
                  <a:lnTo>
                    <a:pt x="50006" y="414814"/>
                  </a:lnTo>
                  <a:lnTo>
                    <a:pt x="55722" y="419576"/>
                  </a:lnTo>
                  <a:lnTo>
                    <a:pt x="60008" y="424339"/>
                  </a:lnTo>
                  <a:lnTo>
                    <a:pt x="59531" y="427672"/>
                  </a:lnTo>
                  <a:lnTo>
                    <a:pt x="58103" y="431006"/>
                  </a:lnTo>
                  <a:lnTo>
                    <a:pt x="56198" y="433388"/>
                  </a:lnTo>
                  <a:lnTo>
                    <a:pt x="54769" y="436721"/>
                  </a:lnTo>
                  <a:lnTo>
                    <a:pt x="53816" y="439102"/>
                  </a:lnTo>
                  <a:lnTo>
                    <a:pt x="52864" y="439579"/>
                  </a:lnTo>
                  <a:lnTo>
                    <a:pt x="45720" y="440055"/>
                  </a:lnTo>
                  <a:lnTo>
                    <a:pt x="41910" y="441008"/>
                  </a:lnTo>
                  <a:lnTo>
                    <a:pt x="40005" y="441960"/>
                  </a:lnTo>
                  <a:lnTo>
                    <a:pt x="40481" y="447675"/>
                  </a:lnTo>
                  <a:lnTo>
                    <a:pt x="44768" y="458152"/>
                  </a:lnTo>
                  <a:lnTo>
                    <a:pt x="48578" y="465296"/>
                  </a:lnTo>
                  <a:lnTo>
                    <a:pt x="49530" y="470059"/>
                  </a:lnTo>
                  <a:lnTo>
                    <a:pt x="48102" y="474821"/>
                  </a:lnTo>
                  <a:lnTo>
                    <a:pt x="46673" y="477202"/>
                  </a:lnTo>
                  <a:lnTo>
                    <a:pt x="46673" y="480536"/>
                  </a:lnTo>
                  <a:lnTo>
                    <a:pt x="45720" y="487204"/>
                  </a:lnTo>
                  <a:lnTo>
                    <a:pt x="42863" y="490538"/>
                  </a:lnTo>
                  <a:lnTo>
                    <a:pt x="39053" y="494347"/>
                  </a:lnTo>
                  <a:lnTo>
                    <a:pt x="34766" y="497205"/>
                  </a:lnTo>
                  <a:lnTo>
                    <a:pt x="31433" y="498158"/>
                  </a:lnTo>
                  <a:lnTo>
                    <a:pt x="28575" y="498634"/>
                  </a:lnTo>
                  <a:lnTo>
                    <a:pt x="26670" y="500063"/>
                  </a:lnTo>
                  <a:lnTo>
                    <a:pt x="24765" y="504349"/>
                  </a:lnTo>
                  <a:lnTo>
                    <a:pt x="23336" y="508635"/>
                  </a:lnTo>
                  <a:lnTo>
                    <a:pt x="18098" y="513874"/>
                  </a:lnTo>
                  <a:lnTo>
                    <a:pt x="18098" y="515779"/>
                  </a:lnTo>
                  <a:lnTo>
                    <a:pt x="20003" y="521970"/>
                  </a:lnTo>
                  <a:lnTo>
                    <a:pt x="21908" y="529114"/>
                  </a:lnTo>
                  <a:lnTo>
                    <a:pt x="20479" y="535781"/>
                  </a:lnTo>
                  <a:lnTo>
                    <a:pt x="19050" y="542925"/>
                  </a:lnTo>
                  <a:lnTo>
                    <a:pt x="16669" y="547688"/>
                  </a:lnTo>
                  <a:lnTo>
                    <a:pt x="13335" y="549116"/>
                  </a:lnTo>
                  <a:lnTo>
                    <a:pt x="10954" y="548164"/>
                  </a:lnTo>
                  <a:lnTo>
                    <a:pt x="8097" y="541972"/>
                  </a:lnTo>
                  <a:lnTo>
                    <a:pt x="4763" y="539591"/>
                  </a:lnTo>
                  <a:lnTo>
                    <a:pt x="1429" y="540068"/>
                  </a:lnTo>
                  <a:lnTo>
                    <a:pt x="477" y="541496"/>
                  </a:lnTo>
                  <a:lnTo>
                    <a:pt x="0" y="544354"/>
                  </a:lnTo>
                  <a:lnTo>
                    <a:pt x="953" y="547688"/>
                  </a:lnTo>
                  <a:lnTo>
                    <a:pt x="2381" y="550545"/>
                  </a:lnTo>
                  <a:lnTo>
                    <a:pt x="2858" y="559594"/>
                  </a:lnTo>
                  <a:lnTo>
                    <a:pt x="4286" y="569595"/>
                  </a:lnTo>
                  <a:lnTo>
                    <a:pt x="3810" y="571976"/>
                  </a:lnTo>
                  <a:lnTo>
                    <a:pt x="3810" y="574834"/>
                  </a:lnTo>
                  <a:lnTo>
                    <a:pt x="6668" y="574358"/>
                  </a:lnTo>
                  <a:lnTo>
                    <a:pt x="10002" y="576263"/>
                  </a:lnTo>
                  <a:lnTo>
                    <a:pt x="10478" y="587216"/>
                  </a:lnTo>
                  <a:lnTo>
                    <a:pt x="13811" y="592931"/>
                  </a:lnTo>
                  <a:lnTo>
                    <a:pt x="19050" y="594360"/>
                  </a:lnTo>
                  <a:lnTo>
                    <a:pt x="20003" y="604361"/>
                  </a:lnTo>
                  <a:lnTo>
                    <a:pt x="20003" y="606743"/>
                  </a:lnTo>
                  <a:lnTo>
                    <a:pt x="24765" y="608647"/>
                  </a:lnTo>
                  <a:lnTo>
                    <a:pt x="24765" y="611981"/>
                  </a:lnTo>
                  <a:lnTo>
                    <a:pt x="25718" y="616268"/>
                  </a:lnTo>
                  <a:lnTo>
                    <a:pt x="27147" y="621030"/>
                  </a:lnTo>
                  <a:lnTo>
                    <a:pt x="30480" y="620077"/>
                  </a:lnTo>
                  <a:lnTo>
                    <a:pt x="33814" y="630555"/>
                  </a:lnTo>
                  <a:lnTo>
                    <a:pt x="42863" y="646271"/>
                  </a:lnTo>
                  <a:lnTo>
                    <a:pt x="48102" y="650081"/>
                  </a:lnTo>
                  <a:lnTo>
                    <a:pt x="52864" y="657701"/>
                  </a:lnTo>
                  <a:lnTo>
                    <a:pt x="55245" y="658177"/>
                  </a:lnTo>
                  <a:lnTo>
                    <a:pt x="58103" y="659606"/>
                  </a:lnTo>
                  <a:lnTo>
                    <a:pt x="59531" y="664369"/>
                  </a:lnTo>
                  <a:lnTo>
                    <a:pt x="57627" y="667226"/>
                  </a:lnTo>
                  <a:lnTo>
                    <a:pt x="54769" y="667226"/>
                  </a:lnTo>
                  <a:lnTo>
                    <a:pt x="50959" y="668179"/>
                  </a:lnTo>
                  <a:lnTo>
                    <a:pt x="51911" y="671036"/>
                  </a:lnTo>
                  <a:lnTo>
                    <a:pt x="53816" y="672941"/>
                  </a:lnTo>
                  <a:lnTo>
                    <a:pt x="55722" y="676751"/>
                  </a:lnTo>
                  <a:lnTo>
                    <a:pt x="54293" y="677704"/>
                  </a:lnTo>
                  <a:lnTo>
                    <a:pt x="52864" y="678180"/>
                  </a:lnTo>
                  <a:lnTo>
                    <a:pt x="46197" y="675322"/>
                  </a:lnTo>
                  <a:lnTo>
                    <a:pt x="44768" y="675322"/>
                  </a:lnTo>
                  <a:lnTo>
                    <a:pt x="46673" y="677704"/>
                  </a:lnTo>
                  <a:lnTo>
                    <a:pt x="49054" y="682943"/>
                  </a:lnTo>
                  <a:lnTo>
                    <a:pt x="57150" y="695325"/>
                  </a:lnTo>
                  <a:lnTo>
                    <a:pt x="60960" y="699135"/>
                  </a:lnTo>
                  <a:lnTo>
                    <a:pt x="61913" y="701993"/>
                  </a:lnTo>
                  <a:lnTo>
                    <a:pt x="61913" y="704374"/>
                  </a:lnTo>
                  <a:lnTo>
                    <a:pt x="61436" y="708184"/>
                  </a:lnTo>
                  <a:lnTo>
                    <a:pt x="60484" y="711994"/>
                  </a:lnTo>
                  <a:lnTo>
                    <a:pt x="60484" y="714375"/>
                  </a:lnTo>
                  <a:lnTo>
                    <a:pt x="58579" y="717709"/>
                  </a:lnTo>
                  <a:lnTo>
                    <a:pt x="73343" y="720566"/>
                  </a:lnTo>
                  <a:lnTo>
                    <a:pt x="90011" y="716756"/>
                  </a:lnTo>
                  <a:lnTo>
                    <a:pt x="99536" y="718661"/>
                  </a:lnTo>
                  <a:lnTo>
                    <a:pt x="102870" y="718661"/>
                  </a:lnTo>
                  <a:lnTo>
                    <a:pt x="108585" y="712470"/>
                  </a:lnTo>
                  <a:lnTo>
                    <a:pt x="106204" y="707231"/>
                  </a:lnTo>
                  <a:lnTo>
                    <a:pt x="103823" y="702945"/>
                  </a:lnTo>
                  <a:lnTo>
                    <a:pt x="104299" y="698183"/>
                  </a:lnTo>
                  <a:lnTo>
                    <a:pt x="105728" y="695801"/>
                  </a:lnTo>
                  <a:lnTo>
                    <a:pt x="110490" y="691515"/>
                  </a:lnTo>
                  <a:lnTo>
                    <a:pt x="112872" y="689610"/>
                  </a:lnTo>
                  <a:lnTo>
                    <a:pt x="115729" y="688181"/>
                  </a:lnTo>
                  <a:lnTo>
                    <a:pt x="119063" y="689610"/>
                  </a:lnTo>
                  <a:lnTo>
                    <a:pt x="122397" y="689134"/>
                  </a:lnTo>
                  <a:lnTo>
                    <a:pt x="120968" y="684371"/>
                  </a:lnTo>
                  <a:lnTo>
                    <a:pt x="123349" y="682943"/>
                  </a:lnTo>
                  <a:lnTo>
                    <a:pt x="132398" y="682466"/>
                  </a:lnTo>
                  <a:lnTo>
                    <a:pt x="141923" y="683419"/>
                  </a:lnTo>
                  <a:lnTo>
                    <a:pt x="148114" y="681990"/>
                  </a:lnTo>
                  <a:lnTo>
                    <a:pt x="151924" y="681990"/>
                  </a:lnTo>
                  <a:lnTo>
                    <a:pt x="155258" y="682943"/>
                  </a:lnTo>
                  <a:lnTo>
                    <a:pt x="158591" y="684847"/>
                  </a:lnTo>
                  <a:lnTo>
                    <a:pt x="161925" y="682943"/>
                  </a:lnTo>
                  <a:lnTo>
                    <a:pt x="164306" y="680085"/>
                  </a:lnTo>
                  <a:lnTo>
                    <a:pt x="169545" y="666750"/>
                  </a:lnTo>
                  <a:lnTo>
                    <a:pt x="171927" y="662464"/>
                  </a:lnTo>
                  <a:lnTo>
                    <a:pt x="176213" y="656749"/>
                  </a:lnTo>
                  <a:lnTo>
                    <a:pt x="178118" y="651986"/>
                  </a:lnTo>
                  <a:lnTo>
                    <a:pt x="180023" y="646271"/>
                  </a:lnTo>
                  <a:lnTo>
                    <a:pt x="182404" y="639604"/>
                  </a:lnTo>
                  <a:lnTo>
                    <a:pt x="181928" y="636270"/>
                  </a:lnTo>
                  <a:lnTo>
                    <a:pt x="180975" y="633889"/>
                  </a:lnTo>
                  <a:lnTo>
                    <a:pt x="180975" y="630079"/>
                  </a:lnTo>
                  <a:lnTo>
                    <a:pt x="186214" y="621983"/>
                  </a:lnTo>
                  <a:lnTo>
                    <a:pt x="187166" y="618649"/>
                  </a:lnTo>
                  <a:lnTo>
                    <a:pt x="185738" y="615315"/>
                  </a:lnTo>
                  <a:lnTo>
                    <a:pt x="185261" y="611505"/>
                  </a:lnTo>
                  <a:lnTo>
                    <a:pt x="185261" y="605790"/>
                  </a:lnTo>
                  <a:lnTo>
                    <a:pt x="184309" y="603409"/>
                  </a:lnTo>
                  <a:lnTo>
                    <a:pt x="185738" y="598646"/>
                  </a:lnTo>
                  <a:lnTo>
                    <a:pt x="189072" y="598646"/>
                  </a:lnTo>
                  <a:lnTo>
                    <a:pt x="189072" y="586740"/>
                  </a:lnTo>
                  <a:lnTo>
                    <a:pt x="191453" y="583883"/>
                  </a:lnTo>
                  <a:lnTo>
                    <a:pt x="189548" y="579596"/>
                  </a:lnTo>
                  <a:lnTo>
                    <a:pt x="187166" y="572929"/>
                  </a:lnTo>
                  <a:lnTo>
                    <a:pt x="192881" y="571500"/>
                  </a:lnTo>
                  <a:lnTo>
                    <a:pt x="196215" y="570071"/>
                  </a:lnTo>
                  <a:lnTo>
                    <a:pt x="191453" y="565309"/>
                  </a:lnTo>
                  <a:lnTo>
                    <a:pt x="187643" y="564833"/>
                  </a:lnTo>
                  <a:lnTo>
                    <a:pt x="180499" y="564356"/>
                  </a:lnTo>
                  <a:lnTo>
                    <a:pt x="177641" y="564833"/>
                  </a:lnTo>
                  <a:lnTo>
                    <a:pt x="175260" y="563404"/>
                  </a:lnTo>
                  <a:lnTo>
                    <a:pt x="171927" y="562927"/>
                  </a:lnTo>
                  <a:lnTo>
                    <a:pt x="175260" y="561499"/>
                  </a:lnTo>
                  <a:lnTo>
                    <a:pt x="186214" y="561975"/>
                  </a:lnTo>
                  <a:lnTo>
                    <a:pt x="197644" y="561975"/>
                  </a:lnTo>
                  <a:lnTo>
                    <a:pt x="201930" y="559118"/>
                  </a:lnTo>
                  <a:lnTo>
                    <a:pt x="210027" y="555784"/>
                  </a:lnTo>
                  <a:lnTo>
                    <a:pt x="213836" y="551974"/>
                  </a:lnTo>
                  <a:lnTo>
                    <a:pt x="220980" y="549116"/>
                  </a:lnTo>
                  <a:lnTo>
                    <a:pt x="224314" y="546735"/>
                  </a:lnTo>
                  <a:lnTo>
                    <a:pt x="226695" y="547211"/>
                  </a:lnTo>
                  <a:lnTo>
                    <a:pt x="231458" y="544830"/>
                  </a:lnTo>
                  <a:lnTo>
                    <a:pt x="235744" y="541972"/>
                  </a:lnTo>
                  <a:lnTo>
                    <a:pt x="241935" y="539591"/>
                  </a:lnTo>
                  <a:lnTo>
                    <a:pt x="243364" y="538639"/>
                  </a:lnTo>
                  <a:lnTo>
                    <a:pt x="245269" y="536258"/>
                  </a:lnTo>
                  <a:lnTo>
                    <a:pt x="246698" y="530543"/>
                  </a:lnTo>
                  <a:lnTo>
                    <a:pt x="249555" y="530543"/>
                  </a:lnTo>
                  <a:lnTo>
                    <a:pt x="253365" y="528638"/>
                  </a:lnTo>
                  <a:lnTo>
                    <a:pt x="251460" y="525304"/>
                  </a:lnTo>
                  <a:lnTo>
                    <a:pt x="249555" y="524827"/>
                  </a:lnTo>
                  <a:lnTo>
                    <a:pt x="247650" y="525304"/>
                  </a:lnTo>
                  <a:lnTo>
                    <a:pt x="245269" y="526733"/>
                  </a:lnTo>
                  <a:lnTo>
                    <a:pt x="243364" y="526256"/>
                  </a:lnTo>
                  <a:lnTo>
                    <a:pt x="240983" y="526733"/>
                  </a:lnTo>
                  <a:lnTo>
                    <a:pt x="239078" y="528638"/>
                  </a:lnTo>
                  <a:lnTo>
                    <a:pt x="236220" y="529590"/>
                  </a:lnTo>
                  <a:lnTo>
                    <a:pt x="230981" y="529114"/>
                  </a:lnTo>
                  <a:lnTo>
                    <a:pt x="230505" y="527685"/>
                  </a:lnTo>
                  <a:lnTo>
                    <a:pt x="237173" y="524351"/>
                  </a:lnTo>
                  <a:lnTo>
                    <a:pt x="239078" y="524827"/>
                  </a:lnTo>
                  <a:lnTo>
                    <a:pt x="240983" y="523875"/>
                  </a:lnTo>
                  <a:lnTo>
                    <a:pt x="242888" y="521970"/>
                  </a:lnTo>
                  <a:lnTo>
                    <a:pt x="245269" y="521494"/>
                  </a:lnTo>
                  <a:lnTo>
                    <a:pt x="251460" y="517684"/>
                  </a:lnTo>
                  <a:lnTo>
                    <a:pt x="253365" y="515779"/>
                  </a:lnTo>
                  <a:lnTo>
                    <a:pt x="256223" y="512921"/>
                  </a:lnTo>
                  <a:lnTo>
                    <a:pt x="262414" y="509111"/>
                  </a:lnTo>
                  <a:lnTo>
                    <a:pt x="264795" y="507683"/>
                  </a:lnTo>
                  <a:lnTo>
                    <a:pt x="265272" y="504349"/>
                  </a:lnTo>
                  <a:lnTo>
                    <a:pt x="263366" y="498634"/>
                  </a:lnTo>
                  <a:lnTo>
                    <a:pt x="261938" y="496729"/>
                  </a:lnTo>
                  <a:lnTo>
                    <a:pt x="260985" y="494347"/>
                  </a:lnTo>
                  <a:lnTo>
                    <a:pt x="258604" y="491490"/>
                  </a:lnTo>
                  <a:lnTo>
                    <a:pt x="252413" y="489585"/>
                  </a:lnTo>
                  <a:lnTo>
                    <a:pt x="250031" y="487680"/>
                  </a:lnTo>
                  <a:lnTo>
                    <a:pt x="250984" y="482441"/>
                  </a:lnTo>
                  <a:lnTo>
                    <a:pt x="245745" y="478155"/>
                  </a:lnTo>
                  <a:lnTo>
                    <a:pt x="240506" y="476726"/>
                  </a:lnTo>
                  <a:lnTo>
                    <a:pt x="237649" y="474345"/>
                  </a:lnTo>
                  <a:lnTo>
                    <a:pt x="232410" y="469106"/>
                  </a:lnTo>
                  <a:lnTo>
                    <a:pt x="230505" y="465296"/>
                  </a:lnTo>
                  <a:lnTo>
                    <a:pt x="227648" y="465772"/>
                  </a:lnTo>
                  <a:lnTo>
                    <a:pt x="223361" y="467677"/>
                  </a:lnTo>
                  <a:lnTo>
                    <a:pt x="220504" y="467677"/>
                  </a:lnTo>
                  <a:lnTo>
                    <a:pt x="219552" y="465296"/>
                  </a:lnTo>
                  <a:lnTo>
                    <a:pt x="218123" y="462915"/>
                  </a:lnTo>
                  <a:lnTo>
                    <a:pt x="216694" y="461963"/>
                  </a:lnTo>
                  <a:lnTo>
                    <a:pt x="213360" y="461963"/>
                  </a:lnTo>
                  <a:lnTo>
                    <a:pt x="210027" y="461963"/>
                  </a:lnTo>
                  <a:lnTo>
                    <a:pt x="206216" y="459105"/>
                  </a:lnTo>
                  <a:lnTo>
                    <a:pt x="206693" y="455771"/>
                  </a:lnTo>
                  <a:lnTo>
                    <a:pt x="207169" y="453390"/>
                  </a:lnTo>
                  <a:lnTo>
                    <a:pt x="204788" y="446246"/>
                  </a:lnTo>
                  <a:lnTo>
                    <a:pt x="205264" y="444341"/>
                  </a:lnTo>
                  <a:lnTo>
                    <a:pt x="204311" y="436245"/>
                  </a:lnTo>
                  <a:lnTo>
                    <a:pt x="204311" y="431006"/>
                  </a:lnTo>
                  <a:lnTo>
                    <a:pt x="203835" y="429577"/>
                  </a:lnTo>
                  <a:lnTo>
                    <a:pt x="205264" y="427672"/>
                  </a:lnTo>
                  <a:lnTo>
                    <a:pt x="204311" y="425291"/>
                  </a:lnTo>
                  <a:lnTo>
                    <a:pt x="202883" y="423863"/>
                  </a:lnTo>
                  <a:lnTo>
                    <a:pt x="203835" y="420052"/>
                  </a:lnTo>
                  <a:lnTo>
                    <a:pt x="203359" y="417671"/>
                  </a:lnTo>
                  <a:lnTo>
                    <a:pt x="202883" y="413861"/>
                  </a:lnTo>
                  <a:lnTo>
                    <a:pt x="205740" y="409575"/>
                  </a:lnTo>
                  <a:lnTo>
                    <a:pt x="205264" y="406241"/>
                  </a:lnTo>
                  <a:lnTo>
                    <a:pt x="210027" y="408146"/>
                  </a:lnTo>
                  <a:lnTo>
                    <a:pt x="214313" y="408622"/>
                  </a:lnTo>
                  <a:lnTo>
                    <a:pt x="212884" y="405765"/>
                  </a:lnTo>
                  <a:lnTo>
                    <a:pt x="212408" y="403384"/>
                  </a:lnTo>
                  <a:lnTo>
                    <a:pt x="211455" y="399097"/>
                  </a:lnTo>
                  <a:lnTo>
                    <a:pt x="212884" y="393859"/>
                  </a:lnTo>
                  <a:lnTo>
                    <a:pt x="213836" y="391001"/>
                  </a:lnTo>
                  <a:lnTo>
                    <a:pt x="216218" y="383381"/>
                  </a:lnTo>
                  <a:lnTo>
                    <a:pt x="218123" y="381000"/>
                  </a:lnTo>
                  <a:lnTo>
                    <a:pt x="220504" y="380047"/>
                  </a:lnTo>
                  <a:lnTo>
                    <a:pt x="217170" y="378619"/>
                  </a:lnTo>
                  <a:lnTo>
                    <a:pt x="213360" y="374809"/>
                  </a:lnTo>
                  <a:lnTo>
                    <a:pt x="211455" y="370046"/>
                  </a:lnTo>
                  <a:lnTo>
                    <a:pt x="211455" y="368141"/>
                  </a:lnTo>
                  <a:lnTo>
                    <a:pt x="212408" y="365760"/>
                  </a:lnTo>
                  <a:lnTo>
                    <a:pt x="215741" y="367189"/>
                  </a:lnTo>
                  <a:lnTo>
                    <a:pt x="217647" y="368617"/>
                  </a:lnTo>
                  <a:lnTo>
                    <a:pt x="220028" y="368617"/>
                  </a:lnTo>
                  <a:lnTo>
                    <a:pt x="222409" y="365760"/>
                  </a:lnTo>
                  <a:lnTo>
                    <a:pt x="226219" y="365760"/>
                  </a:lnTo>
                  <a:lnTo>
                    <a:pt x="230029" y="361950"/>
                  </a:lnTo>
                  <a:lnTo>
                    <a:pt x="232886" y="360997"/>
                  </a:lnTo>
                  <a:lnTo>
                    <a:pt x="231934" y="359569"/>
                  </a:lnTo>
                  <a:lnTo>
                    <a:pt x="229553" y="358616"/>
                  </a:lnTo>
                  <a:lnTo>
                    <a:pt x="228600" y="357664"/>
                  </a:lnTo>
                  <a:lnTo>
                    <a:pt x="230029" y="356711"/>
                  </a:lnTo>
                  <a:lnTo>
                    <a:pt x="230981" y="354330"/>
                  </a:lnTo>
                  <a:lnTo>
                    <a:pt x="229553" y="350996"/>
                  </a:lnTo>
                  <a:lnTo>
                    <a:pt x="228124" y="348615"/>
                  </a:lnTo>
                  <a:lnTo>
                    <a:pt x="227648" y="346234"/>
                  </a:lnTo>
                  <a:lnTo>
                    <a:pt x="228600" y="345281"/>
                  </a:lnTo>
                  <a:lnTo>
                    <a:pt x="230029" y="348139"/>
                  </a:lnTo>
                  <a:lnTo>
                    <a:pt x="234791" y="348139"/>
                  </a:lnTo>
                  <a:lnTo>
                    <a:pt x="234315" y="349567"/>
                  </a:lnTo>
                  <a:lnTo>
                    <a:pt x="234315" y="350520"/>
                  </a:lnTo>
                  <a:lnTo>
                    <a:pt x="237649" y="350520"/>
                  </a:lnTo>
                  <a:lnTo>
                    <a:pt x="239078" y="349091"/>
                  </a:lnTo>
                  <a:lnTo>
                    <a:pt x="240030" y="347186"/>
                  </a:lnTo>
                  <a:lnTo>
                    <a:pt x="247174" y="344805"/>
                  </a:lnTo>
                  <a:lnTo>
                    <a:pt x="247650" y="342900"/>
                  </a:lnTo>
                  <a:lnTo>
                    <a:pt x="247650" y="341471"/>
                  </a:lnTo>
                  <a:lnTo>
                    <a:pt x="248127" y="340042"/>
                  </a:lnTo>
                  <a:lnTo>
                    <a:pt x="241459" y="339566"/>
                  </a:lnTo>
                  <a:lnTo>
                    <a:pt x="242411" y="337661"/>
                  </a:lnTo>
                  <a:lnTo>
                    <a:pt x="244793" y="337185"/>
                  </a:lnTo>
                  <a:lnTo>
                    <a:pt x="249079" y="335756"/>
                  </a:lnTo>
                  <a:lnTo>
                    <a:pt x="250508" y="332422"/>
                  </a:lnTo>
                  <a:lnTo>
                    <a:pt x="251460" y="329565"/>
                  </a:lnTo>
                  <a:lnTo>
                    <a:pt x="253365" y="329565"/>
                  </a:lnTo>
                  <a:lnTo>
                    <a:pt x="256699" y="328613"/>
                  </a:lnTo>
                  <a:lnTo>
                    <a:pt x="258604" y="328613"/>
                  </a:lnTo>
                  <a:lnTo>
                    <a:pt x="260033" y="328136"/>
                  </a:lnTo>
                  <a:lnTo>
                    <a:pt x="259556" y="327184"/>
                  </a:lnTo>
                  <a:lnTo>
                    <a:pt x="257652" y="326231"/>
                  </a:lnTo>
                  <a:lnTo>
                    <a:pt x="258604" y="325279"/>
                  </a:lnTo>
                  <a:lnTo>
                    <a:pt x="266224" y="326231"/>
                  </a:lnTo>
                  <a:lnTo>
                    <a:pt x="272891" y="320516"/>
                  </a:lnTo>
                  <a:lnTo>
                    <a:pt x="274797" y="316230"/>
                  </a:lnTo>
                  <a:lnTo>
                    <a:pt x="277178" y="313849"/>
                  </a:lnTo>
                  <a:lnTo>
                    <a:pt x="281940" y="316706"/>
                  </a:lnTo>
                  <a:lnTo>
                    <a:pt x="281940" y="314801"/>
                  </a:lnTo>
                  <a:lnTo>
                    <a:pt x="282416" y="312420"/>
                  </a:lnTo>
                  <a:lnTo>
                    <a:pt x="285274" y="313372"/>
                  </a:lnTo>
                  <a:lnTo>
                    <a:pt x="287655" y="314801"/>
                  </a:lnTo>
                  <a:lnTo>
                    <a:pt x="290036" y="314325"/>
                  </a:lnTo>
                  <a:lnTo>
                    <a:pt x="291941" y="310515"/>
                  </a:lnTo>
                  <a:lnTo>
                    <a:pt x="296228" y="306705"/>
                  </a:lnTo>
                  <a:lnTo>
                    <a:pt x="306229" y="303847"/>
                  </a:lnTo>
                  <a:lnTo>
                    <a:pt x="311944" y="300514"/>
                  </a:lnTo>
                  <a:lnTo>
                    <a:pt x="314802" y="297656"/>
                  </a:lnTo>
                  <a:lnTo>
                    <a:pt x="322422" y="294799"/>
                  </a:lnTo>
                  <a:lnTo>
                    <a:pt x="325279" y="292417"/>
                  </a:lnTo>
                  <a:lnTo>
                    <a:pt x="333852" y="275749"/>
                  </a:lnTo>
                  <a:lnTo>
                    <a:pt x="341948" y="269081"/>
                  </a:lnTo>
                  <a:lnTo>
                    <a:pt x="349091" y="264795"/>
                  </a:lnTo>
                  <a:lnTo>
                    <a:pt x="350044" y="262890"/>
                  </a:lnTo>
                  <a:lnTo>
                    <a:pt x="350997" y="260509"/>
                  </a:lnTo>
                  <a:lnTo>
                    <a:pt x="346710" y="256222"/>
                  </a:lnTo>
                  <a:lnTo>
                    <a:pt x="344805" y="251460"/>
                  </a:lnTo>
                  <a:lnTo>
                    <a:pt x="342900" y="246221"/>
                  </a:lnTo>
                  <a:lnTo>
                    <a:pt x="340519" y="243364"/>
                  </a:lnTo>
                  <a:lnTo>
                    <a:pt x="338138" y="241459"/>
                  </a:lnTo>
                  <a:lnTo>
                    <a:pt x="340043" y="237649"/>
                  </a:lnTo>
                  <a:lnTo>
                    <a:pt x="343377" y="234315"/>
                  </a:lnTo>
                  <a:lnTo>
                    <a:pt x="347663" y="230505"/>
                  </a:lnTo>
                  <a:lnTo>
                    <a:pt x="352902" y="224314"/>
                  </a:lnTo>
                  <a:lnTo>
                    <a:pt x="352902" y="222409"/>
                  </a:lnTo>
                  <a:lnTo>
                    <a:pt x="351949" y="220027"/>
                  </a:lnTo>
                  <a:lnTo>
                    <a:pt x="350520" y="218122"/>
                  </a:lnTo>
                  <a:lnTo>
                    <a:pt x="348139" y="216217"/>
                  </a:lnTo>
                  <a:lnTo>
                    <a:pt x="347186" y="214313"/>
                  </a:lnTo>
                  <a:lnTo>
                    <a:pt x="348615" y="214313"/>
                  </a:lnTo>
                  <a:lnTo>
                    <a:pt x="352902" y="218122"/>
                  </a:lnTo>
                  <a:lnTo>
                    <a:pt x="354330" y="217646"/>
                  </a:lnTo>
                  <a:lnTo>
                    <a:pt x="354330" y="215741"/>
                  </a:lnTo>
                  <a:lnTo>
                    <a:pt x="353854" y="214789"/>
                  </a:lnTo>
                  <a:lnTo>
                    <a:pt x="351949" y="213836"/>
                  </a:lnTo>
                  <a:lnTo>
                    <a:pt x="350997" y="212408"/>
                  </a:lnTo>
                  <a:lnTo>
                    <a:pt x="351473" y="210979"/>
                  </a:lnTo>
                  <a:lnTo>
                    <a:pt x="352425" y="209550"/>
                  </a:lnTo>
                  <a:lnTo>
                    <a:pt x="356235" y="210026"/>
                  </a:lnTo>
                  <a:lnTo>
                    <a:pt x="362903" y="209074"/>
                  </a:lnTo>
                  <a:lnTo>
                    <a:pt x="363855" y="208121"/>
                  </a:lnTo>
                  <a:lnTo>
                    <a:pt x="365284" y="206216"/>
                  </a:lnTo>
                  <a:lnTo>
                    <a:pt x="363855" y="204311"/>
                  </a:lnTo>
                  <a:lnTo>
                    <a:pt x="364331" y="202883"/>
                  </a:lnTo>
                  <a:lnTo>
                    <a:pt x="370047" y="202883"/>
                  </a:lnTo>
                  <a:lnTo>
                    <a:pt x="371952" y="201454"/>
                  </a:lnTo>
                  <a:lnTo>
                    <a:pt x="371475" y="200501"/>
                  </a:lnTo>
                  <a:lnTo>
                    <a:pt x="370047" y="199549"/>
                  </a:lnTo>
                  <a:lnTo>
                    <a:pt x="369570" y="198120"/>
                  </a:lnTo>
                  <a:lnTo>
                    <a:pt x="375285" y="199072"/>
                  </a:lnTo>
                  <a:lnTo>
                    <a:pt x="375761" y="197644"/>
                  </a:lnTo>
                  <a:lnTo>
                    <a:pt x="376238" y="191929"/>
                  </a:lnTo>
                  <a:lnTo>
                    <a:pt x="376714" y="190500"/>
                  </a:lnTo>
                  <a:lnTo>
                    <a:pt x="378143" y="188119"/>
                  </a:lnTo>
                  <a:lnTo>
                    <a:pt x="379095" y="185261"/>
                  </a:lnTo>
                  <a:lnTo>
                    <a:pt x="380048" y="184309"/>
                  </a:lnTo>
                  <a:lnTo>
                    <a:pt x="382429" y="184785"/>
                  </a:lnTo>
                  <a:lnTo>
                    <a:pt x="384810" y="188119"/>
                  </a:lnTo>
                  <a:lnTo>
                    <a:pt x="387668" y="187642"/>
                  </a:lnTo>
                  <a:lnTo>
                    <a:pt x="391954" y="183833"/>
                  </a:lnTo>
                  <a:lnTo>
                    <a:pt x="397669" y="188595"/>
                  </a:lnTo>
                  <a:lnTo>
                    <a:pt x="403860" y="191452"/>
                  </a:lnTo>
                  <a:lnTo>
                    <a:pt x="405765" y="190500"/>
                  </a:lnTo>
                  <a:lnTo>
                    <a:pt x="408147" y="188595"/>
                  </a:lnTo>
                  <a:lnTo>
                    <a:pt x="414814" y="187642"/>
                  </a:lnTo>
                  <a:lnTo>
                    <a:pt x="420529" y="187642"/>
                  </a:lnTo>
                  <a:lnTo>
                    <a:pt x="423863" y="186214"/>
                  </a:lnTo>
                  <a:lnTo>
                    <a:pt x="430530" y="188595"/>
                  </a:lnTo>
                  <a:lnTo>
                    <a:pt x="439579" y="187166"/>
                  </a:lnTo>
                  <a:lnTo>
                    <a:pt x="441008" y="174307"/>
                  </a:lnTo>
                  <a:close/>
                </a:path>
              </a:pathLst>
            </a:custGeom>
            <a:grpFill/>
            <a:ln w="317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901DF89-556C-4724-99C1-53877DC2C844}"/>
                </a:ext>
              </a:extLst>
            </p:cNvPr>
            <p:cNvSpPr/>
            <p:nvPr/>
          </p:nvSpPr>
          <p:spPr>
            <a:xfrm>
              <a:off x="6462236" y="3541394"/>
              <a:ext cx="571023" cy="465772"/>
            </a:xfrm>
            <a:custGeom>
              <a:avLst/>
              <a:gdLst>
                <a:gd name="connsiteX0" fmla="*/ 569595 w 571023"/>
                <a:gd name="connsiteY0" fmla="*/ 144304 h 465772"/>
                <a:gd name="connsiteX1" fmla="*/ 561499 w 571023"/>
                <a:gd name="connsiteY1" fmla="*/ 139065 h 465772"/>
                <a:gd name="connsiteX2" fmla="*/ 559594 w 571023"/>
                <a:gd name="connsiteY2" fmla="*/ 136684 h 465772"/>
                <a:gd name="connsiteX3" fmla="*/ 558641 w 571023"/>
                <a:gd name="connsiteY3" fmla="*/ 137636 h 465772"/>
                <a:gd name="connsiteX4" fmla="*/ 557213 w 571023"/>
                <a:gd name="connsiteY4" fmla="*/ 138113 h 465772"/>
                <a:gd name="connsiteX5" fmla="*/ 554355 w 571023"/>
                <a:gd name="connsiteY5" fmla="*/ 135255 h 465772"/>
                <a:gd name="connsiteX6" fmla="*/ 552926 w 571023"/>
                <a:gd name="connsiteY6" fmla="*/ 132398 h 465772"/>
                <a:gd name="connsiteX7" fmla="*/ 547688 w 571023"/>
                <a:gd name="connsiteY7" fmla="*/ 127635 h 465772"/>
                <a:gd name="connsiteX8" fmla="*/ 541020 w 571023"/>
                <a:gd name="connsiteY8" fmla="*/ 122873 h 465772"/>
                <a:gd name="connsiteX9" fmla="*/ 536734 w 571023"/>
                <a:gd name="connsiteY9" fmla="*/ 121920 h 465772"/>
                <a:gd name="connsiteX10" fmla="*/ 534352 w 571023"/>
                <a:gd name="connsiteY10" fmla="*/ 120491 h 465772"/>
                <a:gd name="connsiteX11" fmla="*/ 531971 w 571023"/>
                <a:gd name="connsiteY11" fmla="*/ 118110 h 465772"/>
                <a:gd name="connsiteX12" fmla="*/ 528638 w 571023"/>
                <a:gd name="connsiteY12" fmla="*/ 109061 h 465772"/>
                <a:gd name="connsiteX13" fmla="*/ 524827 w 571023"/>
                <a:gd name="connsiteY13" fmla="*/ 91916 h 465772"/>
                <a:gd name="connsiteX14" fmla="*/ 525303 w 571023"/>
                <a:gd name="connsiteY14" fmla="*/ 84296 h 465772"/>
                <a:gd name="connsiteX15" fmla="*/ 522922 w 571023"/>
                <a:gd name="connsiteY15" fmla="*/ 72866 h 465772"/>
                <a:gd name="connsiteX16" fmla="*/ 522446 w 571023"/>
                <a:gd name="connsiteY16" fmla="*/ 63341 h 465772"/>
                <a:gd name="connsiteX17" fmla="*/ 523875 w 571023"/>
                <a:gd name="connsiteY17" fmla="*/ 57626 h 465772"/>
                <a:gd name="connsiteX18" fmla="*/ 521970 w 571023"/>
                <a:gd name="connsiteY18" fmla="*/ 51435 h 465772"/>
                <a:gd name="connsiteX19" fmla="*/ 521494 w 571023"/>
                <a:gd name="connsiteY19" fmla="*/ 45720 h 465772"/>
                <a:gd name="connsiteX20" fmla="*/ 521018 w 571023"/>
                <a:gd name="connsiteY20" fmla="*/ 42863 h 465772"/>
                <a:gd name="connsiteX21" fmla="*/ 521494 w 571023"/>
                <a:gd name="connsiteY21" fmla="*/ 38576 h 465772"/>
                <a:gd name="connsiteX22" fmla="*/ 523399 w 571023"/>
                <a:gd name="connsiteY22" fmla="*/ 39529 h 465772"/>
                <a:gd name="connsiteX23" fmla="*/ 524827 w 571023"/>
                <a:gd name="connsiteY23" fmla="*/ 40958 h 465772"/>
                <a:gd name="connsiteX24" fmla="*/ 525303 w 571023"/>
                <a:gd name="connsiteY24" fmla="*/ 39529 h 465772"/>
                <a:gd name="connsiteX25" fmla="*/ 524827 w 571023"/>
                <a:gd name="connsiteY25" fmla="*/ 38576 h 465772"/>
                <a:gd name="connsiteX26" fmla="*/ 523399 w 571023"/>
                <a:gd name="connsiteY26" fmla="*/ 35719 h 465772"/>
                <a:gd name="connsiteX27" fmla="*/ 519113 w 571023"/>
                <a:gd name="connsiteY27" fmla="*/ 30480 h 465772"/>
                <a:gd name="connsiteX28" fmla="*/ 513874 w 571023"/>
                <a:gd name="connsiteY28" fmla="*/ 21431 h 465772"/>
                <a:gd name="connsiteX29" fmla="*/ 511969 w 571023"/>
                <a:gd name="connsiteY29" fmla="*/ 15240 h 465772"/>
                <a:gd name="connsiteX30" fmla="*/ 511969 w 571023"/>
                <a:gd name="connsiteY30" fmla="*/ 7144 h 465772"/>
                <a:gd name="connsiteX31" fmla="*/ 500539 w 571023"/>
                <a:gd name="connsiteY31" fmla="*/ 7144 h 465772"/>
                <a:gd name="connsiteX32" fmla="*/ 489585 w 571023"/>
                <a:gd name="connsiteY32" fmla="*/ 7144 h 465772"/>
                <a:gd name="connsiteX33" fmla="*/ 478155 w 571023"/>
                <a:gd name="connsiteY33" fmla="*/ 7144 h 465772"/>
                <a:gd name="connsiteX34" fmla="*/ 467201 w 571023"/>
                <a:gd name="connsiteY34" fmla="*/ 7144 h 465772"/>
                <a:gd name="connsiteX35" fmla="*/ 455771 w 571023"/>
                <a:gd name="connsiteY35" fmla="*/ 7144 h 465772"/>
                <a:gd name="connsiteX36" fmla="*/ 444818 w 571023"/>
                <a:gd name="connsiteY36" fmla="*/ 7144 h 465772"/>
                <a:gd name="connsiteX37" fmla="*/ 433864 w 571023"/>
                <a:gd name="connsiteY37" fmla="*/ 7144 h 465772"/>
                <a:gd name="connsiteX38" fmla="*/ 422434 w 571023"/>
                <a:gd name="connsiteY38" fmla="*/ 7144 h 465772"/>
                <a:gd name="connsiteX39" fmla="*/ 411480 w 571023"/>
                <a:gd name="connsiteY39" fmla="*/ 7144 h 465772"/>
                <a:gd name="connsiteX40" fmla="*/ 400050 w 571023"/>
                <a:gd name="connsiteY40" fmla="*/ 7144 h 465772"/>
                <a:gd name="connsiteX41" fmla="*/ 389096 w 571023"/>
                <a:gd name="connsiteY41" fmla="*/ 7144 h 465772"/>
                <a:gd name="connsiteX42" fmla="*/ 377666 w 571023"/>
                <a:gd name="connsiteY42" fmla="*/ 7144 h 465772"/>
                <a:gd name="connsiteX43" fmla="*/ 366713 w 571023"/>
                <a:gd name="connsiteY43" fmla="*/ 7144 h 465772"/>
                <a:gd name="connsiteX44" fmla="*/ 355282 w 571023"/>
                <a:gd name="connsiteY44" fmla="*/ 7144 h 465772"/>
                <a:gd name="connsiteX45" fmla="*/ 344328 w 571023"/>
                <a:gd name="connsiteY45" fmla="*/ 7144 h 465772"/>
                <a:gd name="connsiteX46" fmla="*/ 333375 w 571023"/>
                <a:gd name="connsiteY46" fmla="*/ 7144 h 465772"/>
                <a:gd name="connsiteX47" fmla="*/ 326707 w 571023"/>
                <a:gd name="connsiteY47" fmla="*/ 7144 h 465772"/>
                <a:gd name="connsiteX48" fmla="*/ 328136 w 571023"/>
                <a:gd name="connsiteY48" fmla="*/ 3810 h 465772"/>
                <a:gd name="connsiteX49" fmla="*/ 328613 w 571023"/>
                <a:gd name="connsiteY49" fmla="*/ 1905 h 465772"/>
                <a:gd name="connsiteX50" fmla="*/ 327660 w 571023"/>
                <a:gd name="connsiteY50" fmla="*/ 0 h 465772"/>
                <a:gd name="connsiteX51" fmla="*/ 325755 w 571023"/>
                <a:gd name="connsiteY51" fmla="*/ 0 h 465772"/>
                <a:gd name="connsiteX52" fmla="*/ 324326 w 571023"/>
                <a:gd name="connsiteY52" fmla="*/ 476 h 465772"/>
                <a:gd name="connsiteX53" fmla="*/ 320993 w 571023"/>
                <a:gd name="connsiteY53" fmla="*/ 6668 h 465772"/>
                <a:gd name="connsiteX54" fmla="*/ 319088 w 571023"/>
                <a:gd name="connsiteY54" fmla="*/ 7144 h 465772"/>
                <a:gd name="connsiteX55" fmla="*/ 315277 w 571023"/>
                <a:gd name="connsiteY55" fmla="*/ 7144 h 465772"/>
                <a:gd name="connsiteX56" fmla="*/ 302419 w 571023"/>
                <a:gd name="connsiteY56" fmla="*/ 7144 h 465772"/>
                <a:gd name="connsiteX57" fmla="*/ 289084 w 571023"/>
                <a:gd name="connsiteY57" fmla="*/ 7144 h 465772"/>
                <a:gd name="connsiteX58" fmla="*/ 276225 w 571023"/>
                <a:gd name="connsiteY58" fmla="*/ 7144 h 465772"/>
                <a:gd name="connsiteX59" fmla="*/ 263366 w 571023"/>
                <a:gd name="connsiteY59" fmla="*/ 7144 h 465772"/>
                <a:gd name="connsiteX60" fmla="*/ 250031 w 571023"/>
                <a:gd name="connsiteY60" fmla="*/ 7144 h 465772"/>
                <a:gd name="connsiteX61" fmla="*/ 237172 w 571023"/>
                <a:gd name="connsiteY61" fmla="*/ 7144 h 465772"/>
                <a:gd name="connsiteX62" fmla="*/ 224314 w 571023"/>
                <a:gd name="connsiteY62" fmla="*/ 7144 h 465772"/>
                <a:gd name="connsiteX63" fmla="*/ 210978 w 571023"/>
                <a:gd name="connsiteY63" fmla="*/ 7144 h 465772"/>
                <a:gd name="connsiteX64" fmla="*/ 198120 w 571023"/>
                <a:gd name="connsiteY64" fmla="*/ 7144 h 465772"/>
                <a:gd name="connsiteX65" fmla="*/ 185261 w 571023"/>
                <a:gd name="connsiteY65" fmla="*/ 7144 h 465772"/>
                <a:gd name="connsiteX66" fmla="*/ 172402 w 571023"/>
                <a:gd name="connsiteY66" fmla="*/ 7144 h 465772"/>
                <a:gd name="connsiteX67" fmla="*/ 159068 w 571023"/>
                <a:gd name="connsiteY67" fmla="*/ 7144 h 465772"/>
                <a:gd name="connsiteX68" fmla="*/ 146209 w 571023"/>
                <a:gd name="connsiteY68" fmla="*/ 7144 h 465772"/>
                <a:gd name="connsiteX69" fmla="*/ 133350 w 571023"/>
                <a:gd name="connsiteY69" fmla="*/ 7144 h 465772"/>
                <a:gd name="connsiteX70" fmla="*/ 120015 w 571023"/>
                <a:gd name="connsiteY70" fmla="*/ 7144 h 465772"/>
                <a:gd name="connsiteX71" fmla="*/ 107156 w 571023"/>
                <a:gd name="connsiteY71" fmla="*/ 7144 h 465772"/>
                <a:gd name="connsiteX72" fmla="*/ 107156 w 571023"/>
                <a:gd name="connsiteY72" fmla="*/ 24765 h 465772"/>
                <a:gd name="connsiteX73" fmla="*/ 107156 w 571023"/>
                <a:gd name="connsiteY73" fmla="*/ 42386 h 465772"/>
                <a:gd name="connsiteX74" fmla="*/ 107156 w 571023"/>
                <a:gd name="connsiteY74" fmla="*/ 59531 h 465772"/>
                <a:gd name="connsiteX75" fmla="*/ 107156 w 571023"/>
                <a:gd name="connsiteY75" fmla="*/ 77153 h 465772"/>
                <a:gd name="connsiteX76" fmla="*/ 107156 w 571023"/>
                <a:gd name="connsiteY76" fmla="*/ 77153 h 465772"/>
                <a:gd name="connsiteX77" fmla="*/ 107156 w 571023"/>
                <a:gd name="connsiteY77" fmla="*/ 77153 h 465772"/>
                <a:gd name="connsiteX78" fmla="*/ 106680 w 571023"/>
                <a:gd name="connsiteY78" fmla="*/ 77153 h 465772"/>
                <a:gd name="connsiteX79" fmla="*/ 106680 w 571023"/>
                <a:gd name="connsiteY79" fmla="*/ 77153 h 465772"/>
                <a:gd name="connsiteX80" fmla="*/ 98584 w 571023"/>
                <a:gd name="connsiteY80" fmla="*/ 77153 h 465772"/>
                <a:gd name="connsiteX81" fmla="*/ 90011 w 571023"/>
                <a:gd name="connsiteY81" fmla="*/ 77153 h 465772"/>
                <a:gd name="connsiteX82" fmla="*/ 81439 w 571023"/>
                <a:gd name="connsiteY82" fmla="*/ 77153 h 465772"/>
                <a:gd name="connsiteX83" fmla="*/ 73343 w 571023"/>
                <a:gd name="connsiteY83" fmla="*/ 77153 h 465772"/>
                <a:gd name="connsiteX84" fmla="*/ 73343 w 571023"/>
                <a:gd name="connsiteY84" fmla="*/ 81915 h 465772"/>
                <a:gd name="connsiteX85" fmla="*/ 73343 w 571023"/>
                <a:gd name="connsiteY85" fmla="*/ 86201 h 465772"/>
                <a:gd name="connsiteX86" fmla="*/ 73343 w 571023"/>
                <a:gd name="connsiteY86" fmla="*/ 90488 h 465772"/>
                <a:gd name="connsiteX87" fmla="*/ 73343 w 571023"/>
                <a:gd name="connsiteY87" fmla="*/ 94774 h 465772"/>
                <a:gd name="connsiteX88" fmla="*/ 73343 w 571023"/>
                <a:gd name="connsiteY88" fmla="*/ 110490 h 465772"/>
                <a:gd name="connsiteX89" fmla="*/ 73343 w 571023"/>
                <a:gd name="connsiteY89" fmla="*/ 125730 h 465772"/>
                <a:gd name="connsiteX90" fmla="*/ 73343 w 571023"/>
                <a:gd name="connsiteY90" fmla="*/ 141446 h 465772"/>
                <a:gd name="connsiteX91" fmla="*/ 73343 w 571023"/>
                <a:gd name="connsiteY91" fmla="*/ 156686 h 465772"/>
                <a:gd name="connsiteX92" fmla="*/ 73343 w 571023"/>
                <a:gd name="connsiteY92" fmla="*/ 172403 h 465772"/>
                <a:gd name="connsiteX93" fmla="*/ 73343 w 571023"/>
                <a:gd name="connsiteY93" fmla="*/ 187643 h 465772"/>
                <a:gd name="connsiteX94" fmla="*/ 73343 w 571023"/>
                <a:gd name="connsiteY94" fmla="*/ 202883 h 465772"/>
                <a:gd name="connsiteX95" fmla="*/ 73343 w 571023"/>
                <a:gd name="connsiteY95" fmla="*/ 218599 h 465772"/>
                <a:gd name="connsiteX96" fmla="*/ 73343 w 571023"/>
                <a:gd name="connsiteY96" fmla="*/ 223361 h 465772"/>
                <a:gd name="connsiteX97" fmla="*/ 72866 w 571023"/>
                <a:gd name="connsiteY97" fmla="*/ 225266 h 465772"/>
                <a:gd name="connsiteX98" fmla="*/ 72866 w 571023"/>
                <a:gd name="connsiteY98" fmla="*/ 225743 h 465772"/>
                <a:gd name="connsiteX99" fmla="*/ 71914 w 571023"/>
                <a:gd name="connsiteY99" fmla="*/ 226219 h 465772"/>
                <a:gd name="connsiteX100" fmla="*/ 63818 w 571023"/>
                <a:gd name="connsiteY100" fmla="*/ 224790 h 465772"/>
                <a:gd name="connsiteX101" fmla="*/ 60484 w 571023"/>
                <a:gd name="connsiteY101" fmla="*/ 224790 h 465772"/>
                <a:gd name="connsiteX102" fmla="*/ 55245 w 571023"/>
                <a:gd name="connsiteY102" fmla="*/ 225743 h 465772"/>
                <a:gd name="connsiteX103" fmla="*/ 48101 w 571023"/>
                <a:gd name="connsiteY103" fmla="*/ 226219 h 465772"/>
                <a:gd name="connsiteX104" fmla="*/ 43339 w 571023"/>
                <a:gd name="connsiteY104" fmla="*/ 226219 h 465772"/>
                <a:gd name="connsiteX105" fmla="*/ 40005 w 571023"/>
                <a:gd name="connsiteY105" fmla="*/ 228600 h 465772"/>
                <a:gd name="connsiteX106" fmla="*/ 37624 w 571023"/>
                <a:gd name="connsiteY106" fmla="*/ 231934 h 465772"/>
                <a:gd name="connsiteX107" fmla="*/ 39052 w 571023"/>
                <a:gd name="connsiteY107" fmla="*/ 239554 h 465772"/>
                <a:gd name="connsiteX108" fmla="*/ 38576 w 571023"/>
                <a:gd name="connsiteY108" fmla="*/ 241935 h 465772"/>
                <a:gd name="connsiteX109" fmla="*/ 37624 w 571023"/>
                <a:gd name="connsiteY109" fmla="*/ 244793 h 465772"/>
                <a:gd name="connsiteX110" fmla="*/ 35243 w 571023"/>
                <a:gd name="connsiteY110" fmla="*/ 247174 h 465772"/>
                <a:gd name="connsiteX111" fmla="*/ 33338 w 571023"/>
                <a:gd name="connsiteY111" fmla="*/ 248603 h 465772"/>
                <a:gd name="connsiteX112" fmla="*/ 31909 w 571023"/>
                <a:gd name="connsiteY112" fmla="*/ 250508 h 465772"/>
                <a:gd name="connsiteX113" fmla="*/ 30003 w 571023"/>
                <a:gd name="connsiteY113" fmla="*/ 253841 h 465772"/>
                <a:gd name="connsiteX114" fmla="*/ 29051 w 571023"/>
                <a:gd name="connsiteY114" fmla="*/ 255270 h 465772"/>
                <a:gd name="connsiteX115" fmla="*/ 29051 w 571023"/>
                <a:gd name="connsiteY115" fmla="*/ 257651 h 465772"/>
                <a:gd name="connsiteX116" fmla="*/ 28575 w 571023"/>
                <a:gd name="connsiteY116" fmla="*/ 260033 h 465772"/>
                <a:gd name="connsiteX117" fmla="*/ 27146 w 571023"/>
                <a:gd name="connsiteY117" fmla="*/ 260985 h 465772"/>
                <a:gd name="connsiteX118" fmla="*/ 23813 w 571023"/>
                <a:gd name="connsiteY118" fmla="*/ 261938 h 465772"/>
                <a:gd name="connsiteX119" fmla="*/ 21907 w 571023"/>
                <a:gd name="connsiteY119" fmla="*/ 262890 h 465772"/>
                <a:gd name="connsiteX120" fmla="*/ 20002 w 571023"/>
                <a:gd name="connsiteY120" fmla="*/ 264319 h 465772"/>
                <a:gd name="connsiteX121" fmla="*/ 19050 w 571023"/>
                <a:gd name="connsiteY121" fmla="*/ 265748 h 465772"/>
                <a:gd name="connsiteX122" fmla="*/ 19526 w 571023"/>
                <a:gd name="connsiteY122" fmla="*/ 267176 h 465772"/>
                <a:gd name="connsiteX123" fmla="*/ 20478 w 571023"/>
                <a:gd name="connsiteY123" fmla="*/ 269558 h 465772"/>
                <a:gd name="connsiteX124" fmla="*/ 20955 w 571023"/>
                <a:gd name="connsiteY124" fmla="*/ 272891 h 465772"/>
                <a:gd name="connsiteX125" fmla="*/ 20955 w 571023"/>
                <a:gd name="connsiteY125" fmla="*/ 274796 h 465772"/>
                <a:gd name="connsiteX126" fmla="*/ 22860 w 571023"/>
                <a:gd name="connsiteY126" fmla="*/ 276225 h 465772"/>
                <a:gd name="connsiteX127" fmla="*/ 23813 w 571023"/>
                <a:gd name="connsiteY127" fmla="*/ 277654 h 465772"/>
                <a:gd name="connsiteX128" fmla="*/ 24289 w 571023"/>
                <a:gd name="connsiteY128" fmla="*/ 279083 h 465772"/>
                <a:gd name="connsiteX129" fmla="*/ 23336 w 571023"/>
                <a:gd name="connsiteY129" fmla="*/ 280035 h 465772"/>
                <a:gd name="connsiteX130" fmla="*/ 19050 w 571023"/>
                <a:gd name="connsiteY130" fmla="*/ 282893 h 465772"/>
                <a:gd name="connsiteX131" fmla="*/ 17621 w 571023"/>
                <a:gd name="connsiteY131" fmla="*/ 283369 h 465772"/>
                <a:gd name="connsiteX132" fmla="*/ 15716 w 571023"/>
                <a:gd name="connsiteY132" fmla="*/ 284798 h 465772"/>
                <a:gd name="connsiteX133" fmla="*/ 14764 w 571023"/>
                <a:gd name="connsiteY133" fmla="*/ 285274 h 465772"/>
                <a:gd name="connsiteX134" fmla="*/ 11906 w 571023"/>
                <a:gd name="connsiteY134" fmla="*/ 287655 h 465772"/>
                <a:gd name="connsiteX135" fmla="*/ 10001 w 571023"/>
                <a:gd name="connsiteY135" fmla="*/ 289560 h 465772"/>
                <a:gd name="connsiteX136" fmla="*/ 9525 w 571023"/>
                <a:gd name="connsiteY136" fmla="*/ 291465 h 465772"/>
                <a:gd name="connsiteX137" fmla="*/ 9525 w 571023"/>
                <a:gd name="connsiteY137" fmla="*/ 293846 h 465772"/>
                <a:gd name="connsiteX138" fmla="*/ 10953 w 571023"/>
                <a:gd name="connsiteY138" fmla="*/ 297180 h 465772"/>
                <a:gd name="connsiteX139" fmla="*/ 12859 w 571023"/>
                <a:gd name="connsiteY139" fmla="*/ 300514 h 465772"/>
                <a:gd name="connsiteX140" fmla="*/ 13335 w 571023"/>
                <a:gd name="connsiteY140" fmla="*/ 302419 h 465772"/>
                <a:gd name="connsiteX141" fmla="*/ 13811 w 571023"/>
                <a:gd name="connsiteY141" fmla="*/ 305276 h 465772"/>
                <a:gd name="connsiteX142" fmla="*/ 13811 w 571023"/>
                <a:gd name="connsiteY142" fmla="*/ 307658 h 465772"/>
                <a:gd name="connsiteX143" fmla="*/ 12859 w 571023"/>
                <a:gd name="connsiteY143" fmla="*/ 309563 h 465772"/>
                <a:gd name="connsiteX144" fmla="*/ 11430 w 571023"/>
                <a:gd name="connsiteY144" fmla="*/ 311468 h 465772"/>
                <a:gd name="connsiteX145" fmla="*/ 5715 w 571023"/>
                <a:gd name="connsiteY145" fmla="*/ 314801 h 465772"/>
                <a:gd name="connsiteX146" fmla="*/ 2857 w 571023"/>
                <a:gd name="connsiteY146" fmla="*/ 318611 h 465772"/>
                <a:gd name="connsiteX147" fmla="*/ 476 w 571023"/>
                <a:gd name="connsiteY147" fmla="*/ 323374 h 465772"/>
                <a:gd name="connsiteX148" fmla="*/ 0 w 571023"/>
                <a:gd name="connsiteY148" fmla="*/ 325755 h 465772"/>
                <a:gd name="connsiteX149" fmla="*/ 476 w 571023"/>
                <a:gd name="connsiteY149" fmla="*/ 327660 h 465772"/>
                <a:gd name="connsiteX150" fmla="*/ 1905 w 571023"/>
                <a:gd name="connsiteY150" fmla="*/ 329089 h 465772"/>
                <a:gd name="connsiteX151" fmla="*/ 3334 w 571023"/>
                <a:gd name="connsiteY151" fmla="*/ 329565 h 465772"/>
                <a:gd name="connsiteX152" fmla="*/ 5715 w 571023"/>
                <a:gd name="connsiteY152" fmla="*/ 330041 h 465772"/>
                <a:gd name="connsiteX153" fmla="*/ 10001 w 571023"/>
                <a:gd name="connsiteY153" fmla="*/ 329089 h 465772"/>
                <a:gd name="connsiteX154" fmla="*/ 13811 w 571023"/>
                <a:gd name="connsiteY154" fmla="*/ 328613 h 465772"/>
                <a:gd name="connsiteX155" fmla="*/ 17621 w 571023"/>
                <a:gd name="connsiteY155" fmla="*/ 330518 h 465772"/>
                <a:gd name="connsiteX156" fmla="*/ 20002 w 571023"/>
                <a:gd name="connsiteY156" fmla="*/ 334328 h 465772"/>
                <a:gd name="connsiteX157" fmla="*/ 19050 w 571023"/>
                <a:gd name="connsiteY157" fmla="*/ 337185 h 465772"/>
                <a:gd name="connsiteX158" fmla="*/ 20478 w 571023"/>
                <a:gd name="connsiteY158" fmla="*/ 342424 h 465772"/>
                <a:gd name="connsiteX159" fmla="*/ 21907 w 571023"/>
                <a:gd name="connsiteY159" fmla="*/ 348615 h 465772"/>
                <a:gd name="connsiteX160" fmla="*/ 21907 w 571023"/>
                <a:gd name="connsiteY160" fmla="*/ 350520 h 465772"/>
                <a:gd name="connsiteX161" fmla="*/ 22384 w 571023"/>
                <a:gd name="connsiteY161" fmla="*/ 351473 h 465772"/>
                <a:gd name="connsiteX162" fmla="*/ 25241 w 571023"/>
                <a:gd name="connsiteY162" fmla="*/ 351949 h 465772"/>
                <a:gd name="connsiteX163" fmla="*/ 25718 w 571023"/>
                <a:gd name="connsiteY163" fmla="*/ 353378 h 465772"/>
                <a:gd name="connsiteX164" fmla="*/ 24765 w 571023"/>
                <a:gd name="connsiteY164" fmla="*/ 363855 h 465772"/>
                <a:gd name="connsiteX165" fmla="*/ 25718 w 571023"/>
                <a:gd name="connsiteY165" fmla="*/ 367189 h 465772"/>
                <a:gd name="connsiteX166" fmla="*/ 27622 w 571023"/>
                <a:gd name="connsiteY166" fmla="*/ 369094 h 465772"/>
                <a:gd name="connsiteX167" fmla="*/ 29527 w 571023"/>
                <a:gd name="connsiteY167" fmla="*/ 370523 h 465772"/>
                <a:gd name="connsiteX168" fmla="*/ 31432 w 571023"/>
                <a:gd name="connsiteY168" fmla="*/ 371951 h 465772"/>
                <a:gd name="connsiteX169" fmla="*/ 32385 w 571023"/>
                <a:gd name="connsiteY169" fmla="*/ 372904 h 465772"/>
                <a:gd name="connsiteX170" fmla="*/ 34766 w 571023"/>
                <a:gd name="connsiteY170" fmla="*/ 372904 h 465772"/>
                <a:gd name="connsiteX171" fmla="*/ 37147 w 571023"/>
                <a:gd name="connsiteY171" fmla="*/ 375285 h 465772"/>
                <a:gd name="connsiteX172" fmla="*/ 38100 w 571023"/>
                <a:gd name="connsiteY172" fmla="*/ 377666 h 465772"/>
                <a:gd name="connsiteX173" fmla="*/ 37624 w 571023"/>
                <a:gd name="connsiteY173" fmla="*/ 380524 h 465772"/>
                <a:gd name="connsiteX174" fmla="*/ 36195 w 571023"/>
                <a:gd name="connsiteY174" fmla="*/ 385763 h 465772"/>
                <a:gd name="connsiteX175" fmla="*/ 35243 w 571023"/>
                <a:gd name="connsiteY175" fmla="*/ 389573 h 465772"/>
                <a:gd name="connsiteX176" fmla="*/ 37624 w 571023"/>
                <a:gd name="connsiteY176" fmla="*/ 393859 h 465772"/>
                <a:gd name="connsiteX177" fmla="*/ 38576 w 571023"/>
                <a:gd name="connsiteY177" fmla="*/ 395288 h 465772"/>
                <a:gd name="connsiteX178" fmla="*/ 48577 w 571023"/>
                <a:gd name="connsiteY178" fmla="*/ 405289 h 465772"/>
                <a:gd name="connsiteX179" fmla="*/ 50482 w 571023"/>
                <a:gd name="connsiteY179" fmla="*/ 407670 h 465772"/>
                <a:gd name="connsiteX180" fmla="*/ 55245 w 571023"/>
                <a:gd name="connsiteY180" fmla="*/ 414814 h 465772"/>
                <a:gd name="connsiteX181" fmla="*/ 58578 w 571023"/>
                <a:gd name="connsiteY181" fmla="*/ 419576 h 465772"/>
                <a:gd name="connsiteX182" fmla="*/ 61913 w 571023"/>
                <a:gd name="connsiteY182" fmla="*/ 426720 h 465772"/>
                <a:gd name="connsiteX183" fmla="*/ 62389 w 571023"/>
                <a:gd name="connsiteY183" fmla="*/ 430530 h 465772"/>
                <a:gd name="connsiteX184" fmla="*/ 61913 w 571023"/>
                <a:gd name="connsiteY184" fmla="*/ 433864 h 465772"/>
                <a:gd name="connsiteX185" fmla="*/ 60960 w 571023"/>
                <a:gd name="connsiteY185" fmla="*/ 442913 h 465772"/>
                <a:gd name="connsiteX186" fmla="*/ 60007 w 571023"/>
                <a:gd name="connsiteY186" fmla="*/ 445770 h 465772"/>
                <a:gd name="connsiteX187" fmla="*/ 55721 w 571023"/>
                <a:gd name="connsiteY187" fmla="*/ 450533 h 465772"/>
                <a:gd name="connsiteX188" fmla="*/ 55721 w 571023"/>
                <a:gd name="connsiteY188" fmla="*/ 452914 h 465772"/>
                <a:gd name="connsiteX189" fmla="*/ 56674 w 571023"/>
                <a:gd name="connsiteY189" fmla="*/ 454819 h 465772"/>
                <a:gd name="connsiteX190" fmla="*/ 57626 w 571023"/>
                <a:gd name="connsiteY190" fmla="*/ 455771 h 465772"/>
                <a:gd name="connsiteX191" fmla="*/ 58578 w 571023"/>
                <a:gd name="connsiteY191" fmla="*/ 456724 h 465772"/>
                <a:gd name="connsiteX192" fmla="*/ 58102 w 571023"/>
                <a:gd name="connsiteY192" fmla="*/ 461010 h 465772"/>
                <a:gd name="connsiteX193" fmla="*/ 59531 w 571023"/>
                <a:gd name="connsiteY193" fmla="*/ 462439 h 465772"/>
                <a:gd name="connsiteX194" fmla="*/ 62865 w 571023"/>
                <a:gd name="connsiteY194" fmla="*/ 463868 h 465772"/>
                <a:gd name="connsiteX195" fmla="*/ 71438 w 571023"/>
                <a:gd name="connsiteY195" fmla="*/ 464344 h 465772"/>
                <a:gd name="connsiteX196" fmla="*/ 75724 w 571023"/>
                <a:gd name="connsiteY196" fmla="*/ 465296 h 465772"/>
                <a:gd name="connsiteX197" fmla="*/ 79057 w 571023"/>
                <a:gd name="connsiteY197" fmla="*/ 465773 h 465772"/>
                <a:gd name="connsiteX198" fmla="*/ 79534 w 571023"/>
                <a:gd name="connsiteY198" fmla="*/ 464820 h 465772"/>
                <a:gd name="connsiteX199" fmla="*/ 80963 w 571023"/>
                <a:gd name="connsiteY199" fmla="*/ 462439 h 465772"/>
                <a:gd name="connsiteX200" fmla="*/ 84296 w 571023"/>
                <a:gd name="connsiteY200" fmla="*/ 461010 h 465772"/>
                <a:gd name="connsiteX201" fmla="*/ 91916 w 571023"/>
                <a:gd name="connsiteY201" fmla="*/ 458629 h 465772"/>
                <a:gd name="connsiteX202" fmla="*/ 92393 w 571023"/>
                <a:gd name="connsiteY202" fmla="*/ 457676 h 465772"/>
                <a:gd name="connsiteX203" fmla="*/ 92393 w 571023"/>
                <a:gd name="connsiteY203" fmla="*/ 454343 h 465772"/>
                <a:gd name="connsiteX204" fmla="*/ 93345 w 571023"/>
                <a:gd name="connsiteY204" fmla="*/ 452914 h 465772"/>
                <a:gd name="connsiteX205" fmla="*/ 95726 w 571023"/>
                <a:gd name="connsiteY205" fmla="*/ 448628 h 465772"/>
                <a:gd name="connsiteX206" fmla="*/ 96202 w 571023"/>
                <a:gd name="connsiteY206" fmla="*/ 446723 h 465772"/>
                <a:gd name="connsiteX207" fmla="*/ 96202 w 571023"/>
                <a:gd name="connsiteY207" fmla="*/ 443389 h 465772"/>
                <a:gd name="connsiteX208" fmla="*/ 96678 w 571023"/>
                <a:gd name="connsiteY208" fmla="*/ 441484 h 465772"/>
                <a:gd name="connsiteX209" fmla="*/ 97631 w 571023"/>
                <a:gd name="connsiteY209" fmla="*/ 440055 h 465772"/>
                <a:gd name="connsiteX210" fmla="*/ 99536 w 571023"/>
                <a:gd name="connsiteY210" fmla="*/ 438150 h 465772"/>
                <a:gd name="connsiteX211" fmla="*/ 100489 w 571023"/>
                <a:gd name="connsiteY211" fmla="*/ 436721 h 465772"/>
                <a:gd name="connsiteX212" fmla="*/ 100965 w 571023"/>
                <a:gd name="connsiteY212" fmla="*/ 433864 h 465772"/>
                <a:gd name="connsiteX213" fmla="*/ 100489 w 571023"/>
                <a:gd name="connsiteY213" fmla="*/ 428625 h 465772"/>
                <a:gd name="connsiteX214" fmla="*/ 101918 w 571023"/>
                <a:gd name="connsiteY214" fmla="*/ 426244 h 465772"/>
                <a:gd name="connsiteX215" fmla="*/ 106680 w 571023"/>
                <a:gd name="connsiteY215" fmla="*/ 421005 h 465772"/>
                <a:gd name="connsiteX216" fmla="*/ 108109 w 571023"/>
                <a:gd name="connsiteY216" fmla="*/ 419100 h 465772"/>
                <a:gd name="connsiteX217" fmla="*/ 108585 w 571023"/>
                <a:gd name="connsiteY217" fmla="*/ 416719 h 465772"/>
                <a:gd name="connsiteX218" fmla="*/ 108585 w 571023"/>
                <a:gd name="connsiteY218" fmla="*/ 414814 h 465772"/>
                <a:gd name="connsiteX219" fmla="*/ 108585 w 571023"/>
                <a:gd name="connsiteY219" fmla="*/ 412909 h 465772"/>
                <a:gd name="connsiteX220" fmla="*/ 110014 w 571023"/>
                <a:gd name="connsiteY220" fmla="*/ 411004 h 465772"/>
                <a:gd name="connsiteX221" fmla="*/ 111443 w 571023"/>
                <a:gd name="connsiteY221" fmla="*/ 410051 h 465772"/>
                <a:gd name="connsiteX222" fmla="*/ 115252 w 571023"/>
                <a:gd name="connsiteY222" fmla="*/ 409575 h 465772"/>
                <a:gd name="connsiteX223" fmla="*/ 117634 w 571023"/>
                <a:gd name="connsiteY223" fmla="*/ 410051 h 465772"/>
                <a:gd name="connsiteX224" fmla="*/ 135255 w 571023"/>
                <a:gd name="connsiteY224" fmla="*/ 406718 h 465772"/>
                <a:gd name="connsiteX225" fmla="*/ 137160 w 571023"/>
                <a:gd name="connsiteY225" fmla="*/ 407194 h 465772"/>
                <a:gd name="connsiteX226" fmla="*/ 138113 w 571023"/>
                <a:gd name="connsiteY226" fmla="*/ 409099 h 465772"/>
                <a:gd name="connsiteX227" fmla="*/ 138113 w 571023"/>
                <a:gd name="connsiteY227" fmla="*/ 412433 h 465772"/>
                <a:gd name="connsiteX228" fmla="*/ 138113 w 571023"/>
                <a:gd name="connsiteY228" fmla="*/ 413861 h 465772"/>
                <a:gd name="connsiteX229" fmla="*/ 139065 w 571023"/>
                <a:gd name="connsiteY229" fmla="*/ 414814 h 465772"/>
                <a:gd name="connsiteX230" fmla="*/ 141922 w 571023"/>
                <a:gd name="connsiteY230" fmla="*/ 416719 h 465772"/>
                <a:gd name="connsiteX231" fmla="*/ 143827 w 571023"/>
                <a:gd name="connsiteY231" fmla="*/ 419100 h 465772"/>
                <a:gd name="connsiteX232" fmla="*/ 144780 w 571023"/>
                <a:gd name="connsiteY232" fmla="*/ 420053 h 465772"/>
                <a:gd name="connsiteX233" fmla="*/ 147638 w 571023"/>
                <a:gd name="connsiteY233" fmla="*/ 421958 h 465772"/>
                <a:gd name="connsiteX234" fmla="*/ 160496 w 571023"/>
                <a:gd name="connsiteY234" fmla="*/ 436721 h 465772"/>
                <a:gd name="connsiteX235" fmla="*/ 164306 w 571023"/>
                <a:gd name="connsiteY235" fmla="*/ 438150 h 465772"/>
                <a:gd name="connsiteX236" fmla="*/ 168116 w 571023"/>
                <a:gd name="connsiteY236" fmla="*/ 437674 h 465772"/>
                <a:gd name="connsiteX237" fmla="*/ 174784 w 571023"/>
                <a:gd name="connsiteY237" fmla="*/ 434816 h 465772"/>
                <a:gd name="connsiteX238" fmla="*/ 178594 w 571023"/>
                <a:gd name="connsiteY238" fmla="*/ 433864 h 465772"/>
                <a:gd name="connsiteX239" fmla="*/ 203359 w 571023"/>
                <a:gd name="connsiteY239" fmla="*/ 434816 h 465772"/>
                <a:gd name="connsiteX240" fmla="*/ 205740 w 571023"/>
                <a:gd name="connsiteY240" fmla="*/ 434340 h 465772"/>
                <a:gd name="connsiteX241" fmla="*/ 206216 w 571023"/>
                <a:gd name="connsiteY241" fmla="*/ 434340 h 465772"/>
                <a:gd name="connsiteX242" fmla="*/ 210026 w 571023"/>
                <a:gd name="connsiteY242" fmla="*/ 441960 h 465772"/>
                <a:gd name="connsiteX243" fmla="*/ 211455 w 571023"/>
                <a:gd name="connsiteY243" fmla="*/ 443389 h 465772"/>
                <a:gd name="connsiteX244" fmla="*/ 238601 w 571023"/>
                <a:gd name="connsiteY244" fmla="*/ 443389 h 465772"/>
                <a:gd name="connsiteX245" fmla="*/ 238125 w 571023"/>
                <a:gd name="connsiteY245" fmla="*/ 441484 h 465772"/>
                <a:gd name="connsiteX246" fmla="*/ 238601 w 571023"/>
                <a:gd name="connsiteY246" fmla="*/ 439103 h 465772"/>
                <a:gd name="connsiteX247" fmla="*/ 241459 w 571023"/>
                <a:gd name="connsiteY247" fmla="*/ 436245 h 465772"/>
                <a:gd name="connsiteX248" fmla="*/ 243364 w 571023"/>
                <a:gd name="connsiteY248" fmla="*/ 434340 h 465772"/>
                <a:gd name="connsiteX249" fmla="*/ 243364 w 571023"/>
                <a:gd name="connsiteY249" fmla="*/ 434340 h 465772"/>
                <a:gd name="connsiteX250" fmla="*/ 243840 w 571023"/>
                <a:gd name="connsiteY250" fmla="*/ 433864 h 465772"/>
                <a:gd name="connsiteX251" fmla="*/ 248126 w 571023"/>
                <a:gd name="connsiteY251" fmla="*/ 431959 h 465772"/>
                <a:gd name="connsiteX252" fmla="*/ 252413 w 571023"/>
                <a:gd name="connsiteY252" fmla="*/ 430530 h 465772"/>
                <a:gd name="connsiteX253" fmla="*/ 260032 w 571023"/>
                <a:gd name="connsiteY253" fmla="*/ 428625 h 465772"/>
                <a:gd name="connsiteX254" fmla="*/ 262890 w 571023"/>
                <a:gd name="connsiteY254" fmla="*/ 425768 h 465772"/>
                <a:gd name="connsiteX255" fmla="*/ 264319 w 571023"/>
                <a:gd name="connsiteY255" fmla="*/ 423386 h 465772"/>
                <a:gd name="connsiteX256" fmla="*/ 264795 w 571023"/>
                <a:gd name="connsiteY256" fmla="*/ 418624 h 465772"/>
                <a:gd name="connsiteX257" fmla="*/ 265747 w 571023"/>
                <a:gd name="connsiteY257" fmla="*/ 417671 h 465772"/>
                <a:gd name="connsiteX258" fmla="*/ 267652 w 571023"/>
                <a:gd name="connsiteY258" fmla="*/ 416719 h 465772"/>
                <a:gd name="connsiteX259" fmla="*/ 276701 w 571023"/>
                <a:gd name="connsiteY259" fmla="*/ 412433 h 465772"/>
                <a:gd name="connsiteX260" fmla="*/ 278130 w 571023"/>
                <a:gd name="connsiteY260" fmla="*/ 411480 h 465772"/>
                <a:gd name="connsiteX261" fmla="*/ 294322 w 571023"/>
                <a:gd name="connsiteY261" fmla="*/ 421481 h 465772"/>
                <a:gd name="connsiteX262" fmla="*/ 303371 w 571023"/>
                <a:gd name="connsiteY262" fmla="*/ 429578 h 465772"/>
                <a:gd name="connsiteX263" fmla="*/ 303847 w 571023"/>
                <a:gd name="connsiteY263" fmla="*/ 430054 h 465772"/>
                <a:gd name="connsiteX264" fmla="*/ 304324 w 571023"/>
                <a:gd name="connsiteY264" fmla="*/ 430054 h 465772"/>
                <a:gd name="connsiteX265" fmla="*/ 304800 w 571023"/>
                <a:gd name="connsiteY265" fmla="*/ 429578 h 465772"/>
                <a:gd name="connsiteX266" fmla="*/ 305276 w 571023"/>
                <a:gd name="connsiteY266" fmla="*/ 429578 h 465772"/>
                <a:gd name="connsiteX267" fmla="*/ 305752 w 571023"/>
                <a:gd name="connsiteY267" fmla="*/ 429101 h 465772"/>
                <a:gd name="connsiteX268" fmla="*/ 306228 w 571023"/>
                <a:gd name="connsiteY268" fmla="*/ 429101 h 465772"/>
                <a:gd name="connsiteX269" fmla="*/ 310039 w 571023"/>
                <a:gd name="connsiteY269" fmla="*/ 429101 h 465772"/>
                <a:gd name="connsiteX270" fmla="*/ 317182 w 571023"/>
                <a:gd name="connsiteY270" fmla="*/ 428625 h 465772"/>
                <a:gd name="connsiteX271" fmla="*/ 319564 w 571023"/>
                <a:gd name="connsiteY271" fmla="*/ 427673 h 465772"/>
                <a:gd name="connsiteX272" fmla="*/ 334327 w 571023"/>
                <a:gd name="connsiteY272" fmla="*/ 413385 h 465772"/>
                <a:gd name="connsiteX273" fmla="*/ 338138 w 571023"/>
                <a:gd name="connsiteY273" fmla="*/ 408623 h 465772"/>
                <a:gd name="connsiteX274" fmla="*/ 339090 w 571023"/>
                <a:gd name="connsiteY274" fmla="*/ 407670 h 465772"/>
                <a:gd name="connsiteX275" fmla="*/ 340995 w 571023"/>
                <a:gd name="connsiteY275" fmla="*/ 404336 h 465772"/>
                <a:gd name="connsiteX276" fmla="*/ 343376 w 571023"/>
                <a:gd name="connsiteY276" fmla="*/ 399098 h 465772"/>
                <a:gd name="connsiteX277" fmla="*/ 343852 w 571023"/>
                <a:gd name="connsiteY277" fmla="*/ 398145 h 465772"/>
                <a:gd name="connsiteX278" fmla="*/ 359569 w 571023"/>
                <a:gd name="connsiteY278" fmla="*/ 384810 h 465772"/>
                <a:gd name="connsiteX279" fmla="*/ 360521 w 571023"/>
                <a:gd name="connsiteY279" fmla="*/ 383858 h 465772"/>
                <a:gd name="connsiteX280" fmla="*/ 360521 w 571023"/>
                <a:gd name="connsiteY280" fmla="*/ 382905 h 465772"/>
                <a:gd name="connsiteX281" fmla="*/ 358140 w 571023"/>
                <a:gd name="connsiteY281" fmla="*/ 378619 h 465772"/>
                <a:gd name="connsiteX282" fmla="*/ 357664 w 571023"/>
                <a:gd name="connsiteY282" fmla="*/ 376238 h 465772"/>
                <a:gd name="connsiteX283" fmla="*/ 357664 w 571023"/>
                <a:gd name="connsiteY283" fmla="*/ 372428 h 465772"/>
                <a:gd name="connsiteX284" fmla="*/ 358140 w 571023"/>
                <a:gd name="connsiteY284" fmla="*/ 367189 h 465772"/>
                <a:gd name="connsiteX285" fmla="*/ 357664 w 571023"/>
                <a:gd name="connsiteY285" fmla="*/ 363855 h 465772"/>
                <a:gd name="connsiteX286" fmla="*/ 357664 w 571023"/>
                <a:gd name="connsiteY286" fmla="*/ 363379 h 465772"/>
                <a:gd name="connsiteX287" fmla="*/ 357664 w 571023"/>
                <a:gd name="connsiteY287" fmla="*/ 362903 h 465772"/>
                <a:gd name="connsiteX288" fmla="*/ 357664 w 571023"/>
                <a:gd name="connsiteY288" fmla="*/ 362426 h 465772"/>
                <a:gd name="connsiteX289" fmla="*/ 348615 w 571023"/>
                <a:gd name="connsiteY289" fmla="*/ 352425 h 465772"/>
                <a:gd name="connsiteX290" fmla="*/ 370999 w 571023"/>
                <a:gd name="connsiteY290" fmla="*/ 352425 h 465772"/>
                <a:gd name="connsiteX291" fmla="*/ 370999 w 571023"/>
                <a:gd name="connsiteY291" fmla="*/ 351473 h 465772"/>
                <a:gd name="connsiteX292" fmla="*/ 370999 w 571023"/>
                <a:gd name="connsiteY292" fmla="*/ 351473 h 465772"/>
                <a:gd name="connsiteX293" fmla="*/ 370999 w 571023"/>
                <a:gd name="connsiteY293" fmla="*/ 350996 h 465772"/>
                <a:gd name="connsiteX294" fmla="*/ 370522 w 571023"/>
                <a:gd name="connsiteY294" fmla="*/ 349568 h 465772"/>
                <a:gd name="connsiteX295" fmla="*/ 370522 w 571023"/>
                <a:gd name="connsiteY295" fmla="*/ 348139 h 465772"/>
                <a:gd name="connsiteX296" fmla="*/ 370522 w 571023"/>
                <a:gd name="connsiteY296" fmla="*/ 347663 h 465772"/>
                <a:gd name="connsiteX297" fmla="*/ 370522 w 571023"/>
                <a:gd name="connsiteY297" fmla="*/ 347186 h 465772"/>
                <a:gd name="connsiteX298" fmla="*/ 370522 w 571023"/>
                <a:gd name="connsiteY298" fmla="*/ 346234 h 465772"/>
                <a:gd name="connsiteX299" fmla="*/ 370522 w 571023"/>
                <a:gd name="connsiteY299" fmla="*/ 345758 h 465772"/>
                <a:gd name="connsiteX300" fmla="*/ 370522 w 571023"/>
                <a:gd name="connsiteY300" fmla="*/ 345758 h 465772"/>
                <a:gd name="connsiteX301" fmla="*/ 370522 w 571023"/>
                <a:gd name="connsiteY301" fmla="*/ 345758 h 465772"/>
                <a:gd name="connsiteX302" fmla="*/ 370522 w 571023"/>
                <a:gd name="connsiteY302" fmla="*/ 345281 h 465772"/>
                <a:gd name="connsiteX303" fmla="*/ 370522 w 571023"/>
                <a:gd name="connsiteY303" fmla="*/ 345281 h 465772"/>
                <a:gd name="connsiteX304" fmla="*/ 386715 w 571023"/>
                <a:gd name="connsiteY304" fmla="*/ 345281 h 465772"/>
                <a:gd name="connsiteX305" fmla="*/ 386715 w 571023"/>
                <a:gd name="connsiteY305" fmla="*/ 348139 h 465772"/>
                <a:gd name="connsiteX306" fmla="*/ 384810 w 571023"/>
                <a:gd name="connsiteY306" fmla="*/ 354806 h 465772"/>
                <a:gd name="connsiteX307" fmla="*/ 384810 w 571023"/>
                <a:gd name="connsiteY307" fmla="*/ 358616 h 465772"/>
                <a:gd name="connsiteX308" fmla="*/ 384334 w 571023"/>
                <a:gd name="connsiteY308" fmla="*/ 363379 h 465772"/>
                <a:gd name="connsiteX309" fmla="*/ 384334 w 571023"/>
                <a:gd name="connsiteY309" fmla="*/ 363855 h 465772"/>
                <a:gd name="connsiteX310" fmla="*/ 383857 w 571023"/>
                <a:gd name="connsiteY310" fmla="*/ 364808 h 465772"/>
                <a:gd name="connsiteX311" fmla="*/ 383381 w 571023"/>
                <a:gd name="connsiteY311" fmla="*/ 365284 h 465772"/>
                <a:gd name="connsiteX312" fmla="*/ 382905 w 571023"/>
                <a:gd name="connsiteY312" fmla="*/ 365760 h 465772"/>
                <a:gd name="connsiteX313" fmla="*/ 382905 w 571023"/>
                <a:gd name="connsiteY313" fmla="*/ 365760 h 465772"/>
                <a:gd name="connsiteX314" fmla="*/ 382428 w 571023"/>
                <a:gd name="connsiteY314" fmla="*/ 366236 h 465772"/>
                <a:gd name="connsiteX315" fmla="*/ 382428 w 571023"/>
                <a:gd name="connsiteY315" fmla="*/ 366713 h 465772"/>
                <a:gd name="connsiteX316" fmla="*/ 385763 w 571023"/>
                <a:gd name="connsiteY316" fmla="*/ 391954 h 465772"/>
                <a:gd name="connsiteX317" fmla="*/ 385763 w 571023"/>
                <a:gd name="connsiteY317" fmla="*/ 392430 h 465772"/>
                <a:gd name="connsiteX318" fmla="*/ 385763 w 571023"/>
                <a:gd name="connsiteY318" fmla="*/ 392906 h 465772"/>
                <a:gd name="connsiteX319" fmla="*/ 384810 w 571023"/>
                <a:gd name="connsiteY319" fmla="*/ 394335 h 465772"/>
                <a:gd name="connsiteX320" fmla="*/ 384334 w 571023"/>
                <a:gd name="connsiteY320" fmla="*/ 395288 h 465772"/>
                <a:gd name="connsiteX321" fmla="*/ 384334 w 571023"/>
                <a:gd name="connsiteY321" fmla="*/ 395288 h 465772"/>
                <a:gd name="connsiteX322" fmla="*/ 384810 w 571023"/>
                <a:gd name="connsiteY322" fmla="*/ 395764 h 465772"/>
                <a:gd name="connsiteX323" fmla="*/ 392430 w 571023"/>
                <a:gd name="connsiteY323" fmla="*/ 398621 h 465772"/>
                <a:gd name="connsiteX324" fmla="*/ 392906 w 571023"/>
                <a:gd name="connsiteY324" fmla="*/ 398621 h 465772"/>
                <a:gd name="connsiteX325" fmla="*/ 392906 w 571023"/>
                <a:gd name="connsiteY325" fmla="*/ 398621 h 465772"/>
                <a:gd name="connsiteX326" fmla="*/ 395764 w 571023"/>
                <a:gd name="connsiteY326" fmla="*/ 401955 h 465772"/>
                <a:gd name="connsiteX327" fmla="*/ 410527 w 571023"/>
                <a:gd name="connsiteY327" fmla="*/ 413861 h 465772"/>
                <a:gd name="connsiteX328" fmla="*/ 411003 w 571023"/>
                <a:gd name="connsiteY328" fmla="*/ 414814 h 465772"/>
                <a:gd name="connsiteX329" fmla="*/ 412432 w 571023"/>
                <a:gd name="connsiteY329" fmla="*/ 418148 h 465772"/>
                <a:gd name="connsiteX330" fmla="*/ 412432 w 571023"/>
                <a:gd name="connsiteY330" fmla="*/ 419100 h 465772"/>
                <a:gd name="connsiteX331" fmla="*/ 412909 w 571023"/>
                <a:gd name="connsiteY331" fmla="*/ 420053 h 465772"/>
                <a:gd name="connsiteX332" fmla="*/ 412432 w 571023"/>
                <a:gd name="connsiteY332" fmla="*/ 420529 h 465772"/>
                <a:gd name="connsiteX333" fmla="*/ 412432 w 571023"/>
                <a:gd name="connsiteY333" fmla="*/ 422910 h 465772"/>
                <a:gd name="connsiteX334" fmla="*/ 412432 w 571023"/>
                <a:gd name="connsiteY334" fmla="*/ 423863 h 465772"/>
                <a:gd name="connsiteX335" fmla="*/ 412432 w 571023"/>
                <a:gd name="connsiteY335" fmla="*/ 424339 h 465772"/>
                <a:gd name="connsiteX336" fmla="*/ 412909 w 571023"/>
                <a:gd name="connsiteY336" fmla="*/ 425291 h 465772"/>
                <a:gd name="connsiteX337" fmla="*/ 412909 w 571023"/>
                <a:gd name="connsiteY337" fmla="*/ 425291 h 465772"/>
                <a:gd name="connsiteX338" fmla="*/ 412909 w 571023"/>
                <a:gd name="connsiteY338" fmla="*/ 425768 h 465772"/>
                <a:gd name="connsiteX339" fmla="*/ 412909 w 571023"/>
                <a:gd name="connsiteY339" fmla="*/ 426244 h 465772"/>
                <a:gd name="connsiteX340" fmla="*/ 410527 w 571023"/>
                <a:gd name="connsiteY340" fmla="*/ 430530 h 465772"/>
                <a:gd name="connsiteX341" fmla="*/ 410051 w 571023"/>
                <a:gd name="connsiteY341" fmla="*/ 433388 h 465772"/>
                <a:gd name="connsiteX342" fmla="*/ 409575 w 571023"/>
                <a:gd name="connsiteY342" fmla="*/ 436245 h 465772"/>
                <a:gd name="connsiteX343" fmla="*/ 409575 w 571023"/>
                <a:gd name="connsiteY343" fmla="*/ 437674 h 465772"/>
                <a:gd name="connsiteX344" fmla="*/ 410051 w 571023"/>
                <a:gd name="connsiteY344" fmla="*/ 438626 h 465772"/>
                <a:gd name="connsiteX345" fmla="*/ 410051 w 571023"/>
                <a:gd name="connsiteY345" fmla="*/ 438626 h 465772"/>
                <a:gd name="connsiteX346" fmla="*/ 410051 w 571023"/>
                <a:gd name="connsiteY346" fmla="*/ 438626 h 465772"/>
                <a:gd name="connsiteX347" fmla="*/ 410051 w 571023"/>
                <a:gd name="connsiteY347" fmla="*/ 439103 h 465772"/>
                <a:gd name="connsiteX348" fmla="*/ 410527 w 571023"/>
                <a:gd name="connsiteY348" fmla="*/ 439103 h 465772"/>
                <a:gd name="connsiteX349" fmla="*/ 416719 w 571023"/>
                <a:gd name="connsiteY349" fmla="*/ 439103 h 465772"/>
                <a:gd name="connsiteX350" fmla="*/ 416719 w 571023"/>
                <a:gd name="connsiteY350" fmla="*/ 439103 h 465772"/>
                <a:gd name="connsiteX351" fmla="*/ 416719 w 571023"/>
                <a:gd name="connsiteY351" fmla="*/ 437198 h 465772"/>
                <a:gd name="connsiteX352" fmla="*/ 418147 w 571023"/>
                <a:gd name="connsiteY352" fmla="*/ 430054 h 465772"/>
                <a:gd name="connsiteX353" fmla="*/ 419576 w 571023"/>
                <a:gd name="connsiteY353" fmla="*/ 425768 h 465772"/>
                <a:gd name="connsiteX354" fmla="*/ 420528 w 571023"/>
                <a:gd name="connsiteY354" fmla="*/ 423386 h 465772"/>
                <a:gd name="connsiteX355" fmla="*/ 423863 w 571023"/>
                <a:gd name="connsiteY355" fmla="*/ 416719 h 465772"/>
                <a:gd name="connsiteX356" fmla="*/ 424815 w 571023"/>
                <a:gd name="connsiteY356" fmla="*/ 414338 h 465772"/>
                <a:gd name="connsiteX357" fmla="*/ 424815 w 571023"/>
                <a:gd name="connsiteY357" fmla="*/ 412433 h 465772"/>
                <a:gd name="connsiteX358" fmla="*/ 423386 w 571023"/>
                <a:gd name="connsiteY358" fmla="*/ 402908 h 465772"/>
                <a:gd name="connsiteX359" fmla="*/ 425768 w 571023"/>
                <a:gd name="connsiteY359" fmla="*/ 398621 h 465772"/>
                <a:gd name="connsiteX360" fmla="*/ 428625 w 571023"/>
                <a:gd name="connsiteY360" fmla="*/ 393859 h 465772"/>
                <a:gd name="connsiteX361" fmla="*/ 431482 w 571023"/>
                <a:gd name="connsiteY361" fmla="*/ 391954 h 465772"/>
                <a:gd name="connsiteX362" fmla="*/ 433388 w 571023"/>
                <a:gd name="connsiteY362" fmla="*/ 391001 h 465772"/>
                <a:gd name="connsiteX363" fmla="*/ 434340 w 571023"/>
                <a:gd name="connsiteY363" fmla="*/ 391478 h 465772"/>
                <a:gd name="connsiteX364" fmla="*/ 437197 w 571023"/>
                <a:gd name="connsiteY364" fmla="*/ 393383 h 465772"/>
                <a:gd name="connsiteX365" fmla="*/ 440531 w 571023"/>
                <a:gd name="connsiteY365" fmla="*/ 395288 h 465772"/>
                <a:gd name="connsiteX366" fmla="*/ 441960 w 571023"/>
                <a:gd name="connsiteY366" fmla="*/ 394811 h 465772"/>
                <a:gd name="connsiteX367" fmla="*/ 444341 w 571023"/>
                <a:gd name="connsiteY367" fmla="*/ 393383 h 465772"/>
                <a:gd name="connsiteX368" fmla="*/ 445770 w 571023"/>
                <a:gd name="connsiteY368" fmla="*/ 391478 h 465772"/>
                <a:gd name="connsiteX369" fmla="*/ 445770 w 571023"/>
                <a:gd name="connsiteY369" fmla="*/ 388144 h 465772"/>
                <a:gd name="connsiteX370" fmla="*/ 447199 w 571023"/>
                <a:gd name="connsiteY370" fmla="*/ 381476 h 465772"/>
                <a:gd name="connsiteX371" fmla="*/ 446722 w 571023"/>
                <a:gd name="connsiteY371" fmla="*/ 377666 h 465772"/>
                <a:gd name="connsiteX372" fmla="*/ 448627 w 571023"/>
                <a:gd name="connsiteY372" fmla="*/ 372428 h 465772"/>
                <a:gd name="connsiteX373" fmla="*/ 450056 w 571023"/>
                <a:gd name="connsiteY373" fmla="*/ 365760 h 465772"/>
                <a:gd name="connsiteX374" fmla="*/ 451009 w 571023"/>
                <a:gd name="connsiteY374" fmla="*/ 361474 h 465772"/>
                <a:gd name="connsiteX375" fmla="*/ 451961 w 571023"/>
                <a:gd name="connsiteY375" fmla="*/ 359093 h 465772"/>
                <a:gd name="connsiteX376" fmla="*/ 456724 w 571023"/>
                <a:gd name="connsiteY376" fmla="*/ 354330 h 465772"/>
                <a:gd name="connsiteX377" fmla="*/ 461010 w 571023"/>
                <a:gd name="connsiteY377" fmla="*/ 347663 h 465772"/>
                <a:gd name="connsiteX378" fmla="*/ 463391 w 571023"/>
                <a:gd name="connsiteY378" fmla="*/ 342424 h 465772"/>
                <a:gd name="connsiteX379" fmla="*/ 468630 w 571023"/>
                <a:gd name="connsiteY379" fmla="*/ 334328 h 465772"/>
                <a:gd name="connsiteX380" fmla="*/ 471011 w 571023"/>
                <a:gd name="connsiteY380" fmla="*/ 331470 h 465772"/>
                <a:gd name="connsiteX381" fmla="*/ 472916 w 571023"/>
                <a:gd name="connsiteY381" fmla="*/ 330518 h 465772"/>
                <a:gd name="connsiteX382" fmla="*/ 476250 w 571023"/>
                <a:gd name="connsiteY382" fmla="*/ 329565 h 465772"/>
                <a:gd name="connsiteX383" fmla="*/ 481489 w 571023"/>
                <a:gd name="connsiteY383" fmla="*/ 328613 h 465772"/>
                <a:gd name="connsiteX384" fmla="*/ 485775 w 571023"/>
                <a:gd name="connsiteY384" fmla="*/ 328136 h 465772"/>
                <a:gd name="connsiteX385" fmla="*/ 486251 w 571023"/>
                <a:gd name="connsiteY385" fmla="*/ 327184 h 465772"/>
                <a:gd name="connsiteX386" fmla="*/ 486727 w 571023"/>
                <a:gd name="connsiteY386" fmla="*/ 325279 h 465772"/>
                <a:gd name="connsiteX387" fmla="*/ 486727 w 571023"/>
                <a:gd name="connsiteY387" fmla="*/ 321945 h 465772"/>
                <a:gd name="connsiteX388" fmla="*/ 487680 w 571023"/>
                <a:gd name="connsiteY388" fmla="*/ 315754 h 465772"/>
                <a:gd name="connsiteX389" fmla="*/ 489585 w 571023"/>
                <a:gd name="connsiteY389" fmla="*/ 309563 h 465772"/>
                <a:gd name="connsiteX390" fmla="*/ 491490 w 571023"/>
                <a:gd name="connsiteY390" fmla="*/ 304800 h 465772"/>
                <a:gd name="connsiteX391" fmla="*/ 492443 w 571023"/>
                <a:gd name="connsiteY391" fmla="*/ 302895 h 465772"/>
                <a:gd name="connsiteX392" fmla="*/ 493871 w 571023"/>
                <a:gd name="connsiteY392" fmla="*/ 300990 h 465772"/>
                <a:gd name="connsiteX393" fmla="*/ 495300 w 571023"/>
                <a:gd name="connsiteY393" fmla="*/ 297180 h 465772"/>
                <a:gd name="connsiteX394" fmla="*/ 497205 w 571023"/>
                <a:gd name="connsiteY394" fmla="*/ 290036 h 465772"/>
                <a:gd name="connsiteX395" fmla="*/ 497205 w 571023"/>
                <a:gd name="connsiteY395" fmla="*/ 284798 h 465772"/>
                <a:gd name="connsiteX396" fmla="*/ 500063 w 571023"/>
                <a:gd name="connsiteY396" fmla="*/ 275749 h 465772"/>
                <a:gd name="connsiteX397" fmla="*/ 499110 w 571023"/>
                <a:gd name="connsiteY397" fmla="*/ 265748 h 465772"/>
                <a:gd name="connsiteX398" fmla="*/ 498157 w 571023"/>
                <a:gd name="connsiteY398" fmla="*/ 259556 h 465772"/>
                <a:gd name="connsiteX399" fmla="*/ 497205 w 571023"/>
                <a:gd name="connsiteY399" fmla="*/ 252413 h 465772"/>
                <a:gd name="connsiteX400" fmla="*/ 496728 w 571023"/>
                <a:gd name="connsiteY400" fmla="*/ 245745 h 465772"/>
                <a:gd name="connsiteX401" fmla="*/ 500063 w 571023"/>
                <a:gd name="connsiteY401" fmla="*/ 241459 h 465772"/>
                <a:gd name="connsiteX402" fmla="*/ 501491 w 571023"/>
                <a:gd name="connsiteY402" fmla="*/ 237649 h 465772"/>
                <a:gd name="connsiteX403" fmla="*/ 505301 w 571023"/>
                <a:gd name="connsiteY403" fmla="*/ 225266 h 465772"/>
                <a:gd name="connsiteX404" fmla="*/ 506730 w 571023"/>
                <a:gd name="connsiteY404" fmla="*/ 222885 h 465772"/>
                <a:gd name="connsiteX405" fmla="*/ 509588 w 571023"/>
                <a:gd name="connsiteY405" fmla="*/ 216218 h 465772"/>
                <a:gd name="connsiteX406" fmla="*/ 510064 w 571023"/>
                <a:gd name="connsiteY406" fmla="*/ 214313 h 465772"/>
                <a:gd name="connsiteX407" fmla="*/ 513397 w 571023"/>
                <a:gd name="connsiteY407" fmla="*/ 205740 h 465772"/>
                <a:gd name="connsiteX408" fmla="*/ 512921 w 571023"/>
                <a:gd name="connsiteY408" fmla="*/ 200025 h 465772"/>
                <a:gd name="connsiteX409" fmla="*/ 512445 w 571023"/>
                <a:gd name="connsiteY409" fmla="*/ 194310 h 465772"/>
                <a:gd name="connsiteX410" fmla="*/ 513874 w 571023"/>
                <a:gd name="connsiteY410" fmla="*/ 190976 h 465772"/>
                <a:gd name="connsiteX411" fmla="*/ 515302 w 571023"/>
                <a:gd name="connsiteY411" fmla="*/ 188119 h 465772"/>
                <a:gd name="connsiteX412" fmla="*/ 515302 w 571023"/>
                <a:gd name="connsiteY412" fmla="*/ 186214 h 465772"/>
                <a:gd name="connsiteX413" fmla="*/ 515778 w 571023"/>
                <a:gd name="connsiteY413" fmla="*/ 180499 h 465772"/>
                <a:gd name="connsiteX414" fmla="*/ 516255 w 571023"/>
                <a:gd name="connsiteY414" fmla="*/ 179546 h 465772"/>
                <a:gd name="connsiteX415" fmla="*/ 518160 w 571023"/>
                <a:gd name="connsiteY415" fmla="*/ 179070 h 465772"/>
                <a:gd name="connsiteX416" fmla="*/ 521970 w 571023"/>
                <a:gd name="connsiteY416" fmla="*/ 180023 h 465772"/>
                <a:gd name="connsiteX417" fmla="*/ 524827 w 571023"/>
                <a:gd name="connsiteY417" fmla="*/ 179546 h 465772"/>
                <a:gd name="connsiteX418" fmla="*/ 527685 w 571023"/>
                <a:gd name="connsiteY418" fmla="*/ 179546 h 465772"/>
                <a:gd name="connsiteX419" fmla="*/ 530066 w 571023"/>
                <a:gd name="connsiteY419" fmla="*/ 179070 h 465772"/>
                <a:gd name="connsiteX420" fmla="*/ 531495 w 571023"/>
                <a:gd name="connsiteY420" fmla="*/ 177641 h 465772"/>
                <a:gd name="connsiteX421" fmla="*/ 533400 w 571023"/>
                <a:gd name="connsiteY421" fmla="*/ 171450 h 465772"/>
                <a:gd name="connsiteX422" fmla="*/ 534828 w 571023"/>
                <a:gd name="connsiteY422" fmla="*/ 170021 h 465772"/>
                <a:gd name="connsiteX423" fmla="*/ 535781 w 571023"/>
                <a:gd name="connsiteY423" fmla="*/ 170021 h 465772"/>
                <a:gd name="connsiteX424" fmla="*/ 538639 w 571023"/>
                <a:gd name="connsiteY424" fmla="*/ 168593 h 465772"/>
                <a:gd name="connsiteX425" fmla="*/ 541020 w 571023"/>
                <a:gd name="connsiteY425" fmla="*/ 166688 h 465772"/>
                <a:gd name="connsiteX426" fmla="*/ 542925 w 571023"/>
                <a:gd name="connsiteY426" fmla="*/ 165735 h 465772"/>
                <a:gd name="connsiteX427" fmla="*/ 543401 w 571023"/>
                <a:gd name="connsiteY427" fmla="*/ 165259 h 465772"/>
                <a:gd name="connsiteX428" fmla="*/ 545306 w 571023"/>
                <a:gd name="connsiteY428" fmla="*/ 165259 h 465772"/>
                <a:gd name="connsiteX429" fmla="*/ 547688 w 571023"/>
                <a:gd name="connsiteY429" fmla="*/ 164306 h 465772"/>
                <a:gd name="connsiteX430" fmla="*/ 548640 w 571023"/>
                <a:gd name="connsiteY430" fmla="*/ 163354 h 465772"/>
                <a:gd name="connsiteX431" fmla="*/ 551021 w 571023"/>
                <a:gd name="connsiteY431" fmla="*/ 162878 h 465772"/>
                <a:gd name="connsiteX432" fmla="*/ 553402 w 571023"/>
                <a:gd name="connsiteY432" fmla="*/ 163354 h 465772"/>
                <a:gd name="connsiteX433" fmla="*/ 555307 w 571023"/>
                <a:gd name="connsiteY433" fmla="*/ 162401 h 465772"/>
                <a:gd name="connsiteX434" fmla="*/ 556260 w 571023"/>
                <a:gd name="connsiteY434" fmla="*/ 161925 h 465772"/>
                <a:gd name="connsiteX435" fmla="*/ 557689 w 571023"/>
                <a:gd name="connsiteY435" fmla="*/ 161925 h 465772"/>
                <a:gd name="connsiteX436" fmla="*/ 558641 w 571023"/>
                <a:gd name="connsiteY436" fmla="*/ 160973 h 465772"/>
                <a:gd name="connsiteX437" fmla="*/ 559118 w 571023"/>
                <a:gd name="connsiteY437" fmla="*/ 160020 h 465772"/>
                <a:gd name="connsiteX438" fmla="*/ 560070 w 571023"/>
                <a:gd name="connsiteY438" fmla="*/ 159544 h 465772"/>
                <a:gd name="connsiteX439" fmla="*/ 561975 w 571023"/>
                <a:gd name="connsiteY439" fmla="*/ 157639 h 465772"/>
                <a:gd name="connsiteX440" fmla="*/ 562927 w 571023"/>
                <a:gd name="connsiteY440" fmla="*/ 156686 h 465772"/>
                <a:gd name="connsiteX441" fmla="*/ 563403 w 571023"/>
                <a:gd name="connsiteY441" fmla="*/ 155258 h 465772"/>
                <a:gd name="connsiteX442" fmla="*/ 563880 w 571023"/>
                <a:gd name="connsiteY442" fmla="*/ 154305 h 465772"/>
                <a:gd name="connsiteX443" fmla="*/ 564356 w 571023"/>
                <a:gd name="connsiteY443" fmla="*/ 152876 h 465772"/>
                <a:gd name="connsiteX444" fmla="*/ 568166 w 571023"/>
                <a:gd name="connsiteY444" fmla="*/ 149066 h 465772"/>
                <a:gd name="connsiteX445" fmla="*/ 571024 w 571023"/>
                <a:gd name="connsiteY445" fmla="*/ 146685 h 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Lst>
              <a:rect l="l" t="t" r="r" b="b"/>
              <a:pathLst>
                <a:path w="571023" h="465772">
                  <a:moveTo>
                    <a:pt x="569595" y="144304"/>
                  </a:moveTo>
                  <a:lnTo>
                    <a:pt x="561499" y="139065"/>
                  </a:lnTo>
                  <a:lnTo>
                    <a:pt x="559594" y="136684"/>
                  </a:lnTo>
                  <a:lnTo>
                    <a:pt x="558641" y="137636"/>
                  </a:lnTo>
                  <a:lnTo>
                    <a:pt x="557213" y="138113"/>
                  </a:lnTo>
                  <a:lnTo>
                    <a:pt x="554355" y="135255"/>
                  </a:lnTo>
                  <a:lnTo>
                    <a:pt x="552926" y="132398"/>
                  </a:lnTo>
                  <a:lnTo>
                    <a:pt x="547688" y="127635"/>
                  </a:lnTo>
                  <a:lnTo>
                    <a:pt x="541020" y="122873"/>
                  </a:lnTo>
                  <a:lnTo>
                    <a:pt x="536734" y="121920"/>
                  </a:lnTo>
                  <a:lnTo>
                    <a:pt x="534352" y="120491"/>
                  </a:lnTo>
                  <a:lnTo>
                    <a:pt x="531971" y="118110"/>
                  </a:lnTo>
                  <a:lnTo>
                    <a:pt x="528638" y="109061"/>
                  </a:lnTo>
                  <a:lnTo>
                    <a:pt x="524827" y="91916"/>
                  </a:lnTo>
                  <a:lnTo>
                    <a:pt x="525303" y="84296"/>
                  </a:lnTo>
                  <a:lnTo>
                    <a:pt x="522922" y="72866"/>
                  </a:lnTo>
                  <a:lnTo>
                    <a:pt x="522446" y="63341"/>
                  </a:lnTo>
                  <a:lnTo>
                    <a:pt x="523875" y="57626"/>
                  </a:lnTo>
                  <a:lnTo>
                    <a:pt x="521970" y="51435"/>
                  </a:lnTo>
                  <a:lnTo>
                    <a:pt x="521494" y="45720"/>
                  </a:lnTo>
                  <a:lnTo>
                    <a:pt x="521018" y="42863"/>
                  </a:lnTo>
                  <a:lnTo>
                    <a:pt x="521494" y="38576"/>
                  </a:lnTo>
                  <a:lnTo>
                    <a:pt x="523399" y="39529"/>
                  </a:lnTo>
                  <a:lnTo>
                    <a:pt x="524827" y="40958"/>
                  </a:lnTo>
                  <a:lnTo>
                    <a:pt x="525303" y="39529"/>
                  </a:lnTo>
                  <a:lnTo>
                    <a:pt x="524827" y="38576"/>
                  </a:lnTo>
                  <a:lnTo>
                    <a:pt x="523399" y="35719"/>
                  </a:lnTo>
                  <a:lnTo>
                    <a:pt x="519113" y="30480"/>
                  </a:lnTo>
                  <a:lnTo>
                    <a:pt x="513874" y="21431"/>
                  </a:lnTo>
                  <a:lnTo>
                    <a:pt x="511969" y="15240"/>
                  </a:lnTo>
                  <a:lnTo>
                    <a:pt x="511969" y="7144"/>
                  </a:lnTo>
                  <a:lnTo>
                    <a:pt x="500539" y="7144"/>
                  </a:lnTo>
                  <a:lnTo>
                    <a:pt x="489585" y="7144"/>
                  </a:lnTo>
                  <a:lnTo>
                    <a:pt x="478155" y="7144"/>
                  </a:lnTo>
                  <a:lnTo>
                    <a:pt x="467201" y="7144"/>
                  </a:lnTo>
                  <a:lnTo>
                    <a:pt x="455771" y="7144"/>
                  </a:lnTo>
                  <a:lnTo>
                    <a:pt x="444818" y="7144"/>
                  </a:lnTo>
                  <a:lnTo>
                    <a:pt x="433864" y="7144"/>
                  </a:lnTo>
                  <a:lnTo>
                    <a:pt x="422434" y="7144"/>
                  </a:lnTo>
                  <a:lnTo>
                    <a:pt x="411480" y="7144"/>
                  </a:lnTo>
                  <a:lnTo>
                    <a:pt x="400050" y="7144"/>
                  </a:lnTo>
                  <a:lnTo>
                    <a:pt x="389096" y="7144"/>
                  </a:lnTo>
                  <a:lnTo>
                    <a:pt x="377666" y="7144"/>
                  </a:lnTo>
                  <a:lnTo>
                    <a:pt x="366713" y="7144"/>
                  </a:lnTo>
                  <a:lnTo>
                    <a:pt x="355282" y="7144"/>
                  </a:lnTo>
                  <a:lnTo>
                    <a:pt x="344328" y="7144"/>
                  </a:lnTo>
                  <a:lnTo>
                    <a:pt x="333375" y="7144"/>
                  </a:lnTo>
                  <a:lnTo>
                    <a:pt x="326707" y="7144"/>
                  </a:lnTo>
                  <a:lnTo>
                    <a:pt x="328136" y="3810"/>
                  </a:lnTo>
                  <a:lnTo>
                    <a:pt x="328613" y="1905"/>
                  </a:lnTo>
                  <a:lnTo>
                    <a:pt x="327660" y="0"/>
                  </a:lnTo>
                  <a:lnTo>
                    <a:pt x="325755" y="0"/>
                  </a:lnTo>
                  <a:lnTo>
                    <a:pt x="324326" y="476"/>
                  </a:lnTo>
                  <a:lnTo>
                    <a:pt x="320993" y="6668"/>
                  </a:lnTo>
                  <a:lnTo>
                    <a:pt x="319088" y="7144"/>
                  </a:lnTo>
                  <a:lnTo>
                    <a:pt x="315277" y="7144"/>
                  </a:lnTo>
                  <a:lnTo>
                    <a:pt x="302419" y="7144"/>
                  </a:lnTo>
                  <a:lnTo>
                    <a:pt x="289084" y="7144"/>
                  </a:lnTo>
                  <a:lnTo>
                    <a:pt x="276225" y="7144"/>
                  </a:lnTo>
                  <a:lnTo>
                    <a:pt x="263366" y="7144"/>
                  </a:lnTo>
                  <a:lnTo>
                    <a:pt x="250031" y="7144"/>
                  </a:lnTo>
                  <a:lnTo>
                    <a:pt x="237172" y="7144"/>
                  </a:lnTo>
                  <a:lnTo>
                    <a:pt x="224314" y="7144"/>
                  </a:lnTo>
                  <a:lnTo>
                    <a:pt x="210978" y="7144"/>
                  </a:lnTo>
                  <a:lnTo>
                    <a:pt x="198120" y="7144"/>
                  </a:lnTo>
                  <a:lnTo>
                    <a:pt x="185261" y="7144"/>
                  </a:lnTo>
                  <a:lnTo>
                    <a:pt x="172402" y="7144"/>
                  </a:lnTo>
                  <a:lnTo>
                    <a:pt x="159068" y="7144"/>
                  </a:lnTo>
                  <a:lnTo>
                    <a:pt x="146209" y="7144"/>
                  </a:lnTo>
                  <a:lnTo>
                    <a:pt x="133350" y="7144"/>
                  </a:lnTo>
                  <a:lnTo>
                    <a:pt x="120015" y="7144"/>
                  </a:lnTo>
                  <a:lnTo>
                    <a:pt x="107156" y="7144"/>
                  </a:lnTo>
                  <a:lnTo>
                    <a:pt x="107156" y="24765"/>
                  </a:lnTo>
                  <a:lnTo>
                    <a:pt x="107156" y="42386"/>
                  </a:lnTo>
                  <a:lnTo>
                    <a:pt x="107156" y="59531"/>
                  </a:lnTo>
                  <a:lnTo>
                    <a:pt x="107156" y="77153"/>
                  </a:lnTo>
                  <a:lnTo>
                    <a:pt x="107156" y="77153"/>
                  </a:lnTo>
                  <a:lnTo>
                    <a:pt x="107156" y="77153"/>
                  </a:lnTo>
                  <a:lnTo>
                    <a:pt x="106680" y="77153"/>
                  </a:lnTo>
                  <a:lnTo>
                    <a:pt x="106680" y="77153"/>
                  </a:lnTo>
                  <a:lnTo>
                    <a:pt x="98584" y="77153"/>
                  </a:lnTo>
                  <a:lnTo>
                    <a:pt x="90011" y="77153"/>
                  </a:lnTo>
                  <a:lnTo>
                    <a:pt x="81439" y="77153"/>
                  </a:lnTo>
                  <a:lnTo>
                    <a:pt x="73343" y="77153"/>
                  </a:lnTo>
                  <a:lnTo>
                    <a:pt x="73343" y="81915"/>
                  </a:lnTo>
                  <a:lnTo>
                    <a:pt x="73343" y="86201"/>
                  </a:lnTo>
                  <a:lnTo>
                    <a:pt x="73343" y="90488"/>
                  </a:lnTo>
                  <a:lnTo>
                    <a:pt x="73343" y="94774"/>
                  </a:lnTo>
                  <a:lnTo>
                    <a:pt x="73343" y="110490"/>
                  </a:lnTo>
                  <a:lnTo>
                    <a:pt x="73343" y="125730"/>
                  </a:lnTo>
                  <a:lnTo>
                    <a:pt x="73343" y="141446"/>
                  </a:lnTo>
                  <a:lnTo>
                    <a:pt x="73343" y="156686"/>
                  </a:lnTo>
                  <a:lnTo>
                    <a:pt x="73343" y="172403"/>
                  </a:lnTo>
                  <a:lnTo>
                    <a:pt x="73343" y="187643"/>
                  </a:lnTo>
                  <a:lnTo>
                    <a:pt x="73343" y="202883"/>
                  </a:lnTo>
                  <a:lnTo>
                    <a:pt x="73343" y="218599"/>
                  </a:lnTo>
                  <a:lnTo>
                    <a:pt x="73343" y="223361"/>
                  </a:lnTo>
                  <a:lnTo>
                    <a:pt x="72866" y="225266"/>
                  </a:lnTo>
                  <a:lnTo>
                    <a:pt x="72866" y="225743"/>
                  </a:lnTo>
                  <a:lnTo>
                    <a:pt x="71914" y="226219"/>
                  </a:lnTo>
                  <a:lnTo>
                    <a:pt x="63818" y="224790"/>
                  </a:lnTo>
                  <a:lnTo>
                    <a:pt x="60484" y="224790"/>
                  </a:lnTo>
                  <a:lnTo>
                    <a:pt x="55245" y="225743"/>
                  </a:lnTo>
                  <a:lnTo>
                    <a:pt x="48101" y="226219"/>
                  </a:lnTo>
                  <a:lnTo>
                    <a:pt x="43339" y="226219"/>
                  </a:lnTo>
                  <a:lnTo>
                    <a:pt x="40005" y="228600"/>
                  </a:lnTo>
                  <a:lnTo>
                    <a:pt x="37624" y="231934"/>
                  </a:lnTo>
                  <a:lnTo>
                    <a:pt x="39052" y="239554"/>
                  </a:lnTo>
                  <a:lnTo>
                    <a:pt x="38576" y="241935"/>
                  </a:lnTo>
                  <a:lnTo>
                    <a:pt x="37624" y="244793"/>
                  </a:lnTo>
                  <a:lnTo>
                    <a:pt x="35243" y="247174"/>
                  </a:lnTo>
                  <a:lnTo>
                    <a:pt x="33338" y="248603"/>
                  </a:lnTo>
                  <a:lnTo>
                    <a:pt x="31909" y="250508"/>
                  </a:lnTo>
                  <a:lnTo>
                    <a:pt x="30003" y="253841"/>
                  </a:lnTo>
                  <a:lnTo>
                    <a:pt x="29051" y="255270"/>
                  </a:lnTo>
                  <a:lnTo>
                    <a:pt x="29051" y="257651"/>
                  </a:lnTo>
                  <a:lnTo>
                    <a:pt x="28575" y="260033"/>
                  </a:lnTo>
                  <a:lnTo>
                    <a:pt x="27146" y="260985"/>
                  </a:lnTo>
                  <a:lnTo>
                    <a:pt x="23813" y="261938"/>
                  </a:lnTo>
                  <a:lnTo>
                    <a:pt x="21907" y="262890"/>
                  </a:lnTo>
                  <a:lnTo>
                    <a:pt x="20002" y="264319"/>
                  </a:lnTo>
                  <a:lnTo>
                    <a:pt x="19050" y="265748"/>
                  </a:lnTo>
                  <a:lnTo>
                    <a:pt x="19526" y="267176"/>
                  </a:lnTo>
                  <a:lnTo>
                    <a:pt x="20478" y="269558"/>
                  </a:lnTo>
                  <a:lnTo>
                    <a:pt x="20955" y="272891"/>
                  </a:lnTo>
                  <a:lnTo>
                    <a:pt x="20955" y="274796"/>
                  </a:lnTo>
                  <a:lnTo>
                    <a:pt x="22860" y="276225"/>
                  </a:lnTo>
                  <a:lnTo>
                    <a:pt x="23813" y="277654"/>
                  </a:lnTo>
                  <a:lnTo>
                    <a:pt x="24289" y="279083"/>
                  </a:lnTo>
                  <a:lnTo>
                    <a:pt x="23336" y="280035"/>
                  </a:lnTo>
                  <a:lnTo>
                    <a:pt x="19050" y="282893"/>
                  </a:lnTo>
                  <a:lnTo>
                    <a:pt x="17621" y="283369"/>
                  </a:lnTo>
                  <a:lnTo>
                    <a:pt x="15716" y="284798"/>
                  </a:lnTo>
                  <a:lnTo>
                    <a:pt x="14764" y="285274"/>
                  </a:lnTo>
                  <a:lnTo>
                    <a:pt x="11906" y="287655"/>
                  </a:lnTo>
                  <a:lnTo>
                    <a:pt x="10001" y="289560"/>
                  </a:lnTo>
                  <a:lnTo>
                    <a:pt x="9525" y="291465"/>
                  </a:lnTo>
                  <a:lnTo>
                    <a:pt x="9525" y="293846"/>
                  </a:lnTo>
                  <a:lnTo>
                    <a:pt x="10953" y="297180"/>
                  </a:lnTo>
                  <a:lnTo>
                    <a:pt x="12859" y="300514"/>
                  </a:lnTo>
                  <a:lnTo>
                    <a:pt x="13335" y="302419"/>
                  </a:lnTo>
                  <a:lnTo>
                    <a:pt x="13811" y="305276"/>
                  </a:lnTo>
                  <a:lnTo>
                    <a:pt x="13811" y="307658"/>
                  </a:lnTo>
                  <a:lnTo>
                    <a:pt x="12859" y="309563"/>
                  </a:lnTo>
                  <a:lnTo>
                    <a:pt x="11430" y="311468"/>
                  </a:lnTo>
                  <a:lnTo>
                    <a:pt x="5715" y="314801"/>
                  </a:lnTo>
                  <a:lnTo>
                    <a:pt x="2857" y="318611"/>
                  </a:lnTo>
                  <a:lnTo>
                    <a:pt x="476" y="323374"/>
                  </a:lnTo>
                  <a:lnTo>
                    <a:pt x="0" y="325755"/>
                  </a:lnTo>
                  <a:lnTo>
                    <a:pt x="476" y="327660"/>
                  </a:lnTo>
                  <a:lnTo>
                    <a:pt x="1905" y="329089"/>
                  </a:lnTo>
                  <a:lnTo>
                    <a:pt x="3334" y="329565"/>
                  </a:lnTo>
                  <a:lnTo>
                    <a:pt x="5715" y="330041"/>
                  </a:lnTo>
                  <a:lnTo>
                    <a:pt x="10001" y="329089"/>
                  </a:lnTo>
                  <a:lnTo>
                    <a:pt x="13811" y="328613"/>
                  </a:lnTo>
                  <a:lnTo>
                    <a:pt x="17621" y="330518"/>
                  </a:lnTo>
                  <a:lnTo>
                    <a:pt x="20002" y="334328"/>
                  </a:lnTo>
                  <a:lnTo>
                    <a:pt x="19050" y="337185"/>
                  </a:lnTo>
                  <a:lnTo>
                    <a:pt x="20478" y="342424"/>
                  </a:lnTo>
                  <a:lnTo>
                    <a:pt x="21907" y="348615"/>
                  </a:lnTo>
                  <a:lnTo>
                    <a:pt x="21907" y="350520"/>
                  </a:lnTo>
                  <a:lnTo>
                    <a:pt x="22384" y="351473"/>
                  </a:lnTo>
                  <a:lnTo>
                    <a:pt x="25241" y="351949"/>
                  </a:lnTo>
                  <a:lnTo>
                    <a:pt x="25718" y="353378"/>
                  </a:lnTo>
                  <a:lnTo>
                    <a:pt x="24765" y="363855"/>
                  </a:lnTo>
                  <a:lnTo>
                    <a:pt x="25718" y="367189"/>
                  </a:lnTo>
                  <a:lnTo>
                    <a:pt x="27622" y="369094"/>
                  </a:lnTo>
                  <a:lnTo>
                    <a:pt x="29527" y="370523"/>
                  </a:lnTo>
                  <a:lnTo>
                    <a:pt x="31432" y="371951"/>
                  </a:lnTo>
                  <a:lnTo>
                    <a:pt x="32385" y="372904"/>
                  </a:lnTo>
                  <a:lnTo>
                    <a:pt x="34766" y="372904"/>
                  </a:lnTo>
                  <a:lnTo>
                    <a:pt x="37147" y="375285"/>
                  </a:lnTo>
                  <a:lnTo>
                    <a:pt x="38100" y="377666"/>
                  </a:lnTo>
                  <a:lnTo>
                    <a:pt x="37624" y="380524"/>
                  </a:lnTo>
                  <a:lnTo>
                    <a:pt x="36195" y="385763"/>
                  </a:lnTo>
                  <a:lnTo>
                    <a:pt x="35243" y="389573"/>
                  </a:lnTo>
                  <a:lnTo>
                    <a:pt x="37624" y="393859"/>
                  </a:lnTo>
                  <a:lnTo>
                    <a:pt x="38576" y="395288"/>
                  </a:lnTo>
                  <a:lnTo>
                    <a:pt x="48577" y="405289"/>
                  </a:lnTo>
                  <a:lnTo>
                    <a:pt x="50482" y="407670"/>
                  </a:lnTo>
                  <a:lnTo>
                    <a:pt x="55245" y="414814"/>
                  </a:lnTo>
                  <a:lnTo>
                    <a:pt x="58578" y="419576"/>
                  </a:lnTo>
                  <a:lnTo>
                    <a:pt x="61913" y="426720"/>
                  </a:lnTo>
                  <a:lnTo>
                    <a:pt x="62389" y="430530"/>
                  </a:lnTo>
                  <a:lnTo>
                    <a:pt x="61913" y="433864"/>
                  </a:lnTo>
                  <a:lnTo>
                    <a:pt x="60960" y="442913"/>
                  </a:lnTo>
                  <a:lnTo>
                    <a:pt x="60007" y="445770"/>
                  </a:lnTo>
                  <a:lnTo>
                    <a:pt x="55721" y="450533"/>
                  </a:lnTo>
                  <a:lnTo>
                    <a:pt x="55721" y="452914"/>
                  </a:lnTo>
                  <a:lnTo>
                    <a:pt x="56674" y="454819"/>
                  </a:lnTo>
                  <a:lnTo>
                    <a:pt x="57626" y="455771"/>
                  </a:lnTo>
                  <a:lnTo>
                    <a:pt x="58578" y="456724"/>
                  </a:lnTo>
                  <a:lnTo>
                    <a:pt x="58102" y="461010"/>
                  </a:lnTo>
                  <a:lnTo>
                    <a:pt x="59531" y="462439"/>
                  </a:lnTo>
                  <a:lnTo>
                    <a:pt x="62865" y="463868"/>
                  </a:lnTo>
                  <a:lnTo>
                    <a:pt x="71438" y="464344"/>
                  </a:lnTo>
                  <a:lnTo>
                    <a:pt x="75724" y="465296"/>
                  </a:lnTo>
                  <a:lnTo>
                    <a:pt x="79057" y="465773"/>
                  </a:lnTo>
                  <a:lnTo>
                    <a:pt x="79534" y="464820"/>
                  </a:lnTo>
                  <a:lnTo>
                    <a:pt x="80963" y="462439"/>
                  </a:lnTo>
                  <a:lnTo>
                    <a:pt x="84296" y="461010"/>
                  </a:lnTo>
                  <a:lnTo>
                    <a:pt x="91916" y="458629"/>
                  </a:lnTo>
                  <a:lnTo>
                    <a:pt x="92393" y="457676"/>
                  </a:lnTo>
                  <a:lnTo>
                    <a:pt x="92393" y="454343"/>
                  </a:lnTo>
                  <a:lnTo>
                    <a:pt x="93345" y="452914"/>
                  </a:lnTo>
                  <a:lnTo>
                    <a:pt x="95726" y="448628"/>
                  </a:lnTo>
                  <a:lnTo>
                    <a:pt x="96202" y="446723"/>
                  </a:lnTo>
                  <a:lnTo>
                    <a:pt x="96202" y="443389"/>
                  </a:lnTo>
                  <a:lnTo>
                    <a:pt x="96678" y="441484"/>
                  </a:lnTo>
                  <a:lnTo>
                    <a:pt x="97631" y="440055"/>
                  </a:lnTo>
                  <a:lnTo>
                    <a:pt x="99536" y="438150"/>
                  </a:lnTo>
                  <a:lnTo>
                    <a:pt x="100489" y="436721"/>
                  </a:lnTo>
                  <a:lnTo>
                    <a:pt x="100965" y="433864"/>
                  </a:lnTo>
                  <a:lnTo>
                    <a:pt x="100489" y="428625"/>
                  </a:lnTo>
                  <a:lnTo>
                    <a:pt x="101918" y="426244"/>
                  </a:lnTo>
                  <a:lnTo>
                    <a:pt x="106680" y="421005"/>
                  </a:lnTo>
                  <a:lnTo>
                    <a:pt x="108109" y="419100"/>
                  </a:lnTo>
                  <a:lnTo>
                    <a:pt x="108585" y="416719"/>
                  </a:lnTo>
                  <a:lnTo>
                    <a:pt x="108585" y="414814"/>
                  </a:lnTo>
                  <a:lnTo>
                    <a:pt x="108585" y="412909"/>
                  </a:lnTo>
                  <a:lnTo>
                    <a:pt x="110014" y="411004"/>
                  </a:lnTo>
                  <a:lnTo>
                    <a:pt x="111443" y="410051"/>
                  </a:lnTo>
                  <a:lnTo>
                    <a:pt x="115252" y="409575"/>
                  </a:lnTo>
                  <a:lnTo>
                    <a:pt x="117634" y="410051"/>
                  </a:lnTo>
                  <a:lnTo>
                    <a:pt x="135255" y="406718"/>
                  </a:lnTo>
                  <a:lnTo>
                    <a:pt x="137160" y="407194"/>
                  </a:lnTo>
                  <a:lnTo>
                    <a:pt x="138113" y="409099"/>
                  </a:lnTo>
                  <a:lnTo>
                    <a:pt x="138113" y="412433"/>
                  </a:lnTo>
                  <a:lnTo>
                    <a:pt x="138113" y="413861"/>
                  </a:lnTo>
                  <a:lnTo>
                    <a:pt x="139065" y="414814"/>
                  </a:lnTo>
                  <a:lnTo>
                    <a:pt x="141922" y="416719"/>
                  </a:lnTo>
                  <a:lnTo>
                    <a:pt x="143827" y="419100"/>
                  </a:lnTo>
                  <a:lnTo>
                    <a:pt x="144780" y="420053"/>
                  </a:lnTo>
                  <a:lnTo>
                    <a:pt x="147638" y="421958"/>
                  </a:lnTo>
                  <a:lnTo>
                    <a:pt x="160496" y="436721"/>
                  </a:lnTo>
                  <a:lnTo>
                    <a:pt x="164306" y="438150"/>
                  </a:lnTo>
                  <a:lnTo>
                    <a:pt x="168116" y="437674"/>
                  </a:lnTo>
                  <a:lnTo>
                    <a:pt x="174784" y="434816"/>
                  </a:lnTo>
                  <a:lnTo>
                    <a:pt x="178594" y="433864"/>
                  </a:lnTo>
                  <a:lnTo>
                    <a:pt x="203359" y="434816"/>
                  </a:lnTo>
                  <a:lnTo>
                    <a:pt x="205740" y="434340"/>
                  </a:lnTo>
                  <a:lnTo>
                    <a:pt x="206216" y="434340"/>
                  </a:lnTo>
                  <a:lnTo>
                    <a:pt x="210026" y="441960"/>
                  </a:lnTo>
                  <a:lnTo>
                    <a:pt x="211455" y="443389"/>
                  </a:lnTo>
                  <a:lnTo>
                    <a:pt x="238601" y="443389"/>
                  </a:lnTo>
                  <a:lnTo>
                    <a:pt x="238125" y="441484"/>
                  </a:lnTo>
                  <a:lnTo>
                    <a:pt x="238601" y="439103"/>
                  </a:lnTo>
                  <a:lnTo>
                    <a:pt x="241459" y="436245"/>
                  </a:lnTo>
                  <a:lnTo>
                    <a:pt x="243364" y="434340"/>
                  </a:lnTo>
                  <a:lnTo>
                    <a:pt x="243364" y="434340"/>
                  </a:lnTo>
                  <a:lnTo>
                    <a:pt x="243840" y="433864"/>
                  </a:lnTo>
                  <a:lnTo>
                    <a:pt x="248126" y="431959"/>
                  </a:lnTo>
                  <a:lnTo>
                    <a:pt x="252413" y="430530"/>
                  </a:lnTo>
                  <a:lnTo>
                    <a:pt x="260032" y="428625"/>
                  </a:lnTo>
                  <a:lnTo>
                    <a:pt x="262890" y="425768"/>
                  </a:lnTo>
                  <a:lnTo>
                    <a:pt x="264319" y="423386"/>
                  </a:lnTo>
                  <a:lnTo>
                    <a:pt x="264795" y="418624"/>
                  </a:lnTo>
                  <a:lnTo>
                    <a:pt x="265747" y="417671"/>
                  </a:lnTo>
                  <a:lnTo>
                    <a:pt x="267652" y="416719"/>
                  </a:lnTo>
                  <a:lnTo>
                    <a:pt x="276701" y="412433"/>
                  </a:lnTo>
                  <a:lnTo>
                    <a:pt x="278130" y="411480"/>
                  </a:lnTo>
                  <a:lnTo>
                    <a:pt x="294322" y="421481"/>
                  </a:lnTo>
                  <a:lnTo>
                    <a:pt x="303371" y="429578"/>
                  </a:lnTo>
                  <a:lnTo>
                    <a:pt x="303847" y="430054"/>
                  </a:lnTo>
                  <a:lnTo>
                    <a:pt x="304324" y="430054"/>
                  </a:lnTo>
                  <a:lnTo>
                    <a:pt x="304800" y="429578"/>
                  </a:lnTo>
                  <a:lnTo>
                    <a:pt x="305276" y="429578"/>
                  </a:lnTo>
                  <a:lnTo>
                    <a:pt x="305752" y="429101"/>
                  </a:lnTo>
                  <a:lnTo>
                    <a:pt x="306228" y="429101"/>
                  </a:lnTo>
                  <a:lnTo>
                    <a:pt x="310039" y="429101"/>
                  </a:lnTo>
                  <a:lnTo>
                    <a:pt x="317182" y="428625"/>
                  </a:lnTo>
                  <a:lnTo>
                    <a:pt x="319564" y="427673"/>
                  </a:lnTo>
                  <a:lnTo>
                    <a:pt x="334327" y="413385"/>
                  </a:lnTo>
                  <a:lnTo>
                    <a:pt x="338138" y="408623"/>
                  </a:lnTo>
                  <a:lnTo>
                    <a:pt x="339090" y="407670"/>
                  </a:lnTo>
                  <a:lnTo>
                    <a:pt x="340995" y="404336"/>
                  </a:lnTo>
                  <a:lnTo>
                    <a:pt x="343376" y="399098"/>
                  </a:lnTo>
                  <a:lnTo>
                    <a:pt x="343852" y="398145"/>
                  </a:lnTo>
                  <a:lnTo>
                    <a:pt x="359569" y="384810"/>
                  </a:lnTo>
                  <a:lnTo>
                    <a:pt x="360521" y="383858"/>
                  </a:lnTo>
                  <a:lnTo>
                    <a:pt x="360521" y="382905"/>
                  </a:lnTo>
                  <a:lnTo>
                    <a:pt x="358140" y="378619"/>
                  </a:lnTo>
                  <a:lnTo>
                    <a:pt x="357664" y="376238"/>
                  </a:lnTo>
                  <a:lnTo>
                    <a:pt x="357664" y="372428"/>
                  </a:lnTo>
                  <a:lnTo>
                    <a:pt x="358140" y="367189"/>
                  </a:lnTo>
                  <a:lnTo>
                    <a:pt x="357664" y="363855"/>
                  </a:lnTo>
                  <a:lnTo>
                    <a:pt x="357664" y="363379"/>
                  </a:lnTo>
                  <a:lnTo>
                    <a:pt x="357664" y="362903"/>
                  </a:lnTo>
                  <a:lnTo>
                    <a:pt x="357664" y="362426"/>
                  </a:lnTo>
                  <a:lnTo>
                    <a:pt x="348615" y="352425"/>
                  </a:lnTo>
                  <a:lnTo>
                    <a:pt x="370999" y="352425"/>
                  </a:lnTo>
                  <a:lnTo>
                    <a:pt x="370999" y="351473"/>
                  </a:lnTo>
                  <a:lnTo>
                    <a:pt x="370999" y="351473"/>
                  </a:lnTo>
                  <a:lnTo>
                    <a:pt x="370999" y="350996"/>
                  </a:lnTo>
                  <a:lnTo>
                    <a:pt x="370522" y="349568"/>
                  </a:lnTo>
                  <a:lnTo>
                    <a:pt x="370522" y="348139"/>
                  </a:lnTo>
                  <a:lnTo>
                    <a:pt x="370522" y="347663"/>
                  </a:lnTo>
                  <a:lnTo>
                    <a:pt x="370522" y="347186"/>
                  </a:lnTo>
                  <a:lnTo>
                    <a:pt x="370522" y="346234"/>
                  </a:lnTo>
                  <a:lnTo>
                    <a:pt x="370522" y="345758"/>
                  </a:lnTo>
                  <a:lnTo>
                    <a:pt x="370522" y="345758"/>
                  </a:lnTo>
                  <a:lnTo>
                    <a:pt x="370522" y="345758"/>
                  </a:lnTo>
                  <a:lnTo>
                    <a:pt x="370522" y="345281"/>
                  </a:lnTo>
                  <a:lnTo>
                    <a:pt x="370522" y="345281"/>
                  </a:lnTo>
                  <a:lnTo>
                    <a:pt x="386715" y="345281"/>
                  </a:lnTo>
                  <a:lnTo>
                    <a:pt x="386715" y="348139"/>
                  </a:lnTo>
                  <a:lnTo>
                    <a:pt x="384810" y="354806"/>
                  </a:lnTo>
                  <a:lnTo>
                    <a:pt x="384810" y="358616"/>
                  </a:lnTo>
                  <a:lnTo>
                    <a:pt x="384334" y="363379"/>
                  </a:lnTo>
                  <a:lnTo>
                    <a:pt x="384334" y="363855"/>
                  </a:lnTo>
                  <a:lnTo>
                    <a:pt x="383857" y="364808"/>
                  </a:lnTo>
                  <a:lnTo>
                    <a:pt x="383381" y="365284"/>
                  </a:lnTo>
                  <a:lnTo>
                    <a:pt x="382905" y="365760"/>
                  </a:lnTo>
                  <a:lnTo>
                    <a:pt x="382905" y="365760"/>
                  </a:lnTo>
                  <a:lnTo>
                    <a:pt x="382428" y="366236"/>
                  </a:lnTo>
                  <a:lnTo>
                    <a:pt x="382428" y="366713"/>
                  </a:lnTo>
                  <a:lnTo>
                    <a:pt x="385763" y="391954"/>
                  </a:lnTo>
                  <a:lnTo>
                    <a:pt x="385763" y="392430"/>
                  </a:lnTo>
                  <a:lnTo>
                    <a:pt x="385763" y="392906"/>
                  </a:lnTo>
                  <a:lnTo>
                    <a:pt x="384810" y="394335"/>
                  </a:lnTo>
                  <a:lnTo>
                    <a:pt x="384334" y="395288"/>
                  </a:lnTo>
                  <a:lnTo>
                    <a:pt x="384334" y="395288"/>
                  </a:lnTo>
                  <a:lnTo>
                    <a:pt x="384810" y="395764"/>
                  </a:lnTo>
                  <a:lnTo>
                    <a:pt x="392430" y="398621"/>
                  </a:lnTo>
                  <a:lnTo>
                    <a:pt x="392906" y="398621"/>
                  </a:lnTo>
                  <a:lnTo>
                    <a:pt x="392906" y="398621"/>
                  </a:lnTo>
                  <a:lnTo>
                    <a:pt x="395764" y="401955"/>
                  </a:lnTo>
                  <a:lnTo>
                    <a:pt x="410527" y="413861"/>
                  </a:lnTo>
                  <a:lnTo>
                    <a:pt x="411003" y="414814"/>
                  </a:lnTo>
                  <a:lnTo>
                    <a:pt x="412432" y="418148"/>
                  </a:lnTo>
                  <a:lnTo>
                    <a:pt x="412432" y="419100"/>
                  </a:lnTo>
                  <a:lnTo>
                    <a:pt x="412909" y="420053"/>
                  </a:lnTo>
                  <a:lnTo>
                    <a:pt x="412432" y="420529"/>
                  </a:lnTo>
                  <a:lnTo>
                    <a:pt x="412432" y="422910"/>
                  </a:lnTo>
                  <a:lnTo>
                    <a:pt x="412432" y="423863"/>
                  </a:lnTo>
                  <a:lnTo>
                    <a:pt x="412432" y="424339"/>
                  </a:lnTo>
                  <a:lnTo>
                    <a:pt x="412909" y="425291"/>
                  </a:lnTo>
                  <a:lnTo>
                    <a:pt x="412909" y="425291"/>
                  </a:lnTo>
                  <a:lnTo>
                    <a:pt x="412909" y="425768"/>
                  </a:lnTo>
                  <a:lnTo>
                    <a:pt x="412909" y="426244"/>
                  </a:lnTo>
                  <a:lnTo>
                    <a:pt x="410527" y="430530"/>
                  </a:lnTo>
                  <a:lnTo>
                    <a:pt x="410051" y="433388"/>
                  </a:lnTo>
                  <a:lnTo>
                    <a:pt x="409575" y="436245"/>
                  </a:lnTo>
                  <a:lnTo>
                    <a:pt x="409575" y="437674"/>
                  </a:lnTo>
                  <a:lnTo>
                    <a:pt x="410051" y="438626"/>
                  </a:lnTo>
                  <a:lnTo>
                    <a:pt x="410051" y="438626"/>
                  </a:lnTo>
                  <a:lnTo>
                    <a:pt x="410051" y="438626"/>
                  </a:lnTo>
                  <a:lnTo>
                    <a:pt x="410051" y="439103"/>
                  </a:lnTo>
                  <a:lnTo>
                    <a:pt x="410527" y="439103"/>
                  </a:lnTo>
                  <a:lnTo>
                    <a:pt x="416719" y="439103"/>
                  </a:lnTo>
                  <a:lnTo>
                    <a:pt x="416719" y="439103"/>
                  </a:lnTo>
                  <a:lnTo>
                    <a:pt x="416719" y="437198"/>
                  </a:lnTo>
                  <a:lnTo>
                    <a:pt x="418147" y="430054"/>
                  </a:lnTo>
                  <a:lnTo>
                    <a:pt x="419576" y="425768"/>
                  </a:lnTo>
                  <a:lnTo>
                    <a:pt x="420528" y="423386"/>
                  </a:lnTo>
                  <a:lnTo>
                    <a:pt x="423863" y="416719"/>
                  </a:lnTo>
                  <a:lnTo>
                    <a:pt x="424815" y="414338"/>
                  </a:lnTo>
                  <a:lnTo>
                    <a:pt x="424815" y="412433"/>
                  </a:lnTo>
                  <a:lnTo>
                    <a:pt x="423386" y="402908"/>
                  </a:lnTo>
                  <a:lnTo>
                    <a:pt x="425768" y="398621"/>
                  </a:lnTo>
                  <a:lnTo>
                    <a:pt x="428625" y="393859"/>
                  </a:lnTo>
                  <a:lnTo>
                    <a:pt x="431482" y="391954"/>
                  </a:lnTo>
                  <a:lnTo>
                    <a:pt x="433388" y="391001"/>
                  </a:lnTo>
                  <a:lnTo>
                    <a:pt x="434340" y="391478"/>
                  </a:lnTo>
                  <a:lnTo>
                    <a:pt x="437197" y="393383"/>
                  </a:lnTo>
                  <a:lnTo>
                    <a:pt x="440531" y="395288"/>
                  </a:lnTo>
                  <a:lnTo>
                    <a:pt x="441960" y="394811"/>
                  </a:lnTo>
                  <a:lnTo>
                    <a:pt x="444341" y="393383"/>
                  </a:lnTo>
                  <a:lnTo>
                    <a:pt x="445770" y="391478"/>
                  </a:lnTo>
                  <a:lnTo>
                    <a:pt x="445770" y="388144"/>
                  </a:lnTo>
                  <a:lnTo>
                    <a:pt x="447199" y="381476"/>
                  </a:lnTo>
                  <a:lnTo>
                    <a:pt x="446722" y="377666"/>
                  </a:lnTo>
                  <a:lnTo>
                    <a:pt x="448627" y="372428"/>
                  </a:lnTo>
                  <a:lnTo>
                    <a:pt x="450056" y="365760"/>
                  </a:lnTo>
                  <a:lnTo>
                    <a:pt x="451009" y="361474"/>
                  </a:lnTo>
                  <a:lnTo>
                    <a:pt x="451961" y="359093"/>
                  </a:lnTo>
                  <a:lnTo>
                    <a:pt x="456724" y="354330"/>
                  </a:lnTo>
                  <a:lnTo>
                    <a:pt x="461010" y="347663"/>
                  </a:lnTo>
                  <a:lnTo>
                    <a:pt x="463391" y="342424"/>
                  </a:lnTo>
                  <a:lnTo>
                    <a:pt x="468630" y="334328"/>
                  </a:lnTo>
                  <a:lnTo>
                    <a:pt x="471011" y="331470"/>
                  </a:lnTo>
                  <a:lnTo>
                    <a:pt x="472916" y="330518"/>
                  </a:lnTo>
                  <a:lnTo>
                    <a:pt x="476250" y="329565"/>
                  </a:lnTo>
                  <a:lnTo>
                    <a:pt x="481489" y="328613"/>
                  </a:lnTo>
                  <a:lnTo>
                    <a:pt x="485775" y="328136"/>
                  </a:lnTo>
                  <a:lnTo>
                    <a:pt x="486251" y="327184"/>
                  </a:lnTo>
                  <a:lnTo>
                    <a:pt x="486727" y="325279"/>
                  </a:lnTo>
                  <a:lnTo>
                    <a:pt x="486727" y="321945"/>
                  </a:lnTo>
                  <a:lnTo>
                    <a:pt x="487680" y="315754"/>
                  </a:lnTo>
                  <a:lnTo>
                    <a:pt x="489585" y="309563"/>
                  </a:lnTo>
                  <a:lnTo>
                    <a:pt x="491490" y="304800"/>
                  </a:lnTo>
                  <a:lnTo>
                    <a:pt x="492443" y="302895"/>
                  </a:lnTo>
                  <a:lnTo>
                    <a:pt x="493871" y="300990"/>
                  </a:lnTo>
                  <a:lnTo>
                    <a:pt x="495300" y="297180"/>
                  </a:lnTo>
                  <a:lnTo>
                    <a:pt x="497205" y="290036"/>
                  </a:lnTo>
                  <a:lnTo>
                    <a:pt x="497205" y="284798"/>
                  </a:lnTo>
                  <a:lnTo>
                    <a:pt x="500063" y="275749"/>
                  </a:lnTo>
                  <a:lnTo>
                    <a:pt x="499110" y="265748"/>
                  </a:lnTo>
                  <a:lnTo>
                    <a:pt x="498157" y="259556"/>
                  </a:lnTo>
                  <a:lnTo>
                    <a:pt x="497205" y="252413"/>
                  </a:lnTo>
                  <a:lnTo>
                    <a:pt x="496728" y="245745"/>
                  </a:lnTo>
                  <a:lnTo>
                    <a:pt x="500063" y="241459"/>
                  </a:lnTo>
                  <a:lnTo>
                    <a:pt x="501491" y="237649"/>
                  </a:lnTo>
                  <a:lnTo>
                    <a:pt x="505301" y="225266"/>
                  </a:lnTo>
                  <a:lnTo>
                    <a:pt x="506730" y="222885"/>
                  </a:lnTo>
                  <a:lnTo>
                    <a:pt x="509588" y="216218"/>
                  </a:lnTo>
                  <a:lnTo>
                    <a:pt x="510064" y="214313"/>
                  </a:lnTo>
                  <a:lnTo>
                    <a:pt x="513397" y="205740"/>
                  </a:lnTo>
                  <a:lnTo>
                    <a:pt x="512921" y="200025"/>
                  </a:lnTo>
                  <a:lnTo>
                    <a:pt x="512445" y="194310"/>
                  </a:lnTo>
                  <a:lnTo>
                    <a:pt x="513874" y="190976"/>
                  </a:lnTo>
                  <a:lnTo>
                    <a:pt x="515302" y="188119"/>
                  </a:lnTo>
                  <a:lnTo>
                    <a:pt x="515302" y="186214"/>
                  </a:lnTo>
                  <a:lnTo>
                    <a:pt x="515778" y="180499"/>
                  </a:lnTo>
                  <a:lnTo>
                    <a:pt x="516255" y="179546"/>
                  </a:lnTo>
                  <a:lnTo>
                    <a:pt x="518160" y="179070"/>
                  </a:lnTo>
                  <a:lnTo>
                    <a:pt x="521970" y="180023"/>
                  </a:lnTo>
                  <a:lnTo>
                    <a:pt x="524827" y="179546"/>
                  </a:lnTo>
                  <a:lnTo>
                    <a:pt x="527685" y="179546"/>
                  </a:lnTo>
                  <a:lnTo>
                    <a:pt x="530066" y="179070"/>
                  </a:lnTo>
                  <a:lnTo>
                    <a:pt x="531495" y="177641"/>
                  </a:lnTo>
                  <a:lnTo>
                    <a:pt x="533400" y="171450"/>
                  </a:lnTo>
                  <a:lnTo>
                    <a:pt x="534828" y="170021"/>
                  </a:lnTo>
                  <a:lnTo>
                    <a:pt x="535781" y="170021"/>
                  </a:lnTo>
                  <a:lnTo>
                    <a:pt x="538639" y="168593"/>
                  </a:lnTo>
                  <a:lnTo>
                    <a:pt x="541020" y="166688"/>
                  </a:lnTo>
                  <a:lnTo>
                    <a:pt x="542925" y="165735"/>
                  </a:lnTo>
                  <a:lnTo>
                    <a:pt x="543401" y="165259"/>
                  </a:lnTo>
                  <a:lnTo>
                    <a:pt x="545306" y="165259"/>
                  </a:lnTo>
                  <a:lnTo>
                    <a:pt x="547688" y="164306"/>
                  </a:lnTo>
                  <a:lnTo>
                    <a:pt x="548640" y="163354"/>
                  </a:lnTo>
                  <a:lnTo>
                    <a:pt x="551021" y="162878"/>
                  </a:lnTo>
                  <a:lnTo>
                    <a:pt x="553402" y="163354"/>
                  </a:lnTo>
                  <a:lnTo>
                    <a:pt x="555307" y="162401"/>
                  </a:lnTo>
                  <a:lnTo>
                    <a:pt x="556260" y="161925"/>
                  </a:lnTo>
                  <a:lnTo>
                    <a:pt x="557689" y="161925"/>
                  </a:lnTo>
                  <a:lnTo>
                    <a:pt x="558641" y="160973"/>
                  </a:lnTo>
                  <a:lnTo>
                    <a:pt x="559118" y="160020"/>
                  </a:lnTo>
                  <a:lnTo>
                    <a:pt x="560070" y="159544"/>
                  </a:lnTo>
                  <a:lnTo>
                    <a:pt x="561975" y="157639"/>
                  </a:lnTo>
                  <a:lnTo>
                    <a:pt x="562927" y="156686"/>
                  </a:lnTo>
                  <a:lnTo>
                    <a:pt x="563403" y="155258"/>
                  </a:lnTo>
                  <a:lnTo>
                    <a:pt x="563880" y="154305"/>
                  </a:lnTo>
                  <a:lnTo>
                    <a:pt x="564356" y="152876"/>
                  </a:lnTo>
                  <a:lnTo>
                    <a:pt x="568166" y="149066"/>
                  </a:lnTo>
                  <a:lnTo>
                    <a:pt x="571024" y="146685"/>
                  </a:lnTo>
                  <a:close/>
                </a:path>
              </a:pathLst>
            </a:custGeom>
            <a:grpFill/>
            <a:ln w="317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1760F71-F148-413B-94A3-936296A10963}"/>
                </a:ext>
              </a:extLst>
            </p:cNvPr>
            <p:cNvSpPr/>
            <p:nvPr/>
          </p:nvSpPr>
          <p:spPr>
            <a:xfrm>
              <a:off x="11042808" y="4521040"/>
              <a:ext cx="201453" cy="143351"/>
            </a:xfrm>
            <a:custGeom>
              <a:avLst/>
              <a:gdLst>
                <a:gd name="connsiteX0" fmla="*/ 26670 w 201453"/>
                <a:gd name="connsiteY0" fmla="*/ 25241 h 143351"/>
                <a:gd name="connsiteX1" fmla="*/ 29052 w 201453"/>
                <a:gd name="connsiteY1" fmla="*/ 24765 h 143351"/>
                <a:gd name="connsiteX2" fmla="*/ 29052 w 201453"/>
                <a:gd name="connsiteY2" fmla="*/ 25241 h 143351"/>
                <a:gd name="connsiteX3" fmla="*/ 30004 w 201453"/>
                <a:gd name="connsiteY3" fmla="*/ 26194 h 143351"/>
                <a:gd name="connsiteX4" fmla="*/ 33338 w 201453"/>
                <a:gd name="connsiteY4" fmla="*/ 27146 h 143351"/>
                <a:gd name="connsiteX5" fmla="*/ 36195 w 201453"/>
                <a:gd name="connsiteY5" fmla="*/ 25241 h 143351"/>
                <a:gd name="connsiteX6" fmla="*/ 35243 w 201453"/>
                <a:gd name="connsiteY6" fmla="*/ 24289 h 143351"/>
                <a:gd name="connsiteX7" fmla="*/ 33814 w 201453"/>
                <a:gd name="connsiteY7" fmla="*/ 23813 h 143351"/>
                <a:gd name="connsiteX8" fmla="*/ 32385 w 201453"/>
                <a:gd name="connsiteY8" fmla="*/ 23813 h 143351"/>
                <a:gd name="connsiteX9" fmla="*/ 30004 w 201453"/>
                <a:gd name="connsiteY9" fmla="*/ 22860 h 143351"/>
                <a:gd name="connsiteX10" fmla="*/ 25241 w 201453"/>
                <a:gd name="connsiteY10" fmla="*/ 18574 h 143351"/>
                <a:gd name="connsiteX11" fmla="*/ 23813 w 201453"/>
                <a:gd name="connsiteY11" fmla="*/ 17145 h 143351"/>
                <a:gd name="connsiteX12" fmla="*/ 22384 w 201453"/>
                <a:gd name="connsiteY12" fmla="*/ 11906 h 143351"/>
                <a:gd name="connsiteX13" fmla="*/ 20002 w 201453"/>
                <a:gd name="connsiteY13" fmla="*/ 9525 h 143351"/>
                <a:gd name="connsiteX14" fmla="*/ 10954 w 201453"/>
                <a:gd name="connsiteY14" fmla="*/ 5239 h 143351"/>
                <a:gd name="connsiteX15" fmla="*/ 5239 w 201453"/>
                <a:gd name="connsiteY15" fmla="*/ 953 h 143351"/>
                <a:gd name="connsiteX16" fmla="*/ 952 w 201453"/>
                <a:gd name="connsiteY16" fmla="*/ 0 h 143351"/>
                <a:gd name="connsiteX17" fmla="*/ 0 w 201453"/>
                <a:gd name="connsiteY17" fmla="*/ 953 h 143351"/>
                <a:gd name="connsiteX18" fmla="*/ 0 w 201453"/>
                <a:gd name="connsiteY18" fmla="*/ 3334 h 143351"/>
                <a:gd name="connsiteX19" fmla="*/ 1429 w 201453"/>
                <a:gd name="connsiteY19" fmla="*/ 4763 h 143351"/>
                <a:gd name="connsiteX20" fmla="*/ 8096 w 201453"/>
                <a:gd name="connsiteY20" fmla="*/ 10001 h 143351"/>
                <a:gd name="connsiteX21" fmla="*/ 15240 w 201453"/>
                <a:gd name="connsiteY21" fmla="*/ 19050 h 143351"/>
                <a:gd name="connsiteX22" fmla="*/ 21908 w 201453"/>
                <a:gd name="connsiteY22" fmla="*/ 23813 h 143351"/>
                <a:gd name="connsiteX23" fmla="*/ 26670 w 201453"/>
                <a:gd name="connsiteY23" fmla="*/ 25241 h 143351"/>
                <a:gd name="connsiteX24" fmla="*/ 48577 w 201453"/>
                <a:gd name="connsiteY24" fmla="*/ 63818 h 143351"/>
                <a:gd name="connsiteX25" fmla="*/ 46196 w 201453"/>
                <a:gd name="connsiteY25" fmla="*/ 57626 h 143351"/>
                <a:gd name="connsiteX26" fmla="*/ 44291 w 201453"/>
                <a:gd name="connsiteY26" fmla="*/ 54769 h 143351"/>
                <a:gd name="connsiteX27" fmla="*/ 40481 w 201453"/>
                <a:gd name="connsiteY27" fmla="*/ 53816 h 143351"/>
                <a:gd name="connsiteX28" fmla="*/ 39052 w 201453"/>
                <a:gd name="connsiteY28" fmla="*/ 51911 h 143351"/>
                <a:gd name="connsiteX29" fmla="*/ 38577 w 201453"/>
                <a:gd name="connsiteY29" fmla="*/ 46672 h 143351"/>
                <a:gd name="connsiteX30" fmla="*/ 34766 w 201453"/>
                <a:gd name="connsiteY30" fmla="*/ 45244 h 143351"/>
                <a:gd name="connsiteX31" fmla="*/ 32862 w 201453"/>
                <a:gd name="connsiteY31" fmla="*/ 45720 h 143351"/>
                <a:gd name="connsiteX32" fmla="*/ 29527 w 201453"/>
                <a:gd name="connsiteY32" fmla="*/ 49530 h 143351"/>
                <a:gd name="connsiteX33" fmla="*/ 29052 w 201453"/>
                <a:gd name="connsiteY33" fmla="*/ 51911 h 143351"/>
                <a:gd name="connsiteX34" fmla="*/ 25718 w 201453"/>
                <a:gd name="connsiteY34" fmla="*/ 53816 h 143351"/>
                <a:gd name="connsiteX35" fmla="*/ 25241 w 201453"/>
                <a:gd name="connsiteY35" fmla="*/ 55721 h 143351"/>
                <a:gd name="connsiteX36" fmla="*/ 25718 w 201453"/>
                <a:gd name="connsiteY36" fmla="*/ 57626 h 143351"/>
                <a:gd name="connsiteX37" fmla="*/ 28099 w 201453"/>
                <a:gd name="connsiteY37" fmla="*/ 58103 h 143351"/>
                <a:gd name="connsiteX38" fmla="*/ 29527 w 201453"/>
                <a:gd name="connsiteY38" fmla="*/ 56197 h 143351"/>
                <a:gd name="connsiteX39" fmla="*/ 34766 w 201453"/>
                <a:gd name="connsiteY39" fmla="*/ 55721 h 143351"/>
                <a:gd name="connsiteX40" fmla="*/ 36671 w 201453"/>
                <a:gd name="connsiteY40" fmla="*/ 56197 h 143351"/>
                <a:gd name="connsiteX41" fmla="*/ 36671 w 201453"/>
                <a:gd name="connsiteY41" fmla="*/ 58579 h 143351"/>
                <a:gd name="connsiteX42" fmla="*/ 37624 w 201453"/>
                <a:gd name="connsiteY42" fmla="*/ 62389 h 143351"/>
                <a:gd name="connsiteX43" fmla="*/ 40006 w 201453"/>
                <a:gd name="connsiteY43" fmla="*/ 64294 h 143351"/>
                <a:gd name="connsiteX44" fmla="*/ 43339 w 201453"/>
                <a:gd name="connsiteY44" fmla="*/ 65246 h 143351"/>
                <a:gd name="connsiteX45" fmla="*/ 45720 w 201453"/>
                <a:gd name="connsiteY45" fmla="*/ 68104 h 143351"/>
                <a:gd name="connsiteX46" fmla="*/ 46196 w 201453"/>
                <a:gd name="connsiteY46" fmla="*/ 66675 h 143351"/>
                <a:gd name="connsiteX47" fmla="*/ 48102 w 201453"/>
                <a:gd name="connsiteY47" fmla="*/ 66675 h 143351"/>
                <a:gd name="connsiteX48" fmla="*/ 48577 w 201453"/>
                <a:gd name="connsiteY48" fmla="*/ 63818 h 143351"/>
                <a:gd name="connsiteX49" fmla="*/ 55721 w 201453"/>
                <a:gd name="connsiteY49" fmla="*/ 64770 h 143351"/>
                <a:gd name="connsiteX50" fmla="*/ 51912 w 201453"/>
                <a:gd name="connsiteY50" fmla="*/ 63818 h 143351"/>
                <a:gd name="connsiteX51" fmla="*/ 50959 w 201453"/>
                <a:gd name="connsiteY51" fmla="*/ 65246 h 143351"/>
                <a:gd name="connsiteX52" fmla="*/ 50006 w 201453"/>
                <a:gd name="connsiteY52" fmla="*/ 65722 h 143351"/>
                <a:gd name="connsiteX53" fmla="*/ 49054 w 201453"/>
                <a:gd name="connsiteY53" fmla="*/ 65722 h 143351"/>
                <a:gd name="connsiteX54" fmla="*/ 48577 w 201453"/>
                <a:gd name="connsiteY54" fmla="*/ 66675 h 143351"/>
                <a:gd name="connsiteX55" fmla="*/ 48102 w 201453"/>
                <a:gd name="connsiteY55" fmla="*/ 69533 h 143351"/>
                <a:gd name="connsiteX56" fmla="*/ 50006 w 201453"/>
                <a:gd name="connsiteY56" fmla="*/ 71914 h 143351"/>
                <a:gd name="connsiteX57" fmla="*/ 52388 w 201453"/>
                <a:gd name="connsiteY57" fmla="*/ 72866 h 143351"/>
                <a:gd name="connsiteX58" fmla="*/ 55721 w 201453"/>
                <a:gd name="connsiteY58" fmla="*/ 70009 h 143351"/>
                <a:gd name="connsiteX59" fmla="*/ 55721 w 201453"/>
                <a:gd name="connsiteY59" fmla="*/ 68580 h 143351"/>
                <a:gd name="connsiteX60" fmla="*/ 55245 w 201453"/>
                <a:gd name="connsiteY60" fmla="*/ 67628 h 143351"/>
                <a:gd name="connsiteX61" fmla="*/ 54293 w 201453"/>
                <a:gd name="connsiteY61" fmla="*/ 67151 h 143351"/>
                <a:gd name="connsiteX62" fmla="*/ 56674 w 201453"/>
                <a:gd name="connsiteY62" fmla="*/ 65246 h 143351"/>
                <a:gd name="connsiteX63" fmla="*/ 55721 w 201453"/>
                <a:gd name="connsiteY63" fmla="*/ 64770 h 143351"/>
                <a:gd name="connsiteX64" fmla="*/ 168593 w 201453"/>
                <a:gd name="connsiteY64" fmla="*/ 98108 h 143351"/>
                <a:gd name="connsiteX65" fmla="*/ 168593 w 201453"/>
                <a:gd name="connsiteY65" fmla="*/ 100965 h 143351"/>
                <a:gd name="connsiteX66" fmla="*/ 168593 w 201453"/>
                <a:gd name="connsiteY66" fmla="*/ 103822 h 143351"/>
                <a:gd name="connsiteX67" fmla="*/ 169545 w 201453"/>
                <a:gd name="connsiteY67" fmla="*/ 105251 h 143351"/>
                <a:gd name="connsiteX68" fmla="*/ 170974 w 201453"/>
                <a:gd name="connsiteY68" fmla="*/ 104299 h 143351"/>
                <a:gd name="connsiteX69" fmla="*/ 173356 w 201453"/>
                <a:gd name="connsiteY69" fmla="*/ 107156 h 143351"/>
                <a:gd name="connsiteX70" fmla="*/ 173356 w 201453"/>
                <a:gd name="connsiteY70" fmla="*/ 105728 h 143351"/>
                <a:gd name="connsiteX71" fmla="*/ 172879 w 201453"/>
                <a:gd name="connsiteY71" fmla="*/ 101918 h 143351"/>
                <a:gd name="connsiteX72" fmla="*/ 168116 w 201453"/>
                <a:gd name="connsiteY72" fmla="*/ 93345 h 143351"/>
                <a:gd name="connsiteX73" fmla="*/ 166688 w 201453"/>
                <a:gd name="connsiteY73" fmla="*/ 92869 h 143351"/>
                <a:gd name="connsiteX74" fmla="*/ 168116 w 201453"/>
                <a:gd name="connsiteY74" fmla="*/ 96203 h 143351"/>
                <a:gd name="connsiteX75" fmla="*/ 168593 w 201453"/>
                <a:gd name="connsiteY75" fmla="*/ 98108 h 143351"/>
                <a:gd name="connsiteX76" fmla="*/ 198120 w 201453"/>
                <a:gd name="connsiteY76" fmla="*/ 138589 h 143351"/>
                <a:gd name="connsiteX77" fmla="*/ 193834 w 201453"/>
                <a:gd name="connsiteY77" fmla="*/ 131445 h 143351"/>
                <a:gd name="connsiteX78" fmla="*/ 191929 w 201453"/>
                <a:gd name="connsiteY78" fmla="*/ 129540 h 143351"/>
                <a:gd name="connsiteX79" fmla="*/ 189071 w 201453"/>
                <a:gd name="connsiteY79" fmla="*/ 130493 h 143351"/>
                <a:gd name="connsiteX80" fmla="*/ 185262 w 201453"/>
                <a:gd name="connsiteY80" fmla="*/ 129064 h 143351"/>
                <a:gd name="connsiteX81" fmla="*/ 182881 w 201453"/>
                <a:gd name="connsiteY81" fmla="*/ 129540 h 143351"/>
                <a:gd name="connsiteX82" fmla="*/ 178594 w 201453"/>
                <a:gd name="connsiteY82" fmla="*/ 127635 h 143351"/>
                <a:gd name="connsiteX83" fmla="*/ 178118 w 201453"/>
                <a:gd name="connsiteY83" fmla="*/ 127159 h 143351"/>
                <a:gd name="connsiteX84" fmla="*/ 176689 w 201453"/>
                <a:gd name="connsiteY84" fmla="*/ 126683 h 143351"/>
                <a:gd name="connsiteX85" fmla="*/ 170498 w 201453"/>
                <a:gd name="connsiteY85" fmla="*/ 122872 h 143351"/>
                <a:gd name="connsiteX86" fmla="*/ 167164 w 201453"/>
                <a:gd name="connsiteY86" fmla="*/ 121920 h 143351"/>
                <a:gd name="connsiteX87" fmla="*/ 164306 w 201453"/>
                <a:gd name="connsiteY87" fmla="*/ 121920 h 143351"/>
                <a:gd name="connsiteX88" fmla="*/ 163831 w 201453"/>
                <a:gd name="connsiteY88" fmla="*/ 124778 h 143351"/>
                <a:gd name="connsiteX89" fmla="*/ 164306 w 201453"/>
                <a:gd name="connsiteY89" fmla="*/ 126206 h 143351"/>
                <a:gd name="connsiteX90" fmla="*/ 167640 w 201453"/>
                <a:gd name="connsiteY90" fmla="*/ 126206 h 143351"/>
                <a:gd name="connsiteX91" fmla="*/ 170498 w 201453"/>
                <a:gd name="connsiteY91" fmla="*/ 127159 h 143351"/>
                <a:gd name="connsiteX92" fmla="*/ 170974 w 201453"/>
                <a:gd name="connsiteY92" fmla="*/ 130493 h 143351"/>
                <a:gd name="connsiteX93" fmla="*/ 172402 w 201453"/>
                <a:gd name="connsiteY93" fmla="*/ 131921 h 143351"/>
                <a:gd name="connsiteX94" fmla="*/ 172402 w 201453"/>
                <a:gd name="connsiteY94" fmla="*/ 134303 h 143351"/>
                <a:gd name="connsiteX95" fmla="*/ 180975 w 201453"/>
                <a:gd name="connsiteY95" fmla="*/ 139541 h 143351"/>
                <a:gd name="connsiteX96" fmla="*/ 185262 w 201453"/>
                <a:gd name="connsiteY96" fmla="*/ 140970 h 143351"/>
                <a:gd name="connsiteX97" fmla="*/ 190024 w 201453"/>
                <a:gd name="connsiteY97" fmla="*/ 141446 h 143351"/>
                <a:gd name="connsiteX98" fmla="*/ 192881 w 201453"/>
                <a:gd name="connsiteY98" fmla="*/ 142875 h 143351"/>
                <a:gd name="connsiteX99" fmla="*/ 195739 w 201453"/>
                <a:gd name="connsiteY99" fmla="*/ 142399 h 143351"/>
                <a:gd name="connsiteX100" fmla="*/ 199073 w 201453"/>
                <a:gd name="connsiteY100" fmla="*/ 143351 h 143351"/>
                <a:gd name="connsiteX101" fmla="*/ 201454 w 201453"/>
                <a:gd name="connsiteY101" fmla="*/ 142875 h 143351"/>
                <a:gd name="connsiteX102" fmla="*/ 198596 w 201453"/>
                <a:gd name="connsiteY102" fmla="*/ 141446 h 143351"/>
                <a:gd name="connsiteX103" fmla="*/ 198120 w 201453"/>
                <a:gd name="connsiteY103" fmla="*/ 138589 h 143351"/>
                <a:gd name="connsiteX104" fmla="*/ 166688 w 201453"/>
                <a:gd name="connsiteY104" fmla="*/ 101441 h 143351"/>
                <a:gd name="connsiteX105" fmla="*/ 167164 w 201453"/>
                <a:gd name="connsiteY105" fmla="*/ 100013 h 143351"/>
                <a:gd name="connsiteX106" fmla="*/ 166688 w 201453"/>
                <a:gd name="connsiteY106" fmla="*/ 97155 h 143351"/>
                <a:gd name="connsiteX107" fmla="*/ 162877 w 201453"/>
                <a:gd name="connsiteY107" fmla="*/ 91440 h 143351"/>
                <a:gd name="connsiteX108" fmla="*/ 162877 w 201453"/>
                <a:gd name="connsiteY108" fmla="*/ 87154 h 143351"/>
                <a:gd name="connsiteX109" fmla="*/ 161449 w 201453"/>
                <a:gd name="connsiteY109" fmla="*/ 85249 h 143351"/>
                <a:gd name="connsiteX110" fmla="*/ 161449 w 201453"/>
                <a:gd name="connsiteY110" fmla="*/ 83820 h 143351"/>
                <a:gd name="connsiteX111" fmla="*/ 160020 w 201453"/>
                <a:gd name="connsiteY111" fmla="*/ 79534 h 143351"/>
                <a:gd name="connsiteX112" fmla="*/ 156210 w 201453"/>
                <a:gd name="connsiteY112" fmla="*/ 75724 h 143351"/>
                <a:gd name="connsiteX113" fmla="*/ 153829 w 201453"/>
                <a:gd name="connsiteY113" fmla="*/ 75247 h 143351"/>
                <a:gd name="connsiteX114" fmla="*/ 152877 w 201453"/>
                <a:gd name="connsiteY114" fmla="*/ 73819 h 143351"/>
                <a:gd name="connsiteX115" fmla="*/ 153352 w 201453"/>
                <a:gd name="connsiteY115" fmla="*/ 70485 h 143351"/>
                <a:gd name="connsiteX116" fmla="*/ 154306 w 201453"/>
                <a:gd name="connsiteY116" fmla="*/ 69533 h 143351"/>
                <a:gd name="connsiteX117" fmla="*/ 154781 w 201453"/>
                <a:gd name="connsiteY117" fmla="*/ 67628 h 143351"/>
                <a:gd name="connsiteX118" fmla="*/ 146209 w 201453"/>
                <a:gd name="connsiteY118" fmla="*/ 57626 h 143351"/>
                <a:gd name="connsiteX119" fmla="*/ 144781 w 201453"/>
                <a:gd name="connsiteY119" fmla="*/ 57626 h 143351"/>
                <a:gd name="connsiteX120" fmla="*/ 144304 w 201453"/>
                <a:gd name="connsiteY120" fmla="*/ 58103 h 143351"/>
                <a:gd name="connsiteX121" fmla="*/ 142875 w 201453"/>
                <a:gd name="connsiteY121" fmla="*/ 58103 h 143351"/>
                <a:gd name="connsiteX122" fmla="*/ 140970 w 201453"/>
                <a:gd name="connsiteY122" fmla="*/ 57626 h 143351"/>
                <a:gd name="connsiteX123" fmla="*/ 140970 w 201453"/>
                <a:gd name="connsiteY123" fmla="*/ 59055 h 143351"/>
                <a:gd name="connsiteX124" fmla="*/ 145256 w 201453"/>
                <a:gd name="connsiteY124" fmla="*/ 64770 h 143351"/>
                <a:gd name="connsiteX125" fmla="*/ 143352 w 201453"/>
                <a:gd name="connsiteY125" fmla="*/ 67628 h 143351"/>
                <a:gd name="connsiteX126" fmla="*/ 147162 w 201453"/>
                <a:gd name="connsiteY126" fmla="*/ 79058 h 143351"/>
                <a:gd name="connsiteX127" fmla="*/ 150495 w 201453"/>
                <a:gd name="connsiteY127" fmla="*/ 85725 h 143351"/>
                <a:gd name="connsiteX128" fmla="*/ 155734 w 201453"/>
                <a:gd name="connsiteY128" fmla="*/ 89535 h 143351"/>
                <a:gd name="connsiteX129" fmla="*/ 156210 w 201453"/>
                <a:gd name="connsiteY129" fmla="*/ 90964 h 143351"/>
                <a:gd name="connsiteX130" fmla="*/ 161449 w 201453"/>
                <a:gd name="connsiteY130" fmla="*/ 93821 h 143351"/>
                <a:gd name="connsiteX131" fmla="*/ 165735 w 201453"/>
                <a:gd name="connsiteY131" fmla="*/ 100489 h 143351"/>
                <a:gd name="connsiteX132" fmla="*/ 166688 w 201453"/>
                <a:gd name="connsiteY132" fmla="*/ 101441 h 143351"/>
                <a:gd name="connsiteX133" fmla="*/ 145733 w 201453"/>
                <a:gd name="connsiteY133" fmla="*/ 104775 h 143351"/>
                <a:gd name="connsiteX134" fmla="*/ 143352 w 201453"/>
                <a:gd name="connsiteY134" fmla="*/ 103822 h 143351"/>
                <a:gd name="connsiteX135" fmla="*/ 141446 w 201453"/>
                <a:gd name="connsiteY135" fmla="*/ 100489 h 143351"/>
                <a:gd name="connsiteX136" fmla="*/ 138113 w 201453"/>
                <a:gd name="connsiteY136" fmla="*/ 98584 h 143351"/>
                <a:gd name="connsiteX137" fmla="*/ 132398 w 201453"/>
                <a:gd name="connsiteY137" fmla="*/ 94774 h 143351"/>
                <a:gd name="connsiteX138" fmla="*/ 122396 w 201453"/>
                <a:gd name="connsiteY138" fmla="*/ 94774 h 143351"/>
                <a:gd name="connsiteX139" fmla="*/ 119063 w 201453"/>
                <a:gd name="connsiteY139" fmla="*/ 95250 h 143351"/>
                <a:gd name="connsiteX140" fmla="*/ 111443 w 201453"/>
                <a:gd name="connsiteY140" fmla="*/ 90011 h 143351"/>
                <a:gd name="connsiteX141" fmla="*/ 109062 w 201453"/>
                <a:gd name="connsiteY141" fmla="*/ 90011 h 143351"/>
                <a:gd name="connsiteX142" fmla="*/ 107156 w 201453"/>
                <a:gd name="connsiteY142" fmla="*/ 91440 h 143351"/>
                <a:gd name="connsiteX143" fmla="*/ 106681 w 201453"/>
                <a:gd name="connsiteY143" fmla="*/ 92869 h 143351"/>
                <a:gd name="connsiteX144" fmla="*/ 106681 w 201453"/>
                <a:gd name="connsiteY144" fmla="*/ 96679 h 143351"/>
                <a:gd name="connsiteX145" fmla="*/ 107156 w 201453"/>
                <a:gd name="connsiteY145" fmla="*/ 98584 h 143351"/>
                <a:gd name="connsiteX146" fmla="*/ 109062 w 201453"/>
                <a:gd name="connsiteY146" fmla="*/ 101918 h 143351"/>
                <a:gd name="connsiteX147" fmla="*/ 111443 w 201453"/>
                <a:gd name="connsiteY147" fmla="*/ 104775 h 143351"/>
                <a:gd name="connsiteX148" fmla="*/ 112871 w 201453"/>
                <a:gd name="connsiteY148" fmla="*/ 106204 h 143351"/>
                <a:gd name="connsiteX149" fmla="*/ 114777 w 201453"/>
                <a:gd name="connsiteY149" fmla="*/ 107156 h 143351"/>
                <a:gd name="connsiteX150" fmla="*/ 120015 w 201453"/>
                <a:gd name="connsiteY150" fmla="*/ 107633 h 143351"/>
                <a:gd name="connsiteX151" fmla="*/ 130969 w 201453"/>
                <a:gd name="connsiteY151" fmla="*/ 108109 h 143351"/>
                <a:gd name="connsiteX152" fmla="*/ 136208 w 201453"/>
                <a:gd name="connsiteY152" fmla="*/ 110490 h 143351"/>
                <a:gd name="connsiteX153" fmla="*/ 141923 w 201453"/>
                <a:gd name="connsiteY153" fmla="*/ 111443 h 143351"/>
                <a:gd name="connsiteX154" fmla="*/ 144304 w 201453"/>
                <a:gd name="connsiteY154" fmla="*/ 110966 h 143351"/>
                <a:gd name="connsiteX155" fmla="*/ 147162 w 201453"/>
                <a:gd name="connsiteY155" fmla="*/ 109538 h 143351"/>
                <a:gd name="connsiteX156" fmla="*/ 147638 w 201453"/>
                <a:gd name="connsiteY156" fmla="*/ 109061 h 143351"/>
                <a:gd name="connsiteX157" fmla="*/ 146685 w 201453"/>
                <a:gd name="connsiteY157" fmla="*/ 105728 h 143351"/>
                <a:gd name="connsiteX158" fmla="*/ 145733 w 201453"/>
                <a:gd name="connsiteY158" fmla="*/ 104775 h 143351"/>
                <a:gd name="connsiteX159" fmla="*/ 111443 w 201453"/>
                <a:gd name="connsiteY159" fmla="*/ 62865 h 143351"/>
                <a:gd name="connsiteX160" fmla="*/ 116206 w 201453"/>
                <a:gd name="connsiteY160" fmla="*/ 65722 h 143351"/>
                <a:gd name="connsiteX161" fmla="*/ 116206 w 201453"/>
                <a:gd name="connsiteY161" fmla="*/ 64770 h 143351"/>
                <a:gd name="connsiteX162" fmla="*/ 115252 w 201453"/>
                <a:gd name="connsiteY162" fmla="*/ 62389 h 143351"/>
                <a:gd name="connsiteX163" fmla="*/ 113348 w 201453"/>
                <a:gd name="connsiteY163" fmla="*/ 60484 h 143351"/>
                <a:gd name="connsiteX164" fmla="*/ 115252 w 201453"/>
                <a:gd name="connsiteY164" fmla="*/ 57626 h 143351"/>
                <a:gd name="connsiteX165" fmla="*/ 101441 w 201453"/>
                <a:gd name="connsiteY165" fmla="*/ 47625 h 143351"/>
                <a:gd name="connsiteX166" fmla="*/ 99060 w 201453"/>
                <a:gd name="connsiteY166" fmla="*/ 46672 h 143351"/>
                <a:gd name="connsiteX167" fmla="*/ 96202 w 201453"/>
                <a:gd name="connsiteY167" fmla="*/ 46196 h 143351"/>
                <a:gd name="connsiteX168" fmla="*/ 93345 w 201453"/>
                <a:gd name="connsiteY168" fmla="*/ 43815 h 143351"/>
                <a:gd name="connsiteX169" fmla="*/ 90488 w 201453"/>
                <a:gd name="connsiteY169" fmla="*/ 43815 h 143351"/>
                <a:gd name="connsiteX170" fmla="*/ 87154 w 201453"/>
                <a:gd name="connsiteY170" fmla="*/ 41434 h 143351"/>
                <a:gd name="connsiteX171" fmla="*/ 85725 w 201453"/>
                <a:gd name="connsiteY171" fmla="*/ 40005 h 143351"/>
                <a:gd name="connsiteX172" fmla="*/ 81915 w 201453"/>
                <a:gd name="connsiteY172" fmla="*/ 37624 h 143351"/>
                <a:gd name="connsiteX173" fmla="*/ 77629 w 201453"/>
                <a:gd name="connsiteY173" fmla="*/ 33814 h 143351"/>
                <a:gd name="connsiteX174" fmla="*/ 68104 w 201453"/>
                <a:gd name="connsiteY174" fmla="*/ 31909 h 143351"/>
                <a:gd name="connsiteX175" fmla="*/ 69056 w 201453"/>
                <a:gd name="connsiteY175" fmla="*/ 32861 h 143351"/>
                <a:gd name="connsiteX176" fmla="*/ 71914 w 201453"/>
                <a:gd name="connsiteY176" fmla="*/ 35243 h 143351"/>
                <a:gd name="connsiteX177" fmla="*/ 72866 w 201453"/>
                <a:gd name="connsiteY177" fmla="*/ 39053 h 143351"/>
                <a:gd name="connsiteX178" fmla="*/ 75724 w 201453"/>
                <a:gd name="connsiteY178" fmla="*/ 40958 h 143351"/>
                <a:gd name="connsiteX179" fmla="*/ 79058 w 201453"/>
                <a:gd name="connsiteY179" fmla="*/ 43815 h 143351"/>
                <a:gd name="connsiteX180" fmla="*/ 80963 w 201453"/>
                <a:gd name="connsiteY180" fmla="*/ 44291 h 143351"/>
                <a:gd name="connsiteX181" fmla="*/ 81915 w 201453"/>
                <a:gd name="connsiteY181" fmla="*/ 45244 h 143351"/>
                <a:gd name="connsiteX182" fmla="*/ 84773 w 201453"/>
                <a:gd name="connsiteY182" fmla="*/ 48101 h 143351"/>
                <a:gd name="connsiteX183" fmla="*/ 89535 w 201453"/>
                <a:gd name="connsiteY183" fmla="*/ 50006 h 143351"/>
                <a:gd name="connsiteX184" fmla="*/ 94774 w 201453"/>
                <a:gd name="connsiteY184" fmla="*/ 53340 h 143351"/>
                <a:gd name="connsiteX185" fmla="*/ 96679 w 201453"/>
                <a:gd name="connsiteY185" fmla="*/ 53816 h 143351"/>
                <a:gd name="connsiteX186" fmla="*/ 98584 w 201453"/>
                <a:gd name="connsiteY186" fmla="*/ 55721 h 143351"/>
                <a:gd name="connsiteX187" fmla="*/ 108585 w 201453"/>
                <a:gd name="connsiteY187" fmla="*/ 59531 h 143351"/>
                <a:gd name="connsiteX188" fmla="*/ 111443 w 201453"/>
                <a:gd name="connsiteY188" fmla="*/ 62865 h 14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201453" h="143351">
                  <a:moveTo>
                    <a:pt x="26670" y="25241"/>
                  </a:moveTo>
                  <a:lnTo>
                    <a:pt x="29052" y="24765"/>
                  </a:lnTo>
                  <a:lnTo>
                    <a:pt x="29052" y="25241"/>
                  </a:lnTo>
                  <a:lnTo>
                    <a:pt x="30004" y="26194"/>
                  </a:lnTo>
                  <a:lnTo>
                    <a:pt x="33338" y="27146"/>
                  </a:lnTo>
                  <a:lnTo>
                    <a:pt x="36195" y="25241"/>
                  </a:lnTo>
                  <a:lnTo>
                    <a:pt x="35243" y="24289"/>
                  </a:lnTo>
                  <a:lnTo>
                    <a:pt x="33814" y="23813"/>
                  </a:lnTo>
                  <a:lnTo>
                    <a:pt x="32385" y="23813"/>
                  </a:lnTo>
                  <a:lnTo>
                    <a:pt x="30004" y="22860"/>
                  </a:lnTo>
                  <a:lnTo>
                    <a:pt x="25241" y="18574"/>
                  </a:lnTo>
                  <a:lnTo>
                    <a:pt x="23813" y="17145"/>
                  </a:lnTo>
                  <a:lnTo>
                    <a:pt x="22384" y="11906"/>
                  </a:lnTo>
                  <a:lnTo>
                    <a:pt x="20002" y="9525"/>
                  </a:lnTo>
                  <a:lnTo>
                    <a:pt x="10954" y="5239"/>
                  </a:lnTo>
                  <a:lnTo>
                    <a:pt x="5239" y="953"/>
                  </a:lnTo>
                  <a:lnTo>
                    <a:pt x="952" y="0"/>
                  </a:lnTo>
                  <a:lnTo>
                    <a:pt x="0" y="953"/>
                  </a:lnTo>
                  <a:lnTo>
                    <a:pt x="0" y="3334"/>
                  </a:lnTo>
                  <a:lnTo>
                    <a:pt x="1429" y="4763"/>
                  </a:lnTo>
                  <a:lnTo>
                    <a:pt x="8096" y="10001"/>
                  </a:lnTo>
                  <a:lnTo>
                    <a:pt x="15240" y="19050"/>
                  </a:lnTo>
                  <a:lnTo>
                    <a:pt x="21908" y="23813"/>
                  </a:lnTo>
                  <a:lnTo>
                    <a:pt x="26670" y="25241"/>
                  </a:lnTo>
                  <a:close/>
                  <a:moveTo>
                    <a:pt x="48577" y="63818"/>
                  </a:moveTo>
                  <a:lnTo>
                    <a:pt x="46196" y="57626"/>
                  </a:lnTo>
                  <a:lnTo>
                    <a:pt x="44291" y="54769"/>
                  </a:lnTo>
                  <a:lnTo>
                    <a:pt x="40481" y="53816"/>
                  </a:lnTo>
                  <a:lnTo>
                    <a:pt x="39052" y="51911"/>
                  </a:lnTo>
                  <a:lnTo>
                    <a:pt x="38577" y="46672"/>
                  </a:lnTo>
                  <a:lnTo>
                    <a:pt x="34766" y="45244"/>
                  </a:lnTo>
                  <a:lnTo>
                    <a:pt x="32862" y="45720"/>
                  </a:lnTo>
                  <a:lnTo>
                    <a:pt x="29527" y="49530"/>
                  </a:lnTo>
                  <a:lnTo>
                    <a:pt x="29052" y="51911"/>
                  </a:lnTo>
                  <a:lnTo>
                    <a:pt x="25718" y="53816"/>
                  </a:lnTo>
                  <a:lnTo>
                    <a:pt x="25241" y="55721"/>
                  </a:lnTo>
                  <a:lnTo>
                    <a:pt x="25718" y="57626"/>
                  </a:lnTo>
                  <a:lnTo>
                    <a:pt x="28099" y="58103"/>
                  </a:lnTo>
                  <a:lnTo>
                    <a:pt x="29527" y="56197"/>
                  </a:lnTo>
                  <a:lnTo>
                    <a:pt x="34766" y="55721"/>
                  </a:lnTo>
                  <a:lnTo>
                    <a:pt x="36671" y="56197"/>
                  </a:lnTo>
                  <a:lnTo>
                    <a:pt x="36671" y="58579"/>
                  </a:lnTo>
                  <a:lnTo>
                    <a:pt x="37624" y="62389"/>
                  </a:lnTo>
                  <a:lnTo>
                    <a:pt x="40006" y="64294"/>
                  </a:lnTo>
                  <a:lnTo>
                    <a:pt x="43339" y="65246"/>
                  </a:lnTo>
                  <a:lnTo>
                    <a:pt x="45720" y="68104"/>
                  </a:lnTo>
                  <a:lnTo>
                    <a:pt x="46196" y="66675"/>
                  </a:lnTo>
                  <a:lnTo>
                    <a:pt x="48102" y="66675"/>
                  </a:lnTo>
                  <a:lnTo>
                    <a:pt x="48577" y="63818"/>
                  </a:lnTo>
                  <a:close/>
                  <a:moveTo>
                    <a:pt x="55721" y="64770"/>
                  </a:moveTo>
                  <a:lnTo>
                    <a:pt x="51912" y="63818"/>
                  </a:lnTo>
                  <a:lnTo>
                    <a:pt x="50959" y="65246"/>
                  </a:lnTo>
                  <a:lnTo>
                    <a:pt x="50006" y="65722"/>
                  </a:lnTo>
                  <a:lnTo>
                    <a:pt x="49054" y="65722"/>
                  </a:lnTo>
                  <a:lnTo>
                    <a:pt x="48577" y="66675"/>
                  </a:lnTo>
                  <a:lnTo>
                    <a:pt x="48102" y="69533"/>
                  </a:lnTo>
                  <a:lnTo>
                    <a:pt x="50006" y="71914"/>
                  </a:lnTo>
                  <a:lnTo>
                    <a:pt x="52388" y="72866"/>
                  </a:lnTo>
                  <a:lnTo>
                    <a:pt x="55721" y="70009"/>
                  </a:lnTo>
                  <a:lnTo>
                    <a:pt x="55721" y="68580"/>
                  </a:lnTo>
                  <a:lnTo>
                    <a:pt x="55245" y="67628"/>
                  </a:lnTo>
                  <a:lnTo>
                    <a:pt x="54293" y="67151"/>
                  </a:lnTo>
                  <a:lnTo>
                    <a:pt x="56674" y="65246"/>
                  </a:lnTo>
                  <a:lnTo>
                    <a:pt x="55721" y="64770"/>
                  </a:lnTo>
                  <a:close/>
                  <a:moveTo>
                    <a:pt x="168593" y="98108"/>
                  </a:moveTo>
                  <a:lnTo>
                    <a:pt x="168593" y="100965"/>
                  </a:lnTo>
                  <a:lnTo>
                    <a:pt x="168593" y="103822"/>
                  </a:lnTo>
                  <a:lnTo>
                    <a:pt x="169545" y="105251"/>
                  </a:lnTo>
                  <a:lnTo>
                    <a:pt x="170974" y="104299"/>
                  </a:lnTo>
                  <a:lnTo>
                    <a:pt x="173356" y="107156"/>
                  </a:lnTo>
                  <a:lnTo>
                    <a:pt x="173356" y="105728"/>
                  </a:lnTo>
                  <a:lnTo>
                    <a:pt x="172879" y="101918"/>
                  </a:lnTo>
                  <a:lnTo>
                    <a:pt x="168116" y="93345"/>
                  </a:lnTo>
                  <a:lnTo>
                    <a:pt x="166688" y="92869"/>
                  </a:lnTo>
                  <a:lnTo>
                    <a:pt x="168116" y="96203"/>
                  </a:lnTo>
                  <a:lnTo>
                    <a:pt x="168593" y="98108"/>
                  </a:lnTo>
                  <a:close/>
                  <a:moveTo>
                    <a:pt x="198120" y="138589"/>
                  </a:moveTo>
                  <a:lnTo>
                    <a:pt x="193834" y="131445"/>
                  </a:lnTo>
                  <a:lnTo>
                    <a:pt x="191929" y="129540"/>
                  </a:lnTo>
                  <a:lnTo>
                    <a:pt x="189071" y="130493"/>
                  </a:lnTo>
                  <a:lnTo>
                    <a:pt x="185262" y="129064"/>
                  </a:lnTo>
                  <a:lnTo>
                    <a:pt x="182881" y="129540"/>
                  </a:lnTo>
                  <a:lnTo>
                    <a:pt x="178594" y="127635"/>
                  </a:lnTo>
                  <a:lnTo>
                    <a:pt x="178118" y="127159"/>
                  </a:lnTo>
                  <a:lnTo>
                    <a:pt x="176689" y="126683"/>
                  </a:lnTo>
                  <a:lnTo>
                    <a:pt x="170498" y="122872"/>
                  </a:lnTo>
                  <a:lnTo>
                    <a:pt x="167164" y="121920"/>
                  </a:lnTo>
                  <a:lnTo>
                    <a:pt x="164306" y="121920"/>
                  </a:lnTo>
                  <a:lnTo>
                    <a:pt x="163831" y="124778"/>
                  </a:lnTo>
                  <a:lnTo>
                    <a:pt x="164306" y="126206"/>
                  </a:lnTo>
                  <a:lnTo>
                    <a:pt x="167640" y="126206"/>
                  </a:lnTo>
                  <a:lnTo>
                    <a:pt x="170498" y="127159"/>
                  </a:lnTo>
                  <a:lnTo>
                    <a:pt x="170974" y="130493"/>
                  </a:lnTo>
                  <a:lnTo>
                    <a:pt x="172402" y="131921"/>
                  </a:lnTo>
                  <a:lnTo>
                    <a:pt x="172402" y="134303"/>
                  </a:lnTo>
                  <a:lnTo>
                    <a:pt x="180975" y="139541"/>
                  </a:lnTo>
                  <a:lnTo>
                    <a:pt x="185262" y="140970"/>
                  </a:lnTo>
                  <a:lnTo>
                    <a:pt x="190024" y="141446"/>
                  </a:lnTo>
                  <a:lnTo>
                    <a:pt x="192881" y="142875"/>
                  </a:lnTo>
                  <a:lnTo>
                    <a:pt x="195739" y="142399"/>
                  </a:lnTo>
                  <a:lnTo>
                    <a:pt x="199073" y="143351"/>
                  </a:lnTo>
                  <a:lnTo>
                    <a:pt x="201454" y="142875"/>
                  </a:lnTo>
                  <a:lnTo>
                    <a:pt x="198596" y="141446"/>
                  </a:lnTo>
                  <a:lnTo>
                    <a:pt x="198120" y="138589"/>
                  </a:lnTo>
                  <a:close/>
                  <a:moveTo>
                    <a:pt x="166688" y="101441"/>
                  </a:moveTo>
                  <a:lnTo>
                    <a:pt x="167164" y="100013"/>
                  </a:lnTo>
                  <a:lnTo>
                    <a:pt x="166688" y="97155"/>
                  </a:lnTo>
                  <a:lnTo>
                    <a:pt x="162877" y="91440"/>
                  </a:lnTo>
                  <a:lnTo>
                    <a:pt x="162877" y="87154"/>
                  </a:lnTo>
                  <a:lnTo>
                    <a:pt x="161449" y="85249"/>
                  </a:lnTo>
                  <a:lnTo>
                    <a:pt x="161449" y="83820"/>
                  </a:lnTo>
                  <a:lnTo>
                    <a:pt x="160020" y="79534"/>
                  </a:lnTo>
                  <a:lnTo>
                    <a:pt x="156210" y="75724"/>
                  </a:lnTo>
                  <a:lnTo>
                    <a:pt x="153829" y="75247"/>
                  </a:lnTo>
                  <a:lnTo>
                    <a:pt x="152877" y="73819"/>
                  </a:lnTo>
                  <a:lnTo>
                    <a:pt x="153352" y="70485"/>
                  </a:lnTo>
                  <a:lnTo>
                    <a:pt x="154306" y="69533"/>
                  </a:lnTo>
                  <a:lnTo>
                    <a:pt x="154781" y="67628"/>
                  </a:lnTo>
                  <a:lnTo>
                    <a:pt x="146209" y="57626"/>
                  </a:lnTo>
                  <a:lnTo>
                    <a:pt x="144781" y="57626"/>
                  </a:lnTo>
                  <a:lnTo>
                    <a:pt x="144304" y="58103"/>
                  </a:lnTo>
                  <a:lnTo>
                    <a:pt x="142875" y="58103"/>
                  </a:lnTo>
                  <a:lnTo>
                    <a:pt x="140970" y="57626"/>
                  </a:lnTo>
                  <a:lnTo>
                    <a:pt x="140970" y="59055"/>
                  </a:lnTo>
                  <a:lnTo>
                    <a:pt x="145256" y="64770"/>
                  </a:lnTo>
                  <a:lnTo>
                    <a:pt x="143352" y="67628"/>
                  </a:lnTo>
                  <a:lnTo>
                    <a:pt x="147162" y="79058"/>
                  </a:lnTo>
                  <a:lnTo>
                    <a:pt x="150495" y="85725"/>
                  </a:lnTo>
                  <a:lnTo>
                    <a:pt x="155734" y="89535"/>
                  </a:lnTo>
                  <a:lnTo>
                    <a:pt x="156210" y="90964"/>
                  </a:lnTo>
                  <a:lnTo>
                    <a:pt x="161449" y="93821"/>
                  </a:lnTo>
                  <a:lnTo>
                    <a:pt x="165735" y="100489"/>
                  </a:lnTo>
                  <a:lnTo>
                    <a:pt x="166688" y="101441"/>
                  </a:lnTo>
                  <a:close/>
                  <a:moveTo>
                    <a:pt x="145733" y="104775"/>
                  </a:moveTo>
                  <a:lnTo>
                    <a:pt x="143352" y="103822"/>
                  </a:lnTo>
                  <a:lnTo>
                    <a:pt x="141446" y="100489"/>
                  </a:lnTo>
                  <a:lnTo>
                    <a:pt x="138113" y="98584"/>
                  </a:lnTo>
                  <a:lnTo>
                    <a:pt x="132398" y="94774"/>
                  </a:lnTo>
                  <a:lnTo>
                    <a:pt x="122396" y="94774"/>
                  </a:lnTo>
                  <a:lnTo>
                    <a:pt x="119063" y="95250"/>
                  </a:lnTo>
                  <a:lnTo>
                    <a:pt x="111443" y="90011"/>
                  </a:lnTo>
                  <a:lnTo>
                    <a:pt x="109062" y="90011"/>
                  </a:lnTo>
                  <a:lnTo>
                    <a:pt x="107156" y="91440"/>
                  </a:lnTo>
                  <a:lnTo>
                    <a:pt x="106681" y="92869"/>
                  </a:lnTo>
                  <a:lnTo>
                    <a:pt x="106681" y="96679"/>
                  </a:lnTo>
                  <a:lnTo>
                    <a:pt x="107156" y="98584"/>
                  </a:lnTo>
                  <a:lnTo>
                    <a:pt x="109062" y="101918"/>
                  </a:lnTo>
                  <a:lnTo>
                    <a:pt x="111443" y="104775"/>
                  </a:lnTo>
                  <a:lnTo>
                    <a:pt x="112871" y="106204"/>
                  </a:lnTo>
                  <a:lnTo>
                    <a:pt x="114777" y="107156"/>
                  </a:lnTo>
                  <a:lnTo>
                    <a:pt x="120015" y="107633"/>
                  </a:lnTo>
                  <a:lnTo>
                    <a:pt x="130969" y="108109"/>
                  </a:lnTo>
                  <a:lnTo>
                    <a:pt x="136208" y="110490"/>
                  </a:lnTo>
                  <a:lnTo>
                    <a:pt x="141923" y="111443"/>
                  </a:lnTo>
                  <a:lnTo>
                    <a:pt x="144304" y="110966"/>
                  </a:lnTo>
                  <a:lnTo>
                    <a:pt x="147162" y="109538"/>
                  </a:lnTo>
                  <a:lnTo>
                    <a:pt x="147638" y="109061"/>
                  </a:lnTo>
                  <a:lnTo>
                    <a:pt x="146685" y="105728"/>
                  </a:lnTo>
                  <a:lnTo>
                    <a:pt x="145733" y="104775"/>
                  </a:lnTo>
                  <a:close/>
                  <a:moveTo>
                    <a:pt x="111443" y="62865"/>
                  </a:moveTo>
                  <a:lnTo>
                    <a:pt x="116206" y="65722"/>
                  </a:lnTo>
                  <a:lnTo>
                    <a:pt x="116206" y="64770"/>
                  </a:lnTo>
                  <a:lnTo>
                    <a:pt x="115252" y="62389"/>
                  </a:lnTo>
                  <a:lnTo>
                    <a:pt x="113348" y="60484"/>
                  </a:lnTo>
                  <a:lnTo>
                    <a:pt x="115252" y="57626"/>
                  </a:lnTo>
                  <a:lnTo>
                    <a:pt x="101441" y="47625"/>
                  </a:lnTo>
                  <a:lnTo>
                    <a:pt x="99060" y="46672"/>
                  </a:lnTo>
                  <a:lnTo>
                    <a:pt x="96202" y="46196"/>
                  </a:lnTo>
                  <a:lnTo>
                    <a:pt x="93345" y="43815"/>
                  </a:lnTo>
                  <a:lnTo>
                    <a:pt x="90488" y="43815"/>
                  </a:lnTo>
                  <a:lnTo>
                    <a:pt x="87154" y="41434"/>
                  </a:lnTo>
                  <a:lnTo>
                    <a:pt x="85725" y="40005"/>
                  </a:lnTo>
                  <a:lnTo>
                    <a:pt x="81915" y="37624"/>
                  </a:lnTo>
                  <a:lnTo>
                    <a:pt x="77629" y="33814"/>
                  </a:lnTo>
                  <a:lnTo>
                    <a:pt x="68104" y="31909"/>
                  </a:lnTo>
                  <a:lnTo>
                    <a:pt x="69056" y="32861"/>
                  </a:lnTo>
                  <a:lnTo>
                    <a:pt x="71914" y="35243"/>
                  </a:lnTo>
                  <a:lnTo>
                    <a:pt x="72866" y="39053"/>
                  </a:lnTo>
                  <a:lnTo>
                    <a:pt x="75724" y="40958"/>
                  </a:lnTo>
                  <a:lnTo>
                    <a:pt x="79058" y="43815"/>
                  </a:lnTo>
                  <a:lnTo>
                    <a:pt x="80963" y="44291"/>
                  </a:lnTo>
                  <a:lnTo>
                    <a:pt x="81915" y="45244"/>
                  </a:lnTo>
                  <a:lnTo>
                    <a:pt x="84773" y="48101"/>
                  </a:lnTo>
                  <a:lnTo>
                    <a:pt x="89535" y="50006"/>
                  </a:lnTo>
                  <a:lnTo>
                    <a:pt x="94774" y="53340"/>
                  </a:lnTo>
                  <a:lnTo>
                    <a:pt x="96679" y="53816"/>
                  </a:lnTo>
                  <a:lnTo>
                    <a:pt x="98584" y="55721"/>
                  </a:lnTo>
                  <a:lnTo>
                    <a:pt x="108585" y="59531"/>
                  </a:lnTo>
                  <a:lnTo>
                    <a:pt x="111443" y="62865"/>
                  </a:lnTo>
                  <a:close/>
                </a:path>
              </a:pathLst>
            </a:custGeom>
            <a:grpFill/>
            <a:ln w="317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49AD353C-671C-4420-A21B-59285A1826D8}"/>
                </a:ext>
              </a:extLst>
            </p:cNvPr>
            <p:cNvSpPr/>
            <p:nvPr/>
          </p:nvSpPr>
          <p:spPr>
            <a:xfrm>
              <a:off x="6898005" y="3178968"/>
              <a:ext cx="715803" cy="563403"/>
            </a:xfrm>
            <a:custGeom>
              <a:avLst/>
              <a:gdLst>
                <a:gd name="connsiteX0" fmla="*/ 712470 w 715803"/>
                <a:gd name="connsiteY0" fmla="*/ 365760 h 563403"/>
                <a:gd name="connsiteX1" fmla="*/ 709613 w 715803"/>
                <a:gd name="connsiteY1" fmla="*/ 360997 h 563403"/>
                <a:gd name="connsiteX2" fmla="*/ 706755 w 715803"/>
                <a:gd name="connsiteY2" fmla="*/ 356235 h 563403"/>
                <a:gd name="connsiteX3" fmla="*/ 703897 w 715803"/>
                <a:gd name="connsiteY3" fmla="*/ 351472 h 563403"/>
                <a:gd name="connsiteX4" fmla="*/ 701993 w 715803"/>
                <a:gd name="connsiteY4" fmla="*/ 348139 h 563403"/>
                <a:gd name="connsiteX5" fmla="*/ 699611 w 715803"/>
                <a:gd name="connsiteY5" fmla="*/ 344329 h 563403"/>
                <a:gd name="connsiteX6" fmla="*/ 697230 w 715803"/>
                <a:gd name="connsiteY6" fmla="*/ 347186 h 563403"/>
                <a:gd name="connsiteX7" fmla="*/ 696753 w 715803"/>
                <a:gd name="connsiteY7" fmla="*/ 347186 h 563403"/>
                <a:gd name="connsiteX8" fmla="*/ 693896 w 715803"/>
                <a:gd name="connsiteY8" fmla="*/ 346710 h 563403"/>
                <a:gd name="connsiteX9" fmla="*/ 692944 w 715803"/>
                <a:gd name="connsiteY9" fmla="*/ 346710 h 563403"/>
                <a:gd name="connsiteX10" fmla="*/ 690563 w 715803"/>
                <a:gd name="connsiteY10" fmla="*/ 346234 h 563403"/>
                <a:gd name="connsiteX11" fmla="*/ 686752 w 715803"/>
                <a:gd name="connsiteY11" fmla="*/ 345757 h 563403"/>
                <a:gd name="connsiteX12" fmla="*/ 681514 w 715803"/>
                <a:gd name="connsiteY12" fmla="*/ 345281 h 563403"/>
                <a:gd name="connsiteX13" fmla="*/ 675322 w 715803"/>
                <a:gd name="connsiteY13" fmla="*/ 344329 h 563403"/>
                <a:gd name="connsiteX14" fmla="*/ 668655 w 715803"/>
                <a:gd name="connsiteY14" fmla="*/ 343376 h 563403"/>
                <a:gd name="connsiteX15" fmla="*/ 661511 w 715803"/>
                <a:gd name="connsiteY15" fmla="*/ 342424 h 563403"/>
                <a:gd name="connsiteX16" fmla="*/ 653891 w 715803"/>
                <a:gd name="connsiteY16" fmla="*/ 341471 h 563403"/>
                <a:gd name="connsiteX17" fmla="*/ 646271 w 715803"/>
                <a:gd name="connsiteY17" fmla="*/ 340519 h 563403"/>
                <a:gd name="connsiteX18" fmla="*/ 639127 w 715803"/>
                <a:gd name="connsiteY18" fmla="*/ 339566 h 563403"/>
                <a:gd name="connsiteX19" fmla="*/ 632460 w 715803"/>
                <a:gd name="connsiteY19" fmla="*/ 338614 h 563403"/>
                <a:gd name="connsiteX20" fmla="*/ 626269 w 715803"/>
                <a:gd name="connsiteY20" fmla="*/ 337661 h 563403"/>
                <a:gd name="connsiteX21" fmla="*/ 621030 w 715803"/>
                <a:gd name="connsiteY21" fmla="*/ 337185 h 563403"/>
                <a:gd name="connsiteX22" fmla="*/ 617220 w 715803"/>
                <a:gd name="connsiteY22" fmla="*/ 336709 h 563403"/>
                <a:gd name="connsiteX23" fmla="*/ 614839 w 715803"/>
                <a:gd name="connsiteY23" fmla="*/ 336232 h 563403"/>
                <a:gd name="connsiteX24" fmla="*/ 613886 w 715803"/>
                <a:gd name="connsiteY24" fmla="*/ 336232 h 563403"/>
                <a:gd name="connsiteX25" fmla="*/ 611028 w 715803"/>
                <a:gd name="connsiteY25" fmla="*/ 335756 h 563403"/>
                <a:gd name="connsiteX26" fmla="*/ 609600 w 715803"/>
                <a:gd name="connsiteY26" fmla="*/ 333851 h 563403"/>
                <a:gd name="connsiteX27" fmla="*/ 607695 w 715803"/>
                <a:gd name="connsiteY27" fmla="*/ 331470 h 563403"/>
                <a:gd name="connsiteX28" fmla="*/ 605790 w 715803"/>
                <a:gd name="connsiteY28" fmla="*/ 329089 h 563403"/>
                <a:gd name="connsiteX29" fmla="*/ 603885 w 715803"/>
                <a:gd name="connsiteY29" fmla="*/ 326707 h 563403"/>
                <a:gd name="connsiteX30" fmla="*/ 601980 w 715803"/>
                <a:gd name="connsiteY30" fmla="*/ 324326 h 563403"/>
                <a:gd name="connsiteX31" fmla="*/ 600075 w 715803"/>
                <a:gd name="connsiteY31" fmla="*/ 321945 h 563403"/>
                <a:gd name="connsiteX32" fmla="*/ 598170 w 715803"/>
                <a:gd name="connsiteY32" fmla="*/ 319564 h 563403"/>
                <a:gd name="connsiteX33" fmla="*/ 596265 w 715803"/>
                <a:gd name="connsiteY33" fmla="*/ 317182 h 563403"/>
                <a:gd name="connsiteX34" fmla="*/ 594360 w 715803"/>
                <a:gd name="connsiteY34" fmla="*/ 314801 h 563403"/>
                <a:gd name="connsiteX35" fmla="*/ 592455 w 715803"/>
                <a:gd name="connsiteY35" fmla="*/ 312420 h 563403"/>
                <a:gd name="connsiteX36" fmla="*/ 590550 w 715803"/>
                <a:gd name="connsiteY36" fmla="*/ 310039 h 563403"/>
                <a:gd name="connsiteX37" fmla="*/ 588645 w 715803"/>
                <a:gd name="connsiteY37" fmla="*/ 307657 h 563403"/>
                <a:gd name="connsiteX38" fmla="*/ 586740 w 715803"/>
                <a:gd name="connsiteY38" fmla="*/ 305276 h 563403"/>
                <a:gd name="connsiteX39" fmla="*/ 584835 w 715803"/>
                <a:gd name="connsiteY39" fmla="*/ 302895 h 563403"/>
                <a:gd name="connsiteX40" fmla="*/ 582930 w 715803"/>
                <a:gd name="connsiteY40" fmla="*/ 300514 h 563403"/>
                <a:gd name="connsiteX41" fmla="*/ 581025 w 715803"/>
                <a:gd name="connsiteY41" fmla="*/ 298132 h 563403"/>
                <a:gd name="connsiteX42" fmla="*/ 579120 w 715803"/>
                <a:gd name="connsiteY42" fmla="*/ 295751 h 563403"/>
                <a:gd name="connsiteX43" fmla="*/ 577691 w 715803"/>
                <a:gd name="connsiteY43" fmla="*/ 294322 h 563403"/>
                <a:gd name="connsiteX44" fmla="*/ 577215 w 715803"/>
                <a:gd name="connsiteY44" fmla="*/ 292418 h 563403"/>
                <a:gd name="connsiteX45" fmla="*/ 577215 w 715803"/>
                <a:gd name="connsiteY45" fmla="*/ 287655 h 563403"/>
                <a:gd name="connsiteX46" fmla="*/ 577215 w 715803"/>
                <a:gd name="connsiteY46" fmla="*/ 286703 h 563403"/>
                <a:gd name="connsiteX47" fmla="*/ 576263 w 715803"/>
                <a:gd name="connsiteY47" fmla="*/ 286703 h 563403"/>
                <a:gd name="connsiteX48" fmla="*/ 574357 w 715803"/>
                <a:gd name="connsiteY48" fmla="*/ 285750 h 563403"/>
                <a:gd name="connsiteX49" fmla="*/ 571500 w 715803"/>
                <a:gd name="connsiteY49" fmla="*/ 285274 h 563403"/>
                <a:gd name="connsiteX50" fmla="*/ 568643 w 715803"/>
                <a:gd name="connsiteY50" fmla="*/ 284321 h 563403"/>
                <a:gd name="connsiteX51" fmla="*/ 570547 w 715803"/>
                <a:gd name="connsiteY51" fmla="*/ 279559 h 563403"/>
                <a:gd name="connsiteX52" fmla="*/ 571976 w 715803"/>
                <a:gd name="connsiteY52" fmla="*/ 277654 h 563403"/>
                <a:gd name="connsiteX53" fmla="*/ 571500 w 715803"/>
                <a:gd name="connsiteY53" fmla="*/ 276225 h 563403"/>
                <a:gd name="connsiteX54" fmla="*/ 569119 w 715803"/>
                <a:gd name="connsiteY54" fmla="*/ 276225 h 563403"/>
                <a:gd name="connsiteX55" fmla="*/ 566738 w 715803"/>
                <a:gd name="connsiteY55" fmla="*/ 274796 h 563403"/>
                <a:gd name="connsiteX56" fmla="*/ 563880 w 715803"/>
                <a:gd name="connsiteY56" fmla="*/ 275749 h 563403"/>
                <a:gd name="connsiteX57" fmla="*/ 561022 w 715803"/>
                <a:gd name="connsiteY57" fmla="*/ 276701 h 563403"/>
                <a:gd name="connsiteX58" fmla="*/ 558641 w 715803"/>
                <a:gd name="connsiteY58" fmla="*/ 276701 h 563403"/>
                <a:gd name="connsiteX59" fmla="*/ 556736 w 715803"/>
                <a:gd name="connsiteY59" fmla="*/ 276225 h 563403"/>
                <a:gd name="connsiteX60" fmla="*/ 555307 w 715803"/>
                <a:gd name="connsiteY60" fmla="*/ 275272 h 563403"/>
                <a:gd name="connsiteX61" fmla="*/ 552926 w 715803"/>
                <a:gd name="connsiteY61" fmla="*/ 272415 h 563403"/>
                <a:gd name="connsiteX62" fmla="*/ 551021 w 715803"/>
                <a:gd name="connsiteY62" fmla="*/ 268605 h 563403"/>
                <a:gd name="connsiteX63" fmla="*/ 548164 w 715803"/>
                <a:gd name="connsiteY63" fmla="*/ 265747 h 563403"/>
                <a:gd name="connsiteX64" fmla="*/ 546259 w 715803"/>
                <a:gd name="connsiteY64" fmla="*/ 262414 h 563403"/>
                <a:gd name="connsiteX65" fmla="*/ 542449 w 715803"/>
                <a:gd name="connsiteY65" fmla="*/ 258128 h 563403"/>
                <a:gd name="connsiteX66" fmla="*/ 540544 w 715803"/>
                <a:gd name="connsiteY66" fmla="*/ 250031 h 563403"/>
                <a:gd name="connsiteX67" fmla="*/ 538639 w 715803"/>
                <a:gd name="connsiteY67" fmla="*/ 245745 h 563403"/>
                <a:gd name="connsiteX68" fmla="*/ 532924 w 715803"/>
                <a:gd name="connsiteY68" fmla="*/ 240506 h 563403"/>
                <a:gd name="connsiteX69" fmla="*/ 531495 w 715803"/>
                <a:gd name="connsiteY69" fmla="*/ 238601 h 563403"/>
                <a:gd name="connsiteX70" fmla="*/ 529590 w 715803"/>
                <a:gd name="connsiteY70" fmla="*/ 233839 h 563403"/>
                <a:gd name="connsiteX71" fmla="*/ 527685 w 715803"/>
                <a:gd name="connsiteY71" fmla="*/ 230505 h 563403"/>
                <a:gd name="connsiteX72" fmla="*/ 525780 w 715803"/>
                <a:gd name="connsiteY72" fmla="*/ 226219 h 563403"/>
                <a:gd name="connsiteX73" fmla="*/ 523875 w 715803"/>
                <a:gd name="connsiteY73" fmla="*/ 220980 h 563403"/>
                <a:gd name="connsiteX74" fmla="*/ 524827 w 715803"/>
                <a:gd name="connsiteY74" fmla="*/ 220504 h 563403"/>
                <a:gd name="connsiteX75" fmla="*/ 526256 w 715803"/>
                <a:gd name="connsiteY75" fmla="*/ 220504 h 563403"/>
                <a:gd name="connsiteX76" fmla="*/ 527685 w 715803"/>
                <a:gd name="connsiteY76" fmla="*/ 220980 h 563403"/>
                <a:gd name="connsiteX77" fmla="*/ 528161 w 715803"/>
                <a:gd name="connsiteY77" fmla="*/ 220980 h 563403"/>
                <a:gd name="connsiteX78" fmla="*/ 530066 w 715803"/>
                <a:gd name="connsiteY78" fmla="*/ 213360 h 563403"/>
                <a:gd name="connsiteX79" fmla="*/ 529114 w 715803"/>
                <a:gd name="connsiteY79" fmla="*/ 210026 h 563403"/>
                <a:gd name="connsiteX80" fmla="*/ 526732 w 715803"/>
                <a:gd name="connsiteY80" fmla="*/ 208121 h 563403"/>
                <a:gd name="connsiteX81" fmla="*/ 523875 w 715803"/>
                <a:gd name="connsiteY81" fmla="*/ 205740 h 563403"/>
                <a:gd name="connsiteX82" fmla="*/ 523399 w 715803"/>
                <a:gd name="connsiteY82" fmla="*/ 202882 h 563403"/>
                <a:gd name="connsiteX83" fmla="*/ 523399 w 715803"/>
                <a:gd name="connsiteY83" fmla="*/ 200501 h 563403"/>
                <a:gd name="connsiteX84" fmla="*/ 523875 w 715803"/>
                <a:gd name="connsiteY84" fmla="*/ 199549 h 563403"/>
                <a:gd name="connsiteX85" fmla="*/ 525780 w 715803"/>
                <a:gd name="connsiteY85" fmla="*/ 200501 h 563403"/>
                <a:gd name="connsiteX86" fmla="*/ 527209 w 715803"/>
                <a:gd name="connsiteY86" fmla="*/ 200978 h 563403"/>
                <a:gd name="connsiteX87" fmla="*/ 527685 w 715803"/>
                <a:gd name="connsiteY87" fmla="*/ 200978 h 563403"/>
                <a:gd name="connsiteX88" fmla="*/ 521970 w 715803"/>
                <a:gd name="connsiteY88" fmla="*/ 194786 h 563403"/>
                <a:gd name="connsiteX89" fmla="*/ 512921 w 715803"/>
                <a:gd name="connsiteY89" fmla="*/ 190024 h 563403"/>
                <a:gd name="connsiteX90" fmla="*/ 506730 w 715803"/>
                <a:gd name="connsiteY90" fmla="*/ 182880 h 563403"/>
                <a:gd name="connsiteX91" fmla="*/ 502444 w 715803"/>
                <a:gd name="connsiteY91" fmla="*/ 181928 h 563403"/>
                <a:gd name="connsiteX92" fmla="*/ 498157 w 715803"/>
                <a:gd name="connsiteY92" fmla="*/ 177165 h 563403"/>
                <a:gd name="connsiteX93" fmla="*/ 494347 w 715803"/>
                <a:gd name="connsiteY93" fmla="*/ 172403 h 563403"/>
                <a:gd name="connsiteX94" fmla="*/ 496252 w 715803"/>
                <a:gd name="connsiteY94" fmla="*/ 170497 h 563403"/>
                <a:gd name="connsiteX95" fmla="*/ 493395 w 715803"/>
                <a:gd name="connsiteY95" fmla="*/ 169069 h 563403"/>
                <a:gd name="connsiteX96" fmla="*/ 491014 w 715803"/>
                <a:gd name="connsiteY96" fmla="*/ 168116 h 563403"/>
                <a:gd name="connsiteX97" fmla="*/ 484822 w 715803"/>
                <a:gd name="connsiteY97" fmla="*/ 165259 h 563403"/>
                <a:gd name="connsiteX98" fmla="*/ 481013 w 715803"/>
                <a:gd name="connsiteY98" fmla="*/ 161925 h 563403"/>
                <a:gd name="connsiteX99" fmla="*/ 481489 w 715803"/>
                <a:gd name="connsiteY99" fmla="*/ 160496 h 563403"/>
                <a:gd name="connsiteX100" fmla="*/ 482441 w 715803"/>
                <a:gd name="connsiteY100" fmla="*/ 159068 h 563403"/>
                <a:gd name="connsiteX101" fmla="*/ 481489 w 715803"/>
                <a:gd name="connsiteY101" fmla="*/ 155734 h 563403"/>
                <a:gd name="connsiteX102" fmla="*/ 480060 w 715803"/>
                <a:gd name="connsiteY102" fmla="*/ 153353 h 563403"/>
                <a:gd name="connsiteX103" fmla="*/ 474821 w 715803"/>
                <a:gd name="connsiteY103" fmla="*/ 147161 h 563403"/>
                <a:gd name="connsiteX104" fmla="*/ 471488 w 715803"/>
                <a:gd name="connsiteY104" fmla="*/ 139065 h 563403"/>
                <a:gd name="connsiteX105" fmla="*/ 470535 w 715803"/>
                <a:gd name="connsiteY105" fmla="*/ 135731 h 563403"/>
                <a:gd name="connsiteX106" fmla="*/ 468630 w 715803"/>
                <a:gd name="connsiteY106" fmla="*/ 132397 h 563403"/>
                <a:gd name="connsiteX107" fmla="*/ 462915 w 715803"/>
                <a:gd name="connsiteY107" fmla="*/ 132397 h 563403"/>
                <a:gd name="connsiteX108" fmla="*/ 455295 w 715803"/>
                <a:gd name="connsiteY108" fmla="*/ 132397 h 563403"/>
                <a:gd name="connsiteX109" fmla="*/ 449103 w 715803"/>
                <a:gd name="connsiteY109" fmla="*/ 132397 h 563403"/>
                <a:gd name="connsiteX110" fmla="*/ 442436 w 715803"/>
                <a:gd name="connsiteY110" fmla="*/ 132397 h 563403"/>
                <a:gd name="connsiteX111" fmla="*/ 439578 w 715803"/>
                <a:gd name="connsiteY111" fmla="*/ 129064 h 563403"/>
                <a:gd name="connsiteX112" fmla="*/ 438626 w 715803"/>
                <a:gd name="connsiteY112" fmla="*/ 125254 h 563403"/>
                <a:gd name="connsiteX113" fmla="*/ 437674 w 715803"/>
                <a:gd name="connsiteY113" fmla="*/ 121444 h 563403"/>
                <a:gd name="connsiteX114" fmla="*/ 434816 w 715803"/>
                <a:gd name="connsiteY114" fmla="*/ 115729 h 563403"/>
                <a:gd name="connsiteX115" fmla="*/ 424815 w 715803"/>
                <a:gd name="connsiteY115" fmla="*/ 114300 h 563403"/>
                <a:gd name="connsiteX116" fmla="*/ 419576 w 715803"/>
                <a:gd name="connsiteY116" fmla="*/ 113824 h 563403"/>
                <a:gd name="connsiteX117" fmla="*/ 411003 w 715803"/>
                <a:gd name="connsiteY117" fmla="*/ 112871 h 563403"/>
                <a:gd name="connsiteX118" fmla="*/ 404336 w 715803"/>
                <a:gd name="connsiteY118" fmla="*/ 111919 h 563403"/>
                <a:gd name="connsiteX119" fmla="*/ 398621 w 715803"/>
                <a:gd name="connsiteY119" fmla="*/ 113347 h 563403"/>
                <a:gd name="connsiteX120" fmla="*/ 384810 w 715803"/>
                <a:gd name="connsiteY120" fmla="*/ 112395 h 563403"/>
                <a:gd name="connsiteX121" fmla="*/ 369570 w 715803"/>
                <a:gd name="connsiteY121" fmla="*/ 110966 h 563403"/>
                <a:gd name="connsiteX122" fmla="*/ 354330 w 715803"/>
                <a:gd name="connsiteY122" fmla="*/ 109538 h 563403"/>
                <a:gd name="connsiteX123" fmla="*/ 342900 w 715803"/>
                <a:gd name="connsiteY123" fmla="*/ 108585 h 563403"/>
                <a:gd name="connsiteX124" fmla="*/ 341947 w 715803"/>
                <a:gd name="connsiteY124" fmla="*/ 108109 h 563403"/>
                <a:gd name="connsiteX125" fmla="*/ 330518 w 715803"/>
                <a:gd name="connsiteY125" fmla="*/ 99536 h 563403"/>
                <a:gd name="connsiteX126" fmla="*/ 321469 w 715803"/>
                <a:gd name="connsiteY126" fmla="*/ 92869 h 563403"/>
                <a:gd name="connsiteX127" fmla="*/ 310515 w 715803"/>
                <a:gd name="connsiteY127" fmla="*/ 84296 h 563403"/>
                <a:gd name="connsiteX128" fmla="*/ 299085 w 715803"/>
                <a:gd name="connsiteY128" fmla="*/ 75724 h 563403"/>
                <a:gd name="connsiteX129" fmla="*/ 287655 w 715803"/>
                <a:gd name="connsiteY129" fmla="*/ 67151 h 563403"/>
                <a:gd name="connsiteX130" fmla="*/ 279082 w 715803"/>
                <a:gd name="connsiteY130" fmla="*/ 60960 h 563403"/>
                <a:gd name="connsiteX131" fmla="*/ 269081 w 715803"/>
                <a:gd name="connsiteY131" fmla="*/ 52864 h 563403"/>
                <a:gd name="connsiteX132" fmla="*/ 260032 w 715803"/>
                <a:gd name="connsiteY132" fmla="*/ 45244 h 563403"/>
                <a:gd name="connsiteX133" fmla="*/ 252889 w 715803"/>
                <a:gd name="connsiteY133" fmla="*/ 39529 h 563403"/>
                <a:gd name="connsiteX134" fmla="*/ 243364 w 715803"/>
                <a:gd name="connsiteY134" fmla="*/ 34290 h 563403"/>
                <a:gd name="connsiteX135" fmla="*/ 236220 w 715803"/>
                <a:gd name="connsiteY135" fmla="*/ 30004 h 563403"/>
                <a:gd name="connsiteX136" fmla="*/ 225743 w 715803"/>
                <a:gd name="connsiteY136" fmla="*/ 24289 h 563403"/>
                <a:gd name="connsiteX137" fmla="*/ 217170 w 715803"/>
                <a:gd name="connsiteY137" fmla="*/ 19526 h 563403"/>
                <a:gd name="connsiteX138" fmla="*/ 210026 w 715803"/>
                <a:gd name="connsiteY138" fmla="*/ 15240 h 563403"/>
                <a:gd name="connsiteX139" fmla="*/ 198596 w 715803"/>
                <a:gd name="connsiteY139" fmla="*/ 9049 h 563403"/>
                <a:gd name="connsiteX140" fmla="*/ 194786 w 715803"/>
                <a:gd name="connsiteY140" fmla="*/ 7144 h 563403"/>
                <a:gd name="connsiteX141" fmla="*/ 183356 w 715803"/>
                <a:gd name="connsiteY141" fmla="*/ 5239 h 563403"/>
                <a:gd name="connsiteX142" fmla="*/ 172402 w 715803"/>
                <a:gd name="connsiteY142" fmla="*/ 3334 h 563403"/>
                <a:gd name="connsiteX143" fmla="*/ 160972 w 715803"/>
                <a:gd name="connsiteY143" fmla="*/ 1429 h 563403"/>
                <a:gd name="connsiteX144" fmla="*/ 153352 w 715803"/>
                <a:gd name="connsiteY144" fmla="*/ 0 h 563403"/>
                <a:gd name="connsiteX145" fmla="*/ 148114 w 715803"/>
                <a:gd name="connsiteY145" fmla="*/ 4286 h 563403"/>
                <a:gd name="connsiteX146" fmla="*/ 147161 w 715803"/>
                <a:gd name="connsiteY146" fmla="*/ 4763 h 563403"/>
                <a:gd name="connsiteX147" fmla="*/ 140494 w 715803"/>
                <a:gd name="connsiteY147" fmla="*/ 6668 h 563403"/>
                <a:gd name="connsiteX148" fmla="*/ 127159 w 715803"/>
                <a:gd name="connsiteY148" fmla="*/ 10478 h 563403"/>
                <a:gd name="connsiteX149" fmla="*/ 118110 w 715803"/>
                <a:gd name="connsiteY149" fmla="*/ 12859 h 563403"/>
                <a:gd name="connsiteX150" fmla="*/ 106680 w 715803"/>
                <a:gd name="connsiteY150" fmla="*/ 16193 h 563403"/>
                <a:gd name="connsiteX151" fmla="*/ 97155 w 715803"/>
                <a:gd name="connsiteY151" fmla="*/ 19050 h 563403"/>
                <a:gd name="connsiteX152" fmla="*/ 87630 w 715803"/>
                <a:gd name="connsiteY152" fmla="*/ 21431 h 563403"/>
                <a:gd name="connsiteX153" fmla="*/ 79057 w 715803"/>
                <a:gd name="connsiteY153" fmla="*/ 23813 h 563403"/>
                <a:gd name="connsiteX154" fmla="*/ 83820 w 715803"/>
                <a:gd name="connsiteY154" fmla="*/ 29051 h 563403"/>
                <a:gd name="connsiteX155" fmla="*/ 91440 w 715803"/>
                <a:gd name="connsiteY155" fmla="*/ 36671 h 563403"/>
                <a:gd name="connsiteX156" fmla="*/ 96678 w 715803"/>
                <a:gd name="connsiteY156" fmla="*/ 41910 h 563403"/>
                <a:gd name="connsiteX157" fmla="*/ 102870 w 715803"/>
                <a:gd name="connsiteY157" fmla="*/ 48578 h 563403"/>
                <a:gd name="connsiteX158" fmla="*/ 108109 w 715803"/>
                <a:gd name="connsiteY158" fmla="*/ 54293 h 563403"/>
                <a:gd name="connsiteX159" fmla="*/ 113824 w 715803"/>
                <a:gd name="connsiteY159" fmla="*/ 60484 h 563403"/>
                <a:gd name="connsiteX160" fmla="*/ 110014 w 715803"/>
                <a:gd name="connsiteY160" fmla="*/ 62389 h 563403"/>
                <a:gd name="connsiteX161" fmla="*/ 103346 w 715803"/>
                <a:gd name="connsiteY161" fmla="*/ 65722 h 563403"/>
                <a:gd name="connsiteX162" fmla="*/ 102870 w 715803"/>
                <a:gd name="connsiteY162" fmla="*/ 66199 h 563403"/>
                <a:gd name="connsiteX163" fmla="*/ 102394 w 715803"/>
                <a:gd name="connsiteY163" fmla="*/ 66675 h 563403"/>
                <a:gd name="connsiteX164" fmla="*/ 99536 w 715803"/>
                <a:gd name="connsiteY164" fmla="*/ 72866 h 563403"/>
                <a:gd name="connsiteX165" fmla="*/ 97631 w 715803"/>
                <a:gd name="connsiteY165" fmla="*/ 77629 h 563403"/>
                <a:gd name="connsiteX166" fmla="*/ 96678 w 715803"/>
                <a:gd name="connsiteY166" fmla="*/ 78105 h 563403"/>
                <a:gd name="connsiteX167" fmla="*/ 87630 w 715803"/>
                <a:gd name="connsiteY167" fmla="*/ 80010 h 563403"/>
                <a:gd name="connsiteX168" fmla="*/ 78581 w 715803"/>
                <a:gd name="connsiteY168" fmla="*/ 81915 h 563403"/>
                <a:gd name="connsiteX169" fmla="*/ 72866 w 715803"/>
                <a:gd name="connsiteY169" fmla="*/ 82868 h 563403"/>
                <a:gd name="connsiteX170" fmla="*/ 70961 w 715803"/>
                <a:gd name="connsiteY170" fmla="*/ 84296 h 563403"/>
                <a:gd name="connsiteX171" fmla="*/ 67151 w 715803"/>
                <a:gd name="connsiteY171" fmla="*/ 90488 h 563403"/>
                <a:gd name="connsiteX172" fmla="*/ 63341 w 715803"/>
                <a:gd name="connsiteY172" fmla="*/ 96679 h 563403"/>
                <a:gd name="connsiteX173" fmla="*/ 56674 w 715803"/>
                <a:gd name="connsiteY173" fmla="*/ 101918 h 563403"/>
                <a:gd name="connsiteX174" fmla="*/ 49530 w 715803"/>
                <a:gd name="connsiteY174" fmla="*/ 107632 h 563403"/>
                <a:gd name="connsiteX175" fmla="*/ 47625 w 715803"/>
                <a:gd name="connsiteY175" fmla="*/ 108109 h 563403"/>
                <a:gd name="connsiteX176" fmla="*/ 42386 w 715803"/>
                <a:gd name="connsiteY176" fmla="*/ 107156 h 563403"/>
                <a:gd name="connsiteX177" fmla="*/ 33338 w 715803"/>
                <a:gd name="connsiteY177" fmla="*/ 105728 h 563403"/>
                <a:gd name="connsiteX178" fmla="*/ 24765 w 715803"/>
                <a:gd name="connsiteY178" fmla="*/ 104299 h 563403"/>
                <a:gd name="connsiteX179" fmla="*/ 18574 w 715803"/>
                <a:gd name="connsiteY179" fmla="*/ 103346 h 563403"/>
                <a:gd name="connsiteX180" fmla="*/ 11430 w 715803"/>
                <a:gd name="connsiteY180" fmla="*/ 101918 h 563403"/>
                <a:gd name="connsiteX181" fmla="*/ 6191 w 715803"/>
                <a:gd name="connsiteY181" fmla="*/ 125254 h 563403"/>
                <a:gd name="connsiteX182" fmla="*/ 5715 w 715803"/>
                <a:gd name="connsiteY182" fmla="*/ 132874 h 563403"/>
                <a:gd name="connsiteX183" fmla="*/ 2381 w 715803"/>
                <a:gd name="connsiteY183" fmla="*/ 141922 h 563403"/>
                <a:gd name="connsiteX184" fmla="*/ 0 w 715803"/>
                <a:gd name="connsiteY184" fmla="*/ 146209 h 563403"/>
                <a:gd name="connsiteX185" fmla="*/ 476 w 715803"/>
                <a:gd name="connsiteY185" fmla="*/ 149066 h 563403"/>
                <a:gd name="connsiteX186" fmla="*/ 3810 w 715803"/>
                <a:gd name="connsiteY186" fmla="*/ 146685 h 563403"/>
                <a:gd name="connsiteX187" fmla="*/ 7620 w 715803"/>
                <a:gd name="connsiteY187" fmla="*/ 147638 h 563403"/>
                <a:gd name="connsiteX188" fmla="*/ 16193 w 715803"/>
                <a:gd name="connsiteY188" fmla="*/ 148590 h 563403"/>
                <a:gd name="connsiteX189" fmla="*/ 19526 w 715803"/>
                <a:gd name="connsiteY189" fmla="*/ 150495 h 563403"/>
                <a:gd name="connsiteX190" fmla="*/ 27622 w 715803"/>
                <a:gd name="connsiteY190" fmla="*/ 161449 h 563403"/>
                <a:gd name="connsiteX191" fmla="*/ 32861 w 715803"/>
                <a:gd name="connsiteY191" fmla="*/ 172403 h 563403"/>
                <a:gd name="connsiteX192" fmla="*/ 39052 w 715803"/>
                <a:gd name="connsiteY192" fmla="*/ 178594 h 563403"/>
                <a:gd name="connsiteX193" fmla="*/ 41910 w 715803"/>
                <a:gd name="connsiteY193" fmla="*/ 185261 h 563403"/>
                <a:gd name="connsiteX194" fmla="*/ 48101 w 715803"/>
                <a:gd name="connsiteY194" fmla="*/ 191929 h 563403"/>
                <a:gd name="connsiteX195" fmla="*/ 50006 w 715803"/>
                <a:gd name="connsiteY195" fmla="*/ 196215 h 563403"/>
                <a:gd name="connsiteX196" fmla="*/ 55245 w 715803"/>
                <a:gd name="connsiteY196" fmla="*/ 202406 h 563403"/>
                <a:gd name="connsiteX197" fmla="*/ 64294 w 715803"/>
                <a:gd name="connsiteY197" fmla="*/ 220028 h 563403"/>
                <a:gd name="connsiteX198" fmla="*/ 69532 w 715803"/>
                <a:gd name="connsiteY198" fmla="*/ 222409 h 563403"/>
                <a:gd name="connsiteX199" fmla="*/ 70485 w 715803"/>
                <a:gd name="connsiteY199" fmla="*/ 227171 h 563403"/>
                <a:gd name="connsiteX200" fmla="*/ 72390 w 715803"/>
                <a:gd name="connsiteY200" fmla="*/ 232410 h 563403"/>
                <a:gd name="connsiteX201" fmla="*/ 75724 w 715803"/>
                <a:gd name="connsiteY201" fmla="*/ 234315 h 563403"/>
                <a:gd name="connsiteX202" fmla="*/ 77628 w 715803"/>
                <a:gd name="connsiteY202" fmla="*/ 236220 h 563403"/>
                <a:gd name="connsiteX203" fmla="*/ 85249 w 715803"/>
                <a:gd name="connsiteY203" fmla="*/ 248603 h 563403"/>
                <a:gd name="connsiteX204" fmla="*/ 87630 w 715803"/>
                <a:gd name="connsiteY204" fmla="*/ 253841 h 563403"/>
                <a:gd name="connsiteX205" fmla="*/ 88582 w 715803"/>
                <a:gd name="connsiteY205" fmla="*/ 256699 h 563403"/>
                <a:gd name="connsiteX206" fmla="*/ 89535 w 715803"/>
                <a:gd name="connsiteY206" fmla="*/ 260985 h 563403"/>
                <a:gd name="connsiteX207" fmla="*/ 88106 w 715803"/>
                <a:gd name="connsiteY207" fmla="*/ 264319 h 563403"/>
                <a:gd name="connsiteX208" fmla="*/ 86677 w 715803"/>
                <a:gd name="connsiteY208" fmla="*/ 266224 h 563403"/>
                <a:gd name="connsiteX209" fmla="*/ 91916 w 715803"/>
                <a:gd name="connsiteY209" fmla="*/ 273368 h 563403"/>
                <a:gd name="connsiteX210" fmla="*/ 95250 w 715803"/>
                <a:gd name="connsiteY210" fmla="*/ 279082 h 563403"/>
                <a:gd name="connsiteX211" fmla="*/ 99060 w 715803"/>
                <a:gd name="connsiteY211" fmla="*/ 285274 h 563403"/>
                <a:gd name="connsiteX212" fmla="*/ 102394 w 715803"/>
                <a:gd name="connsiteY212" fmla="*/ 285750 h 563403"/>
                <a:gd name="connsiteX213" fmla="*/ 104775 w 715803"/>
                <a:gd name="connsiteY213" fmla="*/ 285750 h 563403"/>
                <a:gd name="connsiteX214" fmla="*/ 108585 w 715803"/>
                <a:gd name="connsiteY214" fmla="*/ 288607 h 563403"/>
                <a:gd name="connsiteX215" fmla="*/ 111919 w 715803"/>
                <a:gd name="connsiteY215" fmla="*/ 288607 h 563403"/>
                <a:gd name="connsiteX216" fmla="*/ 113824 w 715803"/>
                <a:gd name="connsiteY216" fmla="*/ 290989 h 563403"/>
                <a:gd name="connsiteX217" fmla="*/ 118110 w 715803"/>
                <a:gd name="connsiteY217" fmla="*/ 293370 h 563403"/>
                <a:gd name="connsiteX218" fmla="*/ 124777 w 715803"/>
                <a:gd name="connsiteY218" fmla="*/ 298609 h 563403"/>
                <a:gd name="connsiteX219" fmla="*/ 130969 w 715803"/>
                <a:gd name="connsiteY219" fmla="*/ 305753 h 563403"/>
                <a:gd name="connsiteX220" fmla="*/ 133826 w 715803"/>
                <a:gd name="connsiteY220" fmla="*/ 310991 h 563403"/>
                <a:gd name="connsiteX221" fmla="*/ 139541 w 715803"/>
                <a:gd name="connsiteY221" fmla="*/ 320040 h 563403"/>
                <a:gd name="connsiteX222" fmla="*/ 141446 w 715803"/>
                <a:gd name="connsiteY222" fmla="*/ 323850 h 563403"/>
                <a:gd name="connsiteX223" fmla="*/ 142875 w 715803"/>
                <a:gd name="connsiteY223" fmla="*/ 329089 h 563403"/>
                <a:gd name="connsiteX224" fmla="*/ 144303 w 715803"/>
                <a:gd name="connsiteY224" fmla="*/ 330994 h 563403"/>
                <a:gd name="connsiteX225" fmla="*/ 148114 w 715803"/>
                <a:gd name="connsiteY225" fmla="*/ 334804 h 563403"/>
                <a:gd name="connsiteX226" fmla="*/ 146209 w 715803"/>
                <a:gd name="connsiteY226" fmla="*/ 334804 h 563403"/>
                <a:gd name="connsiteX227" fmla="*/ 148114 w 715803"/>
                <a:gd name="connsiteY227" fmla="*/ 337661 h 563403"/>
                <a:gd name="connsiteX228" fmla="*/ 150495 w 715803"/>
                <a:gd name="connsiteY228" fmla="*/ 339090 h 563403"/>
                <a:gd name="connsiteX229" fmla="*/ 150495 w 715803"/>
                <a:gd name="connsiteY229" fmla="*/ 341471 h 563403"/>
                <a:gd name="connsiteX230" fmla="*/ 152400 w 715803"/>
                <a:gd name="connsiteY230" fmla="*/ 345281 h 563403"/>
                <a:gd name="connsiteX231" fmla="*/ 153352 w 715803"/>
                <a:gd name="connsiteY231" fmla="*/ 352425 h 563403"/>
                <a:gd name="connsiteX232" fmla="*/ 152400 w 715803"/>
                <a:gd name="connsiteY232" fmla="*/ 355759 h 563403"/>
                <a:gd name="connsiteX233" fmla="*/ 150971 w 715803"/>
                <a:gd name="connsiteY233" fmla="*/ 359093 h 563403"/>
                <a:gd name="connsiteX234" fmla="*/ 150495 w 715803"/>
                <a:gd name="connsiteY234" fmla="*/ 365284 h 563403"/>
                <a:gd name="connsiteX235" fmla="*/ 149543 w 715803"/>
                <a:gd name="connsiteY235" fmla="*/ 370522 h 563403"/>
                <a:gd name="connsiteX236" fmla="*/ 150971 w 715803"/>
                <a:gd name="connsiteY236" fmla="*/ 374332 h 563403"/>
                <a:gd name="connsiteX237" fmla="*/ 152876 w 715803"/>
                <a:gd name="connsiteY237" fmla="*/ 378143 h 563403"/>
                <a:gd name="connsiteX238" fmla="*/ 154781 w 715803"/>
                <a:gd name="connsiteY238" fmla="*/ 383381 h 563403"/>
                <a:gd name="connsiteX239" fmla="*/ 154781 w 715803"/>
                <a:gd name="connsiteY239" fmla="*/ 386239 h 563403"/>
                <a:gd name="connsiteX240" fmla="*/ 152876 w 715803"/>
                <a:gd name="connsiteY240" fmla="*/ 390525 h 563403"/>
                <a:gd name="connsiteX241" fmla="*/ 159068 w 715803"/>
                <a:gd name="connsiteY241" fmla="*/ 402431 h 563403"/>
                <a:gd name="connsiteX242" fmla="*/ 166211 w 715803"/>
                <a:gd name="connsiteY242" fmla="*/ 410528 h 563403"/>
                <a:gd name="connsiteX243" fmla="*/ 170497 w 715803"/>
                <a:gd name="connsiteY243" fmla="*/ 418147 h 563403"/>
                <a:gd name="connsiteX244" fmla="*/ 174307 w 715803"/>
                <a:gd name="connsiteY244" fmla="*/ 422434 h 563403"/>
                <a:gd name="connsiteX245" fmla="*/ 179546 w 715803"/>
                <a:gd name="connsiteY245" fmla="*/ 425768 h 563403"/>
                <a:gd name="connsiteX246" fmla="*/ 186214 w 715803"/>
                <a:gd name="connsiteY246" fmla="*/ 426720 h 563403"/>
                <a:gd name="connsiteX247" fmla="*/ 200025 w 715803"/>
                <a:gd name="connsiteY247" fmla="*/ 436245 h 563403"/>
                <a:gd name="connsiteX248" fmla="*/ 204788 w 715803"/>
                <a:gd name="connsiteY248" fmla="*/ 442436 h 563403"/>
                <a:gd name="connsiteX249" fmla="*/ 209550 w 715803"/>
                <a:gd name="connsiteY249" fmla="*/ 444818 h 563403"/>
                <a:gd name="connsiteX250" fmla="*/ 210026 w 715803"/>
                <a:gd name="connsiteY250" fmla="*/ 446246 h 563403"/>
                <a:gd name="connsiteX251" fmla="*/ 210502 w 715803"/>
                <a:gd name="connsiteY251" fmla="*/ 448628 h 563403"/>
                <a:gd name="connsiteX252" fmla="*/ 212407 w 715803"/>
                <a:gd name="connsiteY252" fmla="*/ 451961 h 563403"/>
                <a:gd name="connsiteX253" fmla="*/ 214789 w 715803"/>
                <a:gd name="connsiteY253" fmla="*/ 454343 h 563403"/>
                <a:gd name="connsiteX254" fmla="*/ 221456 w 715803"/>
                <a:gd name="connsiteY254" fmla="*/ 468630 h 563403"/>
                <a:gd name="connsiteX255" fmla="*/ 222409 w 715803"/>
                <a:gd name="connsiteY255" fmla="*/ 471964 h 563403"/>
                <a:gd name="connsiteX256" fmla="*/ 223838 w 715803"/>
                <a:gd name="connsiteY256" fmla="*/ 476250 h 563403"/>
                <a:gd name="connsiteX257" fmla="*/ 224790 w 715803"/>
                <a:gd name="connsiteY257" fmla="*/ 480060 h 563403"/>
                <a:gd name="connsiteX258" fmla="*/ 225266 w 715803"/>
                <a:gd name="connsiteY258" fmla="*/ 482918 h 563403"/>
                <a:gd name="connsiteX259" fmla="*/ 231934 w 715803"/>
                <a:gd name="connsiteY259" fmla="*/ 490538 h 563403"/>
                <a:gd name="connsiteX260" fmla="*/ 234315 w 715803"/>
                <a:gd name="connsiteY260" fmla="*/ 497205 h 563403"/>
                <a:gd name="connsiteX261" fmla="*/ 239553 w 715803"/>
                <a:gd name="connsiteY261" fmla="*/ 505778 h 563403"/>
                <a:gd name="connsiteX262" fmla="*/ 242888 w 715803"/>
                <a:gd name="connsiteY262" fmla="*/ 510064 h 563403"/>
                <a:gd name="connsiteX263" fmla="*/ 253365 w 715803"/>
                <a:gd name="connsiteY263" fmla="*/ 517684 h 563403"/>
                <a:gd name="connsiteX264" fmla="*/ 261461 w 715803"/>
                <a:gd name="connsiteY264" fmla="*/ 525780 h 563403"/>
                <a:gd name="connsiteX265" fmla="*/ 262890 w 715803"/>
                <a:gd name="connsiteY265" fmla="*/ 531971 h 563403"/>
                <a:gd name="connsiteX266" fmla="*/ 264795 w 715803"/>
                <a:gd name="connsiteY266" fmla="*/ 536734 h 563403"/>
                <a:gd name="connsiteX267" fmla="*/ 268128 w 715803"/>
                <a:gd name="connsiteY267" fmla="*/ 539115 h 563403"/>
                <a:gd name="connsiteX268" fmla="*/ 270510 w 715803"/>
                <a:gd name="connsiteY268" fmla="*/ 542449 h 563403"/>
                <a:gd name="connsiteX269" fmla="*/ 270986 w 715803"/>
                <a:gd name="connsiteY269" fmla="*/ 545782 h 563403"/>
                <a:gd name="connsiteX270" fmla="*/ 274320 w 715803"/>
                <a:gd name="connsiteY270" fmla="*/ 548164 h 563403"/>
                <a:gd name="connsiteX271" fmla="*/ 276225 w 715803"/>
                <a:gd name="connsiteY271" fmla="*/ 550545 h 563403"/>
                <a:gd name="connsiteX272" fmla="*/ 277177 w 715803"/>
                <a:gd name="connsiteY272" fmla="*/ 553403 h 563403"/>
                <a:gd name="connsiteX273" fmla="*/ 277177 w 715803"/>
                <a:gd name="connsiteY273" fmla="*/ 556260 h 563403"/>
                <a:gd name="connsiteX274" fmla="*/ 279082 w 715803"/>
                <a:gd name="connsiteY274" fmla="*/ 560546 h 563403"/>
                <a:gd name="connsiteX275" fmla="*/ 279559 w 715803"/>
                <a:gd name="connsiteY275" fmla="*/ 563404 h 563403"/>
                <a:gd name="connsiteX276" fmla="*/ 285750 w 715803"/>
                <a:gd name="connsiteY276" fmla="*/ 558641 h 563403"/>
                <a:gd name="connsiteX277" fmla="*/ 287178 w 715803"/>
                <a:gd name="connsiteY277" fmla="*/ 557213 h 563403"/>
                <a:gd name="connsiteX278" fmla="*/ 288131 w 715803"/>
                <a:gd name="connsiteY278" fmla="*/ 555784 h 563403"/>
                <a:gd name="connsiteX279" fmla="*/ 289560 w 715803"/>
                <a:gd name="connsiteY279" fmla="*/ 552926 h 563403"/>
                <a:gd name="connsiteX280" fmla="*/ 291465 w 715803"/>
                <a:gd name="connsiteY280" fmla="*/ 551974 h 563403"/>
                <a:gd name="connsiteX281" fmla="*/ 292418 w 715803"/>
                <a:gd name="connsiteY281" fmla="*/ 549116 h 563403"/>
                <a:gd name="connsiteX282" fmla="*/ 292418 w 715803"/>
                <a:gd name="connsiteY282" fmla="*/ 547688 h 563403"/>
                <a:gd name="connsiteX283" fmla="*/ 290989 w 715803"/>
                <a:gd name="connsiteY283" fmla="*/ 546259 h 563403"/>
                <a:gd name="connsiteX284" fmla="*/ 290036 w 715803"/>
                <a:gd name="connsiteY284" fmla="*/ 542925 h 563403"/>
                <a:gd name="connsiteX285" fmla="*/ 290513 w 715803"/>
                <a:gd name="connsiteY285" fmla="*/ 538639 h 563403"/>
                <a:gd name="connsiteX286" fmla="*/ 290989 w 715803"/>
                <a:gd name="connsiteY286" fmla="*/ 536734 h 563403"/>
                <a:gd name="connsiteX287" fmla="*/ 291465 w 715803"/>
                <a:gd name="connsiteY287" fmla="*/ 533400 h 563403"/>
                <a:gd name="connsiteX288" fmla="*/ 293846 w 715803"/>
                <a:gd name="connsiteY288" fmla="*/ 532447 h 563403"/>
                <a:gd name="connsiteX289" fmla="*/ 294322 w 715803"/>
                <a:gd name="connsiteY289" fmla="*/ 531495 h 563403"/>
                <a:gd name="connsiteX290" fmla="*/ 292418 w 715803"/>
                <a:gd name="connsiteY290" fmla="*/ 529590 h 563403"/>
                <a:gd name="connsiteX291" fmla="*/ 292418 w 715803"/>
                <a:gd name="connsiteY291" fmla="*/ 528161 h 563403"/>
                <a:gd name="connsiteX292" fmla="*/ 296227 w 715803"/>
                <a:gd name="connsiteY292" fmla="*/ 524828 h 563403"/>
                <a:gd name="connsiteX293" fmla="*/ 297656 w 715803"/>
                <a:gd name="connsiteY293" fmla="*/ 523875 h 563403"/>
                <a:gd name="connsiteX294" fmla="*/ 300038 w 715803"/>
                <a:gd name="connsiteY294" fmla="*/ 522922 h 563403"/>
                <a:gd name="connsiteX295" fmla="*/ 301943 w 715803"/>
                <a:gd name="connsiteY295" fmla="*/ 522922 h 563403"/>
                <a:gd name="connsiteX296" fmla="*/ 304324 w 715803"/>
                <a:gd name="connsiteY296" fmla="*/ 523399 h 563403"/>
                <a:gd name="connsiteX297" fmla="*/ 306228 w 715803"/>
                <a:gd name="connsiteY297" fmla="*/ 524351 h 563403"/>
                <a:gd name="connsiteX298" fmla="*/ 308134 w 715803"/>
                <a:gd name="connsiteY298" fmla="*/ 526256 h 563403"/>
                <a:gd name="connsiteX299" fmla="*/ 310039 w 715803"/>
                <a:gd name="connsiteY299" fmla="*/ 528161 h 563403"/>
                <a:gd name="connsiteX300" fmla="*/ 313372 w 715803"/>
                <a:gd name="connsiteY300" fmla="*/ 529114 h 563403"/>
                <a:gd name="connsiteX301" fmla="*/ 315277 w 715803"/>
                <a:gd name="connsiteY301" fmla="*/ 529114 h 563403"/>
                <a:gd name="connsiteX302" fmla="*/ 317182 w 715803"/>
                <a:gd name="connsiteY302" fmla="*/ 530066 h 563403"/>
                <a:gd name="connsiteX303" fmla="*/ 318611 w 715803"/>
                <a:gd name="connsiteY303" fmla="*/ 529590 h 563403"/>
                <a:gd name="connsiteX304" fmla="*/ 320040 w 715803"/>
                <a:gd name="connsiteY304" fmla="*/ 528638 h 563403"/>
                <a:gd name="connsiteX305" fmla="*/ 322897 w 715803"/>
                <a:gd name="connsiteY305" fmla="*/ 528638 h 563403"/>
                <a:gd name="connsiteX306" fmla="*/ 325278 w 715803"/>
                <a:gd name="connsiteY306" fmla="*/ 527685 h 563403"/>
                <a:gd name="connsiteX307" fmla="*/ 331946 w 715803"/>
                <a:gd name="connsiteY307" fmla="*/ 527209 h 563403"/>
                <a:gd name="connsiteX308" fmla="*/ 338614 w 715803"/>
                <a:gd name="connsiteY308" fmla="*/ 527685 h 563403"/>
                <a:gd name="connsiteX309" fmla="*/ 345281 w 715803"/>
                <a:gd name="connsiteY309" fmla="*/ 526732 h 563403"/>
                <a:gd name="connsiteX310" fmla="*/ 351949 w 715803"/>
                <a:gd name="connsiteY310" fmla="*/ 526732 h 563403"/>
                <a:gd name="connsiteX311" fmla="*/ 358616 w 715803"/>
                <a:gd name="connsiteY311" fmla="*/ 526732 h 563403"/>
                <a:gd name="connsiteX312" fmla="*/ 360045 w 715803"/>
                <a:gd name="connsiteY312" fmla="*/ 526732 h 563403"/>
                <a:gd name="connsiteX313" fmla="*/ 361474 w 715803"/>
                <a:gd name="connsiteY313" fmla="*/ 527209 h 563403"/>
                <a:gd name="connsiteX314" fmla="*/ 367189 w 715803"/>
                <a:gd name="connsiteY314" fmla="*/ 530066 h 563403"/>
                <a:gd name="connsiteX315" fmla="*/ 371475 w 715803"/>
                <a:gd name="connsiteY315" fmla="*/ 530543 h 563403"/>
                <a:gd name="connsiteX316" fmla="*/ 380524 w 715803"/>
                <a:gd name="connsiteY316" fmla="*/ 531495 h 563403"/>
                <a:gd name="connsiteX317" fmla="*/ 390049 w 715803"/>
                <a:gd name="connsiteY317" fmla="*/ 532447 h 563403"/>
                <a:gd name="connsiteX318" fmla="*/ 398145 w 715803"/>
                <a:gd name="connsiteY318" fmla="*/ 533400 h 563403"/>
                <a:gd name="connsiteX319" fmla="*/ 405289 w 715803"/>
                <a:gd name="connsiteY319" fmla="*/ 532924 h 563403"/>
                <a:gd name="connsiteX320" fmla="*/ 411003 w 715803"/>
                <a:gd name="connsiteY320" fmla="*/ 532447 h 563403"/>
                <a:gd name="connsiteX321" fmla="*/ 412432 w 715803"/>
                <a:gd name="connsiteY321" fmla="*/ 532447 h 563403"/>
                <a:gd name="connsiteX322" fmla="*/ 414338 w 715803"/>
                <a:gd name="connsiteY322" fmla="*/ 534353 h 563403"/>
                <a:gd name="connsiteX323" fmla="*/ 417671 w 715803"/>
                <a:gd name="connsiteY323" fmla="*/ 539115 h 563403"/>
                <a:gd name="connsiteX324" fmla="*/ 421005 w 715803"/>
                <a:gd name="connsiteY324" fmla="*/ 543401 h 563403"/>
                <a:gd name="connsiteX325" fmla="*/ 426720 w 715803"/>
                <a:gd name="connsiteY325" fmla="*/ 543401 h 563403"/>
                <a:gd name="connsiteX326" fmla="*/ 430530 w 715803"/>
                <a:gd name="connsiteY326" fmla="*/ 541972 h 563403"/>
                <a:gd name="connsiteX327" fmla="*/ 434340 w 715803"/>
                <a:gd name="connsiteY327" fmla="*/ 539591 h 563403"/>
                <a:gd name="connsiteX328" fmla="*/ 436721 w 715803"/>
                <a:gd name="connsiteY328" fmla="*/ 537686 h 563403"/>
                <a:gd name="connsiteX329" fmla="*/ 439578 w 715803"/>
                <a:gd name="connsiteY329" fmla="*/ 530543 h 563403"/>
                <a:gd name="connsiteX330" fmla="*/ 441484 w 715803"/>
                <a:gd name="connsiteY330" fmla="*/ 525780 h 563403"/>
                <a:gd name="connsiteX331" fmla="*/ 445770 w 715803"/>
                <a:gd name="connsiteY331" fmla="*/ 520541 h 563403"/>
                <a:gd name="connsiteX332" fmla="*/ 449103 w 715803"/>
                <a:gd name="connsiteY332" fmla="*/ 516255 h 563403"/>
                <a:gd name="connsiteX333" fmla="*/ 453866 w 715803"/>
                <a:gd name="connsiteY333" fmla="*/ 510540 h 563403"/>
                <a:gd name="connsiteX334" fmla="*/ 456247 w 715803"/>
                <a:gd name="connsiteY334" fmla="*/ 507206 h 563403"/>
                <a:gd name="connsiteX335" fmla="*/ 461486 w 715803"/>
                <a:gd name="connsiteY335" fmla="*/ 501015 h 563403"/>
                <a:gd name="connsiteX336" fmla="*/ 466249 w 715803"/>
                <a:gd name="connsiteY336" fmla="*/ 498634 h 563403"/>
                <a:gd name="connsiteX337" fmla="*/ 475774 w 715803"/>
                <a:gd name="connsiteY337" fmla="*/ 493871 h 563403"/>
                <a:gd name="connsiteX338" fmla="*/ 484822 w 715803"/>
                <a:gd name="connsiteY338" fmla="*/ 489109 h 563403"/>
                <a:gd name="connsiteX339" fmla="*/ 491014 w 715803"/>
                <a:gd name="connsiteY339" fmla="*/ 486251 h 563403"/>
                <a:gd name="connsiteX340" fmla="*/ 496252 w 715803"/>
                <a:gd name="connsiteY340" fmla="*/ 484822 h 563403"/>
                <a:gd name="connsiteX341" fmla="*/ 504825 w 715803"/>
                <a:gd name="connsiteY341" fmla="*/ 483870 h 563403"/>
                <a:gd name="connsiteX342" fmla="*/ 514826 w 715803"/>
                <a:gd name="connsiteY342" fmla="*/ 482441 h 563403"/>
                <a:gd name="connsiteX343" fmla="*/ 524827 w 715803"/>
                <a:gd name="connsiteY343" fmla="*/ 481013 h 563403"/>
                <a:gd name="connsiteX344" fmla="*/ 535781 w 715803"/>
                <a:gd name="connsiteY344" fmla="*/ 479584 h 563403"/>
                <a:gd name="connsiteX345" fmla="*/ 547688 w 715803"/>
                <a:gd name="connsiteY345" fmla="*/ 478155 h 563403"/>
                <a:gd name="connsiteX346" fmla="*/ 555784 w 715803"/>
                <a:gd name="connsiteY346" fmla="*/ 477203 h 563403"/>
                <a:gd name="connsiteX347" fmla="*/ 566261 w 715803"/>
                <a:gd name="connsiteY347" fmla="*/ 475774 h 563403"/>
                <a:gd name="connsiteX348" fmla="*/ 574834 w 715803"/>
                <a:gd name="connsiteY348" fmla="*/ 474345 h 563403"/>
                <a:gd name="connsiteX349" fmla="*/ 582453 w 715803"/>
                <a:gd name="connsiteY349" fmla="*/ 473393 h 563403"/>
                <a:gd name="connsiteX350" fmla="*/ 590550 w 715803"/>
                <a:gd name="connsiteY350" fmla="*/ 472440 h 563403"/>
                <a:gd name="connsiteX351" fmla="*/ 595313 w 715803"/>
                <a:gd name="connsiteY351" fmla="*/ 471011 h 563403"/>
                <a:gd name="connsiteX352" fmla="*/ 601027 w 715803"/>
                <a:gd name="connsiteY352" fmla="*/ 469106 h 563403"/>
                <a:gd name="connsiteX353" fmla="*/ 606743 w 715803"/>
                <a:gd name="connsiteY353" fmla="*/ 467201 h 563403"/>
                <a:gd name="connsiteX354" fmla="*/ 612457 w 715803"/>
                <a:gd name="connsiteY354" fmla="*/ 465296 h 563403"/>
                <a:gd name="connsiteX355" fmla="*/ 618172 w 715803"/>
                <a:gd name="connsiteY355" fmla="*/ 463391 h 563403"/>
                <a:gd name="connsiteX356" fmla="*/ 623888 w 715803"/>
                <a:gd name="connsiteY356" fmla="*/ 461486 h 563403"/>
                <a:gd name="connsiteX357" fmla="*/ 629602 w 715803"/>
                <a:gd name="connsiteY357" fmla="*/ 459581 h 563403"/>
                <a:gd name="connsiteX358" fmla="*/ 635318 w 715803"/>
                <a:gd name="connsiteY358" fmla="*/ 457676 h 563403"/>
                <a:gd name="connsiteX359" fmla="*/ 641032 w 715803"/>
                <a:gd name="connsiteY359" fmla="*/ 455771 h 563403"/>
                <a:gd name="connsiteX360" fmla="*/ 646747 w 715803"/>
                <a:gd name="connsiteY360" fmla="*/ 453866 h 563403"/>
                <a:gd name="connsiteX361" fmla="*/ 652463 w 715803"/>
                <a:gd name="connsiteY361" fmla="*/ 451961 h 563403"/>
                <a:gd name="connsiteX362" fmla="*/ 658177 w 715803"/>
                <a:gd name="connsiteY362" fmla="*/ 450056 h 563403"/>
                <a:gd name="connsiteX363" fmla="*/ 663893 w 715803"/>
                <a:gd name="connsiteY363" fmla="*/ 448151 h 563403"/>
                <a:gd name="connsiteX364" fmla="*/ 669607 w 715803"/>
                <a:gd name="connsiteY364" fmla="*/ 446246 h 563403"/>
                <a:gd name="connsiteX365" fmla="*/ 675322 w 715803"/>
                <a:gd name="connsiteY365" fmla="*/ 444341 h 563403"/>
                <a:gd name="connsiteX366" fmla="*/ 681038 w 715803"/>
                <a:gd name="connsiteY366" fmla="*/ 442436 h 563403"/>
                <a:gd name="connsiteX367" fmla="*/ 686752 w 715803"/>
                <a:gd name="connsiteY367" fmla="*/ 440531 h 563403"/>
                <a:gd name="connsiteX368" fmla="*/ 690563 w 715803"/>
                <a:gd name="connsiteY368" fmla="*/ 439103 h 563403"/>
                <a:gd name="connsiteX369" fmla="*/ 691991 w 715803"/>
                <a:gd name="connsiteY369" fmla="*/ 434340 h 563403"/>
                <a:gd name="connsiteX370" fmla="*/ 693420 w 715803"/>
                <a:gd name="connsiteY370" fmla="*/ 430530 h 563403"/>
                <a:gd name="connsiteX371" fmla="*/ 694849 w 715803"/>
                <a:gd name="connsiteY371" fmla="*/ 426720 h 563403"/>
                <a:gd name="connsiteX372" fmla="*/ 696277 w 715803"/>
                <a:gd name="connsiteY372" fmla="*/ 422910 h 563403"/>
                <a:gd name="connsiteX373" fmla="*/ 697706 w 715803"/>
                <a:gd name="connsiteY373" fmla="*/ 419100 h 563403"/>
                <a:gd name="connsiteX374" fmla="*/ 699135 w 715803"/>
                <a:gd name="connsiteY374" fmla="*/ 415290 h 563403"/>
                <a:gd name="connsiteX375" fmla="*/ 700564 w 715803"/>
                <a:gd name="connsiteY375" fmla="*/ 411480 h 563403"/>
                <a:gd name="connsiteX376" fmla="*/ 701993 w 715803"/>
                <a:gd name="connsiteY376" fmla="*/ 407670 h 563403"/>
                <a:gd name="connsiteX377" fmla="*/ 703421 w 715803"/>
                <a:gd name="connsiteY377" fmla="*/ 403860 h 563403"/>
                <a:gd name="connsiteX378" fmla="*/ 704850 w 715803"/>
                <a:gd name="connsiteY378" fmla="*/ 400050 h 563403"/>
                <a:gd name="connsiteX379" fmla="*/ 706278 w 715803"/>
                <a:gd name="connsiteY379" fmla="*/ 396240 h 563403"/>
                <a:gd name="connsiteX380" fmla="*/ 707707 w 715803"/>
                <a:gd name="connsiteY380" fmla="*/ 392430 h 563403"/>
                <a:gd name="connsiteX381" fmla="*/ 709136 w 715803"/>
                <a:gd name="connsiteY381" fmla="*/ 388620 h 563403"/>
                <a:gd name="connsiteX382" fmla="*/ 710565 w 715803"/>
                <a:gd name="connsiteY382" fmla="*/ 384810 h 563403"/>
                <a:gd name="connsiteX383" fmla="*/ 711994 w 715803"/>
                <a:gd name="connsiteY383" fmla="*/ 381000 h 563403"/>
                <a:gd name="connsiteX384" fmla="*/ 713422 w 715803"/>
                <a:gd name="connsiteY384" fmla="*/ 377190 h 563403"/>
                <a:gd name="connsiteX385" fmla="*/ 714851 w 715803"/>
                <a:gd name="connsiteY385" fmla="*/ 373380 h 563403"/>
                <a:gd name="connsiteX386" fmla="*/ 715803 w 715803"/>
                <a:gd name="connsiteY386" fmla="*/ 369570 h 563403"/>
                <a:gd name="connsiteX387" fmla="*/ 712470 w 715803"/>
                <a:gd name="connsiteY387" fmla="*/ 365760 h 56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715803" h="563403">
                  <a:moveTo>
                    <a:pt x="712470" y="365760"/>
                  </a:moveTo>
                  <a:lnTo>
                    <a:pt x="709613" y="360997"/>
                  </a:lnTo>
                  <a:lnTo>
                    <a:pt x="706755" y="356235"/>
                  </a:lnTo>
                  <a:lnTo>
                    <a:pt x="703897" y="351472"/>
                  </a:lnTo>
                  <a:lnTo>
                    <a:pt x="701993" y="348139"/>
                  </a:lnTo>
                  <a:lnTo>
                    <a:pt x="699611" y="344329"/>
                  </a:lnTo>
                  <a:lnTo>
                    <a:pt x="697230" y="347186"/>
                  </a:lnTo>
                  <a:lnTo>
                    <a:pt x="696753" y="347186"/>
                  </a:lnTo>
                  <a:lnTo>
                    <a:pt x="693896" y="346710"/>
                  </a:lnTo>
                  <a:lnTo>
                    <a:pt x="692944" y="346710"/>
                  </a:lnTo>
                  <a:lnTo>
                    <a:pt x="690563" y="346234"/>
                  </a:lnTo>
                  <a:lnTo>
                    <a:pt x="686752" y="345757"/>
                  </a:lnTo>
                  <a:lnTo>
                    <a:pt x="681514" y="345281"/>
                  </a:lnTo>
                  <a:lnTo>
                    <a:pt x="675322" y="344329"/>
                  </a:lnTo>
                  <a:lnTo>
                    <a:pt x="668655" y="343376"/>
                  </a:lnTo>
                  <a:lnTo>
                    <a:pt x="661511" y="342424"/>
                  </a:lnTo>
                  <a:lnTo>
                    <a:pt x="653891" y="341471"/>
                  </a:lnTo>
                  <a:lnTo>
                    <a:pt x="646271" y="340519"/>
                  </a:lnTo>
                  <a:lnTo>
                    <a:pt x="639127" y="339566"/>
                  </a:lnTo>
                  <a:lnTo>
                    <a:pt x="632460" y="338614"/>
                  </a:lnTo>
                  <a:lnTo>
                    <a:pt x="626269" y="337661"/>
                  </a:lnTo>
                  <a:lnTo>
                    <a:pt x="621030" y="337185"/>
                  </a:lnTo>
                  <a:lnTo>
                    <a:pt x="617220" y="336709"/>
                  </a:lnTo>
                  <a:lnTo>
                    <a:pt x="614839" y="336232"/>
                  </a:lnTo>
                  <a:lnTo>
                    <a:pt x="613886" y="336232"/>
                  </a:lnTo>
                  <a:lnTo>
                    <a:pt x="611028" y="335756"/>
                  </a:lnTo>
                  <a:lnTo>
                    <a:pt x="609600" y="333851"/>
                  </a:lnTo>
                  <a:lnTo>
                    <a:pt x="607695" y="331470"/>
                  </a:lnTo>
                  <a:lnTo>
                    <a:pt x="605790" y="329089"/>
                  </a:lnTo>
                  <a:lnTo>
                    <a:pt x="603885" y="326707"/>
                  </a:lnTo>
                  <a:lnTo>
                    <a:pt x="601980" y="324326"/>
                  </a:lnTo>
                  <a:lnTo>
                    <a:pt x="600075" y="321945"/>
                  </a:lnTo>
                  <a:lnTo>
                    <a:pt x="598170" y="319564"/>
                  </a:lnTo>
                  <a:lnTo>
                    <a:pt x="596265" y="317182"/>
                  </a:lnTo>
                  <a:lnTo>
                    <a:pt x="594360" y="314801"/>
                  </a:lnTo>
                  <a:lnTo>
                    <a:pt x="592455" y="312420"/>
                  </a:lnTo>
                  <a:lnTo>
                    <a:pt x="590550" y="310039"/>
                  </a:lnTo>
                  <a:lnTo>
                    <a:pt x="588645" y="307657"/>
                  </a:lnTo>
                  <a:lnTo>
                    <a:pt x="586740" y="305276"/>
                  </a:lnTo>
                  <a:lnTo>
                    <a:pt x="584835" y="302895"/>
                  </a:lnTo>
                  <a:lnTo>
                    <a:pt x="582930" y="300514"/>
                  </a:lnTo>
                  <a:lnTo>
                    <a:pt x="581025" y="298132"/>
                  </a:lnTo>
                  <a:lnTo>
                    <a:pt x="579120" y="295751"/>
                  </a:lnTo>
                  <a:lnTo>
                    <a:pt x="577691" y="294322"/>
                  </a:lnTo>
                  <a:lnTo>
                    <a:pt x="577215" y="292418"/>
                  </a:lnTo>
                  <a:lnTo>
                    <a:pt x="577215" y="287655"/>
                  </a:lnTo>
                  <a:lnTo>
                    <a:pt x="577215" y="286703"/>
                  </a:lnTo>
                  <a:lnTo>
                    <a:pt x="576263" y="286703"/>
                  </a:lnTo>
                  <a:lnTo>
                    <a:pt x="574357" y="285750"/>
                  </a:lnTo>
                  <a:lnTo>
                    <a:pt x="571500" y="285274"/>
                  </a:lnTo>
                  <a:lnTo>
                    <a:pt x="568643" y="284321"/>
                  </a:lnTo>
                  <a:lnTo>
                    <a:pt x="570547" y="279559"/>
                  </a:lnTo>
                  <a:lnTo>
                    <a:pt x="571976" y="277654"/>
                  </a:lnTo>
                  <a:lnTo>
                    <a:pt x="571500" y="276225"/>
                  </a:lnTo>
                  <a:lnTo>
                    <a:pt x="569119" y="276225"/>
                  </a:lnTo>
                  <a:lnTo>
                    <a:pt x="566738" y="274796"/>
                  </a:lnTo>
                  <a:lnTo>
                    <a:pt x="563880" y="275749"/>
                  </a:lnTo>
                  <a:lnTo>
                    <a:pt x="561022" y="276701"/>
                  </a:lnTo>
                  <a:lnTo>
                    <a:pt x="558641" y="276701"/>
                  </a:lnTo>
                  <a:lnTo>
                    <a:pt x="556736" y="276225"/>
                  </a:lnTo>
                  <a:lnTo>
                    <a:pt x="555307" y="275272"/>
                  </a:lnTo>
                  <a:lnTo>
                    <a:pt x="552926" y="272415"/>
                  </a:lnTo>
                  <a:lnTo>
                    <a:pt x="551021" y="268605"/>
                  </a:lnTo>
                  <a:lnTo>
                    <a:pt x="548164" y="265747"/>
                  </a:lnTo>
                  <a:lnTo>
                    <a:pt x="546259" y="262414"/>
                  </a:lnTo>
                  <a:lnTo>
                    <a:pt x="542449" y="258128"/>
                  </a:lnTo>
                  <a:lnTo>
                    <a:pt x="540544" y="250031"/>
                  </a:lnTo>
                  <a:lnTo>
                    <a:pt x="538639" y="245745"/>
                  </a:lnTo>
                  <a:lnTo>
                    <a:pt x="532924" y="240506"/>
                  </a:lnTo>
                  <a:lnTo>
                    <a:pt x="531495" y="238601"/>
                  </a:lnTo>
                  <a:lnTo>
                    <a:pt x="529590" y="233839"/>
                  </a:lnTo>
                  <a:lnTo>
                    <a:pt x="527685" y="230505"/>
                  </a:lnTo>
                  <a:lnTo>
                    <a:pt x="525780" y="226219"/>
                  </a:lnTo>
                  <a:lnTo>
                    <a:pt x="523875" y="220980"/>
                  </a:lnTo>
                  <a:lnTo>
                    <a:pt x="524827" y="220504"/>
                  </a:lnTo>
                  <a:lnTo>
                    <a:pt x="526256" y="220504"/>
                  </a:lnTo>
                  <a:lnTo>
                    <a:pt x="527685" y="220980"/>
                  </a:lnTo>
                  <a:lnTo>
                    <a:pt x="528161" y="220980"/>
                  </a:lnTo>
                  <a:lnTo>
                    <a:pt x="530066" y="213360"/>
                  </a:lnTo>
                  <a:lnTo>
                    <a:pt x="529114" y="210026"/>
                  </a:lnTo>
                  <a:lnTo>
                    <a:pt x="526732" y="208121"/>
                  </a:lnTo>
                  <a:lnTo>
                    <a:pt x="523875" y="205740"/>
                  </a:lnTo>
                  <a:lnTo>
                    <a:pt x="523399" y="202882"/>
                  </a:lnTo>
                  <a:lnTo>
                    <a:pt x="523399" y="200501"/>
                  </a:lnTo>
                  <a:lnTo>
                    <a:pt x="523875" y="199549"/>
                  </a:lnTo>
                  <a:lnTo>
                    <a:pt x="525780" y="200501"/>
                  </a:lnTo>
                  <a:lnTo>
                    <a:pt x="527209" y="200978"/>
                  </a:lnTo>
                  <a:lnTo>
                    <a:pt x="527685" y="200978"/>
                  </a:lnTo>
                  <a:lnTo>
                    <a:pt x="521970" y="194786"/>
                  </a:lnTo>
                  <a:lnTo>
                    <a:pt x="512921" y="190024"/>
                  </a:lnTo>
                  <a:lnTo>
                    <a:pt x="506730" y="182880"/>
                  </a:lnTo>
                  <a:lnTo>
                    <a:pt x="502444" y="181928"/>
                  </a:lnTo>
                  <a:lnTo>
                    <a:pt x="498157" y="177165"/>
                  </a:lnTo>
                  <a:lnTo>
                    <a:pt x="494347" y="172403"/>
                  </a:lnTo>
                  <a:lnTo>
                    <a:pt x="496252" y="170497"/>
                  </a:lnTo>
                  <a:lnTo>
                    <a:pt x="493395" y="169069"/>
                  </a:lnTo>
                  <a:lnTo>
                    <a:pt x="491014" y="168116"/>
                  </a:lnTo>
                  <a:lnTo>
                    <a:pt x="484822" y="165259"/>
                  </a:lnTo>
                  <a:lnTo>
                    <a:pt x="481013" y="161925"/>
                  </a:lnTo>
                  <a:lnTo>
                    <a:pt x="481489" y="160496"/>
                  </a:lnTo>
                  <a:lnTo>
                    <a:pt x="482441" y="159068"/>
                  </a:lnTo>
                  <a:lnTo>
                    <a:pt x="481489" y="155734"/>
                  </a:lnTo>
                  <a:lnTo>
                    <a:pt x="480060" y="153353"/>
                  </a:lnTo>
                  <a:lnTo>
                    <a:pt x="474821" y="147161"/>
                  </a:lnTo>
                  <a:lnTo>
                    <a:pt x="471488" y="139065"/>
                  </a:lnTo>
                  <a:lnTo>
                    <a:pt x="470535" y="135731"/>
                  </a:lnTo>
                  <a:lnTo>
                    <a:pt x="468630" y="132397"/>
                  </a:lnTo>
                  <a:lnTo>
                    <a:pt x="462915" y="132397"/>
                  </a:lnTo>
                  <a:lnTo>
                    <a:pt x="455295" y="132397"/>
                  </a:lnTo>
                  <a:lnTo>
                    <a:pt x="449103" y="132397"/>
                  </a:lnTo>
                  <a:lnTo>
                    <a:pt x="442436" y="132397"/>
                  </a:lnTo>
                  <a:lnTo>
                    <a:pt x="439578" y="129064"/>
                  </a:lnTo>
                  <a:lnTo>
                    <a:pt x="438626" y="125254"/>
                  </a:lnTo>
                  <a:lnTo>
                    <a:pt x="437674" y="121444"/>
                  </a:lnTo>
                  <a:lnTo>
                    <a:pt x="434816" y="115729"/>
                  </a:lnTo>
                  <a:lnTo>
                    <a:pt x="424815" y="114300"/>
                  </a:lnTo>
                  <a:lnTo>
                    <a:pt x="419576" y="113824"/>
                  </a:lnTo>
                  <a:lnTo>
                    <a:pt x="411003" y="112871"/>
                  </a:lnTo>
                  <a:lnTo>
                    <a:pt x="404336" y="111919"/>
                  </a:lnTo>
                  <a:lnTo>
                    <a:pt x="398621" y="113347"/>
                  </a:lnTo>
                  <a:lnTo>
                    <a:pt x="384810" y="112395"/>
                  </a:lnTo>
                  <a:lnTo>
                    <a:pt x="369570" y="110966"/>
                  </a:lnTo>
                  <a:lnTo>
                    <a:pt x="354330" y="109538"/>
                  </a:lnTo>
                  <a:lnTo>
                    <a:pt x="342900" y="108585"/>
                  </a:lnTo>
                  <a:lnTo>
                    <a:pt x="341947" y="108109"/>
                  </a:lnTo>
                  <a:lnTo>
                    <a:pt x="330518" y="99536"/>
                  </a:lnTo>
                  <a:lnTo>
                    <a:pt x="321469" y="92869"/>
                  </a:lnTo>
                  <a:lnTo>
                    <a:pt x="310515" y="84296"/>
                  </a:lnTo>
                  <a:lnTo>
                    <a:pt x="299085" y="75724"/>
                  </a:lnTo>
                  <a:lnTo>
                    <a:pt x="287655" y="67151"/>
                  </a:lnTo>
                  <a:lnTo>
                    <a:pt x="279082" y="60960"/>
                  </a:lnTo>
                  <a:lnTo>
                    <a:pt x="269081" y="52864"/>
                  </a:lnTo>
                  <a:lnTo>
                    <a:pt x="260032" y="45244"/>
                  </a:lnTo>
                  <a:lnTo>
                    <a:pt x="252889" y="39529"/>
                  </a:lnTo>
                  <a:lnTo>
                    <a:pt x="243364" y="34290"/>
                  </a:lnTo>
                  <a:lnTo>
                    <a:pt x="236220" y="30004"/>
                  </a:lnTo>
                  <a:lnTo>
                    <a:pt x="225743" y="24289"/>
                  </a:lnTo>
                  <a:lnTo>
                    <a:pt x="217170" y="19526"/>
                  </a:lnTo>
                  <a:lnTo>
                    <a:pt x="210026" y="15240"/>
                  </a:lnTo>
                  <a:lnTo>
                    <a:pt x="198596" y="9049"/>
                  </a:lnTo>
                  <a:lnTo>
                    <a:pt x="194786" y="7144"/>
                  </a:lnTo>
                  <a:lnTo>
                    <a:pt x="183356" y="5239"/>
                  </a:lnTo>
                  <a:lnTo>
                    <a:pt x="172402" y="3334"/>
                  </a:lnTo>
                  <a:lnTo>
                    <a:pt x="160972" y="1429"/>
                  </a:lnTo>
                  <a:lnTo>
                    <a:pt x="153352" y="0"/>
                  </a:lnTo>
                  <a:lnTo>
                    <a:pt x="148114" y="4286"/>
                  </a:lnTo>
                  <a:lnTo>
                    <a:pt x="147161" y="4763"/>
                  </a:lnTo>
                  <a:lnTo>
                    <a:pt x="140494" y="6668"/>
                  </a:lnTo>
                  <a:lnTo>
                    <a:pt x="127159" y="10478"/>
                  </a:lnTo>
                  <a:lnTo>
                    <a:pt x="118110" y="12859"/>
                  </a:lnTo>
                  <a:lnTo>
                    <a:pt x="106680" y="16193"/>
                  </a:lnTo>
                  <a:lnTo>
                    <a:pt x="97155" y="19050"/>
                  </a:lnTo>
                  <a:lnTo>
                    <a:pt x="87630" y="21431"/>
                  </a:lnTo>
                  <a:lnTo>
                    <a:pt x="79057" y="23813"/>
                  </a:lnTo>
                  <a:lnTo>
                    <a:pt x="83820" y="29051"/>
                  </a:lnTo>
                  <a:lnTo>
                    <a:pt x="91440" y="36671"/>
                  </a:lnTo>
                  <a:lnTo>
                    <a:pt x="96678" y="41910"/>
                  </a:lnTo>
                  <a:lnTo>
                    <a:pt x="102870" y="48578"/>
                  </a:lnTo>
                  <a:lnTo>
                    <a:pt x="108109" y="54293"/>
                  </a:lnTo>
                  <a:lnTo>
                    <a:pt x="113824" y="60484"/>
                  </a:lnTo>
                  <a:lnTo>
                    <a:pt x="110014" y="62389"/>
                  </a:lnTo>
                  <a:lnTo>
                    <a:pt x="103346" y="65722"/>
                  </a:lnTo>
                  <a:lnTo>
                    <a:pt x="102870" y="66199"/>
                  </a:lnTo>
                  <a:lnTo>
                    <a:pt x="102394" y="66675"/>
                  </a:lnTo>
                  <a:lnTo>
                    <a:pt x="99536" y="72866"/>
                  </a:lnTo>
                  <a:lnTo>
                    <a:pt x="97631" y="77629"/>
                  </a:lnTo>
                  <a:lnTo>
                    <a:pt x="96678" y="78105"/>
                  </a:lnTo>
                  <a:lnTo>
                    <a:pt x="87630" y="80010"/>
                  </a:lnTo>
                  <a:lnTo>
                    <a:pt x="78581" y="81915"/>
                  </a:lnTo>
                  <a:lnTo>
                    <a:pt x="72866" y="82868"/>
                  </a:lnTo>
                  <a:lnTo>
                    <a:pt x="70961" y="84296"/>
                  </a:lnTo>
                  <a:lnTo>
                    <a:pt x="67151" y="90488"/>
                  </a:lnTo>
                  <a:lnTo>
                    <a:pt x="63341" y="96679"/>
                  </a:lnTo>
                  <a:lnTo>
                    <a:pt x="56674" y="101918"/>
                  </a:lnTo>
                  <a:lnTo>
                    <a:pt x="49530" y="107632"/>
                  </a:lnTo>
                  <a:lnTo>
                    <a:pt x="47625" y="108109"/>
                  </a:lnTo>
                  <a:lnTo>
                    <a:pt x="42386" y="107156"/>
                  </a:lnTo>
                  <a:lnTo>
                    <a:pt x="33338" y="105728"/>
                  </a:lnTo>
                  <a:lnTo>
                    <a:pt x="24765" y="104299"/>
                  </a:lnTo>
                  <a:lnTo>
                    <a:pt x="18574" y="103346"/>
                  </a:lnTo>
                  <a:lnTo>
                    <a:pt x="11430" y="101918"/>
                  </a:lnTo>
                  <a:lnTo>
                    <a:pt x="6191" y="125254"/>
                  </a:lnTo>
                  <a:lnTo>
                    <a:pt x="5715" y="132874"/>
                  </a:lnTo>
                  <a:lnTo>
                    <a:pt x="2381" y="141922"/>
                  </a:lnTo>
                  <a:lnTo>
                    <a:pt x="0" y="146209"/>
                  </a:lnTo>
                  <a:lnTo>
                    <a:pt x="476" y="149066"/>
                  </a:lnTo>
                  <a:lnTo>
                    <a:pt x="3810" y="146685"/>
                  </a:lnTo>
                  <a:lnTo>
                    <a:pt x="7620" y="147638"/>
                  </a:lnTo>
                  <a:lnTo>
                    <a:pt x="16193" y="148590"/>
                  </a:lnTo>
                  <a:lnTo>
                    <a:pt x="19526" y="150495"/>
                  </a:lnTo>
                  <a:lnTo>
                    <a:pt x="27622" y="161449"/>
                  </a:lnTo>
                  <a:lnTo>
                    <a:pt x="32861" y="172403"/>
                  </a:lnTo>
                  <a:lnTo>
                    <a:pt x="39052" y="178594"/>
                  </a:lnTo>
                  <a:lnTo>
                    <a:pt x="41910" y="185261"/>
                  </a:lnTo>
                  <a:lnTo>
                    <a:pt x="48101" y="191929"/>
                  </a:lnTo>
                  <a:lnTo>
                    <a:pt x="50006" y="196215"/>
                  </a:lnTo>
                  <a:lnTo>
                    <a:pt x="55245" y="202406"/>
                  </a:lnTo>
                  <a:lnTo>
                    <a:pt x="64294" y="220028"/>
                  </a:lnTo>
                  <a:lnTo>
                    <a:pt x="69532" y="222409"/>
                  </a:lnTo>
                  <a:lnTo>
                    <a:pt x="70485" y="227171"/>
                  </a:lnTo>
                  <a:lnTo>
                    <a:pt x="72390" y="232410"/>
                  </a:lnTo>
                  <a:lnTo>
                    <a:pt x="75724" y="234315"/>
                  </a:lnTo>
                  <a:lnTo>
                    <a:pt x="77628" y="236220"/>
                  </a:lnTo>
                  <a:lnTo>
                    <a:pt x="85249" y="248603"/>
                  </a:lnTo>
                  <a:lnTo>
                    <a:pt x="87630" y="253841"/>
                  </a:lnTo>
                  <a:lnTo>
                    <a:pt x="88582" y="256699"/>
                  </a:lnTo>
                  <a:lnTo>
                    <a:pt x="89535" y="260985"/>
                  </a:lnTo>
                  <a:lnTo>
                    <a:pt x="88106" y="264319"/>
                  </a:lnTo>
                  <a:lnTo>
                    <a:pt x="86677" y="266224"/>
                  </a:lnTo>
                  <a:lnTo>
                    <a:pt x="91916" y="273368"/>
                  </a:lnTo>
                  <a:lnTo>
                    <a:pt x="95250" y="279082"/>
                  </a:lnTo>
                  <a:lnTo>
                    <a:pt x="99060" y="285274"/>
                  </a:lnTo>
                  <a:lnTo>
                    <a:pt x="102394" y="285750"/>
                  </a:lnTo>
                  <a:lnTo>
                    <a:pt x="104775" y="285750"/>
                  </a:lnTo>
                  <a:lnTo>
                    <a:pt x="108585" y="288607"/>
                  </a:lnTo>
                  <a:lnTo>
                    <a:pt x="111919" y="288607"/>
                  </a:lnTo>
                  <a:lnTo>
                    <a:pt x="113824" y="290989"/>
                  </a:lnTo>
                  <a:lnTo>
                    <a:pt x="118110" y="293370"/>
                  </a:lnTo>
                  <a:lnTo>
                    <a:pt x="124777" y="298609"/>
                  </a:lnTo>
                  <a:lnTo>
                    <a:pt x="130969" y="305753"/>
                  </a:lnTo>
                  <a:lnTo>
                    <a:pt x="133826" y="310991"/>
                  </a:lnTo>
                  <a:lnTo>
                    <a:pt x="139541" y="320040"/>
                  </a:lnTo>
                  <a:lnTo>
                    <a:pt x="141446" y="323850"/>
                  </a:lnTo>
                  <a:lnTo>
                    <a:pt x="142875" y="329089"/>
                  </a:lnTo>
                  <a:lnTo>
                    <a:pt x="144303" y="330994"/>
                  </a:lnTo>
                  <a:lnTo>
                    <a:pt x="148114" y="334804"/>
                  </a:lnTo>
                  <a:lnTo>
                    <a:pt x="146209" y="334804"/>
                  </a:lnTo>
                  <a:lnTo>
                    <a:pt x="148114" y="337661"/>
                  </a:lnTo>
                  <a:lnTo>
                    <a:pt x="150495" y="339090"/>
                  </a:lnTo>
                  <a:lnTo>
                    <a:pt x="150495" y="341471"/>
                  </a:lnTo>
                  <a:lnTo>
                    <a:pt x="152400" y="345281"/>
                  </a:lnTo>
                  <a:lnTo>
                    <a:pt x="153352" y="352425"/>
                  </a:lnTo>
                  <a:lnTo>
                    <a:pt x="152400" y="355759"/>
                  </a:lnTo>
                  <a:lnTo>
                    <a:pt x="150971" y="359093"/>
                  </a:lnTo>
                  <a:lnTo>
                    <a:pt x="150495" y="365284"/>
                  </a:lnTo>
                  <a:lnTo>
                    <a:pt x="149543" y="370522"/>
                  </a:lnTo>
                  <a:lnTo>
                    <a:pt x="150971" y="374332"/>
                  </a:lnTo>
                  <a:lnTo>
                    <a:pt x="152876" y="378143"/>
                  </a:lnTo>
                  <a:lnTo>
                    <a:pt x="154781" y="383381"/>
                  </a:lnTo>
                  <a:lnTo>
                    <a:pt x="154781" y="386239"/>
                  </a:lnTo>
                  <a:lnTo>
                    <a:pt x="152876" y="390525"/>
                  </a:lnTo>
                  <a:lnTo>
                    <a:pt x="159068" y="402431"/>
                  </a:lnTo>
                  <a:lnTo>
                    <a:pt x="166211" y="410528"/>
                  </a:lnTo>
                  <a:lnTo>
                    <a:pt x="170497" y="418147"/>
                  </a:lnTo>
                  <a:lnTo>
                    <a:pt x="174307" y="422434"/>
                  </a:lnTo>
                  <a:lnTo>
                    <a:pt x="179546" y="425768"/>
                  </a:lnTo>
                  <a:lnTo>
                    <a:pt x="186214" y="426720"/>
                  </a:lnTo>
                  <a:lnTo>
                    <a:pt x="200025" y="436245"/>
                  </a:lnTo>
                  <a:lnTo>
                    <a:pt x="204788" y="442436"/>
                  </a:lnTo>
                  <a:lnTo>
                    <a:pt x="209550" y="444818"/>
                  </a:lnTo>
                  <a:lnTo>
                    <a:pt x="210026" y="446246"/>
                  </a:lnTo>
                  <a:lnTo>
                    <a:pt x="210502" y="448628"/>
                  </a:lnTo>
                  <a:lnTo>
                    <a:pt x="212407" y="451961"/>
                  </a:lnTo>
                  <a:lnTo>
                    <a:pt x="214789" y="454343"/>
                  </a:lnTo>
                  <a:lnTo>
                    <a:pt x="221456" y="468630"/>
                  </a:lnTo>
                  <a:lnTo>
                    <a:pt x="222409" y="471964"/>
                  </a:lnTo>
                  <a:lnTo>
                    <a:pt x="223838" y="476250"/>
                  </a:lnTo>
                  <a:lnTo>
                    <a:pt x="224790" y="480060"/>
                  </a:lnTo>
                  <a:lnTo>
                    <a:pt x="225266" y="482918"/>
                  </a:lnTo>
                  <a:lnTo>
                    <a:pt x="231934" y="490538"/>
                  </a:lnTo>
                  <a:lnTo>
                    <a:pt x="234315" y="497205"/>
                  </a:lnTo>
                  <a:lnTo>
                    <a:pt x="239553" y="505778"/>
                  </a:lnTo>
                  <a:lnTo>
                    <a:pt x="242888" y="510064"/>
                  </a:lnTo>
                  <a:lnTo>
                    <a:pt x="253365" y="517684"/>
                  </a:lnTo>
                  <a:lnTo>
                    <a:pt x="261461" y="525780"/>
                  </a:lnTo>
                  <a:lnTo>
                    <a:pt x="262890" y="531971"/>
                  </a:lnTo>
                  <a:lnTo>
                    <a:pt x="264795" y="536734"/>
                  </a:lnTo>
                  <a:lnTo>
                    <a:pt x="268128" y="539115"/>
                  </a:lnTo>
                  <a:lnTo>
                    <a:pt x="270510" y="542449"/>
                  </a:lnTo>
                  <a:lnTo>
                    <a:pt x="270986" y="545782"/>
                  </a:lnTo>
                  <a:lnTo>
                    <a:pt x="274320" y="548164"/>
                  </a:lnTo>
                  <a:lnTo>
                    <a:pt x="276225" y="550545"/>
                  </a:lnTo>
                  <a:lnTo>
                    <a:pt x="277177" y="553403"/>
                  </a:lnTo>
                  <a:lnTo>
                    <a:pt x="277177" y="556260"/>
                  </a:lnTo>
                  <a:lnTo>
                    <a:pt x="279082" y="560546"/>
                  </a:lnTo>
                  <a:lnTo>
                    <a:pt x="279559" y="563404"/>
                  </a:lnTo>
                  <a:lnTo>
                    <a:pt x="285750" y="558641"/>
                  </a:lnTo>
                  <a:lnTo>
                    <a:pt x="287178" y="557213"/>
                  </a:lnTo>
                  <a:lnTo>
                    <a:pt x="288131" y="555784"/>
                  </a:lnTo>
                  <a:lnTo>
                    <a:pt x="289560" y="552926"/>
                  </a:lnTo>
                  <a:lnTo>
                    <a:pt x="291465" y="551974"/>
                  </a:lnTo>
                  <a:lnTo>
                    <a:pt x="292418" y="549116"/>
                  </a:lnTo>
                  <a:lnTo>
                    <a:pt x="292418" y="547688"/>
                  </a:lnTo>
                  <a:lnTo>
                    <a:pt x="290989" y="546259"/>
                  </a:lnTo>
                  <a:lnTo>
                    <a:pt x="290036" y="542925"/>
                  </a:lnTo>
                  <a:lnTo>
                    <a:pt x="290513" y="538639"/>
                  </a:lnTo>
                  <a:lnTo>
                    <a:pt x="290989" y="536734"/>
                  </a:lnTo>
                  <a:lnTo>
                    <a:pt x="291465" y="533400"/>
                  </a:lnTo>
                  <a:lnTo>
                    <a:pt x="293846" y="532447"/>
                  </a:lnTo>
                  <a:lnTo>
                    <a:pt x="294322" y="531495"/>
                  </a:lnTo>
                  <a:lnTo>
                    <a:pt x="292418" y="529590"/>
                  </a:lnTo>
                  <a:lnTo>
                    <a:pt x="292418" y="528161"/>
                  </a:lnTo>
                  <a:lnTo>
                    <a:pt x="296227" y="524828"/>
                  </a:lnTo>
                  <a:lnTo>
                    <a:pt x="297656" y="523875"/>
                  </a:lnTo>
                  <a:lnTo>
                    <a:pt x="300038" y="522922"/>
                  </a:lnTo>
                  <a:lnTo>
                    <a:pt x="301943" y="522922"/>
                  </a:lnTo>
                  <a:lnTo>
                    <a:pt x="304324" y="523399"/>
                  </a:lnTo>
                  <a:lnTo>
                    <a:pt x="306228" y="524351"/>
                  </a:lnTo>
                  <a:lnTo>
                    <a:pt x="308134" y="526256"/>
                  </a:lnTo>
                  <a:lnTo>
                    <a:pt x="310039" y="528161"/>
                  </a:lnTo>
                  <a:lnTo>
                    <a:pt x="313372" y="529114"/>
                  </a:lnTo>
                  <a:lnTo>
                    <a:pt x="315277" y="529114"/>
                  </a:lnTo>
                  <a:lnTo>
                    <a:pt x="317182" y="530066"/>
                  </a:lnTo>
                  <a:lnTo>
                    <a:pt x="318611" y="529590"/>
                  </a:lnTo>
                  <a:lnTo>
                    <a:pt x="320040" y="528638"/>
                  </a:lnTo>
                  <a:lnTo>
                    <a:pt x="322897" y="528638"/>
                  </a:lnTo>
                  <a:lnTo>
                    <a:pt x="325278" y="527685"/>
                  </a:lnTo>
                  <a:lnTo>
                    <a:pt x="331946" y="527209"/>
                  </a:lnTo>
                  <a:lnTo>
                    <a:pt x="338614" y="527685"/>
                  </a:lnTo>
                  <a:lnTo>
                    <a:pt x="345281" y="526732"/>
                  </a:lnTo>
                  <a:lnTo>
                    <a:pt x="351949" y="526732"/>
                  </a:lnTo>
                  <a:lnTo>
                    <a:pt x="358616" y="526732"/>
                  </a:lnTo>
                  <a:lnTo>
                    <a:pt x="360045" y="526732"/>
                  </a:lnTo>
                  <a:lnTo>
                    <a:pt x="361474" y="527209"/>
                  </a:lnTo>
                  <a:lnTo>
                    <a:pt x="367189" y="530066"/>
                  </a:lnTo>
                  <a:lnTo>
                    <a:pt x="371475" y="530543"/>
                  </a:lnTo>
                  <a:lnTo>
                    <a:pt x="380524" y="531495"/>
                  </a:lnTo>
                  <a:lnTo>
                    <a:pt x="390049" y="532447"/>
                  </a:lnTo>
                  <a:lnTo>
                    <a:pt x="398145" y="533400"/>
                  </a:lnTo>
                  <a:lnTo>
                    <a:pt x="405289" y="532924"/>
                  </a:lnTo>
                  <a:lnTo>
                    <a:pt x="411003" y="532447"/>
                  </a:lnTo>
                  <a:lnTo>
                    <a:pt x="412432" y="532447"/>
                  </a:lnTo>
                  <a:lnTo>
                    <a:pt x="414338" y="534353"/>
                  </a:lnTo>
                  <a:lnTo>
                    <a:pt x="417671" y="539115"/>
                  </a:lnTo>
                  <a:lnTo>
                    <a:pt x="421005" y="543401"/>
                  </a:lnTo>
                  <a:lnTo>
                    <a:pt x="426720" y="543401"/>
                  </a:lnTo>
                  <a:lnTo>
                    <a:pt x="430530" y="541972"/>
                  </a:lnTo>
                  <a:lnTo>
                    <a:pt x="434340" y="539591"/>
                  </a:lnTo>
                  <a:lnTo>
                    <a:pt x="436721" y="537686"/>
                  </a:lnTo>
                  <a:lnTo>
                    <a:pt x="439578" y="530543"/>
                  </a:lnTo>
                  <a:lnTo>
                    <a:pt x="441484" y="525780"/>
                  </a:lnTo>
                  <a:lnTo>
                    <a:pt x="445770" y="520541"/>
                  </a:lnTo>
                  <a:lnTo>
                    <a:pt x="449103" y="516255"/>
                  </a:lnTo>
                  <a:lnTo>
                    <a:pt x="453866" y="510540"/>
                  </a:lnTo>
                  <a:lnTo>
                    <a:pt x="456247" y="507206"/>
                  </a:lnTo>
                  <a:lnTo>
                    <a:pt x="461486" y="501015"/>
                  </a:lnTo>
                  <a:lnTo>
                    <a:pt x="466249" y="498634"/>
                  </a:lnTo>
                  <a:lnTo>
                    <a:pt x="475774" y="493871"/>
                  </a:lnTo>
                  <a:lnTo>
                    <a:pt x="484822" y="489109"/>
                  </a:lnTo>
                  <a:lnTo>
                    <a:pt x="491014" y="486251"/>
                  </a:lnTo>
                  <a:lnTo>
                    <a:pt x="496252" y="484822"/>
                  </a:lnTo>
                  <a:lnTo>
                    <a:pt x="504825" y="483870"/>
                  </a:lnTo>
                  <a:lnTo>
                    <a:pt x="514826" y="482441"/>
                  </a:lnTo>
                  <a:lnTo>
                    <a:pt x="524827" y="481013"/>
                  </a:lnTo>
                  <a:lnTo>
                    <a:pt x="535781" y="479584"/>
                  </a:lnTo>
                  <a:lnTo>
                    <a:pt x="547688" y="478155"/>
                  </a:lnTo>
                  <a:lnTo>
                    <a:pt x="555784" y="477203"/>
                  </a:lnTo>
                  <a:lnTo>
                    <a:pt x="566261" y="475774"/>
                  </a:lnTo>
                  <a:lnTo>
                    <a:pt x="574834" y="474345"/>
                  </a:lnTo>
                  <a:lnTo>
                    <a:pt x="582453" y="473393"/>
                  </a:lnTo>
                  <a:lnTo>
                    <a:pt x="590550" y="472440"/>
                  </a:lnTo>
                  <a:lnTo>
                    <a:pt x="595313" y="471011"/>
                  </a:lnTo>
                  <a:lnTo>
                    <a:pt x="601027" y="469106"/>
                  </a:lnTo>
                  <a:lnTo>
                    <a:pt x="606743" y="467201"/>
                  </a:lnTo>
                  <a:lnTo>
                    <a:pt x="612457" y="465296"/>
                  </a:lnTo>
                  <a:lnTo>
                    <a:pt x="618172" y="463391"/>
                  </a:lnTo>
                  <a:lnTo>
                    <a:pt x="623888" y="461486"/>
                  </a:lnTo>
                  <a:lnTo>
                    <a:pt x="629602" y="459581"/>
                  </a:lnTo>
                  <a:lnTo>
                    <a:pt x="635318" y="457676"/>
                  </a:lnTo>
                  <a:lnTo>
                    <a:pt x="641032" y="455771"/>
                  </a:lnTo>
                  <a:lnTo>
                    <a:pt x="646747" y="453866"/>
                  </a:lnTo>
                  <a:lnTo>
                    <a:pt x="652463" y="451961"/>
                  </a:lnTo>
                  <a:lnTo>
                    <a:pt x="658177" y="450056"/>
                  </a:lnTo>
                  <a:lnTo>
                    <a:pt x="663893" y="448151"/>
                  </a:lnTo>
                  <a:lnTo>
                    <a:pt x="669607" y="446246"/>
                  </a:lnTo>
                  <a:lnTo>
                    <a:pt x="675322" y="444341"/>
                  </a:lnTo>
                  <a:lnTo>
                    <a:pt x="681038" y="442436"/>
                  </a:lnTo>
                  <a:lnTo>
                    <a:pt x="686752" y="440531"/>
                  </a:lnTo>
                  <a:lnTo>
                    <a:pt x="690563" y="439103"/>
                  </a:lnTo>
                  <a:lnTo>
                    <a:pt x="691991" y="434340"/>
                  </a:lnTo>
                  <a:lnTo>
                    <a:pt x="693420" y="430530"/>
                  </a:lnTo>
                  <a:lnTo>
                    <a:pt x="694849" y="426720"/>
                  </a:lnTo>
                  <a:lnTo>
                    <a:pt x="696277" y="422910"/>
                  </a:lnTo>
                  <a:lnTo>
                    <a:pt x="697706" y="419100"/>
                  </a:lnTo>
                  <a:lnTo>
                    <a:pt x="699135" y="415290"/>
                  </a:lnTo>
                  <a:lnTo>
                    <a:pt x="700564" y="411480"/>
                  </a:lnTo>
                  <a:lnTo>
                    <a:pt x="701993" y="407670"/>
                  </a:lnTo>
                  <a:lnTo>
                    <a:pt x="703421" y="403860"/>
                  </a:lnTo>
                  <a:lnTo>
                    <a:pt x="704850" y="400050"/>
                  </a:lnTo>
                  <a:lnTo>
                    <a:pt x="706278" y="396240"/>
                  </a:lnTo>
                  <a:lnTo>
                    <a:pt x="707707" y="392430"/>
                  </a:lnTo>
                  <a:lnTo>
                    <a:pt x="709136" y="388620"/>
                  </a:lnTo>
                  <a:lnTo>
                    <a:pt x="710565" y="384810"/>
                  </a:lnTo>
                  <a:lnTo>
                    <a:pt x="711994" y="381000"/>
                  </a:lnTo>
                  <a:lnTo>
                    <a:pt x="713422" y="377190"/>
                  </a:lnTo>
                  <a:lnTo>
                    <a:pt x="714851" y="373380"/>
                  </a:lnTo>
                  <a:lnTo>
                    <a:pt x="715803" y="369570"/>
                  </a:lnTo>
                  <a:lnTo>
                    <a:pt x="712470" y="365760"/>
                  </a:lnTo>
                  <a:close/>
                </a:path>
              </a:pathLst>
            </a:custGeom>
            <a:grpFill/>
            <a:ln w="317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8733582D-D4EA-4C82-9138-56D593B6A025}"/>
                </a:ext>
              </a:extLst>
            </p:cNvPr>
            <p:cNvSpPr/>
            <p:nvPr/>
          </p:nvSpPr>
          <p:spPr>
            <a:xfrm>
              <a:off x="6701313" y="4334350"/>
              <a:ext cx="68580" cy="58578"/>
            </a:xfrm>
            <a:custGeom>
              <a:avLst/>
              <a:gdLst>
                <a:gd name="connsiteX0" fmla="*/ 68580 w 68580"/>
                <a:gd name="connsiteY0" fmla="*/ 33338 h 58578"/>
                <a:gd name="connsiteX1" fmla="*/ 66675 w 68580"/>
                <a:gd name="connsiteY1" fmla="*/ 30480 h 58578"/>
                <a:gd name="connsiteX2" fmla="*/ 66199 w 68580"/>
                <a:gd name="connsiteY2" fmla="*/ 26670 h 58578"/>
                <a:gd name="connsiteX3" fmla="*/ 67151 w 68580"/>
                <a:gd name="connsiteY3" fmla="*/ 21431 h 58578"/>
                <a:gd name="connsiteX4" fmla="*/ 66675 w 68580"/>
                <a:gd name="connsiteY4" fmla="*/ 17145 h 58578"/>
                <a:gd name="connsiteX5" fmla="*/ 64770 w 68580"/>
                <a:gd name="connsiteY5" fmla="*/ 13335 h 58578"/>
                <a:gd name="connsiteX6" fmla="*/ 63341 w 68580"/>
                <a:gd name="connsiteY6" fmla="*/ 11430 h 58578"/>
                <a:gd name="connsiteX7" fmla="*/ 60484 w 68580"/>
                <a:gd name="connsiteY7" fmla="*/ 10478 h 58578"/>
                <a:gd name="connsiteX8" fmla="*/ 56198 w 68580"/>
                <a:gd name="connsiteY8" fmla="*/ 5239 h 58578"/>
                <a:gd name="connsiteX9" fmla="*/ 54769 w 68580"/>
                <a:gd name="connsiteY9" fmla="*/ 2381 h 58578"/>
                <a:gd name="connsiteX10" fmla="*/ 55245 w 68580"/>
                <a:gd name="connsiteY10" fmla="*/ 953 h 58578"/>
                <a:gd name="connsiteX11" fmla="*/ 56198 w 68580"/>
                <a:gd name="connsiteY11" fmla="*/ 476 h 58578"/>
                <a:gd name="connsiteX12" fmla="*/ 54769 w 68580"/>
                <a:gd name="connsiteY12" fmla="*/ 476 h 58578"/>
                <a:gd name="connsiteX13" fmla="*/ 52864 w 68580"/>
                <a:gd name="connsiteY13" fmla="*/ 0 h 58578"/>
                <a:gd name="connsiteX14" fmla="*/ 50959 w 68580"/>
                <a:gd name="connsiteY14" fmla="*/ 476 h 58578"/>
                <a:gd name="connsiteX15" fmla="*/ 50006 w 68580"/>
                <a:gd name="connsiteY15" fmla="*/ 1905 h 58578"/>
                <a:gd name="connsiteX16" fmla="*/ 48578 w 68580"/>
                <a:gd name="connsiteY16" fmla="*/ 4286 h 58578"/>
                <a:gd name="connsiteX17" fmla="*/ 46197 w 68580"/>
                <a:gd name="connsiteY17" fmla="*/ 6668 h 58578"/>
                <a:gd name="connsiteX18" fmla="*/ 43815 w 68580"/>
                <a:gd name="connsiteY18" fmla="*/ 9049 h 58578"/>
                <a:gd name="connsiteX19" fmla="*/ 42386 w 68580"/>
                <a:gd name="connsiteY19" fmla="*/ 10478 h 58578"/>
                <a:gd name="connsiteX20" fmla="*/ 38576 w 68580"/>
                <a:gd name="connsiteY20" fmla="*/ 12859 h 58578"/>
                <a:gd name="connsiteX21" fmla="*/ 36672 w 68580"/>
                <a:gd name="connsiteY21" fmla="*/ 13811 h 58578"/>
                <a:gd name="connsiteX22" fmla="*/ 35719 w 68580"/>
                <a:gd name="connsiteY22" fmla="*/ 13811 h 58578"/>
                <a:gd name="connsiteX23" fmla="*/ 34766 w 68580"/>
                <a:gd name="connsiteY23" fmla="*/ 13335 h 58578"/>
                <a:gd name="connsiteX24" fmla="*/ 33814 w 68580"/>
                <a:gd name="connsiteY24" fmla="*/ 10001 h 58578"/>
                <a:gd name="connsiteX25" fmla="*/ 32861 w 68580"/>
                <a:gd name="connsiteY25" fmla="*/ 9525 h 58578"/>
                <a:gd name="connsiteX26" fmla="*/ 25718 w 68580"/>
                <a:gd name="connsiteY26" fmla="*/ 10954 h 58578"/>
                <a:gd name="connsiteX27" fmla="*/ 24765 w 68580"/>
                <a:gd name="connsiteY27" fmla="*/ 10954 h 58578"/>
                <a:gd name="connsiteX28" fmla="*/ 23336 w 68580"/>
                <a:gd name="connsiteY28" fmla="*/ 11906 h 58578"/>
                <a:gd name="connsiteX29" fmla="*/ 20955 w 68580"/>
                <a:gd name="connsiteY29" fmla="*/ 13811 h 58578"/>
                <a:gd name="connsiteX30" fmla="*/ 18574 w 68580"/>
                <a:gd name="connsiteY30" fmla="*/ 15240 h 58578"/>
                <a:gd name="connsiteX31" fmla="*/ 16669 w 68580"/>
                <a:gd name="connsiteY31" fmla="*/ 15240 h 58578"/>
                <a:gd name="connsiteX32" fmla="*/ 13811 w 68580"/>
                <a:gd name="connsiteY32" fmla="*/ 19050 h 58578"/>
                <a:gd name="connsiteX33" fmla="*/ 12382 w 68580"/>
                <a:gd name="connsiteY33" fmla="*/ 20955 h 58578"/>
                <a:gd name="connsiteX34" fmla="*/ 13335 w 68580"/>
                <a:gd name="connsiteY34" fmla="*/ 22860 h 58578"/>
                <a:gd name="connsiteX35" fmla="*/ 14764 w 68580"/>
                <a:gd name="connsiteY35" fmla="*/ 27146 h 58578"/>
                <a:gd name="connsiteX36" fmla="*/ 17145 w 68580"/>
                <a:gd name="connsiteY36" fmla="*/ 32385 h 58578"/>
                <a:gd name="connsiteX37" fmla="*/ 16193 w 68580"/>
                <a:gd name="connsiteY37" fmla="*/ 33814 h 58578"/>
                <a:gd name="connsiteX38" fmla="*/ 14764 w 68580"/>
                <a:gd name="connsiteY38" fmla="*/ 34766 h 58578"/>
                <a:gd name="connsiteX39" fmla="*/ 13811 w 68580"/>
                <a:gd name="connsiteY39" fmla="*/ 36195 h 58578"/>
                <a:gd name="connsiteX40" fmla="*/ 12859 w 68580"/>
                <a:gd name="connsiteY40" fmla="*/ 37148 h 58578"/>
                <a:gd name="connsiteX41" fmla="*/ 10001 w 68580"/>
                <a:gd name="connsiteY41" fmla="*/ 40958 h 58578"/>
                <a:gd name="connsiteX42" fmla="*/ 8573 w 68580"/>
                <a:gd name="connsiteY42" fmla="*/ 41910 h 58578"/>
                <a:gd name="connsiteX43" fmla="*/ 7620 w 68580"/>
                <a:gd name="connsiteY43" fmla="*/ 43339 h 58578"/>
                <a:gd name="connsiteX44" fmla="*/ 6668 w 68580"/>
                <a:gd name="connsiteY44" fmla="*/ 43815 h 58578"/>
                <a:gd name="connsiteX45" fmla="*/ 4763 w 68580"/>
                <a:gd name="connsiteY45" fmla="*/ 43815 h 58578"/>
                <a:gd name="connsiteX46" fmla="*/ 1905 w 68580"/>
                <a:gd name="connsiteY46" fmla="*/ 46196 h 58578"/>
                <a:gd name="connsiteX47" fmla="*/ 0 w 68580"/>
                <a:gd name="connsiteY47" fmla="*/ 46673 h 58578"/>
                <a:gd name="connsiteX48" fmla="*/ 0 w 68580"/>
                <a:gd name="connsiteY48" fmla="*/ 46673 h 58578"/>
                <a:gd name="connsiteX49" fmla="*/ 1429 w 68580"/>
                <a:gd name="connsiteY49" fmla="*/ 50483 h 58578"/>
                <a:gd name="connsiteX50" fmla="*/ 1429 w 68580"/>
                <a:gd name="connsiteY50" fmla="*/ 52864 h 58578"/>
                <a:gd name="connsiteX51" fmla="*/ 2381 w 68580"/>
                <a:gd name="connsiteY51" fmla="*/ 54769 h 58578"/>
                <a:gd name="connsiteX52" fmla="*/ 5239 w 68580"/>
                <a:gd name="connsiteY52" fmla="*/ 55721 h 58578"/>
                <a:gd name="connsiteX53" fmla="*/ 5715 w 68580"/>
                <a:gd name="connsiteY53" fmla="*/ 53816 h 58578"/>
                <a:gd name="connsiteX54" fmla="*/ 7144 w 68580"/>
                <a:gd name="connsiteY54" fmla="*/ 51911 h 58578"/>
                <a:gd name="connsiteX55" fmla="*/ 8573 w 68580"/>
                <a:gd name="connsiteY55" fmla="*/ 51435 h 58578"/>
                <a:gd name="connsiteX56" fmla="*/ 11430 w 68580"/>
                <a:gd name="connsiteY56" fmla="*/ 52388 h 58578"/>
                <a:gd name="connsiteX57" fmla="*/ 15240 w 68580"/>
                <a:gd name="connsiteY57" fmla="*/ 54293 h 58578"/>
                <a:gd name="connsiteX58" fmla="*/ 16669 w 68580"/>
                <a:gd name="connsiteY58" fmla="*/ 58103 h 58578"/>
                <a:gd name="connsiteX59" fmla="*/ 18098 w 68580"/>
                <a:gd name="connsiteY59" fmla="*/ 58579 h 58578"/>
                <a:gd name="connsiteX60" fmla="*/ 20479 w 68580"/>
                <a:gd name="connsiteY60" fmla="*/ 58579 h 58578"/>
                <a:gd name="connsiteX61" fmla="*/ 27147 w 68580"/>
                <a:gd name="connsiteY61" fmla="*/ 58103 h 58578"/>
                <a:gd name="connsiteX62" fmla="*/ 28575 w 68580"/>
                <a:gd name="connsiteY62" fmla="*/ 58103 h 58578"/>
                <a:gd name="connsiteX63" fmla="*/ 31432 w 68580"/>
                <a:gd name="connsiteY63" fmla="*/ 57150 h 58578"/>
                <a:gd name="connsiteX64" fmla="*/ 34290 w 68580"/>
                <a:gd name="connsiteY64" fmla="*/ 55721 h 58578"/>
                <a:gd name="connsiteX65" fmla="*/ 35243 w 68580"/>
                <a:gd name="connsiteY65" fmla="*/ 53816 h 58578"/>
                <a:gd name="connsiteX66" fmla="*/ 35719 w 68580"/>
                <a:gd name="connsiteY66" fmla="*/ 50006 h 58578"/>
                <a:gd name="connsiteX67" fmla="*/ 36672 w 68580"/>
                <a:gd name="connsiteY67" fmla="*/ 42863 h 58578"/>
                <a:gd name="connsiteX68" fmla="*/ 38100 w 68580"/>
                <a:gd name="connsiteY68" fmla="*/ 42863 h 58578"/>
                <a:gd name="connsiteX69" fmla="*/ 41910 w 68580"/>
                <a:gd name="connsiteY69" fmla="*/ 45244 h 58578"/>
                <a:gd name="connsiteX70" fmla="*/ 42863 w 68580"/>
                <a:gd name="connsiteY70" fmla="*/ 45720 h 58578"/>
                <a:gd name="connsiteX71" fmla="*/ 43815 w 68580"/>
                <a:gd name="connsiteY71" fmla="*/ 45720 h 58578"/>
                <a:gd name="connsiteX72" fmla="*/ 45244 w 68580"/>
                <a:gd name="connsiteY72" fmla="*/ 44291 h 58578"/>
                <a:gd name="connsiteX73" fmla="*/ 46673 w 68580"/>
                <a:gd name="connsiteY73" fmla="*/ 43339 h 58578"/>
                <a:gd name="connsiteX74" fmla="*/ 48101 w 68580"/>
                <a:gd name="connsiteY74" fmla="*/ 43339 h 58578"/>
                <a:gd name="connsiteX75" fmla="*/ 52864 w 68580"/>
                <a:gd name="connsiteY75" fmla="*/ 42386 h 58578"/>
                <a:gd name="connsiteX76" fmla="*/ 55245 w 68580"/>
                <a:gd name="connsiteY76" fmla="*/ 44291 h 58578"/>
                <a:gd name="connsiteX77" fmla="*/ 57150 w 68580"/>
                <a:gd name="connsiteY77" fmla="*/ 44768 h 58578"/>
                <a:gd name="connsiteX78" fmla="*/ 57626 w 68580"/>
                <a:gd name="connsiteY78" fmla="*/ 45244 h 58578"/>
                <a:gd name="connsiteX79" fmla="*/ 59055 w 68580"/>
                <a:gd name="connsiteY79" fmla="*/ 44768 h 58578"/>
                <a:gd name="connsiteX80" fmla="*/ 61436 w 68580"/>
                <a:gd name="connsiteY80" fmla="*/ 44291 h 58578"/>
                <a:gd name="connsiteX81" fmla="*/ 63341 w 68580"/>
                <a:gd name="connsiteY81" fmla="*/ 43815 h 58578"/>
                <a:gd name="connsiteX82" fmla="*/ 64770 w 68580"/>
                <a:gd name="connsiteY82" fmla="*/ 44291 h 58578"/>
                <a:gd name="connsiteX83" fmla="*/ 66199 w 68580"/>
                <a:gd name="connsiteY83" fmla="*/ 43815 h 58578"/>
                <a:gd name="connsiteX84" fmla="*/ 67151 w 68580"/>
                <a:gd name="connsiteY84" fmla="*/ 42863 h 58578"/>
                <a:gd name="connsiteX85" fmla="*/ 68104 w 68580"/>
                <a:gd name="connsiteY85" fmla="*/ 40481 h 58578"/>
                <a:gd name="connsiteX86" fmla="*/ 68580 w 68580"/>
                <a:gd name="connsiteY86" fmla="*/ 3667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8580" h="58578">
                  <a:moveTo>
                    <a:pt x="68580" y="33338"/>
                  </a:moveTo>
                  <a:lnTo>
                    <a:pt x="66675" y="30480"/>
                  </a:lnTo>
                  <a:lnTo>
                    <a:pt x="66199" y="26670"/>
                  </a:lnTo>
                  <a:lnTo>
                    <a:pt x="67151" y="21431"/>
                  </a:lnTo>
                  <a:lnTo>
                    <a:pt x="66675" y="17145"/>
                  </a:lnTo>
                  <a:lnTo>
                    <a:pt x="64770" y="13335"/>
                  </a:lnTo>
                  <a:lnTo>
                    <a:pt x="63341" y="11430"/>
                  </a:lnTo>
                  <a:lnTo>
                    <a:pt x="60484" y="10478"/>
                  </a:lnTo>
                  <a:lnTo>
                    <a:pt x="56198" y="5239"/>
                  </a:lnTo>
                  <a:lnTo>
                    <a:pt x="54769" y="2381"/>
                  </a:lnTo>
                  <a:lnTo>
                    <a:pt x="55245" y="953"/>
                  </a:lnTo>
                  <a:lnTo>
                    <a:pt x="56198" y="476"/>
                  </a:lnTo>
                  <a:lnTo>
                    <a:pt x="54769" y="476"/>
                  </a:lnTo>
                  <a:lnTo>
                    <a:pt x="52864" y="0"/>
                  </a:lnTo>
                  <a:lnTo>
                    <a:pt x="50959" y="476"/>
                  </a:lnTo>
                  <a:lnTo>
                    <a:pt x="50006" y="1905"/>
                  </a:lnTo>
                  <a:lnTo>
                    <a:pt x="48578" y="4286"/>
                  </a:lnTo>
                  <a:lnTo>
                    <a:pt x="46197" y="6668"/>
                  </a:lnTo>
                  <a:lnTo>
                    <a:pt x="43815" y="9049"/>
                  </a:lnTo>
                  <a:lnTo>
                    <a:pt x="42386" y="10478"/>
                  </a:lnTo>
                  <a:lnTo>
                    <a:pt x="38576" y="12859"/>
                  </a:lnTo>
                  <a:lnTo>
                    <a:pt x="36672" y="13811"/>
                  </a:lnTo>
                  <a:lnTo>
                    <a:pt x="35719" y="13811"/>
                  </a:lnTo>
                  <a:lnTo>
                    <a:pt x="34766" y="13335"/>
                  </a:lnTo>
                  <a:lnTo>
                    <a:pt x="33814" y="10001"/>
                  </a:lnTo>
                  <a:lnTo>
                    <a:pt x="32861" y="9525"/>
                  </a:lnTo>
                  <a:lnTo>
                    <a:pt x="25718" y="10954"/>
                  </a:lnTo>
                  <a:lnTo>
                    <a:pt x="24765" y="10954"/>
                  </a:lnTo>
                  <a:lnTo>
                    <a:pt x="23336" y="11906"/>
                  </a:lnTo>
                  <a:lnTo>
                    <a:pt x="20955" y="13811"/>
                  </a:lnTo>
                  <a:lnTo>
                    <a:pt x="18574" y="15240"/>
                  </a:lnTo>
                  <a:lnTo>
                    <a:pt x="16669" y="15240"/>
                  </a:lnTo>
                  <a:lnTo>
                    <a:pt x="13811" y="19050"/>
                  </a:lnTo>
                  <a:lnTo>
                    <a:pt x="12382" y="20955"/>
                  </a:lnTo>
                  <a:lnTo>
                    <a:pt x="13335" y="22860"/>
                  </a:lnTo>
                  <a:lnTo>
                    <a:pt x="14764" y="27146"/>
                  </a:lnTo>
                  <a:lnTo>
                    <a:pt x="17145" y="32385"/>
                  </a:lnTo>
                  <a:lnTo>
                    <a:pt x="16193" y="33814"/>
                  </a:lnTo>
                  <a:lnTo>
                    <a:pt x="14764" y="34766"/>
                  </a:lnTo>
                  <a:lnTo>
                    <a:pt x="13811" y="36195"/>
                  </a:lnTo>
                  <a:lnTo>
                    <a:pt x="12859" y="37148"/>
                  </a:lnTo>
                  <a:lnTo>
                    <a:pt x="10001" y="40958"/>
                  </a:lnTo>
                  <a:lnTo>
                    <a:pt x="8573" y="41910"/>
                  </a:lnTo>
                  <a:lnTo>
                    <a:pt x="7620" y="43339"/>
                  </a:lnTo>
                  <a:lnTo>
                    <a:pt x="6668" y="43815"/>
                  </a:lnTo>
                  <a:lnTo>
                    <a:pt x="4763" y="43815"/>
                  </a:lnTo>
                  <a:lnTo>
                    <a:pt x="1905" y="46196"/>
                  </a:lnTo>
                  <a:lnTo>
                    <a:pt x="0" y="46673"/>
                  </a:lnTo>
                  <a:lnTo>
                    <a:pt x="0" y="46673"/>
                  </a:lnTo>
                  <a:lnTo>
                    <a:pt x="1429" y="50483"/>
                  </a:lnTo>
                  <a:lnTo>
                    <a:pt x="1429" y="52864"/>
                  </a:lnTo>
                  <a:lnTo>
                    <a:pt x="2381" y="54769"/>
                  </a:lnTo>
                  <a:lnTo>
                    <a:pt x="5239" y="55721"/>
                  </a:lnTo>
                  <a:lnTo>
                    <a:pt x="5715" y="53816"/>
                  </a:lnTo>
                  <a:lnTo>
                    <a:pt x="7144" y="51911"/>
                  </a:lnTo>
                  <a:lnTo>
                    <a:pt x="8573" y="51435"/>
                  </a:lnTo>
                  <a:lnTo>
                    <a:pt x="11430" y="52388"/>
                  </a:lnTo>
                  <a:lnTo>
                    <a:pt x="15240" y="54293"/>
                  </a:lnTo>
                  <a:lnTo>
                    <a:pt x="16669" y="58103"/>
                  </a:lnTo>
                  <a:lnTo>
                    <a:pt x="18098" y="58579"/>
                  </a:lnTo>
                  <a:lnTo>
                    <a:pt x="20479" y="58579"/>
                  </a:lnTo>
                  <a:lnTo>
                    <a:pt x="27147" y="58103"/>
                  </a:lnTo>
                  <a:lnTo>
                    <a:pt x="28575" y="58103"/>
                  </a:lnTo>
                  <a:lnTo>
                    <a:pt x="31432" y="57150"/>
                  </a:lnTo>
                  <a:lnTo>
                    <a:pt x="34290" y="55721"/>
                  </a:lnTo>
                  <a:lnTo>
                    <a:pt x="35243" y="53816"/>
                  </a:lnTo>
                  <a:lnTo>
                    <a:pt x="35719" y="50006"/>
                  </a:lnTo>
                  <a:lnTo>
                    <a:pt x="36672" y="42863"/>
                  </a:lnTo>
                  <a:lnTo>
                    <a:pt x="38100" y="42863"/>
                  </a:lnTo>
                  <a:lnTo>
                    <a:pt x="41910" y="45244"/>
                  </a:lnTo>
                  <a:lnTo>
                    <a:pt x="42863" y="45720"/>
                  </a:lnTo>
                  <a:lnTo>
                    <a:pt x="43815" y="45720"/>
                  </a:lnTo>
                  <a:lnTo>
                    <a:pt x="45244" y="44291"/>
                  </a:lnTo>
                  <a:lnTo>
                    <a:pt x="46673" y="43339"/>
                  </a:lnTo>
                  <a:lnTo>
                    <a:pt x="48101" y="43339"/>
                  </a:lnTo>
                  <a:lnTo>
                    <a:pt x="52864" y="42386"/>
                  </a:lnTo>
                  <a:lnTo>
                    <a:pt x="55245" y="44291"/>
                  </a:lnTo>
                  <a:lnTo>
                    <a:pt x="57150" y="44768"/>
                  </a:lnTo>
                  <a:lnTo>
                    <a:pt x="57626" y="45244"/>
                  </a:lnTo>
                  <a:lnTo>
                    <a:pt x="59055" y="44768"/>
                  </a:lnTo>
                  <a:lnTo>
                    <a:pt x="61436" y="44291"/>
                  </a:lnTo>
                  <a:lnTo>
                    <a:pt x="63341" y="43815"/>
                  </a:lnTo>
                  <a:lnTo>
                    <a:pt x="64770" y="44291"/>
                  </a:lnTo>
                  <a:lnTo>
                    <a:pt x="66199" y="43815"/>
                  </a:lnTo>
                  <a:lnTo>
                    <a:pt x="67151" y="42863"/>
                  </a:lnTo>
                  <a:lnTo>
                    <a:pt x="68104" y="40481"/>
                  </a:lnTo>
                  <a:lnTo>
                    <a:pt x="68580" y="36671"/>
                  </a:lnTo>
                  <a:close/>
                </a:path>
              </a:pathLst>
            </a:custGeom>
            <a:grpFill/>
            <a:ln w="317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8DEF8812-6C28-40EE-9691-2E0C31B503BC}"/>
                </a:ext>
              </a:extLst>
            </p:cNvPr>
            <p:cNvSpPr/>
            <p:nvPr/>
          </p:nvSpPr>
          <p:spPr>
            <a:xfrm>
              <a:off x="8654414" y="1119187"/>
              <a:ext cx="29527" cy="10953"/>
            </a:xfrm>
            <a:custGeom>
              <a:avLst/>
              <a:gdLst>
                <a:gd name="connsiteX0" fmla="*/ 14764 w 29527"/>
                <a:gd name="connsiteY0" fmla="*/ 10001 h 10953"/>
                <a:gd name="connsiteX1" fmla="*/ 22384 w 29527"/>
                <a:gd name="connsiteY1" fmla="*/ 10954 h 10953"/>
                <a:gd name="connsiteX2" fmla="*/ 25241 w 29527"/>
                <a:gd name="connsiteY2" fmla="*/ 9049 h 10953"/>
                <a:gd name="connsiteX3" fmla="*/ 29528 w 29527"/>
                <a:gd name="connsiteY3" fmla="*/ 3810 h 10953"/>
                <a:gd name="connsiteX4" fmla="*/ 26670 w 29527"/>
                <a:gd name="connsiteY4" fmla="*/ 952 h 10953"/>
                <a:gd name="connsiteX5" fmla="*/ 25241 w 29527"/>
                <a:gd name="connsiteY5" fmla="*/ 476 h 10953"/>
                <a:gd name="connsiteX6" fmla="*/ 16193 w 29527"/>
                <a:gd name="connsiteY6" fmla="*/ 2381 h 10953"/>
                <a:gd name="connsiteX7" fmla="*/ 13335 w 29527"/>
                <a:gd name="connsiteY7" fmla="*/ 952 h 10953"/>
                <a:gd name="connsiteX8" fmla="*/ 11430 w 29527"/>
                <a:gd name="connsiteY8" fmla="*/ 0 h 10953"/>
                <a:gd name="connsiteX9" fmla="*/ 8097 w 29527"/>
                <a:gd name="connsiteY9" fmla="*/ 1905 h 10953"/>
                <a:gd name="connsiteX10" fmla="*/ 2381 w 29527"/>
                <a:gd name="connsiteY10" fmla="*/ 3810 h 10953"/>
                <a:gd name="connsiteX11" fmla="*/ 0 w 29527"/>
                <a:gd name="connsiteY11" fmla="*/ 7144 h 10953"/>
                <a:gd name="connsiteX12" fmla="*/ 4286 w 29527"/>
                <a:gd name="connsiteY12" fmla="*/ 10001 h 10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 h="10953">
                  <a:moveTo>
                    <a:pt x="14764" y="10001"/>
                  </a:moveTo>
                  <a:lnTo>
                    <a:pt x="22384" y="10954"/>
                  </a:lnTo>
                  <a:lnTo>
                    <a:pt x="25241" y="9049"/>
                  </a:lnTo>
                  <a:lnTo>
                    <a:pt x="29528" y="3810"/>
                  </a:lnTo>
                  <a:lnTo>
                    <a:pt x="26670" y="952"/>
                  </a:lnTo>
                  <a:lnTo>
                    <a:pt x="25241" y="476"/>
                  </a:lnTo>
                  <a:lnTo>
                    <a:pt x="16193" y="2381"/>
                  </a:lnTo>
                  <a:lnTo>
                    <a:pt x="13335" y="952"/>
                  </a:lnTo>
                  <a:lnTo>
                    <a:pt x="11430" y="0"/>
                  </a:lnTo>
                  <a:lnTo>
                    <a:pt x="8097" y="1905"/>
                  </a:lnTo>
                  <a:lnTo>
                    <a:pt x="2381" y="3810"/>
                  </a:lnTo>
                  <a:lnTo>
                    <a:pt x="0" y="7144"/>
                  </a:lnTo>
                  <a:lnTo>
                    <a:pt x="4286" y="10001"/>
                  </a:lnTo>
                  <a:close/>
                </a:path>
              </a:pathLst>
            </a:custGeom>
            <a:grpFill/>
            <a:ln w="317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28904A4-BBF2-443A-90E3-390CB66834FB}"/>
                </a:ext>
              </a:extLst>
            </p:cNvPr>
            <p:cNvSpPr/>
            <p:nvPr/>
          </p:nvSpPr>
          <p:spPr>
            <a:xfrm>
              <a:off x="7548562" y="979169"/>
              <a:ext cx="516731" cy="252888"/>
            </a:xfrm>
            <a:custGeom>
              <a:avLst/>
              <a:gdLst>
                <a:gd name="connsiteX0" fmla="*/ 389096 w 516731"/>
                <a:gd name="connsiteY0" fmla="*/ 36195 h 252888"/>
                <a:gd name="connsiteX1" fmla="*/ 384810 w 516731"/>
                <a:gd name="connsiteY1" fmla="*/ 36195 h 252888"/>
                <a:gd name="connsiteX2" fmla="*/ 380524 w 516731"/>
                <a:gd name="connsiteY2" fmla="*/ 37148 h 252888"/>
                <a:gd name="connsiteX3" fmla="*/ 372427 w 516731"/>
                <a:gd name="connsiteY3" fmla="*/ 41434 h 252888"/>
                <a:gd name="connsiteX4" fmla="*/ 364331 w 516731"/>
                <a:gd name="connsiteY4" fmla="*/ 44768 h 252888"/>
                <a:gd name="connsiteX5" fmla="*/ 332423 w 516731"/>
                <a:gd name="connsiteY5" fmla="*/ 49530 h 252888"/>
                <a:gd name="connsiteX6" fmla="*/ 313373 w 516731"/>
                <a:gd name="connsiteY6" fmla="*/ 54769 h 252888"/>
                <a:gd name="connsiteX7" fmla="*/ 307181 w 516731"/>
                <a:gd name="connsiteY7" fmla="*/ 53816 h 252888"/>
                <a:gd name="connsiteX8" fmla="*/ 296227 w 516731"/>
                <a:gd name="connsiteY8" fmla="*/ 55245 h 252888"/>
                <a:gd name="connsiteX9" fmla="*/ 288607 w 516731"/>
                <a:gd name="connsiteY9" fmla="*/ 54293 h 252888"/>
                <a:gd name="connsiteX10" fmla="*/ 273368 w 516731"/>
                <a:gd name="connsiteY10" fmla="*/ 50959 h 252888"/>
                <a:gd name="connsiteX11" fmla="*/ 265748 w 516731"/>
                <a:gd name="connsiteY11" fmla="*/ 50482 h 252888"/>
                <a:gd name="connsiteX12" fmla="*/ 253365 w 516731"/>
                <a:gd name="connsiteY12" fmla="*/ 51435 h 252888"/>
                <a:gd name="connsiteX13" fmla="*/ 251936 w 516731"/>
                <a:gd name="connsiteY13" fmla="*/ 51911 h 252888"/>
                <a:gd name="connsiteX14" fmla="*/ 247650 w 516731"/>
                <a:gd name="connsiteY14" fmla="*/ 54769 h 252888"/>
                <a:gd name="connsiteX15" fmla="*/ 247650 w 516731"/>
                <a:gd name="connsiteY15" fmla="*/ 59531 h 252888"/>
                <a:gd name="connsiteX16" fmla="*/ 248126 w 516731"/>
                <a:gd name="connsiteY16" fmla="*/ 62865 h 252888"/>
                <a:gd name="connsiteX17" fmla="*/ 246221 w 516731"/>
                <a:gd name="connsiteY17" fmla="*/ 64770 h 252888"/>
                <a:gd name="connsiteX18" fmla="*/ 244316 w 516731"/>
                <a:gd name="connsiteY18" fmla="*/ 66199 h 252888"/>
                <a:gd name="connsiteX19" fmla="*/ 239554 w 516731"/>
                <a:gd name="connsiteY19" fmla="*/ 66199 h 252888"/>
                <a:gd name="connsiteX20" fmla="*/ 237173 w 516731"/>
                <a:gd name="connsiteY20" fmla="*/ 63818 h 252888"/>
                <a:gd name="connsiteX21" fmla="*/ 232886 w 516731"/>
                <a:gd name="connsiteY21" fmla="*/ 63341 h 252888"/>
                <a:gd name="connsiteX22" fmla="*/ 221932 w 516731"/>
                <a:gd name="connsiteY22" fmla="*/ 64294 h 252888"/>
                <a:gd name="connsiteX23" fmla="*/ 216218 w 516731"/>
                <a:gd name="connsiteY23" fmla="*/ 66675 h 252888"/>
                <a:gd name="connsiteX24" fmla="*/ 213360 w 516731"/>
                <a:gd name="connsiteY24" fmla="*/ 72390 h 252888"/>
                <a:gd name="connsiteX25" fmla="*/ 204788 w 516731"/>
                <a:gd name="connsiteY25" fmla="*/ 74771 h 252888"/>
                <a:gd name="connsiteX26" fmla="*/ 190024 w 516731"/>
                <a:gd name="connsiteY26" fmla="*/ 77629 h 252888"/>
                <a:gd name="connsiteX27" fmla="*/ 181927 w 516731"/>
                <a:gd name="connsiteY27" fmla="*/ 80010 h 252888"/>
                <a:gd name="connsiteX28" fmla="*/ 178118 w 516731"/>
                <a:gd name="connsiteY28" fmla="*/ 80010 h 252888"/>
                <a:gd name="connsiteX29" fmla="*/ 174307 w 516731"/>
                <a:gd name="connsiteY29" fmla="*/ 80963 h 252888"/>
                <a:gd name="connsiteX30" fmla="*/ 166688 w 516731"/>
                <a:gd name="connsiteY30" fmla="*/ 86678 h 252888"/>
                <a:gd name="connsiteX31" fmla="*/ 158591 w 516731"/>
                <a:gd name="connsiteY31" fmla="*/ 90488 h 252888"/>
                <a:gd name="connsiteX32" fmla="*/ 146209 w 516731"/>
                <a:gd name="connsiteY32" fmla="*/ 94297 h 252888"/>
                <a:gd name="connsiteX33" fmla="*/ 146685 w 516731"/>
                <a:gd name="connsiteY33" fmla="*/ 97631 h 252888"/>
                <a:gd name="connsiteX34" fmla="*/ 147638 w 516731"/>
                <a:gd name="connsiteY34" fmla="*/ 99060 h 252888"/>
                <a:gd name="connsiteX35" fmla="*/ 137160 w 516731"/>
                <a:gd name="connsiteY35" fmla="*/ 105251 h 252888"/>
                <a:gd name="connsiteX36" fmla="*/ 134302 w 516731"/>
                <a:gd name="connsiteY36" fmla="*/ 108585 h 252888"/>
                <a:gd name="connsiteX37" fmla="*/ 131921 w 516731"/>
                <a:gd name="connsiteY37" fmla="*/ 115253 h 252888"/>
                <a:gd name="connsiteX38" fmla="*/ 130969 w 516731"/>
                <a:gd name="connsiteY38" fmla="*/ 116681 h 252888"/>
                <a:gd name="connsiteX39" fmla="*/ 120491 w 516731"/>
                <a:gd name="connsiteY39" fmla="*/ 114300 h 252888"/>
                <a:gd name="connsiteX40" fmla="*/ 113348 w 516731"/>
                <a:gd name="connsiteY40" fmla="*/ 113347 h 252888"/>
                <a:gd name="connsiteX41" fmla="*/ 110014 w 516731"/>
                <a:gd name="connsiteY41" fmla="*/ 114300 h 252888"/>
                <a:gd name="connsiteX42" fmla="*/ 104775 w 516731"/>
                <a:gd name="connsiteY42" fmla="*/ 115729 h 252888"/>
                <a:gd name="connsiteX43" fmla="*/ 103823 w 516731"/>
                <a:gd name="connsiteY43" fmla="*/ 117157 h 252888"/>
                <a:gd name="connsiteX44" fmla="*/ 104299 w 516731"/>
                <a:gd name="connsiteY44" fmla="*/ 120968 h 252888"/>
                <a:gd name="connsiteX45" fmla="*/ 106204 w 516731"/>
                <a:gd name="connsiteY45" fmla="*/ 122872 h 252888"/>
                <a:gd name="connsiteX46" fmla="*/ 95726 w 516731"/>
                <a:gd name="connsiteY46" fmla="*/ 132874 h 252888"/>
                <a:gd name="connsiteX47" fmla="*/ 92869 w 516731"/>
                <a:gd name="connsiteY47" fmla="*/ 133350 h 252888"/>
                <a:gd name="connsiteX48" fmla="*/ 89535 w 516731"/>
                <a:gd name="connsiteY48" fmla="*/ 130493 h 252888"/>
                <a:gd name="connsiteX49" fmla="*/ 86201 w 516731"/>
                <a:gd name="connsiteY49" fmla="*/ 128588 h 252888"/>
                <a:gd name="connsiteX50" fmla="*/ 81915 w 516731"/>
                <a:gd name="connsiteY50" fmla="*/ 127159 h 252888"/>
                <a:gd name="connsiteX51" fmla="*/ 77629 w 516731"/>
                <a:gd name="connsiteY51" fmla="*/ 126682 h 252888"/>
                <a:gd name="connsiteX52" fmla="*/ 73343 w 516731"/>
                <a:gd name="connsiteY52" fmla="*/ 128111 h 252888"/>
                <a:gd name="connsiteX53" fmla="*/ 70009 w 516731"/>
                <a:gd name="connsiteY53" fmla="*/ 131445 h 252888"/>
                <a:gd name="connsiteX54" fmla="*/ 70009 w 516731"/>
                <a:gd name="connsiteY54" fmla="*/ 133350 h 252888"/>
                <a:gd name="connsiteX55" fmla="*/ 71438 w 516731"/>
                <a:gd name="connsiteY55" fmla="*/ 135731 h 252888"/>
                <a:gd name="connsiteX56" fmla="*/ 76200 w 516731"/>
                <a:gd name="connsiteY56" fmla="*/ 139541 h 252888"/>
                <a:gd name="connsiteX57" fmla="*/ 87630 w 516731"/>
                <a:gd name="connsiteY57" fmla="*/ 138589 h 252888"/>
                <a:gd name="connsiteX58" fmla="*/ 90964 w 516731"/>
                <a:gd name="connsiteY58" fmla="*/ 141446 h 252888"/>
                <a:gd name="connsiteX59" fmla="*/ 93345 w 516731"/>
                <a:gd name="connsiteY59" fmla="*/ 142399 h 252888"/>
                <a:gd name="connsiteX60" fmla="*/ 83820 w 516731"/>
                <a:gd name="connsiteY60" fmla="*/ 146685 h 252888"/>
                <a:gd name="connsiteX61" fmla="*/ 73343 w 516731"/>
                <a:gd name="connsiteY61" fmla="*/ 153353 h 252888"/>
                <a:gd name="connsiteX62" fmla="*/ 64770 w 516731"/>
                <a:gd name="connsiteY62" fmla="*/ 162878 h 252888"/>
                <a:gd name="connsiteX63" fmla="*/ 61913 w 516731"/>
                <a:gd name="connsiteY63" fmla="*/ 164783 h 252888"/>
                <a:gd name="connsiteX64" fmla="*/ 62865 w 516731"/>
                <a:gd name="connsiteY64" fmla="*/ 167164 h 252888"/>
                <a:gd name="connsiteX65" fmla="*/ 64770 w 516731"/>
                <a:gd name="connsiteY65" fmla="*/ 169545 h 252888"/>
                <a:gd name="connsiteX66" fmla="*/ 67627 w 516731"/>
                <a:gd name="connsiteY66" fmla="*/ 170497 h 252888"/>
                <a:gd name="connsiteX67" fmla="*/ 74295 w 516731"/>
                <a:gd name="connsiteY67" fmla="*/ 170497 h 252888"/>
                <a:gd name="connsiteX68" fmla="*/ 80963 w 516731"/>
                <a:gd name="connsiteY68" fmla="*/ 173831 h 252888"/>
                <a:gd name="connsiteX69" fmla="*/ 79057 w 516731"/>
                <a:gd name="connsiteY69" fmla="*/ 174784 h 252888"/>
                <a:gd name="connsiteX70" fmla="*/ 56198 w 516731"/>
                <a:gd name="connsiteY70" fmla="*/ 177641 h 252888"/>
                <a:gd name="connsiteX71" fmla="*/ 53816 w 516731"/>
                <a:gd name="connsiteY71" fmla="*/ 178594 h 252888"/>
                <a:gd name="connsiteX72" fmla="*/ 42863 w 516731"/>
                <a:gd name="connsiteY72" fmla="*/ 194310 h 252888"/>
                <a:gd name="connsiteX73" fmla="*/ 39529 w 516731"/>
                <a:gd name="connsiteY73" fmla="*/ 198120 h 252888"/>
                <a:gd name="connsiteX74" fmla="*/ 36671 w 516731"/>
                <a:gd name="connsiteY74" fmla="*/ 200501 h 252888"/>
                <a:gd name="connsiteX75" fmla="*/ 33338 w 516731"/>
                <a:gd name="connsiteY75" fmla="*/ 204311 h 252888"/>
                <a:gd name="connsiteX76" fmla="*/ 30004 w 516731"/>
                <a:gd name="connsiteY76" fmla="*/ 209550 h 252888"/>
                <a:gd name="connsiteX77" fmla="*/ 29051 w 516731"/>
                <a:gd name="connsiteY77" fmla="*/ 210026 h 252888"/>
                <a:gd name="connsiteX78" fmla="*/ 21431 w 516731"/>
                <a:gd name="connsiteY78" fmla="*/ 210979 h 252888"/>
                <a:gd name="connsiteX79" fmla="*/ 14288 w 516731"/>
                <a:gd name="connsiteY79" fmla="*/ 214313 h 252888"/>
                <a:gd name="connsiteX80" fmla="*/ 7144 w 516731"/>
                <a:gd name="connsiteY80" fmla="*/ 218599 h 252888"/>
                <a:gd name="connsiteX81" fmla="*/ 3334 w 516731"/>
                <a:gd name="connsiteY81" fmla="*/ 220028 h 252888"/>
                <a:gd name="connsiteX82" fmla="*/ 0 w 516731"/>
                <a:gd name="connsiteY82" fmla="*/ 221933 h 252888"/>
                <a:gd name="connsiteX83" fmla="*/ 2857 w 516731"/>
                <a:gd name="connsiteY83" fmla="*/ 226695 h 252888"/>
                <a:gd name="connsiteX84" fmla="*/ 15240 w 516731"/>
                <a:gd name="connsiteY84" fmla="*/ 236696 h 252888"/>
                <a:gd name="connsiteX85" fmla="*/ 12859 w 516731"/>
                <a:gd name="connsiteY85" fmla="*/ 240983 h 252888"/>
                <a:gd name="connsiteX86" fmla="*/ 18574 w 516731"/>
                <a:gd name="connsiteY86" fmla="*/ 249555 h 252888"/>
                <a:gd name="connsiteX87" fmla="*/ 27623 w 516731"/>
                <a:gd name="connsiteY87" fmla="*/ 244793 h 252888"/>
                <a:gd name="connsiteX88" fmla="*/ 34290 w 516731"/>
                <a:gd name="connsiteY88" fmla="*/ 242888 h 252888"/>
                <a:gd name="connsiteX89" fmla="*/ 42386 w 516731"/>
                <a:gd name="connsiteY89" fmla="*/ 242411 h 252888"/>
                <a:gd name="connsiteX90" fmla="*/ 51911 w 516731"/>
                <a:gd name="connsiteY90" fmla="*/ 246697 h 252888"/>
                <a:gd name="connsiteX91" fmla="*/ 60960 w 516731"/>
                <a:gd name="connsiteY91" fmla="*/ 249079 h 252888"/>
                <a:gd name="connsiteX92" fmla="*/ 77629 w 516731"/>
                <a:gd name="connsiteY92" fmla="*/ 249555 h 252888"/>
                <a:gd name="connsiteX93" fmla="*/ 83820 w 516731"/>
                <a:gd name="connsiteY93" fmla="*/ 251936 h 252888"/>
                <a:gd name="connsiteX94" fmla="*/ 90964 w 516731"/>
                <a:gd name="connsiteY94" fmla="*/ 252889 h 252888"/>
                <a:gd name="connsiteX95" fmla="*/ 97631 w 516731"/>
                <a:gd name="connsiteY95" fmla="*/ 252413 h 252888"/>
                <a:gd name="connsiteX96" fmla="*/ 109061 w 516731"/>
                <a:gd name="connsiteY96" fmla="*/ 248126 h 252888"/>
                <a:gd name="connsiteX97" fmla="*/ 114776 w 516731"/>
                <a:gd name="connsiteY97" fmla="*/ 239554 h 252888"/>
                <a:gd name="connsiteX98" fmla="*/ 125730 w 516731"/>
                <a:gd name="connsiteY98" fmla="*/ 232410 h 252888"/>
                <a:gd name="connsiteX99" fmla="*/ 128588 w 516731"/>
                <a:gd name="connsiteY99" fmla="*/ 229076 h 252888"/>
                <a:gd name="connsiteX100" fmla="*/ 126206 w 516731"/>
                <a:gd name="connsiteY100" fmla="*/ 223361 h 252888"/>
                <a:gd name="connsiteX101" fmla="*/ 120015 w 516731"/>
                <a:gd name="connsiteY101" fmla="*/ 219075 h 252888"/>
                <a:gd name="connsiteX102" fmla="*/ 120968 w 516731"/>
                <a:gd name="connsiteY102" fmla="*/ 217646 h 252888"/>
                <a:gd name="connsiteX103" fmla="*/ 125730 w 516731"/>
                <a:gd name="connsiteY103" fmla="*/ 218122 h 252888"/>
                <a:gd name="connsiteX104" fmla="*/ 130969 w 516731"/>
                <a:gd name="connsiteY104" fmla="*/ 221456 h 252888"/>
                <a:gd name="connsiteX105" fmla="*/ 132874 w 516731"/>
                <a:gd name="connsiteY105" fmla="*/ 221933 h 252888"/>
                <a:gd name="connsiteX106" fmla="*/ 136207 w 516731"/>
                <a:gd name="connsiteY106" fmla="*/ 221933 h 252888"/>
                <a:gd name="connsiteX107" fmla="*/ 139065 w 516731"/>
                <a:gd name="connsiteY107" fmla="*/ 219551 h 252888"/>
                <a:gd name="connsiteX108" fmla="*/ 140018 w 516731"/>
                <a:gd name="connsiteY108" fmla="*/ 216694 h 252888"/>
                <a:gd name="connsiteX109" fmla="*/ 139541 w 516731"/>
                <a:gd name="connsiteY109" fmla="*/ 213360 h 252888"/>
                <a:gd name="connsiteX110" fmla="*/ 136684 w 516731"/>
                <a:gd name="connsiteY110" fmla="*/ 208597 h 252888"/>
                <a:gd name="connsiteX111" fmla="*/ 136207 w 516731"/>
                <a:gd name="connsiteY111" fmla="*/ 205740 h 252888"/>
                <a:gd name="connsiteX112" fmla="*/ 159544 w 516731"/>
                <a:gd name="connsiteY112" fmla="*/ 198120 h 252888"/>
                <a:gd name="connsiteX113" fmla="*/ 165259 w 516731"/>
                <a:gd name="connsiteY113" fmla="*/ 191453 h 252888"/>
                <a:gd name="connsiteX114" fmla="*/ 166688 w 516731"/>
                <a:gd name="connsiteY114" fmla="*/ 187643 h 252888"/>
                <a:gd name="connsiteX115" fmla="*/ 166211 w 516731"/>
                <a:gd name="connsiteY115" fmla="*/ 184785 h 252888"/>
                <a:gd name="connsiteX116" fmla="*/ 163354 w 516731"/>
                <a:gd name="connsiteY116" fmla="*/ 178594 h 252888"/>
                <a:gd name="connsiteX117" fmla="*/ 161449 w 516731"/>
                <a:gd name="connsiteY117" fmla="*/ 175736 h 252888"/>
                <a:gd name="connsiteX118" fmla="*/ 162401 w 516731"/>
                <a:gd name="connsiteY118" fmla="*/ 173355 h 252888"/>
                <a:gd name="connsiteX119" fmla="*/ 175736 w 516731"/>
                <a:gd name="connsiteY119" fmla="*/ 175736 h 252888"/>
                <a:gd name="connsiteX120" fmla="*/ 179546 w 516731"/>
                <a:gd name="connsiteY120" fmla="*/ 174308 h 252888"/>
                <a:gd name="connsiteX121" fmla="*/ 181927 w 516731"/>
                <a:gd name="connsiteY121" fmla="*/ 172879 h 252888"/>
                <a:gd name="connsiteX122" fmla="*/ 183356 w 516731"/>
                <a:gd name="connsiteY122" fmla="*/ 170021 h 252888"/>
                <a:gd name="connsiteX123" fmla="*/ 183832 w 516731"/>
                <a:gd name="connsiteY123" fmla="*/ 166211 h 252888"/>
                <a:gd name="connsiteX124" fmla="*/ 184309 w 516731"/>
                <a:gd name="connsiteY124" fmla="*/ 162401 h 252888"/>
                <a:gd name="connsiteX125" fmla="*/ 186690 w 516731"/>
                <a:gd name="connsiteY125" fmla="*/ 160496 h 252888"/>
                <a:gd name="connsiteX126" fmla="*/ 198596 w 516731"/>
                <a:gd name="connsiteY126" fmla="*/ 165735 h 252888"/>
                <a:gd name="connsiteX127" fmla="*/ 201454 w 516731"/>
                <a:gd name="connsiteY127" fmla="*/ 166211 h 252888"/>
                <a:gd name="connsiteX128" fmla="*/ 203835 w 516731"/>
                <a:gd name="connsiteY128" fmla="*/ 164306 h 252888"/>
                <a:gd name="connsiteX129" fmla="*/ 204788 w 516731"/>
                <a:gd name="connsiteY129" fmla="*/ 162401 h 252888"/>
                <a:gd name="connsiteX130" fmla="*/ 203359 w 516731"/>
                <a:gd name="connsiteY130" fmla="*/ 160496 h 252888"/>
                <a:gd name="connsiteX131" fmla="*/ 203835 w 516731"/>
                <a:gd name="connsiteY131" fmla="*/ 156686 h 252888"/>
                <a:gd name="connsiteX132" fmla="*/ 211931 w 516731"/>
                <a:gd name="connsiteY132" fmla="*/ 157163 h 252888"/>
                <a:gd name="connsiteX133" fmla="*/ 215265 w 516731"/>
                <a:gd name="connsiteY133" fmla="*/ 156210 h 252888"/>
                <a:gd name="connsiteX134" fmla="*/ 220027 w 516731"/>
                <a:gd name="connsiteY134" fmla="*/ 153353 h 252888"/>
                <a:gd name="connsiteX135" fmla="*/ 222409 w 516731"/>
                <a:gd name="connsiteY135" fmla="*/ 150971 h 252888"/>
                <a:gd name="connsiteX136" fmla="*/ 227171 w 516731"/>
                <a:gd name="connsiteY136" fmla="*/ 148114 h 252888"/>
                <a:gd name="connsiteX137" fmla="*/ 229552 w 516731"/>
                <a:gd name="connsiteY137" fmla="*/ 146209 h 252888"/>
                <a:gd name="connsiteX138" fmla="*/ 227648 w 516731"/>
                <a:gd name="connsiteY138" fmla="*/ 143351 h 252888"/>
                <a:gd name="connsiteX139" fmla="*/ 220504 w 516731"/>
                <a:gd name="connsiteY139" fmla="*/ 141922 h 252888"/>
                <a:gd name="connsiteX140" fmla="*/ 221932 w 516731"/>
                <a:gd name="connsiteY140" fmla="*/ 139065 h 252888"/>
                <a:gd name="connsiteX141" fmla="*/ 228600 w 516731"/>
                <a:gd name="connsiteY141" fmla="*/ 136208 h 252888"/>
                <a:gd name="connsiteX142" fmla="*/ 230505 w 516731"/>
                <a:gd name="connsiteY142" fmla="*/ 135731 h 252888"/>
                <a:gd name="connsiteX143" fmla="*/ 234791 w 516731"/>
                <a:gd name="connsiteY143" fmla="*/ 136208 h 252888"/>
                <a:gd name="connsiteX144" fmla="*/ 236696 w 516731"/>
                <a:gd name="connsiteY144" fmla="*/ 135255 h 252888"/>
                <a:gd name="connsiteX145" fmla="*/ 240506 w 516731"/>
                <a:gd name="connsiteY145" fmla="*/ 132397 h 252888"/>
                <a:gd name="connsiteX146" fmla="*/ 244316 w 516731"/>
                <a:gd name="connsiteY146" fmla="*/ 128588 h 252888"/>
                <a:gd name="connsiteX147" fmla="*/ 251460 w 516731"/>
                <a:gd name="connsiteY147" fmla="*/ 124778 h 252888"/>
                <a:gd name="connsiteX148" fmla="*/ 254794 w 516731"/>
                <a:gd name="connsiteY148" fmla="*/ 120491 h 252888"/>
                <a:gd name="connsiteX149" fmla="*/ 258604 w 516731"/>
                <a:gd name="connsiteY149" fmla="*/ 118110 h 252888"/>
                <a:gd name="connsiteX150" fmla="*/ 262890 w 516731"/>
                <a:gd name="connsiteY150" fmla="*/ 118586 h 252888"/>
                <a:gd name="connsiteX151" fmla="*/ 267176 w 516731"/>
                <a:gd name="connsiteY151" fmla="*/ 118110 h 252888"/>
                <a:gd name="connsiteX152" fmla="*/ 282416 w 516731"/>
                <a:gd name="connsiteY152" fmla="*/ 110490 h 252888"/>
                <a:gd name="connsiteX153" fmla="*/ 315754 w 516731"/>
                <a:gd name="connsiteY153" fmla="*/ 100489 h 252888"/>
                <a:gd name="connsiteX154" fmla="*/ 325279 w 516731"/>
                <a:gd name="connsiteY154" fmla="*/ 98584 h 252888"/>
                <a:gd name="connsiteX155" fmla="*/ 336709 w 516731"/>
                <a:gd name="connsiteY155" fmla="*/ 93821 h 252888"/>
                <a:gd name="connsiteX156" fmla="*/ 340995 w 516731"/>
                <a:gd name="connsiteY156" fmla="*/ 93821 h 252888"/>
                <a:gd name="connsiteX157" fmla="*/ 357188 w 516731"/>
                <a:gd name="connsiteY157" fmla="*/ 90488 h 252888"/>
                <a:gd name="connsiteX158" fmla="*/ 373856 w 516731"/>
                <a:gd name="connsiteY158" fmla="*/ 85725 h 252888"/>
                <a:gd name="connsiteX159" fmla="*/ 389096 w 516731"/>
                <a:gd name="connsiteY159" fmla="*/ 82391 h 252888"/>
                <a:gd name="connsiteX160" fmla="*/ 403384 w 516731"/>
                <a:gd name="connsiteY160" fmla="*/ 77629 h 252888"/>
                <a:gd name="connsiteX161" fmla="*/ 426244 w 516731"/>
                <a:gd name="connsiteY161" fmla="*/ 72390 h 252888"/>
                <a:gd name="connsiteX162" fmla="*/ 438626 w 516731"/>
                <a:gd name="connsiteY162" fmla="*/ 67628 h 252888"/>
                <a:gd name="connsiteX163" fmla="*/ 446723 w 516731"/>
                <a:gd name="connsiteY163" fmla="*/ 66199 h 252888"/>
                <a:gd name="connsiteX164" fmla="*/ 454819 w 516731"/>
                <a:gd name="connsiteY164" fmla="*/ 63341 h 252888"/>
                <a:gd name="connsiteX165" fmla="*/ 462915 w 516731"/>
                <a:gd name="connsiteY165" fmla="*/ 60007 h 252888"/>
                <a:gd name="connsiteX166" fmla="*/ 476726 w 516731"/>
                <a:gd name="connsiteY166" fmla="*/ 54293 h 252888"/>
                <a:gd name="connsiteX167" fmla="*/ 490061 w 516731"/>
                <a:gd name="connsiteY167" fmla="*/ 51435 h 252888"/>
                <a:gd name="connsiteX168" fmla="*/ 491966 w 516731"/>
                <a:gd name="connsiteY168" fmla="*/ 49054 h 252888"/>
                <a:gd name="connsiteX169" fmla="*/ 503396 w 516731"/>
                <a:gd name="connsiteY169" fmla="*/ 39529 h 252888"/>
                <a:gd name="connsiteX170" fmla="*/ 515302 w 516731"/>
                <a:gd name="connsiteY170" fmla="*/ 30956 h 252888"/>
                <a:gd name="connsiteX171" fmla="*/ 513874 w 516731"/>
                <a:gd name="connsiteY171" fmla="*/ 28099 h 252888"/>
                <a:gd name="connsiteX172" fmla="*/ 514826 w 516731"/>
                <a:gd name="connsiteY172" fmla="*/ 24765 h 252888"/>
                <a:gd name="connsiteX173" fmla="*/ 516731 w 516731"/>
                <a:gd name="connsiteY173" fmla="*/ 21431 h 252888"/>
                <a:gd name="connsiteX174" fmla="*/ 515302 w 516731"/>
                <a:gd name="connsiteY174" fmla="*/ 17621 h 252888"/>
                <a:gd name="connsiteX175" fmla="*/ 514350 w 516731"/>
                <a:gd name="connsiteY175" fmla="*/ 15716 h 252888"/>
                <a:gd name="connsiteX176" fmla="*/ 508159 w 516731"/>
                <a:gd name="connsiteY176" fmla="*/ 10001 h 252888"/>
                <a:gd name="connsiteX177" fmla="*/ 501015 w 516731"/>
                <a:gd name="connsiteY177" fmla="*/ 5239 h 252888"/>
                <a:gd name="connsiteX178" fmla="*/ 485299 w 516731"/>
                <a:gd name="connsiteY178" fmla="*/ 1429 h 252888"/>
                <a:gd name="connsiteX179" fmla="*/ 472440 w 516731"/>
                <a:gd name="connsiteY179" fmla="*/ 0 h 252888"/>
                <a:gd name="connsiteX180" fmla="*/ 468630 w 516731"/>
                <a:gd name="connsiteY180" fmla="*/ 0 h 252888"/>
                <a:gd name="connsiteX181" fmla="*/ 459581 w 516731"/>
                <a:gd name="connsiteY181" fmla="*/ 3334 h 252888"/>
                <a:gd name="connsiteX182" fmla="*/ 444818 w 516731"/>
                <a:gd name="connsiteY182" fmla="*/ 6191 h 252888"/>
                <a:gd name="connsiteX183" fmla="*/ 428149 w 516731"/>
                <a:gd name="connsiteY183" fmla="*/ 13335 h 252888"/>
                <a:gd name="connsiteX184" fmla="*/ 418624 w 516731"/>
                <a:gd name="connsiteY184" fmla="*/ 18574 h 252888"/>
                <a:gd name="connsiteX185" fmla="*/ 415290 w 516731"/>
                <a:gd name="connsiteY185" fmla="*/ 22860 h 252888"/>
                <a:gd name="connsiteX186" fmla="*/ 411956 w 516731"/>
                <a:gd name="connsiteY186" fmla="*/ 28099 h 252888"/>
                <a:gd name="connsiteX187" fmla="*/ 408146 w 516731"/>
                <a:gd name="connsiteY187" fmla="*/ 30480 h 252888"/>
                <a:gd name="connsiteX188" fmla="*/ 404336 w 516731"/>
                <a:gd name="connsiteY188" fmla="*/ 30480 h 252888"/>
                <a:gd name="connsiteX189" fmla="*/ 400526 w 516731"/>
                <a:gd name="connsiteY189" fmla="*/ 31432 h 252888"/>
                <a:gd name="connsiteX190" fmla="*/ 392906 w 516731"/>
                <a:gd name="connsiteY190" fmla="*/ 34766 h 25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516731" h="252888">
                  <a:moveTo>
                    <a:pt x="389096" y="36195"/>
                  </a:moveTo>
                  <a:lnTo>
                    <a:pt x="384810" y="36195"/>
                  </a:lnTo>
                  <a:lnTo>
                    <a:pt x="380524" y="37148"/>
                  </a:lnTo>
                  <a:lnTo>
                    <a:pt x="372427" y="41434"/>
                  </a:lnTo>
                  <a:lnTo>
                    <a:pt x="364331" y="44768"/>
                  </a:lnTo>
                  <a:lnTo>
                    <a:pt x="332423" y="49530"/>
                  </a:lnTo>
                  <a:lnTo>
                    <a:pt x="313373" y="54769"/>
                  </a:lnTo>
                  <a:lnTo>
                    <a:pt x="307181" y="53816"/>
                  </a:lnTo>
                  <a:lnTo>
                    <a:pt x="296227" y="55245"/>
                  </a:lnTo>
                  <a:lnTo>
                    <a:pt x="288607" y="54293"/>
                  </a:lnTo>
                  <a:lnTo>
                    <a:pt x="273368" y="50959"/>
                  </a:lnTo>
                  <a:lnTo>
                    <a:pt x="265748" y="50482"/>
                  </a:lnTo>
                  <a:lnTo>
                    <a:pt x="253365" y="51435"/>
                  </a:lnTo>
                  <a:lnTo>
                    <a:pt x="251936" y="51911"/>
                  </a:lnTo>
                  <a:lnTo>
                    <a:pt x="247650" y="54769"/>
                  </a:lnTo>
                  <a:lnTo>
                    <a:pt x="247650" y="59531"/>
                  </a:lnTo>
                  <a:lnTo>
                    <a:pt x="248126" y="62865"/>
                  </a:lnTo>
                  <a:lnTo>
                    <a:pt x="246221" y="64770"/>
                  </a:lnTo>
                  <a:lnTo>
                    <a:pt x="244316" y="66199"/>
                  </a:lnTo>
                  <a:lnTo>
                    <a:pt x="239554" y="66199"/>
                  </a:lnTo>
                  <a:lnTo>
                    <a:pt x="237173" y="63818"/>
                  </a:lnTo>
                  <a:lnTo>
                    <a:pt x="232886" y="63341"/>
                  </a:lnTo>
                  <a:lnTo>
                    <a:pt x="221932" y="64294"/>
                  </a:lnTo>
                  <a:lnTo>
                    <a:pt x="216218" y="66675"/>
                  </a:lnTo>
                  <a:lnTo>
                    <a:pt x="213360" y="72390"/>
                  </a:lnTo>
                  <a:lnTo>
                    <a:pt x="204788" y="74771"/>
                  </a:lnTo>
                  <a:lnTo>
                    <a:pt x="190024" y="77629"/>
                  </a:lnTo>
                  <a:lnTo>
                    <a:pt x="181927" y="80010"/>
                  </a:lnTo>
                  <a:lnTo>
                    <a:pt x="178118" y="80010"/>
                  </a:lnTo>
                  <a:lnTo>
                    <a:pt x="174307" y="80963"/>
                  </a:lnTo>
                  <a:lnTo>
                    <a:pt x="166688" y="86678"/>
                  </a:lnTo>
                  <a:lnTo>
                    <a:pt x="158591" y="90488"/>
                  </a:lnTo>
                  <a:lnTo>
                    <a:pt x="146209" y="94297"/>
                  </a:lnTo>
                  <a:lnTo>
                    <a:pt x="146685" y="97631"/>
                  </a:lnTo>
                  <a:lnTo>
                    <a:pt x="147638" y="99060"/>
                  </a:lnTo>
                  <a:lnTo>
                    <a:pt x="137160" y="105251"/>
                  </a:lnTo>
                  <a:lnTo>
                    <a:pt x="134302" y="108585"/>
                  </a:lnTo>
                  <a:lnTo>
                    <a:pt x="131921" y="115253"/>
                  </a:lnTo>
                  <a:lnTo>
                    <a:pt x="130969" y="116681"/>
                  </a:lnTo>
                  <a:lnTo>
                    <a:pt x="120491" y="114300"/>
                  </a:lnTo>
                  <a:lnTo>
                    <a:pt x="113348" y="113347"/>
                  </a:lnTo>
                  <a:lnTo>
                    <a:pt x="110014" y="114300"/>
                  </a:lnTo>
                  <a:lnTo>
                    <a:pt x="104775" y="115729"/>
                  </a:lnTo>
                  <a:lnTo>
                    <a:pt x="103823" y="117157"/>
                  </a:lnTo>
                  <a:lnTo>
                    <a:pt x="104299" y="120968"/>
                  </a:lnTo>
                  <a:lnTo>
                    <a:pt x="106204" y="122872"/>
                  </a:lnTo>
                  <a:lnTo>
                    <a:pt x="95726" y="132874"/>
                  </a:lnTo>
                  <a:lnTo>
                    <a:pt x="92869" y="133350"/>
                  </a:lnTo>
                  <a:lnTo>
                    <a:pt x="89535" y="130493"/>
                  </a:lnTo>
                  <a:lnTo>
                    <a:pt x="86201" y="128588"/>
                  </a:lnTo>
                  <a:lnTo>
                    <a:pt x="81915" y="127159"/>
                  </a:lnTo>
                  <a:lnTo>
                    <a:pt x="77629" y="126682"/>
                  </a:lnTo>
                  <a:lnTo>
                    <a:pt x="73343" y="128111"/>
                  </a:lnTo>
                  <a:lnTo>
                    <a:pt x="70009" y="131445"/>
                  </a:lnTo>
                  <a:lnTo>
                    <a:pt x="70009" y="133350"/>
                  </a:lnTo>
                  <a:lnTo>
                    <a:pt x="71438" y="135731"/>
                  </a:lnTo>
                  <a:lnTo>
                    <a:pt x="76200" y="139541"/>
                  </a:lnTo>
                  <a:lnTo>
                    <a:pt x="87630" y="138589"/>
                  </a:lnTo>
                  <a:lnTo>
                    <a:pt x="90964" y="141446"/>
                  </a:lnTo>
                  <a:lnTo>
                    <a:pt x="93345" y="142399"/>
                  </a:lnTo>
                  <a:lnTo>
                    <a:pt x="83820" y="146685"/>
                  </a:lnTo>
                  <a:lnTo>
                    <a:pt x="73343" y="153353"/>
                  </a:lnTo>
                  <a:lnTo>
                    <a:pt x="64770" y="162878"/>
                  </a:lnTo>
                  <a:lnTo>
                    <a:pt x="61913" y="164783"/>
                  </a:lnTo>
                  <a:lnTo>
                    <a:pt x="62865" y="167164"/>
                  </a:lnTo>
                  <a:lnTo>
                    <a:pt x="64770" y="169545"/>
                  </a:lnTo>
                  <a:lnTo>
                    <a:pt x="67627" y="170497"/>
                  </a:lnTo>
                  <a:lnTo>
                    <a:pt x="74295" y="170497"/>
                  </a:lnTo>
                  <a:lnTo>
                    <a:pt x="80963" y="173831"/>
                  </a:lnTo>
                  <a:lnTo>
                    <a:pt x="79057" y="174784"/>
                  </a:lnTo>
                  <a:lnTo>
                    <a:pt x="56198" y="177641"/>
                  </a:lnTo>
                  <a:lnTo>
                    <a:pt x="53816" y="178594"/>
                  </a:lnTo>
                  <a:lnTo>
                    <a:pt x="42863" y="194310"/>
                  </a:lnTo>
                  <a:lnTo>
                    <a:pt x="39529" y="198120"/>
                  </a:lnTo>
                  <a:lnTo>
                    <a:pt x="36671" y="200501"/>
                  </a:lnTo>
                  <a:lnTo>
                    <a:pt x="33338" y="204311"/>
                  </a:lnTo>
                  <a:lnTo>
                    <a:pt x="30004" y="209550"/>
                  </a:lnTo>
                  <a:lnTo>
                    <a:pt x="29051" y="210026"/>
                  </a:lnTo>
                  <a:lnTo>
                    <a:pt x="21431" y="210979"/>
                  </a:lnTo>
                  <a:lnTo>
                    <a:pt x="14288" y="214313"/>
                  </a:lnTo>
                  <a:lnTo>
                    <a:pt x="7144" y="218599"/>
                  </a:lnTo>
                  <a:lnTo>
                    <a:pt x="3334" y="220028"/>
                  </a:lnTo>
                  <a:lnTo>
                    <a:pt x="0" y="221933"/>
                  </a:lnTo>
                  <a:lnTo>
                    <a:pt x="2857" y="226695"/>
                  </a:lnTo>
                  <a:lnTo>
                    <a:pt x="15240" y="236696"/>
                  </a:lnTo>
                  <a:lnTo>
                    <a:pt x="12859" y="240983"/>
                  </a:lnTo>
                  <a:lnTo>
                    <a:pt x="18574" y="249555"/>
                  </a:lnTo>
                  <a:lnTo>
                    <a:pt x="27623" y="244793"/>
                  </a:lnTo>
                  <a:lnTo>
                    <a:pt x="34290" y="242888"/>
                  </a:lnTo>
                  <a:lnTo>
                    <a:pt x="42386" y="242411"/>
                  </a:lnTo>
                  <a:lnTo>
                    <a:pt x="51911" y="246697"/>
                  </a:lnTo>
                  <a:lnTo>
                    <a:pt x="60960" y="249079"/>
                  </a:lnTo>
                  <a:lnTo>
                    <a:pt x="77629" y="249555"/>
                  </a:lnTo>
                  <a:lnTo>
                    <a:pt x="83820" y="251936"/>
                  </a:lnTo>
                  <a:lnTo>
                    <a:pt x="90964" y="252889"/>
                  </a:lnTo>
                  <a:lnTo>
                    <a:pt x="97631" y="252413"/>
                  </a:lnTo>
                  <a:lnTo>
                    <a:pt x="109061" y="248126"/>
                  </a:lnTo>
                  <a:lnTo>
                    <a:pt x="114776" y="239554"/>
                  </a:lnTo>
                  <a:lnTo>
                    <a:pt x="125730" y="232410"/>
                  </a:lnTo>
                  <a:lnTo>
                    <a:pt x="128588" y="229076"/>
                  </a:lnTo>
                  <a:lnTo>
                    <a:pt x="126206" y="223361"/>
                  </a:lnTo>
                  <a:lnTo>
                    <a:pt x="120015" y="219075"/>
                  </a:lnTo>
                  <a:lnTo>
                    <a:pt x="120968" y="217646"/>
                  </a:lnTo>
                  <a:lnTo>
                    <a:pt x="125730" y="218122"/>
                  </a:lnTo>
                  <a:lnTo>
                    <a:pt x="130969" y="221456"/>
                  </a:lnTo>
                  <a:lnTo>
                    <a:pt x="132874" y="221933"/>
                  </a:lnTo>
                  <a:lnTo>
                    <a:pt x="136207" y="221933"/>
                  </a:lnTo>
                  <a:lnTo>
                    <a:pt x="139065" y="219551"/>
                  </a:lnTo>
                  <a:lnTo>
                    <a:pt x="140018" y="216694"/>
                  </a:lnTo>
                  <a:lnTo>
                    <a:pt x="139541" y="213360"/>
                  </a:lnTo>
                  <a:lnTo>
                    <a:pt x="136684" y="208597"/>
                  </a:lnTo>
                  <a:lnTo>
                    <a:pt x="136207" y="205740"/>
                  </a:lnTo>
                  <a:lnTo>
                    <a:pt x="159544" y="198120"/>
                  </a:lnTo>
                  <a:lnTo>
                    <a:pt x="165259" y="191453"/>
                  </a:lnTo>
                  <a:lnTo>
                    <a:pt x="166688" y="187643"/>
                  </a:lnTo>
                  <a:lnTo>
                    <a:pt x="166211" y="184785"/>
                  </a:lnTo>
                  <a:lnTo>
                    <a:pt x="163354" y="178594"/>
                  </a:lnTo>
                  <a:lnTo>
                    <a:pt x="161449" y="175736"/>
                  </a:lnTo>
                  <a:lnTo>
                    <a:pt x="162401" y="173355"/>
                  </a:lnTo>
                  <a:lnTo>
                    <a:pt x="175736" y="175736"/>
                  </a:lnTo>
                  <a:lnTo>
                    <a:pt x="179546" y="174308"/>
                  </a:lnTo>
                  <a:lnTo>
                    <a:pt x="181927" y="172879"/>
                  </a:lnTo>
                  <a:lnTo>
                    <a:pt x="183356" y="170021"/>
                  </a:lnTo>
                  <a:lnTo>
                    <a:pt x="183832" y="166211"/>
                  </a:lnTo>
                  <a:lnTo>
                    <a:pt x="184309" y="162401"/>
                  </a:lnTo>
                  <a:lnTo>
                    <a:pt x="186690" y="160496"/>
                  </a:lnTo>
                  <a:lnTo>
                    <a:pt x="198596" y="165735"/>
                  </a:lnTo>
                  <a:lnTo>
                    <a:pt x="201454" y="166211"/>
                  </a:lnTo>
                  <a:lnTo>
                    <a:pt x="203835" y="164306"/>
                  </a:lnTo>
                  <a:lnTo>
                    <a:pt x="204788" y="162401"/>
                  </a:lnTo>
                  <a:lnTo>
                    <a:pt x="203359" y="160496"/>
                  </a:lnTo>
                  <a:lnTo>
                    <a:pt x="203835" y="156686"/>
                  </a:lnTo>
                  <a:lnTo>
                    <a:pt x="211931" y="157163"/>
                  </a:lnTo>
                  <a:lnTo>
                    <a:pt x="215265" y="156210"/>
                  </a:lnTo>
                  <a:lnTo>
                    <a:pt x="220027" y="153353"/>
                  </a:lnTo>
                  <a:lnTo>
                    <a:pt x="222409" y="150971"/>
                  </a:lnTo>
                  <a:lnTo>
                    <a:pt x="227171" y="148114"/>
                  </a:lnTo>
                  <a:lnTo>
                    <a:pt x="229552" y="146209"/>
                  </a:lnTo>
                  <a:lnTo>
                    <a:pt x="227648" y="143351"/>
                  </a:lnTo>
                  <a:lnTo>
                    <a:pt x="220504" y="141922"/>
                  </a:lnTo>
                  <a:lnTo>
                    <a:pt x="221932" y="139065"/>
                  </a:lnTo>
                  <a:lnTo>
                    <a:pt x="228600" y="136208"/>
                  </a:lnTo>
                  <a:lnTo>
                    <a:pt x="230505" y="135731"/>
                  </a:lnTo>
                  <a:lnTo>
                    <a:pt x="234791" y="136208"/>
                  </a:lnTo>
                  <a:lnTo>
                    <a:pt x="236696" y="135255"/>
                  </a:lnTo>
                  <a:lnTo>
                    <a:pt x="240506" y="132397"/>
                  </a:lnTo>
                  <a:lnTo>
                    <a:pt x="244316" y="128588"/>
                  </a:lnTo>
                  <a:lnTo>
                    <a:pt x="251460" y="124778"/>
                  </a:lnTo>
                  <a:lnTo>
                    <a:pt x="254794" y="120491"/>
                  </a:lnTo>
                  <a:lnTo>
                    <a:pt x="258604" y="118110"/>
                  </a:lnTo>
                  <a:lnTo>
                    <a:pt x="262890" y="118586"/>
                  </a:lnTo>
                  <a:lnTo>
                    <a:pt x="267176" y="118110"/>
                  </a:lnTo>
                  <a:lnTo>
                    <a:pt x="282416" y="110490"/>
                  </a:lnTo>
                  <a:lnTo>
                    <a:pt x="315754" y="100489"/>
                  </a:lnTo>
                  <a:lnTo>
                    <a:pt x="325279" y="98584"/>
                  </a:lnTo>
                  <a:lnTo>
                    <a:pt x="336709" y="93821"/>
                  </a:lnTo>
                  <a:lnTo>
                    <a:pt x="340995" y="93821"/>
                  </a:lnTo>
                  <a:lnTo>
                    <a:pt x="357188" y="90488"/>
                  </a:lnTo>
                  <a:lnTo>
                    <a:pt x="373856" y="85725"/>
                  </a:lnTo>
                  <a:lnTo>
                    <a:pt x="389096" y="82391"/>
                  </a:lnTo>
                  <a:lnTo>
                    <a:pt x="403384" y="77629"/>
                  </a:lnTo>
                  <a:lnTo>
                    <a:pt x="426244" y="72390"/>
                  </a:lnTo>
                  <a:lnTo>
                    <a:pt x="438626" y="67628"/>
                  </a:lnTo>
                  <a:lnTo>
                    <a:pt x="446723" y="66199"/>
                  </a:lnTo>
                  <a:lnTo>
                    <a:pt x="454819" y="63341"/>
                  </a:lnTo>
                  <a:lnTo>
                    <a:pt x="462915" y="60007"/>
                  </a:lnTo>
                  <a:lnTo>
                    <a:pt x="476726" y="54293"/>
                  </a:lnTo>
                  <a:lnTo>
                    <a:pt x="490061" y="51435"/>
                  </a:lnTo>
                  <a:lnTo>
                    <a:pt x="491966" y="49054"/>
                  </a:lnTo>
                  <a:lnTo>
                    <a:pt x="503396" y="39529"/>
                  </a:lnTo>
                  <a:lnTo>
                    <a:pt x="515302" y="30956"/>
                  </a:lnTo>
                  <a:lnTo>
                    <a:pt x="513874" y="28099"/>
                  </a:lnTo>
                  <a:lnTo>
                    <a:pt x="514826" y="24765"/>
                  </a:lnTo>
                  <a:lnTo>
                    <a:pt x="516731" y="21431"/>
                  </a:lnTo>
                  <a:lnTo>
                    <a:pt x="515302" y="17621"/>
                  </a:lnTo>
                  <a:lnTo>
                    <a:pt x="514350" y="15716"/>
                  </a:lnTo>
                  <a:lnTo>
                    <a:pt x="508159" y="10001"/>
                  </a:lnTo>
                  <a:lnTo>
                    <a:pt x="501015" y="5239"/>
                  </a:lnTo>
                  <a:lnTo>
                    <a:pt x="485299" y="1429"/>
                  </a:lnTo>
                  <a:lnTo>
                    <a:pt x="472440" y="0"/>
                  </a:lnTo>
                  <a:lnTo>
                    <a:pt x="468630" y="0"/>
                  </a:lnTo>
                  <a:lnTo>
                    <a:pt x="459581" y="3334"/>
                  </a:lnTo>
                  <a:lnTo>
                    <a:pt x="444818" y="6191"/>
                  </a:lnTo>
                  <a:lnTo>
                    <a:pt x="428149" y="13335"/>
                  </a:lnTo>
                  <a:lnTo>
                    <a:pt x="418624" y="18574"/>
                  </a:lnTo>
                  <a:lnTo>
                    <a:pt x="415290" y="22860"/>
                  </a:lnTo>
                  <a:lnTo>
                    <a:pt x="411956" y="28099"/>
                  </a:lnTo>
                  <a:lnTo>
                    <a:pt x="408146" y="30480"/>
                  </a:lnTo>
                  <a:lnTo>
                    <a:pt x="404336" y="30480"/>
                  </a:lnTo>
                  <a:lnTo>
                    <a:pt x="400526" y="31432"/>
                  </a:lnTo>
                  <a:lnTo>
                    <a:pt x="392906" y="34766"/>
                  </a:lnTo>
                  <a:close/>
                </a:path>
              </a:pathLst>
            </a:custGeom>
            <a:grpFill/>
            <a:ln w="317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60B556E9-9362-49BA-8111-49BA61B5034F}"/>
                </a:ext>
              </a:extLst>
            </p:cNvPr>
            <p:cNvSpPr/>
            <p:nvPr/>
          </p:nvSpPr>
          <p:spPr>
            <a:xfrm>
              <a:off x="8394858" y="1245393"/>
              <a:ext cx="30956" cy="24764"/>
            </a:xfrm>
            <a:custGeom>
              <a:avLst/>
              <a:gdLst>
                <a:gd name="connsiteX0" fmla="*/ 8573 w 30956"/>
                <a:gd name="connsiteY0" fmla="*/ 21908 h 24764"/>
                <a:gd name="connsiteX1" fmla="*/ 27147 w 30956"/>
                <a:gd name="connsiteY1" fmla="*/ 24765 h 24764"/>
                <a:gd name="connsiteX2" fmla="*/ 29528 w 30956"/>
                <a:gd name="connsiteY2" fmla="*/ 23813 h 24764"/>
                <a:gd name="connsiteX3" fmla="*/ 30956 w 30956"/>
                <a:gd name="connsiteY3" fmla="*/ 20955 h 24764"/>
                <a:gd name="connsiteX4" fmla="*/ 30956 w 30956"/>
                <a:gd name="connsiteY4" fmla="*/ 10954 h 24764"/>
                <a:gd name="connsiteX5" fmla="*/ 26670 w 30956"/>
                <a:gd name="connsiteY5" fmla="*/ 7144 h 24764"/>
                <a:gd name="connsiteX6" fmla="*/ 24765 w 30956"/>
                <a:gd name="connsiteY6" fmla="*/ 3334 h 24764"/>
                <a:gd name="connsiteX7" fmla="*/ 18098 w 30956"/>
                <a:gd name="connsiteY7" fmla="*/ 0 h 24764"/>
                <a:gd name="connsiteX8" fmla="*/ 953 w 30956"/>
                <a:gd name="connsiteY8" fmla="*/ 12859 h 24764"/>
                <a:gd name="connsiteX9" fmla="*/ 0 w 30956"/>
                <a:gd name="connsiteY9" fmla="*/ 15716 h 24764"/>
                <a:gd name="connsiteX10" fmla="*/ 1905 w 30956"/>
                <a:gd name="connsiteY10" fmla="*/ 18574 h 2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56" h="24764">
                  <a:moveTo>
                    <a:pt x="8573" y="21908"/>
                  </a:moveTo>
                  <a:lnTo>
                    <a:pt x="27147" y="24765"/>
                  </a:lnTo>
                  <a:lnTo>
                    <a:pt x="29528" y="23813"/>
                  </a:lnTo>
                  <a:lnTo>
                    <a:pt x="30956" y="20955"/>
                  </a:lnTo>
                  <a:lnTo>
                    <a:pt x="30956" y="10954"/>
                  </a:lnTo>
                  <a:lnTo>
                    <a:pt x="26670" y="7144"/>
                  </a:lnTo>
                  <a:lnTo>
                    <a:pt x="24765" y="3334"/>
                  </a:lnTo>
                  <a:lnTo>
                    <a:pt x="18098" y="0"/>
                  </a:lnTo>
                  <a:lnTo>
                    <a:pt x="953" y="12859"/>
                  </a:lnTo>
                  <a:lnTo>
                    <a:pt x="0" y="15716"/>
                  </a:lnTo>
                  <a:lnTo>
                    <a:pt x="1905" y="18574"/>
                  </a:lnTo>
                  <a:close/>
                </a:path>
              </a:pathLst>
            </a:custGeom>
            <a:grpFill/>
            <a:ln w="317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94B49C9-E76F-4005-AC1E-CE74A8000EAA}"/>
                </a:ext>
              </a:extLst>
            </p:cNvPr>
            <p:cNvSpPr/>
            <p:nvPr/>
          </p:nvSpPr>
          <p:spPr>
            <a:xfrm>
              <a:off x="7709058" y="1410651"/>
              <a:ext cx="68103" cy="47148"/>
            </a:xfrm>
            <a:custGeom>
              <a:avLst/>
              <a:gdLst>
                <a:gd name="connsiteX0" fmla="*/ 39529 w 68103"/>
                <a:gd name="connsiteY0" fmla="*/ 45244 h 47148"/>
                <a:gd name="connsiteX1" fmla="*/ 42386 w 68103"/>
                <a:gd name="connsiteY1" fmla="*/ 46196 h 47148"/>
                <a:gd name="connsiteX2" fmla="*/ 45244 w 68103"/>
                <a:gd name="connsiteY2" fmla="*/ 46673 h 47148"/>
                <a:gd name="connsiteX3" fmla="*/ 49054 w 68103"/>
                <a:gd name="connsiteY3" fmla="*/ 46673 h 47148"/>
                <a:gd name="connsiteX4" fmla="*/ 52864 w 68103"/>
                <a:gd name="connsiteY4" fmla="*/ 45244 h 47148"/>
                <a:gd name="connsiteX5" fmla="*/ 59055 w 68103"/>
                <a:gd name="connsiteY5" fmla="*/ 47149 h 47148"/>
                <a:gd name="connsiteX6" fmla="*/ 62865 w 68103"/>
                <a:gd name="connsiteY6" fmla="*/ 45720 h 47148"/>
                <a:gd name="connsiteX7" fmla="*/ 66675 w 68103"/>
                <a:gd name="connsiteY7" fmla="*/ 44768 h 47148"/>
                <a:gd name="connsiteX8" fmla="*/ 68104 w 68103"/>
                <a:gd name="connsiteY8" fmla="*/ 40958 h 47148"/>
                <a:gd name="connsiteX9" fmla="*/ 68104 w 68103"/>
                <a:gd name="connsiteY9" fmla="*/ 35243 h 47148"/>
                <a:gd name="connsiteX10" fmla="*/ 67152 w 68103"/>
                <a:gd name="connsiteY10" fmla="*/ 32385 h 47148"/>
                <a:gd name="connsiteX11" fmla="*/ 65247 w 68103"/>
                <a:gd name="connsiteY11" fmla="*/ 30480 h 47148"/>
                <a:gd name="connsiteX12" fmla="*/ 57627 w 68103"/>
                <a:gd name="connsiteY12" fmla="*/ 27146 h 47148"/>
                <a:gd name="connsiteX13" fmla="*/ 50483 w 68103"/>
                <a:gd name="connsiteY13" fmla="*/ 21908 h 47148"/>
                <a:gd name="connsiteX14" fmla="*/ 39529 w 68103"/>
                <a:gd name="connsiteY14" fmla="*/ 16193 h 47148"/>
                <a:gd name="connsiteX15" fmla="*/ 35719 w 68103"/>
                <a:gd name="connsiteY15" fmla="*/ 13335 h 47148"/>
                <a:gd name="connsiteX16" fmla="*/ 32385 w 68103"/>
                <a:gd name="connsiteY16" fmla="*/ 9525 h 47148"/>
                <a:gd name="connsiteX17" fmla="*/ 28575 w 68103"/>
                <a:gd name="connsiteY17" fmla="*/ 6191 h 47148"/>
                <a:gd name="connsiteX18" fmla="*/ 20955 w 68103"/>
                <a:gd name="connsiteY18" fmla="*/ 1905 h 47148"/>
                <a:gd name="connsiteX19" fmla="*/ 19527 w 68103"/>
                <a:gd name="connsiteY19" fmla="*/ 476 h 47148"/>
                <a:gd name="connsiteX20" fmla="*/ 18098 w 68103"/>
                <a:gd name="connsiteY20" fmla="*/ 0 h 47148"/>
                <a:gd name="connsiteX21" fmla="*/ 10954 w 68103"/>
                <a:gd name="connsiteY21" fmla="*/ 1905 h 47148"/>
                <a:gd name="connsiteX22" fmla="*/ 6668 w 68103"/>
                <a:gd name="connsiteY22" fmla="*/ 6668 h 47148"/>
                <a:gd name="connsiteX23" fmla="*/ 4763 w 68103"/>
                <a:gd name="connsiteY23" fmla="*/ 7144 h 47148"/>
                <a:gd name="connsiteX24" fmla="*/ 1429 w 68103"/>
                <a:gd name="connsiteY24" fmla="*/ 9049 h 47148"/>
                <a:gd name="connsiteX25" fmla="*/ 0 w 68103"/>
                <a:gd name="connsiteY25" fmla="*/ 12383 h 47148"/>
                <a:gd name="connsiteX26" fmla="*/ 3334 w 68103"/>
                <a:gd name="connsiteY26" fmla="*/ 19050 h 47148"/>
                <a:gd name="connsiteX27" fmla="*/ 4286 w 68103"/>
                <a:gd name="connsiteY27" fmla="*/ 20479 h 47148"/>
                <a:gd name="connsiteX28" fmla="*/ 5239 w 68103"/>
                <a:gd name="connsiteY28" fmla="*/ 22860 h 47148"/>
                <a:gd name="connsiteX29" fmla="*/ 7144 w 68103"/>
                <a:gd name="connsiteY29" fmla="*/ 25241 h 47148"/>
                <a:gd name="connsiteX30" fmla="*/ 16193 w 68103"/>
                <a:gd name="connsiteY30" fmla="*/ 34766 h 47148"/>
                <a:gd name="connsiteX31" fmla="*/ 18098 w 68103"/>
                <a:gd name="connsiteY31" fmla="*/ 35243 h 47148"/>
                <a:gd name="connsiteX32" fmla="*/ 20479 w 68103"/>
                <a:gd name="connsiteY32" fmla="*/ 33814 h 47148"/>
                <a:gd name="connsiteX33" fmla="*/ 22860 w 68103"/>
                <a:gd name="connsiteY33" fmla="*/ 32861 h 47148"/>
                <a:gd name="connsiteX34" fmla="*/ 27147 w 68103"/>
                <a:gd name="connsiteY34" fmla="*/ 34290 h 47148"/>
                <a:gd name="connsiteX35" fmla="*/ 30956 w 68103"/>
                <a:gd name="connsiteY35" fmla="*/ 34766 h 47148"/>
                <a:gd name="connsiteX36" fmla="*/ 34766 w 68103"/>
                <a:gd name="connsiteY36" fmla="*/ 36671 h 47148"/>
                <a:gd name="connsiteX37" fmla="*/ 37624 w 68103"/>
                <a:gd name="connsiteY37" fmla="*/ 40958 h 47148"/>
                <a:gd name="connsiteX38" fmla="*/ 37624 w 68103"/>
                <a:gd name="connsiteY38" fmla="*/ 44291 h 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8103" h="47148">
                  <a:moveTo>
                    <a:pt x="39529" y="45244"/>
                  </a:moveTo>
                  <a:lnTo>
                    <a:pt x="42386" y="46196"/>
                  </a:lnTo>
                  <a:lnTo>
                    <a:pt x="45244" y="46673"/>
                  </a:lnTo>
                  <a:lnTo>
                    <a:pt x="49054" y="46673"/>
                  </a:lnTo>
                  <a:lnTo>
                    <a:pt x="52864" y="45244"/>
                  </a:lnTo>
                  <a:lnTo>
                    <a:pt x="59055" y="47149"/>
                  </a:lnTo>
                  <a:lnTo>
                    <a:pt x="62865" y="45720"/>
                  </a:lnTo>
                  <a:lnTo>
                    <a:pt x="66675" y="44768"/>
                  </a:lnTo>
                  <a:lnTo>
                    <a:pt x="68104" y="40958"/>
                  </a:lnTo>
                  <a:lnTo>
                    <a:pt x="68104" y="35243"/>
                  </a:lnTo>
                  <a:lnTo>
                    <a:pt x="67152" y="32385"/>
                  </a:lnTo>
                  <a:lnTo>
                    <a:pt x="65247" y="30480"/>
                  </a:lnTo>
                  <a:lnTo>
                    <a:pt x="57627" y="27146"/>
                  </a:lnTo>
                  <a:lnTo>
                    <a:pt x="50483" y="21908"/>
                  </a:lnTo>
                  <a:lnTo>
                    <a:pt x="39529" y="16193"/>
                  </a:lnTo>
                  <a:lnTo>
                    <a:pt x="35719" y="13335"/>
                  </a:lnTo>
                  <a:lnTo>
                    <a:pt x="32385" y="9525"/>
                  </a:lnTo>
                  <a:lnTo>
                    <a:pt x="28575" y="6191"/>
                  </a:lnTo>
                  <a:lnTo>
                    <a:pt x="20955" y="1905"/>
                  </a:lnTo>
                  <a:lnTo>
                    <a:pt x="19527" y="476"/>
                  </a:lnTo>
                  <a:lnTo>
                    <a:pt x="18098" y="0"/>
                  </a:lnTo>
                  <a:lnTo>
                    <a:pt x="10954" y="1905"/>
                  </a:lnTo>
                  <a:lnTo>
                    <a:pt x="6668" y="6668"/>
                  </a:lnTo>
                  <a:lnTo>
                    <a:pt x="4763" y="7144"/>
                  </a:lnTo>
                  <a:lnTo>
                    <a:pt x="1429" y="9049"/>
                  </a:lnTo>
                  <a:lnTo>
                    <a:pt x="0" y="12383"/>
                  </a:lnTo>
                  <a:lnTo>
                    <a:pt x="3334" y="19050"/>
                  </a:lnTo>
                  <a:lnTo>
                    <a:pt x="4286" y="20479"/>
                  </a:lnTo>
                  <a:lnTo>
                    <a:pt x="5239" y="22860"/>
                  </a:lnTo>
                  <a:lnTo>
                    <a:pt x="7144" y="25241"/>
                  </a:lnTo>
                  <a:lnTo>
                    <a:pt x="16193" y="34766"/>
                  </a:lnTo>
                  <a:lnTo>
                    <a:pt x="18098" y="35243"/>
                  </a:lnTo>
                  <a:lnTo>
                    <a:pt x="20479" y="33814"/>
                  </a:lnTo>
                  <a:lnTo>
                    <a:pt x="22860" y="32861"/>
                  </a:lnTo>
                  <a:lnTo>
                    <a:pt x="27147" y="34290"/>
                  </a:lnTo>
                  <a:lnTo>
                    <a:pt x="30956" y="34766"/>
                  </a:lnTo>
                  <a:lnTo>
                    <a:pt x="34766" y="36671"/>
                  </a:lnTo>
                  <a:lnTo>
                    <a:pt x="37624" y="40958"/>
                  </a:lnTo>
                  <a:lnTo>
                    <a:pt x="37624" y="44291"/>
                  </a:lnTo>
                  <a:close/>
                </a:path>
              </a:pathLst>
            </a:custGeom>
            <a:grpFill/>
            <a:ln w="317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FAF197E3-3625-4F1B-BCAA-453E259E4247}"/>
                </a:ext>
              </a:extLst>
            </p:cNvPr>
            <p:cNvSpPr/>
            <p:nvPr/>
          </p:nvSpPr>
          <p:spPr>
            <a:xfrm>
              <a:off x="8098631" y="1217770"/>
              <a:ext cx="58102" cy="30956"/>
            </a:xfrm>
            <a:custGeom>
              <a:avLst/>
              <a:gdLst>
                <a:gd name="connsiteX0" fmla="*/ 6668 w 58102"/>
                <a:gd name="connsiteY0" fmla="*/ 30004 h 30956"/>
                <a:gd name="connsiteX1" fmla="*/ 12859 w 58102"/>
                <a:gd name="connsiteY1" fmla="*/ 30480 h 30956"/>
                <a:gd name="connsiteX2" fmla="*/ 15240 w 58102"/>
                <a:gd name="connsiteY2" fmla="*/ 30480 h 30956"/>
                <a:gd name="connsiteX3" fmla="*/ 25241 w 58102"/>
                <a:gd name="connsiteY3" fmla="*/ 27623 h 30956"/>
                <a:gd name="connsiteX4" fmla="*/ 32861 w 58102"/>
                <a:gd name="connsiteY4" fmla="*/ 25718 h 30956"/>
                <a:gd name="connsiteX5" fmla="*/ 48577 w 58102"/>
                <a:gd name="connsiteY5" fmla="*/ 22860 h 30956"/>
                <a:gd name="connsiteX6" fmla="*/ 57626 w 58102"/>
                <a:gd name="connsiteY6" fmla="*/ 22384 h 30956"/>
                <a:gd name="connsiteX7" fmla="*/ 58102 w 58102"/>
                <a:gd name="connsiteY7" fmla="*/ 19050 h 30956"/>
                <a:gd name="connsiteX8" fmla="*/ 56674 w 58102"/>
                <a:gd name="connsiteY8" fmla="*/ 15240 h 30956"/>
                <a:gd name="connsiteX9" fmla="*/ 51435 w 58102"/>
                <a:gd name="connsiteY9" fmla="*/ 11430 h 30956"/>
                <a:gd name="connsiteX10" fmla="*/ 48577 w 58102"/>
                <a:gd name="connsiteY10" fmla="*/ 9525 h 30956"/>
                <a:gd name="connsiteX11" fmla="*/ 44291 w 58102"/>
                <a:gd name="connsiteY11" fmla="*/ 4286 h 30956"/>
                <a:gd name="connsiteX12" fmla="*/ 41434 w 58102"/>
                <a:gd name="connsiteY12" fmla="*/ 2381 h 30956"/>
                <a:gd name="connsiteX13" fmla="*/ 37148 w 58102"/>
                <a:gd name="connsiteY13" fmla="*/ 952 h 30956"/>
                <a:gd name="connsiteX14" fmla="*/ 34290 w 58102"/>
                <a:gd name="connsiteY14" fmla="*/ 0 h 30956"/>
                <a:gd name="connsiteX15" fmla="*/ 14288 w 58102"/>
                <a:gd name="connsiteY15" fmla="*/ 2381 h 30956"/>
                <a:gd name="connsiteX16" fmla="*/ 7620 w 58102"/>
                <a:gd name="connsiteY16" fmla="*/ 4763 h 30956"/>
                <a:gd name="connsiteX17" fmla="*/ 2381 w 58102"/>
                <a:gd name="connsiteY17" fmla="*/ 10001 h 30956"/>
                <a:gd name="connsiteX18" fmla="*/ 3334 w 58102"/>
                <a:gd name="connsiteY18" fmla="*/ 19050 h 30956"/>
                <a:gd name="connsiteX19" fmla="*/ 1905 w 58102"/>
                <a:gd name="connsiteY19" fmla="*/ 22384 h 30956"/>
                <a:gd name="connsiteX20" fmla="*/ 0 w 58102"/>
                <a:gd name="connsiteY20" fmla="*/ 25241 h 30956"/>
                <a:gd name="connsiteX21" fmla="*/ 0 w 58102"/>
                <a:gd name="connsiteY21" fmla="*/ 28099 h 30956"/>
                <a:gd name="connsiteX22" fmla="*/ 3810 w 58102"/>
                <a:gd name="connsiteY22" fmla="*/ 30956 h 3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02" h="30956">
                  <a:moveTo>
                    <a:pt x="6668" y="30004"/>
                  </a:moveTo>
                  <a:lnTo>
                    <a:pt x="12859" y="30480"/>
                  </a:lnTo>
                  <a:lnTo>
                    <a:pt x="15240" y="30480"/>
                  </a:lnTo>
                  <a:lnTo>
                    <a:pt x="25241" y="27623"/>
                  </a:lnTo>
                  <a:lnTo>
                    <a:pt x="32861" y="25718"/>
                  </a:lnTo>
                  <a:lnTo>
                    <a:pt x="48577" y="22860"/>
                  </a:lnTo>
                  <a:lnTo>
                    <a:pt x="57626" y="22384"/>
                  </a:lnTo>
                  <a:lnTo>
                    <a:pt x="58102" y="19050"/>
                  </a:lnTo>
                  <a:lnTo>
                    <a:pt x="56674" y="15240"/>
                  </a:lnTo>
                  <a:lnTo>
                    <a:pt x="51435" y="11430"/>
                  </a:lnTo>
                  <a:lnTo>
                    <a:pt x="48577" y="9525"/>
                  </a:lnTo>
                  <a:lnTo>
                    <a:pt x="44291" y="4286"/>
                  </a:lnTo>
                  <a:lnTo>
                    <a:pt x="41434" y="2381"/>
                  </a:lnTo>
                  <a:lnTo>
                    <a:pt x="37148" y="952"/>
                  </a:lnTo>
                  <a:lnTo>
                    <a:pt x="34290" y="0"/>
                  </a:lnTo>
                  <a:lnTo>
                    <a:pt x="14288" y="2381"/>
                  </a:lnTo>
                  <a:lnTo>
                    <a:pt x="7620" y="4763"/>
                  </a:lnTo>
                  <a:lnTo>
                    <a:pt x="2381" y="10001"/>
                  </a:lnTo>
                  <a:lnTo>
                    <a:pt x="3334" y="19050"/>
                  </a:lnTo>
                  <a:lnTo>
                    <a:pt x="1905" y="22384"/>
                  </a:lnTo>
                  <a:lnTo>
                    <a:pt x="0" y="25241"/>
                  </a:lnTo>
                  <a:lnTo>
                    <a:pt x="0" y="28099"/>
                  </a:lnTo>
                  <a:lnTo>
                    <a:pt x="3810" y="30956"/>
                  </a:lnTo>
                  <a:close/>
                </a:path>
              </a:pathLst>
            </a:custGeom>
            <a:grpFill/>
            <a:ln w="317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18C51D5-CFAE-4CBA-B472-219D30F85AF2}"/>
                </a:ext>
              </a:extLst>
            </p:cNvPr>
            <p:cNvSpPr/>
            <p:nvPr/>
          </p:nvSpPr>
          <p:spPr>
            <a:xfrm>
              <a:off x="8334851" y="1274920"/>
              <a:ext cx="50959" cy="22383"/>
            </a:xfrm>
            <a:custGeom>
              <a:avLst/>
              <a:gdLst>
                <a:gd name="connsiteX0" fmla="*/ 17145 w 50959"/>
                <a:gd name="connsiteY0" fmla="*/ 4286 h 22383"/>
                <a:gd name="connsiteX1" fmla="*/ 13335 w 50959"/>
                <a:gd name="connsiteY1" fmla="*/ 9525 h 22383"/>
                <a:gd name="connsiteX2" fmla="*/ 9525 w 50959"/>
                <a:gd name="connsiteY2" fmla="*/ 12383 h 22383"/>
                <a:gd name="connsiteX3" fmla="*/ 953 w 50959"/>
                <a:gd name="connsiteY3" fmla="*/ 17145 h 22383"/>
                <a:gd name="connsiteX4" fmla="*/ 0 w 50959"/>
                <a:gd name="connsiteY4" fmla="*/ 20002 h 22383"/>
                <a:gd name="connsiteX5" fmla="*/ 1429 w 50959"/>
                <a:gd name="connsiteY5" fmla="*/ 21431 h 22383"/>
                <a:gd name="connsiteX6" fmla="*/ 9525 w 50959"/>
                <a:gd name="connsiteY6" fmla="*/ 22384 h 22383"/>
                <a:gd name="connsiteX7" fmla="*/ 25718 w 50959"/>
                <a:gd name="connsiteY7" fmla="*/ 21908 h 22383"/>
                <a:gd name="connsiteX8" fmla="*/ 30956 w 50959"/>
                <a:gd name="connsiteY8" fmla="*/ 20955 h 22383"/>
                <a:gd name="connsiteX9" fmla="*/ 38576 w 50959"/>
                <a:gd name="connsiteY9" fmla="*/ 15240 h 22383"/>
                <a:gd name="connsiteX10" fmla="*/ 43815 w 50959"/>
                <a:gd name="connsiteY10" fmla="*/ 13811 h 22383"/>
                <a:gd name="connsiteX11" fmla="*/ 50959 w 50959"/>
                <a:gd name="connsiteY11" fmla="*/ 9525 h 22383"/>
                <a:gd name="connsiteX12" fmla="*/ 50482 w 50959"/>
                <a:gd name="connsiteY12" fmla="*/ 8096 h 22383"/>
                <a:gd name="connsiteX13" fmla="*/ 48101 w 50959"/>
                <a:gd name="connsiteY13" fmla="*/ 5239 h 22383"/>
                <a:gd name="connsiteX14" fmla="*/ 30004 w 50959"/>
                <a:gd name="connsiteY14" fmla="*/ 0 h 22383"/>
                <a:gd name="connsiteX15" fmla="*/ 24289 w 50959"/>
                <a:gd name="connsiteY15" fmla="*/ 0 h 22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959" h="22383">
                  <a:moveTo>
                    <a:pt x="17145" y="4286"/>
                  </a:moveTo>
                  <a:lnTo>
                    <a:pt x="13335" y="9525"/>
                  </a:lnTo>
                  <a:lnTo>
                    <a:pt x="9525" y="12383"/>
                  </a:lnTo>
                  <a:lnTo>
                    <a:pt x="953" y="17145"/>
                  </a:lnTo>
                  <a:lnTo>
                    <a:pt x="0" y="20002"/>
                  </a:lnTo>
                  <a:lnTo>
                    <a:pt x="1429" y="21431"/>
                  </a:lnTo>
                  <a:lnTo>
                    <a:pt x="9525" y="22384"/>
                  </a:lnTo>
                  <a:lnTo>
                    <a:pt x="25718" y="21908"/>
                  </a:lnTo>
                  <a:lnTo>
                    <a:pt x="30956" y="20955"/>
                  </a:lnTo>
                  <a:lnTo>
                    <a:pt x="38576" y="15240"/>
                  </a:lnTo>
                  <a:lnTo>
                    <a:pt x="43815" y="13811"/>
                  </a:lnTo>
                  <a:lnTo>
                    <a:pt x="50959" y="9525"/>
                  </a:lnTo>
                  <a:lnTo>
                    <a:pt x="50482" y="8096"/>
                  </a:lnTo>
                  <a:lnTo>
                    <a:pt x="48101" y="5239"/>
                  </a:lnTo>
                  <a:lnTo>
                    <a:pt x="30004" y="0"/>
                  </a:lnTo>
                  <a:lnTo>
                    <a:pt x="24289" y="0"/>
                  </a:lnTo>
                  <a:close/>
                </a:path>
              </a:pathLst>
            </a:custGeom>
            <a:grpFill/>
            <a:ln w="317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B4069F1-1B6A-4349-82F8-3BEC0B4CB5DC}"/>
                </a:ext>
              </a:extLst>
            </p:cNvPr>
            <p:cNvSpPr/>
            <p:nvPr/>
          </p:nvSpPr>
          <p:spPr>
            <a:xfrm>
              <a:off x="7349966" y="2648425"/>
              <a:ext cx="2381" cy="7143"/>
            </a:xfrm>
            <a:custGeom>
              <a:avLst/>
              <a:gdLst>
                <a:gd name="connsiteX0" fmla="*/ 0 w 2381"/>
                <a:gd name="connsiteY0" fmla="*/ 3334 h 7143"/>
                <a:gd name="connsiteX1" fmla="*/ 1428 w 2381"/>
                <a:gd name="connsiteY1" fmla="*/ 7144 h 7143"/>
                <a:gd name="connsiteX2" fmla="*/ 1905 w 2381"/>
                <a:gd name="connsiteY2" fmla="*/ 6667 h 7143"/>
                <a:gd name="connsiteX3" fmla="*/ 2381 w 2381"/>
                <a:gd name="connsiteY3" fmla="*/ 3810 h 7143"/>
                <a:gd name="connsiteX4" fmla="*/ 952 w 2381"/>
                <a:gd name="connsiteY4" fmla="*/ 0 h 7143"/>
                <a:gd name="connsiteX5" fmla="*/ 0 w 2381"/>
                <a:gd name="connsiteY5" fmla="*/ 952 h 7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 h="7143">
                  <a:moveTo>
                    <a:pt x="0" y="3334"/>
                  </a:moveTo>
                  <a:lnTo>
                    <a:pt x="1428" y="7144"/>
                  </a:lnTo>
                  <a:lnTo>
                    <a:pt x="1905" y="6667"/>
                  </a:lnTo>
                  <a:lnTo>
                    <a:pt x="2381" y="3810"/>
                  </a:lnTo>
                  <a:lnTo>
                    <a:pt x="952" y="0"/>
                  </a:lnTo>
                  <a:lnTo>
                    <a:pt x="0" y="952"/>
                  </a:lnTo>
                  <a:close/>
                </a:path>
              </a:pathLst>
            </a:custGeom>
            <a:grpFill/>
            <a:ln w="317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091E6C36-B4E1-4028-9AC5-559E34CF0FA3}"/>
                </a:ext>
              </a:extLst>
            </p:cNvPr>
            <p:cNvSpPr/>
            <p:nvPr/>
          </p:nvSpPr>
          <p:spPr>
            <a:xfrm>
              <a:off x="6650355" y="927258"/>
              <a:ext cx="5542597" cy="1903571"/>
            </a:xfrm>
            <a:custGeom>
              <a:avLst/>
              <a:gdLst>
                <a:gd name="connsiteX0" fmla="*/ 5540693 w 5542597"/>
                <a:gd name="connsiteY0" fmla="*/ 736759 h 1903571"/>
                <a:gd name="connsiteX1" fmla="*/ 5537359 w 5542597"/>
                <a:gd name="connsiteY1" fmla="*/ 735330 h 1903571"/>
                <a:gd name="connsiteX2" fmla="*/ 5524976 w 5542597"/>
                <a:gd name="connsiteY2" fmla="*/ 734854 h 1903571"/>
                <a:gd name="connsiteX3" fmla="*/ 5526881 w 5542597"/>
                <a:gd name="connsiteY3" fmla="*/ 733425 h 1903571"/>
                <a:gd name="connsiteX4" fmla="*/ 5526405 w 5542597"/>
                <a:gd name="connsiteY4" fmla="*/ 731520 h 1903571"/>
                <a:gd name="connsiteX5" fmla="*/ 5524976 w 5542597"/>
                <a:gd name="connsiteY5" fmla="*/ 729139 h 1903571"/>
                <a:gd name="connsiteX6" fmla="*/ 5523072 w 5542597"/>
                <a:gd name="connsiteY6" fmla="*/ 728186 h 1903571"/>
                <a:gd name="connsiteX7" fmla="*/ 5521166 w 5542597"/>
                <a:gd name="connsiteY7" fmla="*/ 727710 h 1903571"/>
                <a:gd name="connsiteX8" fmla="*/ 5516880 w 5542597"/>
                <a:gd name="connsiteY8" fmla="*/ 729139 h 1903571"/>
                <a:gd name="connsiteX9" fmla="*/ 5512593 w 5542597"/>
                <a:gd name="connsiteY9" fmla="*/ 730568 h 1903571"/>
                <a:gd name="connsiteX10" fmla="*/ 5514975 w 5542597"/>
                <a:gd name="connsiteY10" fmla="*/ 728186 h 1903571"/>
                <a:gd name="connsiteX11" fmla="*/ 5517356 w 5542597"/>
                <a:gd name="connsiteY11" fmla="*/ 726758 h 1903571"/>
                <a:gd name="connsiteX12" fmla="*/ 5515928 w 5542597"/>
                <a:gd name="connsiteY12" fmla="*/ 725329 h 1903571"/>
                <a:gd name="connsiteX13" fmla="*/ 5514499 w 5542597"/>
                <a:gd name="connsiteY13" fmla="*/ 724376 h 1903571"/>
                <a:gd name="connsiteX14" fmla="*/ 5501641 w 5542597"/>
                <a:gd name="connsiteY14" fmla="*/ 714851 h 1903571"/>
                <a:gd name="connsiteX15" fmla="*/ 5494497 w 5542597"/>
                <a:gd name="connsiteY15" fmla="*/ 711041 h 1903571"/>
                <a:gd name="connsiteX16" fmla="*/ 5486876 w 5542597"/>
                <a:gd name="connsiteY16" fmla="*/ 706279 h 1903571"/>
                <a:gd name="connsiteX17" fmla="*/ 5480209 w 5542597"/>
                <a:gd name="connsiteY17" fmla="*/ 698183 h 1903571"/>
                <a:gd name="connsiteX18" fmla="*/ 5472112 w 5542597"/>
                <a:gd name="connsiteY18" fmla="*/ 691991 h 1903571"/>
                <a:gd name="connsiteX19" fmla="*/ 5464493 w 5542597"/>
                <a:gd name="connsiteY19" fmla="*/ 689610 h 1903571"/>
                <a:gd name="connsiteX20" fmla="*/ 5455920 w 5542597"/>
                <a:gd name="connsiteY20" fmla="*/ 690086 h 1903571"/>
                <a:gd name="connsiteX21" fmla="*/ 5450205 w 5542597"/>
                <a:gd name="connsiteY21" fmla="*/ 688658 h 1903571"/>
                <a:gd name="connsiteX22" fmla="*/ 5444014 w 5542597"/>
                <a:gd name="connsiteY22" fmla="*/ 686753 h 1903571"/>
                <a:gd name="connsiteX23" fmla="*/ 5431155 w 5542597"/>
                <a:gd name="connsiteY23" fmla="*/ 684371 h 1903571"/>
                <a:gd name="connsiteX24" fmla="*/ 5431155 w 5542597"/>
                <a:gd name="connsiteY24" fmla="*/ 686276 h 1903571"/>
                <a:gd name="connsiteX25" fmla="*/ 5445443 w 5542597"/>
                <a:gd name="connsiteY25" fmla="*/ 689134 h 1903571"/>
                <a:gd name="connsiteX26" fmla="*/ 5447824 w 5542597"/>
                <a:gd name="connsiteY26" fmla="*/ 690563 h 1903571"/>
                <a:gd name="connsiteX27" fmla="*/ 5446872 w 5542597"/>
                <a:gd name="connsiteY27" fmla="*/ 691991 h 1903571"/>
                <a:gd name="connsiteX28" fmla="*/ 5443537 w 5542597"/>
                <a:gd name="connsiteY28" fmla="*/ 692468 h 1903571"/>
                <a:gd name="connsiteX29" fmla="*/ 5432584 w 5542597"/>
                <a:gd name="connsiteY29" fmla="*/ 691515 h 1903571"/>
                <a:gd name="connsiteX30" fmla="*/ 5429250 w 5542597"/>
                <a:gd name="connsiteY30" fmla="*/ 690563 h 1903571"/>
                <a:gd name="connsiteX31" fmla="*/ 5426393 w 5542597"/>
                <a:gd name="connsiteY31" fmla="*/ 688181 h 1903571"/>
                <a:gd name="connsiteX32" fmla="*/ 5424964 w 5542597"/>
                <a:gd name="connsiteY32" fmla="*/ 688658 h 1903571"/>
                <a:gd name="connsiteX33" fmla="*/ 5423535 w 5542597"/>
                <a:gd name="connsiteY33" fmla="*/ 690086 h 1903571"/>
                <a:gd name="connsiteX34" fmla="*/ 5424012 w 5542597"/>
                <a:gd name="connsiteY34" fmla="*/ 692944 h 1903571"/>
                <a:gd name="connsiteX35" fmla="*/ 5425441 w 5542597"/>
                <a:gd name="connsiteY35" fmla="*/ 695801 h 1903571"/>
                <a:gd name="connsiteX36" fmla="*/ 5422583 w 5542597"/>
                <a:gd name="connsiteY36" fmla="*/ 697230 h 1903571"/>
                <a:gd name="connsiteX37" fmla="*/ 5419725 w 5542597"/>
                <a:gd name="connsiteY37" fmla="*/ 696754 h 1903571"/>
                <a:gd name="connsiteX38" fmla="*/ 5419725 w 5542597"/>
                <a:gd name="connsiteY38" fmla="*/ 693420 h 1903571"/>
                <a:gd name="connsiteX39" fmla="*/ 5420201 w 5542597"/>
                <a:gd name="connsiteY39" fmla="*/ 690563 h 1903571"/>
                <a:gd name="connsiteX40" fmla="*/ 5423535 w 5542597"/>
                <a:gd name="connsiteY40" fmla="*/ 686276 h 1903571"/>
                <a:gd name="connsiteX41" fmla="*/ 5425441 w 5542597"/>
                <a:gd name="connsiteY41" fmla="*/ 684848 h 1903571"/>
                <a:gd name="connsiteX42" fmla="*/ 5425916 w 5542597"/>
                <a:gd name="connsiteY42" fmla="*/ 683895 h 1903571"/>
                <a:gd name="connsiteX43" fmla="*/ 5414487 w 5542597"/>
                <a:gd name="connsiteY43" fmla="*/ 681990 h 1903571"/>
                <a:gd name="connsiteX44" fmla="*/ 5411153 w 5542597"/>
                <a:gd name="connsiteY44" fmla="*/ 680561 h 1903571"/>
                <a:gd name="connsiteX45" fmla="*/ 5408295 w 5542597"/>
                <a:gd name="connsiteY45" fmla="*/ 679609 h 1903571"/>
                <a:gd name="connsiteX46" fmla="*/ 5401151 w 5542597"/>
                <a:gd name="connsiteY46" fmla="*/ 681990 h 1903571"/>
                <a:gd name="connsiteX47" fmla="*/ 5382101 w 5542597"/>
                <a:gd name="connsiteY47" fmla="*/ 681990 h 1903571"/>
                <a:gd name="connsiteX48" fmla="*/ 5378768 w 5542597"/>
                <a:gd name="connsiteY48" fmla="*/ 682943 h 1903571"/>
                <a:gd name="connsiteX49" fmla="*/ 5378291 w 5542597"/>
                <a:gd name="connsiteY49" fmla="*/ 684371 h 1903571"/>
                <a:gd name="connsiteX50" fmla="*/ 5379720 w 5542597"/>
                <a:gd name="connsiteY50" fmla="*/ 685324 h 1903571"/>
                <a:gd name="connsiteX51" fmla="*/ 5382578 w 5542597"/>
                <a:gd name="connsiteY51" fmla="*/ 685800 h 1903571"/>
                <a:gd name="connsiteX52" fmla="*/ 5385435 w 5542597"/>
                <a:gd name="connsiteY52" fmla="*/ 685800 h 1903571"/>
                <a:gd name="connsiteX53" fmla="*/ 5387816 w 5542597"/>
                <a:gd name="connsiteY53" fmla="*/ 688181 h 1903571"/>
                <a:gd name="connsiteX54" fmla="*/ 5392103 w 5542597"/>
                <a:gd name="connsiteY54" fmla="*/ 689134 h 1903571"/>
                <a:gd name="connsiteX55" fmla="*/ 5394484 w 5542597"/>
                <a:gd name="connsiteY55" fmla="*/ 691515 h 1903571"/>
                <a:gd name="connsiteX56" fmla="*/ 5395912 w 5542597"/>
                <a:gd name="connsiteY56" fmla="*/ 695325 h 1903571"/>
                <a:gd name="connsiteX57" fmla="*/ 5396866 w 5542597"/>
                <a:gd name="connsiteY57" fmla="*/ 697706 h 1903571"/>
                <a:gd name="connsiteX58" fmla="*/ 5396866 w 5542597"/>
                <a:gd name="connsiteY58" fmla="*/ 700564 h 1903571"/>
                <a:gd name="connsiteX59" fmla="*/ 5395437 w 5542597"/>
                <a:gd name="connsiteY59" fmla="*/ 705803 h 1903571"/>
                <a:gd name="connsiteX60" fmla="*/ 5392579 w 5542597"/>
                <a:gd name="connsiteY60" fmla="*/ 707708 h 1903571"/>
                <a:gd name="connsiteX61" fmla="*/ 5389245 w 5542597"/>
                <a:gd name="connsiteY61" fmla="*/ 709136 h 1903571"/>
                <a:gd name="connsiteX62" fmla="*/ 5390674 w 5542597"/>
                <a:gd name="connsiteY62" fmla="*/ 711994 h 1903571"/>
                <a:gd name="connsiteX63" fmla="*/ 5394008 w 5542597"/>
                <a:gd name="connsiteY63" fmla="*/ 714375 h 1903571"/>
                <a:gd name="connsiteX64" fmla="*/ 5400199 w 5542597"/>
                <a:gd name="connsiteY64" fmla="*/ 715328 h 1903571"/>
                <a:gd name="connsiteX65" fmla="*/ 5402580 w 5542597"/>
                <a:gd name="connsiteY65" fmla="*/ 717233 h 1903571"/>
                <a:gd name="connsiteX66" fmla="*/ 5404962 w 5542597"/>
                <a:gd name="connsiteY66" fmla="*/ 720090 h 1903571"/>
                <a:gd name="connsiteX67" fmla="*/ 5403056 w 5542597"/>
                <a:gd name="connsiteY67" fmla="*/ 723900 h 1903571"/>
                <a:gd name="connsiteX68" fmla="*/ 5400675 w 5542597"/>
                <a:gd name="connsiteY68" fmla="*/ 727234 h 1903571"/>
                <a:gd name="connsiteX69" fmla="*/ 5398770 w 5542597"/>
                <a:gd name="connsiteY69" fmla="*/ 728663 h 1903571"/>
                <a:gd name="connsiteX70" fmla="*/ 5397341 w 5542597"/>
                <a:gd name="connsiteY70" fmla="*/ 730568 h 1903571"/>
                <a:gd name="connsiteX71" fmla="*/ 5396389 w 5542597"/>
                <a:gd name="connsiteY71" fmla="*/ 731520 h 1903571"/>
                <a:gd name="connsiteX72" fmla="*/ 5394960 w 5542597"/>
                <a:gd name="connsiteY72" fmla="*/ 731520 h 1903571"/>
                <a:gd name="connsiteX73" fmla="*/ 5396866 w 5542597"/>
                <a:gd name="connsiteY73" fmla="*/ 722948 h 1903571"/>
                <a:gd name="connsiteX74" fmla="*/ 5394484 w 5542597"/>
                <a:gd name="connsiteY74" fmla="*/ 718185 h 1903571"/>
                <a:gd name="connsiteX75" fmla="*/ 5390197 w 5542597"/>
                <a:gd name="connsiteY75" fmla="*/ 719138 h 1903571"/>
                <a:gd name="connsiteX76" fmla="*/ 5388768 w 5542597"/>
                <a:gd name="connsiteY76" fmla="*/ 720566 h 1903571"/>
                <a:gd name="connsiteX77" fmla="*/ 5384959 w 5542597"/>
                <a:gd name="connsiteY77" fmla="*/ 724853 h 1903571"/>
                <a:gd name="connsiteX78" fmla="*/ 5384006 w 5542597"/>
                <a:gd name="connsiteY78" fmla="*/ 725329 h 1903571"/>
                <a:gd name="connsiteX79" fmla="*/ 5383054 w 5542597"/>
                <a:gd name="connsiteY79" fmla="*/ 723900 h 1903571"/>
                <a:gd name="connsiteX80" fmla="*/ 5381625 w 5542597"/>
                <a:gd name="connsiteY80" fmla="*/ 720566 h 1903571"/>
                <a:gd name="connsiteX81" fmla="*/ 5381149 w 5542597"/>
                <a:gd name="connsiteY81" fmla="*/ 716756 h 1903571"/>
                <a:gd name="connsiteX82" fmla="*/ 5380197 w 5542597"/>
                <a:gd name="connsiteY82" fmla="*/ 714375 h 1903571"/>
                <a:gd name="connsiteX83" fmla="*/ 5376387 w 5542597"/>
                <a:gd name="connsiteY83" fmla="*/ 711518 h 1903571"/>
                <a:gd name="connsiteX84" fmla="*/ 5374481 w 5542597"/>
                <a:gd name="connsiteY84" fmla="*/ 710565 h 1903571"/>
                <a:gd name="connsiteX85" fmla="*/ 5367814 w 5542597"/>
                <a:gd name="connsiteY85" fmla="*/ 710089 h 1903571"/>
                <a:gd name="connsiteX86" fmla="*/ 5365909 w 5542597"/>
                <a:gd name="connsiteY86" fmla="*/ 709613 h 1903571"/>
                <a:gd name="connsiteX87" fmla="*/ 5367814 w 5542597"/>
                <a:gd name="connsiteY87" fmla="*/ 703898 h 1903571"/>
                <a:gd name="connsiteX88" fmla="*/ 5371147 w 5542597"/>
                <a:gd name="connsiteY88" fmla="*/ 700564 h 1903571"/>
                <a:gd name="connsiteX89" fmla="*/ 5370672 w 5542597"/>
                <a:gd name="connsiteY89" fmla="*/ 692944 h 1903571"/>
                <a:gd name="connsiteX90" fmla="*/ 5369243 w 5542597"/>
                <a:gd name="connsiteY90" fmla="*/ 690086 h 1903571"/>
                <a:gd name="connsiteX91" fmla="*/ 5367337 w 5542597"/>
                <a:gd name="connsiteY91" fmla="*/ 688181 h 1903571"/>
                <a:gd name="connsiteX92" fmla="*/ 5365433 w 5542597"/>
                <a:gd name="connsiteY92" fmla="*/ 682943 h 1903571"/>
                <a:gd name="connsiteX93" fmla="*/ 5365433 w 5542597"/>
                <a:gd name="connsiteY93" fmla="*/ 676275 h 1903571"/>
                <a:gd name="connsiteX94" fmla="*/ 5367814 w 5542597"/>
                <a:gd name="connsiteY94" fmla="*/ 672465 h 1903571"/>
                <a:gd name="connsiteX95" fmla="*/ 5368291 w 5542597"/>
                <a:gd name="connsiteY95" fmla="*/ 668179 h 1903571"/>
                <a:gd name="connsiteX96" fmla="*/ 5365909 w 5542597"/>
                <a:gd name="connsiteY96" fmla="*/ 664845 h 1903571"/>
                <a:gd name="connsiteX97" fmla="*/ 5363051 w 5542597"/>
                <a:gd name="connsiteY97" fmla="*/ 662940 h 1903571"/>
                <a:gd name="connsiteX98" fmla="*/ 5361147 w 5542597"/>
                <a:gd name="connsiteY98" fmla="*/ 664369 h 1903571"/>
                <a:gd name="connsiteX99" fmla="*/ 5359241 w 5542597"/>
                <a:gd name="connsiteY99" fmla="*/ 666274 h 1903571"/>
                <a:gd name="connsiteX100" fmla="*/ 5357812 w 5542597"/>
                <a:gd name="connsiteY100" fmla="*/ 667226 h 1903571"/>
                <a:gd name="connsiteX101" fmla="*/ 5350668 w 5542597"/>
                <a:gd name="connsiteY101" fmla="*/ 667703 h 1903571"/>
                <a:gd name="connsiteX102" fmla="*/ 5355431 w 5542597"/>
                <a:gd name="connsiteY102" fmla="*/ 662464 h 1903571"/>
                <a:gd name="connsiteX103" fmla="*/ 5354955 w 5542597"/>
                <a:gd name="connsiteY103" fmla="*/ 658178 h 1903571"/>
                <a:gd name="connsiteX104" fmla="*/ 5354003 w 5542597"/>
                <a:gd name="connsiteY104" fmla="*/ 655796 h 1903571"/>
                <a:gd name="connsiteX105" fmla="*/ 5352574 w 5542597"/>
                <a:gd name="connsiteY105" fmla="*/ 653415 h 1903571"/>
                <a:gd name="connsiteX106" fmla="*/ 5351622 w 5542597"/>
                <a:gd name="connsiteY106" fmla="*/ 649129 h 1903571"/>
                <a:gd name="connsiteX107" fmla="*/ 5298281 w 5542597"/>
                <a:gd name="connsiteY107" fmla="*/ 623411 h 1903571"/>
                <a:gd name="connsiteX108" fmla="*/ 5289233 w 5542597"/>
                <a:gd name="connsiteY108" fmla="*/ 620078 h 1903571"/>
                <a:gd name="connsiteX109" fmla="*/ 5284947 w 5542597"/>
                <a:gd name="connsiteY109" fmla="*/ 617696 h 1903571"/>
                <a:gd name="connsiteX110" fmla="*/ 5281137 w 5542597"/>
                <a:gd name="connsiteY110" fmla="*/ 616268 h 1903571"/>
                <a:gd name="connsiteX111" fmla="*/ 5277326 w 5542597"/>
                <a:gd name="connsiteY111" fmla="*/ 616744 h 1903571"/>
                <a:gd name="connsiteX112" fmla="*/ 5274945 w 5542597"/>
                <a:gd name="connsiteY112" fmla="*/ 617220 h 1903571"/>
                <a:gd name="connsiteX113" fmla="*/ 5273516 w 5542597"/>
                <a:gd name="connsiteY113" fmla="*/ 616268 h 1903571"/>
                <a:gd name="connsiteX114" fmla="*/ 5274945 w 5542597"/>
                <a:gd name="connsiteY114" fmla="*/ 613886 h 1903571"/>
                <a:gd name="connsiteX115" fmla="*/ 5277326 w 5542597"/>
                <a:gd name="connsiteY115" fmla="*/ 613410 h 1903571"/>
                <a:gd name="connsiteX116" fmla="*/ 5272087 w 5542597"/>
                <a:gd name="connsiteY116" fmla="*/ 609124 h 1903571"/>
                <a:gd name="connsiteX117" fmla="*/ 5252562 w 5542597"/>
                <a:gd name="connsiteY117" fmla="*/ 598646 h 1903571"/>
                <a:gd name="connsiteX118" fmla="*/ 5248275 w 5542597"/>
                <a:gd name="connsiteY118" fmla="*/ 597218 h 1903571"/>
                <a:gd name="connsiteX119" fmla="*/ 5251609 w 5542597"/>
                <a:gd name="connsiteY119" fmla="*/ 600075 h 1903571"/>
                <a:gd name="connsiteX120" fmla="*/ 5265897 w 5542597"/>
                <a:gd name="connsiteY120" fmla="*/ 608171 h 1903571"/>
                <a:gd name="connsiteX121" fmla="*/ 5268278 w 5542597"/>
                <a:gd name="connsiteY121" fmla="*/ 610553 h 1903571"/>
                <a:gd name="connsiteX122" fmla="*/ 5263991 w 5542597"/>
                <a:gd name="connsiteY122" fmla="*/ 613886 h 1903571"/>
                <a:gd name="connsiteX123" fmla="*/ 5259229 w 5542597"/>
                <a:gd name="connsiteY123" fmla="*/ 614839 h 1903571"/>
                <a:gd name="connsiteX124" fmla="*/ 5260658 w 5542597"/>
                <a:gd name="connsiteY124" fmla="*/ 611505 h 1903571"/>
                <a:gd name="connsiteX125" fmla="*/ 5259705 w 5542597"/>
                <a:gd name="connsiteY125" fmla="*/ 607695 h 1903571"/>
                <a:gd name="connsiteX126" fmla="*/ 5257800 w 5542597"/>
                <a:gd name="connsiteY126" fmla="*/ 605790 h 1903571"/>
                <a:gd name="connsiteX127" fmla="*/ 5253037 w 5542597"/>
                <a:gd name="connsiteY127" fmla="*/ 603409 h 1903571"/>
                <a:gd name="connsiteX128" fmla="*/ 5244941 w 5542597"/>
                <a:gd name="connsiteY128" fmla="*/ 601028 h 1903571"/>
                <a:gd name="connsiteX129" fmla="*/ 5237797 w 5542597"/>
                <a:gd name="connsiteY129" fmla="*/ 598646 h 1903571"/>
                <a:gd name="connsiteX130" fmla="*/ 5236368 w 5542597"/>
                <a:gd name="connsiteY130" fmla="*/ 595789 h 1903571"/>
                <a:gd name="connsiteX131" fmla="*/ 5235416 w 5542597"/>
                <a:gd name="connsiteY131" fmla="*/ 591979 h 1903571"/>
                <a:gd name="connsiteX132" fmla="*/ 5240179 w 5542597"/>
                <a:gd name="connsiteY132" fmla="*/ 595313 h 1903571"/>
                <a:gd name="connsiteX133" fmla="*/ 5243037 w 5542597"/>
                <a:gd name="connsiteY133" fmla="*/ 596265 h 1903571"/>
                <a:gd name="connsiteX134" fmla="*/ 5237797 w 5542597"/>
                <a:gd name="connsiteY134" fmla="*/ 591026 h 1903571"/>
                <a:gd name="connsiteX135" fmla="*/ 5231606 w 5542597"/>
                <a:gd name="connsiteY135" fmla="*/ 586264 h 1903571"/>
                <a:gd name="connsiteX136" fmla="*/ 5217795 w 5542597"/>
                <a:gd name="connsiteY136" fmla="*/ 581978 h 1903571"/>
                <a:gd name="connsiteX137" fmla="*/ 5214937 w 5542597"/>
                <a:gd name="connsiteY137" fmla="*/ 580549 h 1903571"/>
                <a:gd name="connsiteX138" fmla="*/ 5211128 w 5542597"/>
                <a:gd name="connsiteY138" fmla="*/ 576739 h 1903571"/>
                <a:gd name="connsiteX139" fmla="*/ 5209699 w 5542597"/>
                <a:gd name="connsiteY139" fmla="*/ 576739 h 1903571"/>
                <a:gd name="connsiteX140" fmla="*/ 5206841 w 5542597"/>
                <a:gd name="connsiteY140" fmla="*/ 577215 h 1903571"/>
                <a:gd name="connsiteX141" fmla="*/ 5200174 w 5542597"/>
                <a:gd name="connsiteY141" fmla="*/ 575310 h 1903571"/>
                <a:gd name="connsiteX142" fmla="*/ 5193030 w 5542597"/>
                <a:gd name="connsiteY142" fmla="*/ 572929 h 1903571"/>
                <a:gd name="connsiteX143" fmla="*/ 5193030 w 5542597"/>
                <a:gd name="connsiteY143" fmla="*/ 572929 h 1903571"/>
                <a:gd name="connsiteX144" fmla="*/ 5188743 w 5542597"/>
                <a:gd name="connsiteY144" fmla="*/ 571024 h 1903571"/>
                <a:gd name="connsiteX145" fmla="*/ 5168266 w 5542597"/>
                <a:gd name="connsiteY145" fmla="*/ 556260 h 1903571"/>
                <a:gd name="connsiteX146" fmla="*/ 5157312 w 5542597"/>
                <a:gd name="connsiteY146" fmla="*/ 553879 h 1903571"/>
                <a:gd name="connsiteX147" fmla="*/ 5156359 w 5542597"/>
                <a:gd name="connsiteY147" fmla="*/ 552450 h 1903571"/>
                <a:gd name="connsiteX148" fmla="*/ 5155883 w 5542597"/>
                <a:gd name="connsiteY148" fmla="*/ 550069 h 1903571"/>
                <a:gd name="connsiteX149" fmla="*/ 5153978 w 5542597"/>
                <a:gd name="connsiteY149" fmla="*/ 548640 h 1903571"/>
                <a:gd name="connsiteX150" fmla="*/ 5140166 w 5542597"/>
                <a:gd name="connsiteY150" fmla="*/ 544830 h 1903571"/>
                <a:gd name="connsiteX151" fmla="*/ 5123022 w 5542597"/>
                <a:gd name="connsiteY151" fmla="*/ 541973 h 1903571"/>
                <a:gd name="connsiteX152" fmla="*/ 5104447 w 5542597"/>
                <a:gd name="connsiteY152" fmla="*/ 535305 h 1903571"/>
                <a:gd name="connsiteX153" fmla="*/ 5088731 w 5542597"/>
                <a:gd name="connsiteY153" fmla="*/ 532924 h 1903571"/>
                <a:gd name="connsiteX154" fmla="*/ 5071110 w 5542597"/>
                <a:gd name="connsiteY154" fmla="*/ 525780 h 1903571"/>
                <a:gd name="connsiteX155" fmla="*/ 5060633 w 5542597"/>
                <a:gd name="connsiteY155" fmla="*/ 520065 h 1903571"/>
                <a:gd name="connsiteX156" fmla="*/ 5054441 w 5542597"/>
                <a:gd name="connsiteY156" fmla="*/ 518160 h 1903571"/>
                <a:gd name="connsiteX157" fmla="*/ 5048726 w 5542597"/>
                <a:gd name="connsiteY157" fmla="*/ 517684 h 1903571"/>
                <a:gd name="connsiteX158" fmla="*/ 5033010 w 5542597"/>
                <a:gd name="connsiteY158" fmla="*/ 520065 h 1903571"/>
                <a:gd name="connsiteX159" fmla="*/ 5015866 w 5542597"/>
                <a:gd name="connsiteY159" fmla="*/ 520541 h 1903571"/>
                <a:gd name="connsiteX160" fmla="*/ 4999672 w 5542597"/>
                <a:gd name="connsiteY160" fmla="*/ 519113 h 1903571"/>
                <a:gd name="connsiteX161" fmla="*/ 4987291 w 5542597"/>
                <a:gd name="connsiteY161" fmla="*/ 519589 h 1903571"/>
                <a:gd name="connsiteX162" fmla="*/ 4980147 w 5542597"/>
                <a:gd name="connsiteY162" fmla="*/ 518160 h 1903571"/>
                <a:gd name="connsiteX163" fmla="*/ 4970145 w 5542597"/>
                <a:gd name="connsiteY163" fmla="*/ 514826 h 1903571"/>
                <a:gd name="connsiteX164" fmla="*/ 4966812 w 5542597"/>
                <a:gd name="connsiteY164" fmla="*/ 516255 h 1903571"/>
                <a:gd name="connsiteX165" fmla="*/ 4964430 w 5542597"/>
                <a:gd name="connsiteY165" fmla="*/ 522446 h 1903571"/>
                <a:gd name="connsiteX166" fmla="*/ 4956810 w 5542597"/>
                <a:gd name="connsiteY166" fmla="*/ 520065 h 1903571"/>
                <a:gd name="connsiteX167" fmla="*/ 4950618 w 5542597"/>
                <a:gd name="connsiteY167" fmla="*/ 516731 h 1903571"/>
                <a:gd name="connsiteX168" fmla="*/ 4940141 w 5542597"/>
                <a:gd name="connsiteY168" fmla="*/ 513874 h 1903571"/>
                <a:gd name="connsiteX169" fmla="*/ 4920139 w 5542597"/>
                <a:gd name="connsiteY169" fmla="*/ 511969 h 1903571"/>
                <a:gd name="connsiteX170" fmla="*/ 4895374 w 5542597"/>
                <a:gd name="connsiteY170" fmla="*/ 507206 h 1903571"/>
                <a:gd name="connsiteX171" fmla="*/ 4882516 w 5542597"/>
                <a:gd name="connsiteY171" fmla="*/ 505778 h 1903571"/>
                <a:gd name="connsiteX172" fmla="*/ 4869656 w 5542597"/>
                <a:gd name="connsiteY172" fmla="*/ 505301 h 1903571"/>
                <a:gd name="connsiteX173" fmla="*/ 4870609 w 5542597"/>
                <a:gd name="connsiteY173" fmla="*/ 515303 h 1903571"/>
                <a:gd name="connsiteX174" fmla="*/ 4870133 w 5542597"/>
                <a:gd name="connsiteY174" fmla="*/ 520541 h 1903571"/>
                <a:gd name="connsiteX175" fmla="*/ 4865370 w 5542597"/>
                <a:gd name="connsiteY175" fmla="*/ 526733 h 1903571"/>
                <a:gd name="connsiteX176" fmla="*/ 4859655 w 5542597"/>
                <a:gd name="connsiteY176" fmla="*/ 531019 h 1903571"/>
                <a:gd name="connsiteX177" fmla="*/ 4858226 w 5542597"/>
                <a:gd name="connsiteY177" fmla="*/ 534353 h 1903571"/>
                <a:gd name="connsiteX178" fmla="*/ 4872514 w 5542597"/>
                <a:gd name="connsiteY178" fmla="*/ 536734 h 1903571"/>
                <a:gd name="connsiteX179" fmla="*/ 4877276 w 5542597"/>
                <a:gd name="connsiteY179" fmla="*/ 548640 h 1903571"/>
                <a:gd name="connsiteX180" fmla="*/ 4882991 w 5542597"/>
                <a:gd name="connsiteY180" fmla="*/ 556260 h 1903571"/>
                <a:gd name="connsiteX181" fmla="*/ 4886801 w 5542597"/>
                <a:gd name="connsiteY181" fmla="*/ 563880 h 1903571"/>
                <a:gd name="connsiteX182" fmla="*/ 4886801 w 5542597"/>
                <a:gd name="connsiteY182" fmla="*/ 569119 h 1903571"/>
                <a:gd name="connsiteX183" fmla="*/ 4871085 w 5542597"/>
                <a:gd name="connsiteY183" fmla="*/ 581978 h 1903571"/>
                <a:gd name="connsiteX184" fmla="*/ 4855368 w 5542597"/>
                <a:gd name="connsiteY184" fmla="*/ 583406 h 1903571"/>
                <a:gd name="connsiteX185" fmla="*/ 4839653 w 5542597"/>
                <a:gd name="connsiteY185" fmla="*/ 584359 h 1903571"/>
                <a:gd name="connsiteX186" fmla="*/ 4832985 w 5542597"/>
                <a:gd name="connsiteY186" fmla="*/ 576263 h 1903571"/>
                <a:gd name="connsiteX187" fmla="*/ 4829651 w 5542597"/>
                <a:gd name="connsiteY187" fmla="*/ 567214 h 1903571"/>
                <a:gd name="connsiteX188" fmla="*/ 4817268 w 5542597"/>
                <a:gd name="connsiteY188" fmla="*/ 561975 h 1903571"/>
                <a:gd name="connsiteX189" fmla="*/ 4804887 w 5542597"/>
                <a:gd name="connsiteY189" fmla="*/ 558165 h 1903571"/>
                <a:gd name="connsiteX190" fmla="*/ 4799172 w 5542597"/>
                <a:gd name="connsiteY190" fmla="*/ 557689 h 1903571"/>
                <a:gd name="connsiteX191" fmla="*/ 4795362 w 5542597"/>
                <a:gd name="connsiteY191" fmla="*/ 555784 h 1903571"/>
                <a:gd name="connsiteX192" fmla="*/ 4792504 w 5542597"/>
                <a:gd name="connsiteY192" fmla="*/ 544830 h 1903571"/>
                <a:gd name="connsiteX193" fmla="*/ 4790122 w 5542597"/>
                <a:gd name="connsiteY193" fmla="*/ 537210 h 1903571"/>
                <a:gd name="connsiteX194" fmla="*/ 4786312 w 5542597"/>
                <a:gd name="connsiteY194" fmla="*/ 534353 h 1903571"/>
                <a:gd name="connsiteX195" fmla="*/ 4782979 w 5542597"/>
                <a:gd name="connsiteY195" fmla="*/ 530066 h 1903571"/>
                <a:gd name="connsiteX196" fmla="*/ 4780122 w 5542597"/>
                <a:gd name="connsiteY196" fmla="*/ 528161 h 1903571"/>
                <a:gd name="connsiteX197" fmla="*/ 4772025 w 5542597"/>
                <a:gd name="connsiteY197" fmla="*/ 527685 h 1903571"/>
                <a:gd name="connsiteX198" fmla="*/ 4753451 w 5542597"/>
                <a:gd name="connsiteY198" fmla="*/ 538639 h 1903571"/>
                <a:gd name="connsiteX199" fmla="*/ 4746784 w 5542597"/>
                <a:gd name="connsiteY199" fmla="*/ 541973 h 1903571"/>
                <a:gd name="connsiteX200" fmla="*/ 4744879 w 5542597"/>
                <a:gd name="connsiteY200" fmla="*/ 541973 h 1903571"/>
                <a:gd name="connsiteX201" fmla="*/ 4716304 w 5542597"/>
                <a:gd name="connsiteY201" fmla="*/ 539115 h 1903571"/>
                <a:gd name="connsiteX202" fmla="*/ 4708684 w 5542597"/>
                <a:gd name="connsiteY202" fmla="*/ 536734 h 1903571"/>
                <a:gd name="connsiteX203" fmla="*/ 4666297 w 5542597"/>
                <a:gd name="connsiteY203" fmla="*/ 535305 h 1903571"/>
                <a:gd name="connsiteX204" fmla="*/ 4654391 w 5542597"/>
                <a:gd name="connsiteY204" fmla="*/ 528638 h 1903571"/>
                <a:gd name="connsiteX205" fmla="*/ 4646772 w 5542597"/>
                <a:gd name="connsiteY205" fmla="*/ 527685 h 1903571"/>
                <a:gd name="connsiteX206" fmla="*/ 4638675 w 5542597"/>
                <a:gd name="connsiteY206" fmla="*/ 529590 h 1903571"/>
                <a:gd name="connsiteX207" fmla="*/ 4631531 w 5542597"/>
                <a:gd name="connsiteY207" fmla="*/ 530066 h 1903571"/>
                <a:gd name="connsiteX208" fmla="*/ 4621530 w 5542597"/>
                <a:gd name="connsiteY208" fmla="*/ 529114 h 1903571"/>
                <a:gd name="connsiteX209" fmla="*/ 4612958 w 5542597"/>
                <a:gd name="connsiteY209" fmla="*/ 531019 h 1903571"/>
                <a:gd name="connsiteX210" fmla="*/ 4593431 w 5542597"/>
                <a:gd name="connsiteY210" fmla="*/ 532924 h 1903571"/>
                <a:gd name="connsiteX211" fmla="*/ 4586287 w 5542597"/>
                <a:gd name="connsiteY211" fmla="*/ 535305 h 1903571"/>
                <a:gd name="connsiteX212" fmla="*/ 4578668 w 5542597"/>
                <a:gd name="connsiteY212" fmla="*/ 539115 h 1903571"/>
                <a:gd name="connsiteX213" fmla="*/ 4564856 w 5542597"/>
                <a:gd name="connsiteY213" fmla="*/ 549116 h 1903571"/>
                <a:gd name="connsiteX214" fmla="*/ 4562951 w 5542597"/>
                <a:gd name="connsiteY214" fmla="*/ 553879 h 1903571"/>
                <a:gd name="connsiteX215" fmla="*/ 4562951 w 5542597"/>
                <a:gd name="connsiteY215" fmla="*/ 559594 h 1903571"/>
                <a:gd name="connsiteX216" fmla="*/ 4565809 w 5542597"/>
                <a:gd name="connsiteY216" fmla="*/ 567690 h 1903571"/>
                <a:gd name="connsiteX217" fmla="*/ 4565809 w 5542597"/>
                <a:gd name="connsiteY217" fmla="*/ 577215 h 1903571"/>
                <a:gd name="connsiteX218" fmla="*/ 4563428 w 5542597"/>
                <a:gd name="connsiteY218" fmla="*/ 580549 h 1903571"/>
                <a:gd name="connsiteX219" fmla="*/ 4559141 w 5542597"/>
                <a:gd name="connsiteY219" fmla="*/ 581978 h 1903571"/>
                <a:gd name="connsiteX220" fmla="*/ 4554379 w 5542597"/>
                <a:gd name="connsiteY220" fmla="*/ 591979 h 1903571"/>
                <a:gd name="connsiteX221" fmla="*/ 4550093 w 5542597"/>
                <a:gd name="connsiteY221" fmla="*/ 597694 h 1903571"/>
                <a:gd name="connsiteX222" fmla="*/ 4541997 w 5542597"/>
                <a:gd name="connsiteY222" fmla="*/ 599123 h 1903571"/>
                <a:gd name="connsiteX223" fmla="*/ 4546759 w 5542597"/>
                <a:gd name="connsiteY223" fmla="*/ 594836 h 1903571"/>
                <a:gd name="connsiteX224" fmla="*/ 4551045 w 5542597"/>
                <a:gd name="connsiteY224" fmla="*/ 591979 h 1903571"/>
                <a:gd name="connsiteX225" fmla="*/ 4558189 w 5542597"/>
                <a:gd name="connsiteY225" fmla="*/ 577215 h 1903571"/>
                <a:gd name="connsiteX226" fmla="*/ 4557237 w 5542597"/>
                <a:gd name="connsiteY226" fmla="*/ 572929 h 1903571"/>
                <a:gd name="connsiteX227" fmla="*/ 4551522 w 5542597"/>
                <a:gd name="connsiteY227" fmla="*/ 569595 h 1903571"/>
                <a:gd name="connsiteX228" fmla="*/ 4548187 w 5542597"/>
                <a:gd name="connsiteY228" fmla="*/ 565785 h 1903571"/>
                <a:gd name="connsiteX229" fmla="*/ 4546283 w 5542597"/>
                <a:gd name="connsiteY229" fmla="*/ 551974 h 1903571"/>
                <a:gd name="connsiteX230" fmla="*/ 4544378 w 5542597"/>
                <a:gd name="connsiteY230" fmla="*/ 544354 h 1903571"/>
                <a:gd name="connsiteX231" fmla="*/ 4543901 w 5542597"/>
                <a:gd name="connsiteY231" fmla="*/ 535305 h 1903571"/>
                <a:gd name="connsiteX232" fmla="*/ 4537710 w 5542597"/>
                <a:gd name="connsiteY232" fmla="*/ 532448 h 1903571"/>
                <a:gd name="connsiteX233" fmla="*/ 4516755 w 5542597"/>
                <a:gd name="connsiteY233" fmla="*/ 528161 h 1903571"/>
                <a:gd name="connsiteX234" fmla="*/ 4507230 w 5542597"/>
                <a:gd name="connsiteY234" fmla="*/ 524828 h 1903571"/>
                <a:gd name="connsiteX235" fmla="*/ 4503420 w 5542597"/>
                <a:gd name="connsiteY235" fmla="*/ 519589 h 1903571"/>
                <a:gd name="connsiteX236" fmla="*/ 4507230 w 5542597"/>
                <a:gd name="connsiteY236" fmla="*/ 512445 h 1903571"/>
                <a:gd name="connsiteX237" fmla="*/ 4506754 w 5542597"/>
                <a:gd name="connsiteY237" fmla="*/ 506730 h 1903571"/>
                <a:gd name="connsiteX238" fmla="*/ 4509135 w 5542597"/>
                <a:gd name="connsiteY238" fmla="*/ 501968 h 1903571"/>
                <a:gd name="connsiteX239" fmla="*/ 4511993 w 5542597"/>
                <a:gd name="connsiteY239" fmla="*/ 498158 h 1903571"/>
                <a:gd name="connsiteX240" fmla="*/ 4512945 w 5542597"/>
                <a:gd name="connsiteY240" fmla="*/ 492919 h 1903571"/>
                <a:gd name="connsiteX241" fmla="*/ 4511516 w 5542597"/>
                <a:gd name="connsiteY241" fmla="*/ 485775 h 1903571"/>
                <a:gd name="connsiteX242" fmla="*/ 4509612 w 5542597"/>
                <a:gd name="connsiteY242" fmla="*/ 481013 h 1903571"/>
                <a:gd name="connsiteX243" fmla="*/ 4506278 w 5542597"/>
                <a:gd name="connsiteY243" fmla="*/ 474821 h 1903571"/>
                <a:gd name="connsiteX244" fmla="*/ 4503420 w 5542597"/>
                <a:gd name="connsiteY244" fmla="*/ 471964 h 1903571"/>
                <a:gd name="connsiteX245" fmla="*/ 4490562 w 5542597"/>
                <a:gd name="connsiteY245" fmla="*/ 463391 h 1903571"/>
                <a:gd name="connsiteX246" fmla="*/ 4468654 w 5542597"/>
                <a:gd name="connsiteY246" fmla="*/ 454343 h 1903571"/>
                <a:gd name="connsiteX247" fmla="*/ 4445793 w 5542597"/>
                <a:gd name="connsiteY247" fmla="*/ 448151 h 1903571"/>
                <a:gd name="connsiteX248" fmla="*/ 4425791 w 5542597"/>
                <a:gd name="connsiteY248" fmla="*/ 445770 h 1903571"/>
                <a:gd name="connsiteX249" fmla="*/ 4400074 w 5542597"/>
                <a:gd name="connsiteY249" fmla="*/ 444818 h 1903571"/>
                <a:gd name="connsiteX250" fmla="*/ 4372928 w 5542597"/>
                <a:gd name="connsiteY250" fmla="*/ 444818 h 1903571"/>
                <a:gd name="connsiteX251" fmla="*/ 4362926 w 5542597"/>
                <a:gd name="connsiteY251" fmla="*/ 448151 h 1903571"/>
                <a:gd name="connsiteX252" fmla="*/ 4343400 w 5542597"/>
                <a:gd name="connsiteY252" fmla="*/ 448628 h 1903571"/>
                <a:gd name="connsiteX253" fmla="*/ 4322445 w 5542597"/>
                <a:gd name="connsiteY253" fmla="*/ 451961 h 1903571"/>
                <a:gd name="connsiteX254" fmla="*/ 4301491 w 5542597"/>
                <a:gd name="connsiteY254" fmla="*/ 458153 h 1903571"/>
                <a:gd name="connsiteX255" fmla="*/ 4290060 w 5542597"/>
                <a:gd name="connsiteY255" fmla="*/ 458153 h 1903571"/>
                <a:gd name="connsiteX256" fmla="*/ 4267676 w 5542597"/>
                <a:gd name="connsiteY256" fmla="*/ 460534 h 1903571"/>
                <a:gd name="connsiteX257" fmla="*/ 4257675 w 5542597"/>
                <a:gd name="connsiteY257" fmla="*/ 461010 h 1903571"/>
                <a:gd name="connsiteX258" fmla="*/ 4232434 w 5542597"/>
                <a:gd name="connsiteY258" fmla="*/ 451485 h 1903571"/>
                <a:gd name="connsiteX259" fmla="*/ 4240530 w 5542597"/>
                <a:gd name="connsiteY259" fmla="*/ 450533 h 1903571"/>
                <a:gd name="connsiteX260" fmla="*/ 4243864 w 5542597"/>
                <a:gd name="connsiteY260" fmla="*/ 449104 h 1903571"/>
                <a:gd name="connsiteX261" fmla="*/ 4232434 w 5542597"/>
                <a:gd name="connsiteY261" fmla="*/ 437198 h 1903571"/>
                <a:gd name="connsiteX262" fmla="*/ 4226243 w 5542597"/>
                <a:gd name="connsiteY262" fmla="*/ 432911 h 1903571"/>
                <a:gd name="connsiteX263" fmla="*/ 4211479 w 5542597"/>
                <a:gd name="connsiteY263" fmla="*/ 427196 h 1903571"/>
                <a:gd name="connsiteX264" fmla="*/ 4205287 w 5542597"/>
                <a:gd name="connsiteY264" fmla="*/ 426720 h 1903571"/>
                <a:gd name="connsiteX265" fmla="*/ 4200525 w 5542597"/>
                <a:gd name="connsiteY265" fmla="*/ 428149 h 1903571"/>
                <a:gd name="connsiteX266" fmla="*/ 4180999 w 5542597"/>
                <a:gd name="connsiteY266" fmla="*/ 433864 h 1903571"/>
                <a:gd name="connsiteX267" fmla="*/ 4175760 w 5542597"/>
                <a:gd name="connsiteY267" fmla="*/ 436721 h 1903571"/>
                <a:gd name="connsiteX268" fmla="*/ 4185761 w 5542597"/>
                <a:gd name="connsiteY268" fmla="*/ 429578 h 1903571"/>
                <a:gd name="connsiteX269" fmla="*/ 4190524 w 5542597"/>
                <a:gd name="connsiteY269" fmla="*/ 426720 h 1903571"/>
                <a:gd name="connsiteX270" fmla="*/ 4195287 w 5542597"/>
                <a:gd name="connsiteY270" fmla="*/ 422434 h 1903571"/>
                <a:gd name="connsiteX271" fmla="*/ 4194334 w 5542597"/>
                <a:gd name="connsiteY271" fmla="*/ 419576 h 1903571"/>
                <a:gd name="connsiteX272" fmla="*/ 4192905 w 5542597"/>
                <a:gd name="connsiteY272" fmla="*/ 418148 h 1903571"/>
                <a:gd name="connsiteX273" fmla="*/ 4174808 w 5542597"/>
                <a:gd name="connsiteY273" fmla="*/ 418624 h 1903571"/>
                <a:gd name="connsiteX274" fmla="*/ 4173379 w 5542597"/>
                <a:gd name="connsiteY274" fmla="*/ 418148 h 1903571"/>
                <a:gd name="connsiteX275" fmla="*/ 4169568 w 5542597"/>
                <a:gd name="connsiteY275" fmla="*/ 414338 h 1903571"/>
                <a:gd name="connsiteX276" fmla="*/ 4167664 w 5542597"/>
                <a:gd name="connsiteY276" fmla="*/ 412909 h 1903571"/>
                <a:gd name="connsiteX277" fmla="*/ 4155281 w 5542597"/>
                <a:gd name="connsiteY277" fmla="*/ 409099 h 1903571"/>
                <a:gd name="connsiteX278" fmla="*/ 4146709 w 5542597"/>
                <a:gd name="connsiteY278" fmla="*/ 407670 h 1903571"/>
                <a:gd name="connsiteX279" fmla="*/ 4137184 w 5542597"/>
                <a:gd name="connsiteY279" fmla="*/ 407670 h 1903571"/>
                <a:gd name="connsiteX280" fmla="*/ 4135755 w 5542597"/>
                <a:gd name="connsiteY280" fmla="*/ 405765 h 1903571"/>
                <a:gd name="connsiteX281" fmla="*/ 4137184 w 5542597"/>
                <a:gd name="connsiteY281" fmla="*/ 404336 h 1903571"/>
                <a:gd name="connsiteX282" fmla="*/ 4137184 w 5542597"/>
                <a:gd name="connsiteY282" fmla="*/ 402908 h 1903571"/>
                <a:gd name="connsiteX283" fmla="*/ 4140041 w 5542597"/>
                <a:gd name="connsiteY283" fmla="*/ 401003 h 1903571"/>
                <a:gd name="connsiteX284" fmla="*/ 4148137 w 5542597"/>
                <a:gd name="connsiteY284" fmla="*/ 399098 h 1903571"/>
                <a:gd name="connsiteX285" fmla="*/ 4168616 w 5542597"/>
                <a:gd name="connsiteY285" fmla="*/ 398145 h 1903571"/>
                <a:gd name="connsiteX286" fmla="*/ 4172903 w 5542597"/>
                <a:gd name="connsiteY286" fmla="*/ 394811 h 1903571"/>
                <a:gd name="connsiteX287" fmla="*/ 4172426 w 5542597"/>
                <a:gd name="connsiteY287" fmla="*/ 391001 h 1903571"/>
                <a:gd name="connsiteX288" fmla="*/ 4171474 w 5542597"/>
                <a:gd name="connsiteY288" fmla="*/ 388620 h 1903571"/>
                <a:gd name="connsiteX289" fmla="*/ 4164330 w 5542597"/>
                <a:gd name="connsiteY289" fmla="*/ 382429 h 1903571"/>
                <a:gd name="connsiteX290" fmla="*/ 4155758 w 5542597"/>
                <a:gd name="connsiteY290" fmla="*/ 377666 h 1903571"/>
                <a:gd name="connsiteX291" fmla="*/ 4137184 w 5542597"/>
                <a:gd name="connsiteY291" fmla="*/ 371951 h 1903571"/>
                <a:gd name="connsiteX292" fmla="*/ 4118134 w 5542597"/>
                <a:gd name="connsiteY292" fmla="*/ 368141 h 1903571"/>
                <a:gd name="connsiteX293" fmla="*/ 4085272 w 5542597"/>
                <a:gd name="connsiteY293" fmla="*/ 366236 h 1903571"/>
                <a:gd name="connsiteX294" fmla="*/ 4079558 w 5542597"/>
                <a:gd name="connsiteY294" fmla="*/ 367189 h 1903571"/>
                <a:gd name="connsiteX295" fmla="*/ 4074795 w 5542597"/>
                <a:gd name="connsiteY295" fmla="*/ 369570 h 1903571"/>
                <a:gd name="connsiteX296" fmla="*/ 4066699 w 5542597"/>
                <a:gd name="connsiteY296" fmla="*/ 375285 h 1903571"/>
                <a:gd name="connsiteX297" fmla="*/ 4049078 w 5542597"/>
                <a:gd name="connsiteY297" fmla="*/ 392906 h 1903571"/>
                <a:gd name="connsiteX298" fmla="*/ 4039076 w 5542597"/>
                <a:gd name="connsiteY298" fmla="*/ 400050 h 1903571"/>
                <a:gd name="connsiteX299" fmla="*/ 4029551 w 5542597"/>
                <a:gd name="connsiteY299" fmla="*/ 403860 h 1903571"/>
                <a:gd name="connsiteX300" fmla="*/ 4008597 w 5542597"/>
                <a:gd name="connsiteY300" fmla="*/ 407194 h 1903571"/>
                <a:gd name="connsiteX301" fmla="*/ 4004786 w 5542597"/>
                <a:gd name="connsiteY301" fmla="*/ 406241 h 1903571"/>
                <a:gd name="connsiteX302" fmla="*/ 4001929 w 5542597"/>
                <a:gd name="connsiteY302" fmla="*/ 403384 h 1903571"/>
                <a:gd name="connsiteX303" fmla="*/ 4002881 w 5542597"/>
                <a:gd name="connsiteY303" fmla="*/ 401003 h 1903571"/>
                <a:gd name="connsiteX304" fmla="*/ 4004786 w 5542597"/>
                <a:gd name="connsiteY304" fmla="*/ 398621 h 1903571"/>
                <a:gd name="connsiteX305" fmla="*/ 4005262 w 5542597"/>
                <a:gd name="connsiteY305" fmla="*/ 397193 h 1903571"/>
                <a:gd name="connsiteX306" fmla="*/ 4003834 w 5542597"/>
                <a:gd name="connsiteY306" fmla="*/ 394335 h 1903571"/>
                <a:gd name="connsiteX307" fmla="*/ 4004786 w 5542597"/>
                <a:gd name="connsiteY307" fmla="*/ 392906 h 1903571"/>
                <a:gd name="connsiteX308" fmla="*/ 4006691 w 5542597"/>
                <a:gd name="connsiteY308" fmla="*/ 392430 h 1903571"/>
                <a:gd name="connsiteX309" fmla="*/ 4011454 w 5542597"/>
                <a:gd name="connsiteY309" fmla="*/ 394811 h 1903571"/>
                <a:gd name="connsiteX310" fmla="*/ 4016216 w 5542597"/>
                <a:gd name="connsiteY310" fmla="*/ 394811 h 1903571"/>
                <a:gd name="connsiteX311" fmla="*/ 4028122 w 5542597"/>
                <a:gd name="connsiteY311" fmla="*/ 391478 h 1903571"/>
                <a:gd name="connsiteX312" fmla="*/ 4028122 w 5542597"/>
                <a:gd name="connsiteY312" fmla="*/ 386715 h 1903571"/>
                <a:gd name="connsiteX313" fmla="*/ 4024789 w 5542597"/>
                <a:gd name="connsiteY313" fmla="*/ 383858 h 1903571"/>
                <a:gd name="connsiteX314" fmla="*/ 4026693 w 5542597"/>
                <a:gd name="connsiteY314" fmla="*/ 376714 h 1903571"/>
                <a:gd name="connsiteX315" fmla="*/ 4026693 w 5542597"/>
                <a:gd name="connsiteY315" fmla="*/ 374809 h 1903571"/>
                <a:gd name="connsiteX316" fmla="*/ 4028122 w 5542597"/>
                <a:gd name="connsiteY316" fmla="*/ 373856 h 1903571"/>
                <a:gd name="connsiteX317" fmla="*/ 4029551 w 5542597"/>
                <a:gd name="connsiteY317" fmla="*/ 373856 h 1903571"/>
                <a:gd name="connsiteX318" fmla="*/ 4038124 w 5542597"/>
                <a:gd name="connsiteY318" fmla="*/ 379095 h 1903571"/>
                <a:gd name="connsiteX319" fmla="*/ 4040981 w 5542597"/>
                <a:gd name="connsiteY319" fmla="*/ 378619 h 1903571"/>
                <a:gd name="connsiteX320" fmla="*/ 4044315 w 5542597"/>
                <a:gd name="connsiteY320" fmla="*/ 379095 h 1903571"/>
                <a:gd name="connsiteX321" fmla="*/ 4036695 w 5542597"/>
                <a:gd name="connsiteY321" fmla="*/ 391478 h 1903571"/>
                <a:gd name="connsiteX322" fmla="*/ 4040505 w 5542597"/>
                <a:gd name="connsiteY322" fmla="*/ 391478 h 1903571"/>
                <a:gd name="connsiteX323" fmla="*/ 4050030 w 5542597"/>
                <a:gd name="connsiteY323" fmla="*/ 385763 h 1903571"/>
                <a:gd name="connsiteX324" fmla="*/ 4056697 w 5542597"/>
                <a:gd name="connsiteY324" fmla="*/ 380048 h 1903571"/>
                <a:gd name="connsiteX325" fmla="*/ 4063841 w 5542597"/>
                <a:gd name="connsiteY325" fmla="*/ 372904 h 1903571"/>
                <a:gd name="connsiteX326" fmla="*/ 4064793 w 5542597"/>
                <a:gd name="connsiteY326" fmla="*/ 369094 h 1903571"/>
                <a:gd name="connsiteX327" fmla="*/ 4056697 w 5542597"/>
                <a:gd name="connsiteY327" fmla="*/ 368618 h 1903571"/>
                <a:gd name="connsiteX328" fmla="*/ 4003834 w 5542597"/>
                <a:gd name="connsiteY328" fmla="*/ 371475 h 1903571"/>
                <a:gd name="connsiteX329" fmla="*/ 3984308 w 5542597"/>
                <a:gd name="connsiteY329" fmla="*/ 376714 h 1903571"/>
                <a:gd name="connsiteX330" fmla="*/ 3978593 w 5542597"/>
                <a:gd name="connsiteY330" fmla="*/ 375761 h 1903571"/>
                <a:gd name="connsiteX331" fmla="*/ 3974306 w 5542597"/>
                <a:gd name="connsiteY331" fmla="*/ 371475 h 1903571"/>
                <a:gd name="connsiteX332" fmla="*/ 3980497 w 5542597"/>
                <a:gd name="connsiteY332" fmla="*/ 370999 h 1903571"/>
                <a:gd name="connsiteX333" fmla="*/ 3988593 w 5542597"/>
                <a:gd name="connsiteY333" fmla="*/ 368618 h 1903571"/>
                <a:gd name="connsiteX334" fmla="*/ 3994785 w 5542597"/>
                <a:gd name="connsiteY334" fmla="*/ 363855 h 1903571"/>
                <a:gd name="connsiteX335" fmla="*/ 3999072 w 5542597"/>
                <a:gd name="connsiteY335" fmla="*/ 362903 h 1903571"/>
                <a:gd name="connsiteX336" fmla="*/ 4009549 w 5542597"/>
                <a:gd name="connsiteY336" fmla="*/ 362903 h 1903571"/>
                <a:gd name="connsiteX337" fmla="*/ 4018122 w 5542597"/>
                <a:gd name="connsiteY337" fmla="*/ 364808 h 1903571"/>
                <a:gd name="connsiteX338" fmla="*/ 4044315 w 5542597"/>
                <a:gd name="connsiteY338" fmla="*/ 365760 h 1903571"/>
                <a:gd name="connsiteX339" fmla="*/ 4044791 w 5542597"/>
                <a:gd name="connsiteY339" fmla="*/ 360045 h 1903571"/>
                <a:gd name="connsiteX340" fmla="*/ 4039076 w 5542597"/>
                <a:gd name="connsiteY340" fmla="*/ 358140 h 1903571"/>
                <a:gd name="connsiteX341" fmla="*/ 4026693 w 5542597"/>
                <a:gd name="connsiteY341" fmla="*/ 356235 h 1903571"/>
                <a:gd name="connsiteX342" fmla="*/ 4019074 w 5542597"/>
                <a:gd name="connsiteY342" fmla="*/ 353378 h 1903571"/>
                <a:gd name="connsiteX343" fmla="*/ 4009072 w 5542597"/>
                <a:gd name="connsiteY343" fmla="*/ 351949 h 1903571"/>
                <a:gd name="connsiteX344" fmla="*/ 3987641 w 5542597"/>
                <a:gd name="connsiteY344" fmla="*/ 349091 h 1903571"/>
                <a:gd name="connsiteX345" fmla="*/ 3978593 w 5542597"/>
                <a:gd name="connsiteY345" fmla="*/ 347186 h 1903571"/>
                <a:gd name="connsiteX346" fmla="*/ 3957637 w 5542597"/>
                <a:gd name="connsiteY346" fmla="*/ 345281 h 1903571"/>
                <a:gd name="connsiteX347" fmla="*/ 3951922 w 5542597"/>
                <a:gd name="connsiteY347" fmla="*/ 343376 h 1903571"/>
                <a:gd name="connsiteX348" fmla="*/ 3902393 w 5542597"/>
                <a:gd name="connsiteY348" fmla="*/ 341948 h 1903571"/>
                <a:gd name="connsiteX349" fmla="*/ 3883818 w 5542597"/>
                <a:gd name="connsiteY349" fmla="*/ 337661 h 1903571"/>
                <a:gd name="connsiteX350" fmla="*/ 3876675 w 5542597"/>
                <a:gd name="connsiteY350" fmla="*/ 333375 h 1903571"/>
                <a:gd name="connsiteX351" fmla="*/ 3860006 w 5542597"/>
                <a:gd name="connsiteY351" fmla="*/ 330994 h 1903571"/>
                <a:gd name="connsiteX352" fmla="*/ 3856197 w 5542597"/>
                <a:gd name="connsiteY352" fmla="*/ 330994 h 1903571"/>
                <a:gd name="connsiteX353" fmla="*/ 3855243 w 5542597"/>
                <a:gd name="connsiteY353" fmla="*/ 332423 h 1903571"/>
                <a:gd name="connsiteX354" fmla="*/ 3854291 w 5542597"/>
                <a:gd name="connsiteY354" fmla="*/ 334328 h 1903571"/>
                <a:gd name="connsiteX355" fmla="*/ 3865245 w 5542597"/>
                <a:gd name="connsiteY355" fmla="*/ 342424 h 1903571"/>
                <a:gd name="connsiteX356" fmla="*/ 3865722 w 5542597"/>
                <a:gd name="connsiteY356" fmla="*/ 347663 h 1903571"/>
                <a:gd name="connsiteX357" fmla="*/ 3869055 w 5542597"/>
                <a:gd name="connsiteY357" fmla="*/ 350520 h 1903571"/>
                <a:gd name="connsiteX358" fmla="*/ 3856197 w 5542597"/>
                <a:gd name="connsiteY358" fmla="*/ 354806 h 1903571"/>
                <a:gd name="connsiteX359" fmla="*/ 3847624 w 5542597"/>
                <a:gd name="connsiteY359" fmla="*/ 356711 h 1903571"/>
                <a:gd name="connsiteX360" fmla="*/ 3818572 w 5542597"/>
                <a:gd name="connsiteY360" fmla="*/ 356235 h 1903571"/>
                <a:gd name="connsiteX361" fmla="*/ 3814286 w 5542597"/>
                <a:gd name="connsiteY361" fmla="*/ 358140 h 1903571"/>
                <a:gd name="connsiteX362" fmla="*/ 3802856 w 5542597"/>
                <a:gd name="connsiteY362" fmla="*/ 367189 h 1903571"/>
                <a:gd name="connsiteX363" fmla="*/ 3803333 w 5542597"/>
                <a:gd name="connsiteY363" fmla="*/ 370999 h 1903571"/>
                <a:gd name="connsiteX364" fmla="*/ 3804285 w 5542597"/>
                <a:gd name="connsiteY364" fmla="*/ 377666 h 1903571"/>
                <a:gd name="connsiteX365" fmla="*/ 3812858 w 5542597"/>
                <a:gd name="connsiteY365" fmla="*/ 377666 h 1903571"/>
                <a:gd name="connsiteX366" fmla="*/ 3815239 w 5542597"/>
                <a:gd name="connsiteY366" fmla="*/ 374809 h 1903571"/>
                <a:gd name="connsiteX367" fmla="*/ 3819049 w 5542597"/>
                <a:gd name="connsiteY367" fmla="*/ 373856 h 1903571"/>
                <a:gd name="connsiteX368" fmla="*/ 3836670 w 5542597"/>
                <a:gd name="connsiteY368" fmla="*/ 374809 h 1903571"/>
                <a:gd name="connsiteX369" fmla="*/ 3838575 w 5542597"/>
                <a:gd name="connsiteY369" fmla="*/ 375761 h 1903571"/>
                <a:gd name="connsiteX370" fmla="*/ 3832860 w 5542597"/>
                <a:gd name="connsiteY370" fmla="*/ 377666 h 1903571"/>
                <a:gd name="connsiteX371" fmla="*/ 3827145 w 5542597"/>
                <a:gd name="connsiteY371" fmla="*/ 378619 h 1903571"/>
                <a:gd name="connsiteX372" fmla="*/ 3820001 w 5542597"/>
                <a:gd name="connsiteY372" fmla="*/ 388144 h 1903571"/>
                <a:gd name="connsiteX373" fmla="*/ 3810476 w 5542597"/>
                <a:gd name="connsiteY373" fmla="*/ 391001 h 1903571"/>
                <a:gd name="connsiteX374" fmla="*/ 3817143 w 5542597"/>
                <a:gd name="connsiteY374" fmla="*/ 392430 h 1903571"/>
                <a:gd name="connsiteX375" fmla="*/ 3822859 w 5542597"/>
                <a:gd name="connsiteY375" fmla="*/ 395288 h 1903571"/>
                <a:gd name="connsiteX376" fmla="*/ 3821906 w 5542597"/>
                <a:gd name="connsiteY376" fmla="*/ 406718 h 1903571"/>
                <a:gd name="connsiteX377" fmla="*/ 3830003 w 5542597"/>
                <a:gd name="connsiteY377" fmla="*/ 415766 h 1903571"/>
                <a:gd name="connsiteX378" fmla="*/ 3831908 w 5542597"/>
                <a:gd name="connsiteY378" fmla="*/ 420053 h 1903571"/>
                <a:gd name="connsiteX379" fmla="*/ 3820001 w 5542597"/>
                <a:gd name="connsiteY379" fmla="*/ 420053 h 1903571"/>
                <a:gd name="connsiteX380" fmla="*/ 3809047 w 5542597"/>
                <a:gd name="connsiteY380" fmla="*/ 422910 h 1903571"/>
                <a:gd name="connsiteX381" fmla="*/ 3805237 w 5542597"/>
                <a:gd name="connsiteY381" fmla="*/ 422910 h 1903571"/>
                <a:gd name="connsiteX382" fmla="*/ 3798570 w 5542597"/>
                <a:gd name="connsiteY382" fmla="*/ 415766 h 1903571"/>
                <a:gd name="connsiteX383" fmla="*/ 3790950 w 5542597"/>
                <a:gd name="connsiteY383" fmla="*/ 411480 h 1903571"/>
                <a:gd name="connsiteX384" fmla="*/ 3787140 w 5542597"/>
                <a:gd name="connsiteY384" fmla="*/ 411004 h 1903571"/>
                <a:gd name="connsiteX385" fmla="*/ 3781901 w 5542597"/>
                <a:gd name="connsiteY385" fmla="*/ 415290 h 1903571"/>
                <a:gd name="connsiteX386" fmla="*/ 3775234 w 5542597"/>
                <a:gd name="connsiteY386" fmla="*/ 412909 h 1903571"/>
                <a:gd name="connsiteX387" fmla="*/ 3772376 w 5542597"/>
                <a:gd name="connsiteY387" fmla="*/ 413385 h 1903571"/>
                <a:gd name="connsiteX388" fmla="*/ 3768090 w 5542597"/>
                <a:gd name="connsiteY388" fmla="*/ 415290 h 1903571"/>
                <a:gd name="connsiteX389" fmla="*/ 3765709 w 5542597"/>
                <a:gd name="connsiteY389" fmla="*/ 417671 h 1903571"/>
                <a:gd name="connsiteX390" fmla="*/ 3764280 w 5542597"/>
                <a:gd name="connsiteY390" fmla="*/ 421958 h 1903571"/>
                <a:gd name="connsiteX391" fmla="*/ 3761899 w 5542597"/>
                <a:gd name="connsiteY391" fmla="*/ 423863 h 1903571"/>
                <a:gd name="connsiteX392" fmla="*/ 3761422 w 5542597"/>
                <a:gd name="connsiteY392" fmla="*/ 426720 h 1903571"/>
                <a:gd name="connsiteX393" fmla="*/ 3764756 w 5542597"/>
                <a:gd name="connsiteY393" fmla="*/ 428149 h 1903571"/>
                <a:gd name="connsiteX394" fmla="*/ 3767614 w 5542597"/>
                <a:gd name="connsiteY394" fmla="*/ 428149 h 1903571"/>
                <a:gd name="connsiteX395" fmla="*/ 3774758 w 5542597"/>
                <a:gd name="connsiteY395" fmla="*/ 430530 h 1903571"/>
                <a:gd name="connsiteX396" fmla="*/ 3767137 w 5542597"/>
                <a:gd name="connsiteY396" fmla="*/ 431483 h 1903571"/>
                <a:gd name="connsiteX397" fmla="*/ 3765233 w 5542597"/>
                <a:gd name="connsiteY397" fmla="*/ 432911 h 1903571"/>
                <a:gd name="connsiteX398" fmla="*/ 3764756 w 5542597"/>
                <a:gd name="connsiteY398" fmla="*/ 434340 h 1903571"/>
                <a:gd name="connsiteX399" fmla="*/ 3759041 w 5542597"/>
                <a:gd name="connsiteY399" fmla="*/ 436721 h 1903571"/>
                <a:gd name="connsiteX400" fmla="*/ 3760947 w 5542597"/>
                <a:gd name="connsiteY400" fmla="*/ 438626 h 1903571"/>
                <a:gd name="connsiteX401" fmla="*/ 3763328 w 5542597"/>
                <a:gd name="connsiteY401" fmla="*/ 440055 h 1903571"/>
                <a:gd name="connsiteX402" fmla="*/ 3763804 w 5542597"/>
                <a:gd name="connsiteY402" fmla="*/ 441484 h 1903571"/>
                <a:gd name="connsiteX403" fmla="*/ 3762375 w 5542597"/>
                <a:gd name="connsiteY403" fmla="*/ 442436 h 1903571"/>
                <a:gd name="connsiteX404" fmla="*/ 3757136 w 5542597"/>
                <a:gd name="connsiteY404" fmla="*/ 440531 h 1903571"/>
                <a:gd name="connsiteX405" fmla="*/ 3752374 w 5542597"/>
                <a:gd name="connsiteY405" fmla="*/ 437674 h 1903571"/>
                <a:gd name="connsiteX406" fmla="*/ 3744278 w 5542597"/>
                <a:gd name="connsiteY406" fmla="*/ 431959 h 1903571"/>
                <a:gd name="connsiteX407" fmla="*/ 3740943 w 5542597"/>
                <a:gd name="connsiteY407" fmla="*/ 428149 h 1903571"/>
                <a:gd name="connsiteX408" fmla="*/ 3734276 w 5542597"/>
                <a:gd name="connsiteY408" fmla="*/ 424815 h 1903571"/>
                <a:gd name="connsiteX409" fmla="*/ 3709987 w 5542597"/>
                <a:gd name="connsiteY409" fmla="*/ 414814 h 1903571"/>
                <a:gd name="connsiteX410" fmla="*/ 3699034 w 5542597"/>
                <a:gd name="connsiteY410" fmla="*/ 411956 h 1903571"/>
                <a:gd name="connsiteX411" fmla="*/ 3692366 w 5542597"/>
                <a:gd name="connsiteY411" fmla="*/ 411480 h 1903571"/>
                <a:gd name="connsiteX412" fmla="*/ 3681412 w 5542597"/>
                <a:gd name="connsiteY412" fmla="*/ 412433 h 1903571"/>
                <a:gd name="connsiteX413" fmla="*/ 3674268 w 5542597"/>
                <a:gd name="connsiteY413" fmla="*/ 416719 h 1903571"/>
                <a:gd name="connsiteX414" fmla="*/ 3662839 w 5542597"/>
                <a:gd name="connsiteY414" fmla="*/ 418624 h 1903571"/>
                <a:gd name="connsiteX415" fmla="*/ 3655695 w 5542597"/>
                <a:gd name="connsiteY415" fmla="*/ 421958 h 1903571"/>
                <a:gd name="connsiteX416" fmla="*/ 3651885 w 5542597"/>
                <a:gd name="connsiteY416" fmla="*/ 426720 h 1903571"/>
                <a:gd name="connsiteX417" fmla="*/ 3631883 w 5542597"/>
                <a:gd name="connsiteY417" fmla="*/ 427196 h 1903571"/>
                <a:gd name="connsiteX418" fmla="*/ 3617595 w 5542597"/>
                <a:gd name="connsiteY418" fmla="*/ 423386 h 1903571"/>
                <a:gd name="connsiteX419" fmla="*/ 3608547 w 5542597"/>
                <a:gd name="connsiteY419" fmla="*/ 420053 h 1903571"/>
                <a:gd name="connsiteX420" fmla="*/ 3598545 w 5542597"/>
                <a:gd name="connsiteY420" fmla="*/ 412909 h 1903571"/>
                <a:gd name="connsiteX421" fmla="*/ 3588543 w 5542597"/>
                <a:gd name="connsiteY421" fmla="*/ 403384 h 1903571"/>
                <a:gd name="connsiteX422" fmla="*/ 3587591 w 5542597"/>
                <a:gd name="connsiteY422" fmla="*/ 402431 h 1903571"/>
                <a:gd name="connsiteX423" fmla="*/ 3586162 w 5542597"/>
                <a:gd name="connsiteY423" fmla="*/ 400526 h 1903571"/>
                <a:gd name="connsiteX424" fmla="*/ 3584258 w 5542597"/>
                <a:gd name="connsiteY424" fmla="*/ 396240 h 1903571"/>
                <a:gd name="connsiteX425" fmla="*/ 3582353 w 5542597"/>
                <a:gd name="connsiteY425" fmla="*/ 392906 h 1903571"/>
                <a:gd name="connsiteX426" fmla="*/ 3579018 w 5542597"/>
                <a:gd name="connsiteY426" fmla="*/ 394811 h 1903571"/>
                <a:gd name="connsiteX427" fmla="*/ 3571399 w 5542597"/>
                <a:gd name="connsiteY427" fmla="*/ 405289 h 1903571"/>
                <a:gd name="connsiteX428" fmla="*/ 3568065 w 5542597"/>
                <a:gd name="connsiteY428" fmla="*/ 410528 h 1903571"/>
                <a:gd name="connsiteX429" fmla="*/ 3563303 w 5542597"/>
                <a:gd name="connsiteY429" fmla="*/ 420529 h 1903571"/>
                <a:gd name="connsiteX430" fmla="*/ 3560445 w 5542597"/>
                <a:gd name="connsiteY430" fmla="*/ 428625 h 1903571"/>
                <a:gd name="connsiteX431" fmla="*/ 3559968 w 5542597"/>
                <a:gd name="connsiteY431" fmla="*/ 432435 h 1903571"/>
                <a:gd name="connsiteX432" fmla="*/ 3561397 w 5542597"/>
                <a:gd name="connsiteY432" fmla="*/ 435293 h 1903571"/>
                <a:gd name="connsiteX433" fmla="*/ 3557111 w 5542597"/>
                <a:gd name="connsiteY433" fmla="*/ 438150 h 1903571"/>
                <a:gd name="connsiteX434" fmla="*/ 3552349 w 5542597"/>
                <a:gd name="connsiteY434" fmla="*/ 444341 h 1903571"/>
                <a:gd name="connsiteX435" fmla="*/ 3545205 w 5542597"/>
                <a:gd name="connsiteY435" fmla="*/ 456724 h 1903571"/>
                <a:gd name="connsiteX436" fmla="*/ 3540918 w 5542597"/>
                <a:gd name="connsiteY436" fmla="*/ 461010 h 1903571"/>
                <a:gd name="connsiteX437" fmla="*/ 3535204 w 5542597"/>
                <a:gd name="connsiteY437" fmla="*/ 464820 h 1903571"/>
                <a:gd name="connsiteX438" fmla="*/ 3531393 w 5542597"/>
                <a:gd name="connsiteY438" fmla="*/ 466249 h 1903571"/>
                <a:gd name="connsiteX439" fmla="*/ 3526631 w 5542597"/>
                <a:gd name="connsiteY439" fmla="*/ 466249 h 1903571"/>
                <a:gd name="connsiteX440" fmla="*/ 3522822 w 5542597"/>
                <a:gd name="connsiteY440" fmla="*/ 462915 h 1903571"/>
                <a:gd name="connsiteX441" fmla="*/ 3520440 w 5542597"/>
                <a:gd name="connsiteY441" fmla="*/ 454343 h 1903571"/>
                <a:gd name="connsiteX442" fmla="*/ 3518059 w 5542597"/>
                <a:gd name="connsiteY442" fmla="*/ 452914 h 1903571"/>
                <a:gd name="connsiteX443" fmla="*/ 3514725 w 5542597"/>
                <a:gd name="connsiteY443" fmla="*/ 457676 h 1903571"/>
                <a:gd name="connsiteX444" fmla="*/ 3510439 w 5542597"/>
                <a:gd name="connsiteY444" fmla="*/ 457200 h 1903571"/>
                <a:gd name="connsiteX445" fmla="*/ 3501866 w 5542597"/>
                <a:gd name="connsiteY445" fmla="*/ 453866 h 1903571"/>
                <a:gd name="connsiteX446" fmla="*/ 3492818 w 5542597"/>
                <a:gd name="connsiteY446" fmla="*/ 446723 h 1903571"/>
                <a:gd name="connsiteX447" fmla="*/ 3483768 w 5542597"/>
                <a:gd name="connsiteY447" fmla="*/ 442913 h 1903571"/>
                <a:gd name="connsiteX448" fmla="*/ 3471386 w 5542597"/>
                <a:gd name="connsiteY448" fmla="*/ 425291 h 1903571"/>
                <a:gd name="connsiteX449" fmla="*/ 3465672 w 5542597"/>
                <a:gd name="connsiteY449" fmla="*/ 419100 h 1903571"/>
                <a:gd name="connsiteX450" fmla="*/ 3462814 w 5542597"/>
                <a:gd name="connsiteY450" fmla="*/ 413861 h 1903571"/>
                <a:gd name="connsiteX451" fmla="*/ 3455193 w 5542597"/>
                <a:gd name="connsiteY451" fmla="*/ 412909 h 1903571"/>
                <a:gd name="connsiteX452" fmla="*/ 3452812 w 5542597"/>
                <a:gd name="connsiteY452" fmla="*/ 409099 h 1903571"/>
                <a:gd name="connsiteX453" fmla="*/ 3456147 w 5542597"/>
                <a:gd name="connsiteY453" fmla="*/ 406241 h 1903571"/>
                <a:gd name="connsiteX454" fmla="*/ 3466147 w 5542597"/>
                <a:gd name="connsiteY454" fmla="*/ 403860 h 1903571"/>
                <a:gd name="connsiteX455" fmla="*/ 3473768 w 5542597"/>
                <a:gd name="connsiteY455" fmla="*/ 404336 h 1903571"/>
                <a:gd name="connsiteX456" fmla="*/ 3468053 w 5542597"/>
                <a:gd name="connsiteY456" fmla="*/ 397669 h 1903571"/>
                <a:gd name="connsiteX457" fmla="*/ 3465195 w 5542597"/>
                <a:gd name="connsiteY457" fmla="*/ 393383 h 1903571"/>
                <a:gd name="connsiteX458" fmla="*/ 3462337 w 5542597"/>
                <a:gd name="connsiteY458" fmla="*/ 391001 h 1903571"/>
                <a:gd name="connsiteX459" fmla="*/ 3463290 w 5542597"/>
                <a:gd name="connsiteY459" fmla="*/ 395764 h 1903571"/>
                <a:gd name="connsiteX460" fmla="*/ 3461861 w 5542597"/>
                <a:gd name="connsiteY460" fmla="*/ 399098 h 1903571"/>
                <a:gd name="connsiteX461" fmla="*/ 3459480 w 5542597"/>
                <a:gd name="connsiteY461" fmla="*/ 401955 h 1903571"/>
                <a:gd name="connsiteX462" fmla="*/ 3455193 w 5542597"/>
                <a:gd name="connsiteY462" fmla="*/ 403384 h 1903571"/>
                <a:gd name="connsiteX463" fmla="*/ 3436143 w 5542597"/>
                <a:gd name="connsiteY463" fmla="*/ 382429 h 1903571"/>
                <a:gd name="connsiteX464" fmla="*/ 3424714 w 5542597"/>
                <a:gd name="connsiteY464" fmla="*/ 371951 h 1903571"/>
                <a:gd name="connsiteX465" fmla="*/ 3418522 w 5542597"/>
                <a:gd name="connsiteY465" fmla="*/ 368618 h 1903571"/>
                <a:gd name="connsiteX466" fmla="*/ 3414712 w 5542597"/>
                <a:gd name="connsiteY466" fmla="*/ 361950 h 1903571"/>
                <a:gd name="connsiteX467" fmla="*/ 3417570 w 5542597"/>
                <a:gd name="connsiteY467" fmla="*/ 360521 h 1903571"/>
                <a:gd name="connsiteX468" fmla="*/ 3430905 w 5542597"/>
                <a:gd name="connsiteY468" fmla="*/ 368141 h 1903571"/>
                <a:gd name="connsiteX469" fmla="*/ 3439954 w 5542597"/>
                <a:gd name="connsiteY469" fmla="*/ 372428 h 1903571"/>
                <a:gd name="connsiteX470" fmla="*/ 3455670 w 5542597"/>
                <a:gd name="connsiteY470" fmla="*/ 382905 h 1903571"/>
                <a:gd name="connsiteX471" fmla="*/ 3467576 w 5542597"/>
                <a:gd name="connsiteY471" fmla="*/ 381953 h 1903571"/>
                <a:gd name="connsiteX472" fmla="*/ 3471862 w 5542597"/>
                <a:gd name="connsiteY472" fmla="*/ 377666 h 1903571"/>
                <a:gd name="connsiteX473" fmla="*/ 3471862 w 5542597"/>
                <a:gd name="connsiteY473" fmla="*/ 368141 h 1903571"/>
                <a:gd name="connsiteX474" fmla="*/ 3467576 w 5542597"/>
                <a:gd name="connsiteY474" fmla="*/ 360045 h 1903571"/>
                <a:gd name="connsiteX475" fmla="*/ 3461861 w 5542597"/>
                <a:gd name="connsiteY475" fmla="*/ 357188 h 1903571"/>
                <a:gd name="connsiteX476" fmla="*/ 3442811 w 5542597"/>
                <a:gd name="connsiteY476" fmla="*/ 356711 h 1903571"/>
                <a:gd name="connsiteX477" fmla="*/ 3438049 w 5542597"/>
                <a:gd name="connsiteY477" fmla="*/ 353854 h 1903571"/>
                <a:gd name="connsiteX478" fmla="*/ 3441383 w 5542597"/>
                <a:gd name="connsiteY478" fmla="*/ 353378 h 1903571"/>
                <a:gd name="connsiteX479" fmla="*/ 3445668 w 5542597"/>
                <a:gd name="connsiteY479" fmla="*/ 352901 h 1903571"/>
                <a:gd name="connsiteX480" fmla="*/ 3451860 w 5542597"/>
                <a:gd name="connsiteY480" fmla="*/ 350520 h 1903571"/>
                <a:gd name="connsiteX481" fmla="*/ 3461861 w 5542597"/>
                <a:gd name="connsiteY481" fmla="*/ 344805 h 1903571"/>
                <a:gd name="connsiteX482" fmla="*/ 3466624 w 5542597"/>
                <a:gd name="connsiteY482" fmla="*/ 342900 h 1903571"/>
                <a:gd name="connsiteX483" fmla="*/ 3465672 w 5542597"/>
                <a:gd name="connsiteY483" fmla="*/ 338614 h 1903571"/>
                <a:gd name="connsiteX484" fmla="*/ 3458528 w 5542597"/>
                <a:gd name="connsiteY484" fmla="*/ 332423 h 1903571"/>
                <a:gd name="connsiteX485" fmla="*/ 3447097 w 5542597"/>
                <a:gd name="connsiteY485" fmla="*/ 331470 h 1903571"/>
                <a:gd name="connsiteX486" fmla="*/ 3444240 w 5542597"/>
                <a:gd name="connsiteY486" fmla="*/ 330994 h 1903571"/>
                <a:gd name="connsiteX487" fmla="*/ 3449003 w 5542597"/>
                <a:gd name="connsiteY487" fmla="*/ 327660 h 1903571"/>
                <a:gd name="connsiteX488" fmla="*/ 3453289 w 5542597"/>
                <a:gd name="connsiteY488" fmla="*/ 325755 h 1903571"/>
                <a:gd name="connsiteX489" fmla="*/ 3459956 w 5542597"/>
                <a:gd name="connsiteY489" fmla="*/ 320993 h 1903571"/>
                <a:gd name="connsiteX490" fmla="*/ 3461385 w 5542597"/>
                <a:gd name="connsiteY490" fmla="*/ 316706 h 1903571"/>
                <a:gd name="connsiteX491" fmla="*/ 3459956 w 5542597"/>
                <a:gd name="connsiteY491" fmla="*/ 317183 h 1903571"/>
                <a:gd name="connsiteX492" fmla="*/ 3455193 w 5542597"/>
                <a:gd name="connsiteY492" fmla="*/ 316706 h 1903571"/>
                <a:gd name="connsiteX493" fmla="*/ 3453765 w 5542597"/>
                <a:gd name="connsiteY493" fmla="*/ 314801 h 1903571"/>
                <a:gd name="connsiteX494" fmla="*/ 3454241 w 5542597"/>
                <a:gd name="connsiteY494" fmla="*/ 311944 h 1903571"/>
                <a:gd name="connsiteX495" fmla="*/ 3449003 w 5542597"/>
                <a:gd name="connsiteY495" fmla="*/ 309086 h 1903571"/>
                <a:gd name="connsiteX496" fmla="*/ 3443764 w 5542597"/>
                <a:gd name="connsiteY496" fmla="*/ 307181 h 1903571"/>
                <a:gd name="connsiteX497" fmla="*/ 3432810 w 5542597"/>
                <a:gd name="connsiteY497" fmla="*/ 306705 h 1903571"/>
                <a:gd name="connsiteX498" fmla="*/ 3432810 w 5542597"/>
                <a:gd name="connsiteY498" fmla="*/ 304324 h 1903571"/>
                <a:gd name="connsiteX499" fmla="*/ 3433762 w 5542597"/>
                <a:gd name="connsiteY499" fmla="*/ 302419 h 1903571"/>
                <a:gd name="connsiteX500" fmla="*/ 3429000 w 5542597"/>
                <a:gd name="connsiteY500" fmla="*/ 300990 h 1903571"/>
                <a:gd name="connsiteX501" fmla="*/ 3424714 w 5542597"/>
                <a:gd name="connsiteY501" fmla="*/ 298609 h 1903571"/>
                <a:gd name="connsiteX502" fmla="*/ 3423761 w 5542597"/>
                <a:gd name="connsiteY502" fmla="*/ 296228 h 1903571"/>
                <a:gd name="connsiteX503" fmla="*/ 3422333 w 5542597"/>
                <a:gd name="connsiteY503" fmla="*/ 295275 h 1903571"/>
                <a:gd name="connsiteX504" fmla="*/ 3415189 w 5542597"/>
                <a:gd name="connsiteY504" fmla="*/ 292894 h 1903571"/>
                <a:gd name="connsiteX505" fmla="*/ 3390900 w 5542597"/>
                <a:gd name="connsiteY505" fmla="*/ 288608 h 1903571"/>
                <a:gd name="connsiteX506" fmla="*/ 3388518 w 5542597"/>
                <a:gd name="connsiteY506" fmla="*/ 289560 h 1903571"/>
                <a:gd name="connsiteX507" fmla="*/ 3384709 w 5542597"/>
                <a:gd name="connsiteY507" fmla="*/ 295751 h 1903571"/>
                <a:gd name="connsiteX508" fmla="*/ 3374708 w 5542597"/>
                <a:gd name="connsiteY508" fmla="*/ 302419 h 1903571"/>
                <a:gd name="connsiteX509" fmla="*/ 3367564 w 5542597"/>
                <a:gd name="connsiteY509" fmla="*/ 298609 h 1903571"/>
                <a:gd name="connsiteX510" fmla="*/ 3366135 w 5542597"/>
                <a:gd name="connsiteY510" fmla="*/ 298609 h 1903571"/>
                <a:gd name="connsiteX511" fmla="*/ 3364706 w 5542597"/>
                <a:gd name="connsiteY511" fmla="*/ 296704 h 1903571"/>
                <a:gd name="connsiteX512" fmla="*/ 3366611 w 5542597"/>
                <a:gd name="connsiteY512" fmla="*/ 293846 h 1903571"/>
                <a:gd name="connsiteX513" fmla="*/ 3367564 w 5542597"/>
                <a:gd name="connsiteY513" fmla="*/ 290989 h 1903571"/>
                <a:gd name="connsiteX514" fmla="*/ 3366135 w 5542597"/>
                <a:gd name="connsiteY514" fmla="*/ 289084 h 1903571"/>
                <a:gd name="connsiteX515" fmla="*/ 3364706 w 5542597"/>
                <a:gd name="connsiteY515" fmla="*/ 288608 h 1903571"/>
                <a:gd name="connsiteX516" fmla="*/ 3359468 w 5542597"/>
                <a:gd name="connsiteY516" fmla="*/ 290513 h 1903571"/>
                <a:gd name="connsiteX517" fmla="*/ 3352324 w 5542597"/>
                <a:gd name="connsiteY517" fmla="*/ 291465 h 1903571"/>
                <a:gd name="connsiteX518" fmla="*/ 3348990 w 5542597"/>
                <a:gd name="connsiteY518" fmla="*/ 293370 h 1903571"/>
                <a:gd name="connsiteX519" fmla="*/ 3342322 w 5542597"/>
                <a:gd name="connsiteY519" fmla="*/ 294799 h 1903571"/>
                <a:gd name="connsiteX520" fmla="*/ 3342799 w 5542597"/>
                <a:gd name="connsiteY520" fmla="*/ 290036 h 1903571"/>
                <a:gd name="connsiteX521" fmla="*/ 3315176 w 5542597"/>
                <a:gd name="connsiteY521" fmla="*/ 277654 h 1903571"/>
                <a:gd name="connsiteX522" fmla="*/ 3306128 w 5542597"/>
                <a:gd name="connsiteY522" fmla="*/ 275273 h 1903571"/>
                <a:gd name="connsiteX523" fmla="*/ 3301365 w 5542597"/>
                <a:gd name="connsiteY523" fmla="*/ 274796 h 1903571"/>
                <a:gd name="connsiteX524" fmla="*/ 3288506 w 5542597"/>
                <a:gd name="connsiteY524" fmla="*/ 277654 h 1903571"/>
                <a:gd name="connsiteX525" fmla="*/ 3285649 w 5542597"/>
                <a:gd name="connsiteY525" fmla="*/ 279083 h 1903571"/>
                <a:gd name="connsiteX526" fmla="*/ 3280886 w 5542597"/>
                <a:gd name="connsiteY526" fmla="*/ 283369 h 1903571"/>
                <a:gd name="connsiteX527" fmla="*/ 3270409 w 5542597"/>
                <a:gd name="connsiteY527" fmla="*/ 280511 h 1903571"/>
                <a:gd name="connsiteX528" fmla="*/ 3268028 w 5542597"/>
                <a:gd name="connsiteY528" fmla="*/ 282416 h 1903571"/>
                <a:gd name="connsiteX529" fmla="*/ 3264218 w 5542597"/>
                <a:gd name="connsiteY529" fmla="*/ 289560 h 1903571"/>
                <a:gd name="connsiteX530" fmla="*/ 3264693 w 5542597"/>
                <a:gd name="connsiteY530" fmla="*/ 296228 h 1903571"/>
                <a:gd name="connsiteX531" fmla="*/ 3266122 w 5542597"/>
                <a:gd name="connsiteY531" fmla="*/ 298133 h 1903571"/>
                <a:gd name="connsiteX532" fmla="*/ 3267075 w 5542597"/>
                <a:gd name="connsiteY532" fmla="*/ 301466 h 1903571"/>
                <a:gd name="connsiteX533" fmla="*/ 3270885 w 5542597"/>
                <a:gd name="connsiteY533" fmla="*/ 307181 h 1903571"/>
                <a:gd name="connsiteX534" fmla="*/ 3275172 w 5542597"/>
                <a:gd name="connsiteY534" fmla="*/ 311468 h 1903571"/>
                <a:gd name="connsiteX535" fmla="*/ 3273266 w 5542597"/>
                <a:gd name="connsiteY535" fmla="*/ 312420 h 1903571"/>
                <a:gd name="connsiteX536" fmla="*/ 3271837 w 5542597"/>
                <a:gd name="connsiteY536" fmla="*/ 312896 h 1903571"/>
                <a:gd name="connsiteX537" fmla="*/ 3269456 w 5542597"/>
                <a:gd name="connsiteY537" fmla="*/ 314801 h 1903571"/>
                <a:gd name="connsiteX538" fmla="*/ 3267551 w 5542597"/>
                <a:gd name="connsiteY538" fmla="*/ 318611 h 1903571"/>
                <a:gd name="connsiteX539" fmla="*/ 3264218 w 5542597"/>
                <a:gd name="connsiteY539" fmla="*/ 323850 h 1903571"/>
                <a:gd name="connsiteX540" fmla="*/ 3259455 w 5542597"/>
                <a:gd name="connsiteY540" fmla="*/ 327184 h 1903571"/>
                <a:gd name="connsiteX541" fmla="*/ 3253740 w 5542597"/>
                <a:gd name="connsiteY541" fmla="*/ 326231 h 1903571"/>
                <a:gd name="connsiteX542" fmla="*/ 3240881 w 5542597"/>
                <a:gd name="connsiteY542" fmla="*/ 322421 h 1903571"/>
                <a:gd name="connsiteX543" fmla="*/ 3238024 w 5542597"/>
                <a:gd name="connsiteY543" fmla="*/ 322898 h 1903571"/>
                <a:gd name="connsiteX544" fmla="*/ 3237072 w 5542597"/>
                <a:gd name="connsiteY544" fmla="*/ 325755 h 1903571"/>
                <a:gd name="connsiteX545" fmla="*/ 3244691 w 5542597"/>
                <a:gd name="connsiteY545" fmla="*/ 328613 h 1903571"/>
                <a:gd name="connsiteX546" fmla="*/ 3245643 w 5542597"/>
                <a:gd name="connsiteY546" fmla="*/ 330041 h 1903571"/>
                <a:gd name="connsiteX547" fmla="*/ 3243262 w 5542597"/>
                <a:gd name="connsiteY547" fmla="*/ 330994 h 1903571"/>
                <a:gd name="connsiteX548" fmla="*/ 3238024 w 5542597"/>
                <a:gd name="connsiteY548" fmla="*/ 331946 h 1903571"/>
                <a:gd name="connsiteX549" fmla="*/ 3228975 w 5542597"/>
                <a:gd name="connsiteY549" fmla="*/ 331946 h 1903571"/>
                <a:gd name="connsiteX550" fmla="*/ 3220879 w 5542597"/>
                <a:gd name="connsiteY550" fmla="*/ 330518 h 1903571"/>
                <a:gd name="connsiteX551" fmla="*/ 3216116 w 5542597"/>
                <a:gd name="connsiteY551" fmla="*/ 326708 h 1903571"/>
                <a:gd name="connsiteX552" fmla="*/ 3211354 w 5542597"/>
                <a:gd name="connsiteY552" fmla="*/ 326231 h 1903571"/>
                <a:gd name="connsiteX553" fmla="*/ 3198018 w 5542597"/>
                <a:gd name="connsiteY553" fmla="*/ 325755 h 1903571"/>
                <a:gd name="connsiteX554" fmla="*/ 3185636 w 5542597"/>
                <a:gd name="connsiteY554" fmla="*/ 328136 h 1903571"/>
                <a:gd name="connsiteX555" fmla="*/ 3172301 w 5542597"/>
                <a:gd name="connsiteY555" fmla="*/ 325279 h 1903571"/>
                <a:gd name="connsiteX556" fmla="*/ 3148965 w 5542597"/>
                <a:gd name="connsiteY556" fmla="*/ 325755 h 1903571"/>
                <a:gd name="connsiteX557" fmla="*/ 3143250 w 5542597"/>
                <a:gd name="connsiteY557" fmla="*/ 325279 h 1903571"/>
                <a:gd name="connsiteX558" fmla="*/ 3132297 w 5542597"/>
                <a:gd name="connsiteY558" fmla="*/ 320040 h 1903571"/>
                <a:gd name="connsiteX559" fmla="*/ 3116580 w 5542597"/>
                <a:gd name="connsiteY559" fmla="*/ 316230 h 1903571"/>
                <a:gd name="connsiteX560" fmla="*/ 3098483 w 5542597"/>
                <a:gd name="connsiteY560" fmla="*/ 308134 h 1903571"/>
                <a:gd name="connsiteX561" fmla="*/ 3096577 w 5542597"/>
                <a:gd name="connsiteY561" fmla="*/ 300038 h 1903571"/>
                <a:gd name="connsiteX562" fmla="*/ 3099435 w 5542597"/>
                <a:gd name="connsiteY562" fmla="*/ 293846 h 1903571"/>
                <a:gd name="connsiteX563" fmla="*/ 3109436 w 5542597"/>
                <a:gd name="connsiteY563" fmla="*/ 293846 h 1903571"/>
                <a:gd name="connsiteX564" fmla="*/ 3115628 w 5542597"/>
                <a:gd name="connsiteY564" fmla="*/ 292894 h 1903571"/>
                <a:gd name="connsiteX565" fmla="*/ 3114675 w 5542597"/>
                <a:gd name="connsiteY565" fmla="*/ 290513 h 1903571"/>
                <a:gd name="connsiteX566" fmla="*/ 3113247 w 5542597"/>
                <a:gd name="connsiteY566" fmla="*/ 289084 h 1903571"/>
                <a:gd name="connsiteX567" fmla="*/ 3098959 w 5542597"/>
                <a:gd name="connsiteY567" fmla="*/ 285750 h 1903571"/>
                <a:gd name="connsiteX568" fmla="*/ 3060383 w 5542597"/>
                <a:gd name="connsiteY568" fmla="*/ 284798 h 1903571"/>
                <a:gd name="connsiteX569" fmla="*/ 3032760 w 5542597"/>
                <a:gd name="connsiteY569" fmla="*/ 280035 h 1903571"/>
                <a:gd name="connsiteX570" fmla="*/ 2993231 w 5542597"/>
                <a:gd name="connsiteY570" fmla="*/ 278130 h 1903571"/>
                <a:gd name="connsiteX571" fmla="*/ 2975610 w 5542597"/>
                <a:gd name="connsiteY571" fmla="*/ 284321 h 1903571"/>
                <a:gd name="connsiteX572" fmla="*/ 2949893 w 5542597"/>
                <a:gd name="connsiteY572" fmla="*/ 285750 h 1903571"/>
                <a:gd name="connsiteX573" fmla="*/ 2942749 w 5542597"/>
                <a:gd name="connsiteY573" fmla="*/ 289560 h 1903571"/>
                <a:gd name="connsiteX574" fmla="*/ 2930843 w 5542597"/>
                <a:gd name="connsiteY574" fmla="*/ 290989 h 1903571"/>
                <a:gd name="connsiteX575" fmla="*/ 2932271 w 5542597"/>
                <a:gd name="connsiteY575" fmla="*/ 295751 h 1903571"/>
                <a:gd name="connsiteX576" fmla="*/ 2937986 w 5542597"/>
                <a:gd name="connsiteY576" fmla="*/ 299561 h 1903571"/>
                <a:gd name="connsiteX577" fmla="*/ 2940844 w 5542597"/>
                <a:gd name="connsiteY577" fmla="*/ 300038 h 1903571"/>
                <a:gd name="connsiteX578" fmla="*/ 2943701 w 5542597"/>
                <a:gd name="connsiteY578" fmla="*/ 301466 h 1903571"/>
                <a:gd name="connsiteX579" fmla="*/ 2941796 w 5542597"/>
                <a:gd name="connsiteY579" fmla="*/ 302895 h 1903571"/>
                <a:gd name="connsiteX580" fmla="*/ 2939891 w 5542597"/>
                <a:gd name="connsiteY580" fmla="*/ 303371 h 1903571"/>
                <a:gd name="connsiteX581" fmla="*/ 2935605 w 5542597"/>
                <a:gd name="connsiteY581" fmla="*/ 306229 h 1903571"/>
                <a:gd name="connsiteX582" fmla="*/ 2932747 w 5542597"/>
                <a:gd name="connsiteY582" fmla="*/ 309086 h 1903571"/>
                <a:gd name="connsiteX583" fmla="*/ 2933700 w 5542597"/>
                <a:gd name="connsiteY583" fmla="*/ 314801 h 1903571"/>
                <a:gd name="connsiteX584" fmla="*/ 2932271 w 5542597"/>
                <a:gd name="connsiteY584" fmla="*/ 320516 h 1903571"/>
                <a:gd name="connsiteX585" fmla="*/ 2927985 w 5542597"/>
                <a:gd name="connsiteY585" fmla="*/ 328613 h 1903571"/>
                <a:gd name="connsiteX586" fmla="*/ 2924175 w 5542597"/>
                <a:gd name="connsiteY586" fmla="*/ 331946 h 1903571"/>
                <a:gd name="connsiteX587" fmla="*/ 2920841 w 5542597"/>
                <a:gd name="connsiteY587" fmla="*/ 336709 h 1903571"/>
                <a:gd name="connsiteX588" fmla="*/ 2923699 w 5542597"/>
                <a:gd name="connsiteY588" fmla="*/ 340995 h 1903571"/>
                <a:gd name="connsiteX589" fmla="*/ 2927033 w 5542597"/>
                <a:gd name="connsiteY589" fmla="*/ 342900 h 1903571"/>
                <a:gd name="connsiteX590" fmla="*/ 2935129 w 5542597"/>
                <a:gd name="connsiteY590" fmla="*/ 344805 h 1903571"/>
                <a:gd name="connsiteX591" fmla="*/ 2937986 w 5542597"/>
                <a:gd name="connsiteY591" fmla="*/ 346234 h 1903571"/>
                <a:gd name="connsiteX592" fmla="*/ 2936081 w 5542597"/>
                <a:gd name="connsiteY592" fmla="*/ 347663 h 1903571"/>
                <a:gd name="connsiteX593" fmla="*/ 2924175 w 5542597"/>
                <a:gd name="connsiteY593" fmla="*/ 346234 h 1903571"/>
                <a:gd name="connsiteX594" fmla="*/ 2919889 w 5542597"/>
                <a:gd name="connsiteY594" fmla="*/ 341471 h 1903571"/>
                <a:gd name="connsiteX595" fmla="*/ 2918936 w 5542597"/>
                <a:gd name="connsiteY595" fmla="*/ 339090 h 1903571"/>
                <a:gd name="connsiteX596" fmla="*/ 2917984 w 5542597"/>
                <a:gd name="connsiteY596" fmla="*/ 334804 h 1903571"/>
                <a:gd name="connsiteX597" fmla="*/ 2922270 w 5542597"/>
                <a:gd name="connsiteY597" fmla="*/ 330518 h 1903571"/>
                <a:gd name="connsiteX598" fmla="*/ 2926080 w 5542597"/>
                <a:gd name="connsiteY598" fmla="*/ 327660 h 1903571"/>
                <a:gd name="connsiteX599" fmla="*/ 2929890 w 5542597"/>
                <a:gd name="connsiteY599" fmla="*/ 320993 h 1903571"/>
                <a:gd name="connsiteX600" fmla="*/ 2930366 w 5542597"/>
                <a:gd name="connsiteY600" fmla="*/ 314801 h 1903571"/>
                <a:gd name="connsiteX601" fmla="*/ 2930366 w 5542597"/>
                <a:gd name="connsiteY601" fmla="*/ 301466 h 1903571"/>
                <a:gd name="connsiteX602" fmla="*/ 2923222 w 5542597"/>
                <a:gd name="connsiteY602" fmla="*/ 298609 h 1903571"/>
                <a:gd name="connsiteX603" fmla="*/ 2918936 w 5542597"/>
                <a:gd name="connsiteY603" fmla="*/ 294323 h 1903571"/>
                <a:gd name="connsiteX604" fmla="*/ 2926080 w 5542597"/>
                <a:gd name="connsiteY604" fmla="*/ 286226 h 1903571"/>
                <a:gd name="connsiteX605" fmla="*/ 2927985 w 5542597"/>
                <a:gd name="connsiteY605" fmla="*/ 281940 h 1903571"/>
                <a:gd name="connsiteX606" fmla="*/ 2924651 w 5542597"/>
                <a:gd name="connsiteY606" fmla="*/ 278130 h 1903571"/>
                <a:gd name="connsiteX607" fmla="*/ 2919889 w 5542597"/>
                <a:gd name="connsiteY607" fmla="*/ 269558 h 1903571"/>
                <a:gd name="connsiteX608" fmla="*/ 2914650 w 5542597"/>
                <a:gd name="connsiteY608" fmla="*/ 264319 h 1903571"/>
                <a:gd name="connsiteX609" fmla="*/ 2911316 w 5542597"/>
                <a:gd name="connsiteY609" fmla="*/ 262414 h 1903571"/>
                <a:gd name="connsiteX610" fmla="*/ 2907983 w 5542597"/>
                <a:gd name="connsiteY610" fmla="*/ 260985 h 1903571"/>
                <a:gd name="connsiteX611" fmla="*/ 2911793 w 5542597"/>
                <a:gd name="connsiteY611" fmla="*/ 269558 h 1903571"/>
                <a:gd name="connsiteX612" fmla="*/ 2908935 w 5542597"/>
                <a:gd name="connsiteY612" fmla="*/ 273844 h 1903571"/>
                <a:gd name="connsiteX613" fmla="*/ 2906554 w 5542597"/>
                <a:gd name="connsiteY613" fmla="*/ 275273 h 1903571"/>
                <a:gd name="connsiteX614" fmla="*/ 2893219 w 5542597"/>
                <a:gd name="connsiteY614" fmla="*/ 277654 h 1903571"/>
                <a:gd name="connsiteX615" fmla="*/ 2884646 w 5542597"/>
                <a:gd name="connsiteY615" fmla="*/ 277654 h 1903571"/>
                <a:gd name="connsiteX616" fmla="*/ 2873216 w 5542597"/>
                <a:gd name="connsiteY616" fmla="*/ 275273 h 1903571"/>
                <a:gd name="connsiteX617" fmla="*/ 2859405 w 5542597"/>
                <a:gd name="connsiteY617" fmla="*/ 270034 h 1903571"/>
                <a:gd name="connsiteX618" fmla="*/ 2856071 w 5542597"/>
                <a:gd name="connsiteY618" fmla="*/ 266224 h 1903571"/>
                <a:gd name="connsiteX619" fmla="*/ 2853214 w 5542597"/>
                <a:gd name="connsiteY619" fmla="*/ 260509 h 1903571"/>
                <a:gd name="connsiteX620" fmla="*/ 2861310 w 5542597"/>
                <a:gd name="connsiteY620" fmla="*/ 258127 h 1903571"/>
                <a:gd name="connsiteX621" fmla="*/ 2864168 w 5542597"/>
                <a:gd name="connsiteY621" fmla="*/ 256699 h 1903571"/>
                <a:gd name="connsiteX622" fmla="*/ 2857500 w 5542597"/>
                <a:gd name="connsiteY622" fmla="*/ 255270 h 1903571"/>
                <a:gd name="connsiteX623" fmla="*/ 2849880 w 5542597"/>
                <a:gd name="connsiteY623" fmla="*/ 255270 h 1903571"/>
                <a:gd name="connsiteX624" fmla="*/ 2847499 w 5542597"/>
                <a:gd name="connsiteY624" fmla="*/ 262414 h 1903571"/>
                <a:gd name="connsiteX625" fmla="*/ 2842736 w 5542597"/>
                <a:gd name="connsiteY625" fmla="*/ 261938 h 1903571"/>
                <a:gd name="connsiteX626" fmla="*/ 2820352 w 5542597"/>
                <a:gd name="connsiteY626" fmla="*/ 257651 h 1903571"/>
                <a:gd name="connsiteX627" fmla="*/ 2814638 w 5542597"/>
                <a:gd name="connsiteY627" fmla="*/ 259080 h 1903571"/>
                <a:gd name="connsiteX628" fmla="*/ 2807018 w 5542597"/>
                <a:gd name="connsiteY628" fmla="*/ 263366 h 1903571"/>
                <a:gd name="connsiteX629" fmla="*/ 2804160 w 5542597"/>
                <a:gd name="connsiteY629" fmla="*/ 266700 h 1903571"/>
                <a:gd name="connsiteX630" fmla="*/ 2800350 w 5542597"/>
                <a:gd name="connsiteY630" fmla="*/ 271939 h 1903571"/>
                <a:gd name="connsiteX631" fmla="*/ 2801779 w 5542597"/>
                <a:gd name="connsiteY631" fmla="*/ 275749 h 1903571"/>
                <a:gd name="connsiteX632" fmla="*/ 2803208 w 5542597"/>
                <a:gd name="connsiteY632" fmla="*/ 276701 h 1903571"/>
                <a:gd name="connsiteX633" fmla="*/ 2814638 w 5542597"/>
                <a:gd name="connsiteY633" fmla="*/ 277654 h 1903571"/>
                <a:gd name="connsiteX634" fmla="*/ 2824639 w 5542597"/>
                <a:gd name="connsiteY634" fmla="*/ 276701 h 1903571"/>
                <a:gd name="connsiteX635" fmla="*/ 2836069 w 5542597"/>
                <a:gd name="connsiteY635" fmla="*/ 273368 h 1903571"/>
                <a:gd name="connsiteX636" fmla="*/ 2838926 w 5542597"/>
                <a:gd name="connsiteY636" fmla="*/ 274320 h 1903571"/>
                <a:gd name="connsiteX637" fmla="*/ 2841308 w 5542597"/>
                <a:gd name="connsiteY637" fmla="*/ 276225 h 1903571"/>
                <a:gd name="connsiteX638" fmla="*/ 2837974 w 5542597"/>
                <a:gd name="connsiteY638" fmla="*/ 279083 h 1903571"/>
                <a:gd name="connsiteX639" fmla="*/ 2826068 w 5542597"/>
                <a:gd name="connsiteY639" fmla="*/ 282893 h 1903571"/>
                <a:gd name="connsiteX640" fmla="*/ 2806541 w 5542597"/>
                <a:gd name="connsiteY640" fmla="*/ 293370 h 1903571"/>
                <a:gd name="connsiteX641" fmla="*/ 2799397 w 5542597"/>
                <a:gd name="connsiteY641" fmla="*/ 294323 h 1903571"/>
                <a:gd name="connsiteX642" fmla="*/ 2788920 w 5542597"/>
                <a:gd name="connsiteY642" fmla="*/ 292418 h 1903571"/>
                <a:gd name="connsiteX643" fmla="*/ 2783205 w 5542597"/>
                <a:gd name="connsiteY643" fmla="*/ 298133 h 1903571"/>
                <a:gd name="connsiteX644" fmla="*/ 2780824 w 5542597"/>
                <a:gd name="connsiteY644" fmla="*/ 299561 h 1903571"/>
                <a:gd name="connsiteX645" fmla="*/ 2763202 w 5542597"/>
                <a:gd name="connsiteY645" fmla="*/ 303371 h 1903571"/>
                <a:gd name="connsiteX646" fmla="*/ 2755583 w 5542597"/>
                <a:gd name="connsiteY646" fmla="*/ 303848 h 1903571"/>
                <a:gd name="connsiteX647" fmla="*/ 2753201 w 5542597"/>
                <a:gd name="connsiteY647" fmla="*/ 306705 h 1903571"/>
                <a:gd name="connsiteX648" fmla="*/ 2748915 w 5542597"/>
                <a:gd name="connsiteY648" fmla="*/ 307181 h 1903571"/>
                <a:gd name="connsiteX649" fmla="*/ 2743676 w 5542597"/>
                <a:gd name="connsiteY649" fmla="*/ 308610 h 1903571"/>
                <a:gd name="connsiteX650" fmla="*/ 2735104 w 5542597"/>
                <a:gd name="connsiteY650" fmla="*/ 312896 h 1903571"/>
                <a:gd name="connsiteX651" fmla="*/ 2722245 w 5542597"/>
                <a:gd name="connsiteY651" fmla="*/ 313373 h 1903571"/>
                <a:gd name="connsiteX652" fmla="*/ 2713196 w 5542597"/>
                <a:gd name="connsiteY652" fmla="*/ 312420 h 1903571"/>
                <a:gd name="connsiteX653" fmla="*/ 2691765 w 5542597"/>
                <a:gd name="connsiteY653" fmla="*/ 314801 h 1903571"/>
                <a:gd name="connsiteX654" fmla="*/ 2686050 w 5542597"/>
                <a:gd name="connsiteY654" fmla="*/ 317183 h 1903571"/>
                <a:gd name="connsiteX655" fmla="*/ 2682716 w 5542597"/>
                <a:gd name="connsiteY655" fmla="*/ 320040 h 1903571"/>
                <a:gd name="connsiteX656" fmla="*/ 2680811 w 5542597"/>
                <a:gd name="connsiteY656" fmla="*/ 323850 h 1903571"/>
                <a:gd name="connsiteX657" fmla="*/ 2677954 w 5542597"/>
                <a:gd name="connsiteY657" fmla="*/ 327184 h 1903571"/>
                <a:gd name="connsiteX658" fmla="*/ 2665571 w 5542597"/>
                <a:gd name="connsiteY658" fmla="*/ 334804 h 1903571"/>
                <a:gd name="connsiteX659" fmla="*/ 2655094 w 5542597"/>
                <a:gd name="connsiteY659" fmla="*/ 337661 h 1903571"/>
                <a:gd name="connsiteX660" fmla="*/ 2646521 w 5542597"/>
                <a:gd name="connsiteY660" fmla="*/ 338614 h 1903571"/>
                <a:gd name="connsiteX661" fmla="*/ 2655094 w 5542597"/>
                <a:gd name="connsiteY661" fmla="*/ 334328 h 1903571"/>
                <a:gd name="connsiteX662" fmla="*/ 2664619 w 5542597"/>
                <a:gd name="connsiteY662" fmla="*/ 326708 h 1903571"/>
                <a:gd name="connsiteX663" fmla="*/ 2681764 w 5542597"/>
                <a:gd name="connsiteY663" fmla="*/ 303848 h 1903571"/>
                <a:gd name="connsiteX664" fmla="*/ 2698433 w 5542597"/>
                <a:gd name="connsiteY664" fmla="*/ 302419 h 1903571"/>
                <a:gd name="connsiteX665" fmla="*/ 2702719 w 5542597"/>
                <a:gd name="connsiteY665" fmla="*/ 299561 h 1903571"/>
                <a:gd name="connsiteX666" fmla="*/ 2715101 w 5542597"/>
                <a:gd name="connsiteY666" fmla="*/ 285750 h 1903571"/>
                <a:gd name="connsiteX667" fmla="*/ 2718911 w 5542597"/>
                <a:gd name="connsiteY667" fmla="*/ 283369 h 1903571"/>
                <a:gd name="connsiteX668" fmla="*/ 2735580 w 5542597"/>
                <a:gd name="connsiteY668" fmla="*/ 283369 h 1903571"/>
                <a:gd name="connsiteX669" fmla="*/ 2750344 w 5542597"/>
                <a:gd name="connsiteY669" fmla="*/ 278606 h 1903571"/>
                <a:gd name="connsiteX670" fmla="*/ 2780347 w 5542597"/>
                <a:gd name="connsiteY670" fmla="*/ 256699 h 1903571"/>
                <a:gd name="connsiteX671" fmla="*/ 2795111 w 5542597"/>
                <a:gd name="connsiteY671" fmla="*/ 252889 h 1903571"/>
                <a:gd name="connsiteX672" fmla="*/ 2805113 w 5542597"/>
                <a:gd name="connsiteY672" fmla="*/ 247174 h 1903571"/>
                <a:gd name="connsiteX673" fmla="*/ 2807018 w 5542597"/>
                <a:gd name="connsiteY673" fmla="*/ 244793 h 1903571"/>
                <a:gd name="connsiteX674" fmla="*/ 2808446 w 5542597"/>
                <a:gd name="connsiteY674" fmla="*/ 241459 h 1903571"/>
                <a:gd name="connsiteX675" fmla="*/ 2807018 w 5542597"/>
                <a:gd name="connsiteY675" fmla="*/ 239077 h 1903571"/>
                <a:gd name="connsiteX676" fmla="*/ 2806065 w 5542597"/>
                <a:gd name="connsiteY676" fmla="*/ 237173 h 1903571"/>
                <a:gd name="connsiteX677" fmla="*/ 2819400 w 5542597"/>
                <a:gd name="connsiteY677" fmla="*/ 233363 h 1903571"/>
                <a:gd name="connsiteX678" fmla="*/ 2824163 w 5542597"/>
                <a:gd name="connsiteY678" fmla="*/ 227648 h 1903571"/>
                <a:gd name="connsiteX679" fmla="*/ 2841784 w 5542597"/>
                <a:gd name="connsiteY679" fmla="*/ 221933 h 1903571"/>
                <a:gd name="connsiteX680" fmla="*/ 2855595 w 5542597"/>
                <a:gd name="connsiteY680" fmla="*/ 214789 h 1903571"/>
                <a:gd name="connsiteX681" fmla="*/ 2875121 w 5542597"/>
                <a:gd name="connsiteY681" fmla="*/ 209074 h 1903571"/>
                <a:gd name="connsiteX682" fmla="*/ 2886075 w 5542597"/>
                <a:gd name="connsiteY682" fmla="*/ 201454 h 1903571"/>
                <a:gd name="connsiteX683" fmla="*/ 2911316 w 5542597"/>
                <a:gd name="connsiteY683" fmla="*/ 190500 h 1903571"/>
                <a:gd name="connsiteX684" fmla="*/ 2934652 w 5542597"/>
                <a:gd name="connsiteY684" fmla="*/ 171926 h 1903571"/>
                <a:gd name="connsiteX685" fmla="*/ 2938463 w 5542597"/>
                <a:gd name="connsiteY685" fmla="*/ 160973 h 1903571"/>
                <a:gd name="connsiteX686" fmla="*/ 2932747 w 5542597"/>
                <a:gd name="connsiteY686" fmla="*/ 157163 h 1903571"/>
                <a:gd name="connsiteX687" fmla="*/ 2925604 w 5542597"/>
                <a:gd name="connsiteY687" fmla="*/ 155258 h 1903571"/>
                <a:gd name="connsiteX688" fmla="*/ 2921794 w 5542597"/>
                <a:gd name="connsiteY688" fmla="*/ 150019 h 1903571"/>
                <a:gd name="connsiteX689" fmla="*/ 2919413 w 5542597"/>
                <a:gd name="connsiteY689" fmla="*/ 149066 h 1903571"/>
                <a:gd name="connsiteX690" fmla="*/ 2912269 w 5542597"/>
                <a:gd name="connsiteY690" fmla="*/ 152400 h 1903571"/>
                <a:gd name="connsiteX691" fmla="*/ 2904649 w 5542597"/>
                <a:gd name="connsiteY691" fmla="*/ 140970 h 1903571"/>
                <a:gd name="connsiteX692" fmla="*/ 2895124 w 5542597"/>
                <a:gd name="connsiteY692" fmla="*/ 134779 h 1903571"/>
                <a:gd name="connsiteX693" fmla="*/ 2895600 w 5542597"/>
                <a:gd name="connsiteY693" fmla="*/ 133826 h 1903571"/>
                <a:gd name="connsiteX694" fmla="*/ 2896552 w 5542597"/>
                <a:gd name="connsiteY694" fmla="*/ 133350 h 1903571"/>
                <a:gd name="connsiteX695" fmla="*/ 2901315 w 5542597"/>
                <a:gd name="connsiteY695" fmla="*/ 134303 h 1903571"/>
                <a:gd name="connsiteX696" fmla="*/ 2917984 w 5542597"/>
                <a:gd name="connsiteY696" fmla="*/ 143828 h 1903571"/>
                <a:gd name="connsiteX697" fmla="*/ 2927033 w 5542597"/>
                <a:gd name="connsiteY697" fmla="*/ 145256 h 1903571"/>
                <a:gd name="connsiteX698" fmla="*/ 2929890 w 5542597"/>
                <a:gd name="connsiteY698" fmla="*/ 146685 h 1903571"/>
                <a:gd name="connsiteX699" fmla="*/ 2931319 w 5542597"/>
                <a:gd name="connsiteY699" fmla="*/ 149066 h 1903571"/>
                <a:gd name="connsiteX700" fmla="*/ 2930366 w 5542597"/>
                <a:gd name="connsiteY700" fmla="*/ 153352 h 1903571"/>
                <a:gd name="connsiteX701" fmla="*/ 2933224 w 5542597"/>
                <a:gd name="connsiteY701" fmla="*/ 152876 h 1903571"/>
                <a:gd name="connsiteX702" fmla="*/ 2934652 w 5542597"/>
                <a:gd name="connsiteY702" fmla="*/ 150971 h 1903571"/>
                <a:gd name="connsiteX703" fmla="*/ 2938939 w 5542597"/>
                <a:gd name="connsiteY703" fmla="*/ 143351 h 1903571"/>
                <a:gd name="connsiteX704" fmla="*/ 2943225 w 5542597"/>
                <a:gd name="connsiteY704" fmla="*/ 132874 h 1903571"/>
                <a:gd name="connsiteX705" fmla="*/ 2942749 w 5542597"/>
                <a:gd name="connsiteY705" fmla="*/ 128588 h 1903571"/>
                <a:gd name="connsiteX706" fmla="*/ 2932747 w 5542597"/>
                <a:gd name="connsiteY706" fmla="*/ 130493 h 1903571"/>
                <a:gd name="connsiteX707" fmla="*/ 2928461 w 5542597"/>
                <a:gd name="connsiteY707" fmla="*/ 115253 h 1903571"/>
                <a:gd name="connsiteX708" fmla="*/ 2926080 w 5542597"/>
                <a:gd name="connsiteY708" fmla="*/ 110490 h 1903571"/>
                <a:gd name="connsiteX709" fmla="*/ 2922746 w 5542597"/>
                <a:gd name="connsiteY709" fmla="*/ 105251 h 1903571"/>
                <a:gd name="connsiteX710" fmla="*/ 2916555 w 5542597"/>
                <a:gd name="connsiteY710" fmla="*/ 104775 h 1903571"/>
                <a:gd name="connsiteX711" fmla="*/ 2913221 w 5542597"/>
                <a:gd name="connsiteY711" fmla="*/ 106204 h 1903571"/>
                <a:gd name="connsiteX712" fmla="*/ 2916079 w 5542597"/>
                <a:gd name="connsiteY712" fmla="*/ 108109 h 1903571"/>
                <a:gd name="connsiteX713" fmla="*/ 2918936 w 5542597"/>
                <a:gd name="connsiteY713" fmla="*/ 110966 h 1903571"/>
                <a:gd name="connsiteX714" fmla="*/ 2917031 w 5542597"/>
                <a:gd name="connsiteY714" fmla="*/ 113824 h 1903571"/>
                <a:gd name="connsiteX715" fmla="*/ 2915126 w 5542597"/>
                <a:gd name="connsiteY715" fmla="*/ 115253 h 1903571"/>
                <a:gd name="connsiteX716" fmla="*/ 2907506 w 5542597"/>
                <a:gd name="connsiteY716" fmla="*/ 119063 h 1903571"/>
                <a:gd name="connsiteX717" fmla="*/ 2901791 w 5542597"/>
                <a:gd name="connsiteY717" fmla="*/ 119063 h 1903571"/>
                <a:gd name="connsiteX718" fmla="*/ 2904172 w 5542597"/>
                <a:gd name="connsiteY718" fmla="*/ 117634 h 1903571"/>
                <a:gd name="connsiteX719" fmla="*/ 2907030 w 5542597"/>
                <a:gd name="connsiteY719" fmla="*/ 113824 h 1903571"/>
                <a:gd name="connsiteX720" fmla="*/ 2905125 w 5542597"/>
                <a:gd name="connsiteY720" fmla="*/ 110014 h 1903571"/>
                <a:gd name="connsiteX721" fmla="*/ 2902744 w 5542597"/>
                <a:gd name="connsiteY721" fmla="*/ 107633 h 1903571"/>
                <a:gd name="connsiteX722" fmla="*/ 2900839 w 5542597"/>
                <a:gd name="connsiteY722" fmla="*/ 96203 h 1903571"/>
                <a:gd name="connsiteX723" fmla="*/ 2893695 w 5542597"/>
                <a:gd name="connsiteY723" fmla="*/ 94298 h 1903571"/>
                <a:gd name="connsiteX724" fmla="*/ 2889885 w 5542597"/>
                <a:gd name="connsiteY724" fmla="*/ 92393 h 1903571"/>
                <a:gd name="connsiteX725" fmla="*/ 2884646 w 5542597"/>
                <a:gd name="connsiteY725" fmla="*/ 93345 h 1903571"/>
                <a:gd name="connsiteX726" fmla="*/ 2877502 w 5542597"/>
                <a:gd name="connsiteY726" fmla="*/ 96203 h 1903571"/>
                <a:gd name="connsiteX727" fmla="*/ 2880360 w 5542597"/>
                <a:gd name="connsiteY727" fmla="*/ 93821 h 1903571"/>
                <a:gd name="connsiteX728" fmla="*/ 2882741 w 5542597"/>
                <a:gd name="connsiteY728" fmla="*/ 89535 h 1903571"/>
                <a:gd name="connsiteX729" fmla="*/ 2877502 w 5542597"/>
                <a:gd name="connsiteY729" fmla="*/ 84296 h 1903571"/>
                <a:gd name="connsiteX730" fmla="*/ 2872264 w 5542597"/>
                <a:gd name="connsiteY730" fmla="*/ 80486 h 1903571"/>
                <a:gd name="connsiteX731" fmla="*/ 2866072 w 5542597"/>
                <a:gd name="connsiteY731" fmla="*/ 79534 h 1903571"/>
                <a:gd name="connsiteX732" fmla="*/ 2858929 w 5542597"/>
                <a:gd name="connsiteY732" fmla="*/ 74771 h 1903571"/>
                <a:gd name="connsiteX733" fmla="*/ 2849404 w 5542597"/>
                <a:gd name="connsiteY733" fmla="*/ 72390 h 1903571"/>
                <a:gd name="connsiteX734" fmla="*/ 2827496 w 5542597"/>
                <a:gd name="connsiteY734" fmla="*/ 69533 h 1903571"/>
                <a:gd name="connsiteX735" fmla="*/ 2810827 w 5542597"/>
                <a:gd name="connsiteY735" fmla="*/ 72866 h 1903571"/>
                <a:gd name="connsiteX736" fmla="*/ 2790349 w 5542597"/>
                <a:gd name="connsiteY736" fmla="*/ 70485 h 1903571"/>
                <a:gd name="connsiteX737" fmla="*/ 2765108 w 5542597"/>
                <a:gd name="connsiteY737" fmla="*/ 72390 h 1903571"/>
                <a:gd name="connsiteX738" fmla="*/ 2755583 w 5542597"/>
                <a:gd name="connsiteY738" fmla="*/ 72390 h 1903571"/>
                <a:gd name="connsiteX739" fmla="*/ 2749868 w 5542597"/>
                <a:gd name="connsiteY739" fmla="*/ 71438 h 1903571"/>
                <a:gd name="connsiteX740" fmla="*/ 2744629 w 5542597"/>
                <a:gd name="connsiteY740" fmla="*/ 72390 h 1903571"/>
                <a:gd name="connsiteX741" fmla="*/ 2741771 w 5542597"/>
                <a:gd name="connsiteY741" fmla="*/ 76676 h 1903571"/>
                <a:gd name="connsiteX742" fmla="*/ 2740343 w 5542597"/>
                <a:gd name="connsiteY742" fmla="*/ 83344 h 1903571"/>
                <a:gd name="connsiteX743" fmla="*/ 2734151 w 5542597"/>
                <a:gd name="connsiteY743" fmla="*/ 86678 h 1903571"/>
                <a:gd name="connsiteX744" fmla="*/ 2730818 w 5542597"/>
                <a:gd name="connsiteY744" fmla="*/ 87154 h 1903571"/>
                <a:gd name="connsiteX745" fmla="*/ 2715101 w 5542597"/>
                <a:gd name="connsiteY745" fmla="*/ 86201 h 1903571"/>
                <a:gd name="connsiteX746" fmla="*/ 2703671 w 5542597"/>
                <a:gd name="connsiteY746" fmla="*/ 89535 h 1903571"/>
                <a:gd name="connsiteX747" fmla="*/ 2698909 w 5542597"/>
                <a:gd name="connsiteY747" fmla="*/ 87154 h 1903571"/>
                <a:gd name="connsiteX748" fmla="*/ 2689384 w 5542597"/>
                <a:gd name="connsiteY748" fmla="*/ 87154 h 1903571"/>
                <a:gd name="connsiteX749" fmla="*/ 2688431 w 5542597"/>
                <a:gd name="connsiteY749" fmla="*/ 81915 h 1903571"/>
                <a:gd name="connsiteX750" fmla="*/ 2694146 w 5542597"/>
                <a:gd name="connsiteY750" fmla="*/ 81915 h 1903571"/>
                <a:gd name="connsiteX751" fmla="*/ 2697480 w 5542597"/>
                <a:gd name="connsiteY751" fmla="*/ 82868 h 1903571"/>
                <a:gd name="connsiteX752" fmla="*/ 2707481 w 5542597"/>
                <a:gd name="connsiteY752" fmla="*/ 71914 h 1903571"/>
                <a:gd name="connsiteX753" fmla="*/ 2716054 w 5542597"/>
                <a:gd name="connsiteY753" fmla="*/ 65246 h 1903571"/>
                <a:gd name="connsiteX754" fmla="*/ 2724150 w 5542597"/>
                <a:gd name="connsiteY754" fmla="*/ 57626 h 1903571"/>
                <a:gd name="connsiteX755" fmla="*/ 2718911 w 5542597"/>
                <a:gd name="connsiteY755" fmla="*/ 53340 h 1903571"/>
                <a:gd name="connsiteX756" fmla="*/ 2707481 w 5542597"/>
                <a:gd name="connsiteY756" fmla="*/ 50006 h 1903571"/>
                <a:gd name="connsiteX757" fmla="*/ 2702243 w 5542597"/>
                <a:gd name="connsiteY757" fmla="*/ 50483 h 1903571"/>
                <a:gd name="connsiteX758" fmla="*/ 2699385 w 5542597"/>
                <a:gd name="connsiteY758" fmla="*/ 51435 h 1903571"/>
                <a:gd name="connsiteX759" fmla="*/ 2687002 w 5542597"/>
                <a:gd name="connsiteY759" fmla="*/ 49054 h 1903571"/>
                <a:gd name="connsiteX760" fmla="*/ 2680335 w 5542597"/>
                <a:gd name="connsiteY760" fmla="*/ 49530 h 1903571"/>
                <a:gd name="connsiteX761" fmla="*/ 2669381 w 5542597"/>
                <a:gd name="connsiteY761" fmla="*/ 52864 h 1903571"/>
                <a:gd name="connsiteX762" fmla="*/ 2665571 w 5542597"/>
                <a:gd name="connsiteY762" fmla="*/ 52388 h 1903571"/>
                <a:gd name="connsiteX763" fmla="*/ 2663666 w 5542597"/>
                <a:gd name="connsiteY763" fmla="*/ 45244 h 1903571"/>
                <a:gd name="connsiteX764" fmla="*/ 2652236 w 5542597"/>
                <a:gd name="connsiteY764" fmla="*/ 46196 h 1903571"/>
                <a:gd name="connsiteX765" fmla="*/ 2614613 w 5542597"/>
                <a:gd name="connsiteY765" fmla="*/ 45244 h 1903571"/>
                <a:gd name="connsiteX766" fmla="*/ 2618422 w 5542597"/>
                <a:gd name="connsiteY766" fmla="*/ 43339 h 1903571"/>
                <a:gd name="connsiteX767" fmla="*/ 2638425 w 5542597"/>
                <a:gd name="connsiteY767" fmla="*/ 40005 h 1903571"/>
                <a:gd name="connsiteX768" fmla="*/ 2654618 w 5542597"/>
                <a:gd name="connsiteY768" fmla="*/ 35719 h 1903571"/>
                <a:gd name="connsiteX769" fmla="*/ 2666524 w 5542597"/>
                <a:gd name="connsiteY769" fmla="*/ 27146 h 1903571"/>
                <a:gd name="connsiteX770" fmla="*/ 2677477 w 5542597"/>
                <a:gd name="connsiteY770" fmla="*/ 24765 h 1903571"/>
                <a:gd name="connsiteX771" fmla="*/ 2675096 w 5542597"/>
                <a:gd name="connsiteY771" fmla="*/ 20479 h 1903571"/>
                <a:gd name="connsiteX772" fmla="*/ 2671763 w 5542597"/>
                <a:gd name="connsiteY772" fmla="*/ 17621 h 1903571"/>
                <a:gd name="connsiteX773" fmla="*/ 2665571 w 5542597"/>
                <a:gd name="connsiteY773" fmla="*/ 14764 h 1903571"/>
                <a:gd name="connsiteX774" fmla="*/ 2652236 w 5542597"/>
                <a:gd name="connsiteY774" fmla="*/ 13335 h 1903571"/>
                <a:gd name="connsiteX775" fmla="*/ 2640330 w 5542597"/>
                <a:gd name="connsiteY775" fmla="*/ 10001 h 1903571"/>
                <a:gd name="connsiteX776" fmla="*/ 2635091 w 5542597"/>
                <a:gd name="connsiteY776" fmla="*/ 5715 h 1903571"/>
                <a:gd name="connsiteX777" fmla="*/ 2613660 w 5542597"/>
                <a:gd name="connsiteY777" fmla="*/ 0 h 1903571"/>
                <a:gd name="connsiteX778" fmla="*/ 2607945 w 5542597"/>
                <a:gd name="connsiteY778" fmla="*/ 0 h 1903571"/>
                <a:gd name="connsiteX779" fmla="*/ 2592705 w 5542597"/>
                <a:gd name="connsiteY779" fmla="*/ 7144 h 1903571"/>
                <a:gd name="connsiteX780" fmla="*/ 2584609 w 5542597"/>
                <a:gd name="connsiteY780" fmla="*/ 6668 h 1903571"/>
                <a:gd name="connsiteX781" fmla="*/ 2577941 w 5542597"/>
                <a:gd name="connsiteY781" fmla="*/ 7620 h 1903571"/>
                <a:gd name="connsiteX782" fmla="*/ 2560320 w 5542597"/>
                <a:gd name="connsiteY782" fmla="*/ 16193 h 1903571"/>
                <a:gd name="connsiteX783" fmla="*/ 2523172 w 5542597"/>
                <a:gd name="connsiteY783" fmla="*/ 38576 h 1903571"/>
                <a:gd name="connsiteX784" fmla="*/ 2515552 w 5542597"/>
                <a:gd name="connsiteY784" fmla="*/ 45244 h 1903571"/>
                <a:gd name="connsiteX785" fmla="*/ 2511743 w 5542597"/>
                <a:gd name="connsiteY785" fmla="*/ 50483 h 1903571"/>
                <a:gd name="connsiteX786" fmla="*/ 2505075 w 5542597"/>
                <a:gd name="connsiteY786" fmla="*/ 53340 h 1903571"/>
                <a:gd name="connsiteX787" fmla="*/ 2502218 w 5542597"/>
                <a:gd name="connsiteY787" fmla="*/ 59531 h 1903571"/>
                <a:gd name="connsiteX788" fmla="*/ 2502694 w 5542597"/>
                <a:gd name="connsiteY788" fmla="*/ 65246 h 1903571"/>
                <a:gd name="connsiteX789" fmla="*/ 2505551 w 5542597"/>
                <a:gd name="connsiteY789" fmla="*/ 68104 h 1903571"/>
                <a:gd name="connsiteX790" fmla="*/ 2508885 w 5542597"/>
                <a:gd name="connsiteY790" fmla="*/ 73819 h 1903571"/>
                <a:gd name="connsiteX791" fmla="*/ 2505551 w 5542597"/>
                <a:gd name="connsiteY791" fmla="*/ 80010 h 1903571"/>
                <a:gd name="connsiteX792" fmla="*/ 2503170 w 5542597"/>
                <a:gd name="connsiteY792" fmla="*/ 83820 h 1903571"/>
                <a:gd name="connsiteX793" fmla="*/ 2505551 w 5542597"/>
                <a:gd name="connsiteY793" fmla="*/ 85725 h 1903571"/>
                <a:gd name="connsiteX794" fmla="*/ 2512695 w 5542597"/>
                <a:gd name="connsiteY794" fmla="*/ 85725 h 1903571"/>
                <a:gd name="connsiteX795" fmla="*/ 2528888 w 5542597"/>
                <a:gd name="connsiteY795" fmla="*/ 89059 h 1903571"/>
                <a:gd name="connsiteX796" fmla="*/ 2525554 w 5542597"/>
                <a:gd name="connsiteY796" fmla="*/ 92393 h 1903571"/>
                <a:gd name="connsiteX797" fmla="*/ 2516029 w 5542597"/>
                <a:gd name="connsiteY797" fmla="*/ 89535 h 1903571"/>
                <a:gd name="connsiteX798" fmla="*/ 2507456 w 5542597"/>
                <a:gd name="connsiteY798" fmla="*/ 89535 h 1903571"/>
                <a:gd name="connsiteX799" fmla="*/ 2500313 w 5542597"/>
                <a:gd name="connsiteY799" fmla="*/ 86201 h 1903571"/>
                <a:gd name="connsiteX800" fmla="*/ 2482215 w 5542597"/>
                <a:gd name="connsiteY800" fmla="*/ 89535 h 1903571"/>
                <a:gd name="connsiteX801" fmla="*/ 2469356 w 5542597"/>
                <a:gd name="connsiteY801" fmla="*/ 88583 h 1903571"/>
                <a:gd name="connsiteX802" fmla="*/ 2456974 w 5542597"/>
                <a:gd name="connsiteY802" fmla="*/ 90011 h 1903571"/>
                <a:gd name="connsiteX803" fmla="*/ 2433161 w 5542597"/>
                <a:gd name="connsiteY803" fmla="*/ 87154 h 1903571"/>
                <a:gd name="connsiteX804" fmla="*/ 2430780 w 5542597"/>
                <a:gd name="connsiteY804" fmla="*/ 89535 h 1903571"/>
                <a:gd name="connsiteX805" fmla="*/ 2436495 w 5542597"/>
                <a:gd name="connsiteY805" fmla="*/ 92869 h 1903571"/>
                <a:gd name="connsiteX806" fmla="*/ 2440781 w 5542597"/>
                <a:gd name="connsiteY806" fmla="*/ 96203 h 1903571"/>
                <a:gd name="connsiteX807" fmla="*/ 2453164 w 5542597"/>
                <a:gd name="connsiteY807" fmla="*/ 103823 h 1903571"/>
                <a:gd name="connsiteX808" fmla="*/ 2458402 w 5542597"/>
                <a:gd name="connsiteY808" fmla="*/ 106204 h 1903571"/>
                <a:gd name="connsiteX809" fmla="*/ 2465546 w 5542597"/>
                <a:gd name="connsiteY809" fmla="*/ 113348 h 1903571"/>
                <a:gd name="connsiteX810" fmla="*/ 2466499 w 5542597"/>
                <a:gd name="connsiteY810" fmla="*/ 127635 h 1903571"/>
                <a:gd name="connsiteX811" fmla="*/ 2462689 w 5542597"/>
                <a:gd name="connsiteY811" fmla="*/ 131445 h 1903571"/>
                <a:gd name="connsiteX812" fmla="*/ 2457926 w 5542597"/>
                <a:gd name="connsiteY812" fmla="*/ 136208 h 1903571"/>
                <a:gd name="connsiteX813" fmla="*/ 2456021 w 5542597"/>
                <a:gd name="connsiteY813" fmla="*/ 137160 h 1903571"/>
                <a:gd name="connsiteX814" fmla="*/ 2452211 w 5542597"/>
                <a:gd name="connsiteY814" fmla="*/ 136684 h 1903571"/>
                <a:gd name="connsiteX815" fmla="*/ 2457926 w 5542597"/>
                <a:gd name="connsiteY815" fmla="*/ 133350 h 1903571"/>
                <a:gd name="connsiteX816" fmla="*/ 2460784 w 5542597"/>
                <a:gd name="connsiteY816" fmla="*/ 126206 h 1903571"/>
                <a:gd name="connsiteX817" fmla="*/ 2463641 w 5542597"/>
                <a:gd name="connsiteY817" fmla="*/ 120968 h 1903571"/>
                <a:gd name="connsiteX818" fmla="*/ 2459831 w 5542597"/>
                <a:gd name="connsiteY818" fmla="*/ 117634 h 1903571"/>
                <a:gd name="connsiteX819" fmla="*/ 2458402 w 5542597"/>
                <a:gd name="connsiteY819" fmla="*/ 117158 h 1903571"/>
                <a:gd name="connsiteX820" fmla="*/ 2456497 w 5542597"/>
                <a:gd name="connsiteY820" fmla="*/ 115253 h 1903571"/>
                <a:gd name="connsiteX821" fmla="*/ 2443639 w 5542597"/>
                <a:gd name="connsiteY821" fmla="*/ 110490 h 1903571"/>
                <a:gd name="connsiteX822" fmla="*/ 2436971 w 5542597"/>
                <a:gd name="connsiteY822" fmla="*/ 108585 h 1903571"/>
                <a:gd name="connsiteX823" fmla="*/ 2429827 w 5542597"/>
                <a:gd name="connsiteY823" fmla="*/ 107156 h 1903571"/>
                <a:gd name="connsiteX824" fmla="*/ 2426018 w 5542597"/>
                <a:gd name="connsiteY824" fmla="*/ 106204 h 1903571"/>
                <a:gd name="connsiteX825" fmla="*/ 2415064 w 5542597"/>
                <a:gd name="connsiteY825" fmla="*/ 110490 h 1903571"/>
                <a:gd name="connsiteX826" fmla="*/ 2409825 w 5542597"/>
                <a:gd name="connsiteY826" fmla="*/ 111443 h 1903571"/>
                <a:gd name="connsiteX827" fmla="*/ 2404110 w 5542597"/>
                <a:gd name="connsiteY827" fmla="*/ 113824 h 1903571"/>
                <a:gd name="connsiteX828" fmla="*/ 2400776 w 5542597"/>
                <a:gd name="connsiteY828" fmla="*/ 116681 h 1903571"/>
                <a:gd name="connsiteX829" fmla="*/ 2392204 w 5542597"/>
                <a:gd name="connsiteY829" fmla="*/ 117634 h 1903571"/>
                <a:gd name="connsiteX830" fmla="*/ 2391251 w 5542597"/>
                <a:gd name="connsiteY830" fmla="*/ 120968 h 1903571"/>
                <a:gd name="connsiteX831" fmla="*/ 2386489 w 5542597"/>
                <a:gd name="connsiteY831" fmla="*/ 124301 h 1903571"/>
                <a:gd name="connsiteX832" fmla="*/ 2381250 w 5542597"/>
                <a:gd name="connsiteY832" fmla="*/ 120491 h 1903571"/>
                <a:gd name="connsiteX833" fmla="*/ 2376488 w 5542597"/>
                <a:gd name="connsiteY833" fmla="*/ 121920 h 1903571"/>
                <a:gd name="connsiteX834" fmla="*/ 2365058 w 5542597"/>
                <a:gd name="connsiteY834" fmla="*/ 127635 h 1903571"/>
                <a:gd name="connsiteX835" fmla="*/ 2352199 w 5542597"/>
                <a:gd name="connsiteY835" fmla="*/ 130493 h 1903571"/>
                <a:gd name="connsiteX836" fmla="*/ 2353627 w 5542597"/>
                <a:gd name="connsiteY836" fmla="*/ 128588 h 1903571"/>
                <a:gd name="connsiteX837" fmla="*/ 2355533 w 5542597"/>
                <a:gd name="connsiteY837" fmla="*/ 123825 h 1903571"/>
                <a:gd name="connsiteX838" fmla="*/ 2352675 w 5542597"/>
                <a:gd name="connsiteY838" fmla="*/ 122396 h 1903571"/>
                <a:gd name="connsiteX839" fmla="*/ 2333149 w 5542597"/>
                <a:gd name="connsiteY839" fmla="*/ 128111 h 1903571"/>
                <a:gd name="connsiteX840" fmla="*/ 2326481 w 5542597"/>
                <a:gd name="connsiteY840" fmla="*/ 131921 h 1903571"/>
                <a:gd name="connsiteX841" fmla="*/ 2323624 w 5542597"/>
                <a:gd name="connsiteY841" fmla="*/ 130493 h 1903571"/>
                <a:gd name="connsiteX842" fmla="*/ 2335054 w 5542597"/>
                <a:gd name="connsiteY842" fmla="*/ 122396 h 1903571"/>
                <a:gd name="connsiteX843" fmla="*/ 2337911 w 5542597"/>
                <a:gd name="connsiteY843" fmla="*/ 117158 h 1903571"/>
                <a:gd name="connsiteX844" fmla="*/ 2332672 w 5542597"/>
                <a:gd name="connsiteY844" fmla="*/ 115253 h 1903571"/>
                <a:gd name="connsiteX845" fmla="*/ 2320766 w 5542597"/>
                <a:gd name="connsiteY845" fmla="*/ 113348 h 1903571"/>
                <a:gd name="connsiteX846" fmla="*/ 2313622 w 5542597"/>
                <a:gd name="connsiteY846" fmla="*/ 113348 h 1903571"/>
                <a:gd name="connsiteX847" fmla="*/ 2302669 w 5542597"/>
                <a:gd name="connsiteY847" fmla="*/ 115253 h 1903571"/>
                <a:gd name="connsiteX848" fmla="*/ 2286952 w 5542597"/>
                <a:gd name="connsiteY848" fmla="*/ 112395 h 1903571"/>
                <a:gd name="connsiteX849" fmla="*/ 2284571 w 5542597"/>
                <a:gd name="connsiteY849" fmla="*/ 115253 h 1903571"/>
                <a:gd name="connsiteX850" fmla="*/ 2280285 w 5542597"/>
                <a:gd name="connsiteY850" fmla="*/ 115729 h 1903571"/>
                <a:gd name="connsiteX851" fmla="*/ 2270760 w 5542597"/>
                <a:gd name="connsiteY851" fmla="*/ 114300 h 1903571"/>
                <a:gd name="connsiteX852" fmla="*/ 2261711 w 5542597"/>
                <a:gd name="connsiteY852" fmla="*/ 115729 h 1903571"/>
                <a:gd name="connsiteX853" fmla="*/ 2255520 w 5542597"/>
                <a:gd name="connsiteY853" fmla="*/ 119063 h 1903571"/>
                <a:gd name="connsiteX854" fmla="*/ 2245519 w 5542597"/>
                <a:gd name="connsiteY854" fmla="*/ 116205 h 1903571"/>
                <a:gd name="connsiteX855" fmla="*/ 2242185 w 5542597"/>
                <a:gd name="connsiteY855" fmla="*/ 116205 h 1903571"/>
                <a:gd name="connsiteX856" fmla="*/ 2236946 w 5542597"/>
                <a:gd name="connsiteY856" fmla="*/ 120968 h 1903571"/>
                <a:gd name="connsiteX857" fmla="*/ 2232184 w 5542597"/>
                <a:gd name="connsiteY857" fmla="*/ 117634 h 1903571"/>
                <a:gd name="connsiteX858" fmla="*/ 2228374 w 5542597"/>
                <a:gd name="connsiteY858" fmla="*/ 124301 h 1903571"/>
                <a:gd name="connsiteX859" fmla="*/ 2229326 w 5542597"/>
                <a:gd name="connsiteY859" fmla="*/ 129064 h 1903571"/>
                <a:gd name="connsiteX860" fmla="*/ 2232660 w 5542597"/>
                <a:gd name="connsiteY860" fmla="*/ 129540 h 1903571"/>
                <a:gd name="connsiteX861" fmla="*/ 2235518 w 5542597"/>
                <a:gd name="connsiteY861" fmla="*/ 129064 h 1903571"/>
                <a:gd name="connsiteX862" fmla="*/ 2237422 w 5542597"/>
                <a:gd name="connsiteY862" fmla="*/ 126683 h 1903571"/>
                <a:gd name="connsiteX863" fmla="*/ 2239327 w 5542597"/>
                <a:gd name="connsiteY863" fmla="*/ 125730 h 1903571"/>
                <a:gd name="connsiteX864" fmla="*/ 2246947 w 5542597"/>
                <a:gd name="connsiteY864" fmla="*/ 130016 h 1903571"/>
                <a:gd name="connsiteX865" fmla="*/ 2249329 w 5542597"/>
                <a:gd name="connsiteY865" fmla="*/ 127635 h 1903571"/>
                <a:gd name="connsiteX866" fmla="*/ 2252663 w 5542597"/>
                <a:gd name="connsiteY866" fmla="*/ 126206 h 1903571"/>
                <a:gd name="connsiteX867" fmla="*/ 2256472 w 5542597"/>
                <a:gd name="connsiteY867" fmla="*/ 128588 h 1903571"/>
                <a:gd name="connsiteX868" fmla="*/ 2272665 w 5542597"/>
                <a:gd name="connsiteY868" fmla="*/ 125730 h 1903571"/>
                <a:gd name="connsiteX869" fmla="*/ 2269808 w 5542597"/>
                <a:gd name="connsiteY869" fmla="*/ 129064 h 1903571"/>
                <a:gd name="connsiteX870" fmla="*/ 2252186 w 5542597"/>
                <a:gd name="connsiteY870" fmla="*/ 132874 h 1903571"/>
                <a:gd name="connsiteX871" fmla="*/ 2219801 w 5542597"/>
                <a:gd name="connsiteY871" fmla="*/ 138113 h 1903571"/>
                <a:gd name="connsiteX872" fmla="*/ 2213134 w 5542597"/>
                <a:gd name="connsiteY872" fmla="*/ 140494 h 1903571"/>
                <a:gd name="connsiteX873" fmla="*/ 2194084 w 5542597"/>
                <a:gd name="connsiteY873" fmla="*/ 141923 h 1903571"/>
                <a:gd name="connsiteX874" fmla="*/ 2181701 w 5542597"/>
                <a:gd name="connsiteY874" fmla="*/ 147161 h 1903571"/>
                <a:gd name="connsiteX875" fmla="*/ 2165509 w 5542597"/>
                <a:gd name="connsiteY875" fmla="*/ 147161 h 1903571"/>
                <a:gd name="connsiteX876" fmla="*/ 2137410 w 5542597"/>
                <a:gd name="connsiteY876" fmla="*/ 151448 h 1903571"/>
                <a:gd name="connsiteX877" fmla="*/ 2117408 w 5542597"/>
                <a:gd name="connsiteY877" fmla="*/ 160496 h 1903571"/>
                <a:gd name="connsiteX878" fmla="*/ 2107883 w 5542597"/>
                <a:gd name="connsiteY878" fmla="*/ 159544 h 1903571"/>
                <a:gd name="connsiteX879" fmla="*/ 2087880 w 5542597"/>
                <a:gd name="connsiteY879" fmla="*/ 166688 h 1903571"/>
                <a:gd name="connsiteX880" fmla="*/ 2080260 w 5542597"/>
                <a:gd name="connsiteY880" fmla="*/ 171926 h 1903571"/>
                <a:gd name="connsiteX881" fmla="*/ 2052161 w 5542597"/>
                <a:gd name="connsiteY881" fmla="*/ 182880 h 1903571"/>
                <a:gd name="connsiteX882" fmla="*/ 2035016 w 5542597"/>
                <a:gd name="connsiteY882" fmla="*/ 178594 h 1903571"/>
                <a:gd name="connsiteX883" fmla="*/ 2029301 w 5542597"/>
                <a:gd name="connsiteY883" fmla="*/ 180023 h 1903571"/>
                <a:gd name="connsiteX884" fmla="*/ 2026444 w 5542597"/>
                <a:gd name="connsiteY884" fmla="*/ 183833 h 1903571"/>
                <a:gd name="connsiteX885" fmla="*/ 2026920 w 5542597"/>
                <a:gd name="connsiteY885" fmla="*/ 187166 h 1903571"/>
                <a:gd name="connsiteX886" fmla="*/ 2034064 w 5542597"/>
                <a:gd name="connsiteY886" fmla="*/ 186690 h 1903571"/>
                <a:gd name="connsiteX887" fmla="*/ 2038826 w 5542597"/>
                <a:gd name="connsiteY887" fmla="*/ 188119 h 1903571"/>
                <a:gd name="connsiteX888" fmla="*/ 2045018 w 5542597"/>
                <a:gd name="connsiteY888" fmla="*/ 190500 h 1903571"/>
                <a:gd name="connsiteX889" fmla="*/ 2043589 w 5542597"/>
                <a:gd name="connsiteY889" fmla="*/ 195739 h 1903571"/>
                <a:gd name="connsiteX890" fmla="*/ 2030730 w 5542597"/>
                <a:gd name="connsiteY890" fmla="*/ 206693 h 1903571"/>
                <a:gd name="connsiteX891" fmla="*/ 2024539 w 5542597"/>
                <a:gd name="connsiteY891" fmla="*/ 210502 h 1903571"/>
                <a:gd name="connsiteX892" fmla="*/ 2017395 w 5542597"/>
                <a:gd name="connsiteY892" fmla="*/ 212884 h 1903571"/>
                <a:gd name="connsiteX893" fmla="*/ 2002155 w 5542597"/>
                <a:gd name="connsiteY893" fmla="*/ 203835 h 1903571"/>
                <a:gd name="connsiteX894" fmla="*/ 1999297 w 5542597"/>
                <a:gd name="connsiteY894" fmla="*/ 208121 h 1903571"/>
                <a:gd name="connsiteX895" fmla="*/ 1996916 w 5542597"/>
                <a:gd name="connsiteY895" fmla="*/ 210026 h 1903571"/>
                <a:gd name="connsiteX896" fmla="*/ 1991201 w 5542597"/>
                <a:gd name="connsiteY896" fmla="*/ 209074 h 1903571"/>
                <a:gd name="connsiteX897" fmla="*/ 1987868 w 5542597"/>
                <a:gd name="connsiteY897" fmla="*/ 215741 h 1903571"/>
                <a:gd name="connsiteX898" fmla="*/ 1999297 w 5542597"/>
                <a:gd name="connsiteY898" fmla="*/ 216694 h 1903571"/>
                <a:gd name="connsiteX899" fmla="*/ 2009775 w 5542597"/>
                <a:gd name="connsiteY899" fmla="*/ 219551 h 1903571"/>
                <a:gd name="connsiteX900" fmla="*/ 2018824 w 5542597"/>
                <a:gd name="connsiteY900" fmla="*/ 223838 h 1903571"/>
                <a:gd name="connsiteX901" fmla="*/ 2025491 w 5542597"/>
                <a:gd name="connsiteY901" fmla="*/ 228600 h 1903571"/>
                <a:gd name="connsiteX902" fmla="*/ 2032635 w 5542597"/>
                <a:gd name="connsiteY902" fmla="*/ 231934 h 1903571"/>
                <a:gd name="connsiteX903" fmla="*/ 2036921 w 5542597"/>
                <a:gd name="connsiteY903" fmla="*/ 234315 h 1903571"/>
                <a:gd name="connsiteX904" fmla="*/ 2025491 w 5542597"/>
                <a:gd name="connsiteY904" fmla="*/ 237173 h 1903571"/>
                <a:gd name="connsiteX905" fmla="*/ 2017871 w 5542597"/>
                <a:gd name="connsiteY905" fmla="*/ 230981 h 1903571"/>
                <a:gd name="connsiteX906" fmla="*/ 2013585 w 5542597"/>
                <a:gd name="connsiteY906" fmla="*/ 229076 h 1903571"/>
                <a:gd name="connsiteX907" fmla="*/ 2008346 w 5542597"/>
                <a:gd name="connsiteY907" fmla="*/ 228600 h 1903571"/>
                <a:gd name="connsiteX908" fmla="*/ 2001202 w 5542597"/>
                <a:gd name="connsiteY908" fmla="*/ 230505 h 1903571"/>
                <a:gd name="connsiteX909" fmla="*/ 1995011 w 5542597"/>
                <a:gd name="connsiteY909" fmla="*/ 237649 h 1903571"/>
                <a:gd name="connsiteX910" fmla="*/ 2001202 w 5542597"/>
                <a:gd name="connsiteY910" fmla="*/ 240030 h 1903571"/>
                <a:gd name="connsiteX911" fmla="*/ 2014538 w 5542597"/>
                <a:gd name="connsiteY911" fmla="*/ 242411 h 1903571"/>
                <a:gd name="connsiteX912" fmla="*/ 2018824 w 5542597"/>
                <a:gd name="connsiteY912" fmla="*/ 245745 h 1903571"/>
                <a:gd name="connsiteX913" fmla="*/ 2036445 w 5542597"/>
                <a:gd name="connsiteY913" fmla="*/ 266700 h 1903571"/>
                <a:gd name="connsiteX914" fmla="*/ 2040731 w 5542597"/>
                <a:gd name="connsiteY914" fmla="*/ 268605 h 1903571"/>
                <a:gd name="connsiteX915" fmla="*/ 2046446 w 5542597"/>
                <a:gd name="connsiteY915" fmla="*/ 269558 h 1903571"/>
                <a:gd name="connsiteX916" fmla="*/ 2048351 w 5542597"/>
                <a:gd name="connsiteY916" fmla="*/ 270986 h 1903571"/>
                <a:gd name="connsiteX917" fmla="*/ 2041684 w 5542597"/>
                <a:gd name="connsiteY917" fmla="*/ 274796 h 1903571"/>
                <a:gd name="connsiteX918" fmla="*/ 2039302 w 5542597"/>
                <a:gd name="connsiteY918" fmla="*/ 278130 h 1903571"/>
                <a:gd name="connsiteX919" fmla="*/ 2033111 w 5542597"/>
                <a:gd name="connsiteY919" fmla="*/ 283845 h 1903571"/>
                <a:gd name="connsiteX920" fmla="*/ 2007870 w 5542597"/>
                <a:gd name="connsiteY920" fmla="*/ 287179 h 1903571"/>
                <a:gd name="connsiteX921" fmla="*/ 2000250 w 5542597"/>
                <a:gd name="connsiteY921" fmla="*/ 289084 h 1903571"/>
                <a:gd name="connsiteX922" fmla="*/ 1998345 w 5542597"/>
                <a:gd name="connsiteY922" fmla="*/ 290513 h 1903571"/>
                <a:gd name="connsiteX923" fmla="*/ 1995011 w 5542597"/>
                <a:gd name="connsiteY923" fmla="*/ 292418 h 1903571"/>
                <a:gd name="connsiteX924" fmla="*/ 1993106 w 5542597"/>
                <a:gd name="connsiteY924" fmla="*/ 294323 h 1903571"/>
                <a:gd name="connsiteX925" fmla="*/ 1992153 w 5542597"/>
                <a:gd name="connsiteY925" fmla="*/ 298609 h 1903571"/>
                <a:gd name="connsiteX926" fmla="*/ 1994059 w 5542597"/>
                <a:gd name="connsiteY926" fmla="*/ 301466 h 1903571"/>
                <a:gd name="connsiteX927" fmla="*/ 1999297 w 5542597"/>
                <a:gd name="connsiteY927" fmla="*/ 304324 h 1903571"/>
                <a:gd name="connsiteX928" fmla="*/ 2019300 w 5542597"/>
                <a:gd name="connsiteY928" fmla="*/ 315754 h 1903571"/>
                <a:gd name="connsiteX929" fmla="*/ 2018347 w 5542597"/>
                <a:gd name="connsiteY929" fmla="*/ 317183 h 1903571"/>
                <a:gd name="connsiteX930" fmla="*/ 2012632 w 5542597"/>
                <a:gd name="connsiteY930" fmla="*/ 314801 h 1903571"/>
                <a:gd name="connsiteX931" fmla="*/ 2005489 w 5542597"/>
                <a:gd name="connsiteY931" fmla="*/ 311468 h 1903571"/>
                <a:gd name="connsiteX932" fmla="*/ 1998345 w 5542597"/>
                <a:gd name="connsiteY932" fmla="*/ 306229 h 1903571"/>
                <a:gd name="connsiteX933" fmla="*/ 1988820 w 5542597"/>
                <a:gd name="connsiteY933" fmla="*/ 302895 h 1903571"/>
                <a:gd name="connsiteX934" fmla="*/ 1988344 w 5542597"/>
                <a:gd name="connsiteY934" fmla="*/ 300038 h 1903571"/>
                <a:gd name="connsiteX935" fmla="*/ 1987868 w 5542597"/>
                <a:gd name="connsiteY935" fmla="*/ 295751 h 1903571"/>
                <a:gd name="connsiteX936" fmla="*/ 1988344 w 5542597"/>
                <a:gd name="connsiteY936" fmla="*/ 294323 h 1903571"/>
                <a:gd name="connsiteX937" fmla="*/ 1989296 w 5542597"/>
                <a:gd name="connsiteY937" fmla="*/ 291941 h 1903571"/>
                <a:gd name="connsiteX938" fmla="*/ 1998345 w 5542597"/>
                <a:gd name="connsiteY938" fmla="*/ 286226 h 1903571"/>
                <a:gd name="connsiteX939" fmla="*/ 2007394 w 5542597"/>
                <a:gd name="connsiteY939" fmla="*/ 283845 h 1903571"/>
                <a:gd name="connsiteX940" fmla="*/ 2018824 w 5542597"/>
                <a:gd name="connsiteY940" fmla="*/ 277178 h 1903571"/>
                <a:gd name="connsiteX941" fmla="*/ 2030253 w 5542597"/>
                <a:gd name="connsiteY941" fmla="*/ 270034 h 1903571"/>
                <a:gd name="connsiteX942" fmla="*/ 2027872 w 5542597"/>
                <a:gd name="connsiteY942" fmla="*/ 267653 h 1903571"/>
                <a:gd name="connsiteX943" fmla="*/ 2025491 w 5542597"/>
                <a:gd name="connsiteY943" fmla="*/ 266224 h 1903571"/>
                <a:gd name="connsiteX944" fmla="*/ 2015014 w 5542597"/>
                <a:gd name="connsiteY944" fmla="*/ 265748 h 1903571"/>
                <a:gd name="connsiteX945" fmla="*/ 1994535 w 5542597"/>
                <a:gd name="connsiteY945" fmla="*/ 268129 h 1903571"/>
                <a:gd name="connsiteX946" fmla="*/ 1981676 w 5542597"/>
                <a:gd name="connsiteY946" fmla="*/ 270510 h 1903571"/>
                <a:gd name="connsiteX947" fmla="*/ 1976438 w 5542597"/>
                <a:gd name="connsiteY947" fmla="*/ 276225 h 1903571"/>
                <a:gd name="connsiteX948" fmla="*/ 1967865 w 5542597"/>
                <a:gd name="connsiteY948" fmla="*/ 277178 h 1903571"/>
                <a:gd name="connsiteX949" fmla="*/ 1963578 w 5542597"/>
                <a:gd name="connsiteY949" fmla="*/ 277178 h 1903571"/>
                <a:gd name="connsiteX950" fmla="*/ 1952149 w 5542597"/>
                <a:gd name="connsiteY950" fmla="*/ 274320 h 1903571"/>
                <a:gd name="connsiteX951" fmla="*/ 1941195 w 5542597"/>
                <a:gd name="connsiteY951" fmla="*/ 277178 h 1903571"/>
                <a:gd name="connsiteX952" fmla="*/ 1915953 w 5542597"/>
                <a:gd name="connsiteY952" fmla="*/ 279083 h 1903571"/>
                <a:gd name="connsiteX953" fmla="*/ 1911668 w 5542597"/>
                <a:gd name="connsiteY953" fmla="*/ 280511 h 1903571"/>
                <a:gd name="connsiteX954" fmla="*/ 1852613 w 5542597"/>
                <a:gd name="connsiteY954" fmla="*/ 280988 h 1903571"/>
                <a:gd name="connsiteX955" fmla="*/ 1841182 w 5542597"/>
                <a:gd name="connsiteY955" fmla="*/ 282416 h 1903571"/>
                <a:gd name="connsiteX956" fmla="*/ 1810702 w 5542597"/>
                <a:gd name="connsiteY956" fmla="*/ 287179 h 1903571"/>
                <a:gd name="connsiteX957" fmla="*/ 1810226 w 5542597"/>
                <a:gd name="connsiteY957" fmla="*/ 290513 h 1903571"/>
                <a:gd name="connsiteX958" fmla="*/ 1811178 w 5542597"/>
                <a:gd name="connsiteY958" fmla="*/ 293370 h 1903571"/>
                <a:gd name="connsiteX959" fmla="*/ 1806416 w 5542597"/>
                <a:gd name="connsiteY959" fmla="*/ 297180 h 1903571"/>
                <a:gd name="connsiteX960" fmla="*/ 1804511 w 5542597"/>
                <a:gd name="connsiteY960" fmla="*/ 300990 h 1903571"/>
                <a:gd name="connsiteX961" fmla="*/ 1805464 w 5542597"/>
                <a:gd name="connsiteY961" fmla="*/ 305276 h 1903571"/>
                <a:gd name="connsiteX962" fmla="*/ 1805464 w 5542597"/>
                <a:gd name="connsiteY962" fmla="*/ 309086 h 1903571"/>
                <a:gd name="connsiteX963" fmla="*/ 1806416 w 5542597"/>
                <a:gd name="connsiteY963" fmla="*/ 313849 h 1903571"/>
                <a:gd name="connsiteX964" fmla="*/ 1808321 w 5542597"/>
                <a:gd name="connsiteY964" fmla="*/ 318611 h 1903571"/>
                <a:gd name="connsiteX965" fmla="*/ 1812607 w 5542597"/>
                <a:gd name="connsiteY965" fmla="*/ 320993 h 1903571"/>
                <a:gd name="connsiteX966" fmla="*/ 1816894 w 5542597"/>
                <a:gd name="connsiteY966" fmla="*/ 322421 h 1903571"/>
                <a:gd name="connsiteX967" fmla="*/ 1819751 w 5542597"/>
                <a:gd name="connsiteY967" fmla="*/ 327184 h 1903571"/>
                <a:gd name="connsiteX968" fmla="*/ 1817370 w 5542597"/>
                <a:gd name="connsiteY968" fmla="*/ 332899 h 1903571"/>
                <a:gd name="connsiteX969" fmla="*/ 1814036 w 5542597"/>
                <a:gd name="connsiteY969" fmla="*/ 339566 h 1903571"/>
                <a:gd name="connsiteX970" fmla="*/ 1813084 w 5542597"/>
                <a:gd name="connsiteY970" fmla="*/ 342424 h 1903571"/>
                <a:gd name="connsiteX971" fmla="*/ 1815465 w 5542597"/>
                <a:gd name="connsiteY971" fmla="*/ 346710 h 1903571"/>
                <a:gd name="connsiteX972" fmla="*/ 1818322 w 5542597"/>
                <a:gd name="connsiteY972" fmla="*/ 354806 h 1903571"/>
                <a:gd name="connsiteX973" fmla="*/ 1819275 w 5542597"/>
                <a:gd name="connsiteY973" fmla="*/ 357188 h 1903571"/>
                <a:gd name="connsiteX974" fmla="*/ 1828324 w 5542597"/>
                <a:gd name="connsiteY974" fmla="*/ 363379 h 1903571"/>
                <a:gd name="connsiteX975" fmla="*/ 1834515 w 5542597"/>
                <a:gd name="connsiteY975" fmla="*/ 365284 h 1903571"/>
                <a:gd name="connsiteX976" fmla="*/ 1844993 w 5542597"/>
                <a:gd name="connsiteY976" fmla="*/ 365760 h 1903571"/>
                <a:gd name="connsiteX977" fmla="*/ 1852136 w 5542597"/>
                <a:gd name="connsiteY977" fmla="*/ 367189 h 1903571"/>
                <a:gd name="connsiteX978" fmla="*/ 1862138 w 5542597"/>
                <a:gd name="connsiteY978" fmla="*/ 370999 h 1903571"/>
                <a:gd name="connsiteX979" fmla="*/ 1865471 w 5542597"/>
                <a:gd name="connsiteY979" fmla="*/ 372904 h 1903571"/>
                <a:gd name="connsiteX980" fmla="*/ 1865947 w 5542597"/>
                <a:gd name="connsiteY980" fmla="*/ 374809 h 1903571"/>
                <a:gd name="connsiteX981" fmla="*/ 1868805 w 5542597"/>
                <a:gd name="connsiteY981" fmla="*/ 381476 h 1903571"/>
                <a:gd name="connsiteX982" fmla="*/ 1869757 w 5542597"/>
                <a:gd name="connsiteY982" fmla="*/ 383381 h 1903571"/>
                <a:gd name="connsiteX983" fmla="*/ 1881188 w 5542597"/>
                <a:gd name="connsiteY983" fmla="*/ 392906 h 1903571"/>
                <a:gd name="connsiteX984" fmla="*/ 1884521 w 5542597"/>
                <a:gd name="connsiteY984" fmla="*/ 394335 h 1903571"/>
                <a:gd name="connsiteX985" fmla="*/ 1899761 w 5542597"/>
                <a:gd name="connsiteY985" fmla="*/ 395764 h 1903571"/>
                <a:gd name="connsiteX986" fmla="*/ 1904524 w 5542597"/>
                <a:gd name="connsiteY986" fmla="*/ 399098 h 1903571"/>
                <a:gd name="connsiteX987" fmla="*/ 1911191 w 5542597"/>
                <a:gd name="connsiteY987" fmla="*/ 408146 h 1903571"/>
                <a:gd name="connsiteX988" fmla="*/ 1911668 w 5542597"/>
                <a:gd name="connsiteY988" fmla="*/ 410051 h 1903571"/>
                <a:gd name="connsiteX989" fmla="*/ 1912620 w 5542597"/>
                <a:gd name="connsiteY989" fmla="*/ 413385 h 1903571"/>
                <a:gd name="connsiteX990" fmla="*/ 1911668 w 5542597"/>
                <a:gd name="connsiteY990" fmla="*/ 416719 h 1903571"/>
                <a:gd name="connsiteX991" fmla="*/ 1911191 w 5542597"/>
                <a:gd name="connsiteY991" fmla="*/ 418624 h 1903571"/>
                <a:gd name="connsiteX992" fmla="*/ 1908810 w 5542597"/>
                <a:gd name="connsiteY992" fmla="*/ 421481 h 1903571"/>
                <a:gd name="connsiteX993" fmla="*/ 1902143 w 5542597"/>
                <a:gd name="connsiteY993" fmla="*/ 433388 h 1903571"/>
                <a:gd name="connsiteX994" fmla="*/ 1898332 w 5542597"/>
                <a:gd name="connsiteY994" fmla="*/ 444341 h 1903571"/>
                <a:gd name="connsiteX995" fmla="*/ 1904524 w 5542597"/>
                <a:gd name="connsiteY995" fmla="*/ 451485 h 1903571"/>
                <a:gd name="connsiteX996" fmla="*/ 1912620 w 5542597"/>
                <a:gd name="connsiteY996" fmla="*/ 464820 h 1903571"/>
                <a:gd name="connsiteX997" fmla="*/ 1915001 w 5542597"/>
                <a:gd name="connsiteY997" fmla="*/ 470535 h 1903571"/>
                <a:gd name="connsiteX998" fmla="*/ 1917859 w 5542597"/>
                <a:gd name="connsiteY998" fmla="*/ 478631 h 1903571"/>
                <a:gd name="connsiteX999" fmla="*/ 1916906 w 5542597"/>
                <a:gd name="connsiteY999" fmla="*/ 483394 h 1903571"/>
                <a:gd name="connsiteX1000" fmla="*/ 1915477 w 5542597"/>
                <a:gd name="connsiteY1000" fmla="*/ 486251 h 1903571"/>
                <a:gd name="connsiteX1001" fmla="*/ 1909763 w 5542597"/>
                <a:gd name="connsiteY1001" fmla="*/ 490538 h 1903571"/>
                <a:gd name="connsiteX1002" fmla="*/ 1903095 w 5542597"/>
                <a:gd name="connsiteY1002" fmla="*/ 492443 h 1903571"/>
                <a:gd name="connsiteX1003" fmla="*/ 1895475 w 5542597"/>
                <a:gd name="connsiteY1003" fmla="*/ 494824 h 1903571"/>
                <a:gd name="connsiteX1004" fmla="*/ 1896427 w 5542597"/>
                <a:gd name="connsiteY1004" fmla="*/ 498158 h 1903571"/>
                <a:gd name="connsiteX1005" fmla="*/ 1897380 w 5542597"/>
                <a:gd name="connsiteY1005" fmla="*/ 502444 h 1903571"/>
                <a:gd name="connsiteX1006" fmla="*/ 1896903 w 5542597"/>
                <a:gd name="connsiteY1006" fmla="*/ 505301 h 1903571"/>
                <a:gd name="connsiteX1007" fmla="*/ 1895951 w 5542597"/>
                <a:gd name="connsiteY1007" fmla="*/ 506254 h 1903571"/>
                <a:gd name="connsiteX1008" fmla="*/ 1891665 w 5542597"/>
                <a:gd name="connsiteY1008" fmla="*/ 506254 h 1903571"/>
                <a:gd name="connsiteX1009" fmla="*/ 1888331 w 5542597"/>
                <a:gd name="connsiteY1009" fmla="*/ 505301 h 1903571"/>
                <a:gd name="connsiteX1010" fmla="*/ 1884997 w 5542597"/>
                <a:gd name="connsiteY1010" fmla="*/ 502444 h 1903571"/>
                <a:gd name="connsiteX1011" fmla="*/ 1882140 w 5542597"/>
                <a:gd name="connsiteY1011" fmla="*/ 498634 h 1903571"/>
                <a:gd name="connsiteX1012" fmla="*/ 1884521 w 5542597"/>
                <a:gd name="connsiteY1012" fmla="*/ 494348 h 1903571"/>
                <a:gd name="connsiteX1013" fmla="*/ 1890236 w 5542597"/>
                <a:gd name="connsiteY1013" fmla="*/ 487204 h 1903571"/>
                <a:gd name="connsiteX1014" fmla="*/ 1894046 w 5542597"/>
                <a:gd name="connsiteY1014" fmla="*/ 476250 h 1903571"/>
                <a:gd name="connsiteX1015" fmla="*/ 1894999 w 5542597"/>
                <a:gd name="connsiteY1015" fmla="*/ 469583 h 1903571"/>
                <a:gd name="connsiteX1016" fmla="*/ 1894999 w 5542597"/>
                <a:gd name="connsiteY1016" fmla="*/ 461963 h 1903571"/>
                <a:gd name="connsiteX1017" fmla="*/ 1893570 w 5542597"/>
                <a:gd name="connsiteY1017" fmla="*/ 457200 h 1903571"/>
                <a:gd name="connsiteX1018" fmla="*/ 1888807 w 5542597"/>
                <a:gd name="connsiteY1018" fmla="*/ 453390 h 1903571"/>
                <a:gd name="connsiteX1019" fmla="*/ 1884045 w 5542597"/>
                <a:gd name="connsiteY1019" fmla="*/ 454343 h 1903571"/>
                <a:gd name="connsiteX1020" fmla="*/ 1879282 w 5542597"/>
                <a:gd name="connsiteY1020" fmla="*/ 457200 h 1903571"/>
                <a:gd name="connsiteX1021" fmla="*/ 1874520 w 5542597"/>
                <a:gd name="connsiteY1021" fmla="*/ 469583 h 1903571"/>
                <a:gd name="connsiteX1022" fmla="*/ 1867852 w 5542597"/>
                <a:gd name="connsiteY1022" fmla="*/ 478631 h 1903571"/>
                <a:gd name="connsiteX1023" fmla="*/ 1866900 w 5542597"/>
                <a:gd name="connsiteY1023" fmla="*/ 482441 h 1903571"/>
                <a:gd name="connsiteX1024" fmla="*/ 1866900 w 5542597"/>
                <a:gd name="connsiteY1024" fmla="*/ 485775 h 1903571"/>
                <a:gd name="connsiteX1025" fmla="*/ 1866424 w 5542597"/>
                <a:gd name="connsiteY1025" fmla="*/ 487680 h 1903571"/>
                <a:gd name="connsiteX1026" fmla="*/ 1864995 w 5542597"/>
                <a:gd name="connsiteY1026" fmla="*/ 480536 h 1903571"/>
                <a:gd name="connsiteX1027" fmla="*/ 1864519 w 5542597"/>
                <a:gd name="connsiteY1027" fmla="*/ 475298 h 1903571"/>
                <a:gd name="connsiteX1028" fmla="*/ 1868328 w 5542597"/>
                <a:gd name="connsiteY1028" fmla="*/ 468630 h 1903571"/>
                <a:gd name="connsiteX1029" fmla="*/ 1870234 w 5542597"/>
                <a:gd name="connsiteY1029" fmla="*/ 462439 h 1903571"/>
                <a:gd name="connsiteX1030" fmla="*/ 1869757 w 5542597"/>
                <a:gd name="connsiteY1030" fmla="*/ 458153 h 1903571"/>
                <a:gd name="connsiteX1031" fmla="*/ 1867376 w 5542597"/>
                <a:gd name="connsiteY1031" fmla="*/ 450533 h 1903571"/>
                <a:gd name="connsiteX1032" fmla="*/ 1867852 w 5542597"/>
                <a:gd name="connsiteY1032" fmla="*/ 447199 h 1903571"/>
                <a:gd name="connsiteX1033" fmla="*/ 1868328 w 5542597"/>
                <a:gd name="connsiteY1033" fmla="*/ 444818 h 1903571"/>
                <a:gd name="connsiteX1034" fmla="*/ 1870234 w 5542597"/>
                <a:gd name="connsiteY1034" fmla="*/ 434340 h 1903571"/>
                <a:gd name="connsiteX1035" fmla="*/ 1875949 w 5542597"/>
                <a:gd name="connsiteY1035" fmla="*/ 432435 h 1903571"/>
                <a:gd name="connsiteX1036" fmla="*/ 1890236 w 5542597"/>
                <a:gd name="connsiteY1036" fmla="*/ 424339 h 1903571"/>
                <a:gd name="connsiteX1037" fmla="*/ 1892141 w 5542597"/>
                <a:gd name="connsiteY1037" fmla="*/ 422434 h 1903571"/>
                <a:gd name="connsiteX1038" fmla="*/ 1896427 w 5542597"/>
                <a:gd name="connsiteY1038" fmla="*/ 415766 h 1903571"/>
                <a:gd name="connsiteX1039" fmla="*/ 1898809 w 5542597"/>
                <a:gd name="connsiteY1039" fmla="*/ 412909 h 1903571"/>
                <a:gd name="connsiteX1040" fmla="*/ 1901190 w 5542597"/>
                <a:gd name="connsiteY1040" fmla="*/ 409099 h 1903571"/>
                <a:gd name="connsiteX1041" fmla="*/ 1896903 w 5542597"/>
                <a:gd name="connsiteY1041" fmla="*/ 405765 h 1903571"/>
                <a:gd name="connsiteX1042" fmla="*/ 1892618 w 5542597"/>
                <a:gd name="connsiteY1042" fmla="*/ 403860 h 1903571"/>
                <a:gd name="connsiteX1043" fmla="*/ 1884997 w 5542597"/>
                <a:gd name="connsiteY1043" fmla="*/ 402908 h 1903571"/>
                <a:gd name="connsiteX1044" fmla="*/ 1877853 w 5542597"/>
                <a:gd name="connsiteY1044" fmla="*/ 403384 h 1903571"/>
                <a:gd name="connsiteX1045" fmla="*/ 1861661 w 5542597"/>
                <a:gd name="connsiteY1045" fmla="*/ 406718 h 1903571"/>
                <a:gd name="connsiteX1046" fmla="*/ 1847374 w 5542597"/>
                <a:gd name="connsiteY1046" fmla="*/ 405765 h 1903571"/>
                <a:gd name="connsiteX1047" fmla="*/ 1842611 w 5542597"/>
                <a:gd name="connsiteY1047" fmla="*/ 403860 h 1903571"/>
                <a:gd name="connsiteX1048" fmla="*/ 1820227 w 5542597"/>
                <a:gd name="connsiteY1048" fmla="*/ 390049 h 1903571"/>
                <a:gd name="connsiteX1049" fmla="*/ 1818799 w 5542597"/>
                <a:gd name="connsiteY1049" fmla="*/ 384334 h 1903571"/>
                <a:gd name="connsiteX1050" fmla="*/ 1816894 w 5542597"/>
                <a:gd name="connsiteY1050" fmla="*/ 382429 h 1903571"/>
                <a:gd name="connsiteX1051" fmla="*/ 1814989 w 5542597"/>
                <a:gd name="connsiteY1051" fmla="*/ 381953 h 1903571"/>
                <a:gd name="connsiteX1052" fmla="*/ 1806893 w 5542597"/>
                <a:gd name="connsiteY1052" fmla="*/ 378143 h 1903571"/>
                <a:gd name="connsiteX1053" fmla="*/ 1789271 w 5542597"/>
                <a:gd name="connsiteY1053" fmla="*/ 373856 h 1903571"/>
                <a:gd name="connsiteX1054" fmla="*/ 1771174 w 5542597"/>
                <a:gd name="connsiteY1054" fmla="*/ 363855 h 1903571"/>
                <a:gd name="connsiteX1055" fmla="*/ 1739265 w 5542597"/>
                <a:gd name="connsiteY1055" fmla="*/ 362903 h 1903571"/>
                <a:gd name="connsiteX1056" fmla="*/ 1730693 w 5542597"/>
                <a:gd name="connsiteY1056" fmla="*/ 363855 h 1903571"/>
                <a:gd name="connsiteX1057" fmla="*/ 1721644 w 5542597"/>
                <a:gd name="connsiteY1057" fmla="*/ 367189 h 1903571"/>
                <a:gd name="connsiteX1058" fmla="*/ 1714024 w 5542597"/>
                <a:gd name="connsiteY1058" fmla="*/ 373380 h 1903571"/>
                <a:gd name="connsiteX1059" fmla="*/ 1710214 w 5542597"/>
                <a:gd name="connsiteY1059" fmla="*/ 375285 h 1903571"/>
                <a:gd name="connsiteX1060" fmla="*/ 1704975 w 5542597"/>
                <a:gd name="connsiteY1060" fmla="*/ 375761 h 1903571"/>
                <a:gd name="connsiteX1061" fmla="*/ 1704022 w 5542597"/>
                <a:gd name="connsiteY1061" fmla="*/ 378143 h 1903571"/>
                <a:gd name="connsiteX1062" fmla="*/ 1703070 w 5542597"/>
                <a:gd name="connsiteY1062" fmla="*/ 381000 h 1903571"/>
                <a:gd name="connsiteX1063" fmla="*/ 1705451 w 5542597"/>
                <a:gd name="connsiteY1063" fmla="*/ 383381 h 1903571"/>
                <a:gd name="connsiteX1064" fmla="*/ 1715452 w 5542597"/>
                <a:gd name="connsiteY1064" fmla="*/ 381000 h 1903571"/>
                <a:gd name="connsiteX1065" fmla="*/ 1723549 w 5542597"/>
                <a:gd name="connsiteY1065" fmla="*/ 381953 h 1903571"/>
                <a:gd name="connsiteX1066" fmla="*/ 1727835 w 5542597"/>
                <a:gd name="connsiteY1066" fmla="*/ 385286 h 1903571"/>
                <a:gd name="connsiteX1067" fmla="*/ 1730693 w 5542597"/>
                <a:gd name="connsiteY1067" fmla="*/ 391001 h 1903571"/>
                <a:gd name="connsiteX1068" fmla="*/ 1729264 w 5542597"/>
                <a:gd name="connsiteY1068" fmla="*/ 393859 h 1903571"/>
                <a:gd name="connsiteX1069" fmla="*/ 1715452 w 5542597"/>
                <a:gd name="connsiteY1069" fmla="*/ 398145 h 1903571"/>
                <a:gd name="connsiteX1070" fmla="*/ 1707832 w 5542597"/>
                <a:gd name="connsiteY1070" fmla="*/ 398145 h 1903571"/>
                <a:gd name="connsiteX1071" fmla="*/ 1691164 w 5542597"/>
                <a:gd name="connsiteY1071" fmla="*/ 387668 h 1903571"/>
                <a:gd name="connsiteX1072" fmla="*/ 1684496 w 5542597"/>
                <a:gd name="connsiteY1072" fmla="*/ 385763 h 1903571"/>
                <a:gd name="connsiteX1073" fmla="*/ 1669256 w 5542597"/>
                <a:gd name="connsiteY1073" fmla="*/ 387668 h 1903571"/>
                <a:gd name="connsiteX1074" fmla="*/ 1659255 w 5542597"/>
                <a:gd name="connsiteY1074" fmla="*/ 392430 h 1903571"/>
                <a:gd name="connsiteX1075" fmla="*/ 1655921 w 5542597"/>
                <a:gd name="connsiteY1075" fmla="*/ 393859 h 1903571"/>
                <a:gd name="connsiteX1076" fmla="*/ 1658302 w 5542597"/>
                <a:gd name="connsiteY1076" fmla="*/ 398621 h 1903571"/>
                <a:gd name="connsiteX1077" fmla="*/ 1662113 w 5542597"/>
                <a:gd name="connsiteY1077" fmla="*/ 408146 h 1903571"/>
                <a:gd name="connsiteX1078" fmla="*/ 1665446 w 5542597"/>
                <a:gd name="connsiteY1078" fmla="*/ 413385 h 1903571"/>
                <a:gd name="connsiteX1079" fmla="*/ 1669732 w 5542597"/>
                <a:gd name="connsiteY1079" fmla="*/ 416243 h 1903571"/>
                <a:gd name="connsiteX1080" fmla="*/ 1684496 w 5542597"/>
                <a:gd name="connsiteY1080" fmla="*/ 422910 h 1903571"/>
                <a:gd name="connsiteX1081" fmla="*/ 1692593 w 5542597"/>
                <a:gd name="connsiteY1081" fmla="*/ 425291 h 1903571"/>
                <a:gd name="connsiteX1082" fmla="*/ 1705451 w 5542597"/>
                <a:gd name="connsiteY1082" fmla="*/ 431006 h 1903571"/>
                <a:gd name="connsiteX1083" fmla="*/ 1713071 w 5542597"/>
                <a:gd name="connsiteY1083" fmla="*/ 431959 h 1903571"/>
                <a:gd name="connsiteX1084" fmla="*/ 1719739 w 5542597"/>
                <a:gd name="connsiteY1084" fmla="*/ 430530 h 1903571"/>
                <a:gd name="connsiteX1085" fmla="*/ 1730216 w 5542597"/>
                <a:gd name="connsiteY1085" fmla="*/ 433864 h 1903571"/>
                <a:gd name="connsiteX1086" fmla="*/ 1735931 w 5542597"/>
                <a:gd name="connsiteY1086" fmla="*/ 445294 h 1903571"/>
                <a:gd name="connsiteX1087" fmla="*/ 1739741 w 5542597"/>
                <a:gd name="connsiteY1087" fmla="*/ 449104 h 1903571"/>
                <a:gd name="connsiteX1088" fmla="*/ 1743075 w 5542597"/>
                <a:gd name="connsiteY1088" fmla="*/ 451009 h 1903571"/>
                <a:gd name="connsiteX1089" fmla="*/ 1747361 w 5542597"/>
                <a:gd name="connsiteY1089" fmla="*/ 451961 h 1903571"/>
                <a:gd name="connsiteX1090" fmla="*/ 1750219 w 5542597"/>
                <a:gd name="connsiteY1090" fmla="*/ 451961 h 1903571"/>
                <a:gd name="connsiteX1091" fmla="*/ 1753076 w 5542597"/>
                <a:gd name="connsiteY1091" fmla="*/ 450533 h 1903571"/>
                <a:gd name="connsiteX1092" fmla="*/ 1759744 w 5542597"/>
                <a:gd name="connsiteY1092" fmla="*/ 450533 h 1903571"/>
                <a:gd name="connsiteX1093" fmla="*/ 1757363 w 5542597"/>
                <a:gd name="connsiteY1093" fmla="*/ 453866 h 1903571"/>
                <a:gd name="connsiteX1094" fmla="*/ 1754981 w 5542597"/>
                <a:gd name="connsiteY1094" fmla="*/ 454819 h 1903571"/>
                <a:gd name="connsiteX1095" fmla="*/ 1740694 w 5542597"/>
                <a:gd name="connsiteY1095" fmla="*/ 455771 h 1903571"/>
                <a:gd name="connsiteX1096" fmla="*/ 1734026 w 5542597"/>
                <a:gd name="connsiteY1096" fmla="*/ 454819 h 1903571"/>
                <a:gd name="connsiteX1097" fmla="*/ 1725453 w 5542597"/>
                <a:gd name="connsiteY1097" fmla="*/ 451485 h 1903571"/>
                <a:gd name="connsiteX1098" fmla="*/ 1708785 w 5542597"/>
                <a:gd name="connsiteY1098" fmla="*/ 440055 h 1903571"/>
                <a:gd name="connsiteX1099" fmla="*/ 1688782 w 5542597"/>
                <a:gd name="connsiteY1099" fmla="*/ 439103 h 1903571"/>
                <a:gd name="connsiteX1100" fmla="*/ 1686401 w 5542597"/>
                <a:gd name="connsiteY1100" fmla="*/ 442436 h 1903571"/>
                <a:gd name="connsiteX1101" fmla="*/ 1680210 w 5542597"/>
                <a:gd name="connsiteY1101" fmla="*/ 438150 h 1903571"/>
                <a:gd name="connsiteX1102" fmla="*/ 1658778 w 5542597"/>
                <a:gd name="connsiteY1102" fmla="*/ 437198 h 1903571"/>
                <a:gd name="connsiteX1103" fmla="*/ 1645920 w 5542597"/>
                <a:gd name="connsiteY1103" fmla="*/ 433864 h 1903571"/>
                <a:gd name="connsiteX1104" fmla="*/ 1632109 w 5542597"/>
                <a:gd name="connsiteY1104" fmla="*/ 429101 h 1903571"/>
                <a:gd name="connsiteX1105" fmla="*/ 1631156 w 5542597"/>
                <a:gd name="connsiteY1105" fmla="*/ 427196 h 1903571"/>
                <a:gd name="connsiteX1106" fmla="*/ 1630203 w 5542597"/>
                <a:gd name="connsiteY1106" fmla="*/ 423863 h 1903571"/>
                <a:gd name="connsiteX1107" fmla="*/ 1634966 w 5542597"/>
                <a:gd name="connsiteY1107" fmla="*/ 419576 h 1903571"/>
                <a:gd name="connsiteX1108" fmla="*/ 1636871 w 5542597"/>
                <a:gd name="connsiteY1108" fmla="*/ 417195 h 1903571"/>
                <a:gd name="connsiteX1109" fmla="*/ 1637824 w 5542597"/>
                <a:gd name="connsiteY1109" fmla="*/ 409575 h 1903571"/>
                <a:gd name="connsiteX1110" fmla="*/ 1629251 w 5542597"/>
                <a:gd name="connsiteY1110" fmla="*/ 399574 h 1903571"/>
                <a:gd name="connsiteX1111" fmla="*/ 1630203 w 5542597"/>
                <a:gd name="connsiteY1111" fmla="*/ 390525 h 1903571"/>
                <a:gd name="connsiteX1112" fmla="*/ 1634490 w 5542597"/>
                <a:gd name="connsiteY1112" fmla="*/ 389096 h 1903571"/>
                <a:gd name="connsiteX1113" fmla="*/ 1639728 w 5542597"/>
                <a:gd name="connsiteY1113" fmla="*/ 377190 h 1903571"/>
                <a:gd name="connsiteX1114" fmla="*/ 1642586 w 5542597"/>
                <a:gd name="connsiteY1114" fmla="*/ 373380 h 1903571"/>
                <a:gd name="connsiteX1115" fmla="*/ 1644491 w 5542597"/>
                <a:gd name="connsiteY1115" fmla="*/ 371951 h 1903571"/>
                <a:gd name="connsiteX1116" fmla="*/ 1645920 w 5542597"/>
                <a:gd name="connsiteY1116" fmla="*/ 369094 h 1903571"/>
                <a:gd name="connsiteX1117" fmla="*/ 1644491 w 5542597"/>
                <a:gd name="connsiteY1117" fmla="*/ 365760 h 1903571"/>
                <a:gd name="connsiteX1118" fmla="*/ 1642586 w 5542597"/>
                <a:gd name="connsiteY1118" fmla="*/ 363855 h 1903571"/>
                <a:gd name="connsiteX1119" fmla="*/ 1641157 w 5542597"/>
                <a:gd name="connsiteY1119" fmla="*/ 359093 h 1903571"/>
                <a:gd name="connsiteX1120" fmla="*/ 1641157 w 5542597"/>
                <a:gd name="connsiteY1120" fmla="*/ 355283 h 1903571"/>
                <a:gd name="connsiteX1121" fmla="*/ 1641634 w 5542597"/>
                <a:gd name="connsiteY1121" fmla="*/ 350996 h 1903571"/>
                <a:gd name="connsiteX1122" fmla="*/ 1636871 w 5542597"/>
                <a:gd name="connsiteY1122" fmla="*/ 344329 h 1903571"/>
                <a:gd name="connsiteX1123" fmla="*/ 1633538 w 5542597"/>
                <a:gd name="connsiteY1123" fmla="*/ 337185 h 1903571"/>
                <a:gd name="connsiteX1124" fmla="*/ 1625918 w 5542597"/>
                <a:gd name="connsiteY1124" fmla="*/ 333375 h 1903571"/>
                <a:gd name="connsiteX1125" fmla="*/ 1618774 w 5542597"/>
                <a:gd name="connsiteY1125" fmla="*/ 333375 h 1903571"/>
                <a:gd name="connsiteX1126" fmla="*/ 1616393 w 5542597"/>
                <a:gd name="connsiteY1126" fmla="*/ 334328 h 1903571"/>
                <a:gd name="connsiteX1127" fmla="*/ 1613535 w 5542597"/>
                <a:gd name="connsiteY1127" fmla="*/ 336233 h 1903571"/>
                <a:gd name="connsiteX1128" fmla="*/ 1617345 w 5542597"/>
                <a:gd name="connsiteY1128" fmla="*/ 342900 h 1903571"/>
                <a:gd name="connsiteX1129" fmla="*/ 1621155 w 5542597"/>
                <a:gd name="connsiteY1129" fmla="*/ 348615 h 1903571"/>
                <a:gd name="connsiteX1130" fmla="*/ 1623060 w 5542597"/>
                <a:gd name="connsiteY1130" fmla="*/ 352901 h 1903571"/>
                <a:gd name="connsiteX1131" fmla="*/ 1624013 w 5542597"/>
                <a:gd name="connsiteY1131" fmla="*/ 361474 h 1903571"/>
                <a:gd name="connsiteX1132" fmla="*/ 1624013 w 5542597"/>
                <a:gd name="connsiteY1132" fmla="*/ 371475 h 1903571"/>
                <a:gd name="connsiteX1133" fmla="*/ 1622584 w 5542597"/>
                <a:gd name="connsiteY1133" fmla="*/ 375285 h 1903571"/>
                <a:gd name="connsiteX1134" fmla="*/ 1620678 w 5542597"/>
                <a:gd name="connsiteY1134" fmla="*/ 378619 h 1903571"/>
                <a:gd name="connsiteX1135" fmla="*/ 1614011 w 5542597"/>
                <a:gd name="connsiteY1135" fmla="*/ 382905 h 1903571"/>
                <a:gd name="connsiteX1136" fmla="*/ 1603534 w 5542597"/>
                <a:gd name="connsiteY1136" fmla="*/ 388144 h 1903571"/>
                <a:gd name="connsiteX1137" fmla="*/ 1597343 w 5542597"/>
                <a:gd name="connsiteY1137" fmla="*/ 390525 h 1903571"/>
                <a:gd name="connsiteX1138" fmla="*/ 1584960 w 5542597"/>
                <a:gd name="connsiteY1138" fmla="*/ 393383 h 1903571"/>
                <a:gd name="connsiteX1139" fmla="*/ 1575911 w 5542597"/>
                <a:gd name="connsiteY1139" fmla="*/ 397669 h 1903571"/>
                <a:gd name="connsiteX1140" fmla="*/ 1555909 w 5542597"/>
                <a:gd name="connsiteY1140" fmla="*/ 422910 h 1903571"/>
                <a:gd name="connsiteX1141" fmla="*/ 1557814 w 5542597"/>
                <a:gd name="connsiteY1141" fmla="*/ 426720 h 1903571"/>
                <a:gd name="connsiteX1142" fmla="*/ 1565434 w 5542597"/>
                <a:gd name="connsiteY1142" fmla="*/ 430530 h 1903571"/>
                <a:gd name="connsiteX1143" fmla="*/ 1570196 w 5542597"/>
                <a:gd name="connsiteY1143" fmla="*/ 434340 h 1903571"/>
                <a:gd name="connsiteX1144" fmla="*/ 1572577 w 5542597"/>
                <a:gd name="connsiteY1144" fmla="*/ 437198 h 1903571"/>
                <a:gd name="connsiteX1145" fmla="*/ 1577816 w 5542597"/>
                <a:gd name="connsiteY1145" fmla="*/ 446246 h 1903571"/>
                <a:gd name="connsiteX1146" fmla="*/ 1597343 w 5542597"/>
                <a:gd name="connsiteY1146" fmla="*/ 471964 h 1903571"/>
                <a:gd name="connsiteX1147" fmla="*/ 1598295 w 5542597"/>
                <a:gd name="connsiteY1147" fmla="*/ 476726 h 1903571"/>
                <a:gd name="connsiteX1148" fmla="*/ 1594009 w 5542597"/>
                <a:gd name="connsiteY1148" fmla="*/ 484823 h 1903571"/>
                <a:gd name="connsiteX1149" fmla="*/ 1584484 w 5542597"/>
                <a:gd name="connsiteY1149" fmla="*/ 495300 h 1903571"/>
                <a:gd name="connsiteX1150" fmla="*/ 1581150 w 5542597"/>
                <a:gd name="connsiteY1150" fmla="*/ 501015 h 1903571"/>
                <a:gd name="connsiteX1151" fmla="*/ 1572577 w 5542597"/>
                <a:gd name="connsiteY1151" fmla="*/ 523875 h 1903571"/>
                <a:gd name="connsiteX1152" fmla="*/ 1572101 w 5542597"/>
                <a:gd name="connsiteY1152" fmla="*/ 529590 h 1903571"/>
                <a:gd name="connsiteX1153" fmla="*/ 1575435 w 5542597"/>
                <a:gd name="connsiteY1153" fmla="*/ 534829 h 1903571"/>
                <a:gd name="connsiteX1154" fmla="*/ 1581150 w 5542597"/>
                <a:gd name="connsiteY1154" fmla="*/ 541496 h 1903571"/>
                <a:gd name="connsiteX1155" fmla="*/ 1583055 w 5542597"/>
                <a:gd name="connsiteY1155" fmla="*/ 546735 h 1903571"/>
                <a:gd name="connsiteX1156" fmla="*/ 1579245 w 5542597"/>
                <a:gd name="connsiteY1156" fmla="*/ 560070 h 1903571"/>
                <a:gd name="connsiteX1157" fmla="*/ 1581150 w 5542597"/>
                <a:gd name="connsiteY1157" fmla="*/ 563404 h 1903571"/>
                <a:gd name="connsiteX1158" fmla="*/ 1585913 w 5542597"/>
                <a:gd name="connsiteY1158" fmla="*/ 564833 h 1903571"/>
                <a:gd name="connsiteX1159" fmla="*/ 1599247 w 5542597"/>
                <a:gd name="connsiteY1159" fmla="*/ 562928 h 1903571"/>
                <a:gd name="connsiteX1160" fmla="*/ 1614488 w 5542597"/>
                <a:gd name="connsiteY1160" fmla="*/ 566261 h 1903571"/>
                <a:gd name="connsiteX1161" fmla="*/ 1622584 w 5542597"/>
                <a:gd name="connsiteY1161" fmla="*/ 564833 h 1903571"/>
                <a:gd name="connsiteX1162" fmla="*/ 1634966 w 5542597"/>
                <a:gd name="connsiteY1162" fmla="*/ 557689 h 1903571"/>
                <a:gd name="connsiteX1163" fmla="*/ 1639728 w 5542597"/>
                <a:gd name="connsiteY1163" fmla="*/ 556736 h 1903571"/>
                <a:gd name="connsiteX1164" fmla="*/ 1654969 w 5542597"/>
                <a:gd name="connsiteY1164" fmla="*/ 557689 h 1903571"/>
                <a:gd name="connsiteX1165" fmla="*/ 1676876 w 5542597"/>
                <a:gd name="connsiteY1165" fmla="*/ 564833 h 1903571"/>
                <a:gd name="connsiteX1166" fmla="*/ 1700213 w 5542597"/>
                <a:gd name="connsiteY1166" fmla="*/ 574358 h 1903571"/>
                <a:gd name="connsiteX1167" fmla="*/ 1704975 w 5542597"/>
                <a:gd name="connsiteY1167" fmla="*/ 577215 h 1903571"/>
                <a:gd name="connsiteX1168" fmla="*/ 1711166 w 5542597"/>
                <a:gd name="connsiteY1168" fmla="*/ 577691 h 1903571"/>
                <a:gd name="connsiteX1169" fmla="*/ 1715452 w 5542597"/>
                <a:gd name="connsiteY1169" fmla="*/ 593408 h 1903571"/>
                <a:gd name="connsiteX1170" fmla="*/ 1719739 w 5542597"/>
                <a:gd name="connsiteY1170" fmla="*/ 602456 h 1903571"/>
                <a:gd name="connsiteX1171" fmla="*/ 1721644 w 5542597"/>
                <a:gd name="connsiteY1171" fmla="*/ 608648 h 1903571"/>
                <a:gd name="connsiteX1172" fmla="*/ 1722596 w 5542597"/>
                <a:gd name="connsiteY1172" fmla="*/ 615315 h 1903571"/>
                <a:gd name="connsiteX1173" fmla="*/ 1718310 w 5542597"/>
                <a:gd name="connsiteY1173" fmla="*/ 616744 h 1903571"/>
                <a:gd name="connsiteX1174" fmla="*/ 1714500 w 5542597"/>
                <a:gd name="connsiteY1174" fmla="*/ 617696 h 1903571"/>
                <a:gd name="connsiteX1175" fmla="*/ 1711643 w 5542597"/>
                <a:gd name="connsiteY1175" fmla="*/ 619601 h 1903571"/>
                <a:gd name="connsiteX1176" fmla="*/ 1707356 w 5542597"/>
                <a:gd name="connsiteY1176" fmla="*/ 630079 h 1903571"/>
                <a:gd name="connsiteX1177" fmla="*/ 1706403 w 5542597"/>
                <a:gd name="connsiteY1177" fmla="*/ 635794 h 1903571"/>
                <a:gd name="connsiteX1178" fmla="*/ 1708785 w 5542597"/>
                <a:gd name="connsiteY1178" fmla="*/ 644843 h 1903571"/>
                <a:gd name="connsiteX1179" fmla="*/ 1728311 w 5542597"/>
                <a:gd name="connsiteY1179" fmla="*/ 649129 h 1903571"/>
                <a:gd name="connsiteX1180" fmla="*/ 1742122 w 5542597"/>
                <a:gd name="connsiteY1180" fmla="*/ 651510 h 1903571"/>
                <a:gd name="connsiteX1181" fmla="*/ 1751647 w 5542597"/>
                <a:gd name="connsiteY1181" fmla="*/ 651986 h 1903571"/>
                <a:gd name="connsiteX1182" fmla="*/ 1753076 w 5542597"/>
                <a:gd name="connsiteY1182" fmla="*/ 652939 h 1903571"/>
                <a:gd name="connsiteX1183" fmla="*/ 1754505 w 5542597"/>
                <a:gd name="connsiteY1183" fmla="*/ 654368 h 1903571"/>
                <a:gd name="connsiteX1184" fmla="*/ 1743075 w 5542597"/>
                <a:gd name="connsiteY1184" fmla="*/ 654844 h 1903571"/>
                <a:gd name="connsiteX1185" fmla="*/ 1722596 w 5542597"/>
                <a:gd name="connsiteY1185" fmla="*/ 655796 h 1903571"/>
                <a:gd name="connsiteX1186" fmla="*/ 1714976 w 5542597"/>
                <a:gd name="connsiteY1186" fmla="*/ 655320 h 1903571"/>
                <a:gd name="connsiteX1187" fmla="*/ 1712119 w 5542597"/>
                <a:gd name="connsiteY1187" fmla="*/ 654368 h 1903571"/>
                <a:gd name="connsiteX1188" fmla="*/ 1708785 w 5542597"/>
                <a:gd name="connsiteY1188" fmla="*/ 651034 h 1903571"/>
                <a:gd name="connsiteX1189" fmla="*/ 1702594 w 5542597"/>
                <a:gd name="connsiteY1189" fmla="*/ 647700 h 1903571"/>
                <a:gd name="connsiteX1190" fmla="*/ 1700213 w 5542597"/>
                <a:gd name="connsiteY1190" fmla="*/ 645795 h 1903571"/>
                <a:gd name="connsiteX1191" fmla="*/ 1694974 w 5542597"/>
                <a:gd name="connsiteY1191" fmla="*/ 643414 h 1903571"/>
                <a:gd name="connsiteX1192" fmla="*/ 1697355 w 5542597"/>
                <a:gd name="connsiteY1192" fmla="*/ 633889 h 1903571"/>
                <a:gd name="connsiteX1193" fmla="*/ 1697831 w 5542597"/>
                <a:gd name="connsiteY1193" fmla="*/ 611981 h 1903571"/>
                <a:gd name="connsiteX1194" fmla="*/ 1696878 w 5542597"/>
                <a:gd name="connsiteY1194" fmla="*/ 602933 h 1903571"/>
                <a:gd name="connsiteX1195" fmla="*/ 1692593 w 5542597"/>
                <a:gd name="connsiteY1195" fmla="*/ 595789 h 1903571"/>
                <a:gd name="connsiteX1196" fmla="*/ 1679734 w 5542597"/>
                <a:gd name="connsiteY1196" fmla="*/ 584835 h 1903571"/>
                <a:gd name="connsiteX1197" fmla="*/ 1675447 w 5542597"/>
                <a:gd name="connsiteY1197" fmla="*/ 577691 h 1903571"/>
                <a:gd name="connsiteX1198" fmla="*/ 1670685 w 5542597"/>
                <a:gd name="connsiteY1198" fmla="*/ 572929 h 1903571"/>
                <a:gd name="connsiteX1199" fmla="*/ 1665446 w 5542597"/>
                <a:gd name="connsiteY1199" fmla="*/ 572453 h 1903571"/>
                <a:gd name="connsiteX1200" fmla="*/ 1658778 w 5542597"/>
                <a:gd name="connsiteY1200" fmla="*/ 572929 h 1903571"/>
                <a:gd name="connsiteX1201" fmla="*/ 1641157 w 5542597"/>
                <a:gd name="connsiteY1201" fmla="*/ 577691 h 1903571"/>
                <a:gd name="connsiteX1202" fmla="*/ 1624965 w 5542597"/>
                <a:gd name="connsiteY1202" fmla="*/ 580073 h 1903571"/>
                <a:gd name="connsiteX1203" fmla="*/ 1606391 w 5542597"/>
                <a:gd name="connsiteY1203" fmla="*/ 586264 h 1903571"/>
                <a:gd name="connsiteX1204" fmla="*/ 1603057 w 5542597"/>
                <a:gd name="connsiteY1204" fmla="*/ 591979 h 1903571"/>
                <a:gd name="connsiteX1205" fmla="*/ 1600200 w 5542597"/>
                <a:gd name="connsiteY1205" fmla="*/ 605790 h 1903571"/>
                <a:gd name="connsiteX1206" fmla="*/ 1604010 w 5542597"/>
                <a:gd name="connsiteY1206" fmla="*/ 612934 h 1903571"/>
                <a:gd name="connsiteX1207" fmla="*/ 1608296 w 5542597"/>
                <a:gd name="connsiteY1207" fmla="*/ 617696 h 1903571"/>
                <a:gd name="connsiteX1208" fmla="*/ 1612106 w 5542597"/>
                <a:gd name="connsiteY1208" fmla="*/ 626269 h 1903571"/>
                <a:gd name="connsiteX1209" fmla="*/ 1613535 w 5542597"/>
                <a:gd name="connsiteY1209" fmla="*/ 631508 h 1903571"/>
                <a:gd name="connsiteX1210" fmla="*/ 1613535 w 5542597"/>
                <a:gd name="connsiteY1210" fmla="*/ 636270 h 1903571"/>
                <a:gd name="connsiteX1211" fmla="*/ 1613059 w 5542597"/>
                <a:gd name="connsiteY1211" fmla="*/ 643890 h 1903571"/>
                <a:gd name="connsiteX1212" fmla="*/ 1609725 w 5542597"/>
                <a:gd name="connsiteY1212" fmla="*/ 648176 h 1903571"/>
                <a:gd name="connsiteX1213" fmla="*/ 1589246 w 5542597"/>
                <a:gd name="connsiteY1213" fmla="*/ 664369 h 1903571"/>
                <a:gd name="connsiteX1214" fmla="*/ 1586389 w 5542597"/>
                <a:gd name="connsiteY1214" fmla="*/ 669131 h 1903571"/>
                <a:gd name="connsiteX1215" fmla="*/ 1583055 w 5542597"/>
                <a:gd name="connsiteY1215" fmla="*/ 683419 h 1903571"/>
                <a:gd name="connsiteX1216" fmla="*/ 1579721 w 5542597"/>
                <a:gd name="connsiteY1216" fmla="*/ 688181 h 1903571"/>
                <a:gd name="connsiteX1217" fmla="*/ 1570196 w 5542597"/>
                <a:gd name="connsiteY1217" fmla="*/ 695801 h 1903571"/>
                <a:gd name="connsiteX1218" fmla="*/ 1564481 w 5542597"/>
                <a:gd name="connsiteY1218" fmla="*/ 699135 h 1903571"/>
                <a:gd name="connsiteX1219" fmla="*/ 1533049 w 5542597"/>
                <a:gd name="connsiteY1219" fmla="*/ 712946 h 1903571"/>
                <a:gd name="connsiteX1220" fmla="*/ 1532096 w 5542597"/>
                <a:gd name="connsiteY1220" fmla="*/ 716280 h 1903571"/>
                <a:gd name="connsiteX1221" fmla="*/ 1529715 w 5542597"/>
                <a:gd name="connsiteY1221" fmla="*/ 725805 h 1903571"/>
                <a:gd name="connsiteX1222" fmla="*/ 1521143 w 5542597"/>
                <a:gd name="connsiteY1222" fmla="*/ 730568 h 1903571"/>
                <a:gd name="connsiteX1223" fmla="*/ 1515903 w 5542597"/>
                <a:gd name="connsiteY1223" fmla="*/ 730568 h 1903571"/>
                <a:gd name="connsiteX1224" fmla="*/ 1503997 w 5542597"/>
                <a:gd name="connsiteY1224" fmla="*/ 725805 h 1903571"/>
                <a:gd name="connsiteX1225" fmla="*/ 1496853 w 5542597"/>
                <a:gd name="connsiteY1225" fmla="*/ 724376 h 1903571"/>
                <a:gd name="connsiteX1226" fmla="*/ 1489710 w 5542597"/>
                <a:gd name="connsiteY1226" fmla="*/ 723900 h 1903571"/>
                <a:gd name="connsiteX1227" fmla="*/ 1462088 w 5542597"/>
                <a:gd name="connsiteY1227" fmla="*/ 725329 h 1903571"/>
                <a:gd name="connsiteX1228" fmla="*/ 1450181 w 5542597"/>
                <a:gd name="connsiteY1228" fmla="*/ 721995 h 1903571"/>
                <a:gd name="connsiteX1229" fmla="*/ 1440656 w 5542597"/>
                <a:gd name="connsiteY1229" fmla="*/ 717233 h 1903571"/>
                <a:gd name="connsiteX1230" fmla="*/ 1430655 w 5542597"/>
                <a:gd name="connsiteY1230" fmla="*/ 715804 h 1903571"/>
                <a:gd name="connsiteX1231" fmla="*/ 1423511 w 5542597"/>
                <a:gd name="connsiteY1231" fmla="*/ 711994 h 1903571"/>
                <a:gd name="connsiteX1232" fmla="*/ 1421606 w 5542597"/>
                <a:gd name="connsiteY1232" fmla="*/ 708660 h 1903571"/>
                <a:gd name="connsiteX1233" fmla="*/ 1419701 w 5542597"/>
                <a:gd name="connsiteY1233" fmla="*/ 703898 h 1903571"/>
                <a:gd name="connsiteX1234" fmla="*/ 1418272 w 5542597"/>
                <a:gd name="connsiteY1234" fmla="*/ 701516 h 1903571"/>
                <a:gd name="connsiteX1235" fmla="*/ 1417320 w 5542597"/>
                <a:gd name="connsiteY1235" fmla="*/ 700088 h 1903571"/>
                <a:gd name="connsiteX1236" fmla="*/ 1419225 w 5542597"/>
                <a:gd name="connsiteY1236" fmla="*/ 698659 h 1903571"/>
                <a:gd name="connsiteX1237" fmla="*/ 1423988 w 5542597"/>
                <a:gd name="connsiteY1237" fmla="*/ 697706 h 1903571"/>
                <a:gd name="connsiteX1238" fmla="*/ 1442085 w 5542597"/>
                <a:gd name="connsiteY1238" fmla="*/ 698659 h 1903571"/>
                <a:gd name="connsiteX1239" fmla="*/ 1446371 w 5542597"/>
                <a:gd name="connsiteY1239" fmla="*/ 696754 h 1903571"/>
                <a:gd name="connsiteX1240" fmla="*/ 1449228 w 5542597"/>
                <a:gd name="connsiteY1240" fmla="*/ 697706 h 1903571"/>
                <a:gd name="connsiteX1241" fmla="*/ 1453991 w 5542597"/>
                <a:gd name="connsiteY1241" fmla="*/ 701993 h 1903571"/>
                <a:gd name="connsiteX1242" fmla="*/ 1460182 w 5542597"/>
                <a:gd name="connsiteY1242" fmla="*/ 705803 h 1903571"/>
                <a:gd name="connsiteX1243" fmla="*/ 1465897 w 5542597"/>
                <a:gd name="connsiteY1243" fmla="*/ 705326 h 1903571"/>
                <a:gd name="connsiteX1244" fmla="*/ 1470660 w 5542597"/>
                <a:gd name="connsiteY1244" fmla="*/ 701993 h 1903571"/>
                <a:gd name="connsiteX1245" fmla="*/ 1472089 w 5542597"/>
                <a:gd name="connsiteY1245" fmla="*/ 701993 h 1903571"/>
                <a:gd name="connsiteX1246" fmla="*/ 1474470 w 5542597"/>
                <a:gd name="connsiteY1246" fmla="*/ 702469 h 1903571"/>
                <a:gd name="connsiteX1247" fmla="*/ 1470184 w 5542597"/>
                <a:gd name="connsiteY1247" fmla="*/ 704850 h 1903571"/>
                <a:gd name="connsiteX1248" fmla="*/ 1465897 w 5542597"/>
                <a:gd name="connsiteY1248" fmla="*/ 706755 h 1903571"/>
                <a:gd name="connsiteX1249" fmla="*/ 1464469 w 5542597"/>
                <a:gd name="connsiteY1249" fmla="*/ 708184 h 1903571"/>
                <a:gd name="connsiteX1250" fmla="*/ 1463993 w 5542597"/>
                <a:gd name="connsiteY1250" fmla="*/ 710565 h 1903571"/>
                <a:gd name="connsiteX1251" fmla="*/ 1469707 w 5542597"/>
                <a:gd name="connsiteY1251" fmla="*/ 713899 h 1903571"/>
                <a:gd name="connsiteX1252" fmla="*/ 1475422 w 5542597"/>
                <a:gd name="connsiteY1252" fmla="*/ 715328 h 1903571"/>
                <a:gd name="connsiteX1253" fmla="*/ 1482566 w 5542597"/>
                <a:gd name="connsiteY1253" fmla="*/ 713899 h 1903571"/>
                <a:gd name="connsiteX1254" fmla="*/ 1486852 w 5542597"/>
                <a:gd name="connsiteY1254" fmla="*/ 710565 h 1903571"/>
                <a:gd name="connsiteX1255" fmla="*/ 1496377 w 5542597"/>
                <a:gd name="connsiteY1255" fmla="*/ 705803 h 1903571"/>
                <a:gd name="connsiteX1256" fmla="*/ 1503045 w 5542597"/>
                <a:gd name="connsiteY1256" fmla="*/ 706279 h 1903571"/>
                <a:gd name="connsiteX1257" fmla="*/ 1503521 w 5542597"/>
                <a:gd name="connsiteY1257" fmla="*/ 701516 h 1903571"/>
                <a:gd name="connsiteX1258" fmla="*/ 1500188 w 5542597"/>
                <a:gd name="connsiteY1258" fmla="*/ 694849 h 1903571"/>
                <a:gd name="connsiteX1259" fmla="*/ 1497330 w 5542597"/>
                <a:gd name="connsiteY1259" fmla="*/ 690086 h 1903571"/>
                <a:gd name="connsiteX1260" fmla="*/ 1507331 w 5542597"/>
                <a:gd name="connsiteY1260" fmla="*/ 691515 h 1903571"/>
                <a:gd name="connsiteX1261" fmla="*/ 1513522 w 5542597"/>
                <a:gd name="connsiteY1261" fmla="*/ 687705 h 1903571"/>
                <a:gd name="connsiteX1262" fmla="*/ 1539240 w 5542597"/>
                <a:gd name="connsiteY1262" fmla="*/ 654368 h 1903571"/>
                <a:gd name="connsiteX1263" fmla="*/ 1551146 w 5542597"/>
                <a:gd name="connsiteY1263" fmla="*/ 648176 h 1903571"/>
                <a:gd name="connsiteX1264" fmla="*/ 1554956 w 5542597"/>
                <a:gd name="connsiteY1264" fmla="*/ 643890 h 1903571"/>
                <a:gd name="connsiteX1265" fmla="*/ 1557814 w 5542597"/>
                <a:gd name="connsiteY1265" fmla="*/ 638175 h 1903571"/>
                <a:gd name="connsiteX1266" fmla="*/ 1558766 w 5542597"/>
                <a:gd name="connsiteY1266" fmla="*/ 631984 h 1903571"/>
                <a:gd name="connsiteX1267" fmla="*/ 1557338 w 5542597"/>
                <a:gd name="connsiteY1267" fmla="*/ 625316 h 1903571"/>
                <a:gd name="connsiteX1268" fmla="*/ 1557338 w 5542597"/>
                <a:gd name="connsiteY1268" fmla="*/ 620078 h 1903571"/>
                <a:gd name="connsiteX1269" fmla="*/ 1562100 w 5542597"/>
                <a:gd name="connsiteY1269" fmla="*/ 613410 h 1903571"/>
                <a:gd name="connsiteX1270" fmla="*/ 1568768 w 5542597"/>
                <a:gd name="connsiteY1270" fmla="*/ 605314 h 1903571"/>
                <a:gd name="connsiteX1271" fmla="*/ 1573053 w 5542597"/>
                <a:gd name="connsiteY1271" fmla="*/ 602456 h 1903571"/>
                <a:gd name="connsiteX1272" fmla="*/ 1572101 w 5542597"/>
                <a:gd name="connsiteY1272" fmla="*/ 599123 h 1903571"/>
                <a:gd name="connsiteX1273" fmla="*/ 1571625 w 5542597"/>
                <a:gd name="connsiteY1273" fmla="*/ 596741 h 1903571"/>
                <a:gd name="connsiteX1274" fmla="*/ 1559243 w 5542597"/>
                <a:gd name="connsiteY1274" fmla="*/ 589121 h 1903571"/>
                <a:gd name="connsiteX1275" fmla="*/ 1546384 w 5542597"/>
                <a:gd name="connsiteY1275" fmla="*/ 582454 h 1903571"/>
                <a:gd name="connsiteX1276" fmla="*/ 1542097 w 5542597"/>
                <a:gd name="connsiteY1276" fmla="*/ 579120 h 1903571"/>
                <a:gd name="connsiteX1277" fmla="*/ 1538288 w 5542597"/>
                <a:gd name="connsiteY1277" fmla="*/ 573405 h 1903571"/>
                <a:gd name="connsiteX1278" fmla="*/ 1536859 w 5542597"/>
                <a:gd name="connsiteY1278" fmla="*/ 566738 h 1903571"/>
                <a:gd name="connsiteX1279" fmla="*/ 1536859 w 5542597"/>
                <a:gd name="connsiteY1279" fmla="*/ 562451 h 1903571"/>
                <a:gd name="connsiteX1280" fmla="*/ 1537811 w 5542597"/>
                <a:gd name="connsiteY1280" fmla="*/ 549116 h 1903571"/>
                <a:gd name="connsiteX1281" fmla="*/ 1539716 w 5542597"/>
                <a:gd name="connsiteY1281" fmla="*/ 542925 h 1903571"/>
                <a:gd name="connsiteX1282" fmla="*/ 1539240 w 5542597"/>
                <a:gd name="connsiteY1282" fmla="*/ 524351 h 1903571"/>
                <a:gd name="connsiteX1283" fmla="*/ 1536859 w 5542597"/>
                <a:gd name="connsiteY1283" fmla="*/ 501491 h 1903571"/>
                <a:gd name="connsiteX1284" fmla="*/ 1534953 w 5542597"/>
                <a:gd name="connsiteY1284" fmla="*/ 495300 h 1903571"/>
                <a:gd name="connsiteX1285" fmla="*/ 1537811 w 5542597"/>
                <a:gd name="connsiteY1285" fmla="*/ 490538 h 1903571"/>
                <a:gd name="connsiteX1286" fmla="*/ 1541145 w 5542597"/>
                <a:gd name="connsiteY1286" fmla="*/ 487204 h 1903571"/>
                <a:gd name="connsiteX1287" fmla="*/ 1542574 w 5542597"/>
                <a:gd name="connsiteY1287" fmla="*/ 483870 h 1903571"/>
                <a:gd name="connsiteX1288" fmla="*/ 1543526 w 5542597"/>
                <a:gd name="connsiteY1288" fmla="*/ 461486 h 1903571"/>
                <a:gd name="connsiteX1289" fmla="*/ 1542574 w 5542597"/>
                <a:gd name="connsiteY1289" fmla="*/ 452914 h 1903571"/>
                <a:gd name="connsiteX1290" fmla="*/ 1538764 w 5542597"/>
                <a:gd name="connsiteY1290" fmla="*/ 441008 h 1903571"/>
                <a:gd name="connsiteX1291" fmla="*/ 1521619 w 5542597"/>
                <a:gd name="connsiteY1291" fmla="*/ 431483 h 1903571"/>
                <a:gd name="connsiteX1292" fmla="*/ 1514475 w 5542597"/>
                <a:gd name="connsiteY1292" fmla="*/ 421958 h 1903571"/>
                <a:gd name="connsiteX1293" fmla="*/ 1514951 w 5542597"/>
                <a:gd name="connsiteY1293" fmla="*/ 418624 h 1903571"/>
                <a:gd name="connsiteX1294" fmla="*/ 1515903 w 5542597"/>
                <a:gd name="connsiteY1294" fmla="*/ 416243 h 1903571"/>
                <a:gd name="connsiteX1295" fmla="*/ 1523047 w 5542597"/>
                <a:gd name="connsiteY1295" fmla="*/ 412433 h 1903571"/>
                <a:gd name="connsiteX1296" fmla="*/ 1528286 w 5542597"/>
                <a:gd name="connsiteY1296" fmla="*/ 407194 h 1903571"/>
                <a:gd name="connsiteX1297" fmla="*/ 1531620 w 5542597"/>
                <a:gd name="connsiteY1297" fmla="*/ 399098 h 1903571"/>
                <a:gd name="connsiteX1298" fmla="*/ 1538288 w 5542597"/>
                <a:gd name="connsiteY1298" fmla="*/ 387191 h 1903571"/>
                <a:gd name="connsiteX1299" fmla="*/ 1540193 w 5542597"/>
                <a:gd name="connsiteY1299" fmla="*/ 382905 h 1903571"/>
                <a:gd name="connsiteX1300" fmla="*/ 1544478 w 5542597"/>
                <a:gd name="connsiteY1300" fmla="*/ 366236 h 1903571"/>
                <a:gd name="connsiteX1301" fmla="*/ 1545431 w 5542597"/>
                <a:gd name="connsiteY1301" fmla="*/ 357188 h 1903571"/>
                <a:gd name="connsiteX1302" fmla="*/ 1546384 w 5542597"/>
                <a:gd name="connsiteY1302" fmla="*/ 343853 h 1903571"/>
                <a:gd name="connsiteX1303" fmla="*/ 1540193 w 5542597"/>
                <a:gd name="connsiteY1303" fmla="*/ 340519 h 1903571"/>
                <a:gd name="connsiteX1304" fmla="*/ 1534001 w 5542597"/>
                <a:gd name="connsiteY1304" fmla="*/ 337661 h 1903571"/>
                <a:gd name="connsiteX1305" fmla="*/ 1522095 w 5542597"/>
                <a:gd name="connsiteY1305" fmla="*/ 335280 h 1903571"/>
                <a:gd name="connsiteX1306" fmla="*/ 1516380 w 5542597"/>
                <a:gd name="connsiteY1306" fmla="*/ 335756 h 1903571"/>
                <a:gd name="connsiteX1307" fmla="*/ 1505902 w 5542597"/>
                <a:gd name="connsiteY1307" fmla="*/ 330518 h 1903571"/>
                <a:gd name="connsiteX1308" fmla="*/ 1501616 w 5542597"/>
                <a:gd name="connsiteY1308" fmla="*/ 329565 h 1903571"/>
                <a:gd name="connsiteX1309" fmla="*/ 1473041 w 5542597"/>
                <a:gd name="connsiteY1309" fmla="*/ 330994 h 1903571"/>
                <a:gd name="connsiteX1310" fmla="*/ 1456849 w 5542597"/>
                <a:gd name="connsiteY1310" fmla="*/ 330518 h 1903571"/>
                <a:gd name="connsiteX1311" fmla="*/ 1446847 w 5542597"/>
                <a:gd name="connsiteY1311" fmla="*/ 331470 h 1903571"/>
                <a:gd name="connsiteX1312" fmla="*/ 1442085 w 5542597"/>
                <a:gd name="connsiteY1312" fmla="*/ 331470 h 1903571"/>
                <a:gd name="connsiteX1313" fmla="*/ 1438751 w 5542597"/>
                <a:gd name="connsiteY1313" fmla="*/ 330518 h 1903571"/>
                <a:gd name="connsiteX1314" fmla="*/ 1439227 w 5542597"/>
                <a:gd name="connsiteY1314" fmla="*/ 328613 h 1903571"/>
                <a:gd name="connsiteX1315" fmla="*/ 1440656 w 5542597"/>
                <a:gd name="connsiteY1315" fmla="*/ 326708 h 1903571"/>
                <a:gd name="connsiteX1316" fmla="*/ 1440180 w 5542597"/>
                <a:gd name="connsiteY1316" fmla="*/ 325279 h 1903571"/>
                <a:gd name="connsiteX1317" fmla="*/ 1437322 w 5542597"/>
                <a:gd name="connsiteY1317" fmla="*/ 325279 h 1903571"/>
                <a:gd name="connsiteX1318" fmla="*/ 1430178 w 5542597"/>
                <a:gd name="connsiteY1318" fmla="*/ 326708 h 1903571"/>
                <a:gd name="connsiteX1319" fmla="*/ 1418272 w 5542597"/>
                <a:gd name="connsiteY1319" fmla="*/ 345281 h 1903571"/>
                <a:gd name="connsiteX1320" fmla="*/ 1411128 w 5542597"/>
                <a:gd name="connsiteY1320" fmla="*/ 362903 h 1903571"/>
                <a:gd name="connsiteX1321" fmla="*/ 1403509 w 5542597"/>
                <a:gd name="connsiteY1321" fmla="*/ 387191 h 1903571"/>
                <a:gd name="connsiteX1322" fmla="*/ 1398746 w 5542597"/>
                <a:gd name="connsiteY1322" fmla="*/ 397193 h 1903571"/>
                <a:gd name="connsiteX1323" fmla="*/ 1392078 w 5542597"/>
                <a:gd name="connsiteY1323" fmla="*/ 408146 h 1903571"/>
                <a:gd name="connsiteX1324" fmla="*/ 1381125 w 5542597"/>
                <a:gd name="connsiteY1324" fmla="*/ 416243 h 1903571"/>
                <a:gd name="connsiteX1325" fmla="*/ 1367314 w 5542597"/>
                <a:gd name="connsiteY1325" fmla="*/ 424815 h 1903571"/>
                <a:gd name="connsiteX1326" fmla="*/ 1358265 w 5542597"/>
                <a:gd name="connsiteY1326" fmla="*/ 429101 h 1903571"/>
                <a:gd name="connsiteX1327" fmla="*/ 1345882 w 5542597"/>
                <a:gd name="connsiteY1327" fmla="*/ 432911 h 1903571"/>
                <a:gd name="connsiteX1328" fmla="*/ 1340644 w 5542597"/>
                <a:gd name="connsiteY1328" fmla="*/ 441960 h 1903571"/>
                <a:gd name="connsiteX1329" fmla="*/ 1336357 w 5542597"/>
                <a:gd name="connsiteY1329" fmla="*/ 445294 h 1903571"/>
                <a:gd name="connsiteX1330" fmla="*/ 1338263 w 5542597"/>
                <a:gd name="connsiteY1330" fmla="*/ 448151 h 1903571"/>
                <a:gd name="connsiteX1331" fmla="*/ 1343501 w 5542597"/>
                <a:gd name="connsiteY1331" fmla="*/ 446723 h 1903571"/>
                <a:gd name="connsiteX1332" fmla="*/ 1340644 w 5542597"/>
                <a:gd name="connsiteY1332" fmla="*/ 452914 h 1903571"/>
                <a:gd name="connsiteX1333" fmla="*/ 1337310 w 5542597"/>
                <a:gd name="connsiteY1333" fmla="*/ 456724 h 1903571"/>
                <a:gd name="connsiteX1334" fmla="*/ 1337786 w 5542597"/>
                <a:gd name="connsiteY1334" fmla="*/ 459105 h 1903571"/>
                <a:gd name="connsiteX1335" fmla="*/ 1338739 w 5542597"/>
                <a:gd name="connsiteY1335" fmla="*/ 461963 h 1903571"/>
                <a:gd name="connsiteX1336" fmla="*/ 1342549 w 5542597"/>
                <a:gd name="connsiteY1336" fmla="*/ 462915 h 1903571"/>
                <a:gd name="connsiteX1337" fmla="*/ 1353502 w 5542597"/>
                <a:gd name="connsiteY1337" fmla="*/ 460534 h 1903571"/>
                <a:gd name="connsiteX1338" fmla="*/ 1355884 w 5542597"/>
                <a:gd name="connsiteY1338" fmla="*/ 462915 h 1903571"/>
                <a:gd name="connsiteX1339" fmla="*/ 1358265 w 5542597"/>
                <a:gd name="connsiteY1339" fmla="*/ 466725 h 1903571"/>
                <a:gd name="connsiteX1340" fmla="*/ 1357313 w 5542597"/>
                <a:gd name="connsiteY1340" fmla="*/ 481489 h 1903571"/>
                <a:gd name="connsiteX1341" fmla="*/ 1353978 w 5542597"/>
                <a:gd name="connsiteY1341" fmla="*/ 493871 h 1903571"/>
                <a:gd name="connsiteX1342" fmla="*/ 1353502 w 5542597"/>
                <a:gd name="connsiteY1342" fmla="*/ 498634 h 1903571"/>
                <a:gd name="connsiteX1343" fmla="*/ 1355407 w 5542597"/>
                <a:gd name="connsiteY1343" fmla="*/ 501491 h 1903571"/>
                <a:gd name="connsiteX1344" fmla="*/ 1356836 w 5542597"/>
                <a:gd name="connsiteY1344" fmla="*/ 505301 h 1903571"/>
                <a:gd name="connsiteX1345" fmla="*/ 1353502 w 5542597"/>
                <a:gd name="connsiteY1345" fmla="*/ 510064 h 1903571"/>
                <a:gd name="connsiteX1346" fmla="*/ 1351121 w 5542597"/>
                <a:gd name="connsiteY1346" fmla="*/ 511493 h 1903571"/>
                <a:gd name="connsiteX1347" fmla="*/ 1346359 w 5542597"/>
                <a:gd name="connsiteY1347" fmla="*/ 511016 h 1903571"/>
                <a:gd name="connsiteX1348" fmla="*/ 1343025 w 5542597"/>
                <a:gd name="connsiteY1348" fmla="*/ 521494 h 1903571"/>
                <a:gd name="connsiteX1349" fmla="*/ 1342072 w 5542597"/>
                <a:gd name="connsiteY1349" fmla="*/ 527685 h 1903571"/>
                <a:gd name="connsiteX1350" fmla="*/ 1342072 w 5542597"/>
                <a:gd name="connsiteY1350" fmla="*/ 532448 h 1903571"/>
                <a:gd name="connsiteX1351" fmla="*/ 1343025 w 5542597"/>
                <a:gd name="connsiteY1351" fmla="*/ 535305 h 1903571"/>
                <a:gd name="connsiteX1352" fmla="*/ 1345406 w 5542597"/>
                <a:gd name="connsiteY1352" fmla="*/ 538639 h 1903571"/>
                <a:gd name="connsiteX1353" fmla="*/ 1346359 w 5542597"/>
                <a:gd name="connsiteY1353" fmla="*/ 536258 h 1903571"/>
                <a:gd name="connsiteX1354" fmla="*/ 1347311 w 5542597"/>
                <a:gd name="connsiteY1354" fmla="*/ 532448 h 1903571"/>
                <a:gd name="connsiteX1355" fmla="*/ 1351121 w 5542597"/>
                <a:gd name="connsiteY1355" fmla="*/ 530066 h 1903571"/>
                <a:gd name="connsiteX1356" fmla="*/ 1369695 w 5542597"/>
                <a:gd name="connsiteY1356" fmla="*/ 536734 h 1903571"/>
                <a:gd name="connsiteX1357" fmla="*/ 1374934 w 5542597"/>
                <a:gd name="connsiteY1357" fmla="*/ 540068 h 1903571"/>
                <a:gd name="connsiteX1358" fmla="*/ 1383030 w 5542597"/>
                <a:gd name="connsiteY1358" fmla="*/ 542925 h 1903571"/>
                <a:gd name="connsiteX1359" fmla="*/ 1385411 w 5542597"/>
                <a:gd name="connsiteY1359" fmla="*/ 546735 h 1903571"/>
                <a:gd name="connsiteX1360" fmla="*/ 1386840 w 5542597"/>
                <a:gd name="connsiteY1360" fmla="*/ 557689 h 1903571"/>
                <a:gd name="connsiteX1361" fmla="*/ 1394936 w 5542597"/>
                <a:gd name="connsiteY1361" fmla="*/ 567690 h 1903571"/>
                <a:gd name="connsiteX1362" fmla="*/ 1401127 w 5542597"/>
                <a:gd name="connsiteY1362" fmla="*/ 573881 h 1903571"/>
                <a:gd name="connsiteX1363" fmla="*/ 1404938 w 5542597"/>
                <a:gd name="connsiteY1363" fmla="*/ 575786 h 1903571"/>
                <a:gd name="connsiteX1364" fmla="*/ 1408747 w 5542597"/>
                <a:gd name="connsiteY1364" fmla="*/ 576739 h 1903571"/>
                <a:gd name="connsiteX1365" fmla="*/ 1413986 w 5542597"/>
                <a:gd name="connsiteY1365" fmla="*/ 574358 h 1903571"/>
                <a:gd name="connsiteX1366" fmla="*/ 1421606 w 5542597"/>
                <a:gd name="connsiteY1366" fmla="*/ 574834 h 1903571"/>
                <a:gd name="connsiteX1367" fmla="*/ 1417796 w 5542597"/>
                <a:gd name="connsiteY1367" fmla="*/ 582454 h 1903571"/>
                <a:gd name="connsiteX1368" fmla="*/ 1411128 w 5542597"/>
                <a:gd name="connsiteY1368" fmla="*/ 597218 h 1903571"/>
                <a:gd name="connsiteX1369" fmla="*/ 1399699 w 5542597"/>
                <a:gd name="connsiteY1369" fmla="*/ 610076 h 1903571"/>
                <a:gd name="connsiteX1370" fmla="*/ 1395413 w 5542597"/>
                <a:gd name="connsiteY1370" fmla="*/ 611981 h 1903571"/>
                <a:gd name="connsiteX1371" fmla="*/ 1388269 w 5542597"/>
                <a:gd name="connsiteY1371" fmla="*/ 606743 h 1903571"/>
                <a:gd name="connsiteX1372" fmla="*/ 1373505 w 5542597"/>
                <a:gd name="connsiteY1372" fmla="*/ 600551 h 1903571"/>
                <a:gd name="connsiteX1373" fmla="*/ 1370647 w 5542597"/>
                <a:gd name="connsiteY1373" fmla="*/ 596741 h 1903571"/>
                <a:gd name="connsiteX1374" fmla="*/ 1353978 w 5542597"/>
                <a:gd name="connsiteY1374" fmla="*/ 586264 h 1903571"/>
                <a:gd name="connsiteX1375" fmla="*/ 1348740 w 5542597"/>
                <a:gd name="connsiteY1375" fmla="*/ 579120 h 1903571"/>
                <a:gd name="connsiteX1376" fmla="*/ 1340644 w 5542597"/>
                <a:gd name="connsiteY1376" fmla="*/ 578168 h 1903571"/>
                <a:gd name="connsiteX1377" fmla="*/ 1328738 w 5542597"/>
                <a:gd name="connsiteY1377" fmla="*/ 574834 h 1903571"/>
                <a:gd name="connsiteX1378" fmla="*/ 1327309 w 5542597"/>
                <a:gd name="connsiteY1378" fmla="*/ 573881 h 1903571"/>
                <a:gd name="connsiteX1379" fmla="*/ 1317784 w 5542597"/>
                <a:gd name="connsiteY1379" fmla="*/ 569595 h 1903571"/>
                <a:gd name="connsiteX1380" fmla="*/ 1308259 w 5542597"/>
                <a:gd name="connsiteY1380" fmla="*/ 567214 h 1903571"/>
                <a:gd name="connsiteX1381" fmla="*/ 1305877 w 5542597"/>
                <a:gd name="connsiteY1381" fmla="*/ 563880 h 1903571"/>
                <a:gd name="connsiteX1382" fmla="*/ 1298734 w 5542597"/>
                <a:gd name="connsiteY1382" fmla="*/ 561499 h 1903571"/>
                <a:gd name="connsiteX1383" fmla="*/ 1291590 w 5542597"/>
                <a:gd name="connsiteY1383" fmla="*/ 559594 h 1903571"/>
                <a:gd name="connsiteX1384" fmla="*/ 1281589 w 5542597"/>
                <a:gd name="connsiteY1384" fmla="*/ 555784 h 1903571"/>
                <a:gd name="connsiteX1385" fmla="*/ 1277302 w 5542597"/>
                <a:gd name="connsiteY1385" fmla="*/ 556736 h 1903571"/>
                <a:gd name="connsiteX1386" fmla="*/ 1278255 w 5542597"/>
                <a:gd name="connsiteY1386" fmla="*/ 552450 h 1903571"/>
                <a:gd name="connsiteX1387" fmla="*/ 1266825 w 5542597"/>
                <a:gd name="connsiteY1387" fmla="*/ 545783 h 1903571"/>
                <a:gd name="connsiteX1388" fmla="*/ 1253014 w 5542597"/>
                <a:gd name="connsiteY1388" fmla="*/ 539591 h 1903571"/>
                <a:gd name="connsiteX1389" fmla="*/ 1224915 w 5542597"/>
                <a:gd name="connsiteY1389" fmla="*/ 531495 h 1903571"/>
                <a:gd name="connsiteX1390" fmla="*/ 1200150 w 5542597"/>
                <a:gd name="connsiteY1390" fmla="*/ 527209 h 1903571"/>
                <a:gd name="connsiteX1391" fmla="*/ 1170622 w 5542597"/>
                <a:gd name="connsiteY1391" fmla="*/ 526256 h 1903571"/>
                <a:gd name="connsiteX1392" fmla="*/ 1144905 w 5542597"/>
                <a:gd name="connsiteY1392" fmla="*/ 520541 h 1903571"/>
                <a:gd name="connsiteX1393" fmla="*/ 1141571 w 5542597"/>
                <a:gd name="connsiteY1393" fmla="*/ 521018 h 1903571"/>
                <a:gd name="connsiteX1394" fmla="*/ 1138238 w 5542597"/>
                <a:gd name="connsiteY1394" fmla="*/ 522446 h 1903571"/>
                <a:gd name="connsiteX1395" fmla="*/ 1129665 w 5542597"/>
                <a:gd name="connsiteY1395" fmla="*/ 530543 h 1903571"/>
                <a:gd name="connsiteX1396" fmla="*/ 1120140 w 5542597"/>
                <a:gd name="connsiteY1396" fmla="*/ 532924 h 1903571"/>
                <a:gd name="connsiteX1397" fmla="*/ 1116330 w 5542597"/>
                <a:gd name="connsiteY1397" fmla="*/ 536258 h 1903571"/>
                <a:gd name="connsiteX1398" fmla="*/ 1122045 w 5542597"/>
                <a:gd name="connsiteY1398" fmla="*/ 544354 h 1903571"/>
                <a:gd name="connsiteX1399" fmla="*/ 1132999 w 5542597"/>
                <a:gd name="connsiteY1399" fmla="*/ 565309 h 1903571"/>
                <a:gd name="connsiteX1400" fmla="*/ 1139666 w 5542597"/>
                <a:gd name="connsiteY1400" fmla="*/ 562928 h 1903571"/>
                <a:gd name="connsiteX1401" fmla="*/ 1142524 w 5542597"/>
                <a:gd name="connsiteY1401" fmla="*/ 572453 h 1903571"/>
                <a:gd name="connsiteX1402" fmla="*/ 1138238 w 5542597"/>
                <a:gd name="connsiteY1402" fmla="*/ 577691 h 1903571"/>
                <a:gd name="connsiteX1403" fmla="*/ 1132046 w 5542597"/>
                <a:gd name="connsiteY1403" fmla="*/ 584359 h 1903571"/>
                <a:gd name="connsiteX1404" fmla="*/ 1127284 w 5542597"/>
                <a:gd name="connsiteY1404" fmla="*/ 587693 h 1903571"/>
                <a:gd name="connsiteX1405" fmla="*/ 1115853 w 5542597"/>
                <a:gd name="connsiteY1405" fmla="*/ 589598 h 1903571"/>
                <a:gd name="connsiteX1406" fmla="*/ 1106805 w 5542597"/>
                <a:gd name="connsiteY1406" fmla="*/ 589121 h 1903571"/>
                <a:gd name="connsiteX1407" fmla="*/ 1105852 w 5542597"/>
                <a:gd name="connsiteY1407" fmla="*/ 594836 h 1903571"/>
                <a:gd name="connsiteX1408" fmla="*/ 1108710 w 5542597"/>
                <a:gd name="connsiteY1408" fmla="*/ 600551 h 1903571"/>
                <a:gd name="connsiteX1409" fmla="*/ 1107757 w 5542597"/>
                <a:gd name="connsiteY1409" fmla="*/ 602933 h 1903571"/>
                <a:gd name="connsiteX1410" fmla="*/ 1107281 w 5542597"/>
                <a:gd name="connsiteY1410" fmla="*/ 605790 h 1903571"/>
                <a:gd name="connsiteX1411" fmla="*/ 1105852 w 5542597"/>
                <a:gd name="connsiteY1411" fmla="*/ 607219 h 1903571"/>
                <a:gd name="connsiteX1412" fmla="*/ 1104900 w 5542597"/>
                <a:gd name="connsiteY1412" fmla="*/ 608171 h 1903571"/>
                <a:gd name="connsiteX1413" fmla="*/ 1101090 w 5542597"/>
                <a:gd name="connsiteY1413" fmla="*/ 610076 h 1903571"/>
                <a:gd name="connsiteX1414" fmla="*/ 1097280 w 5542597"/>
                <a:gd name="connsiteY1414" fmla="*/ 610076 h 1903571"/>
                <a:gd name="connsiteX1415" fmla="*/ 1087278 w 5542597"/>
                <a:gd name="connsiteY1415" fmla="*/ 607219 h 1903571"/>
                <a:gd name="connsiteX1416" fmla="*/ 1079659 w 5542597"/>
                <a:gd name="connsiteY1416" fmla="*/ 604361 h 1903571"/>
                <a:gd name="connsiteX1417" fmla="*/ 1080135 w 5542597"/>
                <a:gd name="connsiteY1417" fmla="*/ 594360 h 1903571"/>
                <a:gd name="connsiteX1418" fmla="*/ 1083945 w 5542597"/>
                <a:gd name="connsiteY1418" fmla="*/ 590074 h 1903571"/>
                <a:gd name="connsiteX1419" fmla="*/ 1086802 w 5542597"/>
                <a:gd name="connsiteY1419" fmla="*/ 589121 h 1903571"/>
                <a:gd name="connsiteX1420" fmla="*/ 1089184 w 5542597"/>
                <a:gd name="connsiteY1420" fmla="*/ 587216 h 1903571"/>
                <a:gd name="connsiteX1421" fmla="*/ 1083945 w 5542597"/>
                <a:gd name="connsiteY1421" fmla="*/ 580549 h 1903571"/>
                <a:gd name="connsiteX1422" fmla="*/ 1080135 w 5542597"/>
                <a:gd name="connsiteY1422" fmla="*/ 577691 h 1903571"/>
                <a:gd name="connsiteX1423" fmla="*/ 1078706 w 5542597"/>
                <a:gd name="connsiteY1423" fmla="*/ 573405 h 1903571"/>
                <a:gd name="connsiteX1424" fmla="*/ 1078706 w 5542597"/>
                <a:gd name="connsiteY1424" fmla="*/ 571500 h 1903571"/>
                <a:gd name="connsiteX1425" fmla="*/ 1073944 w 5542597"/>
                <a:gd name="connsiteY1425" fmla="*/ 571500 h 1903571"/>
                <a:gd name="connsiteX1426" fmla="*/ 1054418 w 5542597"/>
                <a:gd name="connsiteY1426" fmla="*/ 576739 h 1903571"/>
                <a:gd name="connsiteX1427" fmla="*/ 1050607 w 5542597"/>
                <a:gd name="connsiteY1427" fmla="*/ 581501 h 1903571"/>
                <a:gd name="connsiteX1428" fmla="*/ 1048226 w 5542597"/>
                <a:gd name="connsiteY1428" fmla="*/ 578168 h 1903571"/>
                <a:gd name="connsiteX1429" fmla="*/ 1023461 w 5542597"/>
                <a:gd name="connsiteY1429" fmla="*/ 592931 h 1903571"/>
                <a:gd name="connsiteX1430" fmla="*/ 1012984 w 5542597"/>
                <a:gd name="connsiteY1430" fmla="*/ 598170 h 1903571"/>
                <a:gd name="connsiteX1431" fmla="*/ 1005364 w 5542597"/>
                <a:gd name="connsiteY1431" fmla="*/ 597218 h 1903571"/>
                <a:gd name="connsiteX1432" fmla="*/ 995363 w 5542597"/>
                <a:gd name="connsiteY1432" fmla="*/ 594360 h 1903571"/>
                <a:gd name="connsiteX1433" fmla="*/ 983932 w 5542597"/>
                <a:gd name="connsiteY1433" fmla="*/ 593884 h 1903571"/>
                <a:gd name="connsiteX1434" fmla="*/ 975836 w 5542597"/>
                <a:gd name="connsiteY1434" fmla="*/ 592455 h 1903571"/>
                <a:gd name="connsiteX1435" fmla="*/ 972026 w 5542597"/>
                <a:gd name="connsiteY1435" fmla="*/ 592931 h 1903571"/>
                <a:gd name="connsiteX1436" fmla="*/ 963453 w 5542597"/>
                <a:gd name="connsiteY1436" fmla="*/ 596741 h 1903571"/>
                <a:gd name="connsiteX1437" fmla="*/ 954881 w 5542597"/>
                <a:gd name="connsiteY1437" fmla="*/ 597218 h 1903571"/>
                <a:gd name="connsiteX1438" fmla="*/ 945356 w 5542597"/>
                <a:gd name="connsiteY1438" fmla="*/ 602456 h 1903571"/>
                <a:gd name="connsiteX1439" fmla="*/ 937736 w 5542597"/>
                <a:gd name="connsiteY1439" fmla="*/ 608648 h 1903571"/>
                <a:gd name="connsiteX1440" fmla="*/ 935831 w 5542597"/>
                <a:gd name="connsiteY1440" fmla="*/ 618649 h 1903571"/>
                <a:gd name="connsiteX1441" fmla="*/ 931069 w 5542597"/>
                <a:gd name="connsiteY1441" fmla="*/ 619601 h 1903571"/>
                <a:gd name="connsiteX1442" fmla="*/ 925353 w 5542597"/>
                <a:gd name="connsiteY1442" fmla="*/ 614363 h 1903571"/>
                <a:gd name="connsiteX1443" fmla="*/ 922496 w 5542597"/>
                <a:gd name="connsiteY1443" fmla="*/ 613410 h 1903571"/>
                <a:gd name="connsiteX1444" fmla="*/ 919639 w 5542597"/>
                <a:gd name="connsiteY1444" fmla="*/ 614363 h 1903571"/>
                <a:gd name="connsiteX1445" fmla="*/ 914400 w 5542597"/>
                <a:gd name="connsiteY1445" fmla="*/ 614839 h 1903571"/>
                <a:gd name="connsiteX1446" fmla="*/ 909638 w 5542597"/>
                <a:gd name="connsiteY1446" fmla="*/ 615315 h 1903571"/>
                <a:gd name="connsiteX1447" fmla="*/ 905351 w 5542597"/>
                <a:gd name="connsiteY1447" fmla="*/ 617220 h 1903571"/>
                <a:gd name="connsiteX1448" fmla="*/ 903446 w 5542597"/>
                <a:gd name="connsiteY1448" fmla="*/ 616744 h 1903571"/>
                <a:gd name="connsiteX1449" fmla="*/ 890111 w 5542597"/>
                <a:gd name="connsiteY1449" fmla="*/ 615315 h 1903571"/>
                <a:gd name="connsiteX1450" fmla="*/ 886301 w 5542597"/>
                <a:gd name="connsiteY1450" fmla="*/ 615315 h 1903571"/>
                <a:gd name="connsiteX1451" fmla="*/ 881063 w 5542597"/>
                <a:gd name="connsiteY1451" fmla="*/ 614839 h 1903571"/>
                <a:gd name="connsiteX1452" fmla="*/ 882491 w 5542597"/>
                <a:gd name="connsiteY1452" fmla="*/ 612458 h 1903571"/>
                <a:gd name="connsiteX1453" fmla="*/ 883920 w 5542597"/>
                <a:gd name="connsiteY1453" fmla="*/ 610553 h 1903571"/>
                <a:gd name="connsiteX1454" fmla="*/ 891540 w 5542597"/>
                <a:gd name="connsiteY1454" fmla="*/ 609124 h 1903571"/>
                <a:gd name="connsiteX1455" fmla="*/ 895826 w 5542597"/>
                <a:gd name="connsiteY1455" fmla="*/ 606743 h 1903571"/>
                <a:gd name="connsiteX1456" fmla="*/ 900589 w 5542597"/>
                <a:gd name="connsiteY1456" fmla="*/ 608171 h 1903571"/>
                <a:gd name="connsiteX1457" fmla="*/ 903922 w 5542597"/>
                <a:gd name="connsiteY1457" fmla="*/ 604838 h 1903571"/>
                <a:gd name="connsiteX1458" fmla="*/ 903446 w 5542597"/>
                <a:gd name="connsiteY1458" fmla="*/ 599123 h 1903571"/>
                <a:gd name="connsiteX1459" fmla="*/ 898207 w 5542597"/>
                <a:gd name="connsiteY1459" fmla="*/ 593408 h 1903571"/>
                <a:gd name="connsiteX1460" fmla="*/ 900589 w 5542597"/>
                <a:gd name="connsiteY1460" fmla="*/ 589121 h 1903571"/>
                <a:gd name="connsiteX1461" fmla="*/ 902494 w 5542597"/>
                <a:gd name="connsiteY1461" fmla="*/ 583406 h 1903571"/>
                <a:gd name="connsiteX1462" fmla="*/ 903922 w 5542597"/>
                <a:gd name="connsiteY1462" fmla="*/ 582930 h 1903571"/>
                <a:gd name="connsiteX1463" fmla="*/ 905351 w 5542597"/>
                <a:gd name="connsiteY1463" fmla="*/ 581025 h 1903571"/>
                <a:gd name="connsiteX1464" fmla="*/ 903446 w 5542597"/>
                <a:gd name="connsiteY1464" fmla="*/ 579120 h 1903571"/>
                <a:gd name="connsiteX1465" fmla="*/ 899636 w 5542597"/>
                <a:gd name="connsiteY1465" fmla="*/ 578644 h 1903571"/>
                <a:gd name="connsiteX1466" fmla="*/ 899636 w 5542597"/>
                <a:gd name="connsiteY1466" fmla="*/ 577215 h 1903571"/>
                <a:gd name="connsiteX1467" fmla="*/ 902018 w 5542597"/>
                <a:gd name="connsiteY1467" fmla="*/ 576263 h 1903571"/>
                <a:gd name="connsiteX1468" fmla="*/ 919163 w 5542597"/>
                <a:gd name="connsiteY1468" fmla="*/ 573881 h 1903571"/>
                <a:gd name="connsiteX1469" fmla="*/ 922972 w 5542597"/>
                <a:gd name="connsiteY1469" fmla="*/ 571976 h 1903571"/>
                <a:gd name="connsiteX1470" fmla="*/ 912971 w 5542597"/>
                <a:gd name="connsiteY1470" fmla="*/ 571500 h 1903571"/>
                <a:gd name="connsiteX1471" fmla="*/ 899636 w 5542597"/>
                <a:gd name="connsiteY1471" fmla="*/ 571976 h 1903571"/>
                <a:gd name="connsiteX1472" fmla="*/ 886301 w 5542597"/>
                <a:gd name="connsiteY1472" fmla="*/ 576739 h 1903571"/>
                <a:gd name="connsiteX1473" fmla="*/ 861536 w 5542597"/>
                <a:gd name="connsiteY1473" fmla="*/ 587693 h 1903571"/>
                <a:gd name="connsiteX1474" fmla="*/ 850106 w 5542597"/>
                <a:gd name="connsiteY1474" fmla="*/ 594836 h 1903571"/>
                <a:gd name="connsiteX1475" fmla="*/ 852964 w 5542597"/>
                <a:gd name="connsiteY1475" fmla="*/ 594836 h 1903571"/>
                <a:gd name="connsiteX1476" fmla="*/ 857250 w 5542597"/>
                <a:gd name="connsiteY1476" fmla="*/ 595789 h 1903571"/>
                <a:gd name="connsiteX1477" fmla="*/ 860584 w 5542597"/>
                <a:gd name="connsiteY1477" fmla="*/ 601028 h 1903571"/>
                <a:gd name="connsiteX1478" fmla="*/ 862965 w 5542597"/>
                <a:gd name="connsiteY1478" fmla="*/ 601980 h 1903571"/>
                <a:gd name="connsiteX1479" fmla="*/ 861060 w 5542597"/>
                <a:gd name="connsiteY1479" fmla="*/ 605314 h 1903571"/>
                <a:gd name="connsiteX1480" fmla="*/ 854393 w 5542597"/>
                <a:gd name="connsiteY1480" fmla="*/ 608171 h 1903571"/>
                <a:gd name="connsiteX1481" fmla="*/ 852011 w 5542597"/>
                <a:gd name="connsiteY1481" fmla="*/ 610076 h 1903571"/>
                <a:gd name="connsiteX1482" fmla="*/ 849153 w 5542597"/>
                <a:gd name="connsiteY1482" fmla="*/ 610553 h 1903571"/>
                <a:gd name="connsiteX1483" fmla="*/ 847249 w 5542597"/>
                <a:gd name="connsiteY1483" fmla="*/ 610076 h 1903571"/>
                <a:gd name="connsiteX1484" fmla="*/ 844391 w 5542597"/>
                <a:gd name="connsiteY1484" fmla="*/ 608648 h 1903571"/>
                <a:gd name="connsiteX1485" fmla="*/ 846296 w 5542597"/>
                <a:gd name="connsiteY1485" fmla="*/ 605790 h 1903571"/>
                <a:gd name="connsiteX1486" fmla="*/ 848201 w 5542597"/>
                <a:gd name="connsiteY1486" fmla="*/ 603409 h 1903571"/>
                <a:gd name="connsiteX1487" fmla="*/ 842963 w 5542597"/>
                <a:gd name="connsiteY1487" fmla="*/ 599123 h 1903571"/>
                <a:gd name="connsiteX1488" fmla="*/ 840105 w 5542597"/>
                <a:gd name="connsiteY1488" fmla="*/ 598646 h 1903571"/>
                <a:gd name="connsiteX1489" fmla="*/ 838200 w 5542597"/>
                <a:gd name="connsiteY1489" fmla="*/ 599123 h 1903571"/>
                <a:gd name="connsiteX1490" fmla="*/ 825341 w 5542597"/>
                <a:gd name="connsiteY1490" fmla="*/ 602456 h 1903571"/>
                <a:gd name="connsiteX1491" fmla="*/ 815816 w 5542597"/>
                <a:gd name="connsiteY1491" fmla="*/ 606743 h 1903571"/>
                <a:gd name="connsiteX1492" fmla="*/ 807244 w 5542597"/>
                <a:gd name="connsiteY1492" fmla="*/ 609124 h 1903571"/>
                <a:gd name="connsiteX1493" fmla="*/ 798671 w 5542597"/>
                <a:gd name="connsiteY1493" fmla="*/ 610076 h 1903571"/>
                <a:gd name="connsiteX1494" fmla="*/ 793909 w 5542597"/>
                <a:gd name="connsiteY1494" fmla="*/ 611981 h 1903571"/>
                <a:gd name="connsiteX1495" fmla="*/ 784384 w 5542597"/>
                <a:gd name="connsiteY1495" fmla="*/ 617696 h 1903571"/>
                <a:gd name="connsiteX1496" fmla="*/ 778193 w 5542597"/>
                <a:gd name="connsiteY1496" fmla="*/ 620078 h 1903571"/>
                <a:gd name="connsiteX1497" fmla="*/ 768191 w 5542597"/>
                <a:gd name="connsiteY1497" fmla="*/ 626745 h 1903571"/>
                <a:gd name="connsiteX1498" fmla="*/ 741521 w 5542597"/>
                <a:gd name="connsiteY1498" fmla="*/ 638175 h 1903571"/>
                <a:gd name="connsiteX1499" fmla="*/ 734853 w 5542597"/>
                <a:gd name="connsiteY1499" fmla="*/ 639128 h 1903571"/>
                <a:gd name="connsiteX1500" fmla="*/ 731044 w 5542597"/>
                <a:gd name="connsiteY1500" fmla="*/ 638175 h 1903571"/>
                <a:gd name="connsiteX1501" fmla="*/ 728186 w 5542597"/>
                <a:gd name="connsiteY1501" fmla="*/ 636270 h 1903571"/>
                <a:gd name="connsiteX1502" fmla="*/ 725805 w 5542597"/>
                <a:gd name="connsiteY1502" fmla="*/ 637699 h 1903571"/>
                <a:gd name="connsiteX1503" fmla="*/ 728186 w 5542597"/>
                <a:gd name="connsiteY1503" fmla="*/ 640556 h 1903571"/>
                <a:gd name="connsiteX1504" fmla="*/ 731996 w 5542597"/>
                <a:gd name="connsiteY1504" fmla="*/ 646271 h 1903571"/>
                <a:gd name="connsiteX1505" fmla="*/ 730568 w 5542597"/>
                <a:gd name="connsiteY1505" fmla="*/ 649129 h 1903571"/>
                <a:gd name="connsiteX1506" fmla="*/ 724376 w 5542597"/>
                <a:gd name="connsiteY1506" fmla="*/ 648176 h 1903571"/>
                <a:gd name="connsiteX1507" fmla="*/ 711994 w 5542597"/>
                <a:gd name="connsiteY1507" fmla="*/ 650558 h 1903571"/>
                <a:gd name="connsiteX1508" fmla="*/ 698182 w 5542597"/>
                <a:gd name="connsiteY1508" fmla="*/ 654368 h 1903571"/>
                <a:gd name="connsiteX1509" fmla="*/ 698182 w 5542597"/>
                <a:gd name="connsiteY1509" fmla="*/ 658654 h 1903571"/>
                <a:gd name="connsiteX1510" fmla="*/ 699135 w 5542597"/>
                <a:gd name="connsiteY1510" fmla="*/ 661988 h 1903571"/>
                <a:gd name="connsiteX1511" fmla="*/ 696753 w 5542597"/>
                <a:gd name="connsiteY1511" fmla="*/ 667703 h 1903571"/>
                <a:gd name="connsiteX1512" fmla="*/ 694372 w 5542597"/>
                <a:gd name="connsiteY1512" fmla="*/ 672465 h 1903571"/>
                <a:gd name="connsiteX1513" fmla="*/ 692468 w 5542597"/>
                <a:gd name="connsiteY1513" fmla="*/ 685324 h 1903571"/>
                <a:gd name="connsiteX1514" fmla="*/ 690563 w 5542597"/>
                <a:gd name="connsiteY1514" fmla="*/ 689610 h 1903571"/>
                <a:gd name="connsiteX1515" fmla="*/ 685324 w 5542597"/>
                <a:gd name="connsiteY1515" fmla="*/ 691991 h 1903571"/>
                <a:gd name="connsiteX1516" fmla="*/ 657701 w 5542597"/>
                <a:gd name="connsiteY1516" fmla="*/ 698183 h 1903571"/>
                <a:gd name="connsiteX1517" fmla="*/ 652939 w 5542597"/>
                <a:gd name="connsiteY1517" fmla="*/ 698183 h 1903571"/>
                <a:gd name="connsiteX1518" fmla="*/ 651034 w 5542597"/>
                <a:gd name="connsiteY1518" fmla="*/ 699611 h 1903571"/>
                <a:gd name="connsiteX1519" fmla="*/ 649605 w 5542597"/>
                <a:gd name="connsiteY1519" fmla="*/ 698183 h 1903571"/>
                <a:gd name="connsiteX1520" fmla="*/ 644366 w 5542597"/>
                <a:gd name="connsiteY1520" fmla="*/ 697230 h 1903571"/>
                <a:gd name="connsiteX1521" fmla="*/ 637222 w 5542597"/>
                <a:gd name="connsiteY1521" fmla="*/ 696754 h 1903571"/>
                <a:gd name="connsiteX1522" fmla="*/ 633889 w 5542597"/>
                <a:gd name="connsiteY1522" fmla="*/ 696278 h 1903571"/>
                <a:gd name="connsiteX1523" fmla="*/ 630555 w 5542597"/>
                <a:gd name="connsiteY1523" fmla="*/ 694373 h 1903571"/>
                <a:gd name="connsiteX1524" fmla="*/ 625793 w 5542597"/>
                <a:gd name="connsiteY1524" fmla="*/ 688658 h 1903571"/>
                <a:gd name="connsiteX1525" fmla="*/ 619125 w 5542597"/>
                <a:gd name="connsiteY1525" fmla="*/ 677228 h 1903571"/>
                <a:gd name="connsiteX1526" fmla="*/ 604838 w 5542597"/>
                <a:gd name="connsiteY1526" fmla="*/ 671989 h 1903571"/>
                <a:gd name="connsiteX1527" fmla="*/ 598170 w 5542597"/>
                <a:gd name="connsiteY1527" fmla="*/ 668179 h 1903571"/>
                <a:gd name="connsiteX1528" fmla="*/ 596741 w 5542597"/>
                <a:gd name="connsiteY1528" fmla="*/ 664369 h 1903571"/>
                <a:gd name="connsiteX1529" fmla="*/ 598170 w 5542597"/>
                <a:gd name="connsiteY1529" fmla="*/ 660559 h 1903571"/>
                <a:gd name="connsiteX1530" fmla="*/ 612934 w 5542597"/>
                <a:gd name="connsiteY1530" fmla="*/ 648653 h 1903571"/>
                <a:gd name="connsiteX1531" fmla="*/ 618172 w 5542597"/>
                <a:gd name="connsiteY1531" fmla="*/ 644366 h 1903571"/>
                <a:gd name="connsiteX1532" fmla="*/ 640080 w 5542597"/>
                <a:gd name="connsiteY1532" fmla="*/ 641033 h 1903571"/>
                <a:gd name="connsiteX1533" fmla="*/ 648652 w 5542597"/>
                <a:gd name="connsiteY1533" fmla="*/ 640556 h 1903571"/>
                <a:gd name="connsiteX1534" fmla="*/ 657701 w 5542597"/>
                <a:gd name="connsiteY1534" fmla="*/ 639128 h 1903571"/>
                <a:gd name="connsiteX1535" fmla="*/ 657701 w 5542597"/>
                <a:gd name="connsiteY1535" fmla="*/ 631984 h 1903571"/>
                <a:gd name="connsiteX1536" fmla="*/ 648652 w 5542597"/>
                <a:gd name="connsiteY1536" fmla="*/ 623411 h 1903571"/>
                <a:gd name="connsiteX1537" fmla="*/ 639603 w 5542597"/>
                <a:gd name="connsiteY1537" fmla="*/ 613410 h 1903571"/>
                <a:gd name="connsiteX1538" fmla="*/ 630555 w 5542597"/>
                <a:gd name="connsiteY1538" fmla="*/ 602456 h 1903571"/>
                <a:gd name="connsiteX1539" fmla="*/ 617696 w 5542597"/>
                <a:gd name="connsiteY1539" fmla="*/ 598646 h 1903571"/>
                <a:gd name="connsiteX1540" fmla="*/ 602932 w 5542597"/>
                <a:gd name="connsiteY1540" fmla="*/ 596741 h 1903571"/>
                <a:gd name="connsiteX1541" fmla="*/ 571976 w 5542597"/>
                <a:gd name="connsiteY1541" fmla="*/ 598646 h 1903571"/>
                <a:gd name="connsiteX1542" fmla="*/ 567690 w 5542597"/>
                <a:gd name="connsiteY1542" fmla="*/ 598170 h 1903571"/>
                <a:gd name="connsiteX1543" fmla="*/ 548164 w 5542597"/>
                <a:gd name="connsiteY1543" fmla="*/ 590550 h 1903571"/>
                <a:gd name="connsiteX1544" fmla="*/ 546259 w 5542597"/>
                <a:gd name="connsiteY1544" fmla="*/ 590550 h 1903571"/>
                <a:gd name="connsiteX1545" fmla="*/ 543401 w 5542597"/>
                <a:gd name="connsiteY1545" fmla="*/ 591026 h 1903571"/>
                <a:gd name="connsiteX1546" fmla="*/ 544353 w 5542597"/>
                <a:gd name="connsiteY1546" fmla="*/ 593408 h 1903571"/>
                <a:gd name="connsiteX1547" fmla="*/ 545782 w 5542597"/>
                <a:gd name="connsiteY1547" fmla="*/ 594836 h 1903571"/>
                <a:gd name="connsiteX1548" fmla="*/ 571976 w 5542597"/>
                <a:gd name="connsiteY1548" fmla="*/ 611505 h 1903571"/>
                <a:gd name="connsiteX1549" fmla="*/ 572928 w 5542597"/>
                <a:gd name="connsiteY1549" fmla="*/ 615791 h 1903571"/>
                <a:gd name="connsiteX1550" fmla="*/ 573881 w 5542597"/>
                <a:gd name="connsiteY1550" fmla="*/ 621506 h 1903571"/>
                <a:gd name="connsiteX1551" fmla="*/ 573405 w 5542597"/>
                <a:gd name="connsiteY1551" fmla="*/ 623888 h 1903571"/>
                <a:gd name="connsiteX1552" fmla="*/ 573881 w 5542597"/>
                <a:gd name="connsiteY1552" fmla="*/ 626269 h 1903571"/>
                <a:gd name="connsiteX1553" fmla="*/ 573881 w 5542597"/>
                <a:gd name="connsiteY1553" fmla="*/ 630555 h 1903571"/>
                <a:gd name="connsiteX1554" fmla="*/ 567214 w 5542597"/>
                <a:gd name="connsiteY1554" fmla="*/ 649605 h 1903571"/>
                <a:gd name="connsiteX1555" fmla="*/ 561499 w 5542597"/>
                <a:gd name="connsiteY1555" fmla="*/ 662940 h 1903571"/>
                <a:gd name="connsiteX1556" fmla="*/ 559118 w 5542597"/>
                <a:gd name="connsiteY1556" fmla="*/ 669131 h 1903571"/>
                <a:gd name="connsiteX1557" fmla="*/ 558641 w 5542597"/>
                <a:gd name="connsiteY1557" fmla="*/ 673418 h 1903571"/>
                <a:gd name="connsiteX1558" fmla="*/ 561499 w 5542597"/>
                <a:gd name="connsiteY1558" fmla="*/ 677228 h 1903571"/>
                <a:gd name="connsiteX1559" fmla="*/ 568643 w 5542597"/>
                <a:gd name="connsiteY1559" fmla="*/ 678656 h 1903571"/>
                <a:gd name="connsiteX1560" fmla="*/ 576263 w 5542597"/>
                <a:gd name="connsiteY1560" fmla="*/ 682466 h 1903571"/>
                <a:gd name="connsiteX1561" fmla="*/ 580072 w 5542597"/>
                <a:gd name="connsiteY1561" fmla="*/ 687705 h 1903571"/>
                <a:gd name="connsiteX1562" fmla="*/ 581025 w 5542597"/>
                <a:gd name="connsiteY1562" fmla="*/ 691515 h 1903571"/>
                <a:gd name="connsiteX1563" fmla="*/ 581025 w 5542597"/>
                <a:gd name="connsiteY1563" fmla="*/ 699611 h 1903571"/>
                <a:gd name="connsiteX1564" fmla="*/ 582930 w 5542597"/>
                <a:gd name="connsiteY1564" fmla="*/ 706755 h 1903571"/>
                <a:gd name="connsiteX1565" fmla="*/ 576739 w 5542597"/>
                <a:gd name="connsiteY1565" fmla="*/ 717709 h 1903571"/>
                <a:gd name="connsiteX1566" fmla="*/ 573881 w 5542597"/>
                <a:gd name="connsiteY1566" fmla="*/ 721519 h 1903571"/>
                <a:gd name="connsiteX1567" fmla="*/ 569595 w 5542597"/>
                <a:gd name="connsiteY1567" fmla="*/ 731520 h 1903571"/>
                <a:gd name="connsiteX1568" fmla="*/ 571024 w 5542597"/>
                <a:gd name="connsiteY1568" fmla="*/ 738188 h 1903571"/>
                <a:gd name="connsiteX1569" fmla="*/ 570547 w 5542597"/>
                <a:gd name="connsiteY1569" fmla="*/ 741045 h 1903571"/>
                <a:gd name="connsiteX1570" fmla="*/ 569595 w 5542597"/>
                <a:gd name="connsiteY1570" fmla="*/ 743903 h 1903571"/>
                <a:gd name="connsiteX1571" fmla="*/ 566738 w 5542597"/>
                <a:gd name="connsiteY1571" fmla="*/ 741998 h 1903571"/>
                <a:gd name="connsiteX1572" fmla="*/ 564356 w 5542597"/>
                <a:gd name="connsiteY1572" fmla="*/ 739140 h 1903571"/>
                <a:gd name="connsiteX1573" fmla="*/ 561022 w 5542597"/>
                <a:gd name="connsiteY1573" fmla="*/ 736759 h 1903571"/>
                <a:gd name="connsiteX1574" fmla="*/ 557213 w 5542597"/>
                <a:gd name="connsiteY1574" fmla="*/ 735806 h 1903571"/>
                <a:gd name="connsiteX1575" fmla="*/ 553402 w 5542597"/>
                <a:gd name="connsiteY1575" fmla="*/ 736283 h 1903571"/>
                <a:gd name="connsiteX1576" fmla="*/ 550545 w 5542597"/>
                <a:gd name="connsiteY1576" fmla="*/ 737711 h 1903571"/>
                <a:gd name="connsiteX1577" fmla="*/ 551021 w 5542597"/>
                <a:gd name="connsiteY1577" fmla="*/ 734854 h 1903571"/>
                <a:gd name="connsiteX1578" fmla="*/ 554355 w 5542597"/>
                <a:gd name="connsiteY1578" fmla="*/ 730568 h 1903571"/>
                <a:gd name="connsiteX1579" fmla="*/ 552926 w 5542597"/>
                <a:gd name="connsiteY1579" fmla="*/ 728186 h 1903571"/>
                <a:gd name="connsiteX1580" fmla="*/ 551021 w 5542597"/>
                <a:gd name="connsiteY1580" fmla="*/ 726758 h 1903571"/>
                <a:gd name="connsiteX1581" fmla="*/ 540068 w 5542597"/>
                <a:gd name="connsiteY1581" fmla="*/ 721043 h 1903571"/>
                <a:gd name="connsiteX1582" fmla="*/ 532447 w 5542597"/>
                <a:gd name="connsiteY1582" fmla="*/ 721043 h 1903571"/>
                <a:gd name="connsiteX1583" fmla="*/ 525780 w 5542597"/>
                <a:gd name="connsiteY1583" fmla="*/ 721519 h 1903571"/>
                <a:gd name="connsiteX1584" fmla="*/ 518636 w 5542597"/>
                <a:gd name="connsiteY1584" fmla="*/ 721043 h 1903571"/>
                <a:gd name="connsiteX1585" fmla="*/ 513397 w 5542597"/>
                <a:gd name="connsiteY1585" fmla="*/ 717233 h 1903571"/>
                <a:gd name="connsiteX1586" fmla="*/ 508635 w 5542597"/>
                <a:gd name="connsiteY1586" fmla="*/ 715804 h 1903571"/>
                <a:gd name="connsiteX1587" fmla="*/ 505301 w 5542597"/>
                <a:gd name="connsiteY1587" fmla="*/ 715328 h 1903571"/>
                <a:gd name="connsiteX1588" fmla="*/ 501015 w 5542597"/>
                <a:gd name="connsiteY1588" fmla="*/ 718185 h 1903571"/>
                <a:gd name="connsiteX1589" fmla="*/ 490538 w 5542597"/>
                <a:gd name="connsiteY1589" fmla="*/ 730091 h 1903571"/>
                <a:gd name="connsiteX1590" fmla="*/ 480536 w 5542597"/>
                <a:gd name="connsiteY1590" fmla="*/ 737711 h 1903571"/>
                <a:gd name="connsiteX1591" fmla="*/ 466725 w 5542597"/>
                <a:gd name="connsiteY1591" fmla="*/ 743426 h 1903571"/>
                <a:gd name="connsiteX1592" fmla="*/ 456247 w 5542597"/>
                <a:gd name="connsiteY1592" fmla="*/ 745331 h 1903571"/>
                <a:gd name="connsiteX1593" fmla="*/ 453866 w 5542597"/>
                <a:gd name="connsiteY1593" fmla="*/ 746760 h 1903571"/>
                <a:gd name="connsiteX1594" fmla="*/ 447675 w 5542597"/>
                <a:gd name="connsiteY1594" fmla="*/ 753428 h 1903571"/>
                <a:gd name="connsiteX1595" fmla="*/ 441484 w 5542597"/>
                <a:gd name="connsiteY1595" fmla="*/ 758666 h 1903571"/>
                <a:gd name="connsiteX1596" fmla="*/ 423863 w 5542597"/>
                <a:gd name="connsiteY1596" fmla="*/ 766763 h 1903571"/>
                <a:gd name="connsiteX1597" fmla="*/ 422434 w 5542597"/>
                <a:gd name="connsiteY1597" fmla="*/ 770573 h 1903571"/>
                <a:gd name="connsiteX1598" fmla="*/ 421481 w 5542597"/>
                <a:gd name="connsiteY1598" fmla="*/ 775335 h 1903571"/>
                <a:gd name="connsiteX1599" fmla="*/ 423386 w 5542597"/>
                <a:gd name="connsiteY1599" fmla="*/ 780574 h 1903571"/>
                <a:gd name="connsiteX1600" fmla="*/ 426720 w 5542597"/>
                <a:gd name="connsiteY1600" fmla="*/ 785813 h 1903571"/>
                <a:gd name="connsiteX1601" fmla="*/ 434816 w 5542597"/>
                <a:gd name="connsiteY1601" fmla="*/ 796766 h 1903571"/>
                <a:gd name="connsiteX1602" fmla="*/ 439578 w 5542597"/>
                <a:gd name="connsiteY1602" fmla="*/ 800100 h 1903571"/>
                <a:gd name="connsiteX1603" fmla="*/ 442913 w 5542597"/>
                <a:gd name="connsiteY1603" fmla="*/ 805815 h 1903571"/>
                <a:gd name="connsiteX1604" fmla="*/ 445294 w 5542597"/>
                <a:gd name="connsiteY1604" fmla="*/ 812006 h 1903571"/>
                <a:gd name="connsiteX1605" fmla="*/ 443865 w 5542597"/>
                <a:gd name="connsiteY1605" fmla="*/ 813435 h 1903571"/>
                <a:gd name="connsiteX1606" fmla="*/ 437197 w 5542597"/>
                <a:gd name="connsiteY1606" fmla="*/ 812006 h 1903571"/>
                <a:gd name="connsiteX1607" fmla="*/ 431959 w 5542597"/>
                <a:gd name="connsiteY1607" fmla="*/ 812482 h 1903571"/>
                <a:gd name="connsiteX1608" fmla="*/ 424815 w 5542597"/>
                <a:gd name="connsiteY1608" fmla="*/ 816769 h 1903571"/>
                <a:gd name="connsiteX1609" fmla="*/ 424339 w 5542597"/>
                <a:gd name="connsiteY1609" fmla="*/ 818674 h 1903571"/>
                <a:gd name="connsiteX1610" fmla="*/ 421957 w 5542597"/>
                <a:gd name="connsiteY1610" fmla="*/ 823436 h 1903571"/>
                <a:gd name="connsiteX1611" fmla="*/ 415290 w 5542597"/>
                <a:gd name="connsiteY1611" fmla="*/ 823436 h 1903571"/>
                <a:gd name="connsiteX1612" fmla="*/ 398145 w 5542597"/>
                <a:gd name="connsiteY1612" fmla="*/ 815816 h 1903571"/>
                <a:gd name="connsiteX1613" fmla="*/ 382905 w 5542597"/>
                <a:gd name="connsiteY1613" fmla="*/ 811530 h 1903571"/>
                <a:gd name="connsiteX1614" fmla="*/ 380524 w 5542597"/>
                <a:gd name="connsiteY1614" fmla="*/ 811530 h 1903571"/>
                <a:gd name="connsiteX1615" fmla="*/ 377190 w 5542597"/>
                <a:gd name="connsiteY1615" fmla="*/ 809625 h 1903571"/>
                <a:gd name="connsiteX1616" fmla="*/ 376238 w 5542597"/>
                <a:gd name="connsiteY1616" fmla="*/ 807720 h 1903571"/>
                <a:gd name="connsiteX1617" fmla="*/ 370046 w 5542597"/>
                <a:gd name="connsiteY1617" fmla="*/ 808196 h 1903571"/>
                <a:gd name="connsiteX1618" fmla="*/ 366236 w 5542597"/>
                <a:gd name="connsiteY1618" fmla="*/ 808196 h 1903571"/>
                <a:gd name="connsiteX1619" fmla="*/ 362426 w 5542597"/>
                <a:gd name="connsiteY1619" fmla="*/ 806768 h 1903571"/>
                <a:gd name="connsiteX1620" fmla="*/ 346234 w 5542597"/>
                <a:gd name="connsiteY1620" fmla="*/ 793909 h 1903571"/>
                <a:gd name="connsiteX1621" fmla="*/ 332899 w 5542597"/>
                <a:gd name="connsiteY1621" fmla="*/ 789146 h 1903571"/>
                <a:gd name="connsiteX1622" fmla="*/ 329565 w 5542597"/>
                <a:gd name="connsiteY1622" fmla="*/ 789146 h 1903571"/>
                <a:gd name="connsiteX1623" fmla="*/ 323850 w 5542597"/>
                <a:gd name="connsiteY1623" fmla="*/ 790575 h 1903571"/>
                <a:gd name="connsiteX1624" fmla="*/ 320993 w 5542597"/>
                <a:gd name="connsiteY1624" fmla="*/ 800576 h 1903571"/>
                <a:gd name="connsiteX1625" fmla="*/ 316230 w 5542597"/>
                <a:gd name="connsiteY1625" fmla="*/ 803434 h 1903571"/>
                <a:gd name="connsiteX1626" fmla="*/ 312420 w 5542597"/>
                <a:gd name="connsiteY1626" fmla="*/ 803434 h 1903571"/>
                <a:gd name="connsiteX1627" fmla="*/ 311944 w 5542597"/>
                <a:gd name="connsiteY1627" fmla="*/ 808196 h 1903571"/>
                <a:gd name="connsiteX1628" fmla="*/ 313849 w 5542597"/>
                <a:gd name="connsiteY1628" fmla="*/ 811530 h 1903571"/>
                <a:gd name="connsiteX1629" fmla="*/ 315277 w 5542597"/>
                <a:gd name="connsiteY1629" fmla="*/ 813911 h 1903571"/>
                <a:gd name="connsiteX1630" fmla="*/ 320040 w 5542597"/>
                <a:gd name="connsiteY1630" fmla="*/ 817245 h 1903571"/>
                <a:gd name="connsiteX1631" fmla="*/ 329565 w 5542597"/>
                <a:gd name="connsiteY1631" fmla="*/ 828199 h 1903571"/>
                <a:gd name="connsiteX1632" fmla="*/ 334327 w 5542597"/>
                <a:gd name="connsiteY1632" fmla="*/ 832485 h 1903571"/>
                <a:gd name="connsiteX1633" fmla="*/ 337661 w 5542597"/>
                <a:gd name="connsiteY1633" fmla="*/ 833914 h 1903571"/>
                <a:gd name="connsiteX1634" fmla="*/ 342900 w 5542597"/>
                <a:gd name="connsiteY1634" fmla="*/ 834390 h 1903571"/>
                <a:gd name="connsiteX1635" fmla="*/ 353377 w 5542597"/>
                <a:gd name="connsiteY1635" fmla="*/ 832961 h 1903571"/>
                <a:gd name="connsiteX1636" fmla="*/ 356711 w 5542597"/>
                <a:gd name="connsiteY1636" fmla="*/ 834866 h 1903571"/>
                <a:gd name="connsiteX1637" fmla="*/ 360521 w 5542597"/>
                <a:gd name="connsiteY1637" fmla="*/ 837248 h 1903571"/>
                <a:gd name="connsiteX1638" fmla="*/ 361474 w 5542597"/>
                <a:gd name="connsiteY1638" fmla="*/ 843439 h 1903571"/>
                <a:gd name="connsiteX1639" fmla="*/ 364331 w 5542597"/>
                <a:gd name="connsiteY1639" fmla="*/ 849630 h 1903571"/>
                <a:gd name="connsiteX1640" fmla="*/ 364331 w 5542597"/>
                <a:gd name="connsiteY1640" fmla="*/ 852964 h 1903571"/>
                <a:gd name="connsiteX1641" fmla="*/ 360997 w 5542597"/>
                <a:gd name="connsiteY1641" fmla="*/ 857250 h 1903571"/>
                <a:gd name="connsiteX1642" fmla="*/ 349568 w 5542597"/>
                <a:gd name="connsiteY1642" fmla="*/ 860107 h 1903571"/>
                <a:gd name="connsiteX1643" fmla="*/ 342900 w 5542597"/>
                <a:gd name="connsiteY1643" fmla="*/ 864394 h 1903571"/>
                <a:gd name="connsiteX1644" fmla="*/ 340519 w 5542597"/>
                <a:gd name="connsiteY1644" fmla="*/ 864394 h 1903571"/>
                <a:gd name="connsiteX1645" fmla="*/ 327184 w 5542597"/>
                <a:gd name="connsiteY1645" fmla="*/ 859631 h 1903571"/>
                <a:gd name="connsiteX1646" fmla="*/ 318135 w 5542597"/>
                <a:gd name="connsiteY1646" fmla="*/ 857250 h 1903571"/>
                <a:gd name="connsiteX1647" fmla="*/ 306228 w 5542597"/>
                <a:gd name="connsiteY1647" fmla="*/ 854393 h 1903571"/>
                <a:gd name="connsiteX1648" fmla="*/ 304324 w 5542597"/>
                <a:gd name="connsiteY1648" fmla="*/ 852488 h 1903571"/>
                <a:gd name="connsiteX1649" fmla="*/ 299085 w 5542597"/>
                <a:gd name="connsiteY1649" fmla="*/ 844391 h 1903571"/>
                <a:gd name="connsiteX1650" fmla="*/ 287178 w 5542597"/>
                <a:gd name="connsiteY1650" fmla="*/ 836295 h 1903571"/>
                <a:gd name="connsiteX1651" fmla="*/ 281940 w 5542597"/>
                <a:gd name="connsiteY1651" fmla="*/ 833914 h 1903571"/>
                <a:gd name="connsiteX1652" fmla="*/ 274796 w 5542597"/>
                <a:gd name="connsiteY1652" fmla="*/ 835819 h 1903571"/>
                <a:gd name="connsiteX1653" fmla="*/ 269557 w 5542597"/>
                <a:gd name="connsiteY1653" fmla="*/ 834866 h 1903571"/>
                <a:gd name="connsiteX1654" fmla="*/ 260985 w 5542597"/>
                <a:gd name="connsiteY1654" fmla="*/ 830580 h 1903571"/>
                <a:gd name="connsiteX1655" fmla="*/ 255746 w 5542597"/>
                <a:gd name="connsiteY1655" fmla="*/ 823913 h 1903571"/>
                <a:gd name="connsiteX1656" fmla="*/ 255270 w 5542597"/>
                <a:gd name="connsiteY1656" fmla="*/ 816293 h 1903571"/>
                <a:gd name="connsiteX1657" fmla="*/ 256699 w 5542597"/>
                <a:gd name="connsiteY1657" fmla="*/ 814388 h 1903571"/>
                <a:gd name="connsiteX1658" fmla="*/ 258603 w 5542597"/>
                <a:gd name="connsiteY1658" fmla="*/ 813435 h 1903571"/>
                <a:gd name="connsiteX1659" fmla="*/ 254318 w 5542597"/>
                <a:gd name="connsiteY1659" fmla="*/ 811054 h 1903571"/>
                <a:gd name="connsiteX1660" fmla="*/ 254318 w 5542597"/>
                <a:gd name="connsiteY1660" fmla="*/ 804863 h 1903571"/>
                <a:gd name="connsiteX1661" fmla="*/ 253365 w 5542597"/>
                <a:gd name="connsiteY1661" fmla="*/ 800576 h 1903571"/>
                <a:gd name="connsiteX1662" fmla="*/ 248602 w 5542597"/>
                <a:gd name="connsiteY1662" fmla="*/ 790575 h 1903571"/>
                <a:gd name="connsiteX1663" fmla="*/ 244316 w 5542597"/>
                <a:gd name="connsiteY1663" fmla="*/ 784860 h 1903571"/>
                <a:gd name="connsiteX1664" fmla="*/ 240030 w 5542597"/>
                <a:gd name="connsiteY1664" fmla="*/ 778193 h 1903571"/>
                <a:gd name="connsiteX1665" fmla="*/ 244316 w 5542597"/>
                <a:gd name="connsiteY1665" fmla="*/ 774859 h 1903571"/>
                <a:gd name="connsiteX1666" fmla="*/ 246697 w 5542597"/>
                <a:gd name="connsiteY1666" fmla="*/ 772001 h 1903571"/>
                <a:gd name="connsiteX1667" fmla="*/ 250507 w 5542597"/>
                <a:gd name="connsiteY1667" fmla="*/ 763429 h 1903571"/>
                <a:gd name="connsiteX1668" fmla="*/ 250984 w 5542597"/>
                <a:gd name="connsiteY1668" fmla="*/ 760571 h 1903571"/>
                <a:gd name="connsiteX1669" fmla="*/ 252413 w 5542597"/>
                <a:gd name="connsiteY1669" fmla="*/ 757714 h 1903571"/>
                <a:gd name="connsiteX1670" fmla="*/ 252889 w 5542597"/>
                <a:gd name="connsiteY1670" fmla="*/ 754856 h 1903571"/>
                <a:gd name="connsiteX1671" fmla="*/ 252889 w 5542597"/>
                <a:gd name="connsiteY1671" fmla="*/ 751999 h 1903571"/>
                <a:gd name="connsiteX1672" fmla="*/ 249555 w 5542597"/>
                <a:gd name="connsiteY1672" fmla="*/ 747236 h 1903571"/>
                <a:gd name="connsiteX1673" fmla="*/ 239553 w 5542597"/>
                <a:gd name="connsiteY1673" fmla="*/ 737235 h 1903571"/>
                <a:gd name="connsiteX1674" fmla="*/ 230028 w 5542597"/>
                <a:gd name="connsiteY1674" fmla="*/ 731996 h 1903571"/>
                <a:gd name="connsiteX1675" fmla="*/ 211455 w 5542597"/>
                <a:gd name="connsiteY1675" fmla="*/ 726758 h 1903571"/>
                <a:gd name="connsiteX1676" fmla="*/ 206216 w 5542597"/>
                <a:gd name="connsiteY1676" fmla="*/ 726758 h 1903571"/>
                <a:gd name="connsiteX1677" fmla="*/ 204311 w 5542597"/>
                <a:gd name="connsiteY1677" fmla="*/ 726281 h 1903571"/>
                <a:gd name="connsiteX1678" fmla="*/ 208121 w 5542597"/>
                <a:gd name="connsiteY1678" fmla="*/ 724853 h 1903571"/>
                <a:gd name="connsiteX1679" fmla="*/ 211931 w 5542597"/>
                <a:gd name="connsiteY1679" fmla="*/ 722948 h 1903571"/>
                <a:gd name="connsiteX1680" fmla="*/ 214313 w 5542597"/>
                <a:gd name="connsiteY1680" fmla="*/ 719614 h 1903571"/>
                <a:gd name="connsiteX1681" fmla="*/ 209550 w 5542597"/>
                <a:gd name="connsiteY1681" fmla="*/ 718185 h 1903571"/>
                <a:gd name="connsiteX1682" fmla="*/ 205740 w 5542597"/>
                <a:gd name="connsiteY1682" fmla="*/ 717233 h 1903571"/>
                <a:gd name="connsiteX1683" fmla="*/ 199549 w 5542597"/>
                <a:gd name="connsiteY1683" fmla="*/ 714851 h 1903571"/>
                <a:gd name="connsiteX1684" fmla="*/ 198120 w 5542597"/>
                <a:gd name="connsiteY1684" fmla="*/ 712470 h 1903571"/>
                <a:gd name="connsiteX1685" fmla="*/ 199549 w 5542597"/>
                <a:gd name="connsiteY1685" fmla="*/ 710565 h 1903571"/>
                <a:gd name="connsiteX1686" fmla="*/ 198120 w 5542597"/>
                <a:gd name="connsiteY1686" fmla="*/ 706279 h 1903571"/>
                <a:gd name="connsiteX1687" fmla="*/ 189547 w 5542597"/>
                <a:gd name="connsiteY1687" fmla="*/ 704850 h 1903571"/>
                <a:gd name="connsiteX1688" fmla="*/ 187166 w 5542597"/>
                <a:gd name="connsiteY1688" fmla="*/ 703898 h 1903571"/>
                <a:gd name="connsiteX1689" fmla="*/ 187166 w 5542597"/>
                <a:gd name="connsiteY1689" fmla="*/ 702469 h 1903571"/>
                <a:gd name="connsiteX1690" fmla="*/ 181451 w 5542597"/>
                <a:gd name="connsiteY1690" fmla="*/ 697706 h 1903571"/>
                <a:gd name="connsiteX1691" fmla="*/ 173831 w 5542597"/>
                <a:gd name="connsiteY1691" fmla="*/ 692944 h 1903571"/>
                <a:gd name="connsiteX1692" fmla="*/ 174784 w 5542597"/>
                <a:gd name="connsiteY1692" fmla="*/ 687705 h 1903571"/>
                <a:gd name="connsiteX1693" fmla="*/ 169545 w 5542597"/>
                <a:gd name="connsiteY1693" fmla="*/ 684371 h 1903571"/>
                <a:gd name="connsiteX1694" fmla="*/ 164782 w 5542597"/>
                <a:gd name="connsiteY1694" fmla="*/ 681514 h 1903571"/>
                <a:gd name="connsiteX1695" fmla="*/ 157163 w 5542597"/>
                <a:gd name="connsiteY1695" fmla="*/ 680561 h 1903571"/>
                <a:gd name="connsiteX1696" fmla="*/ 154305 w 5542597"/>
                <a:gd name="connsiteY1696" fmla="*/ 678656 h 1903571"/>
                <a:gd name="connsiteX1697" fmla="*/ 171450 w 5542597"/>
                <a:gd name="connsiteY1697" fmla="*/ 679133 h 1903571"/>
                <a:gd name="connsiteX1698" fmla="*/ 189547 w 5542597"/>
                <a:gd name="connsiteY1698" fmla="*/ 682943 h 1903571"/>
                <a:gd name="connsiteX1699" fmla="*/ 188119 w 5542597"/>
                <a:gd name="connsiteY1699" fmla="*/ 684371 h 1903571"/>
                <a:gd name="connsiteX1700" fmla="*/ 186690 w 5542597"/>
                <a:gd name="connsiteY1700" fmla="*/ 686753 h 1903571"/>
                <a:gd name="connsiteX1701" fmla="*/ 191928 w 5542597"/>
                <a:gd name="connsiteY1701" fmla="*/ 693420 h 1903571"/>
                <a:gd name="connsiteX1702" fmla="*/ 197168 w 5542597"/>
                <a:gd name="connsiteY1702" fmla="*/ 696754 h 1903571"/>
                <a:gd name="connsiteX1703" fmla="*/ 208597 w 5542597"/>
                <a:gd name="connsiteY1703" fmla="*/ 701516 h 1903571"/>
                <a:gd name="connsiteX1704" fmla="*/ 209550 w 5542597"/>
                <a:gd name="connsiteY1704" fmla="*/ 701516 h 1903571"/>
                <a:gd name="connsiteX1705" fmla="*/ 212407 w 5542597"/>
                <a:gd name="connsiteY1705" fmla="*/ 700088 h 1903571"/>
                <a:gd name="connsiteX1706" fmla="*/ 217646 w 5542597"/>
                <a:gd name="connsiteY1706" fmla="*/ 702469 h 1903571"/>
                <a:gd name="connsiteX1707" fmla="*/ 222409 w 5542597"/>
                <a:gd name="connsiteY1707" fmla="*/ 704850 h 1903571"/>
                <a:gd name="connsiteX1708" fmla="*/ 230981 w 5542597"/>
                <a:gd name="connsiteY1708" fmla="*/ 704850 h 1903571"/>
                <a:gd name="connsiteX1709" fmla="*/ 241459 w 5542597"/>
                <a:gd name="connsiteY1709" fmla="*/ 707708 h 1903571"/>
                <a:gd name="connsiteX1710" fmla="*/ 240506 w 5542597"/>
                <a:gd name="connsiteY1710" fmla="*/ 709136 h 1903571"/>
                <a:gd name="connsiteX1711" fmla="*/ 239553 w 5542597"/>
                <a:gd name="connsiteY1711" fmla="*/ 710089 h 1903571"/>
                <a:gd name="connsiteX1712" fmla="*/ 242411 w 5542597"/>
                <a:gd name="connsiteY1712" fmla="*/ 713423 h 1903571"/>
                <a:gd name="connsiteX1713" fmla="*/ 246697 w 5542597"/>
                <a:gd name="connsiteY1713" fmla="*/ 712946 h 1903571"/>
                <a:gd name="connsiteX1714" fmla="*/ 253841 w 5542597"/>
                <a:gd name="connsiteY1714" fmla="*/ 710089 h 1903571"/>
                <a:gd name="connsiteX1715" fmla="*/ 272415 w 5542597"/>
                <a:gd name="connsiteY1715" fmla="*/ 720566 h 1903571"/>
                <a:gd name="connsiteX1716" fmla="*/ 277653 w 5542597"/>
                <a:gd name="connsiteY1716" fmla="*/ 722471 h 1903571"/>
                <a:gd name="connsiteX1717" fmla="*/ 306705 w 5542597"/>
                <a:gd name="connsiteY1717" fmla="*/ 727710 h 1903571"/>
                <a:gd name="connsiteX1718" fmla="*/ 320040 w 5542597"/>
                <a:gd name="connsiteY1718" fmla="*/ 728186 h 1903571"/>
                <a:gd name="connsiteX1719" fmla="*/ 327660 w 5542597"/>
                <a:gd name="connsiteY1719" fmla="*/ 729139 h 1903571"/>
                <a:gd name="connsiteX1720" fmla="*/ 338138 w 5542597"/>
                <a:gd name="connsiteY1720" fmla="*/ 731996 h 1903571"/>
                <a:gd name="connsiteX1721" fmla="*/ 349568 w 5542597"/>
                <a:gd name="connsiteY1721" fmla="*/ 737235 h 1903571"/>
                <a:gd name="connsiteX1722" fmla="*/ 358616 w 5542597"/>
                <a:gd name="connsiteY1722" fmla="*/ 739140 h 1903571"/>
                <a:gd name="connsiteX1723" fmla="*/ 375761 w 5542597"/>
                <a:gd name="connsiteY1723" fmla="*/ 741045 h 1903571"/>
                <a:gd name="connsiteX1724" fmla="*/ 384334 w 5542597"/>
                <a:gd name="connsiteY1724" fmla="*/ 740569 h 1903571"/>
                <a:gd name="connsiteX1725" fmla="*/ 405765 w 5542597"/>
                <a:gd name="connsiteY1725" fmla="*/ 737235 h 1903571"/>
                <a:gd name="connsiteX1726" fmla="*/ 433864 w 5542597"/>
                <a:gd name="connsiteY1726" fmla="*/ 727710 h 1903571"/>
                <a:gd name="connsiteX1727" fmla="*/ 447675 w 5542597"/>
                <a:gd name="connsiteY1727" fmla="*/ 719614 h 1903571"/>
                <a:gd name="connsiteX1728" fmla="*/ 470535 w 5542597"/>
                <a:gd name="connsiteY1728" fmla="*/ 698183 h 1903571"/>
                <a:gd name="connsiteX1729" fmla="*/ 473393 w 5542597"/>
                <a:gd name="connsiteY1729" fmla="*/ 692944 h 1903571"/>
                <a:gd name="connsiteX1730" fmla="*/ 476250 w 5542597"/>
                <a:gd name="connsiteY1730" fmla="*/ 681038 h 1903571"/>
                <a:gd name="connsiteX1731" fmla="*/ 476250 w 5542597"/>
                <a:gd name="connsiteY1731" fmla="*/ 676275 h 1903571"/>
                <a:gd name="connsiteX1732" fmla="*/ 472916 w 5542597"/>
                <a:gd name="connsiteY1732" fmla="*/ 675799 h 1903571"/>
                <a:gd name="connsiteX1733" fmla="*/ 468630 w 5542597"/>
                <a:gd name="connsiteY1733" fmla="*/ 672941 h 1903571"/>
                <a:gd name="connsiteX1734" fmla="*/ 468630 w 5542597"/>
                <a:gd name="connsiteY1734" fmla="*/ 665798 h 1903571"/>
                <a:gd name="connsiteX1735" fmla="*/ 466249 w 5542597"/>
                <a:gd name="connsiteY1735" fmla="*/ 662464 h 1903571"/>
                <a:gd name="connsiteX1736" fmla="*/ 462915 w 5542597"/>
                <a:gd name="connsiteY1736" fmla="*/ 647224 h 1903571"/>
                <a:gd name="connsiteX1737" fmla="*/ 456247 w 5542597"/>
                <a:gd name="connsiteY1737" fmla="*/ 645319 h 1903571"/>
                <a:gd name="connsiteX1738" fmla="*/ 452438 w 5542597"/>
                <a:gd name="connsiteY1738" fmla="*/ 643414 h 1903571"/>
                <a:gd name="connsiteX1739" fmla="*/ 448151 w 5542597"/>
                <a:gd name="connsiteY1739" fmla="*/ 642461 h 1903571"/>
                <a:gd name="connsiteX1740" fmla="*/ 442913 w 5542597"/>
                <a:gd name="connsiteY1740" fmla="*/ 640080 h 1903571"/>
                <a:gd name="connsiteX1741" fmla="*/ 437197 w 5542597"/>
                <a:gd name="connsiteY1741" fmla="*/ 633889 h 1903571"/>
                <a:gd name="connsiteX1742" fmla="*/ 431482 w 5542597"/>
                <a:gd name="connsiteY1742" fmla="*/ 629603 h 1903571"/>
                <a:gd name="connsiteX1743" fmla="*/ 426720 w 5542597"/>
                <a:gd name="connsiteY1743" fmla="*/ 623888 h 1903571"/>
                <a:gd name="connsiteX1744" fmla="*/ 423386 w 5542597"/>
                <a:gd name="connsiteY1744" fmla="*/ 621506 h 1903571"/>
                <a:gd name="connsiteX1745" fmla="*/ 421481 w 5542597"/>
                <a:gd name="connsiteY1745" fmla="*/ 621030 h 1903571"/>
                <a:gd name="connsiteX1746" fmla="*/ 422910 w 5542597"/>
                <a:gd name="connsiteY1746" fmla="*/ 623888 h 1903571"/>
                <a:gd name="connsiteX1747" fmla="*/ 424339 w 5542597"/>
                <a:gd name="connsiteY1747" fmla="*/ 627221 h 1903571"/>
                <a:gd name="connsiteX1748" fmla="*/ 415290 w 5542597"/>
                <a:gd name="connsiteY1748" fmla="*/ 626269 h 1903571"/>
                <a:gd name="connsiteX1749" fmla="*/ 390525 w 5542597"/>
                <a:gd name="connsiteY1749" fmla="*/ 611505 h 1903571"/>
                <a:gd name="connsiteX1750" fmla="*/ 386239 w 5542597"/>
                <a:gd name="connsiteY1750" fmla="*/ 610553 h 1903571"/>
                <a:gd name="connsiteX1751" fmla="*/ 384334 w 5542597"/>
                <a:gd name="connsiteY1751" fmla="*/ 611505 h 1903571"/>
                <a:gd name="connsiteX1752" fmla="*/ 376714 w 5542597"/>
                <a:gd name="connsiteY1752" fmla="*/ 609600 h 1903571"/>
                <a:gd name="connsiteX1753" fmla="*/ 374332 w 5542597"/>
                <a:gd name="connsiteY1753" fmla="*/ 606266 h 1903571"/>
                <a:gd name="connsiteX1754" fmla="*/ 352901 w 5542597"/>
                <a:gd name="connsiteY1754" fmla="*/ 590074 h 1903571"/>
                <a:gd name="connsiteX1755" fmla="*/ 315277 w 5542597"/>
                <a:gd name="connsiteY1755" fmla="*/ 571500 h 1903571"/>
                <a:gd name="connsiteX1756" fmla="*/ 289084 w 5542597"/>
                <a:gd name="connsiteY1756" fmla="*/ 560546 h 1903571"/>
                <a:gd name="connsiteX1757" fmla="*/ 270034 w 5542597"/>
                <a:gd name="connsiteY1757" fmla="*/ 555308 h 1903571"/>
                <a:gd name="connsiteX1758" fmla="*/ 268128 w 5542597"/>
                <a:gd name="connsiteY1758" fmla="*/ 555784 h 1903571"/>
                <a:gd name="connsiteX1759" fmla="*/ 266224 w 5542597"/>
                <a:gd name="connsiteY1759" fmla="*/ 558165 h 1903571"/>
                <a:gd name="connsiteX1760" fmla="*/ 260509 w 5542597"/>
                <a:gd name="connsiteY1760" fmla="*/ 558641 h 1903571"/>
                <a:gd name="connsiteX1761" fmla="*/ 255270 w 5542597"/>
                <a:gd name="connsiteY1761" fmla="*/ 558165 h 1903571"/>
                <a:gd name="connsiteX1762" fmla="*/ 238125 w 5542597"/>
                <a:gd name="connsiteY1762" fmla="*/ 553879 h 1903571"/>
                <a:gd name="connsiteX1763" fmla="*/ 233839 w 5542597"/>
                <a:gd name="connsiteY1763" fmla="*/ 552926 h 1903571"/>
                <a:gd name="connsiteX1764" fmla="*/ 215265 w 5542597"/>
                <a:gd name="connsiteY1764" fmla="*/ 553403 h 1903571"/>
                <a:gd name="connsiteX1765" fmla="*/ 213360 w 5542597"/>
                <a:gd name="connsiteY1765" fmla="*/ 554355 h 1903571"/>
                <a:gd name="connsiteX1766" fmla="*/ 206693 w 5542597"/>
                <a:gd name="connsiteY1766" fmla="*/ 563880 h 1903571"/>
                <a:gd name="connsiteX1767" fmla="*/ 203359 w 5542597"/>
                <a:gd name="connsiteY1767" fmla="*/ 565785 h 1903571"/>
                <a:gd name="connsiteX1768" fmla="*/ 196691 w 5542597"/>
                <a:gd name="connsiteY1768" fmla="*/ 567690 h 1903571"/>
                <a:gd name="connsiteX1769" fmla="*/ 198596 w 5542597"/>
                <a:gd name="connsiteY1769" fmla="*/ 564833 h 1903571"/>
                <a:gd name="connsiteX1770" fmla="*/ 202882 w 5542597"/>
                <a:gd name="connsiteY1770" fmla="*/ 562451 h 1903571"/>
                <a:gd name="connsiteX1771" fmla="*/ 206216 w 5542597"/>
                <a:gd name="connsiteY1771" fmla="*/ 555784 h 1903571"/>
                <a:gd name="connsiteX1772" fmla="*/ 206216 w 5542597"/>
                <a:gd name="connsiteY1772" fmla="*/ 552926 h 1903571"/>
                <a:gd name="connsiteX1773" fmla="*/ 207645 w 5542597"/>
                <a:gd name="connsiteY1773" fmla="*/ 549116 h 1903571"/>
                <a:gd name="connsiteX1774" fmla="*/ 207645 w 5542597"/>
                <a:gd name="connsiteY1774" fmla="*/ 546259 h 1903571"/>
                <a:gd name="connsiteX1775" fmla="*/ 205264 w 5542597"/>
                <a:gd name="connsiteY1775" fmla="*/ 545306 h 1903571"/>
                <a:gd name="connsiteX1776" fmla="*/ 200501 w 5542597"/>
                <a:gd name="connsiteY1776" fmla="*/ 546259 h 1903571"/>
                <a:gd name="connsiteX1777" fmla="*/ 191452 w 5542597"/>
                <a:gd name="connsiteY1777" fmla="*/ 550069 h 1903571"/>
                <a:gd name="connsiteX1778" fmla="*/ 190024 w 5542597"/>
                <a:gd name="connsiteY1778" fmla="*/ 548640 h 1903571"/>
                <a:gd name="connsiteX1779" fmla="*/ 192881 w 5542597"/>
                <a:gd name="connsiteY1779" fmla="*/ 545306 h 1903571"/>
                <a:gd name="connsiteX1780" fmla="*/ 191928 w 5542597"/>
                <a:gd name="connsiteY1780" fmla="*/ 543878 h 1903571"/>
                <a:gd name="connsiteX1781" fmla="*/ 188119 w 5542597"/>
                <a:gd name="connsiteY1781" fmla="*/ 544354 h 1903571"/>
                <a:gd name="connsiteX1782" fmla="*/ 179546 w 5542597"/>
                <a:gd name="connsiteY1782" fmla="*/ 542449 h 1903571"/>
                <a:gd name="connsiteX1783" fmla="*/ 170974 w 5542597"/>
                <a:gd name="connsiteY1783" fmla="*/ 542925 h 1903571"/>
                <a:gd name="connsiteX1784" fmla="*/ 169069 w 5542597"/>
                <a:gd name="connsiteY1784" fmla="*/ 538639 h 1903571"/>
                <a:gd name="connsiteX1785" fmla="*/ 163353 w 5542597"/>
                <a:gd name="connsiteY1785" fmla="*/ 536258 h 1903571"/>
                <a:gd name="connsiteX1786" fmla="*/ 160972 w 5542597"/>
                <a:gd name="connsiteY1786" fmla="*/ 533876 h 1903571"/>
                <a:gd name="connsiteX1787" fmla="*/ 163830 w 5542597"/>
                <a:gd name="connsiteY1787" fmla="*/ 531495 h 1903571"/>
                <a:gd name="connsiteX1788" fmla="*/ 183832 w 5542597"/>
                <a:gd name="connsiteY1788" fmla="*/ 535781 h 1903571"/>
                <a:gd name="connsiteX1789" fmla="*/ 189071 w 5542597"/>
                <a:gd name="connsiteY1789" fmla="*/ 535781 h 1903571"/>
                <a:gd name="connsiteX1790" fmla="*/ 191928 w 5542597"/>
                <a:gd name="connsiteY1790" fmla="*/ 534353 h 1903571"/>
                <a:gd name="connsiteX1791" fmla="*/ 192405 w 5542597"/>
                <a:gd name="connsiteY1791" fmla="*/ 531495 h 1903571"/>
                <a:gd name="connsiteX1792" fmla="*/ 192405 w 5542597"/>
                <a:gd name="connsiteY1792" fmla="*/ 528638 h 1903571"/>
                <a:gd name="connsiteX1793" fmla="*/ 190024 w 5542597"/>
                <a:gd name="connsiteY1793" fmla="*/ 526733 h 1903571"/>
                <a:gd name="connsiteX1794" fmla="*/ 177165 w 5542597"/>
                <a:gd name="connsiteY1794" fmla="*/ 523399 h 1903571"/>
                <a:gd name="connsiteX1795" fmla="*/ 171450 w 5542597"/>
                <a:gd name="connsiteY1795" fmla="*/ 519589 h 1903571"/>
                <a:gd name="connsiteX1796" fmla="*/ 157639 w 5542597"/>
                <a:gd name="connsiteY1796" fmla="*/ 514350 h 1903571"/>
                <a:gd name="connsiteX1797" fmla="*/ 156686 w 5542597"/>
                <a:gd name="connsiteY1797" fmla="*/ 517208 h 1903571"/>
                <a:gd name="connsiteX1798" fmla="*/ 159068 w 5542597"/>
                <a:gd name="connsiteY1798" fmla="*/ 521494 h 1903571"/>
                <a:gd name="connsiteX1799" fmla="*/ 157639 w 5542597"/>
                <a:gd name="connsiteY1799" fmla="*/ 523399 h 1903571"/>
                <a:gd name="connsiteX1800" fmla="*/ 153828 w 5542597"/>
                <a:gd name="connsiteY1800" fmla="*/ 521970 h 1903571"/>
                <a:gd name="connsiteX1801" fmla="*/ 150971 w 5542597"/>
                <a:gd name="connsiteY1801" fmla="*/ 522923 h 1903571"/>
                <a:gd name="connsiteX1802" fmla="*/ 146685 w 5542597"/>
                <a:gd name="connsiteY1802" fmla="*/ 528638 h 1903571"/>
                <a:gd name="connsiteX1803" fmla="*/ 142399 w 5542597"/>
                <a:gd name="connsiteY1803" fmla="*/ 530066 h 1903571"/>
                <a:gd name="connsiteX1804" fmla="*/ 139541 w 5542597"/>
                <a:gd name="connsiteY1804" fmla="*/ 530543 h 1903571"/>
                <a:gd name="connsiteX1805" fmla="*/ 125730 w 5542597"/>
                <a:gd name="connsiteY1805" fmla="*/ 525780 h 1903571"/>
                <a:gd name="connsiteX1806" fmla="*/ 119539 w 5542597"/>
                <a:gd name="connsiteY1806" fmla="*/ 524828 h 1903571"/>
                <a:gd name="connsiteX1807" fmla="*/ 121444 w 5542597"/>
                <a:gd name="connsiteY1807" fmla="*/ 532924 h 1903571"/>
                <a:gd name="connsiteX1808" fmla="*/ 121444 w 5542597"/>
                <a:gd name="connsiteY1808" fmla="*/ 535305 h 1903571"/>
                <a:gd name="connsiteX1809" fmla="*/ 120491 w 5542597"/>
                <a:gd name="connsiteY1809" fmla="*/ 538163 h 1903571"/>
                <a:gd name="connsiteX1810" fmla="*/ 119063 w 5542597"/>
                <a:gd name="connsiteY1810" fmla="*/ 539591 h 1903571"/>
                <a:gd name="connsiteX1811" fmla="*/ 116681 w 5542597"/>
                <a:gd name="connsiteY1811" fmla="*/ 540068 h 1903571"/>
                <a:gd name="connsiteX1812" fmla="*/ 110966 w 5542597"/>
                <a:gd name="connsiteY1812" fmla="*/ 540068 h 1903571"/>
                <a:gd name="connsiteX1813" fmla="*/ 102870 w 5542597"/>
                <a:gd name="connsiteY1813" fmla="*/ 536734 h 1903571"/>
                <a:gd name="connsiteX1814" fmla="*/ 97631 w 5542597"/>
                <a:gd name="connsiteY1814" fmla="*/ 533876 h 1903571"/>
                <a:gd name="connsiteX1815" fmla="*/ 96202 w 5542597"/>
                <a:gd name="connsiteY1815" fmla="*/ 533876 h 1903571"/>
                <a:gd name="connsiteX1816" fmla="*/ 95250 w 5542597"/>
                <a:gd name="connsiteY1816" fmla="*/ 533876 h 1903571"/>
                <a:gd name="connsiteX1817" fmla="*/ 96678 w 5542597"/>
                <a:gd name="connsiteY1817" fmla="*/ 537210 h 1903571"/>
                <a:gd name="connsiteX1818" fmla="*/ 96202 w 5542597"/>
                <a:gd name="connsiteY1818" fmla="*/ 539115 h 1903571"/>
                <a:gd name="connsiteX1819" fmla="*/ 95250 w 5542597"/>
                <a:gd name="connsiteY1819" fmla="*/ 541973 h 1903571"/>
                <a:gd name="connsiteX1820" fmla="*/ 94297 w 5542597"/>
                <a:gd name="connsiteY1820" fmla="*/ 543878 h 1903571"/>
                <a:gd name="connsiteX1821" fmla="*/ 92869 w 5542597"/>
                <a:gd name="connsiteY1821" fmla="*/ 545783 h 1903571"/>
                <a:gd name="connsiteX1822" fmla="*/ 89535 w 5542597"/>
                <a:gd name="connsiteY1822" fmla="*/ 548164 h 1903571"/>
                <a:gd name="connsiteX1823" fmla="*/ 84296 w 5542597"/>
                <a:gd name="connsiteY1823" fmla="*/ 550069 h 1903571"/>
                <a:gd name="connsiteX1824" fmla="*/ 69056 w 5542597"/>
                <a:gd name="connsiteY1824" fmla="*/ 553879 h 1903571"/>
                <a:gd name="connsiteX1825" fmla="*/ 68103 w 5542597"/>
                <a:gd name="connsiteY1825" fmla="*/ 555784 h 1903571"/>
                <a:gd name="connsiteX1826" fmla="*/ 62865 w 5542597"/>
                <a:gd name="connsiteY1826" fmla="*/ 565785 h 1903571"/>
                <a:gd name="connsiteX1827" fmla="*/ 61913 w 5542597"/>
                <a:gd name="connsiteY1827" fmla="*/ 567690 h 1903571"/>
                <a:gd name="connsiteX1828" fmla="*/ 60007 w 5542597"/>
                <a:gd name="connsiteY1828" fmla="*/ 568643 h 1903571"/>
                <a:gd name="connsiteX1829" fmla="*/ 54769 w 5542597"/>
                <a:gd name="connsiteY1829" fmla="*/ 570548 h 1903571"/>
                <a:gd name="connsiteX1830" fmla="*/ 52388 w 5542597"/>
                <a:gd name="connsiteY1830" fmla="*/ 571024 h 1903571"/>
                <a:gd name="connsiteX1831" fmla="*/ 45244 w 5542597"/>
                <a:gd name="connsiteY1831" fmla="*/ 573881 h 1903571"/>
                <a:gd name="connsiteX1832" fmla="*/ 40957 w 5542597"/>
                <a:gd name="connsiteY1832" fmla="*/ 575786 h 1903571"/>
                <a:gd name="connsiteX1833" fmla="*/ 35719 w 5542597"/>
                <a:gd name="connsiteY1833" fmla="*/ 577215 h 1903571"/>
                <a:gd name="connsiteX1834" fmla="*/ 37147 w 5542597"/>
                <a:gd name="connsiteY1834" fmla="*/ 579120 h 1903571"/>
                <a:gd name="connsiteX1835" fmla="*/ 45720 w 5542597"/>
                <a:gd name="connsiteY1835" fmla="*/ 579596 h 1903571"/>
                <a:gd name="connsiteX1836" fmla="*/ 47149 w 5542597"/>
                <a:gd name="connsiteY1836" fmla="*/ 580073 h 1903571"/>
                <a:gd name="connsiteX1837" fmla="*/ 48101 w 5542597"/>
                <a:gd name="connsiteY1837" fmla="*/ 581025 h 1903571"/>
                <a:gd name="connsiteX1838" fmla="*/ 48101 w 5542597"/>
                <a:gd name="connsiteY1838" fmla="*/ 582930 h 1903571"/>
                <a:gd name="connsiteX1839" fmla="*/ 47625 w 5542597"/>
                <a:gd name="connsiteY1839" fmla="*/ 585311 h 1903571"/>
                <a:gd name="connsiteX1840" fmla="*/ 38100 w 5542597"/>
                <a:gd name="connsiteY1840" fmla="*/ 599123 h 1903571"/>
                <a:gd name="connsiteX1841" fmla="*/ 38100 w 5542597"/>
                <a:gd name="connsiteY1841" fmla="*/ 601980 h 1903571"/>
                <a:gd name="connsiteX1842" fmla="*/ 40957 w 5542597"/>
                <a:gd name="connsiteY1842" fmla="*/ 610076 h 1903571"/>
                <a:gd name="connsiteX1843" fmla="*/ 45244 w 5542597"/>
                <a:gd name="connsiteY1843" fmla="*/ 619601 h 1903571"/>
                <a:gd name="connsiteX1844" fmla="*/ 58102 w 5542597"/>
                <a:gd name="connsiteY1844" fmla="*/ 623411 h 1903571"/>
                <a:gd name="connsiteX1845" fmla="*/ 67627 w 5542597"/>
                <a:gd name="connsiteY1845" fmla="*/ 626745 h 1903571"/>
                <a:gd name="connsiteX1846" fmla="*/ 73819 w 5542597"/>
                <a:gd name="connsiteY1846" fmla="*/ 634365 h 1903571"/>
                <a:gd name="connsiteX1847" fmla="*/ 83820 w 5542597"/>
                <a:gd name="connsiteY1847" fmla="*/ 644843 h 1903571"/>
                <a:gd name="connsiteX1848" fmla="*/ 89059 w 5542597"/>
                <a:gd name="connsiteY1848" fmla="*/ 648653 h 1903571"/>
                <a:gd name="connsiteX1849" fmla="*/ 89535 w 5542597"/>
                <a:gd name="connsiteY1849" fmla="*/ 649605 h 1903571"/>
                <a:gd name="connsiteX1850" fmla="*/ 88106 w 5542597"/>
                <a:gd name="connsiteY1850" fmla="*/ 656749 h 1903571"/>
                <a:gd name="connsiteX1851" fmla="*/ 81439 w 5542597"/>
                <a:gd name="connsiteY1851" fmla="*/ 663416 h 1903571"/>
                <a:gd name="connsiteX1852" fmla="*/ 75247 w 5542597"/>
                <a:gd name="connsiteY1852" fmla="*/ 669608 h 1903571"/>
                <a:gd name="connsiteX1853" fmla="*/ 69056 w 5542597"/>
                <a:gd name="connsiteY1853" fmla="*/ 676751 h 1903571"/>
                <a:gd name="connsiteX1854" fmla="*/ 64294 w 5542597"/>
                <a:gd name="connsiteY1854" fmla="*/ 682466 h 1903571"/>
                <a:gd name="connsiteX1855" fmla="*/ 59055 w 5542597"/>
                <a:gd name="connsiteY1855" fmla="*/ 689610 h 1903571"/>
                <a:gd name="connsiteX1856" fmla="*/ 58102 w 5542597"/>
                <a:gd name="connsiteY1856" fmla="*/ 691991 h 1903571"/>
                <a:gd name="connsiteX1857" fmla="*/ 58102 w 5542597"/>
                <a:gd name="connsiteY1857" fmla="*/ 694373 h 1903571"/>
                <a:gd name="connsiteX1858" fmla="*/ 59055 w 5542597"/>
                <a:gd name="connsiteY1858" fmla="*/ 696754 h 1903571"/>
                <a:gd name="connsiteX1859" fmla="*/ 65722 w 5542597"/>
                <a:gd name="connsiteY1859" fmla="*/ 705326 h 1903571"/>
                <a:gd name="connsiteX1860" fmla="*/ 68580 w 5542597"/>
                <a:gd name="connsiteY1860" fmla="*/ 709613 h 1903571"/>
                <a:gd name="connsiteX1861" fmla="*/ 71438 w 5542597"/>
                <a:gd name="connsiteY1861" fmla="*/ 714851 h 1903571"/>
                <a:gd name="connsiteX1862" fmla="*/ 74295 w 5542597"/>
                <a:gd name="connsiteY1862" fmla="*/ 720090 h 1903571"/>
                <a:gd name="connsiteX1863" fmla="*/ 76200 w 5542597"/>
                <a:gd name="connsiteY1863" fmla="*/ 724376 h 1903571"/>
                <a:gd name="connsiteX1864" fmla="*/ 78581 w 5542597"/>
                <a:gd name="connsiteY1864" fmla="*/ 729139 h 1903571"/>
                <a:gd name="connsiteX1865" fmla="*/ 80486 w 5542597"/>
                <a:gd name="connsiteY1865" fmla="*/ 731520 h 1903571"/>
                <a:gd name="connsiteX1866" fmla="*/ 83344 w 5542597"/>
                <a:gd name="connsiteY1866" fmla="*/ 734854 h 1903571"/>
                <a:gd name="connsiteX1867" fmla="*/ 86677 w 5542597"/>
                <a:gd name="connsiteY1867" fmla="*/ 739616 h 1903571"/>
                <a:gd name="connsiteX1868" fmla="*/ 87630 w 5542597"/>
                <a:gd name="connsiteY1868" fmla="*/ 743426 h 1903571"/>
                <a:gd name="connsiteX1869" fmla="*/ 92869 w 5542597"/>
                <a:gd name="connsiteY1869" fmla="*/ 756285 h 1903571"/>
                <a:gd name="connsiteX1870" fmla="*/ 93345 w 5542597"/>
                <a:gd name="connsiteY1870" fmla="*/ 759619 h 1903571"/>
                <a:gd name="connsiteX1871" fmla="*/ 93345 w 5542597"/>
                <a:gd name="connsiteY1871" fmla="*/ 762476 h 1903571"/>
                <a:gd name="connsiteX1872" fmla="*/ 90964 w 5542597"/>
                <a:gd name="connsiteY1872" fmla="*/ 762953 h 1903571"/>
                <a:gd name="connsiteX1873" fmla="*/ 85725 w 5542597"/>
                <a:gd name="connsiteY1873" fmla="*/ 763429 h 1903571"/>
                <a:gd name="connsiteX1874" fmla="*/ 80486 w 5542597"/>
                <a:gd name="connsiteY1874" fmla="*/ 764857 h 1903571"/>
                <a:gd name="connsiteX1875" fmla="*/ 80010 w 5542597"/>
                <a:gd name="connsiteY1875" fmla="*/ 765334 h 1903571"/>
                <a:gd name="connsiteX1876" fmla="*/ 83820 w 5542597"/>
                <a:gd name="connsiteY1876" fmla="*/ 768668 h 1903571"/>
                <a:gd name="connsiteX1877" fmla="*/ 80486 w 5542597"/>
                <a:gd name="connsiteY1877" fmla="*/ 773906 h 1903571"/>
                <a:gd name="connsiteX1878" fmla="*/ 80010 w 5542597"/>
                <a:gd name="connsiteY1878" fmla="*/ 781526 h 1903571"/>
                <a:gd name="connsiteX1879" fmla="*/ 76676 w 5542597"/>
                <a:gd name="connsiteY1879" fmla="*/ 785336 h 1903571"/>
                <a:gd name="connsiteX1880" fmla="*/ 76676 w 5542597"/>
                <a:gd name="connsiteY1880" fmla="*/ 786289 h 1903571"/>
                <a:gd name="connsiteX1881" fmla="*/ 76676 w 5542597"/>
                <a:gd name="connsiteY1881" fmla="*/ 787241 h 1903571"/>
                <a:gd name="connsiteX1882" fmla="*/ 77152 w 5542597"/>
                <a:gd name="connsiteY1882" fmla="*/ 787718 h 1903571"/>
                <a:gd name="connsiteX1883" fmla="*/ 83344 w 5542597"/>
                <a:gd name="connsiteY1883" fmla="*/ 788670 h 1903571"/>
                <a:gd name="connsiteX1884" fmla="*/ 83820 w 5542597"/>
                <a:gd name="connsiteY1884" fmla="*/ 789623 h 1903571"/>
                <a:gd name="connsiteX1885" fmla="*/ 83820 w 5542597"/>
                <a:gd name="connsiteY1885" fmla="*/ 792004 h 1903571"/>
                <a:gd name="connsiteX1886" fmla="*/ 83344 w 5542597"/>
                <a:gd name="connsiteY1886" fmla="*/ 793909 h 1903571"/>
                <a:gd name="connsiteX1887" fmla="*/ 80486 w 5542597"/>
                <a:gd name="connsiteY1887" fmla="*/ 795814 h 1903571"/>
                <a:gd name="connsiteX1888" fmla="*/ 77152 w 5542597"/>
                <a:gd name="connsiteY1888" fmla="*/ 797719 h 1903571"/>
                <a:gd name="connsiteX1889" fmla="*/ 76200 w 5542597"/>
                <a:gd name="connsiteY1889" fmla="*/ 800100 h 1903571"/>
                <a:gd name="connsiteX1890" fmla="*/ 76200 w 5542597"/>
                <a:gd name="connsiteY1890" fmla="*/ 802005 h 1903571"/>
                <a:gd name="connsiteX1891" fmla="*/ 77628 w 5542597"/>
                <a:gd name="connsiteY1891" fmla="*/ 804863 h 1903571"/>
                <a:gd name="connsiteX1892" fmla="*/ 79534 w 5542597"/>
                <a:gd name="connsiteY1892" fmla="*/ 808673 h 1903571"/>
                <a:gd name="connsiteX1893" fmla="*/ 82391 w 5542597"/>
                <a:gd name="connsiteY1893" fmla="*/ 810578 h 1903571"/>
                <a:gd name="connsiteX1894" fmla="*/ 92393 w 5542597"/>
                <a:gd name="connsiteY1894" fmla="*/ 812959 h 1903571"/>
                <a:gd name="connsiteX1895" fmla="*/ 93821 w 5542597"/>
                <a:gd name="connsiteY1895" fmla="*/ 814864 h 1903571"/>
                <a:gd name="connsiteX1896" fmla="*/ 94297 w 5542597"/>
                <a:gd name="connsiteY1896" fmla="*/ 817245 h 1903571"/>
                <a:gd name="connsiteX1897" fmla="*/ 93821 w 5542597"/>
                <a:gd name="connsiteY1897" fmla="*/ 819626 h 1903571"/>
                <a:gd name="connsiteX1898" fmla="*/ 89535 w 5542597"/>
                <a:gd name="connsiteY1898" fmla="*/ 824389 h 1903571"/>
                <a:gd name="connsiteX1899" fmla="*/ 89535 w 5542597"/>
                <a:gd name="connsiteY1899" fmla="*/ 826294 h 1903571"/>
                <a:gd name="connsiteX1900" fmla="*/ 91440 w 5542597"/>
                <a:gd name="connsiteY1900" fmla="*/ 830580 h 1903571"/>
                <a:gd name="connsiteX1901" fmla="*/ 93345 w 5542597"/>
                <a:gd name="connsiteY1901" fmla="*/ 834866 h 1903571"/>
                <a:gd name="connsiteX1902" fmla="*/ 103346 w 5542597"/>
                <a:gd name="connsiteY1902" fmla="*/ 839153 h 1903571"/>
                <a:gd name="connsiteX1903" fmla="*/ 106680 w 5542597"/>
                <a:gd name="connsiteY1903" fmla="*/ 841534 h 1903571"/>
                <a:gd name="connsiteX1904" fmla="*/ 107156 w 5542597"/>
                <a:gd name="connsiteY1904" fmla="*/ 843915 h 1903571"/>
                <a:gd name="connsiteX1905" fmla="*/ 107632 w 5542597"/>
                <a:gd name="connsiteY1905" fmla="*/ 846773 h 1903571"/>
                <a:gd name="connsiteX1906" fmla="*/ 107632 w 5542597"/>
                <a:gd name="connsiteY1906" fmla="*/ 850106 h 1903571"/>
                <a:gd name="connsiteX1907" fmla="*/ 107156 w 5542597"/>
                <a:gd name="connsiteY1907" fmla="*/ 853440 h 1903571"/>
                <a:gd name="connsiteX1908" fmla="*/ 103822 w 5542597"/>
                <a:gd name="connsiteY1908" fmla="*/ 857250 h 1903571"/>
                <a:gd name="connsiteX1909" fmla="*/ 97155 w 5542597"/>
                <a:gd name="connsiteY1909" fmla="*/ 865346 h 1903571"/>
                <a:gd name="connsiteX1910" fmla="*/ 90011 w 5542597"/>
                <a:gd name="connsiteY1910" fmla="*/ 868204 h 1903571"/>
                <a:gd name="connsiteX1911" fmla="*/ 89535 w 5542597"/>
                <a:gd name="connsiteY1911" fmla="*/ 868680 h 1903571"/>
                <a:gd name="connsiteX1912" fmla="*/ 91916 w 5542597"/>
                <a:gd name="connsiteY1912" fmla="*/ 871061 h 1903571"/>
                <a:gd name="connsiteX1913" fmla="*/ 104299 w 5542597"/>
                <a:gd name="connsiteY1913" fmla="*/ 881063 h 1903571"/>
                <a:gd name="connsiteX1914" fmla="*/ 112395 w 5542597"/>
                <a:gd name="connsiteY1914" fmla="*/ 885825 h 1903571"/>
                <a:gd name="connsiteX1915" fmla="*/ 122872 w 5542597"/>
                <a:gd name="connsiteY1915" fmla="*/ 892016 h 1903571"/>
                <a:gd name="connsiteX1916" fmla="*/ 130016 w 5542597"/>
                <a:gd name="connsiteY1916" fmla="*/ 896779 h 1903571"/>
                <a:gd name="connsiteX1917" fmla="*/ 132397 w 5542597"/>
                <a:gd name="connsiteY1917" fmla="*/ 900589 h 1903571"/>
                <a:gd name="connsiteX1918" fmla="*/ 135255 w 5542597"/>
                <a:gd name="connsiteY1918" fmla="*/ 904399 h 1903571"/>
                <a:gd name="connsiteX1919" fmla="*/ 138589 w 5542597"/>
                <a:gd name="connsiteY1919" fmla="*/ 907732 h 1903571"/>
                <a:gd name="connsiteX1920" fmla="*/ 141446 w 5542597"/>
                <a:gd name="connsiteY1920" fmla="*/ 910590 h 1903571"/>
                <a:gd name="connsiteX1921" fmla="*/ 142399 w 5542597"/>
                <a:gd name="connsiteY1921" fmla="*/ 912019 h 1903571"/>
                <a:gd name="connsiteX1922" fmla="*/ 141922 w 5542597"/>
                <a:gd name="connsiteY1922" fmla="*/ 913924 h 1903571"/>
                <a:gd name="connsiteX1923" fmla="*/ 138589 w 5542597"/>
                <a:gd name="connsiteY1923" fmla="*/ 920115 h 1903571"/>
                <a:gd name="connsiteX1924" fmla="*/ 137160 w 5542597"/>
                <a:gd name="connsiteY1924" fmla="*/ 924401 h 1903571"/>
                <a:gd name="connsiteX1925" fmla="*/ 133826 w 5542597"/>
                <a:gd name="connsiteY1925" fmla="*/ 931069 h 1903571"/>
                <a:gd name="connsiteX1926" fmla="*/ 130493 w 5542597"/>
                <a:gd name="connsiteY1926" fmla="*/ 935355 h 1903571"/>
                <a:gd name="connsiteX1927" fmla="*/ 121920 w 5542597"/>
                <a:gd name="connsiteY1927" fmla="*/ 943928 h 1903571"/>
                <a:gd name="connsiteX1928" fmla="*/ 109061 w 5542597"/>
                <a:gd name="connsiteY1928" fmla="*/ 953929 h 1903571"/>
                <a:gd name="connsiteX1929" fmla="*/ 106203 w 5542597"/>
                <a:gd name="connsiteY1929" fmla="*/ 957263 h 1903571"/>
                <a:gd name="connsiteX1930" fmla="*/ 100489 w 5542597"/>
                <a:gd name="connsiteY1930" fmla="*/ 962501 h 1903571"/>
                <a:gd name="connsiteX1931" fmla="*/ 90011 w 5542597"/>
                <a:gd name="connsiteY1931" fmla="*/ 973455 h 1903571"/>
                <a:gd name="connsiteX1932" fmla="*/ 87630 w 5542597"/>
                <a:gd name="connsiteY1932" fmla="*/ 975836 h 1903571"/>
                <a:gd name="connsiteX1933" fmla="*/ 79534 w 5542597"/>
                <a:gd name="connsiteY1933" fmla="*/ 984409 h 1903571"/>
                <a:gd name="connsiteX1934" fmla="*/ 75724 w 5542597"/>
                <a:gd name="connsiteY1934" fmla="*/ 986790 h 1903571"/>
                <a:gd name="connsiteX1935" fmla="*/ 72390 w 5542597"/>
                <a:gd name="connsiteY1935" fmla="*/ 989648 h 1903571"/>
                <a:gd name="connsiteX1936" fmla="*/ 64294 w 5542597"/>
                <a:gd name="connsiteY1936" fmla="*/ 997744 h 1903571"/>
                <a:gd name="connsiteX1937" fmla="*/ 55721 w 5542597"/>
                <a:gd name="connsiteY1937" fmla="*/ 1003935 h 1903571"/>
                <a:gd name="connsiteX1938" fmla="*/ 47149 w 5542597"/>
                <a:gd name="connsiteY1938" fmla="*/ 1009174 h 1903571"/>
                <a:gd name="connsiteX1939" fmla="*/ 44291 w 5542597"/>
                <a:gd name="connsiteY1939" fmla="*/ 1012507 h 1903571"/>
                <a:gd name="connsiteX1940" fmla="*/ 40957 w 5542597"/>
                <a:gd name="connsiteY1940" fmla="*/ 1014413 h 1903571"/>
                <a:gd name="connsiteX1941" fmla="*/ 37147 w 5542597"/>
                <a:gd name="connsiteY1941" fmla="*/ 1016318 h 1903571"/>
                <a:gd name="connsiteX1942" fmla="*/ 35719 w 5542597"/>
                <a:gd name="connsiteY1942" fmla="*/ 1017746 h 1903571"/>
                <a:gd name="connsiteX1943" fmla="*/ 27146 w 5542597"/>
                <a:gd name="connsiteY1943" fmla="*/ 1025366 h 1903571"/>
                <a:gd name="connsiteX1944" fmla="*/ 14764 w 5542597"/>
                <a:gd name="connsiteY1944" fmla="*/ 1036320 h 1903571"/>
                <a:gd name="connsiteX1945" fmla="*/ 28099 w 5542597"/>
                <a:gd name="connsiteY1945" fmla="*/ 1034415 h 1903571"/>
                <a:gd name="connsiteX1946" fmla="*/ 39528 w 5542597"/>
                <a:gd name="connsiteY1946" fmla="*/ 1029176 h 1903571"/>
                <a:gd name="connsiteX1947" fmla="*/ 41434 w 5542597"/>
                <a:gd name="connsiteY1947" fmla="*/ 1030129 h 1903571"/>
                <a:gd name="connsiteX1948" fmla="*/ 43815 w 5542597"/>
                <a:gd name="connsiteY1948" fmla="*/ 1032510 h 1903571"/>
                <a:gd name="connsiteX1949" fmla="*/ 43815 w 5542597"/>
                <a:gd name="connsiteY1949" fmla="*/ 1035844 h 1903571"/>
                <a:gd name="connsiteX1950" fmla="*/ 42863 w 5542597"/>
                <a:gd name="connsiteY1950" fmla="*/ 1038225 h 1903571"/>
                <a:gd name="connsiteX1951" fmla="*/ 38576 w 5542597"/>
                <a:gd name="connsiteY1951" fmla="*/ 1035844 h 1903571"/>
                <a:gd name="connsiteX1952" fmla="*/ 39528 w 5542597"/>
                <a:gd name="connsiteY1952" fmla="*/ 1038701 h 1903571"/>
                <a:gd name="connsiteX1953" fmla="*/ 43815 w 5542597"/>
                <a:gd name="connsiteY1953" fmla="*/ 1044416 h 1903571"/>
                <a:gd name="connsiteX1954" fmla="*/ 49530 w 5542597"/>
                <a:gd name="connsiteY1954" fmla="*/ 1046798 h 1903571"/>
                <a:gd name="connsiteX1955" fmla="*/ 58102 w 5542597"/>
                <a:gd name="connsiteY1955" fmla="*/ 1053465 h 1903571"/>
                <a:gd name="connsiteX1956" fmla="*/ 68580 w 5542597"/>
                <a:gd name="connsiteY1956" fmla="*/ 1054418 h 1903571"/>
                <a:gd name="connsiteX1957" fmla="*/ 75247 w 5542597"/>
                <a:gd name="connsiteY1957" fmla="*/ 1052989 h 1903571"/>
                <a:gd name="connsiteX1958" fmla="*/ 80486 w 5542597"/>
                <a:gd name="connsiteY1958" fmla="*/ 1053465 h 1903571"/>
                <a:gd name="connsiteX1959" fmla="*/ 85725 w 5542597"/>
                <a:gd name="connsiteY1959" fmla="*/ 1057275 h 1903571"/>
                <a:gd name="connsiteX1960" fmla="*/ 89059 w 5542597"/>
                <a:gd name="connsiteY1960" fmla="*/ 1062038 h 1903571"/>
                <a:gd name="connsiteX1961" fmla="*/ 91916 w 5542597"/>
                <a:gd name="connsiteY1961" fmla="*/ 1062990 h 1903571"/>
                <a:gd name="connsiteX1962" fmla="*/ 95726 w 5542597"/>
                <a:gd name="connsiteY1962" fmla="*/ 1065371 h 1903571"/>
                <a:gd name="connsiteX1963" fmla="*/ 95250 w 5542597"/>
                <a:gd name="connsiteY1963" fmla="*/ 1068229 h 1903571"/>
                <a:gd name="connsiteX1964" fmla="*/ 94297 w 5542597"/>
                <a:gd name="connsiteY1964" fmla="*/ 1069658 h 1903571"/>
                <a:gd name="connsiteX1965" fmla="*/ 78581 w 5542597"/>
                <a:gd name="connsiteY1965" fmla="*/ 1065371 h 1903571"/>
                <a:gd name="connsiteX1966" fmla="*/ 60960 w 5542597"/>
                <a:gd name="connsiteY1966" fmla="*/ 1063466 h 1903571"/>
                <a:gd name="connsiteX1967" fmla="*/ 58578 w 5542597"/>
                <a:gd name="connsiteY1967" fmla="*/ 1065371 h 1903571"/>
                <a:gd name="connsiteX1968" fmla="*/ 56197 w 5542597"/>
                <a:gd name="connsiteY1968" fmla="*/ 1068229 h 1903571"/>
                <a:gd name="connsiteX1969" fmla="*/ 55245 w 5542597"/>
                <a:gd name="connsiteY1969" fmla="*/ 1070610 h 1903571"/>
                <a:gd name="connsiteX1970" fmla="*/ 54293 w 5542597"/>
                <a:gd name="connsiteY1970" fmla="*/ 1072039 h 1903571"/>
                <a:gd name="connsiteX1971" fmla="*/ 51435 w 5542597"/>
                <a:gd name="connsiteY1971" fmla="*/ 1072991 h 1903571"/>
                <a:gd name="connsiteX1972" fmla="*/ 47149 w 5542597"/>
                <a:gd name="connsiteY1972" fmla="*/ 1072991 h 1903571"/>
                <a:gd name="connsiteX1973" fmla="*/ 42386 w 5542597"/>
                <a:gd name="connsiteY1973" fmla="*/ 1072515 h 1903571"/>
                <a:gd name="connsiteX1974" fmla="*/ 39528 w 5542597"/>
                <a:gd name="connsiteY1974" fmla="*/ 1071086 h 1903571"/>
                <a:gd name="connsiteX1975" fmla="*/ 37147 w 5542597"/>
                <a:gd name="connsiteY1975" fmla="*/ 1072515 h 1903571"/>
                <a:gd name="connsiteX1976" fmla="*/ 36195 w 5542597"/>
                <a:gd name="connsiteY1976" fmla="*/ 1076801 h 1903571"/>
                <a:gd name="connsiteX1977" fmla="*/ 33338 w 5542597"/>
                <a:gd name="connsiteY1977" fmla="*/ 1078706 h 1903571"/>
                <a:gd name="connsiteX1978" fmla="*/ 29051 w 5542597"/>
                <a:gd name="connsiteY1978" fmla="*/ 1077278 h 1903571"/>
                <a:gd name="connsiteX1979" fmla="*/ 26194 w 5542597"/>
                <a:gd name="connsiteY1979" fmla="*/ 1073944 h 1903571"/>
                <a:gd name="connsiteX1980" fmla="*/ 23813 w 5542597"/>
                <a:gd name="connsiteY1980" fmla="*/ 1074420 h 1903571"/>
                <a:gd name="connsiteX1981" fmla="*/ 22384 w 5542597"/>
                <a:gd name="connsiteY1981" fmla="*/ 1077278 h 1903571"/>
                <a:gd name="connsiteX1982" fmla="*/ 23336 w 5542597"/>
                <a:gd name="connsiteY1982" fmla="*/ 1081088 h 1903571"/>
                <a:gd name="connsiteX1983" fmla="*/ 23813 w 5542597"/>
                <a:gd name="connsiteY1983" fmla="*/ 1085850 h 1903571"/>
                <a:gd name="connsiteX1984" fmla="*/ 22384 w 5542597"/>
                <a:gd name="connsiteY1984" fmla="*/ 1089184 h 1903571"/>
                <a:gd name="connsiteX1985" fmla="*/ 24289 w 5542597"/>
                <a:gd name="connsiteY1985" fmla="*/ 1091089 h 1903571"/>
                <a:gd name="connsiteX1986" fmla="*/ 26194 w 5542597"/>
                <a:gd name="connsiteY1986" fmla="*/ 1093470 h 1903571"/>
                <a:gd name="connsiteX1987" fmla="*/ 27146 w 5542597"/>
                <a:gd name="connsiteY1987" fmla="*/ 1094899 h 1903571"/>
                <a:gd name="connsiteX1988" fmla="*/ 26194 w 5542597"/>
                <a:gd name="connsiteY1988" fmla="*/ 1095851 h 1903571"/>
                <a:gd name="connsiteX1989" fmla="*/ 23813 w 5542597"/>
                <a:gd name="connsiteY1989" fmla="*/ 1096328 h 1903571"/>
                <a:gd name="connsiteX1990" fmla="*/ 23336 w 5542597"/>
                <a:gd name="connsiteY1990" fmla="*/ 1097280 h 1903571"/>
                <a:gd name="connsiteX1991" fmla="*/ 22384 w 5542597"/>
                <a:gd name="connsiteY1991" fmla="*/ 1098233 h 1903571"/>
                <a:gd name="connsiteX1992" fmla="*/ 19526 w 5542597"/>
                <a:gd name="connsiteY1992" fmla="*/ 1098709 h 1903571"/>
                <a:gd name="connsiteX1993" fmla="*/ 18574 w 5542597"/>
                <a:gd name="connsiteY1993" fmla="*/ 1099661 h 1903571"/>
                <a:gd name="connsiteX1994" fmla="*/ 16669 w 5542597"/>
                <a:gd name="connsiteY1994" fmla="*/ 1103948 h 1903571"/>
                <a:gd name="connsiteX1995" fmla="*/ 13811 w 5542597"/>
                <a:gd name="connsiteY1995" fmla="*/ 1111091 h 1903571"/>
                <a:gd name="connsiteX1996" fmla="*/ 10477 w 5542597"/>
                <a:gd name="connsiteY1996" fmla="*/ 1114425 h 1903571"/>
                <a:gd name="connsiteX1997" fmla="*/ 10953 w 5542597"/>
                <a:gd name="connsiteY1997" fmla="*/ 1114425 h 1903571"/>
                <a:gd name="connsiteX1998" fmla="*/ 13335 w 5542597"/>
                <a:gd name="connsiteY1998" fmla="*/ 1117759 h 1903571"/>
                <a:gd name="connsiteX1999" fmla="*/ 15716 w 5542597"/>
                <a:gd name="connsiteY1999" fmla="*/ 1134904 h 1903571"/>
                <a:gd name="connsiteX2000" fmla="*/ 15716 w 5542597"/>
                <a:gd name="connsiteY2000" fmla="*/ 1139190 h 1903571"/>
                <a:gd name="connsiteX2001" fmla="*/ 14764 w 5542597"/>
                <a:gd name="connsiteY2001" fmla="*/ 1141095 h 1903571"/>
                <a:gd name="connsiteX2002" fmla="*/ 13335 w 5542597"/>
                <a:gd name="connsiteY2002" fmla="*/ 1141571 h 1903571"/>
                <a:gd name="connsiteX2003" fmla="*/ 7620 w 5542597"/>
                <a:gd name="connsiteY2003" fmla="*/ 1147763 h 1903571"/>
                <a:gd name="connsiteX2004" fmla="*/ 7144 w 5542597"/>
                <a:gd name="connsiteY2004" fmla="*/ 1150144 h 1903571"/>
                <a:gd name="connsiteX2005" fmla="*/ 7144 w 5542597"/>
                <a:gd name="connsiteY2005" fmla="*/ 1152525 h 1903571"/>
                <a:gd name="connsiteX2006" fmla="*/ 8096 w 5542597"/>
                <a:gd name="connsiteY2006" fmla="*/ 1154430 h 1903571"/>
                <a:gd name="connsiteX2007" fmla="*/ 11906 w 5542597"/>
                <a:gd name="connsiteY2007" fmla="*/ 1154906 h 1903571"/>
                <a:gd name="connsiteX2008" fmla="*/ 17145 w 5542597"/>
                <a:gd name="connsiteY2008" fmla="*/ 1154430 h 1903571"/>
                <a:gd name="connsiteX2009" fmla="*/ 20955 w 5542597"/>
                <a:gd name="connsiteY2009" fmla="*/ 1156335 h 1903571"/>
                <a:gd name="connsiteX2010" fmla="*/ 25241 w 5542597"/>
                <a:gd name="connsiteY2010" fmla="*/ 1160621 h 1903571"/>
                <a:gd name="connsiteX2011" fmla="*/ 27146 w 5542597"/>
                <a:gd name="connsiteY2011" fmla="*/ 1163955 h 1903571"/>
                <a:gd name="connsiteX2012" fmla="*/ 27622 w 5542597"/>
                <a:gd name="connsiteY2012" fmla="*/ 1167289 h 1903571"/>
                <a:gd name="connsiteX2013" fmla="*/ 25241 w 5542597"/>
                <a:gd name="connsiteY2013" fmla="*/ 1169670 h 1903571"/>
                <a:gd name="connsiteX2014" fmla="*/ 21431 w 5542597"/>
                <a:gd name="connsiteY2014" fmla="*/ 1169194 h 1903571"/>
                <a:gd name="connsiteX2015" fmla="*/ 19050 w 5542597"/>
                <a:gd name="connsiteY2015" fmla="*/ 1167765 h 1903571"/>
                <a:gd name="connsiteX2016" fmla="*/ 17621 w 5542597"/>
                <a:gd name="connsiteY2016" fmla="*/ 1166813 h 1903571"/>
                <a:gd name="connsiteX2017" fmla="*/ 17621 w 5542597"/>
                <a:gd name="connsiteY2017" fmla="*/ 1165860 h 1903571"/>
                <a:gd name="connsiteX2018" fmla="*/ 15240 w 5542597"/>
                <a:gd name="connsiteY2018" fmla="*/ 1163479 h 1903571"/>
                <a:gd name="connsiteX2019" fmla="*/ 10953 w 5542597"/>
                <a:gd name="connsiteY2019" fmla="*/ 1162050 h 1903571"/>
                <a:gd name="connsiteX2020" fmla="*/ 9525 w 5542597"/>
                <a:gd name="connsiteY2020" fmla="*/ 1162050 h 1903571"/>
                <a:gd name="connsiteX2021" fmla="*/ 9525 w 5542597"/>
                <a:gd name="connsiteY2021" fmla="*/ 1162050 h 1903571"/>
                <a:gd name="connsiteX2022" fmla="*/ 10953 w 5542597"/>
                <a:gd name="connsiteY2022" fmla="*/ 1165860 h 1903571"/>
                <a:gd name="connsiteX2023" fmla="*/ 12382 w 5542597"/>
                <a:gd name="connsiteY2023" fmla="*/ 1167289 h 1903571"/>
                <a:gd name="connsiteX2024" fmla="*/ 13811 w 5542597"/>
                <a:gd name="connsiteY2024" fmla="*/ 1168718 h 1903571"/>
                <a:gd name="connsiteX2025" fmla="*/ 14288 w 5542597"/>
                <a:gd name="connsiteY2025" fmla="*/ 1169194 h 1903571"/>
                <a:gd name="connsiteX2026" fmla="*/ 14288 w 5542597"/>
                <a:gd name="connsiteY2026" fmla="*/ 1169670 h 1903571"/>
                <a:gd name="connsiteX2027" fmla="*/ 13335 w 5542597"/>
                <a:gd name="connsiteY2027" fmla="*/ 1170623 h 1903571"/>
                <a:gd name="connsiteX2028" fmla="*/ 6191 w 5542597"/>
                <a:gd name="connsiteY2028" fmla="*/ 1172528 h 1903571"/>
                <a:gd name="connsiteX2029" fmla="*/ 5239 w 5542597"/>
                <a:gd name="connsiteY2029" fmla="*/ 1174433 h 1903571"/>
                <a:gd name="connsiteX2030" fmla="*/ 4763 w 5542597"/>
                <a:gd name="connsiteY2030" fmla="*/ 1176338 h 1903571"/>
                <a:gd name="connsiteX2031" fmla="*/ 1428 w 5542597"/>
                <a:gd name="connsiteY2031" fmla="*/ 1179195 h 1903571"/>
                <a:gd name="connsiteX2032" fmla="*/ 476 w 5542597"/>
                <a:gd name="connsiteY2032" fmla="*/ 1181576 h 1903571"/>
                <a:gd name="connsiteX2033" fmla="*/ 0 w 5542597"/>
                <a:gd name="connsiteY2033" fmla="*/ 1184910 h 1903571"/>
                <a:gd name="connsiteX2034" fmla="*/ 0 w 5542597"/>
                <a:gd name="connsiteY2034" fmla="*/ 1185863 h 1903571"/>
                <a:gd name="connsiteX2035" fmla="*/ 3810 w 5542597"/>
                <a:gd name="connsiteY2035" fmla="*/ 1186339 h 1903571"/>
                <a:gd name="connsiteX2036" fmla="*/ 5239 w 5542597"/>
                <a:gd name="connsiteY2036" fmla="*/ 1186815 h 1903571"/>
                <a:gd name="connsiteX2037" fmla="*/ 6191 w 5542597"/>
                <a:gd name="connsiteY2037" fmla="*/ 1190625 h 1903571"/>
                <a:gd name="connsiteX2038" fmla="*/ 10953 w 5542597"/>
                <a:gd name="connsiteY2038" fmla="*/ 1193483 h 1903571"/>
                <a:gd name="connsiteX2039" fmla="*/ 14764 w 5542597"/>
                <a:gd name="connsiteY2039" fmla="*/ 1196340 h 1903571"/>
                <a:gd name="connsiteX2040" fmla="*/ 16193 w 5542597"/>
                <a:gd name="connsiteY2040" fmla="*/ 1197293 h 1903571"/>
                <a:gd name="connsiteX2041" fmla="*/ 16193 w 5542597"/>
                <a:gd name="connsiteY2041" fmla="*/ 1199674 h 1903571"/>
                <a:gd name="connsiteX2042" fmla="*/ 16193 w 5542597"/>
                <a:gd name="connsiteY2042" fmla="*/ 1202055 h 1903571"/>
                <a:gd name="connsiteX2043" fmla="*/ 15716 w 5542597"/>
                <a:gd name="connsiteY2043" fmla="*/ 1203484 h 1903571"/>
                <a:gd name="connsiteX2044" fmla="*/ 13811 w 5542597"/>
                <a:gd name="connsiteY2044" fmla="*/ 1204913 h 1903571"/>
                <a:gd name="connsiteX2045" fmla="*/ 12382 w 5542597"/>
                <a:gd name="connsiteY2045" fmla="*/ 1208723 h 1903571"/>
                <a:gd name="connsiteX2046" fmla="*/ 11906 w 5542597"/>
                <a:gd name="connsiteY2046" fmla="*/ 1212533 h 1903571"/>
                <a:gd name="connsiteX2047" fmla="*/ 9525 w 5542597"/>
                <a:gd name="connsiteY2047" fmla="*/ 1219200 h 1903571"/>
                <a:gd name="connsiteX2048" fmla="*/ 10001 w 5542597"/>
                <a:gd name="connsiteY2048" fmla="*/ 1219200 h 1903571"/>
                <a:gd name="connsiteX2049" fmla="*/ 15240 w 5542597"/>
                <a:gd name="connsiteY2049" fmla="*/ 1217771 h 1903571"/>
                <a:gd name="connsiteX2050" fmla="*/ 16669 w 5542597"/>
                <a:gd name="connsiteY2050" fmla="*/ 1218724 h 1903571"/>
                <a:gd name="connsiteX2051" fmla="*/ 17621 w 5542597"/>
                <a:gd name="connsiteY2051" fmla="*/ 1220153 h 1903571"/>
                <a:gd name="connsiteX2052" fmla="*/ 18097 w 5542597"/>
                <a:gd name="connsiteY2052" fmla="*/ 1223963 h 1903571"/>
                <a:gd name="connsiteX2053" fmla="*/ 20002 w 5542597"/>
                <a:gd name="connsiteY2053" fmla="*/ 1225868 h 1903571"/>
                <a:gd name="connsiteX2054" fmla="*/ 21431 w 5542597"/>
                <a:gd name="connsiteY2054" fmla="*/ 1228725 h 1903571"/>
                <a:gd name="connsiteX2055" fmla="*/ 21907 w 5542597"/>
                <a:gd name="connsiteY2055" fmla="*/ 1230630 h 1903571"/>
                <a:gd name="connsiteX2056" fmla="*/ 25241 w 5542597"/>
                <a:gd name="connsiteY2056" fmla="*/ 1233488 h 1903571"/>
                <a:gd name="connsiteX2057" fmla="*/ 25718 w 5542597"/>
                <a:gd name="connsiteY2057" fmla="*/ 1234916 h 1903571"/>
                <a:gd name="connsiteX2058" fmla="*/ 27622 w 5542597"/>
                <a:gd name="connsiteY2058" fmla="*/ 1241108 h 1903571"/>
                <a:gd name="connsiteX2059" fmla="*/ 28575 w 5542597"/>
                <a:gd name="connsiteY2059" fmla="*/ 1244441 h 1903571"/>
                <a:gd name="connsiteX2060" fmla="*/ 28575 w 5542597"/>
                <a:gd name="connsiteY2060" fmla="*/ 1246823 h 1903571"/>
                <a:gd name="connsiteX2061" fmla="*/ 27622 w 5542597"/>
                <a:gd name="connsiteY2061" fmla="*/ 1250633 h 1903571"/>
                <a:gd name="connsiteX2062" fmla="*/ 26670 w 5542597"/>
                <a:gd name="connsiteY2062" fmla="*/ 1252538 h 1903571"/>
                <a:gd name="connsiteX2063" fmla="*/ 31432 w 5542597"/>
                <a:gd name="connsiteY2063" fmla="*/ 1256824 h 1903571"/>
                <a:gd name="connsiteX2064" fmla="*/ 32385 w 5542597"/>
                <a:gd name="connsiteY2064" fmla="*/ 1256824 h 1903571"/>
                <a:gd name="connsiteX2065" fmla="*/ 35243 w 5542597"/>
                <a:gd name="connsiteY2065" fmla="*/ 1255395 h 1903571"/>
                <a:gd name="connsiteX2066" fmla="*/ 35719 w 5542597"/>
                <a:gd name="connsiteY2066" fmla="*/ 1255395 h 1903571"/>
                <a:gd name="connsiteX2067" fmla="*/ 40957 w 5542597"/>
                <a:gd name="connsiteY2067" fmla="*/ 1254919 h 1903571"/>
                <a:gd name="connsiteX2068" fmla="*/ 43339 w 5542597"/>
                <a:gd name="connsiteY2068" fmla="*/ 1256348 h 1903571"/>
                <a:gd name="connsiteX2069" fmla="*/ 45244 w 5542597"/>
                <a:gd name="connsiteY2069" fmla="*/ 1259205 h 1903571"/>
                <a:gd name="connsiteX2070" fmla="*/ 47149 w 5542597"/>
                <a:gd name="connsiteY2070" fmla="*/ 1261586 h 1903571"/>
                <a:gd name="connsiteX2071" fmla="*/ 49053 w 5542597"/>
                <a:gd name="connsiteY2071" fmla="*/ 1262063 h 1903571"/>
                <a:gd name="connsiteX2072" fmla="*/ 54293 w 5542597"/>
                <a:gd name="connsiteY2072" fmla="*/ 1259205 h 1903571"/>
                <a:gd name="connsiteX2073" fmla="*/ 57150 w 5542597"/>
                <a:gd name="connsiteY2073" fmla="*/ 1258253 h 1903571"/>
                <a:gd name="connsiteX2074" fmla="*/ 59055 w 5542597"/>
                <a:gd name="connsiteY2074" fmla="*/ 1258253 h 1903571"/>
                <a:gd name="connsiteX2075" fmla="*/ 65722 w 5542597"/>
                <a:gd name="connsiteY2075" fmla="*/ 1261110 h 1903571"/>
                <a:gd name="connsiteX2076" fmla="*/ 68580 w 5542597"/>
                <a:gd name="connsiteY2076" fmla="*/ 1262539 h 1903571"/>
                <a:gd name="connsiteX2077" fmla="*/ 69532 w 5542597"/>
                <a:gd name="connsiteY2077" fmla="*/ 1263491 h 1903571"/>
                <a:gd name="connsiteX2078" fmla="*/ 69532 w 5542597"/>
                <a:gd name="connsiteY2078" fmla="*/ 1264920 h 1903571"/>
                <a:gd name="connsiteX2079" fmla="*/ 68580 w 5542597"/>
                <a:gd name="connsiteY2079" fmla="*/ 1267301 h 1903571"/>
                <a:gd name="connsiteX2080" fmla="*/ 68103 w 5542597"/>
                <a:gd name="connsiteY2080" fmla="*/ 1269683 h 1903571"/>
                <a:gd name="connsiteX2081" fmla="*/ 70009 w 5542597"/>
                <a:gd name="connsiteY2081" fmla="*/ 1272540 h 1903571"/>
                <a:gd name="connsiteX2082" fmla="*/ 72390 w 5542597"/>
                <a:gd name="connsiteY2082" fmla="*/ 1274445 h 1903571"/>
                <a:gd name="connsiteX2083" fmla="*/ 77152 w 5542597"/>
                <a:gd name="connsiteY2083" fmla="*/ 1271111 h 1903571"/>
                <a:gd name="connsiteX2084" fmla="*/ 79057 w 5542597"/>
                <a:gd name="connsiteY2084" fmla="*/ 1270635 h 1903571"/>
                <a:gd name="connsiteX2085" fmla="*/ 80963 w 5542597"/>
                <a:gd name="connsiteY2085" fmla="*/ 1270159 h 1903571"/>
                <a:gd name="connsiteX2086" fmla="*/ 83820 w 5542597"/>
                <a:gd name="connsiteY2086" fmla="*/ 1269206 h 1903571"/>
                <a:gd name="connsiteX2087" fmla="*/ 85725 w 5542597"/>
                <a:gd name="connsiteY2087" fmla="*/ 1267301 h 1903571"/>
                <a:gd name="connsiteX2088" fmla="*/ 87630 w 5542597"/>
                <a:gd name="connsiteY2088" fmla="*/ 1266825 h 1903571"/>
                <a:gd name="connsiteX2089" fmla="*/ 91440 w 5542597"/>
                <a:gd name="connsiteY2089" fmla="*/ 1267301 h 1903571"/>
                <a:gd name="connsiteX2090" fmla="*/ 97631 w 5542597"/>
                <a:gd name="connsiteY2090" fmla="*/ 1266825 h 1903571"/>
                <a:gd name="connsiteX2091" fmla="*/ 105251 w 5542597"/>
                <a:gd name="connsiteY2091" fmla="*/ 1269683 h 1903571"/>
                <a:gd name="connsiteX2092" fmla="*/ 106203 w 5542597"/>
                <a:gd name="connsiteY2092" fmla="*/ 1270635 h 1903571"/>
                <a:gd name="connsiteX2093" fmla="*/ 110014 w 5542597"/>
                <a:gd name="connsiteY2093" fmla="*/ 1273493 h 1903571"/>
                <a:gd name="connsiteX2094" fmla="*/ 110966 w 5542597"/>
                <a:gd name="connsiteY2094" fmla="*/ 1275398 h 1903571"/>
                <a:gd name="connsiteX2095" fmla="*/ 112395 w 5542597"/>
                <a:gd name="connsiteY2095" fmla="*/ 1275874 h 1903571"/>
                <a:gd name="connsiteX2096" fmla="*/ 114300 w 5542597"/>
                <a:gd name="connsiteY2096" fmla="*/ 1277303 h 1903571"/>
                <a:gd name="connsiteX2097" fmla="*/ 117157 w 5542597"/>
                <a:gd name="connsiteY2097" fmla="*/ 1278255 h 1903571"/>
                <a:gd name="connsiteX2098" fmla="*/ 119063 w 5542597"/>
                <a:gd name="connsiteY2098" fmla="*/ 1278255 h 1903571"/>
                <a:gd name="connsiteX2099" fmla="*/ 120015 w 5542597"/>
                <a:gd name="connsiteY2099" fmla="*/ 1278731 h 1903571"/>
                <a:gd name="connsiteX2100" fmla="*/ 120968 w 5542597"/>
                <a:gd name="connsiteY2100" fmla="*/ 1279684 h 1903571"/>
                <a:gd name="connsiteX2101" fmla="*/ 120968 w 5542597"/>
                <a:gd name="connsiteY2101" fmla="*/ 1282065 h 1903571"/>
                <a:gd name="connsiteX2102" fmla="*/ 120491 w 5542597"/>
                <a:gd name="connsiteY2102" fmla="*/ 1288256 h 1903571"/>
                <a:gd name="connsiteX2103" fmla="*/ 119063 w 5542597"/>
                <a:gd name="connsiteY2103" fmla="*/ 1289685 h 1903571"/>
                <a:gd name="connsiteX2104" fmla="*/ 117634 w 5542597"/>
                <a:gd name="connsiteY2104" fmla="*/ 1291114 h 1903571"/>
                <a:gd name="connsiteX2105" fmla="*/ 117634 w 5542597"/>
                <a:gd name="connsiteY2105" fmla="*/ 1292543 h 1903571"/>
                <a:gd name="connsiteX2106" fmla="*/ 117634 w 5542597"/>
                <a:gd name="connsiteY2106" fmla="*/ 1293495 h 1903571"/>
                <a:gd name="connsiteX2107" fmla="*/ 119539 w 5542597"/>
                <a:gd name="connsiteY2107" fmla="*/ 1296353 h 1903571"/>
                <a:gd name="connsiteX2108" fmla="*/ 122396 w 5542597"/>
                <a:gd name="connsiteY2108" fmla="*/ 1300163 h 1903571"/>
                <a:gd name="connsiteX2109" fmla="*/ 123349 w 5542597"/>
                <a:gd name="connsiteY2109" fmla="*/ 1302544 h 1903571"/>
                <a:gd name="connsiteX2110" fmla="*/ 123349 w 5542597"/>
                <a:gd name="connsiteY2110" fmla="*/ 1304449 h 1903571"/>
                <a:gd name="connsiteX2111" fmla="*/ 119539 w 5542597"/>
                <a:gd name="connsiteY2111" fmla="*/ 1309688 h 1903571"/>
                <a:gd name="connsiteX2112" fmla="*/ 118110 w 5542597"/>
                <a:gd name="connsiteY2112" fmla="*/ 1310640 h 1903571"/>
                <a:gd name="connsiteX2113" fmla="*/ 117157 w 5542597"/>
                <a:gd name="connsiteY2113" fmla="*/ 1313498 h 1903571"/>
                <a:gd name="connsiteX2114" fmla="*/ 116681 w 5542597"/>
                <a:gd name="connsiteY2114" fmla="*/ 1315879 h 1903571"/>
                <a:gd name="connsiteX2115" fmla="*/ 117157 w 5542597"/>
                <a:gd name="connsiteY2115" fmla="*/ 1316831 h 1903571"/>
                <a:gd name="connsiteX2116" fmla="*/ 123349 w 5542597"/>
                <a:gd name="connsiteY2116" fmla="*/ 1321118 h 1903571"/>
                <a:gd name="connsiteX2117" fmla="*/ 128111 w 5542597"/>
                <a:gd name="connsiteY2117" fmla="*/ 1323023 h 1903571"/>
                <a:gd name="connsiteX2118" fmla="*/ 129064 w 5542597"/>
                <a:gd name="connsiteY2118" fmla="*/ 1324451 h 1903571"/>
                <a:gd name="connsiteX2119" fmla="*/ 129064 w 5542597"/>
                <a:gd name="connsiteY2119" fmla="*/ 1324928 h 1903571"/>
                <a:gd name="connsiteX2120" fmla="*/ 126682 w 5542597"/>
                <a:gd name="connsiteY2120" fmla="*/ 1329214 h 1903571"/>
                <a:gd name="connsiteX2121" fmla="*/ 126682 w 5542597"/>
                <a:gd name="connsiteY2121" fmla="*/ 1330643 h 1903571"/>
                <a:gd name="connsiteX2122" fmla="*/ 130016 w 5542597"/>
                <a:gd name="connsiteY2122" fmla="*/ 1332548 h 1903571"/>
                <a:gd name="connsiteX2123" fmla="*/ 132397 w 5542597"/>
                <a:gd name="connsiteY2123" fmla="*/ 1335405 h 1903571"/>
                <a:gd name="connsiteX2124" fmla="*/ 134302 w 5542597"/>
                <a:gd name="connsiteY2124" fmla="*/ 1339691 h 1903571"/>
                <a:gd name="connsiteX2125" fmla="*/ 137636 w 5542597"/>
                <a:gd name="connsiteY2125" fmla="*/ 1344454 h 1903571"/>
                <a:gd name="connsiteX2126" fmla="*/ 145256 w 5542597"/>
                <a:gd name="connsiteY2126" fmla="*/ 1348264 h 1903571"/>
                <a:gd name="connsiteX2127" fmla="*/ 150971 w 5542597"/>
                <a:gd name="connsiteY2127" fmla="*/ 1350645 h 1903571"/>
                <a:gd name="connsiteX2128" fmla="*/ 151924 w 5542597"/>
                <a:gd name="connsiteY2128" fmla="*/ 1352074 h 1903571"/>
                <a:gd name="connsiteX2129" fmla="*/ 152400 w 5542597"/>
                <a:gd name="connsiteY2129" fmla="*/ 1353503 h 1903571"/>
                <a:gd name="connsiteX2130" fmla="*/ 151924 w 5542597"/>
                <a:gd name="connsiteY2130" fmla="*/ 1356360 h 1903571"/>
                <a:gd name="connsiteX2131" fmla="*/ 150495 w 5542597"/>
                <a:gd name="connsiteY2131" fmla="*/ 1360170 h 1903571"/>
                <a:gd name="connsiteX2132" fmla="*/ 149543 w 5542597"/>
                <a:gd name="connsiteY2132" fmla="*/ 1362075 h 1903571"/>
                <a:gd name="connsiteX2133" fmla="*/ 151924 w 5542597"/>
                <a:gd name="connsiteY2133" fmla="*/ 1363028 h 1903571"/>
                <a:gd name="connsiteX2134" fmla="*/ 157639 w 5542597"/>
                <a:gd name="connsiteY2134" fmla="*/ 1363028 h 1903571"/>
                <a:gd name="connsiteX2135" fmla="*/ 164782 w 5542597"/>
                <a:gd name="connsiteY2135" fmla="*/ 1363504 h 1903571"/>
                <a:gd name="connsiteX2136" fmla="*/ 173355 w 5542597"/>
                <a:gd name="connsiteY2136" fmla="*/ 1367790 h 1903571"/>
                <a:gd name="connsiteX2137" fmla="*/ 173355 w 5542597"/>
                <a:gd name="connsiteY2137" fmla="*/ 1369219 h 1903571"/>
                <a:gd name="connsiteX2138" fmla="*/ 172402 w 5542597"/>
                <a:gd name="connsiteY2138" fmla="*/ 1371124 h 1903571"/>
                <a:gd name="connsiteX2139" fmla="*/ 172878 w 5542597"/>
                <a:gd name="connsiteY2139" fmla="*/ 1373029 h 1903571"/>
                <a:gd name="connsiteX2140" fmla="*/ 173831 w 5542597"/>
                <a:gd name="connsiteY2140" fmla="*/ 1374458 h 1903571"/>
                <a:gd name="connsiteX2141" fmla="*/ 181451 w 5542597"/>
                <a:gd name="connsiteY2141" fmla="*/ 1378744 h 1903571"/>
                <a:gd name="connsiteX2142" fmla="*/ 181927 w 5542597"/>
                <a:gd name="connsiteY2142" fmla="*/ 1380173 h 1903571"/>
                <a:gd name="connsiteX2143" fmla="*/ 181927 w 5542597"/>
                <a:gd name="connsiteY2143" fmla="*/ 1382554 h 1903571"/>
                <a:gd name="connsiteX2144" fmla="*/ 181927 w 5542597"/>
                <a:gd name="connsiteY2144" fmla="*/ 1383983 h 1903571"/>
                <a:gd name="connsiteX2145" fmla="*/ 180022 w 5542597"/>
                <a:gd name="connsiteY2145" fmla="*/ 1384459 h 1903571"/>
                <a:gd name="connsiteX2146" fmla="*/ 177641 w 5542597"/>
                <a:gd name="connsiteY2146" fmla="*/ 1384935 h 1903571"/>
                <a:gd name="connsiteX2147" fmla="*/ 173831 w 5542597"/>
                <a:gd name="connsiteY2147" fmla="*/ 1386840 h 1903571"/>
                <a:gd name="connsiteX2148" fmla="*/ 172402 w 5542597"/>
                <a:gd name="connsiteY2148" fmla="*/ 1389698 h 1903571"/>
                <a:gd name="connsiteX2149" fmla="*/ 166688 w 5542597"/>
                <a:gd name="connsiteY2149" fmla="*/ 1393508 h 1903571"/>
                <a:gd name="connsiteX2150" fmla="*/ 162877 w 5542597"/>
                <a:gd name="connsiteY2150" fmla="*/ 1395413 h 1903571"/>
                <a:gd name="connsiteX2151" fmla="*/ 160020 w 5542597"/>
                <a:gd name="connsiteY2151" fmla="*/ 1395413 h 1903571"/>
                <a:gd name="connsiteX2152" fmla="*/ 152876 w 5542597"/>
                <a:gd name="connsiteY2152" fmla="*/ 1394460 h 1903571"/>
                <a:gd name="connsiteX2153" fmla="*/ 150495 w 5542597"/>
                <a:gd name="connsiteY2153" fmla="*/ 1392555 h 1903571"/>
                <a:gd name="connsiteX2154" fmla="*/ 149543 w 5542597"/>
                <a:gd name="connsiteY2154" fmla="*/ 1391126 h 1903571"/>
                <a:gd name="connsiteX2155" fmla="*/ 146685 w 5542597"/>
                <a:gd name="connsiteY2155" fmla="*/ 1390174 h 1903571"/>
                <a:gd name="connsiteX2156" fmla="*/ 142875 w 5542597"/>
                <a:gd name="connsiteY2156" fmla="*/ 1390174 h 1903571"/>
                <a:gd name="connsiteX2157" fmla="*/ 138113 w 5542597"/>
                <a:gd name="connsiteY2157" fmla="*/ 1390650 h 1903571"/>
                <a:gd name="connsiteX2158" fmla="*/ 137160 w 5542597"/>
                <a:gd name="connsiteY2158" fmla="*/ 1391126 h 1903571"/>
                <a:gd name="connsiteX2159" fmla="*/ 136207 w 5542597"/>
                <a:gd name="connsiteY2159" fmla="*/ 1393031 h 1903571"/>
                <a:gd name="connsiteX2160" fmla="*/ 134302 w 5542597"/>
                <a:gd name="connsiteY2160" fmla="*/ 1396841 h 1903571"/>
                <a:gd name="connsiteX2161" fmla="*/ 132874 w 5542597"/>
                <a:gd name="connsiteY2161" fmla="*/ 1398746 h 1903571"/>
                <a:gd name="connsiteX2162" fmla="*/ 133826 w 5542597"/>
                <a:gd name="connsiteY2162" fmla="*/ 1399699 h 1903571"/>
                <a:gd name="connsiteX2163" fmla="*/ 135731 w 5542597"/>
                <a:gd name="connsiteY2163" fmla="*/ 1402556 h 1903571"/>
                <a:gd name="connsiteX2164" fmla="*/ 139065 w 5542597"/>
                <a:gd name="connsiteY2164" fmla="*/ 1405890 h 1903571"/>
                <a:gd name="connsiteX2165" fmla="*/ 141922 w 5542597"/>
                <a:gd name="connsiteY2165" fmla="*/ 1408748 h 1903571"/>
                <a:gd name="connsiteX2166" fmla="*/ 143351 w 5542597"/>
                <a:gd name="connsiteY2166" fmla="*/ 1410653 h 1903571"/>
                <a:gd name="connsiteX2167" fmla="*/ 142875 w 5542597"/>
                <a:gd name="connsiteY2167" fmla="*/ 1411605 h 1903571"/>
                <a:gd name="connsiteX2168" fmla="*/ 141446 w 5542597"/>
                <a:gd name="connsiteY2168" fmla="*/ 1413034 h 1903571"/>
                <a:gd name="connsiteX2169" fmla="*/ 141922 w 5542597"/>
                <a:gd name="connsiteY2169" fmla="*/ 1416368 h 1903571"/>
                <a:gd name="connsiteX2170" fmla="*/ 144780 w 5542597"/>
                <a:gd name="connsiteY2170" fmla="*/ 1420178 h 1903571"/>
                <a:gd name="connsiteX2171" fmla="*/ 143827 w 5542597"/>
                <a:gd name="connsiteY2171" fmla="*/ 1420654 h 1903571"/>
                <a:gd name="connsiteX2172" fmla="*/ 143351 w 5542597"/>
                <a:gd name="connsiteY2172" fmla="*/ 1425416 h 1903571"/>
                <a:gd name="connsiteX2173" fmla="*/ 143351 w 5542597"/>
                <a:gd name="connsiteY2173" fmla="*/ 1430655 h 1903571"/>
                <a:gd name="connsiteX2174" fmla="*/ 144303 w 5542597"/>
                <a:gd name="connsiteY2174" fmla="*/ 1432084 h 1903571"/>
                <a:gd name="connsiteX2175" fmla="*/ 146209 w 5542597"/>
                <a:gd name="connsiteY2175" fmla="*/ 1433036 h 1903571"/>
                <a:gd name="connsiteX2176" fmla="*/ 147638 w 5542597"/>
                <a:gd name="connsiteY2176" fmla="*/ 1434941 h 1903571"/>
                <a:gd name="connsiteX2177" fmla="*/ 149543 w 5542597"/>
                <a:gd name="connsiteY2177" fmla="*/ 1439228 h 1903571"/>
                <a:gd name="connsiteX2178" fmla="*/ 150019 w 5542597"/>
                <a:gd name="connsiteY2178" fmla="*/ 1440180 h 1903571"/>
                <a:gd name="connsiteX2179" fmla="*/ 150495 w 5542597"/>
                <a:gd name="connsiteY2179" fmla="*/ 1440180 h 1903571"/>
                <a:gd name="connsiteX2180" fmla="*/ 153828 w 5542597"/>
                <a:gd name="connsiteY2180" fmla="*/ 1441609 h 1903571"/>
                <a:gd name="connsiteX2181" fmla="*/ 157163 w 5542597"/>
                <a:gd name="connsiteY2181" fmla="*/ 1442561 h 1903571"/>
                <a:gd name="connsiteX2182" fmla="*/ 159544 w 5542597"/>
                <a:gd name="connsiteY2182" fmla="*/ 1443038 h 1903571"/>
                <a:gd name="connsiteX2183" fmla="*/ 161925 w 5542597"/>
                <a:gd name="connsiteY2183" fmla="*/ 1442561 h 1903571"/>
                <a:gd name="connsiteX2184" fmla="*/ 165259 w 5542597"/>
                <a:gd name="connsiteY2184" fmla="*/ 1441133 h 1903571"/>
                <a:gd name="connsiteX2185" fmla="*/ 167640 w 5542597"/>
                <a:gd name="connsiteY2185" fmla="*/ 1439704 h 1903571"/>
                <a:gd name="connsiteX2186" fmla="*/ 170497 w 5542597"/>
                <a:gd name="connsiteY2186" fmla="*/ 1432560 h 1903571"/>
                <a:gd name="connsiteX2187" fmla="*/ 171450 w 5542597"/>
                <a:gd name="connsiteY2187" fmla="*/ 1431608 h 1903571"/>
                <a:gd name="connsiteX2188" fmla="*/ 172878 w 5542597"/>
                <a:gd name="connsiteY2188" fmla="*/ 1431131 h 1903571"/>
                <a:gd name="connsiteX2189" fmla="*/ 175260 w 5542597"/>
                <a:gd name="connsiteY2189" fmla="*/ 1431131 h 1903571"/>
                <a:gd name="connsiteX2190" fmla="*/ 180022 w 5542597"/>
                <a:gd name="connsiteY2190" fmla="*/ 1432084 h 1903571"/>
                <a:gd name="connsiteX2191" fmla="*/ 185261 w 5542597"/>
                <a:gd name="connsiteY2191" fmla="*/ 1433513 h 1903571"/>
                <a:gd name="connsiteX2192" fmla="*/ 188595 w 5542597"/>
                <a:gd name="connsiteY2192" fmla="*/ 1433036 h 1903571"/>
                <a:gd name="connsiteX2193" fmla="*/ 197168 w 5542597"/>
                <a:gd name="connsiteY2193" fmla="*/ 1429226 h 1903571"/>
                <a:gd name="connsiteX2194" fmla="*/ 201930 w 5542597"/>
                <a:gd name="connsiteY2194" fmla="*/ 1428750 h 1903571"/>
                <a:gd name="connsiteX2195" fmla="*/ 207169 w 5542597"/>
                <a:gd name="connsiteY2195" fmla="*/ 1429703 h 1903571"/>
                <a:gd name="connsiteX2196" fmla="*/ 212884 w 5542597"/>
                <a:gd name="connsiteY2196" fmla="*/ 1429703 h 1903571"/>
                <a:gd name="connsiteX2197" fmla="*/ 217170 w 5542597"/>
                <a:gd name="connsiteY2197" fmla="*/ 1429226 h 1903571"/>
                <a:gd name="connsiteX2198" fmla="*/ 220027 w 5542597"/>
                <a:gd name="connsiteY2198" fmla="*/ 1430655 h 1903571"/>
                <a:gd name="connsiteX2199" fmla="*/ 223361 w 5542597"/>
                <a:gd name="connsiteY2199" fmla="*/ 1433513 h 1903571"/>
                <a:gd name="connsiteX2200" fmla="*/ 226695 w 5542597"/>
                <a:gd name="connsiteY2200" fmla="*/ 1437799 h 1903571"/>
                <a:gd name="connsiteX2201" fmla="*/ 230028 w 5542597"/>
                <a:gd name="connsiteY2201" fmla="*/ 1445895 h 1903571"/>
                <a:gd name="connsiteX2202" fmla="*/ 239553 w 5542597"/>
                <a:gd name="connsiteY2202" fmla="*/ 1454944 h 1903571"/>
                <a:gd name="connsiteX2203" fmla="*/ 239553 w 5542597"/>
                <a:gd name="connsiteY2203" fmla="*/ 1456373 h 1903571"/>
                <a:gd name="connsiteX2204" fmla="*/ 239077 w 5542597"/>
                <a:gd name="connsiteY2204" fmla="*/ 1457801 h 1903571"/>
                <a:gd name="connsiteX2205" fmla="*/ 234315 w 5542597"/>
                <a:gd name="connsiteY2205" fmla="*/ 1458754 h 1903571"/>
                <a:gd name="connsiteX2206" fmla="*/ 230028 w 5542597"/>
                <a:gd name="connsiteY2206" fmla="*/ 1459230 h 1903571"/>
                <a:gd name="connsiteX2207" fmla="*/ 230028 w 5542597"/>
                <a:gd name="connsiteY2207" fmla="*/ 1460659 h 1903571"/>
                <a:gd name="connsiteX2208" fmla="*/ 230981 w 5542597"/>
                <a:gd name="connsiteY2208" fmla="*/ 1462564 h 1903571"/>
                <a:gd name="connsiteX2209" fmla="*/ 232886 w 5542597"/>
                <a:gd name="connsiteY2209" fmla="*/ 1464945 h 1903571"/>
                <a:gd name="connsiteX2210" fmla="*/ 232886 w 5542597"/>
                <a:gd name="connsiteY2210" fmla="*/ 1468279 h 1903571"/>
                <a:gd name="connsiteX2211" fmla="*/ 232886 w 5542597"/>
                <a:gd name="connsiteY2211" fmla="*/ 1471136 h 1903571"/>
                <a:gd name="connsiteX2212" fmla="*/ 233839 w 5542597"/>
                <a:gd name="connsiteY2212" fmla="*/ 1473518 h 1903571"/>
                <a:gd name="connsiteX2213" fmla="*/ 235268 w 5542597"/>
                <a:gd name="connsiteY2213" fmla="*/ 1474470 h 1903571"/>
                <a:gd name="connsiteX2214" fmla="*/ 235744 w 5542597"/>
                <a:gd name="connsiteY2214" fmla="*/ 1475899 h 1903571"/>
                <a:gd name="connsiteX2215" fmla="*/ 233839 w 5542597"/>
                <a:gd name="connsiteY2215" fmla="*/ 1477328 h 1903571"/>
                <a:gd name="connsiteX2216" fmla="*/ 233363 w 5542597"/>
                <a:gd name="connsiteY2216" fmla="*/ 1478280 h 1903571"/>
                <a:gd name="connsiteX2217" fmla="*/ 233839 w 5542597"/>
                <a:gd name="connsiteY2217" fmla="*/ 1478756 h 1903571"/>
                <a:gd name="connsiteX2218" fmla="*/ 242888 w 5542597"/>
                <a:gd name="connsiteY2218" fmla="*/ 1479233 h 1903571"/>
                <a:gd name="connsiteX2219" fmla="*/ 247174 w 5542597"/>
                <a:gd name="connsiteY2219" fmla="*/ 1480661 h 1903571"/>
                <a:gd name="connsiteX2220" fmla="*/ 250031 w 5542597"/>
                <a:gd name="connsiteY2220" fmla="*/ 1482090 h 1903571"/>
                <a:gd name="connsiteX2221" fmla="*/ 251936 w 5542597"/>
                <a:gd name="connsiteY2221" fmla="*/ 1482090 h 1903571"/>
                <a:gd name="connsiteX2222" fmla="*/ 255746 w 5542597"/>
                <a:gd name="connsiteY2222" fmla="*/ 1481138 h 1903571"/>
                <a:gd name="connsiteX2223" fmla="*/ 259556 w 5542597"/>
                <a:gd name="connsiteY2223" fmla="*/ 1480661 h 1903571"/>
                <a:gd name="connsiteX2224" fmla="*/ 262414 w 5542597"/>
                <a:gd name="connsiteY2224" fmla="*/ 1480661 h 1903571"/>
                <a:gd name="connsiteX2225" fmla="*/ 263366 w 5542597"/>
                <a:gd name="connsiteY2225" fmla="*/ 1481614 h 1903571"/>
                <a:gd name="connsiteX2226" fmla="*/ 263843 w 5542597"/>
                <a:gd name="connsiteY2226" fmla="*/ 1484471 h 1903571"/>
                <a:gd name="connsiteX2227" fmla="*/ 265271 w 5542597"/>
                <a:gd name="connsiteY2227" fmla="*/ 1486853 h 1903571"/>
                <a:gd name="connsiteX2228" fmla="*/ 266700 w 5542597"/>
                <a:gd name="connsiteY2228" fmla="*/ 1487805 h 1903571"/>
                <a:gd name="connsiteX2229" fmla="*/ 269081 w 5542597"/>
                <a:gd name="connsiteY2229" fmla="*/ 1487805 h 1903571"/>
                <a:gd name="connsiteX2230" fmla="*/ 270510 w 5542597"/>
                <a:gd name="connsiteY2230" fmla="*/ 1487805 h 1903571"/>
                <a:gd name="connsiteX2231" fmla="*/ 271463 w 5542597"/>
                <a:gd name="connsiteY2231" fmla="*/ 1488758 h 1903571"/>
                <a:gd name="connsiteX2232" fmla="*/ 270510 w 5542597"/>
                <a:gd name="connsiteY2232" fmla="*/ 1490186 h 1903571"/>
                <a:gd name="connsiteX2233" fmla="*/ 270510 w 5542597"/>
                <a:gd name="connsiteY2233" fmla="*/ 1492091 h 1903571"/>
                <a:gd name="connsiteX2234" fmla="*/ 271939 w 5542597"/>
                <a:gd name="connsiteY2234" fmla="*/ 1493996 h 1903571"/>
                <a:gd name="connsiteX2235" fmla="*/ 272891 w 5542597"/>
                <a:gd name="connsiteY2235" fmla="*/ 1498759 h 1903571"/>
                <a:gd name="connsiteX2236" fmla="*/ 274320 w 5542597"/>
                <a:gd name="connsiteY2236" fmla="*/ 1500188 h 1903571"/>
                <a:gd name="connsiteX2237" fmla="*/ 274796 w 5542597"/>
                <a:gd name="connsiteY2237" fmla="*/ 1501616 h 1903571"/>
                <a:gd name="connsiteX2238" fmla="*/ 274796 w 5542597"/>
                <a:gd name="connsiteY2238" fmla="*/ 1503998 h 1903571"/>
                <a:gd name="connsiteX2239" fmla="*/ 273844 w 5542597"/>
                <a:gd name="connsiteY2239" fmla="*/ 1505426 h 1903571"/>
                <a:gd name="connsiteX2240" fmla="*/ 273368 w 5542597"/>
                <a:gd name="connsiteY2240" fmla="*/ 1506855 h 1903571"/>
                <a:gd name="connsiteX2241" fmla="*/ 273844 w 5542597"/>
                <a:gd name="connsiteY2241" fmla="*/ 1510189 h 1903571"/>
                <a:gd name="connsiteX2242" fmla="*/ 276701 w 5542597"/>
                <a:gd name="connsiteY2242" fmla="*/ 1513523 h 1903571"/>
                <a:gd name="connsiteX2243" fmla="*/ 278606 w 5542597"/>
                <a:gd name="connsiteY2243" fmla="*/ 1514475 h 1903571"/>
                <a:gd name="connsiteX2244" fmla="*/ 280035 w 5542597"/>
                <a:gd name="connsiteY2244" fmla="*/ 1517809 h 1903571"/>
                <a:gd name="connsiteX2245" fmla="*/ 282893 w 5542597"/>
                <a:gd name="connsiteY2245" fmla="*/ 1518761 h 1903571"/>
                <a:gd name="connsiteX2246" fmla="*/ 287178 w 5542597"/>
                <a:gd name="connsiteY2246" fmla="*/ 1515904 h 1903571"/>
                <a:gd name="connsiteX2247" fmla="*/ 290513 w 5542597"/>
                <a:gd name="connsiteY2247" fmla="*/ 1514951 h 1903571"/>
                <a:gd name="connsiteX2248" fmla="*/ 294322 w 5542597"/>
                <a:gd name="connsiteY2248" fmla="*/ 1515428 h 1903571"/>
                <a:gd name="connsiteX2249" fmla="*/ 298132 w 5542597"/>
                <a:gd name="connsiteY2249" fmla="*/ 1515904 h 1903571"/>
                <a:gd name="connsiteX2250" fmla="*/ 300514 w 5542597"/>
                <a:gd name="connsiteY2250" fmla="*/ 1517809 h 1903571"/>
                <a:gd name="connsiteX2251" fmla="*/ 302419 w 5542597"/>
                <a:gd name="connsiteY2251" fmla="*/ 1520190 h 1903571"/>
                <a:gd name="connsiteX2252" fmla="*/ 304324 w 5542597"/>
                <a:gd name="connsiteY2252" fmla="*/ 1521619 h 1903571"/>
                <a:gd name="connsiteX2253" fmla="*/ 306705 w 5542597"/>
                <a:gd name="connsiteY2253" fmla="*/ 1521143 h 1903571"/>
                <a:gd name="connsiteX2254" fmla="*/ 310991 w 5542597"/>
                <a:gd name="connsiteY2254" fmla="*/ 1521619 h 1903571"/>
                <a:gd name="connsiteX2255" fmla="*/ 312896 w 5542597"/>
                <a:gd name="connsiteY2255" fmla="*/ 1523524 h 1903571"/>
                <a:gd name="connsiteX2256" fmla="*/ 315277 w 5542597"/>
                <a:gd name="connsiteY2256" fmla="*/ 1524953 h 1903571"/>
                <a:gd name="connsiteX2257" fmla="*/ 317659 w 5542597"/>
                <a:gd name="connsiteY2257" fmla="*/ 1523048 h 1903571"/>
                <a:gd name="connsiteX2258" fmla="*/ 320040 w 5542597"/>
                <a:gd name="connsiteY2258" fmla="*/ 1521143 h 1903571"/>
                <a:gd name="connsiteX2259" fmla="*/ 327660 w 5542597"/>
                <a:gd name="connsiteY2259" fmla="*/ 1519238 h 1903571"/>
                <a:gd name="connsiteX2260" fmla="*/ 332422 w 5542597"/>
                <a:gd name="connsiteY2260" fmla="*/ 1518285 h 1903571"/>
                <a:gd name="connsiteX2261" fmla="*/ 333851 w 5542597"/>
                <a:gd name="connsiteY2261" fmla="*/ 1518285 h 1903571"/>
                <a:gd name="connsiteX2262" fmla="*/ 336709 w 5542597"/>
                <a:gd name="connsiteY2262" fmla="*/ 1516380 h 1903571"/>
                <a:gd name="connsiteX2263" fmla="*/ 339566 w 5542597"/>
                <a:gd name="connsiteY2263" fmla="*/ 1515428 h 1903571"/>
                <a:gd name="connsiteX2264" fmla="*/ 342424 w 5542597"/>
                <a:gd name="connsiteY2264" fmla="*/ 1515904 h 1903571"/>
                <a:gd name="connsiteX2265" fmla="*/ 345281 w 5542597"/>
                <a:gd name="connsiteY2265" fmla="*/ 1518761 h 1903571"/>
                <a:gd name="connsiteX2266" fmla="*/ 347663 w 5542597"/>
                <a:gd name="connsiteY2266" fmla="*/ 1521143 h 1903571"/>
                <a:gd name="connsiteX2267" fmla="*/ 348615 w 5542597"/>
                <a:gd name="connsiteY2267" fmla="*/ 1524476 h 1903571"/>
                <a:gd name="connsiteX2268" fmla="*/ 351949 w 5542597"/>
                <a:gd name="connsiteY2268" fmla="*/ 1529239 h 1903571"/>
                <a:gd name="connsiteX2269" fmla="*/ 360521 w 5542597"/>
                <a:gd name="connsiteY2269" fmla="*/ 1535430 h 1903571"/>
                <a:gd name="connsiteX2270" fmla="*/ 363855 w 5542597"/>
                <a:gd name="connsiteY2270" fmla="*/ 1537335 h 1903571"/>
                <a:gd name="connsiteX2271" fmla="*/ 365760 w 5542597"/>
                <a:gd name="connsiteY2271" fmla="*/ 1537335 h 1903571"/>
                <a:gd name="connsiteX2272" fmla="*/ 367189 w 5542597"/>
                <a:gd name="connsiteY2272" fmla="*/ 1536859 h 1903571"/>
                <a:gd name="connsiteX2273" fmla="*/ 367665 w 5542597"/>
                <a:gd name="connsiteY2273" fmla="*/ 1535906 h 1903571"/>
                <a:gd name="connsiteX2274" fmla="*/ 368141 w 5542597"/>
                <a:gd name="connsiteY2274" fmla="*/ 1533049 h 1903571"/>
                <a:gd name="connsiteX2275" fmla="*/ 369094 w 5542597"/>
                <a:gd name="connsiteY2275" fmla="*/ 1531620 h 1903571"/>
                <a:gd name="connsiteX2276" fmla="*/ 370999 w 5542597"/>
                <a:gd name="connsiteY2276" fmla="*/ 1531620 h 1903571"/>
                <a:gd name="connsiteX2277" fmla="*/ 377190 w 5542597"/>
                <a:gd name="connsiteY2277" fmla="*/ 1535430 h 1903571"/>
                <a:gd name="connsiteX2278" fmla="*/ 381000 w 5542597"/>
                <a:gd name="connsiteY2278" fmla="*/ 1535906 h 1903571"/>
                <a:gd name="connsiteX2279" fmla="*/ 384334 w 5542597"/>
                <a:gd name="connsiteY2279" fmla="*/ 1535906 h 1903571"/>
                <a:gd name="connsiteX2280" fmla="*/ 388620 w 5542597"/>
                <a:gd name="connsiteY2280" fmla="*/ 1539240 h 1903571"/>
                <a:gd name="connsiteX2281" fmla="*/ 393382 w 5542597"/>
                <a:gd name="connsiteY2281" fmla="*/ 1541621 h 1903571"/>
                <a:gd name="connsiteX2282" fmla="*/ 397193 w 5542597"/>
                <a:gd name="connsiteY2282" fmla="*/ 1542098 h 1903571"/>
                <a:gd name="connsiteX2283" fmla="*/ 400050 w 5542597"/>
                <a:gd name="connsiteY2283" fmla="*/ 1541145 h 1903571"/>
                <a:gd name="connsiteX2284" fmla="*/ 401955 w 5542597"/>
                <a:gd name="connsiteY2284" fmla="*/ 1540193 h 1903571"/>
                <a:gd name="connsiteX2285" fmla="*/ 403384 w 5542597"/>
                <a:gd name="connsiteY2285" fmla="*/ 1541145 h 1903571"/>
                <a:gd name="connsiteX2286" fmla="*/ 404336 w 5542597"/>
                <a:gd name="connsiteY2286" fmla="*/ 1543526 h 1903571"/>
                <a:gd name="connsiteX2287" fmla="*/ 406241 w 5542597"/>
                <a:gd name="connsiteY2287" fmla="*/ 1545431 h 1903571"/>
                <a:gd name="connsiteX2288" fmla="*/ 408622 w 5542597"/>
                <a:gd name="connsiteY2288" fmla="*/ 1545908 h 1903571"/>
                <a:gd name="connsiteX2289" fmla="*/ 411956 w 5542597"/>
                <a:gd name="connsiteY2289" fmla="*/ 1545908 h 1903571"/>
                <a:gd name="connsiteX2290" fmla="*/ 417195 w 5542597"/>
                <a:gd name="connsiteY2290" fmla="*/ 1549241 h 1903571"/>
                <a:gd name="connsiteX2291" fmla="*/ 422434 w 5542597"/>
                <a:gd name="connsiteY2291" fmla="*/ 1553051 h 1903571"/>
                <a:gd name="connsiteX2292" fmla="*/ 425768 w 5542597"/>
                <a:gd name="connsiteY2292" fmla="*/ 1553051 h 1903571"/>
                <a:gd name="connsiteX2293" fmla="*/ 428625 w 5542597"/>
                <a:gd name="connsiteY2293" fmla="*/ 1552099 h 1903571"/>
                <a:gd name="connsiteX2294" fmla="*/ 431006 w 5542597"/>
                <a:gd name="connsiteY2294" fmla="*/ 1551623 h 1903571"/>
                <a:gd name="connsiteX2295" fmla="*/ 432911 w 5542597"/>
                <a:gd name="connsiteY2295" fmla="*/ 1552575 h 1903571"/>
                <a:gd name="connsiteX2296" fmla="*/ 433388 w 5542597"/>
                <a:gd name="connsiteY2296" fmla="*/ 1554004 h 1903571"/>
                <a:gd name="connsiteX2297" fmla="*/ 431959 w 5542597"/>
                <a:gd name="connsiteY2297" fmla="*/ 1555909 h 1903571"/>
                <a:gd name="connsiteX2298" fmla="*/ 431959 w 5542597"/>
                <a:gd name="connsiteY2298" fmla="*/ 1558766 h 1903571"/>
                <a:gd name="connsiteX2299" fmla="*/ 434340 w 5542597"/>
                <a:gd name="connsiteY2299" fmla="*/ 1561624 h 1903571"/>
                <a:gd name="connsiteX2300" fmla="*/ 434340 w 5542597"/>
                <a:gd name="connsiteY2300" fmla="*/ 1564481 h 1903571"/>
                <a:gd name="connsiteX2301" fmla="*/ 433864 w 5542597"/>
                <a:gd name="connsiteY2301" fmla="*/ 1566863 h 1903571"/>
                <a:gd name="connsiteX2302" fmla="*/ 432435 w 5542597"/>
                <a:gd name="connsiteY2302" fmla="*/ 1569244 h 1903571"/>
                <a:gd name="connsiteX2303" fmla="*/ 429101 w 5542597"/>
                <a:gd name="connsiteY2303" fmla="*/ 1572101 h 1903571"/>
                <a:gd name="connsiteX2304" fmla="*/ 426244 w 5542597"/>
                <a:gd name="connsiteY2304" fmla="*/ 1574959 h 1903571"/>
                <a:gd name="connsiteX2305" fmla="*/ 421957 w 5542597"/>
                <a:gd name="connsiteY2305" fmla="*/ 1576388 h 1903571"/>
                <a:gd name="connsiteX2306" fmla="*/ 419576 w 5542597"/>
                <a:gd name="connsiteY2306" fmla="*/ 1577340 h 1903571"/>
                <a:gd name="connsiteX2307" fmla="*/ 420052 w 5542597"/>
                <a:gd name="connsiteY2307" fmla="*/ 1579721 h 1903571"/>
                <a:gd name="connsiteX2308" fmla="*/ 421957 w 5542597"/>
                <a:gd name="connsiteY2308" fmla="*/ 1581626 h 1903571"/>
                <a:gd name="connsiteX2309" fmla="*/ 425291 w 5542597"/>
                <a:gd name="connsiteY2309" fmla="*/ 1583055 h 1903571"/>
                <a:gd name="connsiteX2310" fmla="*/ 429577 w 5542597"/>
                <a:gd name="connsiteY2310" fmla="*/ 1584484 h 1903571"/>
                <a:gd name="connsiteX2311" fmla="*/ 430053 w 5542597"/>
                <a:gd name="connsiteY2311" fmla="*/ 1585436 h 1903571"/>
                <a:gd name="connsiteX2312" fmla="*/ 429577 w 5542597"/>
                <a:gd name="connsiteY2312" fmla="*/ 1586389 h 1903571"/>
                <a:gd name="connsiteX2313" fmla="*/ 426720 w 5542597"/>
                <a:gd name="connsiteY2313" fmla="*/ 1586865 h 1903571"/>
                <a:gd name="connsiteX2314" fmla="*/ 422910 w 5542597"/>
                <a:gd name="connsiteY2314" fmla="*/ 1586389 h 1903571"/>
                <a:gd name="connsiteX2315" fmla="*/ 421957 w 5542597"/>
                <a:gd name="connsiteY2315" fmla="*/ 1587341 h 1903571"/>
                <a:gd name="connsiteX2316" fmla="*/ 420052 w 5542597"/>
                <a:gd name="connsiteY2316" fmla="*/ 1589246 h 1903571"/>
                <a:gd name="connsiteX2317" fmla="*/ 419100 w 5542597"/>
                <a:gd name="connsiteY2317" fmla="*/ 1592580 h 1903571"/>
                <a:gd name="connsiteX2318" fmla="*/ 418147 w 5542597"/>
                <a:gd name="connsiteY2318" fmla="*/ 1595438 h 1903571"/>
                <a:gd name="connsiteX2319" fmla="*/ 421957 w 5542597"/>
                <a:gd name="connsiteY2319" fmla="*/ 1596390 h 1903571"/>
                <a:gd name="connsiteX2320" fmla="*/ 424339 w 5542597"/>
                <a:gd name="connsiteY2320" fmla="*/ 1597819 h 1903571"/>
                <a:gd name="connsiteX2321" fmla="*/ 425291 w 5542597"/>
                <a:gd name="connsiteY2321" fmla="*/ 1600200 h 1903571"/>
                <a:gd name="connsiteX2322" fmla="*/ 426244 w 5542597"/>
                <a:gd name="connsiteY2322" fmla="*/ 1603058 h 1903571"/>
                <a:gd name="connsiteX2323" fmla="*/ 426244 w 5542597"/>
                <a:gd name="connsiteY2323" fmla="*/ 1605439 h 1903571"/>
                <a:gd name="connsiteX2324" fmla="*/ 424815 w 5542597"/>
                <a:gd name="connsiteY2324" fmla="*/ 1606868 h 1903571"/>
                <a:gd name="connsiteX2325" fmla="*/ 424815 w 5542597"/>
                <a:gd name="connsiteY2325" fmla="*/ 1608296 h 1903571"/>
                <a:gd name="connsiteX2326" fmla="*/ 425768 w 5542597"/>
                <a:gd name="connsiteY2326" fmla="*/ 1608773 h 1903571"/>
                <a:gd name="connsiteX2327" fmla="*/ 427196 w 5542597"/>
                <a:gd name="connsiteY2327" fmla="*/ 1608773 h 1903571"/>
                <a:gd name="connsiteX2328" fmla="*/ 428625 w 5542597"/>
                <a:gd name="connsiteY2328" fmla="*/ 1609725 h 1903571"/>
                <a:gd name="connsiteX2329" fmla="*/ 428625 w 5542597"/>
                <a:gd name="connsiteY2329" fmla="*/ 1610678 h 1903571"/>
                <a:gd name="connsiteX2330" fmla="*/ 426244 w 5542597"/>
                <a:gd name="connsiteY2330" fmla="*/ 1614011 h 1903571"/>
                <a:gd name="connsiteX2331" fmla="*/ 423863 w 5542597"/>
                <a:gd name="connsiteY2331" fmla="*/ 1619726 h 1903571"/>
                <a:gd name="connsiteX2332" fmla="*/ 422434 w 5542597"/>
                <a:gd name="connsiteY2332" fmla="*/ 1622584 h 1903571"/>
                <a:gd name="connsiteX2333" fmla="*/ 422434 w 5542597"/>
                <a:gd name="connsiteY2333" fmla="*/ 1625918 h 1903571"/>
                <a:gd name="connsiteX2334" fmla="*/ 421005 w 5542597"/>
                <a:gd name="connsiteY2334" fmla="*/ 1627823 h 1903571"/>
                <a:gd name="connsiteX2335" fmla="*/ 418624 w 5542597"/>
                <a:gd name="connsiteY2335" fmla="*/ 1627823 h 1903571"/>
                <a:gd name="connsiteX2336" fmla="*/ 409575 w 5542597"/>
                <a:gd name="connsiteY2336" fmla="*/ 1628299 h 1903571"/>
                <a:gd name="connsiteX2337" fmla="*/ 401478 w 5542597"/>
                <a:gd name="connsiteY2337" fmla="*/ 1628299 h 1903571"/>
                <a:gd name="connsiteX2338" fmla="*/ 398145 w 5542597"/>
                <a:gd name="connsiteY2338" fmla="*/ 1627823 h 1903571"/>
                <a:gd name="connsiteX2339" fmla="*/ 392906 w 5542597"/>
                <a:gd name="connsiteY2339" fmla="*/ 1627346 h 1903571"/>
                <a:gd name="connsiteX2340" fmla="*/ 390049 w 5542597"/>
                <a:gd name="connsiteY2340" fmla="*/ 1628299 h 1903571"/>
                <a:gd name="connsiteX2341" fmla="*/ 386715 w 5542597"/>
                <a:gd name="connsiteY2341" fmla="*/ 1633538 h 1903571"/>
                <a:gd name="connsiteX2342" fmla="*/ 383857 w 5542597"/>
                <a:gd name="connsiteY2342" fmla="*/ 1635443 h 1903571"/>
                <a:gd name="connsiteX2343" fmla="*/ 379571 w 5542597"/>
                <a:gd name="connsiteY2343" fmla="*/ 1637348 h 1903571"/>
                <a:gd name="connsiteX2344" fmla="*/ 374809 w 5542597"/>
                <a:gd name="connsiteY2344" fmla="*/ 1637824 h 1903571"/>
                <a:gd name="connsiteX2345" fmla="*/ 371951 w 5542597"/>
                <a:gd name="connsiteY2345" fmla="*/ 1640205 h 1903571"/>
                <a:gd name="connsiteX2346" fmla="*/ 370999 w 5542597"/>
                <a:gd name="connsiteY2346" fmla="*/ 1643539 h 1903571"/>
                <a:gd name="connsiteX2347" fmla="*/ 370999 w 5542597"/>
                <a:gd name="connsiteY2347" fmla="*/ 1646396 h 1903571"/>
                <a:gd name="connsiteX2348" fmla="*/ 370522 w 5542597"/>
                <a:gd name="connsiteY2348" fmla="*/ 1647825 h 1903571"/>
                <a:gd name="connsiteX2349" fmla="*/ 369094 w 5542597"/>
                <a:gd name="connsiteY2349" fmla="*/ 1649254 h 1903571"/>
                <a:gd name="connsiteX2350" fmla="*/ 369094 w 5542597"/>
                <a:gd name="connsiteY2350" fmla="*/ 1650206 h 1903571"/>
                <a:gd name="connsiteX2351" fmla="*/ 369094 w 5542597"/>
                <a:gd name="connsiteY2351" fmla="*/ 1651159 h 1903571"/>
                <a:gd name="connsiteX2352" fmla="*/ 370046 w 5542597"/>
                <a:gd name="connsiteY2352" fmla="*/ 1651635 h 1903571"/>
                <a:gd name="connsiteX2353" fmla="*/ 371475 w 5542597"/>
                <a:gd name="connsiteY2353" fmla="*/ 1652111 h 1903571"/>
                <a:gd name="connsiteX2354" fmla="*/ 371475 w 5542597"/>
                <a:gd name="connsiteY2354" fmla="*/ 1653064 h 1903571"/>
                <a:gd name="connsiteX2355" fmla="*/ 370999 w 5542597"/>
                <a:gd name="connsiteY2355" fmla="*/ 1654016 h 1903571"/>
                <a:gd name="connsiteX2356" fmla="*/ 369570 w 5542597"/>
                <a:gd name="connsiteY2356" fmla="*/ 1654969 h 1903571"/>
                <a:gd name="connsiteX2357" fmla="*/ 369094 w 5542597"/>
                <a:gd name="connsiteY2357" fmla="*/ 1656398 h 1903571"/>
                <a:gd name="connsiteX2358" fmla="*/ 369094 w 5542597"/>
                <a:gd name="connsiteY2358" fmla="*/ 1658303 h 1903571"/>
                <a:gd name="connsiteX2359" fmla="*/ 369570 w 5542597"/>
                <a:gd name="connsiteY2359" fmla="*/ 1660208 h 1903571"/>
                <a:gd name="connsiteX2360" fmla="*/ 378619 w 5542597"/>
                <a:gd name="connsiteY2360" fmla="*/ 1656398 h 1903571"/>
                <a:gd name="connsiteX2361" fmla="*/ 381476 w 5542597"/>
                <a:gd name="connsiteY2361" fmla="*/ 1653540 h 1903571"/>
                <a:gd name="connsiteX2362" fmla="*/ 388144 w 5542597"/>
                <a:gd name="connsiteY2362" fmla="*/ 1652588 h 1903571"/>
                <a:gd name="connsiteX2363" fmla="*/ 387191 w 5542597"/>
                <a:gd name="connsiteY2363" fmla="*/ 1654016 h 1903571"/>
                <a:gd name="connsiteX2364" fmla="*/ 383857 w 5542597"/>
                <a:gd name="connsiteY2364" fmla="*/ 1654969 h 1903571"/>
                <a:gd name="connsiteX2365" fmla="*/ 381000 w 5542597"/>
                <a:gd name="connsiteY2365" fmla="*/ 1657350 h 1903571"/>
                <a:gd name="connsiteX2366" fmla="*/ 384810 w 5542597"/>
                <a:gd name="connsiteY2366" fmla="*/ 1657826 h 1903571"/>
                <a:gd name="connsiteX2367" fmla="*/ 393859 w 5542597"/>
                <a:gd name="connsiteY2367" fmla="*/ 1656398 h 1903571"/>
                <a:gd name="connsiteX2368" fmla="*/ 396716 w 5542597"/>
                <a:gd name="connsiteY2368" fmla="*/ 1652111 h 1903571"/>
                <a:gd name="connsiteX2369" fmla="*/ 402907 w 5542597"/>
                <a:gd name="connsiteY2369" fmla="*/ 1652588 h 1903571"/>
                <a:gd name="connsiteX2370" fmla="*/ 404336 w 5542597"/>
                <a:gd name="connsiteY2370" fmla="*/ 1655445 h 1903571"/>
                <a:gd name="connsiteX2371" fmla="*/ 406241 w 5542597"/>
                <a:gd name="connsiteY2371" fmla="*/ 1659255 h 1903571"/>
                <a:gd name="connsiteX2372" fmla="*/ 405765 w 5542597"/>
                <a:gd name="connsiteY2372" fmla="*/ 1660684 h 1903571"/>
                <a:gd name="connsiteX2373" fmla="*/ 405289 w 5542597"/>
                <a:gd name="connsiteY2373" fmla="*/ 1662113 h 1903571"/>
                <a:gd name="connsiteX2374" fmla="*/ 400526 w 5542597"/>
                <a:gd name="connsiteY2374" fmla="*/ 1663065 h 1903571"/>
                <a:gd name="connsiteX2375" fmla="*/ 389096 w 5542597"/>
                <a:gd name="connsiteY2375" fmla="*/ 1667828 h 1903571"/>
                <a:gd name="connsiteX2376" fmla="*/ 383381 w 5542597"/>
                <a:gd name="connsiteY2376" fmla="*/ 1669256 h 1903571"/>
                <a:gd name="connsiteX2377" fmla="*/ 377190 w 5542597"/>
                <a:gd name="connsiteY2377" fmla="*/ 1672114 h 1903571"/>
                <a:gd name="connsiteX2378" fmla="*/ 378619 w 5542597"/>
                <a:gd name="connsiteY2378" fmla="*/ 1675448 h 1903571"/>
                <a:gd name="connsiteX2379" fmla="*/ 379095 w 5542597"/>
                <a:gd name="connsiteY2379" fmla="*/ 1678305 h 1903571"/>
                <a:gd name="connsiteX2380" fmla="*/ 373856 w 5542597"/>
                <a:gd name="connsiteY2380" fmla="*/ 1677829 h 1903571"/>
                <a:gd name="connsiteX2381" fmla="*/ 370046 w 5542597"/>
                <a:gd name="connsiteY2381" fmla="*/ 1676400 h 1903571"/>
                <a:gd name="connsiteX2382" fmla="*/ 367665 w 5542597"/>
                <a:gd name="connsiteY2382" fmla="*/ 1676876 h 1903571"/>
                <a:gd name="connsiteX2383" fmla="*/ 360997 w 5542597"/>
                <a:gd name="connsiteY2383" fmla="*/ 1680210 h 1903571"/>
                <a:gd name="connsiteX2384" fmla="*/ 357664 w 5542597"/>
                <a:gd name="connsiteY2384" fmla="*/ 1679734 h 1903571"/>
                <a:gd name="connsiteX2385" fmla="*/ 354330 w 5542597"/>
                <a:gd name="connsiteY2385" fmla="*/ 1679258 h 1903571"/>
                <a:gd name="connsiteX2386" fmla="*/ 355759 w 5542597"/>
                <a:gd name="connsiteY2386" fmla="*/ 1684020 h 1903571"/>
                <a:gd name="connsiteX2387" fmla="*/ 359093 w 5542597"/>
                <a:gd name="connsiteY2387" fmla="*/ 1689259 h 1903571"/>
                <a:gd name="connsiteX2388" fmla="*/ 361474 w 5542597"/>
                <a:gd name="connsiteY2388" fmla="*/ 1690211 h 1903571"/>
                <a:gd name="connsiteX2389" fmla="*/ 364807 w 5542597"/>
                <a:gd name="connsiteY2389" fmla="*/ 1689735 h 1903571"/>
                <a:gd name="connsiteX2390" fmla="*/ 372903 w 5542597"/>
                <a:gd name="connsiteY2390" fmla="*/ 1695926 h 1903571"/>
                <a:gd name="connsiteX2391" fmla="*/ 378619 w 5542597"/>
                <a:gd name="connsiteY2391" fmla="*/ 1702594 h 1903571"/>
                <a:gd name="connsiteX2392" fmla="*/ 375761 w 5542597"/>
                <a:gd name="connsiteY2392" fmla="*/ 1703070 h 1903571"/>
                <a:gd name="connsiteX2393" fmla="*/ 372903 w 5542597"/>
                <a:gd name="connsiteY2393" fmla="*/ 1702118 h 1903571"/>
                <a:gd name="connsiteX2394" fmla="*/ 368141 w 5542597"/>
                <a:gd name="connsiteY2394" fmla="*/ 1702118 h 1903571"/>
                <a:gd name="connsiteX2395" fmla="*/ 366713 w 5542597"/>
                <a:gd name="connsiteY2395" fmla="*/ 1705928 h 1903571"/>
                <a:gd name="connsiteX2396" fmla="*/ 364807 w 5542597"/>
                <a:gd name="connsiteY2396" fmla="*/ 1708785 h 1903571"/>
                <a:gd name="connsiteX2397" fmla="*/ 364331 w 5542597"/>
                <a:gd name="connsiteY2397" fmla="*/ 1707356 h 1903571"/>
                <a:gd name="connsiteX2398" fmla="*/ 364807 w 5542597"/>
                <a:gd name="connsiteY2398" fmla="*/ 1705451 h 1903571"/>
                <a:gd name="connsiteX2399" fmla="*/ 362426 w 5542597"/>
                <a:gd name="connsiteY2399" fmla="*/ 1704499 h 1903571"/>
                <a:gd name="connsiteX2400" fmla="*/ 359569 w 5542597"/>
                <a:gd name="connsiteY2400" fmla="*/ 1706404 h 1903571"/>
                <a:gd name="connsiteX2401" fmla="*/ 356711 w 5542597"/>
                <a:gd name="connsiteY2401" fmla="*/ 1714500 h 1903571"/>
                <a:gd name="connsiteX2402" fmla="*/ 350996 w 5542597"/>
                <a:gd name="connsiteY2402" fmla="*/ 1720691 h 1903571"/>
                <a:gd name="connsiteX2403" fmla="*/ 349091 w 5542597"/>
                <a:gd name="connsiteY2403" fmla="*/ 1724501 h 1903571"/>
                <a:gd name="connsiteX2404" fmla="*/ 348615 w 5542597"/>
                <a:gd name="connsiteY2404" fmla="*/ 1727359 h 1903571"/>
                <a:gd name="connsiteX2405" fmla="*/ 349568 w 5542597"/>
                <a:gd name="connsiteY2405" fmla="*/ 1727835 h 1903571"/>
                <a:gd name="connsiteX2406" fmla="*/ 350996 w 5542597"/>
                <a:gd name="connsiteY2406" fmla="*/ 1727835 h 1903571"/>
                <a:gd name="connsiteX2407" fmla="*/ 350996 w 5542597"/>
                <a:gd name="connsiteY2407" fmla="*/ 1730216 h 1903571"/>
                <a:gd name="connsiteX2408" fmla="*/ 350044 w 5542597"/>
                <a:gd name="connsiteY2408" fmla="*/ 1732598 h 1903571"/>
                <a:gd name="connsiteX2409" fmla="*/ 337185 w 5542597"/>
                <a:gd name="connsiteY2409" fmla="*/ 1734979 h 1903571"/>
                <a:gd name="connsiteX2410" fmla="*/ 335280 w 5542597"/>
                <a:gd name="connsiteY2410" fmla="*/ 1736884 h 1903571"/>
                <a:gd name="connsiteX2411" fmla="*/ 331470 w 5542597"/>
                <a:gd name="connsiteY2411" fmla="*/ 1735455 h 1903571"/>
                <a:gd name="connsiteX2412" fmla="*/ 327184 w 5542597"/>
                <a:gd name="connsiteY2412" fmla="*/ 1732121 h 1903571"/>
                <a:gd name="connsiteX2413" fmla="*/ 323374 w 5542597"/>
                <a:gd name="connsiteY2413" fmla="*/ 1730216 h 1903571"/>
                <a:gd name="connsiteX2414" fmla="*/ 320993 w 5542597"/>
                <a:gd name="connsiteY2414" fmla="*/ 1731169 h 1903571"/>
                <a:gd name="connsiteX2415" fmla="*/ 318611 w 5542597"/>
                <a:gd name="connsiteY2415" fmla="*/ 1732598 h 1903571"/>
                <a:gd name="connsiteX2416" fmla="*/ 320040 w 5542597"/>
                <a:gd name="connsiteY2416" fmla="*/ 1733550 h 1903571"/>
                <a:gd name="connsiteX2417" fmla="*/ 321469 w 5542597"/>
                <a:gd name="connsiteY2417" fmla="*/ 1734026 h 1903571"/>
                <a:gd name="connsiteX2418" fmla="*/ 326231 w 5542597"/>
                <a:gd name="connsiteY2418" fmla="*/ 1735931 h 1903571"/>
                <a:gd name="connsiteX2419" fmla="*/ 323850 w 5542597"/>
                <a:gd name="connsiteY2419" fmla="*/ 1737836 h 1903571"/>
                <a:gd name="connsiteX2420" fmla="*/ 315277 w 5542597"/>
                <a:gd name="connsiteY2420" fmla="*/ 1740218 h 1903571"/>
                <a:gd name="connsiteX2421" fmla="*/ 315277 w 5542597"/>
                <a:gd name="connsiteY2421" fmla="*/ 1741646 h 1903571"/>
                <a:gd name="connsiteX2422" fmla="*/ 316230 w 5542597"/>
                <a:gd name="connsiteY2422" fmla="*/ 1743075 h 1903571"/>
                <a:gd name="connsiteX2423" fmla="*/ 326231 w 5542597"/>
                <a:gd name="connsiteY2423" fmla="*/ 1745456 h 1903571"/>
                <a:gd name="connsiteX2424" fmla="*/ 334803 w 5542597"/>
                <a:gd name="connsiteY2424" fmla="*/ 1749266 h 1903571"/>
                <a:gd name="connsiteX2425" fmla="*/ 337661 w 5542597"/>
                <a:gd name="connsiteY2425" fmla="*/ 1752124 h 1903571"/>
                <a:gd name="connsiteX2426" fmla="*/ 340043 w 5542597"/>
                <a:gd name="connsiteY2426" fmla="*/ 1756886 h 1903571"/>
                <a:gd name="connsiteX2427" fmla="*/ 341947 w 5542597"/>
                <a:gd name="connsiteY2427" fmla="*/ 1759268 h 1903571"/>
                <a:gd name="connsiteX2428" fmla="*/ 344805 w 5542597"/>
                <a:gd name="connsiteY2428" fmla="*/ 1760696 h 1903571"/>
                <a:gd name="connsiteX2429" fmla="*/ 347663 w 5542597"/>
                <a:gd name="connsiteY2429" fmla="*/ 1761649 h 1903571"/>
                <a:gd name="connsiteX2430" fmla="*/ 351949 w 5542597"/>
                <a:gd name="connsiteY2430" fmla="*/ 1762125 h 1903571"/>
                <a:gd name="connsiteX2431" fmla="*/ 357188 w 5542597"/>
                <a:gd name="connsiteY2431" fmla="*/ 1760696 h 1903571"/>
                <a:gd name="connsiteX2432" fmla="*/ 368141 w 5542597"/>
                <a:gd name="connsiteY2432" fmla="*/ 1772126 h 1903571"/>
                <a:gd name="connsiteX2433" fmla="*/ 372903 w 5542597"/>
                <a:gd name="connsiteY2433" fmla="*/ 1774031 h 1903571"/>
                <a:gd name="connsiteX2434" fmla="*/ 383857 w 5542597"/>
                <a:gd name="connsiteY2434" fmla="*/ 1776413 h 1903571"/>
                <a:gd name="connsiteX2435" fmla="*/ 386239 w 5542597"/>
                <a:gd name="connsiteY2435" fmla="*/ 1777841 h 1903571"/>
                <a:gd name="connsiteX2436" fmla="*/ 407194 w 5542597"/>
                <a:gd name="connsiteY2436" fmla="*/ 1794034 h 1903571"/>
                <a:gd name="connsiteX2437" fmla="*/ 413861 w 5542597"/>
                <a:gd name="connsiteY2437" fmla="*/ 1800701 h 1903571"/>
                <a:gd name="connsiteX2438" fmla="*/ 425768 w 5542597"/>
                <a:gd name="connsiteY2438" fmla="*/ 1811179 h 1903571"/>
                <a:gd name="connsiteX2439" fmla="*/ 429577 w 5542597"/>
                <a:gd name="connsiteY2439" fmla="*/ 1813560 h 1903571"/>
                <a:gd name="connsiteX2440" fmla="*/ 431006 w 5542597"/>
                <a:gd name="connsiteY2440" fmla="*/ 1810703 h 1903571"/>
                <a:gd name="connsiteX2441" fmla="*/ 432911 w 5542597"/>
                <a:gd name="connsiteY2441" fmla="*/ 1807845 h 1903571"/>
                <a:gd name="connsiteX2442" fmla="*/ 435293 w 5542597"/>
                <a:gd name="connsiteY2442" fmla="*/ 1807369 h 1903571"/>
                <a:gd name="connsiteX2443" fmla="*/ 441960 w 5542597"/>
                <a:gd name="connsiteY2443" fmla="*/ 1808321 h 1903571"/>
                <a:gd name="connsiteX2444" fmla="*/ 447675 w 5542597"/>
                <a:gd name="connsiteY2444" fmla="*/ 1809750 h 1903571"/>
                <a:gd name="connsiteX2445" fmla="*/ 451961 w 5542597"/>
                <a:gd name="connsiteY2445" fmla="*/ 1808798 h 1903571"/>
                <a:gd name="connsiteX2446" fmla="*/ 457200 w 5542597"/>
                <a:gd name="connsiteY2446" fmla="*/ 1811179 h 1903571"/>
                <a:gd name="connsiteX2447" fmla="*/ 461963 w 5542597"/>
                <a:gd name="connsiteY2447" fmla="*/ 1813560 h 1903571"/>
                <a:gd name="connsiteX2448" fmla="*/ 466725 w 5542597"/>
                <a:gd name="connsiteY2448" fmla="*/ 1815465 h 1903571"/>
                <a:gd name="connsiteX2449" fmla="*/ 476250 w 5542597"/>
                <a:gd name="connsiteY2449" fmla="*/ 1816894 h 1903571"/>
                <a:gd name="connsiteX2450" fmla="*/ 479584 w 5542597"/>
                <a:gd name="connsiteY2450" fmla="*/ 1819275 h 1903571"/>
                <a:gd name="connsiteX2451" fmla="*/ 483870 w 5542597"/>
                <a:gd name="connsiteY2451" fmla="*/ 1821656 h 1903571"/>
                <a:gd name="connsiteX2452" fmla="*/ 500063 w 5542597"/>
                <a:gd name="connsiteY2452" fmla="*/ 1823085 h 1903571"/>
                <a:gd name="connsiteX2453" fmla="*/ 501015 w 5542597"/>
                <a:gd name="connsiteY2453" fmla="*/ 1822609 h 1903571"/>
                <a:gd name="connsiteX2454" fmla="*/ 502444 w 5542597"/>
                <a:gd name="connsiteY2454" fmla="*/ 1822133 h 1903571"/>
                <a:gd name="connsiteX2455" fmla="*/ 507682 w 5542597"/>
                <a:gd name="connsiteY2455" fmla="*/ 1821180 h 1903571"/>
                <a:gd name="connsiteX2456" fmla="*/ 512445 w 5542597"/>
                <a:gd name="connsiteY2456" fmla="*/ 1821656 h 1903571"/>
                <a:gd name="connsiteX2457" fmla="*/ 517207 w 5542597"/>
                <a:gd name="connsiteY2457" fmla="*/ 1824514 h 1903571"/>
                <a:gd name="connsiteX2458" fmla="*/ 520541 w 5542597"/>
                <a:gd name="connsiteY2458" fmla="*/ 1824038 h 1903571"/>
                <a:gd name="connsiteX2459" fmla="*/ 523875 w 5542597"/>
                <a:gd name="connsiteY2459" fmla="*/ 1823561 h 1903571"/>
                <a:gd name="connsiteX2460" fmla="*/ 528638 w 5542597"/>
                <a:gd name="connsiteY2460" fmla="*/ 1825466 h 1903571"/>
                <a:gd name="connsiteX2461" fmla="*/ 531971 w 5542597"/>
                <a:gd name="connsiteY2461" fmla="*/ 1826895 h 1903571"/>
                <a:gd name="connsiteX2462" fmla="*/ 531971 w 5542597"/>
                <a:gd name="connsiteY2462" fmla="*/ 1828800 h 1903571"/>
                <a:gd name="connsiteX2463" fmla="*/ 535305 w 5542597"/>
                <a:gd name="connsiteY2463" fmla="*/ 1831181 h 1903571"/>
                <a:gd name="connsiteX2464" fmla="*/ 543877 w 5542597"/>
                <a:gd name="connsiteY2464" fmla="*/ 1834991 h 1903571"/>
                <a:gd name="connsiteX2465" fmla="*/ 551021 w 5542597"/>
                <a:gd name="connsiteY2465" fmla="*/ 1836896 h 1903571"/>
                <a:gd name="connsiteX2466" fmla="*/ 553402 w 5542597"/>
                <a:gd name="connsiteY2466" fmla="*/ 1838325 h 1903571"/>
                <a:gd name="connsiteX2467" fmla="*/ 558641 w 5542597"/>
                <a:gd name="connsiteY2467" fmla="*/ 1841183 h 1903571"/>
                <a:gd name="connsiteX2468" fmla="*/ 559118 w 5542597"/>
                <a:gd name="connsiteY2468" fmla="*/ 1841659 h 1903571"/>
                <a:gd name="connsiteX2469" fmla="*/ 559118 w 5542597"/>
                <a:gd name="connsiteY2469" fmla="*/ 1842611 h 1903571"/>
                <a:gd name="connsiteX2470" fmla="*/ 557689 w 5542597"/>
                <a:gd name="connsiteY2470" fmla="*/ 1844516 h 1903571"/>
                <a:gd name="connsiteX2471" fmla="*/ 557213 w 5542597"/>
                <a:gd name="connsiteY2471" fmla="*/ 1846421 h 1903571"/>
                <a:gd name="connsiteX2472" fmla="*/ 558165 w 5542597"/>
                <a:gd name="connsiteY2472" fmla="*/ 1847374 h 1903571"/>
                <a:gd name="connsiteX2473" fmla="*/ 560070 w 5542597"/>
                <a:gd name="connsiteY2473" fmla="*/ 1848326 h 1903571"/>
                <a:gd name="connsiteX2474" fmla="*/ 564832 w 5542597"/>
                <a:gd name="connsiteY2474" fmla="*/ 1848326 h 1903571"/>
                <a:gd name="connsiteX2475" fmla="*/ 566261 w 5542597"/>
                <a:gd name="connsiteY2475" fmla="*/ 1847374 h 1903571"/>
                <a:gd name="connsiteX2476" fmla="*/ 569595 w 5542597"/>
                <a:gd name="connsiteY2476" fmla="*/ 1846421 h 1903571"/>
                <a:gd name="connsiteX2477" fmla="*/ 572928 w 5542597"/>
                <a:gd name="connsiteY2477" fmla="*/ 1844993 h 1903571"/>
                <a:gd name="connsiteX2478" fmla="*/ 577215 w 5542597"/>
                <a:gd name="connsiteY2478" fmla="*/ 1842611 h 1903571"/>
                <a:gd name="connsiteX2479" fmla="*/ 583406 w 5542597"/>
                <a:gd name="connsiteY2479" fmla="*/ 1841183 h 1903571"/>
                <a:gd name="connsiteX2480" fmla="*/ 585788 w 5542597"/>
                <a:gd name="connsiteY2480" fmla="*/ 1841183 h 1903571"/>
                <a:gd name="connsiteX2481" fmla="*/ 588169 w 5542597"/>
                <a:gd name="connsiteY2481" fmla="*/ 1841659 h 1903571"/>
                <a:gd name="connsiteX2482" fmla="*/ 589597 w 5542597"/>
                <a:gd name="connsiteY2482" fmla="*/ 1842611 h 1903571"/>
                <a:gd name="connsiteX2483" fmla="*/ 592455 w 5542597"/>
                <a:gd name="connsiteY2483" fmla="*/ 1846421 h 1903571"/>
                <a:gd name="connsiteX2484" fmla="*/ 595313 w 5542597"/>
                <a:gd name="connsiteY2484" fmla="*/ 1841183 h 1903571"/>
                <a:gd name="connsiteX2485" fmla="*/ 595789 w 5542597"/>
                <a:gd name="connsiteY2485" fmla="*/ 1840706 h 1903571"/>
                <a:gd name="connsiteX2486" fmla="*/ 598170 w 5542597"/>
                <a:gd name="connsiteY2486" fmla="*/ 1841659 h 1903571"/>
                <a:gd name="connsiteX2487" fmla="*/ 602456 w 5542597"/>
                <a:gd name="connsiteY2487" fmla="*/ 1843088 h 1903571"/>
                <a:gd name="connsiteX2488" fmla="*/ 605790 w 5542597"/>
                <a:gd name="connsiteY2488" fmla="*/ 1844040 h 1903571"/>
                <a:gd name="connsiteX2489" fmla="*/ 607219 w 5542597"/>
                <a:gd name="connsiteY2489" fmla="*/ 1844993 h 1903571"/>
                <a:gd name="connsiteX2490" fmla="*/ 611981 w 5542597"/>
                <a:gd name="connsiteY2490" fmla="*/ 1849755 h 1903571"/>
                <a:gd name="connsiteX2491" fmla="*/ 619601 w 5542597"/>
                <a:gd name="connsiteY2491" fmla="*/ 1849755 h 1903571"/>
                <a:gd name="connsiteX2492" fmla="*/ 622459 w 5542597"/>
                <a:gd name="connsiteY2492" fmla="*/ 1850231 h 1903571"/>
                <a:gd name="connsiteX2493" fmla="*/ 624364 w 5542597"/>
                <a:gd name="connsiteY2493" fmla="*/ 1851184 h 1903571"/>
                <a:gd name="connsiteX2494" fmla="*/ 624840 w 5542597"/>
                <a:gd name="connsiteY2494" fmla="*/ 1852136 h 1903571"/>
                <a:gd name="connsiteX2495" fmla="*/ 623411 w 5542597"/>
                <a:gd name="connsiteY2495" fmla="*/ 1856899 h 1903571"/>
                <a:gd name="connsiteX2496" fmla="*/ 621982 w 5542597"/>
                <a:gd name="connsiteY2496" fmla="*/ 1861661 h 1903571"/>
                <a:gd name="connsiteX2497" fmla="*/ 621982 w 5542597"/>
                <a:gd name="connsiteY2497" fmla="*/ 1863090 h 1903571"/>
                <a:gd name="connsiteX2498" fmla="*/ 624840 w 5542597"/>
                <a:gd name="connsiteY2498" fmla="*/ 1864995 h 1903571"/>
                <a:gd name="connsiteX2499" fmla="*/ 629126 w 5542597"/>
                <a:gd name="connsiteY2499" fmla="*/ 1866900 h 1903571"/>
                <a:gd name="connsiteX2500" fmla="*/ 631031 w 5542597"/>
                <a:gd name="connsiteY2500" fmla="*/ 1868329 h 1903571"/>
                <a:gd name="connsiteX2501" fmla="*/ 632460 w 5542597"/>
                <a:gd name="connsiteY2501" fmla="*/ 1869758 h 1903571"/>
                <a:gd name="connsiteX2502" fmla="*/ 635794 w 5542597"/>
                <a:gd name="connsiteY2502" fmla="*/ 1871186 h 1903571"/>
                <a:gd name="connsiteX2503" fmla="*/ 639603 w 5542597"/>
                <a:gd name="connsiteY2503" fmla="*/ 1871663 h 1903571"/>
                <a:gd name="connsiteX2504" fmla="*/ 641509 w 5542597"/>
                <a:gd name="connsiteY2504" fmla="*/ 1871663 h 1903571"/>
                <a:gd name="connsiteX2505" fmla="*/ 643414 w 5542597"/>
                <a:gd name="connsiteY2505" fmla="*/ 1873091 h 1903571"/>
                <a:gd name="connsiteX2506" fmla="*/ 648176 w 5542597"/>
                <a:gd name="connsiteY2506" fmla="*/ 1874996 h 1903571"/>
                <a:gd name="connsiteX2507" fmla="*/ 648652 w 5542597"/>
                <a:gd name="connsiteY2507" fmla="*/ 1875949 h 1903571"/>
                <a:gd name="connsiteX2508" fmla="*/ 652463 w 5542597"/>
                <a:gd name="connsiteY2508" fmla="*/ 1876425 h 1903571"/>
                <a:gd name="connsiteX2509" fmla="*/ 652939 w 5542597"/>
                <a:gd name="connsiteY2509" fmla="*/ 1878806 h 1903571"/>
                <a:gd name="connsiteX2510" fmla="*/ 653891 w 5542597"/>
                <a:gd name="connsiteY2510" fmla="*/ 1879283 h 1903571"/>
                <a:gd name="connsiteX2511" fmla="*/ 655320 w 5542597"/>
                <a:gd name="connsiteY2511" fmla="*/ 1879283 h 1903571"/>
                <a:gd name="connsiteX2512" fmla="*/ 657701 w 5542597"/>
                <a:gd name="connsiteY2512" fmla="*/ 1878330 h 1903571"/>
                <a:gd name="connsiteX2513" fmla="*/ 659606 w 5542597"/>
                <a:gd name="connsiteY2513" fmla="*/ 1878806 h 1903571"/>
                <a:gd name="connsiteX2514" fmla="*/ 662464 w 5542597"/>
                <a:gd name="connsiteY2514" fmla="*/ 1881664 h 1903571"/>
                <a:gd name="connsiteX2515" fmla="*/ 665797 w 5542597"/>
                <a:gd name="connsiteY2515" fmla="*/ 1884521 h 1903571"/>
                <a:gd name="connsiteX2516" fmla="*/ 667702 w 5542597"/>
                <a:gd name="connsiteY2516" fmla="*/ 1886426 h 1903571"/>
                <a:gd name="connsiteX2517" fmla="*/ 668655 w 5542597"/>
                <a:gd name="connsiteY2517" fmla="*/ 1887855 h 1903571"/>
                <a:gd name="connsiteX2518" fmla="*/ 670560 w 5542597"/>
                <a:gd name="connsiteY2518" fmla="*/ 1889284 h 1903571"/>
                <a:gd name="connsiteX2519" fmla="*/ 672941 w 5542597"/>
                <a:gd name="connsiteY2519" fmla="*/ 1890713 h 1903571"/>
                <a:gd name="connsiteX2520" fmla="*/ 675322 w 5542597"/>
                <a:gd name="connsiteY2520" fmla="*/ 1893094 h 1903571"/>
                <a:gd name="connsiteX2521" fmla="*/ 677227 w 5542597"/>
                <a:gd name="connsiteY2521" fmla="*/ 1898809 h 1903571"/>
                <a:gd name="connsiteX2522" fmla="*/ 679132 w 5542597"/>
                <a:gd name="connsiteY2522" fmla="*/ 1900238 h 1903571"/>
                <a:gd name="connsiteX2523" fmla="*/ 685800 w 5542597"/>
                <a:gd name="connsiteY2523" fmla="*/ 1902619 h 1903571"/>
                <a:gd name="connsiteX2524" fmla="*/ 688181 w 5542597"/>
                <a:gd name="connsiteY2524" fmla="*/ 1903095 h 1903571"/>
                <a:gd name="connsiteX2525" fmla="*/ 695325 w 5542597"/>
                <a:gd name="connsiteY2525" fmla="*/ 1903571 h 1903571"/>
                <a:gd name="connsiteX2526" fmla="*/ 697706 w 5542597"/>
                <a:gd name="connsiteY2526" fmla="*/ 1903095 h 1903571"/>
                <a:gd name="connsiteX2527" fmla="*/ 701040 w 5542597"/>
                <a:gd name="connsiteY2527" fmla="*/ 1898333 h 1903571"/>
                <a:gd name="connsiteX2528" fmla="*/ 704374 w 5542597"/>
                <a:gd name="connsiteY2528" fmla="*/ 1893094 h 1903571"/>
                <a:gd name="connsiteX2529" fmla="*/ 707231 w 5542597"/>
                <a:gd name="connsiteY2529" fmla="*/ 1892141 h 1903571"/>
                <a:gd name="connsiteX2530" fmla="*/ 712470 w 5542597"/>
                <a:gd name="connsiteY2530" fmla="*/ 1889760 h 1903571"/>
                <a:gd name="connsiteX2531" fmla="*/ 715803 w 5542597"/>
                <a:gd name="connsiteY2531" fmla="*/ 1887379 h 1903571"/>
                <a:gd name="connsiteX2532" fmla="*/ 716756 w 5542597"/>
                <a:gd name="connsiteY2532" fmla="*/ 1884998 h 1903571"/>
                <a:gd name="connsiteX2533" fmla="*/ 720090 w 5542597"/>
                <a:gd name="connsiteY2533" fmla="*/ 1880235 h 1903571"/>
                <a:gd name="connsiteX2534" fmla="*/ 721995 w 5542597"/>
                <a:gd name="connsiteY2534" fmla="*/ 1877854 h 1903571"/>
                <a:gd name="connsiteX2535" fmla="*/ 718661 w 5542597"/>
                <a:gd name="connsiteY2535" fmla="*/ 1874996 h 1903571"/>
                <a:gd name="connsiteX2536" fmla="*/ 716756 w 5542597"/>
                <a:gd name="connsiteY2536" fmla="*/ 1874520 h 1903571"/>
                <a:gd name="connsiteX2537" fmla="*/ 715327 w 5542597"/>
                <a:gd name="connsiteY2537" fmla="*/ 1873091 h 1903571"/>
                <a:gd name="connsiteX2538" fmla="*/ 712470 w 5542597"/>
                <a:gd name="connsiteY2538" fmla="*/ 1868329 h 1903571"/>
                <a:gd name="connsiteX2539" fmla="*/ 710089 w 5542597"/>
                <a:gd name="connsiteY2539" fmla="*/ 1864043 h 1903571"/>
                <a:gd name="connsiteX2540" fmla="*/ 704850 w 5542597"/>
                <a:gd name="connsiteY2540" fmla="*/ 1856899 h 1903571"/>
                <a:gd name="connsiteX2541" fmla="*/ 696277 w 5542597"/>
                <a:gd name="connsiteY2541" fmla="*/ 1846421 h 1903571"/>
                <a:gd name="connsiteX2542" fmla="*/ 694372 w 5542597"/>
                <a:gd name="connsiteY2542" fmla="*/ 1844993 h 1903571"/>
                <a:gd name="connsiteX2543" fmla="*/ 692944 w 5542597"/>
                <a:gd name="connsiteY2543" fmla="*/ 1843564 h 1903571"/>
                <a:gd name="connsiteX2544" fmla="*/ 692468 w 5542597"/>
                <a:gd name="connsiteY2544" fmla="*/ 1838325 h 1903571"/>
                <a:gd name="connsiteX2545" fmla="*/ 690086 w 5542597"/>
                <a:gd name="connsiteY2545" fmla="*/ 1834515 h 1903571"/>
                <a:gd name="connsiteX2546" fmla="*/ 686276 w 5542597"/>
                <a:gd name="connsiteY2546" fmla="*/ 1832134 h 1903571"/>
                <a:gd name="connsiteX2547" fmla="*/ 684847 w 5542597"/>
                <a:gd name="connsiteY2547" fmla="*/ 1830705 h 1903571"/>
                <a:gd name="connsiteX2548" fmla="*/ 683895 w 5542597"/>
                <a:gd name="connsiteY2548" fmla="*/ 1829276 h 1903571"/>
                <a:gd name="connsiteX2549" fmla="*/ 685800 w 5542597"/>
                <a:gd name="connsiteY2549" fmla="*/ 1821656 h 1903571"/>
                <a:gd name="connsiteX2550" fmla="*/ 685800 w 5542597"/>
                <a:gd name="connsiteY2550" fmla="*/ 1819751 h 1903571"/>
                <a:gd name="connsiteX2551" fmla="*/ 684847 w 5542597"/>
                <a:gd name="connsiteY2551" fmla="*/ 1814989 h 1903571"/>
                <a:gd name="connsiteX2552" fmla="*/ 685800 w 5542597"/>
                <a:gd name="connsiteY2552" fmla="*/ 1809750 h 1903571"/>
                <a:gd name="connsiteX2553" fmla="*/ 687705 w 5542597"/>
                <a:gd name="connsiteY2553" fmla="*/ 1802606 h 1903571"/>
                <a:gd name="connsiteX2554" fmla="*/ 689610 w 5542597"/>
                <a:gd name="connsiteY2554" fmla="*/ 1797844 h 1903571"/>
                <a:gd name="connsiteX2555" fmla="*/ 690086 w 5542597"/>
                <a:gd name="connsiteY2555" fmla="*/ 1794510 h 1903571"/>
                <a:gd name="connsiteX2556" fmla="*/ 687228 w 5542597"/>
                <a:gd name="connsiteY2556" fmla="*/ 1796415 h 1903571"/>
                <a:gd name="connsiteX2557" fmla="*/ 683895 w 5542597"/>
                <a:gd name="connsiteY2557" fmla="*/ 1807845 h 1903571"/>
                <a:gd name="connsiteX2558" fmla="*/ 682943 w 5542597"/>
                <a:gd name="connsiteY2558" fmla="*/ 1798796 h 1903571"/>
                <a:gd name="connsiteX2559" fmla="*/ 680561 w 5542597"/>
                <a:gd name="connsiteY2559" fmla="*/ 1789748 h 1903571"/>
                <a:gd name="connsiteX2560" fmla="*/ 678656 w 5542597"/>
                <a:gd name="connsiteY2560" fmla="*/ 1785461 h 1903571"/>
                <a:gd name="connsiteX2561" fmla="*/ 676275 w 5542597"/>
                <a:gd name="connsiteY2561" fmla="*/ 1781651 h 1903571"/>
                <a:gd name="connsiteX2562" fmla="*/ 672465 w 5542597"/>
                <a:gd name="connsiteY2562" fmla="*/ 1778794 h 1903571"/>
                <a:gd name="connsiteX2563" fmla="*/ 669131 w 5542597"/>
                <a:gd name="connsiteY2563" fmla="*/ 1775460 h 1903571"/>
                <a:gd name="connsiteX2564" fmla="*/ 665321 w 5542597"/>
                <a:gd name="connsiteY2564" fmla="*/ 1773555 h 1903571"/>
                <a:gd name="connsiteX2565" fmla="*/ 660082 w 5542597"/>
                <a:gd name="connsiteY2565" fmla="*/ 1772126 h 1903571"/>
                <a:gd name="connsiteX2566" fmla="*/ 658653 w 5542597"/>
                <a:gd name="connsiteY2566" fmla="*/ 1771174 h 1903571"/>
                <a:gd name="connsiteX2567" fmla="*/ 658177 w 5542597"/>
                <a:gd name="connsiteY2567" fmla="*/ 1768793 h 1903571"/>
                <a:gd name="connsiteX2568" fmla="*/ 658653 w 5542597"/>
                <a:gd name="connsiteY2568" fmla="*/ 1766411 h 1903571"/>
                <a:gd name="connsiteX2569" fmla="*/ 660082 w 5542597"/>
                <a:gd name="connsiteY2569" fmla="*/ 1762601 h 1903571"/>
                <a:gd name="connsiteX2570" fmla="*/ 662940 w 5542597"/>
                <a:gd name="connsiteY2570" fmla="*/ 1759744 h 1903571"/>
                <a:gd name="connsiteX2571" fmla="*/ 666750 w 5542597"/>
                <a:gd name="connsiteY2571" fmla="*/ 1757363 h 1903571"/>
                <a:gd name="connsiteX2572" fmla="*/ 667702 w 5542597"/>
                <a:gd name="connsiteY2572" fmla="*/ 1755458 h 1903571"/>
                <a:gd name="connsiteX2573" fmla="*/ 668178 w 5542597"/>
                <a:gd name="connsiteY2573" fmla="*/ 1753553 h 1903571"/>
                <a:gd name="connsiteX2574" fmla="*/ 669607 w 5542597"/>
                <a:gd name="connsiteY2574" fmla="*/ 1754981 h 1903571"/>
                <a:gd name="connsiteX2575" fmla="*/ 671036 w 5542597"/>
                <a:gd name="connsiteY2575" fmla="*/ 1755934 h 1903571"/>
                <a:gd name="connsiteX2576" fmla="*/ 671989 w 5542597"/>
                <a:gd name="connsiteY2576" fmla="*/ 1752124 h 1903571"/>
                <a:gd name="connsiteX2577" fmla="*/ 673894 w 5542597"/>
                <a:gd name="connsiteY2577" fmla="*/ 1749266 h 1903571"/>
                <a:gd name="connsiteX2578" fmla="*/ 675799 w 5542597"/>
                <a:gd name="connsiteY2578" fmla="*/ 1747361 h 1903571"/>
                <a:gd name="connsiteX2579" fmla="*/ 678180 w 5542597"/>
                <a:gd name="connsiteY2579" fmla="*/ 1742123 h 1903571"/>
                <a:gd name="connsiteX2580" fmla="*/ 680085 w 5542597"/>
                <a:gd name="connsiteY2580" fmla="*/ 1739265 h 1903571"/>
                <a:gd name="connsiteX2581" fmla="*/ 681514 w 5542597"/>
                <a:gd name="connsiteY2581" fmla="*/ 1735931 h 1903571"/>
                <a:gd name="connsiteX2582" fmla="*/ 682466 w 5542597"/>
                <a:gd name="connsiteY2582" fmla="*/ 1730693 h 1903571"/>
                <a:gd name="connsiteX2583" fmla="*/ 683895 w 5542597"/>
                <a:gd name="connsiteY2583" fmla="*/ 1730216 h 1903571"/>
                <a:gd name="connsiteX2584" fmla="*/ 684847 w 5542597"/>
                <a:gd name="connsiteY2584" fmla="*/ 1729264 h 1903571"/>
                <a:gd name="connsiteX2585" fmla="*/ 685800 w 5542597"/>
                <a:gd name="connsiteY2585" fmla="*/ 1727835 h 1903571"/>
                <a:gd name="connsiteX2586" fmla="*/ 686276 w 5542597"/>
                <a:gd name="connsiteY2586" fmla="*/ 1725930 h 1903571"/>
                <a:gd name="connsiteX2587" fmla="*/ 686276 w 5542597"/>
                <a:gd name="connsiteY2587" fmla="*/ 1723073 h 1903571"/>
                <a:gd name="connsiteX2588" fmla="*/ 683895 w 5542597"/>
                <a:gd name="connsiteY2588" fmla="*/ 1719739 h 1903571"/>
                <a:gd name="connsiteX2589" fmla="*/ 684371 w 5542597"/>
                <a:gd name="connsiteY2589" fmla="*/ 1719263 h 1903571"/>
                <a:gd name="connsiteX2590" fmla="*/ 685324 w 5542597"/>
                <a:gd name="connsiteY2590" fmla="*/ 1720215 h 1903571"/>
                <a:gd name="connsiteX2591" fmla="*/ 687705 w 5542597"/>
                <a:gd name="connsiteY2591" fmla="*/ 1721644 h 1903571"/>
                <a:gd name="connsiteX2592" fmla="*/ 689610 w 5542597"/>
                <a:gd name="connsiteY2592" fmla="*/ 1723549 h 1903571"/>
                <a:gd name="connsiteX2593" fmla="*/ 690563 w 5542597"/>
                <a:gd name="connsiteY2593" fmla="*/ 1720691 h 1903571"/>
                <a:gd name="connsiteX2594" fmla="*/ 691991 w 5542597"/>
                <a:gd name="connsiteY2594" fmla="*/ 1719263 h 1903571"/>
                <a:gd name="connsiteX2595" fmla="*/ 694372 w 5542597"/>
                <a:gd name="connsiteY2595" fmla="*/ 1720215 h 1903571"/>
                <a:gd name="connsiteX2596" fmla="*/ 696277 w 5542597"/>
                <a:gd name="connsiteY2596" fmla="*/ 1720215 h 1903571"/>
                <a:gd name="connsiteX2597" fmla="*/ 703897 w 5542597"/>
                <a:gd name="connsiteY2597" fmla="*/ 1717834 h 1903571"/>
                <a:gd name="connsiteX2598" fmla="*/ 707707 w 5542597"/>
                <a:gd name="connsiteY2598" fmla="*/ 1717358 h 1903571"/>
                <a:gd name="connsiteX2599" fmla="*/ 711041 w 5542597"/>
                <a:gd name="connsiteY2599" fmla="*/ 1715453 h 1903571"/>
                <a:gd name="connsiteX2600" fmla="*/ 718661 w 5542597"/>
                <a:gd name="connsiteY2600" fmla="*/ 1708785 h 1903571"/>
                <a:gd name="connsiteX2601" fmla="*/ 720566 w 5542597"/>
                <a:gd name="connsiteY2601" fmla="*/ 1708785 h 1903571"/>
                <a:gd name="connsiteX2602" fmla="*/ 722471 w 5542597"/>
                <a:gd name="connsiteY2602" fmla="*/ 1708785 h 1903571"/>
                <a:gd name="connsiteX2603" fmla="*/ 723900 w 5542597"/>
                <a:gd name="connsiteY2603" fmla="*/ 1710214 h 1903571"/>
                <a:gd name="connsiteX2604" fmla="*/ 725805 w 5542597"/>
                <a:gd name="connsiteY2604" fmla="*/ 1711166 h 1903571"/>
                <a:gd name="connsiteX2605" fmla="*/ 727234 w 5542597"/>
                <a:gd name="connsiteY2605" fmla="*/ 1710690 h 1903571"/>
                <a:gd name="connsiteX2606" fmla="*/ 727710 w 5542597"/>
                <a:gd name="connsiteY2606" fmla="*/ 1709738 h 1903571"/>
                <a:gd name="connsiteX2607" fmla="*/ 726281 w 5542597"/>
                <a:gd name="connsiteY2607" fmla="*/ 1707356 h 1903571"/>
                <a:gd name="connsiteX2608" fmla="*/ 725805 w 5542597"/>
                <a:gd name="connsiteY2608" fmla="*/ 1704975 h 1903571"/>
                <a:gd name="connsiteX2609" fmla="*/ 725328 w 5542597"/>
                <a:gd name="connsiteY2609" fmla="*/ 1702594 h 1903571"/>
                <a:gd name="connsiteX2610" fmla="*/ 727710 w 5542597"/>
                <a:gd name="connsiteY2610" fmla="*/ 1702118 h 1903571"/>
                <a:gd name="connsiteX2611" fmla="*/ 729615 w 5542597"/>
                <a:gd name="connsiteY2611" fmla="*/ 1702118 h 1903571"/>
                <a:gd name="connsiteX2612" fmla="*/ 739140 w 5542597"/>
                <a:gd name="connsiteY2612" fmla="*/ 1698308 h 1903571"/>
                <a:gd name="connsiteX2613" fmla="*/ 740093 w 5542597"/>
                <a:gd name="connsiteY2613" fmla="*/ 1696879 h 1903571"/>
                <a:gd name="connsiteX2614" fmla="*/ 740569 w 5542597"/>
                <a:gd name="connsiteY2614" fmla="*/ 1694498 h 1903571"/>
                <a:gd name="connsiteX2615" fmla="*/ 744855 w 5542597"/>
                <a:gd name="connsiteY2615" fmla="*/ 1694021 h 1903571"/>
                <a:gd name="connsiteX2616" fmla="*/ 744378 w 5542597"/>
                <a:gd name="connsiteY2616" fmla="*/ 1692116 h 1903571"/>
                <a:gd name="connsiteX2617" fmla="*/ 742474 w 5542597"/>
                <a:gd name="connsiteY2617" fmla="*/ 1691640 h 1903571"/>
                <a:gd name="connsiteX2618" fmla="*/ 734853 w 5542597"/>
                <a:gd name="connsiteY2618" fmla="*/ 1687830 h 1903571"/>
                <a:gd name="connsiteX2619" fmla="*/ 728663 w 5542597"/>
                <a:gd name="connsiteY2619" fmla="*/ 1684973 h 1903571"/>
                <a:gd name="connsiteX2620" fmla="*/ 722947 w 5542597"/>
                <a:gd name="connsiteY2620" fmla="*/ 1682115 h 1903571"/>
                <a:gd name="connsiteX2621" fmla="*/ 721995 w 5542597"/>
                <a:gd name="connsiteY2621" fmla="*/ 1682115 h 1903571"/>
                <a:gd name="connsiteX2622" fmla="*/ 720566 w 5542597"/>
                <a:gd name="connsiteY2622" fmla="*/ 1680686 h 1903571"/>
                <a:gd name="connsiteX2623" fmla="*/ 719614 w 5542597"/>
                <a:gd name="connsiteY2623" fmla="*/ 1678781 h 1903571"/>
                <a:gd name="connsiteX2624" fmla="*/ 719614 w 5542597"/>
                <a:gd name="connsiteY2624" fmla="*/ 1676876 h 1903571"/>
                <a:gd name="connsiteX2625" fmla="*/ 720090 w 5542597"/>
                <a:gd name="connsiteY2625" fmla="*/ 1675448 h 1903571"/>
                <a:gd name="connsiteX2626" fmla="*/ 721519 w 5542597"/>
                <a:gd name="connsiteY2626" fmla="*/ 1674495 h 1903571"/>
                <a:gd name="connsiteX2627" fmla="*/ 722947 w 5542597"/>
                <a:gd name="connsiteY2627" fmla="*/ 1674019 h 1903571"/>
                <a:gd name="connsiteX2628" fmla="*/ 724376 w 5542597"/>
                <a:gd name="connsiteY2628" fmla="*/ 1674019 h 1903571"/>
                <a:gd name="connsiteX2629" fmla="*/ 725805 w 5542597"/>
                <a:gd name="connsiteY2629" fmla="*/ 1674971 h 1903571"/>
                <a:gd name="connsiteX2630" fmla="*/ 728663 w 5542597"/>
                <a:gd name="connsiteY2630" fmla="*/ 1676400 h 1903571"/>
                <a:gd name="connsiteX2631" fmla="*/ 732472 w 5542597"/>
                <a:gd name="connsiteY2631" fmla="*/ 1676400 h 1903571"/>
                <a:gd name="connsiteX2632" fmla="*/ 734853 w 5542597"/>
                <a:gd name="connsiteY2632" fmla="*/ 1675448 h 1903571"/>
                <a:gd name="connsiteX2633" fmla="*/ 734853 w 5542597"/>
                <a:gd name="connsiteY2633" fmla="*/ 1673543 h 1903571"/>
                <a:gd name="connsiteX2634" fmla="*/ 730568 w 5542597"/>
                <a:gd name="connsiteY2634" fmla="*/ 1665923 h 1903571"/>
                <a:gd name="connsiteX2635" fmla="*/ 726757 w 5542597"/>
                <a:gd name="connsiteY2635" fmla="*/ 1659731 h 1903571"/>
                <a:gd name="connsiteX2636" fmla="*/ 722947 w 5542597"/>
                <a:gd name="connsiteY2636" fmla="*/ 1652588 h 1903571"/>
                <a:gd name="connsiteX2637" fmla="*/ 721043 w 5542597"/>
                <a:gd name="connsiteY2637" fmla="*/ 1650206 h 1903571"/>
                <a:gd name="connsiteX2638" fmla="*/ 716280 w 5542597"/>
                <a:gd name="connsiteY2638" fmla="*/ 1644491 h 1903571"/>
                <a:gd name="connsiteX2639" fmla="*/ 711518 w 5542597"/>
                <a:gd name="connsiteY2639" fmla="*/ 1638776 h 1903571"/>
                <a:gd name="connsiteX2640" fmla="*/ 708184 w 5542597"/>
                <a:gd name="connsiteY2640" fmla="*/ 1633538 h 1903571"/>
                <a:gd name="connsiteX2641" fmla="*/ 705802 w 5542597"/>
                <a:gd name="connsiteY2641" fmla="*/ 1632109 h 1903571"/>
                <a:gd name="connsiteX2642" fmla="*/ 700088 w 5542597"/>
                <a:gd name="connsiteY2642" fmla="*/ 1631633 h 1903571"/>
                <a:gd name="connsiteX2643" fmla="*/ 688657 w 5542597"/>
                <a:gd name="connsiteY2643" fmla="*/ 1630204 h 1903571"/>
                <a:gd name="connsiteX2644" fmla="*/ 684847 w 5542597"/>
                <a:gd name="connsiteY2644" fmla="*/ 1629728 h 1903571"/>
                <a:gd name="connsiteX2645" fmla="*/ 681514 w 5542597"/>
                <a:gd name="connsiteY2645" fmla="*/ 1631156 h 1903571"/>
                <a:gd name="connsiteX2646" fmla="*/ 678180 w 5542597"/>
                <a:gd name="connsiteY2646" fmla="*/ 1632109 h 1903571"/>
                <a:gd name="connsiteX2647" fmla="*/ 675322 w 5542597"/>
                <a:gd name="connsiteY2647" fmla="*/ 1630204 h 1903571"/>
                <a:gd name="connsiteX2648" fmla="*/ 672941 w 5542597"/>
                <a:gd name="connsiteY2648" fmla="*/ 1626394 h 1903571"/>
                <a:gd name="connsiteX2649" fmla="*/ 671513 w 5542597"/>
                <a:gd name="connsiteY2649" fmla="*/ 1623536 h 1903571"/>
                <a:gd name="connsiteX2650" fmla="*/ 671989 w 5542597"/>
                <a:gd name="connsiteY2650" fmla="*/ 1620203 h 1903571"/>
                <a:gd name="connsiteX2651" fmla="*/ 672465 w 5542597"/>
                <a:gd name="connsiteY2651" fmla="*/ 1615440 h 1903571"/>
                <a:gd name="connsiteX2652" fmla="*/ 670560 w 5542597"/>
                <a:gd name="connsiteY2652" fmla="*/ 1611154 h 1903571"/>
                <a:gd name="connsiteX2653" fmla="*/ 668178 w 5542597"/>
                <a:gd name="connsiteY2653" fmla="*/ 1608773 h 1903571"/>
                <a:gd name="connsiteX2654" fmla="*/ 663416 w 5542597"/>
                <a:gd name="connsiteY2654" fmla="*/ 1607344 h 1903571"/>
                <a:gd name="connsiteX2655" fmla="*/ 656749 w 5542597"/>
                <a:gd name="connsiteY2655" fmla="*/ 1603534 h 1903571"/>
                <a:gd name="connsiteX2656" fmla="*/ 654844 w 5542597"/>
                <a:gd name="connsiteY2656" fmla="*/ 1596390 h 1903571"/>
                <a:gd name="connsiteX2657" fmla="*/ 658177 w 5542597"/>
                <a:gd name="connsiteY2657" fmla="*/ 1586389 h 1903571"/>
                <a:gd name="connsiteX2658" fmla="*/ 663416 w 5542597"/>
                <a:gd name="connsiteY2658" fmla="*/ 1579245 h 1903571"/>
                <a:gd name="connsiteX2659" fmla="*/ 666750 w 5542597"/>
                <a:gd name="connsiteY2659" fmla="*/ 1576388 h 1903571"/>
                <a:gd name="connsiteX2660" fmla="*/ 668655 w 5542597"/>
                <a:gd name="connsiteY2660" fmla="*/ 1573530 h 1903571"/>
                <a:gd name="connsiteX2661" fmla="*/ 669131 w 5542597"/>
                <a:gd name="connsiteY2661" fmla="*/ 1571149 h 1903571"/>
                <a:gd name="connsiteX2662" fmla="*/ 668655 w 5542597"/>
                <a:gd name="connsiteY2662" fmla="*/ 1569244 h 1903571"/>
                <a:gd name="connsiteX2663" fmla="*/ 666750 w 5542597"/>
                <a:gd name="connsiteY2663" fmla="*/ 1566863 h 1903571"/>
                <a:gd name="connsiteX2664" fmla="*/ 663416 w 5542597"/>
                <a:gd name="connsiteY2664" fmla="*/ 1564481 h 1903571"/>
                <a:gd name="connsiteX2665" fmla="*/ 661511 w 5542597"/>
                <a:gd name="connsiteY2665" fmla="*/ 1561624 h 1903571"/>
                <a:gd name="connsiteX2666" fmla="*/ 662464 w 5542597"/>
                <a:gd name="connsiteY2666" fmla="*/ 1555909 h 1903571"/>
                <a:gd name="connsiteX2667" fmla="*/ 664369 w 5542597"/>
                <a:gd name="connsiteY2667" fmla="*/ 1547336 h 1903571"/>
                <a:gd name="connsiteX2668" fmla="*/ 668178 w 5542597"/>
                <a:gd name="connsiteY2668" fmla="*/ 1540669 h 1903571"/>
                <a:gd name="connsiteX2669" fmla="*/ 672465 w 5542597"/>
                <a:gd name="connsiteY2669" fmla="*/ 1536859 h 1903571"/>
                <a:gd name="connsiteX2670" fmla="*/ 676751 w 5542597"/>
                <a:gd name="connsiteY2670" fmla="*/ 1534001 h 1903571"/>
                <a:gd name="connsiteX2671" fmla="*/ 678180 w 5542597"/>
                <a:gd name="connsiteY2671" fmla="*/ 1531620 h 1903571"/>
                <a:gd name="connsiteX2672" fmla="*/ 678180 w 5542597"/>
                <a:gd name="connsiteY2672" fmla="*/ 1527810 h 1903571"/>
                <a:gd name="connsiteX2673" fmla="*/ 678180 w 5542597"/>
                <a:gd name="connsiteY2673" fmla="*/ 1524476 h 1903571"/>
                <a:gd name="connsiteX2674" fmla="*/ 679609 w 5542597"/>
                <a:gd name="connsiteY2674" fmla="*/ 1522095 h 1903571"/>
                <a:gd name="connsiteX2675" fmla="*/ 681038 w 5542597"/>
                <a:gd name="connsiteY2675" fmla="*/ 1520190 h 1903571"/>
                <a:gd name="connsiteX2676" fmla="*/ 682943 w 5542597"/>
                <a:gd name="connsiteY2676" fmla="*/ 1518285 h 1903571"/>
                <a:gd name="connsiteX2677" fmla="*/ 685324 w 5542597"/>
                <a:gd name="connsiteY2677" fmla="*/ 1516380 h 1903571"/>
                <a:gd name="connsiteX2678" fmla="*/ 688657 w 5542597"/>
                <a:gd name="connsiteY2678" fmla="*/ 1515904 h 1903571"/>
                <a:gd name="connsiteX2679" fmla="*/ 692468 w 5542597"/>
                <a:gd name="connsiteY2679" fmla="*/ 1517333 h 1903571"/>
                <a:gd name="connsiteX2680" fmla="*/ 697230 w 5542597"/>
                <a:gd name="connsiteY2680" fmla="*/ 1521619 h 1903571"/>
                <a:gd name="connsiteX2681" fmla="*/ 704374 w 5542597"/>
                <a:gd name="connsiteY2681" fmla="*/ 1529715 h 1903571"/>
                <a:gd name="connsiteX2682" fmla="*/ 708660 w 5542597"/>
                <a:gd name="connsiteY2682" fmla="*/ 1535430 h 1903571"/>
                <a:gd name="connsiteX2683" fmla="*/ 710089 w 5542597"/>
                <a:gd name="connsiteY2683" fmla="*/ 1536859 h 1903571"/>
                <a:gd name="connsiteX2684" fmla="*/ 713899 w 5542597"/>
                <a:gd name="connsiteY2684" fmla="*/ 1540193 h 1903571"/>
                <a:gd name="connsiteX2685" fmla="*/ 717232 w 5542597"/>
                <a:gd name="connsiteY2685" fmla="*/ 1541621 h 1903571"/>
                <a:gd name="connsiteX2686" fmla="*/ 722471 w 5542597"/>
                <a:gd name="connsiteY2686" fmla="*/ 1539716 h 1903571"/>
                <a:gd name="connsiteX2687" fmla="*/ 728186 w 5542597"/>
                <a:gd name="connsiteY2687" fmla="*/ 1537335 h 1903571"/>
                <a:gd name="connsiteX2688" fmla="*/ 730091 w 5542597"/>
                <a:gd name="connsiteY2688" fmla="*/ 1535906 h 1903571"/>
                <a:gd name="connsiteX2689" fmla="*/ 731044 w 5542597"/>
                <a:gd name="connsiteY2689" fmla="*/ 1533525 h 1903571"/>
                <a:gd name="connsiteX2690" fmla="*/ 730091 w 5542597"/>
                <a:gd name="connsiteY2690" fmla="*/ 1529715 h 1903571"/>
                <a:gd name="connsiteX2691" fmla="*/ 729139 w 5542597"/>
                <a:gd name="connsiteY2691" fmla="*/ 1527334 h 1903571"/>
                <a:gd name="connsiteX2692" fmla="*/ 727710 w 5542597"/>
                <a:gd name="connsiteY2692" fmla="*/ 1524000 h 1903571"/>
                <a:gd name="connsiteX2693" fmla="*/ 726281 w 5542597"/>
                <a:gd name="connsiteY2693" fmla="*/ 1518285 h 1903571"/>
                <a:gd name="connsiteX2694" fmla="*/ 724852 w 5542597"/>
                <a:gd name="connsiteY2694" fmla="*/ 1509713 h 1903571"/>
                <a:gd name="connsiteX2695" fmla="*/ 723424 w 5542597"/>
                <a:gd name="connsiteY2695" fmla="*/ 1506855 h 1903571"/>
                <a:gd name="connsiteX2696" fmla="*/ 724376 w 5542597"/>
                <a:gd name="connsiteY2696" fmla="*/ 1506855 h 1903571"/>
                <a:gd name="connsiteX2697" fmla="*/ 727234 w 5542597"/>
                <a:gd name="connsiteY2697" fmla="*/ 1507331 h 1903571"/>
                <a:gd name="connsiteX2698" fmla="*/ 729615 w 5542597"/>
                <a:gd name="connsiteY2698" fmla="*/ 1507331 h 1903571"/>
                <a:gd name="connsiteX2699" fmla="*/ 733425 w 5542597"/>
                <a:gd name="connsiteY2699" fmla="*/ 1505426 h 1903571"/>
                <a:gd name="connsiteX2700" fmla="*/ 738188 w 5542597"/>
                <a:gd name="connsiteY2700" fmla="*/ 1502093 h 1903571"/>
                <a:gd name="connsiteX2701" fmla="*/ 747236 w 5542597"/>
                <a:gd name="connsiteY2701" fmla="*/ 1496378 h 1903571"/>
                <a:gd name="connsiteX2702" fmla="*/ 749141 w 5542597"/>
                <a:gd name="connsiteY2702" fmla="*/ 1492568 h 1903571"/>
                <a:gd name="connsiteX2703" fmla="*/ 750570 w 5542597"/>
                <a:gd name="connsiteY2703" fmla="*/ 1488281 h 1903571"/>
                <a:gd name="connsiteX2704" fmla="*/ 753427 w 5542597"/>
                <a:gd name="connsiteY2704" fmla="*/ 1485900 h 1903571"/>
                <a:gd name="connsiteX2705" fmla="*/ 759143 w 5542597"/>
                <a:gd name="connsiteY2705" fmla="*/ 1484948 h 1903571"/>
                <a:gd name="connsiteX2706" fmla="*/ 764381 w 5542597"/>
                <a:gd name="connsiteY2706" fmla="*/ 1483995 h 1903571"/>
                <a:gd name="connsiteX2707" fmla="*/ 768191 w 5542597"/>
                <a:gd name="connsiteY2707" fmla="*/ 1481138 h 1903571"/>
                <a:gd name="connsiteX2708" fmla="*/ 773906 w 5542597"/>
                <a:gd name="connsiteY2708" fmla="*/ 1478280 h 1903571"/>
                <a:gd name="connsiteX2709" fmla="*/ 778669 w 5542597"/>
                <a:gd name="connsiteY2709" fmla="*/ 1476851 h 1903571"/>
                <a:gd name="connsiteX2710" fmla="*/ 781050 w 5542597"/>
                <a:gd name="connsiteY2710" fmla="*/ 1475423 h 1903571"/>
                <a:gd name="connsiteX2711" fmla="*/ 782478 w 5542597"/>
                <a:gd name="connsiteY2711" fmla="*/ 1473041 h 1903571"/>
                <a:gd name="connsiteX2712" fmla="*/ 787718 w 5542597"/>
                <a:gd name="connsiteY2712" fmla="*/ 1467326 h 1903571"/>
                <a:gd name="connsiteX2713" fmla="*/ 792003 w 5542597"/>
                <a:gd name="connsiteY2713" fmla="*/ 1463516 h 1903571"/>
                <a:gd name="connsiteX2714" fmla="*/ 796290 w 5542597"/>
                <a:gd name="connsiteY2714" fmla="*/ 1459706 h 1903571"/>
                <a:gd name="connsiteX2715" fmla="*/ 797243 w 5542597"/>
                <a:gd name="connsiteY2715" fmla="*/ 1456849 h 1903571"/>
                <a:gd name="connsiteX2716" fmla="*/ 800576 w 5542597"/>
                <a:gd name="connsiteY2716" fmla="*/ 1457325 h 1903571"/>
                <a:gd name="connsiteX2717" fmla="*/ 804863 w 5542597"/>
                <a:gd name="connsiteY2717" fmla="*/ 1459230 h 1903571"/>
                <a:gd name="connsiteX2718" fmla="*/ 810101 w 5542597"/>
                <a:gd name="connsiteY2718" fmla="*/ 1460659 h 1903571"/>
                <a:gd name="connsiteX2719" fmla="*/ 813435 w 5542597"/>
                <a:gd name="connsiteY2719" fmla="*/ 1463040 h 1903571"/>
                <a:gd name="connsiteX2720" fmla="*/ 814388 w 5542597"/>
                <a:gd name="connsiteY2720" fmla="*/ 1465421 h 1903571"/>
                <a:gd name="connsiteX2721" fmla="*/ 814388 w 5542597"/>
                <a:gd name="connsiteY2721" fmla="*/ 1467326 h 1903571"/>
                <a:gd name="connsiteX2722" fmla="*/ 816293 w 5542597"/>
                <a:gd name="connsiteY2722" fmla="*/ 1468279 h 1903571"/>
                <a:gd name="connsiteX2723" fmla="*/ 817721 w 5542597"/>
                <a:gd name="connsiteY2723" fmla="*/ 1468755 h 1903571"/>
                <a:gd name="connsiteX2724" fmla="*/ 820578 w 5542597"/>
                <a:gd name="connsiteY2724" fmla="*/ 1468279 h 1903571"/>
                <a:gd name="connsiteX2725" fmla="*/ 824865 w 5542597"/>
                <a:gd name="connsiteY2725" fmla="*/ 1468279 h 1903571"/>
                <a:gd name="connsiteX2726" fmla="*/ 830580 w 5542597"/>
                <a:gd name="connsiteY2726" fmla="*/ 1464945 h 1903571"/>
                <a:gd name="connsiteX2727" fmla="*/ 838676 w 5542597"/>
                <a:gd name="connsiteY2727" fmla="*/ 1459706 h 1903571"/>
                <a:gd name="connsiteX2728" fmla="*/ 845820 w 5542597"/>
                <a:gd name="connsiteY2728" fmla="*/ 1457801 h 1903571"/>
                <a:gd name="connsiteX2729" fmla="*/ 849630 w 5542597"/>
                <a:gd name="connsiteY2729" fmla="*/ 1459230 h 1903571"/>
                <a:gd name="connsiteX2730" fmla="*/ 852964 w 5542597"/>
                <a:gd name="connsiteY2730" fmla="*/ 1463040 h 1903571"/>
                <a:gd name="connsiteX2731" fmla="*/ 855345 w 5542597"/>
                <a:gd name="connsiteY2731" fmla="*/ 1466850 h 1903571"/>
                <a:gd name="connsiteX2732" fmla="*/ 857726 w 5542597"/>
                <a:gd name="connsiteY2732" fmla="*/ 1468279 h 1903571"/>
                <a:gd name="connsiteX2733" fmla="*/ 859155 w 5542597"/>
                <a:gd name="connsiteY2733" fmla="*/ 1468279 h 1903571"/>
                <a:gd name="connsiteX2734" fmla="*/ 860107 w 5542597"/>
                <a:gd name="connsiteY2734" fmla="*/ 1468279 h 1903571"/>
                <a:gd name="connsiteX2735" fmla="*/ 862965 w 5542597"/>
                <a:gd name="connsiteY2735" fmla="*/ 1467326 h 1903571"/>
                <a:gd name="connsiteX2736" fmla="*/ 863441 w 5542597"/>
                <a:gd name="connsiteY2736" fmla="*/ 1467326 h 1903571"/>
                <a:gd name="connsiteX2737" fmla="*/ 866299 w 5542597"/>
                <a:gd name="connsiteY2737" fmla="*/ 1467803 h 1903571"/>
                <a:gd name="connsiteX2738" fmla="*/ 869156 w 5542597"/>
                <a:gd name="connsiteY2738" fmla="*/ 1468755 h 1903571"/>
                <a:gd name="connsiteX2739" fmla="*/ 873919 w 5542597"/>
                <a:gd name="connsiteY2739" fmla="*/ 1468755 h 1903571"/>
                <a:gd name="connsiteX2740" fmla="*/ 880110 w 5542597"/>
                <a:gd name="connsiteY2740" fmla="*/ 1467803 h 1903571"/>
                <a:gd name="connsiteX2741" fmla="*/ 880586 w 5542597"/>
                <a:gd name="connsiteY2741" fmla="*/ 1467803 h 1903571"/>
                <a:gd name="connsiteX2742" fmla="*/ 883920 w 5542597"/>
                <a:gd name="connsiteY2742" fmla="*/ 1468279 h 1903571"/>
                <a:gd name="connsiteX2743" fmla="*/ 887730 w 5542597"/>
                <a:gd name="connsiteY2743" fmla="*/ 1469708 h 1903571"/>
                <a:gd name="connsiteX2744" fmla="*/ 890588 w 5542597"/>
                <a:gd name="connsiteY2744" fmla="*/ 1472089 h 1903571"/>
                <a:gd name="connsiteX2745" fmla="*/ 895826 w 5542597"/>
                <a:gd name="connsiteY2745" fmla="*/ 1478280 h 1903571"/>
                <a:gd name="connsiteX2746" fmla="*/ 898684 w 5542597"/>
                <a:gd name="connsiteY2746" fmla="*/ 1480185 h 1903571"/>
                <a:gd name="connsiteX2747" fmla="*/ 904875 w 5542597"/>
                <a:gd name="connsiteY2747" fmla="*/ 1482566 h 1903571"/>
                <a:gd name="connsiteX2748" fmla="*/ 907732 w 5542597"/>
                <a:gd name="connsiteY2748" fmla="*/ 1484471 h 1903571"/>
                <a:gd name="connsiteX2749" fmla="*/ 911066 w 5542597"/>
                <a:gd name="connsiteY2749" fmla="*/ 1487805 h 1903571"/>
                <a:gd name="connsiteX2750" fmla="*/ 912971 w 5542597"/>
                <a:gd name="connsiteY2750" fmla="*/ 1489710 h 1903571"/>
                <a:gd name="connsiteX2751" fmla="*/ 916781 w 5542597"/>
                <a:gd name="connsiteY2751" fmla="*/ 1493520 h 1903571"/>
                <a:gd name="connsiteX2752" fmla="*/ 920591 w 5542597"/>
                <a:gd name="connsiteY2752" fmla="*/ 1499711 h 1903571"/>
                <a:gd name="connsiteX2753" fmla="*/ 921544 w 5542597"/>
                <a:gd name="connsiteY2753" fmla="*/ 1503998 h 1903571"/>
                <a:gd name="connsiteX2754" fmla="*/ 922496 w 5542597"/>
                <a:gd name="connsiteY2754" fmla="*/ 1508284 h 1903571"/>
                <a:gd name="connsiteX2755" fmla="*/ 923925 w 5542597"/>
                <a:gd name="connsiteY2755" fmla="*/ 1510189 h 1903571"/>
                <a:gd name="connsiteX2756" fmla="*/ 925353 w 5542597"/>
                <a:gd name="connsiteY2756" fmla="*/ 1510189 h 1903571"/>
                <a:gd name="connsiteX2757" fmla="*/ 926782 w 5542597"/>
                <a:gd name="connsiteY2757" fmla="*/ 1509713 h 1903571"/>
                <a:gd name="connsiteX2758" fmla="*/ 928211 w 5542597"/>
                <a:gd name="connsiteY2758" fmla="*/ 1507808 h 1903571"/>
                <a:gd name="connsiteX2759" fmla="*/ 928688 w 5542597"/>
                <a:gd name="connsiteY2759" fmla="*/ 1504950 h 1903571"/>
                <a:gd name="connsiteX2760" fmla="*/ 928211 w 5542597"/>
                <a:gd name="connsiteY2760" fmla="*/ 1499235 h 1903571"/>
                <a:gd name="connsiteX2761" fmla="*/ 927259 w 5542597"/>
                <a:gd name="connsiteY2761" fmla="*/ 1494949 h 1903571"/>
                <a:gd name="connsiteX2762" fmla="*/ 925830 w 5542597"/>
                <a:gd name="connsiteY2762" fmla="*/ 1493520 h 1903571"/>
                <a:gd name="connsiteX2763" fmla="*/ 924877 w 5542597"/>
                <a:gd name="connsiteY2763" fmla="*/ 1492091 h 1903571"/>
                <a:gd name="connsiteX2764" fmla="*/ 925830 w 5542597"/>
                <a:gd name="connsiteY2764" fmla="*/ 1490186 h 1903571"/>
                <a:gd name="connsiteX2765" fmla="*/ 928211 w 5542597"/>
                <a:gd name="connsiteY2765" fmla="*/ 1489234 h 1903571"/>
                <a:gd name="connsiteX2766" fmla="*/ 931069 w 5542597"/>
                <a:gd name="connsiteY2766" fmla="*/ 1489710 h 1903571"/>
                <a:gd name="connsiteX2767" fmla="*/ 935831 w 5542597"/>
                <a:gd name="connsiteY2767" fmla="*/ 1492568 h 1903571"/>
                <a:gd name="connsiteX2768" fmla="*/ 941070 w 5542597"/>
                <a:gd name="connsiteY2768" fmla="*/ 1495425 h 1903571"/>
                <a:gd name="connsiteX2769" fmla="*/ 947261 w 5542597"/>
                <a:gd name="connsiteY2769" fmla="*/ 1501140 h 1903571"/>
                <a:gd name="connsiteX2770" fmla="*/ 952500 w 5542597"/>
                <a:gd name="connsiteY2770" fmla="*/ 1504474 h 1903571"/>
                <a:gd name="connsiteX2771" fmla="*/ 958691 w 5542597"/>
                <a:gd name="connsiteY2771" fmla="*/ 1507331 h 1903571"/>
                <a:gd name="connsiteX2772" fmla="*/ 963930 w 5542597"/>
                <a:gd name="connsiteY2772" fmla="*/ 1508284 h 1903571"/>
                <a:gd name="connsiteX2773" fmla="*/ 967740 w 5542597"/>
                <a:gd name="connsiteY2773" fmla="*/ 1507331 h 1903571"/>
                <a:gd name="connsiteX2774" fmla="*/ 972026 w 5542597"/>
                <a:gd name="connsiteY2774" fmla="*/ 1504950 h 1903571"/>
                <a:gd name="connsiteX2775" fmla="*/ 976313 w 5542597"/>
                <a:gd name="connsiteY2775" fmla="*/ 1502569 h 1903571"/>
                <a:gd name="connsiteX2776" fmla="*/ 978218 w 5542597"/>
                <a:gd name="connsiteY2776" fmla="*/ 1499711 h 1903571"/>
                <a:gd name="connsiteX2777" fmla="*/ 979170 w 5542597"/>
                <a:gd name="connsiteY2777" fmla="*/ 1496854 h 1903571"/>
                <a:gd name="connsiteX2778" fmla="*/ 985361 w 5542597"/>
                <a:gd name="connsiteY2778" fmla="*/ 1492568 h 1903571"/>
                <a:gd name="connsiteX2779" fmla="*/ 991076 w 5542597"/>
                <a:gd name="connsiteY2779" fmla="*/ 1488758 h 1903571"/>
                <a:gd name="connsiteX2780" fmla="*/ 993934 w 5542597"/>
                <a:gd name="connsiteY2780" fmla="*/ 1489710 h 1903571"/>
                <a:gd name="connsiteX2781" fmla="*/ 995363 w 5542597"/>
                <a:gd name="connsiteY2781" fmla="*/ 1490663 h 1903571"/>
                <a:gd name="connsiteX2782" fmla="*/ 1001553 w 5542597"/>
                <a:gd name="connsiteY2782" fmla="*/ 1488281 h 1903571"/>
                <a:gd name="connsiteX2783" fmla="*/ 1003459 w 5542597"/>
                <a:gd name="connsiteY2783" fmla="*/ 1487805 h 1903571"/>
                <a:gd name="connsiteX2784" fmla="*/ 1008697 w 5542597"/>
                <a:gd name="connsiteY2784" fmla="*/ 1486853 h 1903571"/>
                <a:gd name="connsiteX2785" fmla="*/ 1014413 w 5542597"/>
                <a:gd name="connsiteY2785" fmla="*/ 1488281 h 1903571"/>
                <a:gd name="connsiteX2786" fmla="*/ 1019175 w 5542597"/>
                <a:gd name="connsiteY2786" fmla="*/ 1492091 h 1903571"/>
                <a:gd name="connsiteX2787" fmla="*/ 1023461 w 5542597"/>
                <a:gd name="connsiteY2787" fmla="*/ 1494473 h 1903571"/>
                <a:gd name="connsiteX2788" fmla="*/ 1027271 w 5542597"/>
                <a:gd name="connsiteY2788" fmla="*/ 1494473 h 1903571"/>
                <a:gd name="connsiteX2789" fmla="*/ 1030605 w 5542597"/>
                <a:gd name="connsiteY2789" fmla="*/ 1493044 h 1903571"/>
                <a:gd name="connsiteX2790" fmla="*/ 1032986 w 5542597"/>
                <a:gd name="connsiteY2790" fmla="*/ 1490663 h 1903571"/>
                <a:gd name="connsiteX2791" fmla="*/ 1034415 w 5542597"/>
                <a:gd name="connsiteY2791" fmla="*/ 1487805 h 1903571"/>
                <a:gd name="connsiteX2792" fmla="*/ 1036796 w 5542597"/>
                <a:gd name="connsiteY2792" fmla="*/ 1485900 h 1903571"/>
                <a:gd name="connsiteX2793" fmla="*/ 1036796 w 5542597"/>
                <a:gd name="connsiteY2793" fmla="*/ 1485424 h 1903571"/>
                <a:gd name="connsiteX2794" fmla="*/ 1043940 w 5542597"/>
                <a:gd name="connsiteY2794" fmla="*/ 1486853 h 1903571"/>
                <a:gd name="connsiteX2795" fmla="*/ 1048226 w 5542597"/>
                <a:gd name="connsiteY2795" fmla="*/ 1486376 h 1903571"/>
                <a:gd name="connsiteX2796" fmla="*/ 1048702 w 5542597"/>
                <a:gd name="connsiteY2796" fmla="*/ 1485900 h 1903571"/>
                <a:gd name="connsiteX2797" fmla="*/ 1054894 w 5542597"/>
                <a:gd name="connsiteY2797" fmla="*/ 1486853 h 1903571"/>
                <a:gd name="connsiteX2798" fmla="*/ 1061085 w 5542597"/>
                <a:gd name="connsiteY2798" fmla="*/ 1491139 h 1903571"/>
                <a:gd name="connsiteX2799" fmla="*/ 1064895 w 5542597"/>
                <a:gd name="connsiteY2799" fmla="*/ 1495425 h 1903571"/>
                <a:gd name="connsiteX2800" fmla="*/ 1070134 w 5542597"/>
                <a:gd name="connsiteY2800" fmla="*/ 1501616 h 1903571"/>
                <a:gd name="connsiteX2801" fmla="*/ 1072515 w 5542597"/>
                <a:gd name="connsiteY2801" fmla="*/ 1503521 h 1903571"/>
                <a:gd name="connsiteX2802" fmla="*/ 1075849 w 5542597"/>
                <a:gd name="connsiteY2802" fmla="*/ 1503998 h 1903571"/>
                <a:gd name="connsiteX2803" fmla="*/ 1078706 w 5542597"/>
                <a:gd name="connsiteY2803" fmla="*/ 1504474 h 1903571"/>
                <a:gd name="connsiteX2804" fmla="*/ 1082516 w 5542597"/>
                <a:gd name="connsiteY2804" fmla="*/ 1505426 h 1903571"/>
                <a:gd name="connsiteX2805" fmla="*/ 1092041 w 5542597"/>
                <a:gd name="connsiteY2805" fmla="*/ 1506379 h 1903571"/>
                <a:gd name="connsiteX2806" fmla="*/ 1093470 w 5542597"/>
                <a:gd name="connsiteY2806" fmla="*/ 1507331 h 1903571"/>
                <a:gd name="connsiteX2807" fmla="*/ 1094422 w 5542597"/>
                <a:gd name="connsiteY2807" fmla="*/ 1508284 h 1903571"/>
                <a:gd name="connsiteX2808" fmla="*/ 1093470 w 5542597"/>
                <a:gd name="connsiteY2808" fmla="*/ 1511618 h 1903571"/>
                <a:gd name="connsiteX2809" fmla="*/ 1094422 w 5542597"/>
                <a:gd name="connsiteY2809" fmla="*/ 1512094 h 1903571"/>
                <a:gd name="connsiteX2810" fmla="*/ 1102043 w 5542597"/>
                <a:gd name="connsiteY2810" fmla="*/ 1510189 h 1903571"/>
                <a:gd name="connsiteX2811" fmla="*/ 1103947 w 5542597"/>
                <a:gd name="connsiteY2811" fmla="*/ 1508284 h 1903571"/>
                <a:gd name="connsiteX2812" fmla="*/ 1106805 w 5542597"/>
                <a:gd name="connsiteY2812" fmla="*/ 1503521 h 1903571"/>
                <a:gd name="connsiteX2813" fmla="*/ 1109186 w 5542597"/>
                <a:gd name="connsiteY2813" fmla="*/ 1498759 h 1903571"/>
                <a:gd name="connsiteX2814" fmla="*/ 1110615 w 5542597"/>
                <a:gd name="connsiteY2814" fmla="*/ 1496854 h 1903571"/>
                <a:gd name="connsiteX2815" fmla="*/ 1112520 w 5542597"/>
                <a:gd name="connsiteY2815" fmla="*/ 1496378 h 1903571"/>
                <a:gd name="connsiteX2816" fmla="*/ 1114425 w 5542597"/>
                <a:gd name="connsiteY2816" fmla="*/ 1497330 h 1903571"/>
                <a:gd name="connsiteX2817" fmla="*/ 1116806 w 5542597"/>
                <a:gd name="connsiteY2817" fmla="*/ 1500188 h 1903571"/>
                <a:gd name="connsiteX2818" fmla="*/ 1120140 w 5542597"/>
                <a:gd name="connsiteY2818" fmla="*/ 1503045 h 1903571"/>
                <a:gd name="connsiteX2819" fmla="*/ 1124902 w 5542597"/>
                <a:gd name="connsiteY2819" fmla="*/ 1503998 h 1903571"/>
                <a:gd name="connsiteX2820" fmla="*/ 1127760 w 5542597"/>
                <a:gd name="connsiteY2820" fmla="*/ 1504474 h 1903571"/>
                <a:gd name="connsiteX2821" fmla="*/ 1132046 w 5542597"/>
                <a:gd name="connsiteY2821" fmla="*/ 1504474 h 1903571"/>
                <a:gd name="connsiteX2822" fmla="*/ 1142524 w 5542597"/>
                <a:gd name="connsiteY2822" fmla="*/ 1503045 h 1903571"/>
                <a:gd name="connsiteX2823" fmla="*/ 1152049 w 5542597"/>
                <a:gd name="connsiteY2823" fmla="*/ 1499711 h 1903571"/>
                <a:gd name="connsiteX2824" fmla="*/ 1157764 w 5542597"/>
                <a:gd name="connsiteY2824" fmla="*/ 1495901 h 1903571"/>
                <a:gd name="connsiteX2825" fmla="*/ 1160621 w 5542597"/>
                <a:gd name="connsiteY2825" fmla="*/ 1490186 h 1903571"/>
                <a:gd name="connsiteX2826" fmla="*/ 1162050 w 5542597"/>
                <a:gd name="connsiteY2826" fmla="*/ 1483519 h 1903571"/>
                <a:gd name="connsiteX2827" fmla="*/ 1164431 w 5542597"/>
                <a:gd name="connsiteY2827" fmla="*/ 1479233 h 1903571"/>
                <a:gd name="connsiteX2828" fmla="*/ 1163478 w 5542597"/>
                <a:gd name="connsiteY2828" fmla="*/ 1475423 h 1903571"/>
                <a:gd name="connsiteX2829" fmla="*/ 1158716 w 5542597"/>
                <a:gd name="connsiteY2829" fmla="*/ 1471136 h 1903571"/>
                <a:gd name="connsiteX2830" fmla="*/ 1156811 w 5542597"/>
                <a:gd name="connsiteY2830" fmla="*/ 1470184 h 1903571"/>
                <a:gd name="connsiteX2831" fmla="*/ 1144905 w 5542597"/>
                <a:gd name="connsiteY2831" fmla="*/ 1467803 h 1903571"/>
                <a:gd name="connsiteX2832" fmla="*/ 1144428 w 5542597"/>
                <a:gd name="connsiteY2832" fmla="*/ 1465898 h 1903571"/>
                <a:gd name="connsiteX2833" fmla="*/ 1143476 w 5542597"/>
                <a:gd name="connsiteY2833" fmla="*/ 1465898 h 1903571"/>
                <a:gd name="connsiteX2834" fmla="*/ 1132046 w 5542597"/>
                <a:gd name="connsiteY2834" fmla="*/ 1462088 h 1903571"/>
                <a:gd name="connsiteX2835" fmla="*/ 1126331 w 5542597"/>
                <a:gd name="connsiteY2835" fmla="*/ 1460659 h 1903571"/>
                <a:gd name="connsiteX2836" fmla="*/ 1124902 w 5542597"/>
                <a:gd name="connsiteY2836" fmla="*/ 1458278 h 1903571"/>
                <a:gd name="connsiteX2837" fmla="*/ 1123950 w 5542597"/>
                <a:gd name="connsiteY2837" fmla="*/ 1454944 h 1903571"/>
                <a:gd name="connsiteX2838" fmla="*/ 1120140 w 5542597"/>
                <a:gd name="connsiteY2838" fmla="*/ 1452086 h 1903571"/>
                <a:gd name="connsiteX2839" fmla="*/ 1112996 w 5542597"/>
                <a:gd name="connsiteY2839" fmla="*/ 1449705 h 1903571"/>
                <a:gd name="connsiteX2840" fmla="*/ 1111568 w 5542597"/>
                <a:gd name="connsiteY2840" fmla="*/ 1447800 h 1903571"/>
                <a:gd name="connsiteX2841" fmla="*/ 1112996 w 5542597"/>
                <a:gd name="connsiteY2841" fmla="*/ 1445895 h 1903571"/>
                <a:gd name="connsiteX2842" fmla="*/ 1118711 w 5542597"/>
                <a:gd name="connsiteY2842" fmla="*/ 1443514 h 1903571"/>
                <a:gd name="connsiteX2843" fmla="*/ 1124902 w 5542597"/>
                <a:gd name="connsiteY2843" fmla="*/ 1439228 h 1903571"/>
                <a:gd name="connsiteX2844" fmla="*/ 1127760 w 5542597"/>
                <a:gd name="connsiteY2844" fmla="*/ 1438275 h 1903571"/>
                <a:gd name="connsiteX2845" fmla="*/ 1133475 w 5542597"/>
                <a:gd name="connsiteY2845" fmla="*/ 1438275 h 1903571"/>
                <a:gd name="connsiteX2846" fmla="*/ 1138714 w 5542597"/>
                <a:gd name="connsiteY2846" fmla="*/ 1434465 h 1903571"/>
                <a:gd name="connsiteX2847" fmla="*/ 1142524 w 5542597"/>
                <a:gd name="connsiteY2847" fmla="*/ 1432084 h 1903571"/>
                <a:gd name="connsiteX2848" fmla="*/ 1144428 w 5542597"/>
                <a:gd name="connsiteY2848" fmla="*/ 1429703 h 1903571"/>
                <a:gd name="connsiteX2849" fmla="*/ 1143952 w 5542597"/>
                <a:gd name="connsiteY2849" fmla="*/ 1426845 h 1903571"/>
                <a:gd name="connsiteX2850" fmla="*/ 1138714 w 5542597"/>
                <a:gd name="connsiteY2850" fmla="*/ 1419225 h 1903571"/>
                <a:gd name="connsiteX2851" fmla="*/ 1136809 w 5542597"/>
                <a:gd name="connsiteY2851" fmla="*/ 1413986 h 1903571"/>
                <a:gd name="connsiteX2852" fmla="*/ 1137761 w 5542597"/>
                <a:gd name="connsiteY2852" fmla="*/ 1411129 h 1903571"/>
                <a:gd name="connsiteX2853" fmla="*/ 1141095 w 5542597"/>
                <a:gd name="connsiteY2853" fmla="*/ 1407795 h 1903571"/>
                <a:gd name="connsiteX2854" fmla="*/ 1142524 w 5542597"/>
                <a:gd name="connsiteY2854" fmla="*/ 1405890 h 1903571"/>
                <a:gd name="connsiteX2855" fmla="*/ 1144905 w 5542597"/>
                <a:gd name="connsiteY2855" fmla="*/ 1402556 h 1903571"/>
                <a:gd name="connsiteX2856" fmla="*/ 1146334 w 5542597"/>
                <a:gd name="connsiteY2856" fmla="*/ 1400651 h 1903571"/>
                <a:gd name="connsiteX2857" fmla="*/ 1151572 w 5542597"/>
                <a:gd name="connsiteY2857" fmla="*/ 1399699 h 1903571"/>
                <a:gd name="connsiteX2858" fmla="*/ 1158240 w 5542597"/>
                <a:gd name="connsiteY2858" fmla="*/ 1399699 h 1903571"/>
                <a:gd name="connsiteX2859" fmla="*/ 1162526 w 5542597"/>
                <a:gd name="connsiteY2859" fmla="*/ 1400175 h 1903571"/>
                <a:gd name="connsiteX2860" fmla="*/ 1169194 w 5542597"/>
                <a:gd name="connsiteY2860" fmla="*/ 1400651 h 1903571"/>
                <a:gd name="connsiteX2861" fmla="*/ 1174909 w 5542597"/>
                <a:gd name="connsiteY2861" fmla="*/ 1401604 h 1903571"/>
                <a:gd name="connsiteX2862" fmla="*/ 1177766 w 5542597"/>
                <a:gd name="connsiteY2862" fmla="*/ 1402080 h 1903571"/>
                <a:gd name="connsiteX2863" fmla="*/ 1179671 w 5542597"/>
                <a:gd name="connsiteY2863" fmla="*/ 1401128 h 1903571"/>
                <a:gd name="connsiteX2864" fmla="*/ 1181576 w 5542597"/>
                <a:gd name="connsiteY2864" fmla="*/ 1399223 h 1903571"/>
                <a:gd name="connsiteX2865" fmla="*/ 1181576 w 5542597"/>
                <a:gd name="connsiteY2865" fmla="*/ 1396841 h 1903571"/>
                <a:gd name="connsiteX2866" fmla="*/ 1179195 w 5542597"/>
                <a:gd name="connsiteY2866" fmla="*/ 1394460 h 1903571"/>
                <a:gd name="connsiteX2867" fmla="*/ 1170622 w 5542597"/>
                <a:gd name="connsiteY2867" fmla="*/ 1391603 h 1903571"/>
                <a:gd name="connsiteX2868" fmla="*/ 1166813 w 5542597"/>
                <a:gd name="connsiteY2868" fmla="*/ 1388745 h 1903571"/>
                <a:gd name="connsiteX2869" fmla="*/ 1163955 w 5542597"/>
                <a:gd name="connsiteY2869" fmla="*/ 1389221 h 1903571"/>
                <a:gd name="connsiteX2870" fmla="*/ 1159193 w 5542597"/>
                <a:gd name="connsiteY2870" fmla="*/ 1388269 h 1903571"/>
                <a:gd name="connsiteX2871" fmla="*/ 1155382 w 5542597"/>
                <a:gd name="connsiteY2871" fmla="*/ 1386840 h 1903571"/>
                <a:gd name="connsiteX2872" fmla="*/ 1151572 w 5542597"/>
                <a:gd name="connsiteY2872" fmla="*/ 1386364 h 1903571"/>
                <a:gd name="connsiteX2873" fmla="*/ 1150144 w 5542597"/>
                <a:gd name="connsiteY2873" fmla="*/ 1383983 h 1903571"/>
                <a:gd name="connsiteX2874" fmla="*/ 1151096 w 5542597"/>
                <a:gd name="connsiteY2874" fmla="*/ 1380649 h 1903571"/>
                <a:gd name="connsiteX2875" fmla="*/ 1152525 w 5542597"/>
                <a:gd name="connsiteY2875" fmla="*/ 1378744 h 1903571"/>
                <a:gd name="connsiteX2876" fmla="*/ 1155382 w 5542597"/>
                <a:gd name="connsiteY2876" fmla="*/ 1378268 h 1903571"/>
                <a:gd name="connsiteX2877" fmla="*/ 1158240 w 5542597"/>
                <a:gd name="connsiteY2877" fmla="*/ 1378744 h 1903571"/>
                <a:gd name="connsiteX2878" fmla="*/ 1161574 w 5542597"/>
                <a:gd name="connsiteY2878" fmla="*/ 1377315 h 1903571"/>
                <a:gd name="connsiteX2879" fmla="*/ 1162526 w 5542597"/>
                <a:gd name="connsiteY2879" fmla="*/ 1376363 h 1903571"/>
                <a:gd name="connsiteX2880" fmla="*/ 1163002 w 5542597"/>
                <a:gd name="connsiteY2880" fmla="*/ 1375410 h 1903571"/>
                <a:gd name="connsiteX2881" fmla="*/ 1162050 w 5542597"/>
                <a:gd name="connsiteY2881" fmla="*/ 1373981 h 1903571"/>
                <a:gd name="connsiteX2882" fmla="*/ 1160621 w 5542597"/>
                <a:gd name="connsiteY2882" fmla="*/ 1372553 h 1903571"/>
                <a:gd name="connsiteX2883" fmla="*/ 1158716 w 5542597"/>
                <a:gd name="connsiteY2883" fmla="*/ 1372553 h 1903571"/>
                <a:gd name="connsiteX2884" fmla="*/ 1155859 w 5542597"/>
                <a:gd name="connsiteY2884" fmla="*/ 1373505 h 1903571"/>
                <a:gd name="connsiteX2885" fmla="*/ 1153001 w 5542597"/>
                <a:gd name="connsiteY2885" fmla="*/ 1373981 h 1903571"/>
                <a:gd name="connsiteX2886" fmla="*/ 1147763 w 5542597"/>
                <a:gd name="connsiteY2886" fmla="*/ 1372553 h 1903571"/>
                <a:gd name="connsiteX2887" fmla="*/ 1143952 w 5542597"/>
                <a:gd name="connsiteY2887" fmla="*/ 1370648 h 1903571"/>
                <a:gd name="connsiteX2888" fmla="*/ 1143952 w 5542597"/>
                <a:gd name="connsiteY2888" fmla="*/ 1369219 h 1903571"/>
                <a:gd name="connsiteX2889" fmla="*/ 1147286 w 5542597"/>
                <a:gd name="connsiteY2889" fmla="*/ 1366838 h 1903571"/>
                <a:gd name="connsiteX2890" fmla="*/ 1148239 w 5542597"/>
                <a:gd name="connsiteY2890" fmla="*/ 1364933 h 1903571"/>
                <a:gd name="connsiteX2891" fmla="*/ 1148239 w 5542597"/>
                <a:gd name="connsiteY2891" fmla="*/ 1358741 h 1903571"/>
                <a:gd name="connsiteX2892" fmla="*/ 1149668 w 5542597"/>
                <a:gd name="connsiteY2892" fmla="*/ 1354931 h 1903571"/>
                <a:gd name="connsiteX2893" fmla="*/ 1152525 w 5542597"/>
                <a:gd name="connsiteY2893" fmla="*/ 1352550 h 1903571"/>
                <a:gd name="connsiteX2894" fmla="*/ 1155859 w 5542597"/>
                <a:gd name="connsiteY2894" fmla="*/ 1351121 h 1903571"/>
                <a:gd name="connsiteX2895" fmla="*/ 1164907 w 5542597"/>
                <a:gd name="connsiteY2895" fmla="*/ 1353503 h 1903571"/>
                <a:gd name="connsiteX2896" fmla="*/ 1176338 w 5542597"/>
                <a:gd name="connsiteY2896" fmla="*/ 1355884 h 1903571"/>
                <a:gd name="connsiteX2897" fmla="*/ 1178243 w 5542597"/>
                <a:gd name="connsiteY2897" fmla="*/ 1355408 h 1903571"/>
                <a:gd name="connsiteX2898" fmla="*/ 1178719 w 5542597"/>
                <a:gd name="connsiteY2898" fmla="*/ 1354455 h 1903571"/>
                <a:gd name="connsiteX2899" fmla="*/ 1180147 w 5542597"/>
                <a:gd name="connsiteY2899" fmla="*/ 1353503 h 1903571"/>
                <a:gd name="connsiteX2900" fmla="*/ 1195388 w 5542597"/>
                <a:gd name="connsiteY2900" fmla="*/ 1352550 h 1903571"/>
                <a:gd name="connsiteX2901" fmla="*/ 1198721 w 5542597"/>
                <a:gd name="connsiteY2901" fmla="*/ 1351121 h 1903571"/>
                <a:gd name="connsiteX2902" fmla="*/ 1200150 w 5542597"/>
                <a:gd name="connsiteY2902" fmla="*/ 1350169 h 1903571"/>
                <a:gd name="connsiteX2903" fmla="*/ 1214914 w 5542597"/>
                <a:gd name="connsiteY2903" fmla="*/ 1348740 h 1903571"/>
                <a:gd name="connsiteX2904" fmla="*/ 1216819 w 5542597"/>
                <a:gd name="connsiteY2904" fmla="*/ 1346835 h 1903571"/>
                <a:gd name="connsiteX2905" fmla="*/ 1219200 w 5542597"/>
                <a:gd name="connsiteY2905" fmla="*/ 1345406 h 1903571"/>
                <a:gd name="connsiteX2906" fmla="*/ 1222534 w 5542597"/>
                <a:gd name="connsiteY2906" fmla="*/ 1345406 h 1903571"/>
                <a:gd name="connsiteX2907" fmla="*/ 1226820 w 5542597"/>
                <a:gd name="connsiteY2907" fmla="*/ 1344930 h 1903571"/>
                <a:gd name="connsiteX2908" fmla="*/ 1232535 w 5542597"/>
                <a:gd name="connsiteY2908" fmla="*/ 1343025 h 1903571"/>
                <a:gd name="connsiteX2909" fmla="*/ 1236345 w 5542597"/>
                <a:gd name="connsiteY2909" fmla="*/ 1342073 h 1903571"/>
                <a:gd name="connsiteX2910" fmla="*/ 1237297 w 5542597"/>
                <a:gd name="connsiteY2910" fmla="*/ 1342073 h 1903571"/>
                <a:gd name="connsiteX2911" fmla="*/ 1241584 w 5542597"/>
                <a:gd name="connsiteY2911" fmla="*/ 1342549 h 1903571"/>
                <a:gd name="connsiteX2912" fmla="*/ 1246822 w 5542597"/>
                <a:gd name="connsiteY2912" fmla="*/ 1341120 h 1903571"/>
                <a:gd name="connsiteX2913" fmla="*/ 1247775 w 5542597"/>
                <a:gd name="connsiteY2913" fmla="*/ 1340644 h 1903571"/>
                <a:gd name="connsiteX2914" fmla="*/ 1248727 w 5542597"/>
                <a:gd name="connsiteY2914" fmla="*/ 1339215 h 1903571"/>
                <a:gd name="connsiteX2915" fmla="*/ 1253490 w 5542597"/>
                <a:gd name="connsiteY2915" fmla="*/ 1337310 h 1903571"/>
                <a:gd name="connsiteX2916" fmla="*/ 1262539 w 5542597"/>
                <a:gd name="connsiteY2916" fmla="*/ 1335405 h 1903571"/>
                <a:gd name="connsiteX2917" fmla="*/ 1264444 w 5542597"/>
                <a:gd name="connsiteY2917" fmla="*/ 1336358 h 1903571"/>
                <a:gd name="connsiteX2918" fmla="*/ 1268730 w 5542597"/>
                <a:gd name="connsiteY2918" fmla="*/ 1336834 h 1903571"/>
                <a:gd name="connsiteX2919" fmla="*/ 1273969 w 5542597"/>
                <a:gd name="connsiteY2919" fmla="*/ 1336358 h 1903571"/>
                <a:gd name="connsiteX2920" fmla="*/ 1278255 w 5542597"/>
                <a:gd name="connsiteY2920" fmla="*/ 1334929 h 1903571"/>
                <a:gd name="connsiteX2921" fmla="*/ 1280636 w 5542597"/>
                <a:gd name="connsiteY2921" fmla="*/ 1336358 h 1903571"/>
                <a:gd name="connsiteX2922" fmla="*/ 1283494 w 5542597"/>
                <a:gd name="connsiteY2922" fmla="*/ 1337786 h 1903571"/>
                <a:gd name="connsiteX2923" fmla="*/ 1285875 w 5542597"/>
                <a:gd name="connsiteY2923" fmla="*/ 1336358 h 1903571"/>
                <a:gd name="connsiteX2924" fmla="*/ 1287303 w 5542597"/>
                <a:gd name="connsiteY2924" fmla="*/ 1333024 h 1903571"/>
                <a:gd name="connsiteX2925" fmla="*/ 1288732 w 5542597"/>
                <a:gd name="connsiteY2925" fmla="*/ 1329214 h 1903571"/>
                <a:gd name="connsiteX2926" fmla="*/ 1291590 w 5542597"/>
                <a:gd name="connsiteY2926" fmla="*/ 1327785 h 1903571"/>
                <a:gd name="connsiteX2927" fmla="*/ 1293495 w 5542597"/>
                <a:gd name="connsiteY2927" fmla="*/ 1327309 h 1903571"/>
                <a:gd name="connsiteX2928" fmla="*/ 1295400 w 5542597"/>
                <a:gd name="connsiteY2928" fmla="*/ 1325880 h 1903571"/>
                <a:gd name="connsiteX2929" fmla="*/ 1296828 w 5542597"/>
                <a:gd name="connsiteY2929" fmla="*/ 1324451 h 1903571"/>
                <a:gd name="connsiteX2930" fmla="*/ 1304925 w 5542597"/>
                <a:gd name="connsiteY2930" fmla="*/ 1324451 h 1903571"/>
                <a:gd name="connsiteX2931" fmla="*/ 1311593 w 5542597"/>
                <a:gd name="connsiteY2931" fmla="*/ 1321118 h 1903571"/>
                <a:gd name="connsiteX2932" fmla="*/ 1313021 w 5542597"/>
                <a:gd name="connsiteY2932" fmla="*/ 1322546 h 1903571"/>
                <a:gd name="connsiteX2933" fmla="*/ 1322070 w 5542597"/>
                <a:gd name="connsiteY2933" fmla="*/ 1322546 h 1903571"/>
                <a:gd name="connsiteX2934" fmla="*/ 1333500 w 5542597"/>
                <a:gd name="connsiteY2934" fmla="*/ 1320165 h 1903571"/>
                <a:gd name="connsiteX2935" fmla="*/ 1340168 w 5542597"/>
                <a:gd name="connsiteY2935" fmla="*/ 1319213 h 1903571"/>
                <a:gd name="connsiteX2936" fmla="*/ 1352074 w 5542597"/>
                <a:gd name="connsiteY2936" fmla="*/ 1316831 h 1903571"/>
                <a:gd name="connsiteX2937" fmla="*/ 1357313 w 5542597"/>
                <a:gd name="connsiteY2937" fmla="*/ 1314926 h 1903571"/>
                <a:gd name="connsiteX2938" fmla="*/ 1365409 w 5542597"/>
                <a:gd name="connsiteY2938" fmla="*/ 1313498 h 1903571"/>
                <a:gd name="connsiteX2939" fmla="*/ 1372076 w 5542597"/>
                <a:gd name="connsiteY2939" fmla="*/ 1312545 h 1903571"/>
                <a:gd name="connsiteX2940" fmla="*/ 1376839 w 5542597"/>
                <a:gd name="connsiteY2940" fmla="*/ 1309211 h 1903571"/>
                <a:gd name="connsiteX2941" fmla="*/ 1380649 w 5542597"/>
                <a:gd name="connsiteY2941" fmla="*/ 1308735 h 1903571"/>
                <a:gd name="connsiteX2942" fmla="*/ 1385411 w 5542597"/>
                <a:gd name="connsiteY2942" fmla="*/ 1308735 h 1903571"/>
                <a:gd name="connsiteX2943" fmla="*/ 1387793 w 5542597"/>
                <a:gd name="connsiteY2943" fmla="*/ 1307783 h 1903571"/>
                <a:gd name="connsiteX2944" fmla="*/ 1389697 w 5542597"/>
                <a:gd name="connsiteY2944" fmla="*/ 1306830 h 1903571"/>
                <a:gd name="connsiteX2945" fmla="*/ 1391126 w 5542597"/>
                <a:gd name="connsiteY2945" fmla="*/ 1304449 h 1903571"/>
                <a:gd name="connsiteX2946" fmla="*/ 1390174 w 5542597"/>
                <a:gd name="connsiteY2946" fmla="*/ 1301115 h 1903571"/>
                <a:gd name="connsiteX2947" fmla="*/ 1389697 w 5542597"/>
                <a:gd name="connsiteY2947" fmla="*/ 1299210 h 1903571"/>
                <a:gd name="connsiteX2948" fmla="*/ 1393031 w 5542597"/>
                <a:gd name="connsiteY2948" fmla="*/ 1297781 h 1903571"/>
                <a:gd name="connsiteX2949" fmla="*/ 1397794 w 5542597"/>
                <a:gd name="connsiteY2949" fmla="*/ 1297781 h 1903571"/>
                <a:gd name="connsiteX2950" fmla="*/ 1400651 w 5542597"/>
                <a:gd name="connsiteY2950" fmla="*/ 1297305 h 1903571"/>
                <a:gd name="connsiteX2951" fmla="*/ 1406843 w 5542597"/>
                <a:gd name="connsiteY2951" fmla="*/ 1292066 h 1903571"/>
                <a:gd name="connsiteX2952" fmla="*/ 1411605 w 5542597"/>
                <a:gd name="connsiteY2952" fmla="*/ 1289685 h 1903571"/>
                <a:gd name="connsiteX2953" fmla="*/ 1415891 w 5542597"/>
                <a:gd name="connsiteY2953" fmla="*/ 1288256 h 1903571"/>
                <a:gd name="connsiteX2954" fmla="*/ 1424940 w 5542597"/>
                <a:gd name="connsiteY2954" fmla="*/ 1289209 h 1903571"/>
                <a:gd name="connsiteX2955" fmla="*/ 1433513 w 5542597"/>
                <a:gd name="connsiteY2955" fmla="*/ 1290161 h 1903571"/>
                <a:gd name="connsiteX2956" fmla="*/ 1442085 w 5542597"/>
                <a:gd name="connsiteY2956" fmla="*/ 1292066 h 1903571"/>
                <a:gd name="connsiteX2957" fmla="*/ 1446371 w 5542597"/>
                <a:gd name="connsiteY2957" fmla="*/ 1295400 h 1903571"/>
                <a:gd name="connsiteX2958" fmla="*/ 1450181 w 5542597"/>
                <a:gd name="connsiteY2958" fmla="*/ 1297305 h 1903571"/>
                <a:gd name="connsiteX2959" fmla="*/ 1453515 w 5542597"/>
                <a:gd name="connsiteY2959" fmla="*/ 1298258 h 1903571"/>
                <a:gd name="connsiteX2960" fmla="*/ 1456849 w 5542597"/>
                <a:gd name="connsiteY2960" fmla="*/ 1299210 h 1903571"/>
                <a:gd name="connsiteX2961" fmla="*/ 1460659 w 5542597"/>
                <a:gd name="connsiteY2961" fmla="*/ 1298258 h 1903571"/>
                <a:gd name="connsiteX2962" fmla="*/ 1463516 w 5542597"/>
                <a:gd name="connsiteY2962" fmla="*/ 1296829 h 1903571"/>
                <a:gd name="connsiteX2963" fmla="*/ 1464945 w 5542597"/>
                <a:gd name="connsiteY2963" fmla="*/ 1294924 h 1903571"/>
                <a:gd name="connsiteX2964" fmla="*/ 1467326 w 5542597"/>
                <a:gd name="connsiteY2964" fmla="*/ 1293495 h 1903571"/>
                <a:gd name="connsiteX2965" fmla="*/ 1475899 w 5542597"/>
                <a:gd name="connsiteY2965" fmla="*/ 1292543 h 1903571"/>
                <a:gd name="connsiteX2966" fmla="*/ 1477803 w 5542597"/>
                <a:gd name="connsiteY2966" fmla="*/ 1294448 h 1903571"/>
                <a:gd name="connsiteX2967" fmla="*/ 1481614 w 5542597"/>
                <a:gd name="connsiteY2967" fmla="*/ 1300639 h 1903571"/>
                <a:gd name="connsiteX2968" fmla="*/ 1484471 w 5542597"/>
                <a:gd name="connsiteY2968" fmla="*/ 1309211 h 1903571"/>
                <a:gd name="connsiteX2969" fmla="*/ 1489234 w 5542597"/>
                <a:gd name="connsiteY2969" fmla="*/ 1320165 h 1903571"/>
                <a:gd name="connsiteX2970" fmla="*/ 1491139 w 5542597"/>
                <a:gd name="connsiteY2970" fmla="*/ 1325404 h 1903571"/>
                <a:gd name="connsiteX2971" fmla="*/ 1490186 w 5542597"/>
                <a:gd name="connsiteY2971" fmla="*/ 1328261 h 1903571"/>
                <a:gd name="connsiteX2972" fmla="*/ 1490186 w 5542597"/>
                <a:gd name="connsiteY2972" fmla="*/ 1332071 h 1903571"/>
                <a:gd name="connsiteX2973" fmla="*/ 1490186 w 5542597"/>
                <a:gd name="connsiteY2973" fmla="*/ 1336358 h 1903571"/>
                <a:gd name="connsiteX2974" fmla="*/ 1486376 w 5542597"/>
                <a:gd name="connsiteY2974" fmla="*/ 1341120 h 1903571"/>
                <a:gd name="connsiteX2975" fmla="*/ 1487805 w 5542597"/>
                <a:gd name="connsiteY2975" fmla="*/ 1343501 h 1903571"/>
                <a:gd name="connsiteX2976" fmla="*/ 1496377 w 5542597"/>
                <a:gd name="connsiteY2976" fmla="*/ 1345883 h 1903571"/>
                <a:gd name="connsiteX2977" fmla="*/ 1507807 w 5542597"/>
                <a:gd name="connsiteY2977" fmla="*/ 1344930 h 1903571"/>
                <a:gd name="connsiteX2978" fmla="*/ 1514951 w 5542597"/>
                <a:gd name="connsiteY2978" fmla="*/ 1343025 h 1903571"/>
                <a:gd name="connsiteX2979" fmla="*/ 1518761 w 5542597"/>
                <a:gd name="connsiteY2979" fmla="*/ 1343978 h 1903571"/>
                <a:gd name="connsiteX2980" fmla="*/ 1521143 w 5542597"/>
                <a:gd name="connsiteY2980" fmla="*/ 1342549 h 1903571"/>
                <a:gd name="connsiteX2981" fmla="*/ 1522571 w 5542597"/>
                <a:gd name="connsiteY2981" fmla="*/ 1339215 h 1903571"/>
                <a:gd name="connsiteX2982" fmla="*/ 1524952 w 5542597"/>
                <a:gd name="connsiteY2982" fmla="*/ 1338263 h 1903571"/>
                <a:gd name="connsiteX2983" fmla="*/ 1527810 w 5542597"/>
                <a:gd name="connsiteY2983" fmla="*/ 1340644 h 1903571"/>
                <a:gd name="connsiteX2984" fmla="*/ 1530191 w 5542597"/>
                <a:gd name="connsiteY2984" fmla="*/ 1344930 h 1903571"/>
                <a:gd name="connsiteX2985" fmla="*/ 1532096 w 5542597"/>
                <a:gd name="connsiteY2985" fmla="*/ 1347788 h 1903571"/>
                <a:gd name="connsiteX2986" fmla="*/ 1531620 w 5542597"/>
                <a:gd name="connsiteY2986" fmla="*/ 1351121 h 1903571"/>
                <a:gd name="connsiteX2987" fmla="*/ 1532572 w 5542597"/>
                <a:gd name="connsiteY2987" fmla="*/ 1354931 h 1903571"/>
                <a:gd name="connsiteX2988" fmla="*/ 1534001 w 5542597"/>
                <a:gd name="connsiteY2988" fmla="*/ 1355884 h 1903571"/>
                <a:gd name="connsiteX2989" fmla="*/ 1536859 w 5542597"/>
                <a:gd name="connsiteY2989" fmla="*/ 1354455 h 1903571"/>
                <a:gd name="connsiteX2990" fmla="*/ 1538764 w 5542597"/>
                <a:gd name="connsiteY2990" fmla="*/ 1353503 h 1903571"/>
                <a:gd name="connsiteX2991" fmla="*/ 1539240 w 5542597"/>
                <a:gd name="connsiteY2991" fmla="*/ 1352550 h 1903571"/>
                <a:gd name="connsiteX2992" fmla="*/ 1538288 w 5542597"/>
                <a:gd name="connsiteY2992" fmla="*/ 1350645 h 1903571"/>
                <a:gd name="connsiteX2993" fmla="*/ 1537811 w 5542597"/>
                <a:gd name="connsiteY2993" fmla="*/ 1349216 h 1903571"/>
                <a:gd name="connsiteX2994" fmla="*/ 1538764 w 5542597"/>
                <a:gd name="connsiteY2994" fmla="*/ 1347788 h 1903571"/>
                <a:gd name="connsiteX2995" fmla="*/ 1540193 w 5542597"/>
                <a:gd name="connsiteY2995" fmla="*/ 1347311 h 1903571"/>
                <a:gd name="connsiteX2996" fmla="*/ 1544002 w 5542597"/>
                <a:gd name="connsiteY2996" fmla="*/ 1347788 h 1903571"/>
                <a:gd name="connsiteX2997" fmla="*/ 1549718 w 5542597"/>
                <a:gd name="connsiteY2997" fmla="*/ 1348264 h 1903571"/>
                <a:gd name="connsiteX2998" fmla="*/ 1556861 w 5542597"/>
                <a:gd name="connsiteY2998" fmla="*/ 1354455 h 1903571"/>
                <a:gd name="connsiteX2999" fmla="*/ 1560671 w 5542597"/>
                <a:gd name="connsiteY2999" fmla="*/ 1355408 h 1903571"/>
                <a:gd name="connsiteX3000" fmla="*/ 1562100 w 5542597"/>
                <a:gd name="connsiteY3000" fmla="*/ 1355408 h 1903571"/>
                <a:gd name="connsiteX3001" fmla="*/ 1565910 w 5542597"/>
                <a:gd name="connsiteY3001" fmla="*/ 1354931 h 1903571"/>
                <a:gd name="connsiteX3002" fmla="*/ 1570196 w 5542597"/>
                <a:gd name="connsiteY3002" fmla="*/ 1353503 h 1903571"/>
                <a:gd name="connsiteX3003" fmla="*/ 1573053 w 5542597"/>
                <a:gd name="connsiteY3003" fmla="*/ 1351121 h 1903571"/>
                <a:gd name="connsiteX3004" fmla="*/ 1574006 w 5542597"/>
                <a:gd name="connsiteY3004" fmla="*/ 1350169 h 1903571"/>
                <a:gd name="connsiteX3005" fmla="*/ 1575435 w 5542597"/>
                <a:gd name="connsiteY3005" fmla="*/ 1350645 h 1903571"/>
                <a:gd name="connsiteX3006" fmla="*/ 1576864 w 5542597"/>
                <a:gd name="connsiteY3006" fmla="*/ 1351598 h 1903571"/>
                <a:gd name="connsiteX3007" fmla="*/ 1577340 w 5542597"/>
                <a:gd name="connsiteY3007" fmla="*/ 1353503 h 1903571"/>
                <a:gd name="connsiteX3008" fmla="*/ 1575911 w 5542597"/>
                <a:gd name="connsiteY3008" fmla="*/ 1356836 h 1903571"/>
                <a:gd name="connsiteX3009" fmla="*/ 1571625 w 5542597"/>
                <a:gd name="connsiteY3009" fmla="*/ 1359694 h 1903571"/>
                <a:gd name="connsiteX3010" fmla="*/ 1566386 w 5542597"/>
                <a:gd name="connsiteY3010" fmla="*/ 1362075 h 1903571"/>
                <a:gd name="connsiteX3011" fmla="*/ 1563052 w 5542597"/>
                <a:gd name="connsiteY3011" fmla="*/ 1366838 h 1903571"/>
                <a:gd name="connsiteX3012" fmla="*/ 1562576 w 5542597"/>
                <a:gd name="connsiteY3012" fmla="*/ 1372076 h 1903571"/>
                <a:gd name="connsiteX3013" fmla="*/ 1564005 w 5542597"/>
                <a:gd name="connsiteY3013" fmla="*/ 1374458 h 1903571"/>
                <a:gd name="connsiteX3014" fmla="*/ 1564957 w 5542597"/>
                <a:gd name="connsiteY3014" fmla="*/ 1376363 h 1903571"/>
                <a:gd name="connsiteX3015" fmla="*/ 1565434 w 5542597"/>
                <a:gd name="connsiteY3015" fmla="*/ 1378744 h 1903571"/>
                <a:gd name="connsiteX3016" fmla="*/ 1566863 w 5542597"/>
                <a:gd name="connsiteY3016" fmla="*/ 1378744 h 1903571"/>
                <a:gd name="connsiteX3017" fmla="*/ 1568768 w 5542597"/>
                <a:gd name="connsiteY3017" fmla="*/ 1377791 h 1903571"/>
                <a:gd name="connsiteX3018" fmla="*/ 1574482 w 5542597"/>
                <a:gd name="connsiteY3018" fmla="*/ 1373029 h 1903571"/>
                <a:gd name="connsiteX3019" fmla="*/ 1577816 w 5542597"/>
                <a:gd name="connsiteY3019" fmla="*/ 1371600 h 1903571"/>
                <a:gd name="connsiteX3020" fmla="*/ 1582102 w 5542597"/>
                <a:gd name="connsiteY3020" fmla="*/ 1371124 h 1903571"/>
                <a:gd name="connsiteX3021" fmla="*/ 1589246 w 5542597"/>
                <a:gd name="connsiteY3021" fmla="*/ 1371124 h 1903571"/>
                <a:gd name="connsiteX3022" fmla="*/ 1594009 w 5542597"/>
                <a:gd name="connsiteY3022" fmla="*/ 1373029 h 1903571"/>
                <a:gd name="connsiteX3023" fmla="*/ 1596390 w 5542597"/>
                <a:gd name="connsiteY3023" fmla="*/ 1375410 h 1903571"/>
                <a:gd name="connsiteX3024" fmla="*/ 1598771 w 5542597"/>
                <a:gd name="connsiteY3024" fmla="*/ 1376839 h 1903571"/>
                <a:gd name="connsiteX3025" fmla="*/ 1600676 w 5542597"/>
                <a:gd name="connsiteY3025" fmla="*/ 1376363 h 1903571"/>
                <a:gd name="connsiteX3026" fmla="*/ 1601628 w 5542597"/>
                <a:gd name="connsiteY3026" fmla="*/ 1373981 h 1903571"/>
                <a:gd name="connsiteX3027" fmla="*/ 1601628 w 5542597"/>
                <a:gd name="connsiteY3027" fmla="*/ 1371600 h 1903571"/>
                <a:gd name="connsiteX3028" fmla="*/ 1602105 w 5542597"/>
                <a:gd name="connsiteY3028" fmla="*/ 1369695 h 1903571"/>
                <a:gd name="connsiteX3029" fmla="*/ 1610201 w 5542597"/>
                <a:gd name="connsiteY3029" fmla="*/ 1364933 h 1903571"/>
                <a:gd name="connsiteX3030" fmla="*/ 1615440 w 5542597"/>
                <a:gd name="connsiteY3030" fmla="*/ 1361599 h 1903571"/>
                <a:gd name="connsiteX3031" fmla="*/ 1616869 w 5542597"/>
                <a:gd name="connsiteY3031" fmla="*/ 1361123 h 1903571"/>
                <a:gd name="connsiteX3032" fmla="*/ 1620678 w 5542597"/>
                <a:gd name="connsiteY3032" fmla="*/ 1361599 h 1903571"/>
                <a:gd name="connsiteX3033" fmla="*/ 1622584 w 5542597"/>
                <a:gd name="connsiteY3033" fmla="*/ 1361599 h 1903571"/>
                <a:gd name="connsiteX3034" fmla="*/ 1628299 w 5542597"/>
                <a:gd name="connsiteY3034" fmla="*/ 1358265 h 1903571"/>
                <a:gd name="connsiteX3035" fmla="*/ 1633538 w 5542597"/>
                <a:gd name="connsiteY3035" fmla="*/ 1354931 h 1903571"/>
                <a:gd name="connsiteX3036" fmla="*/ 1634014 w 5542597"/>
                <a:gd name="connsiteY3036" fmla="*/ 1352550 h 1903571"/>
                <a:gd name="connsiteX3037" fmla="*/ 1634490 w 5542597"/>
                <a:gd name="connsiteY3037" fmla="*/ 1350169 h 1903571"/>
                <a:gd name="connsiteX3038" fmla="*/ 1635919 w 5542597"/>
                <a:gd name="connsiteY3038" fmla="*/ 1349216 h 1903571"/>
                <a:gd name="connsiteX3039" fmla="*/ 1643063 w 5542597"/>
                <a:gd name="connsiteY3039" fmla="*/ 1348264 h 1903571"/>
                <a:gd name="connsiteX3040" fmla="*/ 1644491 w 5542597"/>
                <a:gd name="connsiteY3040" fmla="*/ 1348264 h 1903571"/>
                <a:gd name="connsiteX3041" fmla="*/ 1650682 w 5542597"/>
                <a:gd name="connsiteY3041" fmla="*/ 1345406 h 1903571"/>
                <a:gd name="connsiteX3042" fmla="*/ 1659731 w 5542597"/>
                <a:gd name="connsiteY3042" fmla="*/ 1341596 h 1903571"/>
                <a:gd name="connsiteX3043" fmla="*/ 1664018 w 5542597"/>
                <a:gd name="connsiteY3043" fmla="*/ 1338739 h 1903571"/>
                <a:gd name="connsiteX3044" fmla="*/ 1671638 w 5542597"/>
                <a:gd name="connsiteY3044" fmla="*/ 1337786 h 1903571"/>
                <a:gd name="connsiteX3045" fmla="*/ 1673066 w 5542597"/>
                <a:gd name="connsiteY3045" fmla="*/ 1337310 h 1903571"/>
                <a:gd name="connsiteX3046" fmla="*/ 1675924 w 5542597"/>
                <a:gd name="connsiteY3046" fmla="*/ 1335405 h 1903571"/>
                <a:gd name="connsiteX3047" fmla="*/ 1680686 w 5542597"/>
                <a:gd name="connsiteY3047" fmla="*/ 1333024 h 1903571"/>
                <a:gd name="connsiteX3048" fmla="*/ 1683544 w 5542597"/>
                <a:gd name="connsiteY3048" fmla="*/ 1333024 h 1903571"/>
                <a:gd name="connsiteX3049" fmla="*/ 1681639 w 5542597"/>
                <a:gd name="connsiteY3049" fmla="*/ 1338263 h 1903571"/>
                <a:gd name="connsiteX3050" fmla="*/ 1678781 w 5542597"/>
                <a:gd name="connsiteY3050" fmla="*/ 1344930 h 1903571"/>
                <a:gd name="connsiteX3051" fmla="*/ 1677352 w 5542597"/>
                <a:gd name="connsiteY3051" fmla="*/ 1346835 h 1903571"/>
                <a:gd name="connsiteX3052" fmla="*/ 1669256 w 5542597"/>
                <a:gd name="connsiteY3052" fmla="*/ 1346359 h 1903571"/>
                <a:gd name="connsiteX3053" fmla="*/ 1669256 w 5542597"/>
                <a:gd name="connsiteY3053" fmla="*/ 1348264 h 1903571"/>
                <a:gd name="connsiteX3054" fmla="*/ 1670685 w 5542597"/>
                <a:gd name="connsiteY3054" fmla="*/ 1350645 h 1903571"/>
                <a:gd name="connsiteX3055" fmla="*/ 1671161 w 5542597"/>
                <a:gd name="connsiteY3055" fmla="*/ 1352550 h 1903571"/>
                <a:gd name="connsiteX3056" fmla="*/ 1672114 w 5542597"/>
                <a:gd name="connsiteY3056" fmla="*/ 1353503 h 1903571"/>
                <a:gd name="connsiteX3057" fmla="*/ 1674495 w 5542597"/>
                <a:gd name="connsiteY3057" fmla="*/ 1355884 h 1903571"/>
                <a:gd name="connsiteX3058" fmla="*/ 1682591 w 5542597"/>
                <a:gd name="connsiteY3058" fmla="*/ 1361599 h 1903571"/>
                <a:gd name="connsiteX3059" fmla="*/ 1693545 w 5542597"/>
                <a:gd name="connsiteY3059" fmla="*/ 1368743 h 1903571"/>
                <a:gd name="connsiteX3060" fmla="*/ 1704975 w 5542597"/>
                <a:gd name="connsiteY3060" fmla="*/ 1376363 h 1903571"/>
                <a:gd name="connsiteX3061" fmla="*/ 1713071 w 5542597"/>
                <a:gd name="connsiteY3061" fmla="*/ 1382078 h 1903571"/>
                <a:gd name="connsiteX3062" fmla="*/ 1715928 w 5542597"/>
                <a:gd name="connsiteY3062" fmla="*/ 1384935 h 1903571"/>
                <a:gd name="connsiteX3063" fmla="*/ 1718310 w 5542597"/>
                <a:gd name="connsiteY3063" fmla="*/ 1387316 h 1903571"/>
                <a:gd name="connsiteX3064" fmla="*/ 1724025 w 5542597"/>
                <a:gd name="connsiteY3064" fmla="*/ 1394936 h 1903571"/>
                <a:gd name="connsiteX3065" fmla="*/ 1729740 w 5542597"/>
                <a:gd name="connsiteY3065" fmla="*/ 1402556 h 1903571"/>
                <a:gd name="connsiteX3066" fmla="*/ 1739265 w 5542597"/>
                <a:gd name="connsiteY3066" fmla="*/ 1415891 h 1903571"/>
                <a:gd name="connsiteX3067" fmla="*/ 1747361 w 5542597"/>
                <a:gd name="connsiteY3067" fmla="*/ 1428750 h 1903571"/>
                <a:gd name="connsiteX3068" fmla="*/ 1756886 w 5542597"/>
                <a:gd name="connsiteY3068" fmla="*/ 1442561 h 1903571"/>
                <a:gd name="connsiteX3069" fmla="*/ 1762125 w 5542597"/>
                <a:gd name="connsiteY3069" fmla="*/ 1450658 h 1903571"/>
                <a:gd name="connsiteX3070" fmla="*/ 1773078 w 5542597"/>
                <a:gd name="connsiteY3070" fmla="*/ 1467803 h 1903571"/>
                <a:gd name="connsiteX3071" fmla="*/ 1775936 w 5542597"/>
                <a:gd name="connsiteY3071" fmla="*/ 1473041 h 1903571"/>
                <a:gd name="connsiteX3072" fmla="*/ 1781175 w 5542597"/>
                <a:gd name="connsiteY3072" fmla="*/ 1482566 h 1903571"/>
                <a:gd name="connsiteX3073" fmla="*/ 1786414 w 5542597"/>
                <a:gd name="connsiteY3073" fmla="*/ 1491615 h 1903571"/>
                <a:gd name="connsiteX3074" fmla="*/ 1790700 w 5542597"/>
                <a:gd name="connsiteY3074" fmla="*/ 1499711 h 1903571"/>
                <a:gd name="connsiteX3075" fmla="*/ 1793081 w 5542597"/>
                <a:gd name="connsiteY3075" fmla="*/ 1500664 h 1903571"/>
                <a:gd name="connsiteX3076" fmla="*/ 1793557 w 5542597"/>
                <a:gd name="connsiteY3076" fmla="*/ 1498283 h 1903571"/>
                <a:gd name="connsiteX3077" fmla="*/ 1794034 w 5542597"/>
                <a:gd name="connsiteY3077" fmla="*/ 1496854 h 1903571"/>
                <a:gd name="connsiteX3078" fmla="*/ 1795463 w 5542597"/>
                <a:gd name="connsiteY3078" fmla="*/ 1495901 h 1903571"/>
                <a:gd name="connsiteX3079" fmla="*/ 1798320 w 5542597"/>
                <a:gd name="connsiteY3079" fmla="*/ 1493520 h 1903571"/>
                <a:gd name="connsiteX3080" fmla="*/ 1800225 w 5542597"/>
                <a:gd name="connsiteY3080" fmla="*/ 1493044 h 1903571"/>
                <a:gd name="connsiteX3081" fmla="*/ 1802606 w 5542597"/>
                <a:gd name="connsiteY3081" fmla="*/ 1493520 h 1903571"/>
                <a:gd name="connsiteX3082" fmla="*/ 1805464 w 5542597"/>
                <a:gd name="connsiteY3082" fmla="*/ 1492091 h 1903571"/>
                <a:gd name="connsiteX3083" fmla="*/ 1806416 w 5542597"/>
                <a:gd name="connsiteY3083" fmla="*/ 1489710 h 1903571"/>
                <a:gd name="connsiteX3084" fmla="*/ 1805940 w 5542597"/>
                <a:gd name="connsiteY3084" fmla="*/ 1485424 h 1903571"/>
                <a:gd name="connsiteX3085" fmla="*/ 1805464 w 5542597"/>
                <a:gd name="connsiteY3085" fmla="*/ 1483519 h 1903571"/>
                <a:gd name="connsiteX3086" fmla="*/ 1806416 w 5542597"/>
                <a:gd name="connsiteY3086" fmla="*/ 1481614 h 1903571"/>
                <a:gd name="connsiteX3087" fmla="*/ 1807845 w 5542597"/>
                <a:gd name="connsiteY3087" fmla="*/ 1480661 h 1903571"/>
                <a:gd name="connsiteX3088" fmla="*/ 1809750 w 5542597"/>
                <a:gd name="connsiteY3088" fmla="*/ 1480185 h 1903571"/>
                <a:gd name="connsiteX3089" fmla="*/ 1811655 w 5542597"/>
                <a:gd name="connsiteY3089" fmla="*/ 1479709 h 1903571"/>
                <a:gd name="connsiteX3090" fmla="*/ 1813084 w 5542597"/>
                <a:gd name="connsiteY3090" fmla="*/ 1477328 h 1903571"/>
                <a:gd name="connsiteX3091" fmla="*/ 1815941 w 5542597"/>
                <a:gd name="connsiteY3091" fmla="*/ 1476851 h 1903571"/>
                <a:gd name="connsiteX3092" fmla="*/ 1818799 w 5542597"/>
                <a:gd name="connsiteY3092" fmla="*/ 1476851 h 1903571"/>
                <a:gd name="connsiteX3093" fmla="*/ 1820703 w 5542597"/>
                <a:gd name="connsiteY3093" fmla="*/ 1477328 h 1903571"/>
                <a:gd name="connsiteX3094" fmla="*/ 1822609 w 5542597"/>
                <a:gd name="connsiteY3094" fmla="*/ 1478756 h 1903571"/>
                <a:gd name="connsiteX3095" fmla="*/ 1824038 w 5542597"/>
                <a:gd name="connsiteY3095" fmla="*/ 1481138 h 1903571"/>
                <a:gd name="connsiteX3096" fmla="*/ 1825943 w 5542597"/>
                <a:gd name="connsiteY3096" fmla="*/ 1481614 h 1903571"/>
                <a:gd name="connsiteX3097" fmla="*/ 1829276 w 5542597"/>
                <a:gd name="connsiteY3097" fmla="*/ 1481138 h 1903571"/>
                <a:gd name="connsiteX3098" fmla="*/ 1829752 w 5542597"/>
                <a:gd name="connsiteY3098" fmla="*/ 1483043 h 1903571"/>
                <a:gd name="connsiteX3099" fmla="*/ 1828800 w 5542597"/>
                <a:gd name="connsiteY3099" fmla="*/ 1486376 h 1903571"/>
                <a:gd name="connsiteX3100" fmla="*/ 1827847 w 5542597"/>
                <a:gd name="connsiteY3100" fmla="*/ 1489234 h 1903571"/>
                <a:gd name="connsiteX3101" fmla="*/ 1827371 w 5542597"/>
                <a:gd name="connsiteY3101" fmla="*/ 1491139 h 1903571"/>
                <a:gd name="connsiteX3102" fmla="*/ 1829276 w 5542597"/>
                <a:gd name="connsiteY3102" fmla="*/ 1492091 h 1903571"/>
                <a:gd name="connsiteX3103" fmla="*/ 1835944 w 5542597"/>
                <a:gd name="connsiteY3103" fmla="*/ 1491139 h 1903571"/>
                <a:gd name="connsiteX3104" fmla="*/ 1838325 w 5542597"/>
                <a:gd name="connsiteY3104" fmla="*/ 1491615 h 1903571"/>
                <a:gd name="connsiteX3105" fmla="*/ 1838801 w 5542597"/>
                <a:gd name="connsiteY3105" fmla="*/ 1493520 h 1903571"/>
                <a:gd name="connsiteX3106" fmla="*/ 1839753 w 5542597"/>
                <a:gd name="connsiteY3106" fmla="*/ 1495425 h 1903571"/>
                <a:gd name="connsiteX3107" fmla="*/ 1840230 w 5542597"/>
                <a:gd name="connsiteY3107" fmla="*/ 1497806 h 1903571"/>
                <a:gd name="connsiteX3108" fmla="*/ 1839753 w 5542597"/>
                <a:gd name="connsiteY3108" fmla="*/ 1499711 h 1903571"/>
                <a:gd name="connsiteX3109" fmla="*/ 1840706 w 5542597"/>
                <a:gd name="connsiteY3109" fmla="*/ 1501140 h 1903571"/>
                <a:gd name="connsiteX3110" fmla="*/ 1846421 w 5542597"/>
                <a:gd name="connsiteY3110" fmla="*/ 1501140 h 1903571"/>
                <a:gd name="connsiteX3111" fmla="*/ 1850707 w 5542597"/>
                <a:gd name="connsiteY3111" fmla="*/ 1500188 h 1903571"/>
                <a:gd name="connsiteX3112" fmla="*/ 1856899 w 5542597"/>
                <a:gd name="connsiteY3112" fmla="*/ 1500188 h 1903571"/>
                <a:gd name="connsiteX3113" fmla="*/ 1862138 w 5542597"/>
                <a:gd name="connsiteY3113" fmla="*/ 1502569 h 1903571"/>
                <a:gd name="connsiteX3114" fmla="*/ 1866424 w 5542597"/>
                <a:gd name="connsiteY3114" fmla="*/ 1502093 h 1903571"/>
                <a:gd name="connsiteX3115" fmla="*/ 1870234 w 5542597"/>
                <a:gd name="connsiteY3115" fmla="*/ 1501140 h 1903571"/>
                <a:gd name="connsiteX3116" fmla="*/ 1875949 w 5542597"/>
                <a:gd name="connsiteY3116" fmla="*/ 1501616 h 1903571"/>
                <a:gd name="connsiteX3117" fmla="*/ 1879759 w 5542597"/>
                <a:gd name="connsiteY3117" fmla="*/ 1499711 h 1903571"/>
                <a:gd name="connsiteX3118" fmla="*/ 1882616 w 5542597"/>
                <a:gd name="connsiteY3118" fmla="*/ 1497330 h 1903571"/>
                <a:gd name="connsiteX3119" fmla="*/ 1883569 w 5542597"/>
                <a:gd name="connsiteY3119" fmla="*/ 1495425 h 1903571"/>
                <a:gd name="connsiteX3120" fmla="*/ 1884997 w 5542597"/>
                <a:gd name="connsiteY3120" fmla="*/ 1494473 h 1903571"/>
                <a:gd name="connsiteX3121" fmla="*/ 1890236 w 5542597"/>
                <a:gd name="connsiteY3121" fmla="*/ 1494473 h 1903571"/>
                <a:gd name="connsiteX3122" fmla="*/ 1893570 w 5542597"/>
                <a:gd name="connsiteY3122" fmla="*/ 1494473 h 1903571"/>
                <a:gd name="connsiteX3123" fmla="*/ 1896427 w 5542597"/>
                <a:gd name="connsiteY3123" fmla="*/ 1491615 h 1903571"/>
                <a:gd name="connsiteX3124" fmla="*/ 1898332 w 5542597"/>
                <a:gd name="connsiteY3124" fmla="*/ 1490186 h 1903571"/>
                <a:gd name="connsiteX3125" fmla="*/ 1902143 w 5542597"/>
                <a:gd name="connsiteY3125" fmla="*/ 1490186 h 1903571"/>
                <a:gd name="connsiteX3126" fmla="*/ 1905000 w 5542597"/>
                <a:gd name="connsiteY3126" fmla="*/ 1490186 h 1903571"/>
                <a:gd name="connsiteX3127" fmla="*/ 1912620 w 5542597"/>
                <a:gd name="connsiteY3127" fmla="*/ 1492568 h 1903571"/>
                <a:gd name="connsiteX3128" fmla="*/ 1917382 w 5542597"/>
                <a:gd name="connsiteY3128" fmla="*/ 1494949 h 1903571"/>
                <a:gd name="connsiteX3129" fmla="*/ 1922145 w 5542597"/>
                <a:gd name="connsiteY3129" fmla="*/ 1497806 h 1903571"/>
                <a:gd name="connsiteX3130" fmla="*/ 1925002 w 5542597"/>
                <a:gd name="connsiteY3130" fmla="*/ 1499711 h 1903571"/>
                <a:gd name="connsiteX3131" fmla="*/ 1927384 w 5542597"/>
                <a:gd name="connsiteY3131" fmla="*/ 1503998 h 1903571"/>
                <a:gd name="connsiteX3132" fmla="*/ 1930241 w 5542597"/>
                <a:gd name="connsiteY3132" fmla="*/ 1507331 h 1903571"/>
                <a:gd name="connsiteX3133" fmla="*/ 1933099 w 5542597"/>
                <a:gd name="connsiteY3133" fmla="*/ 1511141 h 1903571"/>
                <a:gd name="connsiteX3134" fmla="*/ 1933575 w 5542597"/>
                <a:gd name="connsiteY3134" fmla="*/ 1514951 h 1903571"/>
                <a:gd name="connsiteX3135" fmla="*/ 1935956 w 5542597"/>
                <a:gd name="connsiteY3135" fmla="*/ 1521143 h 1903571"/>
                <a:gd name="connsiteX3136" fmla="*/ 1937861 w 5542597"/>
                <a:gd name="connsiteY3136" fmla="*/ 1523524 h 1903571"/>
                <a:gd name="connsiteX3137" fmla="*/ 1940719 w 5542597"/>
                <a:gd name="connsiteY3137" fmla="*/ 1523524 h 1903571"/>
                <a:gd name="connsiteX3138" fmla="*/ 1944052 w 5542597"/>
                <a:gd name="connsiteY3138" fmla="*/ 1524476 h 1903571"/>
                <a:gd name="connsiteX3139" fmla="*/ 1947863 w 5542597"/>
                <a:gd name="connsiteY3139" fmla="*/ 1524953 h 1903571"/>
                <a:gd name="connsiteX3140" fmla="*/ 1955482 w 5542597"/>
                <a:gd name="connsiteY3140" fmla="*/ 1530191 h 1903571"/>
                <a:gd name="connsiteX3141" fmla="*/ 1958340 w 5542597"/>
                <a:gd name="connsiteY3141" fmla="*/ 1530191 h 1903571"/>
                <a:gd name="connsiteX3142" fmla="*/ 1960721 w 5542597"/>
                <a:gd name="connsiteY3142" fmla="*/ 1531144 h 1903571"/>
                <a:gd name="connsiteX3143" fmla="*/ 1961197 w 5542597"/>
                <a:gd name="connsiteY3143" fmla="*/ 1533525 h 1903571"/>
                <a:gd name="connsiteX3144" fmla="*/ 1960245 w 5542597"/>
                <a:gd name="connsiteY3144" fmla="*/ 1536383 h 1903571"/>
                <a:gd name="connsiteX3145" fmla="*/ 1961197 w 5542597"/>
                <a:gd name="connsiteY3145" fmla="*/ 1538764 h 1903571"/>
                <a:gd name="connsiteX3146" fmla="*/ 1963578 w 5542597"/>
                <a:gd name="connsiteY3146" fmla="*/ 1542098 h 1903571"/>
                <a:gd name="connsiteX3147" fmla="*/ 1965960 w 5542597"/>
                <a:gd name="connsiteY3147" fmla="*/ 1544955 h 1903571"/>
                <a:gd name="connsiteX3148" fmla="*/ 1968341 w 5542597"/>
                <a:gd name="connsiteY3148" fmla="*/ 1548765 h 1903571"/>
                <a:gd name="connsiteX3149" fmla="*/ 1968818 w 5542597"/>
                <a:gd name="connsiteY3149" fmla="*/ 1551146 h 1903571"/>
                <a:gd name="connsiteX3150" fmla="*/ 1971199 w 5542597"/>
                <a:gd name="connsiteY3150" fmla="*/ 1551623 h 1903571"/>
                <a:gd name="connsiteX3151" fmla="*/ 1973580 w 5542597"/>
                <a:gd name="connsiteY3151" fmla="*/ 1550670 h 1903571"/>
                <a:gd name="connsiteX3152" fmla="*/ 1977866 w 5542597"/>
                <a:gd name="connsiteY3152" fmla="*/ 1551623 h 1903571"/>
                <a:gd name="connsiteX3153" fmla="*/ 1991201 w 5542597"/>
                <a:gd name="connsiteY3153" fmla="*/ 1553528 h 1903571"/>
                <a:gd name="connsiteX3154" fmla="*/ 1992630 w 5542597"/>
                <a:gd name="connsiteY3154" fmla="*/ 1554004 h 1903571"/>
                <a:gd name="connsiteX3155" fmla="*/ 1994059 w 5542597"/>
                <a:gd name="connsiteY3155" fmla="*/ 1555909 h 1903571"/>
                <a:gd name="connsiteX3156" fmla="*/ 1995964 w 5542597"/>
                <a:gd name="connsiteY3156" fmla="*/ 1555909 h 1903571"/>
                <a:gd name="connsiteX3157" fmla="*/ 1998345 w 5542597"/>
                <a:gd name="connsiteY3157" fmla="*/ 1555909 h 1903571"/>
                <a:gd name="connsiteX3158" fmla="*/ 2001202 w 5542597"/>
                <a:gd name="connsiteY3158" fmla="*/ 1555909 h 1903571"/>
                <a:gd name="connsiteX3159" fmla="*/ 2003584 w 5542597"/>
                <a:gd name="connsiteY3159" fmla="*/ 1554004 h 1903571"/>
                <a:gd name="connsiteX3160" fmla="*/ 2005013 w 5542597"/>
                <a:gd name="connsiteY3160" fmla="*/ 1552099 h 1903571"/>
                <a:gd name="connsiteX3161" fmla="*/ 2009299 w 5542597"/>
                <a:gd name="connsiteY3161" fmla="*/ 1549718 h 1903571"/>
                <a:gd name="connsiteX3162" fmla="*/ 2013109 w 5542597"/>
                <a:gd name="connsiteY3162" fmla="*/ 1546860 h 1903571"/>
                <a:gd name="connsiteX3163" fmla="*/ 2015966 w 5542597"/>
                <a:gd name="connsiteY3163" fmla="*/ 1544003 h 1903571"/>
                <a:gd name="connsiteX3164" fmla="*/ 2017871 w 5542597"/>
                <a:gd name="connsiteY3164" fmla="*/ 1544003 h 1903571"/>
                <a:gd name="connsiteX3165" fmla="*/ 2019776 w 5542597"/>
                <a:gd name="connsiteY3165" fmla="*/ 1544955 h 1903571"/>
                <a:gd name="connsiteX3166" fmla="*/ 2019776 w 5542597"/>
                <a:gd name="connsiteY3166" fmla="*/ 1547336 h 1903571"/>
                <a:gd name="connsiteX3167" fmla="*/ 2017871 w 5542597"/>
                <a:gd name="connsiteY3167" fmla="*/ 1549241 h 1903571"/>
                <a:gd name="connsiteX3168" fmla="*/ 2015966 w 5542597"/>
                <a:gd name="connsiteY3168" fmla="*/ 1551146 h 1903571"/>
                <a:gd name="connsiteX3169" fmla="*/ 2016443 w 5542597"/>
                <a:gd name="connsiteY3169" fmla="*/ 1553051 h 1903571"/>
                <a:gd name="connsiteX3170" fmla="*/ 2019300 w 5542597"/>
                <a:gd name="connsiteY3170" fmla="*/ 1553528 h 1903571"/>
                <a:gd name="connsiteX3171" fmla="*/ 2022634 w 5542597"/>
                <a:gd name="connsiteY3171" fmla="*/ 1556385 h 1903571"/>
                <a:gd name="connsiteX3172" fmla="*/ 2027396 w 5542597"/>
                <a:gd name="connsiteY3172" fmla="*/ 1564005 h 1903571"/>
                <a:gd name="connsiteX3173" fmla="*/ 2029301 w 5542597"/>
                <a:gd name="connsiteY3173" fmla="*/ 1565434 h 1903571"/>
                <a:gd name="connsiteX3174" fmla="*/ 2031682 w 5542597"/>
                <a:gd name="connsiteY3174" fmla="*/ 1566863 h 1903571"/>
                <a:gd name="connsiteX3175" fmla="*/ 2034064 w 5542597"/>
                <a:gd name="connsiteY3175" fmla="*/ 1567339 h 1903571"/>
                <a:gd name="connsiteX3176" fmla="*/ 2036921 w 5542597"/>
                <a:gd name="connsiteY3176" fmla="*/ 1568291 h 1903571"/>
                <a:gd name="connsiteX3177" fmla="*/ 2039302 w 5542597"/>
                <a:gd name="connsiteY3177" fmla="*/ 1571625 h 1903571"/>
                <a:gd name="connsiteX3178" fmla="*/ 2040255 w 5542597"/>
                <a:gd name="connsiteY3178" fmla="*/ 1574006 h 1903571"/>
                <a:gd name="connsiteX3179" fmla="*/ 2043113 w 5542597"/>
                <a:gd name="connsiteY3179" fmla="*/ 1574483 h 1903571"/>
                <a:gd name="connsiteX3180" fmla="*/ 2045494 w 5542597"/>
                <a:gd name="connsiteY3180" fmla="*/ 1574006 h 1903571"/>
                <a:gd name="connsiteX3181" fmla="*/ 2046446 w 5542597"/>
                <a:gd name="connsiteY3181" fmla="*/ 1572578 h 1903571"/>
                <a:gd name="connsiteX3182" fmla="*/ 2048827 w 5542597"/>
                <a:gd name="connsiteY3182" fmla="*/ 1572101 h 1903571"/>
                <a:gd name="connsiteX3183" fmla="*/ 2051685 w 5542597"/>
                <a:gd name="connsiteY3183" fmla="*/ 1571625 h 1903571"/>
                <a:gd name="connsiteX3184" fmla="*/ 2055019 w 5542597"/>
                <a:gd name="connsiteY3184" fmla="*/ 1570673 h 1903571"/>
                <a:gd name="connsiteX3185" fmla="*/ 2056924 w 5542597"/>
                <a:gd name="connsiteY3185" fmla="*/ 1570673 h 1903571"/>
                <a:gd name="connsiteX3186" fmla="*/ 2056924 w 5542597"/>
                <a:gd name="connsiteY3186" fmla="*/ 1570673 h 1903571"/>
                <a:gd name="connsiteX3187" fmla="*/ 2060734 w 5542597"/>
                <a:gd name="connsiteY3187" fmla="*/ 1570673 h 1903571"/>
                <a:gd name="connsiteX3188" fmla="*/ 2062639 w 5542597"/>
                <a:gd name="connsiteY3188" fmla="*/ 1569720 h 1903571"/>
                <a:gd name="connsiteX3189" fmla="*/ 2064068 w 5542597"/>
                <a:gd name="connsiteY3189" fmla="*/ 1568291 h 1903571"/>
                <a:gd name="connsiteX3190" fmla="*/ 2066925 w 5542597"/>
                <a:gd name="connsiteY3190" fmla="*/ 1566863 h 1903571"/>
                <a:gd name="connsiteX3191" fmla="*/ 2067877 w 5542597"/>
                <a:gd name="connsiteY3191" fmla="*/ 1564958 h 1903571"/>
                <a:gd name="connsiteX3192" fmla="*/ 2067877 w 5542597"/>
                <a:gd name="connsiteY3192" fmla="*/ 1561148 h 1903571"/>
                <a:gd name="connsiteX3193" fmla="*/ 2069782 w 5542597"/>
                <a:gd name="connsiteY3193" fmla="*/ 1558290 h 1903571"/>
                <a:gd name="connsiteX3194" fmla="*/ 2074545 w 5542597"/>
                <a:gd name="connsiteY3194" fmla="*/ 1557338 h 1903571"/>
                <a:gd name="connsiteX3195" fmla="*/ 2076450 w 5542597"/>
                <a:gd name="connsiteY3195" fmla="*/ 1556861 h 1903571"/>
                <a:gd name="connsiteX3196" fmla="*/ 2078355 w 5542597"/>
                <a:gd name="connsiteY3196" fmla="*/ 1557338 h 1903571"/>
                <a:gd name="connsiteX3197" fmla="*/ 2081689 w 5542597"/>
                <a:gd name="connsiteY3197" fmla="*/ 1556861 h 1903571"/>
                <a:gd name="connsiteX3198" fmla="*/ 2084546 w 5542597"/>
                <a:gd name="connsiteY3198" fmla="*/ 1556385 h 1903571"/>
                <a:gd name="connsiteX3199" fmla="*/ 2086451 w 5542597"/>
                <a:gd name="connsiteY3199" fmla="*/ 1557338 h 1903571"/>
                <a:gd name="connsiteX3200" fmla="*/ 2088832 w 5542597"/>
                <a:gd name="connsiteY3200" fmla="*/ 1558290 h 1903571"/>
                <a:gd name="connsiteX3201" fmla="*/ 2091214 w 5542597"/>
                <a:gd name="connsiteY3201" fmla="*/ 1558290 h 1903571"/>
                <a:gd name="connsiteX3202" fmla="*/ 2092643 w 5542597"/>
                <a:gd name="connsiteY3202" fmla="*/ 1556861 h 1903571"/>
                <a:gd name="connsiteX3203" fmla="*/ 2092643 w 5542597"/>
                <a:gd name="connsiteY3203" fmla="*/ 1554956 h 1903571"/>
                <a:gd name="connsiteX3204" fmla="*/ 2093595 w 5542597"/>
                <a:gd name="connsiteY3204" fmla="*/ 1554480 h 1903571"/>
                <a:gd name="connsiteX3205" fmla="*/ 2095500 w 5542597"/>
                <a:gd name="connsiteY3205" fmla="*/ 1555433 h 1903571"/>
                <a:gd name="connsiteX3206" fmla="*/ 2095976 w 5542597"/>
                <a:gd name="connsiteY3206" fmla="*/ 1556861 h 1903571"/>
                <a:gd name="connsiteX3207" fmla="*/ 2097405 w 5542597"/>
                <a:gd name="connsiteY3207" fmla="*/ 1557338 h 1903571"/>
                <a:gd name="connsiteX3208" fmla="*/ 2100739 w 5542597"/>
                <a:gd name="connsiteY3208" fmla="*/ 1555909 h 1903571"/>
                <a:gd name="connsiteX3209" fmla="*/ 2103120 w 5542597"/>
                <a:gd name="connsiteY3209" fmla="*/ 1554480 h 1903571"/>
                <a:gd name="connsiteX3210" fmla="*/ 2104072 w 5542597"/>
                <a:gd name="connsiteY3210" fmla="*/ 1551623 h 1903571"/>
                <a:gd name="connsiteX3211" fmla="*/ 2105501 w 5542597"/>
                <a:gd name="connsiteY3211" fmla="*/ 1550670 h 1903571"/>
                <a:gd name="connsiteX3212" fmla="*/ 2107406 w 5542597"/>
                <a:gd name="connsiteY3212" fmla="*/ 1551146 h 1903571"/>
                <a:gd name="connsiteX3213" fmla="*/ 2110740 w 5542597"/>
                <a:gd name="connsiteY3213" fmla="*/ 1551146 h 1903571"/>
                <a:gd name="connsiteX3214" fmla="*/ 2113121 w 5542597"/>
                <a:gd name="connsiteY3214" fmla="*/ 1548765 h 1903571"/>
                <a:gd name="connsiteX3215" fmla="*/ 2116931 w 5542597"/>
                <a:gd name="connsiteY3215" fmla="*/ 1547336 h 1903571"/>
                <a:gd name="connsiteX3216" fmla="*/ 2119313 w 5542597"/>
                <a:gd name="connsiteY3216" fmla="*/ 1546384 h 1903571"/>
                <a:gd name="connsiteX3217" fmla="*/ 2119789 w 5542597"/>
                <a:gd name="connsiteY3217" fmla="*/ 1544955 h 1903571"/>
                <a:gd name="connsiteX3218" fmla="*/ 2118836 w 5542597"/>
                <a:gd name="connsiteY3218" fmla="*/ 1541621 h 1903571"/>
                <a:gd name="connsiteX3219" fmla="*/ 2119313 w 5542597"/>
                <a:gd name="connsiteY3219" fmla="*/ 1538288 h 1903571"/>
                <a:gd name="connsiteX3220" fmla="*/ 2122646 w 5542597"/>
                <a:gd name="connsiteY3220" fmla="*/ 1536383 h 1903571"/>
                <a:gd name="connsiteX3221" fmla="*/ 2126933 w 5542597"/>
                <a:gd name="connsiteY3221" fmla="*/ 1535906 h 1903571"/>
                <a:gd name="connsiteX3222" fmla="*/ 2130266 w 5542597"/>
                <a:gd name="connsiteY3222" fmla="*/ 1534954 h 1903571"/>
                <a:gd name="connsiteX3223" fmla="*/ 2131219 w 5542597"/>
                <a:gd name="connsiteY3223" fmla="*/ 1531144 h 1903571"/>
                <a:gd name="connsiteX3224" fmla="*/ 2133124 w 5542597"/>
                <a:gd name="connsiteY3224" fmla="*/ 1529715 h 1903571"/>
                <a:gd name="connsiteX3225" fmla="*/ 2134552 w 5542597"/>
                <a:gd name="connsiteY3225" fmla="*/ 1529715 h 1903571"/>
                <a:gd name="connsiteX3226" fmla="*/ 2138839 w 5542597"/>
                <a:gd name="connsiteY3226" fmla="*/ 1528763 h 1903571"/>
                <a:gd name="connsiteX3227" fmla="*/ 2141696 w 5542597"/>
                <a:gd name="connsiteY3227" fmla="*/ 1527334 h 1903571"/>
                <a:gd name="connsiteX3228" fmla="*/ 2143601 w 5542597"/>
                <a:gd name="connsiteY3228" fmla="*/ 1526858 h 1903571"/>
                <a:gd name="connsiteX3229" fmla="*/ 2148840 w 5542597"/>
                <a:gd name="connsiteY3229" fmla="*/ 1524476 h 1903571"/>
                <a:gd name="connsiteX3230" fmla="*/ 2153602 w 5542597"/>
                <a:gd name="connsiteY3230" fmla="*/ 1524000 h 1903571"/>
                <a:gd name="connsiteX3231" fmla="*/ 2155508 w 5542597"/>
                <a:gd name="connsiteY3231" fmla="*/ 1522571 h 1903571"/>
                <a:gd name="connsiteX3232" fmla="*/ 2156936 w 5542597"/>
                <a:gd name="connsiteY3232" fmla="*/ 1520666 h 1903571"/>
                <a:gd name="connsiteX3233" fmla="*/ 2159794 w 5542597"/>
                <a:gd name="connsiteY3233" fmla="*/ 1519714 h 1903571"/>
                <a:gd name="connsiteX3234" fmla="*/ 2162175 w 5542597"/>
                <a:gd name="connsiteY3234" fmla="*/ 1517809 h 1903571"/>
                <a:gd name="connsiteX3235" fmla="*/ 2165985 w 5542597"/>
                <a:gd name="connsiteY3235" fmla="*/ 1515904 h 1903571"/>
                <a:gd name="connsiteX3236" fmla="*/ 2167414 w 5542597"/>
                <a:gd name="connsiteY3236" fmla="*/ 1515428 h 1903571"/>
                <a:gd name="connsiteX3237" fmla="*/ 2173129 w 5542597"/>
                <a:gd name="connsiteY3237" fmla="*/ 1513999 h 1903571"/>
                <a:gd name="connsiteX3238" fmla="*/ 2175510 w 5542597"/>
                <a:gd name="connsiteY3238" fmla="*/ 1513523 h 1903571"/>
                <a:gd name="connsiteX3239" fmla="*/ 2176939 w 5542597"/>
                <a:gd name="connsiteY3239" fmla="*/ 1513046 h 1903571"/>
                <a:gd name="connsiteX3240" fmla="*/ 2179320 w 5542597"/>
                <a:gd name="connsiteY3240" fmla="*/ 1513523 h 1903571"/>
                <a:gd name="connsiteX3241" fmla="*/ 2180272 w 5542597"/>
                <a:gd name="connsiteY3241" fmla="*/ 1511141 h 1903571"/>
                <a:gd name="connsiteX3242" fmla="*/ 2183130 w 5542597"/>
                <a:gd name="connsiteY3242" fmla="*/ 1509236 h 1903571"/>
                <a:gd name="connsiteX3243" fmla="*/ 2185511 w 5542597"/>
                <a:gd name="connsiteY3243" fmla="*/ 1508760 h 1903571"/>
                <a:gd name="connsiteX3244" fmla="*/ 2186940 w 5542597"/>
                <a:gd name="connsiteY3244" fmla="*/ 1506855 h 1903571"/>
                <a:gd name="connsiteX3245" fmla="*/ 2189321 w 5542597"/>
                <a:gd name="connsiteY3245" fmla="*/ 1504474 h 1903571"/>
                <a:gd name="connsiteX3246" fmla="*/ 2192655 w 5542597"/>
                <a:gd name="connsiteY3246" fmla="*/ 1503521 h 1903571"/>
                <a:gd name="connsiteX3247" fmla="*/ 2197894 w 5542597"/>
                <a:gd name="connsiteY3247" fmla="*/ 1503045 h 1903571"/>
                <a:gd name="connsiteX3248" fmla="*/ 2202656 w 5542597"/>
                <a:gd name="connsiteY3248" fmla="*/ 1503521 h 1903571"/>
                <a:gd name="connsiteX3249" fmla="*/ 2205990 w 5542597"/>
                <a:gd name="connsiteY3249" fmla="*/ 1503045 h 1903571"/>
                <a:gd name="connsiteX3250" fmla="*/ 2208371 w 5542597"/>
                <a:gd name="connsiteY3250" fmla="*/ 1499711 h 1903571"/>
                <a:gd name="connsiteX3251" fmla="*/ 2208847 w 5542597"/>
                <a:gd name="connsiteY3251" fmla="*/ 1498283 h 1903571"/>
                <a:gd name="connsiteX3252" fmla="*/ 2209324 w 5542597"/>
                <a:gd name="connsiteY3252" fmla="*/ 1496378 h 1903571"/>
                <a:gd name="connsiteX3253" fmla="*/ 2211229 w 5542597"/>
                <a:gd name="connsiteY3253" fmla="*/ 1495901 h 1903571"/>
                <a:gd name="connsiteX3254" fmla="*/ 2213610 w 5542597"/>
                <a:gd name="connsiteY3254" fmla="*/ 1498283 h 1903571"/>
                <a:gd name="connsiteX3255" fmla="*/ 2215991 w 5542597"/>
                <a:gd name="connsiteY3255" fmla="*/ 1500188 h 1903571"/>
                <a:gd name="connsiteX3256" fmla="*/ 2218849 w 5542597"/>
                <a:gd name="connsiteY3256" fmla="*/ 1502093 h 1903571"/>
                <a:gd name="connsiteX3257" fmla="*/ 2220754 w 5542597"/>
                <a:gd name="connsiteY3257" fmla="*/ 1503521 h 1903571"/>
                <a:gd name="connsiteX3258" fmla="*/ 2222659 w 5542597"/>
                <a:gd name="connsiteY3258" fmla="*/ 1503998 h 1903571"/>
                <a:gd name="connsiteX3259" fmla="*/ 2224564 w 5542597"/>
                <a:gd name="connsiteY3259" fmla="*/ 1502569 h 1903571"/>
                <a:gd name="connsiteX3260" fmla="*/ 2225516 w 5542597"/>
                <a:gd name="connsiteY3260" fmla="*/ 1499711 h 1903571"/>
                <a:gd name="connsiteX3261" fmla="*/ 2228374 w 5542597"/>
                <a:gd name="connsiteY3261" fmla="*/ 1499235 h 1903571"/>
                <a:gd name="connsiteX3262" fmla="*/ 2231231 w 5542597"/>
                <a:gd name="connsiteY3262" fmla="*/ 1499711 h 1903571"/>
                <a:gd name="connsiteX3263" fmla="*/ 2232184 w 5542597"/>
                <a:gd name="connsiteY3263" fmla="*/ 1501140 h 1903571"/>
                <a:gd name="connsiteX3264" fmla="*/ 2232184 w 5542597"/>
                <a:gd name="connsiteY3264" fmla="*/ 1502569 h 1903571"/>
                <a:gd name="connsiteX3265" fmla="*/ 2233613 w 5542597"/>
                <a:gd name="connsiteY3265" fmla="*/ 1504950 h 1903571"/>
                <a:gd name="connsiteX3266" fmla="*/ 2236946 w 5542597"/>
                <a:gd name="connsiteY3266" fmla="*/ 1507331 h 1903571"/>
                <a:gd name="connsiteX3267" fmla="*/ 2240756 w 5542597"/>
                <a:gd name="connsiteY3267" fmla="*/ 1507331 h 1903571"/>
                <a:gd name="connsiteX3268" fmla="*/ 2242661 w 5542597"/>
                <a:gd name="connsiteY3268" fmla="*/ 1506855 h 1903571"/>
                <a:gd name="connsiteX3269" fmla="*/ 2246471 w 5542597"/>
                <a:gd name="connsiteY3269" fmla="*/ 1507331 h 1903571"/>
                <a:gd name="connsiteX3270" fmla="*/ 2250281 w 5542597"/>
                <a:gd name="connsiteY3270" fmla="*/ 1507808 h 1903571"/>
                <a:gd name="connsiteX3271" fmla="*/ 2254568 w 5542597"/>
                <a:gd name="connsiteY3271" fmla="*/ 1508284 h 1903571"/>
                <a:gd name="connsiteX3272" fmla="*/ 2255996 w 5542597"/>
                <a:gd name="connsiteY3272" fmla="*/ 1508284 h 1903571"/>
                <a:gd name="connsiteX3273" fmla="*/ 2260283 w 5542597"/>
                <a:gd name="connsiteY3273" fmla="*/ 1508284 h 1903571"/>
                <a:gd name="connsiteX3274" fmla="*/ 2266950 w 5542597"/>
                <a:gd name="connsiteY3274" fmla="*/ 1508760 h 1903571"/>
                <a:gd name="connsiteX3275" fmla="*/ 2269808 w 5542597"/>
                <a:gd name="connsiteY3275" fmla="*/ 1508760 h 1903571"/>
                <a:gd name="connsiteX3276" fmla="*/ 2275999 w 5542597"/>
                <a:gd name="connsiteY3276" fmla="*/ 1509236 h 1903571"/>
                <a:gd name="connsiteX3277" fmla="*/ 2276951 w 5542597"/>
                <a:gd name="connsiteY3277" fmla="*/ 1511618 h 1903571"/>
                <a:gd name="connsiteX3278" fmla="*/ 2278380 w 5542597"/>
                <a:gd name="connsiteY3278" fmla="*/ 1516380 h 1903571"/>
                <a:gd name="connsiteX3279" fmla="*/ 2278856 w 5542597"/>
                <a:gd name="connsiteY3279" fmla="*/ 1520666 h 1903571"/>
                <a:gd name="connsiteX3280" fmla="*/ 2279333 w 5542597"/>
                <a:gd name="connsiteY3280" fmla="*/ 1524476 h 1903571"/>
                <a:gd name="connsiteX3281" fmla="*/ 2280761 w 5542597"/>
                <a:gd name="connsiteY3281" fmla="*/ 1525905 h 1903571"/>
                <a:gd name="connsiteX3282" fmla="*/ 2282666 w 5542597"/>
                <a:gd name="connsiteY3282" fmla="*/ 1526858 h 1903571"/>
                <a:gd name="connsiteX3283" fmla="*/ 2284095 w 5542597"/>
                <a:gd name="connsiteY3283" fmla="*/ 1528286 h 1903571"/>
                <a:gd name="connsiteX3284" fmla="*/ 2286476 w 5542597"/>
                <a:gd name="connsiteY3284" fmla="*/ 1530191 h 1903571"/>
                <a:gd name="connsiteX3285" fmla="*/ 2288381 w 5542597"/>
                <a:gd name="connsiteY3285" fmla="*/ 1533049 h 1903571"/>
                <a:gd name="connsiteX3286" fmla="*/ 2290286 w 5542597"/>
                <a:gd name="connsiteY3286" fmla="*/ 1532573 h 1903571"/>
                <a:gd name="connsiteX3287" fmla="*/ 2291715 w 5542597"/>
                <a:gd name="connsiteY3287" fmla="*/ 1532096 h 1903571"/>
                <a:gd name="connsiteX3288" fmla="*/ 2295049 w 5542597"/>
                <a:gd name="connsiteY3288" fmla="*/ 1532096 h 1903571"/>
                <a:gd name="connsiteX3289" fmla="*/ 2298859 w 5542597"/>
                <a:gd name="connsiteY3289" fmla="*/ 1532096 h 1903571"/>
                <a:gd name="connsiteX3290" fmla="*/ 2301716 w 5542597"/>
                <a:gd name="connsiteY3290" fmla="*/ 1533525 h 1903571"/>
                <a:gd name="connsiteX3291" fmla="*/ 2302669 w 5542597"/>
                <a:gd name="connsiteY3291" fmla="*/ 1535906 h 1903571"/>
                <a:gd name="connsiteX3292" fmla="*/ 2305050 w 5542597"/>
                <a:gd name="connsiteY3292" fmla="*/ 1536859 h 1903571"/>
                <a:gd name="connsiteX3293" fmla="*/ 2306955 w 5542597"/>
                <a:gd name="connsiteY3293" fmla="*/ 1536383 h 1903571"/>
                <a:gd name="connsiteX3294" fmla="*/ 2312670 w 5542597"/>
                <a:gd name="connsiteY3294" fmla="*/ 1536383 h 1903571"/>
                <a:gd name="connsiteX3295" fmla="*/ 2314575 w 5542597"/>
                <a:gd name="connsiteY3295" fmla="*/ 1536859 h 1903571"/>
                <a:gd name="connsiteX3296" fmla="*/ 2316480 w 5542597"/>
                <a:gd name="connsiteY3296" fmla="*/ 1537811 h 1903571"/>
                <a:gd name="connsiteX3297" fmla="*/ 2318861 w 5542597"/>
                <a:gd name="connsiteY3297" fmla="*/ 1537811 h 1903571"/>
                <a:gd name="connsiteX3298" fmla="*/ 2320766 w 5542597"/>
                <a:gd name="connsiteY3298" fmla="*/ 1536383 h 1903571"/>
                <a:gd name="connsiteX3299" fmla="*/ 2325529 w 5542597"/>
                <a:gd name="connsiteY3299" fmla="*/ 1535430 h 1903571"/>
                <a:gd name="connsiteX3300" fmla="*/ 2328386 w 5542597"/>
                <a:gd name="connsiteY3300" fmla="*/ 1533525 h 1903571"/>
                <a:gd name="connsiteX3301" fmla="*/ 2330291 w 5542597"/>
                <a:gd name="connsiteY3301" fmla="*/ 1533525 h 1903571"/>
                <a:gd name="connsiteX3302" fmla="*/ 2331720 w 5542597"/>
                <a:gd name="connsiteY3302" fmla="*/ 1534478 h 1903571"/>
                <a:gd name="connsiteX3303" fmla="*/ 2333149 w 5542597"/>
                <a:gd name="connsiteY3303" fmla="*/ 1535906 h 1903571"/>
                <a:gd name="connsiteX3304" fmla="*/ 2335054 w 5542597"/>
                <a:gd name="connsiteY3304" fmla="*/ 1535430 h 1903571"/>
                <a:gd name="connsiteX3305" fmla="*/ 2336006 w 5542597"/>
                <a:gd name="connsiteY3305" fmla="*/ 1534001 h 1903571"/>
                <a:gd name="connsiteX3306" fmla="*/ 2337435 w 5542597"/>
                <a:gd name="connsiteY3306" fmla="*/ 1534001 h 1903571"/>
                <a:gd name="connsiteX3307" fmla="*/ 2339340 w 5542597"/>
                <a:gd name="connsiteY3307" fmla="*/ 1534954 h 1903571"/>
                <a:gd name="connsiteX3308" fmla="*/ 2343150 w 5542597"/>
                <a:gd name="connsiteY3308" fmla="*/ 1535906 h 1903571"/>
                <a:gd name="connsiteX3309" fmla="*/ 2346008 w 5542597"/>
                <a:gd name="connsiteY3309" fmla="*/ 1538288 h 1903571"/>
                <a:gd name="connsiteX3310" fmla="*/ 2348389 w 5542597"/>
                <a:gd name="connsiteY3310" fmla="*/ 1538764 h 1903571"/>
                <a:gd name="connsiteX3311" fmla="*/ 2351246 w 5542597"/>
                <a:gd name="connsiteY3311" fmla="*/ 1537811 h 1903571"/>
                <a:gd name="connsiteX3312" fmla="*/ 2352675 w 5542597"/>
                <a:gd name="connsiteY3312" fmla="*/ 1537811 h 1903571"/>
                <a:gd name="connsiteX3313" fmla="*/ 2353627 w 5542597"/>
                <a:gd name="connsiteY3313" fmla="*/ 1538764 h 1903571"/>
                <a:gd name="connsiteX3314" fmla="*/ 2355533 w 5542597"/>
                <a:gd name="connsiteY3314" fmla="*/ 1539240 h 1903571"/>
                <a:gd name="connsiteX3315" fmla="*/ 2356961 w 5542597"/>
                <a:gd name="connsiteY3315" fmla="*/ 1538764 h 1903571"/>
                <a:gd name="connsiteX3316" fmla="*/ 2359343 w 5542597"/>
                <a:gd name="connsiteY3316" fmla="*/ 1537811 h 1903571"/>
                <a:gd name="connsiteX3317" fmla="*/ 2368868 w 5542597"/>
                <a:gd name="connsiteY3317" fmla="*/ 1539240 h 1903571"/>
                <a:gd name="connsiteX3318" fmla="*/ 2371249 w 5542597"/>
                <a:gd name="connsiteY3318" fmla="*/ 1541621 h 1903571"/>
                <a:gd name="connsiteX3319" fmla="*/ 2372677 w 5542597"/>
                <a:gd name="connsiteY3319" fmla="*/ 1542574 h 1903571"/>
                <a:gd name="connsiteX3320" fmla="*/ 2374106 w 5542597"/>
                <a:gd name="connsiteY3320" fmla="*/ 1544479 h 1903571"/>
                <a:gd name="connsiteX3321" fmla="*/ 2376488 w 5542597"/>
                <a:gd name="connsiteY3321" fmla="*/ 1545908 h 1903571"/>
                <a:gd name="connsiteX3322" fmla="*/ 2381726 w 5542597"/>
                <a:gd name="connsiteY3322" fmla="*/ 1545431 h 1903571"/>
                <a:gd name="connsiteX3323" fmla="*/ 2383631 w 5542597"/>
                <a:gd name="connsiteY3323" fmla="*/ 1544003 h 1903571"/>
                <a:gd name="connsiteX3324" fmla="*/ 2387918 w 5542597"/>
                <a:gd name="connsiteY3324" fmla="*/ 1541145 h 1903571"/>
                <a:gd name="connsiteX3325" fmla="*/ 2389346 w 5542597"/>
                <a:gd name="connsiteY3325" fmla="*/ 1537811 h 1903571"/>
                <a:gd name="connsiteX3326" fmla="*/ 2391727 w 5542597"/>
                <a:gd name="connsiteY3326" fmla="*/ 1536859 h 1903571"/>
                <a:gd name="connsiteX3327" fmla="*/ 2394109 w 5542597"/>
                <a:gd name="connsiteY3327" fmla="*/ 1536383 h 1903571"/>
                <a:gd name="connsiteX3328" fmla="*/ 2396014 w 5542597"/>
                <a:gd name="connsiteY3328" fmla="*/ 1536383 h 1903571"/>
                <a:gd name="connsiteX3329" fmla="*/ 2398395 w 5542597"/>
                <a:gd name="connsiteY3329" fmla="*/ 1536383 h 1903571"/>
                <a:gd name="connsiteX3330" fmla="*/ 2401252 w 5542597"/>
                <a:gd name="connsiteY3330" fmla="*/ 1534001 h 1903571"/>
                <a:gd name="connsiteX3331" fmla="*/ 2403634 w 5542597"/>
                <a:gd name="connsiteY3331" fmla="*/ 1533525 h 1903571"/>
                <a:gd name="connsiteX3332" fmla="*/ 2406968 w 5542597"/>
                <a:gd name="connsiteY3332" fmla="*/ 1530668 h 1903571"/>
                <a:gd name="connsiteX3333" fmla="*/ 2407444 w 5542597"/>
                <a:gd name="connsiteY3333" fmla="*/ 1529239 h 1903571"/>
                <a:gd name="connsiteX3334" fmla="*/ 2409349 w 5542597"/>
                <a:gd name="connsiteY3334" fmla="*/ 1525905 h 1903571"/>
                <a:gd name="connsiteX3335" fmla="*/ 2410301 w 5542597"/>
                <a:gd name="connsiteY3335" fmla="*/ 1524000 h 1903571"/>
                <a:gd name="connsiteX3336" fmla="*/ 2411730 w 5542597"/>
                <a:gd name="connsiteY3336" fmla="*/ 1520666 h 1903571"/>
                <a:gd name="connsiteX3337" fmla="*/ 2412683 w 5542597"/>
                <a:gd name="connsiteY3337" fmla="*/ 1515428 h 1903571"/>
                <a:gd name="connsiteX3338" fmla="*/ 2413159 w 5542597"/>
                <a:gd name="connsiteY3338" fmla="*/ 1512570 h 1903571"/>
                <a:gd name="connsiteX3339" fmla="*/ 2412683 w 5542597"/>
                <a:gd name="connsiteY3339" fmla="*/ 1510665 h 1903571"/>
                <a:gd name="connsiteX3340" fmla="*/ 2410777 w 5542597"/>
                <a:gd name="connsiteY3340" fmla="*/ 1509236 h 1903571"/>
                <a:gd name="connsiteX3341" fmla="*/ 2408396 w 5542597"/>
                <a:gd name="connsiteY3341" fmla="*/ 1508760 h 1903571"/>
                <a:gd name="connsiteX3342" fmla="*/ 2406015 w 5542597"/>
                <a:gd name="connsiteY3342" fmla="*/ 1507331 h 1903571"/>
                <a:gd name="connsiteX3343" fmla="*/ 2404586 w 5542597"/>
                <a:gd name="connsiteY3343" fmla="*/ 1505426 h 1903571"/>
                <a:gd name="connsiteX3344" fmla="*/ 2403634 w 5542597"/>
                <a:gd name="connsiteY3344" fmla="*/ 1503045 h 1903571"/>
                <a:gd name="connsiteX3345" fmla="*/ 2402205 w 5542597"/>
                <a:gd name="connsiteY3345" fmla="*/ 1500188 h 1903571"/>
                <a:gd name="connsiteX3346" fmla="*/ 2402205 w 5542597"/>
                <a:gd name="connsiteY3346" fmla="*/ 1497806 h 1903571"/>
                <a:gd name="connsiteX3347" fmla="*/ 2401729 w 5542597"/>
                <a:gd name="connsiteY3347" fmla="*/ 1496378 h 1903571"/>
                <a:gd name="connsiteX3348" fmla="*/ 2400776 w 5542597"/>
                <a:gd name="connsiteY3348" fmla="*/ 1494949 h 1903571"/>
                <a:gd name="connsiteX3349" fmla="*/ 2398395 w 5542597"/>
                <a:gd name="connsiteY3349" fmla="*/ 1492091 h 1903571"/>
                <a:gd name="connsiteX3350" fmla="*/ 2397443 w 5542597"/>
                <a:gd name="connsiteY3350" fmla="*/ 1490186 h 1903571"/>
                <a:gd name="connsiteX3351" fmla="*/ 2397919 w 5542597"/>
                <a:gd name="connsiteY3351" fmla="*/ 1487329 h 1903571"/>
                <a:gd name="connsiteX3352" fmla="*/ 2400300 w 5542597"/>
                <a:gd name="connsiteY3352" fmla="*/ 1482566 h 1903571"/>
                <a:gd name="connsiteX3353" fmla="*/ 2400776 w 5542597"/>
                <a:gd name="connsiteY3353" fmla="*/ 1480185 h 1903571"/>
                <a:gd name="connsiteX3354" fmla="*/ 2400776 w 5542597"/>
                <a:gd name="connsiteY3354" fmla="*/ 1478756 h 1903571"/>
                <a:gd name="connsiteX3355" fmla="*/ 2400776 w 5542597"/>
                <a:gd name="connsiteY3355" fmla="*/ 1477328 h 1903571"/>
                <a:gd name="connsiteX3356" fmla="*/ 2401729 w 5542597"/>
                <a:gd name="connsiteY3356" fmla="*/ 1473994 h 1903571"/>
                <a:gd name="connsiteX3357" fmla="*/ 2403158 w 5542597"/>
                <a:gd name="connsiteY3357" fmla="*/ 1473041 h 1903571"/>
                <a:gd name="connsiteX3358" fmla="*/ 2404586 w 5542597"/>
                <a:gd name="connsiteY3358" fmla="*/ 1469708 h 1903571"/>
                <a:gd name="connsiteX3359" fmla="*/ 2406968 w 5542597"/>
                <a:gd name="connsiteY3359" fmla="*/ 1468279 h 1903571"/>
                <a:gd name="connsiteX3360" fmla="*/ 2409825 w 5542597"/>
                <a:gd name="connsiteY3360" fmla="*/ 1467803 h 1903571"/>
                <a:gd name="connsiteX3361" fmla="*/ 2410777 w 5542597"/>
                <a:gd name="connsiteY3361" fmla="*/ 1467326 h 1903571"/>
                <a:gd name="connsiteX3362" fmla="*/ 2411254 w 5542597"/>
                <a:gd name="connsiteY3362" fmla="*/ 1463993 h 1903571"/>
                <a:gd name="connsiteX3363" fmla="*/ 2412683 w 5542597"/>
                <a:gd name="connsiteY3363" fmla="*/ 1461135 h 1903571"/>
                <a:gd name="connsiteX3364" fmla="*/ 2413635 w 5542597"/>
                <a:gd name="connsiteY3364" fmla="*/ 1459706 h 1903571"/>
                <a:gd name="connsiteX3365" fmla="*/ 2415540 w 5542597"/>
                <a:gd name="connsiteY3365" fmla="*/ 1457801 h 1903571"/>
                <a:gd name="connsiteX3366" fmla="*/ 2425065 w 5542597"/>
                <a:gd name="connsiteY3366" fmla="*/ 1453991 h 1903571"/>
                <a:gd name="connsiteX3367" fmla="*/ 2429351 w 5542597"/>
                <a:gd name="connsiteY3367" fmla="*/ 1449229 h 1903571"/>
                <a:gd name="connsiteX3368" fmla="*/ 2430780 w 5542597"/>
                <a:gd name="connsiteY3368" fmla="*/ 1446848 h 1903571"/>
                <a:gd name="connsiteX3369" fmla="*/ 2432209 w 5542597"/>
                <a:gd name="connsiteY3369" fmla="*/ 1441609 h 1903571"/>
                <a:gd name="connsiteX3370" fmla="*/ 2433638 w 5542597"/>
                <a:gd name="connsiteY3370" fmla="*/ 1439704 h 1903571"/>
                <a:gd name="connsiteX3371" fmla="*/ 2436019 w 5542597"/>
                <a:gd name="connsiteY3371" fmla="*/ 1440180 h 1903571"/>
                <a:gd name="connsiteX3372" fmla="*/ 2438400 w 5542597"/>
                <a:gd name="connsiteY3372" fmla="*/ 1443038 h 1903571"/>
                <a:gd name="connsiteX3373" fmla="*/ 2440305 w 5542597"/>
                <a:gd name="connsiteY3373" fmla="*/ 1443514 h 1903571"/>
                <a:gd name="connsiteX3374" fmla="*/ 2443163 w 5542597"/>
                <a:gd name="connsiteY3374" fmla="*/ 1444943 h 1903571"/>
                <a:gd name="connsiteX3375" fmla="*/ 2451259 w 5542597"/>
                <a:gd name="connsiteY3375" fmla="*/ 1448276 h 1903571"/>
                <a:gd name="connsiteX3376" fmla="*/ 2455545 w 5542597"/>
                <a:gd name="connsiteY3376" fmla="*/ 1449229 h 1903571"/>
                <a:gd name="connsiteX3377" fmla="*/ 2458402 w 5542597"/>
                <a:gd name="connsiteY3377" fmla="*/ 1449705 h 1903571"/>
                <a:gd name="connsiteX3378" fmla="*/ 2461736 w 5542597"/>
                <a:gd name="connsiteY3378" fmla="*/ 1450658 h 1903571"/>
                <a:gd name="connsiteX3379" fmla="*/ 2464118 w 5542597"/>
                <a:gd name="connsiteY3379" fmla="*/ 1452563 h 1903571"/>
                <a:gd name="connsiteX3380" fmla="*/ 2468880 w 5542597"/>
                <a:gd name="connsiteY3380" fmla="*/ 1455896 h 1903571"/>
                <a:gd name="connsiteX3381" fmla="*/ 2472690 w 5542597"/>
                <a:gd name="connsiteY3381" fmla="*/ 1456849 h 1903571"/>
                <a:gd name="connsiteX3382" fmla="*/ 2479358 w 5542597"/>
                <a:gd name="connsiteY3382" fmla="*/ 1456849 h 1903571"/>
                <a:gd name="connsiteX3383" fmla="*/ 2487454 w 5542597"/>
                <a:gd name="connsiteY3383" fmla="*/ 1457325 h 1903571"/>
                <a:gd name="connsiteX3384" fmla="*/ 2489835 w 5542597"/>
                <a:gd name="connsiteY3384" fmla="*/ 1457801 h 1903571"/>
                <a:gd name="connsiteX3385" fmla="*/ 2495550 w 5542597"/>
                <a:gd name="connsiteY3385" fmla="*/ 1460183 h 1903571"/>
                <a:gd name="connsiteX3386" fmla="*/ 2502218 w 5542597"/>
                <a:gd name="connsiteY3386" fmla="*/ 1462564 h 1903571"/>
                <a:gd name="connsiteX3387" fmla="*/ 2508409 w 5542597"/>
                <a:gd name="connsiteY3387" fmla="*/ 1464945 h 1903571"/>
                <a:gd name="connsiteX3388" fmla="*/ 2513171 w 5542597"/>
                <a:gd name="connsiteY3388" fmla="*/ 1466850 h 1903571"/>
                <a:gd name="connsiteX3389" fmla="*/ 2516029 w 5542597"/>
                <a:gd name="connsiteY3389" fmla="*/ 1468279 h 1903571"/>
                <a:gd name="connsiteX3390" fmla="*/ 2518410 w 5542597"/>
                <a:gd name="connsiteY3390" fmla="*/ 1469708 h 1903571"/>
                <a:gd name="connsiteX3391" fmla="*/ 2521268 w 5542597"/>
                <a:gd name="connsiteY3391" fmla="*/ 1468755 h 1903571"/>
                <a:gd name="connsiteX3392" fmla="*/ 2525077 w 5542597"/>
                <a:gd name="connsiteY3392" fmla="*/ 1468755 h 1903571"/>
                <a:gd name="connsiteX3393" fmla="*/ 2533174 w 5542597"/>
                <a:gd name="connsiteY3393" fmla="*/ 1470660 h 1903571"/>
                <a:gd name="connsiteX3394" fmla="*/ 2538889 w 5542597"/>
                <a:gd name="connsiteY3394" fmla="*/ 1472565 h 1903571"/>
                <a:gd name="connsiteX3395" fmla="*/ 2543175 w 5542597"/>
                <a:gd name="connsiteY3395" fmla="*/ 1473994 h 1903571"/>
                <a:gd name="connsiteX3396" fmla="*/ 2544604 w 5542597"/>
                <a:gd name="connsiteY3396" fmla="*/ 1475899 h 1903571"/>
                <a:gd name="connsiteX3397" fmla="*/ 2545080 w 5542597"/>
                <a:gd name="connsiteY3397" fmla="*/ 1478280 h 1903571"/>
                <a:gd name="connsiteX3398" fmla="*/ 2544127 w 5542597"/>
                <a:gd name="connsiteY3398" fmla="*/ 1480185 h 1903571"/>
                <a:gd name="connsiteX3399" fmla="*/ 2544604 w 5542597"/>
                <a:gd name="connsiteY3399" fmla="*/ 1484948 h 1903571"/>
                <a:gd name="connsiteX3400" fmla="*/ 2546033 w 5542597"/>
                <a:gd name="connsiteY3400" fmla="*/ 1487329 h 1903571"/>
                <a:gd name="connsiteX3401" fmla="*/ 2546509 w 5542597"/>
                <a:gd name="connsiteY3401" fmla="*/ 1490663 h 1903571"/>
                <a:gd name="connsiteX3402" fmla="*/ 2546985 w 5542597"/>
                <a:gd name="connsiteY3402" fmla="*/ 1493996 h 1903571"/>
                <a:gd name="connsiteX3403" fmla="*/ 2546985 w 5542597"/>
                <a:gd name="connsiteY3403" fmla="*/ 1497330 h 1903571"/>
                <a:gd name="connsiteX3404" fmla="*/ 2547461 w 5542597"/>
                <a:gd name="connsiteY3404" fmla="*/ 1499235 h 1903571"/>
                <a:gd name="connsiteX3405" fmla="*/ 2548890 w 5542597"/>
                <a:gd name="connsiteY3405" fmla="*/ 1500188 h 1903571"/>
                <a:gd name="connsiteX3406" fmla="*/ 2550319 w 5542597"/>
                <a:gd name="connsiteY3406" fmla="*/ 1502093 h 1903571"/>
                <a:gd name="connsiteX3407" fmla="*/ 2549843 w 5542597"/>
                <a:gd name="connsiteY3407" fmla="*/ 1504474 h 1903571"/>
                <a:gd name="connsiteX3408" fmla="*/ 2549366 w 5542597"/>
                <a:gd name="connsiteY3408" fmla="*/ 1505903 h 1903571"/>
                <a:gd name="connsiteX3409" fmla="*/ 2549366 w 5542597"/>
                <a:gd name="connsiteY3409" fmla="*/ 1508284 h 1903571"/>
                <a:gd name="connsiteX3410" fmla="*/ 2550795 w 5542597"/>
                <a:gd name="connsiteY3410" fmla="*/ 1510189 h 1903571"/>
                <a:gd name="connsiteX3411" fmla="*/ 2553176 w 5542597"/>
                <a:gd name="connsiteY3411" fmla="*/ 1510189 h 1903571"/>
                <a:gd name="connsiteX3412" fmla="*/ 2555558 w 5542597"/>
                <a:gd name="connsiteY3412" fmla="*/ 1510665 h 1903571"/>
                <a:gd name="connsiteX3413" fmla="*/ 2557939 w 5542597"/>
                <a:gd name="connsiteY3413" fmla="*/ 1513523 h 1903571"/>
                <a:gd name="connsiteX3414" fmla="*/ 2562701 w 5542597"/>
                <a:gd name="connsiteY3414" fmla="*/ 1516856 h 1903571"/>
                <a:gd name="connsiteX3415" fmla="*/ 2565559 w 5542597"/>
                <a:gd name="connsiteY3415" fmla="*/ 1517809 h 1903571"/>
                <a:gd name="connsiteX3416" fmla="*/ 2568893 w 5542597"/>
                <a:gd name="connsiteY3416" fmla="*/ 1519238 h 1903571"/>
                <a:gd name="connsiteX3417" fmla="*/ 2574608 w 5542597"/>
                <a:gd name="connsiteY3417" fmla="*/ 1520666 h 1903571"/>
                <a:gd name="connsiteX3418" fmla="*/ 2578894 w 5542597"/>
                <a:gd name="connsiteY3418" fmla="*/ 1521143 h 1903571"/>
                <a:gd name="connsiteX3419" fmla="*/ 2581275 w 5542597"/>
                <a:gd name="connsiteY3419" fmla="*/ 1522571 h 1903571"/>
                <a:gd name="connsiteX3420" fmla="*/ 2583656 w 5542597"/>
                <a:gd name="connsiteY3420" fmla="*/ 1525429 h 1903571"/>
                <a:gd name="connsiteX3421" fmla="*/ 2587943 w 5542597"/>
                <a:gd name="connsiteY3421" fmla="*/ 1525905 h 1903571"/>
                <a:gd name="connsiteX3422" fmla="*/ 2590324 w 5542597"/>
                <a:gd name="connsiteY3422" fmla="*/ 1526858 h 1903571"/>
                <a:gd name="connsiteX3423" fmla="*/ 2595086 w 5542597"/>
                <a:gd name="connsiteY3423" fmla="*/ 1527810 h 1903571"/>
                <a:gd name="connsiteX3424" fmla="*/ 2597944 w 5542597"/>
                <a:gd name="connsiteY3424" fmla="*/ 1527334 h 1903571"/>
                <a:gd name="connsiteX3425" fmla="*/ 2600801 w 5542597"/>
                <a:gd name="connsiteY3425" fmla="*/ 1526381 h 1903571"/>
                <a:gd name="connsiteX3426" fmla="*/ 2602706 w 5542597"/>
                <a:gd name="connsiteY3426" fmla="*/ 1526381 h 1903571"/>
                <a:gd name="connsiteX3427" fmla="*/ 2606040 w 5542597"/>
                <a:gd name="connsiteY3427" fmla="*/ 1527334 h 1903571"/>
                <a:gd name="connsiteX3428" fmla="*/ 2610326 w 5542597"/>
                <a:gd name="connsiteY3428" fmla="*/ 1527334 h 1903571"/>
                <a:gd name="connsiteX3429" fmla="*/ 2613660 w 5542597"/>
                <a:gd name="connsiteY3429" fmla="*/ 1526381 h 1903571"/>
                <a:gd name="connsiteX3430" fmla="*/ 2616518 w 5542597"/>
                <a:gd name="connsiteY3430" fmla="*/ 1524476 h 1903571"/>
                <a:gd name="connsiteX3431" fmla="*/ 2619375 w 5542597"/>
                <a:gd name="connsiteY3431" fmla="*/ 1522095 h 1903571"/>
                <a:gd name="connsiteX3432" fmla="*/ 2623185 w 5542597"/>
                <a:gd name="connsiteY3432" fmla="*/ 1520666 h 1903571"/>
                <a:gd name="connsiteX3433" fmla="*/ 2627947 w 5542597"/>
                <a:gd name="connsiteY3433" fmla="*/ 1520190 h 1903571"/>
                <a:gd name="connsiteX3434" fmla="*/ 2630805 w 5542597"/>
                <a:gd name="connsiteY3434" fmla="*/ 1518761 h 1903571"/>
                <a:gd name="connsiteX3435" fmla="*/ 2640806 w 5542597"/>
                <a:gd name="connsiteY3435" fmla="*/ 1517333 h 1903571"/>
                <a:gd name="connsiteX3436" fmla="*/ 2644616 w 5542597"/>
                <a:gd name="connsiteY3436" fmla="*/ 1516856 h 1903571"/>
                <a:gd name="connsiteX3437" fmla="*/ 2647950 w 5542597"/>
                <a:gd name="connsiteY3437" fmla="*/ 1514951 h 1903571"/>
                <a:gd name="connsiteX3438" fmla="*/ 2650808 w 5542597"/>
                <a:gd name="connsiteY3438" fmla="*/ 1513523 h 1903571"/>
                <a:gd name="connsiteX3439" fmla="*/ 2654618 w 5542597"/>
                <a:gd name="connsiteY3439" fmla="*/ 1513046 h 1903571"/>
                <a:gd name="connsiteX3440" fmla="*/ 2659856 w 5542597"/>
                <a:gd name="connsiteY3440" fmla="*/ 1514475 h 1903571"/>
                <a:gd name="connsiteX3441" fmla="*/ 2665095 w 5542597"/>
                <a:gd name="connsiteY3441" fmla="*/ 1515904 h 1903571"/>
                <a:gd name="connsiteX3442" fmla="*/ 2671286 w 5542597"/>
                <a:gd name="connsiteY3442" fmla="*/ 1515904 h 1903571"/>
                <a:gd name="connsiteX3443" fmla="*/ 2675572 w 5542597"/>
                <a:gd name="connsiteY3443" fmla="*/ 1517809 h 1903571"/>
                <a:gd name="connsiteX3444" fmla="*/ 2678430 w 5542597"/>
                <a:gd name="connsiteY3444" fmla="*/ 1519238 h 1903571"/>
                <a:gd name="connsiteX3445" fmla="*/ 2683193 w 5542597"/>
                <a:gd name="connsiteY3445" fmla="*/ 1520666 h 1903571"/>
                <a:gd name="connsiteX3446" fmla="*/ 2687955 w 5542597"/>
                <a:gd name="connsiteY3446" fmla="*/ 1520190 h 1903571"/>
                <a:gd name="connsiteX3447" fmla="*/ 2695099 w 5542597"/>
                <a:gd name="connsiteY3447" fmla="*/ 1519714 h 1903571"/>
                <a:gd name="connsiteX3448" fmla="*/ 2699861 w 5542597"/>
                <a:gd name="connsiteY3448" fmla="*/ 1520190 h 1903571"/>
                <a:gd name="connsiteX3449" fmla="*/ 2704624 w 5542597"/>
                <a:gd name="connsiteY3449" fmla="*/ 1523048 h 1903571"/>
                <a:gd name="connsiteX3450" fmla="*/ 2707481 w 5542597"/>
                <a:gd name="connsiteY3450" fmla="*/ 1525429 h 1903571"/>
                <a:gd name="connsiteX3451" fmla="*/ 2710815 w 5542597"/>
                <a:gd name="connsiteY3451" fmla="*/ 1530191 h 1903571"/>
                <a:gd name="connsiteX3452" fmla="*/ 2714625 w 5542597"/>
                <a:gd name="connsiteY3452" fmla="*/ 1532573 h 1903571"/>
                <a:gd name="connsiteX3453" fmla="*/ 2717483 w 5542597"/>
                <a:gd name="connsiteY3453" fmla="*/ 1534478 h 1903571"/>
                <a:gd name="connsiteX3454" fmla="*/ 2721293 w 5542597"/>
                <a:gd name="connsiteY3454" fmla="*/ 1534478 h 1903571"/>
                <a:gd name="connsiteX3455" fmla="*/ 2730818 w 5542597"/>
                <a:gd name="connsiteY3455" fmla="*/ 1534954 h 1903571"/>
                <a:gd name="connsiteX3456" fmla="*/ 2736533 w 5542597"/>
                <a:gd name="connsiteY3456" fmla="*/ 1535906 h 1903571"/>
                <a:gd name="connsiteX3457" fmla="*/ 2740819 w 5542597"/>
                <a:gd name="connsiteY3457" fmla="*/ 1536383 h 1903571"/>
                <a:gd name="connsiteX3458" fmla="*/ 2741771 w 5542597"/>
                <a:gd name="connsiteY3458" fmla="*/ 1537335 h 1903571"/>
                <a:gd name="connsiteX3459" fmla="*/ 2741295 w 5542597"/>
                <a:gd name="connsiteY3459" fmla="*/ 1540669 h 1903571"/>
                <a:gd name="connsiteX3460" fmla="*/ 2741295 w 5542597"/>
                <a:gd name="connsiteY3460" fmla="*/ 1545431 h 1903571"/>
                <a:gd name="connsiteX3461" fmla="*/ 2741295 w 5542597"/>
                <a:gd name="connsiteY3461" fmla="*/ 1547813 h 1903571"/>
                <a:gd name="connsiteX3462" fmla="*/ 2742247 w 5542597"/>
                <a:gd name="connsiteY3462" fmla="*/ 1549241 h 1903571"/>
                <a:gd name="connsiteX3463" fmla="*/ 2744152 w 5542597"/>
                <a:gd name="connsiteY3463" fmla="*/ 1549718 h 1903571"/>
                <a:gd name="connsiteX3464" fmla="*/ 2744629 w 5542597"/>
                <a:gd name="connsiteY3464" fmla="*/ 1552099 h 1903571"/>
                <a:gd name="connsiteX3465" fmla="*/ 2747010 w 5542597"/>
                <a:gd name="connsiteY3465" fmla="*/ 1553051 h 1903571"/>
                <a:gd name="connsiteX3466" fmla="*/ 2750820 w 5542597"/>
                <a:gd name="connsiteY3466" fmla="*/ 1554956 h 1903571"/>
                <a:gd name="connsiteX3467" fmla="*/ 2757488 w 5542597"/>
                <a:gd name="connsiteY3467" fmla="*/ 1560671 h 1903571"/>
                <a:gd name="connsiteX3468" fmla="*/ 2761297 w 5542597"/>
                <a:gd name="connsiteY3468" fmla="*/ 1563053 h 1903571"/>
                <a:gd name="connsiteX3469" fmla="*/ 2764631 w 5542597"/>
                <a:gd name="connsiteY3469" fmla="*/ 1563529 h 1903571"/>
                <a:gd name="connsiteX3470" fmla="*/ 2768441 w 5542597"/>
                <a:gd name="connsiteY3470" fmla="*/ 1563053 h 1903571"/>
                <a:gd name="connsiteX3471" fmla="*/ 2775109 w 5542597"/>
                <a:gd name="connsiteY3471" fmla="*/ 1563053 h 1903571"/>
                <a:gd name="connsiteX3472" fmla="*/ 2785586 w 5542597"/>
                <a:gd name="connsiteY3472" fmla="*/ 1563053 h 1903571"/>
                <a:gd name="connsiteX3473" fmla="*/ 2793206 w 5542597"/>
                <a:gd name="connsiteY3473" fmla="*/ 1564958 h 1903571"/>
                <a:gd name="connsiteX3474" fmla="*/ 2795588 w 5542597"/>
                <a:gd name="connsiteY3474" fmla="*/ 1565910 h 1903571"/>
                <a:gd name="connsiteX3475" fmla="*/ 2803208 w 5542597"/>
                <a:gd name="connsiteY3475" fmla="*/ 1567339 h 1903571"/>
                <a:gd name="connsiteX3476" fmla="*/ 2811304 w 5542597"/>
                <a:gd name="connsiteY3476" fmla="*/ 1568768 h 1903571"/>
                <a:gd name="connsiteX3477" fmla="*/ 2818447 w 5542597"/>
                <a:gd name="connsiteY3477" fmla="*/ 1570196 h 1903571"/>
                <a:gd name="connsiteX3478" fmla="*/ 2822734 w 5542597"/>
                <a:gd name="connsiteY3478" fmla="*/ 1568291 h 1903571"/>
                <a:gd name="connsiteX3479" fmla="*/ 2826068 w 5542597"/>
                <a:gd name="connsiteY3479" fmla="*/ 1568291 h 1903571"/>
                <a:gd name="connsiteX3480" fmla="*/ 2829877 w 5542597"/>
                <a:gd name="connsiteY3480" fmla="*/ 1569720 h 1903571"/>
                <a:gd name="connsiteX3481" fmla="*/ 2833211 w 5542597"/>
                <a:gd name="connsiteY3481" fmla="*/ 1571625 h 1903571"/>
                <a:gd name="connsiteX3482" fmla="*/ 2835593 w 5542597"/>
                <a:gd name="connsiteY3482" fmla="*/ 1571625 h 1903571"/>
                <a:gd name="connsiteX3483" fmla="*/ 2839879 w 5542597"/>
                <a:gd name="connsiteY3483" fmla="*/ 1570673 h 1903571"/>
                <a:gd name="connsiteX3484" fmla="*/ 2852738 w 5542597"/>
                <a:gd name="connsiteY3484" fmla="*/ 1564481 h 1903571"/>
                <a:gd name="connsiteX3485" fmla="*/ 2857024 w 5542597"/>
                <a:gd name="connsiteY3485" fmla="*/ 1562100 h 1903571"/>
                <a:gd name="connsiteX3486" fmla="*/ 2860358 w 5542597"/>
                <a:gd name="connsiteY3486" fmla="*/ 1563053 h 1903571"/>
                <a:gd name="connsiteX3487" fmla="*/ 2863215 w 5542597"/>
                <a:gd name="connsiteY3487" fmla="*/ 1562100 h 1903571"/>
                <a:gd name="connsiteX3488" fmla="*/ 2865120 w 5542597"/>
                <a:gd name="connsiteY3488" fmla="*/ 1561624 h 1903571"/>
                <a:gd name="connsiteX3489" fmla="*/ 2870835 w 5542597"/>
                <a:gd name="connsiteY3489" fmla="*/ 1560671 h 1903571"/>
                <a:gd name="connsiteX3490" fmla="*/ 2874169 w 5542597"/>
                <a:gd name="connsiteY3490" fmla="*/ 1560195 h 1903571"/>
                <a:gd name="connsiteX3491" fmla="*/ 2877502 w 5542597"/>
                <a:gd name="connsiteY3491" fmla="*/ 1559719 h 1903571"/>
                <a:gd name="connsiteX3492" fmla="*/ 2882265 w 5542597"/>
                <a:gd name="connsiteY3492" fmla="*/ 1559243 h 1903571"/>
                <a:gd name="connsiteX3493" fmla="*/ 2892266 w 5542597"/>
                <a:gd name="connsiteY3493" fmla="*/ 1555433 h 1903571"/>
                <a:gd name="connsiteX3494" fmla="*/ 2896552 w 5542597"/>
                <a:gd name="connsiteY3494" fmla="*/ 1554480 h 1903571"/>
                <a:gd name="connsiteX3495" fmla="*/ 2903220 w 5542597"/>
                <a:gd name="connsiteY3495" fmla="*/ 1555909 h 1903571"/>
                <a:gd name="connsiteX3496" fmla="*/ 2907030 w 5542597"/>
                <a:gd name="connsiteY3496" fmla="*/ 1554956 h 1903571"/>
                <a:gd name="connsiteX3497" fmla="*/ 2910840 w 5542597"/>
                <a:gd name="connsiteY3497" fmla="*/ 1553051 h 1903571"/>
                <a:gd name="connsiteX3498" fmla="*/ 2915602 w 5542597"/>
                <a:gd name="connsiteY3498" fmla="*/ 1551146 h 1903571"/>
                <a:gd name="connsiteX3499" fmla="*/ 2917031 w 5542597"/>
                <a:gd name="connsiteY3499" fmla="*/ 1547336 h 1903571"/>
                <a:gd name="connsiteX3500" fmla="*/ 2919413 w 5542597"/>
                <a:gd name="connsiteY3500" fmla="*/ 1543050 h 1903571"/>
                <a:gd name="connsiteX3501" fmla="*/ 2924651 w 5542597"/>
                <a:gd name="connsiteY3501" fmla="*/ 1539716 h 1903571"/>
                <a:gd name="connsiteX3502" fmla="*/ 2928938 w 5542597"/>
                <a:gd name="connsiteY3502" fmla="*/ 1536383 h 1903571"/>
                <a:gd name="connsiteX3503" fmla="*/ 2933224 w 5542597"/>
                <a:gd name="connsiteY3503" fmla="*/ 1533525 h 1903571"/>
                <a:gd name="connsiteX3504" fmla="*/ 2938463 w 5542597"/>
                <a:gd name="connsiteY3504" fmla="*/ 1531144 h 1903571"/>
                <a:gd name="connsiteX3505" fmla="*/ 2943701 w 5542597"/>
                <a:gd name="connsiteY3505" fmla="*/ 1529715 h 1903571"/>
                <a:gd name="connsiteX3506" fmla="*/ 2949893 w 5542597"/>
                <a:gd name="connsiteY3506" fmla="*/ 1524953 h 1903571"/>
                <a:gd name="connsiteX3507" fmla="*/ 2955131 w 5542597"/>
                <a:gd name="connsiteY3507" fmla="*/ 1522571 h 1903571"/>
                <a:gd name="connsiteX3508" fmla="*/ 2957989 w 5542597"/>
                <a:gd name="connsiteY3508" fmla="*/ 1522095 h 1903571"/>
                <a:gd name="connsiteX3509" fmla="*/ 2960846 w 5542597"/>
                <a:gd name="connsiteY3509" fmla="*/ 1522571 h 1903571"/>
                <a:gd name="connsiteX3510" fmla="*/ 2966561 w 5542597"/>
                <a:gd name="connsiteY3510" fmla="*/ 1523524 h 1903571"/>
                <a:gd name="connsiteX3511" fmla="*/ 2970847 w 5542597"/>
                <a:gd name="connsiteY3511" fmla="*/ 1523048 h 1903571"/>
                <a:gd name="connsiteX3512" fmla="*/ 2973229 w 5542597"/>
                <a:gd name="connsiteY3512" fmla="*/ 1523524 h 1903571"/>
                <a:gd name="connsiteX3513" fmla="*/ 2977515 w 5542597"/>
                <a:gd name="connsiteY3513" fmla="*/ 1525905 h 1903571"/>
                <a:gd name="connsiteX3514" fmla="*/ 2981801 w 5542597"/>
                <a:gd name="connsiteY3514" fmla="*/ 1527810 h 1903571"/>
                <a:gd name="connsiteX3515" fmla="*/ 2985135 w 5542597"/>
                <a:gd name="connsiteY3515" fmla="*/ 1531620 h 1903571"/>
                <a:gd name="connsiteX3516" fmla="*/ 2990850 w 5542597"/>
                <a:gd name="connsiteY3516" fmla="*/ 1536383 h 1903571"/>
                <a:gd name="connsiteX3517" fmla="*/ 2994184 w 5542597"/>
                <a:gd name="connsiteY3517" fmla="*/ 1537811 h 1903571"/>
                <a:gd name="connsiteX3518" fmla="*/ 2996565 w 5542597"/>
                <a:gd name="connsiteY3518" fmla="*/ 1538764 h 1903571"/>
                <a:gd name="connsiteX3519" fmla="*/ 3001804 w 5542597"/>
                <a:gd name="connsiteY3519" fmla="*/ 1539240 h 1903571"/>
                <a:gd name="connsiteX3520" fmla="*/ 3006090 w 5542597"/>
                <a:gd name="connsiteY3520" fmla="*/ 1539240 h 1903571"/>
                <a:gd name="connsiteX3521" fmla="*/ 3008947 w 5542597"/>
                <a:gd name="connsiteY3521" fmla="*/ 1538288 h 1903571"/>
                <a:gd name="connsiteX3522" fmla="*/ 3013234 w 5542597"/>
                <a:gd name="connsiteY3522" fmla="*/ 1536383 h 1903571"/>
                <a:gd name="connsiteX3523" fmla="*/ 3020377 w 5542597"/>
                <a:gd name="connsiteY3523" fmla="*/ 1533525 h 1903571"/>
                <a:gd name="connsiteX3524" fmla="*/ 3023235 w 5542597"/>
                <a:gd name="connsiteY3524" fmla="*/ 1533525 h 1903571"/>
                <a:gd name="connsiteX3525" fmla="*/ 3027521 w 5542597"/>
                <a:gd name="connsiteY3525" fmla="*/ 1534954 h 1903571"/>
                <a:gd name="connsiteX3526" fmla="*/ 3034665 w 5542597"/>
                <a:gd name="connsiteY3526" fmla="*/ 1537335 h 1903571"/>
                <a:gd name="connsiteX3527" fmla="*/ 3037046 w 5542597"/>
                <a:gd name="connsiteY3527" fmla="*/ 1539240 h 1903571"/>
                <a:gd name="connsiteX3528" fmla="*/ 3038951 w 5542597"/>
                <a:gd name="connsiteY3528" fmla="*/ 1541621 h 1903571"/>
                <a:gd name="connsiteX3529" fmla="*/ 3046095 w 5542597"/>
                <a:gd name="connsiteY3529" fmla="*/ 1545431 h 1903571"/>
                <a:gd name="connsiteX3530" fmla="*/ 3050381 w 5542597"/>
                <a:gd name="connsiteY3530" fmla="*/ 1547336 h 1903571"/>
                <a:gd name="connsiteX3531" fmla="*/ 3058001 w 5542597"/>
                <a:gd name="connsiteY3531" fmla="*/ 1550670 h 1903571"/>
                <a:gd name="connsiteX3532" fmla="*/ 3066097 w 5542597"/>
                <a:gd name="connsiteY3532" fmla="*/ 1551146 h 1903571"/>
                <a:gd name="connsiteX3533" fmla="*/ 3073718 w 5542597"/>
                <a:gd name="connsiteY3533" fmla="*/ 1554480 h 1903571"/>
                <a:gd name="connsiteX3534" fmla="*/ 3077527 w 5542597"/>
                <a:gd name="connsiteY3534" fmla="*/ 1555433 h 1903571"/>
                <a:gd name="connsiteX3535" fmla="*/ 3079433 w 5542597"/>
                <a:gd name="connsiteY3535" fmla="*/ 1555433 h 1903571"/>
                <a:gd name="connsiteX3536" fmla="*/ 3090386 w 5542597"/>
                <a:gd name="connsiteY3536" fmla="*/ 1547336 h 1903571"/>
                <a:gd name="connsiteX3537" fmla="*/ 3098959 w 5542597"/>
                <a:gd name="connsiteY3537" fmla="*/ 1540669 h 1903571"/>
                <a:gd name="connsiteX3538" fmla="*/ 3109436 w 5542597"/>
                <a:gd name="connsiteY3538" fmla="*/ 1535906 h 1903571"/>
                <a:gd name="connsiteX3539" fmla="*/ 3117056 w 5542597"/>
                <a:gd name="connsiteY3539" fmla="*/ 1534954 h 1903571"/>
                <a:gd name="connsiteX3540" fmla="*/ 3122772 w 5542597"/>
                <a:gd name="connsiteY3540" fmla="*/ 1533525 h 1903571"/>
                <a:gd name="connsiteX3541" fmla="*/ 3126581 w 5542597"/>
                <a:gd name="connsiteY3541" fmla="*/ 1531144 h 1903571"/>
                <a:gd name="connsiteX3542" fmla="*/ 3128962 w 5542597"/>
                <a:gd name="connsiteY3542" fmla="*/ 1527334 h 1903571"/>
                <a:gd name="connsiteX3543" fmla="*/ 3129439 w 5542597"/>
                <a:gd name="connsiteY3543" fmla="*/ 1521619 h 1903571"/>
                <a:gd name="connsiteX3544" fmla="*/ 3128010 w 5542597"/>
                <a:gd name="connsiteY3544" fmla="*/ 1518285 h 1903571"/>
                <a:gd name="connsiteX3545" fmla="*/ 3124200 w 5542597"/>
                <a:gd name="connsiteY3545" fmla="*/ 1517333 h 1903571"/>
                <a:gd name="connsiteX3546" fmla="*/ 3123247 w 5542597"/>
                <a:gd name="connsiteY3546" fmla="*/ 1515904 h 1903571"/>
                <a:gd name="connsiteX3547" fmla="*/ 3125153 w 5542597"/>
                <a:gd name="connsiteY3547" fmla="*/ 1514951 h 1903571"/>
                <a:gd name="connsiteX3548" fmla="*/ 3126581 w 5542597"/>
                <a:gd name="connsiteY3548" fmla="*/ 1512570 h 1903571"/>
                <a:gd name="connsiteX3549" fmla="*/ 3127534 w 5542597"/>
                <a:gd name="connsiteY3549" fmla="*/ 1509236 h 1903571"/>
                <a:gd name="connsiteX3550" fmla="*/ 3129439 w 5542597"/>
                <a:gd name="connsiteY3550" fmla="*/ 1505903 h 1903571"/>
                <a:gd name="connsiteX3551" fmla="*/ 3132772 w 5542597"/>
                <a:gd name="connsiteY3551" fmla="*/ 1503045 h 1903571"/>
                <a:gd name="connsiteX3552" fmla="*/ 3134678 w 5542597"/>
                <a:gd name="connsiteY3552" fmla="*/ 1499711 h 1903571"/>
                <a:gd name="connsiteX3553" fmla="*/ 3135154 w 5542597"/>
                <a:gd name="connsiteY3553" fmla="*/ 1495901 h 1903571"/>
                <a:gd name="connsiteX3554" fmla="*/ 3137535 w 5542597"/>
                <a:gd name="connsiteY3554" fmla="*/ 1492091 h 1903571"/>
                <a:gd name="connsiteX3555" fmla="*/ 3141345 w 5542597"/>
                <a:gd name="connsiteY3555" fmla="*/ 1488281 h 1903571"/>
                <a:gd name="connsiteX3556" fmla="*/ 3143250 w 5542597"/>
                <a:gd name="connsiteY3556" fmla="*/ 1484948 h 1903571"/>
                <a:gd name="connsiteX3557" fmla="*/ 3143726 w 5542597"/>
                <a:gd name="connsiteY3557" fmla="*/ 1481614 h 1903571"/>
                <a:gd name="connsiteX3558" fmla="*/ 3145631 w 5542597"/>
                <a:gd name="connsiteY3558" fmla="*/ 1477804 h 1903571"/>
                <a:gd name="connsiteX3559" fmla="*/ 3150870 w 5542597"/>
                <a:gd name="connsiteY3559" fmla="*/ 1470660 h 1903571"/>
                <a:gd name="connsiteX3560" fmla="*/ 3154204 w 5542597"/>
                <a:gd name="connsiteY3560" fmla="*/ 1463040 h 1903571"/>
                <a:gd name="connsiteX3561" fmla="*/ 3159918 w 5542597"/>
                <a:gd name="connsiteY3561" fmla="*/ 1457325 h 1903571"/>
                <a:gd name="connsiteX3562" fmla="*/ 3169443 w 5542597"/>
                <a:gd name="connsiteY3562" fmla="*/ 1451610 h 1903571"/>
                <a:gd name="connsiteX3563" fmla="*/ 3175159 w 5542597"/>
                <a:gd name="connsiteY3563" fmla="*/ 1445895 h 1903571"/>
                <a:gd name="connsiteX3564" fmla="*/ 3177540 w 5542597"/>
                <a:gd name="connsiteY3564" fmla="*/ 1440656 h 1903571"/>
                <a:gd name="connsiteX3565" fmla="*/ 3177064 w 5542597"/>
                <a:gd name="connsiteY3565" fmla="*/ 1435418 h 1903571"/>
                <a:gd name="connsiteX3566" fmla="*/ 3174683 w 5542597"/>
                <a:gd name="connsiteY3566" fmla="*/ 1431131 h 1903571"/>
                <a:gd name="connsiteX3567" fmla="*/ 3174206 w 5542597"/>
                <a:gd name="connsiteY3567" fmla="*/ 1426845 h 1903571"/>
                <a:gd name="connsiteX3568" fmla="*/ 3175635 w 5542597"/>
                <a:gd name="connsiteY3568" fmla="*/ 1422559 h 1903571"/>
                <a:gd name="connsiteX3569" fmla="*/ 3174206 w 5542597"/>
                <a:gd name="connsiteY3569" fmla="*/ 1419225 h 1903571"/>
                <a:gd name="connsiteX3570" fmla="*/ 3169443 w 5542597"/>
                <a:gd name="connsiteY3570" fmla="*/ 1416844 h 1903571"/>
                <a:gd name="connsiteX3571" fmla="*/ 3164205 w 5542597"/>
                <a:gd name="connsiteY3571" fmla="*/ 1416368 h 1903571"/>
                <a:gd name="connsiteX3572" fmla="*/ 3157537 w 5542597"/>
                <a:gd name="connsiteY3572" fmla="*/ 1417320 h 1903571"/>
                <a:gd name="connsiteX3573" fmla="*/ 3154204 w 5542597"/>
                <a:gd name="connsiteY3573" fmla="*/ 1416368 h 1903571"/>
                <a:gd name="connsiteX3574" fmla="*/ 3153251 w 5542597"/>
                <a:gd name="connsiteY3574" fmla="*/ 1412081 h 1903571"/>
                <a:gd name="connsiteX3575" fmla="*/ 3155156 w 5542597"/>
                <a:gd name="connsiteY3575" fmla="*/ 1409224 h 1903571"/>
                <a:gd name="connsiteX3576" fmla="*/ 3159443 w 5542597"/>
                <a:gd name="connsiteY3576" fmla="*/ 1406843 h 1903571"/>
                <a:gd name="connsiteX3577" fmla="*/ 3166110 w 5542597"/>
                <a:gd name="connsiteY3577" fmla="*/ 1400651 h 1903571"/>
                <a:gd name="connsiteX3578" fmla="*/ 3175635 w 5542597"/>
                <a:gd name="connsiteY3578" fmla="*/ 1391603 h 1903571"/>
                <a:gd name="connsiteX3579" fmla="*/ 3185160 w 5542597"/>
                <a:gd name="connsiteY3579" fmla="*/ 1386364 h 1903571"/>
                <a:gd name="connsiteX3580" fmla="*/ 3199447 w 5542597"/>
                <a:gd name="connsiteY3580" fmla="*/ 1384935 h 1903571"/>
                <a:gd name="connsiteX3581" fmla="*/ 3211354 w 5542597"/>
                <a:gd name="connsiteY3581" fmla="*/ 1381601 h 1903571"/>
                <a:gd name="connsiteX3582" fmla="*/ 3222784 w 5542597"/>
                <a:gd name="connsiteY3582" fmla="*/ 1378744 h 1903571"/>
                <a:gd name="connsiteX3583" fmla="*/ 3231356 w 5542597"/>
                <a:gd name="connsiteY3583" fmla="*/ 1377315 h 1903571"/>
                <a:gd name="connsiteX3584" fmla="*/ 3232785 w 5542597"/>
                <a:gd name="connsiteY3584" fmla="*/ 1378268 h 1903571"/>
                <a:gd name="connsiteX3585" fmla="*/ 3237547 w 5542597"/>
                <a:gd name="connsiteY3585" fmla="*/ 1378268 h 1903571"/>
                <a:gd name="connsiteX3586" fmla="*/ 3245168 w 5542597"/>
                <a:gd name="connsiteY3586" fmla="*/ 1377791 h 1903571"/>
                <a:gd name="connsiteX3587" fmla="*/ 3252311 w 5542597"/>
                <a:gd name="connsiteY3587" fmla="*/ 1376363 h 1903571"/>
                <a:gd name="connsiteX3588" fmla="*/ 3258979 w 5542597"/>
                <a:gd name="connsiteY3588" fmla="*/ 1374458 h 1903571"/>
                <a:gd name="connsiteX3589" fmla="*/ 3264218 w 5542597"/>
                <a:gd name="connsiteY3589" fmla="*/ 1373981 h 1903571"/>
                <a:gd name="connsiteX3590" fmla="*/ 3268504 w 5542597"/>
                <a:gd name="connsiteY3590" fmla="*/ 1374934 h 1903571"/>
                <a:gd name="connsiteX3591" fmla="*/ 3270409 w 5542597"/>
                <a:gd name="connsiteY3591" fmla="*/ 1374934 h 1903571"/>
                <a:gd name="connsiteX3592" fmla="*/ 3272314 w 5542597"/>
                <a:gd name="connsiteY3592" fmla="*/ 1375410 h 1903571"/>
                <a:gd name="connsiteX3593" fmla="*/ 3272790 w 5542597"/>
                <a:gd name="connsiteY3593" fmla="*/ 1375410 h 1903571"/>
                <a:gd name="connsiteX3594" fmla="*/ 3274695 w 5542597"/>
                <a:gd name="connsiteY3594" fmla="*/ 1374458 h 1903571"/>
                <a:gd name="connsiteX3595" fmla="*/ 3278981 w 5542597"/>
                <a:gd name="connsiteY3595" fmla="*/ 1375886 h 1903571"/>
                <a:gd name="connsiteX3596" fmla="*/ 3287554 w 5542597"/>
                <a:gd name="connsiteY3596" fmla="*/ 1380649 h 1903571"/>
                <a:gd name="connsiteX3597" fmla="*/ 3293268 w 5542597"/>
                <a:gd name="connsiteY3597" fmla="*/ 1383030 h 1903571"/>
                <a:gd name="connsiteX3598" fmla="*/ 3295650 w 5542597"/>
                <a:gd name="connsiteY3598" fmla="*/ 1382554 h 1903571"/>
                <a:gd name="connsiteX3599" fmla="*/ 3298031 w 5542597"/>
                <a:gd name="connsiteY3599" fmla="*/ 1383983 h 1903571"/>
                <a:gd name="connsiteX3600" fmla="*/ 3300412 w 5542597"/>
                <a:gd name="connsiteY3600" fmla="*/ 1386840 h 1903571"/>
                <a:gd name="connsiteX3601" fmla="*/ 3303747 w 5542597"/>
                <a:gd name="connsiteY3601" fmla="*/ 1388745 h 1903571"/>
                <a:gd name="connsiteX3602" fmla="*/ 3309937 w 5542597"/>
                <a:gd name="connsiteY3602" fmla="*/ 1389698 h 1903571"/>
                <a:gd name="connsiteX3603" fmla="*/ 3315653 w 5542597"/>
                <a:gd name="connsiteY3603" fmla="*/ 1393508 h 1903571"/>
                <a:gd name="connsiteX3604" fmla="*/ 3318034 w 5542597"/>
                <a:gd name="connsiteY3604" fmla="*/ 1393508 h 1903571"/>
                <a:gd name="connsiteX3605" fmla="*/ 3318986 w 5542597"/>
                <a:gd name="connsiteY3605" fmla="*/ 1391603 h 1903571"/>
                <a:gd name="connsiteX3606" fmla="*/ 3320891 w 5542597"/>
                <a:gd name="connsiteY3606" fmla="*/ 1390174 h 1903571"/>
                <a:gd name="connsiteX3607" fmla="*/ 3324701 w 5542597"/>
                <a:gd name="connsiteY3607" fmla="*/ 1390174 h 1903571"/>
                <a:gd name="connsiteX3608" fmla="*/ 3329464 w 5542597"/>
                <a:gd name="connsiteY3608" fmla="*/ 1391603 h 1903571"/>
                <a:gd name="connsiteX3609" fmla="*/ 3336131 w 5542597"/>
                <a:gd name="connsiteY3609" fmla="*/ 1395413 h 1903571"/>
                <a:gd name="connsiteX3610" fmla="*/ 3340418 w 5542597"/>
                <a:gd name="connsiteY3610" fmla="*/ 1397318 h 1903571"/>
                <a:gd name="connsiteX3611" fmla="*/ 3342322 w 5542597"/>
                <a:gd name="connsiteY3611" fmla="*/ 1396841 h 1903571"/>
                <a:gd name="connsiteX3612" fmla="*/ 3344228 w 5542597"/>
                <a:gd name="connsiteY3612" fmla="*/ 1397318 h 1903571"/>
                <a:gd name="connsiteX3613" fmla="*/ 3345656 w 5542597"/>
                <a:gd name="connsiteY3613" fmla="*/ 1399223 h 1903571"/>
                <a:gd name="connsiteX3614" fmla="*/ 3345656 w 5542597"/>
                <a:gd name="connsiteY3614" fmla="*/ 1401604 h 1903571"/>
                <a:gd name="connsiteX3615" fmla="*/ 3345180 w 5542597"/>
                <a:gd name="connsiteY3615" fmla="*/ 1402556 h 1903571"/>
                <a:gd name="connsiteX3616" fmla="*/ 3346609 w 5542597"/>
                <a:gd name="connsiteY3616" fmla="*/ 1404461 h 1903571"/>
                <a:gd name="connsiteX3617" fmla="*/ 3348514 w 5542597"/>
                <a:gd name="connsiteY3617" fmla="*/ 1404461 h 1903571"/>
                <a:gd name="connsiteX3618" fmla="*/ 3351847 w 5542597"/>
                <a:gd name="connsiteY3618" fmla="*/ 1405414 h 1903571"/>
                <a:gd name="connsiteX3619" fmla="*/ 3354229 w 5542597"/>
                <a:gd name="connsiteY3619" fmla="*/ 1408748 h 1903571"/>
                <a:gd name="connsiteX3620" fmla="*/ 3356134 w 5542597"/>
                <a:gd name="connsiteY3620" fmla="*/ 1410176 h 1903571"/>
                <a:gd name="connsiteX3621" fmla="*/ 3357562 w 5542597"/>
                <a:gd name="connsiteY3621" fmla="*/ 1411129 h 1903571"/>
                <a:gd name="connsiteX3622" fmla="*/ 3358039 w 5542597"/>
                <a:gd name="connsiteY3622" fmla="*/ 1412558 h 1903571"/>
                <a:gd name="connsiteX3623" fmla="*/ 3358039 w 5542597"/>
                <a:gd name="connsiteY3623" fmla="*/ 1413510 h 1903571"/>
                <a:gd name="connsiteX3624" fmla="*/ 3357562 w 5542597"/>
                <a:gd name="connsiteY3624" fmla="*/ 1414463 h 1903571"/>
                <a:gd name="connsiteX3625" fmla="*/ 3356610 w 5542597"/>
                <a:gd name="connsiteY3625" fmla="*/ 1415891 h 1903571"/>
                <a:gd name="connsiteX3626" fmla="*/ 3356610 w 5542597"/>
                <a:gd name="connsiteY3626" fmla="*/ 1417320 h 1903571"/>
                <a:gd name="connsiteX3627" fmla="*/ 3357562 w 5542597"/>
                <a:gd name="connsiteY3627" fmla="*/ 1418749 h 1903571"/>
                <a:gd name="connsiteX3628" fmla="*/ 3361372 w 5542597"/>
                <a:gd name="connsiteY3628" fmla="*/ 1420178 h 1903571"/>
                <a:gd name="connsiteX3629" fmla="*/ 3362801 w 5542597"/>
                <a:gd name="connsiteY3629" fmla="*/ 1421130 h 1903571"/>
                <a:gd name="connsiteX3630" fmla="*/ 3362801 w 5542597"/>
                <a:gd name="connsiteY3630" fmla="*/ 1423035 h 1903571"/>
                <a:gd name="connsiteX3631" fmla="*/ 3364230 w 5542597"/>
                <a:gd name="connsiteY3631" fmla="*/ 1424940 h 1903571"/>
                <a:gd name="connsiteX3632" fmla="*/ 3366611 w 5542597"/>
                <a:gd name="connsiteY3632" fmla="*/ 1426845 h 1903571"/>
                <a:gd name="connsiteX3633" fmla="*/ 3367564 w 5542597"/>
                <a:gd name="connsiteY3633" fmla="*/ 1428274 h 1903571"/>
                <a:gd name="connsiteX3634" fmla="*/ 3367087 w 5542597"/>
                <a:gd name="connsiteY3634" fmla="*/ 1429703 h 1903571"/>
                <a:gd name="connsiteX3635" fmla="*/ 3367564 w 5542597"/>
                <a:gd name="connsiteY3635" fmla="*/ 1431131 h 1903571"/>
                <a:gd name="connsiteX3636" fmla="*/ 3368993 w 5542597"/>
                <a:gd name="connsiteY3636" fmla="*/ 1432084 h 1903571"/>
                <a:gd name="connsiteX3637" fmla="*/ 3369468 w 5542597"/>
                <a:gd name="connsiteY3637" fmla="*/ 1434941 h 1903571"/>
                <a:gd name="connsiteX3638" fmla="*/ 3369468 w 5542597"/>
                <a:gd name="connsiteY3638" fmla="*/ 1436846 h 1903571"/>
                <a:gd name="connsiteX3639" fmla="*/ 3371374 w 5542597"/>
                <a:gd name="connsiteY3639" fmla="*/ 1439228 h 1903571"/>
                <a:gd name="connsiteX3640" fmla="*/ 3371850 w 5542597"/>
                <a:gd name="connsiteY3640" fmla="*/ 1443514 h 1903571"/>
                <a:gd name="connsiteX3641" fmla="*/ 3373279 w 5542597"/>
                <a:gd name="connsiteY3641" fmla="*/ 1448276 h 1903571"/>
                <a:gd name="connsiteX3642" fmla="*/ 3378041 w 5542597"/>
                <a:gd name="connsiteY3642" fmla="*/ 1454944 h 1903571"/>
                <a:gd name="connsiteX3643" fmla="*/ 3379947 w 5542597"/>
                <a:gd name="connsiteY3643" fmla="*/ 1458278 h 1903571"/>
                <a:gd name="connsiteX3644" fmla="*/ 3379470 w 5542597"/>
                <a:gd name="connsiteY3644" fmla="*/ 1462564 h 1903571"/>
                <a:gd name="connsiteX3645" fmla="*/ 3379947 w 5542597"/>
                <a:gd name="connsiteY3645" fmla="*/ 1464469 h 1903571"/>
                <a:gd name="connsiteX3646" fmla="*/ 3382328 w 5542597"/>
                <a:gd name="connsiteY3646" fmla="*/ 1465421 h 1903571"/>
                <a:gd name="connsiteX3647" fmla="*/ 3383280 w 5542597"/>
                <a:gd name="connsiteY3647" fmla="*/ 1467326 h 1903571"/>
                <a:gd name="connsiteX3648" fmla="*/ 3383280 w 5542597"/>
                <a:gd name="connsiteY3648" fmla="*/ 1469708 h 1903571"/>
                <a:gd name="connsiteX3649" fmla="*/ 3384233 w 5542597"/>
                <a:gd name="connsiteY3649" fmla="*/ 1471136 h 1903571"/>
                <a:gd name="connsiteX3650" fmla="*/ 3384709 w 5542597"/>
                <a:gd name="connsiteY3650" fmla="*/ 1473041 h 1903571"/>
                <a:gd name="connsiteX3651" fmla="*/ 3384233 w 5542597"/>
                <a:gd name="connsiteY3651" fmla="*/ 1475423 h 1903571"/>
                <a:gd name="connsiteX3652" fmla="*/ 3385185 w 5542597"/>
                <a:gd name="connsiteY3652" fmla="*/ 1478280 h 1903571"/>
                <a:gd name="connsiteX3653" fmla="*/ 3386137 w 5542597"/>
                <a:gd name="connsiteY3653" fmla="*/ 1479233 h 1903571"/>
                <a:gd name="connsiteX3654" fmla="*/ 3387090 w 5542597"/>
                <a:gd name="connsiteY3654" fmla="*/ 1482090 h 1903571"/>
                <a:gd name="connsiteX3655" fmla="*/ 3387566 w 5542597"/>
                <a:gd name="connsiteY3655" fmla="*/ 1485424 h 1903571"/>
                <a:gd name="connsiteX3656" fmla="*/ 3390900 w 5542597"/>
                <a:gd name="connsiteY3656" fmla="*/ 1490186 h 1903571"/>
                <a:gd name="connsiteX3657" fmla="*/ 3396615 w 5542597"/>
                <a:gd name="connsiteY3657" fmla="*/ 1497330 h 1903571"/>
                <a:gd name="connsiteX3658" fmla="*/ 3400425 w 5542597"/>
                <a:gd name="connsiteY3658" fmla="*/ 1502569 h 1903571"/>
                <a:gd name="connsiteX3659" fmla="*/ 3401854 w 5542597"/>
                <a:gd name="connsiteY3659" fmla="*/ 1506379 h 1903571"/>
                <a:gd name="connsiteX3660" fmla="*/ 3401854 w 5542597"/>
                <a:gd name="connsiteY3660" fmla="*/ 1509713 h 1903571"/>
                <a:gd name="connsiteX3661" fmla="*/ 3400425 w 5542597"/>
                <a:gd name="connsiteY3661" fmla="*/ 1512094 h 1903571"/>
                <a:gd name="connsiteX3662" fmla="*/ 3400425 w 5542597"/>
                <a:gd name="connsiteY3662" fmla="*/ 1513999 h 1903571"/>
                <a:gd name="connsiteX3663" fmla="*/ 3401378 w 5542597"/>
                <a:gd name="connsiteY3663" fmla="*/ 1514951 h 1903571"/>
                <a:gd name="connsiteX3664" fmla="*/ 3401854 w 5542597"/>
                <a:gd name="connsiteY3664" fmla="*/ 1516856 h 1903571"/>
                <a:gd name="connsiteX3665" fmla="*/ 3401378 w 5542597"/>
                <a:gd name="connsiteY3665" fmla="*/ 1518761 h 1903571"/>
                <a:gd name="connsiteX3666" fmla="*/ 3403283 w 5542597"/>
                <a:gd name="connsiteY3666" fmla="*/ 1520666 h 1903571"/>
                <a:gd name="connsiteX3667" fmla="*/ 3409950 w 5542597"/>
                <a:gd name="connsiteY3667" fmla="*/ 1524953 h 1903571"/>
                <a:gd name="connsiteX3668" fmla="*/ 3407568 w 5542597"/>
                <a:gd name="connsiteY3668" fmla="*/ 1530668 h 1903571"/>
                <a:gd name="connsiteX3669" fmla="*/ 3406616 w 5542597"/>
                <a:gd name="connsiteY3669" fmla="*/ 1534954 h 1903571"/>
                <a:gd name="connsiteX3670" fmla="*/ 3407093 w 5542597"/>
                <a:gd name="connsiteY3670" fmla="*/ 1539716 h 1903571"/>
                <a:gd name="connsiteX3671" fmla="*/ 3408522 w 5542597"/>
                <a:gd name="connsiteY3671" fmla="*/ 1542574 h 1903571"/>
                <a:gd name="connsiteX3672" fmla="*/ 3411855 w 5542597"/>
                <a:gd name="connsiteY3672" fmla="*/ 1544479 h 1903571"/>
                <a:gd name="connsiteX3673" fmla="*/ 3413284 w 5542597"/>
                <a:gd name="connsiteY3673" fmla="*/ 1546384 h 1903571"/>
                <a:gd name="connsiteX3674" fmla="*/ 3414236 w 5542597"/>
                <a:gd name="connsiteY3674" fmla="*/ 1548289 h 1903571"/>
                <a:gd name="connsiteX3675" fmla="*/ 3417570 w 5542597"/>
                <a:gd name="connsiteY3675" fmla="*/ 1550670 h 1903571"/>
                <a:gd name="connsiteX3676" fmla="*/ 3424237 w 5542597"/>
                <a:gd name="connsiteY3676" fmla="*/ 1553051 h 1903571"/>
                <a:gd name="connsiteX3677" fmla="*/ 3431858 w 5542597"/>
                <a:gd name="connsiteY3677" fmla="*/ 1553528 h 1903571"/>
                <a:gd name="connsiteX3678" fmla="*/ 3441859 w 5542597"/>
                <a:gd name="connsiteY3678" fmla="*/ 1552099 h 1903571"/>
                <a:gd name="connsiteX3679" fmla="*/ 3448050 w 5542597"/>
                <a:gd name="connsiteY3679" fmla="*/ 1551623 h 1903571"/>
                <a:gd name="connsiteX3680" fmla="*/ 3449955 w 5542597"/>
                <a:gd name="connsiteY3680" fmla="*/ 1552575 h 1903571"/>
                <a:gd name="connsiteX3681" fmla="*/ 3450908 w 5542597"/>
                <a:gd name="connsiteY3681" fmla="*/ 1554004 h 1903571"/>
                <a:gd name="connsiteX3682" fmla="*/ 3450431 w 5542597"/>
                <a:gd name="connsiteY3682" fmla="*/ 1556385 h 1903571"/>
                <a:gd name="connsiteX3683" fmla="*/ 3451860 w 5542597"/>
                <a:gd name="connsiteY3683" fmla="*/ 1557814 h 1903571"/>
                <a:gd name="connsiteX3684" fmla="*/ 3456147 w 5542597"/>
                <a:gd name="connsiteY3684" fmla="*/ 1558290 h 1903571"/>
                <a:gd name="connsiteX3685" fmla="*/ 3458528 w 5542597"/>
                <a:gd name="connsiteY3685" fmla="*/ 1559719 h 1903571"/>
                <a:gd name="connsiteX3686" fmla="*/ 3460433 w 5542597"/>
                <a:gd name="connsiteY3686" fmla="*/ 1561624 h 1903571"/>
                <a:gd name="connsiteX3687" fmla="*/ 3462337 w 5542597"/>
                <a:gd name="connsiteY3687" fmla="*/ 1562100 h 1903571"/>
                <a:gd name="connsiteX3688" fmla="*/ 3464243 w 5542597"/>
                <a:gd name="connsiteY3688" fmla="*/ 1561148 h 1903571"/>
                <a:gd name="connsiteX3689" fmla="*/ 3466624 w 5542597"/>
                <a:gd name="connsiteY3689" fmla="*/ 1561148 h 1903571"/>
                <a:gd name="connsiteX3690" fmla="*/ 3468529 w 5542597"/>
                <a:gd name="connsiteY3690" fmla="*/ 1562576 h 1903571"/>
                <a:gd name="connsiteX3691" fmla="*/ 3469958 w 5542597"/>
                <a:gd name="connsiteY3691" fmla="*/ 1562100 h 1903571"/>
                <a:gd name="connsiteX3692" fmla="*/ 3470910 w 5542597"/>
                <a:gd name="connsiteY3692" fmla="*/ 1560671 h 1903571"/>
                <a:gd name="connsiteX3693" fmla="*/ 3472815 w 5542597"/>
                <a:gd name="connsiteY3693" fmla="*/ 1560671 h 1903571"/>
                <a:gd name="connsiteX3694" fmla="*/ 3475197 w 5542597"/>
                <a:gd name="connsiteY3694" fmla="*/ 1560671 h 1903571"/>
                <a:gd name="connsiteX3695" fmla="*/ 3476149 w 5542597"/>
                <a:gd name="connsiteY3695" fmla="*/ 1563529 h 1903571"/>
                <a:gd name="connsiteX3696" fmla="*/ 3478054 w 5542597"/>
                <a:gd name="connsiteY3696" fmla="*/ 1565434 h 1903571"/>
                <a:gd name="connsiteX3697" fmla="*/ 3480911 w 5542597"/>
                <a:gd name="connsiteY3697" fmla="*/ 1565910 h 1903571"/>
                <a:gd name="connsiteX3698" fmla="*/ 3485197 w 5542597"/>
                <a:gd name="connsiteY3698" fmla="*/ 1569244 h 1903571"/>
                <a:gd name="connsiteX3699" fmla="*/ 3493293 w 5542597"/>
                <a:gd name="connsiteY3699" fmla="*/ 1579245 h 1903571"/>
                <a:gd name="connsiteX3700" fmla="*/ 3498533 w 5542597"/>
                <a:gd name="connsiteY3700" fmla="*/ 1582579 h 1903571"/>
                <a:gd name="connsiteX3701" fmla="*/ 3504247 w 5542597"/>
                <a:gd name="connsiteY3701" fmla="*/ 1583531 h 1903571"/>
                <a:gd name="connsiteX3702" fmla="*/ 3510915 w 5542597"/>
                <a:gd name="connsiteY3702" fmla="*/ 1584008 h 1903571"/>
                <a:gd name="connsiteX3703" fmla="*/ 3513297 w 5542597"/>
                <a:gd name="connsiteY3703" fmla="*/ 1587818 h 1903571"/>
                <a:gd name="connsiteX3704" fmla="*/ 3511391 w 5542597"/>
                <a:gd name="connsiteY3704" fmla="*/ 1591628 h 1903571"/>
                <a:gd name="connsiteX3705" fmla="*/ 3510915 w 5542597"/>
                <a:gd name="connsiteY3705" fmla="*/ 1594961 h 1903571"/>
                <a:gd name="connsiteX3706" fmla="*/ 3512343 w 5542597"/>
                <a:gd name="connsiteY3706" fmla="*/ 1596390 h 1903571"/>
                <a:gd name="connsiteX3707" fmla="*/ 3514725 w 5542597"/>
                <a:gd name="connsiteY3707" fmla="*/ 1600200 h 1903571"/>
                <a:gd name="connsiteX3708" fmla="*/ 3517583 w 5542597"/>
                <a:gd name="connsiteY3708" fmla="*/ 1602581 h 1903571"/>
                <a:gd name="connsiteX3709" fmla="*/ 3518059 w 5542597"/>
                <a:gd name="connsiteY3709" fmla="*/ 1604486 h 1903571"/>
                <a:gd name="connsiteX3710" fmla="*/ 3519487 w 5542597"/>
                <a:gd name="connsiteY3710" fmla="*/ 1606391 h 1903571"/>
                <a:gd name="connsiteX3711" fmla="*/ 3519011 w 5542597"/>
                <a:gd name="connsiteY3711" fmla="*/ 1610201 h 1903571"/>
                <a:gd name="connsiteX3712" fmla="*/ 3516154 w 5542597"/>
                <a:gd name="connsiteY3712" fmla="*/ 1615440 h 1903571"/>
                <a:gd name="connsiteX3713" fmla="*/ 3517106 w 5542597"/>
                <a:gd name="connsiteY3713" fmla="*/ 1620203 h 1903571"/>
                <a:gd name="connsiteX3714" fmla="*/ 3520916 w 5542597"/>
                <a:gd name="connsiteY3714" fmla="*/ 1624013 h 1903571"/>
                <a:gd name="connsiteX3715" fmla="*/ 3523297 w 5542597"/>
                <a:gd name="connsiteY3715" fmla="*/ 1627823 h 1903571"/>
                <a:gd name="connsiteX3716" fmla="*/ 3523774 w 5542597"/>
                <a:gd name="connsiteY3716" fmla="*/ 1631633 h 1903571"/>
                <a:gd name="connsiteX3717" fmla="*/ 3524726 w 5542597"/>
                <a:gd name="connsiteY3717" fmla="*/ 1633538 h 1903571"/>
                <a:gd name="connsiteX3718" fmla="*/ 3526155 w 5542597"/>
                <a:gd name="connsiteY3718" fmla="*/ 1634490 h 1903571"/>
                <a:gd name="connsiteX3719" fmla="*/ 3530441 w 5542597"/>
                <a:gd name="connsiteY3719" fmla="*/ 1634014 h 1903571"/>
                <a:gd name="connsiteX3720" fmla="*/ 3537109 w 5542597"/>
                <a:gd name="connsiteY3720" fmla="*/ 1633061 h 1903571"/>
                <a:gd name="connsiteX3721" fmla="*/ 3541872 w 5542597"/>
                <a:gd name="connsiteY3721" fmla="*/ 1633061 h 1903571"/>
                <a:gd name="connsiteX3722" fmla="*/ 3545205 w 5542597"/>
                <a:gd name="connsiteY3722" fmla="*/ 1634966 h 1903571"/>
                <a:gd name="connsiteX3723" fmla="*/ 3552825 w 5542597"/>
                <a:gd name="connsiteY3723" fmla="*/ 1634966 h 1903571"/>
                <a:gd name="connsiteX3724" fmla="*/ 3565208 w 5542597"/>
                <a:gd name="connsiteY3724" fmla="*/ 1633061 h 1903571"/>
                <a:gd name="connsiteX3725" fmla="*/ 3572828 w 5542597"/>
                <a:gd name="connsiteY3725" fmla="*/ 1632585 h 1903571"/>
                <a:gd name="connsiteX3726" fmla="*/ 3576161 w 5542597"/>
                <a:gd name="connsiteY3726" fmla="*/ 1633538 h 1903571"/>
                <a:gd name="connsiteX3727" fmla="*/ 3579018 w 5542597"/>
                <a:gd name="connsiteY3727" fmla="*/ 1631156 h 1903571"/>
                <a:gd name="connsiteX3728" fmla="*/ 3581876 w 5542597"/>
                <a:gd name="connsiteY3728" fmla="*/ 1625918 h 1903571"/>
                <a:gd name="connsiteX3729" fmla="*/ 3584258 w 5542597"/>
                <a:gd name="connsiteY3729" fmla="*/ 1623536 h 1903571"/>
                <a:gd name="connsiteX3730" fmla="*/ 3586639 w 5542597"/>
                <a:gd name="connsiteY3730" fmla="*/ 1623536 h 1903571"/>
                <a:gd name="connsiteX3731" fmla="*/ 3589972 w 5542597"/>
                <a:gd name="connsiteY3731" fmla="*/ 1622108 h 1903571"/>
                <a:gd name="connsiteX3732" fmla="*/ 3594735 w 5542597"/>
                <a:gd name="connsiteY3732" fmla="*/ 1618298 h 1903571"/>
                <a:gd name="connsiteX3733" fmla="*/ 3599022 w 5542597"/>
                <a:gd name="connsiteY3733" fmla="*/ 1616393 h 1903571"/>
                <a:gd name="connsiteX3734" fmla="*/ 3604260 w 5542597"/>
                <a:gd name="connsiteY3734" fmla="*/ 1616869 h 1903571"/>
                <a:gd name="connsiteX3735" fmla="*/ 3609975 w 5542597"/>
                <a:gd name="connsiteY3735" fmla="*/ 1616869 h 1903571"/>
                <a:gd name="connsiteX3736" fmla="*/ 3613785 w 5542597"/>
                <a:gd name="connsiteY3736" fmla="*/ 1615440 h 1903571"/>
                <a:gd name="connsiteX3737" fmla="*/ 3617118 w 5542597"/>
                <a:gd name="connsiteY3737" fmla="*/ 1612106 h 1903571"/>
                <a:gd name="connsiteX3738" fmla="*/ 3622834 w 5542597"/>
                <a:gd name="connsiteY3738" fmla="*/ 1609249 h 1903571"/>
                <a:gd name="connsiteX3739" fmla="*/ 3635216 w 5542597"/>
                <a:gd name="connsiteY3739" fmla="*/ 1605439 h 1903571"/>
                <a:gd name="connsiteX3740" fmla="*/ 3638074 w 5542597"/>
                <a:gd name="connsiteY3740" fmla="*/ 1604963 h 1903571"/>
                <a:gd name="connsiteX3741" fmla="*/ 3639503 w 5542597"/>
                <a:gd name="connsiteY3741" fmla="*/ 1605439 h 1903571"/>
                <a:gd name="connsiteX3742" fmla="*/ 3643789 w 5542597"/>
                <a:gd name="connsiteY3742" fmla="*/ 1605915 h 1903571"/>
                <a:gd name="connsiteX3743" fmla="*/ 3647122 w 5542597"/>
                <a:gd name="connsiteY3743" fmla="*/ 1607344 h 1903571"/>
                <a:gd name="connsiteX3744" fmla="*/ 3650933 w 5542597"/>
                <a:gd name="connsiteY3744" fmla="*/ 1610201 h 1903571"/>
                <a:gd name="connsiteX3745" fmla="*/ 3651409 w 5542597"/>
                <a:gd name="connsiteY3745" fmla="*/ 1612106 h 1903571"/>
                <a:gd name="connsiteX3746" fmla="*/ 3650933 w 5542597"/>
                <a:gd name="connsiteY3746" fmla="*/ 1614488 h 1903571"/>
                <a:gd name="connsiteX3747" fmla="*/ 3649980 w 5542597"/>
                <a:gd name="connsiteY3747" fmla="*/ 1615916 h 1903571"/>
                <a:gd name="connsiteX3748" fmla="*/ 3648551 w 5542597"/>
                <a:gd name="connsiteY3748" fmla="*/ 1617345 h 1903571"/>
                <a:gd name="connsiteX3749" fmla="*/ 3647599 w 5542597"/>
                <a:gd name="connsiteY3749" fmla="*/ 1620203 h 1903571"/>
                <a:gd name="connsiteX3750" fmla="*/ 3648075 w 5542597"/>
                <a:gd name="connsiteY3750" fmla="*/ 1622108 h 1903571"/>
                <a:gd name="connsiteX3751" fmla="*/ 3650456 w 5542597"/>
                <a:gd name="connsiteY3751" fmla="*/ 1626394 h 1903571"/>
                <a:gd name="connsiteX3752" fmla="*/ 3651885 w 5542597"/>
                <a:gd name="connsiteY3752" fmla="*/ 1629728 h 1903571"/>
                <a:gd name="connsiteX3753" fmla="*/ 3653790 w 5542597"/>
                <a:gd name="connsiteY3753" fmla="*/ 1633538 h 1903571"/>
                <a:gd name="connsiteX3754" fmla="*/ 3652837 w 5542597"/>
                <a:gd name="connsiteY3754" fmla="*/ 1634490 h 1903571"/>
                <a:gd name="connsiteX3755" fmla="*/ 3651885 w 5542597"/>
                <a:gd name="connsiteY3755" fmla="*/ 1637348 h 1903571"/>
                <a:gd name="connsiteX3756" fmla="*/ 3648551 w 5542597"/>
                <a:gd name="connsiteY3756" fmla="*/ 1641634 h 1903571"/>
                <a:gd name="connsiteX3757" fmla="*/ 3646647 w 5542597"/>
                <a:gd name="connsiteY3757" fmla="*/ 1643063 h 1903571"/>
                <a:gd name="connsiteX3758" fmla="*/ 3644741 w 5542597"/>
                <a:gd name="connsiteY3758" fmla="*/ 1644968 h 1903571"/>
                <a:gd name="connsiteX3759" fmla="*/ 3640931 w 5542597"/>
                <a:gd name="connsiteY3759" fmla="*/ 1645444 h 1903571"/>
                <a:gd name="connsiteX3760" fmla="*/ 3639503 w 5542597"/>
                <a:gd name="connsiteY3760" fmla="*/ 1645444 h 1903571"/>
                <a:gd name="connsiteX3761" fmla="*/ 3638074 w 5542597"/>
                <a:gd name="connsiteY3761" fmla="*/ 1646396 h 1903571"/>
                <a:gd name="connsiteX3762" fmla="*/ 3637122 w 5542597"/>
                <a:gd name="connsiteY3762" fmla="*/ 1647825 h 1903571"/>
                <a:gd name="connsiteX3763" fmla="*/ 3635693 w 5542597"/>
                <a:gd name="connsiteY3763" fmla="*/ 1648778 h 1903571"/>
                <a:gd name="connsiteX3764" fmla="*/ 3633787 w 5542597"/>
                <a:gd name="connsiteY3764" fmla="*/ 1651159 h 1903571"/>
                <a:gd name="connsiteX3765" fmla="*/ 3633787 w 5542597"/>
                <a:gd name="connsiteY3765" fmla="*/ 1653064 h 1903571"/>
                <a:gd name="connsiteX3766" fmla="*/ 3634740 w 5542597"/>
                <a:gd name="connsiteY3766" fmla="*/ 1655445 h 1903571"/>
                <a:gd name="connsiteX3767" fmla="*/ 3635216 w 5542597"/>
                <a:gd name="connsiteY3767" fmla="*/ 1658303 h 1903571"/>
                <a:gd name="connsiteX3768" fmla="*/ 3632835 w 5542597"/>
                <a:gd name="connsiteY3768" fmla="*/ 1661160 h 1903571"/>
                <a:gd name="connsiteX3769" fmla="*/ 3630930 w 5542597"/>
                <a:gd name="connsiteY3769" fmla="*/ 1664970 h 1903571"/>
                <a:gd name="connsiteX3770" fmla="*/ 3630454 w 5542597"/>
                <a:gd name="connsiteY3770" fmla="*/ 1665923 h 1903571"/>
                <a:gd name="connsiteX3771" fmla="*/ 3629501 w 5542597"/>
                <a:gd name="connsiteY3771" fmla="*/ 1668780 h 1903571"/>
                <a:gd name="connsiteX3772" fmla="*/ 3629501 w 5542597"/>
                <a:gd name="connsiteY3772" fmla="*/ 1670209 h 1903571"/>
                <a:gd name="connsiteX3773" fmla="*/ 3629025 w 5542597"/>
                <a:gd name="connsiteY3773" fmla="*/ 1675924 h 1903571"/>
                <a:gd name="connsiteX3774" fmla="*/ 3626643 w 5542597"/>
                <a:gd name="connsiteY3774" fmla="*/ 1680210 h 1903571"/>
                <a:gd name="connsiteX3775" fmla="*/ 3623786 w 5542597"/>
                <a:gd name="connsiteY3775" fmla="*/ 1684973 h 1903571"/>
                <a:gd name="connsiteX3776" fmla="*/ 3624262 w 5542597"/>
                <a:gd name="connsiteY3776" fmla="*/ 1688306 h 1903571"/>
                <a:gd name="connsiteX3777" fmla="*/ 3624739 w 5542597"/>
                <a:gd name="connsiteY3777" fmla="*/ 1690688 h 1903571"/>
                <a:gd name="connsiteX3778" fmla="*/ 3624262 w 5542597"/>
                <a:gd name="connsiteY3778" fmla="*/ 1692116 h 1903571"/>
                <a:gd name="connsiteX3779" fmla="*/ 3623786 w 5542597"/>
                <a:gd name="connsiteY3779" fmla="*/ 1693069 h 1903571"/>
                <a:gd name="connsiteX3780" fmla="*/ 3623310 w 5542597"/>
                <a:gd name="connsiteY3780" fmla="*/ 1695926 h 1903571"/>
                <a:gd name="connsiteX3781" fmla="*/ 3622358 w 5542597"/>
                <a:gd name="connsiteY3781" fmla="*/ 1696879 h 1903571"/>
                <a:gd name="connsiteX3782" fmla="*/ 3619500 w 5542597"/>
                <a:gd name="connsiteY3782" fmla="*/ 1698308 h 1903571"/>
                <a:gd name="connsiteX3783" fmla="*/ 3618072 w 5542597"/>
                <a:gd name="connsiteY3783" fmla="*/ 1700213 h 1903571"/>
                <a:gd name="connsiteX3784" fmla="*/ 3618547 w 5542597"/>
                <a:gd name="connsiteY3784" fmla="*/ 1703546 h 1903571"/>
                <a:gd name="connsiteX3785" fmla="*/ 3617595 w 5542597"/>
                <a:gd name="connsiteY3785" fmla="*/ 1705928 h 1903571"/>
                <a:gd name="connsiteX3786" fmla="*/ 3616166 w 5542597"/>
                <a:gd name="connsiteY3786" fmla="*/ 1708309 h 1903571"/>
                <a:gd name="connsiteX3787" fmla="*/ 3614737 w 5542597"/>
                <a:gd name="connsiteY3787" fmla="*/ 1709738 h 1903571"/>
                <a:gd name="connsiteX3788" fmla="*/ 3612833 w 5542597"/>
                <a:gd name="connsiteY3788" fmla="*/ 1710690 h 1903571"/>
                <a:gd name="connsiteX3789" fmla="*/ 3611404 w 5542597"/>
                <a:gd name="connsiteY3789" fmla="*/ 1711166 h 1903571"/>
                <a:gd name="connsiteX3790" fmla="*/ 3610451 w 5542597"/>
                <a:gd name="connsiteY3790" fmla="*/ 1714024 h 1903571"/>
                <a:gd name="connsiteX3791" fmla="*/ 3610451 w 5542597"/>
                <a:gd name="connsiteY3791" fmla="*/ 1716405 h 1903571"/>
                <a:gd name="connsiteX3792" fmla="*/ 3609499 w 5542597"/>
                <a:gd name="connsiteY3792" fmla="*/ 1718786 h 1903571"/>
                <a:gd name="connsiteX3793" fmla="*/ 3609975 w 5542597"/>
                <a:gd name="connsiteY3793" fmla="*/ 1721168 h 1903571"/>
                <a:gd name="connsiteX3794" fmla="*/ 3609022 w 5542597"/>
                <a:gd name="connsiteY3794" fmla="*/ 1723073 h 1903571"/>
                <a:gd name="connsiteX3795" fmla="*/ 3606165 w 5542597"/>
                <a:gd name="connsiteY3795" fmla="*/ 1724025 h 1903571"/>
                <a:gd name="connsiteX3796" fmla="*/ 3604736 w 5542597"/>
                <a:gd name="connsiteY3796" fmla="*/ 1724978 h 1903571"/>
                <a:gd name="connsiteX3797" fmla="*/ 3603308 w 5542597"/>
                <a:gd name="connsiteY3797" fmla="*/ 1725454 h 1903571"/>
                <a:gd name="connsiteX3798" fmla="*/ 3600450 w 5542597"/>
                <a:gd name="connsiteY3798" fmla="*/ 1727359 h 1903571"/>
                <a:gd name="connsiteX3799" fmla="*/ 3598068 w 5542597"/>
                <a:gd name="connsiteY3799" fmla="*/ 1734979 h 1903571"/>
                <a:gd name="connsiteX3800" fmla="*/ 3597593 w 5542597"/>
                <a:gd name="connsiteY3800" fmla="*/ 1738789 h 1903571"/>
                <a:gd name="connsiteX3801" fmla="*/ 3598068 w 5542597"/>
                <a:gd name="connsiteY3801" fmla="*/ 1742599 h 1903571"/>
                <a:gd name="connsiteX3802" fmla="*/ 3594735 w 5542597"/>
                <a:gd name="connsiteY3802" fmla="*/ 1744980 h 1903571"/>
                <a:gd name="connsiteX3803" fmla="*/ 3591878 w 5542597"/>
                <a:gd name="connsiteY3803" fmla="*/ 1746885 h 1903571"/>
                <a:gd name="connsiteX3804" fmla="*/ 3590449 w 5542597"/>
                <a:gd name="connsiteY3804" fmla="*/ 1746409 h 1903571"/>
                <a:gd name="connsiteX3805" fmla="*/ 3588543 w 5542597"/>
                <a:gd name="connsiteY3805" fmla="*/ 1745456 h 1903571"/>
                <a:gd name="connsiteX3806" fmla="*/ 3587591 w 5542597"/>
                <a:gd name="connsiteY3806" fmla="*/ 1745456 h 1903571"/>
                <a:gd name="connsiteX3807" fmla="*/ 3587591 w 5542597"/>
                <a:gd name="connsiteY3807" fmla="*/ 1745933 h 1903571"/>
                <a:gd name="connsiteX3808" fmla="*/ 3585210 w 5542597"/>
                <a:gd name="connsiteY3808" fmla="*/ 1750695 h 1903571"/>
                <a:gd name="connsiteX3809" fmla="*/ 3580924 w 5542597"/>
                <a:gd name="connsiteY3809" fmla="*/ 1760220 h 1903571"/>
                <a:gd name="connsiteX3810" fmla="*/ 3575685 w 5542597"/>
                <a:gd name="connsiteY3810" fmla="*/ 1764506 h 1903571"/>
                <a:gd name="connsiteX3811" fmla="*/ 3572351 w 5542597"/>
                <a:gd name="connsiteY3811" fmla="*/ 1767840 h 1903571"/>
                <a:gd name="connsiteX3812" fmla="*/ 3569493 w 5542597"/>
                <a:gd name="connsiteY3812" fmla="*/ 1765935 h 1903571"/>
                <a:gd name="connsiteX3813" fmla="*/ 3568065 w 5542597"/>
                <a:gd name="connsiteY3813" fmla="*/ 1764506 h 1903571"/>
                <a:gd name="connsiteX3814" fmla="*/ 3568541 w 5542597"/>
                <a:gd name="connsiteY3814" fmla="*/ 1763554 h 1903571"/>
                <a:gd name="connsiteX3815" fmla="*/ 3565684 w 5542597"/>
                <a:gd name="connsiteY3815" fmla="*/ 1761649 h 1903571"/>
                <a:gd name="connsiteX3816" fmla="*/ 3562350 w 5542597"/>
                <a:gd name="connsiteY3816" fmla="*/ 1758791 h 1903571"/>
                <a:gd name="connsiteX3817" fmla="*/ 3562826 w 5542597"/>
                <a:gd name="connsiteY3817" fmla="*/ 1754505 h 1903571"/>
                <a:gd name="connsiteX3818" fmla="*/ 3563779 w 5542597"/>
                <a:gd name="connsiteY3818" fmla="*/ 1749266 h 1903571"/>
                <a:gd name="connsiteX3819" fmla="*/ 3560445 w 5542597"/>
                <a:gd name="connsiteY3819" fmla="*/ 1744980 h 1903571"/>
                <a:gd name="connsiteX3820" fmla="*/ 3560922 w 5542597"/>
                <a:gd name="connsiteY3820" fmla="*/ 1743075 h 1903571"/>
                <a:gd name="connsiteX3821" fmla="*/ 3560445 w 5542597"/>
                <a:gd name="connsiteY3821" fmla="*/ 1739265 h 1903571"/>
                <a:gd name="connsiteX3822" fmla="*/ 3560922 w 5542597"/>
                <a:gd name="connsiteY3822" fmla="*/ 1738313 h 1903571"/>
                <a:gd name="connsiteX3823" fmla="*/ 3559493 w 5542597"/>
                <a:gd name="connsiteY3823" fmla="*/ 1737836 h 1903571"/>
                <a:gd name="connsiteX3824" fmla="*/ 3557111 w 5542597"/>
                <a:gd name="connsiteY3824" fmla="*/ 1736884 h 1903571"/>
                <a:gd name="connsiteX3825" fmla="*/ 3555206 w 5542597"/>
                <a:gd name="connsiteY3825" fmla="*/ 1734503 h 1903571"/>
                <a:gd name="connsiteX3826" fmla="*/ 3553301 w 5542597"/>
                <a:gd name="connsiteY3826" fmla="*/ 1735455 h 1903571"/>
                <a:gd name="connsiteX3827" fmla="*/ 3551397 w 5542597"/>
                <a:gd name="connsiteY3827" fmla="*/ 1737836 h 1903571"/>
                <a:gd name="connsiteX3828" fmla="*/ 3548539 w 5542597"/>
                <a:gd name="connsiteY3828" fmla="*/ 1739741 h 1903571"/>
                <a:gd name="connsiteX3829" fmla="*/ 3547110 w 5542597"/>
                <a:gd name="connsiteY3829" fmla="*/ 1742599 h 1903571"/>
                <a:gd name="connsiteX3830" fmla="*/ 3545681 w 5542597"/>
                <a:gd name="connsiteY3830" fmla="*/ 1744504 h 1903571"/>
                <a:gd name="connsiteX3831" fmla="*/ 3542824 w 5542597"/>
                <a:gd name="connsiteY3831" fmla="*/ 1747838 h 1903571"/>
                <a:gd name="connsiteX3832" fmla="*/ 3541395 w 5542597"/>
                <a:gd name="connsiteY3832" fmla="*/ 1748790 h 1903571"/>
                <a:gd name="connsiteX3833" fmla="*/ 3535204 w 5542597"/>
                <a:gd name="connsiteY3833" fmla="*/ 1750695 h 1903571"/>
                <a:gd name="connsiteX3834" fmla="*/ 3533775 w 5542597"/>
                <a:gd name="connsiteY3834" fmla="*/ 1751648 h 1903571"/>
                <a:gd name="connsiteX3835" fmla="*/ 3529012 w 5542597"/>
                <a:gd name="connsiteY3835" fmla="*/ 1752124 h 1903571"/>
                <a:gd name="connsiteX3836" fmla="*/ 3527108 w 5542597"/>
                <a:gd name="connsiteY3836" fmla="*/ 1752600 h 1903571"/>
                <a:gd name="connsiteX3837" fmla="*/ 3525679 w 5542597"/>
                <a:gd name="connsiteY3837" fmla="*/ 1754505 h 1903571"/>
                <a:gd name="connsiteX3838" fmla="*/ 3525203 w 5542597"/>
                <a:gd name="connsiteY3838" fmla="*/ 1756410 h 1903571"/>
                <a:gd name="connsiteX3839" fmla="*/ 3526155 w 5542597"/>
                <a:gd name="connsiteY3839" fmla="*/ 1758315 h 1903571"/>
                <a:gd name="connsiteX3840" fmla="*/ 3528060 w 5542597"/>
                <a:gd name="connsiteY3840" fmla="*/ 1762125 h 1903571"/>
                <a:gd name="connsiteX3841" fmla="*/ 3529012 w 5542597"/>
                <a:gd name="connsiteY3841" fmla="*/ 1764983 h 1903571"/>
                <a:gd name="connsiteX3842" fmla="*/ 3530441 w 5542597"/>
                <a:gd name="connsiteY3842" fmla="*/ 1770221 h 1903571"/>
                <a:gd name="connsiteX3843" fmla="*/ 3534728 w 5542597"/>
                <a:gd name="connsiteY3843" fmla="*/ 1786890 h 1903571"/>
                <a:gd name="connsiteX3844" fmla="*/ 3533299 w 5542597"/>
                <a:gd name="connsiteY3844" fmla="*/ 1789748 h 1903571"/>
                <a:gd name="connsiteX3845" fmla="*/ 3531870 w 5542597"/>
                <a:gd name="connsiteY3845" fmla="*/ 1801654 h 1903571"/>
                <a:gd name="connsiteX3846" fmla="*/ 3532347 w 5542597"/>
                <a:gd name="connsiteY3846" fmla="*/ 1804035 h 1903571"/>
                <a:gd name="connsiteX3847" fmla="*/ 3532347 w 5542597"/>
                <a:gd name="connsiteY3847" fmla="*/ 1807369 h 1903571"/>
                <a:gd name="connsiteX3848" fmla="*/ 3532347 w 5542597"/>
                <a:gd name="connsiteY3848" fmla="*/ 1809750 h 1903571"/>
                <a:gd name="connsiteX3849" fmla="*/ 3533299 w 5542597"/>
                <a:gd name="connsiteY3849" fmla="*/ 1810703 h 1903571"/>
                <a:gd name="connsiteX3850" fmla="*/ 3534251 w 5542597"/>
                <a:gd name="connsiteY3850" fmla="*/ 1811655 h 1903571"/>
                <a:gd name="connsiteX3851" fmla="*/ 3535204 w 5542597"/>
                <a:gd name="connsiteY3851" fmla="*/ 1813084 h 1903571"/>
                <a:gd name="connsiteX3852" fmla="*/ 3534728 w 5542597"/>
                <a:gd name="connsiteY3852" fmla="*/ 1814989 h 1903571"/>
                <a:gd name="connsiteX3853" fmla="*/ 3534251 w 5542597"/>
                <a:gd name="connsiteY3853" fmla="*/ 1816894 h 1903571"/>
                <a:gd name="connsiteX3854" fmla="*/ 3533299 w 5542597"/>
                <a:gd name="connsiteY3854" fmla="*/ 1820228 h 1903571"/>
                <a:gd name="connsiteX3855" fmla="*/ 3531870 w 5542597"/>
                <a:gd name="connsiteY3855" fmla="*/ 1824990 h 1903571"/>
                <a:gd name="connsiteX3856" fmla="*/ 3530918 w 5542597"/>
                <a:gd name="connsiteY3856" fmla="*/ 1826895 h 1903571"/>
                <a:gd name="connsiteX3857" fmla="*/ 3529965 w 5542597"/>
                <a:gd name="connsiteY3857" fmla="*/ 1828324 h 1903571"/>
                <a:gd name="connsiteX3858" fmla="*/ 3529012 w 5542597"/>
                <a:gd name="connsiteY3858" fmla="*/ 1829276 h 1903571"/>
                <a:gd name="connsiteX3859" fmla="*/ 3529012 w 5542597"/>
                <a:gd name="connsiteY3859" fmla="*/ 1832610 h 1903571"/>
                <a:gd name="connsiteX3860" fmla="*/ 3528536 w 5542597"/>
                <a:gd name="connsiteY3860" fmla="*/ 1834515 h 1903571"/>
                <a:gd name="connsiteX3861" fmla="*/ 3526155 w 5542597"/>
                <a:gd name="connsiteY3861" fmla="*/ 1835468 h 1903571"/>
                <a:gd name="connsiteX3862" fmla="*/ 3524250 w 5542597"/>
                <a:gd name="connsiteY3862" fmla="*/ 1836896 h 1903571"/>
                <a:gd name="connsiteX3863" fmla="*/ 3521393 w 5542597"/>
                <a:gd name="connsiteY3863" fmla="*/ 1836420 h 1903571"/>
                <a:gd name="connsiteX3864" fmla="*/ 3519487 w 5542597"/>
                <a:gd name="connsiteY3864" fmla="*/ 1836420 h 1903571"/>
                <a:gd name="connsiteX3865" fmla="*/ 3516630 w 5542597"/>
                <a:gd name="connsiteY3865" fmla="*/ 1837373 h 1903571"/>
                <a:gd name="connsiteX3866" fmla="*/ 3511868 w 5542597"/>
                <a:gd name="connsiteY3866" fmla="*/ 1838325 h 1903571"/>
                <a:gd name="connsiteX3867" fmla="*/ 3509010 w 5542597"/>
                <a:gd name="connsiteY3867" fmla="*/ 1839754 h 1903571"/>
                <a:gd name="connsiteX3868" fmla="*/ 3507581 w 5542597"/>
                <a:gd name="connsiteY3868" fmla="*/ 1840706 h 1903571"/>
                <a:gd name="connsiteX3869" fmla="*/ 3506629 w 5542597"/>
                <a:gd name="connsiteY3869" fmla="*/ 1841659 h 1903571"/>
                <a:gd name="connsiteX3870" fmla="*/ 3506153 w 5542597"/>
                <a:gd name="connsiteY3870" fmla="*/ 1843088 h 1903571"/>
                <a:gd name="connsiteX3871" fmla="*/ 3507105 w 5542597"/>
                <a:gd name="connsiteY3871" fmla="*/ 1843564 h 1903571"/>
                <a:gd name="connsiteX3872" fmla="*/ 3509962 w 5542597"/>
                <a:gd name="connsiteY3872" fmla="*/ 1844040 h 1903571"/>
                <a:gd name="connsiteX3873" fmla="*/ 3511868 w 5542597"/>
                <a:gd name="connsiteY3873" fmla="*/ 1845945 h 1903571"/>
                <a:gd name="connsiteX3874" fmla="*/ 3511868 w 5542597"/>
                <a:gd name="connsiteY3874" fmla="*/ 1848326 h 1903571"/>
                <a:gd name="connsiteX3875" fmla="*/ 3509962 w 5542597"/>
                <a:gd name="connsiteY3875" fmla="*/ 1849755 h 1903571"/>
                <a:gd name="connsiteX3876" fmla="*/ 3510915 w 5542597"/>
                <a:gd name="connsiteY3876" fmla="*/ 1852136 h 1903571"/>
                <a:gd name="connsiteX3877" fmla="*/ 3513297 w 5542597"/>
                <a:gd name="connsiteY3877" fmla="*/ 1854518 h 1903571"/>
                <a:gd name="connsiteX3878" fmla="*/ 3514249 w 5542597"/>
                <a:gd name="connsiteY3878" fmla="*/ 1856423 h 1903571"/>
                <a:gd name="connsiteX3879" fmla="*/ 3514249 w 5542597"/>
                <a:gd name="connsiteY3879" fmla="*/ 1857851 h 1903571"/>
                <a:gd name="connsiteX3880" fmla="*/ 3515678 w 5542597"/>
                <a:gd name="connsiteY3880" fmla="*/ 1859280 h 1903571"/>
                <a:gd name="connsiteX3881" fmla="*/ 3517106 w 5542597"/>
                <a:gd name="connsiteY3881" fmla="*/ 1858328 h 1903571"/>
                <a:gd name="connsiteX3882" fmla="*/ 3520440 w 5542597"/>
                <a:gd name="connsiteY3882" fmla="*/ 1850231 h 1903571"/>
                <a:gd name="connsiteX3883" fmla="*/ 3516154 w 5542597"/>
                <a:gd name="connsiteY3883" fmla="*/ 1844516 h 1903571"/>
                <a:gd name="connsiteX3884" fmla="*/ 3517583 w 5542597"/>
                <a:gd name="connsiteY3884" fmla="*/ 1844040 h 1903571"/>
                <a:gd name="connsiteX3885" fmla="*/ 3524250 w 5542597"/>
                <a:gd name="connsiteY3885" fmla="*/ 1845469 h 1903571"/>
                <a:gd name="connsiteX3886" fmla="*/ 3527108 w 5542597"/>
                <a:gd name="connsiteY3886" fmla="*/ 1844993 h 1903571"/>
                <a:gd name="connsiteX3887" fmla="*/ 3531393 w 5542597"/>
                <a:gd name="connsiteY3887" fmla="*/ 1845945 h 1903571"/>
                <a:gd name="connsiteX3888" fmla="*/ 3534251 w 5542597"/>
                <a:gd name="connsiteY3888" fmla="*/ 1843088 h 1903571"/>
                <a:gd name="connsiteX3889" fmla="*/ 3536156 w 5542597"/>
                <a:gd name="connsiteY3889" fmla="*/ 1839754 h 1903571"/>
                <a:gd name="connsiteX3890" fmla="*/ 3539490 w 5542597"/>
                <a:gd name="connsiteY3890" fmla="*/ 1837849 h 1903571"/>
                <a:gd name="connsiteX3891" fmla="*/ 3543776 w 5542597"/>
                <a:gd name="connsiteY3891" fmla="*/ 1830705 h 1903571"/>
                <a:gd name="connsiteX3892" fmla="*/ 3550443 w 5542597"/>
                <a:gd name="connsiteY3892" fmla="*/ 1822609 h 1903571"/>
                <a:gd name="connsiteX3893" fmla="*/ 3553301 w 5542597"/>
                <a:gd name="connsiteY3893" fmla="*/ 1820228 h 1903571"/>
                <a:gd name="connsiteX3894" fmla="*/ 3558064 w 5542597"/>
                <a:gd name="connsiteY3894" fmla="*/ 1818323 h 1903571"/>
                <a:gd name="connsiteX3895" fmla="*/ 3559493 w 5542597"/>
                <a:gd name="connsiteY3895" fmla="*/ 1818799 h 1903571"/>
                <a:gd name="connsiteX3896" fmla="*/ 3560445 w 5542597"/>
                <a:gd name="connsiteY3896" fmla="*/ 1819275 h 1903571"/>
                <a:gd name="connsiteX3897" fmla="*/ 3556635 w 5542597"/>
                <a:gd name="connsiteY3897" fmla="*/ 1823561 h 1903571"/>
                <a:gd name="connsiteX3898" fmla="*/ 3555683 w 5542597"/>
                <a:gd name="connsiteY3898" fmla="*/ 1826895 h 1903571"/>
                <a:gd name="connsiteX3899" fmla="*/ 3558540 w 5542597"/>
                <a:gd name="connsiteY3899" fmla="*/ 1826895 h 1903571"/>
                <a:gd name="connsiteX3900" fmla="*/ 3560922 w 5542597"/>
                <a:gd name="connsiteY3900" fmla="*/ 1825943 h 1903571"/>
                <a:gd name="connsiteX3901" fmla="*/ 3568065 w 5542597"/>
                <a:gd name="connsiteY3901" fmla="*/ 1820704 h 1903571"/>
                <a:gd name="connsiteX3902" fmla="*/ 3570447 w 5542597"/>
                <a:gd name="connsiteY3902" fmla="*/ 1817846 h 1903571"/>
                <a:gd name="connsiteX3903" fmla="*/ 3571399 w 5542597"/>
                <a:gd name="connsiteY3903" fmla="*/ 1820704 h 1903571"/>
                <a:gd name="connsiteX3904" fmla="*/ 3570447 w 5542597"/>
                <a:gd name="connsiteY3904" fmla="*/ 1835468 h 1903571"/>
                <a:gd name="connsiteX3905" fmla="*/ 3576637 w 5542597"/>
                <a:gd name="connsiteY3905" fmla="*/ 1834515 h 1903571"/>
                <a:gd name="connsiteX3906" fmla="*/ 3579495 w 5542597"/>
                <a:gd name="connsiteY3906" fmla="*/ 1835944 h 1903571"/>
                <a:gd name="connsiteX3907" fmla="*/ 3584258 w 5542597"/>
                <a:gd name="connsiteY3907" fmla="*/ 1835944 h 1903571"/>
                <a:gd name="connsiteX3908" fmla="*/ 3589497 w 5542597"/>
                <a:gd name="connsiteY3908" fmla="*/ 1839278 h 1903571"/>
                <a:gd name="connsiteX3909" fmla="*/ 3591401 w 5542597"/>
                <a:gd name="connsiteY3909" fmla="*/ 1838801 h 1903571"/>
                <a:gd name="connsiteX3910" fmla="*/ 3593783 w 5542597"/>
                <a:gd name="connsiteY3910" fmla="*/ 1838325 h 1903571"/>
                <a:gd name="connsiteX3911" fmla="*/ 3596164 w 5542597"/>
                <a:gd name="connsiteY3911" fmla="*/ 1842135 h 1903571"/>
                <a:gd name="connsiteX3912" fmla="*/ 3599497 w 5542597"/>
                <a:gd name="connsiteY3912" fmla="*/ 1843088 h 1903571"/>
                <a:gd name="connsiteX3913" fmla="*/ 3605212 w 5542597"/>
                <a:gd name="connsiteY3913" fmla="*/ 1840230 h 1903571"/>
                <a:gd name="connsiteX3914" fmla="*/ 3614261 w 5542597"/>
                <a:gd name="connsiteY3914" fmla="*/ 1837849 h 1903571"/>
                <a:gd name="connsiteX3915" fmla="*/ 3618072 w 5542597"/>
                <a:gd name="connsiteY3915" fmla="*/ 1837849 h 1903571"/>
                <a:gd name="connsiteX3916" fmla="*/ 3628549 w 5542597"/>
                <a:gd name="connsiteY3916" fmla="*/ 1832610 h 1903571"/>
                <a:gd name="connsiteX3917" fmla="*/ 3633311 w 5542597"/>
                <a:gd name="connsiteY3917" fmla="*/ 1828800 h 1903571"/>
                <a:gd name="connsiteX3918" fmla="*/ 3651885 w 5542597"/>
                <a:gd name="connsiteY3918" fmla="*/ 1818799 h 1903571"/>
                <a:gd name="connsiteX3919" fmla="*/ 3659505 w 5542597"/>
                <a:gd name="connsiteY3919" fmla="*/ 1813084 h 1903571"/>
                <a:gd name="connsiteX3920" fmla="*/ 3666649 w 5542597"/>
                <a:gd name="connsiteY3920" fmla="*/ 1809274 h 1903571"/>
                <a:gd name="connsiteX3921" fmla="*/ 3670935 w 5542597"/>
                <a:gd name="connsiteY3921" fmla="*/ 1802606 h 1903571"/>
                <a:gd name="connsiteX3922" fmla="*/ 3678555 w 5542597"/>
                <a:gd name="connsiteY3922" fmla="*/ 1796415 h 1903571"/>
                <a:gd name="connsiteX3923" fmla="*/ 3679031 w 5542597"/>
                <a:gd name="connsiteY3923" fmla="*/ 1794034 h 1903571"/>
                <a:gd name="connsiteX3924" fmla="*/ 3680460 w 5542597"/>
                <a:gd name="connsiteY3924" fmla="*/ 1790700 h 1903571"/>
                <a:gd name="connsiteX3925" fmla="*/ 3691890 w 5542597"/>
                <a:gd name="connsiteY3925" fmla="*/ 1774031 h 1903571"/>
                <a:gd name="connsiteX3926" fmla="*/ 3695700 w 5542597"/>
                <a:gd name="connsiteY3926" fmla="*/ 1771650 h 1903571"/>
                <a:gd name="connsiteX3927" fmla="*/ 3700939 w 5542597"/>
                <a:gd name="connsiteY3927" fmla="*/ 1769269 h 1903571"/>
                <a:gd name="connsiteX3928" fmla="*/ 3703320 w 5542597"/>
                <a:gd name="connsiteY3928" fmla="*/ 1766411 h 1903571"/>
                <a:gd name="connsiteX3929" fmla="*/ 3704749 w 5542597"/>
                <a:gd name="connsiteY3929" fmla="*/ 1762125 h 1903571"/>
                <a:gd name="connsiteX3930" fmla="*/ 3711893 w 5542597"/>
                <a:gd name="connsiteY3930" fmla="*/ 1755458 h 1903571"/>
                <a:gd name="connsiteX3931" fmla="*/ 3716655 w 5542597"/>
                <a:gd name="connsiteY3931" fmla="*/ 1749266 h 1903571"/>
                <a:gd name="connsiteX3932" fmla="*/ 3721418 w 5542597"/>
                <a:gd name="connsiteY3932" fmla="*/ 1744980 h 1903571"/>
                <a:gd name="connsiteX3933" fmla="*/ 3723322 w 5542597"/>
                <a:gd name="connsiteY3933" fmla="*/ 1741170 h 1903571"/>
                <a:gd name="connsiteX3934" fmla="*/ 3735229 w 5542597"/>
                <a:gd name="connsiteY3934" fmla="*/ 1731645 h 1903571"/>
                <a:gd name="connsiteX3935" fmla="*/ 3744754 w 5542597"/>
                <a:gd name="connsiteY3935" fmla="*/ 1721644 h 1903571"/>
                <a:gd name="connsiteX3936" fmla="*/ 3753326 w 5542597"/>
                <a:gd name="connsiteY3936" fmla="*/ 1714024 h 1903571"/>
                <a:gd name="connsiteX3937" fmla="*/ 3756184 w 5542597"/>
                <a:gd name="connsiteY3937" fmla="*/ 1709261 h 1903571"/>
                <a:gd name="connsiteX3938" fmla="*/ 3768090 w 5542597"/>
                <a:gd name="connsiteY3938" fmla="*/ 1695926 h 1903571"/>
                <a:gd name="connsiteX3939" fmla="*/ 3771424 w 5542597"/>
                <a:gd name="connsiteY3939" fmla="*/ 1686878 h 1903571"/>
                <a:gd name="connsiteX3940" fmla="*/ 3775710 w 5542597"/>
                <a:gd name="connsiteY3940" fmla="*/ 1683544 h 1903571"/>
                <a:gd name="connsiteX3941" fmla="*/ 3777615 w 5542597"/>
                <a:gd name="connsiteY3941" fmla="*/ 1674971 h 1903571"/>
                <a:gd name="connsiteX3942" fmla="*/ 3781425 w 5542597"/>
                <a:gd name="connsiteY3942" fmla="*/ 1668780 h 1903571"/>
                <a:gd name="connsiteX3943" fmla="*/ 3782378 w 5542597"/>
                <a:gd name="connsiteY3943" fmla="*/ 1664970 h 1903571"/>
                <a:gd name="connsiteX3944" fmla="*/ 3784283 w 5542597"/>
                <a:gd name="connsiteY3944" fmla="*/ 1661636 h 1903571"/>
                <a:gd name="connsiteX3945" fmla="*/ 3798093 w 5542597"/>
                <a:gd name="connsiteY3945" fmla="*/ 1647349 h 1903571"/>
                <a:gd name="connsiteX3946" fmla="*/ 3803809 w 5542597"/>
                <a:gd name="connsiteY3946" fmla="*/ 1636871 h 1903571"/>
                <a:gd name="connsiteX3947" fmla="*/ 3810953 w 5542597"/>
                <a:gd name="connsiteY3947" fmla="*/ 1625918 h 1903571"/>
                <a:gd name="connsiteX3948" fmla="*/ 3816191 w 5542597"/>
                <a:gd name="connsiteY3948" fmla="*/ 1622108 h 1903571"/>
                <a:gd name="connsiteX3949" fmla="*/ 3821430 w 5542597"/>
                <a:gd name="connsiteY3949" fmla="*/ 1617345 h 1903571"/>
                <a:gd name="connsiteX3950" fmla="*/ 3824287 w 5542597"/>
                <a:gd name="connsiteY3950" fmla="*/ 1613535 h 1903571"/>
                <a:gd name="connsiteX3951" fmla="*/ 3832384 w 5542597"/>
                <a:gd name="connsiteY3951" fmla="*/ 1607344 h 1903571"/>
                <a:gd name="connsiteX3952" fmla="*/ 3836193 w 5542597"/>
                <a:gd name="connsiteY3952" fmla="*/ 1603058 h 1903571"/>
                <a:gd name="connsiteX3953" fmla="*/ 3838099 w 5542597"/>
                <a:gd name="connsiteY3953" fmla="*/ 1598295 h 1903571"/>
                <a:gd name="connsiteX3954" fmla="*/ 3840004 w 5542597"/>
                <a:gd name="connsiteY3954" fmla="*/ 1587818 h 1903571"/>
                <a:gd name="connsiteX3955" fmla="*/ 3845243 w 5542597"/>
                <a:gd name="connsiteY3955" fmla="*/ 1579245 h 1903571"/>
                <a:gd name="connsiteX3956" fmla="*/ 3843814 w 5542597"/>
                <a:gd name="connsiteY3956" fmla="*/ 1578293 h 1903571"/>
                <a:gd name="connsiteX3957" fmla="*/ 3842861 w 5542597"/>
                <a:gd name="connsiteY3957" fmla="*/ 1575435 h 1903571"/>
                <a:gd name="connsiteX3958" fmla="*/ 3843337 w 5542597"/>
                <a:gd name="connsiteY3958" fmla="*/ 1572578 h 1903571"/>
                <a:gd name="connsiteX3959" fmla="*/ 3844290 w 5542597"/>
                <a:gd name="connsiteY3959" fmla="*/ 1570673 h 1903571"/>
                <a:gd name="connsiteX3960" fmla="*/ 3844766 w 5542597"/>
                <a:gd name="connsiteY3960" fmla="*/ 1568291 h 1903571"/>
                <a:gd name="connsiteX3961" fmla="*/ 3845718 w 5542597"/>
                <a:gd name="connsiteY3961" fmla="*/ 1565434 h 1903571"/>
                <a:gd name="connsiteX3962" fmla="*/ 3847147 w 5542597"/>
                <a:gd name="connsiteY3962" fmla="*/ 1563529 h 1903571"/>
                <a:gd name="connsiteX3963" fmla="*/ 3850005 w 5542597"/>
                <a:gd name="connsiteY3963" fmla="*/ 1551623 h 1903571"/>
                <a:gd name="connsiteX3964" fmla="*/ 3849529 w 5542597"/>
                <a:gd name="connsiteY3964" fmla="*/ 1544479 h 1903571"/>
                <a:gd name="connsiteX3965" fmla="*/ 3848100 w 5542597"/>
                <a:gd name="connsiteY3965" fmla="*/ 1541621 h 1903571"/>
                <a:gd name="connsiteX3966" fmla="*/ 3848100 w 5542597"/>
                <a:gd name="connsiteY3966" fmla="*/ 1537811 h 1903571"/>
                <a:gd name="connsiteX3967" fmla="*/ 3852386 w 5542597"/>
                <a:gd name="connsiteY3967" fmla="*/ 1532573 h 1903571"/>
                <a:gd name="connsiteX3968" fmla="*/ 3853339 w 5542597"/>
                <a:gd name="connsiteY3968" fmla="*/ 1531620 h 1903571"/>
                <a:gd name="connsiteX3969" fmla="*/ 3853339 w 5542597"/>
                <a:gd name="connsiteY3969" fmla="*/ 1530191 h 1903571"/>
                <a:gd name="connsiteX3970" fmla="*/ 3851434 w 5542597"/>
                <a:gd name="connsiteY3970" fmla="*/ 1529239 h 1903571"/>
                <a:gd name="connsiteX3971" fmla="*/ 3850481 w 5542597"/>
                <a:gd name="connsiteY3971" fmla="*/ 1528286 h 1903571"/>
                <a:gd name="connsiteX3972" fmla="*/ 3848576 w 5542597"/>
                <a:gd name="connsiteY3972" fmla="*/ 1509713 h 1903571"/>
                <a:gd name="connsiteX3973" fmla="*/ 3850005 w 5542597"/>
                <a:gd name="connsiteY3973" fmla="*/ 1498759 h 1903571"/>
                <a:gd name="connsiteX3974" fmla="*/ 3854291 w 5542597"/>
                <a:gd name="connsiteY3974" fmla="*/ 1490186 h 1903571"/>
                <a:gd name="connsiteX3975" fmla="*/ 3855243 w 5542597"/>
                <a:gd name="connsiteY3975" fmla="*/ 1487329 h 1903571"/>
                <a:gd name="connsiteX3976" fmla="*/ 3855720 w 5542597"/>
                <a:gd name="connsiteY3976" fmla="*/ 1479233 h 1903571"/>
                <a:gd name="connsiteX3977" fmla="*/ 3860959 w 5542597"/>
                <a:gd name="connsiteY3977" fmla="*/ 1471136 h 1903571"/>
                <a:gd name="connsiteX3978" fmla="*/ 3863816 w 5542597"/>
                <a:gd name="connsiteY3978" fmla="*/ 1462088 h 1903571"/>
                <a:gd name="connsiteX3979" fmla="*/ 3870484 w 5542597"/>
                <a:gd name="connsiteY3979" fmla="*/ 1457325 h 1903571"/>
                <a:gd name="connsiteX3980" fmla="*/ 3875247 w 5542597"/>
                <a:gd name="connsiteY3980" fmla="*/ 1451134 h 1903571"/>
                <a:gd name="connsiteX3981" fmla="*/ 3878580 w 5542597"/>
                <a:gd name="connsiteY3981" fmla="*/ 1448276 h 1903571"/>
                <a:gd name="connsiteX3982" fmla="*/ 3879533 w 5542597"/>
                <a:gd name="connsiteY3982" fmla="*/ 1442085 h 1903571"/>
                <a:gd name="connsiteX3983" fmla="*/ 3882866 w 5542597"/>
                <a:gd name="connsiteY3983" fmla="*/ 1436846 h 1903571"/>
                <a:gd name="connsiteX3984" fmla="*/ 3880009 w 5542597"/>
                <a:gd name="connsiteY3984" fmla="*/ 1434465 h 1903571"/>
                <a:gd name="connsiteX3985" fmla="*/ 3877628 w 5542597"/>
                <a:gd name="connsiteY3985" fmla="*/ 1432560 h 1903571"/>
                <a:gd name="connsiteX3986" fmla="*/ 3871912 w 5542597"/>
                <a:gd name="connsiteY3986" fmla="*/ 1428274 h 1903571"/>
                <a:gd name="connsiteX3987" fmla="*/ 3870960 w 5542597"/>
                <a:gd name="connsiteY3987" fmla="*/ 1424940 h 1903571"/>
                <a:gd name="connsiteX3988" fmla="*/ 3874770 w 5542597"/>
                <a:gd name="connsiteY3988" fmla="*/ 1419701 h 1903571"/>
                <a:gd name="connsiteX3989" fmla="*/ 3875247 w 5542597"/>
                <a:gd name="connsiteY3989" fmla="*/ 1415415 h 1903571"/>
                <a:gd name="connsiteX3990" fmla="*/ 3875247 w 5542597"/>
                <a:gd name="connsiteY3990" fmla="*/ 1406843 h 1903571"/>
                <a:gd name="connsiteX3991" fmla="*/ 3869055 w 5542597"/>
                <a:gd name="connsiteY3991" fmla="*/ 1403985 h 1903571"/>
                <a:gd name="connsiteX3992" fmla="*/ 3861911 w 5542597"/>
                <a:gd name="connsiteY3992" fmla="*/ 1397794 h 1903571"/>
                <a:gd name="connsiteX3993" fmla="*/ 3860959 w 5542597"/>
                <a:gd name="connsiteY3993" fmla="*/ 1395413 h 1903571"/>
                <a:gd name="connsiteX3994" fmla="*/ 3862387 w 5542597"/>
                <a:gd name="connsiteY3994" fmla="*/ 1395413 h 1903571"/>
                <a:gd name="connsiteX3995" fmla="*/ 3872389 w 5542597"/>
                <a:gd name="connsiteY3995" fmla="*/ 1398746 h 1903571"/>
                <a:gd name="connsiteX3996" fmla="*/ 3877628 w 5542597"/>
                <a:gd name="connsiteY3996" fmla="*/ 1394936 h 1903571"/>
                <a:gd name="connsiteX3997" fmla="*/ 3880009 w 5542597"/>
                <a:gd name="connsiteY3997" fmla="*/ 1391126 h 1903571"/>
                <a:gd name="connsiteX3998" fmla="*/ 3879056 w 5542597"/>
                <a:gd name="connsiteY3998" fmla="*/ 1385888 h 1903571"/>
                <a:gd name="connsiteX3999" fmla="*/ 3873818 w 5542597"/>
                <a:gd name="connsiteY3999" fmla="*/ 1383983 h 1903571"/>
                <a:gd name="connsiteX4000" fmla="*/ 3866674 w 5542597"/>
                <a:gd name="connsiteY4000" fmla="*/ 1378744 h 1903571"/>
                <a:gd name="connsiteX4001" fmla="*/ 3866674 w 5542597"/>
                <a:gd name="connsiteY4001" fmla="*/ 1376839 h 1903571"/>
                <a:gd name="connsiteX4002" fmla="*/ 3855720 w 5542597"/>
                <a:gd name="connsiteY4002" fmla="*/ 1372076 h 1903571"/>
                <a:gd name="connsiteX4003" fmla="*/ 3844290 w 5542597"/>
                <a:gd name="connsiteY4003" fmla="*/ 1362075 h 1903571"/>
                <a:gd name="connsiteX4004" fmla="*/ 3840480 w 5542597"/>
                <a:gd name="connsiteY4004" fmla="*/ 1353503 h 1903571"/>
                <a:gd name="connsiteX4005" fmla="*/ 3838575 w 5542597"/>
                <a:gd name="connsiteY4005" fmla="*/ 1351121 h 1903571"/>
                <a:gd name="connsiteX4006" fmla="*/ 3827622 w 5542597"/>
                <a:gd name="connsiteY4006" fmla="*/ 1343978 h 1903571"/>
                <a:gd name="connsiteX4007" fmla="*/ 3825240 w 5542597"/>
                <a:gd name="connsiteY4007" fmla="*/ 1341596 h 1903571"/>
                <a:gd name="connsiteX4008" fmla="*/ 3822383 w 5542597"/>
                <a:gd name="connsiteY4008" fmla="*/ 1340644 h 1903571"/>
                <a:gd name="connsiteX4009" fmla="*/ 3809047 w 5542597"/>
                <a:gd name="connsiteY4009" fmla="*/ 1344454 h 1903571"/>
                <a:gd name="connsiteX4010" fmla="*/ 3801904 w 5542597"/>
                <a:gd name="connsiteY4010" fmla="*/ 1343501 h 1903571"/>
                <a:gd name="connsiteX4011" fmla="*/ 3788093 w 5542597"/>
                <a:gd name="connsiteY4011" fmla="*/ 1338739 h 1903571"/>
                <a:gd name="connsiteX4012" fmla="*/ 3786664 w 5542597"/>
                <a:gd name="connsiteY4012" fmla="*/ 1339691 h 1903571"/>
                <a:gd name="connsiteX4013" fmla="*/ 3788568 w 5542597"/>
                <a:gd name="connsiteY4013" fmla="*/ 1343025 h 1903571"/>
                <a:gd name="connsiteX4014" fmla="*/ 3788093 w 5542597"/>
                <a:gd name="connsiteY4014" fmla="*/ 1346359 h 1903571"/>
                <a:gd name="connsiteX4015" fmla="*/ 3788568 w 5542597"/>
                <a:gd name="connsiteY4015" fmla="*/ 1351598 h 1903571"/>
                <a:gd name="connsiteX4016" fmla="*/ 3788093 w 5542597"/>
                <a:gd name="connsiteY4016" fmla="*/ 1359218 h 1903571"/>
                <a:gd name="connsiteX4017" fmla="*/ 3786664 w 5542597"/>
                <a:gd name="connsiteY4017" fmla="*/ 1365409 h 1903571"/>
                <a:gd name="connsiteX4018" fmla="*/ 3781425 w 5542597"/>
                <a:gd name="connsiteY4018" fmla="*/ 1373029 h 1903571"/>
                <a:gd name="connsiteX4019" fmla="*/ 3779520 w 5542597"/>
                <a:gd name="connsiteY4019" fmla="*/ 1374934 h 1903571"/>
                <a:gd name="connsiteX4020" fmla="*/ 3775234 w 5542597"/>
                <a:gd name="connsiteY4020" fmla="*/ 1375410 h 1903571"/>
                <a:gd name="connsiteX4021" fmla="*/ 3772853 w 5542597"/>
                <a:gd name="connsiteY4021" fmla="*/ 1375410 h 1903571"/>
                <a:gd name="connsiteX4022" fmla="*/ 3774281 w 5542597"/>
                <a:gd name="connsiteY4022" fmla="*/ 1372076 h 1903571"/>
                <a:gd name="connsiteX4023" fmla="*/ 3778091 w 5542597"/>
                <a:gd name="connsiteY4023" fmla="*/ 1368266 h 1903571"/>
                <a:gd name="connsiteX4024" fmla="*/ 3783806 w 5542597"/>
                <a:gd name="connsiteY4024" fmla="*/ 1361599 h 1903571"/>
                <a:gd name="connsiteX4025" fmla="*/ 3783806 w 5542597"/>
                <a:gd name="connsiteY4025" fmla="*/ 1355884 h 1903571"/>
                <a:gd name="connsiteX4026" fmla="*/ 3782378 w 5542597"/>
                <a:gd name="connsiteY4026" fmla="*/ 1355408 h 1903571"/>
                <a:gd name="connsiteX4027" fmla="*/ 3780949 w 5542597"/>
                <a:gd name="connsiteY4027" fmla="*/ 1355408 h 1903571"/>
                <a:gd name="connsiteX4028" fmla="*/ 3777139 w 5542597"/>
                <a:gd name="connsiteY4028" fmla="*/ 1357789 h 1903571"/>
                <a:gd name="connsiteX4029" fmla="*/ 3772853 w 5542597"/>
                <a:gd name="connsiteY4029" fmla="*/ 1365885 h 1903571"/>
                <a:gd name="connsiteX4030" fmla="*/ 3762375 w 5542597"/>
                <a:gd name="connsiteY4030" fmla="*/ 1371600 h 1903571"/>
                <a:gd name="connsiteX4031" fmla="*/ 3755231 w 5542597"/>
                <a:gd name="connsiteY4031" fmla="*/ 1373505 h 1903571"/>
                <a:gd name="connsiteX4032" fmla="*/ 3741420 w 5542597"/>
                <a:gd name="connsiteY4032" fmla="*/ 1374458 h 1903571"/>
                <a:gd name="connsiteX4033" fmla="*/ 3739039 w 5542597"/>
                <a:gd name="connsiteY4033" fmla="*/ 1374458 h 1903571"/>
                <a:gd name="connsiteX4034" fmla="*/ 3737610 w 5542597"/>
                <a:gd name="connsiteY4034" fmla="*/ 1373029 h 1903571"/>
                <a:gd name="connsiteX4035" fmla="*/ 3740943 w 5542597"/>
                <a:gd name="connsiteY4035" fmla="*/ 1370648 h 1903571"/>
                <a:gd name="connsiteX4036" fmla="*/ 3747611 w 5542597"/>
                <a:gd name="connsiteY4036" fmla="*/ 1366838 h 1903571"/>
                <a:gd name="connsiteX4037" fmla="*/ 3752374 w 5542597"/>
                <a:gd name="connsiteY4037" fmla="*/ 1359694 h 1903571"/>
                <a:gd name="connsiteX4038" fmla="*/ 3757136 w 5542597"/>
                <a:gd name="connsiteY4038" fmla="*/ 1357789 h 1903571"/>
                <a:gd name="connsiteX4039" fmla="*/ 3758565 w 5542597"/>
                <a:gd name="connsiteY4039" fmla="*/ 1355884 h 1903571"/>
                <a:gd name="connsiteX4040" fmla="*/ 3751422 w 5542597"/>
                <a:gd name="connsiteY4040" fmla="*/ 1354931 h 1903571"/>
                <a:gd name="connsiteX4041" fmla="*/ 3746659 w 5542597"/>
                <a:gd name="connsiteY4041" fmla="*/ 1352074 h 1903571"/>
                <a:gd name="connsiteX4042" fmla="*/ 3741897 w 5542597"/>
                <a:gd name="connsiteY4042" fmla="*/ 1348740 h 1903571"/>
                <a:gd name="connsiteX4043" fmla="*/ 3743801 w 5542597"/>
                <a:gd name="connsiteY4043" fmla="*/ 1347788 h 1903571"/>
                <a:gd name="connsiteX4044" fmla="*/ 3745706 w 5542597"/>
                <a:gd name="connsiteY4044" fmla="*/ 1347311 h 1903571"/>
                <a:gd name="connsiteX4045" fmla="*/ 3747611 w 5542597"/>
                <a:gd name="connsiteY4045" fmla="*/ 1346359 h 1903571"/>
                <a:gd name="connsiteX4046" fmla="*/ 3752850 w 5542597"/>
                <a:gd name="connsiteY4046" fmla="*/ 1340168 h 1903571"/>
                <a:gd name="connsiteX4047" fmla="*/ 3748087 w 5542597"/>
                <a:gd name="connsiteY4047" fmla="*/ 1339691 h 1903571"/>
                <a:gd name="connsiteX4048" fmla="*/ 3742849 w 5542597"/>
                <a:gd name="connsiteY4048" fmla="*/ 1340168 h 1903571"/>
                <a:gd name="connsiteX4049" fmla="*/ 3735229 w 5542597"/>
                <a:gd name="connsiteY4049" fmla="*/ 1344930 h 1903571"/>
                <a:gd name="connsiteX4050" fmla="*/ 3733324 w 5542597"/>
                <a:gd name="connsiteY4050" fmla="*/ 1347311 h 1903571"/>
                <a:gd name="connsiteX4051" fmla="*/ 3736181 w 5542597"/>
                <a:gd name="connsiteY4051" fmla="*/ 1350645 h 1903571"/>
                <a:gd name="connsiteX4052" fmla="*/ 3739039 w 5542597"/>
                <a:gd name="connsiteY4052" fmla="*/ 1352074 h 1903571"/>
                <a:gd name="connsiteX4053" fmla="*/ 3735705 w 5542597"/>
                <a:gd name="connsiteY4053" fmla="*/ 1361599 h 1903571"/>
                <a:gd name="connsiteX4054" fmla="*/ 3730943 w 5542597"/>
                <a:gd name="connsiteY4054" fmla="*/ 1360646 h 1903571"/>
                <a:gd name="connsiteX4055" fmla="*/ 3726180 w 5542597"/>
                <a:gd name="connsiteY4055" fmla="*/ 1360646 h 1903571"/>
                <a:gd name="connsiteX4056" fmla="*/ 3723322 w 5542597"/>
                <a:gd name="connsiteY4056" fmla="*/ 1363504 h 1903571"/>
                <a:gd name="connsiteX4057" fmla="*/ 3720465 w 5542597"/>
                <a:gd name="connsiteY4057" fmla="*/ 1362551 h 1903571"/>
                <a:gd name="connsiteX4058" fmla="*/ 3719512 w 5542597"/>
                <a:gd name="connsiteY4058" fmla="*/ 1356360 h 1903571"/>
                <a:gd name="connsiteX4059" fmla="*/ 3720941 w 5542597"/>
                <a:gd name="connsiteY4059" fmla="*/ 1350645 h 1903571"/>
                <a:gd name="connsiteX4060" fmla="*/ 3722370 w 5542597"/>
                <a:gd name="connsiteY4060" fmla="*/ 1336834 h 1903571"/>
                <a:gd name="connsiteX4061" fmla="*/ 3724275 w 5542597"/>
                <a:gd name="connsiteY4061" fmla="*/ 1332548 h 1903571"/>
                <a:gd name="connsiteX4062" fmla="*/ 3724275 w 5542597"/>
                <a:gd name="connsiteY4062" fmla="*/ 1327309 h 1903571"/>
                <a:gd name="connsiteX4063" fmla="*/ 3723322 w 5542597"/>
                <a:gd name="connsiteY4063" fmla="*/ 1324451 h 1903571"/>
                <a:gd name="connsiteX4064" fmla="*/ 3720465 w 5542597"/>
                <a:gd name="connsiteY4064" fmla="*/ 1324451 h 1903571"/>
                <a:gd name="connsiteX4065" fmla="*/ 3715703 w 5542597"/>
                <a:gd name="connsiteY4065" fmla="*/ 1324928 h 1903571"/>
                <a:gd name="connsiteX4066" fmla="*/ 3704272 w 5542597"/>
                <a:gd name="connsiteY4066" fmla="*/ 1324928 h 1903571"/>
                <a:gd name="connsiteX4067" fmla="*/ 3690937 w 5542597"/>
                <a:gd name="connsiteY4067" fmla="*/ 1326356 h 1903571"/>
                <a:gd name="connsiteX4068" fmla="*/ 3677126 w 5542597"/>
                <a:gd name="connsiteY4068" fmla="*/ 1321118 h 1903571"/>
                <a:gd name="connsiteX4069" fmla="*/ 3673316 w 5542597"/>
                <a:gd name="connsiteY4069" fmla="*/ 1320641 h 1903571"/>
                <a:gd name="connsiteX4070" fmla="*/ 3670935 w 5542597"/>
                <a:gd name="connsiteY4070" fmla="*/ 1319213 h 1903571"/>
                <a:gd name="connsiteX4071" fmla="*/ 3669506 w 5542597"/>
                <a:gd name="connsiteY4071" fmla="*/ 1314450 h 1903571"/>
                <a:gd name="connsiteX4072" fmla="*/ 3669983 w 5542597"/>
                <a:gd name="connsiteY4072" fmla="*/ 1311116 h 1903571"/>
                <a:gd name="connsiteX4073" fmla="*/ 3670935 w 5542597"/>
                <a:gd name="connsiteY4073" fmla="*/ 1309211 h 1903571"/>
                <a:gd name="connsiteX4074" fmla="*/ 3680460 w 5542597"/>
                <a:gd name="connsiteY4074" fmla="*/ 1301591 h 1903571"/>
                <a:gd name="connsiteX4075" fmla="*/ 3687604 w 5542597"/>
                <a:gd name="connsiteY4075" fmla="*/ 1299210 h 1903571"/>
                <a:gd name="connsiteX4076" fmla="*/ 3702368 w 5542597"/>
                <a:gd name="connsiteY4076" fmla="*/ 1290161 h 1903571"/>
                <a:gd name="connsiteX4077" fmla="*/ 3708083 w 5542597"/>
                <a:gd name="connsiteY4077" fmla="*/ 1282541 h 1903571"/>
                <a:gd name="connsiteX4078" fmla="*/ 3711893 w 5542597"/>
                <a:gd name="connsiteY4078" fmla="*/ 1279684 h 1903571"/>
                <a:gd name="connsiteX4079" fmla="*/ 3723322 w 5542597"/>
                <a:gd name="connsiteY4079" fmla="*/ 1273969 h 1903571"/>
                <a:gd name="connsiteX4080" fmla="*/ 3730466 w 5542597"/>
                <a:gd name="connsiteY4080" fmla="*/ 1269206 h 1903571"/>
                <a:gd name="connsiteX4081" fmla="*/ 3736658 w 5542597"/>
                <a:gd name="connsiteY4081" fmla="*/ 1264444 h 1903571"/>
                <a:gd name="connsiteX4082" fmla="*/ 3743325 w 5542597"/>
                <a:gd name="connsiteY4082" fmla="*/ 1260634 h 1903571"/>
                <a:gd name="connsiteX4083" fmla="*/ 3749516 w 5542597"/>
                <a:gd name="connsiteY4083" fmla="*/ 1253966 h 1903571"/>
                <a:gd name="connsiteX4084" fmla="*/ 3753803 w 5542597"/>
                <a:gd name="connsiteY4084" fmla="*/ 1253014 h 1903571"/>
                <a:gd name="connsiteX4085" fmla="*/ 3766661 w 5542597"/>
                <a:gd name="connsiteY4085" fmla="*/ 1238726 h 1903571"/>
                <a:gd name="connsiteX4086" fmla="*/ 3769043 w 5542597"/>
                <a:gd name="connsiteY4086" fmla="*/ 1235869 h 1903571"/>
                <a:gd name="connsiteX4087" fmla="*/ 3770472 w 5542597"/>
                <a:gd name="connsiteY4087" fmla="*/ 1231106 h 1903571"/>
                <a:gd name="connsiteX4088" fmla="*/ 3771424 w 5542597"/>
                <a:gd name="connsiteY4088" fmla="*/ 1229201 h 1903571"/>
                <a:gd name="connsiteX4089" fmla="*/ 3786664 w 5542597"/>
                <a:gd name="connsiteY4089" fmla="*/ 1213009 h 1903571"/>
                <a:gd name="connsiteX4090" fmla="*/ 3797141 w 5542597"/>
                <a:gd name="connsiteY4090" fmla="*/ 1207294 h 1903571"/>
                <a:gd name="connsiteX4091" fmla="*/ 3804285 w 5542597"/>
                <a:gd name="connsiteY4091" fmla="*/ 1198721 h 1903571"/>
                <a:gd name="connsiteX4092" fmla="*/ 3813334 w 5542597"/>
                <a:gd name="connsiteY4092" fmla="*/ 1195388 h 1903571"/>
                <a:gd name="connsiteX4093" fmla="*/ 3815715 w 5542597"/>
                <a:gd name="connsiteY4093" fmla="*/ 1193959 h 1903571"/>
                <a:gd name="connsiteX4094" fmla="*/ 3819525 w 5542597"/>
                <a:gd name="connsiteY4094" fmla="*/ 1189673 h 1903571"/>
                <a:gd name="connsiteX4095" fmla="*/ 3825716 w 5542597"/>
                <a:gd name="connsiteY4095" fmla="*/ 1186815 h 1903571"/>
                <a:gd name="connsiteX4096" fmla="*/ 3827622 w 5542597"/>
                <a:gd name="connsiteY4096" fmla="*/ 1184910 h 1903571"/>
                <a:gd name="connsiteX4097" fmla="*/ 3832384 w 5542597"/>
                <a:gd name="connsiteY4097" fmla="*/ 1178243 h 1903571"/>
                <a:gd name="connsiteX4098" fmla="*/ 3847624 w 5542597"/>
                <a:gd name="connsiteY4098" fmla="*/ 1172051 h 1903571"/>
                <a:gd name="connsiteX4099" fmla="*/ 3849053 w 5542597"/>
                <a:gd name="connsiteY4099" fmla="*/ 1169670 h 1903571"/>
                <a:gd name="connsiteX4100" fmla="*/ 3855720 w 5542597"/>
                <a:gd name="connsiteY4100" fmla="*/ 1152525 h 1903571"/>
                <a:gd name="connsiteX4101" fmla="*/ 3859054 w 5542597"/>
                <a:gd name="connsiteY4101" fmla="*/ 1147763 h 1903571"/>
                <a:gd name="connsiteX4102" fmla="*/ 3865722 w 5542597"/>
                <a:gd name="connsiteY4102" fmla="*/ 1142524 h 1903571"/>
                <a:gd name="connsiteX4103" fmla="*/ 3878104 w 5542597"/>
                <a:gd name="connsiteY4103" fmla="*/ 1136809 h 1903571"/>
                <a:gd name="connsiteX4104" fmla="*/ 3886676 w 5542597"/>
                <a:gd name="connsiteY4104" fmla="*/ 1131094 h 1903571"/>
                <a:gd name="connsiteX4105" fmla="*/ 3891915 w 5542597"/>
                <a:gd name="connsiteY4105" fmla="*/ 1126331 h 1903571"/>
                <a:gd name="connsiteX4106" fmla="*/ 3900964 w 5542597"/>
                <a:gd name="connsiteY4106" fmla="*/ 1113473 h 1903571"/>
                <a:gd name="connsiteX4107" fmla="*/ 3911441 w 5542597"/>
                <a:gd name="connsiteY4107" fmla="*/ 1105853 h 1903571"/>
                <a:gd name="connsiteX4108" fmla="*/ 3920014 w 5542597"/>
                <a:gd name="connsiteY4108" fmla="*/ 1101566 h 1903571"/>
                <a:gd name="connsiteX4109" fmla="*/ 3940968 w 5542597"/>
                <a:gd name="connsiteY4109" fmla="*/ 1094899 h 1903571"/>
                <a:gd name="connsiteX4110" fmla="*/ 3952399 w 5542597"/>
                <a:gd name="connsiteY4110" fmla="*/ 1096328 h 1903571"/>
                <a:gd name="connsiteX4111" fmla="*/ 3963829 w 5542597"/>
                <a:gd name="connsiteY4111" fmla="*/ 1092994 h 1903571"/>
                <a:gd name="connsiteX4112" fmla="*/ 3972401 w 5542597"/>
                <a:gd name="connsiteY4112" fmla="*/ 1092994 h 1903571"/>
                <a:gd name="connsiteX4113" fmla="*/ 3984784 w 5542597"/>
                <a:gd name="connsiteY4113" fmla="*/ 1094899 h 1903571"/>
                <a:gd name="connsiteX4114" fmla="*/ 4021455 w 5542597"/>
                <a:gd name="connsiteY4114" fmla="*/ 1092994 h 1903571"/>
                <a:gd name="connsiteX4115" fmla="*/ 4028122 w 5542597"/>
                <a:gd name="connsiteY4115" fmla="*/ 1094899 h 1903571"/>
                <a:gd name="connsiteX4116" fmla="*/ 4030504 w 5542597"/>
                <a:gd name="connsiteY4116" fmla="*/ 1096804 h 1903571"/>
                <a:gd name="connsiteX4117" fmla="*/ 4034314 w 5542597"/>
                <a:gd name="connsiteY4117" fmla="*/ 1103471 h 1903571"/>
                <a:gd name="connsiteX4118" fmla="*/ 4038124 w 5542597"/>
                <a:gd name="connsiteY4118" fmla="*/ 1104900 h 1903571"/>
                <a:gd name="connsiteX4119" fmla="*/ 4045743 w 5542597"/>
                <a:gd name="connsiteY4119" fmla="*/ 1102519 h 1903571"/>
                <a:gd name="connsiteX4120" fmla="*/ 4051459 w 5542597"/>
                <a:gd name="connsiteY4120" fmla="*/ 1092041 h 1903571"/>
                <a:gd name="connsiteX4121" fmla="*/ 4054793 w 5542597"/>
                <a:gd name="connsiteY4121" fmla="*/ 1090613 h 1903571"/>
                <a:gd name="connsiteX4122" fmla="*/ 4063841 w 5542597"/>
                <a:gd name="connsiteY4122" fmla="*/ 1094899 h 1903571"/>
                <a:gd name="connsiteX4123" fmla="*/ 4071937 w 5542597"/>
                <a:gd name="connsiteY4123" fmla="*/ 1095375 h 1903571"/>
                <a:gd name="connsiteX4124" fmla="*/ 4088130 w 5542597"/>
                <a:gd name="connsiteY4124" fmla="*/ 1100138 h 1903571"/>
                <a:gd name="connsiteX4125" fmla="*/ 4093845 w 5542597"/>
                <a:gd name="connsiteY4125" fmla="*/ 1099185 h 1903571"/>
                <a:gd name="connsiteX4126" fmla="*/ 4100036 w 5542597"/>
                <a:gd name="connsiteY4126" fmla="*/ 1093946 h 1903571"/>
                <a:gd name="connsiteX4127" fmla="*/ 4113372 w 5542597"/>
                <a:gd name="connsiteY4127" fmla="*/ 1092994 h 1903571"/>
                <a:gd name="connsiteX4128" fmla="*/ 4120991 w 5542597"/>
                <a:gd name="connsiteY4128" fmla="*/ 1100614 h 1903571"/>
                <a:gd name="connsiteX4129" fmla="*/ 4129087 w 5542597"/>
                <a:gd name="connsiteY4129" fmla="*/ 1100614 h 1903571"/>
                <a:gd name="connsiteX4130" fmla="*/ 4135755 w 5542597"/>
                <a:gd name="connsiteY4130" fmla="*/ 1099185 h 1903571"/>
                <a:gd name="connsiteX4131" fmla="*/ 4137184 w 5542597"/>
                <a:gd name="connsiteY4131" fmla="*/ 1094899 h 1903571"/>
                <a:gd name="connsiteX4132" fmla="*/ 4134803 w 5542597"/>
                <a:gd name="connsiteY4132" fmla="*/ 1093470 h 1903571"/>
                <a:gd name="connsiteX4133" fmla="*/ 4129564 w 5542597"/>
                <a:gd name="connsiteY4133" fmla="*/ 1094899 h 1903571"/>
                <a:gd name="connsiteX4134" fmla="*/ 4128611 w 5542597"/>
                <a:gd name="connsiteY4134" fmla="*/ 1091089 h 1903571"/>
                <a:gd name="connsiteX4135" fmla="*/ 4131468 w 5542597"/>
                <a:gd name="connsiteY4135" fmla="*/ 1086803 h 1903571"/>
                <a:gd name="connsiteX4136" fmla="*/ 4135755 w 5542597"/>
                <a:gd name="connsiteY4136" fmla="*/ 1089660 h 1903571"/>
                <a:gd name="connsiteX4137" fmla="*/ 4142899 w 5542597"/>
                <a:gd name="connsiteY4137" fmla="*/ 1089660 h 1903571"/>
                <a:gd name="connsiteX4138" fmla="*/ 4145280 w 5542597"/>
                <a:gd name="connsiteY4138" fmla="*/ 1089184 h 1903571"/>
                <a:gd name="connsiteX4139" fmla="*/ 4144328 w 5542597"/>
                <a:gd name="connsiteY4139" fmla="*/ 1087279 h 1903571"/>
                <a:gd name="connsiteX4140" fmla="*/ 4142899 w 5542597"/>
                <a:gd name="connsiteY4140" fmla="*/ 1085374 h 1903571"/>
                <a:gd name="connsiteX4141" fmla="*/ 4140518 w 5542597"/>
                <a:gd name="connsiteY4141" fmla="*/ 1082040 h 1903571"/>
                <a:gd name="connsiteX4142" fmla="*/ 4148137 w 5542597"/>
                <a:gd name="connsiteY4142" fmla="*/ 1077278 h 1903571"/>
                <a:gd name="connsiteX4143" fmla="*/ 4152900 w 5542597"/>
                <a:gd name="connsiteY4143" fmla="*/ 1075373 h 1903571"/>
                <a:gd name="connsiteX4144" fmla="*/ 4160520 w 5542597"/>
                <a:gd name="connsiteY4144" fmla="*/ 1074896 h 1903571"/>
                <a:gd name="connsiteX4145" fmla="*/ 4179570 w 5542597"/>
                <a:gd name="connsiteY4145" fmla="*/ 1081088 h 1903571"/>
                <a:gd name="connsiteX4146" fmla="*/ 4183380 w 5542597"/>
                <a:gd name="connsiteY4146" fmla="*/ 1081564 h 1903571"/>
                <a:gd name="connsiteX4147" fmla="*/ 4188143 w 5542597"/>
                <a:gd name="connsiteY4147" fmla="*/ 1083945 h 1903571"/>
                <a:gd name="connsiteX4148" fmla="*/ 4195287 w 5542597"/>
                <a:gd name="connsiteY4148" fmla="*/ 1085850 h 1903571"/>
                <a:gd name="connsiteX4149" fmla="*/ 4191000 w 5542597"/>
                <a:gd name="connsiteY4149" fmla="*/ 1087279 h 1903571"/>
                <a:gd name="connsiteX4150" fmla="*/ 4189095 w 5542597"/>
                <a:gd name="connsiteY4150" fmla="*/ 1088708 h 1903571"/>
                <a:gd name="connsiteX4151" fmla="*/ 4193381 w 5542597"/>
                <a:gd name="connsiteY4151" fmla="*/ 1088231 h 1903571"/>
                <a:gd name="connsiteX4152" fmla="*/ 4197191 w 5542597"/>
                <a:gd name="connsiteY4152" fmla="*/ 1090136 h 1903571"/>
                <a:gd name="connsiteX4153" fmla="*/ 4200525 w 5542597"/>
                <a:gd name="connsiteY4153" fmla="*/ 1090613 h 1903571"/>
                <a:gd name="connsiteX4154" fmla="*/ 4201954 w 5542597"/>
                <a:gd name="connsiteY4154" fmla="*/ 1089660 h 1903571"/>
                <a:gd name="connsiteX4155" fmla="*/ 4203383 w 5542597"/>
                <a:gd name="connsiteY4155" fmla="*/ 1087279 h 1903571"/>
                <a:gd name="connsiteX4156" fmla="*/ 4205764 w 5542597"/>
                <a:gd name="connsiteY4156" fmla="*/ 1084898 h 1903571"/>
                <a:gd name="connsiteX4157" fmla="*/ 4207668 w 5542597"/>
                <a:gd name="connsiteY4157" fmla="*/ 1084421 h 1903571"/>
                <a:gd name="connsiteX4158" fmla="*/ 4212431 w 5542597"/>
                <a:gd name="connsiteY4158" fmla="*/ 1084421 h 1903571"/>
                <a:gd name="connsiteX4159" fmla="*/ 4218147 w 5542597"/>
                <a:gd name="connsiteY4159" fmla="*/ 1085374 h 1903571"/>
                <a:gd name="connsiteX4160" fmla="*/ 4222909 w 5542597"/>
                <a:gd name="connsiteY4160" fmla="*/ 1087279 h 1903571"/>
                <a:gd name="connsiteX4161" fmla="*/ 4233862 w 5542597"/>
                <a:gd name="connsiteY4161" fmla="*/ 1097280 h 1903571"/>
                <a:gd name="connsiteX4162" fmla="*/ 4238625 w 5542597"/>
                <a:gd name="connsiteY4162" fmla="*/ 1099185 h 1903571"/>
                <a:gd name="connsiteX4163" fmla="*/ 4243864 w 5542597"/>
                <a:gd name="connsiteY4163" fmla="*/ 1099185 h 1903571"/>
                <a:gd name="connsiteX4164" fmla="*/ 4246245 w 5542597"/>
                <a:gd name="connsiteY4164" fmla="*/ 1099661 h 1903571"/>
                <a:gd name="connsiteX4165" fmla="*/ 4249579 w 5542597"/>
                <a:gd name="connsiteY4165" fmla="*/ 1102519 h 1903571"/>
                <a:gd name="connsiteX4166" fmla="*/ 4240054 w 5542597"/>
                <a:gd name="connsiteY4166" fmla="*/ 1105376 h 1903571"/>
                <a:gd name="connsiteX4167" fmla="*/ 4231481 w 5542597"/>
                <a:gd name="connsiteY4167" fmla="*/ 1106329 h 1903571"/>
                <a:gd name="connsiteX4168" fmla="*/ 4223862 w 5542597"/>
                <a:gd name="connsiteY4168" fmla="*/ 1105376 h 1903571"/>
                <a:gd name="connsiteX4169" fmla="*/ 4210526 w 5542597"/>
                <a:gd name="connsiteY4169" fmla="*/ 1109186 h 1903571"/>
                <a:gd name="connsiteX4170" fmla="*/ 4217670 w 5542597"/>
                <a:gd name="connsiteY4170" fmla="*/ 1119664 h 1903571"/>
                <a:gd name="connsiteX4171" fmla="*/ 4230529 w 5542597"/>
                <a:gd name="connsiteY4171" fmla="*/ 1120140 h 1903571"/>
                <a:gd name="connsiteX4172" fmla="*/ 4243387 w 5542597"/>
                <a:gd name="connsiteY4172" fmla="*/ 1117759 h 1903571"/>
                <a:gd name="connsiteX4173" fmla="*/ 4246245 w 5542597"/>
                <a:gd name="connsiteY4173" fmla="*/ 1113473 h 1903571"/>
                <a:gd name="connsiteX4174" fmla="*/ 4251484 w 5542597"/>
                <a:gd name="connsiteY4174" fmla="*/ 1112044 h 1903571"/>
                <a:gd name="connsiteX4175" fmla="*/ 4254341 w 5542597"/>
                <a:gd name="connsiteY4175" fmla="*/ 1112044 h 1903571"/>
                <a:gd name="connsiteX4176" fmla="*/ 4260056 w 5542597"/>
                <a:gd name="connsiteY4176" fmla="*/ 1115854 h 1903571"/>
                <a:gd name="connsiteX4177" fmla="*/ 4268153 w 5542597"/>
                <a:gd name="connsiteY4177" fmla="*/ 1117283 h 1903571"/>
                <a:gd name="connsiteX4178" fmla="*/ 4270534 w 5542597"/>
                <a:gd name="connsiteY4178" fmla="*/ 1116330 h 1903571"/>
                <a:gd name="connsiteX4179" fmla="*/ 4277201 w 5542597"/>
                <a:gd name="connsiteY4179" fmla="*/ 1109186 h 1903571"/>
                <a:gd name="connsiteX4180" fmla="*/ 4281012 w 5542597"/>
                <a:gd name="connsiteY4180" fmla="*/ 1108710 h 1903571"/>
                <a:gd name="connsiteX4181" fmla="*/ 4283868 w 5542597"/>
                <a:gd name="connsiteY4181" fmla="*/ 1108710 h 1903571"/>
                <a:gd name="connsiteX4182" fmla="*/ 4286726 w 5542597"/>
                <a:gd name="connsiteY4182" fmla="*/ 1102995 h 1903571"/>
                <a:gd name="connsiteX4183" fmla="*/ 4298156 w 5542597"/>
                <a:gd name="connsiteY4183" fmla="*/ 1102519 h 1903571"/>
                <a:gd name="connsiteX4184" fmla="*/ 4304824 w 5542597"/>
                <a:gd name="connsiteY4184" fmla="*/ 1107758 h 1903571"/>
                <a:gd name="connsiteX4185" fmla="*/ 4309110 w 5542597"/>
                <a:gd name="connsiteY4185" fmla="*/ 1109663 h 1903571"/>
                <a:gd name="connsiteX4186" fmla="*/ 4317206 w 5542597"/>
                <a:gd name="connsiteY4186" fmla="*/ 1108234 h 1903571"/>
                <a:gd name="connsiteX4187" fmla="*/ 4321493 w 5542597"/>
                <a:gd name="connsiteY4187" fmla="*/ 1103948 h 1903571"/>
                <a:gd name="connsiteX4188" fmla="*/ 4324350 w 5542597"/>
                <a:gd name="connsiteY4188" fmla="*/ 1102519 h 1903571"/>
                <a:gd name="connsiteX4189" fmla="*/ 4332447 w 5542597"/>
                <a:gd name="connsiteY4189" fmla="*/ 1106329 h 1903571"/>
                <a:gd name="connsiteX4190" fmla="*/ 4336733 w 5542597"/>
                <a:gd name="connsiteY4190" fmla="*/ 1103948 h 1903571"/>
                <a:gd name="connsiteX4191" fmla="*/ 4343400 w 5542597"/>
                <a:gd name="connsiteY4191" fmla="*/ 1103948 h 1903571"/>
                <a:gd name="connsiteX4192" fmla="*/ 4348162 w 5542597"/>
                <a:gd name="connsiteY4192" fmla="*/ 1103948 h 1903571"/>
                <a:gd name="connsiteX4193" fmla="*/ 4347687 w 5542597"/>
                <a:gd name="connsiteY4193" fmla="*/ 1100138 h 1903571"/>
                <a:gd name="connsiteX4194" fmla="*/ 4348162 w 5542597"/>
                <a:gd name="connsiteY4194" fmla="*/ 1095375 h 1903571"/>
                <a:gd name="connsiteX4195" fmla="*/ 4341495 w 5542597"/>
                <a:gd name="connsiteY4195" fmla="*/ 1091089 h 1903571"/>
                <a:gd name="connsiteX4196" fmla="*/ 4328637 w 5542597"/>
                <a:gd name="connsiteY4196" fmla="*/ 1086326 h 1903571"/>
                <a:gd name="connsiteX4197" fmla="*/ 4320541 w 5542597"/>
                <a:gd name="connsiteY4197" fmla="*/ 1089660 h 1903571"/>
                <a:gd name="connsiteX4198" fmla="*/ 4317683 w 5542597"/>
                <a:gd name="connsiteY4198" fmla="*/ 1089660 h 1903571"/>
                <a:gd name="connsiteX4199" fmla="*/ 4315778 w 5542597"/>
                <a:gd name="connsiteY4199" fmla="*/ 1089184 h 1903571"/>
                <a:gd name="connsiteX4200" fmla="*/ 4313872 w 5542597"/>
                <a:gd name="connsiteY4200" fmla="*/ 1087279 h 1903571"/>
                <a:gd name="connsiteX4201" fmla="*/ 4315778 w 5542597"/>
                <a:gd name="connsiteY4201" fmla="*/ 1083469 h 1903571"/>
                <a:gd name="connsiteX4202" fmla="*/ 4317683 w 5542597"/>
                <a:gd name="connsiteY4202" fmla="*/ 1080611 h 1903571"/>
                <a:gd name="connsiteX4203" fmla="*/ 4317683 w 5542597"/>
                <a:gd name="connsiteY4203" fmla="*/ 1076801 h 1903571"/>
                <a:gd name="connsiteX4204" fmla="*/ 4318635 w 5542597"/>
                <a:gd name="connsiteY4204" fmla="*/ 1071563 h 1903571"/>
                <a:gd name="connsiteX4205" fmla="*/ 4321968 w 5542597"/>
                <a:gd name="connsiteY4205" fmla="*/ 1069658 h 1903571"/>
                <a:gd name="connsiteX4206" fmla="*/ 4323397 w 5542597"/>
                <a:gd name="connsiteY4206" fmla="*/ 1069181 h 1903571"/>
                <a:gd name="connsiteX4207" fmla="*/ 4328160 w 5542597"/>
                <a:gd name="connsiteY4207" fmla="*/ 1058704 h 1903571"/>
                <a:gd name="connsiteX4208" fmla="*/ 4341495 w 5542597"/>
                <a:gd name="connsiteY4208" fmla="*/ 1044416 h 1903571"/>
                <a:gd name="connsiteX4209" fmla="*/ 4357212 w 5542597"/>
                <a:gd name="connsiteY4209" fmla="*/ 1035368 h 1903571"/>
                <a:gd name="connsiteX4210" fmla="*/ 4366737 w 5542597"/>
                <a:gd name="connsiteY4210" fmla="*/ 1028700 h 1903571"/>
                <a:gd name="connsiteX4211" fmla="*/ 4371499 w 5542597"/>
                <a:gd name="connsiteY4211" fmla="*/ 1023938 h 1903571"/>
                <a:gd name="connsiteX4212" fmla="*/ 4378643 w 5542597"/>
                <a:gd name="connsiteY4212" fmla="*/ 1012507 h 1903571"/>
                <a:gd name="connsiteX4213" fmla="*/ 4388168 w 5542597"/>
                <a:gd name="connsiteY4213" fmla="*/ 1004411 h 1903571"/>
                <a:gd name="connsiteX4214" fmla="*/ 4392930 w 5542597"/>
                <a:gd name="connsiteY4214" fmla="*/ 1002030 h 1903571"/>
                <a:gd name="connsiteX4215" fmla="*/ 4398168 w 5542597"/>
                <a:gd name="connsiteY4215" fmla="*/ 998220 h 1903571"/>
                <a:gd name="connsiteX4216" fmla="*/ 4399597 w 5542597"/>
                <a:gd name="connsiteY4216" fmla="*/ 987743 h 1903571"/>
                <a:gd name="connsiteX4217" fmla="*/ 4403408 w 5542597"/>
                <a:gd name="connsiteY4217" fmla="*/ 984885 h 1903571"/>
                <a:gd name="connsiteX4218" fmla="*/ 4406741 w 5542597"/>
                <a:gd name="connsiteY4218" fmla="*/ 983456 h 1903571"/>
                <a:gd name="connsiteX4219" fmla="*/ 4413409 w 5542597"/>
                <a:gd name="connsiteY4219" fmla="*/ 977741 h 1903571"/>
                <a:gd name="connsiteX4220" fmla="*/ 4423410 w 5542597"/>
                <a:gd name="connsiteY4220" fmla="*/ 973931 h 1903571"/>
                <a:gd name="connsiteX4221" fmla="*/ 4426743 w 5542597"/>
                <a:gd name="connsiteY4221" fmla="*/ 971074 h 1903571"/>
                <a:gd name="connsiteX4222" fmla="*/ 4437697 w 5542597"/>
                <a:gd name="connsiteY4222" fmla="*/ 971550 h 1903571"/>
                <a:gd name="connsiteX4223" fmla="*/ 4447222 w 5542597"/>
                <a:gd name="connsiteY4223" fmla="*/ 973455 h 1903571"/>
                <a:gd name="connsiteX4224" fmla="*/ 4449604 w 5542597"/>
                <a:gd name="connsiteY4224" fmla="*/ 972979 h 1903571"/>
                <a:gd name="connsiteX4225" fmla="*/ 4455795 w 5542597"/>
                <a:gd name="connsiteY4225" fmla="*/ 969645 h 1903571"/>
                <a:gd name="connsiteX4226" fmla="*/ 4463416 w 5542597"/>
                <a:gd name="connsiteY4226" fmla="*/ 970598 h 1903571"/>
                <a:gd name="connsiteX4227" fmla="*/ 4472941 w 5542597"/>
                <a:gd name="connsiteY4227" fmla="*/ 968693 h 1903571"/>
                <a:gd name="connsiteX4228" fmla="*/ 4481512 w 5542597"/>
                <a:gd name="connsiteY4228" fmla="*/ 964882 h 1903571"/>
                <a:gd name="connsiteX4229" fmla="*/ 4485322 w 5542597"/>
                <a:gd name="connsiteY4229" fmla="*/ 964406 h 1903571"/>
                <a:gd name="connsiteX4230" fmla="*/ 4488656 w 5542597"/>
                <a:gd name="connsiteY4230" fmla="*/ 965359 h 1903571"/>
                <a:gd name="connsiteX4231" fmla="*/ 4492943 w 5542597"/>
                <a:gd name="connsiteY4231" fmla="*/ 970598 h 1903571"/>
                <a:gd name="connsiteX4232" fmla="*/ 4495800 w 5542597"/>
                <a:gd name="connsiteY4232" fmla="*/ 972026 h 1903571"/>
                <a:gd name="connsiteX4233" fmla="*/ 4497705 w 5542597"/>
                <a:gd name="connsiteY4233" fmla="*/ 975360 h 1903571"/>
                <a:gd name="connsiteX4234" fmla="*/ 4503420 w 5542597"/>
                <a:gd name="connsiteY4234" fmla="*/ 973455 h 1903571"/>
                <a:gd name="connsiteX4235" fmla="*/ 4519137 w 5542597"/>
                <a:gd name="connsiteY4235" fmla="*/ 965835 h 1903571"/>
                <a:gd name="connsiteX4236" fmla="*/ 4521041 w 5542597"/>
                <a:gd name="connsiteY4236" fmla="*/ 965835 h 1903571"/>
                <a:gd name="connsiteX4237" fmla="*/ 4523422 w 5542597"/>
                <a:gd name="connsiteY4237" fmla="*/ 966311 h 1903571"/>
                <a:gd name="connsiteX4238" fmla="*/ 4523422 w 5542597"/>
                <a:gd name="connsiteY4238" fmla="*/ 969169 h 1903571"/>
                <a:gd name="connsiteX4239" fmla="*/ 4523422 w 5542597"/>
                <a:gd name="connsiteY4239" fmla="*/ 971550 h 1903571"/>
                <a:gd name="connsiteX4240" fmla="*/ 4521041 w 5542597"/>
                <a:gd name="connsiteY4240" fmla="*/ 979170 h 1903571"/>
                <a:gd name="connsiteX4241" fmla="*/ 4518184 w 5542597"/>
                <a:gd name="connsiteY4241" fmla="*/ 984885 h 1903571"/>
                <a:gd name="connsiteX4242" fmla="*/ 4510564 w 5542597"/>
                <a:gd name="connsiteY4242" fmla="*/ 995839 h 1903571"/>
                <a:gd name="connsiteX4243" fmla="*/ 4508659 w 5542597"/>
                <a:gd name="connsiteY4243" fmla="*/ 997268 h 1903571"/>
                <a:gd name="connsiteX4244" fmla="*/ 4509612 w 5542597"/>
                <a:gd name="connsiteY4244" fmla="*/ 1000601 h 1903571"/>
                <a:gd name="connsiteX4245" fmla="*/ 4511041 w 5542597"/>
                <a:gd name="connsiteY4245" fmla="*/ 1005840 h 1903571"/>
                <a:gd name="connsiteX4246" fmla="*/ 4507230 w 5542597"/>
                <a:gd name="connsiteY4246" fmla="*/ 1011555 h 1903571"/>
                <a:gd name="connsiteX4247" fmla="*/ 4505801 w 5542597"/>
                <a:gd name="connsiteY4247" fmla="*/ 1014889 h 1903571"/>
                <a:gd name="connsiteX4248" fmla="*/ 4508659 w 5542597"/>
                <a:gd name="connsiteY4248" fmla="*/ 1015365 h 1903571"/>
                <a:gd name="connsiteX4249" fmla="*/ 4512945 w 5542597"/>
                <a:gd name="connsiteY4249" fmla="*/ 1012031 h 1903571"/>
                <a:gd name="connsiteX4250" fmla="*/ 4519137 w 5542597"/>
                <a:gd name="connsiteY4250" fmla="*/ 1010126 h 1903571"/>
                <a:gd name="connsiteX4251" fmla="*/ 4522470 w 5542597"/>
                <a:gd name="connsiteY4251" fmla="*/ 1010126 h 1903571"/>
                <a:gd name="connsiteX4252" fmla="*/ 4525804 w 5542597"/>
                <a:gd name="connsiteY4252" fmla="*/ 1011079 h 1903571"/>
                <a:gd name="connsiteX4253" fmla="*/ 4520566 w 5542597"/>
                <a:gd name="connsiteY4253" fmla="*/ 1021080 h 1903571"/>
                <a:gd name="connsiteX4254" fmla="*/ 4519612 w 5542597"/>
                <a:gd name="connsiteY4254" fmla="*/ 1026319 h 1903571"/>
                <a:gd name="connsiteX4255" fmla="*/ 4518660 w 5542597"/>
                <a:gd name="connsiteY4255" fmla="*/ 1028224 h 1903571"/>
                <a:gd name="connsiteX4256" fmla="*/ 4518660 w 5542597"/>
                <a:gd name="connsiteY4256" fmla="*/ 1031081 h 1903571"/>
                <a:gd name="connsiteX4257" fmla="*/ 4522470 w 5542597"/>
                <a:gd name="connsiteY4257" fmla="*/ 1029653 h 1903571"/>
                <a:gd name="connsiteX4258" fmla="*/ 4525328 w 5542597"/>
                <a:gd name="connsiteY4258" fmla="*/ 1027271 h 1903571"/>
                <a:gd name="connsiteX4259" fmla="*/ 4529137 w 5542597"/>
                <a:gd name="connsiteY4259" fmla="*/ 1025843 h 1903571"/>
                <a:gd name="connsiteX4260" fmla="*/ 4538662 w 5542597"/>
                <a:gd name="connsiteY4260" fmla="*/ 1024890 h 1903571"/>
                <a:gd name="connsiteX4261" fmla="*/ 4543901 w 5542597"/>
                <a:gd name="connsiteY4261" fmla="*/ 1017746 h 1903571"/>
                <a:gd name="connsiteX4262" fmla="*/ 4548187 w 5542597"/>
                <a:gd name="connsiteY4262" fmla="*/ 1014413 h 1903571"/>
                <a:gd name="connsiteX4263" fmla="*/ 4587241 w 5542597"/>
                <a:gd name="connsiteY4263" fmla="*/ 984409 h 1903571"/>
                <a:gd name="connsiteX4264" fmla="*/ 4593908 w 5542597"/>
                <a:gd name="connsiteY4264" fmla="*/ 978218 h 1903571"/>
                <a:gd name="connsiteX4265" fmla="*/ 4598193 w 5542597"/>
                <a:gd name="connsiteY4265" fmla="*/ 977741 h 1903571"/>
                <a:gd name="connsiteX4266" fmla="*/ 4601528 w 5542597"/>
                <a:gd name="connsiteY4266" fmla="*/ 978694 h 1903571"/>
                <a:gd name="connsiteX4267" fmla="*/ 4604385 w 5542597"/>
                <a:gd name="connsiteY4267" fmla="*/ 978694 h 1903571"/>
                <a:gd name="connsiteX4268" fmla="*/ 4605337 w 5542597"/>
                <a:gd name="connsiteY4268" fmla="*/ 976313 h 1903571"/>
                <a:gd name="connsiteX4269" fmla="*/ 4606291 w 5542597"/>
                <a:gd name="connsiteY4269" fmla="*/ 975836 h 1903571"/>
                <a:gd name="connsiteX4270" fmla="*/ 4610100 w 5542597"/>
                <a:gd name="connsiteY4270" fmla="*/ 975836 h 1903571"/>
                <a:gd name="connsiteX4271" fmla="*/ 4612005 w 5542597"/>
                <a:gd name="connsiteY4271" fmla="*/ 981551 h 1903571"/>
                <a:gd name="connsiteX4272" fmla="*/ 4614387 w 5542597"/>
                <a:gd name="connsiteY4272" fmla="*/ 984409 h 1903571"/>
                <a:gd name="connsiteX4273" fmla="*/ 4616291 w 5542597"/>
                <a:gd name="connsiteY4273" fmla="*/ 983932 h 1903571"/>
                <a:gd name="connsiteX4274" fmla="*/ 4617720 w 5542597"/>
                <a:gd name="connsiteY4274" fmla="*/ 982980 h 1903571"/>
                <a:gd name="connsiteX4275" fmla="*/ 4619625 w 5542597"/>
                <a:gd name="connsiteY4275" fmla="*/ 981075 h 1903571"/>
                <a:gd name="connsiteX4276" fmla="*/ 4621530 w 5542597"/>
                <a:gd name="connsiteY4276" fmla="*/ 979170 h 1903571"/>
                <a:gd name="connsiteX4277" fmla="*/ 4623435 w 5542597"/>
                <a:gd name="connsiteY4277" fmla="*/ 976313 h 1903571"/>
                <a:gd name="connsiteX4278" fmla="*/ 4622006 w 5542597"/>
                <a:gd name="connsiteY4278" fmla="*/ 974407 h 1903571"/>
                <a:gd name="connsiteX4279" fmla="*/ 4614862 w 5542597"/>
                <a:gd name="connsiteY4279" fmla="*/ 971550 h 1903571"/>
                <a:gd name="connsiteX4280" fmla="*/ 4615339 w 5542597"/>
                <a:gd name="connsiteY4280" fmla="*/ 966311 h 1903571"/>
                <a:gd name="connsiteX4281" fmla="*/ 4619149 w 5542597"/>
                <a:gd name="connsiteY4281" fmla="*/ 958215 h 1903571"/>
                <a:gd name="connsiteX4282" fmla="*/ 4618672 w 5542597"/>
                <a:gd name="connsiteY4282" fmla="*/ 952500 h 1903571"/>
                <a:gd name="connsiteX4283" fmla="*/ 4620578 w 5542597"/>
                <a:gd name="connsiteY4283" fmla="*/ 947261 h 1903571"/>
                <a:gd name="connsiteX4284" fmla="*/ 4622006 w 5542597"/>
                <a:gd name="connsiteY4284" fmla="*/ 944404 h 1903571"/>
                <a:gd name="connsiteX4285" fmla="*/ 4623435 w 5542597"/>
                <a:gd name="connsiteY4285" fmla="*/ 942975 h 1903571"/>
                <a:gd name="connsiteX4286" fmla="*/ 4624864 w 5542597"/>
                <a:gd name="connsiteY4286" fmla="*/ 941070 h 1903571"/>
                <a:gd name="connsiteX4287" fmla="*/ 4622959 w 5542597"/>
                <a:gd name="connsiteY4287" fmla="*/ 936784 h 1903571"/>
                <a:gd name="connsiteX4288" fmla="*/ 4624387 w 5542597"/>
                <a:gd name="connsiteY4288" fmla="*/ 933926 h 1903571"/>
                <a:gd name="connsiteX4289" fmla="*/ 4626293 w 5542597"/>
                <a:gd name="connsiteY4289" fmla="*/ 932021 h 1903571"/>
                <a:gd name="connsiteX4290" fmla="*/ 4657725 w 5542597"/>
                <a:gd name="connsiteY4290" fmla="*/ 923925 h 1903571"/>
                <a:gd name="connsiteX4291" fmla="*/ 4662964 w 5542597"/>
                <a:gd name="connsiteY4291" fmla="*/ 923449 h 1903571"/>
                <a:gd name="connsiteX4292" fmla="*/ 4668203 w 5542597"/>
                <a:gd name="connsiteY4292" fmla="*/ 925354 h 1903571"/>
                <a:gd name="connsiteX4293" fmla="*/ 4675822 w 5542597"/>
                <a:gd name="connsiteY4293" fmla="*/ 930593 h 1903571"/>
                <a:gd name="connsiteX4294" fmla="*/ 4684395 w 5542597"/>
                <a:gd name="connsiteY4294" fmla="*/ 933450 h 1903571"/>
                <a:gd name="connsiteX4295" fmla="*/ 4696301 w 5542597"/>
                <a:gd name="connsiteY4295" fmla="*/ 934879 h 1903571"/>
                <a:gd name="connsiteX4296" fmla="*/ 4697254 w 5542597"/>
                <a:gd name="connsiteY4296" fmla="*/ 937260 h 1903571"/>
                <a:gd name="connsiteX4297" fmla="*/ 4692491 w 5542597"/>
                <a:gd name="connsiteY4297" fmla="*/ 936307 h 1903571"/>
                <a:gd name="connsiteX4298" fmla="*/ 4690110 w 5542597"/>
                <a:gd name="connsiteY4298" fmla="*/ 937260 h 1903571"/>
                <a:gd name="connsiteX4299" fmla="*/ 4690587 w 5542597"/>
                <a:gd name="connsiteY4299" fmla="*/ 939641 h 1903571"/>
                <a:gd name="connsiteX4300" fmla="*/ 4690110 w 5542597"/>
                <a:gd name="connsiteY4300" fmla="*/ 941070 h 1903571"/>
                <a:gd name="connsiteX4301" fmla="*/ 4687253 w 5542597"/>
                <a:gd name="connsiteY4301" fmla="*/ 939165 h 1903571"/>
                <a:gd name="connsiteX4302" fmla="*/ 4679156 w 5542597"/>
                <a:gd name="connsiteY4302" fmla="*/ 938213 h 1903571"/>
                <a:gd name="connsiteX4303" fmla="*/ 4671537 w 5542597"/>
                <a:gd name="connsiteY4303" fmla="*/ 935831 h 1903571"/>
                <a:gd name="connsiteX4304" fmla="*/ 4669155 w 5542597"/>
                <a:gd name="connsiteY4304" fmla="*/ 935831 h 1903571"/>
                <a:gd name="connsiteX4305" fmla="*/ 4658678 w 5542597"/>
                <a:gd name="connsiteY4305" fmla="*/ 942499 h 1903571"/>
                <a:gd name="connsiteX4306" fmla="*/ 4655820 w 5542597"/>
                <a:gd name="connsiteY4306" fmla="*/ 945356 h 1903571"/>
                <a:gd name="connsiteX4307" fmla="*/ 4651534 w 5542597"/>
                <a:gd name="connsiteY4307" fmla="*/ 958215 h 1903571"/>
                <a:gd name="connsiteX4308" fmla="*/ 4651058 w 5542597"/>
                <a:gd name="connsiteY4308" fmla="*/ 967264 h 1903571"/>
                <a:gd name="connsiteX4309" fmla="*/ 4649629 w 5542597"/>
                <a:gd name="connsiteY4309" fmla="*/ 975836 h 1903571"/>
                <a:gd name="connsiteX4310" fmla="*/ 4644866 w 5542597"/>
                <a:gd name="connsiteY4310" fmla="*/ 979170 h 1903571"/>
                <a:gd name="connsiteX4311" fmla="*/ 4643437 w 5542597"/>
                <a:gd name="connsiteY4311" fmla="*/ 983456 h 1903571"/>
                <a:gd name="connsiteX4312" fmla="*/ 4642009 w 5542597"/>
                <a:gd name="connsiteY4312" fmla="*/ 988695 h 1903571"/>
                <a:gd name="connsiteX4313" fmla="*/ 4647724 w 5542597"/>
                <a:gd name="connsiteY4313" fmla="*/ 990600 h 1903571"/>
                <a:gd name="connsiteX4314" fmla="*/ 4648676 w 5542597"/>
                <a:gd name="connsiteY4314" fmla="*/ 992505 h 1903571"/>
                <a:gd name="connsiteX4315" fmla="*/ 4649153 w 5542597"/>
                <a:gd name="connsiteY4315" fmla="*/ 994886 h 1903571"/>
                <a:gd name="connsiteX4316" fmla="*/ 4645343 w 5542597"/>
                <a:gd name="connsiteY4316" fmla="*/ 1000125 h 1903571"/>
                <a:gd name="connsiteX4317" fmla="*/ 4635818 w 5542597"/>
                <a:gd name="connsiteY4317" fmla="*/ 1006793 h 1903571"/>
                <a:gd name="connsiteX4318" fmla="*/ 4634866 w 5542597"/>
                <a:gd name="connsiteY4318" fmla="*/ 1008221 h 1903571"/>
                <a:gd name="connsiteX4319" fmla="*/ 4633437 w 5542597"/>
                <a:gd name="connsiteY4319" fmla="*/ 1011079 h 1903571"/>
                <a:gd name="connsiteX4320" fmla="*/ 4639151 w 5542597"/>
                <a:gd name="connsiteY4320" fmla="*/ 1016794 h 1903571"/>
                <a:gd name="connsiteX4321" fmla="*/ 4634866 w 5542597"/>
                <a:gd name="connsiteY4321" fmla="*/ 1018699 h 1903571"/>
                <a:gd name="connsiteX4322" fmla="*/ 4630579 w 5542597"/>
                <a:gd name="connsiteY4322" fmla="*/ 1020128 h 1903571"/>
                <a:gd name="connsiteX4323" fmla="*/ 4626768 w 5542597"/>
                <a:gd name="connsiteY4323" fmla="*/ 1022509 h 1903571"/>
                <a:gd name="connsiteX4324" fmla="*/ 4613910 w 5542597"/>
                <a:gd name="connsiteY4324" fmla="*/ 1023461 h 1903571"/>
                <a:gd name="connsiteX4325" fmla="*/ 4604862 w 5542597"/>
                <a:gd name="connsiteY4325" fmla="*/ 1029653 h 1903571"/>
                <a:gd name="connsiteX4326" fmla="*/ 4589622 w 5542597"/>
                <a:gd name="connsiteY4326" fmla="*/ 1036320 h 1903571"/>
                <a:gd name="connsiteX4327" fmla="*/ 4582954 w 5542597"/>
                <a:gd name="connsiteY4327" fmla="*/ 1039654 h 1903571"/>
                <a:gd name="connsiteX4328" fmla="*/ 4581049 w 5542597"/>
                <a:gd name="connsiteY4328" fmla="*/ 1042035 h 1903571"/>
                <a:gd name="connsiteX4329" fmla="*/ 4575334 w 5542597"/>
                <a:gd name="connsiteY4329" fmla="*/ 1051560 h 1903571"/>
                <a:gd name="connsiteX4330" fmla="*/ 4572476 w 5542597"/>
                <a:gd name="connsiteY4330" fmla="*/ 1055846 h 1903571"/>
                <a:gd name="connsiteX4331" fmla="*/ 4561999 w 5542597"/>
                <a:gd name="connsiteY4331" fmla="*/ 1062038 h 1903571"/>
                <a:gd name="connsiteX4332" fmla="*/ 4554379 w 5542597"/>
                <a:gd name="connsiteY4332" fmla="*/ 1071086 h 1903571"/>
                <a:gd name="connsiteX4333" fmla="*/ 4541997 w 5542597"/>
                <a:gd name="connsiteY4333" fmla="*/ 1082040 h 1903571"/>
                <a:gd name="connsiteX4334" fmla="*/ 4536758 w 5542597"/>
                <a:gd name="connsiteY4334" fmla="*/ 1083469 h 1903571"/>
                <a:gd name="connsiteX4335" fmla="*/ 4531518 w 5542597"/>
                <a:gd name="connsiteY4335" fmla="*/ 1086326 h 1903571"/>
                <a:gd name="connsiteX4336" fmla="*/ 4524851 w 5542597"/>
                <a:gd name="connsiteY4336" fmla="*/ 1093946 h 1903571"/>
                <a:gd name="connsiteX4337" fmla="*/ 4507706 w 5542597"/>
                <a:gd name="connsiteY4337" fmla="*/ 1107281 h 1903571"/>
                <a:gd name="connsiteX4338" fmla="*/ 4498658 w 5542597"/>
                <a:gd name="connsiteY4338" fmla="*/ 1123474 h 1903571"/>
                <a:gd name="connsiteX4339" fmla="*/ 4493895 w 5542597"/>
                <a:gd name="connsiteY4339" fmla="*/ 1128713 h 1903571"/>
                <a:gd name="connsiteX4340" fmla="*/ 4489133 w 5542597"/>
                <a:gd name="connsiteY4340" fmla="*/ 1132999 h 1903571"/>
                <a:gd name="connsiteX4341" fmla="*/ 4485799 w 5542597"/>
                <a:gd name="connsiteY4341" fmla="*/ 1137285 h 1903571"/>
                <a:gd name="connsiteX4342" fmla="*/ 4480084 w 5542597"/>
                <a:gd name="connsiteY4342" fmla="*/ 1142048 h 1903571"/>
                <a:gd name="connsiteX4343" fmla="*/ 4468178 w 5542597"/>
                <a:gd name="connsiteY4343" fmla="*/ 1149191 h 1903571"/>
                <a:gd name="connsiteX4344" fmla="*/ 4460081 w 5542597"/>
                <a:gd name="connsiteY4344" fmla="*/ 1154906 h 1903571"/>
                <a:gd name="connsiteX4345" fmla="*/ 4455795 w 5542597"/>
                <a:gd name="connsiteY4345" fmla="*/ 1158716 h 1903571"/>
                <a:gd name="connsiteX4346" fmla="*/ 4453891 w 5542597"/>
                <a:gd name="connsiteY4346" fmla="*/ 1162526 h 1903571"/>
                <a:gd name="connsiteX4347" fmla="*/ 4451985 w 5542597"/>
                <a:gd name="connsiteY4347" fmla="*/ 1161574 h 1903571"/>
                <a:gd name="connsiteX4348" fmla="*/ 4443889 w 5542597"/>
                <a:gd name="connsiteY4348" fmla="*/ 1163479 h 1903571"/>
                <a:gd name="connsiteX4349" fmla="*/ 4433412 w 5542597"/>
                <a:gd name="connsiteY4349" fmla="*/ 1162050 h 1903571"/>
                <a:gd name="connsiteX4350" fmla="*/ 4425791 w 5542597"/>
                <a:gd name="connsiteY4350" fmla="*/ 1172528 h 1903571"/>
                <a:gd name="connsiteX4351" fmla="*/ 4418172 w 5542597"/>
                <a:gd name="connsiteY4351" fmla="*/ 1173956 h 1903571"/>
                <a:gd name="connsiteX4352" fmla="*/ 4410075 w 5542597"/>
                <a:gd name="connsiteY4352" fmla="*/ 1171099 h 1903571"/>
                <a:gd name="connsiteX4353" fmla="*/ 4406266 w 5542597"/>
                <a:gd name="connsiteY4353" fmla="*/ 1172528 h 1903571"/>
                <a:gd name="connsiteX4354" fmla="*/ 4404837 w 5542597"/>
                <a:gd name="connsiteY4354" fmla="*/ 1173480 h 1903571"/>
                <a:gd name="connsiteX4355" fmla="*/ 4403408 w 5542597"/>
                <a:gd name="connsiteY4355" fmla="*/ 1175385 h 1903571"/>
                <a:gd name="connsiteX4356" fmla="*/ 4407218 w 5542597"/>
                <a:gd name="connsiteY4356" fmla="*/ 1178719 h 1903571"/>
                <a:gd name="connsiteX4357" fmla="*/ 4409122 w 5542597"/>
                <a:gd name="connsiteY4357" fmla="*/ 1181576 h 1903571"/>
                <a:gd name="connsiteX4358" fmla="*/ 4409599 w 5542597"/>
                <a:gd name="connsiteY4358" fmla="*/ 1184434 h 1903571"/>
                <a:gd name="connsiteX4359" fmla="*/ 4410075 w 5542597"/>
                <a:gd name="connsiteY4359" fmla="*/ 1188720 h 1903571"/>
                <a:gd name="connsiteX4360" fmla="*/ 4405312 w 5542597"/>
                <a:gd name="connsiteY4360" fmla="*/ 1197293 h 1903571"/>
                <a:gd name="connsiteX4361" fmla="*/ 4401503 w 5542597"/>
                <a:gd name="connsiteY4361" fmla="*/ 1203960 h 1903571"/>
                <a:gd name="connsiteX4362" fmla="*/ 4394835 w 5542597"/>
                <a:gd name="connsiteY4362" fmla="*/ 1210628 h 1903571"/>
                <a:gd name="connsiteX4363" fmla="*/ 4379118 w 5542597"/>
                <a:gd name="connsiteY4363" fmla="*/ 1222058 h 1903571"/>
                <a:gd name="connsiteX4364" fmla="*/ 4377691 w 5542597"/>
                <a:gd name="connsiteY4364" fmla="*/ 1223486 h 1903571"/>
                <a:gd name="connsiteX4365" fmla="*/ 4376262 w 5542597"/>
                <a:gd name="connsiteY4365" fmla="*/ 1226344 h 1903571"/>
                <a:gd name="connsiteX4366" fmla="*/ 4367212 w 5542597"/>
                <a:gd name="connsiteY4366" fmla="*/ 1255871 h 1903571"/>
                <a:gd name="connsiteX4367" fmla="*/ 4364355 w 5542597"/>
                <a:gd name="connsiteY4367" fmla="*/ 1269206 h 1903571"/>
                <a:gd name="connsiteX4368" fmla="*/ 4361497 w 5542597"/>
                <a:gd name="connsiteY4368" fmla="*/ 1290161 h 1903571"/>
                <a:gd name="connsiteX4369" fmla="*/ 4361974 w 5542597"/>
                <a:gd name="connsiteY4369" fmla="*/ 1297305 h 1903571"/>
                <a:gd name="connsiteX4370" fmla="*/ 4363879 w 5542597"/>
                <a:gd name="connsiteY4370" fmla="*/ 1313021 h 1903571"/>
                <a:gd name="connsiteX4371" fmla="*/ 4366737 w 5542597"/>
                <a:gd name="connsiteY4371" fmla="*/ 1329214 h 1903571"/>
                <a:gd name="connsiteX4372" fmla="*/ 4373404 w 5542597"/>
                <a:gd name="connsiteY4372" fmla="*/ 1356836 h 1903571"/>
                <a:gd name="connsiteX4373" fmla="*/ 4374833 w 5542597"/>
                <a:gd name="connsiteY4373" fmla="*/ 1365409 h 1903571"/>
                <a:gd name="connsiteX4374" fmla="*/ 4380072 w 5542597"/>
                <a:gd name="connsiteY4374" fmla="*/ 1399223 h 1903571"/>
                <a:gd name="connsiteX4375" fmla="*/ 4380547 w 5542597"/>
                <a:gd name="connsiteY4375" fmla="*/ 1405414 h 1903571"/>
                <a:gd name="connsiteX4376" fmla="*/ 4381976 w 5542597"/>
                <a:gd name="connsiteY4376" fmla="*/ 1411129 h 1903571"/>
                <a:gd name="connsiteX4377" fmla="*/ 4384358 w 5542597"/>
                <a:gd name="connsiteY4377" fmla="*/ 1416368 h 1903571"/>
                <a:gd name="connsiteX4378" fmla="*/ 4389120 w 5542597"/>
                <a:gd name="connsiteY4378" fmla="*/ 1421606 h 1903571"/>
                <a:gd name="connsiteX4379" fmla="*/ 4389597 w 5542597"/>
                <a:gd name="connsiteY4379" fmla="*/ 1428274 h 1903571"/>
                <a:gd name="connsiteX4380" fmla="*/ 4393406 w 5542597"/>
                <a:gd name="connsiteY4380" fmla="*/ 1448753 h 1903571"/>
                <a:gd name="connsiteX4381" fmla="*/ 4393883 w 5542597"/>
                <a:gd name="connsiteY4381" fmla="*/ 1468279 h 1903571"/>
                <a:gd name="connsiteX4382" fmla="*/ 4394359 w 5542597"/>
                <a:gd name="connsiteY4382" fmla="*/ 1472565 h 1903571"/>
                <a:gd name="connsiteX4383" fmla="*/ 4395312 w 5542597"/>
                <a:gd name="connsiteY4383" fmla="*/ 1475899 h 1903571"/>
                <a:gd name="connsiteX4384" fmla="*/ 4399597 w 5542597"/>
                <a:gd name="connsiteY4384" fmla="*/ 1479709 h 1903571"/>
                <a:gd name="connsiteX4385" fmla="*/ 4401026 w 5542597"/>
                <a:gd name="connsiteY4385" fmla="*/ 1483995 h 1903571"/>
                <a:gd name="connsiteX4386" fmla="*/ 4401503 w 5542597"/>
                <a:gd name="connsiteY4386" fmla="*/ 1487805 h 1903571"/>
                <a:gd name="connsiteX4387" fmla="*/ 4401979 w 5542597"/>
                <a:gd name="connsiteY4387" fmla="*/ 1491139 h 1903571"/>
                <a:gd name="connsiteX4388" fmla="*/ 4405312 w 5542597"/>
                <a:gd name="connsiteY4388" fmla="*/ 1489234 h 1903571"/>
                <a:gd name="connsiteX4389" fmla="*/ 4417695 w 5542597"/>
                <a:gd name="connsiteY4389" fmla="*/ 1480185 h 1903571"/>
                <a:gd name="connsiteX4390" fmla="*/ 4427220 w 5542597"/>
                <a:gd name="connsiteY4390" fmla="*/ 1471613 h 1903571"/>
                <a:gd name="connsiteX4391" fmla="*/ 4428649 w 5542597"/>
                <a:gd name="connsiteY4391" fmla="*/ 1468279 h 1903571"/>
                <a:gd name="connsiteX4392" fmla="*/ 4431983 w 5542597"/>
                <a:gd name="connsiteY4392" fmla="*/ 1465898 h 1903571"/>
                <a:gd name="connsiteX4393" fmla="*/ 4438650 w 5542597"/>
                <a:gd name="connsiteY4393" fmla="*/ 1462564 h 1903571"/>
                <a:gd name="connsiteX4394" fmla="*/ 4448175 w 5542597"/>
                <a:gd name="connsiteY4394" fmla="*/ 1453515 h 1903571"/>
                <a:gd name="connsiteX4395" fmla="*/ 4455795 w 5542597"/>
                <a:gd name="connsiteY4395" fmla="*/ 1440656 h 1903571"/>
                <a:gd name="connsiteX4396" fmla="*/ 4460558 w 5542597"/>
                <a:gd name="connsiteY4396" fmla="*/ 1431131 h 1903571"/>
                <a:gd name="connsiteX4397" fmla="*/ 4461510 w 5542597"/>
                <a:gd name="connsiteY4397" fmla="*/ 1427321 h 1903571"/>
                <a:gd name="connsiteX4398" fmla="*/ 4461510 w 5542597"/>
                <a:gd name="connsiteY4398" fmla="*/ 1423988 h 1903571"/>
                <a:gd name="connsiteX4399" fmla="*/ 4461034 w 5542597"/>
                <a:gd name="connsiteY4399" fmla="*/ 1416368 h 1903571"/>
                <a:gd name="connsiteX4400" fmla="*/ 4462939 w 5542597"/>
                <a:gd name="connsiteY4400" fmla="*/ 1413510 h 1903571"/>
                <a:gd name="connsiteX4401" fmla="*/ 4465320 w 5542597"/>
                <a:gd name="connsiteY4401" fmla="*/ 1405414 h 1903571"/>
                <a:gd name="connsiteX4402" fmla="*/ 4463891 w 5542597"/>
                <a:gd name="connsiteY4402" fmla="*/ 1403033 h 1903571"/>
                <a:gd name="connsiteX4403" fmla="*/ 4459605 w 5542597"/>
                <a:gd name="connsiteY4403" fmla="*/ 1401604 h 1903571"/>
                <a:gd name="connsiteX4404" fmla="*/ 4460558 w 5542597"/>
                <a:gd name="connsiteY4404" fmla="*/ 1397794 h 1903571"/>
                <a:gd name="connsiteX4405" fmla="*/ 4463891 w 5542597"/>
                <a:gd name="connsiteY4405" fmla="*/ 1397318 h 1903571"/>
                <a:gd name="connsiteX4406" fmla="*/ 4466272 w 5542597"/>
                <a:gd name="connsiteY4406" fmla="*/ 1398746 h 1903571"/>
                <a:gd name="connsiteX4407" fmla="*/ 4467701 w 5542597"/>
                <a:gd name="connsiteY4407" fmla="*/ 1402556 h 1903571"/>
                <a:gd name="connsiteX4408" fmla="*/ 4470083 w 5542597"/>
                <a:gd name="connsiteY4408" fmla="*/ 1403509 h 1903571"/>
                <a:gd name="connsiteX4409" fmla="*/ 4477226 w 5542597"/>
                <a:gd name="connsiteY4409" fmla="*/ 1397318 h 1903571"/>
                <a:gd name="connsiteX4410" fmla="*/ 4483418 w 5542597"/>
                <a:gd name="connsiteY4410" fmla="*/ 1393984 h 1903571"/>
                <a:gd name="connsiteX4411" fmla="*/ 4498658 w 5542597"/>
                <a:gd name="connsiteY4411" fmla="*/ 1388745 h 1903571"/>
                <a:gd name="connsiteX4412" fmla="*/ 4504849 w 5542597"/>
                <a:gd name="connsiteY4412" fmla="*/ 1388745 h 1903571"/>
                <a:gd name="connsiteX4413" fmla="*/ 4511041 w 5542597"/>
                <a:gd name="connsiteY4413" fmla="*/ 1393508 h 1903571"/>
                <a:gd name="connsiteX4414" fmla="*/ 4513422 w 5542597"/>
                <a:gd name="connsiteY4414" fmla="*/ 1393508 h 1903571"/>
                <a:gd name="connsiteX4415" fmla="*/ 4512945 w 5542597"/>
                <a:gd name="connsiteY4415" fmla="*/ 1386840 h 1903571"/>
                <a:gd name="connsiteX4416" fmla="*/ 4509135 w 5542597"/>
                <a:gd name="connsiteY4416" fmla="*/ 1382078 h 1903571"/>
                <a:gd name="connsiteX4417" fmla="*/ 4509135 w 5542597"/>
                <a:gd name="connsiteY4417" fmla="*/ 1378744 h 1903571"/>
                <a:gd name="connsiteX4418" fmla="*/ 4511041 w 5542597"/>
                <a:gd name="connsiteY4418" fmla="*/ 1373981 h 1903571"/>
                <a:gd name="connsiteX4419" fmla="*/ 4509612 w 5542597"/>
                <a:gd name="connsiteY4419" fmla="*/ 1371124 h 1903571"/>
                <a:gd name="connsiteX4420" fmla="*/ 4508183 w 5542597"/>
                <a:gd name="connsiteY4420" fmla="*/ 1368743 h 1903571"/>
                <a:gd name="connsiteX4421" fmla="*/ 4507230 w 5542597"/>
                <a:gd name="connsiteY4421" fmla="*/ 1363504 h 1903571"/>
                <a:gd name="connsiteX4422" fmla="*/ 4510087 w 5542597"/>
                <a:gd name="connsiteY4422" fmla="*/ 1353026 h 1903571"/>
                <a:gd name="connsiteX4423" fmla="*/ 4512945 w 5542597"/>
                <a:gd name="connsiteY4423" fmla="*/ 1347311 h 1903571"/>
                <a:gd name="connsiteX4424" fmla="*/ 4515326 w 5542597"/>
                <a:gd name="connsiteY4424" fmla="*/ 1344454 h 1903571"/>
                <a:gd name="connsiteX4425" fmla="*/ 4522470 w 5542597"/>
                <a:gd name="connsiteY4425" fmla="*/ 1340168 h 1903571"/>
                <a:gd name="connsiteX4426" fmla="*/ 4530091 w 5542597"/>
                <a:gd name="connsiteY4426" fmla="*/ 1333500 h 1903571"/>
                <a:gd name="connsiteX4427" fmla="*/ 4539139 w 5542597"/>
                <a:gd name="connsiteY4427" fmla="*/ 1328261 h 1903571"/>
                <a:gd name="connsiteX4428" fmla="*/ 4544378 w 5542597"/>
                <a:gd name="connsiteY4428" fmla="*/ 1326356 h 1903571"/>
                <a:gd name="connsiteX4429" fmla="*/ 4551045 w 5542597"/>
                <a:gd name="connsiteY4429" fmla="*/ 1325404 h 1903571"/>
                <a:gd name="connsiteX4430" fmla="*/ 4556760 w 5542597"/>
                <a:gd name="connsiteY4430" fmla="*/ 1329214 h 1903571"/>
                <a:gd name="connsiteX4431" fmla="*/ 4568191 w 5542597"/>
                <a:gd name="connsiteY4431" fmla="*/ 1329214 h 1903571"/>
                <a:gd name="connsiteX4432" fmla="*/ 4571524 w 5542597"/>
                <a:gd name="connsiteY4432" fmla="*/ 1328738 h 1903571"/>
                <a:gd name="connsiteX4433" fmla="*/ 4579620 w 5542597"/>
                <a:gd name="connsiteY4433" fmla="*/ 1321118 h 1903571"/>
                <a:gd name="connsiteX4434" fmla="*/ 4584383 w 5542597"/>
                <a:gd name="connsiteY4434" fmla="*/ 1318260 h 1903571"/>
                <a:gd name="connsiteX4435" fmla="*/ 4583430 w 5542597"/>
                <a:gd name="connsiteY4435" fmla="*/ 1312069 h 1903571"/>
                <a:gd name="connsiteX4436" fmla="*/ 4580572 w 5542597"/>
                <a:gd name="connsiteY4436" fmla="*/ 1306830 h 1903571"/>
                <a:gd name="connsiteX4437" fmla="*/ 4574858 w 5542597"/>
                <a:gd name="connsiteY4437" fmla="*/ 1300163 h 1903571"/>
                <a:gd name="connsiteX4438" fmla="*/ 4573429 w 5542597"/>
                <a:gd name="connsiteY4438" fmla="*/ 1297305 h 1903571"/>
                <a:gd name="connsiteX4439" fmla="*/ 4571524 w 5542597"/>
                <a:gd name="connsiteY4439" fmla="*/ 1289685 h 1903571"/>
                <a:gd name="connsiteX4440" fmla="*/ 4571524 w 5542597"/>
                <a:gd name="connsiteY4440" fmla="*/ 1283494 h 1903571"/>
                <a:gd name="connsiteX4441" fmla="*/ 4572953 w 5542597"/>
                <a:gd name="connsiteY4441" fmla="*/ 1275874 h 1903571"/>
                <a:gd name="connsiteX4442" fmla="*/ 4578191 w 5542597"/>
                <a:gd name="connsiteY4442" fmla="*/ 1267301 h 1903571"/>
                <a:gd name="connsiteX4443" fmla="*/ 4583430 w 5542597"/>
                <a:gd name="connsiteY4443" fmla="*/ 1255395 h 1903571"/>
                <a:gd name="connsiteX4444" fmla="*/ 4585812 w 5542597"/>
                <a:gd name="connsiteY4444" fmla="*/ 1253490 h 1903571"/>
                <a:gd name="connsiteX4445" fmla="*/ 4592003 w 5542597"/>
                <a:gd name="connsiteY4445" fmla="*/ 1250633 h 1903571"/>
                <a:gd name="connsiteX4446" fmla="*/ 4596289 w 5542597"/>
                <a:gd name="connsiteY4446" fmla="*/ 1248251 h 1903571"/>
                <a:gd name="connsiteX4447" fmla="*/ 4598670 w 5542597"/>
                <a:gd name="connsiteY4447" fmla="*/ 1246823 h 1903571"/>
                <a:gd name="connsiteX4448" fmla="*/ 4597241 w 5542597"/>
                <a:gd name="connsiteY4448" fmla="*/ 1240631 h 1903571"/>
                <a:gd name="connsiteX4449" fmla="*/ 4600575 w 5542597"/>
                <a:gd name="connsiteY4449" fmla="*/ 1237774 h 1903571"/>
                <a:gd name="connsiteX4450" fmla="*/ 4603433 w 5542597"/>
                <a:gd name="connsiteY4450" fmla="*/ 1235869 h 1903571"/>
                <a:gd name="connsiteX4451" fmla="*/ 4610576 w 5542597"/>
                <a:gd name="connsiteY4451" fmla="*/ 1236821 h 1903571"/>
                <a:gd name="connsiteX4452" fmla="*/ 4612958 w 5542597"/>
                <a:gd name="connsiteY4452" fmla="*/ 1235393 h 1903571"/>
                <a:gd name="connsiteX4453" fmla="*/ 4616291 w 5542597"/>
                <a:gd name="connsiteY4453" fmla="*/ 1234440 h 1903571"/>
                <a:gd name="connsiteX4454" fmla="*/ 4613910 w 5542597"/>
                <a:gd name="connsiteY4454" fmla="*/ 1238250 h 1903571"/>
                <a:gd name="connsiteX4455" fmla="*/ 4611053 w 5542597"/>
                <a:gd name="connsiteY4455" fmla="*/ 1240631 h 1903571"/>
                <a:gd name="connsiteX4456" fmla="*/ 4604862 w 5542597"/>
                <a:gd name="connsiteY4456" fmla="*/ 1243489 h 1903571"/>
                <a:gd name="connsiteX4457" fmla="*/ 4602004 w 5542597"/>
                <a:gd name="connsiteY4457" fmla="*/ 1248251 h 1903571"/>
                <a:gd name="connsiteX4458" fmla="*/ 4609147 w 5542597"/>
                <a:gd name="connsiteY4458" fmla="*/ 1256348 h 1903571"/>
                <a:gd name="connsiteX4459" fmla="*/ 4613910 w 5542597"/>
                <a:gd name="connsiteY4459" fmla="*/ 1257776 h 1903571"/>
                <a:gd name="connsiteX4460" fmla="*/ 4616291 w 5542597"/>
                <a:gd name="connsiteY4460" fmla="*/ 1257300 h 1903571"/>
                <a:gd name="connsiteX4461" fmla="*/ 4621054 w 5542597"/>
                <a:gd name="connsiteY4461" fmla="*/ 1253014 h 1903571"/>
                <a:gd name="connsiteX4462" fmla="*/ 4623912 w 5542597"/>
                <a:gd name="connsiteY4462" fmla="*/ 1251109 h 1903571"/>
                <a:gd name="connsiteX4463" fmla="*/ 4626293 w 5542597"/>
                <a:gd name="connsiteY4463" fmla="*/ 1248251 h 1903571"/>
                <a:gd name="connsiteX4464" fmla="*/ 4624864 w 5542597"/>
                <a:gd name="connsiteY4464" fmla="*/ 1238250 h 1903571"/>
                <a:gd name="connsiteX4465" fmla="*/ 4622959 w 5542597"/>
                <a:gd name="connsiteY4465" fmla="*/ 1232535 h 1903571"/>
                <a:gd name="connsiteX4466" fmla="*/ 4623435 w 5542597"/>
                <a:gd name="connsiteY4466" fmla="*/ 1226344 h 1903571"/>
                <a:gd name="connsiteX4467" fmla="*/ 4620578 w 5542597"/>
                <a:gd name="connsiteY4467" fmla="*/ 1224915 h 1903571"/>
                <a:gd name="connsiteX4468" fmla="*/ 4616291 w 5542597"/>
                <a:gd name="connsiteY4468" fmla="*/ 1223963 h 1903571"/>
                <a:gd name="connsiteX4469" fmla="*/ 4612005 w 5542597"/>
                <a:gd name="connsiteY4469" fmla="*/ 1224915 h 1903571"/>
                <a:gd name="connsiteX4470" fmla="*/ 4609624 w 5542597"/>
                <a:gd name="connsiteY4470" fmla="*/ 1223010 h 1903571"/>
                <a:gd name="connsiteX4471" fmla="*/ 4608195 w 5542597"/>
                <a:gd name="connsiteY4471" fmla="*/ 1220629 h 1903571"/>
                <a:gd name="connsiteX4472" fmla="*/ 4607718 w 5542597"/>
                <a:gd name="connsiteY4472" fmla="*/ 1217771 h 1903571"/>
                <a:gd name="connsiteX4473" fmla="*/ 4608672 w 5542597"/>
                <a:gd name="connsiteY4473" fmla="*/ 1210628 h 1903571"/>
                <a:gd name="connsiteX4474" fmla="*/ 4608195 w 5542597"/>
                <a:gd name="connsiteY4474" fmla="*/ 1206341 h 1903571"/>
                <a:gd name="connsiteX4475" fmla="*/ 4606766 w 5542597"/>
                <a:gd name="connsiteY4475" fmla="*/ 1199674 h 1903571"/>
                <a:gd name="connsiteX4476" fmla="*/ 4606766 w 5542597"/>
                <a:gd name="connsiteY4476" fmla="*/ 1197769 h 1903571"/>
                <a:gd name="connsiteX4477" fmla="*/ 4607243 w 5542597"/>
                <a:gd name="connsiteY4477" fmla="*/ 1194435 h 1903571"/>
                <a:gd name="connsiteX4478" fmla="*/ 4613434 w 5542597"/>
                <a:gd name="connsiteY4478" fmla="*/ 1188244 h 1903571"/>
                <a:gd name="connsiteX4479" fmla="*/ 4618672 w 5542597"/>
                <a:gd name="connsiteY4479" fmla="*/ 1183958 h 1903571"/>
                <a:gd name="connsiteX4480" fmla="*/ 4621054 w 5542597"/>
                <a:gd name="connsiteY4480" fmla="*/ 1180624 h 1903571"/>
                <a:gd name="connsiteX4481" fmla="*/ 4622006 w 5542597"/>
                <a:gd name="connsiteY4481" fmla="*/ 1178243 h 1903571"/>
                <a:gd name="connsiteX4482" fmla="*/ 4622483 w 5542597"/>
                <a:gd name="connsiteY4482" fmla="*/ 1173004 h 1903571"/>
                <a:gd name="connsiteX4483" fmla="*/ 4619625 w 5542597"/>
                <a:gd name="connsiteY4483" fmla="*/ 1170623 h 1903571"/>
                <a:gd name="connsiteX4484" fmla="*/ 4605337 w 5542597"/>
                <a:gd name="connsiteY4484" fmla="*/ 1165384 h 1903571"/>
                <a:gd name="connsiteX4485" fmla="*/ 4602956 w 5542597"/>
                <a:gd name="connsiteY4485" fmla="*/ 1165384 h 1903571"/>
                <a:gd name="connsiteX4486" fmla="*/ 4598670 w 5542597"/>
                <a:gd name="connsiteY4486" fmla="*/ 1167765 h 1903571"/>
                <a:gd name="connsiteX4487" fmla="*/ 4596766 w 5542597"/>
                <a:gd name="connsiteY4487" fmla="*/ 1174433 h 1903571"/>
                <a:gd name="connsiteX4488" fmla="*/ 4593908 w 5542597"/>
                <a:gd name="connsiteY4488" fmla="*/ 1176814 h 1903571"/>
                <a:gd name="connsiteX4489" fmla="*/ 4593908 w 5542597"/>
                <a:gd name="connsiteY4489" fmla="*/ 1175385 h 1903571"/>
                <a:gd name="connsiteX4490" fmla="*/ 4594860 w 5542597"/>
                <a:gd name="connsiteY4490" fmla="*/ 1173480 h 1903571"/>
                <a:gd name="connsiteX4491" fmla="*/ 4587716 w 5542597"/>
                <a:gd name="connsiteY4491" fmla="*/ 1171099 h 1903571"/>
                <a:gd name="connsiteX4492" fmla="*/ 4583906 w 5542597"/>
                <a:gd name="connsiteY4492" fmla="*/ 1169194 h 1903571"/>
                <a:gd name="connsiteX4493" fmla="*/ 4582001 w 5542597"/>
                <a:gd name="connsiteY4493" fmla="*/ 1166813 h 1903571"/>
                <a:gd name="connsiteX4494" fmla="*/ 4581049 w 5542597"/>
                <a:gd name="connsiteY4494" fmla="*/ 1163955 h 1903571"/>
                <a:gd name="connsiteX4495" fmla="*/ 4579620 w 5542597"/>
                <a:gd name="connsiteY4495" fmla="*/ 1159193 h 1903571"/>
                <a:gd name="connsiteX4496" fmla="*/ 4582478 w 5542597"/>
                <a:gd name="connsiteY4496" fmla="*/ 1149668 h 1903571"/>
                <a:gd name="connsiteX4497" fmla="*/ 4585812 w 5542597"/>
                <a:gd name="connsiteY4497" fmla="*/ 1141095 h 1903571"/>
                <a:gd name="connsiteX4498" fmla="*/ 4596289 w 5542597"/>
                <a:gd name="connsiteY4498" fmla="*/ 1127760 h 1903571"/>
                <a:gd name="connsiteX4499" fmla="*/ 4602480 w 5542597"/>
                <a:gd name="connsiteY4499" fmla="*/ 1123474 h 1903571"/>
                <a:gd name="connsiteX4500" fmla="*/ 4609624 w 5542597"/>
                <a:gd name="connsiteY4500" fmla="*/ 1116330 h 1903571"/>
                <a:gd name="connsiteX4501" fmla="*/ 4612481 w 5542597"/>
                <a:gd name="connsiteY4501" fmla="*/ 1115378 h 1903571"/>
                <a:gd name="connsiteX4502" fmla="*/ 4613910 w 5542597"/>
                <a:gd name="connsiteY4502" fmla="*/ 1113949 h 1903571"/>
                <a:gd name="connsiteX4503" fmla="*/ 4614862 w 5542597"/>
                <a:gd name="connsiteY4503" fmla="*/ 1112520 h 1903571"/>
                <a:gd name="connsiteX4504" fmla="*/ 4612958 w 5542597"/>
                <a:gd name="connsiteY4504" fmla="*/ 1107758 h 1903571"/>
                <a:gd name="connsiteX4505" fmla="*/ 4613910 w 5542597"/>
                <a:gd name="connsiteY4505" fmla="*/ 1106805 h 1903571"/>
                <a:gd name="connsiteX4506" fmla="*/ 4615339 w 5542597"/>
                <a:gd name="connsiteY4506" fmla="*/ 1106329 h 1903571"/>
                <a:gd name="connsiteX4507" fmla="*/ 4617720 w 5542597"/>
                <a:gd name="connsiteY4507" fmla="*/ 1106805 h 1903571"/>
                <a:gd name="connsiteX4508" fmla="*/ 4623912 w 5542597"/>
                <a:gd name="connsiteY4508" fmla="*/ 1098233 h 1903571"/>
                <a:gd name="connsiteX4509" fmla="*/ 4623912 w 5542597"/>
                <a:gd name="connsiteY4509" fmla="*/ 1087755 h 1903571"/>
                <a:gd name="connsiteX4510" fmla="*/ 4625816 w 5542597"/>
                <a:gd name="connsiteY4510" fmla="*/ 1078230 h 1903571"/>
                <a:gd name="connsiteX4511" fmla="*/ 4627245 w 5542597"/>
                <a:gd name="connsiteY4511" fmla="*/ 1074420 h 1903571"/>
                <a:gd name="connsiteX4512" fmla="*/ 4628674 w 5542597"/>
                <a:gd name="connsiteY4512" fmla="*/ 1071563 h 1903571"/>
                <a:gd name="connsiteX4513" fmla="*/ 4631531 w 5542597"/>
                <a:gd name="connsiteY4513" fmla="*/ 1069181 h 1903571"/>
                <a:gd name="connsiteX4514" fmla="*/ 4634389 w 5542597"/>
                <a:gd name="connsiteY4514" fmla="*/ 1067753 h 1903571"/>
                <a:gd name="connsiteX4515" fmla="*/ 4638199 w 5542597"/>
                <a:gd name="connsiteY4515" fmla="*/ 1064419 h 1903571"/>
                <a:gd name="connsiteX4516" fmla="*/ 4640104 w 5542597"/>
                <a:gd name="connsiteY4516" fmla="*/ 1062038 h 1903571"/>
                <a:gd name="connsiteX4517" fmla="*/ 4641533 w 5542597"/>
                <a:gd name="connsiteY4517" fmla="*/ 1061085 h 1903571"/>
                <a:gd name="connsiteX4518" fmla="*/ 4645818 w 5542597"/>
                <a:gd name="connsiteY4518" fmla="*/ 1061561 h 1903571"/>
                <a:gd name="connsiteX4519" fmla="*/ 4649629 w 5542597"/>
                <a:gd name="connsiteY4519" fmla="*/ 1062514 h 1903571"/>
                <a:gd name="connsiteX4520" fmla="*/ 4653439 w 5542597"/>
                <a:gd name="connsiteY4520" fmla="*/ 1063943 h 1903571"/>
                <a:gd name="connsiteX4521" fmla="*/ 4652487 w 5542597"/>
                <a:gd name="connsiteY4521" fmla="*/ 1068705 h 1903571"/>
                <a:gd name="connsiteX4522" fmla="*/ 4657249 w 5542597"/>
                <a:gd name="connsiteY4522" fmla="*/ 1064895 h 1903571"/>
                <a:gd name="connsiteX4523" fmla="*/ 4661535 w 5542597"/>
                <a:gd name="connsiteY4523" fmla="*/ 1060609 h 1903571"/>
                <a:gd name="connsiteX4524" fmla="*/ 4663916 w 5542597"/>
                <a:gd name="connsiteY4524" fmla="*/ 1059656 h 1903571"/>
                <a:gd name="connsiteX4525" fmla="*/ 4666774 w 5542597"/>
                <a:gd name="connsiteY4525" fmla="*/ 1060133 h 1903571"/>
                <a:gd name="connsiteX4526" fmla="*/ 4671537 w 5542597"/>
                <a:gd name="connsiteY4526" fmla="*/ 1063466 h 1903571"/>
                <a:gd name="connsiteX4527" fmla="*/ 4675347 w 5542597"/>
                <a:gd name="connsiteY4527" fmla="*/ 1069658 h 1903571"/>
                <a:gd name="connsiteX4528" fmla="*/ 4677728 w 5542597"/>
                <a:gd name="connsiteY4528" fmla="*/ 1071563 h 1903571"/>
                <a:gd name="connsiteX4529" fmla="*/ 4681062 w 5542597"/>
                <a:gd name="connsiteY4529" fmla="*/ 1071086 h 1903571"/>
                <a:gd name="connsiteX4530" fmla="*/ 4683443 w 5542597"/>
                <a:gd name="connsiteY4530" fmla="*/ 1070610 h 1903571"/>
                <a:gd name="connsiteX4531" fmla="*/ 4685347 w 5542597"/>
                <a:gd name="connsiteY4531" fmla="*/ 1066324 h 1903571"/>
                <a:gd name="connsiteX4532" fmla="*/ 4685824 w 5542597"/>
                <a:gd name="connsiteY4532" fmla="*/ 1058228 h 1903571"/>
                <a:gd name="connsiteX4533" fmla="*/ 4689158 w 5542597"/>
                <a:gd name="connsiteY4533" fmla="*/ 1057275 h 1903571"/>
                <a:gd name="connsiteX4534" fmla="*/ 4692491 w 5542597"/>
                <a:gd name="connsiteY4534" fmla="*/ 1056323 h 1903571"/>
                <a:gd name="connsiteX4535" fmla="*/ 4696778 w 5542597"/>
                <a:gd name="connsiteY4535" fmla="*/ 1052989 h 1903571"/>
                <a:gd name="connsiteX4536" fmla="*/ 4702493 w 5542597"/>
                <a:gd name="connsiteY4536" fmla="*/ 1051560 h 1903571"/>
                <a:gd name="connsiteX4537" fmla="*/ 4714875 w 5542597"/>
                <a:gd name="connsiteY4537" fmla="*/ 1045369 h 1903571"/>
                <a:gd name="connsiteX4538" fmla="*/ 4722972 w 5542597"/>
                <a:gd name="connsiteY4538" fmla="*/ 1039178 h 1903571"/>
                <a:gd name="connsiteX4539" fmla="*/ 4728687 w 5542597"/>
                <a:gd name="connsiteY4539" fmla="*/ 1038701 h 1903571"/>
                <a:gd name="connsiteX4540" fmla="*/ 4727258 w 5542597"/>
                <a:gd name="connsiteY4540" fmla="*/ 1042511 h 1903571"/>
                <a:gd name="connsiteX4541" fmla="*/ 4726781 w 5542597"/>
                <a:gd name="connsiteY4541" fmla="*/ 1045845 h 1903571"/>
                <a:gd name="connsiteX4542" fmla="*/ 4724876 w 5542597"/>
                <a:gd name="connsiteY4542" fmla="*/ 1054418 h 1903571"/>
                <a:gd name="connsiteX4543" fmla="*/ 4722495 w 5542597"/>
                <a:gd name="connsiteY4543" fmla="*/ 1058704 h 1903571"/>
                <a:gd name="connsiteX4544" fmla="*/ 4721543 w 5542597"/>
                <a:gd name="connsiteY4544" fmla="*/ 1064419 h 1903571"/>
                <a:gd name="connsiteX4545" fmla="*/ 4722018 w 5542597"/>
                <a:gd name="connsiteY4545" fmla="*/ 1067276 h 1903571"/>
                <a:gd name="connsiteX4546" fmla="*/ 4722972 w 5542597"/>
                <a:gd name="connsiteY4546" fmla="*/ 1071086 h 1903571"/>
                <a:gd name="connsiteX4547" fmla="*/ 4726305 w 5542597"/>
                <a:gd name="connsiteY4547" fmla="*/ 1070610 h 1903571"/>
                <a:gd name="connsiteX4548" fmla="*/ 4728210 w 5542597"/>
                <a:gd name="connsiteY4548" fmla="*/ 1069658 h 1903571"/>
                <a:gd name="connsiteX4549" fmla="*/ 4732020 w 5542597"/>
                <a:gd name="connsiteY4549" fmla="*/ 1065848 h 1903571"/>
                <a:gd name="connsiteX4550" fmla="*/ 4749641 w 5542597"/>
                <a:gd name="connsiteY4550" fmla="*/ 1047750 h 1903571"/>
                <a:gd name="connsiteX4551" fmla="*/ 4758691 w 5542597"/>
                <a:gd name="connsiteY4551" fmla="*/ 1042988 h 1903571"/>
                <a:gd name="connsiteX4552" fmla="*/ 4772025 w 5542597"/>
                <a:gd name="connsiteY4552" fmla="*/ 1039654 h 1903571"/>
                <a:gd name="connsiteX4553" fmla="*/ 4776312 w 5542597"/>
                <a:gd name="connsiteY4553" fmla="*/ 1037749 h 1903571"/>
                <a:gd name="connsiteX4554" fmla="*/ 4789647 w 5542597"/>
                <a:gd name="connsiteY4554" fmla="*/ 1034415 h 1903571"/>
                <a:gd name="connsiteX4555" fmla="*/ 4800600 w 5542597"/>
                <a:gd name="connsiteY4555" fmla="*/ 1033463 h 1903571"/>
                <a:gd name="connsiteX4556" fmla="*/ 4807743 w 5542597"/>
                <a:gd name="connsiteY4556" fmla="*/ 1034891 h 1903571"/>
                <a:gd name="connsiteX4557" fmla="*/ 4811554 w 5542597"/>
                <a:gd name="connsiteY4557" fmla="*/ 1034891 h 1903571"/>
                <a:gd name="connsiteX4558" fmla="*/ 4826793 w 5542597"/>
                <a:gd name="connsiteY4558" fmla="*/ 1032986 h 1903571"/>
                <a:gd name="connsiteX4559" fmla="*/ 4828222 w 5542597"/>
                <a:gd name="connsiteY4559" fmla="*/ 1034891 h 1903571"/>
                <a:gd name="connsiteX4560" fmla="*/ 4840129 w 5542597"/>
                <a:gd name="connsiteY4560" fmla="*/ 1041082 h 1903571"/>
                <a:gd name="connsiteX4561" fmla="*/ 4846797 w 5542597"/>
                <a:gd name="connsiteY4561" fmla="*/ 1050131 h 1903571"/>
                <a:gd name="connsiteX4562" fmla="*/ 4847749 w 5542597"/>
                <a:gd name="connsiteY4562" fmla="*/ 1050608 h 1903571"/>
                <a:gd name="connsiteX4563" fmla="*/ 4849178 w 5542597"/>
                <a:gd name="connsiteY4563" fmla="*/ 1052513 h 1903571"/>
                <a:gd name="connsiteX4564" fmla="*/ 4849654 w 5542597"/>
                <a:gd name="connsiteY4564" fmla="*/ 1055846 h 1903571"/>
                <a:gd name="connsiteX4565" fmla="*/ 4850606 w 5542597"/>
                <a:gd name="connsiteY4565" fmla="*/ 1058228 h 1903571"/>
                <a:gd name="connsiteX4566" fmla="*/ 4852512 w 5542597"/>
                <a:gd name="connsiteY4566" fmla="*/ 1060133 h 1903571"/>
                <a:gd name="connsiteX4567" fmla="*/ 4858226 w 5542597"/>
                <a:gd name="connsiteY4567" fmla="*/ 1063943 h 1903571"/>
                <a:gd name="connsiteX4568" fmla="*/ 4864893 w 5542597"/>
                <a:gd name="connsiteY4568" fmla="*/ 1064895 h 1903571"/>
                <a:gd name="connsiteX4569" fmla="*/ 4866322 w 5542597"/>
                <a:gd name="connsiteY4569" fmla="*/ 1062990 h 1903571"/>
                <a:gd name="connsiteX4570" fmla="*/ 4867275 w 5542597"/>
                <a:gd name="connsiteY4570" fmla="*/ 1061085 h 1903571"/>
                <a:gd name="connsiteX4571" fmla="*/ 4870133 w 5542597"/>
                <a:gd name="connsiteY4571" fmla="*/ 1050131 h 1903571"/>
                <a:gd name="connsiteX4572" fmla="*/ 4872991 w 5542597"/>
                <a:gd name="connsiteY4572" fmla="*/ 1045845 h 1903571"/>
                <a:gd name="connsiteX4573" fmla="*/ 4872991 w 5542597"/>
                <a:gd name="connsiteY4573" fmla="*/ 1043464 h 1903571"/>
                <a:gd name="connsiteX4574" fmla="*/ 4873466 w 5542597"/>
                <a:gd name="connsiteY4574" fmla="*/ 1041082 h 1903571"/>
                <a:gd name="connsiteX4575" fmla="*/ 4880134 w 5542597"/>
                <a:gd name="connsiteY4575" fmla="*/ 1038225 h 1903571"/>
                <a:gd name="connsiteX4576" fmla="*/ 4885372 w 5542597"/>
                <a:gd name="connsiteY4576" fmla="*/ 1036796 h 1903571"/>
                <a:gd name="connsiteX4577" fmla="*/ 4903470 w 5542597"/>
                <a:gd name="connsiteY4577" fmla="*/ 1026319 h 1903571"/>
                <a:gd name="connsiteX4578" fmla="*/ 4911566 w 5542597"/>
                <a:gd name="connsiteY4578" fmla="*/ 1020604 h 1903571"/>
                <a:gd name="connsiteX4579" fmla="*/ 4915376 w 5542597"/>
                <a:gd name="connsiteY4579" fmla="*/ 1020604 h 1903571"/>
                <a:gd name="connsiteX4580" fmla="*/ 4918234 w 5542597"/>
                <a:gd name="connsiteY4580" fmla="*/ 1019175 h 1903571"/>
                <a:gd name="connsiteX4581" fmla="*/ 4921091 w 5542597"/>
                <a:gd name="connsiteY4581" fmla="*/ 1017746 h 1903571"/>
                <a:gd name="connsiteX4582" fmla="*/ 4923472 w 5542597"/>
                <a:gd name="connsiteY4582" fmla="*/ 1016794 h 1903571"/>
                <a:gd name="connsiteX4583" fmla="*/ 4928235 w 5542597"/>
                <a:gd name="connsiteY4583" fmla="*/ 1012507 h 1903571"/>
                <a:gd name="connsiteX4584" fmla="*/ 4934426 w 5542597"/>
                <a:gd name="connsiteY4584" fmla="*/ 1009174 h 1903571"/>
                <a:gd name="connsiteX4585" fmla="*/ 4933474 w 5542597"/>
                <a:gd name="connsiteY4585" fmla="*/ 1006316 h 1903571"/>
                <a:gd name="connsiteX4586" fmla="*/ 4934426 w 5542597"/>
                <a:gd name="connsiteY4586" fmla="*/ 1003935 h 1903571"/>
                <a:gd name="connsiteX4587" fmla="*/ 4937760 w 5542597"/>
                <a:gd name="connsiteY4587" fmla="*/ 1002982 h 1903571"/>
                <a:gd name="connsiteX4588" fmla="*/ 4941093 w 5542597"/>
                <a:gd name="connsiteY4588" fmla="*/ 1002506 h 1903571"/>
                <a:gd name="connsiteX4589" fmla="*/ 4944904 w 5542597"/>
                <a:gd name="connsiteY4589" fmla="*/ 999649 h 1903571"/>
                <a:gd name="connsiteX4590" fmla="*/ 4944428 w 5542597"/>
                <a:gd name="connsiteY4590" fmla="*/ 997268 h 1903571"/>
                <a:gd name="connsiteX4591" fmla="*/ 4945856 w 5542597"/>
                <a:gd name="connsiteY4591" fmla="*/ 996315 h 1903571"/>
                <a:gd name="connsiteX4592" fmla="*/ 4947762 w 5542597"/>
                <a:gd name="connsiteY4592" fmla="*/ 996315 h 1903571"/>
                <a:gd name="connsiteX4593" fmla="*/ 4950618 w 5542597"/>
                <a:gd name="connsiteY4593" fmla="*/ 997268 h 1903571"/>
                <a:gd name="connsiteX4594" fmla="*/ 4952047 w 5542597"/>
                <a:gd name="connsiteY4594" fmla="*/ 996315 h 1903571"/>
                <a:gd name="connsiteX4595" fmla="*/ 4949666 w 5542597"/>
                <a:gd name="connsiteY4595" fmla="*/ 992981 h 1903571"/>
                <a:gd name="connsiteX4596" fmla="*/ 4948237 w 5542597"/>
                <a:gd name="connsiteY4596" fmla="*/ 990124 h 1903571"/>
                <a:gd name="connsiteX4597" fmla="*/ 4950143 w 5542597"/>
                <a:gd name="connsiteY4597" fmla="*/ 988219 h 1903571"/>
                <a:gd name="connsiteX4598" fmla="*/ 4956810 w 5542597"/>
                <a:gd name="connsiteY4598" fmla="*/ 991553 h 1903571"/>
                <a:gd name="connsiteX4599" fmla="*/ 4959668 w 5542597"/>
                <a:gd name="connsiteY4599" fmla="*/ 991553 h 1903571"/>
                <a:gd name="connsiteX4600" fmla="*/ 4968241 w 5542597"/>
                <a:gd name="connsiteY4600" fmla="*/ 983932 h 1903571"/>
                <a:gd name="connsiteX4601" fmla="*/ 4976337 w 5542597"/>
                <a:gd name="connsiteY4601" fmla="*/ 975360 h 1903571"/>
                <a:gd name="connsiteX4602" fmla="*/ 4983004 w 5542597"/>
                <a:gd name="connsiteY4602" fmla="*/ 977265 h 1903571"/>
                <a:gd name="connsiteX4603" fmla="*/ 4993958 w 5542597"/>
                <a:gd name="connsiteY4603" fmla="*/ 971550 h 1903571"/>
                <a:gd name="connsiteX4604" fmla="*/ 4998720 w 5542597"/>
                <a:gd name="connsiteY4604" fmla="*/ 970121 h 1903571"/>
                <a:gd name="connsiteX4605" fmla="*/ 5006341 w 5542597"/>
                <a:gd name="connsiteY4605" fmla="*/ 969645 h 1903571"/>
                <a:gd name="connsiteX4606" fmla="*/ 5009674 w 5542597"/>
                <a:gd name="connsiteY4606" fmla="*/ 967740 h 1903571"/>
                <a:gd name="connsiteX4607" fmla="*/ 5013484 w 5542597"/>
                <a:gd name="connsiteY4607" fmla="*/ 963454 h 1903571"/>
                <a:gd name="connsiteX4608" fmla="*/ 5016341 w 5542597"/>
                <a:gd name="connsiteY4608" fmla="*/ 963930 h 1903571"/>
                <a:gd name="connsiteX4609" fmla="*/ 5029676 w 5542597"/>
                <a:gd name="connsiteY4609" fmla="*/ 958691 h 1903571"/>
                <a:gd name="connsiteX4610" fmla="*/ 5032058 w 5542597"/>
                <a:gd name="connsiteY4610" fmla="*/ 955357 h 1903571"/>
                <a:gd name="connsiteX4611" fmla="*/ 5035391 w 5542597"/>
                <a:gd name="connsiteY4611" fmla="*/ 954405 h 1903571"/>
                <a:gd name="connsiteX4612" fmla="*/ 5038249 w 5542597"/>
                <a:gd name="connsiteY4612" fmla="*/ 953929 h 1903571"/>
                <a:gd name="connsiteX4613" fmla="*/ 5043964 w 5542597"/>
                <a:gd name="connsiteY4613" fmla="*/ 951071 h 1903571"/>
                <a:gd name="connsiteX4614" fmla="*/ 5068253 w 5542597"/>
                <a:gd name="connsiteY4614" fmla="*/ 942499 h 1903571"/>
                <a:gd name="connsiteX4615" fmla="*/ 5072062 w 5542597"/>
                <a:gd name="connsiteY4615" fmla="*/ 939165 h 1903571"/>
                <a:gd name="connsiteX4616" fmla="*/ 5081112 w 5542597"/>
                <a:gd name="connsiteY4616" fmla="*/ 934403 h 1903571"/>
                <a:gd name="connsiteX4617" fmla="*/ 5087779 w 5542597"/>
                <a:gd name="connsiteY4617" fmla="*/ 932498 h 1903571"/>
                <a:gd name="connsiteX4618" fmla="*/ 5096351 w 5542597"/>
                <a:gd name="connsiteY4618" fmla="*/ 931069 h 1903571"/>
                <a:gd name="connsiteX4619" fmla="*/ 5097304 w 5542597"/>
                <a:gd name="connsiteY4619" fmla="*/ 929640 h 1903571"/>
                <a:gd name="connsiteX4620" fmla="*/ 5091589 w 5542597"/>
                <a:gd name="connsiteY4620" fmla="*/ 927735 h 1903571"/>
                <a:gd name="connsiteX4621" fmla="*/ 5089684 w 5542597"/>
                <a:gd name="connsiteY4621" fmla="*/ 926306 h 1903571"/>
                <a:gd name="connsiteX4622" fmla="*/ 5089684 w 5542597"/>
                <a:gd name="connsiteY4622" fmla="*/ 924401 h 1903571"/>
                <a:gd name="connsiteX4623" fmla="*/ 5090637 w 5542597"/>
                <a:gd name="connsiteY4623" fmla="*/ 922973 h 1903571"/>
                <a:gd name="connsiteX4624" fmla="*/ 5092066 w 5542597"/>
                <a:gd name="connsiteY4624" fmla="*/ 919639 h 1903571"/>
                <a:gd name="connsiteX4625" fmla="*/ 5093970 w 5542597"/>
                <a:gd name="connsiteY4625" fmla="*/ 919163 h 1903571"/>
                <a:gd name="connsiteX4626" fmla="*/ 5096828 w 5542597"/>
                <a:gd name="connsiteY4626" fmla="*/ 921068 h 1903571"/>
                <a:gd name="connsiteX4627" fmla="*/ 5099685 w 5542597"/>
                <a:gd name="connsiteY4627" fmla="*/ 921068 h 1903571"/>
                <a:gd name="connsiteX4628" fmla="*/ 5101114 w 5542597"/>
                <a:gd name="connsiteY4628" fmla="*/ 919639 h 1903571"/>
                <a:gd name="connsiteX4629" fmla="*/ 5102543 w 5542597"/>
                <a:gd name="connsiteY4629" fmla="*/ 919639 h 1903571"/>
                <a:gd name="connsiteX4630" fmla="*/ 5103495 w 5542597"/>
                <a:gd name="connsiteY4630" fmla="*/ 922020 h 1903571"/>
                <a:gd name="connsiteX4631" fmla="*/ 5102066 w 5542597"/>
                <a:gd name="connsiteY4631" fmla="*/ 924878 h 1903571"/>
                <a:gd name="connsiteX4632" fmla="*/ 5101114 w 5542597"/>
                <a:gd name="connsiteY4632" fmla="*/ 926782 h 1903571"/>
                <a:gd name="connsiteX4633" fmla="*/ 5101114 w 5542597"/>
                <a:gd name="connsiteY4633" fmla="*/ 929164 h 1903571"/>
                <a:gd name="connsiteX4634" fmla="*/ 5103018 w 5542597"/>
                <a:gd name="connsiteY4634" fmla="*/ 929640 h 1903571"/>
                <a:gd name="connsiteX4635" fmla="*/ 5113497 w 5542597"/>
                <a:gd name="connsiteY4635" fmla="*/ 930116 h 1903571"/>
                <a:gd name="connsiteX4636" fmla="*/ 5125879 w 5542597"/>
                <a:gd name="connsiteY4636" fmla="*/ 932021 h 1903571"/>
                <a:gd name="connsiteX4637" fmla="*/ 5157787 w 5542597"/>
                <a:gd name="connsiteY4637" fmla="*/ 942023 h 1903571"/>
                <a:gd name="connsiteX4638" fmla="*/ 5160645 w 5542597"/>
                <a:gd name="connsiteY4638" fmla="*/ 943928 h 1903571"/>
                <a:gd name="connsiteX4639" fmla="*/ 5163026 w 5542597"/>
                <a:gd name="connsiteY4639" fmla="*/ 943928 h 1903571"/>
                <a:gd name="connsiteX4640" fmla="*/ 5163503 w 5542597"/>
                <a:gd name="connsiteY4640" fmla="*/ 940118 h 1903571"/>
                <a:gd name="connsiteX4641" fmla="*/ 5164931 w 5542597"/>
                <a:gd name="connsiteY4641" fmla="*/ 936307 h 1903571"/>
                <a:gd name="connsiteX4642" fmla="*/ 5168741 w 5542597"/>
                <a:gd name="connsiteY4642" fmla="*/ 933926 h 1903571"/>
                <a:gd name="connsiteX4643" fmla="*/ 5175409 w 5542597"/>
                <a:gd name="connsiteY4643" fmla="*/ 928688 h 1903571"/>
                <a:gd name="connsiteX4644" fmla="*/ 5178743 w 5542597"/>
                <a:gd name="connsiteY4644" fmla="*/ 924401 h 1903571"/>
                <a:gd name="connsiteX4645" fmla="*/ 5178743 w 5542597"/>
                <a:gd name="connsiteY4645" fmla="*/ 920115 h 1903571"/>
                <a:gd name="connsiteX4646" fmla="*/ 5176362 w 5542597"/>
                <a:gd name="connsiteY4646" fmla="*/ 915353 h 1903571"/>
                <a:gd name="connsiteX4647" fmla="*/ 5172075 w 5542597"/>
                <a:gd name="connsiteY4647" fmla="*/ 914400 h 1903571"/>
                <a:gd name="connsiteX4648" fmla="*/ 5169218 w 5542597"/>
                <a:gd name="connsiteY4648" fmla="*/ 911066 h 1903571"/>
                <a:gd name="connsiteX4649" fmla="*/ 5167789 w 5542597"/>
                <a:gd name="connsiteY4649" fmla="*/ 907732 h 1903571"/>
                <a:gd name="connsiteX4650" fmla="*/ 5170170 w 5542597"/>
                <a:gd name="connsiteY4650" fmla="*/ 904875 h 1903571"/>
                <a:gd name="connsiteX4651" fmla="*/ 5173028 w 5542597"/>
                <a:gd name="connsiteY4651" fmla="*/ 903923 h 1903571"/>
                <a:gd name="connsiteX4652" fmla="*/ 5172551 w 5542597"/>
                <a:gd name="connsiteY4652" fmla="*/ 900113 h 1903571"/>
                <a:gd name="connsiteX4653" fmla="*/ 5170647 w 5542597"/>
                <a:gd name="connsiteY4653" fmla="*/ 897731 h 1903571"/>
                <a:gd name="connsiteX4654" fmla="*/ 5160168 w 5542597"/>
                <a:gd name="connsiteY4654" fmla="*/ 892969 h 1903571"/>
                <a:gd name="connsiteX4655" fmla="*/ 5156359 w 5542597"/>
                <a:gd name="connsiteY4655" fmla="*/ 889635 h 1903571"/>
                <a:gd name="connsiteX4656" fmla="*/ 5156359 w 5542597"/>
                <a:gd name="connsiteY4656" fmla="*/ 886778 h 1903571"/>
                <a:gd name="connsiteX4657" fmla="*/ 5152072 w 5542597"/>
                <a:gd name="connsiteY4657" fmla="*/ 879157 h 1903571"/>
                <a:gd name="connsiteX4658" fmla="*/ 5151597 w 5542597"/>
                <a:gd name="connsiteY4658" fmla="*/ 881063 h 1903571"/>
                <a:gd name="connsiteX4659" fmla="*/ 5152072 w 5542597"/>
                <a:gd name="connsiteY4659" fmla="*/ 884396 h 1903571"/>
                <a:gd name="connsiteX4660" fmla="*/ 5150643 w 5542597"/>
                <a:gd name="connsiteY4660" fmla="*/ 887254 h 1903571"/>
                <a:gd name="connsiteX4661" fmla="*/ 5148262 w 5542597"/>
                <a:gd name="connsiteY4661" fmla="*/ 886778 h 1903571"/>
                <a:gd name="connsiteX4662" fmla="*/ 5147787 w 5542597"/>
                <a:gd name="connsiteY4662" fmla="*/ 884396 h 1903571"/>
                <a:gd name="connsiteX4663" fmla="*/ 5149216 w 5542597"/>
                <a:gd name="connsiteY4663" fmla="*/ 880110 h 1903571"/>
                <a:gd name="connsiteX4664" fmla="*/ 5147310 w 5542597"/>
                <a:gd name="connsiteY4664" fmla="*/ 878205 h 1903571"/>
                <a:gd name="connsiteX4665" fmla="*/ 5141118 w 5542597"/>
                <a:gd name="connsiteY4665" fmla="*/ 877253 h 1903571"/>
                <a:gd name="connsiteX4666" fmla="*/ 5140166 w 5542597"/>
                <a:gd name="connsiteY4666" fmla="*/ 875824 h 1903571"/>
                <a:gd name="connsiteX4667" fmla="*/ 5146358 w 5542597"/>
                <a:gd name="connsiteY4667" fmla="*/ 873443 h 1903571"/>
                <a:gd name="connsiteX4668" fmla="*/ 5148262 w 5542597"/>
                <a:gd name="connsiteY4668" fmla="*/ 873443 h 1903571"/>
                <a:gd name="connsiteX4669" fmla="*/ 5150168 w 5542597"/>
                <a:gd name="connsiteY4669" fmla="*/ 872490 h 1903571"/>
                <a:gd name="connsiteX4670" fmla="*/ 5148739 w 5542597"/>
                <a:gd name="connsiteY4670" fmla="*/ 862965 h 1903571"/>
                <a:gd name="connsiteX4671" fmla="*/ 5147310 w 5542597"/>
                <a:gd name="connsiteY4671" fmla="*/ 856298 h 1903571"/>
                <a:gd name="connsiteX4672" fmla="*/ 5143500 w 5542597"/>
                <a:gd name="connsiteY4672" fmla="*/ 855821 h 1903571"/>
                <a:gd name="connsiteX4673" fmla="*/ 5140643 w 5542597"/>
                <a:gd name="connsiteY4673" fmla="*/ 853916 h 1903571"/>
                <a:gd name="connsiteX4674" fmla="*/ 5141118 w 5542597"/>
                <a:gd name="connsiteY4674" fmla="*/ 849630 h 1903571"/>
                <a:gd name="connsiteX4675" fmla="*/ 5141118 w 5542597"/>
                <a:gd name="connsiteY4675" fmla="*/ 847725 h 1903571"/>
                <a:gd name="connsiteX4676" fmla="*/ 5138262 w 5542597"/>
                <a:gd name="connsiteY4676" fmla="*/ 840581 h 1903571"/>
                <a:gd name="connsiteX4677" fmla="*/ 5135880 w 5542597"/>
                <a:gd name="connsiteY4677" fmla="*/ 837724 h 1903571"/>
                <a:gd name="connsiteX4678" fmla="*/ 5133022 w 5542597"/>
                <a:gd name="connsiteY4678" fmla="*/ 834866 h 1903571"/>
                <a:gd name="connsiteX4679" fmla="*/ 5130641 w 5542597"/>
                <a:gd name="connsiteY4679" fmla="*/ 837724 h 1903571"/>
                <a:gd name="connsiteX4680" fmla="*/ 5129689 w 5542597"/>
                <a:gd name="connsiteY4680" fmla="*/ 842010 h 1903571"/>
                <a:gd name="connsiteX4681" fmla="*/ 5126831 w 5542597"/>
                <a:gd name="connsiteY4681" fmla="*/ 842486 h 1903571"/>
                <a:gd name="connsiteX4682" fmla="*/ 5123497 w 5542597"/>
                <a:gd name="connsiteY4682" fmla="*/ 842486 h 1903571"/>
                <a:gd name="connsiteX4683" fmla="*/ 5114449 w 5542597"/>
                <a:gd name="connsiteY4683" fmla="*/ 838200 h 1903571"/>
                <a:gd name="connsiteX4684" fmla="*/ 5105876 w 5542597"/>
                <a:gd name="connsiteY4684" fmla="*/ 830580 h 1903571"/>
                <a:gd name="connsiteX4685" fmla="*/ 5104924 w 5542597"/>
                <a:gd name="connsiteY4685" fmla="*/ 823436 h 1903571"/>
                <a:gd name="connsiteX4686" fmla="*/ 5106829 w 5542597"/>
                <a:gd name="connsiteY4686" fmla="*/ 814388 h 1903571"/>
                <a:gd name="connsiteX4687" fmla="*/ 5105400 w 5542597"/>
                <a:gd name="connsiteY4687" fmla="*/ 812959 h 1903571"/>
                <a:gd name="connsiteX4688" fmla="*/ 5104447 w 5542597"/>
                <a:gd name="connsiteY4688" fmla="*/ 812482 h 1903571"/>
                <a:gd name="connsiteX4689" fmla="*/ 5093018 w 5542597"/>
                <a:gd name="connsiteY4689" fmla="*/ 815340 h 1903571"/>
                <a:gd name="connsiteX4690" fmla="*/ 5085874 w 5542597"/>
                <a:gd name="connsiteY4690" fmla="*/ 820103 h 1903571"/>
                <a:gd name="connsiteX4691" fmla="*/ 5082064 w 5542597"/>
                <a:gd name="connsiteY4691" fmla="*/ 820579 h 1903571"/>
                <a:gd name="connsiteX4692" fmla="*/ 5074443 w 5542597"/>
                <a:gd name="connsiteY4692" fmla="*/ 817245 h 1903571"/>
                <a:gd name="connsiteX4693" fmla="*/ 5062062 w 5542597"/>
                <a:gd name="connsiteY4693" fmla="*/ 822484 h 1903571"/>
                <a:gd name="connsiteX4694" fmla="*/ 5064443 w 5542597"/>
                <a:gd name="connsiteY4694" fmla="*/ 819626 h 1903571"/>
                <a:gd name="connsiteX4695" fmla="*/ 5066824 w 5542597"/>
                <a:gd name="connsiteY4695" fmla="*/ 818674 h 1903571"/>
                <a:gd name="connsiteX4696" fmla="*/ 5069205 w 5542597"/>
                <a:gd name="connsiteY4696" fmla="*/ 816293 h 1903571"/>
                <a:gd name="connsiteX4697" fmla="*/ 5067300 w 5542597"/>
                <a:gd name="connsiteY4697" fmla="*/ 812006 h 1903571"/>
                <a:gd name="connsiteX4698" fmla="*/ 5065395 w 5542597"/>
                <a:gd name="connsiteY4698" fmla="*/ 808673 h 1903571"/>
                <a:gd name="connsiteX4699" fmla="*/ 5063014 w 5542597"/>
                <a:gd name="connsiteY4699" fmla="*/ 806291 h 1903571"/>
                <a:gd name="connsiteX4700" fmla="*/ 5059204 w 5542597"/>
                <a:gd name="connsiteY4700" fmla="*/ 805339 h 1903571"/>
                <a:gd name="connsiteX4701" fmla="*/ 5055393 w 5542597"/>
                <a:gd name="connsiteY4701" fmla="*/ 807244 h 1903571"/>
                <a:gd name="connsiteX4702" fmla="*/ 5052060 w 5542597"/>
                <a:gd name="connsiteY4702" fmla="*/ 809625 h 1903571"/>
                <a:gd name="connsiteX4703" fmla="*/ 5046345 w 5542597"/>
                <a:gd name="connsiteY4703" fmla="*/ 812006 h 1903571"/>
                <a:gd name="connsiteX4704" fmla="*/ 5034439 w 5542597"/>
                <a:gd name="connsiteY4704" fmla="*/ 813911 h 1903571"/>
                <a:gd name="connsiteX4705" fmla="*/ 5026343 w 5542597"/>
                <a:gd name="connsiteY4705" fmla="*/ 813911 h 1903571"/>
                <a:gd name="connsiteX4706" fmla="*/ 5013008 w 5542597"/>
                <a:gd name="connsiteY4706" fmla="*/ 817721 h 1903571"/>
                <a:gd name="connsiteX4707" fmla="*/ 5007768 w 5542597"/>
                <a:gd name="connsiteY4707" fmla="*/ 817245 h 1903571"/>
                <a:gd name="connsiteX4708" fmla="*/ 5026343 w 5542597"/>
                <a:gd name="connsiteY4708" fmla="*/ 812482 h 1903571"/>
                <a:gd name="connsiteX4709" fmla="*/ 5036343 w 5542597"/>
                <a:gd name="connsiteY4709" fmla="*/ 812006 h 1903571"/>
                <a:gd name="connsiteX4710" fmla="*/ 5049679 w 5542597"/>
                <a:gd name="connsiteY4710" fmla="*/ 808673 h 1903571"/>
                <a:gd name="connsiteX4711" fmla="*/ 5059204 w 5542597"/>
                <a:gd name="connsiteY4711" fmla="*/ 802005 h 1903571"/>
                <a:gd name="connsiteX4712" fmla="*/ 5071587 w 5542597"/>
                <a:gd name="connsiteY4712" fmla="*/ 808196 h 1903571"/>
                <a:gd name="connsiteX4713" fmla="*/ 5075872 w 5542597"/>
                <a:gd name="connsiteY4713" fmla="*/ 808673 h 1903571"/>
                <a:gd name="connsiteX4714" fmla="*/ 5085397 w 5542597"/>
                <a:gd name="connsiteY4714" fmla="*/ 808196 h 1903571"/>
                <a:gd name="connsiteX4715" fmla="*/ 5093493 w 5542597"/>
                <a:gd name="connsiteY4715" fmla="*/ 811530 h 1903571"/>
                <a:gd name="connsiteX4716" fmla="*/ 5096351 w 5542597"/>
                <a:gd name="connsiteY4716" fmla="*/ 810578 h 1903571"/>
                <a:gd name="connsiteX4717" fmla="*/ 5098733 w 5542597"/>
                <a:gd name="connsiteY4717" fmla="*/ 807720 h 1903571"/>
                <a:gd name="connsiteX4718" fmla="*/ 5095399 w 5542597"/>
                <a:gd name="connsiteY4718" fmla="*/ 802957 h 1903571"/>
                <a:gd name="connsiteX4719" fmla="*/ 5092541 w 5542597"/>
                <a:gd name="connsiteY4719" fmla="*/ 800100 h 1903571"/>
                <a:gd name="connsiteX4720" fmla="*/ 5089208 w 5542597"/>
                <a:gd name="connsiteY4720" fmla="*/ 799148 h 1903571"/>
                <a:gd name="connsiteX4721" fmla="*/ 5079206 w 5542597"/>
                <a:gd name="connsiteY4721" fmla="*/ 799624 h 1903571"/>
                <a:gd name="connsiteX4722" fmla="*/ 5072539 w 5542597"/>
                <a:gd name="connsiteY4722" fmla="*/ 798671 h 1903571"/>
                <a:gd name="connsiteX4723" fmla="*/ 5068729 w 5542597"/>
                <a:gd name="connsiteY4723" fmla="*/ 797243 h 1903571"/>
                <a:gd name="connsiteX4724" fmla="*/ 5071110 w 5542597"/>
                <a:gd name="connsiteY4724" fmla="*/ 796290 h 1903571"/>
                <a:gd name="connsiteX4725" fmla="*/ 5078254 w 5542597"/>
                <a:gd name="connsiteY4725" fmla="*/ 798195 h 1903571"/>
                <a:gd name="connsiteX4726" fmla="*/ 5086826 w 5542597"/>
                <a:gd name="connsiteY4726" fmla="*/ 795338 h 1903571"/>
                <a:gd name="connsiteX4727" fmla="*/ 5097304 w 5542597"/>
                <a:gd name="connsiteY4727" fmla="*/ 799148 h 1903571"/>
                <a:gd name="connsiteX4728" fmla="*/ 5099685 w 5542597"/>
                <a:gd name="connsiteY4728" fmla="*/ 802481 h 1903571"/>
                <a:gd name="connsiteX4729" fmla="*/ 5102543 w 5542597"/>
                <a:gd name="connsiteY4729" fmla="*/ 803910 h 1903571"/>
                <a:gd name="connsiteX4730" fmla="*/ 5111116 w 5542597"/>
                <a:gd name="connsiteY4730" fmla="*/ 812006 h 1903571"/>
                <a:gd name="connsiteX4731" fmla="*/ 5116354 w 5542597"/>
                <a:gd name="connsiteY4731" fmla="*/ 815340 h 1903571"/>
                <a:gd name="connsiteX4732" fmla="*/ 5134928 w 5542597"/>
                <a:gd name="connsiteY4732" fmla="*/ 818198 h 1903571"/>
                <a:gd name="connsiteX4733" fmla="*/ 5143024 w 5542597"/>
                <a:gd name="connsiteY4733" fmla="*/ 822007 h 1903571"/>
                <a:gd name="connsiteX4734" fmla="*/ 5148739 w 5542597"/>
                <a:gd name="connsiteY4734" fmla="*/ 820103 h 1903571"/>
                <a:gd name="connsiteX4735" fmla="*/ 5164455 w 5542597"/>
                <a:gd name="connsiteY4735" fmla="*/ 812006 h 1903571"/>
                <a:gd name="connsiteX4736" fmla="*/ 5174456 w 5542597"/>
                <a:gd name="connsiteY4736" fmla="*/ 809625 h 1903571"/>
                <a:gd name="connsiteX4737" fmla="*/ 5181124 w 5542597"/>
                <a:gd name="connsiteY4737" fmla="*/ 804386 h 1903571"/>
                <a:gd name="connsiteX4738" fmla="*/ 5187316 w 5542597"/>
                <a:gd name="connsiteY4738" fmla="*/ 798195 h 1903571"/>
                <a:gd name="connsiteX4739" fmla="*/ 5193030 w 5542597"/>
                <a:gd name="connsiteY4739" fmla="*/ 796290 h 1903571"/>
                <a:gd name="connsiteX4740" fmla="*/ 5203031 w 5542597"/>
                <a:gd name="connsiteY4740" fmla="*/ 789623 h 1903571"/>
                <a:gd name="connsiteX4741" fmla="*/ 5205412 w 5542597"/>
                <a:gd name="connsiteY4741" fmla="*/ 786765 h 1903571"/>
                <a:gd name="connsiteX4742" fmla="*/ 5209699 w 5542597"/>
                <a:gd name="connsiteY4742" fmla="*/ 778669 h 1903571"/>
                <a:gd name="connsiteX4743" fmla="*/ 5211604 w 5542597"/>
                <a:gd name="connsiteY4743" fmla="*/ 775335 h 1903571"/>
                <a:gd name="connsiteX4744" fmla="*/ 5215414 w 5542597"/>
                <a:gd name="connsiteY4744" fmla="*/ 771525 h 1903571"/>
                <a:gd name="connsiteX4745" fmla="*/ 5215414 w 5542597"/>
                <a:gd name="connsiteY4745" fmla="*/ 768191 h 1903571"/>
                <a:gd name="connsiteX4746" fmla="*/ 5214937 w 5542597"/>
                <a:gd name="connsiteY4746" fmla="*/ 764857 h 1903571"/>
                <a:gd name="connsiteX4747" fmla="*/ 5212080 w 5542597"/>
                <a:gd name="connsiteY4747" fmla="*/ 762000 h 1903571"/>
                <a:gd name="connsiteX4748" fmla="*/ 5205412 w 5542597"/>
                <a:gd name="connsiteY4748" fmla="*/ 758190 h 1903571"/>
                <a:gd name="connsiteX4749" fmla="*/ 5202555 w 5542597"/>
                <a:gd name="connsiteY4749" fmla="*/ 755332 h 1903571"/>
                <a:gd name="connsiteX4750" fmla="*/ 5200174 w 5542597"/>
                <a:gd name="connsiteY4750" fmla="*/ 750094 h 1903571"/>
                <a:gd name="connsiteX4751" fmla="*/ 5200650 w 5542597"/>
                <a:gd name="connsiteY4751" fmla="*/ 743426 h 1903571"/>
                <a:gd name="connsiteX4752" fmla="*/ 5202079 w 5542597"/>
                <a:gd name="connsiteY4752" fmla="*/ 738664 h 1903571"/>
                <a:gd name="connsiteX4753" fmla="*/ 5203984 w 5542597"/>
                <a:gd name="connsiteY4753" fmla="*/ 734378 h 1903571"/>
                <a:gd name="connsiteX4754" fmla="*/ 5206366 w 5542597"/>
                <a:gd name="connsiteY4754" fmla="*/ 737235 h 1903571"/>
                <a:gd name="connsiteX4755" fmla="*/ 5213033 w 5542597"/>
                <a:gd name="connsiteY4755" fmla="*/ 736759 h 1903571"/>
                <a:gd name="connsiteX4756" fmla="*/ 5215891 w 5542597"/>
                <a:gd name="connsiteY4756" fmla="*/ 735330 h 1903571"/>
                <a:gd name="connsiteX4757" fmla="*/ 5216366 w 5542597"/>
                <a:gd name="connsiteY4757" fmla="*/ 732473 h 1903571"/>
                <a:gd name="connsiteX4758" fmla="*/ 5215414 w 5542597"/>
                <a:gd name="connsiteY4758" fmla="*/ 728663 h 1903571"/>
                <a:gd name="connsiteX4759" fmla="*/ 5217318 w 5542597"/>
                <a:gd name="connsiteY4759" fmla="*/ 727234 h 1903571"/>
                <a:gd name="connsiteX4760" fmla="*/ 5220653 w 5542597"/>
                <a:gd name="connsiteY4760" fmla="*/ 727234 h 1903571"/>
                <a:gd name="connsiteX4761" fmla="*/ 5221129 w 5542597"/>
                <a:gd name="connsiteY4761" fmla="*/ 724853 h 1903571"/>
                <a:gd name="connsiteX4762" fmla="*/ 5222081 w 5542597"/>
                <a:gd name="connsiteY4762" fmla="*/ 723424 h 1903571"/>
                <a:gd name="connsiteX4763" fmla="*/ 5223510 w 5542597"/>
                <a:gd name="connsiteY4763" fmla="*/ 725329 h 1903571"/>
                <a:gd name="connsiteX4764" fmla="*/ 5223510 w 5542597"/>
                <a:gd name="connsiteY4764" fmla="*/ 731520 h 1903571"/>
                <a:gd name="connsiteX4765" fmla="*/ 5226368 w 5542597"/>
                <a:gd name="connsiteY4765" fmla="*/ 732949 h 1903571"/>
                <a:gd name="connsiteX4766" fmla="*/ 5230178 w 5542597"/>
                <a:gd name="connsiteY4766" fmla="*/ 734378 h 1903571"/>
                <a:gd name="connsiteX4767" fmla="*/ 5231606 w 5542597"/>
                <a:gd name="connsiteY4767" fmla="*/ 733901 h 1903571"/>
                <a:gd name="connsiteX4768" fmla="*/ 5233035 w 5542597"/>
                <a:gd name="connsiteY4768" fmla="*/ 733425 h 1903571"/>
                <a:gd name="connsiteX4769" fmla="*/ 5235416 w 5542597"/>
                <a:gd name="connsiteY4769" fmla="*/ 731044 h 1903571"/>
                <a:gd name="connsiteX4770" fmla="*/ 5240179 w 5542597"/>
                <a:gd name="connsiteY4770" fmla="*/ 724853 h 1903571"/>
                <a:gd name="connsiteX4771" fmla="*/ 5243512 w 5542597"/>
                <a:gd name="connsiteY4771" fmla="*/ 721995 h 1903571"/>
                <a:gd name="connsiteX4772" fmla="*/ 5243037 w 5542597"/>
                <a:gd name="connsiteY4772" fmla="*/ 726758 h 1903571"/>
                <a:gd name="connsiteX4773" fmla="*/ 5241131 w 5542597"/>
                <a:gd name="connsiteY4773" fmla="*/ 733425 h 1903571"/>
                <a:gd name="connsiteX4774" fmla="*/ 5240179 w 5542597"/>
                <a:gd name="connsiteY4774" fmla="*/ 735330 h 1903571"/>
                <a:gd name="connsiteX4775" fmla="*/ 5237797 w 5542597"/>
                <a:gd name="connsiteY4775" fmla="*/ 737711 h 1903571"/>
                <a:gd name="connsiteX4776" fmla="*/ 5236368 w 5542597"/>
                <a:gd name="connsiteY4776" fmla="*/ 742474 h 1903571"/>
                <a:gd name="connsiteX4777" fmla="*/ 5235893 w 5542597"/>
                <a:gd name="connsiteY4777" fmla="*/ 743903 h 1903571"/>
                <a:gd name="connsiteX4778" fmla="*/ 5232083 w 5542597"/>
                <a:gd name="connsiteY4778" fmla="*/ 742474 h 1903571"/>
                <a:gd name="connsiteX4779" fmla="*/ 5229225 w 5542597"/>
                <a:gd name="connsiteY4779" fmla="*/ 742950 h 1903571"/>
                <a:gd name="connsiteX4780" fmla="*/ 5231130 w 5542597"/>
                <a:gd name="connsiteY4780" fmla="*/ 748189 h 1903571"/>
                <a:gd name="connsiteX4781" fmla="*/ 5234464 w 5542597"/>
                <a:gd name="connsiteY4781" fmla="*/ 751999 h 1903571"/>
                <a:gd name="connsiteX4782" fmla="*/ 5238274 w 5542597"/>
                <a:gd name="connsiteY4782" fmla="*/ 755809 h 1903571"/>
                <a:gd name="connsiteX4783" fmla="*/ 5242084 w 5542597"/>
                <a:gd name="connsiteY4783" fmla="*/ 758190 h 1903571"/>
                <a:gd name="connsiteX4784" fmla="*/ 5243512 w 5542597"/>
                <a:gd name="connsiteY4784" fmla="*/ 758190 h 1903571"/>
                <a:gd name="connsiteX4785" fmla="*/ 5243989 w 5542597"/>
                <a:gd name="connsiteY4785" fmla="*/ 759143 h 1903571"/>
                <a:gd name="connsiteX4786" fmla="*/ 5243989 w 5542597"/>
                <a:gd name="connsiteY4786" fmla="*/ 761524 h 1903571"/>
                <a:gd name="connsiteX4787" fmla="*/ 5243512 w 5542597"/>
                <a:gd name="connsiteY4787" fmla="*/ 767239 h 1903571"/>
                <a:gd name="connsiteX4788" fmla="*/ 5243989 w 5542597"/>
                <a:gd name="connsiteY4788" fmla="*/ 770573 h 1903571"/>
                <a:gd name="connsiteX4789" fmla="*/ 5247322 w 5542597"/>
                <a:gd name="connsiteY4789" fmla="*/ 772478 h 1903571"/>
                <a:gd name="connsiteX4790" fmla="*/ 5250656 w 5542597"/>
                <a:gd name="connsiteY4790" fmla="*/ 773430 h 1903571"/>
                <a:gd name="connsiteX4791" fmla="*/ 5271612 w 5542597"/>
                <a:gd name="connsiteY4791" fmla="*/ 772954 h 1903571"/>
                <a:gd name="connsiteX4792" fmla="*/ 5278755 w 5542597"/>
                <a:gd name="connsiteY4792" fmla="*/ 772001 h 1903571"/>
                <a:gd name="connsiteX4793" fmla="*/ 5289233 w 5542597"/>
                <a:gd name="connsiteY4793" fmla="*/ 766763 h 1903571"/>
                <a:gd name="connsiteX4794" fmla="*/ 5293518 w 5542597"/>
                <a:gd name="connsiteY4794" fmla="*/ 766286 h 1903571"/>
                <a:gd name="connsiteX4795" fmla="*/ 5297805 w 5542597"/>
                <a:gd name="connsiteY4795" fmla="*/ 766763 h 1903571"/>
                <a:gd name="connsiteX4796" fmla="*/ 5310664 w 5542597"/>
                <a:gd name="connsiteY4796" fmla="*/ 769620 h 1903571"/>
                <a:gd name="connsiteX4797" fmla="*/ 5325904 w 5542597"/>
                <a:gd name="connsiteY4797" fmla="*/ 773906 h 1903571"/>
                <a:gd name="connsiteX4798" fmla="*/ 5332095 w 5542597"/>
                <a:gd name="connsiteY4798" fmla="*/ 780574 h 1903571"/>
                <a:gd name="connsiteX4799" fmla="*/ 5334000 w 5542597"/>
                <a:gd name="connsiteY4799" fmla="*/ 787241 h 1903571"/>
                <a:gd name="connsiteX4800" fmla="*/ 5334953 w 5542597"/>
                <a:gd name="connsiteY4800" fmla="*/ 794385 h 1903571"/>
                <a:gd name="connsiteX4801" fmla="*/ 5334000 w 5542597"/>
                <a:gd name="connsiteY4801" fmla="*/ 797243 h 1903571"/>
                <a:gd name="connsiteX4802" fmla="*/ 5334000 w 5542597"/>
                <a:gd name="connsiteY4802" fmla="*/ 799624 h 1903571"/>
                <a:gd name="connsiteX4803" fmla="*/ 5338762 w 5542597"/>
                <a:gd name="connsiteY4803" fmla="*/ 802957 h 1903571"/>
                <a:gd name="connsiteX4804" fmla="*/ 5345430 w 5542597"/>
                <a:gd name="connsiteY4804" fmla="*/ 807244 h 1903571"/>
                <a:gd name="connsiteX4805" fmla="*/ 5346859 w 5542597"/>
                <a:gd name="connsiteY4805" fmla="*/ 808196 h 1903571"/>
                <a:gd name="connsiteX4806" fmla="*/ 5348287 w 5542597"/>
                <a:gd name="connsiteY4806" fmla="*/ 810101 h 1903571"/>
                <a:gd name="connsiteX4807" fmla="*/ 5349716 w 5542597"/>
                <a:gd name="connsiteY4807" fmla="*/ 811054 h 1903571"/>
                <a:gd name="connsiteX4808" fmla="*/ 5354479 w 5542597"/>
                <a:gd name="connsiteY4808" fmla="*/ 811530 h 1903571"/>
                <a:gd name="connsiteX4809" fmla="*/ 5358289 w 5542597"/>
                <a:gd name="connsiteY4809" fmla="*/ 810578 h 1903571"/>
                <a:gd name="connsiteX4810" fmla="*/ 5362099 w 5542597"/>
                <a:gd name="connsiteY4810" fmla="*/ 810101 h 1903571"/>
                <a:gd name="connsiteX4811" fmla="*/ 5369243 w 5542597"/>
                <a:gd name="connsiteY4811" fmla="*/ 812482 h 1903571"/>
                <a:gd name="connsiteX4812" fmla="*/ 5377816 w 5542597"/>
                <a:gd name="connsiteY4812" fmla="*/ 815340 h 1903571"/>
                <a:gd name="connsiteX4813" fmla="*/ 5386387 w 5542597"/>
                <a:gd name="connsiteY4813" fmla="*/ 820103 h 1903571"/>
                <a:gd name="connsiteX4814" fmla="*/ 5390197 w 5542597"/>
                <a:gd name="connsiteY4814" fmla="*/ 822960 h 1903571"/>
                <a:gd name="connsiteX4815" fmla="*/ 5397341 w 5542597"/>
                <a:gd name="connsiteY4815" fmla="*/ 830104 h 1903571"/>
                <a:gd name="connsiteX4816" fmla="*/ 5400675 w 5542597"/>
                <a:gd name="connsiteY4816" fmla="*/ 832485 h 1903571"/>
                <a:gd name="connsiteX4817" fmla="*/ 5406391 w 5542597"/>
                <a:gd name="connsiteY4817" fmla="*/ 834866 h 1903571"/>
                <a:gd name="connsiteX4818" fmla="*/ 5408772 w 5542597"/>
                <a:gd name="connsiteY4818" fmla="*/ 835343 h 1903571"/>
                <a:gd name="connsiteX4819" fmla="*/ 5410676 w 5542597"/>
                <a:gd name="connsiteY4819" fmla="*/ 834866 h 1903571"/>
                <a:gd name="connsiteX4820" fmla="*/ 5414962 w 5542597"/>
                <a:gd name="connsiteY4820" fmla="*/ 831056 h 1903571"/>
                <a:gd name="connsiteX4821" fmla="*/ 5417820 w 5542597"/>
                <a:gd name="connsiteY4821" fmla="*/ 828675 h 1903571"/>
                <a:gd name="connsiteX4822" fmla="*/ 5420201 w 5542597"/>
                <a:gd name="connsiteY4822" fmla="*/ 825341 h 1903571"/>
                <a:gd name="connsiteX4823" fmla="*/ 5420678 w 5542597"/>
                <a:gd name="connsiteY4823" fmla="*/ 828199 h 1903571"/>
                <a:gd name="connsiteX4824" fmla="*/ 5420678 w 5542597"/>
                <a:gd name="connsiteY4824" fmla="*/ 830580 h 1903571"/>
                <a:gd name="connsiteX4825" fmla="*/ 5418297 w 5542597"/>
                <a:gd name="connsiteY4825" fmla="*/ 832485 h 1903571"/>
                <a:gd name="connsiteX4826" fmla="*/ 5418297 w 5542597"/>
                <a:gd name="connsiteY4826" fmla="*/ 835343 h 1903571"/>
                <a:gd name="connsiteX4827" fmla="*/ 5422106 w 5542597"/>
                <a:gd name="connsiteY4827" fmla="*/ 838676 h 1903571"/>
                <a:gd name="connsiteX4828" fmla="*/ 5425916 w 5542597"/>
                <a:gd name="connsiteY4828" fmla="*/ 839153 h 1903571"/>
                <a:gd name="connsiteX4829" fmla="*/ 5431155 w 5542597"/>
                <a:gd name="connsiteY4829" fmla="*/ 838200 h 1903571"/>
                <a:gd name="connsiteX4830" fmla="*/ 5432584 w 5542597"/>
                <a:gd name="connsiteY4830" fmla="*/ 836771 h 1903571"/>
                <a:gd name="connsiteX4831" fmla="*/ 5434012 w 5542597"/>
                <a:gd name="connsiteY4831" fmla="*/ 834390 h 1903571"/>
                <a:gd name="connsiteX4832" fmla="*/ 5433060 w 5542597"/>
                <a:gd name="connsiteY4832" fmla="*/ 826770 h 1903571"/>
                <a:gd name="connsiteX4833" fmla="*/ 5434489 w 5542597"/>
                <a:gd name="connsiteY4833" fmla="*/ 825818 h 1903571"/>
                <a:gd name="connsiteX4834" fmla="*/ 5438299 w 5542597"/>
                <a:gd name="connsiteY4834" fmla="*/ 827246 h 1903571"/>
                <a:gd name="connsiteX4835" fmla="*/ 5439728 w 5542597"/>
                <a:gd name="connsiteY4835" fmla="*/ 829628 h 1903571"/>
                <a:gd name="connsiteX4836" fmla="*/ 5440204 w 5542597"/>
                <a:gd name="connsiteY4836" fmla="*/ 832009 h 1903571"/>
                <a:gd name="connsiteX4837" fmla="*/ 5441633 w 5542597"/>
                <a:gd name="connsiteY4837" fmla="*/ 832485 h 1903571"/>
                <a:gd name="connsiteX4838" fmla="*/ 5451634 w 5542597"/>
                <a:gd name="connsiteY4838" fmla="*/ 832009 h 1903571"/>
                <a:gd name="connsiteX4839" fmla="*/ 5452587 w 5542597"/>
                <a:gd name="connsiteY4839" fmla="*/ 831056 h 1903571"/>
                <a:gd name="connsiteX4840" fmla="*/ 5452110 w 5542597"/>
                <a:gd name="connsiteY4840" fmla="*/ 828675 h 1903571"/>
                <a:gd name="connsiteX4841" fmla="*/ 5450681 w 5542597"/>
                <a:gd name="connsiteY4841" fmla="*/ 826770 h 1903571"/>
                <a:gd name="connsiteX4842" fmla="*/ 5448776 w 5542597"/>
                <a:gd name="connsiteY4842" fmla="*/ 824865 h 1903571"/>
                <a:gd name="connsiteX4843" fmla="*/ 5444491 w 5542597"/>
                <a:gd name="connsiteY4843" fmla="*/ 822960 h 1903571"/>
                <a:gd name="connsiteX4844" fmla="*/ 5439728 w 5542597"/>
                <a:gd name="connsiteY4844" fmla="*/ 821531 h 1903571"/>
                <a:gd name="connsiteX4845" fmla="*/ 5436393 w 5542597"/>
                <a:gd name="connsiteY4845" fmla="*/ 821531 h 1903571"/>
                <a:gd name="connsiteX4846" fmla="*/ 5434489 w 5542597"/>
                <a:gd name="connsiteY4846" fmla="*/ 820579 h 1903571"/>
                <a:gd name="connsiteX4847" fmla="*/ 5434966 w 5542597"/>
                <a:gd name="connsiteY4847" fmla="*/ 818674 h 1903571"/>
                <a:gd name="connsiteX4848" fmla="*/ 5434012 w 5542597"/>
                <a:gd name="connsiteY4848" fmla="*/ 816293 h 1903571"/>
                <a:gd name="connsiteX4849" fmla="*/ 5434489 w 5542597"/>
                <a:gd name="connsiteY4849" fmla="*/ 814864 h 1903571"/>
                <a:gd name="connsiteX4850" fmla="*/ 5437822 w 5542597"/>
                <a:gd name="connsiteY4850" fmla="*/ 812959 h 1903571"/>
                <a:gd name="connsiteX4851" fmla="*/ 5438299 w 5542597"/>
                <a:gd name="connsiteY4851" fmla="*/ 811530 h 1903571"/>
                <a:gd name="connsiteX4852" fmla="*/ 5434966 w 5542597"/>
                <a:gd name="connsiteY4852" fmla="*/ 809625 h 1903571"/>
                <a:gd name="connsiteX4853" fmla="*/ 5431155 w 5542597"/>
                <a:gd name="connsiteY4853" fmla="*/ 809149 h 1903571"/>
                <a:gd name="connsiteX4854" fmla="*/ 5428297 w 5542597"/>
                <a:gd name="connsiteY4854" fmla="*/ 810101 h 1903571"/>
                <a:gd name="connsiteX4855" fmla="*/ 5429250 w 5542597"/>
                <a:gd name="connsiteY4855" fmla="*/ 808196 h 1903571"/>
                <a:gd name="connsiteX4856" fmla="*/ 5431155 w 5542597"/>
                <a:gd name="connsiteY4856" fmla="*/ 806768 h 1903571"/>
                <a:gd name="connsiteX4857" fmla="*/ 5434966 w 5542597"/>
                <a:gd name="connsiteY4857" fmla="*/ 806291 h 1903571"/>
                <a:gd name="connsiteX4858" fmla="*/ 5438299 w 5542597"/>
                <a:gd name="connsiteY4858" fmla="*/ 806291 h 1903571"/>
                <a:gd name="connsiteX4859" fmla="*/ 5444966 w 5542597"/>
                <a:gd name="connsiteY4859" fmla="*/ 804863 h 1903571"/>
                <a:gd name="connsiteX4860" fmla="*/ 5451634 w 5542597"/>
                <a:gd name="connsiteY4860" fmla="*/ 802005 h 1903571"/>
                <a:gd name="connsiteX4861" fmla="*/ 5454968 w 5542597"/>
                <a:gd name="connsiteY4861" fmla="*/ 800100 h 1903571"/>
                <a:gd name="connsiteX4862" fmla="*/ 5458301 w 5542597"/>
                <a:gd name="connsiteY4862" fmla="*/ 797243 h 1903571"/>
                <a:gd name="connsiteX4863" fmla="*/ 5457825 w 5542597"/>
                <a:gd name="connsiteY4863" fmla="*/ 792956 h 1903571"/>
                <a:gd name="connsiteX4864" fmla="*/ 5455443 w 5542597"/>
                <a:gd name="connsiteY4864" fmla="*/ 788670 h 1903571"/>
                <a:gd name="connsiteX4865" fmla="*/ 5452587 w 5542597"/>
                <a:gd name="connsiteY4865" fmla="*/ 787718 h 1903571"/>
                <a:gd name="connsiteX4866" fmla="*/ 5448776 w 5542597"/>
                <a:gd name="connsiteY4866" fmla="*/ 787718 h 1903571"/>
                <a:gd name="connsiteX4867" fmla="*/ 5445918 w 5542597"/>
                <a:gd name="connsiteY4867" fmla="*/ 787241 h 1903571"/>
                <a:gd name="connsiteX4868" fmla="*/ 5442585 w 5542597"/>
                <a:gd name="connsiteY4868" fmla="*/ 786289 h 1903571"/>
                <a:gd name="connsiteX4869" fmla="*/ 5454968 w 5542597"/>
                <a:gd name="connsiteY4869" fmla="*/ 784860 h 1903571"/>
                <a:gd name="connsiteX4870" fmla="*/ 5455920 w 5542597"/>
                <a:gd name="connsiteY4870" fmla="*/ 783431 h 1903571"/>
                <a:gd name="connsiteX4871" fmla="*/ 5458301 w 5542597"/>
                <a:gd name="connsiteY4871" fmla="*/ 776764 h 1903571"/>
                <a:gd name="connsiteX4872" fmla="*/ 5457349 w 5542597"/>
                <a:gd name="connsiteY4872" fmla="*/ 774859 h 1903571"/>
                <a:gd name="connsiteX4873" fmla="*/ 5454968 w 5542597"/>
                <a:gd name="connsiteY4873" fmla="*/ 775335 h 1903571"/>
                <a:gd name="connsiteX4874" fmla="*/ 5451158 w 5542597"/>
                <a:gd name="connsiteY4874" fmla="*/ 775335 h 1903571"/>
                <a:gd name="connsiteX4875" fmla="*/ 5452110 w 5542597"/>
                <a:gd name="connsiteY4875" fmla="*/ 773906 h 1903571"/>
                <a:gd name="connsiteX4876" fmla="*/ 5453062 w 5542597"/>
                <a:gd name="connsiteY4876" fmla="*/ 772478 h 1903571"/>
                <a:gd name="connsiteX4877" fmla="*/ 5446395 w 5542597"/>
                <a:gd name="connsiteY4877" fmla="*/ 766286 h 1903571"/>
                <a:gd name="connsiteX4878" fmla="*/ 5438775 w 5542597"/>
                <a:gd name="connsiteY4878" fmla="*/ 762476 h 1903571"/>
                <a:gd name="connsiteX4879" fmla="*/ 5440680 w 5542597"/>
                <a:gd name="connsiteY4879" fmla="*/ 761524 h 1903571"/>
                <a:gd name="connsiteX4880" fmla="*/ 5444491 w 5542597"/>
                <a:gd name="connsiteY4880" fmla="*/ 762000 h 1903571"/>
                <a:gd name="connsiteX4881" fmla="*/ 5450681 w 5542597"/>
                <a:gd name="connsiteY4881" fmla="*/ 762953 h 1903571"/>
                <a:gd name="connsiteX4882" fmla="*/ 5454491 w 5542597"/>
                <a:gd name="connsiteY4882" fmla="*/ 765810 h 1903571"/>
                <a:gd name="connsiteX4883" fmla="*/ 5455920 w 5542597"/>
                <a:gd name="connsiteY4883" fmla="*/ 767715 h 1903571"/>
                <a:gd name="connsiteX4884" fmla="*/ 5457349 w 5542597"/>
                <a:gd name="connsiteY4884" fmla="*/ 768668 h 1903571"/>
                <a:gd name="connsiteX4885" fmla="*/ 5460683 w 5542597"/>
                <a:gd name="connsiteY4885" fmla="*/ 768668 h 1903571"/>
                <a:gd name="connsiteX4886" fmla="*/ 5466874 w 5542597"/>
                <a:gd name="connsiteY4886" fmla="*/ 770096 h 1903571"/>
                <a:gd name="connsiteX4887" fmla="*/ 5467350 w 5542597"/>
                <a:gd name="connsiteY4887" fmla="*/ 772001 h 1903571"/>
                <a:gd name="connsiteX4888" fmla="*/ 5468303 w 5542597"/>
                <a:gd name="connsiteY4888" fmla="*/ 772478 h 1903571"/>
                <a:gd name="connsiteX4889" fmla="*/ 5472589 w 5542597"/>
                <a:gd name="connsiteY4889" fmla="*/ 772001 h 1903571"/>
                <a:gd name="connsiteX4890" fmla="*/ 5483543 w 5542597"/>
                <a:gd name="connsiteY4890" fmla="*/ 770573 h 1903571"/>
                <a:gd name="connsiteX4891" fmla="*/ 5486876 w 5542597"/>
                <a:gd name="connsiteY4891" fmla="*/ 771049 h 1903571"/>
                <a:gd name="connsiteX4892" fmla="*/ 5492116 w 5542597"/>
                <a:gd name="connsiteY4892" fmla="*/ 772478 h 1903571"/>
                <a:gd name="connsiteX4893" fmla="*/ 5493543 w 5542597"/>
                <a:gd name="connsiteY4893" fmla="*/ 772478 h 1903571"/>
                <a:gd name="connsiteX4894" fmla="*/ 5495925 w 5542597"/>
                <a:gd name="connsiteY4894" fmla="*/ 772001 h 1903571"/>
                <a:gd name="connsiteX4895" fmla="*/ 5497354 w 5542597"/>
                <a:gd name="connsiteY4895" fmla="*/ 769620 h 1903571"/>
                <a:gd name="connsiteX4896" fmla="*/ 5494972 w 5542597"/>
                <a:gd name="connsiteY4896" fmla="*/ 765334 h 1903571"/>
                <a:gd name="connsiteX4897" fmla="*/ 5489258 w 5542597"/>
                <a:gd name="connsiteY4897" fmla="*/ 761524 h 1903571"/>
                <a:gd name="connsiteX4898" fmla="*/ 5485447 w 5542597"/>
                <a:gd name="connsiteY4898" fmla="*/ 758666 h 1903571"/>
                <a:gd name="connsiteX4899" fmla="*/ 5484018 w 5542597"/>
                <a:gd name="connsiteY4899" fmla="*/ 756285 h 1903571"/>
                <a:gd name="connsiteX4900" fmla="*/ 5484972 w 5542597"/>
                <a:gd name="connsiteY4900" fmla="*/ 755332 h 1903571"/>
                <a:gd name="connsiteX4901" fmla="*/ 5486400 w 5542597"/>
                <a:gd name="connsiteY4901" fmla="*/ 755332 h 1903571"/>
                <a:gd name="connsiteX4902" fmla="*/ 5491639 w 5542597"/>
                <a:gd name="connsiteY4902" fmla="*/ 759143 h 1903571"/>
                <a:gd name="connsiteX4903" fmla="*/ 5495449 w 5542597"/>
                <a:gd name="connsiteY4903" fmla="*/ 761524 h 1903571"/>
                <a:gd name="connsiteX4904" fmla="*/ 5499259 w 5542597"/>
                <a:gd name="connsiteY4904" fmla="*/ 763429 h 1903571"/>
                <a:gd name="connsiteX4905" fmla="*/ 5503068 w 5542597"/>
                <a:gd name="connsiteY4905" fmla="*/ 764381 h 1903571"/>
                <a:gd name="connsiteX4906" fmla="*/ 5510689 w 5542597"/>
                <a:gd name="connsiteY4906" fmla="*/ 765810 h 1903571"/>
                <a:gd name="connsiteX4907" fmla="*/ 5514499 w 5542597"/>
                <a:gd name="connsiteY4907" fmla="*/ 763905 h 1903571"/>
                <a:gd name="connsiteX4908" fmla="*/ 5514975 w 5542597"/>
                <a:gd name="connsiteY4908" fmla="*/ 760571 h 1903571"/>
                <a:gd name="connsiteX4909" fmla="*/ 5514022 w 5542597"/>
                <a:gd name="connsiteY4909" fmla="*/ 754380 h 1903571"/>
                <a:gd name="connsiteX4910" fmla="*/ 5514975 w 5542597"/>
                <a:gd name="connsiteY4910" fmla="*/ 751999 h 1903571"/>
                <a:gd name="connsiteX4911" fmla="*/ 5519737 w 5542597"/>
                <a:gd name="connsiteY4911" fmla="*/ 748665 h 1903571"/>
                <a:gd name="connsiteX4912" fmla="*/ 5527834 w 5542597"/>
                <a:gd name="connsiteY4912" fmla="*/ 743903 h 1903571"/>
                <a:gd name="connsiteX4913" fmla="*/ 5533072 w 5542597"/>
                <a:gd name="connsiteY4913" fmla="*/ 742474 h 1903571"/>
                <a:gd name="connsiteX4914" fmla="*/ 5534978 w 5542597"/>
                <a:gd name="connsiteY4914" fmla="*/ 742950 h 1903571"/>
                <a:gd name="connsiteX4915" fmla="*/ 5536883 w 5542597"/>
                <a:gd name="connsiteY4915" fmla="*/ 744379 h 1903571"/>
                <a:gd name="connsiteX4916" fmla="*/ 5539264 w 5542597"/>
                <a:gd name="connsiteY4916" fmla="*/ 744855 h 1903571"/>
                <a:gd name="connsiteX4917" fmla="*/ 5542597 w 5542597"/>
                <a:gd name="connsiteY4917" fmla="*/ 741521 h 190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Lst>
              <a:rect l="l" t="t" r="r" b="b"/>
              <a:pathLst>
                <a:path w="5542597" h="1903571">
                  <a:moveTo>
                    <a:pt x="5540693" y="736759"/>
                  </a:moveTo>
                  <a:lnTo>
                    <a:pt x="5537359" y="735330"/>
                  </a:lnTo>
                  <a:lnTo>
                    <a:pt x="5524976" y="734854"/>
                  </a:lnTo>
                  <a:lnTo>
                    <a:pt x="5526881" y="733425"/>
                  </a:lnTo>
                  <a:lnTo>
                    <a:pt x="5526405" y="731520"/>
                  </a:lnTo>
                  <a:lnTo>
                    <a:pt x="5524976" y="729139"/>
                  </a:lnTo>
                  <a:lnTo>
                    <a:pt x="5523072" y="728186"/>
                  </a:lnTo>
                  <a:lnTo>
                    <a:pt x="5521166" y="727710"/>
                  </a:lnTo>
                  <a:lnTo>
                    <a:pt x="5516880" y="729139"/>
                  </a:lnTo>
                  <a:lnTo>
                    <a:pt x="5512593" y="730568"/>
                  </a:lnTo>
                  <a:lnTo>
                    <a:pt x="5514975" y="728186"/>
                  </a:lnTo>
                  <a:lnTo>
                    <a:pt x="5517356" y="726758"/>
                  </a:lnTo>
                  <a:lnTo>
                    <a:pt x="5515928" y="725329"/>
                  </a:lnTo>
                  <a:lnTo>
                    <a:pt x="5514499" y="724376"/>
                  </a:lnTo>
                  <a:lnTo>
                    <a:pt x="5501641" y="714851"/>
                  </a:lnTo>
                  <a:lnTo>
                    <a:pt x="5494497" y="711041"/>
                  </a:lnTo>
                  <a:lnTo>
                    <a:pt x="5486876" y="706279"/>
                  </a:lnTo>
                  <a:lnTo>
                    <a:pt x="5480209" y="698183"/>
                  </a:lnTo>
                  <a:lnTo>
                    <a:pt x="5472112" y="691991"/>
                  </a:lnTo>
                  <a:lnTo>
                    <a:pt x="5464493" y="689610"/>
                  </a:lnTo>
                  <a:lnTo>
                    <a:pt x="5455920" y="690086"/>
                  </a:lnTo>
                  <a:lnTo>
                    <a:pt x="5450205" y="688658"/>
                  </a:lnTo>
                  <a:lnTo>
                    <a:pt x="5444014" y="686753"/>
                  </a:lnTo>
                  <a:lnTo>
                    <a:pt x="5431155" y="684371"/>
                  </a:lnTo>
                  <a:lnTo>
                    <a:pt x="5431155" y="686276"/>
                  </a:lnTo>
                  <a:lnTo>
                    <a:pt x="5445443" y="689134"/>
                  </a:lnTo>
                  <a:lnTo>
                    <a:pt x="5447824" y="690563"/>
                  </a:lnTo>
                  <a:lnTo>
                    <a:pt x="5446872" y="691991"/>
                  </a:lnTo>
                  <a:lnTo>
                    <a:pt x="5443537" y="692468"/>
                  </a:lnTo>
                  <a:lnTo>
                    <a:pt x="5432584" y="691515"/>
                  </a:lnTo>
                  <a:lnTo>
                    <a:pt x="5429250" y="690563"/>
                  </a:lnTo>
                  <a:lnTo>
                    <a:pt x="5426393" y="688181"/>
                  </a:lnTo>
                  <a:lnTo>
                    <a:pt x="5424964" y="688658"/>
                  </a:lnTo>
                  <a:lnTo>
                    <a:pt x="5423535" y="690086"/>
                  </a:lnTo>
                  <a:lnTo>
                    <a:pt x="5424012" y="692944"/>
                  </a:lnTo>
                  <a:lnTo>
                    <a:pt x="5425441" y="695801"/>
                  </a:lnTo>
                  <a:lnTo>
                    <a:pt x="5422583" y="697230"/>
                  </a:lnTo>
                  <a:lnTo>
                    <a:pt x="5419725" y="696754"/>
                  </a:lnTo>
                  <a:lnTo>
                    <a:pt x="5419725" y="693420"/>
                  </a:lnTo>
                  <a:lnTo>
                    <a:pt x="5420201" y="690563"/>
                  </a:lnTo>
                  <a:lnTo>
                    <a:pt x="5423535" y="686276"/>
                  </a:lnTo>
                  <a:lnTo>
                    <a:pt x="5425441" y="684848"/>
                  </a:lnTo>
                  <a:lnTo>
                    <a:pt x="5425916" y="683895"/>
                  </a:lnTo>
                  <a:lnTo>
                    <a:pt x="5414487" y="681990"/>
                  </a:lnTo>
                  <a:lnTo>
                    <a:pt x="5411153" y="680561"/>
                  </a:lnTo>
                  <a:lnTo>
                    <a:pt x="5408295" y="679609"/>
                  </a:lnTo>
                  <a:lnTo>
                    <a:pt x="5401151" y="681990"/>
                  </a:lnTo>
                  <a:lnTo>
                    <a:pt x="5382101" y="681990"/>
                  </a:lnTo>
                  <a:lnTo>
                    <a:pt x="5378768" y="682943"/>
                  </a:lnTo>
                  <a:lnTo>
                    <a:pt x="5378291" y="684371"/>
                  </a:lnTo>
                  <a:lnTo>
                    <a:pt x="5379720" y="685324"/>
                  </a:lnTo>
                  <a:lnTo>
                    <a:pt x="5382578" y="685800"/>
                  </a:lnTo>
                  <a:lnTo>
                    <a:pt x="5385435" y="685800"/>
                  </a:lnTo>
                  <a:lnTo>
                    <a:pt x="5387816" y="688181"/>
                  </a:lnTo>
                  <a:lnTo>
                    <a:pt x="5392103" y="689134"/>
                  </a:lnTo>
                  <a:lnTo>
                    <a:pt x="5394484" y="691515"/>
                  </a:lnTo>
                  <a:lnTo>
                    <a:pt x="5395912" y="695325"/>
                  </a:lnTo>
                  <a:lnTo>
                    <a:pt x="5396866" y="697706"/>
                  </a:lnTo>
                  <a:lnTo>
                    <a:pt x="5396866" y="700564"/>
                  </a:lnTo>
                  <a:lnTo>
                    <a:pt x="5395437" y="705803"/>
                  </a:lnTo>
                  <a:lnTo>
                    <a:pt x="5392579" y="707708"/>
                  </a:lnTo>
                  <a:lnTo>
                    <a:pt x="5389245" y="709136"/>
                  </a:lnTo>
                  <a:lnTo>
                    <a:pt x="5390674" y="711994"/>
                  </a:lnTo>
                  <a:lnTo>
                    <a:pt x="5394008" y="714375"/>
                  </a:lnTo>
                  <a:lnTo>
                    <a:pt x="5400199" y="715328"/>
                  </a:lnTo>
                  <a:lnTo>
                    <a:pt x="5402580" y="717233"/>
                  </a:lnTo>
                  <a:lnTo>
                    <a:pt x="5404962" y="720090"/>
                  </a:lnTo>
                  <a:lnTo>
                    <a:pt x="5403056" y="723900"/>
                  </a:lnTo>
                  <a:lnTo>
                    <a:pt x="5400675" y="727234"/>
                  </a:lnTo>
                  <a:lnTo>
                    <a:pt x="5398770" y="728663"/>
                  </a:lnTo>
                  <a:lnTo>
                    <a:pt x="5397341" y="730568"/>
                  </a:lnTo>
                  <a:lnTo>
                    <a:pt x="5396389" y="731520"/>
                  </a:lnTo>
                  <a:lnTo>
                    <a:pt x="5394960" y="731520"/>
                  </a:lnTo>
                  <a:lnTo>
                    <a:pt x="5396866" y="722948"/>
                  </a:lnTo>
                  <a:lnTo>
                    <a:pt x="5394484" y="718185"/>
                  </a:lnTo>
                  <a:lnTo>
                    <a:pt x="5390197" y="719138"/>
                  </a:lnTo>
                  <a:lnTo>
                    <a:pt x="5388768" y="720566"/>
                  </a:lnTo>
                  <a:lnTo>
                    <a:pt x="5384959" y="724853"/>
                  </a:lnTo>
                  <a:lnTo>
                    <a:pt x="5384006" y="725329"/>
                  </a:lnTo>
                  <a:lnTo>
                    <a:pt x="5383054" y="723900"/>
                  </a:lnTo>
                  <a:lnTo>
                    <a:pt x="5381625" y="720566"/>
                  </a:lnTo>
                  <a:lnTo>
                    <a:pt x="5381149" y="716756"/>
                  </a:lnTo>
                  <a:lnTo>
                    <a:pt x="5380197" y="714375"/>
                  </a:lnTo>
                  <a:lnTo>
                    <a:pt x="5376387" y="711518"/>
                  </a:lnTo>
                  <a:lnTo>
                    <a:pt x="5374481" y="710565"/>
                  </a:lnTo>
                  <a:lnTo>
                    <a:pt x="5367814" y="710089"/>
                  </a:lnTo>
                  <a:lnTo>
                    <a:pt x="5365909" y="709613"/>
                  </a:lnTo>
                  <a:lnTo>
                    <a:pt x="5367814" y="703898"/>
                  </a:lnTo>
                  <a:lnTo>
                    <a:pt x="5371147" y="700564"/>
                  </a:lnTo>
                  <a:lnTo>
                    <a:pt x="5370672" y="692944"/>
                  </a:lnTo>
                  <a:lnTo>
                    <a:pt x="5369243" y="690086"/>
                  </a:lnTo>
                  <a:lnTo>
                    <a:pt x="5367337" y="688181"/>
                  </a:lnTo>
                  <a:lnTo>
                    <a:pt x="5365433" y="682943"/>
                  </a:lnTo>
                  <a:lnTo>
                    <a:pt x="5365433" y="676275"/>
                  </a:lnTo>
                  <a:lnTo>
                    <a:pt x="5367814" y="672465"/>
                  </a:lnTo>
                  <a:lnTo>
                    <a:pt x="5368291" y="668179"/>
                  </a:lnTo>
                  <a:lnTo>
                    <a:pt x="5365909" y="664845"/>
                  </a:lnTo>
                  <a:lnTo>
                    <a:pt x="5363051" y="662940"/>
                  </a:lnTo>
                  <a:lnTo>
                    <a:pt x="5361147" y="664369"/>
                  </a:lnTo>
                  <a:lnTo>
                    <a:pt x="5359241" y="666274"/>
                  </a:lnTo>
                  <a:lnTo>
                    <a:pt x="5357812" y="667226"/>
                  </a:lnTo>
                  <a:lnTo>
                    <a:pt x="5350668" y="667703"/>
                  </a:lnTo>
                  <a:lnTo>
                    <a:pt x="5355431" y="662464"/>
                  </a:lnTo>
                  <a:lnTo>
                    <a:pt x="5354955" y="658178"/>
                  </a:lnTo>
                  <a:lnTo>
                    <a:pt x="5354003" y="655796"/>
                  </a:lnTo>
                  <a:lnTo>
                    <a:pt x="5352574" y="653415"/>
                  </a:lnTo>
                  <a:lnTo>
                    <a:pt x="5351622" y="649129"/>
                  </a:lnTo>
                  <a:lnTo>
                    <a:pt x="5298281" y="623411"/>
                  </a:lnTo>
                  <a:lnTo>
                    <a:pt x="5289233" y="620078"/>
                  </a:lnTo>
                  <a:lnTo>
                    <a:pt x="5284947" y="617696"/>
                  </a:lnTo>
                  <a:lnTo>
                    <a:pt x="5281137" y="616268"/>
                  </a:lnTo>
                  <a:lnTo>
                    <a:pt x="5277326" y="616744"/>
                  </a:lnTo>
                  <a:lnTo>
                    <a:pt x="5274945" y="617220"/>
                  </a:lnTo>
                  <a:lnTo>
                    <a:pt x="5273516" y="616268"/>
                  </a:lnTo>
                  <a:lnTo>
                    <a:pt x="5274945" y="613886"/>
                  </a:lnTo>
                  <a:lnTo>
                    <a:pt x="5277326" y="613410"/>
                  </a:lnTo>
                  <a:lnTo>
                    <a:pt x="5272087" y="609124"/>
                  </a:lnTo>
                  <a:lnTo>
                    <a:pt x="5252562" y="598646"/>
                  </a:lnTo>
                  <a:lnTo>
                    <a:pt x="5248275" y="597218"/>
                  </a:lnTo>
                  <a:lnTo>
                    <a:pt x="5251609" y="600075"/>
                  </a:lnTo>
                  <a:lnTo>
                    <a:pt x="5265897" y="608171"/>
                  </a:lnTo>
                  <a:lnTo>
                    <a:pt x="5268278" y="610553"/>
                  </a:lnTo>
                  <a:lnTo>
                    <a:pt x="5263991" y="613886"/>
                  </a:lnTo>
                  <a:lnTo>
                    <a:pt x="5259229" y="614839"/>
                  </a:lnTo>
                  <a:lnTo>
                    <a:pt x="5260658" y="611505"/>
                  </a:lnTo>
                  <a:lnTo>
                    <a:pt x="5259705" y="607695"/>
                  </a:lnTo>
                  <a:lnTo>
                    <a:pt x="5257800" y="605790"/>
                  </a:lnTo>
                  <a:lnTo>
                    <a:pt x="5253037" y="603409"/>
                  </a:lnTo>
                  <a:lnTo>
                    <a:pt x="5244941" y="601028"/>
                  </a:lnTo>
                  <a:lnTo>
                    <a:pt x="5237797" y="598646"/>
                  </a:lnTo>
                  <a:lnTo>
                    <a:pt x="5236368" y="595789"/>
                  </a:lnTo>
                  <a:lnTo>
                    <a:pt x="5235416" y="591979"/>
                  </a:lnTo>
                  <a:lnTo>
                    <a:pt x="5240179" y="595313"/>
                  </a:lnTo>
                  <a:lnTo>
                    <a:pt x="5243037" y="596265"/>
                  </a:lnTo>
                  <a:lnTo>
                    <a:pt x="5237797" y="591026"/>
                  </a:lnTo>
                  <a:lnTo>
                    <a:pt x="5231606" y="586264"/>
                  </a:lnTo>
                  <a:lnTo>
                    <a:pt x="5217795" y="581978"/>
                  </a:lnTo>
                  <a:lnTo>
                    <a:pt x="5214937" y="580549"/>
                  </a:lnTo>
                  <a:lnTo>
                    <a:pt x="5211128" y="576739"/>
                  </a:lnTo>
                  <a:lnTo>
                    <a:pt x="5209699" y="576739"/>
                  </a:lnTo>
                  <a:lnTo>
                    <a:pt x="5206841" y="577215"/>
                  </a:lnTo>
                  <a:lnTo>
                    <a:pt x="5200174" y="575310"/>
                  </a:lnTo>
                  <a:lnTo>
                    <a:pt x="5193030" y="572929"/>
                  </a:lnTo>
                  <a:lnTo>
                    <a:pt x="5193030" y="572929"/>
                  </a:lnTo>
                  <a:lnTo>
                    <a:pt x="5188743" y="571024"/>
                  </a:lnTo>
                  <a:lnTo>
                    <a:pt x="5168266" y="556260"/>
                  </a:lnTo>
                  <a:lnTo>
                    <a:pt x="5157312" y="553879"/>
                  </a:lnTo>
                  <a:lnTo>
                    <a:pt x="5156359" y="552450"/>
                  </a:lnTo>
                  <a:lnTo>
                    <a:pt x="5155883" y="550069"/>
                  </a:lnTo>
                  <a:lnTo>
                    <a:pt x="5153978" y="548640"/>
                  </a:lnTo>
                  <a:lnTo>
                    <a:pt x="5140166" y="544830"/>
                  </a:lnTo>
                  <a:lnTo>
                    <a:pt x="5123022" y="541973"/>
                  </a:lnTo>
                  <a:lnTo>
                    <a:pt x="5104447" y="535305"/>
                  </a:lnTo>
                  <a:lnTo>
                    <a:pt x="5088731" y="532924"/>
                  </a:lnTo>
                  <a:lnTo>
                    <a:pt x="5071110" y="525780"/>
                  </a:lnTo>
                  <a:lnTo>
                    <a:pt x="5060633" y="520065"/>
                  </a:lnTo>
                  <a:lnTo>
                    <a:pt x="5054441" y="518160"/>
                  </a:lnTo>
                  <a:lnTo>
                    <a:pt x="5048726" y="517684"/>
                  </a:lnTo>
                  <a:lnTo>
                    <a:pt x="5033010" y="520065"/>
                  </a:lnTo>
                  <a:lnTo>
                    <a:pt x="5015866" y="520541"/>
                  </a:lnTo>
                  <a:lnTo>
                    <a:pt x="4999672" y="519113"/>
                  </a:lnTo>
                  <a:lnTo>
                    <a:pt x="4987291" y="519589"/>
                  </a:lnTo>
                  <a:lnTo>
                    <a:pt x="4980147" y="518160"/>
                  </a:lnTo>
                  <a:lnTo>
                    <a:pt x="4970145" y="514826"/>
                  </a:lnTo>
                  <a:lnTo>
                    <a:pt x="4966812" y="516255"/>
                  </a:lnTo>
                  <a:lnTo>
                    <a:pt x="4964430" y="522446"/>
                  </a:lnTo>
                  <a:lnTo>
                    <a:pt x="4956810" y="520065"/>
                  </a:lnTo>
                  <a:lnTo>
                    <a:pt x="4950618" y="516731"/>
                  </a:lnTo>
                  <a:lnTo>
                    <a:pt x="4940141" y="513874"/>
                  </a:lnTo>
                  <a:lnTo>
                    <a:pt x="4920139" y="511969"/>
                  </a:lnTo>
                  <a:lnTo>
                    <a:pt x="4895374" y="507206"/>
                  </a:lnTo>
                  <a:lnTo>
                    <a:pt x="4882516" y="505778"/>
                  </a:lnTo>
                  <a:lnTo>
                    <a:pt x="4869656" y="505301"/>
                  </a:lnTo>
                  <a:lnTo>
                    <a:pt x="4870609" y="515303"/>
                  </a:lnTo>
                  <a:lnTo>
                    <a:pt x="4870133" y="520541"/>
                  </a:lnTo>
                  <a:lnTo>
                    <a:pt x="4865370" y="526733"/>
                  </a:lnTo>
                  <a:lnTo>
                    <a:pt x="4859655" y="531019"/>
                  </a:lnTo>
                  <a:lnTo>
                    <a:pt x="4858226" y="534353"/>
                  </a:lnTo>
                  <a:lnTo>
                    <a:pt x="4872514" y="536734"/>
                  </a:lnTo>
                  <a:lnTo>
                    <a:pt x="4877276" y="548640"/>
                  </a:lnTo>
                  <a:lnTo>
                    <a:pt x="4882991" y="556260"/>
                  </a:lnTo>
                  <a:lnTo>
                    <a:pt x="4886801" y="563880"/>
                  </a:lnTo>
                  <a:lnTo>
                    <a:pt x="4886801" y="569119"/>
                  </a:lnTo>
                  <a:lnTo>
                    <a:pt x="4871085" y="581978"/>
                  </a:lnTo>
                  <a:lnTo>
                    <a:pt x="4855368" y="583406"/>
                  </a:lnTo>
                  <a:lnTo>
                    <a:pt x="4839653" y="584359"/>
                  </a:lnTo>
                  <a:lnTo>
                    <a:pt x="4832985" y="576263"/>
                  </a:lnTo>
                  <a:lnTo>
                    <a:pt x="4829651" y="567214"/>
                  </a:lnTo>
                  <a:lnTo>
                    <a:pt x="4817268" y="561975"/>
                  </a:lnTo>
                  <a:lnTo>
                    <a:pt x="4804887" y="558165"/>
                  </a:lnTo>
                  <a:lnTo>
                    <a:pt x="4799172" y="557689"/>
                  </a:lnTo>
                  <a:lnTo>
                    <a:pt x="4795362" y="555784"/>
                  </a:lnTo>
                  <a:lnTo>
                    <a:pt x="4792504" y="544830"/>
                  </a:lnTo>
                  <a:lnTo>
                    <a:pt x="4790122" y="537210"/>
                  </a:lnTo>
                  <a:lnTo>
                    <a:pt x="4786312" y="534353"/>
                  </a:lnTo>
                  <a:lnTo>
                    <a:pt x="4782979" y="530066"/>
                  </a:lnTo>
                  <a:lnTo>
                    <a:pt x="4780122" y="528161"/>
                  </a:lnTo>
                  <a:lnTo>
                    <a:pt x="4772025" y="527685"/>
                  </a:lnTo>
                  <a:lnTo>
                    <a:pt x="4753451" y="538639"/>
                  </a:lnTo>
                  <a:lnTo>
                    <a:pt x="4746784" y="541973"/>
                  </a:lnTo>
                  <a:lnTo>
                    <a:pt x="4744879" y="541973"/>
                  </a:lnTo>
                  <a:lnTo>
                    <a:pt x="4716304" y="539115"/>
                  </a:lnTo>
                  <a:lnTo>
                    <a:pt x="4708684" y="536734"/>
                  </a:lnTo>
                  <a:lnTo>
                    <a:pt x="4666297" y="535305"/>
                  </a:lnTo>
                  <a:lnTo>
                    <a:pt x="4654391" y="528638"/>
                  </a:lnTo>
                  <a:lnTo>
                    <a:pt x="4646772" y="527685"/>
                  </a:lnTo>
                  <a:lnTo>
                    <a:pt x="4638675" y="529590"/>
                  </a:lnTo>
                  <a:lnTo>
                    <a:pt x="4631531" y="530066"/>
                  </a:lnTo>
                  <a:lnTo>
                    <a:pt x="4621530" y="529114"/>
                  </a:lnTo>
                  <a:lnTo>
                    <a:pt x="4612958" y="531019"/>
                  </a:lnTo>
                  <a:lnTo>
                    <a:pt x="4593431" y="532924"/>
                  </a:lnTo>
                  <a:lnTo>
                    <a:pt x="4586287" y="535305"/>
                  </a:lnTo>
                  <a:lnTo>
                    <a:pt x="4578668" y="539115"/>
                  </a:lnTo>
                  <a:lnTo>
                    <a:pt x="4564856" y="549116"/>
                  </a:lnTo>
                  <a:lnTo>
                    <a:pt x="4562951" y="553879"/>
                  </a:lnTo>
                  <a:lnTo>
                    <a:pt x="4562951" y="559594"/>
                  </a:lnTo>
                  <a:lnTo>
                    <a:pt x="4565809" y="567690"/>
                  </a:lnTo>
                  <a:lnTo>
                    <a:pt x="4565809" y="577215"/>
                  </a:lnTo>
                  <a:lnTo>
                    <a:pt x="4563428" y="580549"/>
                  </a:lnTo>
                  <a:lnTo>
                    <a:pt x="4559141" y="581978"/>
                  </a:lnTo>
                  <a:lnTo>
                    <a:pt x="4554379" y="591979"/>
                  </a:lnTo>
                  <a:lnTo>
                    <a:pt x="4550093" y="597694"/>
                  </a:lnTo>
                  <a:lnTo>
                    <a:pt x="4541997" y="599123"/>
                  </a:lnTo>
                  <a:lnTo>
                    <a:pt x="4546759" y="594836"/>
                  </a:lnTo>
                  <a:lnTo>
                    <a:pt x="4551045" y="591979"/>
                  </a:lnTo>
                  <a:lnTo>
                    <a:pt x="4558189" y="577215"/>
                  </a:lnTo>
                  <a:lnTo>
                    <a:pt x="4557237" y="572929"/>
                  </a:lnTo>
                  <a:lnTo>
                    <a:pt x="4551522" y="569595"/>
                  </a:lnTo>
                  <a:lnTo>
                    <a:pt x="4548187" y="565785"/>
                  </a:lnTo>
                  <a:lnTo>
                    <a:pt x="4546283" y="551974"/>
                  </a:lnTo>
                  <a:lnTo>
                    <a:pt x="4544378" y="544354"/>
                  </a:lnTo>
                  <a:lnTo>
                    <a:pt x="4543901" y="535305"/>
                  </a:lnTo>
                  <a:lnTo>
                    <a:pt x="4537710" y="532448"/>
                  </a:lnTo>
                  <a:lnTo>
                    <a:pt x="4516755" y="528161"/>
                  </a:lnTo>
                  <a:lnTo>
                    <a:pt x="4507230" y="524828"/>
                  </a:lnTo>
                  <a:lnTo>
                    <a:pt x="4503420" y="519589"/>
                  </a:lnTo>
                  <a:lnTo>
                    <a:pt x="4507230" y="512445"/>
                  </a:lnTo>
                  <a:lnTo>
                    <a:pt x="4506754" y="506730"/>
                  </a:lnTo>
                  <a:lnTo>
                    <a:pt x="4509135" y="501968"/>
                  </a:lnTo>
                  <a:lnTo>
                    <a:pt x="4511993" y="498158"/>
                  </a:lnTo>
                  <a:lnTo>
                    <a:pt x="4512945" y="492919"/>
                  </a:lnTo>
                  <a:lnTo>
                    <a:pt x="4511516" y="485775"/>
                  </a:lnTo>
                  <a:lnTo>
                    <a:pt x="4509612" y="481013"/>
                  </a:lnTo>
                  <a:lnTo>
                    <a:pt x="4506278" y="474821"/>
                  </a:lnTo>
                  <a:lnTo>
                    <a:pt x="4503420" y="471964"/>
                  </a:lnTo>
                  <a:lnTo>
                    <a:pt x="4490562" y="463391"/>
                  </a:lnTo>
                  <a:lnTo>
                    <a:pt x="4468654" y="454343"/>
                  </a:lnTo>
                  <a:lnTo>
                    <a:pt x="4445793" y="448151"/>
                  </a:lnTo>
                  <a:lnTo>
                    <a:pt x="4425791" y="445770"/>
                  </a:lnTo>
                  <a:lnTo>
                    <a:pt x="4400074" y="444818"/>
                  </a:lnTo>
                  <a:lnTo>
                    <a:pt x="4372928" y="444818"/>
                  </a:lnTo>
                  <a:lnTo>
                    <a:pt x="4362926" y="448151"/>
                  </a:lnTo>
                  <a:lnTo>
                    <a:pt x="4343400" y="448628"/>
                  </a:lnTo>
                  <a:lnTo>
                    <a:pt x="4322445" y="451961"/>
                  </a:lnTo>
                  <a:lnTo>
                    <a:pt x="4301491" y="458153"/>
                  </a:lnTo>
                  <a:lnTo>
                    <a:pt x="4290060" y="458153"/>
                  </a:lnTo>
                  <a:lnTo>
                    <a:pt x="4267676" y="460534"/>
                  </a:lnTo>
                  <a:lnTo>
                    <a:pt x="4257675" y="461010"/>
                  </a:lnTo>
                  <a:lnTo>
                    <a:pt x="4232434" y="451485"/>
                  </a:lnTo>
                  <a:lnTo>
                    <a:pt x="4240530" y="450533"/>
                  </a:lnTo>
                  <a:lnTo>
                    <a:pt x="4243864" y="449104"/>
                  </a:lnTo>
                  <a:lnTo>
                    <a:pt x="4232434" y="437198"/>
                  </a:lnTo>
                  <a:lnTo>
                    <a:pt x="4226243" y="432911"/>
                  </a:lnTo>
                  <a:lnTo>
                    <a:pt x="4211479" y="427196"/>
                  </a:lnTo>
                  <a:lnTo>
                    <a:pt x="4205287" y="426720"/>
                  </a:lnTo>
                  <a:lnTo>
                    <a:pt x="4200525" y="428149"/>
                  </a:lnTo>
                  <a:lnTo>
                    <a:pt x="4180999" y="433864"/>
                  </a:lnTo>
                  <a:lnTo>
                    <a:pt x="4175760" y="436721"/>
                  </a:lnTo>
                  <a:lnTo>
                    <a:pt x="4185761" y="429578"/>
                  </a:lnTo>
                  <a:lnTo>
                    <a:pt x="4190524" y="426720"/>
                  </a:lnTo>
                  <a:lnTo>
                    <a:pt x="4195287" y="422434"/>
                  </a:lnTo>
                  <a:lnTo>
                    <a:pt x="4194334" y="419576"/>
                  </a:lnTo>
                  <a:lnTo>
                    <a:pt x="4192905" y="418148"/>
                  </a:lnTo>
                  <a:lnTo>
                    <a:pt x="4174808" y="418624"/>
                  </a:lnTo>
                  <a:lnTo>
                    <a:pt x="4173379" y="418148"/>
                  </a:lnTo>
                  <a:lnTo>
                    <a:pt x="4169568" y="414338"/>
                  </a:lnTo>
                  <a:lnTo>
                    <a:pt x="4167664" y="412909"/>
                  </a:lnTo>
                  <a:lnTo>
                    <a:pt x="4155281" y="409099"/>
                  </a:lnTo>
                  <a:lnTo>
                    <a:pt x="4146709" y="407670"/>
                  </a:lnTo>
                  <a:lnTo>
                    <a:pt x="4137184" y="407670"/>
                  </a:lnTo>
                  <a:lnTo>
                    <a:pt x="4135755" y="405765"/>
                  </a:lnTo>
                  <a:lnTo>
                    <a:pt x="4137184" y="404336"/>
                  </a:lnTo>
                  <a:lnTo>
                    <a:pt x="4137184" y="402908"/>
                  </a:lnTo>
                  <a:lnTo>
                    <a:pt x="4140041" y="401003"/>
                  </a:lnTo>
                  <a:lnTo>
                    <a:pt x="4148137" y="399098"/>
                  </a:lnTo>
                  <a:lnTo>
                    <a:pt x="4168616" y="398145"/>
                  </a:lnTo>
                  <a:lnTo>
                    <a:pt x="4172903" y="394811"/>
                  </a:lnTo>
                  <a:lnTo>
                    <a:pt x="4172426" y="391001"/>
                  </a:lnTo>
                  <a:lnTo>
                    <a:pt x="4171474" y="388620"/>
                  </a:lnTo>
                  <a:lnTo>
                    <a:pt x="4164330" y="382429"/>
                  </a:lnTo>
                  <a:lnTo>
                    <a:pt x="4155758" y="377666"/>
                  </a:lnTo>
                  <a:lnTo>
                    <a:pt x="4137184" y="371951"/>
                  </a:lnTo>
                  <a:lnTo>
                    <a:pt x="4118134" y="368141"/>
                  </a:lnTo>
                  <a:lnTo>
                    <a:pt x="4085272" y="366236"/>
                  </a:lnTo>
                  <a:lnTo>
                    <a:pt x="4079558" y="367189"/>
                  </a:lnTo>
                  <a:lnTo>
                    <a:pt x="4074795" y="369570"/>
                  </a:lnTo>
                  <a:lnTo>
                    <a:pt x="4066699" y="375285"/>
                  </a:lnTo>
                  <a:lnTo>
                    <a:pt x="4049078" y="392906"/>
                  </a:lnTo>
                  <a:lnTo>
                    <a:pt x="4039076" y="400050"/>
                  </a:lnTo>
                  <a:lnTo>
                    <a:pt x="4029551" y="403860"/>
                  </a:lnTo>
                  <a:lnTo>
                    <a:pt x="4008597" y="407194"/>
                  </a:lnTo>
                  <a:lnTo>
                    <a:pt x="4004786" y="406241"/>
                  </a:lnTo>
                  <a:lnTo>
                    <a:pt x="4001929" y="403384"/>
                  </a:lnTo>
                  <a:lnTo>
                    <a:pt x="4002881" y="401003"/>
                  </a:lnTo>
                  <a:lnTo>
                    <a:pt x="4004786" y="398621"/>
                  </a:lnTo>
                  <a:lnTo>
                    <a:pt x="4005262" y="397193"/>
                  </a:lnTo>
                  <a:lnTo>
                    <a:pt x="4003834" y="394335"/>
                  </a:lnTo>
                  <a:lnTo>
                    <a:pt x="4004786" y="392906"/>
                  </a:lnTo>
                  <a:lnTo>
                    <a:pt x="4006691" y="392430"/>
                  </a:lnTo>
                  <a:lnTo>
                    <a:pt x="4011454" y="394811"/>
                  </a:lnTo>
                  <a:lnTo>
                    <a:pt x="4016216" y="394811"/>
                  </a:lnTo>
                  <a:lnTo>
                    <a:pt x="4028122" y="391478"/>
                  </a:lnTo>
                  <a:lnTo>
                    <a:pt x="4028122" y="386715"/>
                  </a:lnTo>
                  <a:lnTo>
                    <a:pt x="4024789" y="383858"/>
                  </a:lnTo>
                  <a:lnTo>
                    <a:pt x="4026693" y="376714"/>
                  </a:lnTo>
                  <a:lnTo>
                    <a:pt x="4026693" y="374809"/>
                  </a:lnTo>
                  <a:lnTo>
                    <a:pt x="4028122" y="373856"/>
                  </a:lnTo>
                  <a:lnTo>
                    <a:pt x="4029551" y="373856"/>
                  </a:lnTo>
                  <a:lnTo>
                    <a:pt x="4038124" y="379095"/>
                  </a:lnTo>
                  <a:lnTo>
                    <a:pt x="4040981" y="378619"/>
                  </a:lnTo>
                  <a:lnTo>
                    <a:pt x="4044315" y="379095"/>
                  </a:lnTo>
                  <a:lnTo>
                    <a:pt x="4036695" y="391478"/>
                  </a:lnTo>
                  <a:lnTo>
                    <a:pt x="4040505" y="391478"/>
                  </a:lnTo>
                  <a:lnTo>
                    <a:pt x="4050030" y="385763"/>
                  </a:lnTo>
                  <a:lnTo>
                    <a:pt x="4056697" y="380048"/>
                  </a:lnTo>
                  <a:lnTo>
                    <a:pt x="4063841" y="372904"/>
                  </a:lnTo>
                  <a:lnTo>
                    <a:pt x="4064793" y="369094"/>
                  </a:lnTo>
                  <a:lnTo>
                    <a:pt x="4056697" y="368618"/>
                  </a:lnTo>
                  <a:lnTo>
                    <a:pt x="4003834" y="371475"/>
                  </a:lnTo>
                  <a:lnTo>
                    <a:pt x="3984308" y="376714"/>
                  </a:lnTo>
                  <a:lnTo>
                    <a:pt x="3978593" y="375761"/>
                  </a:lnTo>
                  <a:lnTo>
                    <a:pt x="3974306" y="371475"/>
                  </a:lnTo>
                  <a:lnTo>
                    <a:pt x="3980497" y="370999"/>
                  </a:lnTo>
                  <a:lnTo>
                    <a:pt x="3988593" y="368618"/>
                  </a:lnTo>
                  <a:lnTo>
                    <a:pt x="3994785" y="363855"/>
                  </a:lnTo>
                  <a:lnTo>
                    <a:pt x="3999072" y="362903"/>
                  </a:lnTo>
                  <a:lnTo>
                    <a:pt x="4009549" y="362903"/>
                  </a:lnTo>
                  <a:lnTo>
                    <a:pt x="4018122" y="364808"/>
                  </a:lnTo>
                  <a:lnTo>
                    <a:pt x="4044315" y="365760"/>
                  </a:lnTo>
                  <a:lnTo>
                    <a:pt x="4044791" y="360045"/>
                  </a:lnTo>
                  <a:lnTo>
                    <a:pt x="4039076" y="358140"/>
                  </a:lnTo>
                  <a:lnTo>
                    <a:pt x="4026693" y="356235"/>
                  </a:lnTo>
                  <a:lnTo>
                    <a:pt x="4019074" y="353378"/>
                  </a:lnTo>
                  <a:lnTo>
                    <a:pt x="4009072" y="351949"/>
                  </a:lnTo>
                  <a:lnTo>
                    <a:pt x="3987641" y="349091"/>
                  </a:lnTo>
                  <a:lnTo>
                    <a:pt x="3978593" y="347186"/>
                  </a:lnTo>
                  <a:lnTo>
                    <a:pt x="3957637" y="345281"/>
                  </a:lnTo>
                  <a:lnTo>
                    <a:pt x="3951922" y="343376"/>
                  </a:lnTo>
                  <a:lnTo>
                    <a:pt x="3902393" y="341948"/>
                  </a:lnTo>
                  <a:lnTo>
                    <a:pt x="3883818" y="337661"/>
                  </a:lnTo>
                  <a:lnTo>
                    <a:pt x="3876675" y="333375"/>
                  </a:lnTo>
                  <a:lnTo>
                    <a:pt x="3860006" y="330994"/>
                  </a:lnTo>
                  <a:lnTo>
                    <a:pt x="3856197" y="330994"/>
                  </a:lnTo>
                  <a:lnTo>
                    <a:pt x="3855243" y="332423"/>
                  </a:lnTo>
                  <a:lnTo>
                    <a:pt x="3854291" y="334328"/>
                  </a:lnTo>
                  <a:lnTo>
                    <a:pt x="3865245" y="342424"/>
                  </a:lnTo>
                  <a:lnTo>
                    <a:pt x="3865722" y="347663"/>
                  </a:lnTo>
                  <a:lnTo>
                    <a:pt x="3869055" y="350520"/>
                  </a:lnTo>
                  <a:lnTo>
                    <a:pt x="3856197" y="354806"/>
                  </a:lnTo>
                  <a:lnTo>
                    <a:pt x="3847624" y="356711"/>
                  </a:lnTo>
                  <a:lnTo>
                    <a:pt x="3818572" y="356235"/>
                  </a:lnTo>
                  <a:lnTo>
                    <a:pt x="3814286" y="358140"/>
                  </a:lnTo>
                  <a:lnTo>
                    <a:pt x="3802856" y="367189"/>
                  </a:lnTo>
                  <a:lnTo>
                    <a:pt x="3803333" y="370999"/>
                  </a:lnTo>
                  <a:lnTo>
                    <a:pt x="3804285" y="377666"/>
                  </a:lnTo>
                  <a:lnTo>
                    <a:pt x="3812858" y="377666"/>
                  </a:lnTo>
                  <a:lnTo>
                    <a:pt x="3815239" y="374809"/>
                  </a:lnTo>
                  <a:lnTo>
                    <a:pt x="3819049" y="373856"/>
                  </a:lnTo>
                  <a:lnTo>
                    <a:pt x="3836670" y="374809"/>
                  </a:lnTo>
                  <a:lnTo>
                    <a:pt x="3838575" y="375761"/>
                  </a:lnTo>
                  <a:lnTo>
                    <a:pt x="3832860" y="377666"/>
                  </a:lnTo>
                  <a:lnTo>
                    <a:pt x="3827145" y="378619"/>
                  </a:lnTo>
                  <a:lnTo>
                    <a:pt x="3820001" y="388144"/>
                  </a:lnTo>
                  <a:lnTo>
                    <a:pt x="3810476" y="391001"/>
                  </a:lnTo>
                  <a:lnTo>
                    <a:pt x="3817143" y="392430"/>
                  </a:lnTo>
                  <a:lnTo>
                    <a:pt x="3822859" y="395288"/>
                  </a:lnTo>
                  <a:lnTo>
                    <a:pt x="3821906" y="406718"/>
                  </a:lnTo>
                  <a:lnTo>
                    <a:pt x="3830003" y="415766"/>
                  </a:lnTo>
                  <a:lnTo>
                    <a:pt x="3831908" y="420053"/>
                  </a:lnTo>
                  <a:lnTo>
                    <a:pt x="3820001" y="420053"/>
                  </a:lnTo>
                  <a:lnTo>
                    <a:pt x="3809047" y="422910"/>
                  </a:lnTo>
                  <a:lnTo>
                    <a:pt x="3805237" y="422910"/>
                  </a:lnTo>
                  <a:lnTo>
                    <a:pt x="3798570" y="415766"/>
                  </a:lnTo>
                  <a:lnTo>
                    <a:pt x="3790950" y="411480"/>
                  </a:lnTo>
                  <a:lnTo>
                    <a:pt x="3787140" y="411004"/>
                  </a:lnTo>
                  <a:lnTo>
                    <a:pt x="3781901" y="415290"/>
                  </a:lnTo>
                  <a:lnTo>
                    <a:pt x="3775234" y="412909"/>
                  </a:lnTo>
                  <a:lnTo>
                    <a:pt x="3772376" y="413385"/>
                  </a:lnTo>
                  <a:lnTo>
                    <a:pt x="3768090" y="415290"/>
                  </a:lnTo>
                  <a:lnTo>
                    <a:pt x="3765709" y="417671"/>
                  </a:lnTo>
                  <a:lnTo>
                    <a:pt x="3764280" y="421958"/>
                  </a:lnTo>
                  <a:lnTo>
                    <a:pt x="3761899" y="423863"/>
                  </a:lnTo>
                  <a:lnTo>
                    <a:pt x="3761422" y="426720"/>
                  </a:lnTo>
                  <a:lnTo>
                    <a:pt x="3764756" y="428149"/>
                  </a:lnTo>
                  <a:lnTo>
                    <a:pt x="3767614" y="428149"/>
                  </a:lnTo>
                  <a:lnTo>
                    <a:pt x="3774758" y="430530"/>
                  </a:lnTo>
                  <a:lnTo>
                    <a:pt x="3767137" y="431483"/>
                  </a:lnTo>
                  <a:lnTo>
                    <a:pt x="3765233" y="432911"/>
                  </a:lnTo>
                  <a:lnTo>
                    <a:pt x="3764756" y="434340"/>
                  </a:lnTo>
                  <a:lnTo>
                    <a:pt x="3759041" y="436721"/>
                  </a:lnTo>
                  <a:lnTo>
                    <a:pt x="3760947" y="438626"/>
                  </a:lnTo>
                  <a:lnTo>
                    <a:pt x="3763328" y="440055"/>
                  </a:lnTo>
                  <a:lnTo>
                    <a:pt x="3763804" y="441484"/>
                  </a:lnTo>
                  <a:lnTo>
                    <a:pt x="3762375" y="442436"/>
                  </a:lnTo>
                  <a:lnTo>
                    <a:pt x="3757136" y="440531"/>
                  </a:lnTo>
                  <a:lnTo>
                    <a:pt x="3752374" y="437674"/>
                  </a:lnTo>
                  <a:lnTo>
                    <a:pt x="3744278" y="431959"/>
                  </a:lnTo>
                  <a:lnTo>
                    <a:pt x="3740943" y="428149"/>
                  </a:lnTo>
                  <a:lnTo>
                    <a:pt x="3734276" y="424815"/>
                  </a:lnTo>
                  <a:lnTo>
                    <a:pt x="3709987" y="414814"/>
                  </a:lnTo>
                  <a:lnTo>
                    <a:pt x="3699034" y="411956"/>
                  </a:lnTo>
                  <a:lnTo>
                    <a:pt x="3692366" y="411480"/>
                  </a:lnTo>
                  <a:lnTo>
                    <a:pt x="3681412" y="412433"/>
                  </a:lnTo>
                  <a:lnTo>
                    <a:pt x="3674268" y="416719"/>
                  </a:lnTo>
                  <a:lnTo>
                    <a:pt x="3662839" y="418624"/>
                  </a:lnTo>
                  <a:lnTo>
                    <a:pt x="3655695" y="421958"/>
                  </a:lnTo>
                  <a:lnTo>
                    <a:pt x="3651885" y="426720"/>
                  </a:lnTo>
                  <a:lnTo>
                    <a:pt x="3631883" y="427196"/>
                  </a:lnTo>
                  <a:lnTo>
                    <a:pt x="3617595" y="423386"/>
                  </a:lnTo>
                  <a:lnTo>
                    <a:pt x="3608547" y="420053"/>
                  </a:lnTo>
                  <a:lnTo>
                    <a:pt x="3598545" y="412909"/>
                  </a:lnTo>
                  <a:lnTo>
                    <a:pt x="3588543" y="403384"/>
                  </a:lnTo>
                  <a:lnTo>
                    <a:pt x="3587591" y="402431"/>
                  </a:lnTo>
                  <a:lnTo>
                    <a:pt x="3586162" y="400526"/>
                  </a:lnTo>
                  <a:lnTo>
                    <a:pt x="3584258" y="396240"/>
                  </a:lnTo>
                  <a:lnTo>
                    <a:pt x="3582353" y="392906"/>
                  </a:lnTo>
                  <a:lnTo>
                    <a:pt x="3579018" y="394811"/>
                  </a:lnTo>
                  <a:lnTo>
                    <a:pt x="3571399" y="405289"/>
                  </a:lnTo>
                  <a:lnTo>
                    <a:pt x="3568065" y="410528"/>
                  </a:lnTo>
                  <a:lnTo>
                    <a:pt x="3563303" y="420529"/>
                  </a:lnTo>
                  <a:lnTo>
                    <a:pt x="3560445" y="428625"/>
                  </a:lnTo>
                  <a:lnTo>
                    <a:pt x="3559968" y="432435"/>
                  </a:lnTo>
                  <a:lnTo>
                    <a:pt x="3561397" y="435293"/>
                  </a:lnTo>
                  <a:lnTo>
                    <a:pt x="3557111" y="438150"/>
                  </a:lnTo>
                  <a:lnTo>
                    <a:pt x="3552349" y="444341"/>
                  </a:lnTo>
                  <a:lnTo>
                    <a:pt x="3545205" y="456724"/>
                  </a:lnTo>
                  <a:lnTo>
                    <a:pt x="3540918" y="461010"/>
                  </a:lnTo>
                  <a:lnTo>
                    <a:pt x="3535204" y="464820"/>
                  </a:lnTo>
                  <a:lnTo>
                    <a:pt x="3531393" y="466249"/>
                  </a:lnTo>
                  <a:lnTo>
                    <a:pt x="3526631" y="466249"/>
                  </a:lnTo>
                  <a:lnTo>
                    <a:pt x="3522822" y="462915"/>
                  </a:lnTo>
                  <a:lnTo>
                    <a:pt x="3520440" y="454343"/>
                  </a:lnTo>
                  <a:lnTo>
                    <a:pt x="3518059" y="452914"/>
                  </a:lnTo>
                  <a:lnTo>
                    <a:pt x="3514725" y="457676"/>
                  </a:lnTo>
                  <a:lnTo>
                    <a:pt x="3510439" y="457200"/>
                  </a:lnTo>
                  <a:lnTo>
                    <a:pt x="3501866" y="453866"/>
                  </a:lnTo>
                  <a:lnTo>
                    <a:pt x="3492818" y="446723"/>
                  </a:lnTo>
                  <a:lnTo>
                    <a:pt x="3483768" y="442913"/>
                  </a:lnTo>
                  <a:lnTo>
                    <a:pt x="3471386" y="425291"/>
                  </a:lnTo>
                  <a:lnTo>
                    <a:pt x="3465672" y="419100"/>
                  </a:lnTo>
                  <a:lnTo>
                    <a:pt x="3462814" y="413861"/>
                  </a:lnTo>
                  <a:lnTo>
                    <a:pt x="3455193" y="412909"/>
                  </a:lnTo>
                  <a:lnTo>
                    <a:pt x="3452812" y="409099"/>
                  </a:lnTo>
                  <a:lnTo>
                    <a:pt x="3456147" y="406241"/>
                  </a:lnTo>
                  <a:lnTo>
                    <a:pt x="3466147" y="403860"/>
                  </a:lnTo>
                  <a:lnTo>
                    <a:pt x="3473768" y="404336"/>
                  </a:lnTo>
                  <a:lnTo>
                    <a:pt x="3468053" y="397669"/>
                  </a:lnTo>
                  <a:lnTo>
                    <a:pt x="3465195" y="393383"/>
                  </a:lnTo>
                  <a:lnTo>
                    <a:pt x="3462337" y="391001"/>
                  </a:lnTo>
                  <a:lnTo>
                    <a:pt x="3463290" y="395764"/>
                  </a:lnTo>
                  <a:lnTo>
                    <a:pt x="3461861" y="399098"/>
                  </a:lnTo>
                  <a:lnTo>
                    <a:pt x="3459480" y="401955"/>
                  </a:lnTo>
                  <a:lnTo>
                    <a:pt x="3455193" y="403384"/>
                  </a:lnTo>
                  <a:lnTo>
                    <a:pt x="3436143" y="382429"/>
                  </a:lnTo>
                  <a:lnTo>
                    <a:pt x="3424714" y="371951"/>
                  </a:lnTo>
                  <a:lnTo>
                    <a:pt x="3418522" y="368618"/>
                  </a:lnTo>
                  <a:lnTo>
                    <a:pt x="3414712" y="361950"/>
                  </a:lnTo>
                  <a:lnTo>
                    <a:pt x="3417570" y="360521"/>
                  </a:lnTo>
                  <a:lnTo>
                    <a:pt x="3430905" y="368141"/>
                  </a:lnTo>
                  <a:lnTo>
                    <a:pt x="3439954" y="372428"/>
                  </a:lnTo>
                  <a:lnTo>
                    <a:pt x="3455670" y="382905"/>
                  </a:lnTo>
                  <a:lnTo>
                    <a:pt x="3467576" y="381953"/>
                  </a:lnTo>
                  <a:lnTo>
                    <a:pt x="3471862" y="377666"/>
                  </a:lnTo>
                  <a:lnTo>
                    <a:pt x="3471862" y="368141"/>
                  </a:lnTo>
                  <a:lnTo>
                    <a:pt x="3467576" y="360045"/>
                  </a:lnTo>
                  <a:lnTo>
                    <a:pt x="3461861" y="357188"/>
                  </a:lnTo>
                  <a:lnTo>
                    <a:pt x="3442811" y="356711"/>
                  </a:lnTo>
                  <a:lnTo>
                    <a:pt x="3438049" y="353854"/>
                  </a:lnTo>
                  <a:lnTo>
                    <a:pt x="3441383" y="353378"/>
                  </a:lnTo>
                  <a:lnTo>
                    <a:pt x="3445668" y="352901"/>
                  </a:lnTo>
                  <a:lnTo>
                    <a:pt x="3451860" y="350520"/>
                  </a:lnTo>
                  <a:lnTo>
                    <a:pt x="3461861" y="344805"/>
                  </a:lnTo>
                  <a:lnTo>
                    <a:pt x="3466624" y="342900"/>
                  </a:lnTo>
                  <a:lnTo>
                    <a:pt x="3465672" y="338614"/>
                  </a:lnTo>
                  <a:lnTo>
                    <a:pt x="3458528" y="332423"/>
                  </a:lnTo>
                  <a:lnTo>
                    <a:pt x="3447097" y="331470"/>
                  </a:lnTo>
                  <a:lnTo>
                    <a:pt x="3444240" y="330994"/>
                  </a:lnTo>
                  <a:lnTo>
                    <a:pt x="3449003" y="327660"/>
                  </a:lnTo>
                  <a:lnTo>
                    <a:pt x="3453289" y="325755"/>
                  </a:lnTo>
                  <a:lnTo>
                    <a:pt x="3459956" y="320993"/>
                  </a:lnTo>
                  <a:lnTo>
                    <a:pt x="3461385" y="316706"/>
                  </a:lnTo>
                  <a:lnTo>
                    <a:pt x="3459956" y="317183"/>
                  </a:lnTo>
                  <a:lnTo>
                    <a:pt x="3455193" y="316706"/>
                  </a:lnTo>
                  <a:lnTo>
                    <a:pt x="3453765" y="314801"/>
                  </a:lnTo>
                  <a:lnTo>
                    <a:pt x="3454241" y="311944"/>
                  </a:lnTo>
                  <a:lnTo>
                    <a:pt x="3449003" y="309086"/>
                  </a:lnTo>
                  <a:lnTo>
                    <a:pt x="3443764" y="307181"/>
                  </a:lnTo>
                  <a:lnTo>
                    <a:pt x="3432810" y="306705"/>
                  </a:lnTo>
                  <a:lnTo>
                    <a:pt x="3432810" y="304324"/>
                  </a:lnTo>
                  <a:lnTo>
                    <a:pt x="3433762" y="302419"/>
                  </a:lnTo>
                  <a:lnTo>
                    <a:pt x="3429000" y="300990"/>
                  </a:lnTo>
                  <a:lnTo>
                    <a:pt x="3424714" y="298609"/>
                  </a:lnTo>
                  <a:lnTo>
                    <a:pt x="3423761" y="296228"/>
                  </a:lnTo>
                  <a:lnTo>
                    <a:pt x="3422333" y="295275"/>
                  </a:lnTo>
                  <a:lnTo>
                    <a:pt x="3415189" y="292894"/>
                  </a:lnTo>
                  <a:lnTo>
                    <a:pt x="3390900" y="288608"/>
                  </a:lnTo>
                  <a:lnTo>
                    <a:pt x="3388518" y="289560"/>
                  </a:lnTo>
                  <a:lnTo>
                    <a:pt x="3384709" y="295751"/>
                  </a:lnTo>
                  <a:lnTo>
                    <a:pt x="3374708" y="302419"/>
                  </a:lnTo>
                  <a:lnTo>
                    <a:pt x="3367564" y="298609"/>
                  </a:lnTo>
                  <a:lnTo>
                    <a:pt x="3366135" y="298609"/>
                  </a:lnTo>
                  <a:lnTo>
                    <a:pt x="3364706" y="296704"/>
                  </a:lnTo>
                  <a:lnTo>
                    <a:pt x="3366611" y="293846"/>
                  </a:lnTo>
                  <a:lnTo>
                    <a:pt x="3367564" y="290989"/>
                  </a:lnTo>
                  <a:lnTo>
                    <a:pt x="3366135" y="289084"/>
                  </a:lnTo>
                  <a:lnTo>
                    <a:pt x="3364706" y="288608"/>
                  </a:lnTo>
                  <a:lnTo>
                    <a:pt x="3359468" y="290513"/>
                  </a:lnTo>
                  <a:lnTo>
                    <a:pt x="3352324" y="291465"/>
                  </a:lnTo>
                  <a:lnTo>
                    <a:pt x="3348990" y="293370"/>
                  </a:lnTo>
                  <a:lnTo>
                    <a:pt x="3342322" y="294799"/>
                  </a:lnTo>
                  <a:lnTo>
                    <a:pt x="3342799" y="290036"/>
                  </a:lnTo>
                  <a:lnTo>
                    <a:pt x="3315176" y="277654"/>
                  </a:lnTo>
                  <a:lnTo>
                    <a:pt x="3306128" y="275273"/>
                  </a:lnTo>
                  <a:lnTo>
                    <a:pt x="3301365" y="274796"/>
                  </a:lnTo>
                  <a:lnTo>
                    <a:pt x="3288506" y="277654"/>
                  </a:lnTo>
                  <a:lnTo>
                    <a:pt x="3285649" y="279083"/>
                  </a:lnTo>
                  <a:lnTo>
                    <a:pt x="3280886" y="283369"/>
                  </a:lnTo>
                  <a:lnTo>
                    <a:pt x="3270409" y="280511"/>
                  </a:lnTo>
                  <a:lnTo>
                    <a:pt x="3268028" y="282416"/>
                  </a:lnTo>
                  <a:lnTo>
                    <a:pt x="3264218" y="289560"/>
                  </a:lnTo>
                  <a:lnTo>
                    <a:pt x="3264693" y="296228"/>
                  </a:lnTo>
                  <a:lnTo>
                    <a:pt x="3266122" y="298133"/>
                  </a:lnTo>
                  <a:lnTo>
                    <a:pt x="3267075" y="301466"/>
                  </a:lnTo>
                  <a:lnTo>
                    <a:pt x="3270885" y="307181"/>
                  </a:lnTo>
                  <a:lnTo>
                    <a:pt x="3275172" y="311468"/>
                  </a:lnTo>
                  <a:lnTo>
                    <a:pt x="3273266" y="312420"/>
                  </a:lnTo>
                  <a:lnTo>
                    <a:pt x="3271837" y="312896"/>
                  </a:lnTo>
                  <a:lnTo>
                    <a:pt x="3269456" y="314801"/>
                  </a:lnTo>
                  <a:lnTo>
                    <a:pt x="3267551" y="318611"/>
                  </a:lnTo>
                  <a:lnTo>
                    <a:pt x="3264218" y="323850"/>
                  </a:lnTo>
                  <a:lnTo>
                    <a:pt x="3259455" y="327184"/>
                  </a:lnTo>
                  <a:lnTo>
                    <a:pt x="3253740" y="326231"/>
                  </a:lnTo>
                  <a:lnTo>
                    <a:pt x="3240881" y="322421"/>
                  </a:lnTo>
                  <a:lnTo>
                    <a:pt x="3238024" y="322898"/>
                  </a:lnTo>
                  <a:lnTo>
                    <a:pt x="3237072" y="325755"/>
                  </a:lnTo>
                  <a:lnTo>
                    <a:pt x="3244691" y="328613"/>
                  </a:lnTo>
                  <a:lnTo>
                    <a:pt x="3245643" y="330041"/>
                  </a:lnTo>
                  <a:lnTo>
                    <a:pt x="3243262" y="330994"/>
                  </a:lnTo>
                  <a:lnTo>
                    <a:pt x="3238024" y="331946"/>
                  </a:lnTo>
                  <a:lnTo>
                    <a:pt x="3228975" y="331946"/>
                  </a:lnTo>
                  <a:lnTo>
                    <a:pt x="3220879" y="330518"/>
                  </a:lnTo>
                  <a:lnTo>
                    <a:pt x="3216116" y="326708"/>
                  </a:lnTo>
                  <a:lnTo>
                    <a:pt x="3211354" y="326231"/>
                  </a:lnTo>
                  <a:lnTo>
                    <a:pt x="3198018" y="325755"/>
                  </a:lnTo>
                  <a:lnTo>
                    <a:pt x="3185636" y="328136"/>
                  </a:lnTo>
                  <a:lnTo>
                    <a:pt x="3172301" y="325279"/>
                  </a:lnTo>
                  <a:lnTo>
                    <a:pt x="3148965" y="325755"/>
                  </a:lnTo>
                  <a:lnTo>
                    <a:pt x="3143250" y="325279"/>
                  </a:lnTo>
                  <a:lnTo>
                    <a:pt x="3132297" y="320040"/>
                  </a:lnTo>
                  <a:lnTo>
                    <a:pt x="3116580" y="316230"/>
                  </a:lnTo>
                  <a:lnTo>
                    <a:pt x="3098483" y="308134"/>
                  </a:lnTo>
                  <a:lnTo>
                    <a:pt x="3096577" y="300038"/>
                  </a:lnTo>
                  <a:lnTo>
                    <a:pt x="3099435" y="293846"/>
                  </a:lnTo>
                  <a:lnTo>
                    <a:pt x="3109436" y="293846"/>
                  </a:lnTo>
                  <a:lnTo>
                    <a:pt x="3115628" y="292894"/>
                  </a:lnTo>
                  <a:lnTo>
                    <a:pt x="3114675" y="290513"/>
                  </a:lnTo>
                  <a:lnTo>
                    <a:pt x="3113247" y="289084"/>
                  </a:lnTo>
                  <a:lnTo>
                    <a:pt x="3098959" y="285750"/>
                  </a:lnTo>
                  <a:lnTo>
                    <a:pt x="3060383" y="284798"/>
                  </a:lnTo>
                  <a:lnTo>
                    <a:pt x="3032760" y="280035"/>
                  </a:lnTo>
                  <a:lnTo>
                    <a:pt x="2993231" y="278130"/>
                  </a:lnTo>
                  <a:lnTo>
                    <a:pt x="2975610" y="284321"/>
                  </a:lnTo>
                  <a:lnTo>
                    <a:pt x="2949893" y="285750"/>
                  </a:lnTo>
                  <a:lnTo>
                    <a:pt x="2942749" y="289560"/>
                  </a:lnTo>
                  <a:lnTo>
                    <a:pt x="2930843" y="290989"/>
                  </a:lnTo>
                  <a:lnTo>
                    <a:pt x="2932271" y="295751"/>
                  </a:lnTo>
                  <a:lnTo>
                    <a:pt x="2937986" y="299561"/>
                  </a:lnTo>
                  <a:lnTo>
                    <a:pt x="2940844" y="300038"/>
                  </a:lnTo>
                  <a:lnTo>
                    <a:pt x="2943701" y="301466"/>
                  </a:lnTo>
                  <a:lnTo>
                    <a:pt x="2941796" y="302895"/>
                  </a:lnTo>
                  <a:lnTo>
                    <a:pt x="2939891" y="303371"/>
                  </a:lnTo>
                  <a:lnTo>
                    <a:pt x="2935605" y="306229"/>
                  </a:lnTo>
                  <a:lnTo>
                    <a:pt x="2932747" y="309086"/>
                  </a:lnTo>
                  <a:lnTo>
                    <a:pt x="2933700" y="314801"/>
                  </a:lnTo>
                  <a:lnTo>
                    <a:pt x="2932271" y="320516"/>
                  </a:lnTo>
                  <a:lnTo>
                    <a:pt x="2927985" y="328613"/>
                  </a:lnTo>
                  <a:lnTo>
                    <a:pt x="2924175" y="331946"/>
                  </a:lnTo>
                  <a:lnTo>
                    <a:pt x="2920841" y="336709"/>
                  </a:lnTo>
                  <a:lnTo>
                    <a:pt x="2923699" y="340995"/>
                  </a:lnTo>
                  <a:lnTo>
                    <a:pt x="2927033" y="342900"/>
                  </a:lnTo>
                  <a:lnTo>
                    <a:pt x="2935129" y="344805"/>
                  </a:lnTo>
                  <a:lnTo>
                    <a:pt x="2937986" y="346234"/>
                  </a:lnTo>
                  <a:lnTo>
                    <a:pt x="2936081" y="347663"/>
                  </a:lnTo>
                  <a:lnTo>
                    <a:pt x="2924175" y="346234"/>
                  </a:lnTo>
                  <a:lnTo>
                    <a:pt x="2919889" y="341471"/>
                  </a:lnTo>
                  <a:lnTo>
                    <a:pt x="2918936" y="339090"/>
                  </a:lnTo>
                  <a:lnTo>
                    <a:pt x="2917984" y="334804"/>
                  </a:lnTo>
                  <a:lnTo>
                    <a:pt x="2922270" y="330518"/>
                  </a:lnTo>
                  <a:lnTo>
                    <a:pt x="2926080" y="327660"/>
                  </a:lnTo>
                  <a:lnTo>
                    <a:pt x="2929890" y="320993"/>
                  </a:lnTo>
                  <a:lnTo>
                    <a:pt x="2930366" y="314801"/>
                  </a:lnTo>
                  <a:lnTo>
                    <a:pt x="2930366" y="301466"/>
                  </a:lnTo>
                  <a:lnTo>
                    <a:pt x="2923222" y="298609"/>
                  </a:lnTo>
                  <a:lnTo>
                    <a:pt x="2918936" y="294323"/>
                  </a:lnTo>
                  <a:lnTo>
                    <a:pt x="2926080" y="286226"/>
                  </a:lnTo>
                  <a:lnTo>
                    <a:pt x="2927985" y="281940"/>
                  </a:lnTo>
                  <a:lnTo>
                    <a:pt x="2924651" y="278130"/>
                  </a:lnTo>
                  <a:lnTo>
                    <a:pt x="2919889" y="269558"/>
                  </a:lnTo>
                  <a:lnTo>
                    <a:pt x="2914650" y="264319"/>
                  </a:lnTo>
                  <a:lnTo>
                    <a:pt x="2911316" y="262414"/>
                  </a:lnTo>
                  <a:lnTo>
                    <a:pt x="2907983" y="260985"/>
                  </a:lnTo>
                  <a:lnTo>
                    <a:pt x="2911793" y="269558"/>
                  </a:lnTo>
                  <a:lnTo>
                    <a:pt x="2908935" y="273844"/>
                  </a:lnTo>
                  <a:lnTo>
                    <a:pt x="2906554" y="275273"/>
                  </a:lnTo>
                  <a:lnTo>
                    <a:pt x="2893219" y="277654"/>
                  </a:lnTo>
                  <a:lnTo>
                    <a:pt x="2884646" y="277654"/>
                  </a:lnTo>
                  <a:lnTo>
                    <a:pt x="2873216" y="275273"/>
                  </a:lnTo>
                  <a:lnTo>
                    <a:pt x="2859405" y="270034"/>
                  </a:lnTo>
                  <a:lnTo>
                    <a:pt x="2856071" y="266224"/>
                  </a:lnTo>
                  <a:lnTo>
                    <a:pt x="2853214" y="260509"/>
                  </a:lnTo>
                  <a:lnTo>
                    <a:pt x="2861310" y="258127"/>
                  </a:lnTo>
                  <a:lnTo>
                    <a:pt x="2864168" y="256699"/>
                  </a:lnTo>
                  <a:lnTo>
                    <a:pt x="2857500" y="255270"/>
                  </a:lnTo>
                  <a:lnTo>
                    <a:pt x="2849880" y="255270"/>
                  </a:lnTo>
                  <a:lnTo>
                    <a:pt x="2847499" y="262414"/>
                  </a:lnTo>
                  <a:lnTo>
                    <a:pt x="2842736" y="261938"/>
                  </a:lnTo>
                  <a:lnTo>
                    <a:pt x="2820352" y="257651"/>
                  </a:lnTo>
                  <a:lnTo>
                    <a:pt x="2814638" y="259080"/>
                  </a:lnTo>
                  <a:lnTo>
                    <a:pt x="2807018" y="263366"/>
                  </a:lnTo>
                  <a:lnTo>
                    <a:pt x="2804160" y="266700"/>
                  </a:lnTo>
                  <a:lnTo>
                    <a:pt x="2800350" y="271939"/>
                  </a:lnTo>
                  <a:lnTo>
                    <a:pt x="2801779" y="275749"/>
                  </a:lnTo>
                  <a:lnTo>
                    <a:pt x="2803208" y="276701"/>
                  </a:lnTo>
                  <a:lnTo>
                    <a:pt x="2814638" y="277654"/>
                  </a:lnTo>
                  <a:lnTo>
                    <a:pt x="2824639" y="276701"/>
                  </a:lnTo>
                  <a:lnTo>
                    <a:pt x="2836069" y="273368"/>
                  </a:lnTo>
                  <a:lnTo>
                    <a:pt x="2838926" y="274320"/>
                  </a:lnTo>
                  <a:lnTo>
                    <a:pt x="2841308" y="276225"/>
                  </a:lnTo>
                  <a:lnTo>
                    <a:pt x="2837974" y="279083"/>
                  </a:lnTo>
                  <a:lnTo>
                    <a:pt x="2826068" y="282893"/>
                  </a:lnTo>
                  <a:lnTo>
                    <a:pt x="2806541" y="293370"/>
                  </a:lnTo>
                  <a:lnTo>
                    <a:pt x="2799397" y="294323"/>
                  </a:lnTo>
                  <a:lnTo>
                    <a:pt x="2788920" y="292418"/>
                  </a:lnTo>
                  <a:lnTo>
                    <a:pt x="2783205" y="298133"/>
                  </a:lnTo>
                  <a:lnTo>
                    <a:pt x="2780824" y="299561"/>
                  </a:lnTo>
                  <a:lnTo>
                    <a:pt x="2763202" y="303371"/>
                  </a:lnTo>
                  <a:lnTo>
                    <a:pt x="2755583" y="303848"/>
                  </a:lnTo>
                  <a:lnTo>
                    <a:pt x="2753201" y="306705"/>
                  </a:lnTo>
                  <a:lnTo>
                    <a:pt x="2748915" y="307181"/>
                  </a:lnTo>
                  <a:lnTo>
                    <a:pt x="2743676" y="308610"/>
                  </a:lnTo>
                  <a:lnTo>
                    <a:pt x="2735104" y="312896"/>
                  </a:lnTo>
                  <a:lnTo>
                    <a:pt x="2722245" y="313373"/>
                  </a:lnTo>
                  <a:lnTo>
                    <a:pt x="2713196" y="312420"/>
                  </a:lnTo>
                  <a:lnTo>
                    <a:pt x="2691765" y="314801"/>
                  </a:lnTo>
                  <a:lnTo>
                    <a:pt x="2686050" y="317183"/>
                  </a:lnTo>
                  <a:lnTo>
                    <a:pt x="2682716" y="320040"/>
                  </a:lnTo>
                  <a:lnTo>
                    <a:pt x="2680811" y="323850"/>
                  </a:lnTo>
                  <a:lnTo>
                    <a:pt x="2677954" y="327184"/>
                  </a:lnTo>
                  <a:lnTo>
                    <a:pt x="2665571" y="334804"/>
                  </a:lnTo>
                  <a:lnTo>
                    <a:pt x="2655094" y="337661"/>
                  </a:lnTo>
                  <a:lnTo>
                    <a:pt x="2646521" y="338614"/>
                  </a:lnTo>
                  <a:lnTo>
                    <a:pt x="2655094" y="334328"/>
                  </a:lnTo>
                  <a:lnTo>
                    <a:pt x="2664619" y="326708"/>
                  </a:lnTo>
                  <a:lnTo>
                    <a:pt x="2681764" y="303848"/>
                  </a:lnTo>
                  <a:lnTo>
                    <a:pt x="2698433" y="302419"/>
                  </a:lnTo>
                  <a:lnTo>
                    <a:pt x="2702719" y="299561"/>
                  </a:lnTo>
                  <a:lnTo>
                    <a:pt x="2715101" y="285750"/>
                  </a:lnTo>
                  <a:lnTo>
                    <a:pt x="2718911" y="283369"/>
                  </a:lnTo>
                  <a:lnTo>
                    <a:pt x="2735580" y="283369"/>
                  </a:lnTo>
                  <a:lnTo>
                    <a:pt x="2750344" y="278606"/>
                  </a:lnTo>
                  <a:lnTo>
                    <a:pt x="2780347" y="256699"/>
                  </a:lnTo>
                  <a:lnTo>
                    <a:pt x="2795111" y="252889"/>
                  </a:lnTo>
                  <a:lnTo>
                    <a:pt x="2805113" y="247174"/>
                  </a:lnTo>
                  <a:lnTo>
                    <a:pt x="2807018" y="244793"/>
                  </a:lnTo>
                  <a:lnTo>
                    <a:pt x="2808446" y="241459"/>
                  </a:lnTo>
                  <a:lnTo>
                    <a:pt x="2807018" y="239077"/>
                  </a:lnTo>
                  <a:lnTo>
                    <a:pt x="2806065" y="237173"/>
                  </a:lnTo>
                  <a:lnTo>
                    <a:pt x="2819400" y="233363"/>
                  </a:lnTo>
                  <a:lnTo>
                    <a:pt x="2824163" y="227648"/>
                  </a:lnTo>
                  <a:lnTo>
                    <a:pt x="2841784" y="221933"/>
                  </a:lnTo>
                  <a:lnTo>
                    <a:pt x="2855595" y="214789"/>
                  </a:lnTo>
                  <a:lnTo>
                    <a:pt x="2875121" y="209074"/>
                  </a:lnTo>
                  <a:lnTo>
                    <a:pt x="2886075" y="201454"/>
                  </a:lnTo>
                  <a:lnTo>
                    <a:pt x="2911316" y="190500"/>
                  </a:lnTo>
                  <a:lnTo>
                    <a:pt x="2934652" y="171926"/>
                  </a:lnTo>
                  <a:lnTo>
                    <a:pt x="2938463" y="160973"/>
                  </a:lnTo>
                  <a:lnTo>
                    <a:pt x="2932747" y="157163"/>
                  </a:lnTo>
                  <a:lnTo>
                    <a:pt x="2925604" y="155258"/>
                  </a:lnTo>
                  <a:lnTo>
                    <a:pt x="2921794" y="150019"/>
                  </a:lnTo>
                  <a:lnTo>
                    <a:pt x="2919413" y="149066"/>
                  </a:lnTo>
                  <a:lnTo>
                    <a:pt x="2912269" y="152400"/>
                  </a:lnTo>
                  <a:lnTo>
                    <a:pt x="2904649" y="140970"/>
                  </a:lnTo>
                  <a:lnTo>
                    <a:pt x="2895124" y="134779"/>
                  </a:lnTo>
                  <a:lnTo>
                    <a:pt x="2895600" y="133826"/>
                  </a:lnTo>
                  <a:lnTo>
                    <a:pt x="2896552" y="133350"/>
                  </a:lnTo>
                  <a:lnTo>
                    <a:pt x="2901315" y="134303"/>
                  </a:lnTo>
                  <a:lnTo>
                    <a:pt x="2917984" y="143828"/>
                  </a:lnTo>
                  <a:lnTo>
                    <a:pt x="2927033" y="145256"/>
                  </a:lnTo>
                  <a:lnTo>
                    <a:pt x="2929890" y="146685"/>
                  </a:lnTo>
                  <a:lnTo>
                    <a:pt x="2931319" y="149066"/>
                  </a:lnTo>
                  <a:lnTo>
                    <a:pt x="2930366" y="153352"/>
                  </a:lnTo>
                  <a:lnTo>
                    <a:pt x="2933224" y="152876"/>
                  </a:lnTo>
                  <a:lnTo>
                    <a:pt x="2934652" y="150971"/>
                  </a:lnTo>
                  <a:lnTo>
                    <a:pt x="2938939" y="143351"/>
                  </a:lnTo>
                  <a:lnTo>
                    <a:pt x="2943225" y="132874"/>
                  </a:lnTo>
                  <a:lnTo>
                    <a:pt x="2942749" y="128588"/>
                  </a:lnTo>
                  <a:lnTo>
                    <a:pt x="2932747" y="130493"/>
                  </a:lnTo>
                  <a:lnTo>
                    <a:pt x="2928461" y="115253"/>
                  </a:lnTo>
                  <a:lnTo>
                    <a:pt x="2926080" y="110490"/>
                  </a:lnTo>
                  <a:lnTo>
                    <a:pt x="2922746" y="105251"/>
                  </a:lnTo>
                  <a:lnTo>
                    <a:pt x="2916555" y="104775"/>
                  </a:lnTo>
                  <a:lnTo>
                    <a:pt x="2913221" y="106204"/>
                  </a:lnTo>
                  <a:lnTo>
                    <a:pt x="2916079" y="108109"/>
                  </a:lnTo>
                  <a:lnTo>
                    <a:pt x="2918936" y="110966"/>
                  </a:lnTo>
                  <a:lnTo>
                    <a:pt x="2917031" y="113824"/>
                  </a:lnTo>
                  <a:lnTo>
                    <a:pt x="2915126" y="115253"/>
                  </a:lnTo>
                  <a:lnTo>
                    <a:pt x="2907506" y="119063"/>
                  </a:lnTo>
                  <a:lnTo>
                    <a:pt x="2901791" y="119063"/>
                  </a:lnTo>
                  <a:lnTo>
                    <a:pt x="2904172" y="117634"/>
                  </a:lnTo>
                  <a:lnTo>
                    <a:pt x="2907030" y="113824"/>
                  </a:lnTo>
                  <a:lnTo>
                    <a:pt x="2905125" y="110014"/>
                  </a:lnTo>
                  <a:lnTo>
                    <a:pt x="2902744" y="107633"/>
                  </a:lnTo>
                  <a:lnTo>
                    <a:pt x="2900839" y="96203"/>
                  </a:lnTo>
                  <a:lnTo>
                    <a:pt x="2893695" y="94298"/>
                  </a:lnTo>
                  <a:lnTo>
                    <a:pt x="2889885" y="92393"/>
                  </a:lnTo>
                  <a:lnTo>
                    <a:pt x="2884646" y="93345"/>
                  </a:lnTo>
                  <a:lnTo>
                    <a:pt x="2877502" y="96203"/>
                  </a:lnTo>
                  <a:lnTo>
                    <a:pt x="2880360" y="93821"/>
                  </a:lnTo>
                  <a:lnTo>
                    <a:pt x="2882741" y="89535"/>
                  </a:lnTo>
                  <a:lnTo>
                    <a:pt x="2877502" y="84296"/>
                  </a:lnTo>
                  <a:lnTo>
                    <a:pt x="2872264" y="80486"/>
                  </a:lnTo>
                  <a:lnTo>
                    <a:pt x="2866072" y="79534"/>
                  </a:lnTo>
                  <a:lnTo>
                    <a:pt x="2858929" y="74771"/>
                  </a:lnTo>
                  <a:lnTo>
                    <a:pt x="2849404" y="72390"/>
                  </a:lnTo>
                  <a:lnTo>
                    <a:pt x="2827496" y="69533"/>
                  </a:lnTo>
                  <a:lnTo>
                    <a:pt x="2810827" y="72866"/>
                  </a:lnTo>
                  <a:lnTo>
                    <a:pt x="2790349" y="70485"/>
                  </a:lnTo>
                  <a:lnTo>
                    <a:pt x="2765108" y="72390"/>
                  </a:lnTo>
                  <a:lnTo>
                    <a:pt x="2755583" y="72390"/>
                  </a:lnTo>
                  <a:lnTo>
                    <a:pt x="2749868" y="71438"/>
                  </a:lnTo>
                  <a:lnTo>
                    <a:pt x="2744629" y="72390"/>
                  </a:lnTo>
                  <a:lnTo>
                    <a:pt x="2741771" y="76676"/>
                  </a:lnTo>
                  <a:lnTo>
                    <a:pt x="2740343" y="83344"/>
                  </a:lnTo>
                  <a:lnTo>
                    <a:pt x="2734151" y="86678"/>
                  </a:lnTo>
                  <a:lnTo>
                    <a:pt x="2730818" y="87154"/>
                  </a:lnTo>
                  <a:lnTo>
                    <a:pt x="2715101" y="86201"/>
                  </a:lnTo>
                  <a:lnTo>
                    <a:pt x="2703671" y="89535"/>
                  </a:lnTo>
                  <a:lnTo>
                    <a:pt x="2698909" y="87154"/>
                  </a:lnTo>
                  <a:lnTo>
                    <a:pt x="2689384" y="87154"/>
                  </a:lnTo>
                  <a:lnTo>
                    <a:pt x="2688431" y="81915"/>
                  </a:lnTo>
                  <a:lnTo>
                    <a:pt x="2694146" y="81915"/>
                  </a:lnTo>
                  <a:lnTo>
                    <a:pt x="2697480" y="82868"/>
                  </a:lnTo>
                  <a:lnTo>
                    <a:pt x="2707481" y="71914"/>
                  </a:lnTo>
                  <a:lnTo>
                    <a:pt x="2716054" y="65246"/>
                  </a:lnTo>
                  <a:lnTo>
                    <a:pt x="2724150" y="57626"/>
                  </a:lnTo>
                  <a:lnTo>
                    <a:pt x="2718911" y="53340"/>
                  </a:lnTo>
                  <a:lnTo>
                    <a:pt x="2707481" y="50006"/>
                  </a:lnTo>
                  <a:lnTo>
                    <a:pt x="2702243" y="50483"/>
                  </a:lnTo>
                  <a:lnTo>
                    <a:pt x="2699385" y="51435"/>
                  </a:lnTo>
                  <a:lnTo>
                    <a:pt x="2687002" y="49054"/>
                  </a:lnTo>
                  <a:lnTo>
                    <a:pt x="2680335" y="49530"/>
                  </a:lnTo>
                  <a:lnTo>
                    <a:pt x="2669381" y="52864"/>
                  </a:lnTo>
                  <a:lnTo>
                    <a:pt x="2665571" y="52388"/>
                  </a:lnTo>
                  <a:lnTo>
                    <a:pt x="2663666" y="45244"/>
                  </a:lnTo>
                  <a:lnTo>
                    <a:pt x="2652236" y="46196"/>
                  </a:lnTo>
                  <a:lnTo>
                    <a:pt x="2614613" y="45244"/>
                  </a:lnTo>
                  <a:lnTo>
                    <a:pt x="2618422" y="43339"/>
                  </a:lnTo>
                  <a:lnTo>
                    <a:pt x="2638425" y="40005"/>
                  </a:lnTo>
                  <a:lnTo>
                    <a:pt x="2654618" y="35719"/>
                  </a:lnTo>
                  <a:lnTo>
                    <a:pt x="2666524" y="27146"/>
                  </a:lnTo>
                  <a:lnTo>
                    <a:pt x="2677477" y="24765"/>
                  </a:lnTo>
                  <a:lnTo>
                    <a:pt x="2675096" y="20479"/>
                  </a:lnTo>
                  <a:lnTo>
                    <a:pt x="2671763" y="17621"/>
                  </a:lnTo>
                  <a:lnTo>
                    <a:pt x="2665571" y="14764"/>
                  </a:lnTo>
                  <a:lnTo>
                    <a:pt x="2652236" y="13335"/>
                  </a:lnTo>
                  <a:lnTo>
                    <a:pt x="2640330" y="10001"/>
                  </a:lnTo>
                  <a:lnTo>
                    <a:pt x="2635091" y="5715"/>
                  </a:lnTo>
                  <a:lnTo>
                    <a:pt x="2613660" y="0"/>
                  </a:lnTo>
                  <a:lnTo>
                    <a:pt x="2607945" y="0"/>
                  </a:lnTo>
                  <a:lnTo>
                    <a:pt x="2592705" y="7144"/>
                  </a:lnTo>
                  <a:lnTo>
                    <a:pt x="2584609" y="6668"/>
                  </a:lnTo>
                  <a:lnTo>
                    <a:pt x="2577941" y="7620"/>
                  </a:lnTo>
                  <a:lnTo>
                    <a:pt x="2560320" y="16193"/>
                  </a:lnTo>
                  <a:lnTo>
                    <a:pt x="2523172" y="38576"/>
                  </a:lnTo>
                  <a:lnTo>
                    <a:pt x="2515552" y="45244"/>
                  </a:lnTo>
                  <a:lnTo>
                    <a:pt x="2511743" y="50483"/>
                  </a:lnTo>
                  <a:lnTo>
                    <a:pt x="2505075" y="53340"/>
                  </a:lnTo>
                  <a:lnTo>
                    <a:pt x="2502218" y="59531"/>
                  </a:lnTo>
                  <a:lnTo>
                    <a:pt x="2502694" y="65246"/>
                  </a:lnTo>
                  <a:lnTo>
                    <a:pt x="2505551" y="68104"/>
                  </a:lnTo>
                  <a:lnTo>
                    <a:pt x="2508885" y="73819"/>
                  </a:lnTo>
                  <a:lnTo>
                    <a:pt x="2505551" y="80010"/>
                  </a:lnTo>
                  <a:lnTo>
                    <a:pt x="2503170" y="83820"/>
                  </a:lnTo>
                  <a:lnTo>
                    <a:pt x="2505551" y="85725"/>
                  </a:lnTo>
                  <a:lnTo>
                    <a:pt x="2512695" y="85725"/>
                  </a:lnTo>
                  <a:lnTo>
                    <a:pt x="2528888" y="89059"/>
                  </a:lnTo>
                  <a:lnTo>
                    <a:pt x="2525554" y="92393"/>
                  </a:lnTo>
                  <a:lnTo>
                    <a:pt x="2516029" y="89535"/>
                  </a:lnTo>
                  <a:lnTo>
                    <a:pt x="2507456" y="89535"/>
                  </a:lnTo>
                  <a:lnTo>
                    <a:pt x="2500313" y="86201"/>
                  </a:lnTo>
                  <a:lnTo>
                    <a:pt x="2482215" y="89535"/>
                  </a:lnTo>
                  <a:lnTo>
                    <a:pt x="2469356" y="88583"/>
                  </a:lnTo>
                  <a:lnTo>
                    <a:pt x="2456974" y="90011"/>
                  </a:lnTo>
                  <a:lnTo>
                    <a:pt x="2433161" y="87154"/>
                  </a:lnTo>
                  <a:lnTo>
                    <a:pt x="2430780" y="89535"/>
                  </a:lnTo>
                  <a:lnTo>
                    <a:pt x="2436495" y="92869"/>
                  </a:lnTo>
                  <a:lnTo>
                    <a:pt x="2440781" y="96203"/>
                  </a:lnTo>
                  <a:lnTo>
                    <a:pt x="2453164" y="103823"/>
                  </a:lnTo>
                  <a:lnTo>
                    <a:pt x="2458402" y="106204"/>
                  </a:lnTo>
                  <a:lnTo>
                    <a:pt x="2465546" y="113348"/>
                  </a:lnTo>
                  <a:lnTo>
                    <a:pt x="2466499" y="127635"/>
                  </a:lnTo>
                  <a:lnTo>
                    <a:pt x="2462689" y="131445"/>
                  </a:lnTo>
                  <a:lnTo>
                    <a:pt x="2457926" y="136208"/>
                  </a:lnTo>
                  <a:lnTo>
                    <a:pt x="2456021" y="137160"/>
                  </a:lnTo>
                  <a:lnTo>
                    <a:pt x="2452211" y="136684"/>
                  </a:lnTo>
                  <a:lnTo>
                    <a:pt x="2457926" y="133350"/>
                  </a:lnTo>
                  <a:lnTo>
                    <a:pt x="2460784" y="126206"/>
                  </a:lnTo>
                  <a:lnTo>
                    <a:pt x="2463641" y="120968"/>
                  </a:lnTo>
                  <a:lnTo>
                    <a:pt x="2459831" y="117634"/>
                  </a:lnTo>
                  <a:lnTo>
                    <a:pt x="2458402" y="117158"/>
                  </a:lnTo>
                  <a:lnTo>
                    <a:pt x="2456497" y="115253"/>
                  </a:lnTo>
                  <a:lnTo>
                    <a:pt x="2443639" y="110490"/>
                  </a:lnTo>
                  <a:lnTo>
                    <a:pt x="2436971" y="108585"/>
                  </a:lnTo>
                  <a:lnTo>
                    <a:pt x="2429827" y="107156"/>
                  </a:lnTo>
                  <a:lnTo>
                    <a:pt x="2426018" y="106204"/>
                  </a:lnTo>
                  <a:lnTo>
                    <a:pt x="2415064" y="110490"/>
                  </a:lnTo>
                  <a:lnTo>
                    <a:pt x="2409825" y="111443"/>
                  </a:lnTo>
                  <a:lnTo>
                    <a:pt x="2404110" y="113824"/>
                  </a:lnTo>
                  <a:lnTo>
                    <a:pt x="2400776" y="116681"/>
                  </a:lnTo>
                  <a:lnTo>
                    <a:pt x="2392204" y="117634"/>
                  </a:lnTo>
                  <a:lnTo>
                    <a:pt x="2391251" y="120968"/>
                  </a:lnTo>
                  <a:lnTo>
                    <a:pt x="2386489" y="124301"/>
                  </a:lnTo>
                  <a:lnTo>
                    <a:pt x="2381250" y="120491"/>
                  </a:lnTo>
                  <a:lnTo>
                    <a:pt x="2376488" y="121920"/>
                  </a:lnTo>
                  <a:lnTo>
                    <a:pt x="2365058" y="127635"/>
                  </a:lnTo>
                  <a:lnTo>
                    <a:pt x="2352199" y="130493"/>
                  </a:lnTo>
                  <a:lnTo>
                    <a:pt x="2353627" y="128588"/>
                  </a:lnTo>
                  <a:lnTo>
                    <a:pt x="2355533" y="123825"/>
                  </a:lnTo>
                  <a:lnTo>
                    <a:pt x="2352675" y="122396"/>
                  </a:lnTo>
                  <a:lnTo>
                    <a:pt x="2333149" y="128111"/>
                  </a:lnTo>
                  <a:lnTo>
                    <a:pt x="2326481" y="131921"/>
                  </a:lnTo>
                  <a:lnTo>
                    <a:pt x="2323624" y="130493"/>
                  </a:lnTo>
                  <a:lnTo>
                    <a:pt x="2335054" y="122396"/>
                  </a:lnTo>
                  <a:lnTo>
                    <a:pt x="2337911" y="117158"/>
                  </a:lnTo>
                  <a:lnTo>
                    <a:pt x="2332672" y="115253"/>
                  </a:lnTo>
                  <a:lnTo>
                    <a:pt x="2320766" y="113348"/>
                  </a:lnTo>
                  <a:lnTo>
                    <a:pt x="2313622" y="113348"/>
                  </a:lnTo>
                  <a:lnTo>
                    <a:pt x="2302669" y="115253"/>
                  </a:lnTo>
                  <a:lnTo>
                    <a:pt x="2286952" y="112395"/>
                  </a:lnTo>
                  <a:lnTo>
                    <a:pt x="2284571" y="115253"/>
                  </a:lnTo>
                  <a:lnTo>
                    <a:pt x="2280285" y="115729"/>
                  </a:lnTo>
                  <a:lnTo>
                    <a:pt x="2270760" y="114300"/>
                  </a:lnTo>
                  <a:lnTo>
                    <a:pt x="2261711" y="115729"/>
                  </a:lnTo>
                  <a:lnTo>
                    <a:pt x="2255520" y="119063"/>
                  </a:lnTo>
                  <a:lnTo>
                    <a:pt x="2245519" y="116205"/>
                  </a:lnTo>
                  <a:lnTo>
                    <a:pt x="2242185" y="116205"/>
                  </a:lnTo>
                  <a:lnTo>
                    <a:pt x="2236946" y="120968"/>
                  </a:lnTo>
                  <a:lnTo>
                    <a:pt x="2232184" y="117634"/>
                  </a:lnTo>
                  <a:lnTo>
                    <a:pt x="2228374" y="124301"/>
                  </a:lnTo>
                  <a:lnTo>
                    <a:pt x="2229326" y="129064"/>
                  </a:lnTo>
                  <a:lnTo>
                    <a:pt x="2232660" y="129540"/>
                  </a:lnTo>
                  <a:lnTo>
                    <a:pt x="2235518" y="129064"/>
                  </a:lnTo>
                  <a:lnTo>
                    <a:pt x="2237422" y="126683"/>
                  </a:lnTo>
                  <a:lnTo>
                    <a:pt x="2239327" y="125730"/>
                  </a:lnTo>
                  <a:lnTo>
                    <a:pt x="2246947" y="130016"/>
                  </a:lnTo>
                  <a:lnTo>
                    <a:pt x="2249329" y="127635"/>
                  </a:lnTo>
                  <a:lnTo>
                    <a:pt x="2252663" y="126206"/>
                  </a:lnTo>
                  <a:lnTo>
                    <a:pt x="2256472" y="128588"/>
                  </a:lnTo>
                  <a:lnTo>
                    <a:pt x="2272665" y="125730"/>
                  </a:lnTo>
                  <a:lnTo>
                    <a:pt x="2269808" y="129064"/>
                  </a:lnTo>
                  <a:lnTo>
                    <a:pt x="2252186" y="132874"/>
                  </a:lnTo>
                  <a:lnTo>
                    <a:pt x="2219801" y="138113"/>
                  </a:lnTo>
                  <a:lnTo>
                    <a:pt x="2213134" y="140494"/>
                  </a:lnTo>
                  <a:lnTo>
                    <a:pt x="2194084" y="141923"/>
                  </a:lnTo>
                  <a:lnTo>
                    <a:pt x="2181701" y="147161"/>
                  </a:lnTo>
                  <a:lnTo>
                    <a:pt x="2165509" y="147161"/>
                  </a:lnTo>
                  <a:lnTo>
                    <a:pt x="2137410" y="151448"/>
                  </a:lnTo>
                  <a:lnTo>
                    <a:pt x="2117408" y="160496"/>
                  </a:lnTo>
                  <a:lnTo>
                    <a:pt x="2107883" y="159544"/>
                  </a:lnTo>
                  <a:lnTo>
                    <a:pt x="2087880" y="166688"/>
                  </a:lnTo>
                  <a:lnTo>
                    <a:pt x="2080260" y="171926"/>
                  </a:lnTo>
                  <a:lnTo>
                    <a:pt x="2052161" y="182880"/>
                  </a:lnTo>
                  <a:lnTo>
                    <a:pt x="2035016" y="178594"/>
                  </a:lnTo>
                  <a:lnTo>
                    <a:pt x="2029301" y="180023"/>
                  </a:lnTo>
                  <a:lnTo>
                    <a:pt x="2026444" y="183833"/>
                  </a:lnTo>
                  <a:lnTo>
                    <a:pt x="2026920" y="187166"/>
                  </a:lnTo>
                  <a:lnTo>
                    <a:pt x="2034064" y="186690"/>
                  </a:lnTo>
                  <a:lnTo>
                    <a:pt x="2038826" y="188119"/>
                  </a:lnTo>
                  <a:lnTo>
                    <a:pt x="2045018" y="190500"/>
                  </a:lnTo>
                  <a:lnTo>
                    <a:pt x="2043589" y="195739"/>
                  </a:lnTo>
                  <a:lnTo>
                    <a:pt x="2030730" y="206693"/>
                  </a:lnTo>
                  <a:lnTo>
                    <a:pt x="2024539" y="210502"/>
                  </a:lnTo>
                  <a:lnTo>
                    <a:pt x="2017395" y="212884"/>
                  </a:lnTo>
                  <a:lnTo>
                    <a:pt x="2002155" y="203835"/>
                  </a:lnTo>
                  <a:lnTo>
                    <a:pt x="1999297" y="208121"/>
                  </a:lnTo>
                  <a:lnTo>
                    <a:pt x="1996916" y="210026"/>
                  </a:lnTo>
                  <a:lnTo>
                    <a:pt x="1991201" y="209074"/>
                  </a:lnTo>
                  <a:lnTo>
                    <a:pt x="1987868" y="215741"/>
                  </a:lnTo>
                  <a:lnTo>
                    <a:pt x="1999297" y="216694"/>
                  </a:lnTo>
                  <a:lnTo>
                    <a:pt x="2009775" y="219551"/>
                  </a:lnTo>
                  <a:lnTo>
                    <a:pt x="2018824" y="223838"/>
                  </a:lnTo>
                  <a:lnTo>
                    <a:pt x="2025491" y="228600"/>
                  </a:lnTo>
                  <a:lnTo>
                    <a:pt x="2032635" y="231934"/>
                  </a:lnTo>
                  <a:lnTo>
                    <a:pt x="2036921" y="234315"/>
                  </a:lnTo>
                  <a:lnTo>
                    <a:pt x="2025491" y="237173"/>
                  </a:lnTo>
                  <a:lnTo>
                    <a:pt x="2017871" y="230981"/>
                  </a:lnTo>
                  <a:lnTo>
                    <a:pt x="2013585" y="229076"/>
                  </a:lnTo>
                  <a:lnTo>
                    <a:pt x="2008346" y="228600"/>
                  </a:lnTo>
                  <a:lnTo>
                    <a:pt x="2001202" y="230505"/>
                  </a:lnTo>
                  <a:lnTo>
                    <a:pt x="1995011" y="237649"/>
                  </a:lnTo>
                  <a:lnTo>
                    <a:pt x="2001202" y="240030"/>
                  </a:lnTo>
                  <a:lnTo>
                    <a:pt x="2014538" y="242411"/>
                  </a:lnTo>
                  <a:lnTo>
                    <a:pt x="2018824" y="245745"/>
                  </a:lnTo>
                  <a:lnTo>
                    <a:pt x="2036445" y="266700"/>
                  </a:lnTo>
                  <a:lnTo>
                    <a:pt x="2040731" y="268605"/>
                  </a:lnTo>
                  <a:lnTo>
                    <a:pt x="2046446" y="269558"/>
                  </a:lnTo>
                  <a:lnTo>
                    <a:pt x="2048351" y="270986"/>
                  </a:lnTo>
                  <a:lnTo>
                    <a:pt x="2041684" y="274796"/>
                  </a:lnTo>
                  <a:lnTo>
                    <a:pt x="2039302" y="278130"/>
                  </a:lnTo>
                  <a:lnTo>
                    <a:pt x="2033111" y="283845"/>
                  </a:lnTo>
                  <a:lnTo>
                    <a:pt x="2007870" y="287179"/>
                  </a:lnTo>
                  <a:lnTo>
                    <a:pt x="2000250" y="289084"/>
                  </a:lnTo>
                  <a:lnTo>
                    <a:pt x="1998345" y="290513"/>
                  </a:lnTo>
                  <a:lnTo>
                    <a:pt x="1995011" y="292418"/>
                  </a:lnTo>
                  <a:lnTo>
                    <a:pt x="1993106" y="294323"/>
                  </a:lnTo>
                  <a:lnTo>
                    <a:pt x="1992153" y="298609"/>
                  </a:lnTo>
                  <a:lnTo>
                    <a:pt x="1994059" y="301466"/>
                  </a:lnTo>
                  <a:lnTo>
                    <a:pt x="1999297" y="304324"/>
                  </a:lnTo>
                  <a:lnTo>
                    <a:pt x="2019300" y="315754"/>
                  </a:lnTo>
                  <a:lnTo>
                    <a:pt x="2018347" y="317183"/>
                  </a:lnTo>
                  <a:lnTo>
                    <a:pt x="2012632" y="314801"/>
                  </a:lnTo>
                  <a:lnTo>
                    <a:pt x="2005489" y="311468"/>
                  </a:lnTo>
                  <a:lnTo>
                    <a:pt x="1998345" y="306229"/>
                  </a:lnTo>
                  <a:lnTo>
                    <a:pt x="1988820" y="302895"/>
                  </a:lnTo>
                  <a:lnTo>
                    <a:pt x="1988344" y="300038"/>
                  </a:lnTo>
                  <a:lnTo>
                    <a:pt x="1987868" y="295751"/>
                  </a:lnTo>
                  <a:lnTo>
                    <a:pt x="1988344" y="294323"/>
                  </a:lnTo>
                  <a:lnTo>
                    <a:pt x="1989296" y="291941"/>
                  </a:lnTo>
                  <a:lnTo>
                    <a:pt x="1998345" y="286226"/>
                  </a:lnTo>
                  <a:lnTo>
                    <a:pt x="2007394" y="283845"/>
                  </a:lnTo>
                  <a:lnTo>
                    <a:pt x="2018824" y="277178"/>
                  </a:lnTo>
                  <a:lnTo>
                    <a:pt x="2030253" y="270034"/>
                  </a:lnTo>
                  <a:lnTo>
                    <a:pt x="2027872" y="267653"/>
                  </a:lnTo>
                  <a:lnTo>
                    <a:pt x="2025491" y="266224"/>
                  </a:lnTo>
                  <a:lnTo>
                    <a:pt x="2015014" y="265748"/>
                  </a:lnTo>
                  <a:lnTo>
                    <a:pt x="1994535" y="268129"/>
                  </a:lnTo>
                  <a:lnTo>
                    <a:pt x="1981676" y="270510"/>
                  </a:lnTo>
                  <a:lnTo>
                    <a:pt x="1976438" y="276225"/>
                  </a:lnTo>
                  <a:lnTo>
                    <a:pt x="1967865" y="277178"/>
                  </a:lnTo>
                  <a:lnTo>
                    <a:pt x="1963578" y="277178"/>
                  </a:lnTo>
                  <a:lnTo>
                    <a:pt x="1952149" y="274320"/>
                  </a:lnTo>
                  <a:lnTo>
                    <a:pt x="1941195" y="277178"/>
                  </a:lnTo>
                  <a:lnTo>
                    <a:pt x="1915953" y="279083"/>
                  </a:lnTo>
                  <a:lnTo>
                    <a:pt x="1911668" y="280511"/>
                  </a:lnTo>
                  <a:lnTo>
                    <a:pt x="1852613" y="280988"/>
                  </a:lnTo>
                  <a:lnTo>
                    <a:pt x="1841182" y="282416"/>
                  </a:lnTo>
                  <a:lnTo>
                    <a:pt x="1810702" y="287179"/>
                  </a:lnTo>
                  <a:lnTo>
                    <a:pt x="1810226" y="290513"/>
                  </a:lnTo>
                  <a:lnTo>
                    <a:pt x="1811178" y="293370"/>
                  </a:lnTo>
                  <a:lnTo>
                    <a:pt x="1806416" y="297180"/>
                  </a:lnTo>
                  <a:lnTo>
                    <a:pt x="1804511" y="300990"/>
                  </a:lnTo>
                  <a:lnTo>
                    <a:pt x="1805464" y="305276"/>
                  </a:lnTo>
                  <a:lnTo>
                    <a:pt x="1805464" y="309086"/>
                  </a:lnTo>
                  <a:lnTo>
                    <a:pt x="1806416" y="313849"/>
                  </a:lnTo>
                  <a:lnTo>
                    <a:pt x="1808321" y="318611"/>
                  </a:lnTo>
                  <a:lnTo>
                    <a:pt x="1812607" y="320993"/>
                  </a:lnTo>
                  <a:lnTo>
                    <a:pt x="1816894" y="322421"/>
                  </a:lnTo>
                  <a:lnTo>
                    <a:pt x="1819751" y="327184"/>
                  </a:lnTo>
                  <a:lnTo>
                    <a:pt x="1817370" y="332899"/>
                  </a:lnTo>
                  <a:lnTo>
                    <a:pt x="1814036" y="339566"/>
                  </a:lnTo>
                  <a:lnTo>
                    <a:pt x="1813084" y="342424"/>
                  </a:lnTo>
                  <a:lnTo>
                    <a:pt x="1815465" y="346710"/>
                  </a:lnTo>
                  <a:lnTo>
                    <a:pt x="1818322" y="354806"/>
                  </a:lnTo>
                  <a:lnTo>
                    <a:pt x="1819275" y="357188"/>
                  </a:lnTo>
                  <a:lnTo>
                    <a:pt x="1828324" y="363379"/>
                  </a:lnTo>
                  <a:lnTo>
                    <a:pt x="1834515" y="365284"/>
                  </a:lnTo>
                  <a:lnTo>
                    <a:pt x="1844993" y="365760"/>
                  </a:lnTo>
                  <a:lnTo>
                    <a:pt x="1852136" y="367189"/>
                  </a:lnTo>
                  <a:lnTo>
                    <a:pt x="1862138" y="370999"/>
                  </a:lnTo>
                  <a:lnTo>
                    <a:pt x="1865471" y="372904"/>
                  </a:lnTo>
                  <a:lnTo>
                    <a:pt x="1865947" y="374809"/>
                  </a:lnTo>
                  <a:lnTo>
                    <a:pt x="1868805" y="381476"/>
                  </a:lnTo>
                  <a:lnTo>
                    <a:pt x="1869757" y="383381"/>
                  </a:lnTo>
                  <a:lnTo>
                    <a:pt x="1881188" y="392906"/>
                  </a:lnTo>
                  <a:lnTo>
                    <a:pt x="1884521" y="394335"/>
                  </a:lnTo>
                  <a:lnTo>
                    <a:pt x="1899761" y="395764"/>
                  </a:lnTo>
                  <a:lnTo>
                    <a:pt x="1904524" y="399098"/>
                  </a:lnTo>
                  <a:lnTo>
                    <a:pt x="1911191" y="408146"/>
                  </a:lnTo>
                  <a:lnTo>
                    <a:pt x="1911668" y="410051"/>
                  </a:lnTo>
                  <a:lnTo>
                    <a:pt x="1912620" y="413385"/>
                  </a:lnTo>
                  <a:lnTo>
                    <a:pt x="1911668" y="416719"/>
                  </a:lnTo>
                  <a:lnTo>
                    <a:pt x="1911191" y="418624"/>
                  </a:lnTo>
                  <a:lnTo>
                    <a:pt x="1908810" y="421481"/>
                  </a:lnTo>
                  <a:lnTo>
                    <a:pt x="1902143" y="433388"/>
                  </a:lnTo>
                  <a:lnTo>
                    <a:pt x="1898332" y="444341"/>
                  </a:lnTo>
                  <a:lnTo>
                    <a:pt x="1904524" y="451485"/>
                  </a:lnTo>
                  <a:lnTo>
                    <a:pt x="1912620" y="464820"/>
                  </a:lnTo>
                  <a:lnTo>
                    <a:pt x="1915001" y="470535"/>
                  </a:lnTo>
                  <a:lnTo>
                    <a:pt x="1917859" y="478631"/>
                  </a:lnTo>
                  <a:lnTo>
                    <a:pt x="1916906" y="483394"/>
                  </a:lnTo>
                  <a:lnTo>
                    <a:pt x="1915477" y="486251"/>
                  </a:lnTo>
                  <a:lnTo>
                    <a:pt x="1909763" y="490538"/>
                  </a:lnTo>
                  <a:lnTo>
                    <a:pt x="1903095" y="492443"/>
                  </a:lnTo>
                  <a:lnTo>
                    <a:pt x="1895475" y="494824"/>
                  </a:lnTo>
                  <a:lnTo>
                    <a:pt x="1896427" y="498158"/>
                  </a:lnTo>
                  <a:lnTo>
                    <a:pt x="1897380" y="502444"/>
                  </a:lnTo>
                  <a:lnTo>
                    <a:pt x="1896903" y="505301"/>
                  </a:lnTo>
                  <a:lnTo>
                    <a:pt x="1895951" y="506254"/>
                  </a:lnTo>
                  <a:lnTo>
                    <a:pt x="1891665" y="506254"/>
                  </a:lnTo>
                  <a:lnTo>
                    <a:pt x="1888331" y="505301"/>
                  </a:lnTo>
                  <a:lnTo>
                    <a:pt x="1884997" y="502444"/>
                  </a:lnTo>
                  <a:lnTo>
                    <a:pt x="1882140" y="498634"/>
                  </a:lnTo>
                  <a:lnTo>
                    <a:pt x="1884521" y="494348"/>
                  </a:lnTo>
                  <a:lnTo>
                    <a:pt x="1890236" y="487204"/>
                  </a:lnTo>
                  <a:lnTo>
                    <a:pt x="1894046" y="476250"/>
                  </a:lnTo>
                  <a:lnTo>
                    <a:pt x="1894999" y="469583"/>
                  </a:lnTo>
                  <a:lnTo>
                    <a:pt x="1894999" y="461963"/>
                  </a:lnTo>
                  <a:lnTo>
                    <a:pt x="1893570" y="457200"/>
                  </a:lnTo>
                  <a:lnTo>
                    <a:pt x="1888807" y="453390"/>
                  </a:lnTo>
                  <a:lnTo>
                    <a:pt x="1884045" y="454343"/>
                  </a:lnTo>
                  <a:lnTo>
                    <a:pt x="1879282" y="457200"/>
                  </a:lnTo>
                  <a:lnTo>
                    <a:pt x="1874520" y="469583"/>
                  </a:lnTo>
                  <a:lnTo>
                    <a:pt x="1867852" y="478631"/>
                  </a:lnTo>
                  <a:lnTo>
                    <a:pt x="1866900" y="482441"/>
                  </a:lnTo>
                  <a:lnTo>
                    <a:pt x="1866900" y="485775"/>
                  </a:lnTo>
                  <a:lnTo>
                    <a:pt x="1866424" y="487680"/>
                  </a:lnTo>
                  <a:lnTo>
                    <a:pt x="1864995" y="480536"/>
                  </a:lnTo>
                  <a:lnTo>
                    <a:pt x="1864519" y="475298"/>
                  </a:lnTo>
                  <a:lnTo>
                    <a:pt x="1868328" y="468630"/>
                  </a:lnTo>
                  <a:lnTo>
                    <a:pt x="1870234" y="462439"/>
                  </a:lnTo>
                  <a:lnTo>
                    <a:pt x="1869757" y="458153"/>
                  </a:lnTo>
                  <a:lnTo>
                    <a:pt x="1867376" y="450533"/>
                  </a:lnTo>
                  <a:lnTo>
                    <a:pt x="1867852" y="447199"/>
                  </a:lnTo>
                  <a:lnTo>
                    <a:pt x="1868328" y="444818"/>
                  </a:lnTo>
                  <a:lnTo>
                    <a:pt x="1870234" y="434340"/>
                  </a:lnTo>
                  <a:lnTo>
                    <a:pt x="1875949" y="432435"/>
                  </a:lnTo>
                  <a:lnTo>
                    <a:pt x="1890236" y="424339"/>
                  </a:lnTo>
                  <a:lnTo>
                    <a:pt x="1892141" y="422434"/>
                  </a:lnTo>
                  <a:lnTo>
                    <a:pt x="1896427" y="415766"/>
                  </a:lnTo>
                  <a:lnTo>
                    <a:pt x="1898809" y="412909"/>
                  </a:lnTo>
                  <a:lnTo>
                    <a:pt x="1901190" y="409099"/>
                  </a:lnTo>
                  <a:lnTo>
                    <a:pt x="1896903" y="405765"/>
                  </a:lnTo>
                  <a:lnTo>
                    <a:pt x="1892618" y="403860"/>
                  </a:lnTo>
                  <a:lnTo>
                    <a:pt x="1884997" y="402908"/>
                  </a:lnTo>
                  <a:lnTo>
                    <a:pt x="1877853" y="403384"/>
                  </a:lnTo>
                  <a:lnTo>
                    <a:pt x="1861661" y="406718"/>
                  </a:lnTo>
                  <a:lnTo>
                    <a:pt x="1847374" y="405765"/>
                  </a:lnTo>
                  <a:lnTo>
                    <a:pt x="1842611" y="403860"/>
                  </a:lnTo>
                  <a:lnTo>
                    <a:pt x="1820227" y="390049"/>
                  </a:lnTo>
                  <a:lnTo>
                    <a:pt x="1818799" y="384334"/>
                  </a:lnTo>
                  <a:lnTo>
                    <a:pt x="1816894" y="382429"/>
                  </a:lnTo>
                  <a:lnTo>
                    <a:pt x="1814989" y="381953"/>
                  </a:lnTo>
                  <a:lnTo>
                    <a:pt x="1806893" y="378143"/>
                  </a:lnTo>
                  <a:lnTo>
                    <a:pt x="1789271" y="373856"/>
                  </a:lnTo>
                  <a:lnTo>
                    <a:pt x="1771174" y="363855"/>
                  </a:lnTo>
                  <a:lnTo>
                    <a:pt x="1739265" y="362903"/>
                  </a:lnTo>
                  <a:lnTo>
                    <a:pt x="1730693" y="363855"/>
                  </a:lnTo>
                  <a:lnTo>
                    <a:pt x="1721644" y="367189"/>
                  </a:lnTo>
                  <a:lnTo>
                    <a:pt x="1714024" y="373380"/>
                  </a:lnTo>
                  <a:lnTo>
                    <a:pt x="1710214" y="375285"/>
                  </a:lnTo>
                  <a:lnTo>
                    <a:pt x="1704975" y="375761"/>
                  </a:lnTo>
                  <a:lnTo>
                    <a:pt x="1704022" y="378143"/>
                  </a:lnTo>
                  <a:lnTo>
                    <a:pt x="1703070" y="381000"/>
                  </a:lnTo>
                  <a:lnTo>
                    <a:pt x="1705451" y="383381"/>
                  </a:lnTo>
                  <a:lnTo>
                    <a:pt x="1715452" y="381000"/>
                  </a:lnTo>
                  <a:lnTo>
                    <a:pt x="1723549" y="381953"/>
                  </a:lnTo>
                  <a:lnTo>
                    <a:pt x="1727835" y="385286"/>
                  </a:lnTo>
                  <a:lnTo>
                    <a:pt x="1730693" y="391001"/>
                  </a:lnTo>
                  <a:lnTo>
                    <a:pt x="1729264" y="393859"/>
                  </a:lnTo>
                  <a:lnTo>
                    <a:pt x="1715452" y="398145"/>
                  </a:lnTo>
                  <a:lnTo>
                    <a:pt x="1707832" y="398145"/>
                  </a:lnTo>
                  <a:lnTo>
                    <a:pt x="1691164" y="387668"/>
                  </a:lnTo>
                  <a:lnTo>
                    <a:pt x="1684496" y="385763"/>
                  </a:lnTo>
                  <a:lnTo>
                    <a:pt x="1669256" y="387668"/>
                  </a:lnTo>
                  <a:lnTo>
                    <a:pt x="1659255" y="392430"/>
                  </a:lnTo>
                  <a:lnTo>
                    <a:pt x="1655921" y="393859"/>
                  </a:lnTo>
                  <a:lnTo>
                    <a:pt x="1658302" y="398621"/>
                  </a:lnTo>
                  <a:lnTo>
                    <a:pt x="1662113" y="408146"/>
                  </a:lnTo>
                  <a:lnTo>
                    <a:pt x="1665446" y="413385"/>
                  </a:lnTo>
                  <a:lnTo>
                    <a:pt x="1669732" y="416243"/>
                  </a:lnTo>
                  <a:lnTo>
                    <a:pt x="1684496" y="422910"/>
                  </a:lnTo>
                  <a:lnTo>
                    <a:pt x="1692593" y="425291"/>
                  </a:lnTo>
                  <a:lnTo>
                    <a:pt x="1705451" y="431006"/>
                  </a:lnTo>
                  <a:lnTo>
                    <a:pt x="1713071" y="431959"/>
                  </a:lnTo>
                  <a:lnTo>
                    <a:pt x="1719739" y="430530"/>
                  </a:lnTo>
                  <a:lnTo>
                    <a:pt x="1730216" y="433864"/>
                  </a:lnTo>
                  <a:lnTo>
                    <a:pt x="1735931" y="445294"/>
                  </a:lnTo>
                  <a:lnTo>
                    <a:pt x="1739741" y="449104"/>
                  </a:lnTo>
                  <a:lnTo>
                    <a:pt x="1743075" y="451009"/>
                  </a:lnTo>
                  <a:lnTo>
                    <a:pt x="1747361" y="451961"/>
                  </a:lnTo>
                  <a:lnTo>
                    <a:pt x="1750219" y="451961"/>
                  </a:lnTo>
                  <a:lnTo>
                    <a:pt x="1753076" y="450533"/>
                  </a:lnTo>
                  <a:lnTo>
                    <a:pt x="1759744" y="450533"/>
                  </a:lnTo>
                  <a:lnTo>
                    <a:pt x="1757363" y="453866"/>
                  </a:lnTo>
                  <a:lnTo>
                    <a:pt x="1754981" y="454819"/>
                  </a:lnTo>
                  <a:lnTo>
                    <a:pt x="1740694" y="455771"/>
                  </a:lnTo>
                  <a:lnTo>
                    <a:pt x="1734026" y="454819"/>
                  </a:lnTo>
                  <a:lnTo>
                    <a:pt x="1725453" y="451485"/>
                  </a:lnTo>
                  <a:lnTo>
                    <a:pt x="1708785" y="440055"/>
                  </a:lnTo>
                  <a:lnTo>
                    <a:pt x="1688782" y="439103"/>
                  </a:lnTo>
                  <a:lnTo>
                    <a:pt x="1686401" y="442436"/>
                  </a:lnTo>
                  <a:lnTo>
                    <a:pt x="1680210" y="438150"/>
                  </a:lnTo>
                  <a:lnTo>
                    <a:pt x="1658778" y="437198"/>
                  </a:lnTo>
                  <a:lnTo>
                    <a:pt x="1645920" y="433864"/>
                  </a:lnTo>
                  <a:lnTo>
                    <a:pt x="1632109" y="429101"/>
                  </a:lnTo>
                  <a:lnTo>
                    <a:pt x="1631156" y="427196"/>
                  </a:lnTo>
                  <a:lnTo>
                    <a:pt x="1630203" y="423863"/>
                  </a:lnTo>
                  <a:lnTo>
                    <a:pt x="1634966" y="419576"/>
                  </a:lnTo>
                  <a:lnTo>
                    <a:pt x="1636871" y="417195"/>
                  </a:lnTo>
                  <a:lnTo>
                    <a:pt x="1637824" y="409575"/>
                  </a:lnTo>
                  <a:lnTo>
                    <a:pt x="1629251" y="399574"/>
                  </a:lnTo>
                  <a:lnTo>
                    <a:pt x="1630203" y="390525"/>
                  </a:lnTo>
                  <a:lnTo>
                    <a:pt x="1634490" y="389096"/>
                  </a:lnTo>
                  <a:lnTo>
                    <a:pt x="1639728" y="377190"/>
                  </a:lnTo>
                  <a:lnTo>
                    <a:pt x="1642586" y="373380"/>
                  </a:lnTo>
                  <a:lnTo>
                    <a:pt x="1644491" y="371951"/>
                  </a:lnTo>
                  <a:lnTo>
                    <a:pt x="1645920" y="369094"/>
                  </a:lnTo>
                  <a:lnTo>
                    <a:pt x="1644491" y="365760"/>
                  </a:lnTo>
                  <a:lnTo>
                    <a:pt x="1642586" y="363855"/>
                  </a:lnTo>
                  <a:lnTo>
                    <a:pt x="1641157" y="359093"/>
                  </a:lnTo>
                  <a:lnTo>
                    <a:pt x="1641157" y="355283"/>
                  </a:lnTo>
                  <a:lnTo>
                    <a:pt x="1641634" y="350996"/>
                  </a:lnTo>
                  <a:lnTo>
                    <a:pt x="1636871" y="344329"/>
                  </a:lnTo>
                  <a:lnTo>
                    <a:pt x="1633538" y="337185"/>
                  </a:lnTo>
                  <a:lnTo>
                    <a:pt x="1625918" y="333375"/>
                  </a:lnTo>
                  <a:lnTo>
                    <a:pt x="1618774" y="333375"/>
                  </a:lnTo>
                  <a:lnTo>
                    <a:pt x="1616393" y="334328"/>
                  </a:lnTo>
                  <a:lnTo>
                    <a:pt x="1613535" y="336233"/>
                  </a:lnTo>
                  <a:lnTo>
                    <a:pt x="1617345" y="342900"/>
                  </a:lnTo>
                  <a:lnTo>
                    <a:pt x="1621155" y="348615"/>
                  </a:lnTo>
                  <a:lnTo>
                    <a:pt x="1623060" y="352901"/>
                  </a:lnTo>
                  <a:lnTo>
                    <a:pt x="1624013" y="361474"/>
                  </a:lnTo>
                  <a:lnTo>
                    <a:pt x="1624013" y="371475"/>
                  </a:lnTo>
                  <a:lnTo>
                    <a:pt x="1622584" y="375285"/>
                  </a:lnTo>
                  <a:lnTo>
                    <a:pt x="1620678" y="378619"/>
                  </a:lnTo>
                  <a:lnTo>
                    <a:pt x="1614011" y="382905"/>
                  </a:lnTo>
                  <a:lnTo>
                    <a:pt x="1603534" y="388144"/>
                  </a:lnTo>
                  <a:lnTo>
                    <a:pt x="1597343" y="390525"/>
                  </a:lnTo>
                  <a:lnTo>
                    <a:pt x="1584960" y="393383"/>
                  </a:lnTo>
                  <a:lnTo>
                    <a:pt x="1575911" y="397669"/>
                  </a:lnTo>
                  <a:lnTo>
                    <a:pt x="1555909" y="422910"/>
                  </a:lnTo>
                  <a:lnTo>
                    <a:pt x="1557814" y="426720"/>
                  </a:lnTo>
                  <a:lnTo>
                    <a:pt x="1565434" y="430530"/>
                  </a:lnTo>
                  <a:lnTo>
                    <a:pt x="1570196" y="434340"/>
                  </a:lnTo>
                  <a:lnTo>
                    <a:pt x="1572577" y="437198"/>
                  </a:lnTo>
                  <a:lnTo>
                    <a:pt x="1577816" y="446246"/>
                  </a:lnTo>
                  <a:lnTo>
                    <a:pt x="1597343" y="471964"/>
                  </a:lnTo>
                  <a:lnTo>
                    <a:pt x="1598295" y="476726"/>
                  </a:lnTo>
                  <a:lnTo>
                    <a:pt x="1594009" y="484823"/>
                  </a:lnTo>
                  <a:lnTo>
                    <a:pt x="1584484" y="495300"/>
                  </a:lnTo>
                  <a:lnTo>
                    <a:pt x="1581150" y="501015"/>
                  </a:lnTo>
                  <a:lnTo>
                    <a:pt x="1572577" y="523875"/>
                  </a:lnTo>
                  <a:lnTo>
                    <a:pt x="1572101" y="529590"/>
                  </a:lnTo>
                  <a:lnTo>
                    <a:pt x="1575435" y="534829"/>
                  </a:lnTo>
                  <a:lnTo>
                    <a:pt x="1581150" y="541496"/>
                  </a:lnTo>
                  <a:lnTo>
                    <a:pt x="1583055" y="546735"/>
                  </a:lnTo>
                  <a:lnTo>
                    <a:pt x="1579245" y="560070"/>
                  </a:lnTo>
                  <a:lnTo>
                    <a:pt x="1581150" y="563404"/>
                  </a:lnTo>
                  <a:lnTo>
                    <a:pt x="1585913" y="564833"/>
                  </a:lnTo>
                  <a:lnTo>
                    <a:pt x="1599247" y="562928"/>
                  </a:lnTo>
                  <a:lnTo>
                    <a:pt x="1614488" y="566261"/>
                  </a:lnTo>
                  <a:lnTo>
                    <a:pt x="1622584" y="564833"/>
                  </a:lnTo>
                  <a:lnTo>
                    <a:pt x="1634966" y="557689"/>
                  </a:lnTo>
                  <a:lnTo>
                    <a:pt x="1639728" y="556736"/>
                  </a:lnTo>
                  <a:lnTo>
                    <a:pt x="1654969" y="557689"/>
                  </a:lnTo>
                  <a:lnTo>
                    <a:pt x="1676876" y="564833"/>
                  </a:lnTo>
                  <a:lnTo>
                    <a:pt x="1700213" y="574358"/>
                  </a:lnTo>
                  <a:lnTo>
                    <a:pt x="1704975" y="577215"/>
                  </a:lnTo>
                  <a:lnTo>
                    <a:pt x="1711166" y="577691"/>
                  </a:lnTo>
                  <a:lnTo>
                    <a:pt x="1715452" y="593408"/>
                  </a:lnTo>
                  <a:lnTo>
                    <a:pt x="1719739" y="602456"/>
                  </a:lnTo>
                  <a:lnTo>
                    <a:pt x="1721644" y="608648"/>
                  </a:lnTo>
                  <a:lnTo>
                    <a:pt x="1722596" y="615315"/>
                  </a:lnTo>
                  <a:lnTo>
                    <a:pt x="1718310" y="616744"/>
                  </a:lnTo>
                  <a:lnTo>
                    <a:pt x="1714500" y="617696"/>
                  </a:lnTo>
                  <a:lnTo>
                    <a:pt x="1711643" y="619601"/>
                  </a:lnTo>
                  <a:lnTo>
                    <a:pt x="1707356" y="630079"/>
                  </a:lnTo>
                  <a:lnTo>
                    <a:pt x="1706403" y="635794"/>
                  </a:lnTo>
                  <a:lnTo>
                    <a:pt x="1708785" y="644843"/>
                  </a:lnTo>
                  <a:lnTo>
                    <a:pt x="1728311" y="649129"/>
                  </a:lnTo>
                  <a:lnTo>
                    <a:pt x="1742122" y="651510"/>
                  </a:lnTo>
                  <a:lnTo>
                    <a:pt x="1751647" y="651986"/>
                  </a:lnTo>
                  <a:lnTo>
                    <a:pt x="1753076" y="652939"/>
                  </a:lnTo>
                  <a:lnTo>
                    <a:pt x="1754505" y="654368"/>
                  </a:lnTo>
                  <a:lnTo>
                    <a:pt x="1743075" y="654844"/>
                  </a:lnTo>
                  <a:lnTo>
                    <a:pt x="1722596" y="655796"/>
                  </a:lnTo>
                  <a:lnTo>
                    <a:pt x="1714976" y="655320"/>
                  </a:lnTo>
                  <a:lnTo>
                    <a:pt x="1712119" y="654368"/>
                  </a:lnTo>
                  <a:lnTo>
                    <a:pt x="1708785" y="651034"/>
                  </a:lnTo>
                  <a:lnTo>
                    <a:pt x="1702594" y="647700"/>
                  </a:lnTo>
                  <a:lnTo>
                    <a:pt x="1700213" y="645795"/>
                  </a:lnTo>
                  <a:lnTo>
                    <a:pt x="1694974" y="643414"/>
                  </a:lnTo>
                  <a:lnTo>
                    <a:pt x="1697355" y="633889"/>
                  </a:lnTo>
                  <a:lnTo>
                    <a:pt x="1697831" y="611981"/>
                  </a:lnTo>
                  <a:lnTo>
                    <a:pt x="1696878" y="602933"/>
                  </a:lnTo>
                  <a:lnTo>
                    <a:pt x="1692593" y="595789"/>
                  </a:lnTo>
                  <a:lnTo>
                    <a:pt x="1679734" y="584835"/>
                  </a:lnTo>
                  <a:lnTo>
                    <a:pt x="1675447" y="577691"/>
                  </a:lnTo>
                  <a:lnTo>
                    <a:pt x="1670685" y="572929"/>
                  </a:lnTo>
                  <a:lnTo>
                    <a:pt x="1665446" y="572453"/>
                  </a:lnTo>
                  <a:lnTo>
                    <a:pt x="1658778" y="572929"/>
                  </a:lnTo>
                  <a:lnTo>
                    <a:pt x="1641157" y="577691"/>
                  </a:lnTo>
                  <a:lnTo>
                    <a:pt x="1624965" y="580073"/>
                  </a:lnTo>
                  <a:lnTo>
                    <a:pt x="1606391" y="586264"/>
                  </a:lnTo>
                  <a:lnTo>
                    <a:pt x="1603057" y="591979"/>
                  </a:lnTo>
                  <a:lnTo>
                    <a:pt x="1600200" y="605790"/>
                  </a:lnTo>
                  <a:lnTo>
                    <a:pt x="1604010" y="612934"/>
                  </a:lnTo>
                  <a:lnTo>
                    <a:pt x="1608296" y="617696"/>
                  </a:lnTo>
                  <a:lnTo>
                    <a:pt x="1612106" y="626269"/>
                  </a:lnTo>
                  <a:lnTo>
                    <a:pt x="1613535" y="631508"/>
                  </a:lnTo>
                  <a:lnTo>
                    <a:pt x="1613535" y="636270"/>
                  </a:lnTo>
                  <a:lnTo>
                    <a:pt x="1613059" y="643890"/>
                  </a:lnTo>
                  <a:lnTo>
                    <a:pt x="1609725" y="648176"/>
                  </a:lnTo>
                  <a:lnTo>
                    <a:pt x="1589246" y="664369"/>
                  </a:lnTo>
                  <a:lnTo>
                    <a:pt x="1586389" y="669131"/>
                  </a:lnTo>
                  <a:lnTo>
                    <a:pt x="1583055" y="683419"/>
                  </a:lnTo>
                  <a:lnTo>
                    <a:pt x="1579721" y="688181"/>
                  </a:lnTo>
                  <a:lnTo>
                    <a:pt x="1570196" y="695801"/>
                  </a:lnTo>
                  <a:lnTo>
                    <a:pt x="1564481" y="699135"/>
                  </a:lnTo>
                  <a:lnTo>
                    <a:pt x="1533049" y="712946"/>
                  </a:lnTo>
                  <a:lnTo>
                    <a:pt x="1532096" y="716280"/>
                  </a:lnTo>
                  <a:lnTo>
                    <a:pt x="1529715" y="725805"/>
                  </a:lnTo>
                  <a:lnTo>
                    <a:pt x="1521143" y="730568"/>
                  </a:lnTo>
                  <a:lnTo>
                    <a:pt x="1515903" y="730568"/>
                  </a:lnTo>
                  <a:lnTo>
                    <a:pt x="1503997" y="725805"/>
                  </a:lnTo>
                  <a:lnTo>
                    <a:pt x="1496853" y="724376"/>
                  </a:lnTo>
                  <a:lnTo>
                    <a:pt x="1489710" y="723900"/>
                  </a:lnTo>
                  <a:lnTo>
                    <a:pt x="1462088" y="725329"/>
                  </a:lnTo>
                  <a:lnTo>
                    <a:pt x="1450181" y="721995"/>
                  </a:lnTo>
                  <a:lnTo>
                    <a:pt x="1440656" y="717233"/>
                  </a:lnTo>
                  <a:lnTo>
                    <a:pt x="1430655" y="715804"/>
                  </a:lnTo>
                  <a:lnTo>
                    <a:pt x="1423511" y="711994"/>
                  </a:lnTo>
                  <a:lnTo>
                    <a:pt x="1421606" y="708660"/>
                  </a:lnTo>
                  <a:lnTo>
                    <a:pt x="1419701" y="703898"/>
                  </a:lnTo>
                  <a:lnTo>
                    <a:pt x="1418272" y="701516"/>
                  </a:lnTo>
                  <a:lnTo>
                    <a:pt x="1417320" y="700088"/>
                  </a:lnTo>
                  <a:lnTo>
                    <a:pt x="1419225" y="698659"/>
                  </a:lnTo>
                  <a:lnTo>
                    <a:pt x="1423988" y="697706"/>
                  </a:lnTo>
                  <a:lnTo>
                    <a:pt x="1442085" y="698659"/>
                  </a:lnTo>
                  <a:lnTo>
                    <a:pt x="1446371" y="696754"/>
                  </a:lnTo>
                  <a:lnTo>
                    <a:pt x="1449228" y="697706"/>
                  </a:lnTo>
                  <a:lnTo>
                    <a:pt x="1453991" y="701993"/>
                  </a:lnTo>
                  <a:lnTo>
                    <a:pt x="1460182" y="705803"/>
                  </a:lnTo>
                  <a:lnTo>
                    <a:pt x="1465897" y="705326"/>
                  </a:lnTo>
                  <a:lnTo>
                    <a:pt x="1470660" y="701993"/>
                  </a:lnTo>
                  <a:lnTo>
                    <a:pt x="1472089" y="701993"/>
                  </a:lnTo>
                  <a:lnTo>
                    <a:pt x="1474470" y="702469"/>
                  </a:lnTo>
                  <a:lnTo>
                    <a:pt x="1470184" y="704850"/>
                  </a:lnTo>
                  <a:lnTo>
                    <a:pt x="1465897" y="706755"/>
                  </a:lnTo>
                  <a:lnTo>
                    <a:pt x="1464469" y="708184"/>
                  </a:lnTo>
                  <a:lnTo>
                    <a:pt x="1463993" y="710565"/>
                  </a:lnTo>
                  <a:lnTo>
                    <a:pt x="1469707" y="713899"/>
                  </a:lnTo>
                  <a:lnTo>
                    <a:pt x="1475422" y="715328"/>
                  </a:lnTo>
                  <a:lnTo>
                    <a:pt x="1482566" y="713899"/>
                  </a:lnTo>
                  <a:lnTo>
                    <a:pt x="1486852" y="710565"/>
                  </a:lnTo>
                  <a:lnTo>
                    <a:pt x="1496377" y="705803"/>
                  </a:lnTo>
                  <a:lnTo>
                    <a:pt x="1503045" y="706279"/>
                  </a:lnTo>
                  <a:lnTo>
                    <a:pt x="1503521" y="701516"/>
                  </a:lnTo>
                  <a:lnTo>
                    <a:pt x="1500188" y="694849"/>
                  </a:lnTo>
                  <a:lnTo>
                    <a:pt x="1497330" y="690086"/>
                  </a:lnTo>
                  <a:lnTo>
                    <a:pt x="1507331" y="691515"/>
                  </a:lnTo>
                  <a:lnTo>
                    <a:pt x="1513522" y="687705"/>
                  </a:lnTo>
                  <a:lnTo>
                    <a:pt x="1539240" y="654368"/>
                  </a:lnTo>
                  <a:lnTo>
                    <a:pt x="1551146" y="648176"/>
                  </a:lnTo>
                  <a:lnTo>
                    <a:pt x="1554956" y="643890"/>
                  </a:lnTo>
                  <a:lnTo>
                    <a:pt x="1557814" y="638175"/>
                  </a:lnTo>
                  <a:lnTo>
                    <a:pt x="1558766" y="631984"/>
                  </a:lnTo>
                  <a:lnTo>
                    <a:pt x="1557338" y="625316"/>
                  </a:lnTo>
                  <a:lnTo>
                    <a:pt x="1557338" y="620078"/>
                  </a:lnTo>
                  <a:lnTo>
                    <a:pt x="1562100" y="613410"/>
                  </a:lnTo>
                  <a:lnTo>
                    <a:pt x="1568768" y="605314"/>
                  </a:lnTo>
                  <a:lnTo>
                    <a:pt x="1573053" y="602456"/>
                  </a:lnTo>
                  <a:lnTo>
                    <a:pt x="1572101" y="599123"/>
                  </a:lnTo>
                  <a:lnTo>
                    <a:pt x="1571625" y="596741"/>
                  </a:lnTo>
                  <a:lnTo>
                    <a:pt x="1559243" y="589121"/>
                  </a:lnTo>
                  <a:lnTo>
                    <a:pt x="1546384" y="582454"/>
                  </a:lnTo>
                  <a:lnTo>
                    <a:pt x="1542097" y="579120"/>
                  </a:lnTo>
                  <a:lnTo>
                    <a:pt x="1538288" y="573405"/>
                  </a:lnTo>
                  <a:lnTo>
                    <a:pt x="1536859" y="566738"/>
                  </a:lnTo>
                  <a:lnTo>
                    <a:pt x="1536859" y="562451"/>
                  </a:lnTo>
                  <a:lnTo>
                    <a:pt x="1537811" y="549116"/>
                  </a:lnTo>
                  <a:lnTo>
                    <a:pt x="1539716" y="542925"/>
                  </a:lnTo>
                  <a:lnTo>
                    <a:pt x="1539240" y="524351"/>
                  </a:lnTo>
                  <a:lnTo>
                    <a:pt x="1536859" y="501491"/>
                  </a:lnTo>
                  <a:lnTo>
                    <a:pt x="1534953" y="495300"/>
                  </a:lnTo>
                  <a:lnTo>
                    <a:pt x="1537811" y="490538"/>
                  </a:lnTo>
                  <a:lnTo>
                    <a:pt x="1541145" y="487204"/>
                  </a:lnTo>
                  <a:lnTo>
                    <a:pt x="1542574" y="483870"/>
                  </a:lnTo>
                  <a:lnTo>
                    <a:pt x="1543526" y="461486"/>
                  </a:lnTo>
                  <a:lnTo>
                    <a:pt x="1542574" y="452914"/>
                  </a:lnTo>
                  <a:lnTo>
                    <a:pt x="1538764" y="441008"/>
                  </a:lnTo>
                  <a:lnTo>
                    <a:pt x="1521619" y="431483"/>
                  </a:lnTo>
                  <a:lnTo>
                    <a:pt x="1514475" y="421958"/>
                  </a:lnTo>
                  <a:lnTo>
                    <a:pt x="1514951" y="418624"/>
                  </a:lnTo>
                  <a:lnTo>
                    <a:pt x="1515903" y="416243"/>
                  </a:lnTo>
                  <a:lnTo>
                    <a:pt x="1523047" y="412433"/>
                  </a:lnTo>
                  <a:lnTo>
                    <a:pt x="1528286" y="407194"/>
                  </a:lnTo>
                  <a:lnTo>
                    <a:pt x="1531620" y="399098"/>
                  </a:lnTo>
                  <a:lnTo>
                    <a:pt x="1538288" y="387191"/>
                  </a:lnTo>
                  <a:lnTo>
                    <a:pt x="1540193" y="382905"/>
                  </a:lnTo>
                  <a:lnTo>
                    <a:pt x="1544478" y="366236"/>
                  </a:lnTo>
                  <a:lnTo>
                    <a:pt x="1545431" y="357188"/>
                  </a:lnTo>
                  <a:lnTo>
                    <a:pt x="1546384" y="343853"/>
                  </a:lnTo>
                  <a:lnTo>
                    <a:pt x="1540193" y="340519"/>
                  </a:lnTo>
                  <a:lnTo>
                    <a:pt x="1534001" y="337661"/>
                  </a:lnTo>
                  <a:lnTo>
                    <a:pt x="1522095" y="335280"/>
                  </a:lnTo>
                  <a:lnTo>
                    <a:pt x="1516380" y="335756"/>
                  </a:lnTo>
                  <a:lnTo>
                    <a:pt x="1505902" y="330518"/>
                  </a:lnTo>
                  <a:lnTo>
                    <a:pt x="1501616" y="329565"/>
                  </a:lnTo>
                  <a:lnTo>
                    <a:pt x="1473041" y="330994"/>
                  </a:lnTo>
                  <a:lnTo>
                    <a:pt x="1456849" y="330518"/>
                  </a:lnTo>
                  <a:lnTo>
                    <a:pt x="1446847" y="331470"/>
                  </a:lnTo>
                  <a:lnTo>
                    <a:pt x="1442085" y="331470"/>
                  </a:lnTo>
                  <a:lnTo>
                    <a:pt x="1438751" y="330518"/>
                  </a:lnTo>
                  <a:lnTo>
                    <a:pt x="1439227" y="328613"/>
                  </a:lnTo>
                  <a:lnTo>
                    <a:pt x="1440656" y="326708"/>
                  </a:lnTo>
                  <a:lnTo>
                    <a:pt x="1440180" y="325279"/>
                  </a:lnTo>
                  <a:lnTo>
                    <a:pt x="1437322" y="325279"/>
                  </a:lnTo>
                  <a:lnTo>
                    <a:pt x="1430178" y="326708"/>
                  </a:lnTo>
                  <a:lnTo>
                    <a:pt x="1418272" y="345281"/>
                  </a:lnTo>
                  <a:lnTo>
                    <a:pt x="1411128" y="362903"/>
                  </a:lnTo>
                  <a:lnTo>
                    <a:pt x="1403509" y="387191"/>
                  </a:lnTo>
                  <a:lnTo>
                    <a:pt x="1398746" y="397193"/>
                  </a:lnTo>
                  <a:lnTo>
                    <a:pt x="1392078" y="408146"/>
                  </a:lnTo>
                  <a:lnTo>
                    <a:pt x="1381125" y="416243"/>
                  </a:lnTo>
                  <a:lnTo>
                    <a:pt x="1367314" y="424815"/>
                  </a:lnTo>
                  <a:lnTo>
                    <a:pt x="1358265" y="429101"/>
                  </a:lnTo>
                  <a:lnTo>
                    <a:pt x="1345882" y="432911"/>
                  </a:lnTo>
                  <a:lnTo>
                    <a:pt x="1340644" y="441960"/>
                  </a:lnTo>
                  <a:lnTo>
                    <a:pt x="1336357" y="445294"/>
                  </a:lnTo>
                  <a:lnTo>
                    <a:pt x="1338263" y="448151"/>
                  </a:lnTo>
                  <a:lnTo>
                    <a:pt x="1343501" y="446723"/>
                  </a:lnTo>
                  <a:lnTo>
                    <a:pt x="1340644" y="452914"/>
                  </a:lnTo>
                  <a:lnTo>
                    <a:pt x="1337310" y="456724"/>
                  </a:lnTo>
                  <a:lnTo>
                    <a:pt x="1337786" y="459105"/>
                  </a:lnTo>
                  <a:lnTo>
                    <a:pt x="1338739" y="461963"/>
                  </a:lnTo>
                  <a:lnTo>
                    <a:pt x="1342549" y="462915"/>
                  </a:lnTo>
                  <a:lnTo>
                    <a:pt x="1353502" y="460534"/>
                  </a:lnTo>
                  <a:lnTo>
                    <a:pt x="1355884" y="462915"/>
                  </a:lnTo>
                  <a:lnTo>
                    <a:pt x="1358265" y="466725"/>
                  </a:lnTo>
                  <a:lnTo>
                    <a:pt x="1357313" y="481489"/>
                  </a:lnTo>
                  <a:lnTo>
                    <a:pt x="1353978" y="493871"/>
                  </a:lnTo>
                  <a:lnTo>
                    <a:pt x="1353502" y="498634"/>
                  </a:lnTo>
                  <a:lnTo>
                    <a:pt x="1355407" y="501491"/>
                  </a:lnTo>
                  <a:lnTo>
                    <a:pt x="1356836" y="505301"/>
                  </a:lnTo>
                  <a:lnTo>
                    <a:pt x="1353502" y="510064"/>
                  </a:lnTo>
                  <a:lnTo>
                    <a:pt x="1351121" y="511493"/>
                  </a:lnTo>
                  <a:lnTo>
                    <a:pt x="1346359" y="511016"/>
                  </a:lnTo>
                  <a:lnTo>
                    <a:pt x="1343025" y="521494"/>
                  </a:lnTo>
                  <a:lnTo>
                    <a:pt x="1342072" y="527685"/>
                  </a:lnTo>
                  <a:lnTo>
                    <a:pt x="1342072" y="532448"/>
                  </a:lnTo>
                  <a:lnTo>
                    <a:pt x="1343025" y="535305"/>
                  </a:lnTo>
                  <a:lnTo>
                    <a:pt x="1345406" y="538639"/>
                  </a:lnTo>
                  <a:lnTo>
                    <a:pt x="1346359" y="536258"/>
                  </a:lnTo>
                  <a:lnTo>
                    <a:pt x="1347311" y="532448"/>
                  </a:lnTo>
                  <a:lnTo>
                    <a:pt x="1351121" y="530066"/>
                  </a:lnTo>
                  <a:lnTo>
                    <a:pt x="1369695" y="536734"/>
                  </a:lnTo>
                  <a:lnTo>
                    <a:pt x="1374934" y="540068"/>
                  </a:lnTo>
                  <a:lnTo>
                    <a:pt x="1383030" y="542925"/>
                  </a:lnTo>
                  <a:lnTo>
                    <a:pt x="1385411" y="546735"/>
                  </a:lnTo>
                  <a:lnTo>
                    <a:pt x="1386840" y="557689"/>
                  </a:lnTo>
                  <a:lnTo>
                    <a:pt x="1394936" y="567690"/>
                  </a:lnTo>
                  <a:lnTo>
                    <a:pt x="1401127" y="573881"/>
                  </a:lnTo>
                  <a:lnTo>
                    <a:pt x="1404938" y="575786"/>
                  </a:lnTo>
                  <a:lnTo>
                    <a:pt x="1408747" y="576739"/>
                  </a:lnTo>
                  <a:lnTo>
                    <a:pt x="1413986" y="574358"/>
                  </a:lnTo>
                  <a:lnTo>
                    <a:pt x="1421606" y="574834"/>
                  </a:lnTo>
                  <a:lnTo>
                    <a:pt x="1417796" y="582454"/>
                  </a:lnTo>
                  <a:lnTo>
                    <a:pt x="1411128" y="597218"/>
                  </a:lnTo>
                  <a:lnTo>
                    <a:pt x="1399699" y="610076"/>
                  </a:lnTo>
                  <a:lnTo>
                    <a:pt x="1395413" y="611981"/>
                  </a:lnTo>
                  <a:lnTo>
                    <a:pt x="1388269" y="606743"/>
                  </a:lnTo>
                  <a:lnTo>
                    <a:pt x="1373505" y="600551"/>
                  </a:lnTo>
                  <a:lnTo>
                    <a:pt x="1370647" y="596741"/>
                  </a:lnTo>
                  <a:lnTo>
                    <a:pt x="1353978" y="586264"/>
                  </a:lnTo>
                  <a:lnTo>
                    <a:pt x="1348740" y="579120"/>
                  </a:lnTo>
                  <a:lnTo>
                    <a:pt x="1340644" y="578168"/>
                  </a:lnTo>
                  <a:lnTo>
                    <a:pt x="1328738" y="574834"/>
                  </a:lnTo>
                  <a:lnTo>
                    <a:pt x="1327309" y="573881"/>
                  </a:lnTo>
                  <a:lnTo>
                    <a:pt x="1317784" y="569595"/>
                  </a:lnTo>
                  <a:lnTo>
                    <a:pt x="1308259" y="567214"/>
                  </a:lnTo>
                  <a:lnTo>
                    <a:pt x="1305877" y="563880"/>
                  </a:lnTo>
                  <a:lnTo>
                    <a:pt x="1298734" y="561499"/>
                  </a:lnTo>
                  <a:lnTo>
                    <a:pt x="1291590" y="559594"/>
                  </a:lnTo>
                  <a:lnTo>
                    <a:pt x="1281589" y="555784"/>
                  </a:lnTo>
                  <a:lnTo>
                    <a:pt x="1277302" y="556736"/>
                  </a:lnTo>
                  <a:lnTo>
                    <a:pt x="1278255" y="552450"/>
                  </a:lnTo>
                  <a:lnTo>
                    <a:pt x="1266825" y="545783"/>
                  </a:lnTo>
                  <a:lnTo>
                    <a:pt x="1253014" y="539591"/>
                  </a:lnTo>
                  <a:lnTo>
                    <a:pt x="1224915" y="531495"/>
                  </a:lnTo>
                  <a:lnTo>
                    <a:pt x="1200150" y="527209"/>
                  </a:lnTo>
                  <a:lnTo>
                    <a:pt x="1170622" y="526256"/>
                  </a:lnTo>
                  <a:lnTo>
                    <a:pt x="1144905" y="520541"/>
                  </a:lnTo>
                  <a:lnTo>
                    <a:pt x="1141571" y="521018"/>
                  </a:lnTo>
                  <a:lnTo>
                    <a:pt x="1138238" y="522446"/>
                  </a:lnTo>
                  <a:lnTo>
                    <a:pt x="1129665" y="530543"/>
                  </a:lnTo>
                  <a:lnTo>
                    <a:pt x="1120140" y="532924"/>
                  </a:lnTo>
                  <a:lnTo>
                    <a:pt x="1116330" y="536258"/>
                  </a:lnTo>
                  <a:lnTo>
                    <a:pt x="1122045" y="544354"/>
                  </a:lnTo>
                  <a:lnTo>
                    <a:pt x="1132999" y="565309"/>
                  </a:lnTo>
                  <a:lnTo>
                    <a:pt x="1139666" y="562928"/>
                  </a:lnTo>
                  <a:lnTo>
                    <a:pt x="1142524" y="572453"/>
                  </a:lnTo>
                  <a:lnTo>
                    <a:pt x="1138238" y="577691"/>
                  </a:lnTo>
                  <a:lnTo>
                    <a:pt x="1132046" y="584359"/>
                  </a:lnTo>
                  <a:lnTo>
                    <a:pt x="1127284" y="587693"/>
                  </a:lnTo>
                  <a:lnTo>
                    <a:pt x="1115853" y="589598"/>
                  </a:lnTo>
                  <a:lnTo>
                    <a:pt x="1106805" y="589121"/>
                  </a:lnTo>
                  <a:lnTo>
                    <a:pt x="1105852" y="594836"/>
                  </a:lnTo>
                  <a:lnTo>
                    <a:pt x="1108710" y="600551"/>
                  </a:lnTo>
                  <a:lnTo>
                    <a:pt x="1107757" y="602933"/>
                  </a:lnTo>
                  <a:lnTo>
                    <a:pt x="1107281" y="605790"/>
                  </a:lnTo>
                  <a:lnTo>
                    <a:pt x="1105852" y="607219"/>
                  </a:lnTo>
                  <a:lnTo>
                    <a:pt x="1104900" y="608171"/>
                  </a:lnTo>
                  <a:lnTo>
                    <a:pt x="1101090" y="610076"/>
                  </a:lnTo>
                  <a:lnTo>
                    <a:pt x="1097280" y="610076"/>
                  </a:lnTo>
                  <a:lnTo>
                    <a:pt x="1087278" y="607219"/>
                  </a:lnTo>
                  <a:lnTo>
                    <a:pt x="1079659" y="604361"/>
                  </a:lnTo>
                  <a:lnTo>
                    <a:pt x="1080135" y="594360"/>
                  </a:lnTo>
                  <a:lnTo>
                    <a:pt x="1083945" y="590074"/>
                  </a:lnTo>
                  <a:lnTo>
                    <a:pt x="1086802" y="589121"/>
                  </a:lnTo>
                  <a:lnTo>
                    <a:pt x="1089184" y="587216"/>
                  </a:lnTo>
                  <a:lnTo>
                    <a:pt x="1083945" y="580549"/>
                  </a:lnTo>
                  <a:lnTo>
                    <a:pt x="1080135" y="577691"/>
                  </a:lnTo>
                  <a:lnTo>
                    <a:pt x="1078706" y="573405"/>
                  </a:lnTo>
                  <a:lnTo>
                    <a:pt x="1078706" y="571500"/>
                  </a:lnTo>
                  <a:lnTo>
                    <a:pt x="1073944" y="571500"/>
                  </a:lnTo>
                  <a:lnTo>
                    <a:pt x="1054418" y="576739"/>
                  </a:lnTo>
                  <a:lnTo>
                    <a:pt x="1050607" y="581501"/>
                  </a:lnTo>
                  <a:lnTo>
                    <a:pt x="1048226" y="578168"/>
                  </a:lnTo>
                  <a:lnTo>
                    <a:pt x="1023461" y="592931"/>
                  </a:lnTo>
                  <a:lnTo>
                    <a:pt x="1012984" y="598170"/>
                  </a:lnTo>
                  <a:lnTo>
                    <a:pt x="1005364" y="597218"/>
                  </a:lnTo>
                  <a:lnTo>
                    <a:pt x="995363" y="594360"/>
                  </a:lnTo>
                  <a:lnTo>
                    <a:pt x="983932" y="593884"/>
                  </a:lnTo>
                  <a:lnTo>
                    <a:pt x="975836" y="592455"/>
                  </a:lnTo>
                  <a:lnTo>
                    <a:pt x="972026" y="592931"/>
                  </a:lnTo>
                  <a:lnTo>
                    <a:pt x="963453" y="596741"/>
                  </a:lnTo>
                  <a:lnTo>
                    <a:pt x="954881" y="597218"/>
                  </a:lnTo>
                  <a:lnTo>
                    <a:pt x="945356" y="602456"/>
                  </a:lnTo>
                  <a:lnTo>
                    <a:pt x="937736" y="608648"/>
                  </a:lnTo>
                  <a:lnTo>
                    <a:pt x="935831" y="618649"/>
                  </a:lnTo>
                  <a:lnTo>
                    <a:pt x="931069" y="619601"/>
                  </a:lnTo>
                  <a:lnTo>
                    <a:pt x="925353" y="614363"/>
                  </a:lnTo>
                  <a:lnTo>
                    <a:pt x="922496" y="613410"/>
                  </a:lnTo>
                  <a:lnTo>
                    <a:pt x="919639" y="614363"/>
                  </a:lnTo>
                  <a:lnTo>
                    <a:pt x="914400" y="614839"/>
                  </a:lnTo>
                  <a:lnTo>
                    <a:pt x="909638" y="615315"/>
                  </a:lnTo>
                  <a:lnTo>
                    <a:pt x="905351" y="617220"/>
                  </a:lnTo>
                  <a:lnTo>
                    <a:pt x="903446" y="616744"/>
                  </a:lnTo>
                  <a:lnTo>
                    <a:pt x="890111" y="615315"/>
                  </a:lnTo>
                  <a:lnTo>
                    <a:pt x="886301" y="615315"/>
                  </a:lnTo>
                  <a:lnTo>
                    <a:pt x="881063" y="614839"/>
                  </a:lnTo>
                  <a:lnTo>
                    <a:pt x="882491" y="612458"/>
                  </a:lnTo>
                  <a:lnTo>
                    <a:pt x="883920" y="610553"/>
                  </a:lnTo>
                  <a:lnTo>
                    <a:pt x="891540" y="609124"/>
                  </a:lnTo>
                  <a:lnTo>
                    <a:pt x="895826" y="606743"/>
                  </a:lnTo>
                  <a:lnTo>
                    <a:pt x="900589" y="608171"/>
                  </a:lnTo>
                  <a:lnTo>
                    <a:pt x="903922" y="604838"/>
                  </a:lnTo>
                  <a:lnTo>
                    <a:pt x="903446" y="599123"/>
                  </a:lnTo>
                  <a:lnTo>
                    <a:pt x="898207" y="593408"/>
                  </a:lnTo>
                  <a:lnTo>
                    <a:pt x="900589" y="589121"/>
                  </a:lnTo>
                  <a:lnTo>
                    <a:pt x="902494" y="583406"/>
                  </a:lnTo>
                  <a:lnTo>
                    <a:pt x="903922" y="582930"/>
                  </a:lnTo>
                  <a:lnTo>
                    <a:pt x="905351" y="581025"/>
                  </a:lnTo>
                  <a:lnTo>
                    <a:pt x="903446" y="579120"/>
                  </a:lnTo>
                  <a:lnTo>
                    <a:pt x="899636" y="578644"/>
                  </a:lnTo>
                  <a:lnTo>
                    <a:pt x="899636" y="577215"/>
                  </a:lnTo>
                  <a:lnTo>
                    <a:pt x="902018" y="576263"/>
                  </a:lnTo>
                  <a:lnTo>
                    <a:pt x="919163" y="573881"/>
                  </a:lnTo>
                  <a:lnTo>
                    <a:pt x="922972" y="571976"/>
                  </a:lnTo>
                  <a:lnTo>
                    <a:pt x="912971" y="571500"/>
                  </a:lnTo>
                  <a:lnTo>
                    <a:pt x="899636" y="571976"/>
                  </a:lnTo>
                  <a:lnTo>
                    <a:pt x="886301" y="576739"/>
                  </a:lnTo>
                  <a:lnTo>
                    <a:pt x="861536" y="587693"/>
                  </a:lnTo>
                  <a:lnTo>
                    <a:pt x="850106" y="594836"/>
                  </a:lnTo>
                  <a:lnTo>
                    <a:pt x="852964" y="594836"/>
                  </a:lnTo>
                  <a:lnTo>
                    <a:pt x="857250" y="595789"/>
                  </a:lnTo>
                  <a:lnTo>
                    <a:pt x="860584" y="601028"/>
                  </a:lnTo>
                  <a:lnTo>
                    <a:pt x="862965" y="601980"/>
                  </a:lnTo>
                  <a:lnTo>
                    <a:pt x="861060" y="605314"/>
                  </a:lnTo>
                  <a:lnTo>
                    <a:pt x="854393" y="608171"/>
                  </a:lnTo>
                  <a:lnTo>
                    <a:pt x="852011" y="610076"/>
                  </a:lnTo>
                  <a:lnTo>
                    <a:pt x="849153" y="610553"/>
                  </a:lnTo>
                  <a:lnTo>
                    <a:pt x="847249" y="610076"/>
                  </a:lnTo>
                  <a:lnTo>
                    <a:pt x="844391" y="608648"/>
                  </a:lnTo>
                  <a:lnTo>
                    <a:pt x="846296" y="605790"/>
                  </a:lnTo>
                  <a:lnTo>
                    <a:pt x="848201" y="603409"/>
                  </a:lnTo>
                  <a:lnTo>
                    <a:pt x="842963" y="599123"/>
                  </a:lnTo>
                  <a:lnTo>
                    <a:pt x="840105" y="598646"/>
                  </a:lnTo>
                  <a:lnTo>
                    <a:pt x="838200" y="599123"/>
                  </a:lnTo>
                  <a:lnTo>
                    <a:pt x="825341" y="602456"/>
                  </a:lnTo>
                  <a:lnTo>
                    <a:pt x="815816" y="606743"/>
                  </a:lnTo>
                  <a:lnTo>
                    <a:pt x="807244" y="609124"/>
                  </a:lnTo>
                  <a:lnTo>
                    <a:pt x="798671" y="610076"/>
                  </a:lnTo>
                  <a:lnTo>
                    <a:pt x="793909" y="611981"/>
                  </a:lnTo>
                  <a:lnTo>
                    <a:pt x="784384" y="617696"/>
                  </a:lnTo>
                  <a:lnTo>
                    <a:pt x="778193" y="620078"/>
                  </a:lnTo>
                  <a:lnTo>
                    <a:pt x="768191" y="626745"/>
                  </a:lnTo>
                  <a:lnTo>
                    <a:pt x="741521" y="638175"/>
                  </a:lnTo>
                  <a:lnTo>
                    <a:pt x="734853" y="639128"/>
                  </a:lnTo>
                  <a:lnTo>
                    <a:pt x="731044" y="638175"/>
                  </a:lnTo>
                  <a:lnTo>
                    <a:pt x="728186" y="636270"/>
                  </a:lnTo>
                  <a:lnTo>
                    <a:pt x="725805" y="637699"/>
                  </a:lnTo>
                  <a:lnTo>
                    <a:pt x="728186" y="640556"/>
                  </a:lnTo>
                  <a:lnTo>
                    <a:pt x="731996" y="646271"/>
                  </a:lnTo>
                  <a:lnTo>
                    <a:pt x="730568" y="649129"/>
                  </a:lnTo>
                  <a:lnTo>
                    <a:pt x="724376" y="648176"/>
                  </a:lnTo>
                  <a:lnTo>
                    <a:pt x="711994" y="650558"/>
                  </a:lnTo>
                  <a:lnTo>
                    <a:pt x="698182" y="654368"/>
                  </a:lnTo>
                  <a:lnTo>
                    <a:pt x="698182" y="658654"/>
                  </a:lnTo>
                  <a:lnTo>
                    <a:pt x="699135" y="661988"/>
                  </a:lnTo>
                  <a:lnTo>
                    <a:pt x="696753" y="667703"/>
                  </a:lnTo>
                  <a:lnTo>
                    <a:pt x="694372" y="672465"/>
                  </a:lnTo>
                  <a:lnTo>
                    <a:pt x="692468" y="685324"/>
                  </a:lnTo>
                  <a:lnTo>
                    <a:pt x="690563" y="689610"/>
                  </a:lnTo>
                  <a:lnTo>
                    <a:pt x="685324" y="691991"/>
                  </a:lnTo>
                  <a:lnTo>
                    <a:pt x="657701" y="698183"/>
                  </a:lnTo>
                  <a:lnTo>
                    <a:pt x="652939" y="698183"/>
                  </a:lnTo>
                  <a:lnTo>
                    <a:pt x="651034" y="699611"/>
                  </a:lnTo>
                  <a:lnTo>
                    <a:pt x="649605" y="698183"/>
                  </a:lnTo>
                  <a:lnTo>
                    <a:pt x="644366" y="697230"/>
                  </a:lnTo>
                  <a:lnTo>
                    <a:pt x="637222" y="696754"/>
                  </a:lnTo>
                  <a:lnTo>
                    <a:pt x="633889" y="696278"/>
                  </a:lnTo>
                  <a:lnTo>
                    <a:pt x="630555" y="694373"/>
                  </a:lnTo>
                  <a:lnTo>
                    <a:pt x="625793" y="688658"/>
                  </a:lnTo>
                  <a:lnTo>
                    <a:pt x="619125" y="677228"/>
                  </a:lnTo>
                  <a:lnTo>
                    <a:pt x="604838" y="671989"/>
                  </a:lnTo>
                  <a:lnTo>
                    <a:pt x="598170" y="668179"/>
                  </a:lnTo>
                  <a:lnTo>
                    <a:pt x="596741" y="664369"/>
                  </a:lnTo>
                  <a:lnTo>
                    <a:pt x="598170" y="660559"/>
                  </a:lnTo>
                  <a:lnTo>
                    <a:pt x="612934" y="648653"/>
                  </a:lnTo>
                  <a:lnTo>
                    <a:pt x="618172" y="644366"/>
                  </a:lnTo>
                  <a:lnTo>
                    <a:pt x="640080" y="641033"/>
                  </a:lnTo>
                  <a:lnTo>
                    <a:pt x="648652" y="640556"/>
                  </a:lnTo>
                  <a:lnTo>
                    <a:pt x="657701" y="639128"/>
                  </a:lnTo>
                  <a:lnTo>
                    <a:pt x="657701" y="631984"/>
                  </a:lnTo>
                  <a:lnTo>
                    <a:pt x="648652" y="623411"/>
                  </a:lnTo>
                  <a:lnTo>
                    <a:pt x="639603" y="613410"/>
                  </a:lnTo>
                  <a:lnTo>
                    <a:pt x="630555" y="602456"/>
                  </a:lnTo>
                  <a:lnTo>
                    <a:pt x="617696" y="598646"/>
                  </a:lnTo>
                  <a:lnTo>
                    <a:pt x="602932" y="596741"/>
                  </a:lnTo>
                  <a:lnTo>
                    <a:pt x="571976" y="598646"/>
                  </a:lnTo>
                  <a:lnTo>
                    <a:pt x="567690" y="598170"/>
                  </a:lnTo>
                  <a:lnTo>
                    <a:pt x="548164" y="590550"/>
                  </a:lnTo>
                  <a:lnTo>
                    <a:pt x="546259" y="590550"/>
                  </a:lnTo>
                  <a:lnTo>
                    <a:pt x="543401" y="591026"/>
                  </a:lnTo>
                  <a:lnTo>
                    <a:pt x="544353" y="593408"/>
                  </a:lnTo>
                  <a:lnTo>
                    <a:pt x="545782" y="594836"/>
                  </a:lnTo>
                  <a:lnTo>
                    <a:pt x="571976" y="611505"/>
                  </a:lnTo>
                  <a:lnTo>
                    <a:pt x="572928" y="615791"/>
                  </a:lnTo>
                  <a:lnTo>
                    <a:pt x="573881" y="621506"/>
                  </a:lnTo>
                  <a:lnTo>
                    <a:pt x="573405" y="623888"/>
                  </a:lnTo>
                  <a:lnTo>
                    <a:pt x="573881" y="626269"/>
                  </a:lnTo>
                  <a:lnTo>
                    <a:pt x="573881" y="630555"/>
                  </a:lnTo>
                  <a:lnTo>
                    <a:pt x="567214" y="649605"/>
                  </a:lnTo>
                  <a:lnTo>
                    <a:pt x="561499" y="662940"/>
                  </a:lnTo>
                  <a:lnTo>
                    <a:pt x="559118" y="669131"/>
                  </a:lnTo>
                  <a:lnTo>
                    <a:pt x="558641" y="673418"/>
                  </a:lnTo>
                  <a:lnTo>
                    <a:pt x="561499" y="677228"/>
                  </a:lnTo>
                  <a:lnTo>
                    <a:pt x="568643" y="678656"/>
                  </a:lnTo>
                  <a:lnTo>
                    <a:pt x="576263" y="682466"/>
                  </a:lnTo>
                  <a:lnTo>
                    <a:pt x="580072" y="687705"/>
                  </a:lnTo>
                  <a:lnTo>
                    <a:pt x="581025" y="691515"/>
                  </a:lnTo>
                  <a:lnTo>
                    <a:pt x="581025" y="699611"/>
                  </a:lnTo>
                  <a:lnTo>
                    <a:pt x="582930" y="706755"/>
                  </a:lnTo>
                  <a:lnTo>
                    <a:pt x="576739" y="717709"/>
                  </a:lnTo>
                  <a:lnTo>
                    <a:pt x="573881" y="721519"/>
                  </a:lnTo>
                  <a:lnTo>
                    <a:pt x="569595" y="731520"/>
                  </a:lnTo>
                  <a:lnTo>
                    <a:pt x="571024" y="738188"/>
                  </a:lnTo>
                  <a:lnTo>
                    <a:pt x="570547" y="741045"/>
                  </a:lnTo>
                  <a:lnTo>
                    <a:pt x="569595" y="743903"/>
                  </a:lnTo>
                  <a:lnTo>
                    <a:pt x="566738" y="741998"/>
                  </a:lnTo>
                  <a:lnTo>
                    <a:pt x="564356" y="739140"/>
                  </a:lnTo>
                  <a:lnTo>
                    <a:pt x="561022" y="736759"/>
                  </a:lnTo>
                  <a:lnTo>
                    <a:pt x="557213" y="735806"/>
                  </a:lnTo>
                  <a:lnTo>
                    <a:pt x="553402" y="736283"/>
                  </a:lnTo>
                  <a:lnTo>
                    <a:pt x="550545" y="737711"/>
                  </a:lnTo>
                  <a:lnTo>
                    <a:pt x="551021" y="734854"/>
                  </a:lnTo>
                  <a:lnTo>
                    <a:pt x="554355" y="730568"/>
                  </a:lnTo>
                  <a:lnTo>
                    <a:pt x="552926" y="728186"/>
                  </a:lnTo>
                  <a:lnTo>
                    <a:pt x="551021" y="726758"/>
                  </a:lnTo>
                  <a:lnTo>
                    <a:pt x="540068" y="721043"/>
                  </a:lnTo>
                  <a:lnTo>
                    <a:pt x="532447" y="721043"/>
                  </a:lnTo>
                  <a:lnTo>
                    <a:pt x="525780" y="721519"/>
                  </a:lnTo>
                  <a:lnTo>
                    <a:pt x="518636" y="721043"/>
                  </a:lnTo>
                  <a:lnTo>
                    <a:pt x="513397" y="717233"/>
                  </a:lnTo>
                  <a:lnTo>
                    <a:pt x="508635" y="715804"/>
                  </a:lnTo>
                  <a:lnTo>
                    <a:pt x="505301" y="715328"/>
                  </a:lnTo>
                  <a:lnTo>
                    <a:pt x="501015" y="718185"/>
                  </a:lnTo>
                  <a:lnTo>
                    <a:pt x="490538" y="730091"/>
                  </a:lnTo>
                  <a:lnTo>
                    <a:pt x="480536" y="737711"/>
                  </a:lnTo>
                  <a:lnTo>
                    <a:pt x="466725" y="743426"/>
                  </a:lnTo>
                  <a:lnTo>
                    <a:pt x="456247" y="745331"/>
                  </a:lnTo>
                  <a:lnTo>
                    <a:pt x="453866" y="746760"/>
                  </a:lnTo>
                  <a:lnTo>
                    <a:pt x="447675" y="753428"/>
                  </a:lnTo>
                  <a:lnTo>
                    <a:pt x="441484" y="758666"/>
                  </a:lnTo>
                  <a:lnTo>
                    <a:pt x="423863" y="766763"/>
                  </a:lnTo>
                  <a:lnTo>
                    <a:pt x="422434" y="770573"/>
                  </a:lnTo>
                  <a:lnTo>
                    <a:pt x="421481" y="775335"/>
                  </a:lnTo>
                  <a:lnTo>
                    <a:pt x="423386" y="780574"/>
                  </a:lnTo>
                  <a:lnTo>
                    <a:pt x="426720" y="785813"/>
                  </a:lnTo>
                  <a:lnTo>
                    <a:pt x="434816" y="796766"/>
                  </a:lnTo>
                  <a:lnTo>
                    <a:pt x="439578" y="800100"/>
                  </a:lnTo>
                  <a:lnTo>
                    <a:pt x="442913" y="805815"/>
                  </a:lnTo>
                  <a:lnTo>
                    <a:pt x="445294" y="812006"/>
                  </a:lnTo>
                  <a:lnTo>
                    <a:pt x="443865" y="813435"/>
                  </a:lnTo>
                  <a:lnTo>
                    <a:pt x="437197" y="812006"/>
                  </a:lnTo>
                  <a:lnTo>
                    <a:pt x="431959" y="812482"/>
                  </a:lnTo>
                  <a:lnTo>
                    <a:pt x="424815" y="816769"/>
                  </a:lnTo>
                  <a:lnTo>
                    <a:pt x="424339" y="818674"/>
                  </a:lnTo>
                  <a:lnTo>
                    <a:pt x="421957" y="823436"/>
                  </a:lnTo>
                  <a:lnTo>
                    <a:pt x="415290" y="823436"/>
                  </a:lnTo>
                  <a:lnTo>
                    <a:pt x="398145" y="815816"/>
                  </a:lnTo>
                  <a:lnTo>
                    <a:pt x="382905" y="811530"/>
                  </a:lnTo>
                  <a:lnTo>
                    <a:pt x="380524" y="811530"/>
                  </a:lnTo>
                  <a:lnTo>
                    <a:pt x="377190" y="809625"/>
                  </a:lnTo>
                  <a:lnTo>
                    <a:pt x="376238" y="807720"/>
                  </a:lnTo>
                  <a:lnTo>
                    <a:pt x="370046" y="808196"/>
                  </a:lnTo>
                  <a:lnTo>
                    <a:pt x="366236" y="808196"/>
                  </a:lnTo>
                  <a:lnTo>
                    <a:pt x="362426" y="806768"/>
                  </a:lnTo>
                  <a:lnTo>
                    <a:pt x="346234" y="793909"/>
                  </a:lnTo>
                  <a:lnTo>
                    <a:pt x="332899" y="789146"/>
                  </a:lnTo>
                  <a:lnTo>
                    <a:pt x="329565" y="789146"/>
                  </a:lnTo>
                  <a:lnTo>
                    <a:pt x="323850" y="790575"/>
                  </a:lnTo>
                  <a:lnTo>
                    <a:pt x="320993" y="800576"/>
                  </a:lnTo>
                  <a:lnTo>
                    <a:pt x="316230" y="803434"/>
                  </a:lnTo>
                  <a:lnTo>
                    <a:pt x="312420" y="803434"/>
                  </a:lnTo>
                  <a:lnTo>
                    <a:pt x="311944" y="808196"/>
                  </a:lnTo>
                  <a:lnTo>
                    <a:pt x="313849" y="811530"/>
                  </a:lnTo>
                  <a:lnTo>
                    <a:pt x="315277" y="813911"/>
                  </a:lnTo>
                  <a:lnTo>
                    <a:pt x="320040" y="817245"/>
                  </a:lnTo>
                  <a:lnTo>
                    <a:pt x="329565" y="828199"/>
                  </a:lnTo>
                  <a:lnTo>
                    <a:pt x="334327" y="832485"/>
                  </a:lnTo>
                  <a:lnTo>
                    <a:pt x="337661" y="833914"/>
                  </a:lnTo>
                  <a:lnTo>
                    <a:pt x="342900" y="834390"/>
                  </a:lnTo>
                  <a:lnTo>
                    <a:pt x="353377" y="832961"/>
                  </a:lnTo>
                  <a:lnTo>
                    <a:pt x="356711" y="834866"/>
                  </a:lnTo>
                  <a:lnTo>
                    <a:pt x="360521" y="837248"/>
                  </a:lnTo>
                  <a:lnTo>
                    <a:pt x="361474" y="843439"/>
                  </a:lnTo>
                  <a:lnTo>
                    <a:pt x="364331" y="849630"/>
                  </a:lnTo>
                  <a:lnTo>
                    <a:pt x="364331" y="852964"/>
                  </a:lnTo>
                  <a:lnTo>
                    <a:pt x="360997" y="857250"/>
                  </a:lnTo>
                  <a:lnTo>
                    <a:pt x="349568" y="860107"/>
                  </a:lnTo>
                  <a:lnTo>
                    <a:pt x="342900" y="864394"/>
                  </a:lnTo>
                  <a:lnTo>
                    <a:pt x="340519" y="864394"/>
                  </a:lnTo>
                  <a:lnTo>
                    <a:pt x="327184" y="859631"/>
                  </a:lnTo>
                  <a:lnTo>
                    <a:pt x="318135" y="857250"/>
                  </a:lnTo>
                  <a:lnTo>
                    <a:pt x="306228" y="854393"/>
                  </a:lnTo>
                  <a:lnTo>
                    <a:pt x="304324" y="852488"/>
                  </a:lnTo>
                  <a:lnTo>
                    <a:pt x="299085" y="844391"/>
                  </a:lnTo>
                  <a:lnTo>
                    <a:pt x="287178" y="836295"/>
                  </a:lnTo>
                  <a:lnTo>
                    <a:pt x="281940" y="833914"/>
                  </a:lnTo>
                  <a:lnTo>
                    <a:pt x="274796" y="835819"/>
                  </a:lnTo>
                  <a:lnTo>
                    <a:pt x="269557" y="834866"/>
                  </a:lnTo>
                  <a:lnTo>
                    <a:pt x="260985" y="830580"/>
                  </a:lnTo>
                  <a:lnTo>
                    <a:pt x="255746" y="823913"/>
                  </a:lnTo>
                  <a:lnTo>
                    <a:pt x="255270" y="816293"/>
                  </a:lnTo>
                  <a:lnTo>
                    <a:pt x="256699" y="814388"/>
                  </a:lnTo>
                  <a:lnTo>
                    <a:pt x="258603" y="813435"/>
                  </a:lnTo>
                  <a:lnTo>
                    <a:pt x="254318" y="811054"/>
                  </a:lnTo>
                  <a:lnTo>
                    <a:pt x="254318" y="804863"/>
                  </a:lnTo>
                  <a:lnTo>
                    <a:pt x="253365" y="800576"/>
                  </a:lnTo>
                  <a:lnTo>
                    <a:pt x="248602" y="790575"/>
                  </a:lnTo>
                  <a:lnTo>
                    <a:pt x="244316" y="784860"/>
                  </a:lnTo>
                  <a:lnTo>
                    <a:pt x="240030" y="778193"/>
                  </a:lnTo>
                  <a:lnTo>
                    <a:pt x="244316" y="774859"/>
                  </a:lnTo>
                  <a:lnTo>
                    <a:pt x="246697" y="772001"/>
                  </a:lnTo>
                  <a:lnTo>
                    <a:pt x="250507" y="763429"/>
                  </a:lnTo>
                  <a:lnTo>
                    <a:pt x="250984" y="760571"/>
                  </a:lnTo>
                  <a:lnTo>
                    <a:pt x="252413" y="757714"/>
                  </a:lnTo>
                  <a:lnTo>
                    <a:pt x="252889" y="754856"/>
                  </a:lnTo>
                  <a:lnTo>
                    <a:pt x="252889" y="751999"/>
                  </a:lnTo>
                  <a:lnTo>
                    <a:pt x="249555" y="747236"/>
                  </a:lnTo>
                  <a:lnTo>
                    <a:pt x="239553" y="737235"/>
                  </a:lnTo>
                  <a:lnTo>
                    <a:pt x="230028" y="731996"/>
                  </a:lnTo>
                  <a:lnTo>
                    <a:pt x="211455" y="726758"/>
                  </a:lnTo>
                  <a:lnTo>
                    <a:pt x="206216" y="726758"/>
                  </a:lnTo>
                  <a:lnTo>
                    <a:pt x="204311" y="726281"/>
                  </a:lnTo>
                  <a:lnTo>
                    <a:pt x="208121" y="724853"/>
                  </a:lnTo>
                  <a:lnTo>
                    <a:pt x="211931" y="722948"/>
                  </a:lnTo>
                  <a:lnTo>
                    <a:pt x="214313" y="719614"/>
                  </a:lnTo>
                  <a:lnTo>
                    <a:pt x="209550" y="718185"/>
                  </a:lnTo>
                  <a:lnTo>
                    <a:pt x="205740" y="717233"/>
                  </a:lnTo>
                  <a:lnTo>
                    <a:pt x="199549" y="714851"/>
                  </a:lnTo>
                  <a:lnTo>
                    <a:pt x="198120" y="712470"/>
                  </a:lnTo>
                  <a:lnTo>
                    <a:pt x="199549" y="710565"/>
                  </a:lnTo>
                  <a:lnTo>
                    <a:pt x="198120" y="706279"/>
                  </a:lnTo>
                  <a:lnTo>
                    <a:pt x="189547" y="704850"/>
                  </a:lnTo>
                  <a:lnTo>
                    <a:pt x="187166" y="703898"/>
                  </a:lnTo>
                  <a:lnTo>
                    <a:pt x="187166" y="702469"/>
                  </a:lnTo>
                  <a:lnTo>
                    <a:pt x="181451" y="697706"/>
                  </a:lnTo>
                  <a:lnTo>
                    <a:pt x="173831" y="692944"/>
                  </a:lnTo>
                  <a:lnTo>
                    <a:pt x="174784" y="687705"/>
                  </a:lnTo>
                  <a:lnTo>
                    <a:pt x="169545" y="684371"/>
                  </a:lnTo>
                  <a:lnTo>
                    <a:pt x="164782" y="681514"/>
                  </a:lnTo>
                  <a:lnTo>
                    <a:pt x="157163" y="680561"/>
                  </a:lnTo>
                  <a:lnTo>
                    <a:pt x="154305" y="678656"/>
                  </a:lnTo>
                  <a:lnTo>
                    <a:pt x="171450" y="679133"/>
                  </a:lnTo>
                  <a:lnTo>
                    <a:pt x="189547" y="682943"/>
                  </a:lnTo>
                  <a:lnTo>
                    <a:pt x="188119" y="684371"/>
                  </a:lnTo>
                  <a:lnTo>
                    <a:pt x="186690" y="686753"/>
                  </a:lnTo>
                  <a:lnTo>
                    <a:pt x="191928" y="693420"/>
                  </a:lnTo>
                  <a:lnTo>
                    <a:pt x="197168" y="696754"/>
                  </a:lnTo>
                  <a:lnTo>
                    <a:pt x="208597" y="701516"/>
                  </a:lnTo>
                  <a:lnTo>
                    <a:pt x="209550" y="701516"/>
                  </a:lnTo>
                  <a:lnTo>
                    <a:pt x="212407" y="700088"/>
                  </a:lnTo>
                  <a:lnTo>
                    <a:pt x="217646" y="702469"/>
                  </a:lnTo>
                  <a:lnTo>
                    <a:pt x="222409" y="704850"/>
                  </a:lnTo>
                  <a:lnTo>
                    <a:pt x="230981" y="704850"/>
                  </a:lnTo>
                  <a:lnTo>
                    <a:pt x="241459" y="707708"/>
                  </a:lnTo>
                  <a:lnTo>
                    <a:pt x="240506" y="709136"/>
                  </a:lnTo>
                  <a:lnTo>
                    <a:pt x="239553" y="710089"/>
                  </a:lnTo>
                  <a:lnTo>
                    <a:pt x="242411" y="713423"/>
                  </a:lnTo>
                  <a:lnTo>
                    <a:pt x="246697" y="712946"/>
                  </a:lnTo>
                  <a:lnTo>
                    <a:pt x="253841" y="710089"/>
                  </a:lnTo>
                  <a:lnTo>
                    <a:pt x="272415" y="720566"/>
                  </a:lnTo>
                  <a:lnTo>
                    <a:pt x="277653" y="722471"/>
                  </a:lnTo>
                  <a:lnTo>
                    <a:pt x="306705" y="727710"/>
                  </a:lnTo>
                  <a:lnTo>
                    <a:pt x="320040" y="728186"/>
                  </a:lnTo>
                  <a:lnTo>
                    <a:pt x="327660" y="729139"/>
                  </a:lnTo>
                  <a:lnTo>
                    <a:pt x="338138" y="731996"/>
                  </a:lnTo>
                  <a:lnTo>
                    <a:pt x="349568" y="737235"/>
                  </a:lnTo>
                  <a:lnTo>
                    <a:pt x="358616" y="739140"/>
                  </a:lnTo>
                  <a:lnTo>
                    <a:pt x="375761" y="741045"/>
                  </a:lnTo>
                  <a:lnTo>
                    <a:pt x="384334" y="740569"/>
                  </a:lnTo>
                  <a:lnTo>
                    <a:pt x="405765" y="737235"/>
                  </a:lnTo>
                  <a:lnTo>
                    <a:pt x="433864" y="727710"/>
                  </a:lnTo>
                  <a:lnTo>
                    <a:pt x="447675" y="719614"/>
                  </a:lnTo>
                  <a:lnTo>
                    <a:pt x="470535" y="698183"/>
                  </a:lnTo>
                  <a:lnTo>
                    <a:pt x="473393" y="692944"/>
                  </a:lnTo>
                  <a:lnTo>
                    <a:pt x="476250" y="681038"/>
                  </a:lnTo>
                  <a:lnTo>
                    <a:pt x="476250" y="676275"/>
                  </a:lnTo>
                  <a:lnTo>
                    <a:pt x="472916" y="675799"/>
                  </a:lnTo>
                  <a:lnTo>
                    <a:pt x="468630" y="672941"/>
                  </a:lnTo>
                  <a:lnTo>
                    <a:pt x="468630" y="665798"/>
                  </a:lnTo>
                  <a:lnTo>
                    <a:pt x="466249" y="662464"/>
                  </a:lnTo>
                  <a:lnTo>
                    <a:pt x="462915" y="647224"/>
                  </a:lnTo>
                  <a:lnTo>
                    <a:pt x="456247" y="645319"/>
                  </a:lnTo>
                  <a:lnTo>
                    <a:pt x="452438" y="643414"/>
                  </a:lnTo>
                  <a:lnTo>
                    <a:pt x="448151" y="642461"/>
                  </a:lnTo>
                  <a:lnTo>
                    <a:pt x="442913" y="640080"/>
                  </a:lnTo>
                  <a:lnTo>
                    <a:pt x="437197" y="633889"/>
                  </a:lnTo>
                  <a:lnTo>
                    <a:pt x="431482" y="629603"/>
                  </a:lnTo>
                  <a:lnTo>
                    <a:pt x="426720" y="623888"/>
                  </a:lnTo>
                  <a:lnTo>
                    <a:pt x="423386" y="621506"/>
                  </a:lnTo>
                  <a:lnTo>
                    <a:pt x="421481" y="621030"/>
                  </a:lnTo>
                  <a:lnTo>
                    <a:pt x="422910" y="623888"/>
                  </a:lnTo>
                  <a:lnTo>
                    <a:pt x="424339" y="627221"/>
                  </a:lnTo>
                  <a:lnTo>
                    <a:pt x="415290" y="626269"/>
                  </a:lnTo>
                  <a:lnTo>
                    <a:pt x="390525" y="611505"/>
                  </a:lnTo>
                  <a:lnTo>
                    <a:pt x="386239" y="610553"/>
                  </a:lnTo>
                  <a:lnTo>
                    <a:pt x="384334" y="611505"/>
                  </a:lnTo>
                  <a:lnTo>
                    <a:pt x="376714" y="609600"/>
                  </a:lnTo>
                  <a:lnTo>
                    <a:pt x="374332" y="606266"/>
                  </a:lnTo>
                  <a:lnTo>
                    <a:pt x="352901" y="590074"/>
                  </a:lnTo>
                  <a:lnTo>
                    <a:pt x="315277" y="571500"/>
                  </a:lnTo>
                  <a:lnTo>
                    <a:pt x="289084" y="560546"/>
                  </a:lnTo>
                  <a:lnTo>
                    <a:pt x="270034" y="555308"/>
                  </a:lnTo>
                  <a:lnTo>
                    <a:pt x="268128" y="555784"/>
                  </a:lnTo>
                  <a:lnTo>
                    <a:pt x="266224" y="558165"/>
                  </a:lnTo>
                  <a:lnTo>
                    <a:pt x="260509" y="558641"/>
                  </a:lnTo>
                  <a:lnTo>
                    <a:pt x="255270" y="558165"/>
                  </a:lnTo>
                  <a:lnTo>
                    <a:pt x="238125" y="553879"/>
                  </a:lnTo>
                  <a:lnTo>
                    <a:pt x="233839" y="552926"/>
                  </a:lnTo>
                  <a:lnTo>
                    <a:pt x="215265" y="553403"/>
                  </a:lnTo>
                  <a:lnTo>
                    <a:pt x="213360" y="554355"/>
                  </a:lnTo>
                  <a:lnTo>
                    <a:pt x="206693" y="563880"/>
                  </a:lnTo>
                  <a:lnTo>
                    <a:pt x="203359" y="565785"/>
                  </a:lnTo>
                  <a:lnTo>
                    <a:pt x="196691" y="567690"/>
                  </a:lnTo>
                  <a:lnTo>
                    <a:pt x="198596" y="564833"/>
                  </a:lnTo>
                  <a:lnTo>
                    <a:pt x="202882" y="562451"/>
                  </a:lnTo>
                  <a:lnTo>
                    <a:pt x="206216" y="555784"/>
                  </a:lnTo>
                  <a:lnTo>
                    <a:pt x="206216" y="552926"/>
                  </a:lnTo>
                  <a:lnTo>
                    <a:pt x="207645" y="549116"/>
                  </a:lnTo>
                  <a:lnTo>
                    <a:pt x="207645" y="546259"/>
                  </a:lnTo>
                  <a:lnTo>
                    <a:pt x="205264" y="545306"/>
                  </a:lnTo>
                  <a:lnTo>
                    <a:pt x="200501" y="546259"/>
                  </a:lnTo>
                  <a:lnTo>
                    <a:pt x="191452" y="550069"/>
                  </a:lnTo>
                  <a:lnTo>
                    <a:pt x="190024" y="548640"/>
                  </a:lnTo>
                  <a:lnTo>
                    <a:pt x="192881" y="545306"/>
                  </a:lnTo>
                  <a:lnTo>
                    <a:pt x="191928" y="543878"/>
                  </a:lnTo>
                  <a:lnTo>
                    <a:pt x="188119" y="544354"/>
                  </a:lnTo>
                  <a:lnTo>
                    <a:pt x="179546" y="542449"/>
                  </a:lnTo>
                  <a:lnTo>
                    <a:pt x="170974" y="542925"/>
                  </a:lnTo>
                  <a:lnTo>
                    <a:pt x="169069" y="538639"/>
                  </a:lnTo>
                  <a:lnTo>
                    <a:pt x="163353" y="536258"/>
                  </a:lnTo>
                  <a:lnTo>
                    <a:pt x="160972" y="533876"/>
                  </a:lnTo>
                  <a:lnTo>
                    <a:pt x="163830" y="531495"/>
                  </a:lnTo>
                  <a:lnTo>
                    <a:pt x="183832" y="535781"/>
                  </a:lnTo>
                  <a:lnTo>
                    <a:pt x="189071" y="535781"/>
                  </a:lnTo>
                  <a:lnTo>
                    <a:pt x="191928" y="534353"/>
                  </a:lnTo>
                  <a:lnTo>
                    <a:pt x="192405" y="531495"/>
                  </a:lnTo>
                  <a:lnTo>
                    <a:pt x="192405" y="528638"/>
                  </a:lnTo>
                  <a:lnTo>
                    <a:pt x="190024" y="526733"/>
                  </a:lnTo>
                  <a:lnTo>
                    <a:pt x="177165" y="523399"/>
                  </a:lnTo>
                  <a:lnTo>
                    <a:pt x="171450" y="519589"/>
                  </a:lnTo>
                  <a:lnTo>
                    <a:pt x="157639" y="514350"/>
                  </a:lnTo>
                  <a:lnTo>
                    <a:pt x="156686" y="517208"/>
                  </a:lnTo>
                  <a:lnTo>
                    <a:pt x="159068" y="521494"/>
                  </a:lnTo>
                  <a:lnTo>
                    <a:pt x="157639" y="523399"/>
                  </a:lnTo>
                  <a:lnTo>
                    <a:pt x="153828" y="521970"/>
                  </a:lnTo>
                  <a:lnTo>
                    <a:pt x="150971" y="522923"/>
                  </a:lnTo>
                  <a:lnTo>
                    <a:pt x="146685" y="528638"/>
                  </a:lnTo>
                  <a:lnTo>
                    <a:pt x="142399" y="530066"/>
                  </a:lnTo>
                  <a:lnTo>
                    <a:pt x="139541" y="530543"/>
                  </a:lnTo>
                  <a:lnTo>
                    <a:pt x="125730" y="525780"/>
                  </a:lnTo>
                  <a:lnTo>
                    <a:pt x="119539" y="524828"/>
                  </a:lnTo>
                  <a:lnTo>
                    <a:pt x="121444" y="532924"/>
                  </a:lnTo>
                  <a:lnTo>
                    <a:pt x="121444" y="535305"/>
                  </a:lnTo>
                  <a:lnTo>
                    <a:pt x="120491" y="538163"/>
                  </a:lnTo>
                  <a:lnTo>
                    <a:pt x="119063" y="539591"/>
                  </a:lnTo>
                  <a:lnTo>
                    <a:pt x="116681" y="540068"/>
                  </a:lnTo>
                  <a:lnTo>
                    <a:pt x="110966" y="540068"/>
                  </a:lnTo>
                  <a:lnTo>
                    <a:pt x="102870" y="536734"/>
                  </a:lnTo>
                  <a:lnTo>
                    <a:pt x="97631" y="533876"/>
                  </a:lnTo>
                  <a:lnTo>
                    <a:pt x="96202" y="533876"/>
                  </a:lnTo>
                  <a:lnTo>
                    <a:pt x="95250" y="533876"/>
                  </a:lnTo>
                  <a:lnTo>
                    <a:pt x="96678" y="537210"/>
                  </a:lnTo>
                  <a:lnTo>
                    <a:pt x="96202" y="539115"/>
                  </a:lnTo>
                  <a:lnTo>
                    <a:pt x="95250" y="541973"/>
                  </a:lnTo>
                  <a:lnTo>
                    <a:pt x="94297" y="543878"/>
                  </a:lnTo>
                  <a:lnTo>
                    <a:pt x="92869" y="545783"/>
                  </a:lnTo>
                  <a:lnTo>
                    <a:pt x="89535" y="548164"/>
                  </a:lnTo>
                  <a:lnTo>
                    <a:pt x="84296" y="550069"/>
                  </a:lnTo>
                  <a:lnTo>
                    <a:pt x="69056" y="553879"/>
                  </a:lnTo>
                  <a:lnTo>
                    <a:pt x="68103" y="555784"/>
                  </a:lnTo>
                  <a:lnTo>
                    <a:pt x="62865" y="565785"/>
                  </a:lnTo>
                  <a:lnTo>
                    <a:pt x="61913" y="567690"/>
                  </a:lnTo>
                  <a:lnTo>
                    <a:pt x="60007" y="568643"/>
                  </a:lnTo>
                  <a:lnTo>
                    <a:pt x="54769" y="570548"/>
                  </a:lnTo>
                  <a:lnTo>
                    <a:pt x="52388" y="571024"/>
                  </a:lnTo>
                  <a:lnTo>
                    <a:pt x="45244" y="573881"/>
                  </a:lnTo>
                  <a:lnTo>
                    <a:pt x="40957" y="575786"/>
                  </a:lnTo>
                  <a:lnTo>
                    <a:pt x="35719" y="577215"/>
                  </a:lnTo>
                  <a:lnTo>
                    <a:pt x="37147" y="579120"/>
                  </a:lnTo>
                  <a:lnTo>
                    <a:pt x="45720" y="579596"/>
                  </a:lnTo>
                  <a:lnTo>
                    <a:pt x="47149" y="580073"/>
                  </a:lnTo>
                  <a:lnTo>
                    <a:pt x="48101" y="581025"/>
                  </a:lnTo>
                  <a:lnTo>
                    <a:pt x="48101" y="582930"/>
                  </a:lnTo>
                  <a:lnTo>
                    <a:pt x="47625" y="585311"/>
                  </a:lnTo>
                  <a:lnTo>
                    <a:pt x="38100" y="599123"/>
                  </a:lnTo>
                  <a:lnTo>
                    <a:pt x="38100" y="601980"/>
                  </a:lnTo>
                  <a:lnTo>
                    <a:pt x="40957" y="610076"/>
                  </a:lnTo>
                  <a:lnTo>
                    <a:pt x="45244" y="619601"/>
                  </a:lnTo>
                  <a:lnTo>
                    <a:pt x="58102" y="623411"/>
                  </a:lnTo>
                  <a:lnTo>
                    <a:pt x="67627" y="626745"/>
                  </a:lnTo>
                  <a:lnTo>
                    <a:pt x="73819" y="634365"/>
                  </a:lnTo>
                  <a:lnTo>
                    <a:pt x="83820" y="644843"/>
                  </a:lnTo>
                  <a:lnTo>
                    <a:pt x="89059" y="648653"/>
                  </a:lnTo>
                  <a:lnTo>
                    <a:pt x="89535" y="649605"/>
                  </a:lnTo>
                  <a:lnTo>
                    <a:pt x="88106" y="656749"/>
                  </a:lnTo>
                  <a:lnTo>
                    <a:pt x="81439" y="663416"/>
                  </a:lnTo>
                  <a:lnTo>
                    <a:pt x="75247" y="669608"/>
                  </a:lnTo>
                  <a:lnTo>
                    <a:pt x="69056" y="676751"/>
                  </a:lnTo>
                  <a:lnTo>
                    <a:pt x="64294" y="682466"/>
                  </a:lnTo>
                  <a:lnTo>
                    <a:pt x="59055" y="689610"/>
                  </a:lnTo>
                  <a:lnTo>
                    <a:pt x="58102" y="691991"/>
                  </a:lnTo>
                  <a:lnTo>
                    <a:pt x="58102" y="694373"/>
                  </a:lnTo>
                  <a:lnTo>
                    <a:pt x="59055" y="696754"/>
                  </a:lnTo>
                  <a:lnTo>
                    <a:pt x="65722" y="705326"/>
                  </a:lnTo>
                  <a:lnTo>
                    <a:pt x="68580" y="709613"/>
                  </a:lnTo>
                  <a:lnTo>
                    <a:pt x="71438" y="714851"/>
                  </a:lnTo>
                  <a:lnTo>
                    <a:pt x="74295" y="720090"/>
                  </a:lnTo>
                  <a:lnTo>
                    <a:pt x="76200" y="724376"/>
                  </a:lnTo>
                  <a:lnTo>
                    <a:pt x="78581" y="729139"/>
                  </a:lnTo>
                  <a:lnTo>
                    <a:pt x="80486" y="731520"/>
                  </a:lnTo>
                  <a:lnTo>
                    <a:pt x="83344" y="734854"/>
                  </a:lnTo>
                  <a:lnTo>
                    <a:pt x="86677" y="739616"/>
                  </a:lnTo>
                  <a:lnTo>
                    <a:pt x="87630" y="743426"/>
                  </a:lnTo>
                  <a:lnTo>
                    <a:pt x="92869" y="756285"/>
                  </a:lnTo>
                  <a:lnTo>
                    <a:pt x="93345" y="759619"/>
                  </a:lnTo>
                  <a:lnTo>
                    <a:pt x="93345" y="762476"/>
                  </a:lnTo>
                  <a:lnTo>
                    <a:pt x="90964" y="762953"/>
                  </a:lnTo>
                  <a:lnTo>
                    <a:pt x="85725" y="763429"/>
                  </a:lnTo>
                  <a:lnTo>
                    <a:pt x="80486" y="764857"/>
                  </a:lnTo>
                  <a:lnTo>
                    <a:pt x="80010" y="765334"/>
                  </a:lnTo>
                  <a:lnTo>
                    <a:pt x="83820" y="768668"/>
                  </a:lnTo>
                  <a:lnTo>
                    <a:pt x="80486" y="773906"/>
                  </a:lnTo>
                  <a:lnTo>
                    <a:pt x="80010" y="781526"/>
                  </a:lnTo>
                  <a:lnTo>
                    <a:pt x="76676" y="785336"/>
                  </a:lnTo>
                  <a:lnTo>
                    <a:pt x="76676" y="786289"/>
                  </a:lnTo>
                  <a:lnTo>
                    <a:pt x="76676" y="787241"/>
                  </a:lnTo>
                  <a:lnTo>
                    <a:pt x="77152" y="787718"/>
                  </a:lnTo>
                  <a:lnTo>
                    <a:pt x="83344" y="788670"/>
                  </a:lnTo>
                  <a:lnTo>
                    <a:pt x="83820" y="789623"/>
                  </a:lnTo>
                  <a:lnTo>
                    <a:pt x="83820" y="792004"/>
                  </a:lnTo>
                  <a:lnTo>
                    <a:pt x="83344" y="793909"/>
                  </a:lnTo>
                  <a:lnTo>
                    <a:pt x="80486" y="795814"/>
                  </a:lnTo>
                  <a:lnTo>
                    <a:pt x="77152" y="797719"/>
                  </a:lnTo>
                  <a:lnTo>
                    <a:pt x="76200" y="800100"/>
                  </a:lnTo>
                  <a:lnTo>
                    <a:pt x="76200" y="802005"/>
                  </a:lnTo>
                  <a:lnTo>
                    <a:pt x="77628" y="804863"/>
                  </a:lnTo>
                  <a:lnTo>
                    <a:pt x="79534" y="808673"/>
                  </a:lnTo>
                  <a:lnTo>
                    <a:pt x="82391" y="810578"/>
                  </a:lnTo>
                  <a:lnTo>
                    <a:pt x="92393" y="812959"/>
                  </a:lnTo>
                  <a:lnTo>
                    <a:pt x="93821" y="814864"/>
                  </a:lnTo>
                  <a:lnTo>
                    <a:pt x="94297" y="817245"/>
                  </a:lnTo>
                  <a:lnTo>
                    <a:pt x="93821" y="819626"/>
                  </a:lnTo>
                  <a:lnTo>
                    <a:pt x="89535" y="824389"/>
                  </a:lnTo>
                  <a:lnTo>
                    <a:pt x="89535" y="826294"/>
                  </a:lnTo>
                  <a:lnTo>
                    <a:pt x="91440" y="830580"/>
                  </a:lnTo>
                  <a:lnTo>
                    <a:pt x="93345" y="834866"/>
                  </a:lnTo>
                  <a:lnTo>
                    <a:pt x="103346" y="839153"/>
                  </a:lnTo>
                  <a:lnTo>
                    <a:pt x="106680" y="841534"/>
                  </a:lnTo>
                  <a:lnTo>
                    <a:pt x="107156" y="843915"/>
                  </a:lnTo>
                  <a:lnTo>
                    <a:pt x="107632" y="846773"/>
                  </a:lnTo>
                  <a:lnTo>
                    <a:pt x="107632" y="850106"/>
                  </a:lnTo>
                  <a:lnTo>
                    <a:pt x="107156" y="853440"/>
                  </a:lnTo>
                  <a:lnTo>
                    <a:pt x="103822" y="857250"/>
                  </a:lnTo>
                  <a:lnTo>
                    <a:pt x="97155" y="865346"/>
                  </a:lnTo>
                  <a:lnTo>
                    <a:pt x="90011" y="868204"/>
                  </a:lnTo>
                  <a:lnTo>
                    <a:pt x="89535" y="868680"/>
                  </a:lnTo>
                  <a:lnTo>
                    <a:pt x="91916" y="871061"/>
                  </a:lnTo>
                  <a:lnTo>
                    <a:pt x="104299" y="881063"/>
                  </a:lnTo>
                  <a:lnTo>
                    <a:pt x="112395" y="885825"/>
                  </a:lnTo>
                  <a:lnTo>
                    <a:pt x="122872" y="892016"/>
                  </a:lnTo>
                  <a:lnTo>
                    <a:pt x="130016" y="896779"/>
                  </a:lnTo>
                  <a:lnTo>
                    <a:pt x="132397" y="900589"/>
                  </a:lnTo>
                  <a:lnTo>
                    <a:pt x="135255" y="904399"/>
                  </a:lnTo>
                  <a:lnTo>
                    <a:pt x="138589" y="907732"/>
                  </a:lnTo>
                  <a:lnTo>
                    <a:pt x="141446" y="910590"/>
                  </a:lnTo>
                  <a:lnTo>
                    <a:pt x="142399" y="912019"/>
                  </a:lnTo>
                  <a:lnTo>
                    <a:pt x="141922" y="913924"/>
                  </a:lnTo>
                  <a:lnTo>
                    <a:pt x="138589" y="920115"/>
                  </a:lnTo>
                  <a:lnTo>
                    <a:pt x="137160" y="924401"/>
                  </a:lnTo>
                  <a:lnTo>
                    <a:pt x="133826" y="931069"/>
                  </a:lnTo>
                  <a:lnTo>
                    <a:pt x="130493" y="935355"/>
                  </a:lnTo>
                  <a:lnTo>
                    <a:pt x="121920" y="943928"/>
                  </a:lnTo>
                  <a:lnTo>
                    <a:pt x="109061" y="953929"/>
                  </a:lnTo>
                  <a:lnTo>
                    <a:pt x="106203" y="957263"/>
                  </a:lnTo>
                  <a:lnTo>
                    <a:pt x="100489" y="962501"/>
                  </a:lnTo>
                  <a:lnTo>
                    <a:pt x="90011" y="973455"/>
                  </a:lnTo>
                  <a:lnTo>
                    <a:pt x="87630" y="975836"/>
                  </a:lnTo>
                  <a:lnTo>
                    <a:pt x="79534" y="984409"/>
                  </a:lnTo>
                  <a:lnTo>
                    <a:pt x="75724" y="986790"/>
                  </a:lnTo>
                  <a:lnTo>
                    <a:pt x="72390" y="989648"/>
                  </a:lnTo>
                  <a:lnTo>
                    <a:pt x="64294" y="997744"/>
                  </a:lnTo>
                  <a:lnTo>
                    <a:pt x="55721" y="1003935"/>
                  </a:lnTo>
                  <a:lnTo>
                    <a:pt x="47149" y="1009174"/>
                  </a:lnTo>
                  <a:lnTo>
                    <a:pt x="44291" y="1012507"/>
                  </a:lnTo>
                  <a:lnTo>
                    <a:pt x="40957" y="1014413"/>
                  </a:lnTo>
                  <a:lnTo>
                    <a:pt x="37147" y="1016318"/>
                  </a:lnTo>
                  <a:lnTo>
                    <a:pt x="35719" y="1017746"/>
                  </a:lnTo>
                  <a:lnTo>
                    <a:pt x="27146" y="1025366"/>
                  </a:lnTo>
                  <a:lnTo>
                    <a:pt x="14764" y="1036320"/>
                  </a:lnTo>
                  <a:lnTo>
                    <a:pt x="28099" y="1034415"/>
                  </a:lnTo>
                  <a:lnTo>
                    <a:pt x="39528" y="1029176"/>
                  </a:lnTo>
                  <a:lnTo>
                    <a:pt x="41434" y="1030129"/>
                  </a:lnTo>
                  <a:lnTo>
                    <a:pt x="43815" y="1032510"/>
                  </a:lnTo>
                  <a:lnTo>
                    <a:pt x="43815" y="1035844"/>
                  </a:lnTo>
                  <a:lnTo>
                    <a:pt x="42863" y="1038225"/>
                  </a:lnTo>
                  <a:lnTo>
                    <a:pt x="38576" y="1035844"/>
                  </a:lnTo>
                  <a:lnTo>
                    <a:pt x="39528" y="1038701"/>
                  </a:lnTo>
                  <a:lnTo>
                    <a:pt x="43815" y="1044416"/>
                  </a:lnTo>
                  <a:lnTo>
                    <a:pt x="49530" y="1046798"/>
                  </a:lnTo>
                  <a:lnTo>
                    <a:pt x="58102" y="1053465"/>
                  </a:lnTo>
                  <a:lnTo>
                    <a:pt x="68580" y="1054418"/>
                  </a:lnTo>
                  <a:lnTo>
                    <a:pt x="75247" y="1052989"/>
                  </a:lnTo>
                  <a:lnTo>
                    <a:pt x="80486" y="1053465"/>
                  </a:lnTo>
                  <a:lnTo>
                    <a:pt x="85725" y="1057275"/>
                  </a:lnTo>
                  <a:lnTo>
                    <a:pt x="89059" y="1062038"/>
                  </a:lnTo>
                  <a:lnTo>
                    <a:pt x="91916" y="1062990"/>
                  </a:lnTo>
                  <a:lnTo>
                    <a:pt x="95726" y="1065371"/>
                  </a:lnTo>
                  <a:lnTo>
                    <a:pt x="95250" y="1068229"/>
                  </a:lnTo>
                  <a:lnTo>
                    <a:pt x="94297" y="1069658"/>
                  </a:lnTo>
                  <a:lnTo>
                    <a:pt x="78581" y="1065371"/>
                  </a:lnTo>
                  <a:lnTo>
                    <a:pt x="60960" y="1063466"/>
                  </a:lnTo>
                  <a:lnTo>
                    <a:pt x="58578" y="1065371"/>
                  </a:lnTo>
                  <a:lnTo>
                    <a:pt x="56197" y="1068229"/>
                  </a:lnTo>
                  <a:lnTo>
                    <a:pt x="55245" y="1070610"/>
                  </a:lnTo>
                  <a:lnTo>
                    <a:pt x="54293" y="1072039"/>
                  </a:lnTo>
                  <a:lnTo>
                    <a:pt x="51435" y="1072991"/>
                  </a:lnTo>
                  <a:lnTo>
                    <a:pt x="47149" y="1072991"/>
                  </a:lnTo>
                  <a:lnTo>
                    <a:pt x="42386" y="1072515"/>
                  </a:lnTo>
                  <a:lnTo>
                    <a:pt x="39528" y="1071086"/>
                  </a:lnTo>
                  <a:lnTo>
                    <a:pt x="37147" y="1072515"/>
                  </a:lnTo>
                  <a:lnTo>
                    <a:pt x="36195" y="1076801"/>
                  </a:lnTo>
                  <a:lnTo>
                    <a:pt x="33338" y="1078706"/>
                  </a:lnTo>
                  <a:lnTo>
                    <a:pt x="29051" y="1077278"/>
                  </a:lnTo>
                  <a:lnTo>
                    <a:pt x="26194" y="1073944"/>
                  </a:lnTo>
                  <a:lnTo>
                    <a:pt x="23813" y="1074420"/>
                  </a:lnTo>
                  <a:lnTo>
                    <a:pt x="22384" y="1077278"/>
                  </a:lnTo>
                  <a:lnTo>
                    <a:pt x="23336" y="1081088"/>
                  </a:lnTo>
                  <a:lnTo>
                    <a:pt x="23813" y="1085850"/>
                  </a:lnTo>
                  <a:lnTo>
                    <a:pt x="22384" y="1089184"/>
                  </a:lnTo>
                  <a:lnTo>
                    <a:pt x="24289" y="1091089"/>
                  </a:lnTo>
                  <a:lnTo>
                    <a:pt x="26194" y="1093470"/>
                  </a:lnTo>
                  <a:lnTo>
                    <a:pt x="27146" y="1094899"/>
                  </a:lnTo>
                  <a:lnTo>
                    <a:pt x="26194" y="1095851"/>
                  </a:lnTo>
                  <a:lnTo>
                    <a:pt x="23813" y="1096328"/>
                  </a:lnTo>
                  <a:lnTo>
                    <a:pt x="23336" y="1097280"/>
                  </a:lnTo>
                  <a:lnTo>
                    <a:pt x="22384" y="1098233"/>
                  </a:lnTo>
                  <a:lnTo>
                    <a:pt x="19526" y="1098709"/>
                  </a:lnTo>
                  <a:lnTo>
                    <a:pt x="18574" y="1099661"/>
                  </a:lnTo>
                  <a:lnTo>
                    <a:pt x="16669" y="1103948"/>
                  </a:lnTo>
                  <a:lnTo>
                    <a:pt x="13811" y="1111091"/>
                  </a:lnTo>
                  <a:lnTo>
                    <a:pt x="10477" y="1114425"/>
                  </a:lnTo>
                  <a:lnTo>
                    <a:pt x="10953" y="1114425"/>
                  </a:lnTo>
                  <a:lnTo>
                    <a:pt x="13335" y="1117759"/>
                  </a:lnTo>
                  <a:lnTo>
                    <a:pt x="15716" y="1134904"/>
                  </a:lnTo>
                  <a:lnTo>
                    <a:pt x="15716" y="1139190"/>
                  </a:lnTo>
                  <a:lnTo>
                    <a:pt x="14764" y="1141095"/>
                  </a:lnTo>
                  <a:lnTo>
                    <a:pt x="13335" y="1141571"/>
                  </a:lnTo>
                  <a:lnTo>
                    <a:pt x="7620" y="1147763"/>
                  </a:lnTo>
                  <a:lnTo>
                    <a:pt x="7144" y="1150144"/>
                  </a:lnTo>
                  <a:lnTo>
                    <a:pt x="7144" y="1152525"/>
                  </a:lnTo>
                  <a:lnTo>
                    <a:pt x="8096" y="1154430"/>
                  </a:lnTo>
                  <a:lnTo>
                    <a:pt x="11906" y="1154906"/>
                  </a:lnTo>
                  <a:lnTo>
                    <a:pt x="17145" y="1154430"/>
                  </a:lnTo>
                  <a:lnTo>
                    <a:pt x="20955" y="1156335"/>
                  </a:lnTo>
                  <a:lnTo>
                    <a:pt x="25241" y="1160621"/>
                  </a:lnTo>
                  <a:lnTo>
                    <a:pt x="27146" y="1163955"/>
                  </a:lnTo>
                  <a:lnTo>
                    <a:pt x="27622" y="1167289"/>
                  </a:lnTo>
                  <a:lnTo>
                    <a:pt x="25241" y="1169670"/>
                  </a:lnTo>
                  <a:lnTo>
                    <a:pt x="21431" y="1169194"/>
                  </a:lnTo>
                  <a:lnTo>
                    <a:pt x="19050" y="1167765"/>
                  </a:lnTo>
                  <a:lnTo>
                    <a:pt x="17621" y="1166813"/>
                  </a:lnTo>
                  <a:lnTo>
                    <a:pt x="17621" y="1165860"/>
                  </a:lnTo>
                  <a:lnTo>
                    <a:pt x="15240" y="1163479"/>
                  </a:lnTo>
                  <a:lnTo>
                    <a:pt x="10953" y="1162050"/>
                  </a:lnTo>
                  <a:lnTo>
                    <a:pt x="9525" y="1162050"/>
                  </a:lnTo>
                  <a:lnTo>
                    <a:pt x="9525" y="1162050"/>
                  </a:lnTo>
                  <a:lnTo>
                    <a:pt x="10953" y="1165860"/>
                  </a:lnTo>
                  <a:lnTo>
                    <a:pt x="12382" y="1167289"/>
                  </a:lnTo>
                  <a:lnTo>
                    <a:pt x="13811" y="1168718"/>
                  </a:lnTo>
                  <a:lnTo>
                    <a:pt x="14288" y="1169194"/>
                  </a:lnTo>
                  <a:lnTo>
                    <a:pt x="14288" y="1169670"/>
                  </a:lnTo>
                  <a:lnTo>
                    <a:pt x="13335" y="1170623"/>
                  </a:lnTo>
                  <a:lnTo>
                    <a:pt x="6191" y="1172528"/>
                  </a:lnTo>
                  <a:lnTo>
                    <a:pt x="5239" y="1174433"/>
                  </a:lnTo>
                  <a:lnTo>
                    <a:pt x="4763" y="1176338"/>
                  </a:lnTo>
                  <a:lnTo>
                    <a:pt x="1428" y="1179195"/>
                  </a:lnTo>
                  <a:lnTo>
                    <a:pt x="476" y="1181576"/>
                  </a:lnTo>
                  <a:lnTo>
                    <a:pt x="0" y="1184910"/>
                  </a:lnTo>
                  <a:lnTo>
                    <a:pt x="0" y="1185863"/>
                  </a:lnTo>
                  <a:lnTo>
                    <a:pt x="3810" y="1186339"/>
                  </a:lnTo>
                  <a:lnTo>
                    <a:pt x="5239" y="1186815"/>
                  </a:lnTo>
                  <a:lnTo>
                    <a:pt x="6191" y="1190625"/>
                  </a:lnTo>
                  <a:lnTo>
                    <a:pt x="10953" y="1193483"/>
                  </a:lnTo>
                  <a:lnTo>
                    <a:pt x="14764" y="1196340"/>
                  </a:lnTo>
                  <a:lnTo>
                    <a:pt x="16193" y="1197293"/>
                  </a:lnTo>
                  <a:lnTo>
                    <a:pt x="16193" y="1199674"/>
                  </a:lnTo>
                  <a:lnTo>
                    <a:pt x="16193" y="1202055"/>
                  </a:lnTo>
                  <a:lnTo>
                    <a:pt x="15716" y="1203484"/>
                  </a:lnTo>
                  <a:lnTo>
                    <a:pt x="13811" y="1204913"/>
                  </a:lnTo>
                  <a:lnTo>
                    <a:pt x="12382" y="1208723"/>
                  </a:lnTo>
                  <a:lnTo>
                    <a:pt x="11906" y="1212533"/>
                  </a:lnTo>
                  <a:lnTo>
                    <a:pt x="9525" y="1219200"/>
                  </a:lnTo>
                  <a:lnTo>
                    <a:pt x="10001" y="1219200"/>
                  </a:lnTo>
                  <a:lnTo>
                    <a:pt x="15240" y="1217771"/>
                  </a:lnTo>
                  <a:lnTo>
                    <a:pt x="16669" y="1218724"/>
                  </a:lnTo>
                  <a:lnTo>
                    <a:pt x="17621" y="1220153"/>
                  </a:lnTo>
                  <a:lnTo>
                    <a:pt x="18097" y="1223963"/>
                  </a:lnTo>
                  <a:lnTo>
                    <a:pt x="20002" y="1225868"/>
                  </a:lnTo>
                  <a:lnTo>
                    <a:pt x="21431" y="1228725"/>
                  </a:lnTo>
                  <a:lnTo>
                    <a:pt x="21907" y="1230630"/>
                  </a:lnTo>
                  <a:lnTo>
                    <a:pt x="25241" y="1233488"/>
                  </a:lnTo>
                  <a:lnTo>
                    <a:pt x="25718" y="1234916"/>
                  </a:lnTo>
                  <a:lnTo>
                    <a:pt x="27622" y="1241108"/>
                  </a:lnTo>
                  <a:lnTo>
                    <a:pt x="28575" y="1244441"/>
                  </a:lnTo>
                  <a:lnTo>
                    <a:pt x="28575" y="1246823"/>
                  </a:lnTo>
                  <a:lnTo>
                    <a:pt x="27622" y="1250633"/>
                  </a:lnTo>
                  <a:lnTo>
                    <a:pt x="26670" y="1252538"/>
                  </a:lnTo>
                  <a:lnTo>
                    <a:pt x="31432" y="1256824"/>
                  </a:lnTo>
                  <a:lnTo>
                    <a:pt x="32385" y="1256824"/>
                  </a:lnTo>
                  <a:lnTo>
                    <a:pt x="35243" y="1255395"/>
                  </a:lnTo>
                  <a:lnTo>
                    <a:pt x="35719" y="1255395"/>
                  </a:lnTo>
                  <a:lnTo>
                    <a:pt x="40957" y="1254919"/>
                  </a:lnTo>
                  <a:lnTo>
                    <a:pt x="43339" y="1256348"/>
                  </a:lnTo>
                  <a:lnTo>
                    <a:pt x="45244" y="1259205"/>
                  </a:lnTo>
                  <a:lnTo>
                    <a:pt x="47149" y="1261586"/>
                  </a:lnTo>
                  <a:lnTo>
                    <a:pt x="49053" y="1262063"/>
                  </a:lnTo>
                  <a:lnTo>
                    <a:pt x="54293" y="1259205"/>
                  </a:lnTo>
                  <a:lnTo>
                    <a:pt x="57150" y="1258253"/>
                  </a:lnTo>
                  <a:lnTo>
                    <a:pt x="59055" y="1258253"/>
                  </a:lnTo>
                  <a:lnTo>
                    <a:pt x="65722" y="1261110"/>
                  </a:lnTo>
                  <a:lnTo>
                    <a:pt x="68580" y="1262539"/>
                  </a:lnTo>
                  <a:lnTo>
                    <a:pt x="69532" y="1263491"/>
                  </a:lnTo>
                  <a:lnTo>
                    <a:pt x="69532" y="1264920"/>
                  </a:lnTo>
                  <a:lnTo>
                    <a:pt x="68580" y="1267301"/>
                  </a:lnTo>
                  <a:lnTo>
                    <a:pt x="68103" y="1269683"/>
                  </a:lnTo>
                  <a:lnTo>
                    <a:pt x="70009" y="1272540"/>
                  </a:lnTo>
                  <a:lnTo>
                    <a:pt x="72390" y="1274445"/>
                  </a:lnTo>
                  <a:lnTo>
                    <a:pt x="77152" y="1271111"/>
                  </a:lnTo>
                  <a:lnTo>
                    <a:pt x="79057" y="1270635"/>
                  </a:lnTo>
                  <a:lnTo>
                    <a:pt x="80963" y="1270159"/>
                  </a:lnTo>
                  <a:lnTo>
                    <a:pt x="83820" y="1269206"/>
                  </a:lnTo>
                  <a:lnTo>
                    <a:pt x="85725" y="1267301"/>
                  </a:lnTo>
                  <a:lnTo>
                    <a:pt x="87630" y="1266825"/>
                  </a:lnTo>
                  <a:lnTo>
                    <a:pt x="91440" y="1267301"/>
                  </a:lnTo>
                  <a:lnTo>
                    <a:pt x="97631" y="1266825"/>
                  </a:lnTo>
                  <a:lnTo>
                    <a:pt x="105251" y="1269683"/>
                  </a:lnTo>
                  <a:lnTo>
                    <a:pt x="106203" y="1270635"/>
                  </a:lnTo>
                  <a:lnTo>
                    <a:pt x="110014" y="1273493"/>
                  </a:lnTo>
                  <a:lnTo>
                    <a:pt x="110966" y="1275398"/>
                  </a:lnTo>
                  <a:lnTo>
                    <a:pt x="112395" y="1275874"/>
                  </a:lnTo>
                  <a:lnTo>
                    <a:pt x="114300" y="1277303"/>
                  </a:lnTo>
                  <a:lnTo>
                    <a:pt x="117157" y="1278255"/>
                  </a:lnTo>
                  <a:lnTo>
                    <a:pt x="119063" y="1278255"/>
                  </a:lnTo>
                  <a:lnTo>
                    <a:pt x="120015" y="1278731"/>
                  </a:lnTo>
                  <a:lnTo>
                    <a:pt x="120968" y="1279684"/>
                  </a:lnTo>
                  <a:lnTo>
                    <a:pt x="120968" y="1282065"/>
                  </a:lnTo>
                  <a:lnTo>
                    <a:pt x="120491" y="1288256"/>
                  </a:lnTo>
                  <a:lnTo>
                    <a:pt x="119063" y="1289685"/>
                  </a:lnTo>
                  <a:lnTo>
                    <a:pt x="117634" y="1291114"/>
                  </a:lnTo>
                  <a:lnTo>
                    <a:pt x="117634" y="1292543"/>
                  </a:lnTo>
                  <a:lnTo>
                    <a:pt x="117634" y="1293495"/>
                  </a:lnTo>
                  <a:lnTo>
                    <a:pt x="119539" y="1296353"/>
                  </a:lnTo>
                  <a:lnTo>
                    <a:pt x="122396" y="1300163"/>
                  </a:lnTo>
                  <a:lnTo>
                    <a:pt x="123349" y="1302544"/>
                  </a:lnTo>
                  <a:lnTo>
                    <a:pt x="123349" y="1304449"/>
                  </a:lnTo>
                  <a:lnTo>
                    <a:pt x="119539" y="1309688"/>
                  </a:lnTo>
                  <a:lnTo>
                    <a:pt x="118110" y="1310640"/>
                  </a:lnTo>
                  <a:lnTo>
                    <a:pt x="117157" y="1313498"/>
                  </a:lnTo>
                  <a:lnTo>
                    <a:pt x="116681" y="1315879"/>
                  </a:lnTo>
                  <a:lnTo>
                    <a:pt x="117157" y="1316831"/>
                  </a:lnTo>
                  <a:lnTo>
                    <a:pt x="123349" y="1321118"/>
                  </a:lnTo>
                  <a:lnTo>
                    <a:pt x="128111" y="1323023"/>
                  </a:lnTo>
                  <a:lnTo>
                    <a:pt x="129064" y="1324451"/>
                  </a:lnTo>
                  <a:lnTo>
                    <a:pt x="129064" y="1324928"/>
                  </a:lnTo>
                  <a:lnTo>
                    <a:pt x="126682" y="1329214"/>
                  </a:lnTo>
                  <a:lnTo>
                    <a:pt x="126682" y="1330643"/>
                  </a:lnTo>
                  <a:lnTo>
                    <a:pt x="130016" y="1332548"/>
                  </a:lnTo>
                  <a:lnTo>
                    <a:pt x="132397" y="1335405"/>
                  </a:lnTo>
                  <a:lnTo>
                    <a:pt x="134302" y="1339691"/>
                  </a:lnTo>
                  <a:lnTo>
                    <a:pt x="137636" y="1344454"/>
                  </a:lnTo>
                  <a:lnTo>
                    <a:pt x="145256" y="1348264"/>
                  </a:lnTo>
                  <a:lnTo>
                    <a:pt x="150971" y="1350645"/>
                  </a:lnTo>
                  <a:lnTo>
                    <a:pt x="151924" y="1352074"/>
                  </a:lnTo>
                  <a:lnTo>
                    <a:pt x="152400" y="1353503"/>
                  </a:lnTo>
                  <a:lnTo>
                    <a:pt x="151924" y="1356360"/>
                  </a:lnTo>
                  <a:lnTo>
                    <a:pt x="150495" y="1360170"/>
                  </a:lnTo>
                  <a:lnTo>
                    <a:pt x="149543" y="1362075"/>
                  </a:lnTo>
                  <a:lnTo>
                    <a:pt x="151924" y="1363028"/>
                  </a:lnTo>
                  <a:lnTo>
                    <a:pt x="157639" y="1363028"/>
                  </a:lnTo>
                  <a:lnTo>
                    <a:pt x="164782" y="1363504"/>
                  </a:lnTo>
                  <a:lnTo>
                    <a:pt x="173355" y="1367790"/>
                  </a:lnTo>
                  <a:lnTo>
                    <a:pt x="173355" y="1369219"/>
                  </a:lnTo>
                  <a:lnTo>
                    <a:pt x="172402" y="1371124"/>
                  </a:lnTo>
                  <a:lnTo>
                    <a:pt x="172878" y="1373029"/>
                  </a:lnTo>
                  <a:lnTo>
                    <a:pt x="173831" y="1374458"/>
                  </a:lnTo>
                  <a:lnTo>
                    <a:pt x="181451" y="1378744"/>
                  </a:lnTo>
                  <a:lnTo>
                    <a:pt x="181927" y="1380173"/>
                  </a:lnTo>
                  <a:lnTo>
                    <a:pt x="181927" y="1382554"/>
                  </a:lnTo>
                  <a:lnTo>
                    <a:pt x="181927" y="1383983"/>
                  </a:lnTo>
                  <a:lnTo>
                    <a:pt x="180022" y="1384459"/>
                  </a:lnTo>
                  <a:lnTo>
                    <a:pt x="177641" y="1384935"/>
                  </a:lnTo>
                  <a:lnTo>
                    <a:pt x="173831" y="1386840"/>
                  </a:lnTo>
                  <a:lnTo>
                    <a:pt x="172402" y="1389698"/>
                  </a:lnTo>
                  <a:lnTo>
                    <a:pt x="166688" y="1393508"/>
                  </a:lnTo>
                  <a:lnTo>
                    <a:pt x="162877" y="1395413"/>
                  </a:lnTo>
                  <a:lnTo>
                    <a:pt x="160020" y="1395413"/>
                  </a:lnTo>
                  <a:lnTo>
                    <a:pt x="152876" y="1394460"/>
                  </a:lnTo>
                  <a:lnTo>
                    <a:pt x="150495" y="1392555"/>
                  </a:lnTo>
                  <a:lnTo>
                    <a:pt x="149543" y="1391126"/>
                  </a:lnTo>
                  <a:lnTo>
                    <a:pt x="146685" y="1390174"/>
                  </a:lnTo>
                  <a:lnTo>
                    <a:pt x="142875" y="1390174"/>
                  </a:lnTo>
                  <a:lnTo>
                    <a:pt x="138113" y="1390650"/>
                  </a:lnTo>
                  <a:lnTo>
                    <a:pt x="137160" y="1391126"/>
                  </a:lnTo>
                  <a:lnTo>
                    <a:pt x="136207" y="1393031"/>
                  </a:lnTo>
                  <a:lnTo>
                    <a:pt x="134302" y="1396841"/>
                  </a:lnTo>
                  <a:lnTo>
                    <a:pt x="132874" y="1398746"/>
                  </a:lnTo>
                  <a:lnTo>
                    <a:pt x="133826" y="1399699"/>
                  </a:lnTo>
                  <a:lnTo>
                    <a:pt x="135731" y="1402556"/>
                  </a:lnTo>
                  <a:lnTo>
                    <a:pt x="139065" y="1405890"/>
                  </a:lnTo>
                  <a:lnTo>
                    <a:pt x="141922" y="1408748"/>
                  </a:lnTo>
                  <a:lnTo>
                    <a:pt x="143351" y="1410653"/>
                  </a:lnTo>
                  <a:lnTo>
                    <a:pt x="142875" y="1411605"/>
                  </a:lnTo>
                  <a:lnTo>
                    <a:pt x="141446" y="1413034"/>
                  </a:lnTo>
                  <a:lnTo>
                    <a:pt x="141922" y="1416368"/>
                  </a:lnTo>
                  <a:lnTo>
                    <a:pt x="144780" y="1420178"/>
                  </a:lnTo>
                  <a:lnTo>
                    <a:pt x="143827" y="1420654"/>
                  </a:lnTo>
                  <a:lnTo>
                    <a:pt x="143351" y="1425416"/>
                  </a:lnTo>
                  <a:lnTo>
                    <a:pt x="143351" y="1430655"/>
                  </a:lnTo>
                  <a:lnTo>
                    <a:pt x="144303" y="1432084"/>
                  </a:lnTo>
                  <a:lnTo>
                    <a:pt x="146209" y="1433036"/>
                  </a:lnTo>
                  <a:lnTo>
                    <a:pt x="147638" y="1434941"/>
                  </a:lnTo>
                  <a:lnTo>
                    <a:pt x="149543" y="1439228"/>
                  </a:lnTo>
                  <a:lnTo>
                    <a:pt x="150019" y="1440180"/>
                  </a:lnTo>
                  <a:lnTo>
                    <a:pt x="150495" y="1440180"/>
                  </a:lnTo>
                  <a:lnTo>
                    <a:pt x="153828" y="1441609"/>
                  </a:lnTo>
                  <a:lnTo>
                    <a:pt x="157163" y="1442561"/>
                  </a:lnTo>
                  <a:lnTo>
                    <a:pt x="159544" y="1443038"/>
                  </a:lnTo>
                  <a:lnTo>
                    <a:pt x="161925" y="1442561"/>
                  </a:lnTo>
                  <a:lnTo>
                    <a:pt x="165259" y="1441133"/>
                  </a:lnTo>
                  <a:lnTo>
                    <a:pt x="167640" y="1439704"/>
                  </a:lnTo>
                  <a:lnTo>
                    <a:pt x="170497" y="1432560"/>
                  </a:lnTo>
                  <a:lnTo>
                    <a:pt x="171450" y="1431608"/>
                  </a:lnTo>
                  <a:lnTo>
                    <a:pt x="172878" y="1431131"/>
                  </a:lnTo>
                  <a:lnTo>
                    <a:pt x="175260" y="1431131"/>
                  </a:lnTo>
                  <a:lnTo>
                    <a:pt x="180022" y="1432084"/>
                  </a:lnTo>
                  <a:lnTo>
                    <a:pt x="185261" y="1433513"/>
                  </a:lnTo>
                  <a:lnTo>
                    <a:pt x="188595" y="1433036"/>
                  </a:lnTo>
                  <a:lnTo>
                    <a:pt x="197168" y="1429226"/>
                  </a:lnTo>
                  <a:lnTo>
                    <a:pt x="201930" y="1428750"/>
                  </a:lnTo>
                  <a:lnTo>
                    <a:pt x="207169" y="1429703"/>
                  </a:lnTo>
                  <a:lnTo>
                    <a:pt x="212884" y="1429703"/>
                  </a:lnTo>
                  <a:lnTo>
                    <a:pt x="217170" y="1429226"/>
                  </a:lnTo>
                  <a:lnTo>
                    <a:pt x="220027" y="1430655"/>
                  </a:lnTo>
                  <a:lnTo>
                    <a:pt x="223361" y="1433513"/>
                  </a:lnTo>
                  <a:lnTo>
                    <a:pt x="226695" y="1437799"/>
                  </a:lnTo>
                  <a:lnTo>
                    <a:pt x="230028" y="1445895"/>
                  </a:lnTo>
                  <a:lnTo>
                    <a:pt x="239553" y="1454944"/>
                  </a:lnTo>
                  <a:lnTo>
                    <a:pt x="239553" y="1456373"/>
                  </a:lnTo>
                  <a:lnTo>
                    <a:pt x="239077" y="1457801"/>
                  </a:lnTo>
                  <a:lnTo>
                    <a:pt x="234315" y="1458754"/>
                  </a:lnTo>
                  <a:lnTo>
                    <a:pt x="230028" y="1459230"/>
                  </a:lnTo>
                  <a:lnTo>
                    <a:pt x="230028" y="1460659"/>
                  </a:lnTo>
                  <a:lnTo>
                    <a:pt x="230981" y="1462564"/>
                  </a:lnTo>
                  <a:lnTo>
                    <a:pt x="232886" y="1464945"/>
                  </a:lnTo>
                  <a:lnTo>
                    <a:pt x="232886" y="1468279"/>
                  </a:lnTo>
                  <a:lnTo>
                    <a:pt x="232886" y="1471136"/>
                  </a:lnTo>
                  <a:lnTo>
                    <a:pt x="233839" y="1473518"/>
                  </a:lnTo>
                  <a:lnTo>
                    <a:pt x="235268" y="1474470"/>
                  </a:lnTo>
                  <a:lnTo>
                    <a:pt x="235744" y="1475899"/>
                  </a:lnTo>
                  <a:lnTo>
                    <a:pt x="233839" y="1477328"/>
                  </a:lnTo>
                  <a:lnTo>
                    <a:pt x="233363" y="1478280"/>
                  </a:lnTo>
                  <a:lnTo>
                    <a:pt x="233839" y="1478756"/>
                  </a:lnTo>
                  <a:lnTo>
                    <a:pt x="242888" y="1479233"/>
                  </a:lnTo>
                  <a:lnTo>
                    <a:pt x="247174" y="1480661"/>
                  </a:lnTo>
                  <a:lnTo>
                    <a:pt x="250031" y="1482090"/>
                  </a:lnTo>
                  <a:lnTo>
                    <a:pt x="251936" y="1482090"/>
                  </a:lnTo>
                  <a:lnTo>
                    <a:pt x="255746" y="1481138"/>
                  </a:lnTo>
                  <a:lnTo>
                    <a:pt x="259556" y="1480661"/>
                  </a:lnTo>
                  <a:lnTo>
                    <a:pt x="262414" y="1480661"/>
                  </a:lnTo>
                  <a:lnTo>
                    <a:pt x="263366" y="1481614"/>
                  </a:lnTo>
                  <a:lnTo>
                    <a:pt x="263843" y="1484471"/>
                  </a:lnTo>
                  <a:lnTo>
                    <a:pt x="265271" y="1486853"/>
                  </a:lnTo>
                  <a:lnTo>
                    <a:pt x="266700" y="1487805"/>
                  </a:lnTo>
                  <a:lnTo>
                    <a:pt x="269081" y="1487805"/>
                  </a:lnTo>
                  <a:lnTo>
                    <a:pt x="270510" y="1487805"/>
                  </a:lnTo>
                  <a:lnTo>
                    <a:pt x="271463" y="1488758"/>
                  </a:lnTo>
                  <a:lnTo>
                    <a:pt x="270510" y="1490186"/>
                  </a:lnTo>
                  <a:lnTo>
                    <a:pt x="270510" y="1492091"/>
                  </a:lnTo>
                  <a:lnTo>
                    <a:pt x="271939" y="1493996"/>
                  </a:lnTo>
                  <a:lnTo>
                    <a:pt x="272891" y="1498759"/>
                  </a:lnTo>
                  <a:lnTo>
                    <a:pt x="274320" y="1500188"/>
                  </a:lnTo>
                  <a:lnTo>
                    <a:pt x="274796" y="1501616"/>
                  </a:lnTo>
                  <a:lnTo>
                    <a:pt x="274796" y="1503998"/>
                  </a:lnTo>
                  <a:lnTo>
                    <a:pt x="273844" y="1505426"/>
                  </a:lnTo>
                  <a:lnTo>
                    <a:pt x="273368" y="1506855"/>
                  </a:lnTo>
                  <a:lnTo>
                    <a:pt x="273844" y="1510189"/>
                  </a:lnTo>
                  <a:lnTo>
                    <a:pt x="276701" y="1513523"/>
                  </a:lnTo>
                  <a:lnTo>
                    <a:pt x="278606" y="1514475"/>
                  </a:lnTo>
                  <a:lnTo>
                    <a:pt x="280035" y="1517809"/>
                  </a:lnTo>
                  <a:lnTo>
                    <a:pt x="282893" y="1518761"/>
                  </a:lnTo>
                  <a:lnTo>
                    <a:pt x="287178" y="1515904"/>
                  </a:lnTo>
                  <a:lnTo>
                    <a:pt x="290513" y="1514951"/>
                  </a:lnTo>
                  <a:lnTo>
                    <a:pt x="294322" y="1515428"/>
                  </a:lnTo>
                  <a:lnTo>
                    <a:pt x="298132" y="1515904"/>
                  </a:lnTo>
                  <a:lnTo>
                    <a:pt x="300514" y="1517809"/>
                  </a:lnTo>
                  <a:lnTo>
                    <a:pt x="302419" y="1520190"/>
                  </a:lnTo>
                  <a:lnTo>
                    <a:pt x="304324" y="1521619"/>
                  </a:lnTo>
                  <a:lnTo>
                    <a:pt x="306705" y="1521143"/>
                  </a:lnTo>
                  <a:lnTo>
                    <a:pt x="310991" y="1521619"/>
                  </a:lnTo>
                  <a:lnTo>
                    <a:pt x="312896" y="1523524"/>
                  </a:lnTo>
                  <a:lnTo>
                    <a:pt x="315277" y="1524953"/>
                  </a:lnTo>
                  <a:lnTo>
                    <a:pt x="317659" y="1523048"/>
                  </a:lnTo>
                  <a:lnTo>
                    <a:pt x="320040" y="1521143"/>
                  </a:lnTo>
                  <a:lnTo>
                    <a:pt x="327660" y="1519238"/>
                  </a:lnTo>
                  <a:lnTo>
                    <a:pt x="332422" y="1518285"/>
                  </a:lnTo>
                  <a:lnTo>
                    <a:pt x="333851" y="1518285"/>
                  </a:lnTo>
                  <a:lnTo>
                    <a:pt x="336709" y="1516380"/>
                  </a:lnTo>
                  <a:lnTo>
                    <a:pt x="339566" y="1515428"/>
                  </a:lnTo>
                  <a:lnTo>
                    <a:pt x="342424" y="1515904"/>
                  </a:lnTo>
                  <a:lnTo>
                    <a:pt x="345281" y="1518761"/>
                  </a:lnTo>
                  <a:lnTo>
                    <a:pt x="347663" y="1521143"/>
                  </a:lnTo>
                  <a:lnTo>
                    <a:pt x="348615" y="1524476"/>
                  </a:lnTo>
                  <a:lnTo>
                    <a:pt x="351949" y="1529239"/>
                  </a:lnTo>
                  <a:lnTo>
                    <a:pt x="360521" y="1535430"/>
                  </a:lnTo>
                  <a:lnTo>
                    <a:pt x="363855" y="1537335"/>
                  </a:lnTo>
                  <a:lnTo>
                    <a:pt x="365760" y="1537335"/>
                  </a:lnTo>
                  <a:lnTo>
                    <a:pt x="367189" y="1536859"/>
                  </a:lnTo>
                  <a:lnTo>
                    <a:pt x="367665" y="1535906"/>
                  </a:lnTo>
                  <a:lnTo>
                    <a:pt x="368141" y="1533049"/>
                  </a:lnTo>
                  <a:lnTo>
                    <a:pt x="369094" y="1531620"/>
                  </a:lnTo>
                  <a:lnTo>
                    <a:pt x="370999" y="1531620"/>
                  </a:lnTo>
                  <a:lnTo>
                    <a:pt x="377190" y="1535430"/>
                  </a:lnTo>
                  <a:lnTo>
                    <a:pt x="381000" y="1535906"/>
                  </a:lnTo>
                  <a:lnTo>
                    <a:pt x="384334" y="1535906"/>
                  </a:lnTo>
                  <a:lnTo>
                    <a:pt x="388620" y="1539240"/>
                  </a:lnTo>
                  <a:lnTo>
                    <a:pt x="393382" y="1541621"/>
                  </a:lnTo>
                  <a:lnTo>
                    <a:pt x="397193" y="1542098"/>
                  </a:lnTo>
                  <a:lnTo>
                    <a:pt x="400050" y="1541145"/>
                  </a:lnTo>
                  <a:lnTo>
                    <a:pt x="401955" y="1540193"/>
                  </a:lnTo>
                  <a:lnTo>
                    <a:pt x="403384" y="1541145"/>
                  </a:lnTo>
                  <a:lnTo>
                    <a:pt x="404336" y="1543526"/>
                  </a:lnTo>
                  <a:lnTo>
                    <a:pt x="406241" y="1545431"/>
                  </a:lnTo>
                  <a:lnTo>
                    <a:pt x="408622" y="1545908"/>
                  </a:lnTo>
                  <a:lnTo>
                    <a:pt x="411956" y="1545908"/>
                  </a:lnTo>
                  <a:lnTo>
                    <a:pt x="417195" y="1549241"/>
                  </a:lnTo>
                  <a:lnTo>
                    <a:pt x="422434" y="1553051"/>
                  </a:lnTo>
                  <a:lnTo>
                    <a:pt x="425768" y="1553051"/>
                  </a:lnTo>
                  <a:lnTo>
                    <a:pt x="428625" y="1552099"/>
                  </a:lnTo>
                  <a:lnTo>
                    <a:pt x="431006" y="1551623"/>
                  </a:lnTo>
                  <a:lnTo>
                    <a:pt x="432911" y="1552575"/>
                  </a:lnTo>
                  <a:lnTo>
                    <a:pt x="433388" y="1554004"/>
                  </a:lnTo>
                  <a:lnTo>
                    <a:pt x="431959" y="1555909"/>
                  </a:lnTo>
                  <a:lnTo>
                    <a:pt x="431959" y="1558766"/>
                  </a:lnTo>
                  <a:lnTo>
                    <a:pt x="434340" y="1561624"/>
                  </a:lnTo>
                  <a:lnTo>
                    <a:pt x="434340" y="1564481"/>
                  </a:lnTo>
                  <a:lnTo>
                    <a:pt x="433864" y="1566863"/>
                  </a:lnTo>
                  <a:lnTo>
                    <a:pt x="432435" y="1569244"/>
                  </a:lnTo>
                  <a:lnTo>
                    <a:pt x="429101" y="1572101"/>
                  </a:lnTo>
                  <a:lnTo>
                    <a:pt x="426244" y="1574959"/>
                  </a:lnTo>
                  <a:lnTo>
                    <a:pt x="421957" y="1576388"/>
                  </a:lnTo>
                  <a:lnTo>
                    <a:pt x="419576" y="1577340"/>
                  </a:lnTo>
                  <a:lnTo>
                    <a:pt x="420052" y="1579721"/>
                  </a:lnTo>
                  <a:lnTo>
                    <a:pt x="421957" y="1581626"/>
                  </a:lnTo>
                  <a:lnTo>
                    <a:pt x="425291" y="1583055"/>
                  </a:lnTo>
                  <a:lnTo>
                    <a:pt x="429577" y="1584484"/>
                  </a:lnTo>
                  <a:lnTo>
                    <a:pt x="430053" y="1585436"/>
                  </a:lnTo>
                  <a:lnTo>
                    <a:pt x="429577" y="1586389"/>
                  </a:lnTo>
                  <a:lnTo>
                    <a:pt x="426720" y="1586865"/>
                  </a:lnTo>
                  <a:lnTo>
                    <a:pt x="422910" y="1586389"/>
                  </a:lnTo>
                  <a:lnTo>
                    <a:pt x="421957" y="1587341"/>
                  </a:lnTo>
                  <a:lnTo>
                    <a:pt x="420052" y="1589246"/>
                  </a:lnTo>
                  <a:lnTo>
                    <a:pt x="419100" y="1592580"/>
                  </a:lnTo>
                  <a:lnTo>
                    <a:pt x="418147" y="1595438"/>
                  </a:lnTo>
                  <a:lnTo>
                    <a:pt x="421957" y="1596390"/>
                  </a:lnTo>
                  <a:lnTo>
                    <a:pt x="424339" y="1597819"/>
                  </a:lnTo>
                  <a:lnTo>
                    <a:pt x="425291" y="1600200"/>
                  </a:lnTo>
                  <a:lnTo>
                    <a:pt x="426244" y="1603058"/>
                  </a:lnTo>
                  <a:lnTo>
                    <a:pt x="426244" y="1605439"/>
                  </a:lnTo>
                  <a:lnTo>
                    <a:pt x="424815" y="1606868"/>
                  </a:lnTo>
                  <a:lnTo>
                    <a:pt x="424815" y="1608296"/>
                  </a:lnTo>
                  <a:lnTo>
                    <a:pt x="425768" y="1608773"/>
                  </a:lnTo>
                  <a:lnTo>
                    <a:pt x="427196" y="1608773"/>
                  </a:lnTo>
                  <a:lnTo>
                    <a:pt x="428625" y="1609725"/>
                  </a:lnTo>
                  <a:lnTo>
                    <a:pt x="428625" y="1610678"/>
                  </a:lnTo>
                  <a:lnTo>
                    <a:pt x="426244" y="1614011"/>
                  </a:lnTo>
                  <a:lnTo>
                    <a:pt x="423863" y="1619726"/>
                  </a:lnTo>
                  <a:lnTo>
                    <a:pt x="422434" y="1622584"/>
                  </a:lnTo>
                  <a:lnTo>
                    <a:pt x="422434" y="1625918"/>
                  </a:lnTo>
                  <a:lnTo>
                    <a:pt x="421005" y="1627823"/>
                  </a:lnTo>
                  <a:lnTo>
                    <a:pt x="418624" y="1627823"/>
                  </a:lnTo>
                  <a:lnTo>
                    <a:pt x="409575" y="1628299"/>
                  </a:lnTo>
                  <a:lnTo>
                    <a:pt x="401478" y="1628299"/>
                  </a:lnTo>
                  <a:lnTo>
                    <a:pt x="398145" y="1627823"/>
                  </a:lnTo>
                  <a:lnTo>
                    <a:pt x="392906" y="1627346"/>
                  </a:lnTo>
                  <a:lnTo>
                    <a:pt x="390049" y="1628299"/>
                  </a:lnTo>
                  <a:lnTo>
                    <a:pt x="386715" y="1633538"/>
                  </a:lnTo>
                  <a:lnTo>
                    <a:pt x="383857" y="1635443"/>
                  </a:lnTo>
                  <a:lnTo>
                    <a:pt x="379571" y="1637348"/>
                  </a:lnTo>
                  <a:lnTo>
                    <a:pt x="374809" y="1637824"/>
                  </a:lnTo>
                  <a:lnTo>
                    <a:pt x="371951" y="1640205"/>
                  </a:lnTo>
                  <a:lnTo>
                    <a:pt x="370999" y="1643539"/>
                  </a:lnTo>
                  <a:lnTo>
                    <a:pt x="370999" y="1646396"/>
                  </a:lnTo>
                  <a:lnTo>
                    <a:pt x="370522" y="1647825"/>
                  </a:lnTo>
                  <a:lnTo>
                    <a:pt x="369094" y="1649254"/>
                  </a:lnTo>
                  <a:lnTo>
                    <a:pt x="369094" y="1650206"/>
                  </a:lnTo>
                  <a:lnTo>
                    <a:pt x="369094" y="1651159"/>
                  </a:lnTo>
                  <a:lnTo>
                    <a:pt x="370046" y="1651635"/>
                  </a:lnTo>
                  <a:lnTo>
                    <a:pt x="371475" y="1652111"/>
                  </a:lnTo>
                  <a:lnTo>
                    <a:pt x="371475" y="1653064"/>
                  </a:lnTo>
                  <a:lnTo>
                    <a:pt x="370999" y="1654016"/>
                  </a:lnTo>
                  <a:lnTo>
                    <a:pt x="369570" y="1654969"/>
                  </a:lnTo>
                  <a:lnTo>
                    <a:pt x="369094" y="1656398"/>
                  </a:lnTo>
                  <a:lnTo>
                    <a:pt x="369094" y="1658303"/>
                  </a:lnTo>
                  <a:lnTo>
                    <a:pt x="369570" y="1660208"/>
                  </a:lnTo>
                  <a:lnTo>
                    <a:pt x="378619" y="1656398"/>
                  </a:lnTo>
                  <a:lnTo>
                    <a:pt x="381476" y="1653540"/>
                  </a:lnTo>
                  <a:lnTo>
                    <a:pt x="388144" y="1652588"/>
                  </a:lnTo>
                  <a:lnTo>
                    <a:pt x="387191" y="1654016"/>
                  </a:lnTo>
                  <a:lnTo>
                    <a:pt x="383857" y="1654969"/>
                  </a:lnTo>
                  <a:lnTo>
                    <a:pt x="381000" y="1657350"/>
                  </a:lnTo>
                  <a:lnTo>
                    <a:pt x="384810" y="1657826"/>
                  </a:lnTo>
                  <a:lnTo>
                    <a:pt x="393859" y="1656398"/>
                  </a:lnTo>
                  <a:lnTo>
                    <a:pt x="396716" y="1652111"/>
                  </a:lnTo>
                  <a:lnTo>
                    <a:pt x="402907" y="1652588"/>
                  </a:lnTo>
                  <a:lnTo>
                    <a:pt x="404336" y="1655445"/>
                  </a:lnTo>
                  <a:lnTo>
                    <a:pt x="406241" y="1659255"/>
                  </a:lnTo>
                  <a:lnTo>
                    <a:pt x="405765" y="1660684"/>
                  </a:lnTo>
                  <a:lnTo>
                    <a:pt x="405289" y="1662113"/>
                  </a:lnTo>
                  <a:lnTo>
                    <a:pt x="400526" y="1663065"/>
                  </a:lnTo>
                  <a:lnTo>
                    <a:pt x="389096" y="1667828"/>
                  </a:lnTo>
                  <a:lnTo>
                    <a:pt x="383381" y="1669256"/>
                  </a:lnTo>
                  <a:lnTo>
                    <a:pt x="377190" y="1672114"/>
                  </a:lnTo>
                  <a:lnTo>
                    <a:pt x="378619" y="1675448"/>
                  </a:lnTo>
                  <a:lnTo>
                    <a:pt x="379095" y="1678305"/>
                  </a:lnTo>
                  <a:lnTo>
                    <a:pt x="373856" y="1677829"/>
                  </a:lnTo>
                  <a:lnTo>
                    <a:pt x="370046" y="1676400"/>
                  </a:lnTo>
                  <a:lnTo>
                    <a:pt x="367665" y="1676876"/>
                  </a:lnTo>
                  <a:lnTo>
                    <a:pt x="360997" y="1680210"/>
                  </a:lnTo>
                  <a:lnTo>
                    <a:pt x="357664" y="1679734"/>
                  </a:lnTo>
                  <a:lnTo>
                    <a:pt x="354330" y="1679258"/>
                  </a:lnTo>
                  <a:lnTo>
                    <a:pt x="355759" y="1684020"/>
                  </a:lnTo>
                  <a:lnTo>
                    <a:pt x="359093" y="1689259"/>
                  </a:lnTo>
                  <a:lnTo>
                    <a:pt x="361474" y="1690211"/>
                  </a:lnTo>
                  <a:lnTo>
                    <a:pt x="364807" y="1689735"/>
                  </a:lnTo>
                  <a:lnTo>
                    <a:pt x="372903" y="1695926"/>
                  </a:lnTo>
                  <a:lnTo>
                    <a:pt x="378619" y="1702594"/>
                  </a:lnTo>
                  <a:lnTo>
                    <a:pt x="375761" y="1703070"/>
                  </a:lnTo>
                  <a:lnTo>
                    <a:pt x="372903" y="1702118"/>
                  </a:lnTo>
                  <a:lnTo>
                    <a:pt x="368141" y="1702118"/>
                  </a:lnTo>
                  <a:lnTo>
                    <a:pt x="366713" y="1705928"/>
                  </a:lnTo>
                  <a:lnTo>
                    <a:pt x="364807" y="1708785"/>
                  </a:lnTo>
                  <a:lnTo>
                    <a:pt x="364331" y="1707356"/>
                  </a:lnTo>
                  <a:lnTo>
                    <a:pt x="364807" y="1705451"/>
                  </a:lnTo>
                  <a:lnTo>
                    <a:pt x="362426" y="1704499"/>
                  </a:lnTo>
                  <a:lnTo>
                    <a:pt x="359569" y="1706404"/>
                  </a:lnTo>
                  <a:lnTo>
                    <a:pt x="356711" y="1714500"/>
                  </a:lnTo>
                  <a:lnTo>
                    <a:pt x="350996" y="1720691"/>
                  </a:lnTo>
                  <a:lnTo>
                    <a:pt x="349091" y="1724501"/>
                  </a:lnTo>
                  <a:lnTo>
                    <a:pt x="348615" y="1727359"/>
                  </a:lnTo>
                  <a:lnTo>
                    <a:pt x="349568" y="1727835"/>
                  </a:lnTo>
                  <a:lnTo>
                    <a:pt x="350996" y="1727835"/>
                  </a:lnTo>
                  <a:lnTo>
                    <a:pt x="350996" y="1730216"/>
                  </a:lnTo>
                  <a:lnTo>
                    <a:pt x="350044" y="1732598"/>
                  </a:lnTo>
                  <a:lnTo>
                    <a:pt x="337185" y="1734979"/>
                  </a:lnTo>
                  <a:lnTo>
                    <a:pt x="335280" y="1736884"/>
                  </a:lnTo>
                  <a:lnTo>
                    <a:pt x="331470" y="1735455"/>
                  </a:lnTo>
                  <a:lnTo>
                    <a:pt x="327184" y="1732121"/>
                  </a:lnTo>
                  <a:lnTo>
                    <a:pt x="323374" y="1730216"/>
                  </a:lnTo>
                  <a:lnTo>
                    <a:pt x="320993" y="1731169"/>
                  </a:lnTo>
                  <a:lnTo>
                    <a:pt x="318611" y="1732598"/>
                  </a:lnTo>
                  <a:lnTo>
                    <a:pt x="320040" y="1733550"/>
                  </a:lnTo>
                  <a:lnTo>
                    <a:pt x="321469" y="1734026"/>
                  </a:lnTo>
                  <a:lnTo>
                    <a:pt x="326231" y="1735931"/>
                  </a:lnTo>
                  <a:lnTo>
                    <a:pt x="323850" y="1737836"/>
                  </a:lnTo>
                  <a:lnTo>
                    <a:pt x="315277" y="1740218"/>
                  </a:lnTo>
                  <a:lnTo>
                    <a:pt x="315277" y="1741646"/>
                  </a:lnTo>
                  <a:lnTo>
                    <a:pt x="316230" y="1743075"/>
                  </a:lnTo>
                  <a:lnTo>
                    <a:pt x="326231" y="1745456"/>
                  </a:lnTo>
                  <a:lnTo>
                    <a:pt x="334803" y="1749266"/>
                  </a:lnTo>
                  <a:lnTo>
                    <a:pt x="337661" y="1752124"/>
                  </a:lnTo>
                  <a:lnTo>
                    <a:pt x="340043" y="1756886"/>
                  </a:lnTo>
                  <a:lnTo>
                    <a:pt x="341947" y="1759268"/>
                  </a:lnTo>
                  <a:lnTo>
                    <a:pt x="344805" y="1760696"/>
                  </a:lnTo>
                  <a:lnTo>
                    <a:pt x="347663" y="1761649"/>
                  </a:lnTo>
                  <a:lnTo>
                    <a:pt x="351949" y="1762125"/>
                  </a:lnTo>
                  <a:lnTo>
                    <a:pt x="357188" y="1760696"/>
                  </a:lnTo>
                  <a:lnTo>
                    <a:pt x="368141" y="1772126"/>
                  </a:lnTo>
                  <a:lnTo>
                    <a:pt x="372903" y="1774031"/>
                  </a:lnTo>
                  <a:lnTo>
                    <a:pt x="383857" y="1776413"/>
                  </a:lnTo>
                  <a:lnTo>
                    <a:pt x="386239" y="1777841"/>
                  </a:lnTo>
                  <a:lnTo>
                    <a:pt x="407194" y="1794034"/>
                  </a:lnTo>
                  <a:lnTo>
                    <a:pt x="413861" y="1800701"/>
                  </a:lnTo>
                  <a:lnTo>
                    <a:pt x="425768" y="1811179"/>
                  </a:lnTo>
                  <a:lnTo>
                    <a:pt x="429577" y="1813560"/>
                  </a:lnTo>
                  <a:lnTo>
                    <a:pt x="431006" y="1810703"/>
                  </a:lnTo>
                  <a:lnTo>
                    <a:pt x="432911" y="1807845"/>
                  </a:lnTo>
                  <a:lnTo>
                    <a:pt x="435293" y="1807369"/>
                  </a:lnTo>
                  <a:lnTo>
                    <a:pt x="441960" y="1808321"/>
                  </a:lnTo>
                  <a:lnTo>
                    <a:pt x="447675" y="1809750"/>
                  </a:lnTo>
                  <a:lnTo>
                    <a:pt x="451961" y="1808798"/>
                  </a:lnTo>
                  <a:lnTo>
                    <a:pt x="457200" y="1811179"/>
                  </a:lnTo>
                  <a:lnTo>
                    <a:pt x="461963" y="1813560"/>
                  </a:lnTo>
                  <a:lnTo>
                    <a:pt x="466725" y="1815465"/>
                  </a:lnTo>
                  <a:lnTo>
                    <a:pt x="476250" y="1816894"/>
                  </a:lnTo>
                  <a:lnTo>
                    <a:pt x="479584" y="1819275"/>
                  </a:lnTo>
                  <a:lnTo>
                    <a:pt x="483870" y="1821656"/>
                  </a:lnTo>
                  <a:lnTo>
                    <a:pt x="500063" y="1823085"/>
                  </a:lnTo>
                  <a:lnTo>
                    <a:pt x="501015" y="1822609"/>
                  </a:lnTo>
                  <a:lnTo>
                    <a:pt x="502444" y="1822133"/>
                  </a:lnTo>
                  <a:lnTo>
                    <a:pt x="507682" y="1821180"/>
                  </a:lnTo>
                  <a:lnTo>
                    <a:pt x="512445" y="1821656"/>
                  </a:lnTo>
                  <a:lnTo>
                    <a:pt x="517207" y="1824514"/>
                  </a:lnTo>
                  <a:lnTo>
                    <a:pt x="520541" y="1824038"/>
                  </a:lnTo>
                  <a:lnTo>
                    <a:pt x="523875" y="1823561"/>
                  </a:lnTo>
                  <a:lnTo>
                    <a:pt x="528638" y="1825466"/>
                  </a:lnTo>
                  <a:lnTo>
                    <a:pt x="531971" y="1826895"/>
                  </a:lnTo>
                  <a:lnTo>
                    <a:pt x="531971" y="1828800"/>
                  </a:lnTo>
                  <a:lnTo>
                    <a:pt x="535305" y="1831181"/>
                  </a:lnTo>
                  <a:lnTo>
                    <a:pt x="543877" y="1834991"/>
                  </a:lnTo>
                  <a:lnTo>
                    <a:pt x="551021" y="1836896"/>
                  </a:lnTo>
                  <a:lnTo>
                    <a:pt x="553402" y="1838325"/>
                  </a:lnTo>
                  <a:lnTo>
                    <a:pt x="558641" y="1841183"/>
                  </a:lnTo>
                  <a:lnTo>
                    <a:pt x="559118" y="1841659"/>
                  </a:lnTo>
                  <a:lnTo>
                    <a:pt x="559118" y="1842611"/>
                  </a:lnTo>
                  <a:lnTo>
                    <a:pt x="557689" y="1844516"/>
                  </a:lnTo>
                  <a:lnTo>
                    <a:pt x="557213" y="1846421"/>
                  </a:lnTo>
                  <a:lnTo>
                    <a:pt x="558165" y="1847374"/>
                  </a:lnTo>
                  <a:lnTo>
                    <a:pt x="560070" y="1848326"/>
                  </a:lnTo>
                  <a:lnTo>
                    <a:pt x="564832" y="1848326"/>
                  </a:lnTo>
                  <a:lnTo>
                    <a:pt x="566261" y="1847374"/>
                  </a:lnTo>
                  <a:lnTo>
                    <a:pt x="569595" y="1846421"/>
                  </a:lnTo>
                  <a:lnTo>
                    <a:pt x="572928" y="1844993"/>
                  </a:lnTo>
                  <a:lnTo>
                    <a:pt x="577215" y="1842611"/>
                  </a:lnTo>
                  <a:lnTo>
                    <a:pt x="583406" y="1841183"/>
                  </a:lnTo>
                  <a:lnTo>
                    <a:pt x="585788" y="1841183"/>
                  </a:lnTo>
                  <a:lnTo>
                    <a:pt x="588169" y="1841659"/>
                  </a:lnTo>
                  <a:lnTo>
                    <a:pt x="589597" y="1842611"/>
                  </a:lnTo>
                  <a:lnTo>
                    <a:pt x="592455" y="1846421"/>
                  </a:lnTo>
                  <a:lnTo>
                    <a:pt x="595313" y="1841183"/>
                  </a:lnTo>
                  <a:lnTo>
                    <a:pt x="595789" y="1840706"/>
                  </a:lnTo>
                  <a:lnTo>
                    <a:pt x="598170" y="1841659"/>
                  </a:lnTo>
                  <a:lnTo>
                    <a:pt x="602456" y="1843088"/>
                  </a:lnTo>
                  <a:lnTo>
                    <a:pt x="605790" y="1844040"/>
                  </a:lnTo>
                  <a:lnTo>
                    <a:pt x="607219" y="1844993"/>
                  </a:lnTo>
                  <a:lnTo>
                    <a:pt x="611981" y="1849755"/>
                  </a:lnTo>
                  <a:lnTo>
                    <a:pt x="619601" y="1849755"/>
                  </a:lnTo>
                  <a:lnTo>
                    <a:pt x="622459" y="1850231"/>
                  </a:lnTo>
                  <a:lnTo>
                    <a:pt x="624364" y="1851184"/>
                  </a:lnTo>
                  <a:lnTo>
                    <a:pt x="624840" y="1852136"/>
                  </a:lnTo>
                  <a:lnTo>
                    <a:pt x="623411" y="1856899"/>
                  </a:lnTo>
                  <a:lnTo>
                    <a:pt x="621982" y="1861661"/>
                  </a:lnTo>
                  <a:lnTo>
                    <a:pt x="621982" y="1863090"/>
                  </a:lnTo>
                  <a:lnTo>
                    <a:pt x="624840" y="1864995"/>
                  </a:lnTo>
                  <a:lnTo>
                    <a:pt x="629126" y="1866900"/>
                  </a:lnTo>
                  <a:lnTo>
                    <a:pt x="631031" y="1868329"/>
                  </a:lnTo>
                  <a:lnTo>
                    <a:pt x="632460" y="1869758"/>
                  </a:lnTo>
                  <a:lnTo>
                    <a:pt x="635794" y="1871186"/>
                  </a:lnTo>
                  <a:lnTo>
                    <a:pt x="639603" y="1871663"/>
                  </a:lnTo>
                  <a:lnTo>
                    <a:pt x="641509" y="1871663"/>
                  </a:lnTo>
                  <a:lnTo>
                    <a:pt x="643414" y="1873091"/>
                  </a:lnTo>
                  <a:lnTo>
                    <a:pt x="648176" y="1874996"/>
                  </a:lnTo>
                  <a:lnTo>
                    <a:pt x="648652" y="1875949"/>
                  </a:lnTo>
                  <a:lnTo>
                    <a:pt x="652463" y="1876425"/>
                  </a:lnTo>
                  <a:lnTo>
                    <a:pt x="652939" y="1878806"/>
                  </a:lnTo>
                  <a:lnTo>
                    <a:pt x="653891" y="1879283"/>
                  </a:lnTo>
                  <a:lnTo>
                    <a:pt x="655320" y="1879283"/>
                  </a:lnTo>
                  <a:lnTo>
                    <a:pt x="657701" y="1878330"/>
                  </a:lnTo>
                  <a:lnTo>
                    <a:pt x="659606" y="1878806"/>
                  </a:lnTo>
                  <a:lnTo>
                    <a:pt x="662464" y="1881664"/>
                  </a:lnTo>
                  <a:lnTo>
                    <a:pt x="665797" y="1884521"/>
                  </a:lnTo>
                  <a:lnTo>
                    <a:pt x="667702" y="1886426"/>
                  </a:lnTo>
                  <a:lnTo>
                    <a:pt x="668655" y="1887855"/>
                  </a:lnTo>
                  <a:lnTo>
                    <a:pt x="670560" y="1889284"/>
                  </a:lnTo>
                  <a:lnTo>
                    <a:pt x="672941" y="1890713"/>
                  </a:lnTo>
                  <a:lnTo>
                    <a:pt x="675322" y="1893094"/>
                  </a:lnTo>
                  <a:lnTo>
                    <a:pt x="677227" y="1898809"/>
                  </a:lnTo>
                  <a:lnTo>
                    <a:pt x="679132" y="1900238"/>
                  </a:lnTo>
                  <a:lnTo>
                    <a:pt x="685800" y="1902619"/>
                  </a:lnTo>
                  <a:lnTo>
                    <a:pt x="688181" y="1903095"/>
                  </a:lnTo>
                  <a:lnTo>
                    <a:pt x="695325" y="1903571"/>
                  </a:lnTo>
                  <a:lnTo>
                    <a:pt x="697706" y="1903095"/>
                  </a:lnTo>
                  <a:lnTo>
                    <a:pt x="701040" y="1898333"/>
                  </a:lnTo>
                  <a:lnTo>
                    <a:pt x="704374" y="1893094"/>
                  </a:lnTo>
                  <a:lnTo>
                    <a:pt x="707231" y="1892141"/>
                  </a:lnTo>
                  <a:lnTo>
                    <a:pt x="712470" y="1889760"/>
                  </a:lnTo>
                  <a:lnTo>
                    <a:pt x="715803" y="1887379"/>
                  </a:lnTo>
                  <a:lnTo>
                    <a:pt x="716756" y="1884998"/>
                  </a:lnTo>
                  <a:lnTo>
                    <a:pt x="720090" y="1880235"/>
                  </a:lnTo>
                  <a:lnTo>
                    <a:pt x="721995" y="1877854"/>
                  </a:lnTo>
                  <a:lnTo>
                    <a:pt x="718661" y="1874996"/>
                  </a:lnTo>
                  <a:lnTo>
                    <a:pt x="716756" y="1874520"/>
                  </a:lnTo>
                  <a:lnTo>
                    <a:pt x="715327" y="1873091"/>
                  </a:lnTo>
                  <a:lnTo>
                    <a:pt x="712470" y="1868329"/>
                  </a:lnTo>
                  <a:lnTo>
                    <a:pt x="710089" y="1864043"/>
                  </a:lnTo>
                  <a:lnTo>
                    <a:pt x="704850" y="1856899"/>
                  </a:lnTo>
                  <a:lnTo>
                    <a:pt x="696277" y="1846421"/>
                  </a:lnTo>
                  <a:lnTo>
                    <a:pt x="694372" y="1844993"/>
                  </a:lnTo>
                  <a:lnTo>
                    <a:pt x="692944" y="1843564"/>
                  </a:lnTo>
                  <a:lnTo>
                    <a:pt x="692468" y="1838325"/>
                  </a:lnTo>
                  <a:lnTo>
                    <a:pt x="690086" y="1834515"/>
                  </a:lnTo>
                  <a:lnTo>
                    <a:pt x="686276" y="1832134"/>
                  </a:lnTo>
                  <a:lnTo>
                    <a:pt x="684847" y="1830705"/>
                  </a:lnTo>
                  <a:lnTo>
                    <a:pt x="683895" y="1829276"/>
                  </a:lnTo>
                  <a:lnTo>
                    <a:pt x="685800" y="1821656"/>
                  </a:lnTo>
                  <a:lnTo>
                    <a:pt x="685800" y="1819751"/>
                  </a:lnTo>
                  <a:lnTo>
                    <a:pt x="684847" y="1814989"/>
                  </a:lnTo>
                  <a:lnTo>
                    <a:pt x="685800" y="1809750"/>
                  </a:lnTo>
                  <a:lnTo>
                    <a:pt x="687705" y="1802606"/>
                  </a:lnTo>
                  <a:lnTo>
                    <a:pt x="689610" y="1797844"/>
                  </a:lnTo>
                  <a:lnTo>
                    <a:pt x="690086" y="1794510"/>
                  </a:lnTo>
                  <a:lnTo>
                    <a:pt x="687228" y="1796415"/>
                  </a:lnTo>
                  <a:lnTo>
                    <a:pt x="683895" y="1807845"/>
                  </a:lnTo>
                  <a:lnTo>
                    <a:pt x="682943" y="1798796"/>
                  </a:lnTo>
                  <a:lnTo>
                    <a:pt x="680561" y="1789748"/>
                  </a:lnTo>
                  <a:lnTo>
                    <a:pt x="678656" y="1785461"/>
                  </a:lnTo>
                  <a:lnTo>
                    <a:pt x="676275" y="1781651"/>
                  </a:lnTo>
                  <a:lnTo>
                    <a:pt x="672465" y="1778794"/>
                  </a:lnTo>
                  <a:lnTo>
                    <a:pt x="669131" y="1775460"/>
                  </a:lnTo>
                  <a:lnTo>
                    <a:pt x="665321" y="1773555"/>
                  </a:lnTo>
                  <a:lnTo>
                    <a:pt x="660082" y="1772126"/>
                  </a:lnTo>
                  <a:lnTo>
                    <a:pt x="658653" y="1771174"/>
                  </a:lnTo>
                  <a:lnTo>
                    <a:pt x="658177" y="1768793"/>
                  </a:lnTo>
                  <a:lnTo>
                    <a:pt x="658653" y="1766411"/>
                  </a:lnTo>
                  <a:lnTo>
                    <a:pt x="660082" y="1762601"/>
                  </a:lnTo>
                  <a:lnTo>
                    <a:pt x="662940" y="1759744"/>
                  </a:lnTo>
                  <a:lnTo>
                    <a:pt x="666750" y="1757363"/>
                  </a:lnTo>
                  <a:lnTo>
                    <a:pt x="667702" y="1755458"/>
                  </a:lnTo>
                  <a:lnTo>
                    <a:pt x="668178" y="1753553"/>
                  </a:lnTo>
                  <a:lnTo>
                    <a:pt x="669607" y="1754981"/>
                  </a:lnTo>
                  <a:lnTo>
                    <a:pt x="671036" y="1755934"/>
                  </a:lnTo>
                  <a:lnTo>
                    <a:pt x="671989" y="1752124"/>
                  </a:lnTo>
                  <a:lnTo>
                    <a:pt x="673894" y="1749266"/>
                  </a:lnTo>
                  <a:lnTo>
                    <a:pt x="675799" y="1747361"/>
                  </a:lnTo>
                  <a:lnTo>
                    <a:pt x="678180" y="1742123"/>
                  </a:lnTo>
                  <a:lnTo>
                    <a:pt x="680085" y="1739265"/>
                  </a:lnTo>
                  <a:lnTo>
                    <a:pt x="681514" y="1735931"/>
                  </a:lnTo>
                  <a:lnTo>
                    <a:pt x="682466" y="1730693"/>
                  </a:lnTo>
                  <a:lnTo>
                    <a:pt x="683895" y="1730216"/>
                  </a:lnTo>
                  <a:lnTo>
                    <a:pt x="684847" y="1729264"/>
                  </a:lnTo>
                  <a:lnTo>
                    <a:pt x="685800" y="1727835"/>
                  </a:lnTo>
                  <a:lnTo>
                    <a:pt x="686276" y="1725930"/>
                  </a:lnTo>
                  <a:lnTo>
                    <a:pt x="686276" y="1723073"/>
                  </a:lnTo>
                  <a:lnTo>
                    <a:pt x="683895" y="1719739"/>
                  </a:lnTo>
                  <a:lnTo>
                    <a:pt x="684371" y="1719263"/>
                  </a:lnTo>
                  <a:lnTo>
                    <a:pt x="685324" y="1720215"/>
                  </a:lnTo>
                  <a:lnTo>
                    <a:pt x="687705" y="1721644"/>
                  </a:lnTo>
                  <a:lnTo>
                    <a:pt x="689610" y="1723549"/>
                  </a:lnTo>
                  <a:lnTo>
                    <a:pt x="690563" y="1720691"/>
                  </a:lnTo>
                  <a:lnTo>
                    <a:pt x="691991" y="1719263"/>
                  </a:lnTo>
                  <a:lnTo>
                    <a:pt x="694372" y="1720215"/>
                  </a:lnTo>
                  <a:lnTo>
                    <a:pt x="696277" y="1720215"/>
                  </a:lnTo>
                  <a:lnTo>
                    <a:pt x="703897" y="1717834"/>
                  </a:lnTo>
                  <a:lnTo>
                    <a:pt x="707707" y="1717358"/>
                  </a:lnTo>
                  <a:lnTo>
                    <a:pt x="711041" y="1715453"/>
                  </a:lnTo>
                  <a:lnTo>
                    <a:pt x="718661" y="1708785"/>
                  </a:lnTo>
                  <a:lnTo>
                    <a:pt x="720566" y="1708785"/>
                  </a:lnTo>
                  <a:lnTo>
                    <a:pt x="722471" y="1708785"/>
                  </a:lnTo>
                  <a:lnTo>
                    <a:pt x="723900" y="1710214"/>
                  </a:lnTo>
                  <a:lnTo>
                    <a:pt x="725805" y="1711166"/>
                  </a:lnTo>
                  <a:lnTo>
                    <a:pt x="727234" y="1710690"/>
                  </a:lnTo>
                  <a:lnTo>
                    <a:pt x="727710" y="1709738"/>
                  </a:lnTo>
                  <a:lnTo>
                    <a:pt x="726281" y="1707356"/>
                  </a:lnTo>
                  <a:lnTo>
                    <a:pt x="725805" y="1704975"/>
                  </a:lnTo>
                  <a:lnTo>
                    <a:pt x="725328" y="1702594"/>
                  </a:lnTo>
                  <a:lnTo>
                    <a:pt x="727710" y="1702118"/>
                  </a:lnTo>
                  <a:lnTo>
                    <a:pt x="729615" y="1702118"/>
                  </a:lnTo>
                  <a:lnTo>
                    <a:pt x="739140" y="1698308"/>
                  </a:lnTo>
                  <a:lnTo>
                    <a:pt x="740093" y="1696879"/>
                  </a:lnTo>
                  <a:lnTo>
                    <a:pt x="740569" y="1694498"/>
                  </a:lnTo>
                  <a:lnTo>
                    <a:pt x="744855" y="1694021"/>
                  </a:lnTo>
                  <a:lnTo>
                    <a:pt x="744378" y="1692116"/>
                  </a:lnTo>
                  <a:lnTo>
                    <a:pt x="742474" y="1691640"/>
                  </a:lnTo>
                  <a:lnTo>
                    <a:pt x="734853" y="1687830"/>
                  </a:lnTo>
                  <a:lnTo>
                    <a:pt x="728663" y="1684973"/>
                  </a:lnTo>
                  <a:lnTo>
                    <a:pt x="722947" y="1682115"/>
                  </a:lnTo>
                  <a:lnTo>
                    <a:pt x="721995" y="1682115"/>
                  </a:lnTo>
                  <a:lnTo>
                    <a:pt x="720566" y="1680686"/>
                  </a:lnTo>
                  <a:lnTo>
                    <a:pt x="719614" y="1678781"/>
                  </a:lnTo>
                  <a:lnTo>
                    <a:pt x="719614" y="1676876"/>
                  </a:lnTo>
                  <a:lnTo>
                    <a:pt x="720090" y="1675448"/>
                  </a:lnTo>
                  <a:lnTo>
                    <a:pt x="721519" y="1674495"/>
                  </a:lnTo>
                  <a:lnTo>
                    <a:pt x="722947" y="1674019"/>
                  </a:lnTo>
                  <a:lnTo>
                    <a:pt x="724376" y="1674019"/>
                  </a:lnTo>
                  <a:lnTo>
                    <a:pt x="725805" y="1674971"/>
                  </a:lnTo>
                  <a:lnTo>
                    <a:pt x="728663" y="1676400"/>
                  </a:lnTo>
                  <a:lnTo>
                    <a:pt x="732472" y="1676400"/>
                  </a:lnTo>
                  <a:lnTo>
                    <a:pt x="734853" y="1675448"/>
                  </a:lnTo>
                  <a:lnTo>
                    <a:pt x="734853" y="1673543"/>
                  </a:lnTo>
                  <a:lnTo>
                    <a:pt x="730568" y="1665923"/>
                  </a:lnTo>
                  <a:lnTo>
                    <a:pt x="726757" y="1659731"/>
                  </a:lnTo>
                  <a:lnTo>
                    <a:pt x="722947" y="1652588"/>
                  </a:lnTo>
                  <a:lnTo>
                    <a:pt x="721043" y="1650206"/>
                  </a:lnTo>
                  <a:lnTo>
                    <a:pt x="716280" y="1644491"/>
                  </a:lnTo>
                  <a:lnTo>
                    <a:pt x="711518" y="1638776"/>
                  </a:lnTo>
                  <a:lnTo>
                    <a:pt x="708184" y="1633538"/>
                  </a:lnTo>
                  <a:lnTo>
                    <a:pt x="705802" y="1632109"/>
                  </a:lnTo>
                  <a:lnTo>
                    <a:pt x="700088" y="1631633"/>
                  </a:lnTo>
                  <a:lnTo>
                    <a:pt x="688657" y="1630204"/>
                  </a:lnTo>
                  <a:lnTo>
                    <a:pt x="684847" y="1629728"/>
                  </a:lnTo>
                  <a:lnTo>
                    <a:pt x="681514" y="1631156"/>
                  </a:lnTo>
                  <a:lnTo>
                    <a:pt x="678180" y="1632109"/>
                  </a:lnTo>
                  <a:lnTo>
                    <a:pt x="675322" y="1630204"/>
                  </a:lnTo>
                  <a:lnTo>
                    <a:pt x="672941" y="1626394"/>
                  </a:lnTo>
                  <a:lnTo>
                    <a:pt x="671513" y="1623536"/>
                  </a:lnTo>
                  <a:lnTo>
                    <a:pt x="671989" y="1620203"/>
                  </a:lnTo>
                  <a:lnTo>
                    <a:pt x="672465" y="1615440"/>
                  </a:lnTo>
                  <a:lnTo>
                    <a:pt x="670560" y="1611154"/>
                  </a:lnTo>
                  <a:lnTo>
                    <a:pt x="668178" y="1608773"/>
                  </a:lnTo>
                  <a:lnTo>
                    <a:pt x="663416" y="1607344"/>
                  </a:lnTo>
                  <a:lnTo>
                    <a:pt x="656749" y="1603534"/>
                  </a:lnTo>
                  <a:lnTo>
                    <a:pt x="654844" y="1596390"/>
                  </a:lnTo>
                  <a:lnTo>
                    <a:pt x="658177" y="1586389"/>
                  </a:lnTo>
                  <a:lnTo>
                    <a:pt x="663416" y="1579245"/>
                  </a:lnTo>
                  <a:lnTo>
                    <a:pt x="666750" y="1576388"/>
                  </a:lnTo>
                  <a:lnTo>
                    <a:pt x="668655" y="1573530"/>
                  </a:lnTo>
                  <a:lnTo>
                    <a:pt x="669131" y="1571149"/>
                  </a:lnTo>
                  <a:lnTo>
                    <a:pt x="668655" y="1569244"/>
                  </a:lnTo>
                  <a:lnTo>
                    <a:pt x="666750" y="1566863"/>
                  </a:lnTo>
                  <a:lnTo>
                    <a:pt x="663416" y="1564481"/>
                  </a:lnTo>
                  <a:lnTo>
                    <a:pt x="661511" y="1561624"/>
                  </a:lnTo>
                  <a:lnTo>
                    <a:pt x="662464" y="1555909"/>
                  </a:lnTo>
                  <a:lnTo>
                    <a:pt x="664369" y="1547336"/>
                  </a:lnTo>
                  <a:lnTo>
                    <a:pt x="668178" y="1540669"/>
                  </a:lnTo>
                  <a:lnTo>
                    <a:pt x="672465" y="1536859"/>
                  </a:lnTo>
                  <a:lnTo>
                    <a:pt x="676751" y="1534001"/>
                  </a:lnTo>
                  <a:lnTo>
                    <a:pt x="678180" y="1531620"/>
                  </a:lnTo>
                  <a:lnTo>
                    <a:pt x="678180" y="1527810"/>
                  </a:lnTo>
                  <a:lnTo>
                    <a:pt x="678180" y="1524476"/>
                  </a:lnTo>
                  <a:lnTo>
                    <a:pt x="679609" y="1522095"/>
                  </a:lnTo>
                  <a:lnTo>
                    <a:pt x="681038" y="1520190"/>
                  </a:lnTo>
                  <a:lnTo>
                    <a:pt x="682943" y="1518285"/>
                  </a:lnTo>
                  <a:lnTo>
                    <a:pt x="685324" y="1516380"/>
                  </a:lnTo>
                  <a:lnTo>
                    <a:pt x="688657" y="1515904"/>
                  </a:lnTo>
                  <a:lnTo>
                    <a:pt x="692468" y="1517333"/>
                  </a:lnTo>
                  <a:lnTo>
                    <a:pt x="697230" y="1521619"/>
                  </a:lnTo>
                  <a:lnTo>
                    <a:pt x="704374" y="1529715"/>
                  </a:lnTo>
                  <a:lnTo>
                    <a:pt x="708660" y="1535430"/>
                  </a:lnTo>
                  <a:lnTo>
                    <a:pt x="710089" y="1536859"/>
                  </a:lnTo>
                  <a:lnTo>
                    <a:pt x="713899" y="1540193"/>
                  </a:lnTo>
                  <a:lnTo>
                    <a:pt x="717232" y="1541621"/>
                  </a:lnTo>
                  <a:lnTo>
                    <a:pt x="722471" y="1539716"/>
                  </a:lnTo>
                  <a:lnTo>
                    <a:pt x="728186" y="1537335"/>
                  </a:lnTo>
                  <a:lnTo>
                    <a:pt x="730091" y="1535906"/>
                  </a:lnTo>
                  <a:lnTo>
                    <a:pt x="731044" y="1533525"/>
                  </a:lnTo>
                  <a:lnTo>
                    <a:pt x="730091" y="1529715"/>
                  </a:lnTo>
                  <a:lnTo>
                    <a:pt x="729139" y="1527334"/>
                  </a:lnTo>
                  <a:lnTo>
                    <a:pt x="727710" y="1524000"/>
                  </a:lnTo>
                  <a:lnTo>
                    <a:pt x="726281" y="1518285"/>
                  </a:lnTo>
                  <a:lnTo>
                    <a:pt x="724852" y="1509713"/>
                  </a:lnTo>
                  <a:lnTo>
                    <a:pt x="723424" y="1506855"/>
                  </a:lnTo>
                  <a:lnTo>
                    <a:pt x="724376" y="1506855"/>
                  </a:lnTo>
                  <a:lnTo>
                    <a:pt x="727234" y="1507331"/>
                  </a:lnTo>
                  <a:lnTo>
                    <a:pt x="729615" y="1507331"/>
                  </a:lnTo>
                  <a:lnTo>
                    <a:pt x="733425" y="1505426"/>
                  </a:lnTo>
                  <a:lnTo>
                    <a:pt x="738188" y="1502093"/>
                  </a:lnTo>
                  <a:lnTo>
                    <a:pt x="747236" y="1496378"/>
                  </a:lnTo>
                  <a:lnTo>
                    <a:pt x="749141" y="1492568"/>
                  </a:lnTo>
                  <a:lnTo>
                    <a:pt x="750570" y="1488281"/>
                  </a:lnTo>
                  <a:lnTo>
                    <a:pt x="753427" y="1485900"/>
                  </a:lnTo>
                  <a:lnTo>
                    <a:pt x="759143" y="1484948"/>
                  </a:lnTo>
                  <a:lnTo>
                    <a:pt x="764381" y="1483995"/>
                  </a:lnTo>
                  <a:lnTo>
                    <a:pt x="768191" y="1481138"/>
                  </a:lnTo>
                  <a:lnTo>
                    <a:pt x="773906" y="1478280"/>
                  </a:lnTo>
                  <a:lnTo>
                    <a:pt x="778669" y="1476851"/>
                  </a:lnTo>
                  <a:lnTo>
                    <a:pt x="781050" y="1475423"/>
                  </a:lnTo>
                  <a:lnTo>
                    <a:pt x="782478" y="1473041"/>
                  </a:lnTo>
                  <a:lnTo>
                    <a:pt x="787718" y="1467326"/>
                  </a:lnTo>
                  <a:lnTo>
                    <a:pt x="792003" y="1463516"/>
                  </a:lnTo>
                  <a:lnTo>
                    <a:pt x="796290" y="1459706"/>
                  </a:lnTo>
                  <a:lnTo>
                    <a:pt x="797243" y="1456849"/>
                  </a:lnTo>
                  <a:lnTo>
                    <a:pt x="800576" y="1457325"/>
                  </a:lnTo>
                  <a:lnTo>
                    <a:pt x="804863" y="1459230"/>
                  </a:lnTo>
                  <a:lnTo>
                    <a:pt x="810101" y="1460659"/>
                  </a:lnTo>
                  <a:lnTo>
                    <a:pt x="813435" y="1463040"/>
                  </a:lnTo>
                  <a:lnTo>
                    <a:pt x="814388" y="1465421"/>
                  </a:lnTo>
                  <a:lnTo>
                    <a:pt x="814388" y="1467326"/>
                  </a:lnTo>
                  <a:lnTo>
                    <a:pt x="816293" y="1468279"/>
                  </a:lnTo>
                  <a:lnTo>
                    <a:pt x="817721" y="1468755"/>
                  </a:lnTo>
                  <a:lnTo>
                    <a:pt x="820578" y="1468279"/>
                  </a:lnTo>
                  <a:lnTo>
                    <a:pt x="824865" y="1468279"/>
                  </a:lnTo>
                  <a:lnTo>
                    <a:pt x="830580" y="1464945"/>
                  </a:lnTo>
                  <a:lnTo>
                    <a:pt x="838676" y="1459706"/>
                  </a:lnTo>
                  <a:lnTo>
                    <a:pt x="845820" y="1457801"/>
                  </a:lnTo>
                  <a:lnTo>
                    <a:pt x="849630" y="1459230"/>
                  </a:lnTo>
                  <a:lnTo>
                    <a:pt x="852964" y="1463040"/>
                  </a:lnTo>
                  <a:lnTo>
                    <a:pt x="855345" y="1466850"/>
                  </a:lnTo>
                  <a:lnTo>
                    <a:pt x="857726" y="1468279"/>
                  </a:lnTo>
                  <a:lnTo>
                    <a:pt x="859155" y="1468279"/>
                  </a:lnTo>
                  <a:lnTo>
                    <a:pt x="860107" y="1468279"/>
                  </a:lnTo>
                  <a:lnTo>
                    <a:pt x="862965" y="1467326"/>
                  </a:lnTo>
                  <a:lnTo>
                    <a:pt x="863441" y="1467326"/>
                  </a:lnTo>
                  <a:lnTo>
                    <a:pt x="866299" y="1467803"/>
                  </a:lnTo>
                  <a:lnTo>
                    <a:pt x="869156" y="1468755"/>
                  </a:lnTo>
                  <a:lnTo>
                    <a:pt x="873919" y="1468755"/>
                  </a:lnTo>
                  <a:lnTo>
                    <a:pt x="880110" y="1467803"/>
                  </a:lnTo>
                  <a:lnTo>
                    <a:pt x="880586" y="1467803"/>
                  </a:lnTo>
                  <a:lnTo>
                    <a:pt x="883920" y="1468279"/>
                  </a:lnTo>
                  <a:lnTo>
                    <a:pt x="887730" y="1469708"/>
                  </a:lnTo>
                  <a:lnTo>
                    <a:pt x="890588" y="1472089"/>
                  </a:lnTo>
                  <a:lnTo>
                    <a:pt x="895826" y="1478280"/>
                  </a:lnTo>
                  <a:lnTo>
                    <a:pt x="898684" y="1480185"/>
                  </a:lnTo>
                  <a:lnTo>
                    <a:pt x="904875" y="1482566"/>
                  </a:lnTo>
                  <a:lnTo>
                    <a:pt x="907732" y="1484471"/>
                  </a:lnTo>
                  <a:lnTo>
                    <a:pt x="911066" y="1487805"/>
                  </a:lnTo>
                  <a:lnTo>
                    <a:pt x="912971" y="1489710"/>
                  </a:lnTo>
                  <a:lnTo>
                    <a:pt x="916781" y="1493520"/>
                  </a:lnTo>
                  <a:lnTo>
                    <a:pt x="920591" y="1499711"/>
                  </a:lnTo>
                  <a:lnTo>
                    <a:pt x="921544" y="1503998"/>
                  </a:lnTo>
                  <a:lnTo>
                    <a:pt x="922496" y="1508284"/>
                  </a:lnTo>
                  <a:lnTo>
                    <a:pt x="923925" y="1510189"/>
                  </a:lnTo>
                  <a:lnTo>
                    <a:pt x="925353" y="1510189"/>
                  </a:lnTo>
                  <a:lnTo>
                    <a:pt x="926782" y="1509713"/>
                  </a:lnTo>
                  <a:lnTo>
                    <a:pt x="928211" y="1507808"/>
                  </a:lnTo>
                  <a:lnTo>
                    <a:pt x="928688" y="1504950"/>
                  </a:lnTo>
                  <a:lnTo>
                    <a:pt x="928211" y="1499235"/>
                  </a:lnTo>
                  <a:lnTo>
                    <a:pt x="927259" y="1494949"/>
                  </a:lnTo>
                  <a:lnTo>
                    <a:pt x="925830" y="1493520"/>
                  </a:lnTo>
                  <a:lnTo>
                    <a:pt x="924877" y="1492091"/>
                  </a:lnTo>
                  <a:lnTo>
                    <a:pt x="925830" y="1490186"/>
                  </a:lnTo>
                  <a:lnTo>
                    <a:pt x="928211" y="1489234"/>
                  </a:lnTo>
                  <a:lnTo>
                    <a:pt x="931069" y="1489710"/>
                  </a:lnTo>
                  <a:lnTo>
                    <a:pt x="935831" y="1492568"/>
                  </a:lnTo>
                  <a:lnTo>
                    <a:pt x="941070" y="1495425"/>
                  </a:lnTo>
                  <a:lnTo>
                    <a:pt x="947261" y="1501140"/>
                  </a:lnTo>
                  <a:lnTo>
                    <a:pt x="952500" y="1504474"/>
                  </a:lnTo>
                  <a:lnTo>
                    <a:pt x="958691" y="1507331"/>
                  </a:lnTo>
                  <a:lnTo>
                    <a:pt x="963930" y="1508284"/>
                  </a:lnTo>
                  <a:lnTo>
                    <a:pt x="967740" y="1507331"/>
                  </a:lnTo>
                  <a:lnTo>
                    <a:pt x="972026" y="1504950"/>
                  </a:lnTo>
                  <a:lnTo>
                    <a:pt x="976313" y="1502569"/>
                  </a:lnTo>
                  <a:lnTo>
                    <a:pt x="978218" y="1499711"/>
                  </a:lnTo>
                  <a:lnTo>
                    <a:pt x="979170" y="1496854"/>
                  </a:lnTo>
                  <a:lnTo>
                    <a:pt x="985361" y="1492568"/>
                  </a:lnTo>
                  <a:lnTo>
                    <a:pt x="991076" y="1488758"/>
                  </a:lnTo>
                  <a:lnTo>
                    <a:pt x="993934" y="1489710"/>
                  </a:lnTo>
                  <a:lnTo>
                    <a:pt x="995363" y="1490663"/>
                  </a:lnTo>
                  <a:lnTo>
                    <a:pt x="1001553" y="1488281"/>
                  </a:lnTo>
                  <a:lnTo>
                    <a:pt x="1003459" y="1487805"/>
                  </a:lnTo>
                  <a:lnTo>
                    <a:pt x="1008697" y="1486853"/>
                  </a:lnTo>
                  <a:lnTo>
                    <a:pt x="1014413" y="1488281"/>
                  </a:lnTo>
                  <a:lnTo>
                    <a:pt x="1019175" y="1492091"/>
                  </a:lnTo>
                  <a:lnTo>
                    <a:pt x="1023461" y="1494473"/>
                  </a:lnTo>
                  <a:lnTo>
                    <a:pt x="1027271" y="1494473"/>
                  </a:lnTo>
                  <a:lnTo>
                    <a:pt x="1030605" y="1493044"/>
                  </a:lnTo>
                  <a:lnTo>
                    <a:pt x="1032986" y="1490663"/>
                  </a:lnTo>
                  <a:lnTo>
                    <a:pt x="1034415" y="1487805"/>
                  </a:lnTo>
                  <a:lnTo>
                    <a:pt x="1036796" y="1485900"/>
                  </a:lnTo>
                  <a:lnTo>
                    <a:pt x="1036796" y="1485424"/>
                  </a:lnTo>
                  <a:lnTo>
                    <a:pt x="1043940" y="1486853"/>
                  </a:lnTo>
                  <a:lnTo>
                    <a:pt x="1048226" y="1486376"/>
                  </a:lnTo>
                  <a:lnTo>
                    <a:pt x="1048702" y="1485900"/>
                  </a:lnTo>
                  <a:lnTo>
                    <a:pt x="1054894" y="1486853"/>
                  </a:lnTo>
                  <a:lnTo>
                    <a:pt x="1061085" y="1491139"/>
                  </a:lnTo>
                  <a:lnTo>
                    <a:pt x="1064895" y="1495425"/>
                  </a:lnTo>
                  <a:lnTo>
                    <a:pt x="1070134" y="1501616"/>
                  </a:lnTo>
                  <a:lnTo>
                    <a:pt x="1072515" y="1503521"/>
                  </a:lnTo>
                  <a:lnTo>
                    <a:pt x="1075849" y="1503998"/>
                  </a:lnTo>
                  <a:lnTo>
                    <a:pt x="1078706" y="1504474"/>
                  </a:lnTo>
                  <a:lnTo>
                    <a:pt x="1082516" y="1505426"/>
                  </a:lnTo>
                  <a:lnTo>
                    <a:pt x="1092041" y="1506379"/>
                  </a:lnTo>
                  <a:lnTo>
                    <a:pt x="1093470" y="1507331"/>
                  </a:lnTo>
                  <a:lnTo>
                    <a:pt x="1094422" y="1508284"/>
                  </a:lnTo>
                  <a:lnTo>
                    <a:pt x="1093470" y="1511618"/>
                  </a:lnTo>
                  <a:lnTo>
                    <a:pt x="1094422" y="1512094"/>
                  </a:lnTo>
                  <a:lnTo>
                    <a:pt x="1102043" y="1510189"/>
                  </a:lnTo>
                  <a:lnTo>
                    <a:pt x="1103947" y="1508284"/>
                  </a:lnTo>
                  <a:lnTo>
                    <a:pt x="1106805" y="1503521"/>
                  </a:lnTo>
                  <a:lnTo>
                    <a:pt x="1109186" y="1498759"/>
                  </a:lnTo>
                  <a:lnTo>
                    <a:pt x="1110615" y="1496854"/>
                  </a:lnTo>
                  <a:lnTo>
                    <a:pt x="1112520" y="1496378"/>
                  </a:lnTo>
                  <a:lnTo>
                    <a:pt x="1114425" y="1497330"/>
                  </a:lnTo>
                  <a:lnTo>
                    <a:pt x="1116806" y="1500188"/>
                  </a:lnTo>
                  <a:lnTo>
                    <a:pt x="1120140" y="1503045"/>
                  </a:lnTo>
                  <a:lnTo>
                    <a:pt x="1124902" y="1503998"/>
                  </a:lnTo>
                  <a:lnTo>
                    <a:pt x="1127760" y="1504474"/>
                  </a:lnTo>
                  <a:lnTo>
                    <a:pt x="1132046" y="1504474"/>
                  </a:lnTo>
                  <a:lnTo>
                    <a:pt x="1142524" y="1503045"/>
                  </a:lnTo>
                  <a:lnTo>
                    <a:pt x="1152049" y="1499711"/>
                  </a:lnTo>
                  <a:lnTo>
                    <a:pt x="1157764" y="1495901"/>
                  </a:lnTo>
                  <a:lnTo>
                    <a:pt x="1160621" y="1490186"/>
                  </a:lnTo>
                  <a:lnTo>
                    <a:pt x="1162050" y="1483519"/>
                  </a:lnTo>
                  <a:lnTo>
                    <a:pt x="1164431" y="1479233"/>
                  </a:lnTo>
                  <a:lnTo>
                    <a:pt x="1163478" y="1475423"/>
                  </a:lnTo>
                  <a:lnTo>
                    <a:pt x="1158716" y="1471136"/>
                  </a:lnTo>
                  <a:lnTo>
                    <a:pt x="1156811" y="1470184"/>
                  </a:lnTo>
                  <a:lnTo>
                    <a:pt x="1144905" y="1467803"/>
                  </a:lnTo>
                  <a:lnTo>
                    <a:pt x="1144428" y="1465898"/>
                  </a:lnTo>
                  <a:lnTo>
                    <a:pt x="1143476" y="1465898"/>
                  </a:lnTo>
                  <a:lnTo>
                    <a:pt x="1132046" y="1462088"/>
                  </a:lnTo>
                  <a:lnTo>
                    <a:pt x="1126331" y="1460659"/>
                  </a:lnTo>
                  <a:lnTo>
                    <a:pt x="1124902" y="1458278"/>
                  </a:lnTo>
                  <a:lnTo>
                    <a:pt x="1123950" y="1454944"/>
                  </a:lnTo>
                  <a:lnTo>
                    <a:pt x="1120140" y="1452086"/>
                  </a:lnTo>
                  <a:lnTo>
                    <a:pt x="1112996" y="1449705"/>
                  </a:lnTo>
                  <a:lnTo>
                    <a:pt x="1111568" y="1447800"/>
                  </a:lnTo>
                  <a:lnTo>
                    <a:pt x="1112996" y="1445895"/>
                  </a:lnTo>
                  <a:lnTo>
                    <a:pt x="1118711" y="1443514"/>
                  </a:lnTo>
                  <a:lnTo>
                    <a:pt x="1124902" y="1439228"/>
                  </a:lnTo>
                  <a:lnTo>
                    <a:pt x="1127760" y="1438275"/>
                  </a:lnTo>
                  <a:lnTo>
                    <a:pt x="1133475" y="1438275"/>
                  </a:lnTo>
                  <a:lnTo>
                    <a:pt x="1138714" y="1434465"/>
                  </a:lnTo>
                  <a:lnTo>
                    <a:pt x="1142524" y="1432084"/>
                  </a:lnTo>
                  <a:lnTo>
                    <a:pt x="1144428" y="1429703"/>
                  </a:lnTo>
                  <a:lnTo>
                    <a:pt x="1143952" y="1426845"/>
                  </a:lnTo>
                  <a:lnTo>
                    <a:pt x="1138714" y="1419225"/>
                  </a:lnTo>
                  <a:lnTo>
                    <a:pt x="1136809" y="1413986"/>
                  </a:lnTo>
                  <a:lnTo>
                    <a:pt x="1137761" y="1411129"/>
                  </a:lnTo>
                  <a:lnTo>
                    <a:pt x="1141095" y="1407795"/>
                  </a:lnTo>
                  <a:lnTo>
                    <a:pt x="1142524" y="1405890"/>
                  </a:lnTo>
                  <a:lnTo>
                    <a:pt x="1144905" y="1402556"/>
                  </a:lnTo>
                  <a:lnTo>
                    <a:pt x="1146334" y="1400651"/>
                  </a:lnTo>
                  <a:lnTo>
                    <a:pt x="1151572" y="1399699"/>
                  </a:lnTo>
                  <a:lnTo>
                    <a:pt x="1158240" y="1399699"/>
                  </a:lnTo>
                  <a:lnTo>
                    <a:pt x="1162526" y="1400175"/>
                  </a:lnTo>
                  <a:lnTo>
                    <a:pt x="1169194" y="1400651"/>
                  </a:lnTo>
                  <a:lnTo>
                    <a:pt x="1174909" y="1401604"/>
                  </a:lnTo>
                  <a:lnTo>
                    <a:pt x="1177766" y="1402080"/>
                  </a:lnTo>
                  <a:lnTo>
                    <a:pt x="1179671" y="1401128"/>
                  </a:lnTo>
                  <a:lnTo>
                    <a:pt x="1181576" y="1399223"/>
                  </a:lnTo>
                  <a:lnTo>
                    <a:pt x="1181576" y="1396841"/>
                  </a:lnTo>
                  <a:lnTo>
                    <a:pt x="1179195" y="1394460"/>
                  </a:lnTo>
                  <a:lnTo>
                    <a:pt x="1170622" y="1391603"/>
                  </a:lnTo>
                  <a:lnTo>
                    <a:pt x="1166813" y="1388745"/>
                  </a:lnTo>
                  <a:lnTo>
                    <a:pt x="1163955" y="1389221"/>
                  </a:lnTo>
                  <a:lnTo>
                    <a:pt x="1159193" y="1388269"/>
                  </a:lnTo>
                  <a:lnTo>
                    <a:pt x="1155382" y="1386840"/>
                  </a:lnTo>
                  <a:lnTo>
                    <a:pt x="1151572" y="1386364"/>
                  </a:lnTo>
                  <a:lnTo>
                    <a:pt x="1150144" y="1383983"/>
                  </a:lnTo>
                  <a:lnTo>
                    <a:pt x="1151096" y="1380649"/>
                  </a:lnTo>
                  <a:lnTo>
                    <a:pt x="1152525" y="1378744"/>
                  </a:lnTo>
                  <a:lnTo>
                    <a:pt x="1155382" y="1378268"/>
                  </a:lnTo>
                  <a:lnTo>
                    <a:pt x="1158240" y="1378744"/>
                  </a:lnTo>
                  <a:lnTo>
                    <a:pt x="1161574" y="1377315"/>
                  </a:lnTo>
                  <a:lnTo>
                    <a:pt x="1162526" y="1376363"/>
                  </a:lnTo>
                  <a:lnTo>
                    <a:pt x="1163002" y="1375410"/>
                  </a:lnTo>
                  <a:lnTo>
                    <a:pt x="1162050" y="1373981"/>
                  </a:lnTo>
                  <a:lnTo>
                    <a:pt x="1160621" y="1372553"/>
                  </a:lnTo>
                  <a:lnTo>
                    <a:pt x="1158716" y="1372553"/>
                  </a:lnTo>
                  <a:lnTo>
                    <a:pt x="1155859" y="1373505"/>
                  </a:lnTo>
                  <a:lnTo>
                    <a:pt x="1153001" y="1373981"/>
                  </a:lnTo>
                  <a:lnTo>
                    <a:pt x="1147763" y="1372553"/>
                  </a:lnTo>
                  <a:lnTo>
                    <a:pt x="1143952" y="1370648"/>
                  </a:lnTo>
                  <a:lnTo>
                    <a:pt x="1143952" y="1369219"/>
                  </a:lnTo>
                  <a:lnTo>
                    <a:pt x="1147286" y="1366838"/>
                  </a:lnTo>
                  <a:lnTo>
                    <a:pt x="1148239" y="1364933"/>
                  </a:lnTo>
                  <a:lnTo>
                    <a:pt x="1148239" y="1358741"/>
                  </a:lnTo>
                  <a:lnTo>
                    <a:pt x="1149668" y="1354931"/>
                  </a:lnTo>
                  <a:lnTo>
                    <a:pt x="1152525" y="1352550"/>
                  </a:lnTo>
                  <a:lnTo>
                    <a:pt x="1155859" y="1351121"/>
                  </a:lnTo>
                  <a:lnTo>
                    <a:pt x="1164907" y="1353503"/>
                  </a:lnTo>
                  <a:lnTo>
                    <a:pt x="1176338" y="1355884"/>
                  </a:lnTo>
                  <a:lnTo>
                    <a:pt x="1178243" y="1355408"/>
                  </a:lnTo>
                  <a:lnTo>
                    <a:pt x="1178719" y="1354455"/>
                  </a:lnTo>
                  <a:lnTo>
                    <a:pt x="1180147" y="1353503"/>
                  </a:lnTo>
                  <a:lnTo>
                    <a:pt x="1195388" y="1352550"/>
                  </a:lnTo>
                  <a:lnTo>
                    <a:pt x="1198721" y="1351121"/>
                  </a:lnTo>
                  <a:lnTo>
                    <a:pt x="1200150" y="1350169"/>
                  </a:lnTo>
                  <a:lnTo>
                    <a:pt x="1214914" y="1348740"/>
                  </a:lnTo>
                  <a:lnTo>
                    <a:pt x="1216819" y="1346835"/>
                  </a:lnTo>
                  <a:lnTo>
                    <a:pt x="1219200" y="1345406"/>
                  </a:lnTo>
                  <a:lnTo>
                    <a:pt x="1222534" y="1345406"/>
                  </a:lnTo>
                  <a:lnTo>
                    <a:pt x="1226820" y="1344930"/>
                  </a:lnTo>
                  <a:lnTo>
                    <a:pt x="1232535" y="1343025"/>
                  </a:lnTo>
                  <a:lnTo>
                    <a:pt x="1236345" y="1342073"/>
                  </a:lnTo>
                  <a:lnTo>
                    <a:pt x="1237297" y="1342073"/>
                  </a:lnTo>
                  <a:lnTo>
                    <a:pt x="1241584" y="1342549"/>
                  </a:lnTo>
                  <a:lnTo>
                    <a:pt x="1246822" y="1341120"/>
                  </a:lnTo>
                  <a:lnTo>
                    <a:pt x="1247775" y="1340644"/>
                  </a:lnTo>
                  <a:lnTo>
                    <a:pt x="1248727" y="1339215"/>
                  </a:lnTo>
                  <a:lnTo>
                    <a:pt x="1253490" y="1337310"/>
                  </a:lnTo>
                  <a:lnTo>
                    <a:pt x="1262539" y="1335405"/>
                  </a:lnTo>
                  <a:lnTo>
                    <a:pt x="1264444" y="1336358"/>
                  </a:lnTo>
                  <a:lnTo>
                    <a:pt x="1268730" y="1336834"/>
                  </a:lnTo>
                  <a:lnTo>
                    <a:pt x="1273969" y="1336358"/>
                  </a:lnTo>
                  <a:lnTo>
                    <a:pt x="1278255" y="1334929"/>
                  </a:lnTo>
                  <a:lnTo>
                    <a:pt x="1280636" y="1336358"/>
                  </a:lnTo>
                  <a:lnTo>
                    <a:pt x="1283494" y="1337786"/>
                  </a:lnTo>
                  <a:lnTo>
                    <a:pt x="1285875" y="1336358"/>
                  </a:lnTo>
                  <a:lnTo>
                    <a:pt x="1287303" y="1333024"/>
                  </a:lnTo>
                  <a:lnTo>
                    <a:pt x="1288732" y="1329214"/>
                  </a:lnTo>
                  <a:lnTo>
                    <a:pt x="1291590" y="1327785"/>
                  </a:lnTo>
                  <a:lnTo>
                    <a:pt x="1293495" y="1327309"/>
                  </a:lnTo>
                  <a:lnTo>
                    <a:pt x="1295400" y="1325880"/>
                  </a:lnTo>
                  <a:lnTo>
                    <a:pt x="1296828" y="1324451"/>
                  </a:lnTo>
                  <a:lnTo>
                    <a:pt x="1304925" y="1324451"/>
                  </a:lnTo>
                  <a:lnTo>
                    <a:pt x="1311593" y="1321118"/>
                  </a:lnTo>
                  <a:lnTo>
                    <a:pt x="1313021" y="1322546"/>
                  </a:lnTo>
                  <a:lnTo>
                    <a:pt x="1322070" y="1322546"/>
                  </a:lnTo>
                  <a:lnTo>
                    <a:pt x="1333500" y="1320165"/>
                  </a:lnTo>
                  <a:lnTo>
                    <a:pt x="1340168" y="1319213"/>
                  </a:lnTo>
                  <a:lnTo>
                    <a:pt x="1352074" y="1316831"/>
                  </a:lnTo>
                  <a:lnTo>
                    <a:pt x="1357313" y="1314926"/>
                  </a:lnTo>
                  <a:lnTo>
                    <a:pt x="1365409" y="1313498"/>
                  </a:lnTo>
                  <a:lnTo>
                    <a:pt x="1372076" y="1312545"/>
                  </a:lnTo>
                  <a:lnTo>
                    <a:pt x="1376839" y="1309211"/>
                  </a:lnTo>
                  <a:lnTo>
                    <a:pt x="1380649" y="1308735"/>
                  </a:lnTo>
                  <a:lnTo>
                    <a:pt x="1385411" y="1308735"/>
                  </a:lnTo>
                  <a:lnTo>
                    <a:pt x="1387793" y="1307783"/>
                  </a:lnTo>
                  <a:lnTo>
                    <a:pt x="1389697" y="1306830"/>
                  </a:lnTo>
                  <a:lnTo>
                    <a:pt x="1391126" y="1304449"/>
                  </a:lnTo>
                  <a:lnTo>
                    <a:pt x="1390174" y="1301115"/>
                  </a:lnTo>
                  <a:lnTo>
                    <a:pt x="1389697" y="1299210"/>
                  </a:lnTo>
                  <a:lnTo>
                    <a:pt x="1393031" y="1297781"/>
                  </a:lnTo>
                  <a:lnTo>
                    <a:pt x="1397794" y="1297781"/>
                  </a:lnTo>
                  <a:lnTo>
                    <a:pt x="1400651" y="1297305"/>
                  </a:lnTo>
                  <a:lnTo>
                    <a:pt x="1406843" y="1292066"/>
                  </a:lnTo>
                  <a:lnTo>
                    <a:pt x="1411605" y="1289685"/>
                  </a:lnTo>
                  <a:lnTo>
                    <a:pt x="1415891" y="1288256"/>
                  </a:lnTo>
                  <a:lnTo>
                    <a:pt x="1424940" y="1289209"/>
                  </a:lnTo>
                  <a:lnTo>
                    <a:pt x="1433513" y="1290161"/>
                  </a:lnTo>
                  <a:lnTo>
                    <a:pt x="1442085" y="1292066"/>
                  </a:lnTo>
                  <a:lnTo>
                    <a:pt x="1446371" y="1295400"/>
                  </a:lnTo>
                  <a:lnTo>
                    <a:pt x="1450181" y="1297305"/>
                  </a:lnTo>
                  <a:lnTo>
                    <a:pt x="1453515" y="1298258"/>
                  </a:lnTo>
                  <a:lnTo>
                    <a:pt x="1456849" y="1299210"/>
                  </a:lnTo>
                  <a:lnTo>
                    <a:pt x="1460659" y="1298258"/>
                  </a:lnTo>
                  <a:lnTo>
                    <a:pt x="1463516" y="1296829"/>
                  </a:lnTo>
                  <a:lnTo>
                    <a:pt x="1464945" y="1294924"/>
                  </a:lnTo>
                  <a:lnTo>
                    <a:pt x="1467326" y="1293495"/>
                  </a:lnTo>
                  <a:lnTo>
                    <a:pt x="1475899" y="1292543"/>
                  </a:lnTo>
                  <a:lnTo>
                    <a:pt x="1477803" y="1294448"/>
                  </a:lnTo>
                  <a:lnTo>
                    <a:pt x="1481614" y="1300639"/>
                  </a:lnTo>
                  <a:lnTo>
                    <a:pt x="1484471" y="1309211"/>
                  </a:lnTo>
                  <a:lnTo>
                    <a:pt x="1489234" y="1320165"/>
                  </a:lnTo>
                  <a:lnTo>
                    <a:pt x="1491139" y="1325404"/>
                  </a:lnTo>
                  <a:lnTo>
                    <a:pt x="1490186" y="1328261"/>
                  </a:lnTo>
                  <a:lnTo>
                    <a:pt x="1490186" y="1332071"/>
                  </a:lnTo>
                  <a:lnTo>
                    <a:pt x="1490186" y="1336358"/>
                  </a:lnTo>
                  <a:lnTo>
                    <a:pt x="1486376" y="1341120"/>
                  </a:lnTo>
                  <a:lnTo>
                    <a:pt x="1487805" y="1343501"/>
                  </a:lnTo>
                  <a:lnTo>
                    <a:pt x="1496377" y="1345883"/>
                  </a:lnTo>
                  <a:lnTo>
                    <a:pt x="1507807" y="1344930"/>
                  </a:lnTo>
                  <a:lnTo>
                    <a:pt x="1514951" y="1343025"/>
                  </a:lnTo>
                  <a:lnTo>
                    <a:pt x="1518761" y="1343978"/>
                  </a:lnTo>
                  <a:lnTo>
                    <a:pt x="1521143" y="1342549"/>
                  </a:lnTo>
                  <a:lnTo>
                    <a:pt x="1522571" y="1339215"/>
                  </a:lnTo>
                  <a:lnTo>
                    <a:pt x="1524952" y="1338263"/>
                  </a:lnTo>
                  <a:lnTo>
                    <a:pt x="1527810" y="1340644"/>
                  </a:lnTo>
                  <a:lnTo>
                    <a:pt x="1530191" y="1344930"/>
                  </a:lnTo>
                  <a:lnTo>
                    <a:pt x="1532096" y="1347788"/>
                  </a:lnTo>
                  <a:lnTo>
                    <a:pt x="1531620" y="1351121"/>
                  </a:lnTo>
                  <a:lnTo>
                    <a:pt x="1532572" y="1354931"/>
                  </a:lnTo>
                  <a:lnTo>
                    <a:pt x="1534001" y="1355884"/>
                  </a:lnTo>
                  <a:lnTo>
                    <a:pt x="1536859" y="1354455"/>
                  </a:lnTo>
                  <a:lnTo>
                    <a:pt x="1538764" y="1353503"/>
                  </a:lnTo>
                  <a:lnTo>
                    <a:pt x="1539240" y="1352550"/>
                  </a:lnTo>
                  <a:lnTo>
                    <a:pt x="1538288" y="1350645"/>
                  </a:lnTo>
                  <a:lnTo>
                    <a:pt x="1537811" y="1349216"/>
                  </a:lnTo>
                  <a:lnTo>
                    <a:pt x="1538764" y="1347788"/>
                  </a:lnTo>
                  <a:lnTo>
                    <a:pt x="1540193" y="1347311"/>
                  </a:lnTo>
                  <a:lnTo>
                    <a:pt x="1544002" y="1347788"/>
                  </a:lnTo>
                  <a:lnTo>
                    <a:pt x="1549718" y="1348264"/>
                  </a:lnTo>
                  <a:lnTo>
                    <a:pt x="1556861" y="1354455"/>
                  </a:lnTo>
                  <a:lnTo>
                    <a:pt x="1560671" y="1355408"/>
                  </a:lnTo>
                  <a:lnTo>
                    <a:pt x="1562100" y="1355408"/>
                  </a:lnTo>
                  <a:lnTo>
                    <a:pt x="1565910" y="1354931"/>
                  </a:lnTo>
                  <a:lnTo>
                    <a:pt x="1570196" y="1353503"/>
                  </a:lnTo>
                  <a:lnTo>
                    <a:pt x="1573053" y="1351121"/>
                  </a:lnTo>
                  <a:lnTo>
                    <a:pt x="1574006" y="1350169"/>
                  </a:lnTo>
                  <a:lnTo>
                    <a:pt x="1575435" y="1350645"/>
                  </a:lnTo>
                  <a:lnTo>
                    <a:pt x="1576864" y="1351598"/>
                  </a:lnTo>
                  <a:lnTo>
                    <a:pt x="1577340" y="1353503"/>
                  </a:lnTo>
                  <a:lnTo>
                    <a:pt x="1575911" y="1356836"/>
                  </a:lnTo>
                  <a:lnTo>
                    <a:pt x="1571625" y="1359694"/>
                  </a:lnTo>
                  <a:lnTo>
                    <a:pt x="1566386" y="1362075"/>
                  </a:lnTo>
                  <a:lnTo>
                    <a:pt x="1563052" y="1366838"/>
                  </a:lnTo>
                  <a:lnTo>
                    <a:pt x="1562576" y="1372076"/>
                  </a:lnTo>
                  <a:lnTo>
                    <a:pt x="1564005" y="1374458"/>
                  </a:lnTo>
                  <a:lnTo>
                    <a:pt x="1564957" y="1376363"/>
                  </a:lnTo>
                  <a:lnTo>
                    <a:pt x="1565434" y="1378744"/>
                  </a:lnTo>
                  <a:lnTo>
                    <a:pt x="1566863" y="1378744"/>
                  </a:lnTo>
                  <a:lnTo>
                    <a:pt x="1568768" y="1377791"/>
                  </a:lnTo>
                  <a:lnTo>
                    <a:pt x="1574482" y="1373029"/>
                  </a:lnTo>
                  <a:lnTo>
                    <a:pt x="1577816" y="1371600"/>
                  </a:lnTo>
                  <a:lnTo>
                    <a:pt x="1582102" y="1371124"/>
                  </a:lnTo>
                  <a:lnTo>
                    <a:pt x="1589246" y="1371124"/>
                  </a:lnTo>
                  <a:lnTo>
                    <a:pt x="1594009" y="1373029"/>
                  </a:lnTo>
                  <a:lnTo>
                    <a:pt x="1596390" y="1375410"/>
                  </a:lnTo>
                  <a:lnTo>
                    <a:pt x="1598771" y="1376839"/>
                  </a:lnTo>
                  <a:lnTo>
                    <a:pt x="1600676" y="1376363"/>
                  </a:lnTo>
                  <a:lnTo>
                    <a:pt x="1601628" y="1373981"/>
                  </a:lnTo>
                  <a:lnTo>
                    <a:pt x="1601628" y="1371600"/>
                  </a:lnTo>
                  <a:lnTo>
                    <a:pt x="1602105" y="1369695"/>
                  </a:lnTo>
                  <a:lnTo>
                    <a:pt x="1610201" y="1364933"/>
                  </a:lnTo>
                  <a:lnTo>
                    <a:pt x="1615440" y="1361599"/>
                  </a:lnTo>
                  <a:lnTo>
                    <a:pt x="1616869" y="1361123"/>
                  </a:lnTo>
                  <a:lnTo>
                    <a:pt x="1620678" y="1361599"/>
                  </a:lnTo>
                  <a:lnTo>
                    <a:pt x="1622584" y="1361599"/>
                  </a:lnTo>
                  <a:lnTo>
                    <a:pt x="1628299" y="1358265"/>
                  </a:lnTo>
                  <a:lnTo>
                    <a:pt x="1633538" y="1354931"/>
                  </a:lnTo>
                  <a:lnTo>
                    <a:pt x="1634014" y="1352550"/>
                  </a:lnTo>
                  <a:lnTo>
                    <a:pt x="1634490" y="1350169"/>
                  </a:lnTo>
                  <a:lnTo>
                    <a:pt x="1635919" y="1349216"/>
                  </a:lnTo>
                  <a:lnTo>
                    <a:pt x="1643063" y="1348264"/>
                  </a:lnTo>
                  <a:lnTo>
                    <a:pt x="1644491" y="1348264"/>
                  </a:lnTo>
                  <a:lnTo>
                    <a:pt x="1650682" y="1345406"/>
                  </a:lnTo>
                  <a:lnTo>
                    <a:pt x="1659731" y="1341596"/>
                  </a:lnTo>
                  <a:lnTo>
                    <a:pt x="1664018" y="1338739"/>
                  </a:lnTo>
                  <a:lnTo>
                    <a:pt x="1671638" y="1337786"/>
                  </a:lnTo>
                  <a:lnTo>
                    <a:pt x="1673066" y="1337310"/>
                  </a:lnTo>
                  <a:lnTo>
                    <a:pt x="1675924" y="1335405"/>
                  </a:lnTo>
                  <a:lnTo>
                    <a:pt x="1680686" y="1333024"/>
                  </a:lnTo>
                  <a:lnTo>
                    <a:pt x="1683544" y="1333024"/>
                  </a:lnTo>
                  <a:lnTo>
                    <a:pt x="1681639" y="1338263"/>
                  </a:lnTo>
                  <a:lnTo>
                    <a:pt x="1678781" y="1344930"/>
                  </a:lnTo>
                  <a:lnTo>
                    <a:pt x="1677352" y="1346835"/>
                  </a:lnTo>
                  <a:lnTo>
                    <a:pt x="1669256" y="1346359"/>
                  </a:lnTo>
                  <a:lnTo>
                    <a:pt x="1669256" y="1348264"/>
                  </a:lnTo>
                  <a:lnTo>
                    <a:pt x="1670685" y="1350645"/>
                  </a:lnTo>
                  <a:lnTo>
                    <a:pt x="1671161" y="1352550"/>
                  </a:lnTo>
                  <a:lnTo>
                    <a:pt x="1672114" y="1353503"/>
                  </a:lnTo>
                  <a:lnTo>
                    <a:pt x="1674495" y="1355884"/>
                  </a:lnTo>
                  <a:lnTo>
                    <a:pt x="1682591" y="1361599"/>
                  </a:lnTo>
                  <a:lnTo>
                    <a:pt x="1693545" y="1368743"/>
                  </a:lnTo>
                  <a:lnTo>
                    <a:pt x="1704975" y="1376363"/>
                  </a:lnTo>
                  <a:lnTo>
                    <a:pt x="1713071" y="1382078"/>
                  </a:lnTo>
                  <a:lnTo>
                    <a:pt x="1715928" y="1384935"/>
                  </a:lnTo>
                  <a:lnTo>
                    <a:pt x="1718310" y="1387316"/>
                  </a:lnTo>
                  <a:lnTo>
                    <a:pt x="1724025" y="1394936"/>
                  </a:lnTo>
                  <a:lnTo>
                    <a:pt x="1729740" y="1402556"/>
                  </a:lnTo>
                  <a:lnTo>
                    <a:pt x="1739265" y="1415891"/>
                  </a:lnTo>
                  <a:lnTo>
                    <a:pt x="1747361" y="1428750"/>
                  </a:lnTo>
                  <a:lnTo>
                    <a:pt x="1756886" y="1442561"/>
                  </a:lnTo>
                  <a:lnTo>
                    <a:pt x="1762125" y="1450658"/>
                  </a:lnTo>
                  <a:lnTo>
                    <a:pt x="1773078" y="1467803"/>
                  </a:lnTo>
                  <a:lnTo>
                    <a:pt x="1775936" y="1473041"/>
                  </a:lnTo>
                  <a:lnTo>
                    <a:pt x="1781175" y="1482566"/>
                  </a:lnTo>
                  <a:lnTo>
                    <a:pt x="1786414" y="1491615"/>
                  </a:lnTo>
                  <a:lnTo>
                    <a:pt x="1790700" y="1499711"/>
                  </a:lnTo>
                  <a:lnTo>
                    <a:pt x="1793081" y="1500664"/>
                  </a:lnTo>
                  <a:lnTo>
                    <a:pt x="1793557" y="1498283"/>
                  </a:lnTo>
                  <a:lnTo>
                    <a:pt x="1794034" y="1496854"/>
                  </a:lnTo>
                  <a:lnTo>
                    <a:pt x="1795463" y="1495901"/>
                  </a:lnTo>
                  <a:lnTo>
                    <a:pt x="1798320" y="1493520"/>
                  </a:lnTo>
                  <a:lnTo>
                    <a:pt x="1800225" y="1493044"/>
                  </a:lnTo>
                  <a:lnTo>
                    <a:pt x="1802606" y="1493520"/>
                  </a:lnTo>
                  <a:lnTo>
                    <a:pt x="1805464" y="1492091"/>
                  </a:lnTo>
                  <a:lnTo>
                    <a:pt x="1806416" y="1489710"/>
                  </a:lnTo>
                  <a:lnTo>
                    <a:pt x="1805940" y="1485424"/>
                  </a:lnTo>
                  <a:lnTo>
                    <a:pt x="1805464" y="1483519"/>
                  </a:lnTo>
                  <a:lnTo>
                    <a:pt x="1806416" y="1481614"/>
                  </a:lnTo>
                  <a:lnTo>
                    <a:pt x="1807845" y="1480661"/>
                  </a:lnTo>
                  <a:lnTo>
                    <a:pt x="1809750" y="1480185"/>
                  </a:lnTo>
                  <a:lnTo>
                    <a:pt x="1811655" y="1479709"/>
                  </a:lnTo>
                  <a:lnTo>
                    <a:pt x="1813084" y="1477328"/>
                  </a:lnTo>
                  <a:lnTo>
                    <a:pt x="1815941" y="1476851"/>
                  </a:lnTo>
                  <a:lnTo>
                    <a:pt x="1818799" y="1476851"/>
                  </a:lnTo>
                  <a:lnTo>
                    <a:pt x="1820703" y="1477328"/>
                  </a:lnTo>
                  <a:lnTo>
                    <a:pt x="1822609" y="1478756"/>
                  </a:lnTo>
                  <a:lnTo>
                    <a:pt x="1824038" y="1481138"/>
                  </a:lnTo>
                  <a:lnTo>
                    <a:pt x="1825943" y="1481614"/>
                  </a:lnTo>
                  <a:lnTo>
                    <a:pt x="1829276" y="1481138"/>
                  </a:lnTo>
                  <a:lnTo>
                    <a:pt x="1829752" y="1483043"/>
                  </a:lnTo>
                  <a:lnTo>
                    <a:pt x="1828800" y="1486376"/>
                  </a:lnTo>
                  <a:lnTo>
                    <a:pt x="1827847" y="1489234"/>
                  </a:lnTo>
                  <a:lnTo>
                    <a:pt x="1827371" y="1491139"/>
                  </a:lnTo>
                  <a:lnTo>
                    <a:pt x="1829276" y="1492091"/>
                  </a:lnTo>
                  <a:lnTo>
                    <a:pt x="1835944" y="1491139"/>
                  </a:lnTo>
                  <a:lnTo>
                    <a:pt x="1838325" y="1491615"/>
                  </a:lnTo>
                  <a:lnTo>
                    <a:pt x="1838801" y="1493520"/>
                  </a:lnTo>
                  <a:lnTo>
                    <a:pt x="1839753" y="1495425"/>
                  </a:lnTo>
                  <a:lnTo>
                    <a:pt x="1840230" y="1497806"/>
                  </a:lnTo>
                  <a:lnTo>
                    <a:pt x="1839753" y="1499711"/>
                  </a:lnTo>
                  <a:lnTo>
                    <a:pt x="1840706" y="1501140"/>
                  </a:lnTo>
                  <a:lnTo>
                    <a:pt x="1846421" y="1501140"/>
                  </a:lnTo>
                  <a:lnTo>
                    <a:pt x="1850707" y="1500188"/>
                  </a:lnTo>
                  <a:lnTo>
                    <a:pt x="1856899" y="1500188"/>
                  </a:lnTo>
                  <a:lnTo>
                    <a:pt x="1862138" y="1502569"/>
                  </a:lnTo>
                  <a:lnTo>
                    <a:pt x="1866424" y="1502093"/>
                  </a:lnTo>
                  <a:lnTo>
                    <a:pt x="1870234" y="1501140"/>
                  </a:lnTo>
                  <a:lnTo>
                    <a:pt x="1875949" y="1501616"/>
                  </a:lnTo>
                  <a:lnTo>
                    <a:pt x="1879759" y="1499711"/>
                  </a:lnTo>
                  <a:lnTo>
                    <a:pt x="1882616" y="1497330"/>
                  </a:lnTo>
                  <a:lnTo>
                    <a:pt x="1883569" y="1495425"/>
                  </a:lnTo>
                  <a:lnTo>
                    <a:pt x="1884997" y="1494473"/>
                  </a:lnTo>
                  <a:lnTo>
                    <a:pt x="1890236" y="1494473"/>
                  </a:lnTo>
                  <a:lnTo>
                    <a:pt x="1893570" y="1494473"/>
                  </a:lnTo>
                  <a:lnTo>
                    <a:pt x="1896427" y="1491615"/>
                  </a:lnTo>
                  <a:lnTo>
                    <a:pt x="1898332" y="1490186"/>
                  </a:lnTo>
                  <a:lnTo>
                    <a:pt x="1902143" y="1490186"/>
                  </a:lnTo>
                  <a:lnTo>
                    <a:pt x="1905000" y="1490186"/>
                  </a:lnTo>
                  <a:lnTo>
                    <a:pt x="1912620" y="1492568"/>
                  </a:lnTo>
                  <a:lnTo>
                    <a:pt x="1917382" y="1494949"/>
                  </a:lnTo>
                  <a:lnTo>
                    <a:pt x="1922145" y="1497806"/>
                  </a:lnTo>
                  <a:lnTo>
                    <a:pt x="1925002" y="1499711"/>
                  </a:lnTo>
                  <a:lnTo>
                    <a:pt x="1927384" y="1503998"/>
                  </a:lnTo>
                  <a:lnTo>
                    <a:pt x="1930241" y="1507331"/>
                  </a:lnTo>
                  <a:lnTo>
                    <a:pt x="1933099" y="1511141"/>
                  </a:lnTo>
                  <a:lnTo>
                    <a:pt x="1933575" y="1514951"/>
                  </a:lnTo>
                  <a:lnTo>
                    <a:pt x="1935956" y="1521143"/>
                  </a:lnTo>
                  <a:lnTo>
                    <a:pt x="1937861" y="1523524"/>
                  </a:lnTo>
                  <a:lnTo>
                    <a:pt x="1940719" y="1523524"/>
                  </a:lnTo>
                  <a:lnTo>
                    <a:pt x="1944052" y="1524476"/>
                  </a:lnTo>
                  <a:lnTo>
                    <a:pt x="1947863" y="1524953"/>
                  </a:lnTo>
                  <a:lnTo>
                    <a:pt x="1955482" y="1530191"/>
                  </a:lnTo>
                  <a:lnTo>
                    <a:pt x="1958340" y="1530191"/>
                  </a:lnTo>
                  <a:lnTo>
                    <a:pt x="1960721" y="1531144"/>
                  </a:lnTo>
                  <a:lnTo>
                    <a:pt x="1961197" y="1533525"/>
                  </a:lnTo>
                  <a:lnTo>
                    <a:pt x="1960245" y="1536383"/>
                  </a:lnTo>
                  <a:lnTo>
                    <a:pt x="1961197" y="1538764"/>
                  </a:lnTo>
                  <a:lnTo>
                    <a:pt x="1963578" y="1542098"/>
                  </a:lnTo>
                  <a:lnTo>
                    <a:pt x="1965960" y="1544955"/>
                  </a:lnTo>
                  <a:lnTo>
                    <a:pt x="1968341" y="1548765"/>
                  </a:lnTo>
                  <a:lnTo>
                    <a:pt x="1968818" y="1551146"/>
                  </a:lnTo>
                  <a:lnTo>
                    <a:pt x="1971199" y="1551623"/>
                  </a:lnTo>
                  <a:lnTo>
                    <a:pt x="1973580" y="1550670"/>
                  </a:lnTo>
                  <a:lnTo>
                    <a:pt x="1977866" y="1551623"/>
                  </a:lnTo>
                  <a:lnTo>
                    <a:pt x="1991201" y="1553528"/>
                  </a:lnTo>
                  <a:lnTo>
                    <a:pt x="1992630" y="1554004"/>
                  </a:lnTo>
                  <a:lnTo>
                    <a:pt x="1994059" y="1555909"/>
                  </a:lnTo>
                  <a:lnTo>
                    <a:pt x="1995964" y="1555909"/>
                  </a:lnTo>
                  <a:lnTo>
                    <a:pt x="1998345" y="1555909"/>
                  </a:lnTo>
                  <a:lnTo>
                    <a:pt x="2001202" y="1555909"/>
                  </a:lnTo>
                  <a:lnTo>
                    <a:pt x="2003584" y="1554004"/>
                  </a:lnTo>
                  <a:lnTo>
                    <a:pt x="2005013" y="1552099"/>
                  </a:lnTo>
                  <a:lnTo>
                    <a:pt x="2009299" y="1549718"/>
                  </a:lnTo>
                  <a:lnTo>
                    <a:pt x="2013109" y="1546860"/>
                  </a:lnTo>
                  <a:lnTo>
                    <a:pt x="2015966" y="1544003"/>
                  </a:lnTo>
                  <a:lnTo>
                    <a:pt x="2017871" y="1544003"/>
                  </a:lnTo>
                  <a:lnTo>
                    <a:pt x="2019776" y="1544955"/>
                  </a:lnTo>
                  <a:lnTo>
                    <a:pt x="2019776" y="1547336"/>
                  </a:lnTo>
                  <a:lnTo>
                    <a:pt x="2017871" y="1549241"/>
                  </a:lnTo>
                  <a:lnTo>
                    <a:pt x="2015966" y="1551146"/>
                  </a:lnTo>
                  <a:lnTo>
                    <a:pt x="2016443" y="1553051"/>
                  </a:lnTo>
                  <a:lnTo>
                    <a:pt x="2019300" y="1553528"/>
                  </a:lnTo>
                  <a:lnTo>
                    <a:pt x="2022634" y="1556385"/>
                  </a:lnTo>
                  <a:lnTo>
                    <a:pt x="2027396" y="1564005"/>
                  </a:lnTo>
                  <a:lnTo>
                    <a:pt x="2029301" y="1565434"/>
                  </a:lnTo>
                  <a:lnTo>
                    <a:pt x="2031682" y="1566863"/>
                  </a:lnTo>
                  <a:lnTo>
                    <a:pt x="2034064" y="1567339"/>
                  </a:lnTo>
                  <a:lnTo>
                    <a:pt x="2036921" y="1568291"/>
                  </a:lnTo>
                  <a:lnTo>
                    <a:pt x="2039302" y="1571625"/>
                  </a:lnTo>
                  <a:lnTo>
                    <a:pt x="2040255" y="1574006"/>
                  </a:lnTo>
                  <a:lnTo>
                    <a:pt x="2043113" y="1574483"/>
                  </a:lnTo>
                  <a:lnTo>
                    <a:pt x="2045494" y="1574006"/>
                  </a:lnTo>
                  <a:lnTo>
                    <a:pt x="2046446" y="1572578"/>
                  </a:lnTo>
                  <a:lnTo>
                    <a:pt x="2048827" y="1572101"/>
                  </a:lnTo>
                  <a:lnTo>
                    <a:pt x="2051685" y="1571625"/>
                  </a:lnTo>
                  <a:lnTo>
                    <a:pt x="2055019" y="1570673"/>
                  </a:lnTo>
                  <a:lnTo>
                    <a:pt x="2056924" y="1570673"/>
                  </a:lnTo>
                  <a:lnTo>
                    <a:pt x="2056924" y="1570673"/>
                  </a:lnTo>
                  <a:lnTo>
                    <a:pt x="2060734" y="1570673"/>
                  </a:lnTo>
                  <a:lnTo>
                    <a:pt x="2062639" y="1569720"/>
                  </a:lnTo>
                  <a:lnTo>
                    <a:pt x="2064068" y="1568291"/>
                  </a:lnTo>
                  <a:lnTo>
                    <a:pt x="2066925" y="1566863"/>
                  </a:lnTo>
                  <a:lnTo>
                    <a:pt x="2067877" y="1564958"/>
                  </a:lnTo>
                  <a:lnTo>
                    <a:pt x="2067877" y="1561148"/>
                  </a:lnTo>
                  <a:lnTo>
                    <a:pt x="2069782" y="1558290"/>
                  </a:lnTo>
                  <a:lnTo>
                    <a:pt x="2074545" y="1557338"/>
                  </a:lnTo>
                  <a:lnTo>
                    <a:pt x="2076450" y="1556861"/>
                  </a:lnTo>
                  <a:lnTo>
                    <a:pt x="2078355" y="1557338"/>
                  </a:lnTo>
                  <a:lnTo>
                    <a:pt x="2081689" y="1556861"/>
                  </a:lnTo>
                  <a:lnTo>
                    <a:pt x="2084546" y="1556385"/>
                  </a:lnTo>
                  <a:lnTo>
                    <a:pt x="2086451" y="1557338"/>
                  </a:lnTo>
                  <a:lnTo>
                    <a:pt x="2088832" y="1558290"/>
                  </a:lnTo>
                  <a:lnTo>
                    <a:pt x="2091214" y="1558290"/>
                  </a:lnTo>
                  <a:lnTo>
                    <a:pt x="2092643" y="1556861"/>
                  </a:lnTo>
                  <a:lnTo>
                    <a:pt x="2092643" y="1554956"/>
                  </a:lnTo>
                  <a:lnTo>
                    <a:pt x="2093595" y="1554480"/>
                  </a:lnTo>
                  <a:lnTo>
                    <a:pt x="2095500" y="1555433"/>
                  </a:lnTo>
                  <a:lnTo>
                    <a:pt x="2095976" y="1556861"/>
                  </a:lnTo>
                  <a:lnTo>
                    <a:pt x="2097405" y="1557338"/>
                  </a:lnTo>
                  <a:lnTo>
                    <a:pt x="2100739" y="1555909"/>
                  </a:lnTo>
                  <a:lnTo>
                    <a:pt x="2103120" y="1554480"/>
                  </a:lnTo>
                  <a:lnTo>
                    <a:pt x="2104072" y="1551623"/>
                  </a:lnTo>
                  <a:lnTo>
                    <a:pt x="2105501" y="1550670"/>
                  </a:lnTo>
                  <a:lnTo>
                    <a:pt x="2107406" y="1551146"/>
                  </a:lnTo>
                  <a:lnTo>
                    <a:pt x="2110740" y="1551146"/>
                  </a:lnTo>
                  <a:lnTo>
                    <a:pt x="2113121" y="1548765"/>
                  </a:lnTo>
                  <a:lnTo>
                    <a:pt x="2116931" y="1547336"/>
                  </a:lnTo>
                  <a:lnTo>
                    <a:pt x="2119313" y="1546384"/>
                  </a:lnTo>
                  <a:lnTo>
                    <a:pt x="2119789" y="1544955"/>
                  </a:lnTo>
                  <a:lnTo>
                    <a:pt x="2118836" y="1541621"/>
                  </a:lnTo>
                  <a:lnTo>
                    <a:pt x="2119313" y="1538288"/>
                  </a:lnTo>
                  <a:lnTo>
                    <a:pt x="2122646" y="1536383"/>
                  </a:lnTo>
                  <a:lnTo>
                    <a:pt x="2126933" y="1535906"/>
                  </a:lnTo>
                  <a:lnTo>
                    <a:pt x="2130266" y="1534954"/>
                  </a:lnTo>
                  <a:lnTo>
                    <a:pt x="2131219" y="1531144"/>
                  </a:lnTo>
                  <a:lnTo>
                    <a:pt x="2133124" y="1529715"/>
                  </a:lnTo>
                  <a:lnTo>
                    <a:pt x="2134552" y="1529715"/>
                  </a:lnTo>
                  <a:lnTo>
                    <a:pt x="2138839" y="1528763"/>
                  </a:lnTo>
                  <a:lnTo>
                    <a:pt x="2141696" y="1527334"/>
                  </a:lnTo>
                  <a:lnTo>
                    <a:pt x="2143601" y="1526858"/>
                  </a:lnTo>
                  <a:lnTo>
                    <a:pt x="2148840" y="1524476"/>
                  </a:lnTo>
                  <a:lnTo>
                    <a:pt x="2153602" y="1524000"/>
                  </a:lnTo>
                  <a:lnTo>
                    <a:pt x="2155508" y="1522571"/>
                  </a:lnTo>
                  <a:lnTo>
                    <a:pt x="2156936" y="1520666"/>
                  </a:lnTo>
                  <a:lnTo>
                    <a:pt x="2159794" y="1519714"/>
                  </a:lnTo>
                  <a:lnTo>
                    <a:pt x="2162175" y="1517809"/>
                  </a:lnTo>
                  <a:lnTo>
                    <a:pt x="2165985" y="1515904"/>
                  </a:lnTo>
                  <a:lnTo>
                    <a:pt x="2167414" y="1515428"/>
                  </a:lnTo>
                  <a:lnTo>
                    <a:pt x="2173129" y="1513999"/>
                  </a:lnTo>
                  <a:lnTo>
                    <a:pt x="2175510" y="1513523"/>
                  </a:lnTo>
                  <a:lnTo>
                    <a:pt x="2176939" y="1513046"/>
                  </a:lnTo>
                  <a:lnTo>
                    <a:pt x="2179320" y="1513523"/>
                  </a:lnTo>
                  <a:lnTo>
                    <a:pt x="2180272" y="1511141"/>
                  </a:lnTo>
                  <a:lnTo>
                    <a:pt x="2183130" y="1509236"/>
                  </a:lnTo>
                  <a:lnTo>
                    <a:pt x="2185511" y="1508760"/>
                  </a:lnTo>
                  <a:lnTo>
                    <a:pt x="2186940" y="1506855"/>
                  </a:lnTo>
                  <a:lnTo>
                    <a:pt x="2189321" y="1504474"/>
                  </a:lnTo>
                  <a:lnTo>
                    <a:pt x="2192655" y="1503521"/>
                  </a:lnTo>
                  <a:lnTo>
                    <a:pt x="2197894" y="1503045"/>
                  </a:lnTo>
                  <a:lnTo>
                    <a:pt x="2202656" y="1503521"/>
                  </a:lnTo>
                  <a:lnTo>
                    <a:pt x="2205990" y="1503045"/>
                  </a:lnTo>
                  <a:lnTo>
                    <a:pt x="2208371" y="1499711"/>
                  </a:lnTo>
                  <a:lnTo>
                    <a:pt x="2208847" y="1498283"/>
                  </a:lnTo>
                  <a:lnTo>
                    <a:pt x="2209324" y="1496378"/>
                  </a:lnTo>
                  <a:lnTo>
                    <a:pt x="2211229" y="1495901"/>
                  </a:lnTo>
                  <a:lnTo>
                    <a:pt x="2213610" y="1498283"/>
                  </a:lnTo>
                  <a:lnTo>
                    <a:pt x="2215991" y="1500188"/>
                  </a:lnTo>
                  <a:lnTo>
                    <a:pt x="2218849" y="1502093"/>
                  </a:lnTo>
                  <a:lnTo>
                    <a:pt x="2220754" y="1503521"/>
                  </a:lnTo>
                  <a:lnTo>
                    <a:pt x="2222659" y="1503998"/>
                  </a:lnTo>
                  <a:lnTo>
                    <a:pt x="2224564" y="1502569"/>
                  </a:lnTo>
                  <a:lnTo>
                    <a:pt x="2225516" y="1499711"/>
                  </a:lnTo>
                  <a:lnTo>
                    <a:pt x="2228374" y="1499235"/>
                  </a:lnTo>
                  <a:lnTo>
                    <a:pt x="2231231" y="1499711"/>
                  </a:lnTo>
                  <a:lnTo>
                    <a:pt x="2232184" y="1501140"/>
                  </a:lnTo>
                  <a:lnTo>
                    <a:pt x="2232184" y="1502569"/>
                  </a:lnTo>
                  <a:lnTo>
                    <a:pt x="2233613" y="1504950"/>
                  </a:lnTo>
                  <a:lnTo>
                    <a:pt x="2236946" y="1507331"/>
                  </a:lnTo>
                  <a:lnTo>
                    <a:pt x="2240756" y="1507331"/>
                  </a:lnTo>
                  <a:lnTo>
                    <a:pt x="2242661" y="1506855"/>
                  </a:lnTo>
                  <a:lnTo>
                    <a:pt x="2246471" y="1507331"/>
                  </a:lnTo>
                  <a:lnTo>
                    <a:pt x="2250281" y="1507808"/>
                  </a:lnTo>
                  <a:lnTo>
                    <a:pt x="2254568" y="1508284"/>
                  </a:lnTo>
                  <a:lnTo>
                    <a:pt x="2255996" y="1508284"/>
                  </a:lnTo>
                  <a:lnTo>
                    <a:pt x="2260283" y="1508284"/>
                  </a:lnTo>
                  <a:lnTo>
                    <a:pt x="2266950" y="1508760"/>
                  </a:lnTo>
                  <a:lnTo>
                    <a:pt x="2269808" y="1508760"/>
                  </a:lnTo>
                  <a:lnTo>
                    <a:pt x="2275999" y="1509236"/>
                  </a:lnTo>
                  <a:lnTo>
                    <a:pt x="2276951" y="1511618"/>
                  </a:lnTo>
                  <a:lnTo>
                    <a:pt x="2278380" y="1516380"/>
                  </a:lnTo>
                  <a:lnTo>
                    <a:pt x="2278856" y="1520666"/>
                  </a:lnTo>
                  <a:lnTo>
                    <a:pt x="2279333" y="1524476"/>
                  </a:lnTo>
                  <a:lnTo>
                    <a:pt x="2280761" y="1525905"/>
                  </a:lnTo>
                  <a:lnTo>
                    <a:pt x="2282666" y="1526858"/>
                  </a:lnTo>
                  <a:lnTo>
                    <a:pt x="2284095" y="1528286"/>
                  </a:lnTo>
                  <a:lnTo>
                    <a:pt x="2286476" y="1530191"/>
                  </a:lnTo>
                  <a:lnTo>
                    <a:pt x="2288381" y="1533049"/>
                  </a:lnTo>
                  <a:lnTo>
                    <a:pt x="2290286" y="1532573"/>
                  </a:lnTo>
                  <a:lnTo>
                    <a:pt x="2291715" y="1532096"/>
                  </a:lnTo>
                  <a:lnTo>
                    <a:pt x="2295049" y="1532096"/>
                  </a:lnTo>
                  <a:lnTo>
                    <a:pt x="2298859" y="1532096"/>
                  </a:lnTo>
                  <a:lnTo>
                    <a:pt x="2301716" y="1533525"/>
                  </a:lnTo>
                  <a:lnTo>
                    <a:pt x="2302669" y="1535906"/>
                  </a:lnTo>
                  <a:lnTo>
                    <a:pt x="2305050" y="1536859"/>
                  </a:lnTo>
                  <a:lnTo>
                    <a:pt x="2306955" y="1536383"/>
                  </a:lnTo>
                  <a:lnTo>
                    <a:pt x="2312670" y="1536383"/>
                  </a:lnTo>
                  <a:lnTo>
                    <a:pt x="2314575" y="1536859"/>
                  </a:lnTo>
                  <a:lnTo>
                    <a:pt x="2316480" y="1537811"/>
                  </a:lnTo>
                  <a:lnTo>
                    <a:pt x="2318861" y="1537811"/>
                  </a:lnTo>
                  <a:lnTo>
                    <a:pt x="2320766" y="1536383"/>
                  </a:lnTo>
                  <a:lnTo>
                    <a:pt x="2325529" y="1535430"/>
                  </a:lnTo>
                  <a:lnTo>
                    <a:pt x="2328386" y="1533525"/>
                  </a:lnTo>
                  <a:lnTo>
                    <a:pt x="2330291" y="1533525"/>
                  </a:lnTo>
                  <a:lnTo>
                    <a:pt x="2331720" y="1534478"/>
                  </a:lnTo>
                  <a:lnTo>
                    <a:pt x="2333149" y="1535906"/>
                  </a:lnTo>
                  <a:lnTo>
                    <a:pt x="2335054" y="1535430"/>
                  </a:lnTo>
                  <a:lnTo>
                    <a:pt x="2336006" y="1534001"/>
                  </a:lnTo>
                  <a:lnTo>
                    <a:pt x="2337435" y="1534001"/>
                  </a:lnTo>
                  <a:lnTo>
                    <a:pt x="2339340" y="1534954"/>
                  </a:lnTo>
                  <a:lnTo>
                    <a:pt x="2343150" y="1535906"/>
                  </a:lnTo>
                  <a:lnTo>
                    <a:pt x="2346008" y="1538288"/>
                  </a:lnTo>
                  <a:lnTo>
                    <a:pt x="2348389" y="1538764"/>
                  </a:lnTo>
                  <a:lnTo>
                    <a:pt x="2351246" y="1537811"/>
                  </a:lnTo>
                  <a:lnTo>
                    <a:pt x="2352675" y="1537811"/>
                  </a:lnTo>
                  <a:lnTo>
                    <a:pt x="2353627" y="1538764"/>
                  </a:lnTo>
                  <a:lnTo>
                    <a:pt x="2355533" y="1539240"/>
                  </a:lnTo>
                  <a:lnTo>
                    <a:pt x="2356961" y="1538764"/>
                  </a:lnTo>
                  <a:lnTo>
                    <a:pt x="2359343" y="1537811"/>
                  </a:lnTo>
                  <a:lnTo>
                    <a:pt x="2368868" y="1539240"/>
                  </a:lnTo>
                  <a:lnTo>
                    <a:pt x="2371249" y="1541621"/>
                  </a:lnTo>
                  <a:lnTo>
                    <a:pt x="2372677" y="1542574"/>
                  </a:lnTo>
                  <a:lnTo>
                    <a:pt x="2374106" y="1544479"/>
                  </a:lnTo>
                  <a:lnTo>
                    <a:pt x="2376488" y="1545908"/>
                  </a:lnTo>
                  <a:lnTo>
                    <a:pt x="2381726" y="1545431"/>
                  </a:lnTo>
                  <a:lnTo>
                    <a:pt x="2383631" y="1544003"/>
                  </a:lnTo>
                  <a:lnTo>
                    <a:pt x="2387918" y="1541145"/>
                  </a:lnTo>
                  <a:lnTo>
                    <a:pt x="2389346" y="1537811"/>
                  </a:lnTo>
                  <a:lnTo>
                    <a:pt x="2391727" y="1536859"/>
                  </a:lnTo>
                  <a:lnTo>
                    <a:pt x="2394109" y="1536383"/>
                  </a:lnTo>
                  <a:lnTo>
                    <a:pt x="2396014" y="1536383"/>
                  </a:lnTo>
                  <a:lnTo>
                    <a:pt x="2398395" y="1536383"/>
                  </a:lnTo>
                  <a:lnTo>
                    <a:pt x="2401252" y="1534001"/>
                  </a:lnTo>
                  <a:lnTo>
                    <a:pt x="2403634" y="1533525"/>
                  </a:lnTo>
                  <a:lnTo>
                    <a:pt x="2406968" y="1530668"/>
                  </a:lnTo>
                  <a:lnTo>
                    <a:pt x="2407444" y="1529239"/>
                  </a:lnTo>
                  <a:lnTo>
                    <a:pt x="2409349" y="1525905"/>
                  </a:lnTo>
                  <a:lnTo>
                    <a:pt x="2410301" y="1524000"/>
                  </a:lnTo>
                  <a:lnTo>
                    <a:pt x="2411730" y="1520666"/>
                  </a:lnTo>
                  <a:lnTo>
                    <a:pt x="2412683" y="1515428"/>
                  </a:lnTo>
                  <a:lnTo>
                    <a:pt x="2413159" y="1512570"/>
                  </a:lnTo>
                  <a:lnTo>
                    <a:pt x="2412683" y="1510665"/>
                  </a:lnTo>
                  <a:lnTo>
                    <a:pt x="2410777" y="1509236"/>
                  </a:lnTo>
                  <a:lnTo>
                    <a:pt x="2408396" y="1508760"/>
                  </a:lnTo>
                  <a:lnTo>
                    <a:pt x="2406015" y="1507331"/>
                  </a:lnTo>
                  <a:lnTo>
                    <a:pt x="2404586" y="1505426"/>
                  </a:lnTo>
                  <a:lnTo>
                    <a:pt x="2403634" y="1503045"/>
                  </a:lnTo>
                  <a:lnTo>
                    <a:pt x="2402205" y="1500188"/>
                  </a:lnTo>
                  <a:lnTo>
                    <a:pt x="2402205" y="1497806"/>
                  </a:lnTo>
                  <a:lnTo>
                    <a:pt x="2401729" y="1496378"/>
                  </a:lnTo>
                  <a:lnTo>
                    <a:pt x="2400776" y="1494949"/>
                  </a:lnTo>
                  <a:lnTo>
                    <a:pt x="2398395" y="1492091"/>
                  </a:lnTo>
                  <a:lnTo>
                    <a:pt x="2397443" y="1490186"/>
                  </a:lnTo>
                  <a:lnTo>
                    <a:pt x="2397919" y="1487329"/>
                  </a:lnTo>
                  <a:lnTo>
                    <a:pt x="2400300" y="1482566"/>
                  </a:lnTo>
                  <a:lnTo>
                    <a:pt x="2400776" y="1480185"/>
                  </a:lnTo>
                  <a:lnTo>
                    <a:pt x="2400776" y="1478756"/>
                  </a:lnTo>
                  <a:lnTo>
                    <a:pt x="2400776" y="1477328"/>
                  </a:lnTo>
                  <a:lnTo>
                    <a:pt x="2401729" y="1473994"/>
                  </a:lnTo>
                  <a:lnTo>
                    <a:pt x="2403158" y="1473041"/>
                  </a:lnTo>
                  <a:lnTo>
                    <a:pt x="2404586" y="1469708"/>
                  </a:lnTo>
                  <a:lnTo>
                    <a:pt x="2406968" y="1468279"/>
                  </a:lnTo>
                  <a:lnTo>
                    <a:pt x="2409825" y="1467803"/>
                  </a:lnTo>
                  <a:lnTo>
                    <a:pt x="2410777" y="1467326"/>
                  </a:lnTo>
                  <a:lnTo>
                    <a:pt x="2411254" y="1463993"/>
                  </a:lnTo>
                  <a:lnTo>
                    <a:pt x="2412683" y="1461135"/>
                  </a:lnTo>
                  <a:lnTo>
                    <a:pt x="2413635" y="1459706"/>
                  </a:lnTo>
                  <a:lnTo>
                    <a:pt x="2415540" y="1457801"/>
                  </a:lnTo>
                  <a:lnTo>
                    <a:pt x="2425065" y="1453991"/>
                  </a:lnTo>
                  <a:lnTo>
                    <a:pt x="2429351" y="1449229"/>
                  </a:lnTo>
                  <a:lnTo>
                    <a:pt x="2430780" y="1446848"/>
                  </a:lnTo>
                  <a:lnTo>
                    <a:pt x="2432209" y="1441609"/>
                  </a:lnTo>
                  <a:lnTo>
                    <a:pt x="2433638" y="1439704"/>
                  </a:lnTo>
                  <a:lnTo>
                    <a:pt x="2436019" y="1440180"/>
                  </a:lnTo>
                  <a:lnTo>
                    <a:pt x="2438400" y="1443038"/>
                  </a:lnTo>
                  <a:lnTo>
                    <a:pt x="2440305" y="1443514"/>
                  </a:lnTo>
                  <a:lnTo>
                    <a:pt x="2443163" y="1444943"/>
                  </a:lnTo>
                  <a:lnTo>
                    <a:pt x="2451259" y="1448276"/>
                  </a:lnTo>
                  <a:lnTo>
                    <a:pt x="2455545" y="1449229"/>
                  </a:lnTo>
                  <a:lnTo>
                    <a:pt x="2458402" y="1449705"/>
                  </a:lnTo>
                  <a:lnTo>
                    <a:pt x="2461736" y="1450658"/>
                  </a:lnTo>
                  <a:lnTo>
                    <a:pt x="2464118" y="1452563"/>
                  </a:lnTo>
                  <a:lnTo>
                    <a:pt x="2468880" y="1455896"/>
                  </a:lnTo>
                  <a:lnTo>
                    <a:pt x="2472690" y="1456849"/>
                  </a:lnTo>
                  <a:lnTo>
                    <a:pt x="2479358" y="1456849"/>
                  </a:lnTo>
                  <a:lnTo>
                    <a:pt x="2487454" y="1457325"/>
                  </a:lnTo>
                  <a:lnTo>
                    <a:pt x="2489835" y="1457801"/>
                  </a:lnTo>
                  <a:lnTo>
                    <a:pt x="2495550" y="1460183"/>
                  </a:lnTo>
                  <a:lnTo>
                    <a:pt x="2502218" y="1462564"/>
                  </a:lnTo>
                  <a:lnTo>
                    <a:pt x="2508409" y="1464945"/>
                  </a:lnTo>
                  <a:lnTo>
                    <a:pt x="2513171" y="1466850"/>
                  </a:lnTo>
                  <a:lnTo>
                    <a:pt x="2516029" y="1468279"/>
                  </a:lnTo>
                  <a:lnTo>
                    <a:pt x="2518410" y="1469708"/>
                  </a:lnTo>
                  <a:lnTo>
                    <a:pt x="2521268" y="1468755"/>
                  </a:lnTo>
                  <a:lnTo>
                    <a:pt x="2525077" y="1468755"/>
                  </a:lnTo>
                  <a:lnTo>
                    <a:pt x="2533174" y="1470660"/>
                  </a:lnTo>
                  <a:lnTo>
                    <a:pt x="2538889" y="1472565"/>
                  </a:lnTo>
                  <a:lnTo>
                    <a:pt x="2543175" y="1473994"/>
                  </a:lnTo>
                  <a:lnTo>
                    <a:pt x="2544604" y="1475899"/>
                  </a:lnTo>
                  <a:lnTo>
                    <a:pt x="2545080" y="1478280"/>
                  </a:lnTo>
                  <a:lnTo>
                    <a:pt x="2544127" y="1480185"/>
                  </a:lnTo>
                  <a:lnTo>
                    <a:pt x="2544604" y="1484948"/>
                  </a:lnTo>
                  <a:lnTo>
                    <a:pt x="2546033" y="1487329"/>
                  </a:lnTo>
                  <a:lnTo>
                    <a:pt x="2546509" y="1490663"/>
                  </a:lnTo>
                  <a:lnTo>
                    <a:pt x="2546985" y="1493996"/>
                  </a:lnTo>
                  <a:lnTo>
                    <a:pt x="2546985" y="1497330"/>
                  </a:lnTo>
                  <a:lnTo>
                    <a:pt x="2547461" y="1499235"/>
                  </a:lnTo>
                  <a:lnTo>
                    <a:pt x="2548890" y="1500188"/>
                  </a:lnTo>
                  <a:lnTo>
                    <a:pt x="2550319" y="1502093"/>
                  </a:lnTo>
                  <a:lnTo>
                    <a:pt x="2549843" y="1504474"/>
                  </a:lnTo>
                  <a:lnTo>
                    <a:pt x="2549366" y="1505903"/>
                  </a:lnTo>
                  <a:lnTo>
                    <a:pt x="2549366" y="1508284"/>
                  </a:lnTo>
                  <a:lnTo>
                    <a:pt x="2550795" y="1510189"/>
                  </a:lnTo>
                  <a:lnTo>
                    <a:pt x="2553176" y="1510189"/>
                  </a:lnTo>
                  <a:lnTo>
                    <a:pt x="2555558" y="1510665"/>
                  </a:lnTo>
                  <a:lnTo>
                    <a:pt x="2557939" y="1513523"/>
                  </a:lnTo>
                  <a:lnTo>
                    <a:pt x="2562701" y="1516856"/>
                  </a:lnTo>
                  <a:lnTo>
                    <a:pt x="2565559" y="1517809"/>
                  </a:lnTo>
                  <a:lnTo>
                    <a:pt x="2568893" y="1519238"/>
                  </a:lnTo>
                  <a:lnTo>
                    <a:pt x="2574608" y="1520666"/>
                  </a:lnTo>
                  <a:lnTo>
                    <a:pt x="2578894" y="1521143"/>
                  </a:lnTo>
                  <a:lnTo>
                    <a:pt x="2581275" y="1522571"/>
                  </a:lnTo>
                  <a:lnTo>
                    <a:pt x="2583656" y="1525429"/>
                  </a:lnTo>
                  <a:lnTo>
                    <a:pt x="2587943" y="1525905"/>
                  </a:lnTo>
                  <a:lnTo>
                    <a:pt x="2590324" y="1526858"/>
                  </a:lnTo>
                  <a:lnTo>
                    <a:pt x="2595086" y="1527810"/>
                  </a:lnTo>
                  <a:lnTo>
                    <a:pt x="2597944" y="1527334"/>
                  </a:lnTo>
                  <a:lnTo>
                    <a:pt x="2600801" y="1526381"/>
                  </a:lnTo>
                  <a:lnTo>
                    <a:pt x="2602706" y="1526381"/>
                  </a:lnTo>
                  <a:lnTo>
                    <a:pt x="2606040" y="1527334"/>
                  </a:lnTo>
                  <a:lnTo>
                    <a:pt x="2610326" y="1527334"/>
                  </a:lnTo>
                  <a:lnTo>
                    <a:pt x="2613660" y="1526381"/>
                  </a:lnTo>
                  <a:lnTo>
                    <a:pt x="2616518" y="1524476"/>
                  </a:lnTo>
                  <a:lnTo>
                    <a:pt x="2619375" y="1522095"/>
                  </a:lnTo>
                  <a:lnTo>
                    <a:pt x="2623185" y="1520666"/>
                  </a:lnTo>
                  <a:lnTo>
                    <a:pt x="2627947" y="1520190"/>
                  </a:lnTo>
                  <a:lnTo>
                    <a:pt x="2630805" y="1518761"/>
                  </a:lnTo>
                  <a:lnTo>
                    <a:pt x="2640806" y="1517333"/>
                  </a:lnTo>
                  <a:lnTo>
                    <a:pt x="2644616" y="1516856"/>
                  </a:lnTo>
                  <a:lnTo>
                    <a:pt x="2647950" y="1514951"/>
                  </a:lnTo>
                  <a:lnTo>
                    <a:pt x="2650808" y="1513523"/>
                  </a:lnTo>
                  <a:lnTo>
                    <a:pt x="2654618" y="1513046"/>
                  </a:lnTo>
                  <a:lnTo>
                    <a:pt x="2659856" y="1514475"/>
                  </a:lnTo>
                  <a:lnTo>
                    <a:pt x="2665095" y="1515904"/>
                  </a:lnTo>
                  <a:lnTo>
                    <a:pt x="2671286" y="1515904"/>
                  </a:lnTo>
                  <a:lnTo>
                    <a:pt x="2675572" y="1517809"/>
                  </a:lnTo>
                  <a:lnTo>
                    <a:pt x="2678430" y="1519238"/>
                  </a:lnTo>
                  <a:lnTo>
                    <a:pt x="2683193" y="1520666"/>
                  </a:lnTo>
                  <a:lnTo>
                    <a:pt x="2687955" y="1520190"/>
                  </a:lnTo>
                  <a:lnTo>
                    <a:pt x="2695099" y="1519714"/>
                  </a:lnTo>
                  <a:lnTo>
                    <a:pt x="2699861" y="1520190"/>
                  </a:lnTo>
                  <a:lnTo>
                    <a:pt x="2704624" y="1523048"/>
                  </a:lnTo>
                  <a:lnTo>
                    <a:pt x="2707481" y="1525429"/>
                  </a:lnTo>
                  <a:lnTo>
                    <a:pt x="2710815" y="1530191"/>
                  </a:lnTo>
                  <a:lnTo>
                    <a:pt x="2714625" y="1532573"/>
                  </a:lnTo>
                  <a:lnTo>
                    <a:pt x="2717483" y="1534478"/>
                  </a:lnTo>
                  <a:lnTo>
                    <a:pt x="2721293" y="1534478"/>
                  </a:lnTo>
                  <a:lnTo>
                    <a:pt x="2730818" y="1534954"/>
                  </a:lnTo>
                  <a:lnTo>
                    <a:pt x="2736533" y="1535906"/>
                  </a:lnTo>
                  <a:lnTo>
                    <a:pt x="2740819" y="1536383"/>
                  </a:lnTo>
                  <a:lnTo>
                    <a:pt x="2741771" y="1537335"/>
                  </a:lnTo>
                  <a:lnTo>
                    <a:pt x="2741295" y="1540669"/>
                  </a:lnTo>
                  <a:lnTo>
                    <a:pt x="2741295" y="1545431"/>
                  </a:lnTo>
                  <a:lnTo>
                    <a:pt x="2741295" y="1547813"/>
                  </a:lnTo>
                  <a:lnTo>
                    <a:pt x="2742247" y="1549241"/>
                  </a:lnTo>
                  <a:lnTo>
                    <a:pt x="2744152" y="1549718"/>
                  </a:lnTo>
                  <a:lnTo>
                    <a:pt x="2744629" y="1552099"/>
                  </a:lnTo>
                  <a:lnTo>
                    <a:pt x="2747010" y="1553051"/>
                  </a:lnTo>
                  <a:lnTo>
                    <a:pt x="2750820" y="1554956"/>
                  </a:lnTo>
                  <a:lnTo>
                    <a:pt x="2757488" y="1560671"/>
                  </a:lnTo>
                  <a:lnTo>
                    <a:pt x="2761297" y="1563053"/>
                  </a:lnTo>
                  <a:lnTo>
                    <a:pt x="2764631" y="1563529"/>
                  </a:lnTo>
                  <a:lnTo>
                    <a:pt x="2768441" y="1563053"/>
                  </a:lnTo>
                  <a:lnTo>
                    <a:pt x="2775109" y="1563053"/>
                  </a:lnTo>
                  <a:lnTo>
                    <a:pt x="2785586" y="1563053"/>
                  </a:lnTo>
                  <a:lnTo>
                    <a:pt x="2793206" y="1564958"/>
                  </a:lnTo>
                  <a:lnTo>
                    <a:pt x="2795588" y="1565910"/>
                  </a:lnTo>
                  <a:lnTo>
                    <a:pt x="2803208" y="1567339"/>
                  </a:lnTo>
                  <a:lnTo>
                    <a:pt x="2811304" y="1568768"/>
                  </a:lnTo>
                  <a:lnTo>
                    <a:pt x="2818447" y="1570196"/>
                  </a:lnTo>
                  <a:lnTo>
                    <a:pt x="2822734" y="1568291"/>
                  </a:lnTo>
                  <a:lnTo>
                    <a:pt x="2826068" y="1568291"/>
                  </a:lnTo>
                  <a:lnTo>
                    <a:pt x="2829877" y="1569720"/>
                  </a:lnTo>
                  <a:lnTo>
                    <a:pt x="2833211" y="1571625"/>
                  </a:lnTo>
                  <a:lnTo>
                    <a:pt x="2835593" y="1571625"/>
                  </a:lnTo>
                  <a:lnTo>
                    <a:pt x="2839879" y="1570673"/>
                  </a:lnTo>
                  <a:lnTo>
                    <a:pt x="2852738" y="1564481"/>
                  </a:lnTo>
                  <a:lnTo>
                    <a:pt x="2857024" y="1562100"/>
                  </a:lnTo>
                  <a:lnTo>
                    <a:pt x="2860358" y="1563053"/>
                  </a:lnTo>
                  <a:lnTo>
                    <a:pt x="2863215" y="1562100"/>
                  </a:lnTo>
                  <a:lnTo>
                    <a:pt x="2865120" y="1561624"/>
                  </a:lnTo>
                  <a:lnTo>
                    <a:pt x="2870835" y="1560671"/>
                  </a:lnTo>
                  <a:lnTo>
                    <a:pt x="2874169" y="1560195"/>
                  </a:lnTo>
                  <a:lnTo>
                    <a:pt x="2877502" y="1559719"/>
                  </a:lnTo>
                  <a:lnTo>
                    <a:pt x="2882265" y="1559243"/>
                  </a:lnTo>
                  <a:lnTo>
                    <a:pt x="2892266" y="1555433"/>
                  </a:lnTo>
                  <a:lnTo>
                    <a:pt x="2896552" y="1554480"/>
                  </a:lnTo>
                  <a:lnTo>
                    <a:pt x="2903220" y="1555909"/>
                  </a:lnTo>
                  <a:lnTo>
                    <a:pt x="2907030" y="1554956"/>
                  </a:lnTo>
                  <a:lnTo>
                    <a:pt x="2910840" y="1553051"/>
                  </a:lnTo>
                  <a:lnTo>
                    <a:pt x="2915602" y="1551146"/>
                  </a:lnTo>
                  <a:lnTo>
                    <a:pt x="2917031" y="1547336"/>
                  </a:lnTo>
                  <a:lnTo>
                    <a:pt x="2919413" y="1543050"/>
                  </a:lnTo>
                  <a:lnTo>
                    <a:pt x="2924651" y="1539716"/>
                  </a:lnTo>
                  <a:lnTo>
                    <a:pt x="2928938" y="1536383"/>
                  </a:lnTo>
                  <a:lnTo>
                    <a:pt x="2933224" y="1533525"/>
                  </a:lnTo>
                  <a:lnTo>
                    <a:pt x="2938463" y="1531144"/>
                  </a:lnTo>
                  <a:lnTo>
                    <a:pt x="2943701" y="1529715"/>
                  </a:lnTo>
                  <a:lnTo>
                    <a:pt x="2949893" y="1524953"/>
                  </a:lnTo>
                  <a:lnTo>
                    <a:pt x="2955131" y="1522571"/>
                  </a:lnTo>
                  <a:lnTo>
                    <a:pt x="2957989" y="1522095"/>
                  </a:lnTo>
                  <a:lnTo>
                    <a:pt x="2960846" y="1522571"/>
                  </a:lnTo>
                  <a:lnTo>
                    <a:pt x="2966561" y="1523524"/>
                  </a:lnTo>
                  <a:lnTo>
                    <a:pt x="2970847" y="1523048"/>
                  </a:lnTo>
                  <a:lnTo>
                    <a:pt x="2973229" y="1523524"/>
                  </a:lnTo>
                  <a:lnTo>
                    <a:pt x="2977515" y="1525905"/>
                  </a:lnTo>
                  <a:lnTo>
                    <a:pt x="2981801" y="1527810"/>
                  </a:lnTo>
                  <a:lnTo>
                    <a:pt x="2985135" y="1531620"/>
                  </a:lnTo>
                  <a:lnTo>
                    <a:pt x="2990850" y="1536383"/>
                  </a:lnTo>
                  <a:lnTo>
                    <a:pt x="2994184" y="1537811"/>
                  </a:lnTo>
                  <a:lnTo>
                    <a:pt x="2996565" y="1538764"/>
                  </a:lnTo>
                  <a:lnTo>
                    <a:pt x="3001804" y="1539240"/>
                  </a:lnTo>
                  <a:lnTo>
                    <a:pt x="3006090" y="1539240"/>
                  </a:lnTo>
                  <a:lnTo>
                    <a:pt x="3008947" y="1538288"/>
                  </a:lnTo>
                  <a:lnTo>
                    <a:pt x="3013234" y="1536383"/>
                  </a:lnTo>
                  <a:lnTo>
                    <a:pt x="3020377" y="1533525"/>
                  </a:lnTo>
                  <a:lnTo>
                    <a:pt x="3023235" y="1533525"/>
                  </a:lnTo>
                  <a:lnTo>
                    <a:pt x="3027521" y="1534954"/>
                  </a:lnTo>
                  <a:lnTo>
                    <a:pt x="3034665" y="1537335"/>
                  </a:lnTo>
                  <a:lnTo>
                    <a:pt x="3037046" y="1539240"/>
                  </a:lnTo>
                  <a:lnTo>
                    <a:pt x="3038951" y="1541621"/>
                  </a:lnTo>
                  <a:lnTo>
                    <a:pt x="3046095" y="1545431"/>
                  </a:lnTo>
                  <a:lnTo>
                    <a:pt x="3050381" y="1547336"/>
                  </a:lnTo>
                  <a:lnTo>
                    <a:pt x="3058001" y="1550670"/>
                  </a:lnTo>
                  <a:lnTo>
                    <a:pt x="3066097" y="1551146"/>
                  </a:lnTo>
                  <a:lnTo>
                    <a:pt x="3073718" y="1554480"/>
                  </a:lnTo>
                  <a:lnTo>
                    <a:pt x="3077527" y="1555433"/>
                  </a:lnTo>
                  <a:lnTo>
                    <a:pt x="3079433" y="1555433"/>
                  </a:lnTo>
                  <a:lnTo>
                    <a:pt x="3090386" y="1547336"/>
                  </a:lnTo>
                  <a:lnTo>
                    <a:pt x="3098959" y="1540669"/>
                  </a:lnTo>
                  <a:lnTo>
                    <a:pt x="3109436" y="1535906"/>
                  </a:lnTo>
                  <a:lnTo>
                    <a:pt x="3117056" y="1534954"/>
                  </a:lnTo>
                  <a:lnTo>
                    <a:pt x="3122772" y="1533525"/>
                  </a:lnTo>
                  <a:lnTo>
                    <a:pt x="3126581" y="1531144"/>
                  </a:lnTo>
                  <a:lnTo>
                    <a:pt x="3128962" y="1527334"/>
                  </a:lnTo>
                  <a:lnTo>
                    <a:pt x="3129439" y="1521619"/>
                  </a:lnTo>
                  <a:lnTo>
                    <a:pt x="3128010" y="1518285"/>
                  </a:lnTo>
                  <a:lnTo>
                    <a:pt x="3124200" y="1517333"/>
                  </a:lnTo>
                  <a:lnTo>
                    <a:pt x="3123247" y="1515904"/>
                  </a:lnTo>
                  <a:lnTo>
                    <a:pt x="3125153" y="1514951"/>
                  </a:lnTo>
                  <a:lnTo>
                    <a:pt x="3126581" y="1512570"/>
                  </a:lnTo>
                  <a:lnTo>
                    <a:pt x="3127534" y="1509236"/>
                  </a:lnTo>
                  <a:lnTo>
                    <a:pt x="3129439" y="1505903"/>
                  </a:lnTo>
                  <a:lnTo>
                    <a:pt x="3132772" y="1503045"/>
                  </a:lnTo>
                  <a:lnTo>
                    <a:pt x="3134678" y="1499711"/>
                  </a:lnTo>
                  <a:lnTo>
                    <a:pt x="3135154" y="1495901"/>
                  </a:lnTo>
                  <a:lnTo>
                    <a:pt x="3137535" y="1492091"/>
                  </a:lnTo>
                  <a:lnTo>
                    <a:pt x="3141345" y="1488281"/>
                  </a:lnTo>
                  <a:lnTo>
                    <a:pt x="3143250" y="1484948"/>
                  </a:lnTo>
                  <a:lnTo>
                    <a:pt x="3143726" y="1481614"/>
                  </a:lnTo>
                  <a:lnTo>
                    <a:pt x="3145631" y="1477804"/>
                  </a:lnTo>
                  <a:lnTo>
                    <a:pt x="3150870" y="1470660"/>
                  </a:lnTo>
                  <a:lnTo>
                    <a:pt x="3154204" y="1463040"/>
                  </a:lnTo>
                  <a:lnTo>
                    <a:pt x="3159918" y="1457325"/>
                  </a:lnTo>
                  <a:lnTo>
                    <a:pt x="3169443" y="1451610"/>
                  </a:lnTo>
                  <a:lnTo>
                    <a:pt x="3175159" y="1445895"/>
                  </a:lnTo>
                  <a:lnTo>
                    <a:pt x="3177540" y="1440656"/>
                  </a:lnTo>
                  <a:lnTo>
                    <a:pt x="3177064" y="1435418"/>
                  </a:lnTo>
                  <a:lnTo>
                    <a:pt x="3174683" y="1431131"/>
                  </a:lnTo>
                  <a:lnTo>
                    <a:pt x="3174206" y="1426845"/>
                  </a:lnTo>
                  <a:lnTo>
                    <a:pt x="3175635" y="1422559"/>
                  </a:lnTo>
                  <a:lnTo>
                    <a:pt x="3174206" y="1419225"/>
                  </a:lnTo>
                  <a:lnTo>
                    <a:pt x="3169443" y="1416844"/>
                  </a:lnTo>
                  <a:lnTo>
                    <a:pt x="3164205" y="1416368"/>
                  </a:lnTo>
                  <a:lnTo>
                    <a:pt x="3157537" y="1417320"/>
                  </a:lnTo>
                  <a:lnTo>
                    <a:pt x="3154204" y="1416368"/>
                  </a:lnTo>
                  <a:lnTo>
                    <a:pt x="3153251" y="1412081"/>
                  </a:lnTo>
                  <a:lnTo>
                    <a:pt x="3155156" y="1409224"/>
                  </a:lnTo>
                  <a:lnTo>
                    <a:pt x="3159443" y="1406843"/>
                  </a:lnTo>
                  <a:lnTo>
                    <a:pt x="3166110" y="1400651"/>
                  </a:lnTo>
                  <a:lnTo>
                    <a:pt x="3175635" y="1391603"/>
                  </a:lnTo>
                  <a:lnTo>
                    <a:pt x="3185160" y="1386364"/>
                  </a:lnTo>
                  <a:lnTo>
                    <a:pt x="3199447" y="1384935"/>
                  </a:lnTo>
                  <a:lnTo>
                    <a:pt x="3211354" y="1381601"/>
                  </a:lnTo>
                  <a:lnTo>
                    <a:pt x="3222784" y="1378744"/>
                  </a:lnTo>
                  <a:lnTo>
                    <a:pt x="3231356" y="1377315"/>
                  </a:lnTo>
                  <a:lnTo>
                    <a:pt x="3232785" y="1378268"/>
                  </a:lnTo>
                  <a:lnTo>
                    <a:pt x="3237547" y="1378268"/>
                  </a:lnTo>
                  <a:lnTo>
                    <a:pt x="3245168" y="1377791"/>
                  </a:lnTo>
                  <a:lnTo>
                    <a:pt x="3252311" y="1376363"/>
                  </a:lnTo>
                  <a:lnTo>
                    <a:pt x="3258979" y="1374458"/>
                  </a:lnTo>
                  <a:lnTo>
                    <a:pt x="3264218" y="1373981"/>
                  </a:lnTo>
                  <a:lnTo>
                    <a:pt x="3268504" y="1374934"/>
                  </a:lnTo>
                  <a:lnTo>
                    <a:pt x="3270409" y="1374934"/>
                  </a:lnTo>
                  <a:lnTo>
                    <a:pt x="3272314" y="1375410"/>
                  </a:lnTo>
                  <a:lnTo>
                    <a:pt x="3272790" y="1375410"/>
                  </a:lnTo>
                  <a:lnTo>
                    <a:pt x="3274695" y="1374458"/>
                  </a:lnTo>
                  <a:lnTo>
                    <a:pt x="3278981" y="1375886"/>
                  </a:lnTo>
                  <a:lnTo>
                    <a:pt x="3287554" y="1380649"/>
                  </a:lnTo>
                  <a:lnTo>
                    <a:pt x="3293268" y="1383030"/>
                  </a:lnTo>
                  <a:lnTo>
                    <a:pt x="3295650" y="1382554"/>
                  </a:lnTo>
                  <a:lnTo>
                    <a:pt x="3298031" y="1383983"/>
                  </a:lnTo>
                  <a:lnTo>
                    <a:pt x="3300412" y="1386840"/>
                  </a:lnTo>
                  <a:lnTo>
                    <a:pt x="3303747" y="1388745"/>
                  </a:lnTo>
                  <a:lnTo>
                    <a:pt x="3309937" y="1389698"/>
                  </a:lnTo>
                  <a:lnTo>
                    <a:pt x="3315653" y="1393508"/>
                  </a:lnTo>
                  <a:lnTo>
                    <a:pt x="3318034" y="1393508"/>
                  </a:lnTo>
                  <a:lnTo>
                    <a:pt x="3318986" y="1391603"/>
                  </a:lnTo>
                  <a:lnTo>
                    <a:pt x="3320891" y="1390174"/>
                  </a:lnTo>
                  <a:lnTo>
                    <a:pt x="3324701" y="1390174"/>
                  </a:lnTo>
                  <a:lnTo>
                    <a:pt x="3329464" y="1391603"/>
                  </a:lnTo>
                  <a:lnTo>
                    <a:pt x="3336131" y="1395413"/>
                  </a:lnTo>
                  <a:lnTo>
                    <a:pt x="3340418" y="1397318"/>
                  </a:lnTo>
                  <a:lnTo>
                    <a:pt x="3342322" y="1396841"/>
                  </a:lnTo>
                  <a:lnTo>
                    <a:pt x="3344228" y="1397318"/>
                  </a:lnTo>
                  <a:lnTo>
                    <a:pt x="3345656" y="1399223"/>
                  </a:lnTo>
                  <a:lnTo>
                    <a:pt x="3345656" y="1401604"/>
                  </a:lnTo>
                  <a:lnTo>
                    <a:pt x="3345180" y="1402556"/>
                  </a:lnTo>
                  <a:lnTo>
                    <a:pt x="3346609" y="1404461"/>
                  </a:lnTo>
                  <a:lnTo>
                    <a:pt x="3348514" y="1404461"/>
                  </a:lnTo>
                  <a:lnTo>
                    <a:pt x="3351847" y="1405414"/>
                  </a:lnTo>
                  <a:lnTo>
                    <a:pt x="3354229" y="1408748"/>
                  </a:lnTo>
                  <a:lnTo>
                    <a:pt x="3356134" y="1410176"/>
                  </a:lnTo>
                  <a:lnTo>
                    <a:pt x="3357562" y="1411129"/>
                  </a:lnTo>
                  <a:lnTo>
                    <a:pt x="3358039" y="1412558"/>
                  </a:lnTo>
                  <a:lnTo>
                    <a:pt x="3358039" y="1413510"/>
                  </a:lnTo>
                  <a:lnTo>
                    <a:pt x="3357562" y="1414463"/>
                  </a:lnTo>
                  <a:lnTo>
                    <a:pt x="3356610" y="1415891"/>
                  </a:lnTo>
                  <a:lnTo>
                    <a:pt x="3356610" y="1417320"/>
                  </a:lnTo>
                  <a:lnTo>
                    <a:pt x="3357562" y="1418749"/>
                  </a:lnTo>
                  <a:lnTo>
                    <a:pt x="3361372" y="1420178"/>
                  </a:lnTo>
                  <a:lnTo>
                    <a:pt x="3362801" y="1421130"/>
                  </a:lnTo>
                  <a:lnTo>
                    <a:pt x="3362801" y="1423035"/>
                  </a:lnTo>
                  <a:lnTo>
                    <a:pt x="3364230" y="1424940"/>
                  </a:lnTo>
                  <a:lnTo>
                    <a:pt x="3366611" y="1426845"/>
                  </a:lnTo>
                  <a:lnTo>
                    <a:pt x="3367564" y="1428274"/>
                  </a:lnTo>
                  <a:lnTo>
                    <a:pt x="3367087" y="1429703"/>
                  </a:lnTo>
                  <a:lnTo>
                    <a:pt x="3367564" y="1431131"/>
                  </a:lnTo>
                  <a:lnTo>
                    <a:pt x="3368993" y="1432084"/>
                  </a:lnTo>
                  <a:lnTo>
                    <a:pt x="3369468" y="1434941"/>
                  </a:lnTo>
                  <a:lnTo>
                    <a:pt x="3369468" y="1436846"/>
                  </a:lnTo>
                  <a:lnTo>
                    <a:pt x="3371374" y="1439228"/>
                  </a:lnTo>
                  <a:lnTo>
                    <a:pt x="3371850" y="1443514"/>
                  </a:lnTo>
                  <a:lnTo>
                    <a:pt x="3373279" y="1448276"/>
                  </a:lnTo>
                  <a:lnTo>
                    <a:pt x="3378041" y="1454944"/>
                  </a:lnTo>
                  <a:lnTo>
                    <a:pt x="3379947" y="1458278"/>
                  </a:lnTo>
                  <a:lnTo>
                    <a:pt x="3379470" y="1462564"/>
                  </a:lnTo>
                  <a:lnTo>
                    <a:pt x="3379947" y="1464469"/>
                  </a:lnTo>
                  <a:lnTo>
                    <a:pt x="3382328" y="1465421"/>
                  </a:lnTo>
                  <a:lnTo>
                    <a:pt x="3383280" y="1467326"/>
                  </a:lnTo>
                  <a:lnTo>
                    <a:pt x="3383280" y="1469708"/>
                  </a:lnTo>
                  <a:lnTo>
                    <a:pt x="3384233" y="1471136"/>
                  </a:lnTo>
                  <a:lnTo>
                    <a:pt x="3384709" y="1473041"/>
                  </a:lnTo>
                  <a:lnTo>
                    <a:pt x="3384233" y="1475423"/>
                  </a:lnTo>
                  <a:lnTo>
                    <a:pt x="3385185" y="1478280"/>
                  </a:lnTo>
                  <a:lnTo>
                    <a:pt x="3386137" y="1479233"/>
                  </a:lnTo>
                  <a:lnTo>
                    <a:pt x="3387090" y="1482090"/>
                  </a:lnTo>
                  <a:lnTo>
                    <a:pt x="3387566" y="1485424"/>
                  </a:lnTo>
                  <a:lnTo>
                    <a:pt x="3390900" y="1490186"/>
                  </a:lnTo>
                  <a:lnTo>
                    <a:pt x="3396615" y="1497330"/>
                  </a:lnTo>
                  <a:lnTo>
                    <a:pt x="3400425" y="1502569"/>
                  </a:lnTo>
                  <a:lnTo>
                    <a:pt x="3401854" y="1506379"/>
                  </a:lnTo>
                  <a:lnTo>
                    <a:pt x="3401854" y="1509713"/>
                  </a:lnTo>
                  <a:lnTo>
                    <a:pt x="3400425" y="1512094"/>
                  </a:lnTo>
                  <a:lnTo>
                    <a:pt x="3400425" y="1513999"/>
                  </a:lnTo>
                  <a:lnTo>
                    <a:pt x="3401378" y="1514951"/>
                  </a:lnTo>
                  <a:lnTo>
                    <a:pt x="3401854" y="1516856"/>
                  </a:lnTo>
                  <a:lnTo>
                    <a:pt x="3401378" y="1518761"/>
                  </a:lnTo>
                  <a:lnTo>
                    <a:pt x="3403283" y="1520666"/>
                  </a:lnTo>
                  <a:lnTo>
                    <a:pt x="3409950" y="1524953"/>
                  </a:lnTo>
                  <a:lnTo>
                    <a:pt x="3407568" y="1530668"/>
                  </a:lnTo>
                  <a:lnTo>
                    <a:pt x="3406616" y="1534954"/>
                  </a:lnTo>
                  <a:lnTo>
                    <a:pt x="3407093" y="1539716"/>
                  </a:lnTo>
                  <a:lnTo>
                    <a:pt x="3408522" y="1542574"/>
                  </a:lnTo>
                  <a:lnTo>
                    <a:pt x="3411855" y="1544479"/>
                  </a:lnTo>
                  <a:lnTo>
                    <a:pt x="3413284" y="1546384"/>
                  </a:lnTo>
                  <a:lnTo>
                    <a:pt x="3414236" y="1548289"/>
                  </a:lnTo>
                  <a:lnTo>
                    <a:pt x="3417570" y="1550670"/>
                  </a:lnTo>
                  <a:lnTo>
                    <a:pt x="3424237" y="1553051"/>
                  </a:lnTo>
                  <a:lnTo>
                    <a:pt x="3431858" y="1553528"/>
                  </a:lnTo>
                  <a:lnTo>
                    <a:pt x="3441859" y="1552099"/>
                  </a:lnTo>
                  <a:lnTo>
                    <a:pt x="3448050" y="1551623"/>
                  </a:lnTo>
                  <a:lnTo>
                    <a:pt x="3449955" y="1552575"/>
                  </a:lnTo>
                  <a:lnTo>
                    <a:pt x="3450908" y="1554004"/>
                  </a:lnTo>
                  <a:lnTo>
                    <a:pt x="3450431" y="1556385"/>
                  </a:lnTo>
                  <a:lnTo>
                    <a:pt x="3451860" y="1557814"/>
                  </a:lnTo>
                  <a:lnTo>
                    <a:pt x="3456147" y="1558290"/>
                  </a:lnTo>
                  <a:lnTo>
                    <a:pt x="3458528" y="1559719"/>
                  </a:lnTo>
                  <a:lnTo>
                    <a:pt x="3460433" y="1561624"/>
                  </a:lnTo>
                  <a:lnTo>
                    <a:pt x="3462337" y="1562100"/>
                  </a:lnTo>
                  <a:lnTo>
                    <a:pt x="3464243" y="1561148"/>
                  </a:lnTo>
                  <a:lnTo>
                    <a:pt x="3466624" y="1561148"/>
                  </a:lnTo>
                  <a:lnTo>
                    <a:pt x="3468529" y="1562576"/>
                  </a:lnTo>
                  <a:lnTo>
                    <a:pt x="3469958" y="1562100"/>
                  </a:lnTo>
                  <a:lnTo>
                    <a:pt x="3470910" y="1560671"/>
                  </a:lnTo>
                  <a:lnTo>
                    <a:pt x="3472815" y="1560671"/>
                  </a:lnTo>
                  <a:lnTo>
                    <a:pt x="3475197" y="1560671"/>
                  </a:lnTo>
                  <a:lnTo>
                    <a:pt x="3476149" y="1563529"/>
                  </a:lnTo>
                  <a:lnTo>
                    <a:pt x="3478054" y="1565434"/>
                  </a:lnTo>
                  <a:lnTo>
                    <a:pt x="3480911" y="1565910"/>
                  </a:lnTo>
                  <a:lnTo>
                    <a:pt x="3485197" y="1569244"/>
                  </a:lnTo>
                  <a:lnTo>
                    <a:pt x="3493293" y="1579245"/>
                  </a:lnTo>
                  <a:lnTo>
                    <a:pt x="3498533" y="1582579"/>
                  </a:lnTo>
                  <a:lnTo>
                    <a:pt x="3504247" y="1583531"/>
                  </a:lnTo>
                  <a:lnTo>
                    <a:pt x="3510915" y="1584008"/>
                  </a:lnTo>
                  <a:lnTo>
                    <a:pt x="3513297" y="1587818"/>
                  </a:lnTo>
                  <a:lnTo>
                    <a:pt x="3511391" y="1591628"/>
                  </a:lnTo>
                  <a:lnTo>
                    <a:pt x="3510915" y="1594961"/>
                  </a:lnTo>
                  <a:lnTo>
                    <a:pt x="3512343" y="1596390"/>
                  </a:lnTo>
                  <a:lnTo>
                    <a:pt x="3514725" y="1600200"/>
                  </a:lnTo>
                  <a:lnTo>
                    <a:pt x="3517583" y="1602581"/>
                  </a:lnTo>
                  <a:lnTo>
                    <a:pt x="3518059" y="1604486"/>
                  </a:lnTo>
                  <a:lnTo>
                    <a:pt x="3519487" y="1606391"/>
                  </a:lnTo>
                  <a:lnTo>
                    <a:pt x="3519011" y="1610201"/>
                  </a:lnTo>
                  <a:lnTo>
                    <a:pt x="3516154" y="1615440"/>
                  </a:lnTo>
                  <a:lnTo>
                    <a:pt x="3517106" y="1620203"/>
                  </a:lnTo>
                  <a:lnTo>
                    <a:pt x="3520916" y="1624013"/>
                  </a:lnTo>
                  <a:lnTo>
                    <a:pt x="3523297" y="1627823"/>
                  </a:lnTo>
                  <a:lnTo>
                    <a:pt x="3523774" y="1631633"/>
                  </a:lnTo>
                  <a:lnTo>
                    <a:pt x="3524726" y="1633538"/>
                  </a:lnTo>
                  <a:lnTo>
                    <a:pt x="3526155" y="1634490"/>
                  </a:lnTo>
                  <a:lnTo>
                    <a:pt x="3530441" y="1634014"/>
                  </a:lnTo>
                  <a:lnTo>
                    <a:pt x="3537109" y="1633061"/>
                  </a:lnTo>
                  <a:lnTo>
                    <a:pt x="3541872" y="1633061"/>
                  </a:lnTo>
                  <a:lnTo>
                    <a:pt x="3545205" y="1634966"/>
                  </a:lnTo>
                  <a:lnTo>
                    <a:pt x="3552825" y="1634966"/>
                  </a:lnTo>
                  <a:lnTo>
                    <a:pt x="3565208" y="1633061"/>
                  </a:lnTo>
                  <a:lnTo>
                    <a:pt x="3572828" y="1632585"/>
                  </a:lnTo>
                  <a:lnTo>
                    <a:pt x="3576161" y="1633538"/>
                  </a:lnTo>
                  <a:lnTo>
                    <a:pt x="3579018" y="1631156"/>
                  </a:lnTo>
                  <a:lnTo>
                    <a:pt x="3581876" y="1625918"/>
                  </a:lnTo>
                  <a:lnTo>
                    <a:pt x="3584258" y="1623536"/>
                  </a:lnTo>
                  <a:lnTo>
                    <a:pt x="3586639" y="1623536"/>
                  </a:lnTo>
                  <a:lnTo>
                    <a:pt x="3589972" y="1622108"/>
                  </a:lnTo>
                  <a:lnTo>
                    <a:pt x="3594735" y="1618298"/>
                  </a:lnTo>
                  <a:lnTo>
                    <a:pt x="3599022" y="1616393"/>
                  </a:lnTo>
                  <a:lnTo>
                    <a:pt x="3604260" y="1616869"/>
                  </a:lnTo>
                  <a:lnTo>
                    <a:pt x="3609975" y="1616869"/>
                  </a:lnTo>
                  <a:lnTo>
                    <a:pt x="3613785" y="1615440"/>
                  </a:lnTo>
                  <a:lnTo>
                    <a:pt x="3617118" y="1612106"/>
                  </a:lnTo>
                  <a:lnTo>
                    <a:pt x="3622834" y="1609249"/>
                  </a:lnTo>
                  <a:lnTo>
                    <a:pt x="3635216" y="1605439"/>
                  </a:lnTo>
                  <a:lnTo>
                    <a:pt x="3638074" y="1604963"/>
                  </a:lnTo>
                  <a:lnTo>
                    <a:pt x="3639503" y="1605439"/>
                  </a:lnTo>
                  <a:lnTo>
                    <a:pt x="3643789" y="1605915"/>
                  </a:lnTo>
                  <a:lnTo>
                    <a:pt x="3647122" y="1607344"/>
                  </a:lnTo>
                  <a:lnTo>
                    <a:pt x="3650933" y="1610201"/>
                  </a:lnTo>
                  <a:lnTo>
                    <a:pt x="3651409" y="1612106"/>
                  </a:lnTo>
                  <a:lnTo>
                    <a:pt x="3650933" y="1614488"/>
                  </a:lnTo>
                  <a:lnTo>
                    <a:pt x="3649980" y="1615916"/>
                  </a:lnTo>
                  <a:lnTo>
                    <a:pt x="3648551" y="1617345"/>
                  </a:lnTo>
                  <a:lnTo>
                    <a:pt x="3647599" y="1620203"/>
                  </a:lnTo>
                  <a:lnTo>
                    <a:pt x="3648075" y="1622108"/>
                  </a:lnTo>
                  <a:lnTo>
                    <a:pt x="3650456" y="1626394"/>
                  </a:lnTo>
                  <a:lnTo>
                    <a:pt x="3651885" y="1629728"/>
                  </a:lnTo>
                  <a:lnTo>
                    <a:pt x="3653790" y="1633538"/>
                  </a:lnTo>
                  <a:lnTo>
                    <a:pt x="3652837" y="1634490"/>
                  </a:lnTo>
                  <a:lnTo>
                    <a:pt x="3651885" y="1637348"/>
                  </a:lnTo>
                  <a:lnTo>
                    <a:pt x="3648551" y="1641634"/>
                  </a:lnTo>
                  <a:lnTo>
                    <a:pt x="3646647" y="1643063"/>
                  </a:lnTo>
                  <a:lnTo>
                    <a:pt x="3644741" y="1644968"/>
                  </a:lnTo>
                  <a:lnTo>
                    <a:pt x="3640931" y="1645444"/>
                  </a:lnTo>
                  <a:lnTo>
                    <a:pt x="3639503" y="1645444"/>
                  </a:lnTo>
                  <a:lnTo>
                    <a:pt x="3638074" y="1646396"/>
                  </a:lnTo>
                  <a:lnTo>
                    <a:pt x="3637122" y="1647825"/>
                  </a:lnTo>
                  <a:lnTo>
                    <a:pt x="3635693" y="1648778"/>
                  </a:lnTo>
                  <a:lnTo>
                    <a:pt x="3633787" y="1651159"/>
                  </a:lnTo>
                  <a:lnTo>
                    <a:pt x="3633787" y="1653064"/>
                  </a:lnTo>
                  <a:lnTo>
                    <a:pt x="3634740" y="1655445"/>
                  </a:lnTo>
                  <a:lnTo>
                    <a:pt x="3635216" y="1658303"/>
                  </a:lnTo>
                  <a:lnTo>
                    <a:pt x="3632835" y="1661160"/>
                  </a:lnTo>
                  <a:lnTo>
                    <a:pt x="3630930" y="1664970"/>
                  </a:lnTo>
                  <a:lnTo>
                    <a:pt x="3630454" y="1665923"/>
                  </a:lnTo>
                  <a:lnTo>
                    <a:pt x="3629501" y="1668780"/>
                  </a:lnTo>
                  <a:lnTo>
                    <a:pt x="3629501" y="1670209"/>
                  </a:lnTo>
                  <a:lnTo>
                    <a:pt x="3629025" y="1675924"/>
                  </a:lnTo>
                  <a:lnTo>
                    <a:pt x="3626643" y="1680210"/>
                  </a:lnTo>
                  <a:lnTo>
                    <a:pt x="3623786" y="1684973"/>
                  </a:lnTo>
                  <a:lnTo>
                    <a:pt x="3624262" y="1688306"/>
                  </a:lnTo>
                  <a:lnTo>
                    <a:pt x="3624739" y="1690688"/>
                  </a:lnTo>
                  <a:lnTo>
                    <a:pt x="3624262" y="1692116"/>
                  </a:lnTo>
                  <a:lnTo>
                    <a:pt x="3623786" y="1693069"/>
                  </a:lnTo>
                  <a:lnTo>
                    <a:pt x="3623310" y="1695926"/>
                  </a:lnTo>
                  <a:lnTo>
                    <a:pt x="3622358" y="1696879"/>
                  </a:lnTo>
                  <a:lnTo>
                    <a:pt x="3619500" y="1698308"/>
                  </a:lnTo>
                  <a:lnTo>
                    <a:pt x="3618072" y="1700213"/>
                  </a:lnTo>
                  <a:lnTo>
                    <a:pt x="3618547" y="1703546"/>
                  </a:lnTo>
                  <a:lnTo>
                    <a:pt x="3617595" y="1705928"/>
                  </a:lnTo>
                  <a:lnTo>
                    <a:pt x="3616166" y="1708309"/>
                  </a:lnTo>
                  <a:lnTo>
                    <a:pt x="3614737" y="1709738"/>
                  </a:lnTo>
                  <a:lnTo>
                    <a:pt x="3612833" y="1710690"/>
                  </a:lnTo>
                  <a:lnTo>
                    <a:pt x="3611404" y="1711166"/>
                  </a:lnTo>
                  <a:lnTo>
                    <a:pt x="3610451" y="1714024"/>
                  </a:lnTo>
                  <a:lnTo>
                    <a:pt x="3610451" y="1716405"/>
                  </a:lnTo>
                  <a:lnTo>
                    <a:pt x="3609499" y="1718786"/>
                  </a:lnTo>
                  <a:lnTo>
                    <a:pt x="3609975" y="1721168"/>
                  </a:lnTo>
                  <a:lnTo>
                    <a:pt x="3609022" y="1723073"/>
                  </a:lnTo>
                  <a:lnTo>
                    <a:pt x="3606165" y="1724025"/>
                  </a:lnTo>
                  <a:lnTo>
                    <a:pt x="3604736" y="1724978"/>
                  </a:lnTo>
                  <a:lnTo>
                    <a:pt x="3603308" y="1725454"/>
                  </a:lnTo>
                  <a:lnTo>
                    <a:pt x="3600450" y="1727359"/>
                  </a:lnTo>
                  <a:lnTo>
                    <a:pt x="3598068" y="1734979"/>
                  </a:lnTo>
                  <a:lnTo>
                    <a:pt x="3597593" y="1738789"/>
                  </a:lnTo>
                  <a:lnTo>
                    <a:pt x="3598068" y="1742599"/>
                  </a:lnTo>
                  <a:lnTo>
                    <a:pt x="3594735" y="1744980"/>
                  </a:lnTo>
                  <a:lnTo>
                    <a:pt x="3591878" y="1746885"/>
                  </a:lnTo>
                  <a:lnTo>
                    <a:pt x="3590449" y="1746409"/>
                  </a:lnTo>
                  <a:lnTo>
                    <a:pt x="3588543" y="1745456"/>
                  </a:lnTo>
                  <a:lnTo>
                    <a:pt x="3587591" y="1745456"/>
                  </a:lnTo>
                  <a:lnTo>
                    <a:pt x="3587591" y="1745933"/>
                  </a:lnTo>
                  <a:lnTo>
                    <a:pt x="3585210" y="1750695"/>
                  </a:lnTo>
                  <a:lnTo>
                    <a:pt x="3580924" y="1760220"/>
                  </a:lnTo>
                  <a:lnTo>
                    <a:pt x="3575685" y="1764506"/>
                  </a:lnTo>
                  <a:lnTo>
                    <a:pt x="3572351" y="1767840"/>
                  </a:lnTo>
                  <a:lnTo>
                    <a:pt x="3569493" y="1765935"/>
                  </a:lnTo>
                  <a:lnTo>
                    <a:pt x="3568065" y="1764506"/>
                  </a:lnTo>
                  <a:lnTo>
                    <a:pt x="3568541" y="1763554"/>
                  </a:lnTo>
                  <a:lnTo>
                    <a:pt x="3565684" y="1761649"/>
                  </a:lnTo>
                  <a:lnTo>
                    <a:pt x="3562350" y="1758791"/>
                  </a:lnTo>
                  <a:lnTo>
                    <a:pt x="3562826" y="1754505"/>
                  </a:lnTo>
                  <a:lnTo>
                    <a:pt x="3563779" y="1749266"/>
                  </a:lnTo>
                  <a:lnTo>
                    <a:pt x="3560445" y="1744980"/>
                  </a:lnTo>
                  <a:lnTo>
                    <a:pt x="3560922" y="1743075"/>
                  </a:lnTo>
                  <a:lnTo>
                    <a:pt x="3560445" y="1739265"/>
                  </a:lnTo>
                  <a:lnTo>
                    <a:pt x="3560922" y="1738313"/>
                  </a:lnTo>
                  <a:lnTo>
                    <a:pt x="3559493" y="1737836"/>
                  </a:lnTo>
                  <a:lnTo>
                    <a:pt x="3557111" y="1736884"/>
                  </a:lnTo>
                  <a:lnTo>
                    <a:pt x="3555206" y="1734503"/>
                  </a:lnTo>
                  <a:lnTo>
                    <a:pt x="3553301" y="1735455"/>
                  </a:lnTo>
                  <a:lnTo>
                    <a:pt x="3551397" y="1737836"/>
                  </a:lnTo>
                  <a:lnTo>
                    <a:pt x="3548539" y="1739741"/>
                  </a:lnTo>
                  <a:lnTo>
                    <a:pt x="3547110" y="1742599"/>
                  </a:lnTo>
                  <a:lnTo>
                    <a:pt x="3545681" y="1744504"/>
                  </a:lnTo>
                  <a:lnTo>
                    <a:pt x="3542824" y="1747838"/>
                  </a:lnTo>
                  <a:lnTo>
                    <a:pt x="3541395" y="1748790"/>
                  </a:lnTo>
                  <a:lnTo>
                    <a:pt x="3535204" y="1750695"/>
                  </a:lnTo>
                  <a:lnTo>
                    <a:pt x="3533775" y="1751648"/>
                  </a:lnTo>
                  <a:lnTo>
                    <a:pt x="3529012" y="1752124"/>
                  </a:lnTo>
                  <a:lnTo>
                    <a:pt x="3527108" y="1752600"/>
                  </a:lnTo>
                  <a:lnTo>
                    <a:pt x="3525679" y="1754505"/>
                  </a:lnTo>
                  <a:lnTo>
                    <a:pt x="3525203" y="1756410"/>
                  </a:lnTo>
                  <a:lnTo>
                    <a:pt x="3526155" y="1758315"/>
                  </a:lnTo>
                  <a:lnTo>
                    <a:pt x="3528060" y="1762125"/>
                  </a:lnTo>
                  <a:lnTo>
                    <a:pt x="3529012" y="1764983"/>
                  </a:lnTo>
                  <a:lnTo>
                    <a:pt x="3530441" y="1770221"/>
                  </a:lnTo>
                  <a:lnTo>
                    <a:pt x="3534728" y="1786890"/>
                  </a:lnTo>
                  <a:lnTo>
                    <a:pt x="3533299" y="1789748"/>
                  </a:lnTo>
                  <a:lnTo>
                    <a:pt x="3531870" y="1801654"/>
                  </a:lnTo>
                  <a:lnTo>
                    <a:pt x="3532347" y="1804035"/>
                  </a:lnTo>
                  <a:lnTo>
                    <a:pt x="3532347" y="1807369"/>
                  </a:lnTo>
                  <a:lnTo>
                    <a:pt x="3532347" y="1809750"/>
                  </a:lnTo>
                  <a:lnTo>
                    <a:pt x="3533299" y="1810703"/>
                  </a:lnTo>
                  <a:lnTo>
                    <a:pt x="3534251" y="1811655"/>
                  </a:lnTo>
                  <a:lnTo>
                    <a:pt x="3535204" y="1813084"/>
                  </a:lnTo>
                  <a:lnTo>
                    <a:pt x="3534728" y="1814989"/>
                  </a:lnTo>
                  <a:lnTo>
                    <a:pt x="3534251" y="1816894"/>
                  </a:lnTo>
                  <a:lnTo>
                    <a:pt x="3533299" y="1820228"/>
                  </a:lnTo>
                  <a:lnTo>
                    <a:pt x="3531870" y="1824990"/>
                  </a:lnTo>
                  <a:lnTo>
                    <a:pt x="3530918" y="1826895"/>
                  </a:lnTo>
                  <a:lnTo>
                    <a:pt x="3529965" y="1828324"/>
                  </a:lnTo>
                  <a:lnTo>
                    <a:pt x="3529012" y="1829276"/>
                  </a:lnTo>
                  <a:lnTo>
                    <a:pt x="3529012" y="1832610"/>
                  </a:lnTo>
                  <a:lnTo>
                    <a:pt x="3528536" y="1834515"/>
                  </a:lnTo>
                  <a:lnTo>
                    <a:pt x="3526155" y="1835468"/>
                  </a:lnTo>
                  <a:lnTo>
                    <a:pt x="3524250" y="1836896"/>
                  </a:lnTo>
                  <a:lnTo>
                    <a:pt x="3521393" y="1836420"/>
                  </a:lnTo>
                  <a:lnTo>
                    <a:pt x="3519487" y="1836420"/>
                  </a:lnTo>
                  <a:lnTo>
                    <a:pt x="3516630" y="1837373"/>
                  </a:lnTo>
                  <a:lnTo>
                    <a:pt x="3511868" y="1838325"/>
                  </a:lnTo>
                  <a:lnTo>
                    <a:pt x="3509010" y="1839754"/>
                  </a:lnTo>
                  <a:lnTo>
                    <a:pt x="3507581" y="1840706"/>
                  </a:lnTo>
                  <a:lnTo>
                    <a:pt x="3506629" y="1841659"/>
                  </a:lnTo>
                  <a:lnTo>
                    <a:pt x="3506153" y="1843088"/>
                  </a:lnTo>
                  <a:lnTo>
                    <a:pt x="3507105" y="1843564"/>
                  </a:lnTo>
                  <a:lnTo>
                    <a:pt x="3509962" y="1844040"/>
                  </a:lnTo>
                  <a:lnTo>
                    <a:pt x="3511868" y="1845945"/>
                  </a:lnTo>
                  <a:lnTo>
                    <a:pt x="3511868" y="1848326"/>
                  </a:lnTo>
                  <a:lnTo>
                    <a:pt x="3509962" y="1849755"/>
                  </a:lnTo>
                  <a:lnTo>
                    <a:pt x="3510915" y="1852136"/>
                  </a:lnTo>
                  <a:lnTo>
                    <a:pt x="3513297" y="1854518"/>
                  </a:lnTo>
                  <a:lnTo>
                    <a:pt x="3514249" y="1856423"/>
                  </a:lnTo>
                  <a:lnTo>
                    <a:pt x="3514249" y="1857851"/>
                  </a:lnTo>
                  <a:lnTo>
                    <a:pt x="3515678" y="1859280"/>
                  </a:lnTo>
                  <a:lnTo>
                    <a:pt x="3517106" y="1858328"/>
                  </a:lnTo>
                  <a:lnTo>
                    <a:pt x="3520440" y="1850231"/>
                  </a:lnTo>
                  <a:lnTo>
                    <a:pt x="3516154" y="1844516"/>
                  </a:lnTo>
                  <a:lnTo>
                    <a:pt x="3517583" y="1844040"/>
                  </a:lnTo>
                  <a:lnTo>
                    <a:pt x="3524250" y="1845469"/>
                  </a:lnTo>
                  <a:lnTo>
                    <a:pt x="3527108" y="1844993"/>
                  </a:lnTo>
                  <a:lnTo>
                    <a:pt x="3531393" y="1845945"/>
                  </a:lnTo>
                  <a:lnTo>
                    <a:pt x="3534251" y="1843088"/>
                  </a:lnTo>
                  <a:lnTo>
                    <a:pt x="3536156" y="1839754"/>
                  </a:lnTo>
                  <a:lnTo>
                    <a:pt x="3539490" y="1837849"/>
                  </a:lnTo>
                  <a:lnTo>
                    <a:pt x="3543776" y="1830705"/>
                  </a:lnTo>
                  <a:lnTo>
                    <a:pt x="3550443" y="1822609"/>
                  </a:lnTo>
                  <a:lnTo>
                    <a:pt x="3553301" y="1820228"/>
                  </a:lnTo>
                  <a:lnTo>
                    <a:pt x="3558064" y="1818323"/>
                  </a:lnTo>
                  <a:lnTo>
                    <a:pt x="3559493" y="1818799"/>
                  </a:lnTo>
                  <a:lnTo>
                    <a:pt x="3560445" y="1819275"/>
                  </a:lnTo>
                  <a:lnTo>
                    <a:pt x="3556635" y="1823561"/>
                  </a:lnTo>
                  <a:lnTo>
                    <a:pt x="3555683" y="1826895"/>
                  </a:lnTo>
                  <a:lnTo>
                    <a:pt x="3558540" y="1826895"/>
                  </a:lnTo>
                  <a:lnTo>
                    <a:pt x="3560922" y="1825943"/>
                  </a:lnTo>
                  <a:lnTo>
                    <a:pt x="3568065" y="1820704"/>
                  </a:lnTo>
                  <a:lnTo>
                    <a:pt x="3570447" y="1817846"/>
                  </a:lnTo>
                  <a:lnTo>
                    <a:pt x="3571399" y="1820704"/>
                  </a:lnTo>
                  <a:lnTo>
                    <a:pt x="3570447" y="1835468"/>
                  </a:lnTo>
                  <a:lnTo>
                    <a:pt x="3576637" y="1834515"/>
                  </a:lnTo>
                  <a:lnTo>
                    <a:pt x="3579495" y="1835944"/>
                  </a:lnTo>
                  <a:lnTo>
                    <a:pt x="3584258" y="1835944"/>
                  </a:lnTo>
                  <a:lnTo>
                    <a:pt x="3589497" y="1839278"/>
                  </a:lnTo>
                  <a:lnTo>
                    <a:pt x="3591401" y="1838801"/>
                  </a:lnTo>
                  <a:lnTo>
                    <a:pt x="3593783" y="1838325"/>
                  </a:lnTo>
                  <a:lnTo>
                    <a:pt x="3596164" y="1842135"/>
                  </a:lnTo>
                  <a:lnTo>
                    <a:pt x="3599497" y="1843088"/>
                  </a:lnTo>
                  <a:lnTo>
                    <a:pt x="3605212" y="1840230"/>
                  </a:lnTo>
                  <a:lnTo>
                    <a:pt x="3614261" y="1837849"/>
                  </a:lnTo>
                  <a:lnTo>
                    <a:pt x="3618072" y="1837849"/>
                  </a:lnTo>
                  <a:lnTo>
                    <a:pt x="3628549" y="1832610"/>
                  </a:lnTo>
                  <a:lnTo>
                    <a:pt x="3633311" y="1828800"/>
                  </a:lnTo>
                  <a:lnTo>
                    <a:pt x="3651885" y="1818799"/>
                  </a:lnTo>
                  <a:lnTo>
                    <a:pt x="3659505" y="1813084"/>
                  </a:lnTo>
                  <a:lnTo>
                    <a:pt x="3666649" y="1809274"/>
                  </a:lnTo>
                  <a:lnTo>
                    <a:pt x="3670935" y="1802606"/>
                  </a:lnTo>
                  <a:lnTo>
                    <a:pt x="3678555" y="1796415"/>
                  </a:lnTo>
                  <a:lnTo>
                    <a:pt x="3679031" y="1794034"/>
                  </a:lnTo>
                  <a:lnTo>
                    <a:pt x="3680460" y="1790700"/>
                  </a:lnTo>
                  <a:lnTo>
                    <a:pt x="3691890" y="1774031"/>
                  </a:lnTo>
                  <a:lnTo>
                    <a:pt x="3695700" y="1771650"/>
                  </a:lnTo>
                  <a:lnTo>
                    <a:pt x="3700939" y="1769269"/>
                  </a:lnTo>
                  <a:lnTo>
                    <a:pt x="3703320" y="1766411"/>
                  </a:lnTo>
                  <a:lnTo>
                    <a:pt x="3704749" y="1762125"/>
                  </a:lnTo>
                  <a:lnTo>
                    <a:pt x="3711893" y="1755458"/>
                  </a:lnTo>
                  <a:lnTo>
                    <a:pt x="3716655" y="1749266"/>
                  </a:lnTo>
                  <a:lnTo>
                    <a:pt x="3721418" y="1744980"/>
                  </a:lnTo>
                  <a:lnTo>
                    <a:pt x="3723322" y="1741170"/>
                  </a:lnTo>
                  <a:lnTo>
                    <a:pt x="3735229" y="1731645"/>
                  </a:lnTo>
                  <a:lnTo>
                    <a:pt x="3744754" y="1721644"/>
                  </a:lnTo>
                  <a:lnTo>
                    <a:pt x="3753326" y="1714024"/>
                  </a:lnTo>
                  <a:lnTo>
                    <a:pt x="3756184" y="1709261"/>
                  </a:lnTo>
                  <a:lnTo>
                    <a:pt x="3768090" y="1695926"/>
                  </a:lnTo>
                  <a:lnTo>
                    <a:pt x="3771424" y="1686878"/>
                  </a:lnTo>
                  <a:lnTo>
                    <a:pt x="3775710" y="1683544"/>
                  </a:lnTo>
                  <a:lnTo>
                    <a:pt x="3777615" y="1674971"/>
                  </a:lnTo>
                  <a:lnTo>
                    <a:pt x="3781425" y="1668780"/>
                  </a:lnTo>
                  <a:lnTo>
                    <a:pt x="3782378" y="1664970"/>
                  </a:lnTo>
                  <a:lnTo>
                    <a:pt x="3784283" y="1661636"/>
                  </a:lnTo>
                  <a:lnTo>
                    <a:pt x="3798093" y="1647349"/>
                  </a:lnTo>
                  <a:lnTo>
                    <a:pt x="3803809" y="1636871"/>
                  </a:lnTo>
                  <a:lnTo>
                    <a:pt x="3810953" y="1625918"/>
                  </a:lnTo>
                  <a:lnTo>
                    <a:pt x="3816191" y="1622108"/>
                  </a:lnTo>
                  <a:lnTo>
                    <a:pt x="3821430" y="1617345"/>
                  </a:lnTo>
                  <a:lnTo>
                    <a:pt x="3824287" y="1613535"/>
                  </a:lnTo>
                  <a:lnTo>
                    <a:pt x="3832384" y="1607344"/>
                  </a:lnTo>
                  <a:lnTo>
                    <a:pt x="3836193" y="1603058"/>
                  </a:lnTo>
                  <a:lnTo>
                    <a:pt x="3838099" y="1598295"/>
                  </a:lnTo>
                  <a:lnTo>
                    <a:pt x="3840004" y="1587818"/>
                  </a:lnTo>
                  <a:lnTo>
                    <a:pt x="3845243" y="1579245"/>
                  </a:lnTo>
                  <a:lnTo>
                    <a:pt x="3843814" y="1578293"/>
                  </a:lnTo>
                  <a:lnTo>
                    <a:pt x="3842861" y="1575435"/>
                  </a:lnTo>
                  <a:lnTo>
                    <a:pt x="3843337" y="1572578"/>
                  </a:lnTo>
                  <a:lnTo>
                    <a:pt x="3844290" y="1570673"/>
                  </a:lnTo>
                  <a:lnTo>
                    <a:pt x="3844766" y="1568291"/>
                  </a:lnTo>
                  <a:lnTo>
                    <a:pt x="3845718" y="1565434"/>
                  </a:lnTo>
                  <a:lnTo>
                    <a:pt x="3847147" y="1563529"/>
                  </a:lnTo>
                  <a:lnTo>
                    <a:pt x="3850005" y="1551623"/>
                  </a:lnTo>
                  <a:lnTo>
                    <a:pt x="3849529" y="1544479"/>
                  </a:lnTo>
                  <a:lnTo>
                    <a:pt x="3848100" y="1541621"/>
                  </a:lnTo>
                  <a:lnTo>
                    <a:pt x="3848100" y="1537811"/>
                  </a:lnTo>
                  <a:lnTo>
                    <a:pt x="3852386" y="1532573"/>
                  </a:lnTo>
                  <a:lnTo>
                    <a:pt x="3853339" y="1531620"/>
                  </a:lnTo>
                  <a:lnTo>
                    <a:pt x="3853339" y="1530191"/>
                  </a:lnTo>
                  <a:lnTo>
                    <a:pt x="3851434" y="1529239"/>
                  </a:lnTo>
                  <a:lnTo>
                    <a:pt x="3850481" y="1528286"/>
                  </a:lnTo>
                  <a:lnTo>
                    <a:pt x="3848576" y="1509713"/>
                  </a:lnTo>
                  <a:lnTo>
                    <a:pt x="3850005" y="1498759"/>
                  </a:lnTo>
                  <a:lnTo>
                    <a:pt x="3854291" y="1490186"/>
                  </a:lnTo>
                  <a:lnTo>
                    <a:pt x="3855243" y="1487329"/>
                  </a:lnTo>
                  <a:lnTo>
                    <a:pt x="3855720" y="1479233"/>
                  </a:lnTo>
                  <a:lnTo>
                    <a:pt x="3860959" y="1471136"/>
                  </a:lnTo>
                  <a:lnTo>
                    <a:pt x="3863816" y="1462088"/>
                  </a:lnTo>
                  <a:lnTo>
                    <a:pt x="3870484" y="1457325"/>
                  </a:lnTo>
                  <a:lnTo>
                    <a:pt x="3875247" y="1451134"/>
                  </a:lnTo>
                  <a:lnTo>
                    <a:pt x="3878580" y="1448276"/>
                  </a:lnTo>
                  <a:lnTo>
                    <a:pt x="3879533" y="1442085"/>
                  </a:lnTo>
                  <a:lnTo>
                    <a:pt x="3882866" y="1436846"/>
                  </a:lnTo>
                  <a:lnTo>
                    <a:pt x="3880009" y="1434465"/>
                  </a:lnTo>
                  <a:lnTo>
                    <a:pt x="3877628" y="1432560"/>
                  </a:lnTo>
                  <a:lnTo>
                    <a:pt x="3871912" y="1428274"/>
                  </a:lnTo>
                  <a:lnTo>
                    <a:pt x="3870960" y="1424940"/>
                  </a:lnTo>
                  <a:lnTo>
                    <a:pt x="3874770" y="1419701"/>
                  </a:lnTo>
                  <a:lnTo>
                    <a:pt x="3875247" y="1415415"/>
                  </a:lnTo>
                  <a:lnTo>
                    <a:pt x="3875247" y="1406843"/>
                  </a:lnTo>
                  <a:lnTo>
                    <a:pt x="3869055" y="1403985"/>
                  </a:lnTo>
                  <a:lnTo>
                    <a:pt x="3861911" y="1397794"/>
                  </a:lnTo>
                  <a:lnTo>
                    <a:pt x="3860959" y="1395413"/>
                  </a:lnTo>
                  <a:lnTo>
                    <a:pt x="3862387" y="1395413"/>
                  </a:lnTo>
                  <a:lnTo>
                    <a:pt x="3872389" y="1398746"/>
                  </a:lnTo>
                  <a:lnTo>
                    <a:pt x="3877628" y="1394936"/>
                  </a:lnTo>
                  <a:lnTo>
                    <a:pt x="3880009" y="1391126"/>
                  </a:lnTo>
                  <a:lnTo>
                    <a:pt x="3879056" y="1385888"/>
                  </a:lnTo>
                  <a:lnTo>
                    <a:pt x="3873818" y="1383983"/>
                  </a:lnTo>
                  <a:lnTo>
                    <a:pt x="3866674" y="1378744"/>
                  </a:lnTo>
                  <a:lnTo>
                    <a:pt x="3866674" y="1376839"/>
                  </a:lnTo>
                  <a:lnTo>
                    <a:pt x="3855720" y="1372076"/>
                  </a:lnTo>
                  <a:lnTo>
                    <a:pt x="3844290" y="1362075"/>
                  </a:lnTo>
                  <a:lnTo>
                    <a:pt x="3840480" y="1353503"/>
                  </a:lnTo>
                  <a:lnTo>
                    <a:pt x="3838575" y="1351121"/>
                  </a:lnTo>
                  <a:lnTo>
                    <a:pt x="3827622" y="1343978"/>
                  </a:lnTo>
                  <a:lnTo>
                    <a:pt x="3825240" y="1341596"/>
                  </a:lnTo>
                  <a:lnTo>
                    <a:pt x="3822383" y="1340644"/>
                  </a:lnTo>
                  <a:lnTo>
                    <a:pt x="3809047" y="1344454"/>
                  </a:lnTo>
                  <a:lnTo>
                    <a:pt x="3801904" y="1343501"/>
                  </a:lnTo>
                  <a:lnTo>
                    <a:pt x="3788093" y="1338739"/>
                  </a:lnTo>
                  <a:lnTo>
                    <a:pt x="3786664" y="1339691"/>
                  </a:lnTo>
                  <a:lnTo>
                    <a:pt x="3788568" y="1343025"/>
                  </a:lnTo>
                  <a:lnTo>
                    <a:pt x="3788093" y="1346359"/>
                  </a:lnTo>
                  <a:lnTo>
                    <a:pt x="3788568" y="1351598"/>
                  </a:lnTo>
                  <a:lnTo>
                    <a:pt x="3788093" y="1359218"/>
                  </a:lnTo>
                  <a:lnTo>
                    <a:pt x="3786664" y="1365409"/>
                  </a:lnTo>
                  <a:lnTo>
                    <a:pt x="3781425" y="1373029"/>
                  </a:lnTo>
                  <a:lnTo>
                    <a:pt x="3779520" y="1374934"/>
                  </a:lnTo>
                  <a:lnTo>
                    <a:pt x="3775234" y="1375410"/>
                  </a:lnTo>
                  <a:lnTo>
                    <a:pt x="3772853" y="1375410"/>
                  </a:lnTo>
                  <a:lnTo>
                    <a:pt x="3774281" y="1372076"/>
                  </a:lnTo>
                  <a:lnTo>
                    <a:pt x="3778091" y="1368266"/>
                  </a:lnTo>
                  <a:lnTo>
                    <a:pt x="3783806" y="1361599"/>
                  </a:lnTo>
                  <a:lnTo>
                    <a:pt x="3783806" y="1355884"/>
                  </a:lnTo>
                  <a:lnTo>
                    <a:pt x="3782378" y="1355408"/>
                  </a:lnTo>
                  <a:lnTo>
                    <a:pt x="3780949" y="1355408"/>
                  </a:lnTo>
                  <a:lnTo>
                    <a:pt x="3777139" y="1357789"/>
                  </a:lnTo>
                  <a:lnTo>
                    <a:pt x="3772853" y="1365885"/>
                  </a:lnTo>
                  <a:lnTo>
                    <a:pt x="3762375" y="1371600"/>
                  </a:lnTo>
                  <a:lnTo>
                    <a:pt x="3755231" y="1373505"/>
                  </a:lnTo>
                  <a:lnTo>
                    <a:pt x="3741420" y="1374458"/>
                  </a:lnTo>
                  <a:lnTo>
                    <a:pt x="3739039" y="1374458"/>
                  </a:lnTo>
                  <a:lnTo>
                    <a:pt x="3737610" y="1373029"/>
                  </a:lnTo>
                  <a:lnTo>
                    <a:pt x="3740943" y="1370648"/>
                  </a:lnTo>
                  <a:lnTo>
                    <a:pt x="3747611" y="1366838"/>
                  </a:lnTo>
                  <a:lnTo>
                    <a:pt x="3752374" y="1359694"/>
                  </a:lnTo>
                  <a:lnTo>
                    <a:pt x="3757136" y="1357789"/>
                  </a:lnTo>
                  <a:lnTo>
                    <a:pt x="3758565" y="1355884"/>
                  </a:lnTo>
                  <a:lnTo>
                    <a:pt x="3751422" y="1354931"/>
                  </a:lnTo>
                  <a:lnTo>
                    <a:pt x="3746659" y="1352074"/>
                  </a:lnTo>
                  <a:lnTo>
                    <a:pt x="3741897" y="1348740"/>
                  </a:lnTo>
                  <a:lnTo>
                    <a:pt x="3743801" y="1347788"/>
                  </a:lnTo>
                  <a:lnTo>
                    <a:pt x="3745706" y="1347311"/>
                  </a:lnTo>
                  <a:lnTo>
                    <a:pt x="3747611" y="1346359"/>
                  </a:lnTo>
                  <a:lnTo>
                    <a:pt x="3752850" y="1340168"/>
                  </a:lnTo>
                  <a:lnTo>
                    <a:pt x="3748087" y="1339691"/>
                  </a:lnTo>
                  <a:lnTo>
                    <a:pt x="3742849" y="1340168"/>
                  </a:lnTo>
                  <a:lnTo>
                    <a:pt x="3735229" y="1344930"/>
                  </a:lnTo>
                  <a:lnTo>
                    <a:pt x="3733324" y="1347311"/>
                  </a:lnTo>
                  <a:lnTo>
                    <a:pt x="3736181" y="1350645"/>
                  </a:lnTo>
                  <a:lnTo>
                    <a:pt x="3739039" y="1352074"/>
                  </a:lnTo>
                  <a:lnTo>
                    <a:pt x="3735705" y="1361599"/>
                  </a:lnTo>
                  <a:lnTo>
                    <a:pt x="3730943" y="1360646"/>
                  </a:lnTo>
                  <a:lnTo>
                    <a:pt x="3726180" y="1360646"/>
                  </a:lnTo>
                  <a:lnTo>
                    <a:pt x="3723322" y="1363504"/>
                  </a:lnTo>
                  <a:lnTo>
                    <a:pt x="3720465" y="1362551"/>
                  </a:lnTo>
                  <a:lnTo>
                    <a:pt x="3719512" y="1356360"/>
                  </a:lnTo>
                  <a:lnTo>
                    <a:pt x="3720941" y="1350645"/>
                  </a:lnTo>
                  <a:lnTo>
                    <a:pt x="3722370" y="1336834"/>
                  </a:lnTo>
                  <a:lnTo>
                    <a:pt x="3724275" y="1332548"/>
                  </a:lnTo>
                  <a:lnTo>
                    <a:pt x="3724275" y="1327309"/>
                  </a:lnTo>
                  <a:lnTo>
                    <a:pt x="3723322" y="1324451"/>
                  </a:lnTo>
                  <a:lnTo>
                    <a:pt x="3720465" y="1324451"/>
                  </a:lnTo>
                  <a:lnTo>
                    <a:pt x="3715703" y="1324928"/>
                  </a:lnTo>
                  <a:lnTo>
                    <a:pt x="3704272" y="1324928"/>
                  </a:lnTo>
                  <a:lnTo>
                    <a:pt x="3690937" y="1326356"/>
                  </a:lnTo>
                  <a:lnTo>
                    <a:pt x="3677126" y="1321118"/>
                  </a:lnTo>
                  <a:lnTo>
                    <a:pt x="3673316" y="1320641"/>
                  </a:lnTo>
                  <a:lnTo>
                    <a:pt x="3670935" y="1319213"/>
                  </a:lnTo>
                  <a:lnTo>
                    <a:pt x="3669506" y="1314450"/>
                  </a:lnTo>
                  <a:lnTo>
                    <a:pt x="3669983" y="1311116"/>
                  </a:lnTo>
                  <a:lnTo>
                    <a:pt x="3670935" y="1309211"/>
                  </a:lnTo>
                  <a:lnTo>
                    <a:pt x="3680460" y="1301591"/>
                  </a:lnTo>
                  <a:lnTo>
                    <a:pt x="3687604" y="1299210"/>
                  </a:lnTo>
                  <a:lnTo>
                    <a:pt x="3702368" y="1290161"/>
                  </a:lnTo>
                  <a:lnTo>
                    <a:pt x="3708083" y="1282541"/>
                  </a:lnTo>
                  <a:lnTo>
                    <a:pt x="3711893" y="1279684"/>
                  </a:lnTo>
                  <a:lnTo>
                    <a:pt x="3723322" y="1273969"/>
                  </a:lnTo>
                  <a:lnTo>
                    <a:pt x="3730466" y="1269206"/>
                  </a:lnTo>
                  <a:lnTo>
                    <a:pt x="3736658" y="1264444"/>
                  </a:lnTo>
                  <a:lnTo>
                    <a:pt x="3743325" y="1260634"/>
                  </a:lnTo>
                  <a:lnTo>
                    <a:pt x="3749516" y="1253966"/>
                  </a:lnTo>
                  <a:lnTo>
                    <a:pt x="3753803" y="1253014"/>
                  </a:lnTo>
                  <a:lnTo>
                    <a:pt x="3766661" y="1238726"/>
                  </a:lnTo>
                  <a:lnTo>
                    <a:pt x="3769043" y="1235869"/>
                  </a:lnTo>
                  <a:lnTo>
                    <a:pt x="3770472" y="1231106"/>
                  </a:lnTo>
                  <a:lnTo>
                    <a:pt x="3771424" y="1229201"/>
                  </a:lnTo>
                  <a:lnTo>
                    <a:pt x="3786664" y="1213009"/>
                  </a:lnTo>
                  <a:lnTo>
                    <a:pt x="3797141" y="1207294"/>
                  </a:lnTo>
                  <a:lnTo>
                    <a:pt x="3804285" y="1198721"/>
                  </a:lnTo>
                  <a:lnTo>
                    <a:pt x="3813334" y="1195388"/>
                  </a:lnTo>
                  <a:lnTo>
                    <a:pt x="3815715" y="1193959"/>
                  </a:lnTo>
                  <a:lnTo>
                    <a:pt x="3819525" y="1189673"/>
                  </a:lnTo>
                  <a:lnTo>
                    <a:pt x="3825716" y="1186815"/>
                  </a:lnTo>
                  <a:lnTo>
                    <a:pt x="3827622" y="1184910"/>
                  </a:lnTo>
                  <a:lnTo>
                    <a:pt x="3832384" y="1178243"/>
                  </a:lnTo>
                  <a:lnTo>
                    <a:pt x="3847624" y="1172051"/>
                  </a:lnTo>
                  <a:lnTo>
                    <a:pt x="3849053" y="1169670"/>
                  </a:lnTo>
                  <a:lnTo>
                    <a:pt x="3855720" y="1152525"/>
                  </a:lnTo>
                  <a:lnTo>
                    <a:pt x="3859054" y="1147763"/>
                  </a:lnTo>
                  <a:lnTo>
                    <a:pt x="3865722" y="1142524"/>
                  </a:lnTo>
                  <a:lnTo>
                    <a:pt x="3878104" y="1136809"/>
                  </a:lnTo>
                  <a:lnTo>
                    <a:pt x="3886676" y="1131094"/>
                  </a:lnTo>
                  <a:lnTo>
                    <a:pt x="3891915" y="1126331"/>
                  </a:lnTo>
                  <a:lnTo>
                    <a:pt x="3900964" y="1113473"/>
                  </a:lnTo>
                  <a:lnTo>
                    <a:pt x="3911441" y="1105853"/>
                  </a:lnTo>
                  <a:lnTo>
                    <a:pt x="3920014" y="1101566"/>
                  </a:lnTo>
                  <a:lnTo>
                    <a:pt x="3940968" y="1094899"/>
                  </a:lnTo>
                  <a:lnTo>
                    <a:pt x="3952399" y="1096328"/>
                  </a:lnTo>
                  <a:lnTo>
                    <a:pt x="3963829" y="1092994"/>
                  </a:lnTo>
                  <a:lnTo>
                    <a:pt x="3972401" y="1092994"/>
                  </a:lnTo>
                  <a:lnTo>
                    <a:pt x="3984784" y="1094899"/>
                  </a:lnTo>
                  <a:lnTo>
                    <a:pt x="4021455" y="1092994"/>
                  </a:lnTo>
                  <a:lnTo>
                    <a:pt x="4028122" y="1094899"/>
                  </a:lnTo>
                  <a:lnTo>
                    <a:pt x="4030504" y="1096804"/>
                  </a:lnTo>
                  <a:lnTo>
                    <a:pt x="4034314" y="1103471"/>
                  </a:lnTo>
                  <a:lnTo>
                    <a:pt x="4038124" y="1104900"/>
                  </a:lnTo>
                  <a:lnTo>
                    <a:pt x="4045743" y="1102519"/>
                  </a:lnTo>
                  <a:lnTo>
                    <a:pt x="4051459" y="1092041"/>
                  </a:lnTo>
                  <a:lnTo>
                    <a:pt x="4054793" y="1090613"/>
                  </a:lnTo>
                  <a:lnTo>
                    <a:pt x="4063841" y="1094899"/>
                  </a:lnTo>
                  <a:lnTo>
                    <a:pt x="4071937" y="1095375"/>
                  </a:lnTo>
                  <a:lnTo>
                    <a:pt x="4088130" y="1100138"/>
                  </a:lnTo>
                  <a:lnTo>
                    <a:pt x="4093845" y="1099185"/>
                  </a:lnTo>
                  <a:lnTo>
                    <a:pt x="4100036" y="1093946"/>
                  </a:lnTo>
                  <a:lnTo>
                    <a:pt x="4113372" y="1092994"/>
                  </a:lnTo>
                  <a:lnTo>
                    <a:pt x="4120991" y="1100614"/>
                  </a:lnTo>
                  <a:lnTo>
                    <a:pt x="4129087" y="1100614"/>
                  </a:lnTo>
                  <a:lnTo>
                    <a:pt x="4135755" y="1099185"/>
                  </a:lnTo>
                  <a:lnTo>
                    <a:pt x="4137184" y="1094899"/>
                  </a:lnTo>
                  <a:lnTo>
                    <a:pt x="4134803" y="1093470"/>
                  </a:lnTo>
                  <a:lnTo>
                    <a:pt x="4129564" y="1094899"/>
                  </a:lnTo>
                  <a:lnTo>
                    <a:pt x="4128611" y="1091089"/>
                  </a:lnTo>
                  <a:lnTo>
                    <a:pt x="4131468" y="1086803"/>
                  </a:lnTo>
                  <a:lnTo>
                    <a:pt x="4135755" y="1089660"/>
                  </a:lnTo>
                  <a:lnTo>
                    <a:pt x="4142899" y="1089660"/>
                  </a:lnTo>
                  <a:lnTo>
                    <a:pt x="4145280" y="1089184"/>
                  </a:lnTo>
                  <a:lnTo>
                    <a:pt x="4144328" y="1087279"/>
                  </a:lnTo>
                  <a:lnTo>
                    <a:pt x="4142899" y="1085374"/>
                  </a:lnTo>
                  <a:lnTo>
                    <a:pt x="4140518" y="1082040"/>
                  </a:lnTo>
                  <a:lnTo>
                    <a:pt x="4148137" y="1077278"/>
                  </a:lnTo>
                  <a:lnTo>
                    <a:pt x="4152900" y="1075373"/>
                  </a:lnTo>
                  <a:lnTo>
                    <a:pt x="4160520" y="1074896"/>
                  </a:lnTo>
                  <a:lnTo>
                    <a:pt x="4179570" y="1081088"/>
                  </a:lnTo>
                  <a:lnTo>
                    <a:pt x="4183380" y="1081564"/>
                  </a:lnTo>
                  <a:lnTo>
                    <a:pt x="4188143" y="1083945"/>
                  </a:lnTo>
                  <a:lnTo>
                    <a:pt x="4195287" y="1085850"/>
                  </a:lnTo>
                  <a:lnTo>
                    <a:pt x="4191000" y="1087279"/>
                  </a:lnTo>
                  <a:lnTo>
                    <a:pt x="4189095" y="1088708"/>
                  </a:lnTo>
                  <a:lnTo>
                    <a:pt x="4193381" y="1088231"/>
                  </a:lnTo>
                  <a:lnTo>
                    <a:pt x="4197191" y="1090136"/>
                  </a:lnTo>
                  <a:lnTo>
                    <a:pt x="4200525" y="1090613"/>
                  </a:lnTo>
                  <a:lnTo>
                    <a:pt x="4201954" y="1089660"/>
                  </a:lnTo>
                  <a:lnTo>
                    <a:pt x="4203383" y="1087279"/>
                  </a:lnTo>
                  <a:lnTo>
                    <a:pt x="4205764" y="1084898"/>
                  </a:lnTo>
                  <a:lnTo>
                    <a:pt x="4207668" y="1084421"/>
                  </a:lnTo>
                  <a:lnTo>
                    <a:pt x="4212431" y="1084421"/>
                  </a:lnTo>
                  <a:lnTo>
                    <a:pt x="4218147" y="1085374"/>
                  </a:lnTo>
                  <a:lnTo>
                    <a:pt x="4222909" y="1087279"/>
                  </a:lnTo>
                  <a:lnTo>
                    <a:pt x="4233862" y="1097280"/>
                  </a:lnTo>
                  <a:lnTo>
                    <a:pt x="4238625" y="1099185"/>
                  </a:lnTo>
                  <a:lnTo>
                    <a:pt x="4243864" y="1099185"/>
                  </a:lnTo>
                  <a:lnTo>
                    <a:pt x="4246245" y="1099661"/>
                  </a:lnTo>
                  <a:lnTo>
                    <a:pt x="4249579" y="1102519"/>
                  </a:lnTo>
                  <a:lnTo>
                    <a:pt x="4240054" y="1105376"/>
                  </a:lnTo>
                  <a:lnTo>
                    <a:pt x="4231481" y="1106329"/>
                  </a:lnTo>
                  <a:lnTo>
                    <a:pt x="4223862" y="1105376"/>
                  </a:lnTo>
                  <a:lnTo>
                    <a:pt x="4210526" y="1109186"/>
                  </a:lnTo>
                  <a:lnTo>
                    <a:pt x="4217670" y="1119664"/>
                  </a:lnTo>
                  <a:lnTo>
                    <a:pt x="4230529" y="1120140"/>
                  </a:lnTo>
                  <a:lnTo>
                    <a:pt x="4243387" y="1117759"/>
                  </a:lnTo>
                  <a:lnTo>
                    <a:pt x="4246245" y="1113473"/>
                  </a:lnTo>
                  <a:lnTo>
                    <a:pt x="4251484" y="1112044"/>
                  </a:lnTo>
                  <a:lnTo>
                    <a:pt x="4254341" y="1112044"/>
                  </a:lnTo>
                  <a:lnTo>
                    <a:pt x="4260056" y="1115854"/>
                  </a:lnTo>
                  <a:lnTo>
                    <a:pt x="4268153" y="1117283"/>
                  </a:lnTo>
                  <a:lnTo>
                    <a:pt x="4270534" y="1116330"/>
                  </a:lnTo>
                  <a:lnTo>
                    <a:pt x="4277201" y="1109186"/>
                  </a:lnTo>
                  <a:lnTo>
                    <a:pt x="4281012" y="1108710"/>
                  </a:lnTo>
                  <a:lnTo>
                    <a:pt x="4283868" y="1108710"/>
                  </a:lnTo>
                  <a:lnTo>
                    <a:pt x="4286726" y="1102995"/>
                  </a:lnTo>
                  <a:lnTo>
                    <a:pt x="4298156" y="1102519"/>
                  </a:lnTo>
                  <a:lnTo>
                    <a:pt x="4304824" y="1107758"/>
                  </a:lnTo>
                  <a:lnTo>
                    <a:pt x="4309110" y="1109663"/>
                  </a:lnTo>
                  <a:lnTo>
                    <a:pt x="4317206" y="1108234"/>
                  </a:lnTo>
                  <a:lnTo>
                    <a:pt x="4321493" y="1103948"/>
                  </a:lnTo>
                  <a:lnTo>
                    <a:pt x="4324350" y="1102519"/>
                  </a:lnTo>
                  <a:lnTo>
                    <a:pt x="4332447" y="1106329"/>
                  </a:lnTo>
                  <a:lnTo>
                    <a:pt x="4336733" y="1103948"/>
                  </a:lnTo>
                  <a:lnTo>
                    <a:pt x="4343400" y="1103948"/>
                  </a:lnTo>
                  <a:lnTo>
                    <a:pt x="4348162" y="1103948"/>
                  </a:lnTo>
                  <a:lnTo>
                    <a:pt x="4347687" y="1100138"/>
                  </a:lnTo>
                  <a:lnTo>
                    <a:pt x="4348162" y="1095375"/>
                  </a:lnTo>
                  <a:lnTo>
                    <a:pt x="4341495" y="1091089"/>
                  </a:lnTo>
                  <a:lnTo>
                    <a:pt x="4328637" y="1086326"/>
                  </a:lnTo>
                  <a:lnTo>
                    <a:pt x="4320541" y="1089660"/>
                  </a:lnTo>
                  <a:lnTo>
                    <a:pt x="4317683" y="1089660"/>
                  </a:lnTo>
                  <a:lnTo>
                    <a:pt x="4315778" y="1089184"/>
                  </a:lnTo>
                  <a:lnTo>
                    <a:pt x="4313872" y="1087279"/>
                  </a:lnTo>
                  <a:lnTo>
                    <a:pt x="4315778" y="1083469"/>
                  </a:lnTo>
                  <a:lnTo>
                    <a:pt x="4317683" y="1080611"/>
                  </a:lnTo>
                  <a:lnTo>
                    <a:pt x="4317683" y="1076801"/>
                  </a:lnTo>
                  <a:lnTo>
                    <a:pt x="4318635" y="1071563"/>
                  </a:lnTo>
                  <a:lnTo>
                    <a:pt x="4321968" y="1069658"/>
                  </a:lnTo>
                  <a:lnTo>
                    <a:pt x="4323397" y="1069181"/>
                  </a:lnTo>
                  <a:lnTo>
                    <a:pt x="4328160" y="1058704"/>
                  </a:lnTo>
                  <a:lnTo>
                    <a:pt x="4341495" y="1044416"/>
                  </a:lnTo>
                  <a:lnTo>
                    <a:pt x="4357212" y="1035368"/>
                  </a:lnTo>
                  <a:lnTo>
                    <a:pt x="4366737" y="1028700"/>
                  </a:lnTo>
                  <a:lnTo>
                    <a:pt x="4371499" y="1023938"/>
                  </a:lnTo>
                  <a:lnTo>
                    <a:pt x="4378643" y="1012507"/>
                  </a:lnTo>
                  <a:lnTo>
                    <a:pt x="4388168" y="1004411"/>
                  </a:lnTo>
                  <a:lnTo>
                    <a:pt x="4392930" y="1002030"/>
                  </a:lnTo>
                  <a:lnTo>
                    <a:pt x="4398168" y="998220"/>
                  </a:lnTo>
                  <a:lnTo>
                    <a:pt x="4399597" y="987743"/>
                  </a:lnTo>
                  <a:lnTo>
                    <a:pt x="4403408" y="984885"/>
                  </a:lnTo>
                  <a:lnTo>
                    <a:pt x="4406741" y="983456"/>
                  </a:lnTo>
                  <a:lnTo>
                    <a:pt x="4413409" y="977741"/>
                  </a:lnTo>
                  <a:lnTo>
                    <a:pt x="4423410" y="973931"/>
                  </a:lnTo>
                  <a:lnTo>
                    <a:pt x="4426743" y="971074"/>
                  </a:lnTo>
                  <a:lnTo>
                    <a:pt x="4437697" y="971550"/>
                  </a:lnTo>
                  <a:lnTo>
                    <a:pt x="4447222" y="973455"/>
                  </a:lnTo>
                  <a:lnTo>
                    <a:pt x="4449604" y="972979"/>
                  </a:lnTo>
                  <a:lnTo>
                    <a:pt x="4455795" y="969645"/>
                  </a:lnTo>
                  <a:lnTo>
                    <a:pt x="4463416" y="970598"/>
                  </a:lnTo>
                  <a:lnTo>
                    <a:pt x="4472941" y="968693"/>
                  </a:lnTo>
                  <a:lnTo>
                    <a:pt x="4481512" y="964882"/>
                  </a:lnTo>
                  <a:lnTo>
                    <a:pt x="4485322" y="964406"/>
                  </a:lnTo>
                  <a:lnTo>
                    <a:pt x="4488656" y="965359"/>
                  </a:lnTo>
                  <a:lnTo>
                    <a:pt x="4492943" y="970598"/>
                  </a:lnTo>
                  <a:lnTo>
                    <a:pt x="4495800" y="972026"/>
                  </a:lnTo>
                  <a:lnTo>
                    <a:pt x="4497705" y="975360"/>
                  </a:lnTo>
                  <a:lnTo>
                    <a:pt x="4503420" y="973455"/>
                  </a:lnTo>
                  <a:lnTo>
                    <a:pt x="4519137" y="965835"/>
                  </a:lnTo>
                  <a:lnTo>
                    <a:pt x="4521041" y="965835"/>
                  </a:lnTo>
                  <a:lnTo>
                    <a:pt x="4523422" y="966311"/>
                  </a:lnTo>
                  <a:lnTo>
                    <a:pt x="4523422" y="969169"/>
                  </a:lnTo>
                  <a:lnTo>
                    <a:pt x="4523422" y="971550"/>
                  </a:lnTo>
                  <a:lnTo>
                    <a:pt x="4521041" y="979170"/>
                  </a:lnTo>
                  <a:lnTo>
                    <a:pt x="4518184" y="984885"/>
                  </a:lnTo>
                  <a:lnTo>
                    <a:pt x="4510564" y="995839"/>
                  </a:lnTo>
                  <a:lnTo>
                    <a:pt x="4508659" y="997268"/>
                  </a:lnTo>
                  <a:lnTo>
                    <a:pt x="4509612" y="1000601"/>
                  </a:lnTo>
                  <a:lnTo>
                    <a:pt x="4511041" y="1005840"/>
                  </a:lnTo>
                  <a:lnTo>
                    <a:pt x="4507230" y="1011555"/>
                  </a:lnTo>
                  <a:lnTo>
                    <a:pt x="4505801" y="1014889"/>
                  </a:lnTo>
                  <a:lnTo>
                    <a:pt x="4508659" y="1015365"/>
                  </a:lnTo>
                  <a:lnTo>
                    <a:pt x="4512945" y="1012031"/>
                  </a:lnTo>
                  <a:lnTo>
                    <a:pt x="4519137" y="1010126"/>
                  </a:lnTo>
                  <a:lnTo>
                    <a:pt x="4522470" y="1010126"/>
                  </a:lnTo>
                  <a:lnTo>
                    <a:pt x="4525804" y="1011079"/>
                  </a:lnTo>
                  <a:lnTo>
                    <a:pt x="4520566" y="1021080"/>
                  </a:lnTo>
                  <a:lnTo>
                    <a:pt x="4519612" y="1026319"/>
                  </a:lnTo>
                  <a:lnTo>
                    <a:pt x="4518660" y="1028224"/>
                  </a:lnTo>
                  <a:lnTo>
                    <a:pt x="4518660" y="1031081"/>
                  </a:lnTo>
                  <a:lnTo>
                    <a:pt x="4522470" y="1029653"/>
                  </a:lnTo>
                  <a:lnTo>
                    <a:pt x="4525328" y="1027271"/>
                  </a:lnTo>
                  <a:lnTo>
                    <a:pt x="4529137" y="1025843"/>
                  </a:lnTo>
                  <a:lnTo>
                    <a:pt x="4538662" y="1024890"/>
                  </a:lnTo>
                  <a:lnTo>
                    <a:pt x="4543901" y="1017746"/>
                  </a:lnTo>
                  <a:lnTo>
                    <a:pt x="4548187" y="1014413"/>
                  </a:lnTo>
                  <a:lnTo>
                    <a:pt x="4587241" y="984409"/>
                  </a:lnTo>
                  <a:lnTo>
                    <a:pt x="4593908" y="978218"/>
                  </a:lnTo>
                  <a:lnTo>
                    <a:pt x="4598193" y="977741"/>
                  </a:lnTo>
                  <a:lnTo>
                    <a:pt x="4601528" y="978694"/>
                  </a:lnTo>
                  <a:lnTo>
                    <a:pt x="4604385" y="978694"/>
                  </a:lnTo>
                  <a:lnTo>
                    <a:pt x="4605337" y="976313"/>
                  </a:lnTo>
                  <a:lnTo>
                    <a:pt x="4606291" y="975836"/>
                  </a:lnTo>
                  <a:lnTo>
                    <a:pt x="4610100" y="975836"/>
                  </a:lnTo>
                  <a:lnTo>
                    <a:pt x="4612005" y="981551"/>
                  </a:lnTo>
                  <a:lnTo>
                    <a:pt x="4614387" y="984409"/>
                  </a:lnTo>
                  <a:lnTo>
                    <a:pt x="4616291" y="983932"/>
                  </a:lnTo>
                  <a:lnTo>
                    <a:pt x="4617720" y="982980"/>
                  </a:lnTo>
                  <a:lnTo>
                    <a:pt x="4619625" y="981075"/>
                  </a:lnTo>
                  <a:lnTo>
                    <a:pt x="4621530" y="979170"/>
                  </a:lnTo>
                  <a:lnTo>
                    <a:pt x="4623435" y="976313"/>
                  </a:lnTo>
                  <a:lnTo>
                    <a:pt x="4622006" y="974407"/>
                  </a:lnTo>
                  <a:lnTo>
                    <a:pt x="4614862" y="971550"/>
                  </a:lnTo>
                  <a:lnTo>
                    <a:pt x="4615339" y="966311"/>
                  </a:lnTo>
                  <a:lnTo>
                    <a:pt x="4619149" y="958215"/>
                  </a:lnTo>
                  <a:lnTo>
                    <a:pt x="4618672" y="952500"/>
                  </a:lnTo>
                  <a:lnTo>
                    <a:pt x="4620578" y="947261"/>
                  </a:lnTo>
                  <a:lnTo>
                    <a:pt x="4622006" y="944404"/>
                  </a:lnTo>
                  <a:lnTo>
                    <a:pt x="4623435" y="942975"/>
                  </a:lnTo>
                  <a:lnTo>
                    <a:pt x="4624864" y="941070"/>
                  </a:lnTo>
                  <a:lnTo>
                    <a:pt x="4622959" y="936784"/>
                  </a:lnTo>
                  <a:lnTo>
                    <a:pt x="4624387" y="933926"/>
                  </a:lnTo>
                  <a:lnTo>
                    <a:pt x="4626293" y="932021"/>
                  </a:lnTo>
                  <a:lnTo>
                    <a:pt x="4657725" y="923925"/>
                  </a:lnTo>
                  <a:lnTo>
                    <a:pt x="4662964" y="923449"/>
                  </a:lnTo>
                  <a:lnTo>
                    <a:pt x="4668203" y="925354"/>
                  </a:lnTo>
                  <a:lnTo>
                    <a:pt x="4675822" y="930593"/>
                  </a:lnTo>
                  <a:lnTo>
                    <a:pt x="4684395" y="933450"/>
                  </a:lnTo>
                  <a:lnTo>
                    <a:pt x="4696301" y="934879"/>
                  </a:lnTo>
                  <a:lnTo>
                    <a:pt x="4697254" y="937260"/>
                  </a:lnTo>
                  <a:lnTo>
                    <a:pt x="4692491" y="936307"/>
                  </a:lnTo>
                  <a:lnTo>
                    <a:pt x="4690110" y="937260"/>
                  </a:lnTo>
                  <a:lnTo>
                    <a:pt x="4690587" y="939641"/>
                  </a:lnTo>
                  <a:lnTo>
                    <a:pt x="4690110" y="941070"/>
                  </a:lnTo>
                  <a:lnTo>
                    <a:pt x="4687253" y="939165"/>
                  </a:lnTo>
                  <a:lnTo>
                    <a:pt x="4679156" y="938213"/>
                  </a:lnTo>
                  <a:lnTo>
                    <a:pt x="4671537" y="935831"/>
                  </a:lnTo>
                  <a:lnTo>
                    <a:pt x="4669155" y="935831"/>
                  </a:lnTo>
                  <a:lnTo>
                    <a:pt x="4658678" y="942499"/>
                  </a:lnTo>
                  <a:lnTo>
                    <a:pt x="4655820" y="945356"/>
                  </a:lnTo>
                  <a:lnTo>
                    <a:pt x="4651534" y="958215"/>
                  </a:lnTo>
                  <a:lnTo>
                    <a:pt x="4651058" y="967264"/>
                  </a:lnTo>
                  <a:lnTo>
                    <a:pt x="4649629" y="975836"/>
                  </a:lnTo>
                  <a:lnTo>
                    <a:pt x="4644866" y="979170"/>
                  </a:lnTo>
                  <a:lnTo>
                    <a:pt x="4643437" y="983456"/>
                  </a:lnTo>
                  <a:lnTo>
                    <a:pt x="4642009" y="988695"/>
                  </a:lnTo>
                  <a:lnTo>
                    <a:pt x="4647724" y="990600"/>
                  </a:lnTo>
                  <a:lnTo>
                    <a:pt x="4648676" y="992505"/>
                  </a:lnTo>
                  <a:lnTo>
                    <a:pt x="4649153" y="994886"/>
                  </a:lnTo>
                  <a:lnTo>
                    <a:pt x="4645343" y="1000125"/>
                  </a:lnTo>
                  <a:lnTo>
                    <a:pt x="4635818" y="1006793"/>
                  </a:lnTo>
                  <a:lnTo>
                    <a:pt x="4634866" y="1008221"/>
                  </a:lnTo>
                  <a:lnTo>
                    <a:pt x="4633437" y="1011079"/>
                  </a:lnTo>
                  <a:lnTo>
                    <a:pt x="4639151" y="1016794"/>
                  </a:lnTo>
                  <a:lnTo>
                    <a:pt x="4634866" y="1018699"/>
                  </a:lnTo>
                  <a:lnTo>
                    <a:pt x="4630579" y="1020128"/>
                  </a:lnTo>
                  <a:lnTo>
                    <a:pt x="4626768" y="1022509"/>
                  </a:lnTo>
                  <a:lnTo>
                    <a:pt x="4613910" y="1023461"/>
                  </a:lnTo>
                  <a:lnTo>
                    <a:pt x="4604862" y="1029653"/>
                  </a:lnTo>
                  <a:lnTo>
                    <a:pt x="4589622" y="1036320"/>
                  </a:lnTo>
                  <a:lnTo>
                    <a:pt x="4582954" y="1039654"/>
                  </a:lnTo>
                  <a:lnTo>
                    <a:pt x="4581049" y="1042035"/>
                  </a:lnTo>
                  <a:lnTo>
                    <a:pt x="4575334" y="1051560"/>
                  </a:lnTo>
                  <a:lnTo>
                    <a:pt x="4572476" y="1055846"/>
                  </a:lnTo>
                  <a:lnTo>
                    <a:pt x="4561999" y="1062038"/>
                  </a:lnTo>
                  <a:lnTo>
                    <a:pt x="4554379" y="1071086"/>
                  </a:lnTo>
                  <a:lnTo>
                    <a:pt x="4541997" y="1082040"/>
                  </a:lnTo>
                  <a:lnTo>
                    <a:pt x="4536758" y="1083469"/>
                  </a:lnTo>
                  <a:lnTo>
                    <a:pt x="4531518" y="1086326"/>
                  </a:lnTo>
                  <a:lnTo>
                    <a:pt x="4524851" y="1093946"/>
                  </a:lnTo>
                  <a:lnTo>
                    <a:pt x="4507706" y="1107281"/>
                  </a:lnTo>
                  <a:lnTo>
                    <a:pt x="4498658" y="1123474"/>
                  </a:lnTo>
                  <a:lnTo>
                    <a:pt x="4493895" y="1128713"/>
                  </a:lnTo>
                  <a:lnTo>
                    <a:pt x="4489133" y="1132999"/>
                  </a:lnTo>
                  <a:lnTo>
                    <a:pt x="4485799" y="1137285"/>
                  </a:lnTo>
                  <a:lnTo>
                    <a:pt x="4480084" y="1142048"/>
                  </a:lnTo>
                  <a:lnTo>
                    <a:pt x="4468178" y="1149191"/>
                  </a:lnTo>
                  <a:lnTo>
                    <a:pt x="4460081" y="1154906"/>
                  </a:lnTo>
                  <a:lnTo>
                    <a:pt x="4455795" y="1158716"/>
                  </a:lnTo>
                  <a:lnTo>
                    <a:pt x="4453891" y="1162526"/>
                  </a:lnTo>
                  <a:lnTo>
                    <a:pt x="4451985" y="1161574"/>
                  </a:lnTo>
                  <a:lnTo>
                    <a:pt x="4443889" y="1163479"/>
                  </a:lnTo>
                  <a:lnTo>
                    <a:pt x="4433412" y="1162050"/>
                  </a:lnTo>
                  <a:lnTo>
                    <a:pt x="4425791" y="1172528"/>
                  </a:lnTo>
                  <a:lnTo>
                    <a:pt x="4418172" y="1173956"/>
                  </a:lnTo>
                  <a:lnTo>
                    <a:pt x="4410075" y="1171099"/>
                  </a:lnTo>
                  <a:lnTo>
                    <a:pt x="4406266" y="1172528"/>
                  </a:lnTo>
                  <a:lnTo>
                    <a:pt x="4404837" y="1173480"/>
                  </a:lnTo>
                  <a:lnTo>
                    <a:pt x="4403408" y="1175385"/>
                  </a:lnTo>
                  <a:lnTo>
                    <a:pt x="4407218" y="1178719"/>
                  </a:lnTo>
                  <a:lnTo>
                    <a:pt x="4409122" y="1181576"/>
                  </a:lnTo>
                  <a:lnTo>
                    <a:pt x="4409599" y="1184434"/>
                  </a:lnTo>
                  <a:lnTo>
                    <a:pt x="4410075" y="1188720"/>
                  </a:lnTo>
                  <a:lnTo>
                    <a:pt x="4405312" y="1197293"/>
                  </a:lnTo>
                  <a:lnTo>
                    <a:pt x="4401503" y="1203960"/>
                  </a:lnTo>
                  <a:lnTo>
                    <a:pt x="4394835" y="1210628"/>
                  </a:lnTo>
                  <a:lnTo>
                    <a:pt x="4379118" y="1222058"/>
                  </a:lnTo>
                  <a:lnTo>
                    <a:pt x="4377691" y="1223486"/>
                  </a:lnTo>
                  <a:lnTo>
                    <a:pt x="4376262" y="1226344"/>
                  </a:lnTo>
                  <a:lnTo>
                    <a:pt x="4367212" y="1255871"/>
                  </a:lnTo>
                  <a:lnTo>
                    <a:pt x="4364355" y="1269206"/>
                  </a:lnTo>
                  <a:lnTo>
                    <a:pt x="4361497" y="1290161"/>
                  </a:lnTo>
                  <a:lnTo>
                    <a:pt x="4361974" y="1297305"/>
                  </a:lnTo>
                  <a:lnTo>
                    <a:pt x="4363879" y="1313021"/>
                  </a:lnTo>
                  <a:lnTo>
                    <a:pt x="4366737" y="1329214"/>
                  </a:lnTo>
                  <a:lnTo>
                    <a:pt x="4373404" y="1356836"/>
                  </a:lnTo>
                  <a:lnTo>
                    <a:pt x="4374833" y="1365409"/>
                  </a:lnTo>
                  <a:lnTo>
                    <a:pt x="4380072" y="1399223"/>
                  </a:lnTo>
                  <a:lnTo>
                    <a:pt x="4380547" y="1405414"/>
                  </a:lnTo>
                  <a:lnTo>
                    <a:pt x="4381976" y="1411129"/>
                  </a:lnTo>
                  <a:lnTo>
                    <a:pt x="4384358" y="1416368"/>
                  </a:lnTo>
                  <a:lnTo>
                    <a:pt x="4389120" y="1421606"/>
                  </a:lnTo>
                  <a:lnTo>
                    <a:pt x="4389597" y="1428274"/>
                  </a:lnTo>
                  <a:lnTo>
                    <a:pt x="4393406" y="1448753"/>
                  </a:lnTo>
                  <a:lnTo>
                    <a:pt x="4393883" y="1468279"/>
                  </a:lnTo>
                  <a:lnTo>
                    <a:pt x="4394359" y="1472565"/>
                  </a:lnTo>
                  <a:lnTo>
                    <a:pt x="4395312" y="1475899"/>
                  </a:lnTo>
                  <a:lnTo>
                    <a:pt x="4399597" y="1479709"/>
                  </a:lnTo>
                  <a:lnTo>
                    <a:pt x="4401026" y="1483995"/>
                  </a:lnTo>
                  <a:lnTo>
                    <a:pt x="4401503" y="1487805"/>
                  </a:lnTo>
                  <a:lnTo>
                    <a:pt x="4401979" y="1491139"/>
                  </a:lnTo>
                  <a:lnTo>
                    <a:pt x="4405312" y="1489234"/>
                  </a:lnTo>
                  <a:lnTo>
                    <a:pt x="4417695" y="1480185"/>
                  </a:lnTo>
                  <a:lnTo>
                    <a:pt x="4427220" y="1471613"/>
                  </a:lnTo>
                  <a:lnTo>
                    <a:pt x="4428649" y="1468279"/>
                  </a:lnTo>
                  <a:lnTo>
                    <a:pt x="4431983" y="1465898"/>
                  </a:lnTo>
                  <a:lnTo>
                    <a:pt x="4438650" y="1462564"/>
                  </a:lnTo>
                  <a:lnTo>
                    <a:pt x="4448175" y="1453515"/>
                  </a:lnTo>
                  <a:lnTo>
                    <a:pt x="4455795" y="1440656"/>
                  </a:lnTo>
                  <a:lnTo>
                    <a:pt x="4460558" y="1431131"/>
                  </a:lnTo>
                  <a:lnTo>
                    <a:pt x="4461510" y="1427321"/>
                  </a:lnTo>
                  <a:lnTo>
                    <a:pt x="4461510" y="1423988"/>
                  </a:lnTo>
                  <a:lnTo>
                    <a:pt x="4461034" y="1416368"/>
                  </a:lnTo>
                  <a:lnTo>
                    <a:pt x="4462939" y="1413510"/>
                  </a:lnTo>
                  <a:lnTo>
                    <a:pt x="4465320" y="1405414"/>
                  </a:lnTo>
                  <a:lnTo>
                    <a:pt x="4463891" y="1403033"/>
                  </a:lnTo>
                  <a:lnTo>
                    <a:pt x="4459605" y="1401604"/>
                  </a:lnTo>
                  <a:lnTo>
                    <a:pt x="4460558" y="1397794"/>
                  </a:lnTo>
                  <a:lnTo>
                    <a:pt x="4463891" y="1397318"/>
                  </a:lnTo>
                  <a:lnTo>
                    <a:pt x="4466272" y="1398746"/>
                  </a:lnTo>
                  <a:lnTo>
                    <a:pt x="4467701" y="1402556"/>
                  </a:lnTo>
                  <a:lnTo>
                    <a:pt x="4470083" y="1403509"/>
                  </a:lnTo>
                  <a:lnTo>
                    <a:pt x="4477226" y="1397318"/>
                  </a:lnTo>
                  <a:lnTo>
                    <a:pt x="4483418" y="1393984"/>
                  </a:lnTo>
                  <a:lnTo>
                    <a:pt x="4498658" y="1388745"/>
                  </a:lnTo>
                  <a:lnTo>
                    <a:pt x="4504849" y="1388745"/>
                  </a:lnTo>
                  <a:lnTo>
                    <a:pt x="4511041" y="1393508"/>
                  </a:lnTo>
                  <a:lnTo>
                    <a:pt x="4513422" y="1393508"/>
                  </a:lnTo>
                  <a:lnTo>
                    <a:pt x="4512945" y="1386840"/>
                  </a:lnTo>
                  <a:lnTo>
                    <a:pt x="4509135" y="1382078"/>
                  </a:lnTo>
                  <a:lnTo>
                    <a:pt x="4509135" y="1378744"/>
                  </a:lnTo>
                  <a:lnTo>
                    <a:pt x="4511041" y="1373981"/>
                  </a:lnTo>
                  <a:lnTo>
                    <a:pt x="4509612" y="1371124"/>
                  </a:lnTo>
                  <a:lnTo>
                    <a:pt x="4508183" y="1368743"/>
                  </a:lnTo>
                  <a:lnTo>
                    <a:pt x="4507230" y="1363504"/>
                  </a:lnTo>
                  <a:lnTo>
                    <a:pt x="4510087" y="1353026"/>
                  </a:lnTo>
                  <a:lnTo>
                    <a:pt x="4512945" y="1347311"/>
                  </a:lnTo>
                  <a:lnTo>
                    <a:pt x="4515326" y="1344454"/>
                  </a:lnTo>
                  <a:lnTo>
                    <a:pt x="4522470" y="1340168"/>
                  </a:lnTo>
                  <a:lnTo>
                    <a:pt x="4530091" y="1333500"/>
                  </a:lnTo>
                  <a:lnTo>
                    <a:pt x="4539139" y="1328261"/>
                  </a:lnTo>
                  <a:lnTo>
                    <a:pt x="4544378" y="1326356"/>
                  </a:lnTo>
                  <a:lnTo>
                    <a:pt x="4551045" y="1325404"/>
                  </a:lnTo>
                  <a:lnTo>
                    <a:pt x="4556760" y="1329214"/>
                  </a:lnTo>
                  <a:lnTo>
                    <a:pt x="4568191" y="1329214"/>
                  </a:lnTo>
                  <a:lnTo>
                    <a:pt x="4571524" y="1328738"/>
                  </a:lnTo>
                  <a:lnTo>
                    <a:pt x="4579620" y="1321118"/>
                  </a:lnTo>
                  <a:lnTo>
                    <a:pt x="4584383" y="1318260"/>
                  </a:lnTo>
                  <a:lnTo>
                    <a:pt x="4583430" y="1312069"/>
                  </a:lnTo>
                  <a:lnTo>
                    <a:pt x="4580572" y="1306830"/>
                  </a:lnTo>
                  <a:lnTo>
                    <a:pt x="4574858" y="1300163"/>
                  </a:lnTo>
                  <a:lnTo>
                    <a:pt x="4573429" y="1297305"/>
                  </a:lnTo>
                  <a:lnTo>
                    <a:pt x="4571524" y="1289685"/>
                  </a:lnTo>
                  <a:lnTo>
                    <a:pt x="4571524" y="1283494"/>
                  </a:lnTo>
                  <a:lnTo>
                    <a:pt x="4572953" y="1275874"/>
                  </a:lnTo>
                  <a:lnTo>
                    <a:pt x="4578191" y="1267301"/>
                  </a:lnTo>
                  <a:lnTo>
                    <a:pt x="4583430" y="1255395"/>
                  </a:lnTo>
                  <a:lnTo>
                    <a:pt x="4585812" y="1253490"/>
                  </a:lnTo>
                  <a:lnTo>
                    <a:pt x="4592003" y="1250633"/>
                  </a:lnTo>
                  <a:lnTo>
                    <a:pt x="4596289" y="1248251"/>
                  </a:lnTo>
                  <a:lnTo>
                    <a:pt x="4598670" y="1246823"/>
                  </a:lnTo>
                  <a:lnTo>
                    <a:pt x="4597241" y="1240631"/>
                  </a:lnTo>
                  <a:lnTo>
                    <a:pt x="4600575" y="1237774"/>
                  </a:lnTo>
                  <a:lnTo>
                    <a:pt x="4603433" y="1235869"/>
                  </a:lnTo>
                  <a:lnTo>
                    <a:pt x="4610576" y="1236821"/>
                  </a:lnTo>
                  <a:lnTo>
                    <a:pt x="4612958" y="1235393"/>
                  </a:lnTo>
                  <a:lnTo>
                    <a:pt x="4616291" y="1234440"/>
                  </a:lnTo>
                  <a:lnTo>
                    <a:pt x="4613910" y="1238250"/>
                  </a:lnTo>
                  <a:lnTo>
                    <a:pt x="4611053" y="1240631"/>
                  </a:lnTo>
                  <a:lnTo>
                    <a:pt x="4604862" y="1243489"/>
                  </a:lnTo>
                  <a:lnTo>
                    <a:pt x="4602004" y="1248251"/>
                  </a:lnTo>
                  <a:lnTo>
                    <a:pt x="4609147" y="1256348"/>
                  </a:lnTo>
                  <a:lnTo>
                    <a:pt x="4613910" y="1257776"/>
                  </a:lnTo>
                  <a:lnTo>
                    <a:pt x="4616291" y="1257300"/>
                  </a:lnTo>
                  <a:lnTo>
                    <a:pt x="4621054" y="1253014"/>
                  </a:lnTo>
                  <a:lnTo>
                    <a:pt x="4623912" y="1251109"/>
                  </a:lnTo>
                  <a:lnTo>
                    <a:pt x="4626293" y="1248251"/>
                  </a:lnTo>
                  <a:lnTo>
                    <a:pt x="4624864" y="1238250"/>
                  </a:lnTo>
                  <a:lnTo>
                    <a:pt x="4622959" y="1232535"/>
                  </a:lnTo>
                  <a:lnTo>
                    <a:pt x="4623435" y="1226344"/>
                  </a:lnTo>
                  <a:lnTo>
                    <a:pt x="4620578" y="1224915"/>
                  </a:lnTo>
                  <a:lnTo>
                    <a:pt x="4616291" y="1223963"/>
                  </a:lnTo>
                  <a:lnTo>
                    <a:pt x="4612005" y="1224915"/>
                  </a:lnTo>
                  <a:lnTo>
                    <a:pt x="4609624" y="1223010"/>
                  </a:lnTo>
                  <a:lnTo>
                    <a:pt x="4608195" y="1220629"/>
                  </a:lnTo>
                  <a:lnTo>
                    <a:pt x="4607718" y="1217771"/>
                  </a:lnTo>
                  <a:lnTo>
                    <a:pt x="4608672" y="1210628"/>
                  </a:lnTo>
                  <a:lnTo>
                    <a:pt x="4608195" y="1206341"/>
                  </a:lnTo>
                  <a:lnTo>
                    <a:pt x="4606766" y="1199674"/>
                  </a:lnTo>
                  <a:lnTo>
                    <a:pt x="4606766" y="1197769"/>
                  </a:lnTo>
                  <a:lnTo>
                    <a:pt x="4607243" y="1194435"/>
                  </a:lnTo>
                  <a:lnTo>
                    <a:pt x="4613434" y="1188244"/>
                  </a:lnTo>
                  <a:lnTo>
                    <a:pt x="4618672" y="1183958"/>
                  </a:lnTo>
                  <a:lnTo>
                    <a:pt x="4621054" y="1180624"/>
                  </a:lnTo>
                  <a:lnTo>
                    <a:pt x="4622006" y="1178243"/>
                  </a:lnTo>
                  <a:lnTo>
                    <a:pt x="4622483" y="1173004"/>
                  </a:lnTo>
                  <a:lnTo>
                    <a:pt x="4619625" y="1170623"/>
                  </a:lnTo>
                  <a:lnTo>
                    <a:pt x="4605337" y="1165384"/>
                  </a:lnTo>
                  <a:lnTo>
                    <a:pt x="4602956" y="1165384"/>
                  </a:lnTo>
                  <a:lnTo>
                    <a:pt x="4598670" y="1167765"/>
                  </a:lnTo>
                  <a:lnTo>
                    <a:pt x="4596766" y="1174433"/>
                  </a:lnTo>
                  <a:lnTo>
                    <a:pt x="4593908" y="1176814"/>
                  </a:lnTo>
                  <a:lnTo>
                    <a:pt x="4593908" y="1175385"/>
                  </a:lnTo>
                  <a:lnTo>
                    <a:pt x="4594860" y="1173480"/>
                  </a:lnTo>
                  <a:lnTo>
                    <a:pt x="4587716" y="1171099"/>
                  </a:lnTo>
                  <a:lnTo>
                    <a:pt x="4583906" y="1169194"/>
                  </a:lnTo>
                  <a:lnTo>
                    <a:pt x="4582001" y="1166813"/>
                  </a:lnTo>
                  <a:lnTo>
                    <a:pt x="4581049" y="1163955"/>
                  </a:lnTo>
                  <a:lnTo>
                    <a:pt x="4579620" y="1159193"/>
                  </a:lnTo>
                  <a:lnTo>
                    <a:pt x="4582478" y="1149668"/>
                  </a:lnTo>
                  <a:lnTo>
                    <a:pt x="4585812" y="1141095"/>
                  </a:lnTo>
                  <a:lnTo>
                    <a:pt x="4596289" y="1127760"/>
                  </a:lnTo>
                  <a:lnTo>
                    <a:pt x="4602480" y="1123474"/>
                  </a:lnTo>
                  <a:lnTo>
                    <a:pt x="4609624" y="1116330"/>
                  </a:lnTo>
                  <a:lnTo>
                    <a:pt x="4612481" y="1115378"/>
                  </a:lnTo>
                  <a:lnTo>
                    <a:pt x="4613910" y="1113949"/>
                  </a:lnTo>
                  <a:lnTo>
                    <a:pt x="4614862" y="1112520"/>
                  </a:lnTo>
                  <a:lnTo>
                    <a:pt x="4612958" y="1107758"/>
                  </a:lnTo>
                  <a:lnTo>
                    <a:pt x="4613910" y="1106805"/>
                  </a:lnTo>
                  <a:lnTo>
                    <a:pt x="4615339" y="1106329"/>
                  </a:lnTo>
                  <a:lnTo>
                    <a:pt x="4617720" y="1106805"/>
                  </a:lnTo>
                  <a:lnTo>
                    <a:pt x="4623912" y="1098233"/>
                  </a:lnTo>
                  <a:lnTo>
                    <a:pt x="4623912" y="1087755"/>
                  </a:lnTo>
                  <a:lnTo>
                    <a:pt x="4625816" y="1078230"/>
                  </a:lnTo>
                  <a:lnTo>
                    <a:pt x="4627245" y="1074420"/>
                  </a:lnTo>
                  <a:lnTo>
                    <a:pt x="4628674" y="1071563"/>
                  </a:lnTo>
                  <a:lnTo>
                    <a:pt x="4631531" y="1069181"/>
                  </a:lnTo>
                  <a:lnTo>
                    <a:pt x="4634389" y="1067753"/>
                  </a:lnTo>
                  <a:lnTo>
                    <a:pt x="4638199" y="1064419"/>
                  </a:lnTo>
                  <a:lnTo>
                    <a:pt x="4640104" y="1062038"/>
                  </a:lnTo>
                  <a:lnTo>
                    <a:pt x="4641533" y="1061085"/>
                  </a:lnTo>
                  <a:lnTo>
                    <a:pt x="4645818" y="1061561"/>
                  </a:lnTo>
                  <a:lnTo>
                    <a:pt x="4649629" y="1062514"/>
                  </a:lnTo>
                  <a:lnTo>
                    <a:pt x="4653439" y="1063943"/>
                  </a:lnTo>
                  <a:lnTo>
                    <a:pt x="4652487" y="1068705"/>
                  </a:lnTo>
                  <a:lnTo>
                    <a:pt x="4657249" y="1064895"/>
                  </a:lnTo>
                  <a:lnTo>
                    <a:pt x="4661535" y="1060609"/>
                  </a:lnTo>
                  <a:lnTo>
                    <a:pt x="4663916" y="1059656"/>
                  </a:lnTo>
                  <a:lnTo>
                    <a:pt x="4666774" y="1060133"/>
                  </a:lnTo>
                  <a:lnTo>
                    <a:pt x="4671537" y="1063466"/>
                  </a:lnTo>
                  <a:lnTo>
                    <a:pt x="4675347" y="1069658"/>
                  </a:lnTo>
                  <a:lnTo>
                    <a:pt x="4677728" y="1071563"/>
                  </a:lnTo>
                  <a:lnTo>
                    <a:pt x="4681062" y="1071086"/>
                  </a:lnTo>
                  <a:lnTo>
                    <a:pt x="4683443" y="1070610"/>
                  </a:lnTo>
                  <a:lnTo>
                    <a:pt x="4685347" y="1066324"/>
                  </a:lnTo>
                  <a:lnTo>
                    <a:pt x="4685824" y="1058228"/>
                  </a:lnTo>
                  <a:lnTo>
                    <a:pt x="4689158" y="1057275"/>
                  </a:lnTo>
                  <a:lnTo>
                    <a:pt x="4692491" y="1056323"/>
                  </a:lnTo>
                  <a:lnTo>
                    <a:pt x="4696778" y="1052989"/>
                  </a:lnTo>
                  <a:lnTo>
                    <a:pt x="4702493" y="1051560"/>
                  </a:lnTo>
                  <a:lnTo>
                    <a:pt x="4714875" y="1045369"/>
                  </a:lnTo>
                  <a:lnTo>
                    <a:pt x="4722972" y="1039178"/>
                  </a:lnTo>
                  <a:lnTo>
                    <a:pt x="4728687" y="1038701"/>
                  </a:lnTo>
                  <a:lnTo>
                    <a:pt x="4727258" y="1042511"/>
                  </a:lnTo>
                  <a:lnTo>
                    <a:pt x="4726781" y="1045845"/>
                  </a:lnTo>
                  <a:lnTo>
                    <a:pt x="4724876" y="1054418"/>
                  </a:lnTo>
                  <a:lnTo>
                    <a:pt x="4722495" y="1058704"/>
                  </a:lnTo>
                  <a:lnTo>
                    <a:pt x="4721543" y="1064419"/>
                  </a:lnTo>
                  <a:lnTo>
                    <a:pt x="4722018" y="1067276"/>
                  </a:lnTo>
                  <a:lnTo>
                    <a:pt x="4722972" y="1071086"/>
                  </a:lnTo>
                  <a:lnTo>
                    <a:pt x="4726305" y="1070610"/>
                  </a:lnTo>
                  <a:lnTo>
                    <a:pt x="4728210" y="1069658"/>
                  </a:lnTo>
                  <a:lnTo>
                    <a:pt x="4732020" y="1065848"/>
                  </a:lnTo>
                  <a:lnTo>
                    <a:pt x="4749641" y="1047750"/>
                  </a:lnTo>
                  <a:lnTo>
                    <a:pt x="4758691" y="1042988"/>
                  </a:lnTo>
                  <a:lnTo>
                    <a:pt x="4772025" y="1039654"/>
                  </a:lnTo>
                  <a:lnTo>
                    <a:pt x="4776312" y="1037749"/>
                  </a:lnTo>
                  <a:lnTo>
                    <a:pt x="4789647" y="1034415"/>
                  </a:lnTo>
                  <a:lnTo>
                    <a:pt x="4800600" y="1033463"/>
                  </a:lnTo>
                  <a:lnTo>
                    <a:pt x="4807743" y="1034891"/>
                  </a:lnTo>
                  <a:lnTo>
                    <a:pt x="4811554" y="1034891"/>
                  </a:lnTo>
                  <a:lnTo>
                    <a:pt x="4826793" y="1032986"/>
                  </a:lnTo>
                  <a:lnTo>
                    <a:pt x="4828222" y="1034891"/>
                  </a:lnTo>
                  <a:lnTo>
                    <a:pt x="4840129" y="1041082"/>
                  </a:lnTo>
                  <a:lnTo>
                    <a:pt x="4846797" y="1050131"/>
                  </a:lnTo>
                  <a:lnTo>
                    <a:pt x="4847749" y="1050608"/>
                  </a:lnTo>
                  <a:lnTo>
                    <a:pt x="4849178" y="1052513"/>
                  </a:lnTo>
                  <a:lnTo>
                    <a:pt x="4849654" y="1055846"/>
                  </a:lnTo>
                  <a:lnTo>
                    <a:pt x="4850606" y="1058228"/>
                  </a:lnTo>
                  <a:lnTo>
                    <a:pt x="4852512" y="1060133"/>
                  </a:lnTo>
                  <a:lnTo>
                    <a:pt x="4858226" y="1063943"/>
                  </a:lnTo>
                  <a:lnTo>
                    <a:pt x="4864893" y="1064895"/>
                  </a:lnTo>
                  <a:lnTo>
                    <a:pt x="4866322" y="1062990"/>
                  </a:lnTo>
                  <a:lnTo>
                    <a:pt x="4867275" y="1061085"/>
                  </a:lnTo>
                  <a:lnTo>
                    <a:pt x="4870133" y="1050131"/>
                  </a:lnTo>
                  <a:lnTo>
                    <a:pt x="4872991" y="1045845"/>
                  </a:lnTo>
                  <a:lnTo>
                    <a:pt x="4872991" y="1043464"/>
                  </a:lnTo>
                  <a:lnTo>
                    <a:pt x="4873466" y="1041082"/>
                  </a:lnTo>
                  <a:lnTo>
                    <a:pt x="4880134" y="1038225"/>
                  </a:lnTo>
                  <a:lnTo>
                    <a:pt x="4885372" y="1036796"/>
                  </a:lnTo>
                  <a:lnTo>
                    <a:pt x="4903470" y="1026319"/>
                  </a:lnTo>
                  <a:lnTo>
                    <a:pt x="4911566" y="1020604"/>
                  </a:lnTo>
                  <a:lnTo>
                    <a:pt x="4915376" y="1020604"/>
                  </a:lnTo>
                  <a:lnTo>
                    <a:pt x="4918234" y="1019175"/>
                  </a:lnTo>
                  <a:lnTo>
                    <a:pt x="4921091" y="1017746"/>
                  </a:lnTo>
                  <a:lnTo>
                    <a:pt x="4923472" y="1016794"/>
                  </a:lnTo>
                  <a:lnTo>
                    <a:pt x="4928235" y="1012507"/>
                  </a:lnTo>
                  <a:lnTo>
                    <a:pt x="4934426" y="1009174"/>
                  </a:lnTo>
                  <a:lnTo>
                    <a:pt x="4933474" y="1006316"/>
                  </a:lnTo>
                  <a:lnTo>
                    <a:pt x="4934426" y="1003935"/>
                  </a:lnTo>
                  <a:lnTo>
                    <a:pt x="4937760" y="1002982"/>
                  </a:lnTo>
                  <a:lnTo>
                    <a:pt x="4941093" y="1002506"/>
                  </a:lnTo>
                  <a:lnTo>
                    <a:pt x="4944904" y="999649"/>
                  </a:lnTo>
                  <a:lnTo>
                    <a:pt x="4944428" y="997268"/>
                  </a:lnTo>
                  <a:lnTo>
                    <a:pt x="4945856" y="996315"/>
                  </a:lnTo>
                  <a:lnTo>
                    <a:pt x="4947762" y="996315"/>
                  </a:lnTo>
                  <a:lnTo>
                    <a:pt x="4950618" y="997268"/>
                  </a:lnTo>
                  <a:lnTo>
                    <a:pt x="4952047" y="996315"/>
                  </a:lnTo>
                  <a:lnTo>
                    <a:pt x="4949666" y="992981"/>
                  </a:lnTo>
                  <a:lnTo>
                    <a:pt x="4948237" y="990124"/>
                  </a:lnTo>
                  <a:lnTo>
                    <a:pt x="4950143" y="988219"/>
                  </a:lnTo>
                  <a:lnTo>
                    <a:pt x="4956810" y="991553"/>
                  </a:lnTo>
                  <a:lnTo>
                    <a:pt x="4959668" y="991553"/>
                  </a:lnTo>
                  <a:lnTo>
                    <a:pt x="4968241" y="983932"/>
                  </a:lnTo>
                  <a:lnTo>
                    <a:pt x="4976337" y="975360"/>
                  </a:lnTo>
                  <a:lnTo>
                    <a:pt x="4983004" y="977265"/>
                  </a:lnTo>
                  <a:lnTo>
                    <a:pt x="4993958" y="971550"/>
                  </a:lnTo>
                  <a:lnTo>
                    <a:pt x="4998720" y="970121"/>
                  </a:lnTo>
                  <a:lnTo>
                    <a:pt x="5006341" y="969645"/>
                  </a:lnTo>
                  <a:lnTo>
                    <a:pt x="5009674" y="967740"/>
                  </a:lnTo>
                  <a:lnTo>
                    <a:pt x="5013484" y="963454"/>
                  </a:lnTo>
                  <a:lnTo>
                    <a:pt x="5016341" y="963930"/>
                  </a:lnTo>
                  <a:lnTo>
                    <a:pt x="5029676" y="958691"/>
                  </a:lnTo>
                  <a:lnTo>
                    <a:pt x="5032058" y="955357"/>
                  </a:lnTo>
                  <a:lnTo>
                    <a:pt x="5035391" y="954405"/>
                  </a:lnTo>
                  <a:lnTo>
                    <a:pt x="5038249" y="953929"/>
                  </a:lnTo>
                  <a:lnTo>
                    <a:pt x="5043964" y="951071"/>
                  </a:lnTo>
                  <a:lnTo>
                    <a:pt x="5068253" y="942499"/>
                  </a:lnTo>
                  <a:lnTo>
                    <a:pt x="5072062" y="939165"/>
                  </a:lnTo>
                  <a:lnTo>
                    <a:pt x="5081112" y="934403"/>
                  </a:lnTo>
                  <a:lnTo>
                    <a:pt x="5087779" y="932498"/>
                  </a:lnTo>
                  <a:lnTo>
                    <a:pt x="5096351" y="931069"/>
                  </a:lnTo>
                  <a:lnTo>
                    <a:pt x="5097304" y="929640"/>
                  </a:lnTo>
                  <a:lnTo>
                    <a:pt x="5091589" y="927735"/>
                  </a:lnTo>
                  <a:lnTo>
                    <a:pt x="5089684" y="926306"/>
                  </a:lnTo>
                  <a:lnTo>
                    <a:pt x="5089684" y="924401"/>
                  </a:lnTo>
                  <a:lnTo>
                    <a:pt x="5090637" y="922973"/>
                  </a:lnTo>
                  <a:lnTo>
                    <a:pt x="5092066" y="919639"/>
                  </a:lnTo>
                  <a:lnTo>
                    <a:pt x="5093970" y="919163"/>
                  </a:lnTo>
                  <a:lnTo>
                    <a:pt x="5096828" y="921068"/>
                  </a:lnTo>
                  <a:lnTo>
                    <a:pt x="5099685" y="921068"/>
                  </a:lnTo>
                  <a:lnTo>
                    <a:pt x="5101114" y="919639"/>
                  </a:lnTo>
                  <a:lnTo>
                    <a:pt x="5102543" y="919639"/>
                  </a:lnTo>
                  <a:lnTo>
                    <a:pt x="5103495" y="922020"/>
                  </a:lnTo>
                  <a:lnTo>
                    <a:pt x="5102066" y="924878"/>
                  </a:lnTo>
                  <a:lnTo>
                    <a:pt x="5101114" y="926782"/>
                  </a:lnTo>
                  <a:lnTo>
                    <a:pt x="5101114" y="929164"/>
                  </a:lnTo>
                  <a:lnTo>
                    <a:pt x="5103018" y="929640"/>
                  </a:lnTo>
                  <a:lnTo>
                    <a:pt x="5113497" y="930116"/>
                  </a:lnTo>
                  <a:lnTo>
                    <a:pt x="5125879" y="932021"/>
                  </a:lnTo>
                  <a:lnTo>
                    <a:pt x="5157787" y="942023"/>
                  </a:lnTo>
                  <a:lnTo>
                    <a:pt x="5160645" y="943928"/>
                  </a:lnTo>
                  <a:lnTo>
                    <a:pt x="5163026" y="943928"/>
                  </a:lnTo>
                  <a:lnTo>
                    <a:pt x="5163503" y="940118"/>
                  </a:lnTo>
                  <a:lnTo>
                    <a:pt x="5164931" y="936307"/>
                  </a:lnTo>
                  <a:lnTo>
                    <a:pt x="5168741" y="933926"/>
                  </a:lnTo>
                  <a:lnTo>
                    <a:pt x="5175409" y="928688"/>
                  </a:lnTo>
                  <a:lnTo>
                    <a:pt x="5178743" y="924401"/>
                  </a:lnTo>
                  <a:lnTo>
                    <a:pt x="5178743" y="920115"/>
                  </a:lnTo>
                  <a:lnTo>
                    <a:pt x="5176362" y="915353"/>
                  </a:lnTo>
                  <a:lnTo>
                    <a:pt x="5172075" y="914400"/>
                  </a:lnTo>
                  <a:lnTo>
                    <a:pt x="5169218" y="911066"/>
                  </a:lnTo>
                  <a:lnTo>
                    <a:pt x="5167789" y="907732"/>
                  </a:lnTo>
                  <a:lnTo>
                    <a:pt x="5170170" y="904875"/>
                  </a:lnTo>
                  <a:lnTo>
                    <a:pt x="5173028" y="903923"/>
                  </a:lnTo>
                  <a:lnTo>
                    <a:pt x="5172551" y="900113"/>
                  </a:lnTo>
                  <a:lnTo>
                    <a:pt x="5170647" y="897731"/>
                  </a:lnTo>
                  <a:lnTo>
                    <a:pt x="5160168" y="892969"/>
                  </a:lnTo>
                  <a:lnTo>
                    <a:pt x="5156359" y="889635"/>
                  </a:lnTo>
                  <a:lnTo>
                    <a:pt x="5156359" y="886778"/>
                  </a:lnTo>
                  <a:lnTo>
                    <a:pt x="5152072" y="879157"/>
                  </a:lnTo>
                  <a:lnTo>
                    <a:pt x="5151597" y="881063"/>
                  </a:lnTo>
                  <a:lnTo>
                    <a:pt x="5152072" y="884396"/>
                  </a:lnTo>
                  <a:lnTo>
                    <a:pt x="5150643" y="887254"/>
                  </a:lnTo>
                  <a:lnTo>
                    <a:pt x="5148262" y="886778"/>
                  </a:lnTo>
                  <a:lnTo>
                    <a:pt x="5147787" y="884396"/>
                  </a:lnTo>
                  <a:lnTo>
                    <a:pt x="5149216" y="880110"/>
                  </a:lnTo>
                  <a:lnTo>
                    <a:pt x="5147310" y="878205"/>
                  </a:lnTo>
                  <a:lnTo>
                    <a:pt x="5141118" y="877253"/>
                  </a:lnTo>
                  <a:lnTo>
                    <a:pt x="5140166" y="875824"/>
                  </a:lnTo>
                  <a:lnTo>
                    <a:pt x="5146358" y="873443"/>
                  </a:lnTo>
                  <a:lnTo>
                    <a:pt x="5148262" y="873443"/>
                  </a:lnTo>
                  <a:lnTo>
                    <a:pt x="5150168" y="872490"/>
                  </a:lnTo>
                  <a:lnTo>
                    <a:pt x="5148739" y="862965"/>
                  </a:lnTo>
                  <a:lnTo>
                    <a:pt x="5147310" y="856298"/>
                  </a:lnTo>
                  <a:lnTo>
                    <a:pt x="5143500" y="855821"/>
                  </a:lnTo>
                  <a:lnTo>
                    <a:pt x="5140643" y="853916"/>
                  </a:lnTo>
                  <a:lnTo>
                    <a:pt x="5141118" y="849630"/>
                  </a:lnTo>
                  <a:lnTo>
                    <a:pt x="5141118" y="847725"/>
                  </a:lnTo>
                  <a:lnTo>
                    <a:pt x="5138262" y="840581"/>
                  </a:lnTo>
                  <a:lnTo>
                    <a:pt x="5135880" y="837724"/>
                  </a:lnTo>
                  <a:lnTo>
                    <a:pt x="5133022" y="834866"/>
                  </a:lnTo>
                  <a:lnTo>
                    <a:pt x="5130641" y="837724"/>
                  </a:lnTo>
                  <a:lnTo>
                    <a:pt x="5129689" y="842010"/>
                  </a:lnTo>
                  <a:lnTo>
                    <a:pt x="5126831" y="842486"/>
                  </a:lnTo>
                  <a:lnTo>
                    <a:pt x="5123497" y="842486"/>
                  </a:lnTo>
                  <a:lnTo>
                    <a:pt x="5114449" y="838200"/>
                  </a:lnTo>
                  <a:lnTo>
                    <a:pt x="5105876" y="830580"/>
                  </a:lnTo>
                  <a:lnTo>
                    <a:pt x="5104924" y="823436"/>
                  </a:lnTo>
                  <a:lnTo>
                    <a:pt x="5106829" y="814388"/>
                  </a:lnTo>
                  <a:lnTo>
                    <a:pt x="5105400" y="812959"/>
                  </a:lnTo>
                  <a:lnTo>
                    <a:pt x="5104447" y="812482"/>
                  </a:lnTo>
                  <a:lnTo>
                    <a:pt x="5093018" y="815340"/>
                  </a:lnTo>
                  <a:lnTo>
                    <a:pt x="5085874" y="820103"/>
                  </a:lnTo>
                  <a:lnTo>
                    <a:pt x="5082064" y="820579"/>
                  </a:lnTo>
                  <a:lnTo>
                    <a:pt x="5074443" y="817245"/>
                  </a:lnTo>
                  <a:lnTo>
                    <a:pt x="5062062" y="822484"/>
                  </a:lnTo>
                  <a:lnTo>
                    <a:pt x="5064443" y="819626"/>
                  </a:lnTo>
                  <a:lnTo>
                    <a:pt x="5066824" y="818674"/>
                  </a:lnTo>
                  <a:lnTo>
                    <a:pt x="5069205" y="816293"/>
                  </a:lnTo>
                  <a:lnTo>
                    <a:pt x="5067300" y="812006"/>
                  </a:lnTo>
                  <a:lnTo>
                    <a:pt x="5065395" y="808673"/>
                  </a:lnTo>
                  <a:lnTo>
                    <a:pt x="5063014" y="806291"/>
                  </a:lnTo>
                  <a:lnTo>
                    <a:pt x="5059204" y="805339"/>
                  </a:lnTo>
                  <a:lnTo>
                    <a:pt x="5055393" y="807244"/>
                  </a:lnTo>
                  <a:lnTo>
                    <a:pt x="5052060" y="809625"/>
                  </a:lnTo>
                  <a:lnTo>
                    <a:pt x="5046345" y="812006"/>
                  </a:lnTo>
                  <a:lnTo>
                    <a:pt x="5034439" y="813911"/>
                  </a:lnTo>
                  <a:lnTo>
                    <a:pt x="5026343" y="813911"/>
                  </a:lnTo>
                  <a:lnTo>
                    <a:pt x="5013008" y="817721"/>
                  </a:lnTo>
                  <a:lnTo>
                    <a:pt x="5007768" y="817245"/>
                  </a:lnTo>
                  <a:lnTo>
                    <a:pt x="5026343" y="812482"/>
                  </a:lnTo>
                  <a:lnTo>
                    <a:pt x="5036343" y="812006"/>
                  </a:lnTo>
                  <a:lnTo>
                    <a:pt x="5049679" y="808673"/>
                  </a:lnTo>
                  <a:lnTo>
                    <a:pt x="5059204" y="802005"/>
                  </a:lnTo>
                  <a:lnTo>
                    <a:pt x="5071587" y="808196"/>
                  </a:lnTo>
                  <a:lnTo>
                    <a:pt x="5075872" y="808673"/>
                  </a:lnTo>
                  <a:lnTo>
                    <a:pt x="5085397" y="808196"/>
                  </a:lnTo>
                  <a:lnTo>
                    <a:pt x="5093493" y="811530"/>
                  </a:lnTo>
                  <a:lnTo>
                    <a:pt x="5096351" y="810578"/>
                  </a:lnTo>
                  <a:lnTo>
                    <a:pt x="5098733" y="807720"/>
                  </a:lnTo>
                  <a:lnTo>
                    <a:pt x="5095399" y="802957"/>
                  </a:lnTo>
                  <a:lnTo>
                    <a:pt x="5092541" y="800100"/>
                  </a:lnTo>
                  <a:lnTo>
                    <a:pt x="5089208" y="799148"/>
                  </a:lnTo>
                  <a:lnTo>
                    <a:pt x="5079206" y="799624"/>
                  </a:lnTo>
                  <a:lnTo>
                    <a:pt x="5072539" y="798671"/>
                  </a:lnTo>
                  <a:lnTo>
                    <a:pt x="5068729" y="797243"/>
                  </a:lnTo>
                  <a:lnTo>
                    <a:pt x="5071110" y="796290"/>
                  </a:lnTo>
                  <a:lnTo>
                    <a:pt x="5078254" y="798195"/>
                  </a:lnTo>
                  <a:lnTo>
                    <a:pt x="5086826" y="795338"/>
                  </a:lnTo>
                  <a:lnTo>
                    <a:pt x="5097304" y="799148"/>
                  </a:lnTo>
                  <a:lnTo>
                    <a:pt x="5099685" y="802481"/>
                  </a:lnTo>
                  <a:lnTo>
                    <a:pt x="5102543" y="803910"/>
                  </a:lnTo>
                  <a:lnTo>
                    <a:pt x="5111116" y="812006"/>
                  </a:lnTo>
                  <a:lnTo>
                    <a:pt x="5116354" y="815340"/>
                  </a:lnTo>
                  <a:lnTo>
                    <a:pt x="5134928" y="818198"/>
                  </a:lnTo>
                  <a:lnTo>
                    <a:pt x="5143024" y="822007"/>
                  </a:lnTo>
                  <a:lnTo>
                    <a:pt x="5148739" y="820103"/>
                  </a:lnTo>
                  <a:lnTo>
                    <a:pt x="5164455" y="812006"/>
                  </a:lnTo>
                  <a:lnTo>
                    <a:pt x="5174456" y="809625"/>
                  </a:lnTo>
                  <a:lnTo>
                    <a:pt x="5181124" y="804386"/>
                  </a:lnTo>
                  <a:lnTo>
                    <a:pt x="5187316" y="798195"/>
                  </a:lnTo>
                  <a:lnTo>
                    <a:pt x="5193030" y="796290"/>
                  </a:lnTo>
                  <a:lnTo>
                    <a:pt x="5203031" y="789623"/>
                  </a:lnTo>
                  <a:lnTo>
                    <a:pt x="5205412" y="786765"/>
                  </a:lnTo>
                  <a:lnTo>
                    <a:pt x="5209699" y="778669"/>
                  </a:lnTo>
                  <a:lnTo>
                    <a:pt x="5211604" y="775335"/>
                  </a:lnTo>
                  <a:lnTo>
                    <a:pt x="5215414" y="771525"/>
                  </a:lnTo>
                  <a:lnTo>
                    <a:pt x="5215414" y="768191"/>
                  </a:lnTo>
                  <a:lnTo>
                    <a:pt x="5214937" y="764857"/>
                  </a:lnTo>
                  <a:lnTo>
                    <a:pt x="5212080" y="762000"/>
                  </a:lnTo>
                  <a:lnTo>
                    <a:pt x="5205412" y="758190"/>
                  </a:lnTo>
                  <a:lnTo>
                    <a:pt x="5202555" y="755332"/>
                  </a:lnTo>
                  <a:lnTo>
                    <a:pt x="5200174" y="750094"/>
                  </a:lnTo>
                  <a:lnTo>
                    <a:pt x="5200650" y="743426"/>
                  </a:lnTo>
                  <a:lnTo>
                    <a:pt x="5202079" y="738664"/>
                  </a:lnTo>
                  <a:lnTo>
                    <a:pt x="5203984" y="734378"/>
                  </a:lnTo>
                  <a:lnTo>
                    <a:pt x="5206366" y="737235"/>
                  </a:lnTo>
                  <a:lnTo>
                    <a:pt x="5213033" y="736759"/>
                  </a:lnTo>
                  <a:lnTo>
                    <a:pt x="5215891" y="735330"/>
                  </a:lnTo>
                  <a:lnTo>
                    <a:pt x="5216366" y="732473"/>
                  </a:lnTo>
                  <a:lnTo>
                    <a:pt x="5215414" y="728663"/>
                  </a:lnTo>
                  <a:lnTo>
                    <a:pt x="5217318" y="727234"/>
                  </a:lnTo>
                  <a:lnTo>
                    <a:pt x="5220653" y="727234"/>
                  </a:lnTo>
                  <a:lnTo>
                    <a:pt x="5221129" y="724853"/>
                  </a:lnTo>
                  <a:lnTo>
                    <a:pt x="5222081" y="723424"/>
                  </a:lnTo>
                  <a:lnTo>
                    <a:pt x="5223510" y="725329"/>
                  </a:lnTo>
                  <a:lnTo>
                    <a:pt x="5223510" y="731520"/>
                  </a:lnTo>
                  <a:lnTo>
                    <a:pt x="5226368" y="732949"/>
                  </a:lnTo>
                  <a:lnTo>
                    <a:pt x="5230178" y="734378"/>
                  </a:lnTo>
                  <a:lnTo>
                    <a:pt x="5231606" y="733901"/>
                  </a:lnTo>
                  <a:lnTo>
                    <a:pt x="5233035" y="733425"/>
                  </a:lnTo>
                  <a:lnTo>
                    <a:pt x="5235416" y="731044"/>
                  </a:lnTo>
                  <a:lnTo>
                    <a:pt x="5240179" y="724853"/>
                  </a:lnTo>
                  <a:lnTo>
                    <a:pt x="5243512" y="721995"/>
                  </a:lnTo>
                  <a:lnTo>
                    <a:pt x="5243037" y="726758"/>
                  </a:lnTo>
                  <a:lnTo>
                    <a:pt x="5241131" y="733425"/>
                  </a:lnTo>
                  <a:lnTo>
                    <a:pt x="5240179" y="735330"/>
                  </a:lnTo>
                  <a:lnTo>
                    <a:pt x="5237797" y="737711"/>
                  </a:lnTo>
                  <a:lnTo>
                    <a:pt x="5236368" y="742474"/>
                  </a:lnTo>
                  <a:lnTo>
                    <a:pt x="5235893" y="743903"/>
                  </a:lnTo>
                  <a:lnTo>
                    <a:pt x="5232083" y="742474"/>
                  </a:lnTo>
                  <a:lnTo>
                    <a:pt x="5229225" y="742950"/>
                  </a:lnTo>
                  <a:lnTo>
                    <a:pt x="5231130" y="748189"/>
                  </a:lnTo>
                  <a:lnTo>
                    <a:pt x="5234464" y="751999"/>
                  </a:lnTo>
                  <a:lnTo>
                    <a:pt x="5238274" y="755809"/>
                  </a:lnTo>
                  <a:lnTo>
                    <a:pt x="5242084" y="758190"/>
                  </a:lnTo>
                  <a:lnTo>
                    <a:pt x="5243512" y="758190"/>
                  </a:lnTo>
                  <a:lnTo>
                    <a:pt x="5243989" y="759143"/>
                  </a:lnTo>
                  <a:lnTo>
                    <a:pt x="5243989" y="761524"/>
                  </a:lnTo>
                  <a:lnTo>
                    <a:pt x="5243512" y="767239"/>
                  </a:lnTo>
                  <a:lnTo>
                    <a:pt x="5243989" y="770573"/>
                  </a:lnTo>
                  <a:lnTo>
                    <a:pt x="5247322" y="772478"/>
                  </a:lnTo>
                  <a:lnTo>
                    <a:pt x="5250656" y="773430"/>
                  </a:lnTo>
                  <a:lnTo>
                    <a:pt x="5271612" y="772954"/>
                  </a:lnTo>
                  <a:lnTo>
                    <a:pt x="5278755" y="772001"/>
                  </a:lnTo>
                  <a:lnTo>
                    <a:pt x="5289233" y="766763"/>
                  </a:lnTo>
                  <a:lnTo>
                    <a:pt x="5293518" y="766286"/>
                  </a:lnTo>
                  <a:lnTo>
                    <a:pt x="5297805" y="766763"/>
                  </a:lnTo>
                  <a:lnTo>
                    <a:pt x="5310664" y="769620"/>
                  </a:lnTo>
                  <a:lnTo>
                    <a:pt x="5325904" y="773906"/>
                  </a:lnTo>
                  <a:lnTo>
                    <a:pt x="5332095" y="780574"/>
                  </a:lnTo>
                  <a:lnTo>
                    <a:pt x="5334000" y="787241"/>
                  </a:lnTo>
                  <a:lnTo>
                    <a:pt x="5334953" y="794385"/>
                  </a:lnTo>
                  <a:lnTo>
                    <a:pt x="5334000" y="797243"/>
                  </a:lnTo>
                  <a:lnTo>
                    <a:pt x="5334000" y="799624"/>
                  </a:lnTo>
                  <a:lnTo>
                    <a:pt x="5338762" y="802957"/>
                  </a:lnTo>
                  <a:lnTo>
                    <a:pt x="5345430" y="807244"/>
                  </a:lnTo>
                  <a:lnTo>
                    <a:pt x="5346859" y="808196"/>
                  </a:lnTo>
                  <a:lnTo>
                    <a:pt x="5348287" y="810101"/>
                  </a:lnTo>
                  <a:lnTo>
                    <a:pt x="5349716" y="811054"/>
                  </a:lnTo>
                  <a:lnTo>
                    <a:pt x="5354479" y="811530"/>
                  </a:lnTo>
                  <a:lnTo>
                    <a:pt x="5358289" y="810578"/>
                  </a:lnTo>
                  <a:lnTo>
                    <a:pt x="5362099" y="810101"/>
                  </a:lnTo>
                  <a:lnTo>
                    <a:pt x="5369243" y="812482"/>
                  </a:lnTo>
                  <a:lnTo>
                    <a:pt x="5377816" y="815340"/>
                  </a:lnTo>
                  <a:lnTo>
                    <a:pt x="5386387" y="820103"/>
                  </a:lnTo>
                  <a:lnTo>
                    <a:pt x="5390197" y="822960"/>
                  </a:lnTo>
                  <a:lnTo>
                    <a:pt x="5397341" y="830104"/>
                  </a:lnTo>
                  <a:lnTo>
                    <a:pt x="5400675" y="832485"/>
                  </a:lnTo>
                  <a:lnTo>
                    <a:pt x="5406391" y="834866"/>
                  </a:lnTo>
                  <a:lnTo>
                    <a:pt x="5408772" y="835343"/>
                  </a:lnTo>
                  <a:lnTo>
                    <a:pt x="5410676" y="834866"/>
                  </a:lnTo>
                  <a:lnTo>
                    <a:pt x="5414962" y="831056"/>
                  </a:lnTo>
                  <a:lnTo>
                    <a:pt x="5417820" y="828675"/>
                  </a:lnTo>
                  <a:lnTo>
                    <a:pt x="5420201" y="825341"/>
                  </a:lnTo>
                  <a:lnTo>
                    <a:pt x="5420678" y="828199"/>
                  </a:lnTo>
                  <a:lnTo>
                    <a:pt x="5420678" y="830580"/>
                  </a:lnTo>
                  <a:lnTo>
                    <a:pt x="5418297" y="832485"/>
                  </a:lnTo>
                  <a:lnTo>
                    <a:pt x="5418297" y="835343"/>
                  </a:lnTo>
                  <a:lnTo>
                    <a:pt x="5422106" y="838676"/>
                  </a:lnTo>
                  <a:lnTo>
                    <a:pt x="5425916" y="839153"/>
                  </a:lnTo>
                  <a:lnTo>
                    <a:pt x="5431155" y="838200"/>
                  </a:lnTo>
                  <a:lnTo>
                    <a:pt x="5432584" y="836771"/>
                  </a:lnTo>
                  <a:lnTo>
                    <a:pt x="5434012" y="834390"/>
                  </a:lnTo>
                  <a:lnTo>
                    <a:pt x="5433060" y="826770"/>
                  </a:lnTo>
                  <a:lnTo>
                    <a:pt x="5434489" y="825818"/>
                  </a:lnTo>
                  <a:lnTo>
                    <a:pt x="5438299" y="827246"/>
                  </a:lnTo>
                  <a:lnTo>
                    <a:pt x="5439728" y="829628"/>
                  </a:lnTo>
                  <a:lnTo>
                    <a:pt x="5440204" y="832009"/>
                  </a:lnTo>
                  <a:lnTo>
                    <a:pt x="5441633" y="832485"/>
                  </a:lnTo>
                  <a:lnTo>
                    <a:pt x="5451634" y="832009"/>
                  </a:lnTo>
                  <a:lnTo>
                    <a:pt x="5452587" y="831056"/>
                  </a:lnTo>
                  <a:lnTo>
                    <a:pt x="5452110" y="828675"/>
                  </a:lnTo>
                  <a:lnTo>
                    <a:pt x="5450681" y="826770"/>
                  </a:lnTo>
                  <a:lnTo>
                    <a:pt x="5448776" y="824865"/>
                  </a:lnTo>
                  <a:lnTo>
                    <a:pt x="5444491" y="822960"/>
                  </a:lnTo>
                  <a:lnTo>
                    <a:pt x="5439728" y="821531"/>
                  </a:lnTo>
                  <a:lnTo>
                    <a:pt x="5436393" y="821531"/>
                  </a:lnTo>
                  <a:lnTo>
                    <a:pt x="5434489" y="820579"/>
                  </a:lnTo>
                  <a:lnTo>
                    <a:pt x="5434966" y="818674"/>
                  </a:lnTo>
                  <a:lnTo>
                    <a:pt x="5434012" y="816293"/>
                  </a:lnTo>
                  <a:lnTo>
                    <a:pt x="5434489" y="814864"/>
                  </a:lnTo>
                  <a:lnTo>
                    <a:pt x="5437822" y="812959"/>
                  </a:lnTo>
                  <a:lnTo>
                    <a:pt x="5438299" y="811530"/>
                  </a:lnTo>
                  <a:lnTo>
                    <a:pt x="5434966" y="809625"/>
                  </a:lnTo>
                  <a:lnTo>
                    <a:pt x="5431155" y="809149"/>
                  </a:lnTo>
                  <a:lnTo>
                    <a:pt x="5428297" y="810101"/>
                  </a:lnTo>
                  <a:lnTo>
                    <a:pt x="5429250" y="808196"/>
                  </a:lnTo>
                  <a:lnTo>
                    <a:pt x="5431155" y="806768"/>
                  </a:lnTo>
                  <a:lnTo>
                    <a:pt x="5434966" y="806291"/>
                  </a:lnTo>
                  <a:lnTo>
                    <a:pt x="5438299" y="806291"/>
                  </a:lnTo>
                  <a:lnTo>
                    <a:pt x="5444966" y="804863"/>
                  </a:lnTo>
                  <a:lnTo>
                    <a:pt x="5451634" y="802005"/>
                  </a:lnTo>
                  <a:lnTo>
                    <a:pt x="5454968" y="800100"/>
                  </a:lnTo>
                  <a:lnTo>
                    <a:pt x="5458301" y="797243"/>
                  </a:lnTo>
                  <a:lnTo>
                    <a:pt x="5457825" y="792956"/>
                  </a:lnTo>
                  <a:lnTo>
                    <a:pt x="5455443" y="788670"/>
                  </a:lnTo>
                  <a:lnTo>
                    <a:pt x="5452587" y="787718"/>
                  </a:lnTo>
                  <a:lnTo>
                    <a:pt x="5448776" y="787718"/>
                  </a:lnTo>
                  <a:lnTo>
                    <a:pt x="5445918" y="787241"/>
                  </a:lnTo>
                  <a:lnTo>
                    <a:pt x="5442585" y="786289"/>
                  </a:lnTo>
                  <a:lnTo>
                    <a:pt x="5454968" y="784860"/>
                  </a:lnTo>
                  <a:lnTo>
                    <a:pt x="5455920" y="783431"/>
                  </a:lnTo>
                  <a:lnTo>
                    <a:pt x="5458301" y="776764"/>
                  </a:lnTo>
                  <a:lnTo>
                    <a:pt x="5457349" y="774859"/>
                  </a:lnTo>
                  <a:lnTo>
                    <a:pt x="5454968" y="775335"/>
                  </a:lnTo>
                  <a:lnTo>
                    <a:pt x="5451158" y="775335"/>
                  </a:lnTo>
                  <a:lnTo>
                    <a:pt x="5452110" y="773906"/>
                  </a:lnTo>
                  <a:lnTo>
                    <a:pt x="5453062" y="772478"/>
                  </a:lnTo>
                  <a:lnTo>
                    <a:pt x="5446395" y="766286"/>
                  </a:lnTo>
                  <a:lnTo>
                    <a:pt x="5438775" y="762476"/>
                  </a:lnTo>
                  <a:lnTo>
                    <a:pt x="5440680" y="761524"/>
                  </a:lnTo>
                  <a:lnTo>
                    <a:pt x="5444491" y="762000"/>
                  </a:lnTo>
                  <a:lnTo>
                    <a:pt x="5450681" y="762953"/>
                  </a:lnTo>
                  <a:lnTo>
                    <a:pt x="5454491" y="765810"/>
                  </a:lnTo>
                  <a:lnTo>
                    <a:pt x="5455920" y="767715"/>
                  </a:lnTo>
                  <a:lnTo>
                    <a:pt x="5457349" y="768668"/>
                  </a:lnTo>
                  <a:lnTo>
                    <a:pt x="5460683" y="768668"/>
                  </a:lnTo>
                  <a:lnTo>
                    <a:pt x="5466874" y="770096"/>
                  </a:lnTo>
                  <a:lnTo>
                    <a:pt x="5467350" y="772001"/>
                  </a:lnTo>
                  <a:lnTo>
                    <a:pt x="5468303" y="772478"/>
                  </a:lnTo>
                  <a:lnTo>
                    <a:pt x="5472589" y="772001"/>
                  </a:lnTo>
                  <a:lnTo>
                    <a:pt x="5483543" y="770573"/>
                  </a:lnTo>
                  <a:lnTo>
                    <a:pt x="5486876" y="771049"/>
                  </a:lnTo>
                  <a:lnTo>
                    <a:pt x="5492116" y="772478"/>
                  </a:lnTo>
                  <a:lnTo>
                    <a:pt x="5493543" y="772478"/>
                  </a:lnTo>
                  <a:lnTo>
                    <a:pt x="5495925" y="772001"/>
                  </a:lnTo>
                  <a:lnTo>
                    <a:pt x="5497354" y="769620"/>
                  </a:lnTo>
                  <a:lnTo>
                    <a:pt x="5494972" y="765334"/>
                  </a:lnTo>
                  <a:lnTo>
                    <a:pt x="5489258" y="761524"/>
                  </a:lnTo>
                  <a:lnTo>
                    <a:pt x="5485447" y="758666"/>
                  </a:lnTo>
                  <a:lnTo>
                    <a:pt x="5484018" y="756285"/>
                  </a:lnTo>
                  <a:lnTo>
                    <a:pt x="5484972" y="755332"/>
                  </a:lnTo>
                  <a:lnTo>
                    <a:pt x="5486400" y="755332"/>
                  </a:lnTo>
                  <a:lnTo>
                    <a:pt x="5491639" y="759143"/>
                  </a:lnTo>
                  <a:lnTo>
                    <a:pt x="5495449" y="761524"/>
                  </a:lnTo>
                  <a:lnTo>
                    <a:pt x="5499259" y="763429"/>
                  </a:lnTo>
                  <a:lnTo>
                    <a:pt x="5503068" y="764381"/>
                  </a:lnTo>
                  <a:lnTo>
                    <a:pt x="5510689" y="765810"/>
                  </a:lnTo>
                  <a:lnTo>
                    <a:pt x="5514499" y="763905"/>
                  </a:lnTo>
                  <a:lnTo>
                    <a:pt x="5514975" y="760571"/>
                  </a:lnTo>
                  <a:lnTo>
                    <a:pt x="5514022" y="754380"/>
                  </a:lnTo>
                  <a:lnTo>
                    <a:pt x="5514975" y="751999"/>
                  </a:lnTo>
                  <a:lnTo>
                    <a:pt x="5519737" y="748665"/>
                  </a:lnTo>
                  <a:lnTo>
                    <a:pt x="5527834" y="743903"/>
                  </a:lnTo>
                  <a:lnTo>
                    <a:pt x="5533072" y="742474"/>
                  </a:lnTo>
                  <a:lnTo>
                    <a:pt x="5534978" y="742950"/>
                  </a:lnTo>
                  <a:lnTo>
                    <a:pt x="5536883" y="744379"/>
                  </a:lnTo>
                  <a:lnTo>
                    <a:pt x="5539264" y="744855"/>
                  </a:lnTo>
                  <a:lnTo>
                    <a:pt x="5542597" y="741521"/>
                  </a:lnTo>
                  <a:close/>
                </a:path>
              </a:pathLst>
            </a:custGeom>
            <a:grpFill/>
            <a:ln w="317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3AF9A98F-1404-4BE6-B72B-FB8C7638D4EA}"/>
                </a:ext>
              </a:extLst>
            </p:cNvPr>
            <p:cNvSpPr/>
            <p:nvPr/>
          </p:nvSpPr>
          <p:spPr>
            <a:xfrm>
              <a:off x="7469505" y="1226343"/>
              <a:ext cx="210502" cy="178593"/>
            </a:xfrm>
            <a:custGeom>
              <a:avLst/>
              <a:gdLst>
                <a:gd name="connsiteX0" fmla="*/ 5239 w 210502"/>
                <a:gd name="connsiteY0" fmla="*/ 84296 h 178593"/>
                <a:gd name="connsiteX1" fmla="*/ 1428 w 210502"/>
                <a:gd name="connsiteY1" fmla="*/ 90011 h 178593"/>
                <a:gd name="connsiteX2" fmla="*/ 476 w 210502"/>
                <a:gd name="connsiteY2" fmla="*/ 92869 h 178593"/>
                <a:gd name="connsiteX3" fmla="*/ 0 w 210502"/>
                <a:gd name="connsiteY3" fmla="*/ 100013 h 178593"/>
                <a:gd name="connsiteX4" fmla="*/ 0 w 210502"/>
                <a:gd name="connsiteY4" fmla="*/ 102870 h 178593"/>
                <a:gd name="connsiteX5" fmla="*/ 2381 w 210502"/>
                <a:gd name="connsiteY5" fmla="*/ 110966 h 178593"/>
                <a:gd name="connsiteX6" fmla="*/ 5239 w 210502"/>
                <a:gd name="connsiteY6" fmla="*/ 115729 h 178593"/>
                <a:gd name="connsiteX7" fmla="*/ 8572 w 210502"/>
                <a:gd name="connsiteY7" fmla="*/ 118586 h 178593"/>
                <a:gd name="connsiteX8" fmla="*/ 12859 w 210502"/>
                <a:gd name="connsiteY8" fmla="*/ 120967 h 178593"/>
                <a:gd name="connsiteX9" fmla="*/ 17145 w 210502"/>
                <a:gd name="connsiteY9" fmla="*/ 121920 h 178593"/>
                <a:gd name="connsiteX10" fmla="*/ 25241 w 210502"/>
                <a:gd name="connsiteY10" fmla="*/ 120967 h 178593"/>
                <a:gd name="connsiteX11" fmla="*/ 33338 w 210502"/>
                <a:gd name="connsiteY11" fmla="*/ 118110 h 178593"/>
                <a:gd name="connsiteX12" fmla="*/ 42386 w 210502"/>
                <a:gd name="connsiteY12" fmla="*/ 120015 h 178593"/>
                <a:gd name="connsiteX13" fmla="*/ 50006 w 210502"/>
                <a:gd name="connsiteY13" fmla="*/ 120491 h 178593"/>
                <a:gd name="connsiteX14" fmla="*/ 65722 w 210502"/>
                <a:gd name="connsiteY14" fmla="*/ 117634 h 178593"/>
                <a:gd name="connsiteX15" fmla="*/ 67151 w 210502"/>
                <a:gd name="connsiteY15" fmla="*/ 118586 h 178593"/>
                <a:gd name="connsiteX16" fmla="*/ 64770 w 210502"/>
                <a:gd name="connsiteY16" fmla="*/ 121920 h 178593"/>
                <a:gd name="connsiteX17" fmla="*/ 64294 w 210502"/>
                <a:gd name="connsiteY17" fmla="*/ 126683 h 178593"/>
                <a:gd name="connsiteX18" fmla="*/ 67151 w 210502"/>
                <a:gd name="connsiteY18" fmla="*/ 130492 h 178593"/>
                <a:gd name="connsiteX19" fmla="*/ 70961 w 210502"/>
                <a:gd name="connsiteY19" fmla="*/ 130016 h 178593"/>
                <a:gd name="connsiteX20" fmla="*/ 74295 w 210502"/>
                <a:gd name="connsiteY20" fmla="*/ 130969 h 178593"/>
                <a:gd name="connsiteX21" fmla="*/ 73343 w 210502"/>
                <a:gd name="connsiteY21" fmla="*/ 132874 h 178593"/>
                <a:gd name="connsiteX22" fmla="*/ 83344 w 210502"/>
                <a:gd name="connsiteY22" fmla="*/ 139065 h 178593"/>
                <a:gd name="connsiteX23" fmla="*/ 92393 w 210502"/>
                <a:gd name="connsiteY23" fmla="*/ 143827 h 178593"/>
                <a:gd name="connsiteX24" fmla="*/ 90488 w 210502"/>
                <a:gd name="connsiteY24" fmla="*/ 144780 h 178593"/>
                <a:gd name="connsiteX25" fmla="*/ 84772 w 210502"/>
                <a:gd name="connsiteY25" fmla="*/ 142875 h 178593"/>
                <a:gd name="connsiteX26" fmla="*/ 81439 w 210502"/>
                <a:gd name="connsiteY26" fmla="*/ 143827 h 178593"/>
                <a:gd name="connsiteX27" fmla="*/ 82391 w 210502"/>
                <a:gd name="connsiteY27" fmla="*/ 147161 h 178593"/>
                <a:gd name="connsiteX28" fmla="*/ 76200 w 210502"/>
                <a:gd name="connsiteY28" fmla="*/ 146209 h 178593"/>
                <a:gd name="connsiteX29" fmla="*/ 73343 w 210502"/>
                <a:gd name="connsiteY29" fmla="*/ 148114 h 178593"/>
                <a:gd name="connsiteX30" fmla="*/ 73343 w 210502"/>
                <a:gd name="connsiteY30" fmla="*/ 151448 h 178593"/>
                <a:gd name="connsiteX31" fmla="*/ 74295 w 210502"/>
                <a:gd name="connsiteY31" fmla="*/ 154305 h 178593"/>
                <a:gd name="connsiteX32" fmla="*/ 74295 w 210502"/>
                <a:gd name="connsiteY32" fmla="*/ 156686 h 178593"/>
                <a:gd name="connsiteX33" fmla="*/ 69056 w 210502"/>
                <a:gd name="connsiteY33" fmla="*/ 157639 h 178593"/>
                <a:gd name="connsiteX34" fmla="*/ 66199 w 210502"/>
                <a:gd name="connsiteY34" fmla="*/ 159067 h 178593"/>
                <a:gd name="connsiteX35" fmla="*/ 77628 w 210502"/>
                <a:gd name="connsiteY35" fmla="*/ 162877 h 178593"/>
                <a:gd name="connsiteX36" fmla="*/ 93821 w 210502"/>
                <a:gd name="connsiteY36" fmla="*/ 166211 h 178593"/>
                <a:gd name="connsiteX37" fmla="*/ 98584 w 210502"/>
                <a:gd name="connsiteY37" fmla="*/ 167164 h 178593"/>
                <a:gd name="connsiteX38" fmla="*/ 104775 w 210502"/>
                <a:gd name="connsiteY38" fmla="*/ 170498 h 178593"/>
                <a:gd name="connsiteX39" fmla="*/ 107632 w 210502"/>
                <a:gd name="connsiteY39" fmla="*/ 170974 h 178593"/>
                <a:gd name="connsiteX40" fmla="*/ 108109 w 210502"/>
                <a:gd name="connsiteY40" fmla="*/ 169069 h 178593"/>
                <a:gd name="connsiteX41" fmla="*/ 109061 w 210502"/>
                <a:gd name="connsiteY41" fmla="*/ 167164 h 178593"/>
                <a:gd name="connsiteX42" fmla="*/ 116681 w 210502"/>
                <a:gd name="connsiteY42" fmla="*/ 171450 h 178593"/>
                <a:gd name="connsiteX43" fmla="*/ 122872 w 210502"/>
                <a:gd name="connsiteY43" fmla="*/ 171926 h 178593"/>
                <a:gd name="connsiteX44" fmla="*/ 129540 w 210502"/>
                <a:gd name="connsiteY44" fmla="*/ 171926 h 178593"/>
                <a:gd name="connsiteX45" fmla="*/ 144780 w 210502"/>
                <a:gd name="connsiteY45" fmla="*/ 170498 h 178593"/>
                <a:gd name="connsiteX46" fmla="*/ 145256 w 210502"/>
                <a:gd name="connsiteY46" fmla="*/ 171450 h 178593"/>
                <a:gd name="connsiteX47" fmla="*/ 145256 w 210502"/>
                <a:gd name="connsiteY47" fmla="*/ 173355 h 178593"/>
                <a:gd name="connsiteX48" fmla="*/ 148590 w 210502"/>
                <a:gd name="connsiteY48" fmla="*/ 175260 h 178593"/>
                <a:gd name="connsiteX49" fmla="*/ 151924 w 210502"/>
                <a:gd name="connsiteY49" fmla="*/ 174308 h 178593"/>
                <a:gd name="connsiteX50" fmla="*/ 153352 w 210502"/>
                <a:gd name="connsiteY50" fmla="*/ 172879 h 178593"/>
                <a:gd name="connsiteX51" fmla="*/ 158115 w 210502"/>
                <a:gd name="connsiteY51" fmla="*/ 174784 h 178593"/>
                <a:gd name="connsiteX52" fmla="*/ 159068 w 210502"/>
                <a:gd name="connsiteY52" fmla="*/ 173355 h 178593"/>
                <a:gd name="connsiteX53" fmla="*/ 160020 w 210502"/>
                <a:gd name="connsiteY53" fmla="*/ 172402 h 178593"/>
                <a:gd name="connsiteX54" fmla="*/ 170021 w 210502"/>
                <a:gd name="connsiteY54" fmla="*/ 178594 h 178593"/>
                <a:gd name="connsiteX55" fmla="*/ 172402 w 210502"/>
                <a:gd name="connsiteY55" fmla="*/ 178117 h 178593"/>
                <a:gd name="connsiteX56" fmla="*/ 174307 w 210502"/>
                <a:gd name="connsiteY56" fmla="*/ 176689 h 178593"/>
                <a:gd name="connsiteX57" fmla="*/ 169545 w 210502"/>
                <a:gd name="connsiteY57" fmla="*/ 171926 h 178593"/>
                <a:gd name="connsiteX58" fmla="*/ 166688 w 210502"/>
                <a:gd name="connsiteY58" fmla="*/ 171450 h 178593"/>
                <a:gd name="connsiteX59" fmla="*/ 164306 w 210502"/>
                <a:gd name="connsiteY59" fmla="*/ 169069 h 178593"/>
                <a:gd name="connsiteX60" fmla="*/ 168593 w 210502"/>
                <a:gd name="connsiteY60" fmla="*/ 167640 h 178593"/>
                <a:gd name="connsiteX61" fmla="*/ 172878 w 210502"/>
                <a:gd name="connsiteY61" fmla="*/ 168116 h 178593"/>
                <a:gd name="connsiteX62" fmla="*/ 174784 w 210502"/>
                <a:gd name="connsiteY62" fmla="*/ 170021 h 178593"/>
                <a:gd name="connsiteX63" fmla="*/ 176689 w 210502"/>
                <a:gd name="connsiteY63" fmla="*/ 172879 h 178593"/>
                <a:gd name="connsiteX64" fmla="*/ 177165 w 210502"/>
                <a:gd name="connsiteY64" fmla="*/ 173355 h 178593"/>
                <a:gd name="connsiteX65" fmla="*/ 194310 w 210502"/>
                <a:gd name="connsiteY65" fmla="*/ 176689 h 178593"/>
                <a:gd name="connsiteX66" fmla="*/ 197644 w 210502"/>
                <a:gd name="connsiteY66" fmla="*/ 175736 h 178593"/>
                <a:gd name="connsiteX67" fmla="*/ 198120 w 210502"/>
                <a:gd name="connsiteY67" fmla="*/ 173831 h 178593"/>
                <a:gd name="connsiteX68" fmla="*/ 204311 w 210502"/>
                <a:gd name="connsiteY68" fmla="*/ 172402 h 178593"/>
                <a:gd name="connsiteX69" fmla="*/ 210502 w 210502"/>
                <a:gd name="connsiteY69" fmla="*/ 168116 h 178593"/>
                <a:gd name="connsiteX70" fmla="*/ 208121 w 210502"/>
                <a:gd name="connsiteY70" fmla="*/ 165735 h 178593"/>
                <a:gd name="connsiteX71" fmla="*/ 205740 w 210502"/>
                <a:gd name="connsiteY71" fmla="*/ 164306 h 178593"/>
                <a:gd name="connsiteX72" fmla="*/ 191452 w 210502"/>
                <a:gd name="connsiteY72" fmla="*/ 159067 h 178593"/>
                <a:gd name="connsiteX73" fmla="*/ 185738 w 210502"/>
                <a:gd name="connsiteY73" fmla="*/ 156210 h 178593"/>
                <a:gd name="connsiteX74" fmla="*/ 170974 w 210502"/>
                <a:gd name="connsiteY74" fmla="*/ 144780 h 178593"/>
                <a:gd name="connsiteX75" fmla="*/ 156686 w 210502"/>
                <a:gd name="connsiteY75" fmla="*/ 130016 h 178593"/>
                <a:gd name="connsiteX76" fmla="*/ 149066 w 210502"/>
                <a:gd name="connsiteY76" fmla="*/ 120015 h 178593"/>
                <a:gd name="connsiteX77" fmla="*/ 142399 w 210502"/>
                <a:gd name="connsiteY77" fmla="*/ 108585 h 178593"/>
                <a:gd name="connsiteX78" fmla="*/ 140018 w 210502"/>
                <a:gd name="connsiteY78" fmla="*/ 102394 h 178593"/>
                <a:gd name="connsiteX79" fmla="*/ 137160 w 210502"/>
                <a:gd name="connsiteY79" fmla="*/ 97155 h 178593"/>
                <a:gd name="connsiteX80" fmla="*/ 131445 w 210502"/>
                <a:gd name="connsiteY80" fmla="*/ 92869 h 178593"/>
                <a:gd name="connsiteX81" fmla="*/ 133826 w 210502"/>
                <a:gd name="connsiteY81" fmla="*/ 88106 h 178593"/>
                <a:gd name="connsiteX82" fmla="*/ 134778 w 210502"/>
                <a:gd name="connsiteY82" fmla="*/ 81915 h 178593"/>
                <a:gd name="connsiteX83" fmla="*/ 138113 w 210502"/>
                <a:gd name="connsiteY83" fmla="*/ 77152 h 178593"/>
                <a:gd name="connsiteX84" fmla="*/ 139065 w 210502"/>
                <a:gd name="connsiteY84" fmla="*/ 74771 h 178593"/>
                <a:gd name="connsiteX85" fmla="*/ 134778 w 210502"/>
                <a:gd name="connsiteY85" fmla="*/ 69056 h 178593"/>
                <a:gd name="connsiteX86" fmla="*/ 134778 w 210502"/>
                <a:gd name="connsiteY86" fmla="*/ 64770 h 178593"/>
                <a:gd name="connsiteX87" fmla="*/ 133350 w 210502"/>
                <a:gd name="connsiteY87" fmla="*/ 62865 h 178593"/>
                <a:gd name="connsiteX88" fmla="*/ 133350 w 210502"/>
                <a:gd name="connsiteY88" fmla="*/ 59531 h 178593"/>
                <a:gd name="connsiteX89" fmla="*/ 135255 w 210502"/>
                <a:gd name="connsiteY89" fmla="*/ 57150 h 178593"/>
                <a:gd name="connsiteX90" fmla="*/ 134778 w 210502"/>
                <a:gd name="connsiteY90" fmla="*/ 53816 h 178593"/>
                <a:gd name="connsiteX91" fmla="*/ 136207 w 210502"/>
                <a:gd name="connsiteY91" fmla="*/ 52388 h 178593"/>
                <a:gd name="connsiteX92" fmla="*/ 142399 w 210502"/>
                <a:gd name="connsiteY92" fmla="*/ 50959 h 178593"/>
                <a:gd name="connsiteX93" fmla="*/ 145256 w 210502"/>
                <a:gd name="connsiteY93" fmla="*/ 46196 h 178593"/>
                <a:gd name="connsiteX94" fmla="*/ 145732 w 210502"/>
                <a:gd name="connsiteY94" fmla="*/ 42863 h 178593"/>
                <a:gd name="connsiteX95" fmla="*/ 145732 w 210502"/>
                <a:gd name="connsiteY95" fmla="*/ 40005 h 178593"/>
                <a:gd name="connsiteX96" fmla="*/ 149066 w 210502"/>
                <a:gd name="connsiteY96" fmla="*/ 38576 h 178593"/>
                <a:gd name="connsiteX97" fmla="*/ 158115 w 210502"/>
                <a:gd name="connsiteY97" fmla="*/ 38576 h 178593"/>
                <a:gd name="connsiteX98" fmla="*/ 159544 w 210502"/>
                <a:gd name="connsiteY98" fmla="*/ 37624 h 178593"/>
                <a:gd name="connsiteX99" fmla="*/ 160972 w 210502"/>
                <a:gd name="connsiteY99" fmla="*/ 34766 h 178593"/>
                <a:gd name="connsiteX100" fmla="*/ 161925 w 210502"/>
                <a:gd name="connsiteY100" fmla="*/ 30956 h 178593"/>
                <a:gd name="connsiteX101" fmla="*/ 160972 w 210502"/>
                <a:gd name="connsiteY101" fmla="*/ 26194 h 178593"/>
                <a:gd name="connsiteX102" fmla="*/ 161925 w 210502"/>
                <a:gd name="connsiteY102" fmla="*/ 22860 h 178593"/>
                <a:gd name="connsiteX103" fmla="*/ 166688 w 210502"/>
                <a:gd name="connsiteY103" fmla="*/ 17621 h 178593"/>
                <a:gd name="connsiteX104" fmla="*/ 169069 w 210502"/>
                <a:gd name="connsiteY104" fmla="*/ 16192 h 178593"/>
                <a:gd name="connsiteX105" fmla="*/ 170021 w 210502"/>
                <a:gd name="connsiteY105" fmla="*/ 11906 h 178593"/>
                <a:gd name="connsiteX106" fmla="*/ 167164 w 210502"/>
                <a:gd name="connsiteY106" fmla="*/ 10477 h 178593"/>
                <a:gd name="connsiteX107" fmla="*/ 160020 w 210502"/>
                <a:gd name="connsiteY107" fmla="*/ 8573 h 178593"/>
                <a:gd name="connsiteX108" fmla="*/ 148114 w 210502"/>
                <a:gd name="connsiteY108" fmla="*/ 7620 h 178593"/>
                <a:gd name="connsiteX109" fmla="*/ 132397 w 210502"/>
                <a:gd name="connsiteY109" fmla="*/ 4763 h 178593"/>
                <a:gd name="connsiteX110" fmla="*/ 125253 w 210502"/>
                <a:gd name="connsiteY110" fmla="*/ 1905 h 178593"/>
                <a:gd name="connsiteX111" fmla="*/ 119063 w 210502"/>
                <a:gd name="connsiteY111" fmla="*/ 0 h 178593"/>
                <a:gd name="connsiteX112" fmla="*/ 114776 w 210502"/>
                <a:gd name="connsiteY112" fmla="*/ 0 h 178593"/>
                <a:gd name="connsiteX113" fmla="*/ 110490 w 210502"/>
                <a:gd name="connsiteY113" fmla="*/ 952 h 178593"/>
                <a:gd name="connsiteX114" fmla="*/ 98584 w 210502"/>
                <a:gd name="connsiteY114" fmla="*/ 5715 h 178593"/>
                <a:gd name="connsiteX115" fmla="*/ 94297 w 210502"/>
                <a:gd name="connsiteY115" fmla="*/ 6667 h 178593"/>
                <a:gd name="connsiteX116" fmla="*/ 90488 w 210502"/>
                <a:gd name="connsiteY116" fmla="*/ 7144 h 178593"/>
                <a:gd name="connsiteX117" fmla="*/ 82868 w 210502"/>
                <a:gd name="connsiteY117" fmla="*/ 5715 h 178593"/>
                <a:gd name="connsiteX118" fmla="*/ 79057 w 210502"/>
                <a:gd name="connsiteY118" fmla="*/ 5715 h 178593"/>
                <a:gd name="connsiteX119" fmla="*/ 74771 w 210502"/>
                <a:gd name="connsiteY119" fmla="*/ 8096 h 178593"/>
                <a:gd name="connsiteX120" fmla="*/ 70485 w 210502"/>
                <a:gd name="connsiteY120" fmla="*/ 9525 h 178593"/>
                <a:gd name="connsiteX121" fmla="*/ 65246 w 210502"/>
                <a:gd name="connsiteY121" fmla="*/ 10477 h 178593"/>
                <a:gd name="connsiteX122" fmla="*/ 61913 w 210502"/>
                <a:gd name="connsiteY122" fmla="*/ 13335 h 178593"/>
                <a:gd name="connsiteX123" fmla="*/ 60007 w 210502"/>
                <a:gd name="connsiteY123" fmla="*/ 15240 h 178593"/>
                <a:gd name="connsiteX124" fmla="*/ 59531 w 210502"/>
                <a:gd name="connsiteY124" fmla="*/ 18098 h 178593"/>
                <a:gd name="connsiteX125" fmla="*/ 61436 w 210502"/>
                <a:gd name="connsiteY125" fmla="*/ 24289 h 178593"/>
                <a:gd name="connsiteX126" fmla="*/ 61436 w 210502"/>
                <a:gd name="connsiteY126" fmla="*/ 26670 h 178593"/>
                <a:gd name="connsiteX127" fmla="*/ 65722 w 210502"/>
                <a:gd name="connsiteY127" fmla="*/ 30480 h 178593"/>
                <a:gd name="connsiteX128" fmla="*/ 61913 w 210502"/>
                <a:gd name="connsiteY128" fmla="*/ 30956 h 178593"/>
                <a:gd name="connsiteX129" fmla="*/ 57626 w 210502"/>
                <a:gd name="connsiteY129" fmla="*/ 30480 h 178593"/>
                <a:gd name="connsiteX130" fmla="*/ 54293 w 210502"/>
                <a:gd name="connsiteY130" fmla="*/ 30480 h 178593"/>
                <a:gd name="connsiteX131" fmla="*/ 50482 w 210502"/>
                <a:gd name="connsiteY131" fmla="*/ 31433 h 178593"/>
                <a:gd name="connsiteX132" fmla="*/ 46672 w 210502"/>
                <a:gd name="connsiteY132" fmla="*/ 32861 h 178593"/>
                <a:gd name="connsiteX133" fmla="*/ 39052 w 210502"/>
                <a:gd name="connsiteY133" fmla="*/ 38576 h 178593"/>
                <a:gd name="connsiteX134" fmla="*/ 38100 w 210502"/>
                <a:gd name="connsiteY134" fmla="*/ 40005 h 178593"/>
                <a:gd name="connsiteX135" fmla="*/ 37147 w 210502"/>
                <a:gd name="connsiteY135" fmla="*/ 41910 h 178593"/>
                <a:gd name="connsiteX136" fmla="*/ 40005 w 210502"/>
                <a:gd name="connsiteY136" fmla="*/ 43815 h 178593"/>
                <a:gd name="connsiteX137" fmla="*/ 42386 w 210502"/>
                <a:gd name="connsiteY137" fmla="*/ 45244 h 178593"/>
                <a:gd name="connsiteX138" fmla="*/ 50482 w 210502"/>
                <a:gd name="connsiteY138" fmla="*/ 46196 h 178593"/>
                <a:gd name="connsiteX139" fmla="*/ 47625 w 210502"/>
                <a:gd name="connsiteY139" fmla="*/ 49530 h 178593"/>
                <a:gd name="connsiteX140" fmla="*/ 47149 w 210502"/>
                <a:gd name="connsiteY140" fmla="*/ 51435 h 178593"/>
                <a:gd name="connsiteX141" fmla="*/ 48577 w 210502"/>
                <a:gd name="connsiteY141" fmla="*/ 53816 h 178593"/>
                <a:gd name="connsiteX142" fmla="*/ 44768 w 210502"/>
                <a:gd name="connsiteY142" fmla="*/ 58102 h 178593"/>
                <a:gd name="connsiteX143" fmla="*/ 43339 w 210502"/>
                <a:gd name="connsiteY143" fmla="*/ 60960 h 178593"/>
                <a:gd name="connsiteX144" fmla="*/ 43339 w 210502"/>
                <a:gd name="connsiteY144" fmla="*/ 64294 h 178593"/>
                <a:gd name="connsiteX145" fmla="*/ 41910 w 210502"/>
                <a:gd name="connsiteY145" fmla="*/ 67627 h 178593"/>
                <a:gd name="connsiteX146" fmla="*/ 40481 w 210502"/>
                <a:gd name="connsiteY146" fmla="*/ 70009 h 178593"/>
                <a:gd name="connsiteX147" fmla="*/ 39052 w 210502"/>
                <a:gd name="connsiteY147" fmla="*/ 70961 h 178593"/>
                <a:gd name="connsiteX148" fmla="*/ 34766 w 210502"/>
                <a:gd name="connsiteY148" fmla="*/ 72866 h 178593"/>
                <a:gd name="connsiteX149" fmla="*/ 32861 w 210502"/>
                <a:gd name="connsiteY149" fmla="*/ 76676 h 178593"/>
                <a:gd name="connsiteX150" fmla="*/ 30480 w 210502"/>
                <a:gd name="connsiteY150" fmla="*/ 79058 h 178593"/>
                <a:gd name="connsiteX151" fmla="*/ 27622 w 210502"/>
                <a:gd name="connsiteY151" fmla="*/ 80486 h 178593"/>
                <a:gd name="connsiteX152" fmla="*/ 21431 w 210502"/>
                <a:gd name="connsiteY152" fmla="*/ 80486 h 178593"/>
                <a:gd name="connsiteX153" fmla="*/ 15240 w 210502"/>
                <a:gd name="connsiteY153" fmla="*/ 79058 h 178593"/>
                <a:gd name="connsiteX154" fmla="*/ 12382 w 210502"/>
                <a:gd name="connsiteY154" fmla="*/ 80010 h 178593"/>
                <a:gd name="connsiteX155" fmla="*/ 7620 w 210502"/>
                <a:gd name="connsiteY155" fmla="*/ 82391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10502" h="178593">
                  <a:moveTo>
                    <a:pt x="5239" y="84296"/>
                  </a:moveTo>
                  <a:lnTo>
                    <a:pt x="1428" y="90011"/>
                  </a:lnTo>
                  <a:lnTo>
                    <a:pt x="476" y="92869"/>
                  </a:lnTo>
                  <a:lnTo>
                    <a:pt x="0" y="100013"/>
                  </a:lnTo>
                  <a:lnTo>
                    <a:pt x="0" y="102870"/>
                  </a:lnTo>
                  <a:lnTo>
                    <a:pt x="2381" y="110966"/>
                  </a:lnTo>
                  <a:lnTo>
                    <a:pt x="5239" y="115729"/>
                  </a:lnTo>
                  <a:lnTo>
                    <a:pt x="8572" y="118586"/>
                  </a:lnTo>
                  <a:lnTo>
                    <a:pt x="12859" y="120967"/>
                  </a:lnTo>
                  <a:lnTo>
                    <a:pt x="17145" y="121920"/>
                  </a:lnTo>
                  <a:lnTo>
                    <a:pt x="25241" y="120967"/>
                  </a:lnTo>
                  <a:lnTo>
                    <a:pt x="33338" y="118110"/>
                  </a:lnTo>
                  <a:lnTo>
                    <a:pt x="42386" y="120015"/>
                  </a:lnTo>
                  <a:lnTo>
                    <a:pt x="50006" y="120491"/>
                  </a:lnTo>
                  <a:lnTo>
                    <a:pt x="65722" y="117634"/>
                  </a:lnTo>
                  <a:lnTo>
                    <a:pt x="67151" y="118586"/>
                  </a:lnTo>
                  <a:lnTo>
                    <a:pt x="64770" y="121920"/>
                  </a:lnTo>
                  <a:lnTo>
                    <a:pt x="64294" y="126683"/>
                  </a:lnTo>
                  <a:lnTo>
                    <a:pt x="67151" y="130492"/>
                  </a:lnTo>
                  <a:lnTo>
                    <a:pt x="70961" y="130016"/>
                  </a:lnTo>
                  <a:lnTo>
                    <a:pt x="74295" y="130969"/>
                  </a:lnTo>
                  <a:lnTo>
                    <a:pt x="73343" y="132874"/>
                  </a:lnTo>
                  <a:lnTo>
                    <a:pt x="83344" y="139065"/>
                  </a:lnTo>
                  <a:lnTo>
                    <a:pt x="92393" y="143827"/>
                  </a:lnTo>
                  <a:lnTo>
                    <a:pt x="90488" y="144780"/>
                  </a:lnTo>
                  <a:lnTo>
                    <a:pt x="84772" y="142875"/>
                  </a:lnTo>
                  <a:lnTo>
                    <a:pt x="81439" y="143827"/>
                  </a:lnTo>
                  <a:lnTo>
                    <a:pt x="82391" y="147161"/>
                  </a:lnTo>
                  <a:lnTo>
                    <a:pt x="76200" y="146209"/>
                  </a:lnTo>
                  <a:lnTo>
                    <a:pt x="73343" y="148114"/>
                  </a:lnTo>
                  <a:lnTo>
                    <a:pt x="73343" y="151448"/>
                  </a:lnTo>
                  <a:lnTo>
                    <a:pt x="74295" y="154305"/>
                  </a:lnTo>
                  <a:lnTo>
                    <a:pt x="74295" y="156686"/>
                  </a:lnTo>
                  <a:lnTo>
                    <a:pt x="69056" y="157639"/>
                  </a:lnTo>
                  <a:lnTo>
                    <a:pt x="66199" y="159067"/>
                  </a:lnTo>
                  <a:lnTo>
                    <a:pt x="77628" y="162877"/>
                  </a:lnTo>
                  <a:lnTo>
                    <a:pt x="93821" y="166211"/>
                  </a:lnTo>
                  <a:lnTo>
                    <a:pt x="98584" y="167164"/>
                  </a:lnTo>
                  <a:lnTo>
                    <a:pt x="104775" y="170498"/>
                  </a:lnTo>
                  <a:lnTo>
                    <a:pt x="107632" y="170974"/>
                  </a:lnTo>
                  <a:lnTo>
                    <a:pt x="108109" y="169069"/>
                  </a:lnTo>
                  <a:lnTo>
                    <a:pt x="109061" y="167164"/>
                  </a:lnTo>
                  <a:lnTo>
                    <a:pt x="116681" y="171450"/>
                  </a:lnTo>
                  <a:lnTo>
                    <a:pt x="122872" y="171926"/>
                  </a:lnTo>
                  <a:lnTo>
                    <a:pt x="129540" y="171926"/>
                  </a:lnTo>
                  <a:lnTo>
                    <a:pt x="144780" y="170498"/>
                  </a:lnTo>
                  <a:lnTo>
                    <a:pt x="145256" y="171450"/>
                  </a:lnTo>
                  <a:lnTo>
                    <a:pt x="145256" y="173355"/>
                  </a:lnTo>
                  <a:lnTo>
                    <a:pt x="148590" y="175260"/>
                  </a:lnTo>
                  <a:lnTo>
                    <a:pt x="151924" y="174308"/>
                  </a:lnTo>
                  <a:lnTo>
                    <a:pt x="153352" y="172879"/>
                  </a:lnTo>
                  <a:lnTo>
                    <a:pt x="158115" y="174784"/>
                  </a:lnTo>
                  <a:lnTo>
                    <a:pt x="159068" y="173355"/>
                  </a:lnTo>
                  <a:lnTo>
                    <a:pt x="160020" y="172402"/>
                  </a:lnTo>
                  <a:lnTo>
                    <a:pt x="170021" y="178594"/>
                  </a:lnTo>
                  <a:lnTo>
                    <a:pt x="172402" y="178117"/>
                  </a:lnTo>
                  <a:lnTo>
                    <a:pt x="174307" y="176689"/>
                  </a:lnTo>
                  <a:lnTo>
                    <a:pt x="169545" y="171926"/>
                  </a:lnTo>
                  <a:lnTo>
                    <a:pt x="166688" y="171450"/>
                  </a:lnTo>
                  <a:lnTo>
                    <a:pt x="164306" y="169069"/>
                  </a:lnTo>
                  <a:lnTo>
                    <a:pt x="168593" y="167640"/>
                  </a:lnTo>
                  <a:lnTo>
                    <a:pt x="172878" y="168116"/>
                  </a:lnTo>
                  <a:lnTo>
                    <a:pt x="174784" y="170021"/>
                  </a:lnTo>
                  <a:lnTo>
                    <a:pt x="176689" y="172879"/>
                  </a:lnTo>
                  <a:lnTo>
                    <a:pt x="177165" y="173355"/>
                  </a:lnTo>
                  <a:lnTo>
                    <a:pt x="194310" y="176689"/>
                  </a:lnTo>
                  <a:lnTo>
                    <a:pt x="197644" y="175736"/>
                  </a:lnTo>
                  <a:lnTo>
                    <a:pt x="198120" y="173831"/>
                  </a:lnTo>
                  <a:lnTo>
                    <a:pt x="204311" y="172402"/>
                  </a:lnTo>
                  <a:lnTo>
                    <a:pt x="210502" y="168116"/>
                  </a:lnTo>
                  <a:lnTo>
                    <a:pt x="208121" y="165735"/>
                  </a:lnTo>
                  <a:lnTo>
                    <a:pt x="205740" y="164306"/>
                  </a:lnTo>
                  <a:lnTo>
                    <a:pt x="191452" y="159067"/>
                  </a:lnTo>
                  <a:lnTo>
                    <a:pt x="185738" y="156210"/>
                  </a:lnTo>
                  <a:lnTo>
                    <a:pt x="170974" y="144780"/>
                  </a:lnTo>
                  <a:lnTo>
                    <a:pt x="156686" y="130016"/>
                  </a:lnTo>
                  <a:lnTo>
                    <a:pt x="149066" y="120015"/>
                  </a:lnTo>
                  <a:lnTo>
                    <a:pt x="142399" y="108585"/>
                  </a:lnTo>
                  <a:lnTo>
                    <a:pt x="140018" y="102394"/>
                  </a:lnTo>
                  <a:lnTo>
                    <a:pt x="137160" y="97155"/>
                  </a:lnTo>
                  <a:lnTo>
                    <a:pt x="131445" y="92869"/>
                  </a:lnTo>
                  <a:lnTo>
                    <a:pt x="133826" y="88106"/>
                  </a:lnTo>
                  <a:lnTo>
                    <a:pt x="134778" y="81915"/>
                  </a:lnTo>
                  <a:lnTo>
                    <a:pt x="138113" y="77152"/>
                  </a:lnTo>
                  <a:lnTo>
                    <a:pt x="139065" y="74771"/>
                  </a:lnTo>
                  <a:lnTo>
                    <a:pt x="134778" y="69056"/>
                  </a:lnTo>
                  <a:lnTo>
                    <a:pt x="134778" y="64770"/>
                  </a:lnTo>
                  <a:lnTo>
                    <a:pt x="133350" y="62865"/>
                  </a:lnTo>
                  <a:lnTo>
                    <a:pt x="133350" y="59531"/>
                  </a:lnTo>
                  <a:lnTo>
                    <a:pt x="135255" y="57150"/>
                  </a:lnTo>
                  <a:lnTo>
                    <a:pt x="134778" y="53816"/>
                  </a:lnTo>
                  <a:lnTo>
                    <a:pt x="136207" y="52388"/>
                  </a:lnTo>
                  <a:lnTo>
                    <a:pt x="142399" y="50959"/>
                  </a:lnTo>
                  <a:lnTo>
                    <a:pt x="145256" y="46196"/>
                  </a:lnTo>
                  <a:lnTo>
                    <a:pt x="145732" y="42863"/>
                  </a:lnTo>
                  <a:lnTo>
                    <a:pt x="145732" y="40005"/>
                  </a:lnTo>
                  <a:lnTo>
                    <a:pt x="149066" y="38576"/>
                  </a:lnTo>
                  <a:lnTo>
                    <a:pt x="158115" y="38576"/>
                  </a:lnTo>
                  <a:lnTo>
                    <a:pt x="159544" y="37624"/>
                  </a:lnTo>
                  <a:lnTo>
                    <a:pt x="160972" y="34766"/>
                  </a:lnTo>
                  <a:lnTo>
                    <a:pt x="161925" y="30956"/>
                  </a:lnTo>
                  <a:lnTo>
                    <a:pt x="160972" y="26194"/>
                  </a:lnTo>
                  <a:lnTo>
                    <a:pt x="161925" y="22860"/>
                  </a:lnTo>
                  <a:lnTo>
                    <a:pt x="166688" y="17621"/>
                  </a:lnTo>
                  <a:lnTo>
                    <a:pt x="169069" y="16192"/>
                  </a:lnTo>
                  <a:lnTo>
                    <a:pt x="170021" y="11906"/>
                  </a:lnTo>
                  <a:lnTo>
                    <a:pt x="167164" y="10477"/>
                  </a:lnTo>
                  <a:lnTo>
                    <a:pt x="160020" y="8573"/>
                  </a:lnTo>
                  <a:lnTo>
                    <a:pt x="148114" y="7620"/>
                  </a:lnTo>
                  <a:lnTo>
                    <a:pt x="132397" y="4763"/>
                  </a:lnTo>
                  <a:lnTo>
                    <a:pt x="125253" y="1905"/>
                  </a:lnTo>
                  <a:lnTo>
                    <a:pt x="119063" y="0"/>
                  </a:lnTo>
                  <a:lnTo>
                    <a:pt x="114776" y="0"/>
                  </a:lnTo>
                  <a:lnTo>
                    <a:pt x="110490" y="952"/>
                  </a:lnTo>
                  <a:lnTo>
                    <a:pt x="98584" y="5715"/>
                  </a:lnTo>
                  <a:lnTo>
                    <a:pt x="94297" y="6667"/>
                  </a:lnTo>
                  <a:lnTo>
                    <a:pt x="90488" y="7144"/>
                  </a:lnTo>
                  <a:lnTo>
                    <a:pt x="82868" y="5715"/>
                  </a:lnTo>
                  <a:lnTo>
                    <a:pt x="79057" y="5715"/>
                  </a:lnTo>
                  <a:lnTo>
                    <a:pt x="74771" y="8096"/>
                  </a:lnTo>
                  <a:lnTo>
                    <a:pt x="70485" y="9525"/>
                  </a:lnTo>
                  <a:lnTo>
                    <a:pt x="65246" y="10477"/>
                  </a:lnTo>
                  <a:lnTo>
                    <a:pt x="61913" y="13335"/>
                  </a:lnTo>
                  <a:lnTo>
                    <a:pt x="60007" y="15240"/>
                  </a:lnTo>
                  <a:lnTo>
                    <a:pt x="59531" y="18098"/>
                  </a:lnTo>
                  <a:lnTo>
                    <a:pt x="61436" y="24289"/>
                  </a:lnTo>
                  <a:lnTo>
                    <a:pt x="61436" y="26670"/>
                  </a:lnTo>
                  <a:lnTo>
                    <a:pt x="65722" y="30480"/>
                  </a:lnTo>
                  <a:lnTo>
                    <a:pt x="61913" y="30956"/>
                  </a:lnTo>
                  <a:lnTo>
                    <a:pt x="57626" y="30480"/>
                  </a:lnTo>
                  <a:lnTo>
                    <a:pt x="54293" y="30480"/>
                  </a:lnTo>
                  <a:lnTo>
                    <a:pt x="50482" y="31433"/>
                  </a:lnTo>
                  <a:lnTo>
                    <a:pt x="46672" y="32861"/>
                  </a:lnTo>
                  <a:lnTo>
                    <a:pt x="39052" y="38576"/>
                  </a:lnTo>
                  <a:lnTo>
                    <a:pt x="38100" y="40005"/>
                  </a:lnTo>
                  <a:lnTo>
                    <a:pt x="37147" y="41910"/>
                  </a:lnTo>
                  <a:lnTo>
                    <a:pt x="40005" y="43815"/>
                  </a:lnTo>
                  <a:lnTo>
                    <a:pt x="42386" y="45244"/>
                  </a:lnTo>
                  <a:lnTo>
                    <a:pt x="50482" y="46196"/>
                  </a:lnTo>
                  <a:lnTo>
                    <a:pt x="47625" y="49530"/>
                  </a:lnTo>
                  <a:lnTo>
                    <a:pt x="47149" y="51435"/>
                  </a:lnTo>
                  <a:lnTo>
                    <a:pt x="48577" y="53816"/>
                  </a:lnTo>
                  <a:lnTo>
                    <a:pt x="44768" y="58102"/>
                  </a:lnTo>
                  <a:lnTo>
                    <a:pt x="43339" y="60960"/>
                  </a:lnTo>
                  <a:lnTo>
                    <a:pt x="43339" y="64294"/>
                  </a:lnTo>
                  <a:lnTo>
                    <a:pt x="41910" y="67627"/>
                  </a:lnTo>
                  <a:lnTo>
                    <a:pt x="40481" y="70009"/>
                  </a:lnTo>
                  <a:lnTo>
                    <a:pt x="39052" y="70961"/>
                  </a:lnTo>
                  <a:lnTo>
                    <a:pt x="34766" y="72866"/>
                  </a:lnTo>
                  <a:lnTo>
                    <a:pt x="32861" y="76676"/>
                  </a:lnTo>
                  <a:lnTo>
                    <a:pt x="30480" y="79058"/>
                  </a:lnTo>
                  <a:lnTo>
                    <a:pt x="27622" y="80486"/>
                  </a:lnTo>
                  <a:lnTo>
                    <a:pt x="21431" y="80486"/>
                  </a:lnTo>
                  <a:lnTo>
                    <a:pt x="15240" y="79058"/>
                  </a:lnTo>
                  <a:lnTo>
                    <a:pt x="12382" y="80010"/>
                  </a:lnTo>
                  <a:lnTo>
                    <a:pt x="7620" y="82391"/>
                  </a:lnTo>
                  <a:close/>
                </a:path>
              </a:pathLst>
            </a:custGeom>
            <a:grpFill/>
            <a:ln w="317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C81ABACC-8220-4028-81BB-478C916CFA15}"/>
                </a:ext>
              </a:extLst>
            </p:cNvPr>
            <p:cNvSpPr/>
            <p:nvPr/>
          </p:nvSpPr>
          <p:spPr>
            <a:xfrm>
              <a:off x="6386512" y="2220753"/>
              <a:ext cx="110013" cy="43815"/>
            </a:xfrm>
            <a:custGeom>
              <a:avLst/>
              <a:gdLst>
                <a:gd name="connsiteX0" fmla="*/ 105727 w 110013"/>
                <a:gd name="connsiteY0" fmla="*/ 30480 h 43815"/>
                <a:gd name="connsiteX1" fmla="*/ 110014 w 110013"/>
                <a:gd name="connsiteY1" fmla="*/ 20955 h 43815"/>
                <a:gd name="connsiteX2" fmla="*/ 109538 w 110013"/>
                <a:gd name="connsiteY2" fmla="*/ 19526 h 43815"/>
                <a:gd name="connsiteX3" fmla="*/ 106680 w 110013"/>
                <a:gd name="connsiteY3" fmla="*/ 16669 h 43815"/>
                <a:gd name="connsiteX4" fmla="*/ 102870 w 110013"/>
                <a:gd name="connsiteY4" fmla="*/ 14764 h 43815"/>
                <a:gd name="connsiteX5" fmla="*/ 100965 w 110013"/>
                <a:gd name="connsiteY5" fmla="*/ 10478 h 43815"/>
                <a:gd name="connsiteX6" fmla="*/ 93345 w 110013"/>
                <a:gd name="connsiteY6" fmla="*/ 10478 h 43815"/>
                <a:gd name="connsiteX7" fmla="*/ 86201 w 110013"/>
                <a:gd name="connsiteY7" fmla="*/ 10478 h 43815"/>
                <a:gd name="connsiteX8" fmla="*/ 83820 w 110013"/>
                <a:gd name="connsiteY8" fmla="*/ 10478 h 43815"/>
                <a:gd name="connsiteX9" fmla="*/ 77152 w 110013"/>
                <a:gd name="connsiteY9" fmla="*/ 8573 h 43815"/>
                <a:gd name="connsiteX10" fmla="*/ 70961 w 110013"/>
                <a:gd name="connsiteY10" fmla="*/ 5715 h 43815"/>
                <a:gd name="connsiteX11" fmla="*/ 66199 w 110013"/>
                <a:gd name="connsiteY11" fmla="*/ 4286 h 43815"/>
                <a:gd name="connsiteX12" fmla="*/ 62865 w 110013"/>
                <a:gd name="connsiteY12" fmla="*/ 2381 h 43815"/>
                <a:gd name="connsiteX13" fmla="*/ 60960 w 110013"/>
                <a:gd name="connsiteY13" fmla="*/ 476 h 43815"/>
                <a:gd name="connsiteX14" fmla="*/ 57626 w 110013"/>
                <a:gd name="connsiteY14" fmla="*/ 953 h 43815"/>
                <a:gd name="connsiteX15" fmla="*/ 55721 w 110013"/>
                <a:gd name="connsiteY15" fmla="*/ 953 h 43815"/>
                <a:gd name="connsiteX16" fmla="*/ 55245 w 110013"/>
                <a:gd name="connsiteY16" fmla="*/ 8096 h 43815"/>
                <a:gd name="connsiteX17" fmla="*/ 53816 w 110013"/>
                <a:gd name="connsiteY17" fmla="*/ 16193 h 43815"/>
                <a:gd name="connsiteX18" fmla="*/ 47625 w 110013"/>
                <a:gd name="connsiteY18" fmla="*/ 17621 h 43815"/>
                <a:gd name="connsiteX19" fmla="*/ 43815 w 110013"/>
                <a:gd name="connsiteY19" fmla="*/ 17621 h 43815"/>
                <a:gd name="connsiteX20" fmla="*/ 40005 w 110013"/>
                <a:gd name="connsiteY20" fmla="*/ 15716 h 43815"/>
                <a:gd name="connsiteX21" fmla="*/ 36671 w 110013"/>
                <a:gd name="connsiteY21" fmla="*/ 15240 h 43815"/>
                <a:gd name="connsiteX22" fmla="*/ 33814 w 110013"/>
                <a:gd name="connsiteY22" fmla="*/ 14288 h 43815"/>
                <a:gd name="connsiteX23" fmla="*/ 42863 w 110013"/>
                <a:gd name="connsiteY23" fmla="*/ 4763 h 43815"/>
                <a:gd name="connsiteX24" fmla="*/ 46196 w 110013"/>
                <a:gd name="connsiteY24" fmla="*/ 0 h 43815"/>
                <a:gd name="connsiteX25" fmla="*/ 44291 w 110013"/>
                <a:gd name="connsiteY25" fmla="*/ 0 h 43815"/>
                <a:gd name="connsiteX26" fmla="*/ 42386 w 110013"/>
                <a:gd name="connsiteY26" fmla="*/ 2381 h 43815"/>
                <a:gd name="connsiteX27" fmla="*/ 36671 w 110013"/>
                <a:gd name="connsiteY27" fmla="*/ 8573 h 43815"/>
                <a:gd name="connsiteX28" fmla="*/ 31432 w 110013"/>
                <a:gd name="connsiteY28" fmla="*/ 13335 h 43815"/>
                <a:gd name="connsiteX29" fmla="*/ 27146 w 110013"/>
                <a:gd name="connsiteY29" fmla="*/ 15716 h 43815"/>
                <a:gd name="connsiteX30" fmla="*/ 17145 w 110013"/>
                <a:gd name="connsiteY30" fmla="*/ 15240 h 43815"/>
                <a:gd name="connsiteX31" fmla="*/ 12859 w 110013"/>
                <a:gd name="connsiteY31" fmla="*/ 17145 h 43815"/>
                <a:gd name="connsiteX32" fmla="*/ 11906 w 110013"/>
                <a:gd name="connsiteY32" fmla="*/ 21431 h 43815"/>
                <a:gd name="connsiteX33" fmla="*/ 11430 w 110013"/>
                <a:gd name="connsiteY33" fmla="*/ 24765 h 43815"/>
                <a:gd name="connsiteX34" fmla="*/ 8573 w 110013"/>
                <a:gd name="connsiteY34" fmla="*/ 30480 h 43815"/>
                <a:gd name="connsiteX35" fmla="*/ 5239 w 110013"/>
                <a:gd name="connsiteY35" fmla="*/ 34766 h 43815"/>
                <a:gd name="connsiteX36" fmla="*/ 0 w 110013"/>
                <a:gd name="connsiteY36" fmla="*/ 38576 h 43815"/>
                <a:gd name="connsiteX37" fmla="*/ 1429 w 110013"/>
                <a:gd name="connsiteY37" fmla="*/ 39053 h 43815"/>
                <a:gd name="connsiteX38" fmla="*/ 10954 w 110013"/>
                <a:gd name="connsiteY38" fmla="*/ 39529 h 43815"/>
                <a:gd name="connsiteX39" fmla="*/ 20479 w 110013"/>
                <a:gd name="connsiteY39" fmla="*/ 40481 h 43815"/>
                <a:gd name="connsiteX40" fmla="*/ 36195 w 110013"/>
                <a:gd name="connsiteY40" fmla="*/ 40958 h 43815"/>
                <a:gd name="connsiteX41" fmla="*/ 52388 w 110013"/>
                <a:gd name="connsiteY41" fmla="*/ 41910 h 43815"/>
                <a:gd name="connsiteX42" fmla="*/ 69056 w 110013"/>
                <a:gd name="connsiteY42" fmla="*/ 42386 h 43815"/>
                <a:gd name="connsiteX43" fmla="*/ 87154 w 110013"/>
                <a:gd name="connsiteY43" fmla="*/ 43339 h 43815"/>
                <a:gd name="connsiteX44" fmla="*/ 106680 w 110013"/>
                <a:gd name="connsiteY44" fmla="*/ 43815 h 43815"/>
                <a:gd name="connsiteX45" fmla="*/ 107632 w 110013"/>
                <a:gd name="connsiteY45" fmla="*/ 43339 h 43815"/>
                <a:gd name="connsiteX46" fmla="*/ 106204 w 110013"/>
                <a:gd name="connsiteY46" fmla="*/ 40958 h 43815"/>
                <a:gd name="connsiteX47" fmla="*/ 104775 w 110013"/>
                <a:gd name="connsiteY47" fmla="*/ 37148 h 43815"/>
                <a:gd name="connsiteX48" fmla="*/ 104775 w 110013"/>
                <a:gd name="connsiteY48" fmla="*/ 33814 h 4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0013" h="43815">
                  <a:moveTo>
                    <a:pt x="105727" y="30480"/>
                  </a:moveTo>
                  <a:lnTo>
                    <a:pt x="110014" y="20955"/>
                  </a:lnTo>
                  <a:lnTo>
                    <a:pt x="109538" y="19526"/>
                  </a:lnTo>
                  <a:lnTo>
                    <a:pt x="106680" y="16669"/>
                  </a:lnTo>
                  <a:lnTo>
                    <a:pt x="102870" y="14764"/>
                  </a:lnTo>
                  <a:lnTo>
                    <a:pt x="100965" y="10478"/>
                  </a:lnTo>
                  <a:lnTo>
                    <a:pt x="93345" y="10478"/>
                  </a:lnTo>
                  <a:lnTo>
                    <a:pt x="86201" y="10478"/>
                  </a:lnTo>
                  <a:lnTo>
                    <a:pt x="83820" y="10478"/>
                  </a:lnTo>
                  <a:lnTo>
                    <a:pt x="77152" y="8573"/>
                  </a:lnTo>
                  <a:lnTo>
                    <a:pt x="70961" y="5715"/>
                  </a:lnTo>
                  <a:lnTo>
                    <a:pt x="66199" y="4286"/>
                  </a:lnTo>
                  <a:lnTo>
                    <a:pt x="62865" y="2381"/>
                  </a:lnTo>
                  <a:lnTo>
                    <a:pt x="60960" y="476"/>
                  </a:lnTo>
                  <a:lnTo>
                    <a:pt x="57626" y="953"/>
                  </a:lnTo>
                  <a:lnTo>
                    <a:pt x="55721" y="953"/>
                  </a:lnTo>
                  <a:lnTo>
                    <a:pt x="55245" y="8096"/>
                  </a:lnTo>
                  <a:lnTo>
                    <a:pt x="53816" y="16193"/>
                  </a:lnTo>
                  <a:lnTo>
                    <a:pt x="47625" y="17621"/>
                  </a:lnTo>
                  <a:lnTo>
                    <a:pt x="43815" y="17621"/>
                  </a:lnTo>
                  <a:lnTo>
                    <a:pt x="40005" y="15716"/>
                  </a:lnTo>
                  <a:lnTo>
                    <a:pt x="36671" y="15240"/>
                  </a:lnTo>
                  <a:lnTo>
                    <a:pt x="33814" y="14288"/>
                  </a:lnTo>
                  <a:lnTo>
                    <a:pt x="42863" y="4763"/>
                  </a:lnTo>
                  <a:lnTo>
                    <a:pt x="46196" y="0"/>
                  </a:lnTo>
                  <a:lnTo>
                    <a:pt x="44291" y="0"/>
                  </a:lnTo>
                  <a:lnTo>
                    <a:pt x="42386" y="2381"/>
                  </a:lnTo>
                  <a:lnTo>
                    <a:pt x="36671" y="8573"/>
                  </a:lnTo>
                  <a:lnTo>
                    <a:pt x="31432" y="13335"/>
                  </a:lnTo>
                  <a:lnTo>
                    <a:pt x="27146" y="15716"/>
                  </a:lnTo>
                  <a:lnTo>
                    <a:pt x="17145" y="15240"/>
                  </a:lnTo>
                  <a:lnTo>
                    <a:pt x="12859" y="17145"/>
                  </a:lnTo>
                  <a:lnTo>
                    <a:pt x="11906" y="21431"/>
                  </a:lnTo>
                  <a:lnTo>
                    <a:pt x="11430" y="24765"/>
                  </a:lnTo>
                  <a:lnTo>
                    <a:pt x="8573" y="30480"/>
                  </a:lnTo>
                  <a:lnTo>
                    <a:pt x="5239" y="34766"/>
                  </a:lnTo>
                  <a:lnTo>
                    <a:pt x="0" y="38576"/>
                  </a:lnTo>
                  <a:lnTo>
                    <a:pt x="1429" y="39053"/>
                  </a:lnTo>
                  <a:lnTo>
                    <a:pt x="10954" y="39529"/>
                  </a:lnTo>
                  <a:lnTo>
                    <a:pt x="20479" y="40481"/>
                  </a:lnTo>
                  <a:lnTo>
                    <a:pt x="36195" y="40958"/>
                  </a:lnTo>
                  <a:lnTo>
                    <a:pt x="52388" y="41910"/>
                  </a:lnTo>
                  <a:lnTo>
                    <a:pt x="69056" y="42386"/>
                  </a:lnTo>
                  <a:lnTo>
                    <a:pt x="87154" y="43339"/>
                  </a:lnTo>
                  <a:lnTo>
                    <a:pt x="106680" y="43815"/>
                  </a:lnTo>
                  <a:lnTo>
                    <a:pt x="107632" y="43339"/>
                  </a:lnTo>
                  <a:lnTo>
                    <a:pt x="106204" y="40958"/>
                  </a:lnTo>
                  <a:lnTo>
                    <a:pt x="104775" y="37148"/>
                  </a:lnTo>
                  <a:lnTo>
                    <a:pt x="104775" y="33814"/>
                  </a:lnTo>
                  <a:close/>
                </a:path>
              </a:pathLst>
            </a:custGeom>
            <a:grpFill/>
            <a:ln w="317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8DE43494-AC59-4588-B245-76A73D75B7F0}"/>
                </a:ext>
              </a:extLst>
            </p:cNvPr>
            <p:cNvSpPr/>
            <p:nvPr/>
          </p:nvSpPr>
          <p:spPr>
            <a:xfrm>
              <a:off x="10538935" y="2261234"/>
              <a:ext cx="104299" cy="375761"/>
            </a:xfrm>
            <a:custGeom>
              <a:avLst/>
              <a:gdLst>
                <a:gd name="connsiteX0" fmla="*/ 103347 w 104299"/>
                <a:gd name="connsiteY0" fmla="*/ 249555 h 375761"/>
                <a:gd name="connsiteX1" fmla="*/ 100489 w 104299"/>
                <a:gd name="connsiteY1" fmla="*/ 246698 h 375761"/>
                <a:gd name="connsiteX2" fmla="*/ 94298 w 104299"/>
                <a:gd name="connsiteY2" fmla="*/ 241459 h 375761"/>
                <a:gd name="connsiteX3" fmla="*/ 91441 w 104299"/>
                <a:gd name="connsiteY3" fmla="*/ 236220 h 375761"/>
                <a:gd name="connsiteX4" fmla="*/ 89060 w 104299"/>
                <a:gd name="connsiteY4" fmla="*/ 230505 h 375761"/>
                <a:gd name="connsiteX5" fmla="*/ 88106 w 104299"/>
                <a:gd name="connsiteY5" fmla="*/ 224790 h 375761"/>
                <a:gd name="connsiteX6" fmla="*/ 86678 w 104299"/>
                <a:gd name="connsiteY6" fmla="*/ 220028 h 375761"/>
                <a:gd name="connsiteX7" fmla="*/ 84773 w 104299"/>
                <a:gd name="connsiteY7" fmla="*/ 214789 h 375761"/>
                <a:gd name="connsiteX8" fmla="*/ 81439 w 104299"/>
                <a:gd name="connsiteY8" fmla="*/ 204788 h 375761"/>
                <a:gd name="connsiteX9" fmla="*/ 73343 w 104299"/>
                <a:gd name="connsiteY9" fmla="*/ 187643 h 375761"/>
                <a:gd name="connsiteX10" fmla="*/ 70962 w 104299"/>
                <a:gd name="connsiteY10" fmla="*/ 177641 h 375761"/>
                <a:gd name="connsiteX11" fmla="*/ 63818 w 104299"/>
                <a:gd name="connsiteY11" fmla="*/ 144780 h 375761"/>
                <a:gd name="connsiteX12" fmla="*/ 62389 w 104299"/>
                <a:gd name="connsiteY12" fmla="*/ 143351 h 375761"/>
                <a:gd name="connsiteX13" fmla="*/ 61913 w 104299"/>
                <a:gd name="connsiteY13" fmla="*/ 142399 h 375761"/>
                <a:gd name="connsiteX14" fmla="*/ 61437 w 104299"/>
                <a:gd name="connsiteY14" fmla="*/ 137636 h 375761"/>
                <a:gd name="connsiteX15" fmla="*/ 61437 w 104299"/>
                <a:gd name="connsiteY15" fmla="*/ 134779 h 375761"/>
                <a:gd name="connsiteX16" fmla="*/ 60008 w 104299"/>
                <a:gd name="connsiteY16" fmla="*/ 132398 h 375761"/>
                <a:gd name="connsiteX17" fmla="*/ 56674 w 104299"/>
                <a:gd name="connsiteY17" fmla="*/ 129540 h 375761"/>
                <a:gd name="connsiteX18" fmla="*/ 55722 w 104299"/>
                <a:gd name="connsiteY18" fmla="*/ 127635 h 375761"/>
                <a:gd name="connsiteX19" fmla="*/ 55722 w 104299"/>
                <a:gd name="connsiteY19" fmla="*/ 122396 h 375761"/>
                <a:gd name="connsiteX20" fmla="*/ 54293 w 104299"/>
                <a:gd name="connsiteY20" fmla="*/ 117634 h 375761"/>
                <a:gd name="connsiteX21" fmla="*/ 52388 w 104299"/>
                <a:gd name="connsiteY21" fmla="*/ 113348 h 375761"/>
                <a:gd name="connsiteX22" fmla="*/ 50960 w 104299"/>
                <a:gd name="connsiteY22" fmla="*/ 107156 h 375761"/>
                <a:gd name="connsiteX23" fmla="*/ 51435 w 104299"/>
                <a:gd name="connsiteY23" fmla="*/ 95250 h 375761"/>
                <a:gd name="connsiteX24" fmla="*/ 52388 w 104299"/>
                <a:gd name="connsiteY24" fmla="*/ 90964 h 375761"/>
                <a:gd name="connsiteX25" fmla="*/ 54769 w 104299"/>
                <a:gd name="connsiteY25" fmla="*/ 89059 h 375761"/>
                <a:gd name="connsiteX26" fmla="*/ 55722 w 104299"/>
                <a:gd name="connsiteY26" fmla="*/ 86678 h 375761"/>
                <a:gd name="connsiteX27" fmla="*/ 56674 w 104299"/>
                <a:gd name="connsiteY27" fmla="*/ 82868 h 375761"/>
                <a:gd name="connsiteX28" fmla="*/ 57150 w 104299"/>
                <a:gd name="connsiteY28" fmla="*/ 79058 h 375761"/>
                <a:gd name="connsiteX29" fmla="*/ 56674 w 104299"/>
                <a:gd name="connsiteY29" fmla="*/ 67151 h 375761"/>
                <a:gd name="connsiteX30" fmla="*/ 55722 w 104299"/>
                <a:gd name="connsiteY30" fmla="*/ 59531 h 375761"/>
                <a:gd name="connsiteX31" fmla="*/ 54769 w 104299"/>
                <a:gd name="connsiteY31" fmla="*/ 55721 h 375761"/>
                <a:gd name="connsiteX32" fmla="*/ 53341 w 104299"/>
                <a:gd name="connsiteY32" fmla="*/ 51911 h 375761"/>
                <a:gd name="connsiteX33" fmla="*/ 49054 w 104299"/>
                <a:gd name="connsiteY33" fmla="*/ 42863 h 375761"/>
                <a:gd name="connsiteX34" fmla="*/ 42863 w 104299"/>
                <a:gd name="connsiteY34" fmla="*/ 29051 h 375761"/>
                <a:gd name="connsiteX35" fmla="*/ 43816 w 104299"/>
                <a:gd name="connsiteY35" fmla="*/ 28099 h 375761"/>
                <a:gd name="connsiteX36" fmla="*/ 42863 w 104299"/>
                <a:gd name="connsiteY36" fmla="*/ 25241 h 375761"/>
                <a:gd name="connsiteX37" fmla="*/ 43339 w 104299"/>
                <a:gd name="connsiteY37" fmla="*/ 21431 h 375761"/>
                <a:gd name="connsiteX38" fmla="*/ 44768 w 104299"/>
                <a:gd name="connsiteY38" fmla="*/ 18098 h 375761"/>
                <a:gd name="connsiteX39" fmla="*/ 45244 w 104299"/>
                <a:gd name="connsiteY39" fmla="*/ 15240 h 375761"/>
                <a:gd name="connsiteX40" fmla="*/ 44768 w 104299"/>
                <a:gd name="connsiteY40" fmla="*/ 12859 h 375761"/>
                <a:gd name="connsiteX41" fmla="*/ 37624 w 104299"/>
                <a:gd name="connsiteY41" fmla="*/ 953 h 375761"/>
                <a:gd name="connsiteX42" fmla="*/ 35243 w 104299"/>
                <a:gd name="connsiteY42" fmla="*/ 0 h 375761"/>
                <a:gd name="connsiteX43" fmla="*/ 34291 w 104299"/>
                <a:gd name="connsiteY43" fmla="*/ 2858 h 375761"/>
                <a:gd name="connsiteX44" fmla="*/ 32862 w 104299"/>
                <a:gd name="connsiteY44" fmla="*/ 5239 h 375761"/>
                <a:gd name="connsiteX45" fmla="*/ 30481 w 104299"/>
                <a:gd name="connsiteY45" fmla="*/ 6668 h 375761"/>
                <a:gd name="connsiteX46" fmla="*/ 23337 w 104299"/>
                <a:gd name="connsiteY46" fmla="*/ 6191 h 375761"/>
                <a:gd name="connsiteX47" fmla="*/ 27623 w 104299"/>
                <a:gd name="connsiteY47" fmla="*/ 12383 h 375761"/>
                <a:gd name="connsiteX48" fmla="*/ 34766 w 104299"/>
                <a:gd name="connsiteY48" fmla="*/ 20955 h 375761"/>
                <a:gd name="connsiteX49" fmla="*/ 35719 w 104299"/>
                <a:gd name="connsiteY49" fmla="*/ 24289 h 375761"/>
                <a:gd name="connsiteX50" fmla="*/ 34766 w 104299"/>
                <a:gd name="connsiteY50" fmla="*/ 28099 h 375761"/>
                <a:gd name="connsiteX51" fmla="*/ 33814 w 104299"/>
                <a:gd name="connsiteY51" fmla="*/ 31433 h 375761"/>
                <a:gd name="connsiteX52" fmla="*/ 35243 w 104299"/>
                <a:gd name="connsiteY52" fmla="*/ 31909 h 375761"/>
                <a:gd name="connsiteX53" fmla="*/ 34766 w 104299"/>
                <a:gd name="connsiteY53" fmla="*/ 34290 h 375761"/>
                <a:gd name="connsiteX54" fmla="*/ 30481 w 104299"/>
                <a:gd name="connsiteY54" fmla="*/ 35243 h 375761"/>
                <a:gd name="connsiteX55" fmla="*/ 29052 w 104299"/>
                <a:gd name="connsiteY55" fmla="*/ 38576 h 375761"/>
                <a:gd name="connsiteX56" fmla="*/ 31433 w 104299"/>
                <a:gd name="connsiteY56" fmla="*/ 40958 h 375761"/>
                <a:gd name="connsiteX57" fmla="*/ 29528 w 104299"/>
                <a:gd name="connsiteY57" fmla="*/ 44768 h 375761"/>
                <a:gd name="connsiteX58" fmla="*/ 26194 w 104299"/>
                <a:gd name="connsiteY58" fmla="*/ 46673 h 375761"/>
                <a:gd name="connsiteX59" fmla="*/ 24289 w 104299"/>
                <a:gd name="connsiteY59" fmla="*/ 47149 h 375761"/>
                <a:gd name="connsiteX60" fmla="*/ 22385 w 104299"/>
                <a:gd name="connsiteY60" fmla="*/ 46673 h 375761"/>
                <a:gd name="connsiteX61" fmla="*/ 18098 w 104299"/>
                <a:gd name="connsiteY61" fmla="*/ 43339 h 375761"/>
                <a:gd name="connsiteX62" fmla="*/ 16669 w 104299"/>
                <a:gd name="connsiteY62" fmla="*/ 42863 h 375761"/>
                <a:gd name="connsiteX63" fmla="*/ 10478 w 104299"/>
                <a:gd name="connsiteY63" fmla="*/ 44291 h 375761"/>
                <a:gd name="connsiteX64" fmla="*/ 6668 w 104299"/>
                <a:gd name="connsiteY64" fmla="*/ 47625 h 375761"/>
                <a:gd name="connsiteX65" fmla="*/ 5716 w 104299"/>
                <a:gd name="connsiteY65" fmla="*/ 50006 h 375761"/>
                <a:gd name="connsiteX66" fmla="*/ 6191 w 104299"/>
                <a:gd name="connsiteY66" fmla="*/ 59055 h 375761"/>
                <a:gd name="connsiteX67" fmla="*/ 7620 w 104299"/>
                <a:gd name="connsiteY67" fmla="*/ 63818 h 375761"/>
                <a:gd name="connsiteX68" fmla="*/ 6668 w 104299"/>
                <a:gd name="connsiteY68" fmla="*/ 74771 h 375761"/>
                <a:gd name="connsiteX69" fmla="*/ 5239 w 104299"/>
                <a:gd name="connsiteY69" fmla="*/ 85725 h 375761"/>
                <a:gd name="connsiteX70" fmla="*/ 3335 w 104299"/>
                <a:gd name="connsiteY70" fmla="*/ 90488 h 375761"/>
                <a:gd name="connsiteX71" fmla="*/ 953 w 104299"/>
                <a:gd name="connsiteY71" fmla="*/ 94774 h 375761"/>
                <a:gd name="connsiteX72" fmla="*/ 0 w 104299"/>
                <a:gd name="connsiteY72" fmla="*/ 98584 h 375761"/>
                <a:gd name="connsiteX73" fmla="*/ 477 w 104299"/>
                <a:gd name="connsiteY73" fmla="*/ 113824 h 375761"/>
                <a:gd name="connsiteX74" fmla="*/ 2381 w 104299"/>
                <a:gd name="connsiteY74" fmla="*/ 117634 h 375761"/>
                <a:gd name="connsiteX75" fmla="*/ 5239 w 104299"/>
                <a:gd name="connsiteY75" fmla="*/ 120491 h 375761"/>
                <a:gd name="connsiteX76" fmla="*/ 3810 w 104299"/>
                <a:gd name="connsiteY76" fmla="*/ 121920 h 375761"/>
                <a:gd name="connsiteX77" fmla="*/ 2381 w 104299"/>
                <a:gd name="connsiteY77" fmla="*/ 122873 h 375761"/>
                <a:gd name="connsiteX78" fmla="*/ 3810 w 104299"/>
                <a:gd name="connsiteY78" fmla="*/ 124778 h 375761"/>
                <a:gd name="connsiteX79" fmla="*/ 7620 w 104299"/>
                <a:gd name="connsiteY79" fmla="*/ 127635 h 375761"/>
                <a:gd name="connsiteX80" fmla="*/ 11906 w 104299"/>
                <a:gd name="connsiteY80" fmla="*/ 132398 h 375761"/>
                <a:gd name="connsiteX81" fmla="*/ 14764 w 104299"/>
                <a:gd name="connsiteY81" fmla="*/ 136684 h 375761"/>
                <a:gd name="connsiteX82" fmla="*/ 18574 w 104299"/>
                <a:gd name="connsiteY82" fmla="*/ 145733 h 375761"/>
                <a:gd name="connsiteX83" fmla="*/ 19050 w 104299"/>
                <a:gd name="connsiteY83" fmla="*/ 155734 h 375761"/>
                <a:gd name="connsiteX84" fmla="*/ 16669 w 104299"/>
                <a:gd name="connsiteY84" fmla="*/ 160496 h 375761"/>
                <a:gd name="connsiteX85" fmla="*/ 15241 w 104299"/>
                <a:gd name="connsiteY85" fmla="*/ 165735 h 375761"/>
                <a:gd name="connsiteX86" fmla="*/ 13812 w 104299"/>
                <a:gd name="connsiteY86" fmla="*/ 172403 h 375761"/>
                <a:gd name="connsiteX87" fmla="*/ 14288 w 104299"/>
                <a:gd name="connsiteY87" fmla="*/ 177165 h 375761"/>
                <a:gd name="connsiteX88" fmla="*/ 16669 w 104299"/>
                <a:gd name="connsiteY88" fmla="*/ 186214 h 375761"/>
                <a:gd name="connsiteX89" fmla="*/ 17145 w 104299"/>
                <a:gd name="connsiteY89" fmla="*/ 190500 h 375761"/>
                <a:gd name="connsiteX90" fmla="*/ 16669 w 104299"/>
                <a:gd name="connsiteY90" fmla="*/ 219075 h 375761"/>
                <a:gd name="connsiteX91" fmla="*/ 15241 w 104299"/>
                <a:gd name="connsiteY91" fmla="*/ 224790 h 375761"/>
                <a:gd name="connsiteX92" fmla="*/ 13812 w 104299"/>
                <a:gd name="connsiteY92" fmla="*/ 230029 h 375761"/>
                <a:gd name="connsiteX93" fmla="*/ 12383 w 104299"/>
                <a:gd name="connsiteY93" fmla="*/ 240506 h 375761"/>
                <a:gd name="connsiteX94" fmla="*/ 10954 w 104299"/>
                <a:gd name="connsiteY94" fmla="*/ 245269 h 375761"/>
                <a:gd name="connsiteX95" fmla="*/ 7144 w 104299"/>
                <a:gd name="connsiteY95" fmla="*/ 254794 h 375761"/>
                <a:gd name="connsiteX96" fmla="*/ 7620 w 104299"/>
                <a:gd name="connsiteY96" fmla="*/ 256699 h 375761"/>
                <a:gd name="connsiteX97" fmla="*/ 8097 w 104299"/>
                <a:gd name="connsiteY97" fmla="*/ 259080 h 375761"/>
                <a:gd name="connsiteX98" fmla="*/ 12860 w 104299"/>
                <a:gd name="connsiteY98" fmla="*/ 266700 h 375761"/>
                <a:gd name="connsiteX99" fmla="*/ 16193 w 104299"/>
                <a:gd name="connsiteY99" fmla="*/ 274796 h 375761"/>
                <a:gd name="connsiteX100" fmla="*/ 18098 w 104299"/>
                <a:gd name="connsiteY100" fmla="*/ 286703 h 375761"/>
                <a:gd name="connsiteX101" fmla="*/ 16669 w 104299"/>
                <a:gd name="connsiteY101" fmla="*/ 291465 h 375761"/>
                <a:gd name="connsiteX102" fmla="*/ 14288 w 104299"/>
                <a:gd name="connsiteY102" fmla="*/ 295275 h 375761"/>
                <a:gd name="connsiteX103" fmla="*/ 12383 w 104299"/>
                <a:gd name="connsiteY103" fmla="*/ 300038 h 375761"/>
                <a:gd name="connsiteX104" fmla="*/ 10478 w 104299"/>
                <a:gd name="connsiteY104" fmla="*/ 304800 h 375761"/>
                <a:gd name="connsiteX105" fmla="*/ 10478 w 104299"/>
                <a:gd name="connsiteY105" fmla="*/ 306705 h 375761"/>
                <a:gd name="connsiteX106" fmla="*/ 11431 w 104299"/>
                <a:gd name="connsiteY106" fmla="*/ 315278 h 375761"/>
                <a:gd name="connsiteX107" fmla="*/ 12383 w 104299"/>
                <a:gd name="connsiteY107" fmla="*/ 319564 h 375761"/>
                <a:gd name="connsiteX108" fmla="*/ 12860 w 104299"/>
                <a:gd name="connsiteY108" fmla="*/ 323850 h 375761"/>
                <a:gd name="connsiteX109" fmla="*/ 11906 w 104299"/>
                <a:gd name="connsiteY109" fmla="*/ 328613 h 375761"/>
                <a:gd name="connsiteX110" fmla="*/ 7144 w 104299"/>
                <a:gd name="connsiteY110" fmla="*/ 342900 h 375761"/>
                <a:gd name="connsiteX111" fmla="*/ 6191 w 104299"/>
                <a:gd name="connsiteY111" fmla="*/ 353378 h 375761"/>
                <a:gd name="connsiteX112" fmla="*/ 9049 w 104299"/>
                <a:gd name="connsiteY112" fmla="*/ 365284 h 375761"/>
                <a:gd name="connsiteX113" fmla="*/ 9525 w 104299"/>
                <a:gd name="connsiteY113" fmla="*/ 368618 h 375761"/>
                <a:gd name="connsiteX114" fmla="*/ 10478 w 104299"/>
                <a:gd name="connsiteY114" fmla="*/ 371951 h 375761"/>
                <a:gd name="connsiteX115" fmla="*/ 12383 w 104299"/>
                <a:gd name="connsiteY115" fmla="*/ 373856 h 375761"/>
                <a:gd name="connsiteX116" fmla="*/ 14288 w 104299"/>
                <a:gd name="connsiteY116" fmla="*/ 375761 h 375761"/>
                <a:gd name="connsiteX117" fmla="*/ 16669 w 104299"/>
                <a:gd name="connsiteY117" fmla="*/ 372428 h 375761"/>
                <a:gd name="connsiteX118" fmla="*/ 19050 w 104299"/>
                <a:gd name="connsiteY118" fmla="*/ 368618 h 375761"/>
                <a:gd name="connsiteX119" fmla="*/ 21908 w 104299"/>
                <a:gd name="connsiteY119" fmla="*/ 357188 h 375761"/>
                <a:gd name="connsiteX120" fmla="*/ 23813 w 104299"/>
                <a:gd name="connsiteY120" fmla="*/ 352901 h 375761"/>
                <a:gd name="connsiteX121" fmla="*/ 25718 w 104299"/>
                <a:gd name="connsiteY121" fmla="*/ 349091 h 375761"/>
                <a:gd name="connsiteX122" fmla="*/ 28099 w 104299"/>
                <a:gd name="connsiteY122" fmla="*/ 345281 h 375761"/>
                <a:gd name="connsiteX123" fmla="*/ 31433 w 104299"/>
                <a:gd name="connsiteY123" fmla="*/ 342900 h 375761"/>
                <a:gd name="connsiteX124" fmla="*/ 33338 w 104299"/>
                <a:gd name="connsiteY124" fmla="*/ 341948 h 375761"/>
                <a:gd name="connsiteX125" fmla="*/ 35243 w 104299"/>
                <a:gd name="connsiteY125" fmla="*/ 342424 h 375761"/>
                <a:gd name="connsiteX126" fmla="*/ 37148 w 104299"/>
                <a:gd name="connsiteY126" fmla="*/ 343853 h 375761"/>
                <a:gd name="connsiteX127" fmla="*/ 38577 w 104299"/>
                <a:gd name="connsiteY127" fmla="*/ 346234 h 375761"/>
                <a:gd name="connsiteX128" fmla="*/ 40006 w 104299"/>
                <a:gd name="connsiteY128" fmla="*/ 346710 h 375761"/>
                <a:gd name="connsiteX129" fmla="*/ 47625 w 104299"/>
                <a:gd name="connsiteY129" fmla="*/ 347186 h 375761"/>
                <a:gd name="connsiteX130" fmla="*/ 55245 w 104299"/>
                <a:gd name="connsiteY130" fmla="*/ 348615 h 375761"/>
                <a:gd name="connsiteX131" fmla="*/ 57627 w 104299"/>
                <a:gd name="connsiteY131" fmla="*/ 352425 h 375761"/>
                <a:gd name="connsiteX132" fmla="*/ 58579 w 104299"/>
                <a:gd name="connsiteY132" fmla="*/ 357188 h 375761"/>
                <a:gd name="connsiteX133" fmla="*/ 60008 w 104299"/>
                <a:gd name="connsiteY133" fmla="*/ 362903 h 375761"/>
                <a:gd name="connsiteX134" fmla="*/ 60485 w 104299"/>
                <a:gd name="connsiteY134" fmla="*/ 370999 h 375761"/>
                <a:gd name="connsiteX135" fmla="*/ 61437 w 104299"/>
                <a:gd name="connsiteY135" fmla="*/ 369570 h 375761"/>
                <a:gd name="connsiteX136" fmla="*/ 62389 w 104299"/>
                <a:gd name="connsiteY136" fmla="*/ 367189 h 375761"/>
                <a:gd name="connsiteX137" fmla="*/ 62389 w 104299"/>
                <a:gd name="connsiteY137" fmla="*/ 364808 h 375761"/>
                <a:gd name="connsiteX138" fmla="*/ 62866 w 104299"/>
                <a:gd name="connsiteY138" fmla="*/ 362426 h 375761"/>
                <a:gd name="connsiteX139" fmla="*/ 65723 w 104299"/>
                <a:gd name="connsiteY139" fmla="*/ 357188 h 375761"/>
                <a:gd name="connsiteX140" fmla="*/ 65247 w 104299"/>
                <a:gd name="connsiteY140" fmla="*/ 355283 h 375761"/>
                <a:gd name="connsiteX141" fmla="*/ 64294 w 104299"/>
                <a:gd name="connsiteY141" fmla="*/ 348139 h 375761"/>
                <a:gd name="connsiteX142" fmla="*/ 62389 w 104299"/>
                <a:gd name="connsiteY142" fmla="*/ 340519 h 375761"/>
                <a:gd name="connsiteX143" fmla="*/ 60960 w 104299"/>
                <a:gd name="connsiteY143" fmla="*/ 338614 h 375761"/>
                <a:gd name="connsiteX144" fmla="*/ 59056 w 104299"/>
                <a:gd name="connsiteY144" fmla="*/ 338138 h 375761"/>
                <a:gd name="connsiteX145" fmla="*/ 56674 w 104299"/>
                <a:gd name="connsiteY145" fmla="*/ 338138 h 375761"/>
                <a:gd name="connsiteX146" fmla="*/ 53341 w 104299"/>
                <a:gd name="connsiteY146" fmla="*/ 338614 h 375761"/>
                <a:gd name="connsiteX147" fmla="*/ 51912 w 104299"/>
                <a:gd name="connsiteY147" fmla="*/ 336709 h 375761"/>
                <a:gd name="connsiteX148" fmla="*/ 48578 w 104299"/>
                <a:gd name="connsiteY148" fmla="*/ 330041 h 375761"/>
                <a:gd name="connsiteX149" fmla="*/ 45720 w 104299"/>
                <a:gd name="connsiteY149" fmla="*/ 320516 h 375761"/>
                <a:gd name="connsiteX150" fmla="*/ 43816 w 104299"/>
                <a:gd name="connsiteY150" fmla="*/ 316230 h 375761"/>
                <a:gd name="connsiteX151" fmla="*/ 42387 w 104299"/>
                <a:gd name="connsiteY151" fmla="*/ 314325 h 375761"/>
                <a:gd name="connsiteX152" fmla="*/ 40958 w 104299"/>
                <a:gd name="connsiteY152" fmla="*/ 313373 h 375761"/>
                <a:gd name="connsiteX153" fmla="*/ 39053 w 104299"/>
                <a:gd name="connsiteY153" fmla="*/ 312420 h 375761"/>
                <a:gd name="connsiteX154" fmla="*/ 37148 w 104299"/>
                <a:gd name="connsiteY154" fmla="*/ 310515 h 375761"/>
                <a:gd name="connsiteX155" fmla="*/ 34766 w 104299"/>
                <a:gd name="connsiteY155" fmla="*/ 307181 h 375761"/>
                <a:gd name="connsiteX156" fmla="*/ 31433 w 104299"/>
                <a:gd name="connsiteY156" fmla="*/ 300514 h 375761"/>
                <a:gd name="connsiteX157" fmla="*/ 30481 w 104299"/>
                <a:gd name="connsiteY157" fmla="*/ 298609 h 375761"/>
                <a:gd name="connsiteX158" fmla="*/ 30481 w 104299"/>
                <a:gd name="connsiteY158" fmla="*/ 291941 h 375761"/>
                <a:gd name="connsiteX159" fmla="*/ 31433 w 104299"/>
                <a:gd name="connsiteY159" fmla="*/ 283845 h 375761"/>
                <a:gd name="connsiteX160" fmla="*/ 33814 w 104299"/>
                <a:gd name="connsiteY160" fmla="*/ 276701 h 375761"/>
                <a:gd name="connsiteX161" fmla="*/ 44768 w 104299"/>
                <a:gd name="connsiteY161" fmla="*/ 247650 h 375761"/>
                <a:gd name="connsiteX162" fmla="*/ 46673 w 104299"/>
                <a:gd name="connsiteY162" fmla="*/ 239078 h 375761"/>
                <a:gd name="connsiteX163" fmla="*/ 49531 w 104299"/>
                <a:gd name="connsiteY163" fmla="*/ 235268 h 375761"/>
                <a:gd name="connsiteX164" fmla="*/ 53816 w 104299"/>
                <a:gd name="connsiteY164" fmla="*/ 232410 h 375761"/>
                <a:gd name="connsiteX165" fmla="*/ 58579 w 104299"/>
                <a:gd name="connsiteY165" fmla="*/ 230981 h 375761"/>
                <a:gd name="connsiteX166" fmla="*/ 70485 w 104299"/>
                <a:gd name="connsiteY166" fmla="*/ 230029 h 375761"/>
                <a:gd name="connsiteX167" fmla="*/ 73819 w 104299"/>
                <a:gd name="connsiteY167" fmla="*/ 230505 h 375761"/>
                <a:gd name="connsiteX168" fmla="*/ 78581 w 104299"/>
                <a:gd name="connsiteY168" fmla="*/ 231934 h 375761"/>
                <a:gd name="connsiteX169" fmla="*/ 81439 w 104299"/>
                <a:gd name="connsiteY169" fmla="*/ 232886 h 375761"/>
                <a:gd name="connsiteX170" fmla="*/ 84297 w 104299"/>
                <a:gd name="connsiteY170" fmla="*/ 234791 h 375761"/>
                <a:gd name="connsiteX171" fmla="*/ 89535 w 104299"/>
                <a:gd name="connsiteY171" fmla="*/ 240983 h 375761"/>
                <a:gd name="connsiteX172" fmla="*/ 93822 w 104299"/>
                <a:gd name="connsiteY172" fmla="*/ 244316 h 375761"/>
                <a:gd name="connsiteX173" fmla="*/ 98108 w 104299"/>
                <a:gd name="connsiteY173" fmla="*/ 248603 h 375761"/>
                <a:gd name="connsiteX174" fmla="*/ 100966 w 104299"/>
                <a:gd name="connsiteY174" fmla="*/ 251936 h 375761"/>
                <a:gd name="connsiteX175" fmla="*/ 102870 w 104299"/>
                <a:gd name="connsiteY175" fmla="*/ 257651 h 375761"/>
                <a:gd name="connsiteX176" fmla="*/ 104299 w 104299"/>
                <a:gd name="connsiteY176" fmla="*/ 259556 h 375761"/>
                <a:gd name="connsiteX177" fmla="*/ 103823 w 104299"/>
                <a:gd name="connsiteY177" fmla="*/ 251936 h 37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04299" h="375761">
                  <a:moveTo>
                    <a:pt x="103347" y="249555"/>
                  </a:moveTo>
                  <a:lnTo>
                    <a:pt x="100489" y="246698"/>
                  </a:lnTo>
                  <a:lnTo>
                    <a:pt x="94298" y="241459"/>
                  </a:lnTo>
                  <a:lnTo>
                    <a:pt x="91441" y="236220"/>
                  </a:lnTo>
                  <a:lnTo>
                    <a:pt x="89060" y="230505"/>
                  </a:lnTo>
                  <a:lnTo>
                    <a:pt x="88106" y="224790"/>
                  </a:lnTo>
                  <a:lnTo>
                    <a:pt x="86678" y="220028"/>
                  </a:lnTo>
                  <a:lnTo>
                    <a:pt x="84773" y="214789"/>
                  </a:lnTo>
                  <a:lnTo>
                    <a:pt x="81439" y="204788"/>
                  </a:lnTo>
                  <a:lnTo>
                    <a:pt x="73343" y="187643"/>
                  </a:lnTo>
                  <a:lnTo>
                    <a:pt x="70962" y="177641"/>
                  </a:lnTo>
                  <a:lnTo>
                    <a:pt x="63818" y="144780"/>
                  </a:lnTo>
                  <a:lnTo>
                    <a:pt x="62389" y="143351"/>
                  </a:lnTo>
                  <a:lnTo>
                    <a:pt x="61913" y="142399"/>
                  </a:lnTo>
                  <a:lnTo>
                    <a:pt x="61437" y="137636"/>
                  </a:lnTo>
                  <a:lnTo>
                    <a:pt x="61437" y="134779"/>
                  </a:lnTo>
                  <a:lnTo>
                    <a:pt x="60008" y="132398"/>
                  </a:lnTo>
                  <a:lnTo>
                    <a:pt x="56674" y="129540"/>
                  </a:lnTo>
                  <a:lnTo>
                    <a:pt x="55722" y="127635"/>
                  </a:lnTo>
                  <a:lnTo>
                    <a:pt x="55722" y="122396"/>
                  </a:lnTo>
                  <a:lnTo>
                    <a:pt x="54293" y="117634"/>
                  </a:lnTo>
                  <a:lnTo>
                    <a:pt x="52388" y="113348"/>
                  </a:lnTo>
                  <a:lnTo>
                    <a:pt x="50960" y="107156"/>
                  </a:lnTo>
                  <a:lnTo>
                    <a:pt x="51435" y="95250"/>
                  </a:lnTo>
                  <a:lnTo>
                    <a:pt x="52388" y="90964"/>
                  </a:lnTo>
                  <a:lnTo>
                    <a:pt x="54769" y="89059"/>
                  </a:lnTo>
                  <a:lnTo>
                    <a:pt x="55722" y="86678"/>
                  </a:lnTo>
                  <a:lnTo>
                    <a:pt x="56674" y="82868"/>
                  </a:lnTo>
                  <a:lnTo>
                    <a:pt x="57150" y="79058"/>
                  </a:lnTo>
                  <a:lnTo>
                    <a:pt x="56674" y="67151"/>
                  </a:lnTo>
                  <a:lnTo>
                    <a:pt x="55722" y="59531"/>
                  </a:lnTo>
                  <a:lnTo>
                    <a:pt x="54769" y="55721"/>
                  </a:lnTo>
                  <a:lnTo>
                    <a:pt x="53341" y="51911"/>
                  </a:lnTo>
                  <a:lnTo>
                    <a:pt x="49054" y="42863"/>
                  </a:lnTo>
                  <a:lnTo>
                    <a:pt x="42863" y="29051"/>
                  </a:lnTo>
                  <a:lnTo>
                    <a:pt x="43816" y="28099"/>
                  </a:lnTo>
                  <a:lnTo>
                    <a:pt x="42863" y="25241"/>
                  </a:lnTo>
                  <a:lnTo>
                    <a:pt x="43339" y="21431"/>
                  </a:lnTo>
                  <a:lnTo>
                    <a:pt x="44768" y="18098"/>
                  </a:lnTo>
                  <a:lnTo>
                    <a:pt x="45244" y="15240"/>
                  </a:lnTo>
                  <a:lnTo>
                    <a:pt x="44768" y="12859"/>
                  </a:lnTo>
                  <a:lnTo>
                    <a:pt x="37624" y="953"/>
                  </a:lnTo>
                  <a:lnTo>
                    <a:pt x="35243" y="0"/>
                  </a:lnTo>
                  <a:lnTo>
                    <a:pt x="34291" y="2858"/>
                  </a:lnTo>
                  <a:lnTo>
                    <a:pt x="32862" y="5239"/>
                  </a:lnTo>
                  <a:lnTo>
                    <a:pt x="30481" y="6668"/>
                  </a:lnTo>
                  <a:lnTo>
                    <a:pt x="23337" y="6191"/>
                  </a:lnTo>
                  <a:lnTo>
                    <a:pt x="27623" y="12383"/>
                  </a:lnTo>
                  <a:lnTo>
                    <a:pt x="34766" y="20955"/>
                  </a:lnTo>
                  <a:lnTo>
                    <a:pt x="35719" y="24289"/>
                  </a:lnTo>
                  <a:lnTo>
                    <a:pt x="34766" y="28099"/>
                  </a:lnTo>
                  <a:lnTo>
                    <a:pt x="33814" y="31433"/>
                  </a:lnTo>
                  <a:lnTo>
                    <a:pt x="35243" y="31909"/>
                  </a:lnTo>
                  <a:lnTo>
                    <a:pt x="34766" y="34290"/>
                  </a:lnTo>
                  <a:lnTo>
                    <a:pt x="30481" y="35243"/>
                  </a:lnTo>
                  <a:lnTo>
                    <a:pt x="29052" y="38576"/>
                  </a:lnTo>
                  <a:lnTo>
                    <a:pt x="31433" y="40958"/>
                  </a:lnTo>
                  <a:lnTo>
                    <a:pt x="29528" y="44768"/>
                  </a:lnTo>
                  <a:lnTo>
                    <a:pt x="26194" y="46673"/>
                  </a:lnTo>
                  <a:lnTo>
                    <a:pt x="24289" y="47149"/>
                  </a:lnTo>
                  <a:lnTo>
                    <a:pt x="22385" y="46673"/>
                  </a:lnTo>
                  <a:lnTo>
                    <a:pt x="18098" y="43339"/>
                  </a:lnTo>
                  <a:lnTo>
                    <a:pt x="16669" y="42863"/>
                  </a:lnTo>
                  <a:lnTo>
                    <a:pt x="10478" y="44291"/>
                  </a:lnTo>
                  <a:lnTo>
                    <a:pt x="6668" y="47625"/>
                  </a:lnTo>
                  <a:lnTo>
                    <a:pt x="5716" y="50006"/>
                  </a:lnTo>
                  <a:lnTo>
                    <a:pt x="6191" y="59055"/>
                  </a:lnTo>
                  <a:lnTo>
                    <a:pt x="7620" y="63818"/>
                  </a:lnTo>
                  <a:lnTo>
                    <a:pt x="6668" y="74771"/>
                  </a:lnTo>
                  <a:lnTo>
                    <a:pt x="5239" y="85725"/>
                  </a:lnTo>
                  <a:lnTo>
                    <a:pt x="3335" y="90488"/>
                  </a:lnTo>
                  <a:lnTo>
                    <a:pt x="953" y="94774"/>
                  </a:lnTo>
                  <a:lnTo>
                    <a:pt x="0" y="98584"/>
                  </a:lnTo>
                  <a:lnTo>
                    <a:pt x="477" y="113824"/>
                  </a:lnTo>
                  <a:lnTo>
                    <a:pt x="2381" y="117634"/>
                  </a:lnTo>
                  <a:lnTo>
                    <a:pt x="5239" y="120491"/>
                  </a:lnTo>
                  <a:lnTo>
                    <a:pt x="3810" y="121920"/>
                  </a:lnTo>
                  <a:lnTo>
                    <a:pt x="2381" y="122873"/>
                  </a:lnTo>
                  <a:lnTo>
                    <a:pt x="3810" y="124778"/>
                  </a:lnTo>
                  <a:lnTo>
                    <a:pt x="7620" y="127635"/>
                  </a:lnTo>
                  <a:lnTo>
                    <a:pt x="11906" y="132398"/>
                  </a:lnTo>
                  <a:lnTo>
                    <a:pt x="14764" y="136684"/>
                  </a:lnTo>
                  <a:lnTo>
                    <a:pt x="18574" y="145733"/>
                  </a:lnTo>
                  <a:lnTo>
                    <a:pt x="19050" y="155734"/>
                  </a:lnTo>
                  <a:lnTo>
                    <a:pt x="16669" y="160496"/>
                  </a:lnTo>
                  <a:lnTo>
                    <a:pt x="15241" y="165735"/>
                  </a:lnTo>
                  <a:lnTo>
                    <a:pt x="13812" y="172403"/>
                  </a:lnTo>
                  <a:lnTo>
                    <a:pt x="14288" y="177165"/>
                  </a:lnTo>
                  <a:lnTo>
                    <a:pt x="16669" y="186214"/>
                  </a:lnTo>
                  <a:lnTo>
                    <a:pt x="17145" y="190500"/>
                  </a:lnTo>
                  <a:lnTo>
                    <a:pt x="16669" y="219075"/>
                  </a:lnTo>
                  <a:lnTo>
                    <a:pt x="15241" y="224790"/>
                  </a:lnTo>
                  <a:lnTo>
                    <a:pt x="13812" y="230029"/>
                  </a:lnTo>
                  <a:lnTo>
                    <a:pt x="12383" y="240506"/>
                  </a:lnTo>
                  <a:lnTo>
                    <a:pt x="10954" y="245269"/>
                  </a:lnTo>
                  <a:lnTo>
                    <a:pt x="7144" y="254794"/>
                  </a:lnTo>
                  <a:lnTo>
                    <a:pt x="7620" y="256699"/>
                  </a:lnTo>
                  <a:lnTo>
                    <a:pt x="8097" y="259080"/>
                  </a:lnTo>
                  <a:lnTo>
                    <a:pt x="12860" y="266700"/>
                  </a:lnTo>
                  <a:lnTo>
                    <a:pt x="16193" y="274796"/>
                  </a:lnTo>
                  <a:lnTo>
                    <a:pt x="18098" y="286703"/>
                  </a:lnTo>
                  <a:lnTo>
                    <a:pt x="16669" y="291465"/>
                  </a:lnTo>
                  <a:lnTo>
                    <a:pt x="14288" y="295275"/>
                  </a:lnTo>
                  <a:lnTo>
                    <a:pt x="12383" y="300038"/>
                  </a:lnTo>
                  <a:lnTo>
                    <a:pt x="10478" y="304800"/>
                  </a:lnTo>
                  <a:lnTo>
                    <a:pt x="10478" y="306705"/>
                  </a:lnTo>
                  <a:lnTo>
                    <a:pt x="11431" y="315278"/>
                  </a:lnTo>
                  <a:lnTo>
                    <a:pt x="12383" y="319564"/>
                  </a:lnTo>
                  <a:lnTo>
                    <a:pt x="12860" y="323850"/>
                  </a:lnTo>
                  <a:lnTo>
                    <a:pt x="11906" y="328613"/>
                  </a:lnTo>
                  <a:lnTo>
                    <a:pt x="7144" y="342900"/>
                  </a:lnTo>
                  <a:lnTo>
                    <a:pt x="6191" y="353378"/>
                  </a:lnTo>
                  <a:lnTo>
                    <a:pt x="9049" y="365284"/>
                  </a:lnTo>
                  <a:lnTo>
                    <a:pt x="9525" y="368618"/>
                  </a:lnTo>
                  <a:lnTo>
                    <a:pt x="10478" y="371951"/>
                  </a:lnTo>
                  <a:lnTo>
                    <a:pt x="12383" y="373856"/>
                  </a:lnTo>
                  <a:lnTo>
                    <a:pt x="14288" y="375761"/>
                  </a:lnTo>
                  <a:lnTo>
                    <a:pt x="16669" y="372428"/>
                  </a:lnTo>
                  <a:lnTo>
                    <a:pt x="19050" y="368618"/>
                  </a:lnTo>
                  <a:lnTo>
                    <a:pt x="21908" y="357188"/>
                  </a:lnTo>
                  <a:lnTo>
                    <a:pt x="23813" y="352901"/>
                  </a:lnTo>
                  <a:lnTo>
                    <a:pt x="25718" y="349091"/>
                  </a:lnTo>
                  <a:lnTo>
                    <a:pt x="28099" y="345281"/>
                  </a:lnTo>
                  <a:lnTo>
                    <a:pt x="31433" y="342900"/>
                  </a:lnTo>
                  <a:lnTo>
                    <a:pt x="33338" y="341948"/>
                  </a:lnTo>
                  <a:lnTo>
                    <a:pt x="35243" y="342424"/>
                  </a:lnTo>
                  <a:lnTo>
                    <a:pt x="37148" y="343853"/>
                  </a:lnTo>
                  <a:lnTo>
                    <a:pt x="38577" y="346234"/>
                  </a:lnTo>
                  <a:lnTo>
                    <a:pt x="40006" y="346710"/>
                  </a:lnTo>
                  <a:lnTo>
                    <a:pt x="47625" y="347186"/>
                  </a:lnTo>
                  <a:lnTo>
                    <a:pt x="55245" y="348615"/>
                  </a:lnTo>
                  <a:lnTo>
                    <a:pt x="57627" y="352425"/>
                  </a:lnTo>
                  <a:lnTo>
                    <a:pt x="58579" y="357188"/>
                  </a:lnTo>
                  <a:lnTo>
                    <a:pt x="60008" y="362903"/>
                  </a:lnTo>
                  <a:lnTo>
                    <a:pt x="60485" y="370999"/>
                  </a:lnTo>
                  <a:lnTo>
                    <a:pt x="61437" y="369570"/>
                  </a:lnTo>
                  <a:lnTo>
                    <a:pt x="62389" y="367189"/>
                  </a:lnTo>
                  <a:lnTo>
                    <a:pt x="62389" y="364808"/>
                  </a:lnTo>
                  <a:lnTo>
                    <a:pt x="62866" y="362426"/>
                  </a:lnTo>
                  <a:lnTo>
                    <a:pt x="65723" y="357188"/>
                  </a:lnTo>
                  <a:lnTo>
                    <a:pt x="65247" y="355283"/>
                  </a:lnTo>
                  <a:lnTo>
                    <a:pt x="64294" y="348139"/>
                  </a:lnTo>
                  <a:lnTo>
                    <a:pt x="62389" y="340519"/>
                  </a:lnTo>
                  <a:lnTo>
                    <a:pt x="60960" y="338614"/>
                  </a:lnTo>
                  <a:lnTo>
                    <a:pt x="59056" y="338138"/>
                  </a:lnTo>
                  <a:lnTo>
                    <a:pt x="56674" y="338138"/>
                  </a:lnTo>
                  <a:lnTo>
                    <a:pt x="53341" y="338614"/>
                  </a:lnTo>
                  <a:lnTo>
                    <a:pt x="51912" y="336709"/>
                  </a:lnTo>
                  <a:lnTo>
                    <a:pt x="48578" y="330041"/>
                  </a:lnTo>
                  <a:lnTo>
                    <a:pt x="45720" y="320516"/>
                  </a:lnTo>
                  <a:lnTo>
                    <a:pt x="43816" y="316230"/>
                  </a:lnTo>
                  <a:lnTo>
                    <a:pt x="42387" y="314325"/>
                  </a:lnTo>
                  <a:lnTo>
                    <a:pt x="40958" y="313373"/>
                  </a:lnTo>
                  <a:lnTo>
                    <a:pt x="39053" y="312420"/>
                  </a:lnTo>
                  <a:lnTo>
                    <a:pt x="37148" y="310515"/>
                  </a:lnTo>
                  <a:lnTo>
                    <a:pt x="34766" y="307181"/>
                  </a:lnTo>
                  <a:lnTo>
                    <a:pt x="31433" y="300514"/>
                  </a:lnTo>
                  <a:lnTo>
                    <a:pt x="30481" y="298609"/>
                  </a:lnTo>
                  <a:lnTo>
                    <a:pt x="30481" y="291941"/>
                  </a:lnTo>
                  <a:lnTo>
                    <a:pt x="31433" y="283845"/>
                  </a:lnTo>
                  <a:lnTo>
                    <a:pt x="33814" y="276701"/>
                  </a:lnTo>
                  <a:lnTo>
                    <a:pt x="44768" y="247650"/>
                  </a:lnTo>
                  <a:lnTo>
                    <a:pt x="46673" y="239078"/>
                  </a:lnTo>
                  <a:lnTo>
                    <a:pt x="49531" y="235268"/>
                  </a:lnTo>
                  <a:lnTo>
                    <a:pt x="53816" y="232410"/>
                  </a:lnTo>
                  <a:lnTo>
                    <a:pt x="58579" y="230981"/>
                  </a:lnTo>
                  <a:lnTo>
                    <a:pt x="70485" y="230029"/>
                  </a:lnTo>
                  <a:lnTo>
                    <a:pt x="73819" y="230505"/>
                  </a:lnTo>
                  <a:lnTo>
                    <a:pt x="78581" y="231934"/>
                  </a:lnTo>
                  <a:lnTo>
                    <a:pt x="81439" y="232886"/>
                  </a:lnTo>
                  <a:lnTo>
                    <a:pt x="84297" y="234791"/>
                  </a:lnTo>
                  <a:lnTo>
                    <a:pt x="89535" y="240983"/>
                  </a:lnTo>
                  <a:lnTo>
                    <a:pt x="93822" y="244316"/>
                  </a:lnTo>
                  <a:lnTo>
                    <a:pt x="98108" y="248603"/>
                  </a:lnTo>
                  <a:lnTo>
                    <a:pt x="100966" y="251936"/>
                  </a:lnTo>
                  <a:lnTo>
                    <a:pt x="102870" y="257651"/>
                  </a:lnTo>
                  <a:lnTo>
                    <a:pt x="104299" y="259556"/>
                  </a:lnTo>
                  <a:lnTo>
                    <a:pt x="103823" y="251936"/>
                  </a:lnTo>
                  <a:close/>
                </a:path>
              </a:pathLst>
            </a:custGeom>
            <a:grpFill/>
            <a:ln w="317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7219751D-9643-4BA5-A5AD-66F8C22ED1EF}"/>
                </a:ext>
              </a:extLst>
            </p:cNvPr>
            <p:cNvSpPr/>
            <p:nvPr/>
          </p:nvSpPr>
          <p:spPr>
            <a:xfrm>
              <a:off x="7362348" y="1468278"/>
              <a:ext cx="68103" cy="46672"/>
            </a:xfrm>
            <a:custGeom>
              <a:avLst/>
              <a:gdLst>
                <a:gd name="connsiteX0" fmla="*/ 22860 w 68103"/>
                <a:gd name="connsiteY0" fmla="*/ 476 h 46672"/>
                <a:gd name="connsiteX1" fmla="*/ 19050 w 68103"/>
                <a:gd name="connsiteY1" fmla="*/ 952 h 46672"/>
                <a:gd name="connsiteX2" fmla="*/ 11906 w 68103"/>
                <a:gd name="connsiteY2" fmla="*/ 4763 h 46672"/>
                <a:gd name="connsiteX3" fmla="*/ 4286 w 68103"/>
                <a:gd name="connsiteY3" fmla="*/ 10001 h 46672"/>
                <a:gd name="connsiteX4" fmla="*/ 952 w 68103"/>
                <a:gd name="connsiteY4" fmla="*/ 14764 h 46672"/>
                <a:gd name="connsiteX5" fmla="*/ 476 w 68103"/>
                <a:gd name="connsiteY5" fmla="*/ 19526 h 46672"/>
                <a:gd name="connsiteX6" fmla="*/ 0 w 68103"/>
                <a:gd name="connsiteY6" fmla="*/ 24765 h 46672"/>
                <a:gd name="connsiteX7" fmla="*/ 0 w 68103"/>
                <a:gd name="connsiteY7" fmla="*/ 28099 h 46672"/>
                <a:gd name="connsiteX8" fmla="*/ 476 w 68103"/>
                <a:gd name="connsiteY8" fmla="*/ 31432 h 46672"/>
                <a:gd name="connsiteX9" fmla="*/ 952 w 68103"/>
                <a:gd name="connsiteY9" fmla="*/ 34290 h 46672"/>
                <a:gd name="connsiteX10" fmla="*/ 5239 w 68103"/>
                <a:gd name="connsiteY10" fmla="*/ 42386 h 46672"/>
                <a:gd name="connsiteX11" fmla="*/ 12859 w 68103"/>
                <a:gd name="connsiteY11" fmla="*/ 46673 h 46672"/>
                <a:gd name="connsiteX12" fmla="*/ 21431 w 68103"/>
                <a:gd name="connsiteY12" fmla="*/ 45720 h 46672"/>
                <a:gd name="connsiteX13" fmla="*/ 30480 w 68103"/>
                <a:gd name="connsiteY13" fmla="*/ 43815 h 46672"/>
                <a:gd name="connsiteX14" fmla="*/ 45720 w 68103"/>
                <a:gd name="connsiteY14" fmla="*/ 39052 h 46672"/>
                <a:gd name="connsiteX15" fmla="*/ 52864 w 68103"/>
                <a:gd name="connsiteY15" fmla="*/ 32385 h 46672"/>
                <a:gd name="connsiteX16" fmla="*/ 55721 w 68103"/>
                <a:gd name="connsiteY16" fmla="*/ 27623 h 46672"/>
                <a:gd name="connsiteX17" fmla="*/ 61436 w 68103"/>
                <a:gd name="connsiteY17" fmla="*/ 23336 h 46672"/>
                <a:gd name="connsiteX18" fmla="*/ 63341 w 68103"/>
                <a:gd name="connsiteY18" fmla="*/ 24765 h 46672"/>
                <a:gd name="connsiteX19" fmla="*/ 63818 w 68103"/>
                <a:gd name="connsiteY19" fmla="*/ 28575 h 46672"/>
                <a:gd name="connsiteX20" fmla="*/ 65722 w 68103"/>
                <a:gd name="connsiteY20" fmla="*/ 27623 h 46672"/>
                <a:gd name="connsiteX21" fmla="*/ 68103 w 68103"/>
                <a:gd name="connsiteY21" fmla="*/ 25241 h 46672"/>
                <a:gd name="connsiteX22" fmla="*/ 67151 w 68103"/>
                <a:gd name="connsiteY22" fmla="*/ 19526 h 46672"/>
                <a:gd name="connsiteX23" fmla="*/ 63818 w 68103"/>
                <a:gd name="connsiteY23" fmla="*/ 15240 h 46672"/>
                <a:gd name="connsiteX24" fmla="*/ 58102 w 68103"/>
                <a:gd name="connsiteY24" fmla="*/ 12382 h 46672"/>
                <a:gd name="connsiteX25" fmla="*/ 31909 w 68103"/>
                <a:gd name="connsiteY25" fmla="*/ 0 h 4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103" h="46672">
                  <a:moveTo>
                    <a:pt x="22860" y="476"/>
                  </a:moveTo>
                  <a:lnTo>
                    <a:pt x="19050" y="952"/>
                  </a:lnTo>
                  <a:lnTo>
                    <a:pt x="11906" y="4763"/>
                  </a:lnTo>
                  <a:lnTo>
                    <a:pt x="4286" y="10001"/>
                  </a:lnTo>
                  <a:lnTo>
                    <a:pt x="952" y="14764"/>
                  </a:lnTo>
                  <a:lnTo>
                    <a:pt x="476" y="19526"/>
                  </a:lnTo>
                  <a:lnTo>
                    <a:pt x="0" y="24765"/>
                  </a:lnTo>
                  <a:lnTo>
                    <a:pt x="0" y="28099"/>
                  </a:lnTo>
                  <a:lnTo>
                    <a:pt x="476" y="31432"/>
                  </a:lnTo>
                  <a:lnTo>
                    <a:pt x="952" y="34290"/>
                  </a:lnTo>
                  <a:lnTo>
                    <a:pt x="5239" y="42386"/>
                  </a:lnTo>
                  <a:lnTo>
                    <a:pt x="12859" y="46673"/>
                  </a:lnTo>
                  <a:lnTo>
                    <a:pt x="21431" y="45720"/>
                  </a:lnTo>
                  <a:lnTo>
                    <a:pt x="30480" y="43815"/>
                  </a:lnTo>
                  <a:lnTo>
                    <a:pt x="45720" y="39052"/>
                  </a:lnTo>
                  <a:lnTo>
                    <a:pt x="52864" y="32385"/>
                  </a:lnTo>
                  <a:lnTo>
                    <a:pt x="55721" y="27623"/>
                  </a:lnTo>
                  <a:lnTo>
                    <a:pt x="61436" y="23336"/>
                  </a:lnTo>
                  <a:lnTo>
                    <a:pt x="63341" y="24765"/>
                  </a:lnTo>
                  <a:lnTo>
                    <a:pt x="63818" y="28575"/>
                  </a:lnTo>
                  <a:lnTo>
                    <a:pt x="65722" y="27623"/>
                  </a:lnTo>
                  <a:lnTo>
                    <a:pt x="68103" y="25241"/>
                  </a:lnTo>
                  <a:lnTo>
                    <a:pt x="67151" y="19526"/>
                  </a:lnTo>
                  <a:lnTo>
                    <a:pt x="63818" y="15240"/>
                  </a:lnTo>
                  <a:lnTo>
                    <a:pt x="58102" y="12382"/>
                  </a:lnTo>
                  <a:lnTo>
                    <a:pt x="31909" y="0"/>
                  </a:lnTo>
                  <a:close/>
                </a:path>
              </a:pathLst>
            </a:custGeom>
            <a:grpFill/>
            <a:ln w="317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CA7A1BC-FDB1-4CFA-BC84-29960F14D2FE}"/>
                </a:ext>
              </a:extLst>
            </p:cNvPr>
            <p:cNvSpPr/>
            <p:nvPr/>
          </p:nvSpPr>
          <p:spPr>
            <a:xfrm>
              <a:off x="7496651" y="1352549"/>
              <a:ext cx="32861" cy="27146"/>
            </a:xfrm>
            <a:custGeom>
              <a:avLst/>
              <a:gdLst>
                <a:gd name="connsiteX0" fmla="*/ 32861 w 32861"/>
                <a:gd name="connsiteY0" fmla="*/ 15240 h 27146"/>
                <a:gd name="connsiteX1" fmla="*/ 32861 w 32861"/>
                <a:gd name="connsiteY1" fmla="*/ 11906 h 27146"/>
                <a:gd name="connsiteX2" fmla="*/ 30956 w 32861"/>
                <a:gd name="connsiteY2" fmla="*/ 10477 h 27146"/>
                <a:gd name="connsiteX3" fmla="*/ 28575 w 32861"/>
                <a:gd name="connsiteY3" fmla="*/ 10477 h 27146"/>
                <a:gd name="connsiteX4" fmla="*/ 25718 w 32861"/>
                <a:gd name="connsiteY4" fmla="*/ 7144 h 27146"/>
                <a:gd name="connsiteX5" fmla="*/ 22860 w 32861"/>
                <a:gd name="connsiteY5" fmla="*/ 2381 h 27146"/>
                <a:gd name="connsiteX6" fmla="*/ 18574 w 32861"/>
                <a:gd name="connsiteY6" fmla="*/ 476 h 27146"/>
                <a:gd name="connsiteX7" fmla="*/ 17145 w 32861"/>
                <a:gd name="connsiteY7" fmla="*/ 0 h 27146"/>
                <a:gd name="connsiteX8" fmla="*/ 16669 w 32861"/>
                <a:gd name="connsiteY8" fmla="*/ 952 h 27146"/>
                <a:gd name="connsiteX9" fmla="*/ 16669 w 32861"/>
                <a:gd name="connsiteY9" fmla="*/ 3334 h 27146"/>
                <a:gd name="connsiteX10" fmla="*/ 12859 w 32861"/>
                <a:gd name="connsiteY10" fmla="*/ 1429 h 27146"/>
                <a:gd name="connsiteX11" fmla="*/ 9525 w 32861"/>
                <a:gd name="connsiteY11" fmla="*/ 1429 h 27146"/>
                <a:gd name="connsiteX12" fmla="*/ 2381 w 32861"/>
                <a:gd name="connsiteY12" fmla="*/ 2858 h 27146"/>
                <a:gd name="connsiteX13" fmla="*/ 0 w 32861"/>
                <a:gd name="connsiteY13" fmla="*/ 5239 h 27146"/>
                <a:gd name="connsiteX14" fmla="*/ 476 w 32861"/>
                <a:gd name="connsiteY14" fmla="*/ 7620 h 27146"/>
                <a:gd name="connsiteX15" fmla="*/ 1905 w 32861"/>
                <a:gd name="connsiteY15" fmla="*/ 8573 h 27146"/>
                <a:gd name="connsiteX16" fmla="*/ 6668 w 32861"/>
                <a:gd name="connsiteY16" fmla="*/ 10477 h 27146"/>
                <a:gd name="connsiteX17" fmla="*/ 10478 w 32861"/>
                <a:gd name="connsiteY17" fmla="*/ 9525 h 27146"/>
                <a:gd name="connsiteX18" fmla="*/ 17145 w 32861"/>
                <a:gd name="connsiteY18" fmla="*/ 14288 h 27146"/>
                <a:gd name="connsiteX19" fmla="*/ 19050 w 32861"/>
                <a:gd name="connsiteY19" fmla="*/ 18098 h 27146"/>
                <a:gd name="connsiteX20" fmla="*/ 20479 w 32861"/>
                <a:gd name="connsiteY20" fmla="*/ 20002 h 27146"/>
                <a:gd name="connsiteX21" fmla="*/ 24289 w 32861"/>
                <a:gd name="connsiteY21" fmla="*/ 21908 h 27146"/>
                <a:gd name="connsiteX22" fmla="*/ 26194 w 32861"/>
                <a:gd name="connsiteY22" fmla="*/ 24765 h 27146"/>
                <a:gd name="connsiteX23" fmla="*/ 26670 w 32861"/>
                <a:gd name="connsiteY23" fmla="*/ 27146 h 27146"/>
                <a:gd name="connsiteX24" fmla="*/ 30004 w 32861"/>
                <a:gd name="connsiteY24" fmla="*/ 26194 h 27146"/>
                <a:gd name="connsiteX25" fmla="*/ 29528 w 32861"/>
                <a:gd name="connsiteY25" fmla="*/ 25241 h 27146"/>
                <a:gd name="connsiteX26" fmla="*/ 27623 w 32861"/>
                <a:gd name="connsiteY26" fmla="*/ 23336 h 27146"/>
                <a:gd name="connsiteX27" fmla="*/ 28575 w 32861"/>
                <a:gd name="connsiteY27" fmla="*/ 21431 h 2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61" h="27146">
                  <a:moveTo>
                    <a:pt x="32861" y="15240"/>
                  </a:moveTo>
                  <a:lnTo>
                    <a:pt x="32861" y="11906"/>
                  </a:lnTo>
                  <a:lnTo>
                    <a:pt x="30956" y="10477"/>
                  </a:lnTo>
                  <a:lnTo>
                    <a:pt x="28575" y="10477"/>
                  </a:lnTo>
                  <a:lnTo>
                    <a:pt x="25718" y="7144"/>
                  </a:lnTo>
                  <a:lnTo>
                    <a:pt x="22860" y="2381"/>
                  </a:lnTo>
                  <a:lnTo>
                    <a:pt x="18574" y="476"/>
                  </a:lnTo>
                  <a:lnTo>
                    <a:pt x="17145" y="0"/>
                  </a:lnTo>
                  <a:lnTo>
                    <a:pt x="16669" y="952"/>
                  </a:lnTo>
                  <a:lnTo>
                    <a:pt x="16669" y="3334"/>
                  </a:lnTo>
                  <a:lnTo>
                    <a:pt x="12859" y="1429"/>
                  </a:lnTo>
                  <a:lnTo>
                    <a:pt x="9525" y="1429"/>
                  </a:lnTo>
                  <a:lnTo>
                    <a:pt x="2381" y="2858"/>
                  </a:lnTo>
                  <a:lnTo>
                    <a:pt x="0" y="5239"/>
                  </a:lnTo>
                  <a:lnTo>
                    <a:pt x="476" y="7620"/>
                  </a:lnTo>
                  <a:lnTo>
                    <a:pt x="1905" y="8573"/>
                  </a:lnTo>
                  <a:lnTo>
                    <a:pt x="6668" y="10477"/>
                  </a:lnTo>
                  <a:lnTo>
                    <a:pt x="10478" y="9525"/>
                  </a:lnTo>
                  <a:lnTo>
                    <a:pt x="17145" y="14288"/>
                  </a:lnTo>
                  <a:lnTo>
                    <a:pt x="19050" y="18098"/>
                  </a:lnTo>
                  <a:lnTo>
                    <a:pt x="20479" y="20002"/>
                  </a:lnTo>
                  <a:lnTo>
                    <a:pt x="24289" y="21908"/>
                  </a:lnTo>
                  <a:lnTo>
                    <a:pt x="26194" y="24765"/>
                  </a:lnTo>
                  <a:lnTo>
                    <a:pt x="26670" y="27146"/>
                  </a:lnTo>
                  <a:lnTo>
                    <a:pt x="30004" y="26194"/>
                  </a:lnTo>
                  <a:lnTo>
                    <a:pt x="29528" y="25241"/>
                  </a:lnTo>
                  <a:lnTo>
                    <a:pt x="27623" y="23336"/>
                  </a:lnTo>
                  <a:lnTo>
                    <a:pt x="28575" y="21431"/>
                  </a:lnTo>
                  <a:close/>
                </a:path>
              </a:pathLst>
            </a:custGeom>
            <a:grpFill/>
            <a:ln w="317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0556F07-D9B4-4A96-B19A-3C5EB25A540D}"/>
                </a:ext>
              </a:extLst>
            </p:cNvPr>
            <p:cNvSpPr/>
            <p:nvPr/>
          </p:nvSpPr>
          <p:spPr>
            <a:xfrm>
              <a:off x="6360318" y="2626518"/>
              <a:ext cx="140969" cy="162401"/>
            </a:xfrm>
            <a:custGeom>
              <a:avLst/>
              <a:gdLst>
                <a:gd name="connsiteX0" fmla="*/ 137160 w 140969"/>
                <a:gd name="connsiteY0" fmla="*/ 120967 h 162401"/>
                <a:gd name="connsiteX1" fmla="*/ 135731 w 140969"/>
                <a:gd name="connsiteY1" fmla="*/ 119063 h 162401"/>
                <a:gd name="connsiteX2" fmla="*/ 133826 w 140969"/>
                <a:gd name="connsiteY2" fmla="*/ 117158 h 162401"/>
                <a:gd name="connsiteX3" fmla="*/ 131445 w 140969"/>
                <a:gd name="connsiteY3" fmla="*/ 115253 h 162401"/>
                <a:gd name="connsiteX4" fmla="*/ 126682 w 140969"/>
                <a:gd name="connsiteY4" fmla="*/ 112871 h 162401"/>
                <a:gd name="connsiteX5" fmla="*/ 124777 w 140969"/>
                <a:gd name="connsiteY5" fmla="*/ 110014 h 162401"/>
                <a:gd name="connsiteX6" fmla="*/ 123825 w 140969"/>
                <a:gd name="connsiteY6" fmla="*/ 106680 h 162401"/>
                <a:gd name="connsiteX7" fmla="*/ 122396 w 140969"/>
                <a:gd name="connsiteY7" fmla="*/ 104299 h 162401"/>
                <a:gd name="connsiteX8" fmla="*/ 120968 w 140969"/>
                <a:gd name="connsiteY8" fmla="*/ 102394 h 162401"/>
                <a:gd name="connsiteX9" fmla="*/ 120968 w 140969"/>
                <a:gd name="connsiteY9" fmla="*/ 100965 h 162401"/>
                <a:gd name="connsiteX10" fmla="*/ 120491 w 140969"/>
                <a:gd name="connsiteY10" fmla="*/ 99536 h 162401"/>
                <a:gd name="connsiteX11" fmla="*/ 120015 w 140969"/>
                <a:gd name="connsiteY11" fmla="*/ 96203 h 162401"/>
                <a:gd name="connsiteX12" fmla="*/ 121444 w 140969"/>
                <a:gd name="connsiteY12" fmla="*/ 91440 h 162401"/>
                <a:gd name="connsiteX13" fmla="*/ 121920 w 140969"/>
                <a:gd name="connsiteY13" fmla="*/ 90011 h 162401"/>
                <a:gd name="connsiteX14" fmla="*/ 123825 w 140969"/>
                <a:gd name="connsiteY14" fmla="*/ 89535 h 162401"/>
                <a:gd name="connsiteX15" fmla="*/ 128111 w 140969"/>
                <a:gd name="connsiteY15" fmla="*/ 87154 h 162401"/>
                <a:gd name="connsiteX16" fmla="*/ 128111 w 140969"/>
                <a:gd name="connsiteY16" fmla="*/ 84296 h 162401"/>
                <a:gd name="connsiteX17" fmla="*/ 129064 w 140969"/>
                <a:gd name="connsiteY17" fmla="*/ 82391 h 162401"/>
                <a:gd name="connsiteX18" fmla="*/ 130493 w 140969"/>
                <a:gd name="connsiteY18" fmla="*/ 81439 h 162401"/>
                <a:gd name="connsiteX19" fmla="*/ 131921 w 140969"/>
                <a:gd name="connsiteY19" fmla="*/ 80486 h 162401"/>
                <a:gd name="connsiteX20" fmla="*/ 130969 w 140969"/>
                <a:gd name="connsiteY20" fmla="*/ 80010 h 162401"/>
                <a:gd name="connsiteX21" fmla="*/ 130969 w 140969"/>
                <a:gd name="connsiteY21" fmla="*/ 78581 h 162401"/>
                <a:gd name="connsiteX22" fmla="*/ 130016 w 140969"/>
                <a:gd name="connsiteY22" fmla="*/ 77153 h 162401"/>
                <a:gd name="connsiteX23" fmla="*/ 127635 w 140969"/>
                <a:gd name="connsiteY23" fmla="*/ 76200 h 162401"/>
                <a:gd name="connsiteX24" fmla="*/ 125730 w 140969"/>
                <a:gd name="connsiteY24" fmla="*/ 74771 h 162401"/>
                <a:gd name="connsiteX25" fmla="*/ 124777 w 140969"/>
                <a:gd name="connsiteY25" fmla="*/ 72390 h 162401"/>
                <a:gd name="connsiteX26" fmla="*/ 124777 w 140969"/>
                <a:gd name="connsiteY26" fmla="*/ 70009 h 162401"/>
                <a:gd name="connsiteX27" fmla="*/ 126682 w 140969"/>
                <a:gd name="connsiteY27" fmla="*/ 68104 h 162401"/>
                <a:gd name="connsiteX28" fmla="*/ 129064 w 140969"/>
                <a:gd name="connsiteY28" fmla="*/ 67151 h 162401"/>
                <a:gd name="connsiteX29" fmla="*/ 131445 w 140969"/>
                <a:gd name="connsiteY29" fmla="*/ 67628 h 162401"/>
                <a:gd name="connsiteX30" fmla="*/ 132874 w 140969"/>
                <a:gd name="connsiteY30" fmla="*/ 66675 h 162401"/>
                <a:gd name="connsiteX31" fmla="*/ 132398 w 140969"/>
                <a:gd name="connsiteY31" fmla="*/ 65246 h 162401"/>
                <a:gd name="connsiteX32" fmla="*/ 129540 w 140969"/>
                <a:gd name="connsiteY32" fmla="*/ 63341 h 162401"/>
                <a:gd name="connsiteX33" fmla="*/ 124777 w 140969"/>
                <a:gd name="connsiteY33" fmla="*/ 60960 h 162401"/>
                <a:gd name="connsiteX34" fmla="*/ 119539 w 140969"/>
                <a:gd name="connsiteY34" fmla="*/ 62389 h 162401"/>
                <a:gd name="connsiteX35" fmla="*/ 114776 w 140969"/>
                <a:gd name="connsiteY35" fmla="*/ 67151 h 162401"/>
                <a:gd name="connsiteX36" fmla="*/ 110966 w 140969"/>
                <a:gd name="connsiteY36" fmla="*/ 68104 h 162401"/>
                <a:gd name="connsiteX37" fmla="*/ 108585 w 140969"/>
                <a:gd name="connsiteY37" fmla="*/ 64770 h 162401"/>
                <a:gd name="connsiteX38" fmla="*/ 104775 w 140969"/>
                <a:gd name="connsiteY38" fmla="*/ 62865 h 162401"/>
                <a:gd name="connsiteX39" fmla="*/ 99060 w 140969"/>
                <a:gd name="connsiteY39" fmla="*/ 62389 h 162401"/>
                <a:gd name="connsiteX40" fmla="*/ 95250 w 140969"/>
                <a:gd name="connsiteY40" fmla="*/ 60960 h 162401"/>
                <a:gd name="connsiteX41" fmla="*/ 93821 w 140969"/>
                <a:gd name="connsiteY41" fmla="*/ 59055 h 162401"/>
                <a:gd name="connsiteX42" fmla="*/ 91440 w 140969"/>
                <a:gd name="connsiteY42" fmla="*/ 57626 h 162401"/>
                <a:gd name="connsiteX43" fmla="*/ 86201 w 140969"/>
                <a:gd name="connsiteY43" fmla="*/ 56197 h 162401"/>
                <a:gd name="connsiteX44" fmla="*/ 85725 w 140969"/>
                <a:gd name="connsiteY44" fmla="*/ 54769 h 162401"/>
                <a:gd name="connsiteX45" fmla="*/ 86677 w 140969"/>
                <a:gd name="connsiteY45" fmla="*/ 54292 h 162401"/>
                <a:gd name="connsiteX46" fmla="*/ 88582 w 140969"/>
                <a:gd name="connsiteY46" fmla="*/ 54292 h 162401"/>
                <a:gd name="connsiteX47" fmla="*/ 91440 w 140969"/>
                <a:gd name="connsiteY47" fmla="*/ 53816 h 162401"/>
                <a:gd name="connsiteX48" fmla="*/ 91916 w 140969"/>
                <a:gd name="connsiteY48" fmla="*/ 52864 h 162401"/>
                <a:gd name="connsiteX49" fmla="*/ 91916 w 140969"/>
                <a:gd name="connsiteY49" fmla="*/ 52388 h 162401"/>
                <a:gd name="connsiteX50" fmla="*/ 90011 w 140969"/>
                <a:gd name="connsiteY50" fmla="*/ 51435 h 162401"/>
                <a:gd name="connsiteX51" fmla="*/ 87630 w 140969"/>
                <a:gd name="connsiteY51" fmla="*/ 50483 h 162401"/>
                <a:gd name="connsiteX52" fmla="*/ 86677 w 140969"/>
                <a:gd name="connsiteY52" fmla="*/ 50006 h 162401"/>
                <a:gd name="connsiteX53" fmla="*/ 85725 w 140969"/>
                <a:gd name="connsiteY53" fmla="*/ 49530 h 162401"/>
                <a:gd name="connsiteX54" fmla="*/ 85725 w 140969"/>
                <a:gd name="connsiteY54" fmla="*/ 48578 h 162401"/>
                <a:gd name="connsiteX55" fmla="*/ 86201 w 140969"/>
                <a:gd name="connsiteY55" fmla="*/ 48101 h 162401"/>
                <a:gd name="connsiteX56" fmla="*/ 87154 w 140969"/>
                <a:gd name="connsiteY56" fmla="*/ 48101 h 162401"/>
                <a:gd name="connsiteX57" fmla="*/ 88106 w 140969"/>
                <a:gd name="connsiteY57" fmla="*/ 47625 h 162401"/>
                <a:gd name="connsiteX58" fmla="*/ 88582 w 140969"/>
                <a:gd name="connsiteY58" fmla="*/ 45720 h 162401"/>
                <a:gd name="connsiteX59" fmla="*/ 89535 w 140969"/>
                <a:gd name="connsiteY59" fmla="*/ 44291 h 162401"/>
                <a:gd name="connsiteX60" fmla="*/ 90488 w 140969"/>
                <a:gd name="connsiteY60" fmla="*/ 43815 h 162401"/>
                <a:gd name="connsiteX61" fmla="*/ 90488 w 140969"/>
                <a:gd name="connsiteY61" fmla="*/ 42863 h 162401"/>
                <a:gd name="connsiteX62" fmla="*/ 89535 w 140969"/>
                <a:gd name="connsiteY62" fmla="*/ 41910 h 162401"/>
                <a:gd name="connsiteX63" fmla="*/ 88582 w 140969"/>
                <a:gd name="connsiteY63" fmla="*/ 40958 h 162401"/>
                <a:gd name="connsiteX64" fmla="*/ 86677 w 140969"/>
                <a:gd name="connsiteY64" fmla="*/ 40481 h 162401"/>
                <a:gd name="connsiteX65" fmla="*/ 81439 w 140969"/>
                <a:gd name="connsiteY65" fmla="*/ 39053 h 162401"/>
                <a:gd name="connsiteX66" fmla="*/ 78581 w 140969"/>
                <a:gd name="connsiteY66" fmla="*/ 36671 h 162401"/>
                <a:gd name="connsiteX67" fmla="*/ 77152 w 140969"/>
                <a:gd name="connsiteY67" fmla="*/ 36671 h 162401"/>
                <a:gd name="connsiteX68" fmla="*/ 74771 w 140969"/>
                <a:gd name="connsiteY68" fmla="*/ 35719 h 162401"/>
                <a:gd name="connsiteX69" fmla="*/ 71914 w 140969"/>
                <a:gd name="connsiteY69" fmla="*/ 33814 h 162401"/>
                <a:gd name="connsiteX70" fmla="*/ 69532 w 140969"/>
                <a:gd name="connsiteY70" fmla="*/ 30956 h 162401"/>
                <a:gd name="connsiteX71" fmla="*/ 66675 w 140969"/>
                <a:gd name="connsiteY71" fmla="*/ 29528 h 162401"/>
                <a:gd name="connsiteX72" fmla="*/ 66199 w 140969"/>
                <a:gd name="connsiteY72" fmla="*/ 28575 h 162401"/>
                <a:gd name="connsiteX73" fmla="*/ 66199 w 140969"/>
                <a:gd name="connsiteY73" fmla="*/ 28099 h 162401"/>
                <a:gd name="connsiteX74" fmla="*/ 66675 w 140969"/>
                <a:gd name="connsiteY74" fmla="*/ 27146 h 162401"/>
                <a:gd name="connsiteX75" fmla="*/ 66675 w 140969"/>
                <a:gd name="connsiteY75" fmla="*/ 26670 h 162401"/>
                <a:gd name="connsiteX76" fmla="*/ 65723 w 140969"/>
                <a:gd name="connsiteY76" fmla="*/ 23813 h 162401"/>
                <a:gd name="connsiteX77" fmla="*/ 66199 w 140969"/>
                <a:gd name="connsiteY77" fmla="*/ 21431 h 162401"/>
                <a:gd name="connsiteX78" fmla="*/ 66199 w 140969"/>
                <a:gd name="connsiteY78" fmla="*/ 18574 h 162401"/>
                <a:gd name="connsiteX79" fmla="*/ 66199 w 140969"/>
                <a:gd name="connsiteY79" fmla="*/ 17621 h 162401"/>
                <a:gd name="connsiteX80" fmla="*/ 65723 w 140969"/>
                <a:gd name="connsiteY80" fmla="*/ 17145 h 162401"/>
                <a:gd name="connsiteX81" fmla="*/ 65246 w 140969"/>
                <a:gd name="connsiteY81" fmla="*/ 17621 h 162401"/>
                <a:gd name="connsiteX82" fmla="*/ 64294 w 140969"/>
                <a:gd name="connsiteY82" fmla="*/ 18097 h 162401"/>
                <a:gd name="connsiteX83" fmla="*/ 63818 w 140969"/>
                <a:gd name="connsiteY83" fmla="*/ 18097 h 162401"/>
                <a:gd name="connsiteX84" fmla="*/ 61913 w 140969"/>
                <a:gd name="connsiteY84" fmla="*/ 16192 h 162401"/>
                <a:gd name="connsiteX85" fmla="*/ 59531 w 140969"/>
                <a:gd name="connsiteY85" fmla="*/ 12383 h 162401"/>
                <a:gd name="connsiteX86" fmla="*/ 57626 w 140969"/>
                <a:gd name="connsiteY86" fmla="*/ 11430 h 162401"/>
                <a:gd name="connsiteX87" fmla="*/ 54769 w 140969"/>
                <a:gd name="connsiteY87" fmla="*/ 9525 h 162401"/>
                <a:gd name="connsiteX88" fmla="*/ 51911 w 140969"/>
                <a:gd name="connsiteY88" fmla="*/ 8096 h 162401"/>
                <a:gd name="connsiteX89" fmla="*/ 50006 w 140969"/>
                <a:gd name="connsiteY89" fmla="*/ 4763 h 162401"/>
                <a:gd name="connsiteX90" fmla="*/ 48101 w 140969"/>
                <a:gd name="connsiteY90" fmla="*/ 2381 h 162401"/>
                <a:gd name="connsiteX91" fmla="*/ 46673 w 140969"/>
                <a:gd name="connsiteY91" fmla="*/ 1905 h 162401"/>
                <a:gd name="connsiteX92" fmla="*/ 45244 w 140969"/>
                <a:gd name="connsiteY92" fmla="*/ 953 h 162401"/>
                <a:gd name="connsiteX93" fmla="*/ 37624 w 140969"/>
                <a:gd name="connsiteY93" fmla="*/ 0 h 162401"/>
                <a:gd name="connsiteX94" fmla="*/ 34290 w 140969"/>
                <a:gd name="connsiteY94" fmla="*/ 953 h 162401"/>
                <a:gd name="connsiteX95" fmla="*/ 30480 w 140969"/>
                <a:gd name="connsiteY95" fmla="*/ 476 h 162401"/>
                <a:gd name="connsiteX96" fmla="*/ 26670 w 140969"/>
                <a:gd name="connsiteY96" fmla="*/ 0 h 162401"/>
                <a:gd name="connsiteX97" fmla="*/ 23813 w 140969"/>
                <a:gd name="connsiteY97" fmla="*/ 476 h 162401"/>
                <a:gd name="connsiteX98" fmla="*/ 21431 w 140969"/>
                <a:gd name="connsiteY98" fmla="*/ 3334 h 162401"/>
                <a:gd name="connsiteX99" fmla="*/ 20002 w 140969"/>
                <a:gd name="connsiteY99" fmla="*/ 4286 h 162401"/>
                <a:gd name="connsiteX100" fmla="*/ 19050 w 140969"/>
                <a:gd name="connsiteY100" fmla="*/ 4763 h 162401"/>
                <a:gd name="connsiteX101" fmla="*/ 17145 w 140969"/>
                <a:gd name="connsiteY101" fmla="*/ 5715 h 162401"/>
                <a:gd name="connsiteX102" fmla="*/ 15240 w 140969"/>
                <a:gd name="connsiteY102" fmla="*/ 6667 h 162401"/>
                <a:gd name="connsiteX103" fmla="*/ 12859 w 140969"/>
                <a:gd name="connsiteY103" fmla="*/ 7620 h 162401"/>
                <a:gd name="connsiteX104" fmla="*/ 10477 w 140969"/>
                <a:gd name="connsiteY104" fmla="*/ 7620 h 162401"/>
                <a:gd name="connsiteX105" fmla="*/ 8573 w 140969"/>
                <a:gd name="connsiteY105" fmla="*/ 6191 h 162401"/>
                <a:gd name="connsiteX106" fmla="*/ 8096 w 140969"/>
                <a:gd name="connsiteY106" fmla="*/ 6667 h 162401"/>
                <a:gd name="connsiteX107" fmla="*/ 7144 w 140969"/>
                <a:gd name="connsiteY107" fmla="*/ 7620 h 162401"/>
                <a:gd name="connsiteX108" fmla="*/ 6191 w 140969"/>
                <a:gd name="connsiteY108" fmla="*/ 8572 h 162401"/>
                <a:gd name="connsiteX109" fmla="*/ 3334 w 140969"/>
                <a:gd name="connsiteY109" fmla="*/ 10001 h 162401"/>
                <a:gd name="connsiteX110" fmla="*/ 2381 w 140969"/>
                <a:gd name="connsiteY110" fmla="*/ 10001 h 162401"/>
                <a:gd name="connsiteX111" fmla="*/ 2381 w 140969"/>
                <a:gd name="connsiteY111" fmla="*/ 10954 h 162401"/>
                <a:gd name="connsiteX112" fmla="*/ 1905 w 140969"/>
                <a:gd name="connsiteY112" fmla="*/ 12859 h 162401"/>
                <a:gd name="connsiteX113" fmla="*/ 0 w 140969"/>
                <a:gd name="connsiteY113" fmla="*/ 13811 h 162401"/>
                <a:gd name="connsiteX114" fmla="*/ 1905 w 140969"/>
                <a:gd name="connsiteY114" fmla="*/ 16669 h 162401"/>
                <a:gd name="connsiteX115" fmla="*/ 3810 w 140969"/>
                <a:gd name="connsiteY115" fmla="*/ 21431 h 162401"/>
                <a:gd name="connsiteX116" fmla="*/ 2857 w 140969"/>
                <a:gd name="connsiteY116" fmla="*/ 23813 h 162401"/>
                <a:gd name="connsiteX117" fmla="*/ 4286 w 140969"/>
                <a:gd name="connsiteY117" fmla="*/ 25717 h 162401"/>
                <a:gd name="connsiteX118" fmla="*/ 7620 w 140969"/>
                <a:gd name="connsiteY118" fmla="*/ 26670 h 162401"/>
                <a:gd name="connsiteX119" fmla="*/ 8096 w 140969"/>
                <a:gd name="connsiteY119" fmla="*/ 27622 h 162401"/>
                <a:gd name="connsiteX120" fmla="*/ 6668 w 140969"/>
                <a:gd name="connsiteY120" fmla="*/ 28099 h 162401"/>
                <a:gd name="connsiteX121" fmla="*/ 6191 w 140969"/>
                <a:gd name="connsiteY121" fmla="*/ 29528 h 162401"/>
                <a:gd name="connsiteX122" fmla="*/ 5715 w 140969"/>
                <a:gd name="connsiteY122" fmla="*/ 32385 h 162401"/>
                <a:gd name="connsiteX123" fmla="*/ 9049 w 140969"/>
                <a:gd name="connsiteY123" fmla="*/ 34766 h 162401"/>
                <a:gd name="connsiteX124" fmla="*/ 14764 w 140969"/>
                <a:gd name="connsiteY124" fmla="*/ 37147 h 162401"/>
                <a:gd name="connsiteX125" fmla="*/ 17145 w 140969"/>
                <a:gd name="connsiteY125" fmla="*/ 37624 h 162401"/>
                <a:gd name="connsiteX126" fmla="*/ 17621 w 140969"/>
                <a:gd name="connsiteY126" fmla="*/ 38576 h 162401"/>
                <a:gd name="connsiteX127" fmla="*/ 18574 w 140969"/>
                <a:gd name="connsiteY127" fmla="*/ 39053 h 162401"/>
                <a:gd name="connsiteX128" fmla="*/ 19526 w 140969"/>
                <a:gd name="connsiteY128" fmla="*/ 40005 h 162401"/>
                <a:gd name="connsiteX129" fmla="*/ 19526 w 140969"/>
                <a:gd name="connsiteY129" fmla="*/ 40958 h 162401"/>
                <a:gd name="connsiteX130" fmla="*/ 19050 w 140969"/>
                <a:gd name="connsiteY130" fmla="*/ 41910 h 162401"/>
                <a:gd name="connsiteX131" fmla="*/ 16193 w 140969"/>
                <a:gd name="connsiteY131" fmla="*/ 41910 h 162401"/>
                <a:gd name="connsiteX132" fmla="*/ 12859 w 140969"/>
                <a:gd name="connsiteY132" fmla="*/ 41910 h 162401"/>
                <a:gd name="connsiteX133" fmla="*/ 10477 w 140969"/>
                <a:gd name="connsiteY133" fmla="*/ 40958 h 162401"/>
                <a:gd name="connsiteX134" fmla="*/ 10001 w 140969"/>
                <a:gd name="connsiteY134" fmla="*/ 41434 h 162401"/>
                <a:gd name="connsiteX135" fmla="*/ 10001 w 140969"/>
                <a:gd name="connsiteY135" fmla="*/ 42386 h 162401"/>
                <a:gd name="connsiteX136" fmla="*/ 7620 w 140969"/>
                <a:gd name="connsiteY136" fmla="*/ 43339 h 162401"/>
                <a:gd name="connsiteX137" fmla="*/ 9049 w 140969"/>
                <a:gd name="connsiteY137" fmla="*/ 50006 h 162401"/>
                <a:gd name="connsiteX138" fmla="*/ 8573 w 140969"/>
                <a:gd name="connsiteY138" fmla="*/ 51911 h 162401"/>
                <a:gd name="connsiteX139" fmla="*/ 7620 w 140969"/>
                <a:gd name="connsiteY139" fmla="*/ 52388 h 162401"/>
                <a:gd name="connsiteX140" fmla="*/ 7144 w 140969"/>
                <a:gd name="connsiteY140" fmla="*/ 52388 h 162401"/>
                <a:gd name="connsiteX141" fmla="*/ 6191 w 140969"/>
                <a:gd name="connsiteY141" fmla="*/ 52388 h 162401"/>
                <a:gd name="connsiteX142" fmla="*/ 5715 w 140969"/>
                <a:gd name="connsiteY142" fmla="*/ 52864 h 162401"/>
                <a:gd name="connsiteX143" fmla="*/ 5715 w 140969"/>
                <a:gd name="connsiteY143" fmla="*/ 54292 h 162401"/>
                <a:gd name="connsiteX144" fmla="*/ 7144 w 140969"/>
                <a:gd name="connsiteY144" fmla="*/ 54292 h 162401"/>
                <a:gd name="connsiteX145" fmla="*/ 10001 w 140969"/>
                <a:gd name="connsiteY145" fmla="*/ 52864 h 162401"/>
                <a:gd name="connsiteX146" fmla="*/ 13811 w 140969"/>
                <a:gd name="connsiteY146" fmla="*/ 52388 h 162401"/>
                <a:gd name="connsiteX147" fmla="*/ 16193 w 140969"/>
                <a:gd name="connsiteY147" fmla="*/ 53340 h 162401"/>
                <a:gd name="connsiteX148" fmla="*/ 17621 w 140969"/>
                <a:gd name="connsiteY148" fmla="*/ 53816 h 162401"/>
                <a:gd name="connsiteX149" fmla="*/ 17621 w 140969"/>
                <a:gd name="connsiteY149" fmla="*/ 54769 h 162401"/>
                <a:gd name="connsiteX150" fmla="*/ 17145 w 140969"/>
                <a:gd name="connsiteY150" fmla="*/ 58103 h 162401"/>
                <a:gd name="connsiteX151" fmla="*/ 15716 w 140969"/>
                <a:gd name="connsiteY151" fmla="*/ 61436 h 162401"/>
                <a:gd name="connsiteX152" fmla="*/ 13335 w 140969"/>
                <a:gd name="connsiteY152" fmla="*/ 65246 h 162401"/>
                <a:gd name="connsiteX153" fmla="*/ 10954 w 140969"/>
                <a:gd name="connsiteY153" fmla="*/ 68580 h 162401"/>
                <a:gd name="connsiteX154" fmla="*/ 10001 w 140969"/>
                <a:gd name="connsiteY154" fmla="*/ 70485 h 162401"/>
                <a:gd name="connsiteX155" fmla="*/ 10001 w 140969"/>
                <a:gd name="connsiteY155" fmla="*/ 73342 h 162401"/>
                <a:gd name="connsiteX156" fmla="*/ 9525 w 140969"/>
                <a:gd name="connsiteY156" fmla="*/ 75724 h 162401"/>
                <a:gd name="connsiteX157" fmla="*/ 10001 w 140969"/>
                <a:gd name="connsiteY157" fmla="*/ 76676 h 162401"/>
                <a:gd name="connsiteX158" fmla="*/ 10954 w 140969"/>
                <a:gd name="connsiteY158" fmla="*/ 78105 h 162401"/>
                <a:gd name="connsiteX159" fmla="*/ 13335 w 140969"/>
                <a:gd name="connsiteY159" fmla="*/ 78581 h 162401"/>
                <a:gd name="connsiteX160" fmla="*/ 17145 w 140969"/>
                <a:gd name="connsiteY160" fmla="*/ 80963 h 162401"/>
                <a:gd name="connsiteX161" fmla="*/ 20479 w 140969"/>
                <a:gd name="connsiteY161" fmla="*/ 83820 h 162401"/>
                <a:gd name="connsiteX162" fmla="*/ 24289 w 140969"/>
                <a:gd name="connsiteY162" fmla="*/ 87154 h 162401"/>
                <a:gd name="connsiteX163" fmla="*/ 25718 w 140969"/>
                <a:gd name="connsiteY163" fmla="*/ 88583 h 162401"/>
                <a:gd name="connsiteX164" fmla="*/ 25718 w 140969"/>
                <a:gd name="connsiteY164" fmla="*/ 90011 h 162401"/>
                <a:gd name="connsiteX165" fmla="*/ 24289 w 140969"/>
                <a:gd name="connsiteY165" fmla="*/ 90964 h 162401"/>
                <a:gd name="connsiteX166" fmla="*/ 20955 w 140969"/>
                <a:gd name="connsiteY166" fmla="*/ 91440 h 162401"/>
                <a:gd name="connsiteX167" fmla="*/ 17621 w 140969"/>
                <a:gd name="connsiteY167" fmla="*/ 90964 h 162401"/>
                <a:gd name="connsiteX168" fmla="*/ 16193 w 140969"/>
                <a:gd name="connsiteY168" fmla="*/ 90488 h 162401"/>
                <a:gd name="connsiteX169" fmla="*/ 14764 w 140969"/>
                <a:gd name="connsiteY169" fmla="*/ 90964 h 162401"/>
                <a:gd name="connsiteX170" fmla="*/ 13811 w 140969"/>
                <a:gd name="connsiteY170" fmla="*/ 91916 h 162401"/>
                <a:gd name="connsiteX171" fmla="*/ 14288 w 140969"/>
                <a:gd name="connsiteY171" fmla="*/ 92869 h 162401"/>
                <a:gd name="connsiteX172" fmla="*/ 18098 w 140969"/>
                <a:gd name="connsiteY172" fmla="*/ 96679 h 162401"/>
                <a:gd name="connsiteX173" fmla="*/ 22384 w 140969"/>
                <a:gd name="connsiteY173" fmla="*/ 102394 h 162401"/>
                <a:gd name="connsiteX174" fmla="*/ 22384 w 140969"/>
                <a:gd name="connsiteY174" fmla="*/ 105251 h 162401"/>
                <a:gd name="connsiteX175" fmla="*/ 21907 w 140969"/>
                <a:gd name="connsiteY175" fmla="*/ 107156 h 162401"/>
                <a:gd name="connsiteX176" fmla="*/ 20955 w 140969"/>
                <a:gd name="connsiteY176" fmla="*/ 108585 h 162401"/>
                <a:gd name="connsiteX177" fmla="*/ 19050 w 140969"/>
                <a:gd name="connsiteY177" fmla="*/ 108109 h 162401"/>
                <a:gd name="connsiteX178" fmla="*/ 18098 w 140969"/>
                <a:gd name="connsiteY178" fmla="*/ 107156 h 162401"/>
                <a:gd name="connsiteX179" fmla="*/ 15716 w 140969"/>
                <a:gd name="connsiteY179" fmla="*/ 107156 h 162401"/>
                <a:gd name="connsiteX180" fmla="*/ 14288 w 140969"/>
                <a:gd name="connsiteY180" fmla="*/ 107633 h 162401"/>
                <a:gd name="connsiteX181" fmla="*/ 12382 w 140969"/>
                <a:gd name="connsiteY181" fmla="*/ 109538 h 162401"/>
                <a:gd name="connsiteX182" fmla="*/ 12382 w 140969"/>
                <a:gd name="connsiteY182" fmla="*/ 110014 h 162401"/>
                <a:gd name="connsiteX183" fmla="*/ 12382 w 140969"/>
                <a:gd name="connsiteY183" fmla="*/ 111442 h 162401"/>
                <a:gd name="connsiteX184" fmla="*/ 13335 w 140969"/>
                <a:gd name="connsiteY184" fmla="*/ 112871 h 162401"/>
                <a:gd name="connsiteX185" fmla="*/ 15716 w 140969"/>
                <a:gd name="connsiteY185" fmla="*/ 114300 h 162401"/>
                <a:gd name="connsiteX186" fmla="*/ 20002 w 140969"/>
                <a:gd name="connsiteY186" fmla="*/ 117634 h 162401"/>
                <a:gd name="connsiteX187" fmla="*/ 24289 w 140969"/>
                <a:gd name="connsiteY187" fmla="*/ 122872 h 162401"/>
                <a:gd name="connsiteX188" fmla="*/ 26670 w 140969"/>
                <a:gd name="connsiteY188" fmla="*/ 124301 h 162401"/>
                <a:gd name="connsiteX189" fmla="*/ 28575 w 140969"/>
                <a:gd name="connsiteY189" fmla="*/ 124778 h 162401"/>
                <a:gd name="connsiteX190" fmla="*/ 32385 w 140969"/>
                <a:gd name="connsiteY190" fmla="*/ 127159 h 162401"/>
                <a:gd name="connsiteX191" fmla="*/ 34766 w 140969"/>
                <a:gd name="connsiteY191" fmla="*/ 127635 h 162401"/>
                <a:gd name="connsiteX192" fmla="*/ 37624 w 140969"/>
                <a:gd name="connsiteY192" fmla="*/ 128111 h 162401"/>
                <a:gd name="connsiteX193" fmla="*/ 45244 w 140969"/>
                <a:gd name="connsiteY193" fmla="*/ 132874 h 162401"/>
                <a:gd name="connsiteX194" fmla="*/ 49054 w 140969"/>
                <a:gd name="connsiteY194" fmla="*/ 134303 h 162401"/>
                <a:gd name="connsiteX195" fmla="*/ 51435 w 140969"/>
                <a:gd name="connsiteY195" fmla="*/ 135731 h 162401"/>
                <a:gd name="connsiteX196" fmla="*/ 51435 w 140969"/>
                <a:gd name="connsiteY196" fmla="*/ 137636 h 162401"/>
                <a:gd name="connsiteX197" fmla="*/ 51435 w 140969"/>
                <a:gd name="connsiteY197" fmla="*/ 138589 h 162401"/>
                <a:gd name="connsiteX198" fmla="*/ 55721 w 140969"/>
                <a:gd name="connsiteY198" fmla="*/ 137160 h 162401"/>
                <a:gd name="connsiteX199" fmla="*/ 56198 w 140969"/>
                <a:gd name="connsiteY199" fmla="*/ 136208 h 162401"/>
                <a:gd name="connsiteX200" fmla="*/ 55245 w 140969"/>
                <a:gd name="connsiteY200" fmla="*/ 134303 h 162401"/>
                <a:gd name="connsiteX201" fmla="*/ 55721 w 140969"/>
                <a:gd name="connsiteY201" fmla="*/ 133350 h 162401"/>
                <a:gd name="connsiteX202" fmla="*/ 60960 w 140969"/>
                <a:gd name="connsiteY202" fmla="*/ 130016 h 162401"/>
                <a:gd name="connsiteX203" fmla="*/ 61913 w 140969"/>
                <a:gd name="connsiteY203" fmla="*/ 128588 h 162401"/>
                <a:gd name="connsiteX204" fmla="*/ 61913 w 140969"/>
                <a:gd name="connsiteY204" fmla="*/ 127159 h 162401"/>
                <a:gd name="connsiteX205" fmla="*/ 61436 w 140969"/>
                <a:gd name="connsiteY205" fmla="*/ 126206 h 162401"/>
                <a:gd name="connsiteX206" fmla="*/ 60484 w 140969"/>
                <a:gd name="connsiteY206" fmla="*/ 124301 h 162401"/>
                <a:gd name="connsiteX207" fmla="*/ 60960 w 140969"/>
                <a:gd name="connsiteY207" fmla="*/ 123349 h 162401"/>
                <a:gd name="connsiteX208" fmla="*/ 63341 w 140969"/>
                <a:gd name="connsiteY208" fmla="*/ 122396 h 162401"/>
                <a:gd name="connsiteX209" fmla="*/ 65723 w 140969"/>
                <a:gd name="connsiteY209" fmla="*/ 120967 h 162401"/>
                <a:gd name="connsiteX210" fmla="*/ 67151 w 140969"/>
                <a:gd name="connsiteY210" fmla="*/ 120967 h 162401"/>
                <a:gd name="connsiteX211" fmla="*/ 67627 w 140969"/>
                <a:gd name="connsiteY211" fmla="*/ 121920 h 162401"/>
                <a:gd name="connsiteX212" fmla="*/ 67627 w 140969"/>
                <a:gd name="connsiteY212" fmla="*/ 122872 h 162401"/>
                <a:gd name="connsiteX213" fmla="*/ 68580 w 140969"/>
                <a:gd name="connsiteY213" fmla="*/ 124301 h 162401"/>
                <a:gd name="connsiteX214" fmla="*/ 70009 w 140969"/>
                <a:gd name="connsiteY214" fmla="*/ 125254 h 162401"/>
                <a:gd name="connsiteX215" fmla="*/ 72866 w 140969"/>
                <a:gd name="connsiteY215" fmla="*/ 126683 h 162401"/>
                <a:gd name="connsiteX216" fmla="*/ 75724 w 140969"/>
                <a:gd name="connsiteY216" fmla="*/ 127635 h 162401"/>
                <a:gd name="connsiteX217" fmla="*/ 78105 w 140969"/>
                <a:gd name="connsiteY217" fmla="*/ 129540 h 162401"/>
                <a:gd name="connsiteX218" fmla="*/ 81439 w 140969"/>
                <a:gd name="connsiteY218" fmla="*/ 133350 h 162401"/>
                <a:gd name="connsiteX219" fmla="*/ 81915 w 140969"/>
                <a:gd name="connsiteY219" fmla="*/ 134779 h 162401"/>
                <a:gd name="connsiteX220" fmla="*/ 84773 w 140969"/>
                <a:gd name="connsiteY220" fmla="*/ 136684 h 162401"/>
                <a:gd name="connsiteX221" fmla="*/ 87630 w 140969"/>
                <a:gd name="connsiteY221" fmla="*/ 138113 h 162401"/>
                <a:gd name="connsiteX222" fmla="*/ 87154 w 140969"/>
                <a:gd name="connsiteY222" fmla="*/ 141446 h 162401"/>
                <a:gd name="connsiteX223" fmla="*/ 96202 w 140969"/>
                <a:gd name="connsiteY223" fmla="*/ 144304 h 162401"/>
                <a:gd name="connsiteX224" fmla="*/ 98584 w 140969"/>
                <a:gd name="connsiteY224" fmla="*/ 144304 h 162401"/>
                <a:gd name="connsiteX225" fmla="*/ 99536 w 140969"/>
                <a:gd name="connsiteY225" fmla="*/ 144780 h 162401"/>
                <a:gd name="connsiteX226" fmla="*/ 99536 w 140969"/>
                <a:gd name="connsiteY226" fmla="*/ 145733 h 162401"/>
                <a:gd name="connsiteX227" fmla="*/ 98584 w 140969"/>
                <a:gd name="connsiteY227" fmla="*/ 148114 h 162401"/>
                <a:gd name="connsiteX228" fmla="*/ 94774 w 140969"/>
                <a:gd name="connsiteY228" fmla="*/ 154781 h 162401"/>
                <a:gd name="connsiteX229" fmla="*/ 94298 w 140969"/>
                <a:gd name="connsiteY229" fmla="*/ 156210 h 162401"/>
                <a:gd name="connsiteX230" fmla="*/ 91916 w 140969"/>
                <a:gd name="connsiteY230" fmla="*/ 158115 h 162401"/>
                <a:gd name="connsiteX231" fmla="*/ 91440 w 140969"/>
                <a:gd name="connsiteY231" fmla="*/ 158591 h 162401"/>
                <a:gd name="connsiteX232" fmla="*/ 92393 w 140969"/>
                <a:gd name="connsiteY232" fmla="*/ 160496 h 162401"/>
                <a:gd name="connsiteX233" fmla="*/ 92869 w 140969"/>
                <a:gd name="connsiteY233" fmla="*/ 161925 h 162401"/>
                <a:gd name="connsiteX234" fmla="*/ 94774 w 140969"/>
                <a:gd name="connsiteY234" fmla="*/ 162401 h 162401"/>
                <a:gd name="connsiteX235" fmla="*/ 99060 w 140969"/>
                <a:gd name="connsiteY235" fmla="*/ 161449 h 162401"/>
                <a:gd name="connsiteX236" fmla="*/ 101441 w 140969"/>
                <a:gd name="connsiteY236" fmla="*/ 160020 h 162401"/>
                <a:gd name="connsiteX237" fmla="*/ 102870 w 140969"/>
                <a:gd name="connsiteY237" fmla="*/ 159544 h 162401"/>
                <a:gd name="connsiteX238" fmla="*/ 104299 w 140969"/>
                <a:gd name="connsiteY238" fmla="*/ 159067 h 162401"/>
                <a:gd name="connsiteX239" fmla="*/ 107156 w 140969"/>
                <a:gd name="connsiteY239" fmla="*/ 159067 h 162401"/>
                <a:gd name="connsiteX240" fmla="*/ 109538 w 140969"/>
                <a:gd name="connsiteY240" fmla="*/ 159544 h 162401"/>
                <a:gd name="connsiteX241" fmla="*/ 112871 w 140969"/>
                <a:gd name="connsiteY241" fmla="*/ 159067 h 162401"/>
                <a:gd name="connsiteX242" fmla="*/ 115729 w 140969"/>
                <a:gd name="connsiteY242" fmla="*/ 157639 h 162401"/>
                <a:gd name="connsiteX243" fmla="*/ 117157 w 140969"/>
                <a:gd name="connsiteY243" fmla="*/ 158115 h 162401"/>
                <a:gd name="connsiteX244" fmla="*/ 118586 w 140969"/>
                <a:gd name="connsiteY244" fmla="*/ 159067 h 162401"/>
                <a:gd name="connsiteX245" fmla="*/ 119539 w 140969"/>
                <a:gd name="connsiteY245" fmla="*/ 159544 h 162401"/>
                <a:gd name="connsiteX246" fmla="*/ 121920 w 140969"/>
                <a:gd name="connsiteY246" fmla="*/ 158591 h 162401"/>
                <a:gd name="connsiteX247" fmla="*/ 122873 w 140969"/>
                <a:gd name="connsiteY247" fmla="*/ 157639 h 162401"/>
                <a:gd name="connsiteX248" fmla="*/ 125730 w 140969"/>
                <a:gd name="connsiteY248" fmla="*/ 154305 h 162401"/>
                <a:gd name="connsiteX249" fmla="*/ 125730 w 140969"/>
                <a:gd name="connsiteY249" fmla="*/ 152400 h 162401"/>
                <a:gd name="connsiteX250" fmla="*/ 125730 w 140969"/>
                <a:gd name="connsiteY250" fmla="*/ 151447 h 162401"/>
                <a:gd name="connsiteX251" fmla="*/ 123825 w 140969"/>
                <a:gd name="connsiteY251" fmla="*/ 150019 h 162401"/>
                <a:gd name="connsiteX252" fmla="*/ 122396 w 140969"/>
                <a:gd name="connsiteY252" fmla="*/ 146685 h 162401"/>
                <a:gd name="connsiteX253" fmla="*/ 123349 w 140969"/>
                <a:gd name="connsiteY253" fmla="*/ 143351 h 162401"/>
                <a:gd name="connsiteX254" fmla="*/ 123825 w 140969"/>
                <a:gd name="connsiteY254" fmla="*/ 141446 h 162401"/>
                <a:gd name="connsiteX255" fmla="*/ 122873 w 140969"/>
                <a:gd name="connsiteY255" fmla="*/ 140017 h 162401"/>
                <a:gd name="connsiteX256" fmla="*/ 123825 w 140969"/>
                <a:gd name="connsiteY256" fmla="*/ 137636 h 162401"/>
                <a:gd name="connsiteX257" fmla="*/ 125730 w 140969"/>
                <a:gd name="connsiteY257" fmla="*/ 136684 h 162401"/>
                <a:gd name="connsiteX258" fmla="*/ 126682 w 140969"/>
                <a:gd name="connsiteY258" fmla="*/ 136208 h 162401"/>
                <a:gd name="connsiteX259" fmla="*/ 131921 w 140969"/>
                <a:gd name="connsiteY259" fmla="*/ 136208 h 162401"/>
                <a:gd name="connsiteX260" fmla="*/ 134779 w 140969"/>
                <a:gd name="connsiteY260" fmla="*/ 131921 h 162401"/>
                <a:gd name="connsiteX261" fmla="*/ 136684 w 140969"/>
                <a:gd name="connsiteY261" fmla="*/ 130492 h 162401"/>
                <a:gd name="connsiteX262" fmla="*/ 139065 w 140969"/>
                <a:gd name="connsiteY262" fmla="*/ 128111 h 162401"/>
                <a:gd name="connsiteX263" fmla="*/ 140018 w 140969"/>
                <a:gd name="connsiteY263" fmla="*/ 127635 h 162401"/>
                <a:gd name="connsiteX264" fmla="*/ 140494 w 140969"/>
                <a:gd name="connsiteY264" fmla="*/ 125730 h 162401"/>
                <a:gd name="connsiteX265" fmla="*/ 140970 w 140969"/>
                <a:gd name="connsiteY265" fmla="*/ 123825 h 16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40969" h="162401">
                  <a:moveTo>
                    <a:pt x="137160" y="120967"/>
                  </a:moveTo>
                  <a:lnTo>
                    <a:pt x="135731" y="119063"/>
                  </a:lnTo>
                  <a:lnTo>
                    <a:pt x="133826" y="117158"/>
                  </a:lnTo>
                  <a:lnTo>
                    <a:pt x="131445" y="115253"/>
                  </a:lnTo>
                  <a:lnTo>
                    <a:pt x="126682" y="112871"/>
                  </a:lnTo>
                  <a:lnTo>
                    <a:pt x="124777" y="110014"/>
                  </a:lnTo>
                  <a:lnTo>
                    <a:pt x="123825" y="106680"/>
                  </a:lnTo>
                  <a:lnTo>
                    <a:pt x="122396" y="104299"/>
                  </a:lnTo>
                  <a:lnTo>
                    <a:pt x="120968" y="102394"/>
                  </a:lnTo>
                  <a:lnTo>
                    <a:pt x="120968" y="100965"/>
                  </a:lnTo>
                  <a:lnTo>
                    <a:pt x="120491" y="99536"/>
                  </a:lnTo>
                  <a:lnTo>
                    <a:pt x="120015" y="96203"/>
                  </a:lnTo>
                  <a:lnTo>
                    <a:pt x="121444" y="91440"/>
                  </a:lnTo>
                  <a:lnTo>
                    <a:pt x="121920" y="90011"/>
                  </a:lnTo>
                  <a:lnTo>
                    <a:pt x="123825" y="89535"/>
                  </a:lnTo>
                  <a:lnTo>
                    <a:pt x="128111" y="87154"/>
                  </a:lnTo>
                  <a:lnTo>
                    <a:pt x="128111" y="84296"/>
                  </a:lnTo>
                  <a:lnTo>
                    <a:pt x="129064" y="82391"/>
                  </a:lnTo>
                  <a:lnTo>
                    <a:pt x="130493" y="81439"/>
                  </a:lnTo>
                  <a:lnTo>
                    <a:pt x="131921" y="80486"/>
                  </a:lnTo>
                  <a:lnTo>
                    <a:pt x="130969" y="80010"/>
                  </a:lnTo>
                  <a:lnTo>
                    <a:pt x="130969" y="78581"/>
                  </a:lnTo>
                  <a:lnTo>
                    <a:pt x="130016" y="77153"/>
                  </a:lnTo>
                  <a:lnTo>
                    <a:pt x="127635" y="76200"/>
                  </a:lnTo>
                  <a:lnTo>
                    <a:pt x="125730" y="74771"/>
                  </a:lnTo>
                  <a:lnTo>
                    <a:pt x="124777" y="72390"/>
                  </a:lnTo>
                  <a:lnTo>
                    <a:pt x="124777" y="70009"/>
                  </a:lnTo>
                  <a:lnTo>
                    <a:pt x="126682" y="68104"/>
                  </a:lnTo>
                  <a:lnTo>
                    <a:pt x="129064" y="67151"/>
                  </a:lnTo>
                  <a:lnTo>
                    <a:pt x="131445" y="67628"/>
                  </a:lnTo>
                  <a:lnTo>
                    <a:pt x="132874" y="66675"/>
                  </a:lnTo>
                  <a:lnTo>
                    <a:pt x="132398" y="65246"/>
                  </a:lnTo>
                  <a:lnTo>
                    <a:pt x="129540" y="63341"/>
                  </a:lnTo>
                  <a:lnTo>
                    <a:pt x="124777" y="60960"/>
                  </a:lnTo>
                  <a:lnTo>
                    <a:pt x="119539" y="62389"/>
                  </a:lnTo>
                  <a:lnTo>
                    <a:pt x="114776" y="67151"/>
                  </a:lnTo>
                  <a:lnTo>
                    <a:pt x="110966" y="68104"/>
                  </a:lnTo>
                  <a:lnTo>
                    <a:pt x="108585" y="64770"/>
                  </a:lnTo>
                  <a:lnTo>
                    <a:pt x="104775" y="62865"/>
                  </a:lnTo>
                  <a:lnTo>
                    <a:pt x="99060" y="62389"/>
                  </a:lnTo>
                  <a:lnTo>
                    <a:pt x="95250" y="60960"/>
                  </a:lnTo>
                  <a:lnTo>
                    <a:pt x="93821" y="59055"/>
                  </a:lnTo>
                  <a:lnTo>
                    <a:pt x="91440" y="57626"/>
                  </a:lnTo>
                  <a:lnTo>
                    <a:pt x="86201" y="56197"/>
                  </a:lnTo>
                  <a:lnTo>
                    <a:pt x="85725" y="54769"/>
                  </a:lnTo>
                  <a:lnTo>
                    <a:pt x="86677" y="54292"/>
                  </a:lnTo>
                  <a:lnTo>
                    <a:pt x="88582" y="54292"/>
                  </a:lnTo>
                  <a:lnTo>
                    <a:pt x="91440" y="53816"/>
                  </a:lnTo>
                  <a:lnTo>
                    <a:pt x="91916" y="52864"/>
                  </a:lnTo>
                  <a:lnTo>
                    <a:pt x="91916" y="52388"/>
                  </a:lnTo>
                  <a:lnTo>
                    <a:pt x="90011" y="51435"/>
                  </a:lnTo>
                  <a:lnTo>
                    <a:pt x="87630" y="50483"/>
                  </a:lnTo>
                  <a:lnTo>
                    <a:pt x="86677" y="50006"/>
                  </a:lnTo>
                  <a:lnTo>
                    <a:pt x="85725" y="49530"/>
                  </a:lnTo>
                  <a:lnTo>
                    <a:pt x="85725" y="48578"/>
                  </a:lnTo>
                  <a:lnTo>
                    <a:pt x="86201" y="48101"/>
                  </a:lnTo>
                  <a:lnTo>
                    <a:pt x="87154" y="48101"/>
                  </a:lnTo>
                  <a:lnTo>
                    <a:pt x="88106" y="47625"/>
                  </a:lnTo>
                  <a:lnTo>
                    <a:pt x="88582" y="45720"/>
                  </a:lnTo>
                  <a:lnTo>
                    <a:pt x="89535" y="44291"/>
                  </a:lnTo>
                  <a:lnTo>
                    <a:pt x="90488" y="43815"/>
                  </a:lnTo>
                  <a:lnTo>
                    <a:pt x="90488" y="42863"/>
                  </a:lnTo>
                  <a:lnTo>
                    <a:pt x="89535" y="41910"/>
                  </a:lnTo>
                  <a:lnTo>
                    <a:pt x="88582" y="40958"/>
                  </a:lnTo>
                  <a:lnTo>
                    <a:pt x="86677" y="40481"/>
                  </a:lnTo>
                  <a:lnTo>
                    <a:pt x="81439" y="39053"/>
                  </a:lnTo>
                  <a:lnTo>
                    <a:pt x="78581" y="36671"/>
                  </a:lnTo>
                  <a:lnTo>
                    <a:pt x="77152" y="36671"/>
                  </a:lnTo>
                  <a:lnTo>
                    <a:pt x="74771" y="35719"/>
                  </a:lnTo>
                  <a:lnTo>
                    <a:pt x="71914" y="33814"/>
                  </a:lnTo>
                  <a:lnTo>
                    <a:pt x="69532" y="30956"/>
                  </a:lnTo>
                  <a:lnTo>
                    <a:pt x="66675" y="29528"/>
                  </a:lnTo>
                  <a:lnTo>
                    <a:pt x="66199" y="28575"/>
                  </a:lnTo>
                  <a:lnTo>
                    <a:pt x="66199" y="28099"/>
                  </a:lnTo>
                  <a:lnTo>
                    <a:pt x="66675" y="27146"/>
                  </a:lnTo>
                  <a:lnTo>
                    <a:pt x="66675" y="26670"/>
                  </a:lnTo>
                  <a:lnTo>
                    <a:pt x="65723" y="23813"/>
                  </a:lnTo>
                  <a:lnTo>
                    <a:pt x="66199" y="21431"/>
                  </a:lnTo>
                  <a:lnTo>
                    <a:pt x="66199" y="18574"/>
                  </a:lnTo>
                  <a:lnTo>
                    <a:pt x="66199" y="17621"/>
                  </a:lnTo>
                  <a:lnTo>
                    <a:pt x="65723" y="17145"/>
                  </a:lnTo>
                  <a:lnTo>
                    <a:pt x="65246" y="17621"/>
                  </a:lnTo>
                  <a:lnTo>
                    <a:pt x="64294" y="18097"/>
                  </a:lnTo>
                  <a:lnTo>
                    <a:pt x="63818" y="18097"/>
                  </a:lnTo>
                  <a:lnTo>
                    <a:pt x="61913" y="16192"/>
                  </a:lnTo>
                  <a:lnTo>
                    <a:pt x="59531" y="12383"/>
                  </a:lnTo>
                  <a:lnTo>
                    <a:pt x="57626" y="11430"/>
                  </a:lnTo>
                  <a:lnTo>
                    <a:pt x="54769" y="9525"/>
                  </a:lnTo>
                  <a:lnTo>
                    <a:pt x="51911" y="8096"/>
                  </a:lnTo>
                  <a:lnTo>
                    <a:pt x="50006" y="4763"/>
                  </a:lnTo>
                  <a:lnTo>
                    <a:pt x="48101" y="2381"/>
                  </a:lnTo>
                  <a:lnTo>
                    <a:pt x="46673" y="1905"/>
                  </a:lnTo>
                  <a:lnTo>
                    <a:pt x="45244" y="953"/>
                  </a:lnTo>
                  <a:lnTo>
                    <a:pt x="37624" y="0"/>
                  </a:lnTo>
                  <a:lnTo>
                    <a:pt x="34290" y="953"/>
                  </a:lnTo>
                  <a:lnTo>
                    <a:pt x="30480" y="476"/>
                  </a:lnTo>
                  <a:lnTo>
                    <a:pt x="26670" y="0"/>
                  </a:lnTo>
                  <a:lnTo>
                    <a:pt x="23813" y="476"/>
                  </a:lnTo>
                  <a:lnTo>
                    <a:pt x="21431" y="3334"/>
                  </a:lnTo>
                  <a:lnTo>
                    <a:pt x="20002" y="4286"/>
                  </a:lnTo>
                  <a:lnTo>
                    <a:pt x="19050" y="4763"/>
                  </a:lnTo>
                  <a:lnTo>
                    <a:pt x="17145" y="5715"/>
                  </a:lnTo>
                  <a:lnTo>
                    <a:pt x="15240" y="6667"/>
                  </a:lnTo>
                  <a:lnTo>
                    <a:pt x="12859" y="7620"/>
                  </a:lnTo>
                  <a:lnTo>
                    <a:pt x="10477" y="7620"/>
                  </a:lnTo>
                  <a:lnTo>
                    <a:pt x="8573" y="6191"/>
                  </a:lnTo>
                  <a:lnTo>
                    <a:pt x="8096" y="6667"/>
                  </a:lnTo>
                  <a:lnTo>
                    <a:pt x="7144" y="7620"/>
                  </a:lnTo>
                  <a:lnTo>
                    <a:pt x="6191" y="8572"/>
                  </a:lnTo>
                  <a:lnTo>
                    <a:pt x="3334" y="10001"/>
                  </a:lnTo>
                  <a:lnTo>
                    <a:pt x="2381" y="10001"/>
                  </a:lnTo>
                  <a:lnTo>
                    <a:pt x="2381" y="10954"/>
                  </a:lnTo>
                  <a:lnTo>
                    <a:pt x="1905" y="12859"/>
                  </a:lnTo>
                  <a:lnTo>
                    <a:pt x="0" y="13811"/>
                  </a:lnTo>
                  <a:lnTo>
                    <a:pt x="1905" y="16669"/>
                  </a:lnTo>
                  <a:lnTo>
                    <a:pt x="3810" y="21431"/>
                  </a:lnTo>
                  <a:lnTo>
                    <a:pt x="2857" y="23813"/>
                  </a:lnTo>
                  <a:lnTo>
                    <a:pt x="4286" y="25717"/>
                  </a:lnTo>
                  <a:lnTo>
                    <a:pt x="7620" y="26670"/>
                  </a:lnTo>
                  <a:lnTo>
                    <a:pt x="8096" y="27622"/>
                  </a:lnTo>
                  <a:lnTo>
                    <a:pt x="6668" y="28099"/>
                  </a:lnTo>
                  <a:lnTo>
                    <a:pt x="6191" y="29528"/>
                  </a:lnTo>
                  <a:lnTo>
                    <a:pt x="5715" y="32385"/>
                  </a:lnTo>
                  <a:lnTo>
                    <a:pt x="9049" y="34766"/>
                  </a:lnTo>
                  <a:lnTo>
                    <a:pt x="14764" y="37147"/>
                  </a:lnTo>
                  <a:lnTo>
                    <a:pt x="17145" y="37624"/>
                  </a:lnTo>
                  <a:lnTo>
                    <a:pt x="17621" y="38576"/>
                  </a:lnTo>
                  <a:lnTo>
                    <a:pt x="18574" y="39053"/>
                  </a:lnTo>
                  <a:lnTo>
                    <a:pt x="19526" y="40005"/>
                  </a:lnTo>
                  <a:lnTo>
                    <a:pt x="19526" y="40958"/>
                  </a:lnTo>
                  <a:lnTo>
                    <a:pt x="19050" y="41910"/>
                  </a:lnTo>
                  <a:lnTo>
                    <a:pt x="16193" y="41910"/>
                  </a:lnTo>
                  <a:lnTo>
                    <a:pt x="12859" y="41910"/>
                  </a:lnTo>
                  <a:lnTo>
                    <a:pt x="10477" y="40958"/>
                  </a:lnTo>
                  <a:lnTo>
                    <a:pt x="10001" y="41434"/>
                  </a:lnTo>
                  <a:lnTo>
                    <a:pt x="10001" y="42386"/>
                  </a:lnTo>
                  <a:lnTo>
                    <a:pt x="7620" y="43339"/>
                  </a:lnTo>
                  <a:lnTo>
                    <a:pt x="9049" y="50006"/>
                  </a:lnTo>
                  <a:lnTo>
                    <a:pt x="8573" y="51911"/>
                  </a:lnTo>
                  <a:lnTo>
                    <a:pt x="7620" y="52388"/>
                  </a:lnTo>
                  <a:lnTo>
                    <a:pt x="7144" y="52388"/>
                  </a:lnTo>
                  <a:lnTo>
                    <a:pt x="6191" y="52388"/>
                  </a:lnTo>
                  <a:lnTo>
                    <a:pt x="5715" y="52864"/>
                  </a:lnTo>
                  <a:lnTo>
                    <a:pt x="5715" y="54292"/>
                  </a:lnTo>
                  <a:lnTo>
                    <a:pt x="7144" y="54292"/>
                  </a:lnTo>
                  <a:lnTo>
                    <a:pt x="10001" y="52864"/>
                  </a:lnTo>
                  <a:lnTo>
                    <a:pt x="13811" y="52388"/>
                  </a:lnTo>
                  <a:lnTo>
                    <a:pt x="16193" y="53340"/>
                  </a:lnTo>
                  <a:lnTo>
                    <a:pt x="17621" y="53816"/>
                  </a:lnTo>
                  <a:lnTo>
                    <a:pt x="17621" y="54769"/>
                  </a:lnTo>
                  <a:lnTo>
                    <a:pt x="17145" y="58103"/>
                  </a:lnTo>
                  <a:lnTo>
                    <a:pt x="15716" y="61436"/>
                  </a:lnTo>
                  <a:lnTo>
                    <a:pt x="13335" y="65246"/>
                  </a:lnTo>
                  <a:lnTo>
                    <a:pt x="10954" y="68580"/>
                  </a:lnTo>
                  <a:lnTo>
                    <a:pt x="10001" y="70485"/>
                  </a:lnTo>
                  <a:lnTo>
                    <a:pt x="10001" y="73342"/>
                  </a:lnTo>
                  <a:lnTo>
                    <a:pt x="9525" y="75724"/>
                  </a:lnTo>
                  <a:lnTo>
                    <a:pt x="10001" y="76676"/>
                  </a:lnTo>
                  <a:lnTo>
                    <a:pt x="10954" y="78105"/>
                  </a:lnTo>
                  <a:lnTo>
                    <a:pt x="13335" y="78581"/>
                  </a:lnTo>
                  <a:lnTo>
                    <a:pt x="17145" y="80963"/>
                  </a:lnTo>
                  <a:lnTo>
                    <a:pt x="20479" y="83820"/>
                  </a:lnTo>
                  <a:lnTo>
                    <a:pt x="24289" y="87154"/>
                  </a:lnTo>
                  <a:lnTo>
                    <a:pt x="25718" y="88583"/>
                  </a:lnTo>
                  <a:lnTo>
                    <a:pt x="25718" y="90011"/>
                  </a:lnTo>
                  <a:lnTo>
                    <a:pt x="24289" y="90964"/>
                  </a:lnTo>
                  <a:lnTo>
                    <a:pt x="20955" y="91440"/>
                  </a:lnTo>
                  <a:lnTo>
                    <a:pt x="17621" y="90964"/>
                  </a:lnTo>
                  <a:lnTo>
                    <a:pt x="16193" y="90488"/>
                  </a:lnTo>
                  <a:lnTo>
                    <a:pt x="14764" y="90964"/>
                  </a:lnTo>
                  <a:lnTo>
                    <a:pt x="13811" y="91916"/>
                  </a:lnTo>
                  <a:lnTo>
                    <a:pt x="14288" y="92869"/>
                  </a:lnTo>
                  <a:lnTo>
                    <a:pt x="18098" y="96679"/>
                  </a:lnTo>
                  <a:lnTo>
                    <a:pt x="22384" y="102394"/>
                  </a:lnTo>
                  <a:lnTo>
                    <a:pt x="22384" y="105251"/>
                  </a:lnTo>
                  <a:lnTo>
                    <a:pt x="21907" y="107156"/>
                  </a:lnTo>
                  <a:lnTo>
                    <a:pt x="20955" y="108585"/>
                  </a:lnTo>
                  <a:lnTo>
                    <a:pt x="19050" y="108109"/>
                  </a:lnTo>
                  <a:lnTo>
                    <a:pt x="18098" y="107156"/>
                  </a:lnTo>
                  <a:lnTo>
                    <a:pt x="15716" y="107156"/>
                  </a:lnTo>
                  <a:lnTo>
                    <a:pt x="14288" y="107633"/>
                  </a:lnTo>
                  <a:lnTo>
                    <a:pt x="12382" y="109538"/>
                  </a:lnTo>
                  <a:lnTo>
                    <a:pt x="12382" y="110014"/>
                  </a:lnTo>
                  <a:lnTo>
                    <a:pt x="12382" y="111442"/>
                  </a:lnTo>
                  <a:lnTo>
                    <a:pt x="13335" y="112871"/>
                  </a:lnTo>
                  <a:lnTo>
                    <a:pt x="15716" y="114300"/>
                  </a:lnTo>
                  <a:lnTo>
                    <a:pt x="20002" y="117634"/>
                  </a:lnTo>
                  <a:lnTo>
                    <a:pt x="24289" y="122872"/>
                  </a:lnTo>
                  <a:lnTo>
                    <a:pt x="26670" y="124301"/>
                  </a:lnTo>
                  <a:lnTo>
                    <a:pt x="28575" y="124778"/>
                  </a:lnTo>
                  <a:lnTo>
                    <a:pt x="32385" y="127159"/>
                  </a:lnTo>
                  <a:lnTo>
                    <a:pt x="34766" y="127635"/>
                  </a:lnTo>
                  <a:lnTo>
                    <a:pt x="37624" y="128111"/>
                  </a:lnTo>
                  <a:lnTo>
                    <a:pt x="45244" y="132874"/>
                  </a:lnTo>
                  <a:lnTo>
                    <a:pt x="49054" y="134303"/>
                  </a:lnTo>
                  <a:lnTo>
                    <a:pt x="51435" y="135731"/>
                  </a:lnTo>
                  <a:lnTo>
                    <a:pt x="51435" y="137636"/>
                  </a:lnTo>
                  <a:lnTo>
                    <a:pt x="51435" y="138589"/>
                  </a:lnTo>
                  <a:lnTo>
                    <a:pt x="55721" y="137160"/>
                  </a:lnTo>
                  <a:lnTo>
                    <a:pt x="56198" y="136208"/>
                  </a:lnTo>
                  <a:lnTo>
                    <a:pt x="55245" y="134303"/>
                  </a:lnTo>
                  <a:lnTo>
                    <a:pt x="55721" y="133350"/>
                  </a:lnTo>
                  <a:lnTo>
                    <a:pt x="60960" y="130016"/>
                  </a:lnTo>
                  <a:lnTo>
                    <a:pt x="61913" y="128588"/>
                  </a:lnTo>
                  <a:lnTo>
                    <a:pt x="61913" y="127159"/>
                  </a:lnTo>
                  <a:lnTo>
                    <a:pt x="61436" y="126206"/>
                  </a:lnTo>
                  <a:lnTo>
                    <a:pt x="60484" y="124301"/>
                  </a:lnTo>
                  <a:lnTo>
                    <a:pt x="60960" y="123349"/>
                  </a:lnTo>
                  <a:lnTo>
                    <a:pt x="63341" y="122396"/>
                  </a:lnTo>
                  <a:lnTo>
                    <a:pt x="65723" y="120967"/>
                  </a:lnTo>
                  <a:lnTo>
                    <a:pt x="67151" y="120967"/>
                  </a:lnTo>
                  <a:lnTo>
                    <a:pt x="67627" y="121920"/>
                  </a:lnTo>
                  <a:lnTo>
                    <a:pt x="67627" y="122872"/>
                  </a:lnTo>
                  <a:lnTo>
                    <a:pt x="68580" y="124301"/>
                  </a:lnTo>
                  <a:lnTo>
                    <a:pt x="70009" y="125254"/>
                  </a:lnTo>
                  <a:lnTo>
                    <a:pt x="72866" y="126683"/>
                  </a:lnTo>
                  <a:lnTo>
                    <a:pt x="75724" y="127635"/>
                  </a:lnTo>
                  <a:lnTo>
                    <a:pt x="78105" y="129540"/>
                  </a:lnTo>
                  <a:lnTo>
                    <a:pt x="81439" y="133350"/>
                  </a:lnTo>
                  <a:lnTo>
                    <a:pt x="81915" y="134779"/>
                  </a:lnTo>
                  <a:lnTo>
                    <a:pt x="84773" y="136684"/>
                  </a:lnTo>
                  <a:lnTo>
                    <a:pt x="87630" y="138113"/>
                  </a:lnTo>
                  <a:lnTo>
                    <a:pt x="87154" y="141446"/>
                  </a:lnTo>
                  <a:lnTo>
                    <a:pt x="96202" y="144304"/>
                  </a:lnTo>
                  <a:lnTo>
                    <a:pt x="98584" y="144304"/>
                  </a:lnTo>
                  <a:lnTo>
                    <a:pt x="99536" y="144780"/>
                  </a:lnTo>
                  <a:lnTo>
                    <a:pt x="99536" y="145733"/>
                  </a:lnTo>
                  <a:lnTo>
                    <a:pt x="98584" y="148114"/>
                  </a:lnTo>
                  <a:lnTo>
                    <a:pt x="94774" y="154781"/>
                  </a:lnTo>
                  <a:lnTo>
                    <a:pt x="94298" y="156210"/>
                  </a:lnTo>
                  <a:lnTo>
                    <a:pt x="91916" y="158115"/>
                  </a:lnTo>
                  <a:lnTo>
                    <a:pt x="91440" y="158591"/>
                  </a:lnTo>
                  <a:lnTo>
                    <a:pt x="92393" y="160496"/>
                  </a:lnTo>
                  <a:lnTo>
                    <a:pt x="92869" y="161925"/>
                  </a:lnTo>
                  <a:lnTo>
                    <a:pt x="94774" y="162401"/>
                  </a:lnTo>
                  <a:lnTo>
                    <a:pt x="99060" y="161449"/>
                  </a:lnTo>
                  <a:lnTo>
                    <a:pt x="101441" y="160020"/>
                  </a:lnTo>
                  <a:lnTo>
                    <a:pt x="102870" y="159544"/>
                  </a:lnTo>
                  <a:lnTo>
                    <a:pt x="104299" y="159067"/>
                  </a:lnTo>
                  <a:lnTo>
                    <a:pt x="107156" y="159067"/>
                  </a:lnTo>
                  <a:lnTo>
                    <a:pt x="109538" y="159544"/>
                  </a:lnTo>
                  <a:lnTo>
                    <a:pt x="112871" y="159067"/>
                  </a:lnTo>
                  <a:lnTo>
                    <a:pt x="115729" y="157639"/>
                  </a:lnTo>
                  <a:lnTo>
                    <a:pt x="117157" y="158115"/>
                  </a:lnTo>
                  <a:lnTo>
                    <a:pt x="118586" y="159067"/>
                  </a:lnTo>
                  <a:lnTo>
                    <a:pt x="119539" y="159544"/>
                  </a:lnTo>
                  <a:lnTo>
                    <a:pt x="121920" y="158591"/>
                  </a:lnTo>
                  <a:lnTo>
                    <a:pt x="122873" y="157639"/>
                  </a:lnTo>
                  <a:lnTo>
                    <a:pt x="125730" y="154305"/>
                  </a:lnTo>
                  <a:lnTo>
                    <a:pt x="125730" y="152400"/>
                  </a:lnTo>
                  <a:lnTo>
                    <a:pt x="125730" y="151447"/>
                  </a:lnTo>
                  <a:lnTo>
                    <a:pt x="123825" y="150019"/>
                  </a:lnTo>
                  <a:lnTo>
                    <a:pt x="122396" y="146685"/>
                  </a:lnTo>
                  <a:lnTo>
                    <a:pt x="123349" y="143351"/>
                  </a:lnTo>
                  <a:lnTo>
                    <a:pt x="123825" y="141446"/>
                  </a:lnTo>
                  <a:lnTo>
                    <a:pt x="122873" y="140017"/>
                  </a:lnTo>
                  <a:lnTo>
                    <a:pt x="123825" y="137636"/>
                  </a:lnTo>
                  <a:lnTo>
                    <a:pt x="125730" y="136684"/>
                  </a:lnTo>
                  <a:lnTo>
                    <a:pt x="126682" y="136208"/>
                  </a:lnTo>
                  <a:lnTo>
                    <a:pt x="131921" y="136208"/>
                  </a:lnTo>
                  <a:lnTo>
                    <a:pt x="134779" y="131921"/>
                  </a:lnTo>
                  <a:lnTo>
                    <a:pt x="136684" y="130492"/>
                  </a:lnTo>
                  <a:lnTo>
                    <a:pt x="139065" y="128111"/>
                  </a:lnTo>
                  <a:lnTo>
                    <a:pt x="140018" y="127635"/>
                  </a:lnTo>
                  <a:lnTo>
                    <a:pt x="140494" y="125730"/>
                  </a:lnTo>
                  <a:lnTo>
                    <a:pt x="140970" y="123825"/>
                  </a:lnTo>
                  <a:close/>
                </a:path>
              </a:pathLst>
            </a:custGeom>
            <a:grpFill/>
            <a:ln w="317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0E44AAB-AB26-4D9C-9A92-040D75BF20FA}"/>
                </a:ext>
              </a:extLst>
            </p:cNvPr>
            <p:cNvSpPr/>
            <p:nvPr/>
          </p:nvSpPr>
          <p:spPr>
            <a:xfrm>
              <a:off x="6408419" y="2536983"/>
              <a:ext cx="321944" cy="193357"/>
            </a:xfrm>
            <a:custGeom>
              <a:avLst/>
              <a:gdLst>
                <a:gd name="connsiteX0" fmla="*/ 320040 w 321944"/>
                <a:gd name="connsiteY0" fmla="*/ 125254 h 193357"/>
                <a:gd name="connsiteX1" fmla="*/ 317182 w 321944"/>
                <a:gd name="connsiteY1" fmla="*/ 122872 h 193357"/>
                <a:gd name="connsiteX2" fmla="*/ 311468 w 321944"/>
                <a:gd name="connsiteY2" fmla="*/ 120967 h 193357"/>
                <a:gd name="connsiteX3" fmla="*/ 305276 w 321944"/>
                <a:gd name="connsiteY3" fmla="*/ 121444 h 193357"/>
                <a:gd name="connsiteX4" fmla="*/ 298609 w 321944"/>
                <a:gd name="connsiteY4" fmla="*/ 125254 h 193357"/>
                <a:gd name="connsiteX5" fmla="*/ 294323 w 321944"/>
                <a:gd name="connsiteY5" fmla="*/ 126206 h 193357"/>
                <a:gd name="connsiteX6" fmla="*/ 291941 w 321944"/>
                <a:gd name="connsiteY6" fmla="*/ 125254 h 193357"/>
                <a:gd name="connsiteX7" fmla="*/ 290513 w 321944"/>
                <a:gd name="connsiteY7" fmla="*/ 125730 h 193357"/>
                <a:gd name="connsiteX8" fmla="*/ 290036 w 321944"/>
                <a:gd name="connsiteY8" fmla="*/ 126682 h 193357"/>
                <a:gd name="connsiteX9" fmla="*/ 290036 w 321944"/>
                <a:gd name="connsiteY9" fmla="*/ 127159 h 193357"/>
                <a:gd name="connsiteX10" fmla="*/ 290513 w 321944"/>
                <a:gd name="connsiteY10" fmla="*/ 128111 h 193357"/>
                <a:gd name="connsiteX11" fmla="*/ 290513 w 321944"/>
                <a:gd name="connsiteY11" fmla="*/ 128588 h 193357"/>
                <a:gd name="connsiteX12" fmla="*/ 289560 w 321944"/>
                <a:gd name="connsiteY12" fmla="*/ 128588 h 193357"/>
                <a:gd name="connsiteX13" fmla="*/ 279082 w 321944"/>
                <a:gd name="connsiteY13" fmla="*/ 126206 h 193357"/>
                <a:gd name="connsiteX14" fmla="*/ 274797 w 321944"/>
                <a:gd name="connsiteY14" fmla="*/ 123825 h 193357"/>
                <a:gd name="connsiteX15" fmla="*/ 270986 w 321944"/>
                <a:gd name="connsiteY15" fmla="*/ 119539 h 193357"/>
                <a:gd name="connsiteX16" fmla="*/ 269081 w 321944"/>
                <a:gd name="connsiteY16" fmla="*/ 117157 h 193357"/>
                <a:gd name="connsiteX17" fmla="*/ 267653 w 321944"/>
                <a:gd name="connsiteY17" fmla="*/ 114776 h 193357"/>
                <a:gd name="connsiteX18" fmla="*/ 266224 w 321944"/>
                <a:gd name="connsiteY18" fmla="*/ 113347 h 193357"/>
                <a:gd name="connsiteX19" fmla="*/ 266700 w 321944"/>
                <a:gd name="connsiteY19" fmla="*/ 112871 h 193357"/>
                <a:gd name="connsiteX20" fmla="*/ 268129 w 321944"/>
                <a:gd name="connsiteY20" fmla="*/ 112395 h 193357"/>
                <a:gd name="connsiteX21" fmla="*/ 269081 w 321944"/>
                <a:gd name="connsiteY21" fmla="*/ 111442 h 193357"/>
                <a:gd name="connsiteX22" fmla="*/ 269081 w 321944"/>
                <a:gd name="connsiteY22" fmla="*/ 108585 h 193357"/>
                <a:gd name="connsiteX23" fmla="*/ 268605 w 321944"/>
                <a:gd name="connsiteY23" fmla="*/ 105251 h 193357"/>
                <a:gd name="connsiteX24" fmla="*/ 267653 w 321944"/>
                <a:gd name="connsiteY24" fmla="*/ 103822 h 193357"/>
                <a:gd name="connsiteX25" fmla="*/ 267653 w 321944"/>
                <a:gd name="connsiteY25" fmla="*/ 101441 h 193357"/>
                <a:gd name="connsiteX26" fmla="*/ 267176 w 321944"/>
                <a:gd name="connsiteY26" fmla="*/ 97631 h 193357"/>
                <a:gd name="connsiteX27" fmla="*/ 267653 w 321944"/>
                <a:gd name="connsiteY27" fmla="*/ 90488 h 193357"/>
                <a:gd name="connsiteX28" fmla="*/ 270510 w 321944"/>
                <a:gd name="connsiteY28" fmla="*/ 81915 h 193357"/>
                <a:gd name="connsiteX29" fmla="*/ 271939 w 321944"/>
                <a:gd name="connsiteY29" fmla="*/ 77629 h 193357"/>
                <a:gd name="connsiteX30" fmla="*/ 271463 w 321944"/>
                <a:gd name="connsiteY30" fmla="*/ 75247 h 193357"/>
                <a:gd name="connsiteX31" fmla="*/ 271939 w 321944"/>
                <a:gd name="connsiteY31" fmla="*/ 69532 h 193357"/>
                <a:gd name="connsiteX32" fmla="*/ 270986 w 321944"/>
                <a:gd name="connsiteY32" fmla="*/ 66675 h 193357"/>
                <a:gd name="connsiteX33" fmla="*/ 269081 w 321944"/>
                <a:gd name="connsiteY33" fmla="*/ 62865 h 193357"/>
                <a:gd name="connsiteX34" fmla="*/ 266224 w 321944"/>
                <a:gd name="connsiteY34" fmla="*/ 55245 h 193357"/>
                <a:gd name="connsiteX35" fmla="*/ 262890 w 321944"/>
                <a:gd name="connsiteY35" fmla="*/ 52388 h 193357"/>
                <a:gd name="connsiteX36" fmla="*/ 258604 w 321944"/>
                <a:gd name="connsiteY36" fmla="*/ 49530 h 193357"/>
                <a:gd name="connsiteX37" fmla="*/ 257175 w 321944"/>
                <a:gd name="connsiteY37" fmla="*/ 47149 h 193357"/>
                <a:gd name="connsiteX38" fmla="*/ 255747 w 321944"/>
                <a:gd name="connsiteY38" fmla="*/ 44291 h 193357"/>
                <a:gd name="connsiteX39" fmla="*/ 253365 w 321944"/>
                <a:gd name="connsiteY39" fmla="*/ 41910 h 193357"/>
                <a:gd name="connsiteX40" fmla="*/ 250507 w 321944"/>
                <a:gd name="connsiteY40" fmla="*/ 39529 h 193357"/>
                <a:gd name="connsiteX41" fmla="*/ 247174 w 321944"/>
                <a:gd name="connsiteY41" fmla="*/ 33814 h 193357"/>
                <a:gd name="connsiteX42" fmla="*/ 245745 w 321944"/>
                <a:gd name="connsiteY42" fmla="*/ 31432 h 193357"/>
                <a:gd name="connsiteX43" fmla="*/ 245269 w 321944"/>
                <a:gd name="connsiteY43" fmla="*/ 30480 h 193357"/>
                <a:gd name="connsiteX44" fmla="*/ 241459 w 321944"/>
                <a:gd name="connsiteY44" fmla="*/ 26670 h 193357"/>
                <a:gd name="connsiteX45" fmla="*/ 239078 w 321944"/>
                <a:gd name="connsiteY45" fmla="*/ 23336 h 193357"/>
                <a:gd name="connsiteX46" fmla="*/ 238125 w 321944"/>
                <a:gd name="connsiteY46" fmla="*/ 20955 h 193357"/>
                <a:gd name="connsiteX47" fmla="*/ 237649 w 321944"/>
                <a:gd name="connsiteY47" fmla="*/ 18097 h 193357"/>
                <a:gd name="connsiteX48" fmla="*/ 234791 w 321944"/>
                <a:gd name="connsiteY48" fmla="*/ 13335 h 193357"/>
                <a:gd name="connsiteX49" fmla="*/ 232410 w 321944"/>
                <a:gd name="connsiteY49" fmla="*/ 9525 h 193357"/>
                <a:gd name="connsiteX50" fmla="*/ 230029 w 321944"/>
                <a:gd name="connsiteY50" fmla="*/ 6667 h 193357"/>
                <a:gd name="connsiteX51" fmla="*/ 229076 w 321944"/>
                <a:gd name="connsiteY51" fmla="*/ 4763 h 193357"/>
                <a:gd name="connsiteX52" fmla="*/ 226219 w 321944"/>
                <a:gd name="connsiteY52" fmla="*/ 2381 h 193357"/>
                <a:gd name="connsiteX53" fmla="*/ 222409 w 321944"/>
                <a:gd name="connsiteY53" fmla="*/ 476 h 193357"/>
                <a:gd name="connsiteX54" fmla="*/ 220028 w 321944"/>
                <a:gd name="connsiteY54" fmla="*/ 0 h 193357"/>
                <a:gd name="connsiteX55" fmla="*/ 216694 w 321944"/>
                <a:gd name="connsiteY55" fmla="*/ 0 h 193357"/>
                <a:gd name="connsiteX56" fmla="*/ 215265 w 321944"/>
                <a:gd name="connsiteY56" fmla="*/ 476 h 193357"/>
                <a:gd name="connsiteX57" fmla="*/ 210979 w 321944"/>
                <a:gd name="connsiteY57" fmla="*/ 1429 h 193357"/>
                <a:gd name="connsiteX58" fmla="*/ 206216 w 321944"/>
                <a:gd name="connsiteY58" fmla="*/ 2857 h 193357"/>
                <a:gd name="connsiteX59" fmla="*/ 205264 w 321944"/>
                <a:gd name="connsiteY59" fmla="*/ 6667 h 193357"/>
                <a:gd name="connsiteX60" fmla="*/ 203835 w 321944"/>
                <a:gd name="connsiteY60" fmla="*/ 8572 h 193357"/>
                <a:gd name="connsiteX61" fmla="*/ 201454 w 321944"/>
                <a:gd name="connsiteY61" fmla="*/ 11906 h 193357"/>
                <a:gd name="connsiteX62" fmla="*/ 192405 w 321944"/>
                <a:gd name="connsiteY62" fmla="*/ 12859 h 193357"/>
                <a:gd name="connsiteX63" fmla="*/ 185261 w 321944"/>
                <a:gd name="connsiteY63" fmla="*/ 14288 h 193357"/>
                <a:gd name="connsiteX64" fmla="*/ 177641 w 321944"/>
                <a:gd name="connsiteY64" fmla="*/ 15240 h 193357"/>
                <a:gd name="connsiteX65" fmla="*/ 167640 w 321944"/>
                <a:gd name="connsiteY65" fmla="*/ 19050 h 193357"/>
                <a:gd name="connsiteX66" fmla="*/ 164306 w 321944"/>
                <a:gd name="connsiteY66" fmla="*/ 22384 h 193357"/>
                <a:gd name="connsiteX67" fmla="*/ 160973 w 321944"/>
                <a:gd name="connsiteY67" fmla="*/ 23336 h 193357"/>
                <a:gd name="connsiteX68" fmla="*/ 158115 w 321944"/>
                <a:gd name="connsiteY68" fmla="*/ 23336 h 193357"/>
                <a:gd name="connsiteX69" fmla="*/ 156210 w 321944"/>
                <a:gd name="connsiteY69" fmla="*/ 21907 h 193357"/>
                <a:gd name="connsiteX70" fmla="*/ 150019 w 321944"/>
                <a:gd name="connsiteY70" fmla="*/ 16669 h 193357"/>
                <a:gd name="connsiteX71" fmla="*/ 147161 w 321944"/>
                <a:gd name="connsiteY71" fmla="*/ 14288 h 193357"/>
                <a:gd name="connsiteX72" fmla="*/ 144304 w 321944"/>
                <a:gd name="connsiteY72" fmla="*/ 13811 h 193357"/>
                <a:gd name="connsiteX73" fmla="*/ 140494 w 321944"/>
                <a:gd name="connsiteY73" fmla="*/ 14288 h 193357"/>
                <a:gd name="connsiteX74" fmla="*/ 137160 w 321944"/>
                <a:gd name="connsiteY74" fmla="*/ 15240 h 193357"/>
                <a:gd name="connsiteX75" fmla="*/ 133826 w 321944"/>
                <a:gd name="connsiteY75" fmla="*/ 15240 h 193357"/>
                <a:gd name="connsiteX76" fmla="*/ 129540 w 321944"/>
                <a:gd name="connsiteY76" fmla="*/ 13811 h 193357"/>
                <a:gd name="connsiteX77" fmla="*/ 129540 w 321944"/>
                <a:gd name="connsiteY77" fmla="*/ 13811 h 193357"/>
                <a:gd name="connsiteX78" fmla="*/ 127635 w 321944"/>
                <a:gd name="connsiteY78" fmla="*/ 14288 h 193357"/>
                <a:gd name="connsiteX79" fmla="*/ 117634 w 321944"/>
                <a:gd name="connsiteY79" fmla="*/ 12382 h 193357"/>
                <a:gd name="connsiteX80" fmla="*/ 116681 w 321944"/>
                <a:gd name="connsiteY80" fmla="*/ 11906 h 193357"/>
                <a:gd name="connsiteX81" fmla="*/ 116205 w 321944"/>
                <a:gd name="connsiteY81" fmla="*/ 11906 h 193357"/>
                <a:gd name="connsiteX82" fmla="*/ 115253 w 321944"/>
                <a:gd name="connsiteY82" fmla="*/ 11430 h 193357"/>
                <a:gd name="connsiteX83" fmla="*/ 107632 w 321944"/>
                <a:gd name="connsiteY83" fmla="*/ 11906 h 193357"/>
                <a:gd name="connsiteX84" fmla="*/ 100489 w 321944"/>
                <a:gd name="connsiteY84" fmla="*/ 7620 h 193357"/>
                <a:gd name="connsiteX85" fmla="*/ 98584 w 321944"/>
                <a:gd name="connsiteY85" fmla="*/ 7620 h 193357"/>
                <a:gd name="connsiteX86" fmla="*/ 96679 w 321944"/>
                <a:gd name="connsiteY86" fmla="*/ 9525 h 193357"/>
                <a:gd name="connsiteX87" fmla="*/ 95726 w 321944"/>
                <a:gd name="connsiteY87" fmla="*/ 10954 h 193357"/>
                <a:gd name="connsiteX88" fmla="*/ 90488 w 321944"/>
                <a:gd name="connsiteY88" fmla="*/ 12859 h 193357"/>
                <a:gd name="connsiteX89" fmla="*/ 89535 w 321944"/>
                <a:gd name="connsiteY89" fmla="*/ 13811 h 193357"/>
                <a:gd name="connsiteX90" fmla="*/ 88582 w 321944"/>
                <a:gd name="connsiteY90" fmla="*/ 14764 h 193357"/>
                <a:gd name="connsiteX91" fmla="*/ 82868 w 321944"/>
                <a:gd name="connsiteY91" fmla="*/ 20002 h 193357"/>
                <a:gd name="connsiteX92" fmla="*/ 80486 w 321944"/>
                <a:gd name="connsiteY92" fmla="*/ 21431 h 193357"/>
                <a:gd name="connsiteX93" fmla="*/ 78581 w 321944"/>
                <a:gd name="connsiteY93" fmla="*/ 21907 h 193357"/>
                <a:gd name="connsiteX94" fmla="*/ 76200 w 321944"/>
                <a:gd name="connsiteY94" fmla="*/ 20955 h 193357"/>
                <a:gd name="connsiteX95" fmla="*/ 73819 w 321944"/>
                <a:gd name="connsiteY95" fmla="*/ 21431 h 193357"/>
                <a:gd name="connsiteX96" fmla="*/ 71438 w 321944"/>
                <a:gd name="connsiteY96" fmla="*/ 22860 h 193357"/>
                <a:gd name="connsiteX97" fmla="*/ 69532 w 321944"/>
                <a:gd name="connsiteY97" fmla="*/ 23336 h 193357"/>
                <a:gd name="connsiteX98" fmla="*/ 68104 w 321944"/>
                <a:gd name="connsiteY98" fmla="*/ 24289 h 193357"/>
                <a:gd name="connsiteX99" fmla="*/ 65723 w 321944"/>
                <a:gd name="connsiteY99" fmla="*/ 27146 h 193357"/>
                <a:gd name="connsiteX100" fmla="*/ 63341 w 321944"/>
                <a:gd name="connsiteY100" fmla="*/ 30004 h 193357"/>
                <a:gd name="connsiteX101" fmla="*/ 60960 w 321944"/>
                <a:gd name="connsiteY101" fmla="*/ 31432 h 193357"/>
                <a:gd name="connsiteX102" fmla="*/ 59531 w 321944"/>
                <a:gd name="connsiteY102" fmla="*/ 32861 h 193357"/>
                <a:gd name="connsiteX103" fmla="*/ 59531 w 321944"/>
                <a:gd name="connsiteY103" fmla="*/ 37147 h 193357"/>
                <a:gd name="connsiteX104" fmla="*/ 58103 w 321944"/>
                <a:gd name="connsiteY104" fmla="*/ 38576 h 193357"/>
                <a:gd name="connsiteX105" fmla="*/ 56198 w 321944"/>
                <a:gd name="connsiteY105" fmla="*/ 40005 h 193357"/>
                <a:gd name="connsiteX106" fmla="*/ 55245 w 321944"/>
                <a:gd name="connsiteY106" fmla="*/ 41434 h 193357"/>
                <a:gd name="connsiteX107" fmla="*/ 52388 w 321944"/>
                <a:gd name="connsiteY107" fmla="*/ 48101 h 193357"/>
                <a:gd name="connsiteX108" fmla="*/ 50006 w 321944"/>
                <a:gd name="connsiteY108" fmla="*/ 50482 h 193357"/>
                <a:gd name="connsiteX109" fmla="*/ 48101 w 321944"/>
                <a:gd name="connsiteY109" fmla="*/ 52388 h 193357"/>
                <a:gd name="connsiteX110" fmla="*/ 47625 w 321944"/>
                <a:gd name="connsiteY110" fmla="*/ 53816 h 193357"/>
                <a:gd name="connsiteX111" fmla="*/ 47625 w 321944"/>
                <a:gd name="connsiteY111" fmla="*/ 55721 h 193357"/>
                <a:gd name="connsiteX112" fmla="*/ 45720 w 321944"/>
                <a:gd name="connsiteY112" fmla="*/ 59531 h 193357"/>
                <a:gd name="connsiteX113" fmla="*/ 42386 w 321944"/>
                <a:gd name="connsiteY113" fmla="*/ 63341 h 193357"/>
                <a:gd name="connsiteX114" fmla="*/ 41910 w 321944"/>
                <a:gd name="connsiteY114" fmla="*/ 64770 h 193357"/>
                <a:gd name="connsiteX115" fmla="*/ 42386 w 321944"/>
                <a:gd name="connsiteY115" fmla="*/ 66675 h 193357"/>
                <a:gd name="connsiteX116" fmla="*/ 39529 w 321944"/>
                <a:gd name="connsiteY116" fmla="*/ 69056 h 193357"/>
                <a:gd name="connsiteX117" fmla="*/ 38100 w 321944"/>
                <a:gd name="connsiteY117" fmla="*/ 70485 h 193357"/>
                <a:gd name="connsiteX118" fmla="*/ 36672 w 321944"/>
                <a:gd name="connsiteY118" fmla="*/ 70961 h 193357"/>
                <a:gd name="connsiteX119" fmla="*/ 35719 w 321944"/>
                <a:gd name="connsiteY119" fmla="*/ 72390 h 193357"/>
                <a:gd name="connsiteX120" fmla="*/ 34290 w 321944"/>
                <a:gd name="connsiteY120" fmla="*/ 76200 h 193357"/>
                <a:gd name="connsiteX121" fmla="*/ 34766 w 321944"/>
                <a:gd name="connsiteY121" fmla="*/ 77629 h 193357"/>
                <a:gd name="connsiteX122" fmla="*/ 34766 w 321944"/>
                <a:gd name="connsiteY122" fmla="*/ 79057 h 193357"/>
                <a:gd name="connsiteX123" fmla="*/ 32385 w 321944"/>
                <a:gd name="connsiteY123" fmla="*/ 80010 h 193357"/>
                <a:gd name="connsiteX124" fmla="*/ 31432 w 321944"/>
                <a:gd name="connsiteY124" fmla="*/ 81439 h 193357"/>
                <a:gd name="connsiteX125" fmla="*/ 30956 w 321944"/>
                <a:gd name="connsiteY125" fmla="*/ 83820 h 193357"/>
                <a:gd name="connsiteX126" fmla="*/ 30004 w 321944"/>
                <a:gd name="connsiteY126" fmla="*/ 84772 h 193357"/>
                <a:gd name="connsiteX127" fmla="*/ 27147 w 321944"/>
                <a:gd name="connsiteY127" fmla="*/ 86201 h 193357"/>
                <a:gd name="connsiteX128" fmla="*/ 20003 w 321944"/>
                <a:gd name="connsiteY128" fmla="*/ 85725 h 193357"/>
                <a:gd name="connsiteX129" fmla="*/ 17622 w 321944"/>
                <a:gd name="connsiteY129" fmla="*/ 86201 h 193357"/>
                <a:gd name="connsiteX130" fmla="*/ 16669 w 321944"/>
                <a:gd name="connsiteY130" fmla="*/ 87154 h 193357"/>
                <a:gd name="connsiteX131" fmla="*/ 16669 w 321944"/>
                <a:gd name="connsiteY131" fmla="*/ 88582 h 193357"/>
                <a:gd name="connsiteX132" fmla="*/ 15716 w 321944"/>
                <a:gd name="connsiteY132" fmla="*/ 89059 h 193357"/>
                <a:gd name="connsiteX133" fmla="*/ 14288 w 321944"/>
                <a:gd name="connsiteY133" fmla="*/ 90488 h 193357"/>
                <a:gd name="connsiteX134" fmla="*/ 12382 w 321944"/>
                <a:gd name="connsiteY134" fmla="*/ 90964 h 193357"/>
                <a:gd name="connsiteX135" fmla="*/ 9049 w 321944"/>
                <a:gd name="connsiteY135" fmla="*/ 89535 h 193357"/>
                <a:gd name="connsiteX136" fmla="*/ 953 w 321944"/>
                <a:gd name="connsiteY136" fmla="*/ 90964 h 193357"/>
                <a:gd name="connsiteX137" fmla="*/ 0 w 321944"/>
                <a:gd name="connsiteY137" fmla="*/ 91916 h 193357"/>
                <a:gd name="connsiteX138" fmla="*/ 1905 w 321944"/>
                <a:gd name="connsiteY138" fmla="*/ 94297 h 193357"/>
                <a:gd name="connsiteX139" fmla="*/ 3810 w 321944"/>
                <a:gd name="connsiteY139" fmla="*/ 97631 h 193357"/>
                <a:gd name="connsiteX140" fmla="*/ 6668 w 321944"/>
                <a:gd name="connsiteY140" fmla="*/ 99060 h 193357"/>
                <a:gd name="connsiteX141" fmla="*/ 9525 w 321944"/>
                <a:gd name="connsiteY141" fmla="*/ 100965 h 193357"/>
                <a:gd name="connsiteX142" fmla="*/ 11430 w 321944"/>
                <a:gd name="connsiteY142" fmla="*/ 101917 h 193357"/>
                <a:gd name="connsiteX143" fmla="*/ 13811 w 321944"/>
                <a:gd name="connsiteY143" fmla="*/ 105727 h 193357"/>
                <a:gd name="connsiteX144" fmla="*/ 15716 w 321944"/>
                <a:gd name="connsiteY144" fmla="*/ 107632 h 193357"/>
                <a:gd name="connsiteX145" fmla="*/ 16193 w 321944"/>
                <a:gd name="connsiteY145" fmla="*/ 107632 h 193357"/>
                <a:gd name="connsiteX146" fmla="*/ 17145 w 321944"/>
                <a:gd name="connsiteY146" fmla="*/ 107156 h 193357"/>
                <a:gd name="connsiteX147" fmla="*/ 17622 w 321944"/>
                <a:gd name="connsiteY147" fmla="*/ 106680 h 193357"/>
                <a:gd name="connsiteX148" fmla="*/ 18098 w 321944"/>
                <a:gd name="connsiteY148" fmla="*/ 107156 h 193357"/>
                <a:gd name="connsiteX149" fmla="*/ 18098 w 321944"/>
                <a:gd name="connsiteY149" fmla="*/ 108109 h 193357"/>
                <a:gd name="connsiteX150" fmla="*/ 18098 w 321944"/>
                <a:gd name="connsiteY150" fmla="*/ 110966 h 193357"/>
                <a:gd name="connsiteX151" fmla="*/ 17622 w 321944"/>
                <a:gd name="connsiteY151" fmla="*/ 113347 h 193357"/>
                <a:gd name="connsiteX152" fmla="*/ 18574 w 321944"/>
                <a:gd name="connsiteY152" fmla="*/ 116205 h 193357"/>
                <a:gd name="connsiteX153" fmla="*/ 18574 w 321944"/>
                <a:gd name="connsiteY153" fmla="*/ 116681 h 193357"/>
                <a:gd name="connsiteX154" fmla="*/ 18098 w 321944"/>
                <a:gd name="connsiteY154" fmla="*/ 117634 h 193357"/>
                <a:gd name="connsiteX155" fmla="*/ 18098 w 321944"/>
                <a:gd name="connsiteY155" fmla="*/ 118110 h 193357"/>
                <a:gd name="connsiteX156" fmla="*/ 18574 w 321944"/>
                <a:gd name="connsiteY156" fmla="*/ 119063 h 193357"/>
                <a:gd name="connsiteX157" fmla="*/ 21431 w 321944"/>
                <a:gd name="connsiteY157" fmla="*/ 120491 h 193357"/>
                <a:gd name="connsiteX158" fmla="*/ 23813 w 321944"/>
                <a:gd name="connsiteY158" fmla="*/ 123349 h 193357"/>
                <a:gd name="connsiteX159" fmla="*/ 26670 w 321944"/>
                <a:gd name="connsiteY159" fmla="*/ 125254 h 193357"/>
                <a:gd name="connsiteX160" fmla="*/ 29051 w 321944"/>
                <a:gd name="connsiteY160" fmla="*/ 126206 h 193357"/>
                <a:gd name="connsiteX161" fmla="*/ 30480 w 321944"/>
                <a:gd name="connsiteY161" fmla="*/ 126206 h 193357"/>
                <a:gd name="connsiteX162" fmla="*/ 33338 w 321944"/>
                <a:gd name="connsiteY162" fmla="*/ 128588 h 193357"/>
                <a:gd name="connsiteX163" fmla="*/ 38576 w 321944"/>
                <a:gd name="connsiteY163" fmla="*/ 130016 h 193357"/>
                <a:gd name="connsiteX164" fmla="*/ 40481 w 321944"/>
                <a:gd name="connsiteY164" fmla="*/ 130492 h 193357"/>
                <a:gd name="connsiteX165" fmla="*/ 41434 w 321944"/>
                <a:gd name="connsiteY165" fmla="*/ 131445 h 193357"/>
                <a:gd name="connsiteX166" fmla="*/ 42386 w 321944"/>
                <a:gd name="connsiteY166" fmla="*/ 132397 h 193357"/>
                <a:gd name="connsiteX167" fmla="*/ 42386 w 321944"/>
                <a:gd name="connsiteY167" fmla="*/ 133350 h 193357"/>
                <a:gd name="connsiteX168" fmla="*/ 41434 w 321944"/>
                <a:gd name="connsiteY168" fmla="*/ 133826 h 193357"/>
                <a:gd name="connsiteX169" fmla="*/ 40481 w 321944"/>
                <a:gd name="connsiteY169" fmla="*/ 135255 h 193357"/>
                <a:gd name="connsiteX170" fmla="*/ 40005 w 321944"/>
                <a:gd name="connsiteY170" fmla="*/ 137160 h 193357"/>
                <a:gd name="connsiteX171" fmla="*/ 39053 w 321944"/>
                <a:gd name="connsiteY171" fmla="*/ 137636 h 193357"/>
                <a:gd name="connsiteX172" fmla="*/ 38100 w 321944"/>
                <a:gd name="connsiteY172" fmla="*/ 137636 h 193357"/>
                <a:gd name="connsiteX173" fmla="*/ 37624 w 321944"/>
                <a:gd name="connsiteY173" fmla="*/ 138113 h 193357"/>
                <a:gd name="connsiteX174" fmla="*/ 37624 w 321944"/>
                <a:gd name="connsiteY174" fmla="*/ 139065 h 193357"/>
                <a:gd name="connsiteX175" fmla="*/ 38576 w 321944"/>
                <a:gd name="connsiteY175" fmla="*/ 139541 h 193357"/>
                <a:gd name="connsiteX176" fmla="*/ 39529 w 321944"/>
                <a:gd name="connsiteY176" fmla="*/ 140017 h 193357"/>
                <a:gd name="connsiteX177" fmla="*/ 41910 w 321944"/>
                <a:gd name="connsiteY177" fmla="*/ 140970 h 193357"/>
                <a:gd name="connsiteX178" fmla="*/ 43815 w 321944"/>
                <a:gd name="connsiteY178" fmla="*/ 141922 h 193357"/>
                <a:gd name="connsiteX179" fmla="*/ 43815 w 321944"/>
                <a:gd name="connsiteY179" fmla="*/ 142399 h 193357"/>
                <a:gd name="connsiteX180" fmla="*/ 43339 w 321944"/>
                <a:gd name="connsiteY180" fmla="*/ 143351 h 193357"/>
                <a:gd name="connsiteX181" fmla="*/ 40481 w 321944"/>
                <a:gd name="connsiteY181" fmla="*/ 143827 h 193357"/>
                <a:gd name="connsiteX182" fmla="*/ 38576 w 321944"/>
                <a:gd name="connsiteY182" fmla="*/ 143827 h 193357"/>
                <a:gd name="connsiteX183" fmla="*/ 37624 w 321944"/>
                <a:gd name="connsiteY183" fmla="*/ 144304 h 193357"/>
                <a:gd name="connsiteX184" fmla="*/ 38100 w 321944"/>
                <a:gd name="connsiteY184" fmla="*/ 145732 h 193357"/>
                <a:gd name="connsiteX185" fmla="*/ 43339 w 321944"/>
                <a:gd name="connsiteY185" fmla="*/ 147161 h 193357"/>
                <a:gd name="connsiteX186" fmla="*/ 45720 w 321944"/>
                <a:gd name="connsiteY186" fmla="*/ 148590 h 193357"/>
                <a:gd name="connsiteX187" fmla="*/ 47149 w 321944"/>
                <a:gd name="connsiteY187" fmla="*/ 150495 h 193357"/>
                <a:gd name="connsiteX188" fmla="*/ 50959 w 321944"/>
                <a:gd name="connsiteY188" fmla="*/ 151924 h 193357"/>
                <a:gd name="connsiteX189" fmla="*/ 56674 w 321944"/>
                <a:gd name="connsiteY189" fmla="*/ 152400 h 193357"/>
                <a:gd name="connsiteX190" fmla="*/ 60484 w 321944"/>
                <a:gd name="connsiteY190" fmla="*/ 154305 h 193357"/>
                <a:gd name="connsiteX191" fmla="*/ 62865 w 321944"/>
                <a:gd name="connsiteY191" fmla="*/ 157639 h 193357"/>
                <a:gd name="connsiteX192" fmla="*/ 66675 w 321944"/>
                <a:gd name="connsiteY192" fmla="*/ 156686 h 193357"/>
                <a:gd name="connsiteX193" fmla="*/ 71438 w 321944"/>
                <a:gd name="connsiteY193" fmla="*/ 151924 h 193357"/>
                <a:gd name="connsiteX194" fmla="*/ 76676 w 321944"/>
                <a:gd name="connsiteY194" fmla="*/ 150495 h 193357"/>
                <a:gd name="connsiteX195" fmla="*/ 81439 w 321944"/>
                <a:gd name="connsiteY195" fmla="*/ 152876 h 193357"/>
                <a:gd name="connsiteX196" fmla="*/ 84297 w 321944"/>
                <a:gd name="connsiteY196" fmla="*/ 154781 h 193357"/>
                <a:gd name="connsiteX197" fmla="*/ 84773 w 321944"/>
                <a:gd name="connsiteY197" fmla="*/ 156210 h 193357"/>
                <a:gd name="connsiteX198" fmla="*/ 83344 w 321944"/>
                <a:gd name="connsiteY198" fmla="*/ 157163 h 193357"/>
                <a:gd name="connsiteX199" fmla="*/ 80963 w 321944"/>
                <a:gd name="connsiteY199" fmla="*/ 156686 h 193357"/>
                <a:gd name="connsiteX200" fmla="*/ 78581 w 321944"/>
                <a:gd name="connsiteY200" fmla="*/ 157639 h 193357"/>
                <a:gd name="connsiteX201" fmla="*/ 76676 w 321944"/>
                <a:gd name="connsiteY201" fmla="*/ 159544 h 193357"/>
                <a:gd name="connsiteX202" fmla="*/ 76676 w 321944"/>
                <a:gd name="connsiteY202" fmla="*/ 161925 h 193357"/>
                <a:gd name="connsiteX203" fmla="*/ 77629 w 321944"/>
                <a:gd name="connsiteY203" fmla="*/ 164306 h 193357"/>
                <a:gd name="connsiteX204" fmla="*/ 79534 w 321944"/>
                <a:gd name="connsiteY204" fmla="*/ 165735 h 193357"/>
                <a:gd name="connsiteX205" fmla="*/ 81915 w 321944"/>
                <a:gd name="connsiteY205" fmla="*/ 166688 h 193357"/>
                <a:gd name="connsiteX206" fmla="*/ 82868 w 321944"/>
                <a:gd name="connsiteY206" fmla="*/ 168116 h 193357"/>
                <a:gd name="connsiteX207" fmla="*/ 82868 w 321944"/>
                <a:gd name="connsiteY207" fmla="*/ 169545 h 193357"/>
                <a:gd name="connsiteX208" fmla="*/ 83820 w 321944"/>
                <a:gd name="connsiteY208" fmla="*/ 170021 h 193357"/>
                <a:gd name="connsiteX209" fmla="*/ 86201 w 321944"/>
                <a:gd name="connsiteY209" fmla="*/ 171926 h 193357"/>
                <a:gd name="connsiteX210" fmla="*/ 91916 w 321944"/>
                <a:gd name="connsiteY210" fmla="*/ 174784 h 193357"/>
                <a:gd name="connsiteX211" fmla="*/ 94774 w 321944"/>
                <a:gd name="connsiteY211" fmla="*/ 176689 h 193357"/>
                <a:gd name="connsiteX212" fmla="*/ 94298 w 321944"/>
                <a:gd name="connsiteY212" fmla="*/ 178117 h 193357"/>
                <a:gd name="connsiteX213" fmla="*/ 93345 w 321944"/>
                <a:gd name="connsiteY213" fmla="*/ 179070 h 193357"/>
                <a:gd name="connsiteX214" fmla="*/ 90488 w 321944"/>
                <a:gd name="connsiteY214" fmla="*/ 180499 h 193357"/>
                <a:gd name="connsiteX215" fmla="*/ 89059 w 321944"/>
                <a:gd name="connsiteY215" fmla="*/ 181927 h 193357"/>
                <a:gd name="connsiteX216" fmla="*/ 88582 w 321944"/>
                <a:gd name="connsiteY216" fmla="*/ 184309 h 193357"/>
                <a:gd name="connsiteX217" fmla="*/ 89059 w 321944"/>
                <a:gd name="connsiteY217" fmla="*/ 185261 h 193357"/>
                <a:gd name="connsiteX218" fmla="*/ 90964 w 321944"/>
                <a:gd name="connsiteY218" fmla="*/ 186690 h 193357"/>
                <a:gd name="connsiteX219" fmla="*/ 101441 w 321944"/>
                <a:gd name="connsiteY219" fmla="*/ 185261 h 193357"/>
                <a:gd name="connsiteX220" fmla="*/ 111919 w 321944"/>
                <a:gd name="connsiteY220" fmla="*/ 185738 h 193357"/>
                <a:gd name="connsiteX221" fmla="*/ 126206 w 321944"/>
                <a:gd name="connsiteY221" fmla="*/ 188595 h 193357"/>
                <a:gd name="connsiteX222" fmla="*/ 135255 w 321944"/>
                <a:gd name="connsiteY222" fmla="*/ 189547 h 193357"/>
                <a:gd name="connsiteX223" fmla="*/ 142399 w 321944"/>
                <a:gd name="connsiteY223" fmla="*/ 188595 h 193357"/>
                <a:gd name="connsiteX224" fmla="*/ 155257 w 321944"/>
                <a:gd name="connsiteY224" fmla="*/ 190500 h 193357"/>
                <a:gd name="connsiteX225" fmla="*/ 167164 w 321944"/>
                <a:gd name="connsiteY225" fmla="*/ 192881 h 193357"/>
                <a:gd name="connsiteX226" fmla="*/ 178594 w 321944"/>
                <a:gd name="connsiteY226" fmla="*/ 193357 h 193357"/>
                <a:gd name="connsiteX227" fmla="*/ 185261 w 321944"/>
                <a:gd name="connsiteY227" fmla="*/ 191929 h 193357"/>
                <a:gd name="connsiteX228" fmla="*/ 189548 w 321944"/>
                <a:gd name="connsiteY228" fmla="*/ 189547 h 193357"/>
                <a:gd name="connsiteX229" fmla="*/ 193357 w 321944"/>
                <a:gd name="connsiteY229" fmla="*/ 185261 h 193357"/>
                <a:gd name="connsiteX230" fmla="*/ 202882 w 321944"/>
                <a:gd name="connsiteY230" fmla="*/ 179546 h 193357"/>
                <a:gd name="connsiteX231" fmla="*/ 212407 w 321944"/>
                <a:gd name="connsiteY231" fmla="*/ 176213 h 193357"/>
                <a:gd name="connsiteX232" fmla="*/ 224790 w 321944"/>
                <a:gd name="connsiteY232" fmla="*/ 173831 h 193357"/>
                <a:gd name="connsiteX233" fmla="*/ 232886 w 321944"/>
                <a:gd name="connsiteY233" fmla="*/ 172879 h 193357"/>
                <a:gd name="connsiteX234" fmla="*/ 233839 w 321944"/>
                <a:gd name="connsiteY234" fmla="*/ 173831 h 193357"/>
                <a:gd name="connsiteX235" fmla="*/ 244316 w 321944"/>
                <a:gd name="connsiteY235" fmla="*/ 179070 h 193357"/>
                <a:gd name="connsiteX236" fmla="*/ 249079 w 321944"/>
                <a:gd name="connsiteY236" fmla="*/ 179070 h 193357"/>
                <a:gd name="connsiteX237" fmla="*/ 252413 w 321944"/>
                <a:gd name="connsiteY237" fmla="*/ 180022 h 193357"/>
                <a:gd name="connsiteX238" fmla="*/ 253841 w 321944"/>
                <a:gd name="connsiteY238" fmla="*/ 181451 h 193357"/>
                <a:gd name="connsiteX239" fmla="*/ 254794 w 321944"/>
                <a:gd name="connsiteY239" fmla="*/ 181927 h 193357"/>
                <a:gd name="connsiteX240" fmla="*/ 260032 w 321944"/>
                <a:gd name="connsiteY240" fmla="*/ 180499 h 193357"/>
                <a:gd name="connsiteX241" fmla="*/ 261938 w 321944"/>
                <a:gd name="connsiteY241" fmla="*/ 183356 h 193357"/>
                <a:gd name="connsiteX242" fmla="*/ 265272 w 321944"/>
                <a:gd name="connsiteY242" fmla="*/ 187166 h 193357"/>
                <a:gd name="connsiteX243" fmla="*/ 271463 w 321944"/>
                <a:gd name="connsiteY243" fmla="*/ 189071 h 193357"/>
                <a:gd name="connsiteX244" fmla="*/ 276701 w 321944"/>
                <a:gd name="connsiteY244" fmla="*/ 190500 h 193357"/>
                <a:gd name="connsiteX245" fmla="*/ 278130 w 321944"/>
                <a:gd name="connsiteY245" fmla="*/ 190500 h 193357"/>
                <a:gd name="connsiteX246" fmla="*/ 283845 w 321944"/>
                <a:gd name="connsiteY246" fmla="*/ 190500 h 193357"/>
                <a:gd name="connsiteX247" fmla="*/ 283845 w 321944"/>
                <a:gd name="connsiteY247" fmla="*/ 188119 h 193357"/>
                <a:gd name="connsiteX248" fmla="*/ 286226 w 321944"/>
                <a:gd name="connsiteY248" fmla="*/ 180499 h 193357"/>
                <a:gd name="connsiteX249" fmla="*/ 285750 w 321944"/>
                <a:gd name="connsiteY249" fmla="*/ 167640 h 193357"/>
                <a:gd name="connsiteX250" fmla="*/ 287655 w 321944"/>
                <a:gd name="connsiteY250" fmla="*/ 164306 h 193357"/>
                <a:gd name="connsiteX251" fmla="*/ 292894 w 321944"/>
                <a:gd name="connsiteY251" fmla="*/ 159067 h 193357"/>
                <a:gd name="connsiteX252" fmla="*/ 293847 w 321944"/>
                <a:gd name="connsiteY252" fmla="*/ 156210 h 193357"/>
                <a:gd name="connsiteX253" fmla="*/ 291465 w 321944"/>
                <a:gd name="connsiteY253" fmla="*/ 156686 h 193357"/>
                <a:gd name="connsiteX254" fmla="*/ 291465 w 321944"/>
                <a:gd name="connsiteY254" fmla="*/ 154781 h 193357"/>
                <a:gd name="connsiteX255" fmla="*/ 292418 w 321944"/>
                <a:gd name="connsiteY255" fmla="*/ 153352 h 193357"/>
                <a:gd name="connsiteX256" fmla="*/ 292894 w 321944"/>
                <a:gd name="connsiteY256" fmla="*/ 150019 h 193357"/>
                <a:gd name="connsiteX257" fmla="*/ 293370 w 321944"/>
                <a:gd name="connsiteY257" fmla="*/ 149066 h 193357"/>
                <a:gd name="connsiteX258" fmla="*/ 295275 w 321944"/>
                <a:gd name="connsiteY258" fmla="*/ 146209 h 193357"/>
                <a:gd name="connsiteX259" fmla="*/ 294323 w 321944"/>
                <a:gd name="connsiteY259" fmla="*/ 141922 h 193357"/>
                <a:gd name="connsiteX260" fmla="*/ 295275 w 321944"/>
                <a:gd name="connsiteY260" fmla="*/ 140017 h 193357"/>
                <a:gd name="connsiteX261" fmla="*/ 297180 w 321944"/>
                <a:gd name="connsiteY261" fmla="*/ 138589 h 193357"/>
                <a:gd name="connsiteX262" fmla="*/ 300990 w 321944"/>
                <a:gd name="connsiteY262" fmla="*/ 139541 h 193357"/>
                <a:gd name="connsiteX263" fmla="*/ 299561 w 321944"/>
                <a:gd name="connsiteY263" fmla="*/ 141446 h 193357"/>
                <a:gd name="connsiteX264" fmla="*/ 300038 w 321944"/>
                <a:gd name="connsiteY264" fmla="*/ 143827 h 193357"/>
                <a:gd name="connsiteX265" fmla="*/ 300514 w 321944"/>
                <a:gd name="connsiteY265" fmla="*/ 146685 h 193357"/>
                <a:gd name="connsiteX266" fmla="*/ 299561 w 321944"/>
                <a:gd name="connsiteY266" fmla="*/ 148590 h 193357"/>
                <a:gd name="connsiteX267" fmla="*/ 316706 w 321944"/>
                <a:gd name="connsiteY267" fmla="*/ 144780 h 193357"/>
                <a:gd name="connsiteX268" fmla="*/ 318611 w 321944"/>
                <a:gd name="connsiteY268" fmla="*/ 141922 h 193357"/>
                <a:gd name="connsiteX269" fmla="*/ 319564 w 321944"/>
                <a:gd name="connsiteY269" fmla="*/ 139065 h 193357"/>
                <a:gd name="connsiteX270" fmla="*/ 320993 w 321944"/>
                <a:gd name="connsiteY270" fmla="*/ 131921 h 193357"/>
                <a:gd name="connsiteX271" fmla="*/ 321469 w 321944"/>
                <a:gd name="connsiteY271" fmla="*/ 130492 h 193357"/>
                <a:gd name="connsiteX272" fmla="*/ 321945 w 321944"/>
                <a:gd name="connsiteY272" fmla="*/ 127635 h 19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321944" h="193357">
                  <a:moveTo>
                    <a:pt x="320040" y="125254"/>
                  </a:moveTo>
                  <a:lnTo>
                    <a:pt x="317182" y="122872"/>
                  </a:lnTo>
                  <a:lnTo>
                    <a:pt x="311468" y="120967"/>
                  </a:lnTo>
                  <a:lnTo>
                    <a:pt x="305276" y="121444"/>
                  </a:lnTo>
                  <a:lnTo>
                    <a:pt x="298609" y="125254"/>
                  </a:lnTo>
                  <a:lnTo>
                    <a:pt x="294323" y="126206"/>
                  </a:lnTo>
                  <a:lnTo>
                    <a:pt x="291941" y="125254"/>
                  </a:lnTo>
                  <a:lnTo>
                    <a:pt x="290513" y="125730"/>
                  </a:lnTo>
                  <a:lnTo>
                    <a:pt x="290036" y="126682"/>
                  </a:lnTo>
                  <a:lnTo>
                    <a:pt x="290036" y="127159"/>
                  </a:lnTo>
                  <a:lnTo>
                    <a:pt x="290513" y="128111"/>
                  </a:lnTo>
                  <a:lnTo>
                    <a:pt x="290513" y="128588"/>
                  </a:lnTo>
                  <a:lnTo>
                    <a:pt x="289560" y="128588"/>
                  </a:lnTo>
                  <a:lnTo>
                    <a:pt x="279082" y="126206"/>
                  </a:lnTo>
                  <a:lnTo>
                    <a:pt x="274797" y="123825"/>
                  </a:lnTo>
                  <a:lnTo>
                    <a:pt x="270986" y="119539"/>
                  </a:lnTo>
                  <a:lnTo>
                    <a:pt x="269081" y="117157"/>
                  </a:lnTo>
                  <a:lnTo>
                    <a:pt x="267653" y="114776"/>
                  </a:lnTo>
                  <a:lnTo>
                    <a:pt x="266224" y="113347"/>
                  </a:lnTo>
                  <a:lnTo>
                    <a:pt x="266700" y="112871"/>
                  </a:lnTo>
                  <a:lnTo>
                    <a:pt x="268129" y="112395"/>
                  </a:lnTo>
                  <a:lnTo>
                    <a:pt x="269081" y="111442"/>
                  </a:lnTo>
                  <a:lnTo>
                    <a:pt x="269081" y="108585"/>
                  </a:lnTo>
                  <a:lnTo>
                    <a:pt x="268605" y="105251"/>
                  </a:lnTo>
                  <a:lnTo>
                    <a:pt x="267653" y="103822"/>
                  </a:lnTo>
                  <a:lnTo>
                    <a:pt x="267653" y="101441"/>
                  </a:lnTo>
                  <a:lnTo>
                    <a:pt x="267176" y="97631"/>
                  </a:lnTo>
                  <a:lnTo>
                    <a:pt x="267653" y="90488"/>
                  </a:lnTo>
                  <a:lnTo>
                    <a:pt x="270510" y="81915"/>
                  </a:lnTo>
                  <a:lnTo>
                    <a:pt x="271939" y="77629"/>
                  </a:lnTo>
                  <a:lnTo>
                    <a:pt x="271463" y="75247"/>
                  </a:lnTo>
                  <a:lnTo>
                    <a:pt x="271939" y="69532"/>
                  </a:lnTo>
                  <a:lnTo>
                    <a:pt x="270986" y="66675"/>
                  </a:lnTo>
                  <a:lnTo>
                    <a:pt x="269081" y="62865"/>
                  </a:lnTo>
                  <a:lnTo>
                    <a:pt x="266224" y="55245"/>
                  </a:lnTo>
                  <a:lnTo>
                    <a:pt x="262890" y="52388"/>
                  </a:lnTo>
                  <a:lnTo>
                    <a:pt x="258604" y="49530"/>
                  </a:lnTo>
                  <a:lnTo>
                    <a:pt x="257175" y="47149"/>
                  </a:lnTo>
                  <a:lnTo>
                    <a:pt x="255747" y="44291"/>
                  </a:lnTo>
                  <a:lnTo>
                    <a:pt x="253365" y="41910"/>
                  </a:lnTo>
                  <a:lnTo>
                    <a:pt x="250507" y="39529"/>
                  </a:lnTo>
                  <a:lnTo>
                    <a:pt x="247174" y="33814"/>
                  </a:lnTo>
                  <a:lnTo>
                    <a:pt x="245745" y="31432"/>
                  </a:lnTo>
                  <a:lnTo>
                    <a:pt x="245269" y="30480"/>
                  </a:lnTo>
                  <a:lnTo>
                    <a:pt x="241459" y="26670"/>
                  </a:lnTo>
                  <a:lnTo>
                    <a:pt x="239078" y="23336"/>
                  </a:lnTo>
                  <a:lnTo>
                    <a:pt x="238125" y="20955"/>
                  </a:lnTo>
                  <a:lnTo>
                    <a:pt x="237649" y="18097"/>
                  </a:lnTo>
                  <a:lnTo>
                    <a:pt x="234791" y="13335"/>
                  </a:lnTo>
                  <a:lnTo>
                    <a:pt x="232410" y="9525"/>
                  </a:lnTo>
                  <a:lnTo>
                    <a:pt x="230029" y="6667"/>
                  </a:lnTo>
                  <a:lnTo>
                    <a:pt x="229076" y="4763"/>
                  </a:lnTo>
                  <a:lnTo>
                    <a:pt x="226219" y="2381"/>
                  </a:lnTo>
                  <a:lnTo>
                    <a:pt x="222409" y="476"/>
                  </a:lnTo>
                  <a:lnTo>
                    <a:pt x="220028" y="0"/>
                  </a:lnTo>
                  <a:lnTo>
                    <a:pt x="216694" y="0"/>
                  </a:lnTo>
                  <a:lnTo>
                    <a:pt x="215265" y="476"/>
                  </a:lnTo>
                  <a:lnTo>
                    <a:pt x="210979" y="1429"/>
                  </a:lnTo>
                  <a:lnTo>
                    <a:pt x="206216" y="2857"/>
                  </a:lnTo>
                  <a:lnTo>
                    <a:pt x="205264" y="6667"/>
                  </a:lnTo>
                  <a:lnTo>
                    <a:pt x="203835" y="8572"/>
                  </a:lnTo>
                  <a:lnTo>
                    <a:pt x="201454" y="11906"/>
                  </a:lnTo>
                  <a:lnTo>
                    <a:pt x="192405" y="12859"/>
                  </a:lnTo>
                  <a:lnTo>
                    <a:pt x="185261" y="14288"/>
                  </a:lnTo>
                  <a:lnTo>
                    <a:pt x="177641" y="15240"/>
                  </a:lnTo>
                  <a:lnTo>
                    <a:pt x="167640" y="19050"/>
                  </a:lnTo>
                  <a:lnTo>
                    <a:pt x="164306" y="22384"/>
                  </a:lnTo>
                  <a:lnTo>
                    <a:pt x="160973" y="23336"/>
                  </a:lnTo>
                  <a:lnTo>
                    <a:pt x="158115" y="23336"/>
                  </a:lnTo>
                  <a:lnTo>
                    <a:pt x="156210" y="21907"/>
                  </a:lnTo>
                  <a:lnTo>
                    <a:pt x="150019" y="16669"/>
                  </a:lnTo>
                  <a:lnTo>
                    <a:pt x="147161" y="14288"/>
                  </a:lnTo>
                  <a:lnTo>
                    <a:pt x="144304" y="13811"/>
                  </a:lnTo>
                  <a:lnTo>
                    <a:pt x="140494" y="14288"/>
                  </a:lnTo>
                  <a:lnTo>
                    <a:pt x="137160" y="15240"/>
                  </a:lnTo>
                  <a:lnTo>
                    <a:pt x="133826" y="15240"/>
                  </a:lnTo>
                  <a:lnTo>
                    <a:pt x="129540" y="13811"/>
                  </a:lnTo>
                  <a:lnTo>
                    <a:pt x="129540" y="13811"/>
                  </a:lnTo>
                  <a:lnTo>
                    <a:pt x="127635" y="14288"/>
                  </a:lnTo>
                  <a:lnTo>
                    <a:pt x="117634" y="12382"/>
                  </a:lnTo>
                  <a:lnTo>
                    <a:pt x="116681" y="11906"/>
                  </a:lnTo>
                  <a:lnTo>
                    <a:pt x="116205" y="11906"/>
                  </a:lnTo>
                  <a:lnTo>
                    <a:pt x="115253" y="11430"/>
                  </a:lnTo>
                  <a:lnTo>
                    <a:pt x="107632" y="11906"/>
                  </a:lnTo>
                  <a:lnTo>
                    <a:pt x="100489" y="7620"/>
                  </a:lnTo>
                  <a:lnTo>
                    <a:pt x="98584" y="7620"/>
                  </a:lnTo>
                  <a:lnTo>
                    <a:pt x="96679" y="9525"/>
                  </a:lnTo>
                  <a:lnTo>
                    <a:pt x="95726" y="10954"/>
                  </a:lnTo>
                  <a:lnTo>
                    <a:pt x="90488" y="12859"/>
                  </a:lnTo>
                  <a:lnTo>
                    <a:pt x="89535" y="13811"/>
                  </a:lnTo>
                  <a:lnTo>
                    <a:pt x="88582" y="14764"/>
                  </a:lnTo>
                  <a:lnTo>
                    <a:pt x="82868" y="20002"/>
                  </a:lnTo>
                  <a:lnTo>
                    <a:pt x="80486" y="21431"/>
                  </a:lnTo>
                  <a:lnTo>
                    <a:pt x="78581" y="21907"/>
                  </a:lnTo>
                  <a:lnTo>
                    <a:pt x="76200" y="20955"/>
                  </a:lnTo>
                  <a:lnTo>
                    <a:pt x="73819" y="21431"/>
                  </a:lnTo>
                  <a:lnTo>
                    <a:pt x="71438" y="22860"/>
                  </a:lnTo>
                  <a:lnTo>
                    <a:pt x="69532" y="23336"/>
                  </a:lnTo>
                  <a:lnTo>
                    <a:pt x="68104" y="24289"/>
                  </a:lnTo>
                  <a:lnTo>
                    <a:pt x="65723" y="27146"/>
                  </a:lnTo>
                  <a:lnTo>
                    <a:pt x="63341" y="30004"/>
                  </a:lnTo>
                  <a:lnTo>
                    <a:pt x="60960" y="31432"/>
                  </a:lnTo>
                  <a:lnTo>
                    <a:pt x="59531" y="32861"/>
                  </a:lnTo>
                  <a:lnTo>
                    <a:pt x="59531" y="37147"/>
                  </a:lnTo>
                  <a:lnTo>
                    <a:pt x="58103" y="38576"/>
                  </a:lnTo>
                  <a:lnTo>
                    <a:pt x="56198" y="40005"/>
                  </a:lnTo>
                  <a:lnTo>
                    <a:pt x="55245" y="41434"/>
                  </a:lnTo>
                  <a:lnTo>
                    <a:pt x="52388" y="48101"/>
                  </a:lnTo>
                  <a:lnTo>
                    <a:pt x="50006" y="50482"/>
                  </a:lnTo>
                  <a:lnTo>
                    <a:pt x="48101" y="52388"/>
                  </a:lnTo>
                  <a:lnTo>
                    <a:pt x="47625" y="53816"/>
                  </a:lnTo>
                  <a:lnTo>
                    <a:pt x="47625" y="55721"/>
                  </a:lnTo>
                  <a:lnTo>
                    <a:pt x="45720" y="59531"/>
                  </a:lnTo>
                  <a:lnTo>
                    <a:pt x="42386" y="63341"/>
                  </a:lnTo>
                  <a:lnTo>
                    <a:pt x="41910" y="64770"/>
                  </a:lnTo>
                  <a:lnTo>
                    <a:pt x="42386" y="66675"/>
                  </a:lnTo>
                  <a:lnTo>
                    <a:pt x="39529" y="69056"/>
                  </a:lnTo>
                  <a:lnTo>
                    <a:pt x="38100" y="70485"/>
                  </a:lnTo>
                  <a:lnTo>
                    <a:pt x="36672" y="70961"/>
                  </a:lnTo>
                  <a:lnTo>
                    <a:pt x="35719" y="72390"/>
                  </a:lnTo>
                  <a:lnTo>
                    <a:pt x="34290" y="76200"/>
                  </a:lnTo>
                  <a:lnTo>
                    <a:pt x="34766" y="77629"/>
                  </a:lnTo>
                  <a:lnTo>
                    <a:pt x="34766" y="79057"/>
                  </a:lnTo>
                  <a:lnTo>
                    <a:pt x="32385" y="80010"/>
                  </a:lnTo>
                  <a:lnTo>
                    <a:pt x="31432" y="81439"/>
                  </a:lnTo>
                  <a:lnTo>
                    <a:pt x="30956" y="83820"/>
                  </a:lnTo>
                  <a:lnTo>
                    <a:pt x="30004" y="84772"/>
                  </a:lnTo>
                  <a:lnTo>
                    <a:pt x="27147" y="86201"/>
                  </a:lnTo>
                  <a:lnTo>
                    <a:pt x="20003" y="85725"/>
                  </a:lnTo>
                  <a:lnTo>
                    <a:pt x="17622" y="86201"/>
                  </a:lnTo>
                  <a:lnTo>
                    <a:pt x="16669" y="87154"/>
                  </a:lnTo>
                  <a:lnTo>
                    <a:pt x="16669" y="88582"/>
                  </a:lnTo>
                  <a:lnTo>
                    <a:pt x="15716" y="89059"/>
                  </a:lnTo>
                  <a:lnTo>
                    <a:pt x="14288" y="90488"/>
                  </a:lnTo>
                  <a:lnTo>
                    <a:pt x="12382" y="90964"/>
                  </a:lnTo>
                  <a:lnTo>
                    <a:pt x="9049" y="89535"/>
                  </a:lnTo>
                  <a:lnTo>
                    <a:pt x="953" y="90964"/>
                  </a:lnTo>
                  <a:lnTo>
                    <a:pt x="0" y="91916"/>
                  </a:lnTo>
                  <a:lnTo>
                    <a:pt x="1905" y="94297"/>
                  </a:lnTo>
                  <a:lnTo>
                    <a:pt x="3810" y="97631"/>
                  </a:lnTo>
                  <a:lnTo>
                    <a:pt x="6668" y="99060"/>
                  </a:lnTo>
                  <a:lnTo>
                    <a:pt x="9525" y="100965"/>
                  </a:lnTo>
                  <a:lnTo>
                    <a:pt x="11430" y="101917"/>
                  </a:lnTo>
                  <a:lnTo>
                    <a:pt x="13811" y="105727"/>
                  </a:lnTo>
                  <a:lnTo>
                    <a:pt x="15716" y="107632"/>
                  </a:lnTo>
                  <a:lnTo>
                    <a:pt x="16193" y="107632"/>
                  </a:lnTo>
                  <a:lnTo>
                    <a:pt x="17145" y="107156"/>
                  </a:lnTo>
                  <a:lnTo>
                    <a:pt x="17622" y="106680"/>
                  </a:lnTo>
                  <a:lnTo>
                    <a:pt x="18098" y="107156"/>
                  </a:lnTo>
                  <a:lnTo>
                    <a:pt x="18098" y="108109"/>
                  </a:lnTo>
                  <a:lnTo>
                    <a:pt x="18098" y="110966"/>
                  </a:lnTo>
                  <a:lnTo>
                    <a:pt x="17622" y="113347"/>
                  </a:lnTo>
                  <a:lnTo>
                    <a:pt x="18574" y="116205"/>
                  </a:lnTo>
                  <a:lnTo>
                    <a:pt x="18574" y="116681"/>
                  </a:lnTo>
                  <a:lnTo>
                    <a:pt x="18098" y="117634"/>
                  </a:lnTo>
                  <a:lnTo>
                    <a:pt x="18098" y="118110"/>
                  </a:lnTo>
                  <a:lnTo>
                    <a:pt x="18574" y="119063"/>
                  </a:lnTo>
                  <a:lnTo>
                    <a:pt x="21431" y="120491"/>
                  </a:lnTo>
                  <a:lnTo>
                    <a:pt x="23813" y="123349"/>
                  </a:lnTo>
                  <a:lnTo>
                    <a:pt x="26670" y="125254"/>
                  </a:lnTo>
                  <a:lnTo>
                    <a:pt x="29051" y="126206"/>
                  </a:lnTo>
                  <a:lnTo>
                    <a:pt x="30480" y="126206"/>
                  </a:lnTo>
                  <a:lnTo>
                    <a:pt x="33338" y="128588"/>
                  </a:lnTo>
                  <a:lnTo>
                    <a:pt x="38576" y="130016"/>
                  </a:lnTo>
                  <a:lnTo>
                    <a:pt x="40481" y="130492"/>
                  </a:lnTo>
                  <a:lnTo>
                    <a:pt x="41434" y="131445"/>
                  </a:lnTo>
                  <a:lnTo>
                    <a:pt x="42386" y="132397"/>
                  </a:lnTo>
                  <a:lnTo>
                    <a:pt x="42386" y="133350"/>
                  </a:lnTo>
                  <a:lnTo>
                    <a:pt x="41434" y="133826"/>
                  </a:lnTo>
                  <a:lnTo>
                    <a:pt x="40481" y="135255"/>
                  </a:lnTo>
                  <a:lnTo>
                    <a:pt x="40005" y="137160"/>
                  </a:lnTo>
                  <a:lnTo>
                    <a:pt x="39053" y="137636"/>
                  </a:lnTo>
                  <a:lnTo>
                    <a:pt x="38100" y="137636"/>
                  </a:lnTo>
                  <a:lnTo>
                    <a:pt x="37624" y="138113"/>
                  </a:lnTo>
                  <a:lnTo>
                    <a:pt x="37624" y="139065"/>
                  </a:lnTo>
                  <a:lnTo>
                    <a:pt x="38576" y="139541"/>
                  </a:lnTo>
                  <a:lnTo>
                    <a:pt x="39529" y="140017"/>
                  </a:lnTo>
                  <a:lnTo>
                    <a:pt x="41910" y="140970"/>
                  </a:lnTo>
                  <a:lnTo>
                    <a:pt x="43815" y="141922"/>
                  </a:lnTo>
                  <a:lnTo>
                    <a:pt x="43815" y="142399"/>
                  </a:lnTo>
                  <a:lnTo>
                    <a:pt x="43339" y="143351"/>
                  </a:lnTo>
                  <a:lnTo>
                    <a:pt x="40481" y="143827"/>
                  </a:lnTo>
                  <a:lnTo>
                    <a:pt x="38576" y="143827"/>
                  </a:lnTo>
                  <a:lnTo>
                    <a:pt x="37624" y="144304"/>
                  </a:lnTo>
                  <a:lnTo>
                    <a:pt x="38100" y="145732"/>
                  </a:lnTo>
                  <a:lnTo>
                    <a:pt x="43339" y="147161"/>
                  </a:lnTo>
                  <a:lnTo>
                    <a:pt x="45720" y="148590"/>
                  </a:lnTo>
                  <a:lnTo>
                    <a:pt x="47149" y="150495"/>
                  </a:lnTo>
                  <a:lnTo>
                    <a:pt x="50959" y="151924"/>
                  </a:lnTo>
                  <a:lnTo>
                    <a:pt x="56674" y="152400"/>
                  </a:lnTo>
                  <a:lnTo>
                    <a:pt x="60484" y="154305"/>
                  </a:lnTo>
                  <a:lnTo>
                    <a:pt x="62865" y="157639"/>
                  </a:lnTo>
                  <a:lnTo>
                    <a:pt x="66675" y="156686"/>
                  </a:lnTo>
                  <a:lnTo>
                    <a:pt x="71438" y="151924"/>
                  </a:lnTo>
                  <a:lnTo>
                    <a:pt x="76676" y="150495"/>
                  </a:lnTo>
                  <a:lnTo>
                    <a:pt x="81439" y="152876"/>
                  </a:lnTo>
                  <a:lnTo>
                    <a:pt x="84297" y="154781"/>
                  </a:lnTo>
                  <a:lnTo>
                    <a:pt x="84773" y="156210"/>
                  </a:lnTo>
                  <a:lnTo>
                    <a:pt x="83344" y="157163"/>
                  </a:lnTo>
                  <a:lnTo>
                    <a:pt x="80963" y="156686"/>
                  </a:lnTo>
                  <a:lnTo>
                    <a:pt x="78581" y="157639"/>
                  </a:lnTo>
                  <a:lnTo>
                    <a:pt x="76676" y="159544"/>
                  </a:lnTo>
                  <a:lnTo>
                    <a:pt x="76676" y="161925"/>
                  </a:lnTo>
                  <a:lnTo>
                    <a:pt x="77629" y="164306"/>
                  </a:lnTo>
                  <a:lnTo>
                    <a:pt x="79534" y="165735"/>
                  </a:lnTo>
                  <a:lnTo>
                    <a:pt x="81915" y="166688"/>
                  </a:lnTo>
                  <a:lnTo>
                    <a:pt x="82868" y="168116"/>
                  </a:lnTo>
                  <a:lnTo>
                    <a:pt x="82868" y="169545"/>
                  </a:lnTo>
                  <a:lnTo>
                    <a:pt x="83820" y="170021"/>
                  </a:lnTo>
                  <a:lnTo>
                    <a:pt x="86201" y="171926"/>
                  </a:lnTo>
                  <a:lnTo>
                    <a:pt x="91916" y="174784"/>
                  </a:lnTo>
                  <a:lnTo>
                    <a:pt x="94774" y="176689"/>
                  </a:lnTo>
                  <a:lnTo>
                    <a:pt x="94298" y="178117"/>
                  </a:lnTo>
                  <a:lnTo>
                    <a:pt x="93345" y="179070"/>
                  </a:lnTo>
                  <a:lnTo>
                    <a:pt x="90488" y="180499"/>
                  </a:lnTo>
                  <a:lnTo>
                    <a:pt x="89059" y="181927"/>
                  </a:lnTo>
                  <a:lnTo>
                    <a:pt x="88582" y="184309"/>
                  </a:lnTo>
                  <a:lnTo>
                    <a:pt x="89059" y="185261"/>
                  </a:lnTo>
                  <a:lnTo>
                    <a:pt x="90964" y="186690"/>
                  </a:lnTo>
                  <a:lnTo>
                    <a:pt x="101441" y="185261"/>
                  </a:lnTo>
                  <a:lnTo>
                    <a:pt x="111919" y="185738"/>
                  </a:lnTo>
                  <a:lnTo>
                    <a:pt x="126206" y="188595"/>
                  </a:lnTo>
                  <a:lnTo>
                    <a:pt x="135255" y="189547"/>
                  </a:lnTo>
                  <a:lnTo>
                    <a:pt x="142399" y="188595"/>
                  </a:lnTo>
                  <a:lnTo>
                    <a:pt x="155257" y="190500"/>
                  </a:lnTo>
                  <a:lnTo>
                    <a:pt x="167164" y="192881"/>
                  </a:lnTo>
                  <a:lnTo>
                    <a:pt x="178594" y="193357"/>
                  </a:lnTo>
                  <a:lnTo>
                    <a:pt x="185261" y="191929"/>
                  </a:lnTo>
                  <a:lnTo>
                    <a:pt x="189548" y="189547"/>
                  </a:lnTo>
                  <a:lnTo>
                    <a:pt x="193357" y="185261"/>
                  </a:lnTo>
                  <a:lnTo>
                    <a:pt x="202882" y="179546"/>
                  </a:lnTo>
                  <a:lnTo>
                    <a:pt x="212407" y="176213"/>
                  </a:lnTo>
                  <a:lnTo>
                    <a:pt x="224790" y="173831"/>
                  </a:lnTo>
                  <a:lnTo>
                    <a:pt x="232886" y="172879"/>
                  </a:lnTo>
                  <a:lnTo>
                    <a:pt x="233839" y="173831"/>
                  </a:lnTo>
                  <a:lnTo>
                    <a:pt x="244316" y="179070"/>
                  </a:lnTo>
                  <a:lnTo>
                    <a:pt x="249079" y="179070"/>
                  </a:lnTo>
                  <a:lnTo>
                    <a:pt x="252413" y="180022"/>
                  </a:lnTo>
                  <a:lnTo>
                    <a:pt x="253841" y="181451"/>
                  </a:lnTo>
                  <a:lnTo>
                    <a:pt x="254794" y="181927"/>
                  </a:lnTo>
                  <a:lnTo>
                    <a:pt x="260032" y="180499"/>
                  </a:lnTo>
                  <a:lnTo>
                    <a:pt x="261938" y="183356"/>
                  </a:lnTo>
                  <a:lnTo>
                    <a:pt x="265272" y="187166"/>
                  </a:lnTo>
                  <a:lnTo>
                    <a:pt x="271463" y="189071"/>
                  </a:lnTo>
                  <a:lnTo>
                    <a:pt x="276701" y="190500"/>
                  </a:lnTo>
                  <a:lnTo>
                    <a:pt x="278130" y="190500"/>
                  </a:lnTo>
                  <a:lnTo>
                    <a:pt x="283845" y="190500"/>
                  </a:lnTo>
                  <a:lnTo>
                    <a:pt x="283845" y="188119"/>
                  </a:lnTo>
                  <a:lnTo>
                    <a:pt x="286226" y="180499"/>
                  </a:lnTo>
                  <a:lnTo>
                    <a:pt x="285750" y="167640"/>
                  </a:lnTo>
                  <a:lnTo>
                    <a:pt x="287655" y="164306"/>
                  </a:lnTo>
                  <a:lnTo>
                    <a:pt x="292894" y="159067"/>
                  </a:lnTo>
                  <a:lnTo>
                    <a:pt x="293847" y="156210"/>
                  </a:lnTo>
                  <a:lnTo>
                    <a:pt x="291465" y="156686"/>
                  </a:lnTo>
                  <a:lnTo>
                    <a:pt x="291465" y="154781"/>
                  </a:lnTo>
                  <a:lnTo>
                    <a:pt x="292418" y="153352"/>
                  </a:lnTo>
                  <a:lnTo>
                    <a:pt x="292894" y="150019"/>
                  </a:lnTo>
                  <a:lnTo>
                    <a:pt x="293370" y="149066"/>
                  </a:lnTo>
                  <a:lnTo>
                    <a:pt x="295275" y="146209"/>
                  </a:lnTo>
                  <a:lnTo>
                    <a:pt x="294323" y="141922"/>
                  </a:lnTo>
                  <a:lnTo>
                    <a:pt x="295275" y="140017"/>
                  </a:lnTo>
                  <a:lnTo>
                    <a:pt x="297180" y="138589"/>
                  </a:lnTo>
                  <a:lnTo>
                    <a:pt x="300990" y="139541"/>
                  </a:lnTo>
                  <a:lnTo>
                    <a:pt x="299561" y="141446"/>
                  </a:lnTo>
                  <a:lnTo>
                    <a:pt x="300038" y="143827"/>
                  </a:lnTo>
                  <a:lnTo>
                    <a:pt x="300514" y="146685"/>
                  </a:lnTo>
                  <a:lnTo>
                    <a:pt x="299561" y="148590"/>
                  </a:lnTo>
                  <a:lnTo>
                    <a:pt x="316706" y="144780"/>
                  </a:lnTo>
                  <a:lnTo>
                    <a:pt x="318611" y="141922"/>
                  </a:lnTo>
                  <a:lnTo>
                    <a:pt x="319564" y="139065"/>
                  </a:lnTo>
                  <a:lnTo>
                    <a:pt x="320993" y="131921"/>
                  </a:lnTo>
                  <a:lnTo>
                    <a:pt x="321469" y="130492"/>
                  </a:lnTo>
                  <a:lnTo>
                    <a:pt x="321945" y="127635"/>
                  </a:lnTo>
                  <a:close/>
                </a:path>
              </a:pathLst>
            </a:custGeom>
            <a:grpFill/>
            <a:ln w="317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051C994F-EC95-4C88-B1CA-5A9A9498750A}"/>
                </a:ext>
              </a:extLst>
            </p:cNvPr>
            <p:cNvSpPr/>
            <p:nvPr/>
          </p:nvSpPr>
          <p:spPr>
            <a:xfrm>
              <a:off x="7446168" y="3400424"/>
              <a:ext cx="29051" cy="57150"/>
            </a:xfrm>
            <a:custGeom>
              <a:avLst/>
              <a:gdLst>
                <a:gd name="connsiteX0" fmla="*/ 29051 w 29051"/>
                <a:gd name="connsiteY0" fmla="*/ 36195 h 57150"/>
                <a:gd name="connsiteX1" fmla="*/ 27623 w 29051"/>
                <a:gd name="connsiteY1" fmla="*/ 31432 h 57150"/>
                <a:gd name="connsiteX2" fmla="*/ 26194 w 29051"/>
                <a:gd name="connsiteY2" fmla="*/ 27622 h 57150"/>
                <a:gd name="connsiteX3" fmla="*/ 25718 w 29051"/>
                <a:gd name="connsiteY3" fmla="*/ 25241 h 57150"/>
                <a:gd name="connsiteX4" fmla="*/ 25241 w 29051"/>
                <a:gd name="connsiteY4" fmla="*/ 22860 h 57150"/>
                <a:gd name="connsiteX5" fmla="*/ 26670 w 29051"/>
                <a:gd name="connsiteY5" fmla="*/ 17145 h 57150"/>
                <a:gd name="connsiteX6" fmla="*/ 28099 w 29051"/>
                <a:gd name="connsiteY6" fmla="*/ 13335 h 57150"/>
                <a:gd name="connsiteX7" fmla="*/ 27146 w 29051"/>
                <a:gd name="connsiteY7" fmla="*/ 9049 h 57150"/>
                <a:gd name="connsiteX8" fmla="*/ 21907 w 29051"/>
                <a:gd name="connsiteY8" fmla="*/ 5239 h 57150"/>
                <a:gd name="connsiteX9" fmla="*/ 17621 w 29051"/>
                <a:gd name="connsiteY9" fmla="*/ 0 h 57150"/>
                <a:gd name="connsiteX10" fmla="*/ 12382 w 29051"/>
                <a:gd name="connsiteY10" fmla="*/ 2857 h 57150"/>
                <a:gd name="connsiteX11" fmla="*/ 8573 w 29051"/>
                <a:gd name="connsiteY11" fmla="*/ 6191 h 57150"/>
                <a:gd name="connsiteX12" fmla="*/ 5239 w 29051"/>
                <a:gd name="connsiteY12" fmla="*/ 15716 h 57150"/>
                <a:gd name="connsiteX13" fmla="*/ 4286 w 29051"/>
                <a:gd name="connsiteY13" fmla="*/ 19526 h 57150"/>
                <a:gd name="connsiteX14" fmla="*/ 1905 w 29051"/>
                <a:gd name="connsiteY14" fmla="*/ 23813 h 57150"/>
                <a:gd name="connsiteX15" fmla="*/ 476 w 29051"/>
                <a:gd name="connsiteY15" fmla="*/ 25718 h 57150"/>
                <a:gd name="connsiteX16" fmla="*/ 0 w 29051"/>
                <a:gd name="connsiteY16" fmla="*/ 27146 h 57150"/>
                <a:gd name="connsiteX17" fmla="*/ 952 w 29051"/>
                <a:gd name="connsiteY17" fmla="*/ 35243 h 57150"/>
                <a:gd name="connsiteX18" fmla="*/ 3334 w 29051"/>
                <a:gd name="connsiteY18" fmla="*/ 45244 h 57150"/>
                <a:gd name="connsiteX19" fmla="*/ 2857 w 29051"/>
                <a:gd name="connsiteY19" fmla="*/ 46672 h 57150"/>
                <a:gd name="connsiteX20" fmla="*/ 1905 w 29051"/>
                <a:gd name="connsiteY20" fmla="*/ 49054 h 57150"/>
                <a:gd name="connsiteX21" fmla="*/ 3810 w 29051"/>
                <a:gd name="connsiteY21" fmla="*/ 52864 h 57150"/>
                <a:gd name="connsiteX22" fmla="*/ 6191 w 29051"/>
                <a:gd name="connsiteY22" fmla="*/ 55721 h 57150"/>
                <a:gd name="connsiteX23" fmla="*/ 7144 w 29051"/>
                <a:gd name="connsiteY23" fmla="*/ 56674 h 57150"/>
                <a:gd name="connsiteX24" fmla="*/ 9525 w 29051"/>
                <a:gd name="connsiteY24" fmla="*/ 57150 h 57150"/>
                <a:gd name="connsiteX25" fmla="*/ 11906 w 29051"/>
                <a:gd name="connsiteY25" fmla="*/ 57150 h 57150"/>
                <a:gd name="connsiteX26" fmla="*/ 14764 w 29051"/>
                <a:gd name="connsiteY26" fmla="*/ 56197 h 57150"/>
                <a:gd name="connsiteX27" fmla="*/ 17621 w 29051"/>
                <a:gd name="connsiteY27" fmla="*/ 55245 h 57150"/>
                <a:gd name="connsiteX28" fmla="*/ 21907 w 29051"/>
                <a:gd name="connsiteY28" fmla="*/ 54293 h 57150"/>
                <a:gd name="connsiteX29" fmla="*/ 22860 w 29051"/>
                <a:gd name="connsiteY29" fmla="*/ 53340 h 57150"/>
                <a:gd name="connsiteX30" fmla="*/ 26670 w 29051"/>
                <a:gd name="connsiteY30" fmla="*/ 45244 h 57150"/>
                <a:gd name="connsiteX31" fmla="*/ 28575 w 29051"/>
                <a:gd name="connsiteY31" fmla="*/ 42863 h 57150"/>
                <a:gd name="connsiteX32" fmla="*/ 29051 w 29051"/>
                <a:gd name="connsiteY32" fmla="*/ 3952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051" h="57150">
                  <a:moveTo>
                    <a:pt x="29051" y="36195"/>
                  </a:moveTo>
                  <a:lnTo>
                    <a:pt x="27623" y="31432"/>
                  </a:lnTo>
                  <a:lnTo>
                    <a:pt x="26194" y="27622"/>
                  </a:lnTo>
                  <a:lnTo>
                    <a:pt x="25718" y="25241"/>
                  </a:lnTo>
                  <a:lnTo>
                    <a:pt x="25241" y="22860"/>
                  </a:lnTo>
                  <a:lnTo>
                    <a:pt x="26670" y="17145"/>
                  </a:lnTo>
                  <a:lnTo>
                    <a:pt x="28099" y="13335"/>
                  </a:lnTo>
                  <a:lnTo>
                    <a:pt x="27146" y="9049"/>
                  </a:lnTo>
                  <a:lnTo>
                    <a:pt x="21907" y="5239"/>
                  </a:lnTo>
                  <a:lnTo>
                    <a:pt x="17621" y="0"/>
                  </a:lnTo>
                  <a:lnTo>
                    <a:pt x="12382" y="2857"/>
                  </a:lnTo>
                  <a:lnTo>
                    <a:pt x="8573" y="6191"/>
                  </a:lnTo>
                  <a:lnTo>
                    <a:pt x="5239" y="15716"/>
                  </a:lnTo>
                  <a:lnTo>
                    <a:pt x="4286" y="19526"/>
                  </a:lnTo>
                  <a:lnTo>
                    <a:pt x="1905" y="23813"/>
                  </a:lnTo>
                  <a:lnTo>
                    <a:pt x="476" y="25718"/>
                  </a:lnTo>
                  <a:lnTo>
                    <a:pt x="0" y="27146"/>
                  </a:lnTo>
                  <a:lnTo>
                    <a:pt x="952" y="35243"/>
                  </a:lnTo>
                  <a:lnTo>
                    <a:pt x="3334" y="45244"/>
                  </a:lnTo>
                  <a:lnTo>
                    <a:pt x="2857" y="46672"/>
                  </a:lnTo>
                  <a:lnTo>
                    <a:pt x="1905" y="49054"/>
                  </a:lnTo>
                  <a:lnTo>
                    <a:pt x="3810" y="52864"/>
                  </a:lnTo>
                  <a:lnTo>
                    <a:pt x="6191" y="55721"/>
                  </a:lnTo>
                  <a:lnTo>
                    <a:pt x="7144" y="56674"/>
                  </a:lnTo>
                  <a:lnTo>
                    <a:pt x="9525" y="57150"/>
                  </a:lnTo>
                  <a:lnTo>
                    <a:pt x="11906" y="57150"/>
                  </a:lnTo>
                  <a:lnTo>
                    <a:pt x="14764" y="56197"/>
                  </a:lnTo>
                  <a:lnTo>
                    <a:pt x="17621" y="55245"/>
                  </a:lnTo>
                  <a:lnTo>
                    <a:pt x="21907" y="54293"/>
                  </a:lnTo>
                  <a:lnTo>
                    <a:pt x="22860" y="53340"/>
                  </a:lnTo>
                  <a:lnTo>
                    <a:pt x="26670" y="45244"/>
                  </a:lnTo>
                  <a:lnTo>
                    <a:pt x="28575" y="42863"/>
                  </a:lnTo>
                  <a:lnTo>
                    <a:pt x="29051" y="39529"/>
                  </a:lnTo>
                  <a:close/>
                </a:path>
              </a:pathLst>
            </a:custGeom>
            <a:grpFill/>
            <a:ln w="3175"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494AF78C-1731-4DC9-86B3-ADEC4C4D69FF}"/>
                </a:ext>
              </a:extLst>
            </p:cNvPr>
            <p:cNvSpPr/>
            <p:nvPr/>
          </p:nvSpPr>
          <p:spPr>
            <a:xfrm>
              <a:off x="3588067" y="4954428"/>
              <a:ext cx="286226" cy="293370"/>
            </a:xfrm>
            <a:custGeom>
              <a:avLst/>
              <a:gdLst>
                <a:gd name="connsiteX0" fmla="*/ 286226 w 286226"/>
                <a:gd name="connsiteY0" fmla="*/ 167640 h 293370"/>
                <a:gd name="connsiteX1" fmla="*/ 281940 w 286226"/>
                <a:gd name="connsiteY1" fmla="*/ 164783 h 293370"/>
                <a:gd name="connsiteX2" fmla="*/ 279559 w 286226"/>
                <a:gd name="connsiteY2" fmla="*/ 162401 h 293370"/>
                <a:gd name="connsiteX3" fmla="*/ 276225 w 286226"/>
                <a:gd name="connsiteY3" fmla="*/ 160496 h 293370"/>
                <a:gd name="connsiteX4" fmla="*/ 272891 w 286226"/>
                <a:gd name="connsiteY4" fmla="*/ 159068 h 293370"/>
                <a:gd name="connsiteX5" fmla="*/ 271463 w 286226"/>
                <a:gd name="connsiteY5" fmla="*/ 159544 h 293370"/>
                <a:gd name="connsiteX6" fmla="*/ 270034 w 286226"/>
                <a:gd name="connsiteY6" fmla="*/ 160496 h 293370"/>
                <a:gd name="connsiteX7" fmla="*/ 266700 w 286226"/>
                <a:gd name="connsiteY7" fmla="*/ 161925 h 293370"/>
                <a:gd name="connsiteX8" fmla="*/ 262890 w 286226"/>
                <a:gd name="connsiteY8" fmla="*/ 163830 h 293370"/>
                <a:gd name="connsiteX9" fmla="*/ 260985 w 286226"/>
                <a:gd name="connsiteY9" fmla="*/ 164783 h 293370"/>
                <a:gd name="connsiteX10" fmla="*/ 257651 w 286226"/>
                <a:gd name="connsiteY10" fmla="*/ 165735 h 293370"/>
                <a:gd name="connsiteX11" fmla="*/ 253841 w 286226"/>
                <a:gd name="connsiteY11" fmla="*/ 166211 h 293370"/>
                <a:gd name="connsiteX12" fmla="*/ 250507 w 286226"/>
                <a:gd name="connsiteY12" fmla="*/ 165735 h 293370"/>
                <a:gd name="connsiteX13" fmla="*/ 247650 w 286226"/>
                <a:gd name="connsiteY13" fmla="*/ 165259 h 293370"/>
                <a:gd name="connsiteX14" fmla="*/ 246221 w 286226"/>
                <a:gd name="connsiteY14" fmla="*/ 163830 h 293370"/>
                <a:gd name="connsiteX15" fmla="*/ 245269 w 286226"/>
                <a:gd name="connsiteY15" fmla="*/ 160972 h 293370"/>
                <a:gd name="connsiteX16" fmla="*/ 245269 w 286226"/>
                <a:gd name="connsiteY16" fmla="*/ 158591 h 293370"/>
                <a:gd name="connsiteX17" fmla="*/ 244792 w 286226"/>
                <a:gd name="connsiteY17" fmla="*/ 154781 h 293370"/>
                <a:gd name="connsiteX18" fmla="*/ 242888 w 286226"/>
                <a:gd name="connsiteY18" fmla="*/ 152400 h 293370"/>
                <a:gd name="connsiteX19" fmla="*/ 241935 w 286226"/>
                <a:gd name="connsiteY19" fmla="*/ 150971 h 293370"/>
                <a:gd name="connsiteX20" fmla="*/ 241935 w 286226"/>
                <a:gd name="connsiteY20" fmla="*/ 149066 h 293370"/>
                <a:gd name="connsiteX21" fmla="*/ 241935 w 286226"/>
                <a:gd name="connsiteY21" fmla="*/ 146685 h 293370"/>
                <a:gd name="connsiteX22" fmla="*/ 242888 w 286226"/>
                <a:gd name="connsiteY22" fmla="*/ 144780 h 293370"/>
                <a:gd name="connsiteX23" fmla="*/ 242411 w 286226"/>
                <a:gd name="connsiteY23" fmla="*/ 142875 h 293370"/>
                <a:gd name="connsiteX24" fmla="*/ 241459 w 286226"/>
                <a:gd name="connsiteY24" fmla="*/ 141446 h 293370"/>
                <a:gd name="connsiteX25" fmla="*/ 241459 w 286226"/>
                <a:gd name="connsiteY25" fmla="*/ 139065 h 293370"/>
                <a:gd name="connsiteX26" fmla="*/ 241459 w 286226"/>
                <a:gd name="connsiteY26" fmla="*/ 135731 h 293370"/>
                <a:gd name="connsiteX27" fmla="*/ 240030 w 286226"/>
                <a:gd name="connsiteY27" fmla="*/ 133826 h 293370"/>
                <a:gd name="connsiteX28" fmla="*/ 239077 w 286226"/>
                <a:gd name="connsiteY28" fmla="*/ 130969 h 293370"/>
                <a:gd name="connsiteX29" fmla="*/ 239077 w 286226"/>
                <a:gd name="connsiteY29" fmla="*/ 128588 h 293370"/>
                <a:gd name="connsiteX30" fmla="*/ 238125 w 286226"/>
                <a:gd name="connsiteY30" fmla="*/ 126206 h 293370"/>
                <a:gd name="connsiteX31" fmla="*/ 238125 w 286226"/>
                <a:gd name="connsiteY31" fmla="*/ 123349 h 293370"/>
                <a:gd name="connsiteX32" fmla="*/ 239077 w 286226"/>
                <a:gd name="connsiteY32" fmla="*/ 120968 h 293370"/>
                <a:gd name="connsiteX33" fmla="*/ 239554 w 286226"/>
                <a:gd name="connsiteY33" fmla="*/ 118586 h 293370"/>
                <a:gd name="connsiteX34" fmla="*/ 238125 w 286226"/>
                <a:gd name="connsiteY34" fmla="*/ 116681 h 293370"/>
                <a:gd name="connsiteX35" fmla="*/ 236220 w 286226"/>
                <a:gd name="connsiteY35" fmla="*/ 115729 h 293370"/>
                <a:gd name="connsiteX36" fmla="*/ 234791 w 286226"/>
                <a:gd name="connsiteY36" fmla="*/ 112871 h 293370"/>
                <a:gd name="connsiteX37" fmla="*/ 234791 w 286226"/>
                <a:gd name="connsiteY37" fmla="*/ 109538 h 293370"/>
                <a:gd name="connsiteX38" fmla="*/ 233363 w 286226"/>
                <a:gd name="connsiteY38" fmla="*/ 107633 h 293370"/>
                <a:gd name="connsiteX39" fmla="*/ 231457 w 286226"/>
                <a:gd name="connsiteY39" fmla="*/ 105728 h 293370"/>
                <a:gd name="connsiteX40" fmla="*/ 229552 w 286226"/>
                <a:gd name="connsiteY40" fmla="*/ 105728 h 293370"/>
                <a:gd name="connsiteX41" fmla="*/ 226695 w 286226"/>
                <a:gd name="connsiteY41" fmla="*/ 104775 h 293370"/>
                <a:gd name="connsiteX42" fmla="*/ 223838 w 286226"/>
                <a:gd name="connsiteY42" fmla="*/ 104775 h 293370"/>
                <a:gd name="connsiteX43" fmla="*/ 220027 w 286226"/>
                <a:gd name="connsiteY43" fmla="*/ 104775 h 293370"/>
                <a:gd name="connsiteX44" fmla="*/ 218122 w 286226"/>
                <a:gd name="connsiteY44" fmla="*/ 104299 h 293370"/>
                <a:gd name="connsiteX45" fmla="*/ 216694 w 286226"/>
                <a:gd name="connsiteY45" fmla="*/ 102870 h 293370"/>
                <a:gd name="connsiteX46" fmla="*/ 214313 w 286226"/>
                <a:gd name="connsiteY46" fmla="*/ 101441 h 293370"/>
                <a:gd name="connsiteX47" fmla="*/ 212884 w 286226"/>
                <a:gd name="connsiteY47" fmla="*/ 98108 h 293370"/>
                <a:gd name="connsiteX48" fmla="*/ 210979 w 286226"/>
                <a:gd name="connsiteY48" fmla="*/ 97631 h 293370"/>
                <a:gd name="connsiteX49" fmla="*/ 208597 w 286226"/>
                <a:gd name="connsiteY49" fmla="*/ 98584 h 293370"/>
                <a:gd name="connsiteX50" fmla="*/ 207645 w 286226"/>
                <a:gd name="connsiteY50" fmla="*/ 99536 h 293370"/>
                <a:gd name="connsiteX51" fmla="*/ 206692 w 286226"/>
                <a:gd name="connsiteY51" fmla="*/ 101441 h 293370"/>
                <a:gd name="connsiteX52" fmla="*/ 204788 w 286226"/>
                <a:gd name="connsiteY52" fmla="*/ 103346 h 293370"/>
                <a:gd name="connsiteX53" fmla="*/ 202406 w 286226"/>
                <a:gd name="connsiteY53" fmla="*/ 102870 h 293370"/>
                <a:gd name="connsiteX54" fmla="*/ 200025 w 286226"/>
                <a:gd name="connsiteY54" fmla="*/ 104299 h 293370"/>
                <a:gd name="connsiteX55" fmla="*/ 197644 w 286226"/>
                <a:gd name="connsiteY55" fmla="*/ 104299 h 293370"/>
                <a:gd name="connsiteX56" fmla="*/ 194310 w 286226"/>
                <a:gd name="connsiteY56" fmla="*/ 104299 h 293370"/>
                <a:gd name="connsiteX57" fmla="*/ 191452 w 286226"/>
                <a:gd name="connsiteY57" fmla="*/ 103346 h 293370"/>
                <a:gd name="connsiteX58" fmla="*/ 187642 w 286226"/>
                <a:gd name="connsiteY58" fmla="*/ 102394 h 293370"/>
                <a:gd name="connsiteX59" fmla="*/ 184309 w 286226"/>
                <a:gd name="connsiteY59" fmla="*/ 101918 h 293370"/>
                <a:gd name="connsiteX60" fmla="*/ 180975 w 286226"/>
                <a:gd name="connsiteY60" fmla="*/ 102394 h 293370"/>
                <a:gd name="connsiteX61" fmla="*/ 179070 w 286226"/>
                <a:gd name="connsiteY61" fmla="*/ 101918 h 293370"/>
                <a:gd name="connsiteX62" fmla="*/ 176213 w 286226"/>
                <a:gd name="connsiteY62" fmla="*/ 101441 h 293370"/>
                <a:gd name="connsiteX63" fmla="*/ 172879 w 286226"/>
                <a:gd name="connsiteY63" fmla="*/ 101441 h 293370"/>
                <a:gd name="connsiteX64" fmla="*/ 170497 w 286226"/>
                <a:gd name="connsiteY64" fmla="*/ 99536 h 293370"/>
                <a:gd name="connsiteX65" fmla="*/ 167640 w 286226"/>
                <a:gd name="connsiteY65" fmla="*/ 98584 h 293370"/>
                <a:gd name="connsiteX66" fmla="*/ 166211 w 286226"/>
                <a:gd name="connsiteY66" fmla="*/ 98584 h 293370"/>
                <a:gd name="connsiteX67" fmla="*/ 164306 w 286226"/>
                <a:gd name="connsiteY67" fmla="*/ 100013 h 293370"/>
                <a:gd name="connsiteX68" fmla="*/ 162401 w 286226"/>
                <a:gd name="connsiteY68" fmla="*/ 99536 h 293370"/>
                <a:gd name="connsiteX69" fmla="*/ 159544 w 286226"/>
                <a:gd name="connsiteY69" fmla="*/ 98584 h 293370"/>
                <a:gd name="connsiteX70" fmla="*/ 158591 w 286226"/>
                <a:gd name="connsiteY70" fmla="*/ 96679 h 293370"/>
                <a:gd name="connsiteX71" fmla="*/ 159067 w 286226"/>
                <a:gd name="connsiteY71" fmla="*/ 95250 h 293370"/>
                <a:gd name="connsiteX72" fmla="*/ 159544 w 286226"/>
                <a:gd name="connsiteY72" fmla="*/ 93821 h 293370"/>
                <a:gd name="connsiteX73" fmla="*/ 160496 w 286226"/>
                <a:gd name="connsiteY73" fmla="*/ 91916 h 293370"/>
                <a:gd name="connsiteX74" fmla="*/ 160020 w 286226"/>
                <a:gd name="connsiteY74" fmla="*/ 89535 h 293370"/>
                <a:gd name="connsiteX75" fmla="*/ 160020 w 286226"/>
                <a:gd name="connsiteY75" fmla="*/ 87630 h 293370"/>
                <a:gd name="connsiteX76" fmla="*/ 160496 w 286226"/>
                <a:gd name="connsiteY76" fmla="*/ 86201 h 293370"/>
                <a:gd name="connsiteX77" fmla="*/ 160972 w 286226"/>
                <a:gd name="connsiteY77" fmla="*/ 84296 h 293370"/>
                <a:gd name="connsiteX78" fmla="*/ 160972 w 286226"/>
                <a:gd name="connsiteY78" fmla="*/ 82391 h 293370"/>
                <a:gd name="connsiteX79" fmla="*/ 160496 w 286226"/>
                <a:gd name="connsiteY79" fmla="*/ 80963 h 293370"/>
                <a:gd name="connsiteX80" fmla="*/ 160496 w 286226"/>
                <a:gd name="connsiteY80" fmla="*/ 79058 h 293370"/>
                <a:gd name="connsiteX81" fmla="*/ 160020 w 286226"/>
                <a:gd name="connsiteY81" fmla="*/ 77153 h 293370"/>
                <a:gd name="connsiteX82" fmla="*/ 161449 w 286226"/>
                <a:gd name="connsiteY82" fmla="*/ 74295 h 293370"/>
                <a:gd name="connsiteX83" fmla="*/ 162401 w 286226"/>
                <a:gd name="connsiteY83" fmla="*/ 72390 h 293370"/>
                <a:gd name="connsiteX84" fmla="*/ 161925 w 286226"/>
                <a:gd name="connsiteY84" fmla="*/ 70485 h 293370"/>
                <a:gd name="connsiteX85" fmla="*/ 161925 w 286226"/>
                <a:gd name="connsiteY85" fmla="*/ 69056 h 293370"/>
                <a:gd name="connsiteX86" fmla="*/ 162877 w 286226"/>
                <a:gd name="connsiteY86" fmla="*/ 67151 h 293370"/>
                <a:gd name="connsiteX87" fmla="*/ 164306 w 286226"/>
                <a:gd name="connsiteY87" fmla="*/ 64294 h 293370"/>
                <a:gd name="connsiteX88" fmla="*/ 163830 w 286226"/>
                <a:gd name="connsiteY88" fmla="*/ 59531 h 293370"/>
                <a:gd name="connsiteX89" fmla="*/ 162877 w 286226"/>
                <a:gd name="connsiteY89" fmla="*/ 56674 h 293370"/>
                <a:gd name="connsiteX90" fmla="*/ 161925 w 286226"/>
                <a:gd name="connsiteY90" fmla="*/ 56197 h 293370"/>
                <a:gd name="connsiteX91" fmla="*/ 161449 w 286226"/>
                <a:gd name="connsiteY91" fmla="*/ 55245 h 293370"/>
                <a:gd name="connsiteX92" fmla="*/ 162401 w 286226"/>
                <a:gd name="connsiteY92" fmla="*/ 54293 h 293370"/>
                <a:gd name="connsiteX93" fmla="*/ 161449 w 286226"/>
                <a:gd name="connsiteY93" fmla="*/ 52864 h 293370"/>
                <a:gd name="connsiteX94" fmla="*/ 161449 w 286226"/>
                <a:gd name="connsiteY94" fmla="*/ 51911 h 293370"/>
                <a:gd name="connsiteX95" fmla="*/ 161925 w 286226"/>
                <a:gd name="connsiteY95" fmla="*/ 50959 h 293370"/>
                <a:gd name="connsiteX96" fmla="*/ 160972 w 286226"/>
                <a:gd name="connsiteY96" fmla="*/ 49054 h 293370"/>
                <a:gd name="connsiteX97" fmla="*/ 159544 w 286226"/>
                <a:gd name="connsiteY97" fmla="*/ 48101 h 293370"/>
                <a:gd name="connsiteX98" fmla="*/ 159067 w 286226"/>
                <a:gd name="connsiteY98" fmla="*/ 47625 h 293370"/>
                <a:gd name="connsiteX99" fmla="*/ 158591 w 286226"/>
                <a:gd name="connsiteY99" fmla="*/ 45720 h 293370"/>
                <a:gd name="connsiteX100" fmla="*/ 158115 w 286226"/>
                <a:gd name="connsiteY100" fmla="*/ 42863 h 293370"/>
                <a:gd name="connsiteX101" fmla="*/ 158115 w 286226"/>
                <a:gd name="connsiteY101" fmla="*/ 40958 h 293370"/>
                <a:gd name="connsiteX102" fmla="*/ 157639 w 286226"/>
                <a:gd name="connsiteY102" fmla="*/ 39053 h 293370"/>
                <a:gd name="connsiteX103" fmla="*/ 156210 w 286226"/>
                <a:gd name="connsiteY103" fmla="*/ 38100 h 293370"/>
                <a:gd name="connsiteX104" fmla="*/ 155257 w 286226"/>
                <a:gd name="connsiteY104" fmla="*/ 36195 h 293370"/>
                <a:gd name="connsiteX105" fmla="*/ 153829 w 286226"/>
                <a:gd name="connsiteY105" fmla="*/ 34766 h 293370"/>
                <a:gd name="connsiteX106" fmla="*/ 153352 w 286226"/>
                <a:gd name="connsiteY106" fmla="*/ 32861 h 293370"/>
                <a:gd name="connsiteX107" fmla="*/ 152876 w 286226"/>
                <a:gd name="connsiteY107" fmla="*/ 30480 h 293370"/>
                <a:gd name="connsiteX108" fmla="*/ 153352 w 286226"/>
                <a:gd name="connsiteY108" fmla="*/ 24765 h 293370"/>
                <a:gd name="connsiteX109" fmla="*/ 152876 w 286226"/>
                <a:gd name="connsiteY109" fmla="*/ 19526 h 293370"/>
                <a:gd name="connsiteX110" fmla="*/ 151924 w 286226"/>
                <a:gd name="connsiteY110" fmla="*/ 18574 h 293370"/>
                <a:gd name="connsiteX111" fmla="*/ 141922 w 286226"/>
                <a:gd name="connsiteY111" fmla="*/ 12383 h 293370"/>
                <a:gd name="connsiteX112" fmla="*/ 132874 w 286226"/>
                <a:gd name="connsiteY112" fmla="*/ 7144 h 293370"/>
                <a:gd name="connsiteX113" fmla="*/ 120967 w 286226"/>
                <a:gd name="connsiteY113" fmla="*/ 0 h 293370"/>
                <a:gd name="connsiteX114" fmla="*/ 105727 w 286226"/>
                <a:gd name="connsiteY114" fmla="*/ 0 h 293370"/>
                <a:gd name="connsiteX115" fmla="*/ 90011 w 286226"/>
                <a:gd name="connsiteY115" fmla="*/ 0 h 293370"/>
                <a:gd name="connsiteX116" fmla="*/ 74771 w 286226"/>
                <a:gd name="connsiteY116" fmla="*/ 3334 h 293370"/>
                <a:gd name="connsiteX117" fmla="*/ 60007 w 286226"/>
                <a:gd name="connsiteY117" fmla="*/ 6668 h 293370"/>
                <a:gd name="connsiteX118" fmla="*/ 52864 w 286226"/>
                <a:gd name="connsiteY118" fmla="*/ 8096 h 293370"/>
                <a:gd name="connsiteX119" fmla="*/ 38576 w 286226"/>
                <a:gd name="connsiteY119" fmla="*/ 10954 h 293370"/>
                <a:gd name="connsiteX120" fmla="*/ 30480 w 286226"/>
                <a:gd name="connsiteY120" fmla="*/ 12383 h 293370"/>
                <a:gd name="connsiteX121" fmla="*/ 28099 w 286226"/>
                <a:gd name="connsiteY121" fmla="*/ 18097 h 293370"/>
                <a:gd name="connsiteX122" fmla="*/ 25241 w 286226"/>
                <a:gd name="connsiteY122" fmla="*/ 26670 h 293370"/>
                <a:gd name="connsiteX123" fmla="*/ 21907 w 286226"/>
                <a:gd name="connsiteY123" fmla="*/ 31909 h 293370"/>
                <a:gd name="connsiteX124" fmla="*/ 18097 w 286226"/>
                <a:gd name="connsiteY124" fmla="*/ 37147 h 293370"/>
                <a:gd name="connsiteX125" fmla="*/ 12859 w 286226"/>
                <a:gd name="connsiteY125" fmla="*/ 44291 h 293370"/>
                <a:gd name="connsiteX126" fmla="*/ 12859 w 286226"/>
                <a:gd name="connsiteY126" fmla="*/ 53340 h 293370"/>
                <a:gd name="connsiteX127" fmla="*/ 12859 w 286226"/>
                <a:gd name="connsiteY127" fmla="*/ 61913 h 293370"/>
                <a:gd name="connsiteX128" fmla="*/ 9049 w 286226"/>
                <a:gd name="connsiteY128" fmla="*/ 74295 h 293370"/>
                <a:gd name="connsiteX129" fmla="*/ 5715 w 286226"/>
                <a:gd name="connsiteY129" fmla="*/ 84772 h 293370"/>
                <a:gd name="connsiteX130" fmla="*/ 2857 w 286226"/>
                <a:gd name="connsiteY130" fmla="*/ 94297 h 293370"/>
                <a:gd name="connsiteX131" fmla="*/ 952 w 286226"/>
                <a:gd name="connsiteY131" fmla="*/ 101441 h 293370"/>
                <a:gd name="connsiteX132" fmla="*/ 0 w 286226"/>
                <a:gd name="connsiteY132" fmla="*/ 103346 h 293370"/>
                <a:gd name="connsiteX133" fmla="*/ 952 w 286226"/>
                <a:gd name="connsiteY133" fmla="*/ 104299 h 293370"/>
                <a:gd name="connsiteX134" fmla="*/ 952 w 286226"/>
                <a:gd name="connsiteY134" fmla="*/ 105251 h 293370"/>
                <a:gd name="connsiteX135" fmla="*/ 3810 w 286226"/>
                <a:gd name="connsiteY135" fmla="*/ 107156 h 293370"/>
                <a:gd name="connsiteX136" fmla="*/ 9525 w 286226"/>
                <a:gd name="connsiteY136" fmla="*/ 110490 h 293370"/>
                <a:gd name="connsiteX137" fmla="*/ 14764 w 286226"/>
                <a:gd name="connsiteY137" fmla="*/ 116681 h 293370"/>
                <a:gd name="connsiteX138" fmla="*/ 20002 w 286226"/>
                <a:gd name="connsiteY138" fmla="*/ 125730 h 293370"/>
                <a:gd name="connsiteX139" fmla="*/ 24765 w 286226"/>
                <a:gd name="connsiteY139" fmla="*/ 132397 h 293370"/>
                <a:gd name="connsiteX140" fmla="*/ 29051 w 286226"/>
                <a:gd name="connsiteY140" fmla="*/ 136684 h 293370"/>
                <a:gd name="connsiteX141" fmla="*/ 32861 w 286226"/>
                <a:gd name="connsiteY141" fmla="*/ 140018 h 293370"/>
                <a:gd name="connsiteX142" fmla="*/ 36671 w 286226"/>
                <a:gd name="connsiteY142" fmla="*/ 141446 h 293370"/>
                <a:gd name="connsiteX143" fmla="*/ 38576 w 286226"/>
                <a:gd name="connsiteY143" fmla="*/ 142875 h 293370"/>
                <a:gd name="connsiteX144" fmla="*/ 39052 w 286226"/>
                <a:gd name="connsiteY144" fmla="*/ 144304 h 293370"/>
                <a:gd name="connsiteX145" fmla="*/ 42386 w 286226"/>
                <a:gd name="connsiteY145" fmla="*/ 146685 h 293370"/>
                <a:gd name="connsiteX146" fmla="*/ 49054 w 286226"/>
                <a:gd name="connsiteY146" fmla="*/ 150019 h 293370"/>
                <a:gd name="connsiteX147" fmla="*/ 53340 w 286226"/>
                <a:gd name="connsiteY147" fmla="*/ 153353 h 293370"/>
                <a:gd name="connsiteX148" fmla="*/ 55245 w 286226"/>
                <a:gd name="connsiteY148" fmla="*/ 157163 h 293370"/>
                <a:gd name="connsiteX149" fmla="*/ 61436 w 286226"/>
                <a:gd name="connsiteY149" fmla="*/ 160496 h 293370"/>
                <a:gd name="connsiteX150" fmla="*/ 72866 w 286226"/>
                <a:gd name="connsiteY150" fmla="*/ 164306 h 293370"/>
                <a:gd name="connsiteX151" fmla="*/ 81439 w 286226"/>
                <a:gd name="connsiteY151" fmla="*/ 166211 h 293370"/>
                <a:gd name="connsiteX152" fmla="*/ 86677 w 286226"/>
                <a:gd name="connsiteY152" fmla="*/ 166211 h 293370"/>
                <a:gd name="connsiteX153" fmla="*/ 93821 w 286226"/>
                <a:gd name="connsiteY153" fmla="*/ 169069 h 293370"/>
                <a:gd name="connsiteX154" fmla="*/ 103346 w 286226"/>
                <a:gd name="connsiteY154" fmla="*/ 175260 h 293370"/>
                <a:gd name="connsiteX155" fmla="*/ 109538 w 286226"/>
                <a:gd name="connsiteY155" fmla="*/ 179546 h 293370"/>
                <a:gd name="connsiteX156" fmla="*/ 111442 w 286226"/>
                <a:gd name="connsiteY156" fmla="*/ 181928 h 293370"/>
                <a:gd name="connsiteX157" fmla="*/ 118110 w 286226"/>
                <a:gd name="connsiteY157" fmla="*/ 185738 h 293370"/>
                <a:gd name="connsiteX158" fmla="*/ 133826 w 286226"/>
                <a:gd name="connsiteY158" fmla="*/ 193834 h 293370"/>
                <a:gd name="connsiteX159" fmla="*/ 140494 w 286226"/>
                <a:gd name="connsiteY159" fmla="*/ 195739 h 293370"/>
                <a:gd name="connsiteX160" fmla="*/ 143827 w 286226"/>
                <a:gd name="connsiteY160" fmla="*/ 197644 h 293370"/>
                <a:gd name="connsiteX161" fmla="*/ 145732 w 286226"/>
                <a:gd name="connsiteY161" fmla="*/ 200025 h 293370"/>
                <a:gd name="connsiteX162" fmla="*/ 147638 w 286226"/>
                <a:gd name="connsiteY162" fmla="*/ 200501 h 293370"/>
                <a:gd name="connsiteX163" fmla="*/ 149542 w 286226"/>
                <a:gd name="connsiteY163" fmla="*/ 200025 h 293370"/>
                <a:gd name="connsiteX164" fmla="*/ 153829 w 286226"/>
                <a:gd name="connsiteY164" fmla="*/ 200501 h 293370"/>
                <a:gd name="connsiteX165" fmla="*/ 159544 w 286226"/>
                <a:gd name="connsiteY165" fmla="*/ 203359 h 293370"/>
                <a:gd name="connsiteX166" fmla="*/ 164306 w 286226"/>
                <a:gd name="connsiteY166" fmla="*/ 206216 h 293370"/>
                <a:gd name="connsiteX167" fmla="*/ 170497 w 286226"/>
                <a:gd name="connsiteY167" fmla="*/ 213360 h 293370"/>
                <a:gd name="connsiteX168" fmla="*/ 172402 w 286226"/>
                <a:gd name="connsiteY168" fmla="*/ 215741 h 293370"/>
                <a:gd name="connsiteX169" fmla="*/ 173355 w 286226"/>
                <a:gd name="connsiteY169" fmla="*/ 218599 h 293370"/>
                <a:gd name="connsiteX170" fmla="*/ 172879 w 286226"/>
                <a:gd name="connsiteY170" fmla="*/ 220504 h 293370"/>
                <a:gd name="connsiteX171" fmla="*/ 170974 w 286226"/>
                <a:gd name="connsiteY171" fmla="*/ 222885 h 293370"/>
                <a:gd name="connsiteX172" fmla="*/ 167640 w 286226"/>
                <a:gd name="connsiteY172" fmla="*/ 225266 h 293370"/>
                <a:gd name="connsiteX173" fmla="*/ 166688 w 286226"/>
                <a:gd name="connsiteY173" fmla="*/ 226219 h 293370"/>
                <a:gd name="connsiteX174" fmla="*/ 166688 w 286226"/>
                <a:gd name="connsiteY174" fmla="*/ 227647 h 293370"/>
                <a:gd name="connsiteX175" fmla="*/ 165735 w 286226"/>
                <a:gd name="connsiteY175" fmla="*/ 229553 h 293370"/>
                <a:gd name="connsiteX176" fmla="*/ 162877 w 286226"/>
                <a:gd name="connsiteY176" fmla="*/ 233839 h 293370"/>
                <a:gd name="connsiteX177" fmla="*/ 161925 w 286226"/>
                <a:gd name="connsiteY177" fmla="*/ 236220 h 293370"/>
                <a:gd name="connsiteX178" fmla="*/ 161925 w 286226"/>
                <a:gd name="connsiteY178" fmla="*/ 237649 h 293370"/>
                <a:gd name="connsiteX179" fmla="*/ 160020 w 286226"/>
                <a:gd name="connsiteY179" fmla="*/ 239078 h 293370"/>
                <a:gd name="connsiteX180" fmla="*/ 155257 w 286226"/>
                <a:gd name="connsiteY180" fmla="*/ 242411 h 293370"/>
                <a:gd name="connsiteX181" fmla="*/ 154305 w 286226"/>
                <a:gd name="connsiteY181" fmla="*/ 243840 h 293370"/>
                <a:gd name="connsiteX182" fmla="*/ 154305 w 286226"/>
                <a:gd name="connsiteY182" fmla="*/ 245269 h 293370"/>
                <a:gd name="connsiteX183" fmla="*/ 153829 w 286226"/>
                <a:gd name="connsiteY183" fmla="*/ 246221 h 293370"/>
                <a:gd name="connsiteX184" fmla="*/ 152876 w 286226"/>
                <a:gd name="connsiteY184" fmla="*/ 246697 h 293370"/>
                <a:gd name="connsiteX185" fmla="*/ 151924 w 286226"/>
                <a:gd name="connsiteY185" fmla="*/ 248603 h 293370"/>
                <a:gd name="connsiteX186" fmla="*/ 151447 w 286226"/>
                <a:gd name="connsiteY186" fmla="*/ 250984 h 293370"/>
                <a:gd name="connsiteX187" fmla="*/ 151447 w 286226"/>
                <a:gd name="connsiteY187" fmla="*/ 254318 h 293370"/>
                <a:gd name="connsiteX188" fmla="*/ 151924 w 286226"/>
                <a:gd name="connsiteY188" fmla="*/ 258604 h 293370"/>
                <a:gd name="connsiteX189" fmla="*/ 151924 w 286226"/>
                <a:gd name="connsiteY189" fmla="*/ 260033 h 293370"/>
                <a:gd name="connsiteX190" fmla="*/ 150495 w 286226"/>
                <a:gd name="connsiteY190" fmla="*/ 260509 h 293370"/>
                <a:gd name="connsiteX191" fmla="*/ 150019 w 286226"/>
                <a:gd name="connsiteY191" fmla="*/ 261461 h 293370"/>
                <a:gd name="connsiteX192" fmla="*/ 150019 w 286226"/>
                <a:gd name="connsiteY192" fmla="*/ 263843 h 293370"/>
                <a:gd name="connsiteX193" fmla="*/ 149066 w 286226"/>
                <a:gd name="connsiteY193" fmla="*/ 265271 h 293370"/>
                <a:gd name="connsiteX194" fmla="*/ 147638 w 286226"/>
                <a:gd name="connsiteY194" fmla="*/ 266224 h 293370"/>
                <a:gd name="connsiteX195" fmla="*/ 146685 w 286226"/>
                <a:gd name="connsiteY195" fmla="*/ 267176 h 293370"/>
                <a:gd name="connsiteX196" fmla="*/ 147161 w 286226"/>
                <a:gd name="connsiteY196" fmla="*/ 268129 h 293370"/>
                <a:gd name="connsiteX197" fmla="*/ 146209 w 286226"/>
                <a:gd name="connsiteY197" fmla="*/ 269558 h 293370"/>
                <a:gd name="connsiteX198" fmla="*/ 143351 w 286226"/>
                <a:gd name="connsiteY198" fmla="*/ 270510 h 293370"/>
                <a:gd name="connsiteX199" fmla="*/ 141922 w 286226"/>
                <a:gd name="connsiteY199" fmla="*/ 272415 h 293370"/>
                <a:gd name="connsiteX200" fmla="*/ 140970 w 286226"/>
                <a:gd name="connsiteY200" fmla="*/ 274320 h 293370"/>
                <a:gd name="connsiteX201" fmla="*/ 139541 w 286226"/>
                <a:gd name="connsiteY201" fmla="*/ 276225 h 293370"/>
                <a:gd name="connsiteX202" fmla="*/ 137160 w 286226"/>
                <a:gd name="connsiteY202" fmla="*/ 278130 h 293370"/>
                <a:gd name="connsiteX203" fmla="*/ 136207 w 286226"/>
                <a:gd name="connsiteY203" fmla="*/ 280511 h 293370"/>
                <a:gd name="connsiteX204" fmla="*/ 137636 w 286226"/>
                <a:gd name="connsiteY204" fmla="*/ 284797 h 293370"/>
                <a:gd name="connsiteX205" fmla="*/ 152400 w 286226"/>
                <a:gd name="connsiteY205" fmla="*/ 283369 h 293370"/>
                <a:gd name="connsiteX206" fmla="*/ 164782 w 286226"/>
                <a:gd name="connsiteY206" fmla="*/ 284797 h 293370"/>
                <a:gd name="connsiteX207" fmla="*/ 179070 w 286226"/>
                <a:gd name="connsiteY207" fmla="*/ 289084 h 293370"/>
                <a:gd name="connsiteX208" fmla="*/ 188595 w 286226"/>
                <a:gd name="connsiteY208" fmla="*/ 290513 h 293370"/>
                <a:gd name="connsiteX209" fmla="*/ 193357 w 286226"/>
                <a:gd name="connsiteY209" fmla="*/ 289084 h 293370"/>
                <a:gd name="connsiteX210" fmla="*/ 196691 w 286226"/>
                <a:gd name="connsiteY210" fmla="*/ 289560 h 293370"/>
                <a:gd name="connsiteX211" fmla="*/ 199072 w 286226"/>
                <a:gd name="connsiteY211" fmla="*/ 290989 h 293370"/>
                <a:gd name="connsiteX212" fmla="*/ 201930 w 286226"/>
                <a:gd name="connsiteY212" fmla="*/ 291465 h 293370"/>
                <a:gd name="connsiteX213" fmla="*/ 205740 w 286226"/>
                <a:gd name="connsiteY213" fmla="*/ 290513 h 293370"/>
                <a:gd name="connsiteX214" fmla="*/ 209074 w 286226"/>
                <a:gd name="connsiteY214" fmla="*/ 290989 h 293370"/>
                <a:gd name="connsiteX215" fmla="*/ 211455 w 286226"/>
                <a:gd name="connsiteY215" fmla="*/ 293370 h 293370"/>
                <a:gd name="connsiteX216" fmla="*/ 213836 w 286226"/>
                <a:gd name="connsiteY216" fmla="*/ 292894 h 293370"/>
                <a:gd name="connsiteX217" fmla="*/ 215741 w 286226"/>
                <a:gd name="connsiteY217" fmla="*/ 289084 h 293370"/>
                <a:gd name="connsiteX218" fmla="*/ 218122 w 286226"/>
                <a:gd name="connsiteY218" fmla="*/ 286703 h 293370"/>
                <a:gd name="connsiteX219" fmla="*/ 220504 w 286226"/>
                <a:gd name="connsiteY219" fmla="*/ 284797 h 293370"/>
                <a:gd name="connsiteX220" fmla="*/ 223838 w 286226"/>
                <a:gd name="connsiteY220" fmla="*/ 284321 h 293370"/>
                <a:gd name="connsiteX221" fmla="*/ 228124 w 286226"/>
                <a:gd name="connsiteY221" fmla="*/ 285274 h 293370"/>
                <a:gd name="connsiteX222" fmla="*/ 230981 w 286226"/>
                <a:gd name="connsiteY222" fmla="*/ 286703 h 293370"/>
                <a:gd name="connsiteX223" fmla="*/ 233363 w 286226"/>
                <a:gd name="connsiteY223" fmla="*/ 288608 h 293370"/>
                <a:gd name="connsiteX224" fmla="*/ 236220 w 286226"/>
                <a:gd name="connsiteY224" fmla="*/ 288608 h 293370"/>
                <a:gd name="connsiteX225" fmla="*/ 238601 w 286226"/>
                <a:gd name="connsiteY225" fmla="*/ 286226 h 293370"/>
                <a:gd name="connsiteX226" fmla="*/ 240030 w 286226"/>
                <a:gd name="connsiteY226" fmla="*/ 283845 h 293370"/>
                <a:gd name="connsiteX227" fmla="*/ 240030 w 286226"/>
                <a:gd name="connsiteY227" fmla="*/ 280988 h 293370"/>
                <a:gd name="connsiteX228" fmla="*/ 240982 w 286226"/>
                <a:gd name="connsiteY228" fmla="*/ 278606 h 293370"/>
                <a:gd name="connsiteX229" fmla="*/ 243364 w 286226"/>
                <a:gd name="connsiteY229" fmla="*/ 277654 h 293370"/>
                <a:gd name="connsiteX230" fmla="*/ 244792 w 286226"/>
                <a:gd name="connsiteY230" fmla="*/ 275749 h 293370"/>
                <a:gd name="connsiteX231" fmla="*/ 245745 w 286226"/>
                <a:gd name="connsiteY231" fmla="*/ 273844 h 293370"/>
                <a:gd name="connsiteX232" fmla="*/ 248602 w 286226"/>
                <a:gd name="connsiteY232" fmla="*/ 272415 h 293370"/>
                <a:gd name="connsiteX233" fmla="*/ 253365 w 286226"/>
                <a:gd name="connsiteY233" fmla="*/ 271939 h 293370"/>
                <a:gd name="connsiteX234" fmla="*/ 255746 w 286226"/>
                <a:gd name="connsiteY234" fmla="*/ 270986 h 293370"/>
                <a:gd name="connsiteX235" fmla="*/ 255746 w 286226"/>
                <a:gd name="connsiteY235" fmla="*/ 269081 h 293370"/>
                <a:gd name="connsiteX236" fmla="*/ 257175 w 286226"/>
                <a:gd name="connsiteY236" fmla="*/ 267653 h 293370"/>
                <a:gd name="connsiteX237" fmla="*/ 260032 w 286226"/>
                <a:gd name="connsiteY237" fmla="*/ 266224 h 293370"/>
                <a:gd name="connsiteX238" fmla="*/ 261461 w 286226"/>
                <a:gd name="connsiteY238" fmla="*/ 264795 h 293370"/>
                <a:gd name="connsiteX239" fmla="*/ 262414 w 286226"/>
                <a:gd name="connsiteY239" fmla="*/ 262414 h 293370"/>
                <a:gd name="connsiteX240" fmla="*/ 264319 w 286226"/>
                <a:gd name="connsiteY240" fmla="*/ 261461 h 293370"/>
                <a:gd name="connsiteX241" fmla="*/ 266224 w 286226"/>
                <a:gd name="connsiteY241" fmla="*/ 260985 h 293370"/>
                <a:gd name="connsiteX242" fmla="*/ 268605 w 286226"/>
                <a:gd name="connsiteY242" fmla="*/ 256699 h 293370"/>
                <a:gd name="connsiteX243" fmla="*/ 271463 w 286226"/>
                <a:gd name="connsiteY243" fmla="*/ 248603 h 293370"/>
                <a:gd name="connsiteX244" fmla="*/ 272891 w 286226"/>
                <a:gd name="connsiteY244" fmla="*/ 237649 h 293370"/>
                <a:gd name="connsiteX245" fmla="*/ 273367 w 286226"/>
                <a:gd name="connsiteY245" fmla="*/ 221933 h 293370"/>
                <a:gd name="connsiteX246" fmla="*/ 273367 w 286226"/>
                <a:gd name="connsiteY246" fmla="*/ 217170 h 293370"/>
                <a:gd name="connsiteX247" fmla="*/ 278130 w 286226"/>
                <a:gd name="connsiteY247" fmla="*/ 209550 h 293370"/>
                <a:gd name="connsiteX248" fmla="*/ 279559 w 286226"/>
                <a:gd name="connsiteY248" fmla="*/ 205740 h 293370"/>
                <a:gd name="connsiteX249" fmla="*/ 279082 w 286226"/>
                <a:gd name="connsiteY249" fmla="*/ 203835 h 293370"/>
                <a:gd name="connsiteX250" fmla="*/ 280511 w 286226"/>
                <a:gd name="connsiteY250" fmla="*/ 196691 h 293370"/>
                <a:gd name="connsiteX251" fmla="*/ 283845 w 286226"/>
                <a:gd name="connsiteY251" fmla="*/ 184785 h 293370"/>
                <a:gd name="connsiteX252" fmla="*/ 284797 w 286226"/>
                <a:gd name="connsiteY252" fmla="*/ 176689 h 293370"/>
                <a:gd name="connsiteX253" fmla="*/ 283369 w 286226"/>
                <a:gd name="connsiteY253" fmla="*/ 172879 h 293370"/>
                <a:gd name="connsiteX254" fmla="*/ 283369 w 286226"/>
                <a:gd name="connsiteY254" fmla="*/ 170497 h 293370"/>
                <a:gd name="connsiteX255" fmla="*/ 285274 w 286226"/>
                <a:gd name="connsiteY255" fmla="*/ 168116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286226" h="293370">
                  <a:moveTo>
                    <a:pt x="286226" y="167640"/>
                  </a:moveTo>
                  <a:lnTo>
                    <a:pt x="281940" y="164783"/>
                  </a:lnTo>
                  <a:lnTo>
                    <a:pt x="279559" y="162401"/>
                  </a:lnTo>
                  <a:lnTo>
                    <a:pt x="276225" y="160496"/>
                  </a:lnTo>
                  <a:lnTo>
                    <a:pt x="272891" y="159068"/>
                  </a:lnTo>
                  <a:lnTo>
                    <a:pt x="271463" y="159544"/>
                  </a:lnTo>
                  <a:lnTo>
                    <a:pt x="270034" y="160496"/>
                  </a:lnTo>
                  <a:lnTo>
                    <a:pt x="266700" y="161925"/>
                  </a:lnTo>
                  <a:lnTo>
                    <a:pt x="262890" y="163830"/>
                  </a:lnTo>
                  <a:lnTo>
                    <a:pt x="260985" y="164783"/>
                  </a:lnTo>
                  <a:lnTo>
                    <a:pt x="257651" y="165735"/>
                  </a:lnTo>
                  <a:lnTo>
                    <a:pt x="253841" y="166211"/>
                  </a:lnTo>
                  <a:lnTo>
                    <a:pt x="250507" y="165735"/>
                  </a:lnTo>
                  <a:lnTo>
                    <a:pt x="247650" y="165259"/>
                  </a:lnTo>
                  <a:lnTo>
                    <a:pt x="246221" y="163830"/>
                  </a:lnTo>
                  <a:lnTo>
                    <a:pt x="245269" y="160972"/>
                  </a:lnTo>
                  <a:lnTo>
                    <a:pt x="245269" y="158591"/>
                  </a:lnTo>
                  <a:lnTo>
                    <a:pt x="244792" y="154781"/>
                  </a:lnTo>
                  <a:lnTo>
                    <a:pt x="242888" y="152400"/>
                  </a:lnTo>
                  <a:lnTo>
                    <a:pt x="241935" y="150971"/>
                  </a:lnTo>
                  <a:lnTo>
                    <a:pt x="241935" y="149066"/>
                  </a:lnTo>
                  <a:lnTo>
                    <a:pt x="241935" y="146685"/>
                  </a:lnTo>
                  <a:lnTo>
                    <a:pt x="242888" y="144780"/>
                  </a:lnTo>
                  <a:lnTo>
                    <a:pt x="242411" y="142875"/>
                  </a:lnTo>
                  <a:lnTo>
                    <a:pt x="241459" y="141446"/>
                  </a:lnTo>
                  <a:lnTo>
                    <a:pt x="241459" y="139065"/>
                  </a:lnTo>
                  <a:lnTo>
                    <a:pt x="241459" y="135731"/>
                  </a:lnTo>
                  <a:lnTo>
                    <a:pt x="240030" y="133826"/>
                  </a:lnTo>
                  <a:lnTo>
                    <a:pt x="239077" y="130969"/>
                  </a:lnTo>
                  <a:lnTo>
                    <a:pt x="239077" y="128588"/>
                  </a:lnTo>
                  <a:lnTo>
                    <a:pt x="238125" y="126206"/>
                  </a:lnTo>
                  <a:lnTo>
                    <a:pt x="238125" y="123349"/>
                  </a:lnTo>
                  <a:lnTo>
                    <a:pt x="239077" y="120968"/>
                  </a:lnTo>
                  <a:lnTo>
                    <a:pt x="239554" y="118586"/>
                  </a:lnTo>
                  <a:lnTo>
                    <a:pt x="238125" y="116681"/>
                  </a:lnTo>
                  <a:lnTo>
                    <a:pt x="236220" y="115729"/>
                  </a:lnTo>
                  <a:lnTo>
                    <a:pt x="234791" y="112871"/>
                  </a:lnTo>
                  <a:lnTo>
                    <a:pt x="234791" y="109538"/>
                  </a:lnTo>
                  <a:lnTo>
                    <a:pt x="233363" y="107633"/>
                  </a:lnTo>
                  <a:lnTo>
                    <a:pt x="231457" y="105728"/>
                  </a:lnTo>
                  <a:lnTo>
                    <a:pt x="229552" y="105728"/>
                  </a:lnTo>
                  <a:lnTo>
                    <a:pt x="226695" y="104775"/>
                  </a:lnTo>
                  <a:lnTo>
                    <a:pt x="223838" y="104775"/>
                  </a:lnTo>
                  <a:lnTo>
                    <a:pt x="220027" y="104775"/>
                  </a:lnTo>
                  <a:lnTo>
                    <a:pt x="218122" y="104299"/>
                  </a:lnTo>
                  <a:lnTo>
                    <a:pt x="216694" y="102870"/>
                  </a:lnTo>
                  <a:lnTo>
                    <a:pt x="214313" y="101441"/>
                  </a:lnTo>
                  <a:lnTo>
                    <a:pt x="212884" y="98108"/>
                  </a:lnTo>
                  <a:lnTo>
                    <a:pt x="210979" y="97631"/>
                  </a:lnTo>
                  <a:lnTo>
                    <a:pt x="208597" y="98584"/>
                  </a:lnTo>
                  <a:lnTo>
                    <a:pt x="207645" y="99536"/>
                  </a:lnTo>
                  <a:lnTo>
                    <a:pt x="206692" y="101441"/>
                  </a:lnTo>
                  <a:lnTo>
                    <a:pt x="204788" y="103346"/>
                  </a:lnTo>
                  <a:lnTo>
                    <a:pt x="202406" y="102870"/>
                  </a:lnTo>
                  <a:lnTo>
                    <a:pt x="200025" y="104299"/>
                  </a:lnTo>
                  <a:lnTo>
                    <a:pt x="197644" y="104299"/>
                  </a:lnTo>
                  <a:lnTo>
                    <a:pt x="194310" y="104299"/>
                  </a:lnTo>
                  <a:lnTo>
                    <a:pt x="191452" y="103346"/>
                  </a:lnTo>
                  <a:lnTo>
                    <a:pt x="187642" y="102394"/>
                  </a:lnTo>
                  <a:lnTo>
                    <a:pt x="184309" y="101918"/>
                  </a:lnTo>
                  <a:lnTo>
                    <a:pt x="180975" y="102394"/>
                  </a:lnTo>
                  <a:lnTo>
                    <a:pt x="179070" y="101918"/>
                  </a:lnTo>
                  <a:lnTo>
                    <a:pt x="176213" y="101441"/>
                  </a:lnTo>
                  <a:lnTo>
                    <a:pt x="172879" y="101441"/>
                  </a:lnTo>
                  <a:lnTo>
                    <a:pt x="170497" y="99536"/>
                  </a:lnTo>
                  <a:lnTo>
                    <a:pt x="167640" y="98584"/>
                  </a:lnTo>
                  <a:lnTo>
                    <a:pt x="166211" y="98584"/>
                  </a:lnTo>
                  <a:lnTo>
                    <a:pt x="164306" y="100013"/>
                  </a:lnTo>
                  <a:lnTo>
                    <a:pt x="162401" y="99536"/>
                  </a:lnTo>
                  <a:lnTo>
                    <a:pt x="159544" y="98584"/>
                  </a:lnTo>
                  <a:lnTo>
                    <a:pt x="158591" y="96679"/>
                  </a:lnTo>
                  <a:lnTo>
                    <a:pt x="159067" y="95250"/>
                  </a:lnTo>
                  <a:lnTo>
                    <a:pt x="159544" y="93821"/>
                  </a:lnTo>
                  <a:lnTo>
                    <a:pt x="160496" y="91916"/>
                  </a:lnTo>
                  <a:lnTo>
                    <a:pt x="160020" y="89535"/>
                  </a:lnTo>
                  <a:lnTo>
                    <a:pt x="160020" y="87630"/>
                  </a:lnTo>
                  <a:lnTo>
                    <a:pt x="160496" y="86201"/>
                  </a:lnTo>
                  <a:lnTo>
                    <a:pt x="160972" y="84296"/>
                  </a:lnTo>
                  <a:lnTo>
                    <a:pt x="160972" y="82391"/>
                  </a:lnTo>
                  <a:lnTo>
                    <a:pt x="160496" y="80963"/>
                  </a:lnTo>
                  <a:lnTo>
                    <a:pt x="160496" y="79058"/>
                  </a:lnTo>
                  <a:lnTo>
                    <a:pt x="160020" y="77153"/>
                  </a:lnTo>
                  <a:lnTo>
                    <a:pt x="161449" y="74295"/>
                  </a:lnTo>
                  <a:lnTo>
                    <a:pt x="162401" y="72390"/>
                  </a:lnTo>
                  <a:lnTo>
                    <a:pt x="161925" y="70485"/>
                  </a:lnTo>
                  <a:lnTo>
                    <a:pt x="161925" y="69056"/>
                  </a:lnTo>
                  <a:lnTo>
                    <a:pt x="162877" y="67151"/>
                  </a:lnTo>
                  <a:lnTo>
                    <a:pt x="164306" y="64294"/>
                  </a:lnTo>
                  <a:lnTo>
                    <a:pt x="163830" y="59531"/>
                  </a:lnTo>
                  <a:lnTo>
                    <a:pt x="162877" y="56674"/>
                  </a:lnTo>
                  <a:lnTo>
                    <a:pt x="161925" y="56197"/>
                  </a:lnTo>
                  <a:lnTo>
                    <a:pt x="161449" y="55245"/>
                  </a:lnTo>
                  <a:lnTo>
                    <a:pt x="162401" y="54293"/>
                  </a:lnTo>
                  <a:lnTo>
                    <a:pt x="161449" y="52864"/>
                  </a:lnTo>
                  <a:lnTo>
                    <a:pt x="161449" y="51911"/>
                  </a:lnTo>
                  <a:lnTo>
                    <a:pt x="161925" y="50959"/>
                  </a:lnTo>
                  <a:lnTo>
                    <a:pt x="160972" y="49054"/>
                  </a:lnTo>
                  <a:lnTo>
                    <a:pt x="159544" y="48101"/>
                  </a:lnTo>
                  <a:lnTo>
                    <a:pt x="159067" y="47625"/>
                  </a:lnTo>
                  <a:lnTo>
                    <a:pt x="158591" y="45720"/>
                  </a:lnTo>
                  <a:lnTo>
                    <a:pt x="158115" y="42863"/>
                  </a:lnTo>
                  <a:lnTo>
                    <a:pt x="158115" y="40958"/>
                  </a:lnTo>
                  <a:lnTo>
                    <a:pt x="157639" y="39053"/>
                  </a:lnTo>
                  <a:lnTo>
                    <a:pt x="156210" y="38100"/>
                  </a:lnTo>
                  <a:lnTo>
                    <a:pt x="155257" y="36195"/>
                  </a:lnTo>
                  <a:lnTo>
                    <a:pt x="153829" y="34766"/>
                  </a:lnTo>
                  <a:lnTo>
                    <a:pt x="153352" y="32861"/>
                  </a:lnTo>
                  <a:lnTo>
                    <a:pt x="152876" y="30480"/>
                  </a:lnTo>
                  <a:lnTo>
                    <a:pt x="153352" y="24765"/>
                  </a:lnTo>
                  <a:lnTo>
                    <a:pt x="152876" y="19526"/>
                  </a:lnTo>
                  <a:lnTo>
                    <a:pt x="151924" y="18574"/>
                  </a:lnTo>
                  <a:lnTo>
                    <a:pt x="141922" y="12383"/>
                  </a:lnTo>
                  <a:lnTo>
                    <a:pt x="132874" y="7144"/>
                  </a:lnTo>
                  <a:lnTo>
                    <a:pt x="120967" y="0"/>
                  </a:lnTo>
                  <a:lnTo>
                    <a:pt x="105727" y="0"/>
                  </a:lnTo>
                  <a:lnTo>
                    <a:pt x="90011" y="0"/>
                  </a:lnTo>
                  <a:lnTo>
                    <a:pt x="74771" y="3334"/>
                  </a:lnTo>
                  <a:lnTo>
                    <a:pt x="60007" y="6668"/>
                  </a:lnTo>
                  <a:lnTo>
                    <a:pt x="52864" y="8096"/>
                  </a:lnTo>
                  <a:lnTo>
                    <a:pt x="38576" y="10954"/>
                  </a:lnTo>
                  <a:lnTo>
                    <a:pt x="30480" y="12383"/>
                  </a:lnTo>
                  <a:lnTo>
                    <a:pt x="28099" y="18097"/>
                  </a:lnTo>
                  <a:lnTo>
                    <a:pt x="25241" y="26670"/>
                  </a:lnTo>
                  <a:lnTo>
                    <a:pt x="21907" y="31909"/>
                  </a:lnTo>
                  <a:lnTo>
                    <a:pt x="18097" y="37147"/>
                  </a:lnTo>
                  <a:lnTo>
                    <a:pt x="12859" y="44291"/>
                  </a:lnTo>
                  <a:lnTo>
                    <a:pt x="12859" y="53340"/>
                  </a:lnTo>
                  <a:lnTo>
                    <a:pt x="12859" y="61913"/>
                  </a:lnTo>
                  <a:lnTo>
                    <a:pt x="9049" y="74295"/>
                  </a:lnTo>
                  <a:lnTo>
                    <a:pt x="5715" y="84772"/>
                  </a:lnTo>
                  <a:lnTo>
                    <a:pt x="2857" y="94297"/>
                  </a:lnTo>
                  <a:lnTo>
                    <a:pt x="952" y="101441"/>
                  </a:lnTo>
                  <a:lnTo>
                    <a:pt x="0" y="103346"/>
                  </a:lnTo>
                  <a:lnTo>
                    <a:pt x="952" y="104299"/>
                  </a:lnTo>
                  <a:lnTo>
                    <a:pt x="952" y="105251"/>
                  </a:lnTo>
                  <a:lnTo>
                    <a:pt x="3810" y="107156"/>
                  </a:lnTo>
                  <a:lnTo>
                    <a:pt x="9525" y="110490"/>
                  </a:lnTo>
                  <a:lnTo>
                    <a:pt x="14764" y="116681"/>
                  </a:lnTo>
                  <a:lnTo>
                    <a:pt x="20002" y="125730"/>
                  </a:lnTo>
                  <a:lnTo>
                    <a:pt x="24765" y="132397"/>
                  </a:lnTo>
                  <a:lnTo>
                    <a:pt x="29051" y="136684"/>
                  </a:lnTo>
                  <a:lnTo>
                    <a:pt x="32861" y="140018"/>
                  </a:lnTo>
                  <a:lnTo>
                    <a:pt x="36671" y="141446"/>
                  </a:lnTo>
                  <a:lnTo>
                    <a:pt x="38576" y="142875"/>
                  </a:lnTo>
                  <a:lnTo>
                    <a:pt x="39052" y="144304"/>
                  </a:lnTo>
                  <a:lnTo>
                    <a:pt x="42386" y="146685"/>
                  </a:lnTo>
                  <a:lnTo>
                    <a:pt x="49054" y="150019"/>
                  </a:lnTo>
                  <a:lnTo>
                    <a:pt x="53340" y="153353"/>
                  </a:lnTo>
                  <a:lnTo>
                    <a:pt x="55245" y="157163"/>
                  </a:lnTo>
                  <a:lnTo>
                    <a:pt x="61436" y="160496"/>
                  </a:lnTo>
                  <a:lnTo>
                    <a:pt x="72866" y="164306"/>
                  </a:lnTo>
                  <a:lnTo>
                    <a:pt x="81439" y="166211"/>
                  </a:lnTo>
                  <a:lnTo>
                    <a:pt x="86677" y="166211"/>
                  </a:lnTo>
                  <a:lnTo>
                    <a:pt x="93821" y="169069"/>
                  </a:lnTo>
                  <a:lnTo>
                    <a:pt x="103346" y="175260"/>
                  </a:lnTo>
                  <a:lnTo>
                    <a:pt x="109538" y="179546"/>
                  </a:lnTo>
                  <a:lnTo>
                    <a:pt x="111442" y="181928"/>
                  </a:lnTo>
                  <a:lnTo>
                    <a:pt x="118110" y="185738"/>
                  </a:lnTo>
                  <a:lnTo>
                    <a:pt x="133826" y="193834"/>
                  </a:lnTo>
                  <a:lnTo>
                    <a:pt x="140494" y="195739"/>
                  </a:lnTo>
                  <a:lnTo>
                    <a:pt x="143827" y="197644"/>
                  </a:lnTo>
                  <a:lnTo>
                    <a:pt x="145732" y="200025"/>
                  </a:lnTo>
                  <a:lnTo>
                    <a:pt x="147638" y="200501"/>
                  </a:lnTo>
                  <a:lnTo>
                    <a:pt x="149542" y="200025"/>
                  </a:lnTo>
                  <a:lnTo>
                    <a:pt x="153829" y="200501"/>
                  </a:lnTo>
                  <a:lnTo>
                    <a:pt x="159544" y="203359"/>
                  </a:lnTo>
                  <a:lnTo>
                    <a:pt x="164306" y="206216"/>
                  </a:lnTo>
                  <a:lnTo>
                    <a:pt x="170497" y="213360"/>
                  </a:lnTo>
                  <a:lnTo>
                    <a:pt x="172402" y="215741"/>
                  </a:lnTo>
                  <a:lnTo>
                    <a:pt x="173355" y="218599"/>
                  </a:lnTo>
                  <a:lnTo>
                    <a:pt x="172879" y="220504"/>
                  </a:lnTo>
                  <a:lnTo>
                    <a:pt x="170974" y="222885"/>
                  </a:lnTo>
                  <a:lnTo>
                    <a:pt x="167640" y="225266"/>
                  </a:lnTo>
                  <a:lnTo>
                    <a:pt x="166688" y="226219"/>
                  </a:lnTo>
                  <a:lnTo>
                    <a:pt x="166688" y="227647"/>
                  </a:lnTo>
                  <a:lnTo>
                    <a:pt x="165735" y="229553"/>
                  </a:lnTo>
                  <a:lnTo>
                    <a:pt x="162877" y="233839"/>
                  </a:lnTo>
                  <a:lnTo>
                    <a:pt x="161925" y="236220"/>
                  </a:lnTo>
                  <a:lnTo>
                    <a:pt x="161925" y="237649"/>
                  </a:lnTo>
                  <a:lnTo>
                    <a:pt x="160020" y="239078"/>
                  </a:lnTo>
                  <a:lnTo>
                    <a:pt x="155257" y="242411"/>
                  </a:lnTo>
                  <a:lnTo>
                    <a:pt x="154305" y="243840"/>
                  </a:lnTo>
                  <a:lnTo>
                    <a:pt x="154305" y="245269"/>
                  </a:lnTo>
                  <a:lnTo>
                    <a:pt x="153829" y="246221"/>
                  </a:lnTo>
                  <a:lnTo>
                    <a:pt x="152876" y="246697"/>
                  </a:lnTo>
                  <a:lnTo>
                    <a:pt x="151924" y="248603"/>
                  </a:lnTo>
                  <a:lnTo>
                    <a:pt x="151447" y="250984"/>
                  </a:lnTo>
                  <a:lnTo>
                    <a:pt x="151447" y="254318"/>
                  </a:lnTo>
                  <a:lnTo>
                    <a:pt x="151924" y="258604"/>
                  </a:lnTo>
                  <a:lnTo>
                    <a:pt x="151924" y="260033"/>
                  </a:lnTo>
                  <a:lnTo>
                    <a:pt x="150495" y="260509"/>
                  </a:lnTo>
                  <a:lnTo>
                    <a:pt x="150019" y="261461"/>
                  </a:lnTo>
                  <a:lnTo>
                    <a:pt x="150019" y="263843"/>
                  </a:lnTo>
                  <a:lnTo>
                    <a:pt x="149066" y="265271"/>
                  </a:lnTo>
                  <a:lnTo>
                    <a:pt x="147638" y="266224"/>
                  </a:lnTo>
                  <a:lnTo>
                    <a:pt x="146685" y="267176"/>
                  </a:lnTo>
                  <a:lnTo>
                    <a:pt x="147161" y="268129"/>
                  </a:lnTo>
                  <a:lnTo>
                    <a:pt x="146209" y="269558"/>
                  </a:lnTo>
                  <a:lnTo>
                    <a:pt x="143351" y="270510"/>
                  </a:lnTo>
                  <a:lnTo>
                    <a:pt x="141922" y="272415"/>
                  </a:lnTo>
                  <a:lnTo>
                    <a:pt x="140970" y="274320"/>
                  </a:lnTo>
                  <a:lnTo>
                    <a:pt x="139541" y="276225"/>
                  </a:lnTo>
                  <a:lnTo>
                    <a:pt x="137160" y="278130"/>
                  </a:lnTo>
                  <a:lnTo>
                    <a:pt x="136207" y="280511"/>
                  </a:lnTo>
                  <a:lnTo>
                    <a:pt x="137636" y="284797"/>
                  </a:lnTo>
                  <a:lnTo>
                    <a:pt x="152400" y="283369"/>
                  </a:lnTo>
                  <a:lnTo>
                    <a:pt x="164782" y="284797"/>
                  </a:lnTo>
                  <a:lnTo>
                    <a:pt x="179070" y="289084"/>
                  </a:lnTo>
                  <a:lnTo>
                    <a:pt x="188595" y="290513"/>
                  </a:lnTo>
                  <a:lnTo>
                    <a:pt x="193357" y="289084"/>
                  </a:lnTo>
                  <a:lnTo>
                    <a:pt x="196691" y="289560"/>
                  </a:lnTo>
                  <a:lnTo>
                    <a:pt x="199072" y="290989"/>
                  </a:lnTo>
                  <a:lnTo>
                    <a:pt x="201930" y="291465"/>
                  </a:lnTo>
                  <a:lnTo>
                    <a:pt x="205740" y="290513"/>
                  </a:lnTo>
                  <a:lnTo>
                    <a:pt x="209074" y="290989"/>
                  </a:lnTo>
                  <a:lnTo>
                    <a:pt x="211455" y="293370"/>
                  </a:lnTo>
                  <a:lnTo>
                    <a:pt x="213836" y="292894"/>
                  </a:lnTo>
                  <a:lnTo>
                    <a:pt x="215741" y="289084"/>
                  </a:lnTo>
                  <a:lnTo>
                    <a:pt x="218122" y="286703"/>
                  </a:lnTo>
                  <a:lnTo>
                    <a:pt x="220504" y="284797"/>
                  </a:lnTo>
                  <a:lnTo>
                    <a:pt x="223838" y="284321"/>
                  </a:lnTo>
                  <a:lnTo>
                    <a:pt x="228124" y="285274"/>
                  </a:lnTo>
                  <a:lnTo>
                    <a:pt x="230981" y="286703"/>
                  </a:lnTo>
                  <a:lnTo>
                    <a:pt x="233363" y="288608"/>
                  </a:lnTo>
                  <a:lnTo>
                    <a:pt x="236220" y="288608"/>
                  </a:lnTo>
                  <a:lnTo>
                    <a:pt x="238601" y="286226"/>
                  </a:lnTo>
                  <a:lnTo>
                    <a:pt x="240030" y="283845"/>
                  </a:lnTo>
                  <a:lnTo>
                    <a:pt x="240030" y="280988"/>
                  </a:lnTo>
                  <a:lnTo>
                    <a:pt x="240982" y="278606"/>
                  </a:lnTo>
                  <a:lnTo>
                    <a:pt x="243364" y="277654"/>
                  </a:lnTo>
                  <a:lnTo>
                    <a:pt x="244792" y="275749"/>
                  </a:lnTo>
                  <a:lnTo>
                    <a:pt x="245745" y="273844"/>
                  </a:lnTo>
                  <a:lnTo>
                    <a:pt x="248602" y="272415"/>
                  </a:lnTo>
                  <a:lnTo>
                    <a:pt x="253365" y="271939"/>
                  </a:lnTo>
                  <a:lnTo>
                    <a:pt x="255746" y="270986"/>
                  </a:lnTo>
                  <a:lnTo>
                    <a:pt x="255746" y="269081"/>
                  </a:lnTo>
                  <a:lnTo>
                    <a:pt x="257175" y="267653"/>
                  </a:lnTo>
                  <a:lnTo>
                    <a:pt x="260032" y="266224"/>
                  </a:lnTo>
                  <a:lnTo>
                    <a:pt x="261461" y="264795"/>
                  </a:lnTo>
                  <a:lnTo>
                    <a:pt x="262414" y="262414"/>
                  </a:lnTo>
                  <a:lnTo>
                    <a:pt x="264319" y="261461"/>
                  </a:lnTo>
                  <a:lnTo>
                    <a:pt x="266224" y="260985"/>
                  </a:lnTo>
                  <a:lnTo>
                    <a:pt x="268605" y="256699"/>
                  </a:lnTo>
                  <a:lnTo>
                    <a:pt x="271463" y="248603"/>
                  </a:lnTo>
                  <a:lnTo>
                    <a:pt x="272891" y="237649"/>
                  </a:lnTo>
                  <a:lnTo>
                    <a:pt x="273367" y="221933"/>
                  </a:lnTo>
                  <a:lnTo>
                    <a:pt x="273367" y="217170"/>
                  </a:lnTo>
                  <a:lnTo>
                    <a:pt x="278130" y="209550"/>
                  </a:lnTo>
                  <a:lnTo>
                    <a:pt x="279559" y="205740"/>
                  </a:lnTo>
                  <a:lnTo>
                    <a:pt x="279082" y="203835"/>
                  </a:lnTo>
                  <a:lnTo>
                    <a:pt x="280511" y="196691"/>
                  </a:lnTo>
                  <a:lnTo>
                    <a:pt x="283845" y="184785"/>
                  </a:lnTo>
                  <a:lnTo>
                    <a:pt x="284797" y="176689"/>
                  </a:lnTo>
                  <a:lnTo>
                    <a:pt x="283369" y="172879"/>
                  </a:lnTo>
                  <a:lnTo>
                    <a:pt x="283369" y="170497"/>
                  </a:lnTo>
                  <a:lnTo>
                    <a:pt x="285274" y="168116"/>
                  </a:lnTo>
                  <a:close/>
                </a:path>
              </a:pathLst>
            </a:custGeom>
            <a:grpFill/>
            <a:ln w="317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2B57E9D9-B19F-4DA3-8F1F-FA243D410DFF}"/>
                </a:ext>
              </a:extLst>
            </p:cNvPr>
            <p:cNvSpPr/>
            <p:nvPr/>
          </p:nvSpPr>
          <p:spPr>
            <a:xfrm>
              <a:off x="5397341" y="2795110"/>
              <a:ext cx="111442" cy="204787"/>
            </a:xfrm>
            <a:custGeom>
              <a:avLst/>
              <a:gdLst>
                <a:gd name="connsiteX0" fmla="*/ 110490 w 111442"/>
                <a:gd name="connsiteY0" fmla="*/ 21431 h 204787"/>
                <a:gd name="connsiteX1" fmla="*/ 109538 w 111442"/>
                <a:gd name="connsiteY1" fmla="*/ 20003 h 204787"/>
                <a:gd name="connsiteX2" fmla="*/ 107156 w 111442"/>
                <a:gd name="connsiteY2" fmla="*/ 18574 h 204787"/>
                <a:gd name="connsiteX3" fmla="*/ 104298 w 111442"/>
                <a:gd name="connsiteY3" fmla="*/ 17621 h 204787"/>
                <a:gd name="connsiteX4" fmla="*/ 100965 w 111442"/>
                <a:gd name="connsiteY4" fmla="*/ 17621 h 204787"/>
                <a:gd name="connsiteX5" fmla="*/ 99060 w 111442"/>
                <a:gd name="connsiteY5" fmla="*/ 17145 h 204787"/>
                <a:gd name="connsiteX6" fmla="*/ 98584 w 111442"/>
                <a:gd name="connsiteY6" fmla="*/ 15716 h 204787"/>
                <a:gd name="connsiteX7" fmla="*/ 98584 w 111442"/>
                <a:gd name="connsiteY7" fmla="*/ 12383 h 204787"/>
                <a:gd name="connsiteX8" fmla="*/ 98584 w 111442"/>
                <a:gd name="connsiteY8" fmla="*/ 9049 h 204787"/>
                <a:gd name="connsiteX9" fmla="*/ 98107 w 111442"/>
                <a:gd name="connsiteY9" fmla="*/ 7620 h 204787"/>
                <a:gd name="connsiteX10" fmla="*/ 96678 w 111442"/>
                <a:gd name="connsiteY10" fmla="*/ 6667 h 204787"/>
                <a:gd name="connsiteX11" fmla="*/ 93821 w 111442"/>
                <a:gd name="connsiteY11" fmla="*/ 7144 h 204787"/>
                <a:gd name="connsiteX12" fmla="*/ 91440 w 111442"/>
                <a:gd name="connsiteY12" fmla="*/ 6191 h 204787"/>
                <a:gd name="connsiteX13" fmla="*/ 89535 w 111442"/>
                <a:gd name="connsiteY13" fmla="*/ 6191 h 204787"/>
                <a:gd name="connsiteX14" fmla="*/ 88582 w 111442"/>
                <a:gd name="connsiteY14" fmla="*/ 7144 h 204787"/>
                <a:gd name="connsiteX15" fmla="*/ 82867 w 111442"/>
                <a:gd name="connsiteY15" fmla="*/ 7144 h 204787"/>
                <a:gd name="connsiteX16" fmla="*/ 80486 w 111442"/>
                <a:gd name="connsiteY16" fmla="*/ 6667 h 204787"/>
                <a:gd name="connsiteX17" fmla="*/ 79057 w 111442"/>
                <a:gd name="connsiteY17" fmla="*/ 6191 h 204787"/>
                <a:gd name="connsiteX18" fmla="*/ 78105 w 111442"/>
                <a:gd name="connsiteY18" fmla="*/ 6667 h 204787"/>
                <a:gd name="connsiteX19" fmla="*/ 77628 w 111442"/>
                <a:gd name="connsiteY19" fmla="*/ 7144 h 204787"/>
                <a:gd name="connsiteX20" fmla="*/ 77628 w 111442"/>
                <a:gd name="connsiteY20" fmla="*/ 8096 h 204787"/>
                <a:gd name="connsiteX21" fmla="*/ 77152 w 111442"/>
                <a:gd name="connsiteY21" fmla="*/ 9525 h 204787"/>
                <a:gd name="connsiteX22" fmla="*/ 75247 w 111442"/>
                <a:gd name="connsiteY22" fmla="*/ 10954 h 204787"/>
                <a:gd name="connsiteX23" fmla="*/ 70485 w 111442"/>
                <a:gd name="connsiteY23" fmla="*/ 12383 h 204787"/>
                <a:gd name="connsiteX24" fmla="*/ 66675 w 111442"/>
                <a:gd name="connsiteY24" fmla="*/ 12383 h 204787"/>
                <a:gd name="connsiteX25" fmla="*/ 63341 w 111442"/>
                <a:gd name="connsiteY25" fmla="*/ 11430 h 204787"/>
                <a:gd name="connsiteX26" fmla="*/ 62389 w 111442"/>
                <a:gd name="connsiteY26" fmla="*/ 10954 h 204787"/>
                <a:gd name="connsiteX27" fmla="*/ 60960 w 111442"/>
                <a:gd name="connsiteY27" fmla="*/ 10478 h 204787"/>
                <a:gd name="connsiteX28" fmla="*/ 53816 w 111442"/>
                <a:gd name="connsiteY28" fmla="*/ 11430 h 204787"/>
                <a:gd name="connsiteX29" fmla="*/ 52864 w 111442"/>
                <a:gd name="connsiteY29" fmla="*/ 10954 h 204787"/>
                <a:gd name="connsiteX30" fmla="*/ 50482 w 111442"/>
                <a:gd name="connsiteY30" fmla="*/ 12383 h 204787"/>
                <a:gd name="connsiteX31" fmla="*/ 47148 w 111442"/>
                <a:gd name="connsiteY31" fmla="*/ 13811 h 204787"/>
                <a:gd name="connsiteX32" fmla="*/ 45244 w 111442"/>
                <a:gd name="connsiteY32" fmla="*/ 13811 h 204787"/>
                <a:gd name="connsiteX33" fmla="*/ 44291 w 111442"/>
                <a:gd name="connsiteY33" fmla="*/ 13335 h 204787"/>
                <a:gd name="connsiteX34" fmla="*/ 43815 w 111442"/>
                <a:gd name="connsiteY34" fmla="*/ 12859 h 204787"/>
                <a:gd name="connsiteX35" fmla="*/ 42386 w 111442"/>
                <a:gd name="connsiteY35" fmla="*/ 10478 h 204787"/>
                <a:gd name="connsiteX36" fmla="*/ 42863 w 111442"/>
                <a:gd name="connsiteY36" fmla="*/ 9049 h 204787"/>
                <a:gd name="connsiteX37" fmla="*/ 45720 w 111442"/>
                <a:gd name="connsiteY37" fmla="*/ 5239 h 204787"/>
                <a:gd name="connsiteX38" fmla="*/ 45244 w 111442"/>
                <a:gd name="connsiteY38" fmla="*/ 4286 h 204787"/>
                <a:gd name="connsiteX39" fmla="*/ 44291 w 111442"/>
                <a:gd name="connsiteY39" fmla="*/ 2858 h 204787"/>
                <a:gd name="connsiteX40" fmla="*/ 43339 w 111442"/>
                <a:gd name="connsiteY40" fmla="*/ 953 h 204787"/>
                <a:gd name="connsiteX41" fmla="*/ 42863 w 111442"/>
                <a:gd name="connsiteY41" fmla="*/ 0 h 204787"/>
                <a:gd name="connsiteX42" fmla="*/ 40957 w 111442"/>
                <a:gd name="connsiteY42" fmla="*/ 0 h 204787"/>
                <a:gd name="connsiteX43" fmla="*/ 39052 w 111442"/>
                <a:gd name="connsiteY43" fmla="*/ 953 h 204787"/>
                <a:gd name="connsiteX44" fmla="*/ 31909 w 111442"/>
                <a:gd name="connsiteY44" fmla="*/ 2858 h 204787"/>
                <a:gd name="connsiteX45" fmla="*/ 30003 w 111442"/>
                <a:gd name="connsiteY45" fmla="*/ 3334 h 204787"/>
                <a:gd name="connsiteX46" fmla="*/ 26670 w 111442"/>
                <a:gd name="connsiteY46" fmla="*/ 5239 h 204787"/>
                <a:gd name="connsiteX47" fmla="*/ 23336 w 111442"/>
                <a:gd name="connsiteY47" fmla="*/ 8096 h 204787"/>
                <a:gd name="connsiteX48" fmla="*/ 20002 w 111442"/>
                <a:gd name="connsiteY48" fmla="*/ 12383 h 204787"/>
                <a:gd name="connsiteX49" fmla="*/ 19526 w 111442"/>
                <a:gd name="connsiteY49" fmla="*/ 15240 h 204787"/>
                <a:gd name="connsiteX50" fmla="*/ 20955 w 111442"/>
                <a:gd name="connsiteY50" fmla="*/ 17621 h 204787"/>
                <a:gd name="connsiteX51" fmla="*/ 23813 w 111442"/>
                <a:gd name="connsiteY51" fmla="*/ 18098 h 204787"/>
                <a:gd name="connsiteX52" fmla="*/ 21907 w 111442"/>
                <a:gd name="connsiteY52" fmla="*/ 20003 h 204787"/>
                <a:gd name="connsiteX53" fmla="*/ 21907 w 111442"/>
                <a:gd name="connsiteY53" fmla="*/ 23813 h 204787"/>
                <a:gd name="connsiteX54" fmla="*/ 24289 w 111442"/>
                <a:gd name="connsiteY54" fmla="*/ 34766 h 204787"/>
                <a:gd name="connsiteX55" fmla="*/ 26670 w 111442"/>
                <a:gd name="connsiteY55" fmla="*/ 40005 h 204787"/>
                <a:gd name="connsiteX56" fmla="*/ 27146 w 111442"/>
                <a:gd name="connsiteY56" fmla="*/ 42863 h 204787"/>
                <a:gd name="connsiteX57" fmla="*/ 27146 w 111442"/>
                <a:gd name="connsiteY57" fmla="*/ 45244 h 204787"/>
                <a:gd name="connsiteX58" fmla="*/ 26670 w 111442"/>
                <a:gd name="connsiteY58" fmla="*/ 50006 h 204787"/>
                <a:gd name="connsiteX59" fmla="*/ 26194 w 111442"/>
                <a:gd name="connsiteY59" fmla="*/ 56674 h 204787"/>
                <a:gd name="connsiteX60" fmla="*/ 24765 w 111442"/>
                <a:gd name="connsiteY60" fmla="*/ 60960 h 204787"/>
                <a:gd name="connsiteX61" fmla="*/ 23336 w 111442"/>
                <a:gd name="connsiteY61" fmla="*/ 62865 h 204787"/>
                <a:gd name="connsiteX62" fmla="*/ 20002 w 111442"/>
                <a:gd name="connsiteY62" fmla="*/ 76676 h 204787"/>
                <a:gd name="connsiteX63" fmla="*/ 19526 w 111442"/>
                <a:gd name="connsiteY63" fmla="*/ 80010 h 204787"/>
                <a:gd name="connsiteX64" fmla="*/ 20955 w 111442"/>
                <a:gd name="connsiteY64" fmla="*/ 80963 h 204787"/>
                <a:gd name="connsiteX65" fmla="*/ 21431 w 111442"/>
                <a:gd name="connsiteY65" fmla="*/ 82391 h 204787"/>
                <a:gd name="connsiteX66" fmla="*/ 15716 w 111442"/>
                <a:gd name="connsiteY66" fmla="*/ 94298 h 204787"/>
                <a:gd name="connsiteX67" fmla="*/ 10953 w 111442"/>
                <a:gd name="connsiteY67" fmla="*/ 105251 h 204787"/>
                <a:gd name="connsiteX68" fmla="*/ 7620 w 111442"/>
                <a:gd name="connsiteY68" fmla="*/ 110014 h 204787"/>
                <a:gd name="connsiteX69" fmla="*/ 5239 w 111442"/>
                <a:gd name="connsiteY69" fmla="*/ 111442 h 204787"/>
                <a:gd name="connsiteX70" fmla="*/ 3334 w 111442"/>
                <a:gd name="connsiteY70" fmla="*/ 113348 h 204787"/>
                <a:gd name="connsiteX71" fmla="*/ 3810 w 111442"/>
                <a:gd name="connsiteY71" fmla="*/ 115252 h 204787"/>
                <a:gd name="connsiteX72" fmla="*/ 3810 w 111442"/>
                <a:gd name="connsiteY72" fmla="*/ 116681 h 204787"/>
                <a:gd name="connsiteX73" fmla="*/ 1905 w 111442"/>
                <a:gd name="connsiteY73" fmla="*/ 121920 h 204787"/>
                <a:gd name="connsiteX74" fmla="*/ 1428 w 111442"/>
                <a:gd name="connsiteY74" fmla="*/ 128111 h 204787"/>
                <a:gd name="connsiteX75" fmla="*/ 0 w 111442"/>
                <a:gd name="connsiteY75" fmla="*/ 132398 h 204787"/>
                <a:gd name="connsiteX76" fmla="*/ 0 w 111442"/>
                <a:gd name="connsiteY76" fmla="*/ 134302 h 204787"/>
                <a:gd name="connsiteX77" fmla="*/ 0 w 111442"/>
                <a:gd name="connsiteY77" fmla="*/ 137160 h 204787"/>
                <a:gd name="connsiteX78" fmla="*/ 2381 w 111442"/>
                <a:gd name="connsiteY78" fmla="*/ 138113 h 204787"/>
                <a:gd name="connsiteX79" fmla="*/ 4286 w 111442"/>
                <a:gd name="connsiteY79" fmla="*/ 138589 h 204787"/>
                <a:gd name="connsiteX80" fmla="*/ 7620 w 111442"/>
                <a:gd name="connsiteY80" fmla="*/ 138113 h 204787"/>
                <a:gd name="connsiteX81" fmla="*/ 11430 w 111442"/>
                <a:gd name="connsiteY81" fmla="*/ 137160 h 204787"/>
                <a:gd name="connsiteX82" fmla="*/ 12859 w 111442"/>
                <a:gd name="connsiteY82" fmla="*/ 133350 h 204787"/>
                <a:gd name="connsiteX83" fmla="*/ 17621 w 111442"/>
                <a:gd name="connsiteY83" fmla="*/ 126206 h 204787"/>
                <a:gd name="connsiteX84" fmla="*/ 20478 w 111442"/>
                <a:gd name="connsiteY84" fmla="*/ 124301 h 204787"/>
                <a:gd name="connsiteX85" fmla="*/ 22860 w 111442"/>
                <a:gd name="connsiteY85" fmla="*/ 123825 h 204787"/>
                <a:gd name="connsiteX86" fmla="*/ 18097 w 111442"/>
                <a:gd name="connsiteY86" fmla="*/ 127159 h 204787"/>
                <a:gd name="connsiteX87" fmla="*/ 16192 w 111442"/>
                <a:gd name="connsiteY87" fmla="*/ 130969 h 204787"/>
                <a:gd name="connsiteX88" fmla="*/ 17145 w 111442"/>
                <a:gd name="connsiteY88" fmla="*/ 134779 h 204787"/>
                <a:gd name="connsiteX89" fmla="*/ 15716 w 111442"/>
                <a:gd name="connsiteY89" fmla="*/ 137160 h 204787"/>
                <a:gd name="connsiteX90" fmla="*/ 13335 w 111442"/>
                <a:gd name="connsiteY90" fmla="*/ 139065 h 204787"/>
                <a:gd name="connsiteX91" fmla="*/ 10477 w 111442"/>
                <a:gd name="connsiteY91" fmla="*/ 139541 h 204787"/>
                <a:gd name="connsiteX92" fmla="*/ 8096 w 111442"/>
                <a:gd name="connsiteY92" fmla="*/ 140970 h 204787"/>
                <a:gd name="connsiteX93" fmla="*/ 9525 w 111442"/>
                <a:gd name="connsiteY93" fmla="*/ 145733 h 204787"/>
                <a:gd name="connsiteX94" fmla="*/ 9048 w 111442"/>
                <a:gd name="connsiteY94" fmla="*/ 149066 h 204787"/>
                <a:gd name="connsiteX95" fmla="*/ 10001 w 111442"/>
                <a:gd name="connsiteY95" fmla="*/ 149542 h 204787"/>
                <a:gd name="connsiteX96" fmla="*/ 12859 w 111442"/>
                <a:gd name="connsiteY96" fmla="*/ 149066 h 204787"/>
                <a:gd name="connsiteX97" fmla="*/ 19050 w 111442"/>
                <a:gd name="connsiteY97" fmla="*/ 146685 h 204787"/>
                <a:gd name="connsiteX98" fmla="*/ 20955 w 111442"/>
                <a:gd name="connsiteY98" fmla="*/ 146685 h 204787"/>
                <a:gd name="connsiteX99" fmla="*/ 22860 w 111442"/>
                <a:gd name="connsiteY99" fmla="*/ 146209 h 204787"/>
                <a:gd name="connsiteX100" fmla="*/ 25241 w 111442"/>
                <a:gd name="connsiteY100" fmla="*/ 147638 h 204787"/>
                <a:gd name="connsiteX101" fmla="*/ 27622 w 111442"/>
                <a:gd name="connsiteY101" fmla="*/ 150019 h 204787"/>
                <a:gd name="connsiteX102" fmla="*/ 20478 w 111442"/>
                <a:gd name="connsiteY102" fmla="*/ 149066 h 204787"/>
                <a:gd name="connsiteX103" fmla="*/ 22860 w 111442"/>
                <a:gd name="connsiteY103" fmla="*/ 154781 h 204787"/>
                <a:gd name="connsiteX104" fmla="*/ 23336 w 111442"/>
                <a:gd name="connsiteY104" fmla="*/ 159544 h 204787"/>
                <a:gd name="connsiteX105" fmla="*/ 20955 w 111442"/>
                <a:gd name="connsiteY105" fmla="*/ 168116 h 204787"/>
                <a:gd name="connsiteX106" fmla="*/ 22860 w 111442"/>
                <a:gd name="connsiteY106" fmla="*/ 171450 h 204787"/>
                <a:gd name="connsiteX107" fmla="*/ 23813 w 111442"/>
                <a:gd name="connsiteY107" fmla="*/ 176689 h 204787"/>
                <a:gd name="connsiteX108" fmla="*/ 22860 w 111442"/>
                <a:gd name="connsiteY108" fmla="*/ 181927 h 204787"/>
                <a:gd name="connsiteX109" fmla="*/ 22860 w 111442"/>
                <a:gd name="connsiteY109" fmla="*/ 188119 h 204787"/>
                <a:gd name="connsiteX110" fmla="*/ 19050 w 111442"/>
                <a:gd name="connsiteY110" fmla="*/ 198596 h 204787"/>
                <a:gd name="connsiteX111" fmla="*/ 16669 w 111442"/>
                <a:gd name="connsiteY111" fmla="*/ 203835 h 204787"/>
                <a:gd name="connsiteX112" fmla="*/ 18573 w 111442"/>
                <a:gd name="connsiteY112" fmla="*/ 204311 h 204787"/>
                <a:gd name="connsiteX113" fmla="*/ 21431 w 111442"/>
                <a:gd name="connsiteY113" fmla="*/ 201930 h 204787"/>
                <a:gd name="connsiteX114" fmla="*/ 25241 w 111442"/>
                <a:gd name="connsiteY114" fmla="*/ 201930 h 204787"/>
                <a:gd name="connsiteX115" fmla="*/ 30003 w 111442"/>
                <a:gd name="connsiteY115" fmla="*/ 200025 h 204787"/>
                <a:gd name="connsiteX116" fmla="*/ 33814 w 111442"/>
                <a:gd name="connsiteY116" fmla="*/ 200977 h 204787"/>
                <a:gd name="connsiteX117" fmla="*/ 45720 w 111442"/>
                <a:gd name="connsiteY117" fmla="*/ 201930 h 204787"/>
                <a:gd name="connsiteX118" fmla="*/ 52388 w 111442"/>
                <a:gd name="connsiteY118" fmla="*/ 204788 h 204787"/>
                <a:gd name="connsiteX119" fmla="*/ 56197 w 111442"/>
                <a:gd name="connsiteY119" fmla="*/ 204788 h 204787"/>
                <a:gd name="connsiteX120" fmla="*/ 67627 w 111442"/>
                <a:gd name="connsiteY120" fmla="*/ 198596 h 204787"/>
                <a:gd name="connsiteX121" fmla="*/ 70485 w 111442"/>
                <a:gd name="connsiteY121" fmla="*/ 198120 h 204787"/>
                <a:gd name="connsiteX122" fmla="*/ 68580 w 111442"/>
                <a:gd name="connsiteY122" fmla="*/ 188595 h 204787"/>
                <a:gd name="connsiteX123" fmla="*/ 67627 w 111442"/>
                <a:gd name="connsiteY123" fmla="*/ 184785 h 204787"/>
                <a:gd name="connsiteX124" fmla="*/ 67151 w 111442"/>
                <a:gd name="connsiteY124" fmla="*/ 182404 h 204787"/>
                <a:gd name="connsiteX125" fmla="*/ 69056 w 111442"/>
                <a:gd name="connsiteY125" fmla="*/ 176689 h 204787"/>
                <a:gd name="connsiteX126" fmla="*/ 71438 w 111442"/>
                <a:gd name="connsiteY126" fmla="*/ 174308 h 204787"/>
                <a:gd name="connsiteX127" fmla="*/ 74295 w 111442"/>
                <a:gd name="connsiteY127" fmla="*/ 169545 h 204787"/>
                <a:gd name="connsiteX128" fmla="*/ 78105 w 111442"/>
                <a:gd name="connsiteY128" fmla="*/ 165735 h 204787"/>
                <a:gd name="connsiteX129" fmla="*/ 81915 w 111442"/>
                <a:gd name="connsiteY129" fmla="*/ 164783 h 204787"/>
                <a:gd name="connsiteX130" fmla="*/ 83820 w 111442"/>
                <a:gd name="connsiteY130" fmla="*/ 164306 h 204787"/>
                <a:gd name="connsiteX131" fmla="*/ 85248 w 111442"/>
                <a:gd name="connsiteY131" fmla="*/ 161449 h 204787"/>
                <a:gd name="connsiteX132" fmla="*/ 86201 w 111442"/>
                <a:gd name="connsiteY132" fmla="*/ 159067 h 204787"/>
                <a:gd name="connsiteX133" fmla="*/ 85725 w 111442"/>
                <a:gd name="connsiteY133" fmla="*/ 158591 h 204787"/>
                <a:gd name="connsiteX134" fmla="*/ 81439 w 111442"/>
                <a:gd name="connsiteY134" fmla="*/ 159067 h 204787"/>
                <a:gd name="connsiteX135" fmla="*/ 73342 w 111442"/>
                <a:gd name="connsiteY135" fmla="*/ 148114 h 204787"/>
                <a:gd name="connsiteX136" fmla="*/ 73819 w 111442"/>
                <a:gd name="connsiteY136" fmla="*/ 146209 h 204787"/>
                <a:gd name="connsiteX137" fmla="*/ 74771 w 111442"/>
                <a:gd name="connsiteY137" fmla="*/ 143827 h 204787"/>
                <a:gd name="connsiteX138" fmla="*/ 75247 w 111442"/>
                <a:gd name="connsiteY138" fmla="*/ 140494 h 204787"/>
                <a:gd name="connsiteX139" fmla="*/ 75247 w 111442"/>
                <a:gd name="connsiteY139" fmla="*/ 138113 h 204787"/>
                <a:gd name="connsiteX140" fmla="*/ 77152 w 111442"/>
                <a:gd name="connsiteY140" fmla="*/ 135731 h 204787"/>
                <a:gd name="connsiteX141" fmla="*/ 80486 w 111442"/>
                <a:gd name="connsiteY141" fmla="*/ 133350 h 204787"/>
                <a:gd name="connsiteX142" fmla="*/ 83344 w 111442"/>
                <a:gd name="connsiteY142" fmla="*/ 130016 h 204787"/>
                <a:gd name="connsiteX143" fmla="*/ 84772 w 111442"/>
                <a:gd name="connsiteY143" fmla="*/ 127159 h 204787"/>
                <a:gd name="connsiteX144" fmla="*/ 85248 w 111442"/>
                <a:gd name="connsiteY144" fmla="*/ 124301 h 204787"/>
                <a:gd name="connsiteX145" fmla="*/ 83820 w 111442"/>
                <a:gd name="connsiteY145" fmla="*/ 122396 h 204787"/>
                <a:gd name="connsiteX146" fmla="*/ 79534 w 111442"/>
                <a:gd name="connsiteY146" fmla="*/ 121444 h 204787"/>
                <a:gd name="connsiteX147" fmla="*/ 74771 w 111442"/>
                <a:gd name="connsiteY147" fmla="*/ 113348 h 204787"/>
                <a:gd name="connsiteX148" fmla="*/ 73819 w 111442"/>
                <a:gd name="connsiteY148" fmla="*/ 108109 h 204787"/>
                <a:gd name="connsiteX149" fmla="*/ 72866 w 111442"/>
                <a:gd name="connsiteY149" fmla="*/ 107633 h 204787"/>
                <a:gd name="connsiteX150" fmla="*/ 70009 w 111442"/>
                <a:gd name="connsiteY150" fmla="*/ 105251 h 204787"/>
                <a:gd name="connsiteX151" fmla="*/ 67151 w 111442"/>
                <a:gd name="connsiteY151" fmla="*/ 100965 h 204787"/>
                <a:gd name="connsiteX152" fmla="*/ 66675 w 111442"/>
                <a:gd name="connsiteY152" fmla="*/ 100489 h 204787"/>
                <a:gd name="connsiteX153" fmla="*/ 69532 w 111442"/>
                <a:gd name="connsiteY153" fmla="*/ 99536 h 204787"/>
                <a:gd name="connsiteX154" fmla="*/ 80963 w 111442"/>
                <a:gd name="connsiteY154" fmla="*/ 99536 h 204787"/>
                <a:gd name="connsiteX155" fmla="*/ 83344 w 111442"/>
                <a:gd name="connsiteY155" fmla="*/ 98584 h 204787"/>
                <a:gd name="connsiteX156" fmla="*/ 83820 w 111442"/>
                <a:gd name="connsiteY156" fmla="*/ 98108 h 204787"/>
                <a:gd name="connsiteX157" fmla="*/ 85725 w 111442"/>
                <a:gd name="connsiteY157" fmla="*/ 94774 h 204787"/>
                <a:gd name="connsiteX158" fmla="*/ 88106 w 111442"/>
                <a:gd name="connsiteY158" fmla="*/ 89059 h 204787"/>
                <a:gd name="connsiteX159" fmla="*/ 88582 w 111442"/>
                <a:gd name="connsiteY159" fmla="*/ 85725 h 204787"/>
                <a:gd name="connsiteX160" fmla="*/ 88106 w 111442"/>
                <a:gd name="connsiteY160" fmla="*/ 84296 h 204787"/>
                <a:gd name="connsiteX161" fmla="*/ 84296 w 111442"/>
                <a:gd name="connsiteY161" fmla="*/ 80963 h 204787"/>
                <a:gd name="connsiteX162" fmla="*/ 84296 w 111442"/>
                <a:gd name="connsiteY162" fmla="*/ 80010 h 204787"/>
                <a:gd name="connsiteX163" fmla="*/ 84772 w 111442"/>
                <a:gd name="connsiteY163" fmla="*/ 78581 h 204787"/>
                <a:gd name="connsiteX164" fmla="*/ 87153 w 111442"/>
                <a:gd name="connsiteY164" fmla="*/ 76676 h 204787"/>
                <a:gd name="connsiteX165" fmla="*/ 90011 w 111442"/>
                <a:gd name="connsiteY165" fmla="*/ 74771 h 204787"/>
                <a:gd name="connsiteX166" fmla="*/ 91440 w 111442"/>
                <a:gd name="connsiteY166" fmla="*/ 72866 h 204787"/>
                <a:gd name="connsiteX167" fmla="*/ 90964 w 111442"/>
                <a:gd name="connsiteY167" fmla="*/ 71438 h 204787"/>
                <a:gd name="connsiteX168" fmla="*/ 90011 w 111442"/>
                <a:gd name="connsiteY168" fmla="*/ 70009 h 204787"/>
                <a:gd name="connsiteX169" fmla="*/ 90011 w 111442"/>
                <a:gd name="connsiteY169" fmla="*/ 68580 h 204787"/>
                <a:gd name="connsiteX170" fmla="*/ 90488 w 111442"/>
                <a:gd name="connsiteY170" fmla="*/ 67151 h 204787"/>
                <a:gd name="connsiteX171" fmla="*/ 90488 w 111442"/>
                <a:gd name="connsiteY171" fmla="*/ 61913 h 204787"/>
                <a:gd name="connsiteX172" fmla="*/ 90964 w 111442"/>
                <a:gd name="connsiteY172" fmla="*/ 60484 h 204787"/>
                <a:gd name="connsiteX173" fmla="*/ 90488 w 111442"/>
                <a:gd name="connsiteY173" fmla="*/ 55721 h 204787"/>
                <a:gd name="connsiteX174" fmla="*/ 89535 w 111442"/>
                <a:gd name="connsiteY174" fmla="*/ 51911 h 204787"/>
                <a:gd name="connsiteX175" fmla="*/ 87153 w 111442"/>
                <a:gd name="connsiteY175" fmla="*/ 46673 h 204787"/>
                <a:gd name="connsiteX176" fmla="*/ 87630 w 111442"/>
                <a:gd name="connsiteY176" fmla="*/ 45720 h 204787"/>
                <a:gd name="connsiteX177" fmla="*/ 88582 w 111442"/>
                <a:gd name="connsiteY177" fmla="*/ 44767 h 204787"/>
                <a:gd name="connsiteX178" fmla="*/ 92392 w 111442"/>
                <a:gd name="connsiteY178" fmla="*/ 42863 h 204787"/>
                <a:gd name="connsiteX179" fmla="*/ 95250 w 111442"/>
                <a:gd name="connsiteY179" fmla="*/ 38576 h 204787"/>
                <a:gd name="connsiteX180" fmla="*/ 99536 w 111442"/>
                <a:gd name="connsiteY180" fmla="*/ 34766 h 204787"/>
                <a:gd name="connsiteX181" fmla="*/ 105251 w 111442"/>
                <a:gd name="connsiteY181" fmla="*/ 31909 h 204787"/>
                <a:gd name="connsiteX182" fmla="*/ 109061 w 111442"/>
                <a:gd name="connsiteY182" fmla="*/ 28575 h 204787"/>
                <a:gd name="connsiteX183" fmla="*/ 110490 w 111442"/>
                <a:gd name="connsiteY183" fmla="*/ 26194 h 204787"/>
                <a:gd name="connsiteX184" fmla="*/ 111442 w 111442"/>
                <a:gd name="connsiteY184" fmla="*/ 25717 h 204787"/>
                <a:gd name="connsiteX185" fmla="*/ 110490 w 111442"/>
                <a:gd name="connsiteY185" fmla="*/ 21431 h 20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11442" h="204787">
                  <a:moveTo>
                    <a:pt x="110490" y="21431"/>
                  </a:moveTo>
                  <a:lnTo>
                    <a:pt x="109538" y="20003"/>
                  </a:lnTo>
                  <a:lnTo>
                    <a:pt x="107156" y="18574"/>
                  </a:lnTo>
                  <a:lnTo>
                    <a:pt x="104298" y="17621"/>
                  </a:lnTo>
                  <a:lnTo>
                    <a:pt x="100965" y="17621"/>
                  </a:lnTo>
                  <a:lnTo>
                    <a:pt x="99060" y="17145"/>
                  </a:lnTo>
                  <a:lnTo>
                    <a:pt x="98584" y="15716"/>
                  </a:lnTo>
                  <a:lnTo>
                    <a:pt x="98584" y="12383"/>
                  </a:lnTo>
                  <a:lnTo>
                    <a:pt x="98584" y="9049"/>
                  </a:lnTo>
                  <a:lnTo>
                    <a:pt x="98107" y="7620"/>
                  </a:lnTo>
                  <a:lnTo>
                    <a:pt x="96678" y="6667"/>
                  </a:lnTo>
                  <a:lnTo>
                    <a:pt x="93821" y="7144"/>
                  </a:lnTo>
                  <a:lnTo>
                    <a:pt x="91440" y="6191"/>
                  </a:lnTo>
                  <a:lnTo>
                    <a:pt x="89535" y="6191"/>
                  </a:lnTo>
                  <a:lnTo>
                    <a:pt x="88582" y="7144"/>
                  </a:lnTo>
                  <a:lnTo>
                    <a:pt x="82867" y="7144"/>
                  </a:lnTo>
                  <a:lnTo>
                    <a:pt x="80486" y="6667"/>
                  </a:lnTo>
                  <a:lnTo>
                    <a:pt x="79057" y="6191"/>
                  </a:lnTo>
                  <a:lnTo>
                    <a:pt x="78105" y="6667"/>
                  </a:lnTo>
                  <a:lnTo>
                    <a:pt x="77628" y="7144"/>
                  </a:lnTo>
                  <a:lnTo>
                    <a:pt x="77628" y="8096"/>
                  </a:lnTo>
                  <a:lnTo>
                    <a:pt x="77152" y="9525"/>
                  </a:lnTo>
                  <a:lnTo>
                    <a:pt x="75247" y="10954"/>
                  </a:lnTo>
                  <a:lnTo>
                    <a:pt x="70485" y="12383"/>
                  </a:lnTo>
                  <a:lnTo>
                    <a:pt x="66675" y="12383"/>
                  </a:lnTo>
                  <a:lnTo>
                    <a:pt x="63341" y="11430"/>
                  </a:lnTo>
                  <a:lnTo>
                    <a:pt x="62389" y="10954"/>
                  </a:lnTo>
                  <a:lnTo>
                    <a:pt x="60960" y="10478"/>
                  </a:lnTo>
                  <a:lnTo>
                    <a:pt x="53816" y="11430"/>
                  </a:lnTo>
                  <a:lnTo>
                    <a:pt x="52864" y="10954"/>
                  </a:lnTo>
                  <a:lnTo>
                    <a:pt x="50482" y="12383"/>
                  </a:lnTo>
                  <a:lnTo>
                    <a:pt x="47148" y="13811"/>
                  </a:lnTo>
                  <a:lnTo>
                    <a:pt x="45244" y="13811"/>
                  </a:lnTo>
                  <a:lnTo>
                    <a:pt x="44291" y="13335"/>
                  </a:lnTo>
                  <a:lnTo>
                    <a:pt x="43815" y="12859"/>
                  </a:lnTo>
                  <a:lnTo>
                    <a:pt x="42386" y="10478"/>
                  </a:lnTo>
                  <a:lnTo>
                    <a:pt x="42863" y="9049"/>
                  </a:lnTo>
                  <a:lnTo>
                    <a:pt x="45720" y="5239"/>
                  </a:lnTo>
                  <a:lnTo>
                    <a:pt x="45244" y="4286"/>
                  </a:lnTo>
                  <a:lnTo>
                    <a:pt x="44291" y="2858"/>
                  </a:lnTo>
                  <a:lnTo>
                    <a:pt x="43339" y="953"/>
                  </a:lnTo>
                  <a:lnTo>
                    <a:pt x="42863" y="0"/>
                  </a:lnTo>
                  <a:lnTo>
                    <a:pt x="40957" y="0"/>
                  </a:lnTo>
                  <a:lnTo>
                    <a:pt x="39052" y="953"/>
                  </a:lnTo>
                  <a:lnTo>
                    <a:pt x="31909" y="2858"/>
                  </a:lnTo>
                  <a:lnTo>
                    <a:pt x="30003" y="3334"/>
                  </a:lnTo>
                  <a:lnTo>
                    <a:pt x="26670" y="5239"/>
                  </a:lnTo>
                  <a:lnTo>
                    <a:pt x="23336" y="8096"/>
                  </a:lnTo>
                  <a:lnTo>
                    <a:pt x="20002" y="12383"/>
                  </a:lnTo>
                  <a:lnTo>
                    <a:pt x="19526" y="15240"/>
                  </a:lnTo>
                  <a:lnTo>
                    <a:pt x="20955" y="17621"/>
                  </a:lnTo>
                  <a:lnTo>
                    <a:pt x="23813" y="18098"/>
                  </a:lnTo>
                  <a:lnTo>
                    <a:pt x="21907" y="20003"/>
                  </a:lnTo>
                  <a:lnTo>
                    <a:pt x="21907" y="23813"/>
                  </a:lnTo>
                  <a:lnTo>
                    <a:pt x="24289" y="34766"/>
                  </a:lnTo>
                  <a:lnTo>
                    <a:pt x="26670" y="40005"/>
                  </a:lnTo>
                  <a:lnTo>
                    <a:pt x="27146" y="42863"/>
                  </a:lnTo>
                  <a:lnTo>
                    <a:pt x="27146" y="45244"/>
                  </a:lnTo>
                  <a:lnTo>
                    <a:pt x="26670" y="50006"/>
                  </a:lnTo>
                  <a:lnTo>
                    <a:pt x="26194" y="56674"/>
                  </a:lnTo>
                  <a:lnTo>
                    <a:pt x="24765" y="60960"/>
                  </a:lnTo>
                  <a:lnTo>
                    <a:pt x="23336" y="62865"/>
                  </a:lnTo>
                  <a:lnTo>
                    <a:pt x="20002" y="76676"/>
                  </a:lnTo>
                  <a:lnTo>
                    <a:pt x="19526" y="80010"/>
                  </a:lnTo>
                  <a:lnTo>
                    <a:pt x="20955" y="80963"/>
                  </a:lnTo>
                  <a:lnTo>
                    <a:pt x="21431" y="82391"/>
                  </a:lnTo>
                  <a:lnTo>
                    <a:pt x="15716" y="94298"/>
                  </a:lnTo>
                  <a:lnTo>
                    <a:pt x="10953" y="105251"/>
                  </a:lnTo>
                  <a:lnTo>
                    <a:pt x="7620" y="110014"/>
                  </a:lnTo>
                  <a:lnTo>
                    <a:pt x="5239" y="111442"/>
                  </a:lnTo>
                  <a:lnTo>
                    <a:pt x="3334" y="113348"/>
                  </a:lnTo>
                  <a:lnTo>
                    <a:pt x="3810" y="115252"/>
                  </a:lnTo>
                  <a:lnTo>
                    <a:pt x="3810" y="116681"/>
                  </a:lnTo>
                  <a:lnTo>
                    <a:pt x="1905" y="121920"/>
                  </a:lnTo>
                  <a:lnTo>
                    <a:pt x="1428" y="128111"/>
                  </a:lnTo>
                  <a:lnTo>
                    <a:pt x="0" y="132398"/>
                  </a:lnTo>
                  <a:lnTo>
                    <a:pt x="0" y="134302"/>
                  </a:lnTo>
                  <a:lnTo>
                    <a:pt x="0" y="137160"/>
                  </a:lnTo>
                  <a:lnTo>
                    <a:pt x="2381" y="138113"/>
                  </a:lnTo>
                  <a:lnTo>
                    <a:pt x="4286" y="138589"/>
                  </a:lnTo>
                  <a:lnTo>
                    <a:pt x="7620" y="138113"/>
                  </a:lnTo>
                  <a:lnTo>
                    <a:pt x="11430" y="137160"/>
                  </a:lnTo>
                  <a:lnTo>
                    <a:pt x="12859" y="133350"/>
                  </a:lnTo>
                  <a:lnTo>
                    <a:pt x="17621" y="126206"/>
                  </a:lnTo>
                  <a:lnTo>
                    <a:pt x="20478" y="124301"/>
                  </a:lnTo>
                  <a:lnTo>
                    <a:pt x="22860" y="123825"/>
                  </a:lnTo>
                  <a:lnTo>
                    <a:pt x="18097" y="127159"/>
                  </a:lnTo>
                  <a:lnTo>
                    <a:pt x="16192" y="130969"/>
                  </a:lnTo>
                  <a:lnTo>
                    <a:pt x="17145" y="134779"/>
                  </a:lnTo>
                  <a:lnTo>
                    <a:pt x="15716" y="137160"/>
                  </a:lnTo>
                  <a:lnTo>
                    <a:pt x="13335" y="139065"/>
                  </a:lnTo>
                  <a:lnTo>
                    <a:pt x="10477" y="139541"/>
                  </a:lnTo>
                  <a:lnTo>
                    <a:pt x="8096" y="140970"/>
                  </a:lnTo>
                  <a:lnTo>
                    <a:pt x="9525" y="145733"/>
                  </a:lnTo>
                  <a:lnTo>
                    <a:pt x="9048" y="149066"/>
                  </a:lnTo>
                  <a:lnTo>
                    <a:pt x="10001" y="149542"/>
                  </a:lnTo>
                  <a:lnTo>
                    <a:pt x="12859" y="149066"/>
                  </a:lnTo>
                  <a:lnTo>
                    <a:pt x="19050" y="146685"/>
                  </a:lnTo>
                  <a:lnTo>
                    <a:pt x="20955" y="146685"/>
                  </a:lnTo>
                  <a:lnTo>
                    <a:pt x="22860" y="146209"/>
                  </a:lnTo>
                  <a:lnTo>
                    <a:pt x="25241" y="147638"/>
                  </a:lnTo>
                  <a:lnTo>
                    <a:pt x="27622" y="150019"/>
                  </a:lnTo>
                  <a:lnTo>
                    <a:pt x="20478" y="149066"/>
                  </a:lnTo>
                  <a:lnTo>
                    <a:pt x="22860" y="154781"/>
                  </a:lnTo>
                  <a:lnTo>
                    <a:pt x="23336" y="159544"/>
                  </a:lnTo>
                  <a:lnTo>
                    <a:pt x="20955" y="168116"/>
                  </a:lnTo>
                  <a:lnTo>
                    <a:pt x="22860" y="171450"/>
                  </a:lnTo>
                  <a:lnTo>
                    <a:pt x="23813" y="176689"/>
                  </a:lnTo>
                  <a:lnTo>
                    <a:pt x="22860" y="181927"/>
                  </a:lnTo>
                  <a:lnTo>
                    <a:pt x="22860" y="188119"/>
                  </a:lnTo>
                  <a:lnTo>
                    <a:pt x="19050" y="198596"/>
                  </a:lnTo>
                  <a:lnTo>
                    <a:pt x="16669" y="203835"/>
                  </a:lnTo>
                  <a:lnTo>
                    <a:pt x="18573" y="204311"/>
                  </a:lnTo>
                  <a:lnTo>
                    <a:pt x="21431" y="201930"/>
                  </a:lnTo>
                  <a:lnTo>
                    <a:pt x="25241" y="201930"/>
                  </a:lnTo>
                  <a:lnTo>
                    <a:pt x="30003" y="200025"/>
                  </a:lnTo>
                  <a:lnTo>
                    <a:pt x="33814" y="200977"/>
                  </a:lnTo>
                  <a:lnTo>
                    <a:pt x="45720" y="201930"/>
                  </a:lnTo>
                  <a:lnTo>
                    <a:pt x="52388" y="204788"/>
                  </a:lnTo>
                  <a:lnTo>
                    <a:pt x="56197" y="204788"/>
                  </a:lnTo>
                  <a:lnTo>
                    <a:pt x="67627" y="198596"/>
                  </a:lnTo>
                  <a:lnTo>
                    <a:pt x="70485" y="198120"/>
                  </a:lnTo>
                  <a:lnTo>
                    <a:pt x="68580" y="188595"/>
                  </a:lnTo>
                  <a:lnTo>
                    <a:pt x="67627" y="184785"/>
                  </a:lnTo>
                  <a:lnTo>
                    <a:pt x="67151" y="182404"/>
                  </a:lnTo>
                  <a:lnTo>
                    <a:pt x="69056" y="176689"/>
                  </a:lnTo>
                  <a:lnTo>
                    <a:pt x="71438" y="174308"/>
                  </a:lnTo>
                  <a:lnTo>
                    <a:pt x="74295" y="169545"/>
                  </a:lnTo>
                  <a:lnTo>
                    <a:pt x="78105" y="165735"/>
                  </a:lnTo>
                  <a:lnTo>
                    <a:pt x="81915" y="164783"/>
                  </a:lnTo>
                  <a:lnTo>
                    <a:pt x="83820" y="164306"/>
                  </a:lnTo>
                  <a:lnTo>
                    <a:pt x="85248" y="161449"/>
                  </a:lnTo>
                  <a:lnTo>
                    <a:pt x="86201" y="159067"/>
                  </a:lnTo>
                  <a:lnTo>
                    <a:pt x="85725" y="158591"/>
                  </a:lnTo>
                  <a:lnTo>
                    <a:pt x="81439" y="159067"/>
                  </a:lnTo>
                  <a:lnTo>
                    <a:pt x="73342" y="148114"/>
                  </a:lnTo>
                  <a:lnTo>
                    <a:pt x="73819" y="146209"/>
                  </a:lnTo>
                  <a:lnTo>
                    <a:pt x="74771" y="143827"/>
                  </a:lnTo>
                  <a:lnTo>
                    <a:pt x="75247" y="140494"/>
                  </a:lnTo>
                  <a:lnTo>
                    <a:pt x="75247" y="138113"/>
                  </a:lnTo>
                  <a:lnTo>
                    <a:pt x="77152" y="135731"/>
                  </a:lnTo>
                  <a:lnTo>
                    <a:pt x="80486" y="133350"/>
                  </a:lnTo>
                  <a:lnTo>
                    <a:pt x="83344" y="130016"/>
                  </a:lnTo>
                  <a:lnTo>
                    <a:pt x="84772" y="127159"/>
                  </a:lnTo>
                  <a:lnTo>
                    <a:pt x="85248" y="124301"/>
                  </a:lnTo>
                  <a:lnTo>
                    <a:pt x="83820" y="122396"/>
                  </a:lnTo>
                  <a:lnTo>
                    <a:pt x="79534" y="121444"/>
                  </a:lnTo>
                  <a:lnTo>
                    <a:pt x="74771" y="113348"/>
                  </a:lnTo>
                  <a:lnTo>
                    <a:pt x="73819" y="108109"/>
                  </a:lnTo>
                  <a:lnTo>
                    <a:pt x="72866" y="107633"/>
                  </a:lnTo>
                  <a:lnTo>
                    <a:pt x="70009" y="105251"/>
                  </a:lnTo>
                  <a:lnTo>
                    <a:pt x="67151" y="100965"/>
                  </a:lnTo>
                  <a:lnTo>
                    <a:pt x="66675" y="100489"/>
                  </a:lnTo>
                  <a:lnTo>
                    <a:pt x="69532" y="99536"/>
                  </a:lnTo>
                  <a:lnTo>
                    <a:pt x="80963" y="99536"/>
                  </a:lnTo>
                  <a:lnTo>
                    <a:pt x="83344" y="98584"/>
                  </a:lnTo>
                  <a:lnTo>
                    <a:pt x="83820" y="98108"/>
                  </a:lnTo>
                  <a:lnTo>
                    <a:pt x="85725" y="94774"/>
                  </a:lnTo>
                  <a:lnTo>
                    <a:pt x="88106" y="89059"/>
                  </a:lnTo>
                  <a:lnTo>
                    <a:pt x="88582" y="85725"/>
                  </a:lnTo>
                  <a:lnTo>
                    <a:pt x="88106" y="84296"/>
                  </a:lnTo>
                  <a:lnTo>
                    <a:pt x="84296" y="80963"/>
                  </a:lnTo>
                  <a:lnTo>
                    <a:pt x="84296" y="80010"/>
                  </a:lnTo>
                  <a:lnTo>
                    <a:pt x="84772" y="78581"/>
                  </a:lnTo>
                  <a:lnTo>
                    <a:pt x="87153" y="76676"/>
                  </a:lnTo>
                  <a:lnTo>
                    <a:pt x="90011" y="74771"/>
                  </a:lnTo>
                  <a:lnTo>
                    <a:pt x="91440" y="72866"/>
                  </a:lnTo>
                  <a:lnTo>
                    <a:pt x="90964" y="71438"/>
                  </a:lnTo>
                  <a:lnTo>
                    <a:pt x="90011" y="70009"/>
                  </a:lnTo>
                  <a:lnTo>
                    <a:pt x="90011" y="68580"/>
                  </a:lnTo>
                  <a:lnTo>
                    <a:pt x="90488" y="67151"/>
                  </a:lnTo>
                  <a:lnTo>
                    <a:pt x="90488" y="61913"/>
                  </a:lnTo>
                  <a:lnTo>
                    <a:pt x="90964" y="60484"/>
                  </a:lnTo>
                  <a:lnTo>
                    <a:pt x="90488" y="55721"/>
                  </a:lnTo>
                  <a:lnTo>
                    <a:pt x="89535" y="51911"/>
                  </a:lnTo>
                  <a:lnTo>
                    <a:pt x="87153" y="46673"/>
                  </a:lnTo>
                  <a:lnTo>
                    <a:pt x="87630" y="45720"/>
                  </a:lnTo>
                  <a:lnTo>
                    <a:pt x="88582" y="44767"/>
                  </a:lnTo>
                  <a:lnTo>
                    <a:pt x="92392" y="42863"/>
                  </a:lnTo>
                  <a:lnTo>
                    <a:pt x="95250" y="38576"/>
                  </a:lnTo>
                  <a:lnTo>
                    <a:pt x="99536" y="34766"/>
                  </a:lnTo>
                  <a:lnTo>
                    <a:pt x="105251" y="31909"/>
                  </a:lnTo>
                  <a:lnTo>
                    <a:pt x="109061" y="28575"/>
                  </a:lnTo>
                  <a:lnTo>
                    <a:pt x="110490" y="26194"/>
                  </a:lnTo>
                  <a:lnTo>
                    <a:pt x="111442" y="25717"/>
                  </a:lnTo>
                  <a:lnTo>
                    <a:pt x="110490" y="21431"/>
                  </a:lnTo>
                  <a:close/>
                </a:path>
              </a:pathLst>
            </a:custGeom>
            <a:grpFill/>
            <a:ln w="317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BB6D7D25-E20D-47F7-A08B-46741517D8CA}"/>
                </a:ext>
              </a:extLst>
            </p:cNvPr>
            <p:cNvSpPr/>
            <p:nvPr/>
          </p:nvSpPr>
          <p:spPr>
            <a:xfrm>
              <a:off x="6883241" y="3166585"/>
              <a:ext cx="46672" cy="49529"/>
            </a:xfrm>
            <a:custGeom>
              <a:avLst/>
              <a:gdLst>
                <a:gd name="connsiteX0" fmla="*/ 9525 w 46672"/>
                <a:gd name="connsiteY0" fmla="*/ 35242 h 49529"/>
                <a:gd name="connsiteX1" fmla="*/ 6667 w 46672"/>
                <a:gd name="connsiteY1" fmla="*/ 39052 h 49529"/>
                <a:gd name="connsiteX2" fmla="*/ 0 w 46672"/>
                <a:gd name="connsiteY2" fmla="*/ 45244 h 49529"/>
                <a:gd name="connsiteX3" fmla="*/ 476 w 46672"/>
                <a:gd name="connsiteY3" fmla="*/ 46196 h 49529"/>
                <a:gd name="connsiteX4" fmla="*/ 1428 w 46672"/>
                <a:gd name="connsiteY4" fmla="*/ 49530 h 49529"/>
                <a:gd name="connsiteX5" fmla="*/ 4763 w 46672"/>
                <a:gd name="connsiteY5" fmla="*/ 46196 h 49529"/>
                <a:gd name="connsiteX6" fmla="*/ 4763 w 46672"/>
                <a:gd name="connsiteY6" fmla="*/ 43815 h 49529"/>
                <a:gd name="connsiteX7" fmla="*/ 10953 w 46672"/>
                <a:gd name="connsiteY7" fmla="*/ 37624 h 49529"/>
                <a:gd name="connsiteX8" fmla="*/ 10953 w 46672"/>
                <a:gd name="connsiteY8" fmla="*/ 37147 h 49529"/>
                <a:gd name="connsiteX9" fmla="*/ 9525 w 46672"/>
                <a:gd name="connsiteY9" fmla="*/ 35242 h 49529"/>
                <a:gd name="connsiteX10" fmla="*/ 45244 w 46672"/>
                <a:gd name="connsiteY10" fmla="*/ 15716 h 49529"/>
                <a:gd name="connsiteX11" fmla="*/ 46672 w 46672"/>
                <a:gd name="connsiteY11" fmla="*/ 10477 h 49529"/>
                <a:gd name="connsiteX12" fmla="*/ 46196 w 46672"/>
                <a:gd name="connsiteY12" fmla="*/ 4763 h 49529"/>
                <a:gd name="connsiteX13" fmla="*/ 43815 w 46672"/>
                <a:gd name="connsiteY13" fmla="*/ 4763 h 49529"/>
                <a:gd name="connsiteX14" fmla="*/ 40957 w 46672"/>
                <a:gd name="connsiteY14" fmla="*/ 2857 h 49529"/>
                <a:gd name="connsiteX15" fmla="*/ 40481 w 46672"/>
                <a:gd name="connsiteY15" fmla="*/ 1429 h 49529"/>
                <a:gd name="connsiteX16" fmla="*/ 39528 w 46672"/>
                <a:gd name="connsiteY16" fmla="*/ 952 h 49529"/>
                <a:gd name="connsiteX17" fmla="*/ 37623 w 46672"/>
                <a:gd name="connsiteY17" fmla="*/ 952 h 49529"/>
                <a:gd name="connsiteX18" fmla="*/ 33814 w 46672"/>
                <a:gd name="connsiteY18" fmla="*/ 0 h 49529"/>
                <a:gd name="connsiteX19" fmla="*/ 29527 w 46672"/>
                <a:gd name="connsiteY19" fmla="*/ 2857 h 49529"/>
                <a:gd name="connsiteX20" fmla="*/ 27622 w 46672"/>
                <a:gd name="connsiteY20" fmla="*/ 7620 h 49529"/>
                <a:gd name="connsiteX21" fmla="*/ 27146 w 46672"/>
                <a:gd name="connsiteY21" fmla="*/ 9525 h 49529"/>
                <a:gd name="connsiteX22" fmla="*/ 25717 w 46672"/>
                <a:gd name="connsiteY22" fmla="*/ 13811 h 49529"/>
                <a:gd name="connsiteX23" fmla="*/ 26194 w 46672"/>
                <a:gd name="connsiteY23" fmla="*/ 16669 h 49529"/>
                <a:gd name="connsiteX24" fmla="*/ 26670 w 46672"/>
                <a:gd name="connsiteY24" fmla="*/ 20002 h 49529"/>
                <a:gd name="connsiteX25" fmla="*/ 27146 w 46672"/>
                <a:gd name="connsiteY25" fmla="*/ 22860 h 49529"/>
                <a:gd name="connsiteX26" fmla="*/ 26670 w 46672"/>
                <a:gd name="connsiteY26" fmla="*/ 24765 h 49529"/>
                <a:gd name="connsiteX27" fmla="*/ 25717 w 46672"/>
                <a:gd name="connsiteY27" fmla="*/ 25717 h 49529"/>
                <a:gd name="connsiteX28" fmla="*/ 26194 w 46672"/>
                <a:gd name="connsiteY28" fmla="*/ 26194 h 49529"/>
                <a:gd name="connsiteX29" fmla="*/ 27146 w 46672"/>
                <a:gd name="connsiteY29" fmla="*/ 26670 h 49529"/>
                <a:gd name="connsiteX30" fmla="*/ 29527 w 46672"/>
                <a:gd name="connsiteY30" fmla="*/ 25717 h 49529"/>
                <a:gd name="connsiteX31" fmla="*/ 31909 w 46672"/>
                <a:gd name="connsiteY31" fmla="*/ 26670 h 49529"/>
                <a:gd name="connsiteX32" fmla="*/ 34290 w 46672"/>
                <a:gd name="connsiteY32" fmla="*/ 28099 h 49529"/>
                <a:gd name="connsiteX33" fmla="*/ 34290 w 46672"/>
                <a:gd name="connsiteY33" fmla="*/ 29051 h 49529"/>
                <a:gd name="connsiteX34" fmla="*/ 32385 w 46672"/>
                <a:gd name="connsiteY34" fmla="*/ 29527 h 49529"/>
                <a:gd name="connsiteX35" fmla="*/ 28575 w 46672"/>
                <a:gd name="connsiteY35" fmla="*/ 31909 h 49529"/>
                <a:gd name="connsiteX36" fmla="*/ 25717 w 46672"/>
                <a:gd name="connsiteY36" fmla="*/ 34766 h 49529"/>
                <a:gd name="connsiteX37" fmla="*/ 24765 w 46672"/>
                <a:gd name="connsiteY37" fmla="*/ 37147 h 49529"/>
                <a:gd name="connsiteX38" fmla="*/ 22860 w 46672"/>
                <a:gd name="connsiteY38" fmla="*/ 42386 h 49529"/>
                <a:gd name="connsiteX39" fmla="*/ 23336 w 46672"/>
                <a:gd name="connsiteY39" fmla="*/ 43339 h 49529"/>
                <a:gd name="connsiteX40" fmla="*/ 24289 w 46672"/>
                <a:gd name="connsiteY40" fmla="*/ 43815 h 49529"/>
                <a:gd name="connsiteX41" fmla="*/ 30956 w 46672"/>
                <a:gd name="connsiteY41" fmla="*/ 43339 h 49529"/>
                <a:gd name="connsiteX42" fmla="*/ 37147 w 46672"/>
                <a:gd name="connsiteY42" fmla="*/ 41434 h 49529"/>
                <a:gd name="connsiteX43" fmla="*/ 41434 w 46672"/>
                <a:gd name="connsiteY43" fmla="*/ 39052 h 49529"/>
                <a:gd name="connsiteX44" fmla="*/ 42863 w 46672"/>
                <a:gd name="connsiteY44" fmla="*/ 39052 h 49529"/>
                <a:gd name="connsiteX45" fmla="*/ 43339 w 46672"/>
                <a:gd name="connsiteY45" fmla="*/ 36195 h 49529"/>
                <a:gd name="connsiteX46" fmla="*/ 44291 w 46672"/>
                <a:gd name="connsiteY46" fmla="*/ 31909 h 49529"/>
                <a:gd name="connsiteX47" fmla="*/ 46196 w 46672"/>
                <a:gd name="connsiteY47" fmla="*/ 28575 h 49529"/>
                <a:gd name="connsiteX48" fmla="*/ 45244 w 46672"/>
                <a:gd name="connsiteY48" fmla="*/ 20479 h 49529"/>
                <a:gd name="connsiteX49" fmla="*/ 45244 w 46672"/>
                <a:gd name="connsiteY49" fmla="*/ 15716 h 49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6672" h="49529">
                  <a:moveTo>
                    <a:pt x="9525" y="35242"/>
                  </a:moveTo>
                  <a:lnTo>
                    <a:pt x="6667" y="39052"/>
                  </a:lnTo>
                  <a:lnTo>
                    <a:pt x="0" y="45244"/>
                  </a:lnTo>
                  <a:lnTo>
                    <a:pt x="476" y="46196"/>
                  </a:lnTo>
                  <a:lnTo>
                    <a:pt x="1428" y="49530"/>
                  </a:lnTo>
                  <a:lnTo>
                    <a:pt x="4763" y="46196"/>
                  </a:lnTo>
                  <a:lnTo>
                    <a:pt x="4763" y="43815"/>
                  </a:lnTo>
                  <a:lnTo>
                    <a:pt x="10953" y="37624"/>
                  </a:lnTo>
                  <a:lnTo>
                    <a:pt x="10953" y="37147"/>
                  </a:lnTo>
                  <a:lnTo>
                    <a:pt x="9525" y="35242"/>
                  </a:lnTo>
                  <a:close/>
                  <a:moveTo>
                    <a:pt x="45244" y="15716"/>
                  </a:moveTo>
                  <a:lnTo>
                    <a:pt x="46672" y="10477"/>
                  </a:lnTo>
                  <a:lnTo>
                    <a:pt x="46196" y="4763"/>
                  </a:lnTo>
                  <a:lnTo>
                    <a:pt x="43815" y="4763"/>
                  </a:lnTo>
                  <a:lnTo>
                    <a:pt x="40957" y="2857"/>
                  </a:lnTo>
                  <a:lnTo>
                    <a:pt x="40481" y="1429"/>
                  </a:lnTo>
                  <a:lnTo>
                    <a:pt x="39528" y="952"/>
                  </a:lnTo>
                  <a:lnTo>
                    <a:pt x="37623" y="952"/>
                  </a:lnTo>
                  <a:lnTo>
                    <a:pt x="33814" y="0"/>
                  </a:lnTo>
                  <a:lnTo>
                    <a:pt x="29527" y="2857"/>
                  </a:lnTo>
                  <a:lnTo>
                    <a:pt x="27622" y="7620"/>
                  </a:lnTo>
                  <a:lnTo>
                    <a:pt x="27146" y="9525"/>
                  </a:lnTo>
                  <a:lnTo>
                    <a:pt x="25717" y="13811"/>
                  </a:lnTo>
                  <a:lnTo>
                    <a:pt x="26194" y="16669"/>
                  </a:lnTo>
                  <a:lnTo>
                    <a:pt x="26670" y="20002"/>
                  </a:lnTo>
                  <a:lnTo>
                    <a:pt x="27146" y="22860"/>
                  </a:lnTo>
                  <a:lnTo>
                    <a:pt x="26670" y="24765"/>
                  </a:lnTo>
                  <a:lnTo>
                    <a:pt x="25717" y="25717"/>
                  </a:lnTo>
                  <a:lnTo>
                    <a:pt x="26194" y="26194"/>
                  </a:lnTo>
                  <a:lnTo>
                    <a:pt x="27146" y="26670"/>
                  </a:lnTo>
                  <a:lnTo>
                    <a:pt x="29527" y="25717"/>
                  </a:lnTo>
                  <a:lnTo>
                    <a:pt x="31909" y="26670"/>
                  </a:lnTo>
                  <a:lnTo>
                    <a:pt x="34290" y="28099"/>
                  </a:lnTo>
                  <a:lnTo>
                    <a:pt x="34290" y="29051"/>
                  </a:lnTo>
                  <a:lnTo>
                    <a:pt x="32385" y="29527"/>
                  </a:lnTo>
                  <a:lnTo>
                    <a:pt x="28575" y="31909"/>
                  </a:lnTo>
                  <a:lnTo>
                    <a:pt x="25717" y="34766"/>
                  </a:lnTo>
                  <a:lnTo>
                    <a:pt x="24765" y="37147"/>
                  </a:lnTo>
                  <a:lnTo>
                    <a:pt x="22860" y="42386"/>
                  </a:lnTo>
                  <a:lnTo>
                    <a:pt x="23336" y="43339"/>
                  </a:lnTo>
                  <a:lnTo>
                    <a:pt x="24289" y="43815"/>
                  </a:lnTo>
                  <a:lnTo>
                    <a:pt x="30956" y="43339"/>
                  </a:lnTo>
                  <a:lnTo>
                    <a:pt x="37147" y="41434"/>
                  </a:lnTo>
                  <a:lnTo>
                    <a:pt x="41434" y="39052"/>
                  </a:lnTo>
                  <a:lnTo>
                    <a:pt x="42863" y="39052"/>
                  </a:lnTo>
                  <a:lnTo>
                    <a:pt x="43339" y="36195"/>
                  </a:lnTo>
                  <a:lnTo>
                    <a:pt x="44291" y="31909"/>
                  </a:lnTo>
                  <a:lnTo>
                    <a:pt x="46196" y="28575"/>
                  </a:lnTo>
                  <a:lnTo>
                    <a:pt x="45244" y="20479"/>
                  </a:lnTo>
                  <a:lnTo>
                    <a:pt x="45244" y="15716"/>
                  </a:lnTo>
                  <a:close/>
                </a:path>
              </a:pathLst>
            </a:custGeom>
            <a:grpFill/>
            <a:ln w="317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7A9C61FA-482B-4209-A52E-BCECE6C9481A}"/>
                </a:ext>
              </a:extLst>
            </p:cNvPr>
            <p:cNvSpPr/>
            <p:nvPr/>
          </p:nvSpPr>
          <p:spPr>
            <a:xfrm>
              <a:off x="3430428" y="3670458"/>
              <a:ext cx="55721" cy="20002"/>
            </a:xfrm>
            <a:custGeom>
              <a:avLst/>
              <a:gdLst>
                <a:gd name="connsiteX0" fmla="*/ 51911 w 55721"/>
                <a:gd name="connsiteY0" fmla="*/ 3810 h 20002"/>
                <a:gd name="connsiteX1" fmla="*/ 47625 w 55721"/>
                <a:gd name="connsiteY1" fmla="*/ 2381 h 20002"/>
                <a:gd name="connsiteX2" fmla="*/ 41434 w 55721"/>
                <a:gd name="connsiteY2" fmla="*/ 1429 h 20002"/>
                <a:gd name="connsiteX3" fmla="*/ 40481 w 55721"/>
                <a:gd name="connsiteY3" fmla="*/ 1429 h 20002"/>
                <a:gd name="connsiteX4" fmla="*/ 41434 w 55721"/>
                <a:gd name="connsiteY4" fmla="*/ 2857 h 20002"/>
                <a:gd name="connsiteX5" fmla="*/ 40481 w 55721"/>
                <a:gd name="connsiteY5" fmla="*/ 2857 h 20002"/>
                <a:gd name="connsiteX6" fmla="*/ 39529 w 55721"/>
                <a:gd name="connsiteY6" fmla="*/ 2381 h 20002"/>
                <a:gd name="connsiteX7" fmla="*/ 38576 w 55721"/>
                <a:gd name="connsiteY7" fmla="*/ 1429 h 20002"/>
                <a:gd name="connsiteX8" fmla="*/ 37147 w 55721"/>
                <a:gd name="connsiteY8" fmla="*/ 1429 h 20002"/>
                <a:gd name="connsiteX9" fmla="*/ 15716 w 55721"/>
                <a:gd name="connsiteY9" fmla="*/ 953 h 20002"/>
                <a:gd name="connsiteX10" fmla="*/ 7144 w 55721"/>
                <a:gd name="connsiteY10" fmla="*/ 0 h 20002"/>
                <a:gd name="connsiteX11" fmla="*/ 5239 w 55721"/>
                <a:gd name="connsiteY11" fmla="*/ 476 h 20002"/>
                <a:gd name="connsiteX12" fmla="*/ 3810 w 55721"/>
                <a:gd name="connsiteY12" fmla="*/ 953 h 20002"/>
                <a:gd name="connsiteX13" fmla="*/ 3334 w 55721"/>
                <a:gd name="connsiteY13" fmla="*/ 3334 h 20002"/>
                <a:gd name="connsiteX14" fmla="*/ 1905 w 55721"/>
                <a:gd name="connsiteY14" fmla="*/ 4763 h 20002"/>
                <a:gd name="connsiteX15" fmla="*/ 0 w 55721"/>
                <a:gd name="connsiteY15" fmla="*/ 5715 h 20002"/>
                <a:gd name="connsiteX16" fmla="*/ 953 w 55721"/>
                <a:gd name="connsiteY16" fmla="*/ 7144 h 20002"/>
                <a:gd name="connsiteX17" fmla="*/ 1905 w 55721"/>
                <a:gd name="connsiteY17" fmla="*/ 8572 h 20002"/>
                <a:gd name="connsiteX18" fmla="*/ 2858 w 55721"/>
                <a:gd name="connsiteY18" fmla="*/ 10478 h 20002"/>
                <a:gd name="connsiteX19" fmla="*/ 2858 w 55721"/>
                <a:gd name="connsiteY19" fmla="*/ 12859 h 20002"/>
                <a:gd name="connsiteX20" fmla="*/ 1905 w 55721"/>
                <a:gd name="connsiteY20" fmla="*/ 18574 h 20002"/>
                <a:gd name="connsiteX21" fmla="*/ 3810 w 55721"/>
                <a:gd name="connsiteY21" fmla="*/ 19526 h 20002"/>
                <a:gd name="connsiteX22" fmla="*/ 8096 w 55721"/>
                <a:gd name="connsiteY22" fmla="*/ 19526 h 20002"/>
                <a:gd name="connsiteX23" fmla="*/ 10001 w 55721"/>
                <a:gd name="connsiteY23" fmla="*/ 20003 h 20002"/>
                <a:gd name="connsiteX24" fmla="*/ 11906 w 55721"/>
                <a:gd name="connsiteY24" fmla="*/ 20003 h 20002"/>
                <a:gd name="connsiteX25" fmla="*/ 13811 w 55721"/>
                <a:gd name="connsiteY25" fmla="*/ 19526 h 20002"/>
                <a:gd name="connsiteX26" fmla="*/ 16193 w 55721"/>
                <a:gd name="connsiteY26" fmla="*/ 18574 h 20002"/>
                <a:gd name="connsiteX27" fmla="*/ 21908 w 55721"/>
                <a:gd name="connsiteY27" fmla="*/ 19050 h 20002"/>
                <a:gd name="connsiteX28" fmla="*/ 24765 w 55721"/>
                <a:gd name="connsiteY28" fmla="*/ 18574 h 20002"/>
                <a:gd name="connsiteX29" fmla="*/ 28099 w 55721"/>
                <a:gd name="connsiteY29" fmla="*/ 20003 h 20002"/>
                <a:gd name="connsiteX30" fmla="*/ 30956 w 55721"/>
                <a:gd name="connsiteY30" fmla="*/ 19526 h 20002"/>
                <a:gd name="connsiteX31" fmla="*/ 32385 w 55721"/>
                <a:gd name="connsiteY31" fmla="*/ 20003 h 20002"/>
                <a:gd name="connsiteX32" fmla="*/ 33814 w 55721"/>
                <a:gd name="connsiteY32" fmla="*/ 20003 h 20002"/>
                <a:gd name="connsiteX33" fmla="*/ 37624 w 55721"/>
                <a:gd name="connsiteY33" fmla="*/ 20003 h 20002"/>
                <a:gd name="connsiteX34" fmla="*/ 43339 w 55721"/>
                <a:gd name="connsiteY34" fmla="*/ 19050 h 20002"/>
                <a:gd name="connsiteX35" fmla="*/ 48101 w 55721"/>
                <a:gd name="connsiteY35" fmla="*/ 16192 h 20002"/>
                <a:gd name="connsiteX36" fmla="*/ 50006 w 55721"/>
                <a:gd name="connsiteY36" fmla="*/ 13811 h 20002"/>
                <a:gd name="connsiteX37" fmla="*/ 52388 w 55721"/>
                <a:gd name="connsiteY37" fmla="*/ 11906 h 20002"/>
                <a:gd name="connsiteX38" fmla="*/ 55721 w 55721"/>
                <a:gd name="connsiteY38" fmla="*/ 10001 h 20002"/>
                <a:gd name="connsiteX39" fmla="*/ 55245 w 55721"/>
                <a:gd name="connsiteY39" fmla="*/ 5239 h 20002"/>
                <a:gd name="connsiteX40" fmla="*/ 51911 w 55721"/>
                <a:gd name="connsiteY40" fmla="*/ 3810 h 2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5721" h="20002">
                  <a:moveTo>
                    <a:pt x="51911" y="3810"/>
                  </a:moveTo>
                  <a:lnTo>
                    <a:pt x="47625" y="2381"/>
                  </a:lnTo>
                  <a:lnTo>
                    <a:pt x="41434" y="1429"/>
                  </a:lnTo>
                  <a:lnTo>
                    <a:pt x="40481" y="1429"/>
                  </a:lnTo>
                  <a:lnTo>
                    <a:pt x="41434" y="2857"/>
                  </a:lnTo>
                  <a:lnTo>
                    <a:pt x="40481" y="2857"/>
                  </a:lnTo>
                  <a:lnTo>
                    <a:pt x="39529" y="2381"/>
                  </a:lnTo>
                  <a:lnTo>
                    <a:pt x="38576" y="1429"/>
                  </a:lnTo>
                  <a:lnTo>
                    <a:pt x="37147" y="1429"/>
                  </a:lnTo>
                  <a:lnTo>
                    <a:pt x="15716" y="953"/>
                  </a:lnTo>
                  <a:lnTo>
                    <a:pt x="7144" y="0"/>
                  </a:lnTo>
                  <a:lnTo>
                    <a:pt x="5239" y="476"/>
                  </a:lnTo>
                  <a:lnTo>
                    <a:pt x="3810" y="953"/>
                  </a:lnTo>
                  <a:lnTo>
                    <a:pt x="3334" y="3334"/>
                  </a:lnTo>
                  <a:lnTo>
                    <a:pt x="1905" y="4763"/>
                  </a:lnTo>
                  <a:lnTo>
                    <a:pt x="0" y="5715"/>
                  </a:lnTo>
                  <a:lnTo>
                    <a:pt x="953" y="7144"/>
                  </a:lnTo>
                  <a:lnTo>
                    <a:pt x="1905" y="8572"/>
                  </a:lnTo>
                  <a:lnTo>
                    <a:pt x="2858" y="10478"/>
                  </a:lnTo>
                  <a:lnTo>
                    <a:pt x="2858" y="12859"/>
                  </a:lnTo>
                  <a:lnTo>
                    <a:pt x="1905" y="18574"/>
                  </a:lnTo>
                  <a:lnTo>
                    <a:pt x="3810" y="19526"/>
                  </a:lnTo>
                  <a:lnTo>
                    <a:pt x="8096" y="19526"/>
                  </a:lnTo>
                  <a:lnTo>
                    <a:pt x="10001" y="20003"/>
                  </a:lnTo>
                  <a:lnTo>
                    <a:pt x="11906" y="20003"/>
                  </a:lnTo>
                  <a:lnTo>
                    <a:pt x="13811" y="19526"/>
                  </a:lnTo>
                  <a:lnTo>
                    <a:pt x="16193" y="18574"/>
                  </a:lnTo>
                  <a:lnTo>
                    <a:pt x="21908" y="19050"/>
                  </a:lnTo>
                  <a:lnTo>
                    <a:pt x="24765" y="18574"/>
                  </a:lnTo>
                  <a:lnTo>
                    <a:pt x="28099" y="20003"/>
                  </a:lnTo>
                  <a:lnTo>
                    <a:pt x="30956" y="19526"/>
                  </a:lnTo>
                  <a:lnTo>
                    <a:pt x="32385" y="20003"/>
                  </a:lnTo>
                  <a:lnTo>
                    <a:pt x="33814" y="20003"/>
                  </a:lnTo>
                  <a:lnTo>
                    <a:pt x="37624" y="20003"/>
                  </a:lnTo>
                  <a:lnTo>
                    <a:pt x="43339" y="19050"/>
                  </a:lnTo>
                  <a:lnTo>
                    <a:pt x="48101" y="16192"/>
                  </a:lnTo>
                  <a:lnTo>
                    <a:pt x="50006" y="13811"/>
                  </a:lnTo>
                  <a:lnTo>
                    <a:pt x="52388" y="11906"/>
                  </a:lnTo>
                  <a:lnTo>
                    <a:pt x="55721" y="10001"/>
                  </a:lnTo>
                  <a:lnTo>
                    <a:pt x="55245" y="5239"/>
                  </a:lnTo>
                  <a:lnTo>
                    <a:pt x="51911" y="3810"/>
                  </a:lnTo>
                  <a:close/>
                </a:path>
              </a:pathLst>
            </a:custGeom>
            <a:grpFill/>
            <a:ln w="317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FB0010AB-A372-4FA1-A6DC-15247A6B18BD}"/>
                </a:ext>
              </a:extLst>
            </p:cNvPr>
            <p:cNvSpPr/>
            <p:nvPr/>
          </p:nvSpPr>
          <p:spPr>
            <a:xfrm>
              <a:off x="6200298" y="2241708"/>
              <a:ext cx="339565" cy="262413"/>
            </a:xfrm>
            <a:custGeom>
              <a:avLst/>
              <a:gdLst>
                <a:gd name="connsiteX0" fmla="*/ 336232 w 339565"/>
                <a:gd name="connsiteY0" fmla="*/ 185738 h 262413"/>
                <a:gd name="connsiteX1" fmla="*/ 335280 w 339565"/>
                <a:gd name="connsiteY1" fmla="*/ 184785 h 262413"/>
                <a:gd name="connsiteX2" fmla="*/ 335756 w 339565"/>
                <a:gd name="connsiteY2" fmla="*/ 183832 h 262413"/>
                <a:gd name="connsiteX3" fmla="*/ 336709 w 339565"/>
                <a:gd name="connsiteY3" fmla="*/ 183356 h 262413"/>
                <a:gd name="connsiteX4" fmla="*/ 338138 w 339565"/>
                <a:gd name="connsiteY4" fmla="*/ 183356 h 262413"/>
                <a:gd name="connsiteX5" fmla="*/ 339566 w 339565"/>
                <a:gd name="connsiteY5" fmla="*/ 182404 h 262413"/>
                <a:gd name="connsiteX6" fmla="*/ 339090 w 339565"/>
                <a:gd name="connsiteY6" fmla="*/ 180975 h 262413"/>
                <a:gd name="connsiteX7" fmla="*/ 335280 w 339565"/>
                <a:gd name="connsiteY7" fmla="*/ 178117 h 262413"/>
                <a:gd name="connsiteX8" fmla="*/ 333851 w 339565"/>
                <a:gd name="connsiteY8" fmla="*/ 175736 h 262413"/>
                <a:gd name="connsiteX9" fmla="*/ 330994 w 339565"/>
                <a:gd name="connsiteY9" fmla="*/ 169545 h 262413"/>
                <a:gd name="connsiteX10" fmla="*/ 326231 w 339565"/>
                <a:gd name="connsiteY10" fmla="*/ 163354 h 262413"/>
                <a:gd name="connsiteX11" fmla="*/ 324326 w 339565"/>
                <a:gd name="connsiteY11" fmla="*/ 161449 h 262413"/>
                <a:gd name="connsiteX12" fmla="*/ 324326 w 339565"/>
                <a:gd name="connsiteY12" fmla="*/ 159544 h 262413"/>
                <a:gd name="connsiteX13" fmla="*/ 324802 w 339565"/>
                <a:gd name="connsiteY13" fmla="*/ 157639 h 262413"/>
                <a:gd name="connsiteX14" fmla="*/ 324326 w 339565"/>
                <a:gd name="connsiteY14" fmla="*/ 155257 h 262413"/>
                <a:gd name="connsiteX15" fmla="*/ 322421 w 339565"/>
                <a:gd name="connsiteY15" fmla="*/ 151924 h 262413"/>
                <a:gd name="connsiteX16" fmla="*/ 320040 w 339565"/>
                <a:gd name="connsiteY16" fmla="*/ 147638 h 262413"/>
                <a:gd name="connsiteX17" fmla="*/ 320516 w 339565"/>
                <a:gd name="connsiteY17" fmla="*/ 143351 h 262413"/>
                <a:gd name="connsiteX18" fmla="*/ 321469 w 339565"/>
                <a:gd name="connsiteY18" fmla="*/ 140970 h 262413"/>
                <a:gd name="connsiteX19" fmla="*/ 322897 w 339565"/>
                <a:gd name="connsiteY19" fmla="*/ 139065 h 262413"/>
                <a:gd name="connsiteX20" fmla="*/ 322421 w 339565"/>
                <a:gd name="connsiteY20" fmla="*/ 135731 h 262413"/>
                <a:gd name="connsiteX21" fmla="*/ 323850 w 339565"/>
                <a:gd name="connsiteY21" fmla="*/ 131445 h 262413"/>
                <a:gd name="connsiteX22" fmla="*/ 323850 w 339565"/>
                <a:gd name="connsiteY22" fmla="*/ 128588 h 262413"/>
                <a:gd name="connsiteX23" fmla="*/ 323374 w 339565"/>
                <a:gd name="connsiteY23" fmla="*/ 127159 h 262413"/>
                <a:gd name="connsiteX24" fmla="*/ 321945 w 339565"/>
                <a:gd name="connsiteY24" fmla="*/ 125730 h 262413"/>
                <a:gd name="connsiteX25" fmla="*/ 319088 w 339565"/>
                <a:gd name="connsiteY25" fmla="*/ 124301 h 262413"/>
                <a:gd name="connsiteX26" fmla="*/ 317182 w 339565"/>
                <a:gd name="connsiteY26" fmla="*/ 122872 h 262413"/>
                <a:gd name="connsiteX27" fmla="*/ 312896 w 339565"/>
                <a:gd name="connsiteY27" fmla="*/ 120967 h 262413"/>
                <a:gd name="connsiteX28" fmla="*/ 308610 w 339565"/>
                <a:gd name="connsiteY28" fmla="*/ 118586 h 262413"/>
                <a:gd name="connsiteX29" fmla="*/ 307657 w 339565"/>
                <a:gd name="connsiteY29" fmla="*/ 117634 h 262413"/>
                <a:gd name="connsiteX30" fmla="*/ 308134 w 339565"/>
                <a:gd name="connsiteY30" fmla="*/ 116681 h 262413"/>
                <a:gd name="connsiteX31" fmla="*/ 308610 w 339565"/>
                <a:gd name="connsiteY31" fmla="*/ 115252 h 262413"/>
                <a:gd name="connsiteX32" fmla="*/ 311944 w 339565"/>
                <a:gd name="connsiteY32" fmla="*/ 110966 h 262413"/>
                <a:gd name="connsiteX33" fmla="*/ 315753 w 339565"/>
                <a:gd name="connsiteY33" fmla="*/ 107156 h 262413"/>
                <a:gd name="connsiteX34" fmla="*/ 318135 w 339565"/>
                <a:gd name="connsiteY34" fmla="*/ 105251 h 262413"/>
                <a:gd name="connsiteX35" fmla="*/ 330518 w 339565"/>
                <a:gd name="connsiteY35" fmla="*/ 100489 h 262413"/>
                <a:gd name="connsiteX36" fmla="*/ 332422 w 339565"/>
                <a:gd name="connsiteY36" fmla="*/ 98584 h 262413"/>
                <a:gd name="connsiteX37" fmla="*/ 332899 w 339565"/>
                <a:gd name="connsiteY37" fmla="*/ 95250 h 262413"/>
                <a:gd name="connsiteX38" fmla="*/ 332899 w 339565"/>
                <a:gd name="connsiteY38" fmla="*/ 93345 h 262413"/>
                <a:gd name="connsiteX39" fmla="*/ 332899 w 339565"/>
                <a:gd name="connsiteY39" fmla="*/ 89535 h 262413"/>
                <a:gd name="connsiteX40" fmla="*/ 331946 w 339565"/>
                <a:gd name="connsiteY40" fmla="*/ 83820 h 262413"/>
                <a:gd name="connsiteX41" fmla="*/ 330994 w 339565"/>
                <a:gd name="connsiteY41" fmla="*/ 80010 h 262413"/>
                <a:gd name="connsiteX42" fmla="*/ 328613 w 339565"/>
                <a:gd name="connsiteY42" fmla="*/ 72390 h 262413"/>
                <a:gd name="connsiteX43" fmla="*/ 321945 w 339565"/>
                <a:gd name="connsiteY43" fmla="*/ 57626 h 262413"/>
                <a:gd name="connsiteX44" fmla="*/ 318135 w 339565"/>
                <a:gd name="connsiteY44" fmla="*/ 41910 h 262413"/>
                <a:gd name="connsiteX45" fmla="*/ 318135 w 339565"/>
                <a:gd name="connsiteY45" fmla="*/ 40957 h 262413"/>
                <a:gd name="connsiteX46" fmla="*/ 318135 w 339565"/>
                <a:gd name="connsiteY46" fmla="*/ 38576 h 262413"/>
                <a:gd name="connsiteX47" fmla="*/ 318135 w 339565"/>
                <a:gd name="connsiteY47" fmla="*/ 35242 h 262413"/>
                <a:gd name="connsiteX48" fmla="*/ 317182 w 339565"/>
                <a:gd name="connsiteY48" fmla="*/ 32385 h 262413"/>
                <a:gd name="connsiteX49" fmla="*/ 314325 w 339565"/>
                <a:gd name="connsiteY49" fmla="*/ 29527 h 262413"/>
                <a:gd name="connsiteX50" fmla="*/ 311468 w 339565"/>
                <a:gd name="connsiteY50" fmla="*/ 27622 h 262413"/>
                <a:gd name="connsiteX51" fmla="*/ 307657 w 339565"/>
                <a:gd name="connsiteY51" fmla="*/ 25717 h 262413"/>
                <a:gd name="connsiteX52" fmla="*/ 304800 w 339565"/>
                <a:gd name="connsiteY52" fmla="*/ 25241 h 262413"/>
                <a:gd name="connsiteX53" fmla="*/ 303371 w 339565"/>
                <a:gd name="connsiteY53" fmla="*/ 24765 h 262413"/>
                <a:gd name="connsiteX54" fmla="*/ 302895 w 339565"/>
                <a:gd name="connsiteY54" fmla="*/ 23813 h 262413"/>
                <a:gd name="connsiteX55" fmla="*/ 302419 w 339565"/>
                <a:gd name="connsiteY55" fmla="*/ 22860 h 262413"/>
                <a:gd name="connsiteX56" fmla="*/ 300990 w 339565"/>
                <a:gd name="connsiteY56" fmla="*/ 21907 h 262413"/>
                <a:gd name="connsiteX57" fmla="*/ 298132 w 339565"/>
                <a:gd name="connsiteY57" fmla="*/ 20955 h 262413"/>
                <a:gd name="connsiteX58" fmla="*/ 295751 w 339565"/>
                <a:gd name="connsiteY58" fmla="*/ 20479 h 262413"/>
                <a:gd name="connsiteX59" fmla="*/ 293846 w 339565"/>
                <a:gd name="connsiteY59" fmla="*/ 22384 h 262413"/>
                <a:gd name="connsiteX60" fmla="*/ 292894 w 339565"/>
                <a:gd name="connsiteY60" fmla="*/ 22860 h 262413"/>
                <a:gd name="connsiteX61" fmla="*/ 273368 w 339565"/>
                <a:gd name="connsiteY61" fmla="*/ 22384 h 262413"/>
                <a:gd name="connsiteX62" fmla="*/ 255270 w 339565"/>
                <a:gd name="connsiteY62" fmla="*/ 21431 h 262413"/>
                <a:gd name="connsiteX63" fmla="*/ 238601 w 339565"/>
                <a:gd name="connsiteY63" fmla="*/ 20955 h 262413"/>
                <a:gd name="connsiteX64" fmla="*/ 222409 w 339565"/>
                <a:gd name="connsiteY64" fmla="*/ 20002 h 262413"/>
                <a:gd name="connsiteX65" fmla="*/ 206693 w 339565"/>
                <a:gd name="connsiteY65" fmla="*/ 19526 h 262413"/>
                <a:gd name="connsiteX66" fmla="*/ 197168 w 339565"/>
                <a:gd name="connsiteY66" fmla="*/ 18574 h 262413"/>
                <a:gd name="connsiteX67" fmla="*/ 187643 w 339565"/>
                <a:gd name="connsiteY67" fmla="*/ 18097 h 262413"/>
                <a:gd name="connsiteX68" fmla="*/ 186214 w 339565"/>
                <a:gd name="connsiteY68" fmla="*/ 17621 h 262413"/>
                <a:gd name="connsiteX69" fmla="*/ 184785 w 339565"/>
                <a:gd name="connsiteY69" fmla="*/ 18574 h 262413"/>
                <a:gd name="connsiteX70" fmla="*/ 179546 w 339565"/>
                <a:gd name="connsiteY70" fmla="*/ 20955 h 262413"/>
                <a:gd name="connsiteX71" fmla="*/ 164782 w 339565"/>
                <a:gd name="connsiteY71" fmla="*/ 22860 h 262413"/>
                <a:gd name="connsiteX72" fmla="*/ 160020 w 339565"/>
                <a:gd name="connsiteY72" fmla="*/ 21907 h 262413"/>
                <a:gd name="connsiteX73" fmla="*/ 154305 w 339565"/>
                <a:gd name="connsiteY73" fmla="*/ 19050 h 262413"/>
                <a:gd name="connsiteX74" fmla="*/ 151447 w 339565"/>
                <a:gd name="connsiteY74" fmla="*/ 15240 h 262413"/>
                <a:gd name="connsiteX75" fmla="*/ 146685 w 339565"/>
                <a:gd name="connsiteY75" fmla="*/ 4286 h 262413"/>
                <a:gd name="connsiteX76" fmla="*/ 148590 w 339565"/>
                <a:gd name="connsiteY76" fmla="*/ 4286 h 262413"/>
                <a:gd name="connsiteX77" fmla="*/ 154781 w 339565"/>
                <a:gd name="connsiteY77" fmla="*/ 8096 h 262413"/>
                <a:gd name="connsiteX78" fmla="*/ 159068 w 339565"/>
                <a:gd name="connsiteY78" fmla="*/ 9525 h 262413"/>
                <a:gd name="connsiteX79" fmla="*/ 157639 w 339565"/>
                <a:gd name="connsiteY79" fmla="*/ 7144 h 262413"/>
                <a:gd name="connsiteX80" fmla="*/ 150019 w 339565"/>
                <a:gd name="connsiteY80" fmla="*/ 3334 h 262413"/>
                <a:gd name="connsiteX81" fmla="*/ 142875 w 339565"/>
                <a:gd name="connsiteY81" fmla="*/ 0 h 262413"/>
                <a:gd name="connsiteX82" fmla="*/ 134778 w 339565"/>
                <a:gd name="connsiteY82" fmla="*/ 0 h 262413"/>
                <a:gd name="connsiteX83" fmla="*/ 126206 w 339565"/>
                <a:gd name="connsiteY83" fmla="*/ 952 h 262413"/>
                <a:gd name="connsiteX84" fmla="*/ 106680 w 339565"/>
                <a:gd name="connsiteY84" fmla="*/ 4763 h 262413"/>
                <a:gd name="connsiteX85" fmla="*/ 98107 w 339565"/>
                <a:gd name="connsiteY85" fmla="*/ 8572 h 262413"/>
                <a:gd name="connsiteX86" fmla="*/ 93821 w 339565"/>
                <a:gd name="connsiteY86" fmla="*/ 11430 h 262413"/>
                <a:gd name="connsiteX87" fmla="*/ 82868 w 339565"/>
                <a:gd name="connsiteY87" fmla="*/ 13335 h 262413"/>
                <a:gd name="connsiteX88" fmla="*/ 76200 w 339565"/>
                <a:gd name="connsiteY88" fmla="*/ 18574 h 262413"/>
                <a:gd name="connsiteX89" fmla="*/ 73819 w 339565"/>
                <a:gd name="connsiteY89" fmla="*/ 22384 h 262413"/>
                <a:gd name="connsiteX90" fmla="*/ 71914 w 339565"/>
                <a:gd name="connsiteY90" fmla="*/ 23336 h 262413"/>
                <a:gd name="connsiteX91" fmla="*/ 70009 w 339565"/>
                <a:gd name="connsiteY91" fmla="*/ 25241 h 262413"/>
                <a:gd name="connsiteX92" fmla="*/ 65246 w 339565"/>
                <a:gd name="connsiteY92" fmla="*/ 26670 h 262413"/>
                <a:gd name="connsiteX93" fmla="*/ 60484 w 339565"/>
                <a:gd name="connsiteY93" fmla="*/ 27146 h 262413"/>
                <a:gd name="connsiteX94" fmla="*/ 39528 w 339565"/>
                <a:gd name="connsiteY94" fmla="*/ 32385 h 262413"/>
                <a:gd name="connsiteX95" fmla="*/ 20002 w 339565"/>
                <a:gd name="connsiteY95" fmla="*/ 38100 h 262413"/>
                <a:gd name="connsiteX96" fmla="*/ 8572 w 339565"/>
                <a:gd name="connsiteY96" fmla="*/ 42386 h 262413"/>
                <a:gd name="connsiteX97" fmla="*/ 4286 w 339565"/>
                <a:gd name="connsiteY97" fmla="*/ 41910 h 262413"/>
                <a:gd name="connsiteX98" fmla="*/ 2857 w 339565"/>
                <a:gd name="connsiteY98" fmla="*/ 41434 h 262413"/>
                <a:gd name="connsiteX99" fmla="*/ 2381 w 339565"/>
                <a:gd name="connsiteY99" fmla="*/ 42863 h 262413"/>
                <a:gd name="connsiteX100" fmla="*/ 2857 w 339565"/>
                <a:gd name="connsiteY100" fmla="*/ 44767 h 262413"/>
                <a:gd name="connsiteX101" fmla="*/ 7620 w 339565"/>
                <a:gd name="connsiteY101" fmla="*/ 45720 h 262413"/>
                <a:gd name="connsiteX102" fmla="*/ 14764 w 339565"/>
                <a:gd name="connsiteY102" fmla="*/ 47149 h 262413"/>
                <a:gd name="connsiteX103" fmla="*/ 14764 w 339565"/>
                <a:gd name="connsiteY103" fmla="*/ 50482 h 262413"/>
                <a:gd name="connsiteX104" fmla="*/ 14288 w 339565"/>
                <a:gd name="connsiteY104" fmla="*/ 52388 h 262413"/>
                <a:gd name="connsiteX105" fmla="*/ 15240 w 339565"/>
                <a:gd name="connsiteY105" fmla="*/ 53816 h 262413"/>
                <a:gd name="connsiteX106" fmla="*/ 15240 w 339565"/>
                <a:gd name="connsiteY106" fmla="*/ 55721 h 262413"/>
                <a:gd name="connsiteX107" fmla="*/ 12382 w 339565"/>
                <a:gd name="connsiteY107" fmla="*/ 54292 h 262413"/>
                <a:gd name="connsiteX108" fmla="*/ 4286 w 339565"/>
                <a:gd name="connsiteY108" fmla="*/ 51435 h 262413"/>
                <a:gd name="connsiteX109" fmla="*/ 4763 w 339565"/>
                <a:gd name="connsiteY109" fmla="*/ 52388 h 262413"/>
                <a:gd name="connsiteX110" fmla="*/ 5239 w 339565"/>
                <a:gd name="connsiteY110" fmla="*/ 56197 h 262413"/>
                <a:gd name="connsiteX111" fmla="*/ 5715 w 339565"/>
                <a:gd name="connsiteY111" fmla="*/ 59531 h 262413"/>
                <a:gd name="connsiteX112" fmla="*/ 9525 w 339565"/>
                <a:gd name="connsiteY112" fmla="*/ 71914 h 262413"/>
                <a:gd name="connsiteX113" fmla="*/ 9525 w 339565"/>
                <a:gd name="connsiteY113" fmla="*/ 75247 h 262413"/>
                <a:gd name="connsiteX114" fmla="*/ 9525 w 339565"/>
                <a:gd name="connsiteY114" fmla="*/ 75724 h 262413"/>
                <a:gd name="connsiteX115" fmla="*/ 8096 w 339565"/>
                <a:gd name="connsiteY115" fmla="*/ 80010 h 262413"/>
                <a:gd name="connsiteX116" fmla="*/ 5715 w 339565"/>
                <a:gd name="connsiteY116" fmla="*/ 83820 h 262413"/>
                <a:gd name="connsiteX117" fmla="*/ 2381 w 339565"/>
                <a:gd name="connsiteY117" fmla="*/ 85725 h 262413"/>
                <a:gd name="connsiteX118" fmla="*/ 476 w 339565"/>
                <a:gd name="connsiteY118" fmla="*/ 88106 h 262413"/>
                <a:gd name="connsiteX119" fmla="*/ 0 w 339565"/>
                <a:gd name="connsiteY119" fmla="*/ 90488 h 262413"/>
                <a:gd name="connsiteX120" fmla="*/ 4286 w 339565"/>
                <a:gd name="connsiteY120" fmla="*/ 94774 h 262413"/>
                <a:gd name="connsiteX121" fmla="*/ 12859 w 339565"/>
                <a:gd name="connsiteY121" fmla="*/ 100965 h 262413"/>
                <a:gd name="connsiteX122" fmla="*/ 16669 w 339565"/>
                <a:gd name="connsiteY122" fmla="*/ 106680 h 262413"/>
                <a:gd name="connsiteX123" fmla="*/ 14764 w 339565"/>
                <a:gd name="connsiteY123" fmla="*/ 110966 h 262413"/>
                <a:gd name="connsiteX124" fmla="*/ 14288 w 339565"/>
                <a:gd name="connsiteY124" fmla="*/ 114300 h 262413"/>
                <a:gd name="connsiteX125" fmla="*/ 15240 w 339565"/>
                <a:gd name="connsiteY125" fmla="*/ 116205 h 262413"/>
                <a:gd name="connsiteX126" fmla="*/ 16669 w 339565"/>
                <a:gd name="connsiteY126" fmla="*/ 117634 h 262413"/>
                <a:gd name="connsiteX127" fmla="*/ 18574 w 339565"/>
                <a:gd name="connsiteY127" fmla="*/ 119063 h 262413"/>
                <a:gd name="connsiteX128" fmla="*/ 19526 w 339565"/>
                <a:gd name="connsiteY128" fmla="*/ 120967 h 262413"/>
                <a:gd name="connsiteX129" fmla="*/ 19050 w 339565"/>
                <a:gd name="connsiteY129" fmla="*/ 123825 h 262413"/>
                <a:gd name="connsiteX130" fmla="*/ 19526 w 339565"/>
                <a:gd name="connsiteY130" fmla="*/ 125254 h 262413"/>
                <a:gd name="connsiteX131" fmla="*/ 21431 w 339565"/>
                <a:gd name="connsiteY131" fmla="*/ 126682 h 262413"/>
                <a:gd name="connsiteX132" fmla="*/ 20955 w 339565"/>
                <a:gd name="connsiteY132" fmla="*/ 127159 h 262413"/>
                <a:gd name="connsiteX133" fmla="*/ 20478 w 339565"/>
                <a:gd name="connsiteY133" fmla="*/ 129064 h 262413"/>
                <a:gd name="connsiteX134" fmla="*/ 19050 w 339565"/>
                <a:gd name="connsiteY134" fmla="*/ 132397 h 262413"/>
                <a:gd name="connsiteX135" fmla="*/ 18574 w 339565"/>
                <a:gd name="connsiteY135" fmla="*/ 134779 h 262413"/>
                <a:gd name="connsiteX136" fmla="*/ 16193 w 339565"/>
                <a:gd name="connsiteY136" fmla="*/ 138113 h 262413"/>
                <a:gd name="connsiteX137" fmla="*/ 16669 w 339565"/>
                <a:gd name="connsiteY137" fmla="*/ 140970 h 262413"/>
                <a:gd name="connsiteX138" fmla="*/ 18574 w 339565"/>
                <a:gd name="connsiteY138" fmla="*/ 143827 h 262413"/>
                <a:gd name="connsiteX139" fmla="*/ 20478 w 339565"/>
                <a:gd name="connsiteY139" fmla="*/ 145732 h 262413"/>
                <a:gd name="connsiteX140" fmla="*/ 20955 w 339565"/>
                <a:gd name="connsiteY140" fmla="*/ 147161 h 262413"/>
                <a:gd name="connsiteX141" fmla="*/ 20002 w 339565"/>
                <a:gd name="connsiteY141" fmla="*/ 150971 h 262413"/>
                <a:gd name="connsiteX142" fmla="*/ 20478 w 339565"/>
                <a:gd name="connsiteY142" fmla="*/ 151924 h 262413"/>
                <a:gd name="connsiteX143" fmla="*/ 26194 w 339565"/>
                <a:gd name="connsiteY143" fmla="*/ 154781 h 262413"/>
                <a:gd name="connsiteX144" fmla="*/ 27622 w 339565"/>
                <a:gd name="connsiteY144" fmla="*/ 155734 h 262413"/>
                <a:gd name="connsiteX145" fmla="*/ 28099 w 339565"/>
                <a:gd name="connsiteY145" fmla="*/ 158591 h 262413"/>
                <a:gd name="connsiteX146" fmla="*/ 30003 w 339565"/>
                <a:gd name="connsiteY146" fmla="*/ 163830 h 262413"/>
                <a:gd name="connsiteX147" fmla="*/ 28575 w 339565"/>
                <a:gd name="connsiteY147" fmla="*/ 170974 h 262413"/>
                <a:gd name="connsiteX148" fmla="*/ 26670 w 339565"/>
                <a:gd name="connsiteY148" fmla="*/ 174784 h 262413"/>
                <a:gd name="connsiteX149" fmla="*/ 23336 w 339565"/>
                <a:gd name="connsiteY149" fmla="*/ 180975 h 262413"/>
                <a:gd name="connsiteX150" fmla="*/ 23336 w 339565"/>
                <a:gd name="connsiteY150" fmla="*/ 181451 h 262413"/>
                <a:gd name="connsiteX151" fmla="*/ 26194 w 339565"/>
                <a:gd name="connsiteY151" fmla="*/ 181451 h 262413"/>
                <a:gd name="connsiteX152" fmla="*/ 29051 w 339565"/>
                <a:gd name="connsiteY152" fmla="*/ 180499 h 262413"/>
                <a:gd name="connsiteX153" fmla="*/ 29051 w 339565"/>
                <a:gd name="connsiteY153" fmla="*/ 178594 h 262413"/>
                <a:gd name="connsiteX154" fmla="*/ 29051 w 339565"/>
                <a:gd name="connsiteY154" fmla="*/ 175260 h 262413"/>
                <a:gd name="connsiteX155" fmla="*/ 29527 w 339565"/>
                <a:gd name="connsiteY155" fmla="*/ 174784 h 262413"/>
                <a:gd name="connsiteX156" fmla="*/ 33814 w 339565"/>
                <a:gd name="connsiteY156" fmla="*/ 175736 h 262413"/>
                <a:gd name="connsiteX157" fmla="*/ 38576 w 339565"/>
                <a:gd name="connsiteY157" fmla="*/ 177165 h 262413"/>
                <a:gd name="connsiteX158" fmla="*/ 39052 w 339565"/>
                <a:gd name="connsiteY158" fmla="*/ 180499 h 262413"/>
                <a:gd name="connsiteX159" fmla="*/ 40481 w 339565"/>
                <a:gd name="connsiteY159" fmla="*/ 181927 h 262413"/>
                <a:gd name="connsiteX160" fmla="*/ 41910 w 339565"/>
                <a:gd name="connsiteY160" fmla="*/ 183832 h 262413"/>
                <a:gd name="connsiteX161" fmla="*/ 42863 w 339565"/>
                <a:gd name="connsiteY161" fmla="*/ 184309 h 262413"/>
                <a:gd name="connsiteX162" fmla="*/ 45244 w 339565"/>
                <a:gd name="connsiteY162" fmla="*/ 184309 h 262413"/>
                <a:gd name="connsiteX163" fmla="*/ 51435 w 339565"/>
                <a:gd name="connsiteY163" fmla="*/ 186214 h 262413"/>
                <a:gd name="connsiteX164" fmla="*/ 54293 w 339565"/>
                <a:gd name="connsiteY164" fmla="*/ 186690 h 262413"/>
                <a:gd name="connsiteX165" fmla="*/ 57626 w 339565"/>
                <a:gd name="connsiteY165" fmla="*/ 188119 h 262413"/>
                <a:gd name="connsiteX166" fmla="*/ 60007 w 339565"/>
                <a:gd name="connsiteY166" fmla="*/ 189547 h 262413"/>
                <a:gd name="connsiteX167" fmla="*/ 61913 w 339565"/>
                <a:gd name="connsiteY167" fmla="*/ 190024 h 262413"/>
                <a:gd name="connsiteX168" fmla="*/ 62865 w 339565"/>
                <a:gd name="connsiteY168" fmla="*/ 191452 h 262413"/>
                <a:gd name="connsiteX169" fmla="*/ 63818 w 339565"/>
                <a:gd name="connsiteY169" fmla="*/ 192405 h 262413"/>
                <a:gd name="connsiteX170" fmla="*/ 65722 w 339565"/>
                <a:gd name="connsiteY170" fmla="*/ 191929 h 262413"/>
                <a:gd name="connsiteX171" fmla="*/ 73343 w 339565"/>
                <a:gd name="connsiteY171" fmla="*/ 190500 h 262413"/>
                <a:gd name="connsiteX172" fmla="*/ 75724 w 339565"/>
                <a:gd name="connsiteY172" fmla="*/ 191929 h 262413"/>
                <a:gd name="connsiteX173" fmla="*/ 77628 w 339565"/>
                <a:gd name="connsiteY173" fmla="*/ 193834 h 262413"/>
                <a:gd name="connsiteX174" fmla="*/ 78105 w 339565"/>
                <a:gd name="connsiteY174" fmla="*/ 194310 h 262413"/>
                <a:gd name="connsiteX175" fmla="*/ 77152 w 339565"/>
                <a:gd name="connsiteY175" fmla="*/ 195739 h 262413"/>
                <a:gd name="connsiteX176" fmla="*/ 76676 w 339565"/>
                <a:gd name="connsiteY176" fmla="*/ 196691 h 262413"/>
                <a:gd name="connsiteX177" fmla="*/ 75724 w 339565"/>
                <a:gd name="connsiteY177" fmla="*/ 197644 h 262413"/>
                <a:gd name="connsiteX178" fmla="*/ 73343 w 339565"/>
                <a:gd name="connsiteY178" fmla="*/ 198120 h 262413"/>
                <a:gd name="connsiteX179" fmla="*/ 71914 w 339565"/>
                <a:gd name="connsiteY179" fmla="*/ 199549 h 262413"/>
                <a:gd name="connsiteX180" fmla="*/ 70961 w 339565"/>
                <a:gd name="connsiteY180" fmla="*/ 200977 h 262413"/>
                <a:gd name="connsiteX181" fmla="*/ 71438 w 339565"/>
                <a:gd name="connsiteY181" fmla="*/ 202406 h 262413"/>
                <a:gd name="connsiteX182" fmla="*/ 73343 w 339565"/>
                <a:gd name="connsiteY182" fmla="*/ 203359 h 262413"/>
                <a:gd name="connsiteX183" fmla="*/ 75247 w 339565"/>
                <a:gd name="connsiteY183" fmla="*/ 203359 h 262413"/>
                <a:gd name="connsiteX184" fmla="*/ 75724 w 339565"/>
                <a:gd name="connsiteY184" fmla="*/ 204311 h 262413"/>
                <a:gd name="connsiteX185" fmla="*/ 80010 w 339565"/>
                <a:gd name="connsiteY185" fmla="*/ 208597 h 262413"/>
                <a:gd name="connsiteX186" fmla="*/ 83820 w 339565"/>
                <a:gd name="connsiteY186" fmla="*/ 214313 h 262413"/>
                <a:gd name="connsiteX187" fmla="*/ 85249 w 339565"/>
                <a:gd name="connsiteY187" fmla="*/ 215265 h 262413"/>
                <a:gd name="connsiteX188" fmla="*/ 86677 w 339565"/>
                <a:gd name="connsiteY188" fmla="*/ 215265 h 262413"/>
                <a:gd name="connsiteX189" fmla="*/ 88106 w 339565"/>
                <a:gd name="connsiteY189" fmla="*/ 214313 h 262413"/>
                <a:gd name="connsiteX190" fmla="*/ 90011 w 339565"/>
                <a:gd name="connsiteY190" fmla="*/ 212884 h 262413"/>
                <a:gd name="connsiteX191" fmla="*/ 92393 w 339565"/>
                <a:gd name="connsiteY191" fmla="*/ 211455 h 262413"/>
                <a:gd name="connsiteX192" fmla="*/ 94297 w 339565"/>
                <a:gd name="connsiteY192" fmla="*/ 210502 h 262413"/>
                <a:gd name="connsiteX193" fmla="*/ 97155 w 339565"/>
                <a:gd name="connsiteY193" fmla="*/ 209074 h 262413"/>
                <a:gd name="connsiteX194" fmla="*/ 97631 w 339565"/>
                <a:gd name="connsiteY194" fmla="*/ 208121 h 262413"/>
                <a:gd name="connsiteX195" fmla="*/ 94774 w 339565"/>
                <a:gd name="connsiteY195" fmla="*/ 204311 h 262413"/>
                <a:gd name="connsiteX196" fmla="*/ 93345 w 339565"/>
                <a:gd name="connsiteY196" fmla="*/ 201454 h 262413"/>
                <a:gd name="connsiteX197" fmla="*/ 93821 w 339565"/>
                <a:gd name="connsiteY197" fmla="*/ 200501 h 262413"/>
                <a:gd name="connsiteX198" fmla="*/ 97155 w 339565"/>
                <a:gd name="connsiteY198" fmla="*/ 200977 h 262413"/>
                <a:gd name="connsiteX199" fmla="*/ 102870 w 339565"/>
                <a:gd name="connsiteY199" fmla="*/ 202882 h 262413"/>
                <a:gd name="connsiteX200" fmla="*/ 111919 w 339565"/>
                <a:gd name="connsiteY200" fmla="*/ 208121 h 262413"/>
                <a:gd name="connsiteX201" fmla="*/ 113347 w 339565"/>
                <a:gd name="connsiteY201" fmla="*/ 208121 h 262413"/>
                <a:gd name="connsiteX202" fmla="*/ 116681 w 339565"/>
                <a:gd name="connsiteY202" fmla="*/ 208121 h 262413"/>
                <a:gd name="connsiteX203" fmla="*/ 120015 w 339565"/>
                <a:gd name="connsiteY203" fmla="*/ 207169 h 262413"/>
                <a:gd name="connsiteX204" fmla="*/ 121444 w 339565"/>
                <a:gd name="connsiteY204" fmla="*/ 206216 h 262413"/>
                <a:gd name="connsiteX205" fmla="*/ 122396 w 339565"/>
                <a:gd name="connsiteY205" fmla="*/ 206216 h 262413"/>
                <a:gd name="connsiteX206" fmla="*/ 122872 w 339565"/>
                <a:gd name="connsiteY206" fmla="*/ 209550 h 262413"/>
                <a:gd name="connsiteX207" fmla="*/ 121920 w 339565"/>
                <a:gd name="connsiteY207" fmla="*/ 210979 h 262413"/>
                <a:gd name="connsiteX208" fmla="*/ 117634 w 339565"/>
                <a:gd name="connsiteY208" fmla="*/ 212884 h 262413"/>
                <a:gd name="connsiteX209" fmla="*/ 118110 w 339565"/>
                <a:gd name="connsiteY209" fmla="*/ 213360 h 262413"/>
                <a:gd name="connsiteX210" fmla="*/ 119063 w 339565"/>
                <a:gd name="connsiteY210" fmla="*/ 214313 h 262413"/>
                <a:gd name="connsiteX211" fmla="*/ 120968 w 339565"/>
                <a:gd name="connsiteY211" fmla="*/ 215265 h 262413"/>
                <a:gd name="connsiteX212" fmla="*/ 122872 w 339565"/>
                <a:gd name="connsiteY212" fmla="*/ 217170 h 262413"/>
                <a:gd name="connsiteX213" fmla="*/ 124777 w 339565"/>
                <a:gd name="connsiteY213" fmla="*/ 219075 h 262413"/>
                <a:gd name="connsiteX214" fmla="*/ 125730 w 339565"/>
                <a:gd name="connsiteY214" fmla="*/ 220504 h 262413"/>
                <a:gd name="connsiteX215" fmla="*/ 127635 w 339565"/>
                <a:gd name="connsiteY215" fmla="*/ 220980 h 262413"/>
                <a:gd name="connsiteX216" fmla="*/ 130969 w 339565"/>
                <a:gd name="connsiteY216" fmla="*/ 219551 h 262413"/>
                <a:gd name="connsiteX217" fmla="*/ 132397 w 339565"/>
                <a:gd name="connsiteY217" fmla="*/ 218599 h 262413"/>
                <a:gd name="connsiteX218" fmla="*/ 132874 w 339565"/>
                <a:gd name="connsiteY218" fmla="*/ 218122 h 262413"/>
                <a:gd name="connsiteX219" fmla="*/ 133350 w 339565"/>
                <a:gd name="connsiteY219" fmla="*/ 218122 h 262413"/>
                <a:gd name="connsiteX220" fmla="*/ 134778 w 339565"/>
                <a:gd name="connsiteY220" fmla="*/ 219075 h 262413"/>
                <a:gd name="connsiteX221" fmla="*/ 135255 w 339565"/>
                <a:gd name="connsiteY221" fmla="*/ 220027 h 262413"/>
                <a:gd name="connsiteX222" fmla="*/ 138589 w 339565"/>
                <a:gd name="connsiteY222" fmla="*/ 220980 h 262413"/>
                <a:gd name="connsiteX223" fmla="*/ 140970 w 339565"/>
                <a:gd name="connsiteY223" fmla="*/ 222885 h 262413"/>
                <a:gd name="connsiteX224" fmla="*/ 141922 w 339565"/>
                <a:gd name="connsiteY224" fmla="*/ 223361 h 262413"/>
                <a:gd name="connsiteX225" fmla="*/ 143351 w 339565"/>
                <a:gd name="connsiteY225" fmla="*/ 222885 h 262413"/>
                <a:gd name="connsiteX226" fmla="*/ 149066 w 339565"/>
                <a:gd name="connsiteY226" fmla="*/ 223838 h 262413"/>
                <a:gd name="connsiteX227" fmla="*/ 150971 w 339565"/>
                <a:gd name="connsiteY227" fmla="*/ 224790 h 262413"/>
                <a:gd name="connsiteX228" fmla="*/ 151447 w 339565"/>
                <a:gd name="connsiteY228" fmla="*/ 226695 h 262413"/>
                <a:gd name="connsiteX229" fmla="*/ 150971 w 339565"/>
                <a:gd name="connsiteY229" fmla="*/ 227647 h 262413"/>
                <a:gd name="connsiteX230" fmla="*/ 151924 w 339565"/>
                <a:gd name="connsiteY230" fmla="*/ 230029 h 262413"/>
                <a:gd name="connsiteX231" fmla="*/ 159068 w 339565"/>
                <a:gd name="connsiteY231" fmla="*/ 236696 h 262413"/>
                <a:gd name="connsiteX232" fmla="*/ 160020 w 339565"/>
                <a:gd name="connsiteY232" fmla="*/ 240030 h 262413"/>
                <a:gd name="connsiteX233" fmla="*/ 160020 w 339565"/>
                <a:gd name="connsiteY233" fmla="*/ 240982 h 262413"/>
                <a:gd name="connsiteX234" fmla="*/ 163830 w 339565"/>
                <a:gd name="connsiteY234" fmla="*/ 241459 h 262413"/>
                <a:gd name="connsiteX235" fmla="*/ 164306 w 339565"/>
                <a:gd name="connsiteY235" fmla="*/ 243840 h 262413"/>
                <a:gd name="connsiteX236" fmla="*/ 164782 w 339565"/>
                <a:gd name="connsiteY236" fmla="*/ 246221 h 262413"/>
                <a:gd name="connsiteX237" fmla="*/ 170974 w 339565"/>
                <a:gd name="connsiteY237" fmla="*/ 245745 h 262413"/>
                <a:gd name="connsiteX238" fmla="*/ 174307 w 339565"/>
                <a:gd name="connsiteY238" fmla="*/ 240982 h 262413"/>
                <a:gd name="connsiteX239" fmla="*/ 176213 w 339565"/>
                <a:gd name="connsiteY239" fmla="*/ 240506 h 262413"/>
                <a:gd name="connsiteX240" fmla="*/ 179070 w 339565"/>
                <a:gd name="connsiteY240" fmla="*/ 238601 h 262413"/>
                <a:gd name="connsiteX241" fmla="*/ 180975 w 339565"/>
                <a:gd name="connsiteY241" fmla="*/ 237172 h 262413"/>
                <a:gd name="connsiteX242" fmla="*/ 181927 w 339565"/>
                <a:gd name="connsiteY242" fmla="*/ 238125 h 262413"/>
                <a:gd name="connsiteX243" fmla="*/ 183832 w 339565"/>
                <a:gd name="connsiteY243" fmla="*/ 241459 h 262413"/>
                <a:gd name="connsiteX244" fmla="*/ 185738 w 339565"/>
                <a:gd name="connsiteY244" fmla="*/ 243840 h 262413"/>
                <a:gd name="connsiteX245" fmla="*/ 187166 w 339565"/>
                <a:gd name="connsiteY245" fmla="*/ 244792 h 262413"/>
                <a:gd name="connsiteX246" fmla="*/ 187166 w 339565"/>
                <a:gd name="connsiteY246" fmla="*/ 245745 h 262413"/>
                <a:gd name="connsiteX247" fmla="*/ 188119 w 339565"/>
                <a:gd name="connsiteY247" fmla="*/ 246221 h 262413"/>
                <a:gd name="connsiteX248" fmla="*/ 190500 w 339565"/>
                <a:gd name="connsiteY248" fmla="*/ 246221 h 262413"/>
                <a:gd name="connsiteX249" fmla="*/ 191928 w 339565"/>
                <a:gd name="connsiteY249" fmla="*/ 247174 h 262413"/>
                <a:gd name="connsiteX250" fmla="*/ 192405 w 339565"/>
                <a:gd name="connsiteY250" fmla="*/ 249555 h 262413"/>
                <a:gd name="connsiteX251" fmla="*/ 192405 w 339565"/>
                <a:gd name="connsiteY251" fmla="*/ 251460 h 262413"/>
                <a:gd name="connsiteX252" fmla="*/ 191928 w 339565"/>
                <a:gd name="connsiteY252" fmla="*/ 253365 h 262413"/>
                <a:gd name="connsiteX253" fmla="*/ 191452 w 339565"/>
                <a:gd name="connsiteY253" fmla="*/ 254317 h 262413"/>
                <a:gd name="connsiteX254" fmla="*/ 192881 w 339565"/>
                <a:gd name="connsiteY254" fmla="*/ 254794 h 262413"/>
                <a:gd name="connsiteX255" fmla="*/ 195263 w 339565"/>
                <a:gd name="connsiteY255" fmla="*/ 254317 h 262413"/>
                <a:gd name="connsiteX256" fmla="*/ 196691 w 339565"/>
                <a:gd name="connsiteY256" fmla="*/ 253841 h 262413"/>
                <a:gd name="connsiteX257" fmla="*/ 201930 w 339565"/>
                <a:gd name="connsiteY257" fmla="*/ 255270 h 262413"/>
                <a:gd name="connsiteX258" fmla="*/ 203359 w 339565"/>
                <a:gd name="connsiteY258" fmla="*/ 251460 h 262413"/>
                <a:gd name="connsiteX259" fmla="*/ 205264 w 339565"/>
                <a:gd name="connsiteY259" fmla="*/ 249555 h 262413"/>
                <a:gd name="connsiteX260" fmla="*/ 207645 w 339565"/>
                <a:gd name="connsiteY260" fmla="*/ 248602 h 262413"/>
                <a:gd name="connsiteX261" fmla="*/ 210026 w 339565"/>
                <a:gd name="connsiteY261" fmla="*/ 247650 h 262413"/>
                <a:gd name="connsiteX262" fmla="*/ 211931 w 339565"/>
                <a:gd name="connsiteY262" fmla="*/ 246697 h 262413"/>
                <a:gd name="connsiteX263" fmla="*/ 213360 w 339565"/>
                <a:gd name="connsiteY263" fmla="*/ 246697 h 262413"/>
                <a:gd name="connsiteX264" fmla="*/ 214313 w 339565"/>
                <a:gd name="connsiteY264" fmla="*/ 246221 h 262413"/>
                <a:gd name="connsiteX265" fmla="*/ 215741 w 339565"/>
                <a:gd name="connsiteY265" fmla="*/ 246221 h 262413"/>
                <a:gd name="connsiteX266" fmla="*/ 218122 w 339565"/>
                <a:gd name="connsiteY266" fmla="*/ 246697 h 262413"/>
                <a:gd name="connsiteX267" fmla="*/ 220503 w 339565"/>
                <a:gd name="connsiteY267" fmla="*/ 246221 h 262413"/>
                <a:gd name="connsiteX268" fmla="*/ 224314 w 339565"/>
                <a:gd name="connsiteY268" fmla="*/ 247174 h 262413"/>
                <a:gd name="connsiteX269" fmla="*/ 227171 w 339565"/>
                <a:gd name="connsiteY269" fmla="*/ 249079 h 262413"/>
                <a:gd name="connsiteX270" fmla="*/ 229076 w 339565"/>
                <a:gd name="connsiteY270" fmla="*/ 249555 h 262413"/>
                <a:gd name="connsiteX271" fmla="*/ 231934 w 339565"/>
                <a:gd name="connsiteY271" fmla="*/ 249555 h 262413"/>
                <a:gd name="connsiteX272" fmla="*/ 233839 w 339565"/>
                <a:gd name="connsiteY272" fmla="*/ 248602 h 262413"/>
                <a:gd name="connsiteX273" fmla="*/ 236696 w 339565"/>
                <a:gd name="connsiteY273" fmla="*/ 245269 h 262413"/>
                <a:gd name="connsiteX274" fmla="*/ 238601 w 339565"/>
                <a:gd name="connsiteY274" fmla="*/ 245269 h 262413"/>
                <a:gd name="connsiteX275" fmla="*/ 241459 w 339565"/>
                <a:gd name="connsiteY275" fmla="*/ 244792 h 262413"/>
                <a:gd name="connsiteX276" fmla="*/ 245745 w 339565"/>
                <a:gd name="connsiteY276" fmla="*/ 244792 h 262413"/>
                <a:gd name="connsiteX277" fmla="*/ 255746 w 339565"/>
                <a:gd name="connsiteY277" fmla="*/ 245269 h 262413"/>
                <a:gd name="connsiteX278" fmla="*/ 258127 w 339565"/>
                <a:gd name="connsiteY278" fmla="*/ 246697 h 262413"/>
                <a:gd name="connsiteX279" fmla="*/ 263843 w 339565"/>
                <a:gd name="connsiteY279" fmla="*/ 248602 h 262413"/>
                <a:gd name="connsiteX280" fmla="*/ 266700 w 339565"/>
                <a:gd name="connsiteY280" fmla="*/ 250507 h 262413"/>
                <a:gd name="connsiteX281" fmla="*/ 267652 w 339565"/>
                <a:gd name="connsiteY281" fmla="*/ 252889 h 262413"/>
                <a:gd name="connsiteX282" fmla="*/ 268605 w 339565"/>
                <a:gd name="connsiteY282" fmla="*/ 254317 h 262413"/>
                <a:gd name="connsiteX283" fmla="*/ 274796 w 339565"/>
                <a:gd name="connsiteY283" fmla="*/ 256699 h 262413"/>
                <a:gd name="connsiteX284" fmla="*/ 283845 w 339565"/>
                <a:gd name="connsiteY284" fmla="*/ 260032 h 262413"/>
                <a:gd name="connsiteX285" fmla="*/ 286226 w 339565"/>
                <a:gd name="connsiteY285" fmla="*/ 260032 h 262413"/>
                <a:gd name="connsiteX286" fmla="*/ 287655 w 339565"/>
                <a:gd name="connsiteY286" fmla="*/ 260032 h 262413"/>
                <a:gd name="connsiteX287" fmla="*/ 291465 w 339565"/>
                <a:gd name="connsiteY287" fmla="*/ 261461 h 262413"/>
                <a:gd name="connsiteX288" fmla="*/ 295275 w 339565"/>
                <a:gd name="connsiteY288" fmla="*/ 262414 h 262413"/>
                <a:gd name="connsiteX289" fmla="*/ 296227 w 339565"/>
                <a:gd name="connsiteY289" fmla="*/ 261461 h 262413"/>
                <a:gd name="connsiteX290" fmla="*/ 296703 w 339565"/>
                <a:gd name="connsiteY290" fmla="*/ 260509 h 262413"/>
                <a:gd name="connsiteX291" fmla="*/ 296703 w 339565"/>
                <a:gd name="connsiteY291" fmla="*/ 260032 h 262413"/>
                <a:gd name="connsiteX292" fmla="*/ 293846 w 339565"/>
                <a:gd name="connsiteY292" fmla="*/ 257651 h 262413"/>
                <a:gd name="connsiteX293" fmla="*/ 291941 w 339565"/>
                <a:gd name="connsiteY293" fmla="*/ 255746 h 262413"/>
                <a:gd name="connsiteX294" fmla="*/ 291465 w 339565"/>
                <a:gd name="connsiteY294" fmla="*/ 254794 h 262413"/>
                <a:gd name="connsiteX295" fmla="*/ 292418 w 339565"/>
                <a:gd name="connsiteY295" fmla="*/ 252889 h 262413"/>
                <a:gd name="connsiteX296" fmla="*/ 292894 w 339565"/>
                <a:gd name="connsiteY296" fmla="*/ 250507 h 262413"/>
                <a:gd name="connsiteX297" fmla="*/ 292418 w 339565"/>
                <a:gd name="connsiteY297" fmla="*/ 248126 h 262413"/>
                <a:gd name="connsiteX298" fmla="*/ 290036 w 339565"/>
                <a:gd name="connsiteY298" fmla="*/ 242411 h 262413"/>
                <a:gd name="connsiteX299" fmla="*/ 290036 w 339565"/>
                <a:gd name="connsiteY299" fmla="*/ 240030 h 262413"/>
                <a:gd name="connsiteX300" fmla="*/ 291941 w 339565"/>
                <a:gd name="connsiteY300" fmla="*/ 236696 h 262413"/>
                <a:gd name="connsiteX301" fmla="*/ 298132 w 339565"/>
                <a:gd name="connsiteY301" fmla="*/ 230029 h 262413"/>
                <a:gd name="connsiteX302" fmla="*/ 300038 w 339565"/>
                <a:gd name="connsiteY302" fmla="*/ 227171 h 262413"/>
                <a:gd name="connsiteX303" fmla="*/ 302895 w 339565"/>
                <a:gd name="connsiteY303" fmla="*/ 223838 h 262413"/>
                <a:gd name="connsiteX304" fmla="*/ 310991 w 339565"/>
                <a:gd name="connsiteY304" fmla="*/ 216217 h 262413"/>
                <a:gd name="connsiteX305" fmla="*/ 315753 w 339565"/>
                <a:gd name="connsiteY305" fmla="*/ 211931 h 262413"/>
                <a:gd name="connsiteX306" fmla="*/ 319088 w 339565"/>
                <a:gd name="connsiteY306" fmla="*/ 209550 h 262413"/>
                <a:gd name="connsiteX307" fmla="*/ 323850 w 339565"/>
                <a:gd name="connsiteY307" fmla="*/ 205264 h 262413"/>
                <a:gd name="connsiteX308" fmla="*/ 326231 w 339565"/>
                <a:gd name="connsiteY308" fmla="*/ 202882 h 262413"/>
                <a:gd name="connsiteX309" fmla="*/ 334803 w 339565"/>
                <a:gd name="connsiteY309" fmla="*/ 201454 h 262413"/>
                <a:gd name="connsiteX310" fmla="*/ 335756 w 339565"/>
                <a:gd name="connsiteY310" fmla="*/ 199549 h 262413"/>
                <a:gd name="connsiteX311" fmla="*/ 337661 w 339565"/>
                <a:gd name="connsiteY311" fmla="*/ 197167 h 262413"/>
                <a:gd name="connsiteX312" fmla="*/ 339090 w 339565"/>
                <a:gd name="connsiteY312" fmla="*/ 196215 h 262413"/>
                <a:gd name="connsiteX313" fmla="*/ 339090 w 339565"/>
                <a:gd name="connsiteY313" fmla="*/ 192405 h 262413"/>
                <a:gd name="connsiteX314" fmla="*/ 337185 w 339565"/>
                <a:gd name="connsiteY314" fmla="*/ 187642 h 26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339565" h="262413">
                  <a:moveTo>
                    <a:pt x="336232" y="185738"/>
                  </a:moveTo>
                  <a:lnTo>
                    <a:pt x="335280" y="184785"/>
                  </a:lnTo>
                  <a:lnTo>
                    <a:pt x="335756" y="183832"/>
                  </a:lnTo>
                  <a:lnTo>
                    <a:pt x="336709" y="183356"/>
                  </a:lnTo>
                  <a:lnTo>
                    <a:pt x="338138" y="183356"/>
                  </a:lnTo>
                  <a:lnTo>
                    <a:pt x="339566" y="182404"/>
                  </a:lnTo>
                  <a:lnTo>
                    <a:pt x="339090" y="180975"/>
                  </a:lnTo>
                  <a:lnTo>
                    <a:pt x="335280" y="178117"/>
                  </a:lnTo>
                  <a:lnTo>
                    <a:pt x="333851" y="175736"/>
                  </a:lnTo>
                  <a:lnTo>
                    <a:pt x="330994" y="169545"/>
                  </a:lnTo>
                  <a:lnTo>
                    <a:pt x="326231" y="163354"/>
                  </a:lnTo>
                  <a:lnTo>
                    <a:pt x="324326" y="161449"/>
                  </a:lnTo>
                  <a:lnTo>
                    <a:pt x="324326" y="159544"/>
                  </a:lnTo>
                  <a:lnTo>
                    <a:pt x="324802" y="157639"/>
                  </a:lnTo>
                  <a:lnTo>
                    <a:pt x="324326" y="155257"/>
                  </a:lnTo>
                  <a:lnTo>
                    <a:pt x="322421" y="151924"/>
                  </a:lnTo>
                  <a:lnTo>
                    <a:pt x="320040" y="147638"/>
                  </a:lnTo>
                  <a:lnTo>
                    <a:pt x="320516" y="143351"/>
                  </a:lnTo>
                  <a:lnTo>
                    <a:pt x="321469" y="140970"/>
                  </a:lnTo>
                  <a:lnTo>
                    <a:pt x="322897" y="139065"/>
                  </a:lnTo>
                  <a:lnTo>
                    <a:pt x="322421" y="135731"/>
                  </a:lnTo>
                  <a:lnTo>
                    <a:pt x="323850" y="131445"/>
                  </a:lnTo>
                  <a:lnTo>
                    <a:pt x="323850" y="128588"/>
                  </a:lnTo>
                  <a:lnTo>
                    <a:pt x="323374" y="127159"/>
                  </a:lnTo>
                  <a:lnTo>
                    <a:pt x="321945" y="125730"/>
                  </a:lnTo>
                  <a:lnTo>
                    <a:pt x="319088" y="124301"/>
                  </a:lnTo>
                  <a:lnTo>
                    <a:pt x="317182" y="122872"/>
                  </a:lnTo>
                  <a:lnTo>
                    <a:pt x="312896" y="120967"/>
                  </a:lnTo>
                  <a:lnTo>
                    <a:pt x="308610" y="118586"/>
                  </a:lnTo>
                  <a:lnTo>
                    <a:pt x="307657" y="117634"/>
                  </a:lnTo>
                  <a:lnTo>
                    <a:pt x="308134" y="116681"/>
                  </a:lnTo>
                  <a:lnTo>
                    <a:pt x="308610" y="115252"/>
                  </a:lnTo>
                  <a:lnTo>
                    <a:pt x="311944" y="110966"/>
                  </a:lnTo>
                  <a:lnTo>
                    <a:pt x="315753" y="107156"/>
                  </a:lnTo>
                  <a:lnTo>
                    <a:pt x="318135" y="105251"/>
                  </a:lnTo>
                  <a:lnTo>
                    <a:pt x="330518" y="100489"/>
                  </a:lnTo>
                  <a:lnTo>
                    <a:pt x="332422" y="98584"/>
                  </a:lnTo>
                  <a:lnTo>
                    <a:pt x="332899" y="95250"/>
                  </a:lnTo>
                  <a:lnTo>
                    <a:pt x="332899" y="93345"/>
                  </a:lnTo>
                  <a:lnTo>
                    <a:pt x="332899" y="89535"/>
                  </a:lnTo>
                  <a:lnTo>
                    <a:pt x="331946" y="83820"/>
                  </a:lnTo>
                  <a:lnTo>
                    <a:pt x="330994" y="80010"/>
                  </a:lnTo>
                  <a:lnTo>
                    <a:pt x="328613" y="72390"/>
                  </a:lnTo>
                  <a:lnTo>
                    <a:pt x="321945" y="57626"/>
                  </a:lnTo>
                  <a:lnTo>
                    <a:pt x="318135" y="41910"/>
                  </a:lnTo>
                  <a:lnTo>
                    <a:pt x="318135" y="40957"/>
                  </a:lnTo>
                  <a:lnTo>
                    <a:pt x="318135" y="38576"/>
                  </a:lnTo>
                  <a:lnTo>
                    <a:pt x="318135" y="35242"/>
                  </a:lnTo>
                  <a:lnTo>
                    <a:pt x="317182" y="32385"/>
                  </a:lnTo>
                  <a:lnTo>
                    <a:pt x="314325" y="29527"/>
                  </a:lnTo>
                  <a:lnTo>
                    <a:pt x="311468" y="27622"/>
                  </a:lnTo>
                  <a:lnTo>
                    <a:pt x="307657" y="25717"/>
                  </a:lnTo>
                  <a:lnTo>
                    <a:pt x="304800" y="25241"/>
                  </a:lnTo>
                  <a:lnTo>
                    <a:pt x="303371" y="24765"/>
                  </a:lnTo>
                  <a:lnTo>
                    <a:pt x="302895" y="23813"/>
                  </a:lnTo>
                  <a:lnTo>
                    <a:pt x="302419" y="22860"/>
                  </a:lnTo>
                  <a:lnTo>
                    <a:pt x="300990" y="21907"/>
                  </a:lnTo>
                  <a:lnTo>
                    <a:pt x="298132" y="20955"/>
                  </a:lnTo>
                  <a:lnTo>
                    <a:pt x="295751" y="20479"/>
                  </a:lnTo>
                  <a:lnTo>
                    <a:pt x="293846" y="22384"/>
                  </a:lnTo>
                  <a:lnTo>
                    <a:pt x="292894" y="22860"/>
                  </a:lnTo>
                  <a:lnTo>
                    <a:pt x="273368" y="22384"/>
                  </a:lnTo>
                  <a:lnTo>
                    <a:pt x="255270" y="21431"/>
                  </a:lnTo>
                  <a:lnTo>
                    <a:pt x="238601" y="20955"/>
                  </a:lnTo>
                  <a:lnTo>
                    <a:pt x="222409" y="20002"/>
                  </a:lnTo>
                  <a:lnTo>
                    <a:pt x="206693" y="19526"/>
                  </a:lnTo>
                  <a:lnTo>
                    <a:pt x="197168" y="18574"/>
                  </a:lnTo>
                  <a:lnTo>
                    <a:pt x="187643" y="18097"/>
                  </a:lnTo>
                  <a:lnTo>
                    <a:pt x="186214" y="17621"/>
                  </a:lnTo>
                  <a:lnTo>
                    <a:pt x="184785" y="18574"/>
                  </a:lnTo>
                  <a:lnTo>
                    <a:pt x="179546" y="20955"/>
                  </a:lnTo>
                  <a:lnTo>
                    <a:pt x="164782" y="22860"/>
                  </a:lnTo>
                  <a:lnTo>
                    <a:pt x="160020" y="21907"/>
                  </a:lnTo>
                  <a:lnTo>
                    <a:pt x="154305" y="19050"/>
                  </a:lnTo>
                  <a:lnTo>
                    <a:pt x="151447" y="15240"/>
                  </a:lnTo>
                  <a:lnTo>
                    <a:pt x="146685" y="4286"/>
                  </a:lnTo>
                  <a:lnTo>
                    <a:pt x="148590" y="4286"/>
                  </a:lnTo>
                  <a:lnTo>
                    <a:pt x="154781" y="8096"/>
                  </a:lnTo>
                  <a:lnTo>
                    <a:pt x="159068" y="9525"/>
                  </a:lnTo>
                  <a:lnTo>
                    <a:pt x="157639" y="7144"/>
                  </a:lnTo>
                  <a:lnTo>
                    <a:pt x="150019" y="3334"/>
                  </a:lnTo>
                  <a:lnTo>
                    <a:pt x="142875" y="0"/>
                  </a:lnTo>
                  <a:lnTo>
                    <a:pt x="134778" y="0"/>
                  </a:lnTo>
                  <a:lnTo>
                    <a:pt x="126206" y="952"/>
                  </a:lnTo>
                  <a:lnTo>
                    <a:pt x="106680" y="4763"/>
                  </a:lnTo>
                  <a:lnTo>
                    <a:pt x="98107" y="8572"/>
                  </a:lnTo>
                  <a:lnTo>
                    <a:pt x="93821" y="11430"/>
                  </a:lnTo>
                  <a:lnTo>
                    <a:pt x="82868" y="13335"/>
                  </a:lnTo>
                  <a:lnTo>
                    <a:pt x="76200" y="18574"/>
                  </a:lnTo>
                  <a:lnTo>
                    <a:pt x="73819" y="22384"/>
                  </a:lnTo>
                  <a:lnTo>
                    <a:pt x="71914" y="23336"/>
                  </a:lnTo>
                  <a:lnTo>
                    <a:pt x="70009" y="25241"/>
                  </a:lnTo>
                  <a:lnTo>
                    <a:pt x="65246" y="26670"/>
                  </a:lnTo>
                  <a:lnTo>
                    <a:pt x="60484" y="27146"/>
                  </a:lnTo>
                  <a:lnTo>
                    <a:pt x="39528" y="32385"/>
                  </a:lnTo>
                  <a:lnTo>
                    <a:pt x="20002" y="38100"/>
                  </a:lnTo>
                  <a:lnTo>
                    <a:pt x="8572" y="42386"/>
                  </a:lnTo>
                  <a:lnTo>
                    <a:pt x="4286" y="41910"/>
                  </a:lnTo>
                  <a:lnTo>
                    <a:pt x="2857" y="41434"/>
                  </a:lnTo>
                  <a:lnTo>
                    <a:pt x="2381" y="42863"/>
                  </a:lnTo>
                  <a:lnTo>
                    <a:pt x="2857" y="44767"/>
                  </a:lnTo>
                  <a:lnTo>
                    <a:pt x="7620" y="45720"/>
                  </a:lnTo>
                  <a:lnTo>
                    <a:pt x="14764" y="47149"/>
                  </a:lnTo>
                  <a:lnTo>
                    <a:pt x="14764" y="50482"/>
                  </a:lnTo>
                  <a:lnTo>
                    <a:pt x="14288" y="52388"/>
                  </a:lnTo>
                  <a:lnTo>
                    <a:pt x="15240" y="53816"/>
                  </a:lnTo>
                  <a:lnTo>
                    <a:pt x="15240" y="55721"/>
                  </a:lnTo>
                  <a:lnTo>
                    <a:pt x="12382" y="54292"/>
                  </a:lnTo>
                  <a:lnTo>
                    <a:pt x="4286" y="51435"/>
                  </a:lnTo>
                  <a:lnTo>
                    <a:pt x="4763" y="52388"/>
                  </a:lnTo>
                  <a:lnTo>
                    <a:pt x="5239" y="56197"/>
                  </a:lnTo>
                  <a:lnTo>
                    <a:pt x="5715" y="59531"/>
                  </a:lnTo>
                  <a:lnTo>
                    <a:pt x="9525" y="71914"/>
                  </a:lnTo>
                  <a:lnTo>
                    <a:pt x="9525" y="75247"/>
                  </a:lnTo>
                  <a:lnTo>
                    <a:pt x="9525" y="75724"/>
                  </a:lnTo>
                  <a:lnTo>
                    <a:pt x="8096" y="80010"/>
                  </a:lnTo>
                  <a:lnTo>
                    <a:pt x="5715" y="83820"/>
                  </a:lnTo>
                  <a:lnTo>
                    <a:pt x="2381" y="85725"/>
                  </a:lnTo>
                  <a:lnTo>
                    <a:pt x="476" y="88106"/>
                  </a:lnTo>
                  <a:lnTo>
                    <a:pt x="0" y="90488"/>
                  </a:lnTo>
                  <a:lnTo>
                    <a:pt x="4286" y="94774"/>
                  </a:lnTo>
                  <a:lnTo>
                    <a:pt x="12859" y="100965"/>
                  </a:lnTo>
                  <a:lnTo>
                    <a:pt x="16669" y="106680"/>
                  </a:lnTo>
                  <a:lnTo>
                    <a:pt x="14764" y="110966"/>
                  </a:lnTo>
                  <a:lnTo>
                    <a:pt x="14288" y="114300"/>
                  </a:lnTo>
                  <a:lnTo>
                    <a:pt x="15240" y="116205"/>
                  </a:lnTo>
                  <a:lnTo>
                    <a:pt x="16669" y="117634"/>
                  </a:lnTo>
                  <a:lnTo>
                    <a:pt x="18574" y="119063"/>
                  </a:lnTo>
                  <a:lnTo>
                    <a:pt x="19526" y="120967"/>
                  </a:lnTo>
                  <a:lnTo>
                    <a:pt x="19050" y="123825"/>
                  </a:lnTo>
                  <a:lnTo>
                    <a:pt x="19526" y="125254"/>
                  </a:lnTo>
                  <a:lnTo>
                    <a:pt x="21431" y="126682"/>
                  </a:lnTo>
                  <a:lnTo>
                    <a:pt x="20955" y="127159"/>
                  </a:lnTo>
                  <a:lnTo>
                    <a:pt x="20478" y="129064"/>
                  </a:lnTo>
                  <a:lnTo>
                    <a:pt x="19050" y="132397"/>
                  </a:lnTo>
                  <a:lnTo>
                    <a:pt x="18574" y="134779"/>
                  </a:lnTo>
                  <a:lnTo>
                    <a:pt x="16193" y="138113"/>
                  </a:lnTo>
                  <a:lnTo>
                    <a:pt x="16669" y="140970"/>
                  </a:lnTo>
                  <a:lnTo>
                    <a:pt x="18574" y="143827"/>
                  </a:lnTo>
                  <a:lnTo>
                    <a:pt x="20478" y="145732"/>
                  </a:lnTo>
                  <a:lnTo>
                    <a:pt x="20955" y="147161"/>
                  </a:lnTo>
                  <a:lnTo>
                    <a:pt x="20002" y="150971"/>
                  </a:lnTo>
                  <a:lnTo>
                    <a:pt x="20478" y="151924"/>
                  </a:lnTo>
                  <a:lnTo>
                    <a:pt x="26194" y="154781"/>
                  </a:lnTo>
                  <a:lnTo>
                    <a:pt x="27622" y="155734"/>
                  </a:lnTo>
                  <a:lnTo>
                    <a:pt x="28099" y="158591"/>
                  </a:lnTo>
                  <a:lnTo>
                    <a:pt x="30003" y="163830"/>
                  </a:lnTo>
                  <a:lnTo>
                    <a:pt x="28575" y="170974"/>
                  </a:lnTo>
                  <a:lnTo>
                    <a:pt x="26670" y="174784"/>
                  </a:lnTo>
                  <a:lnTo>
                    <a:pt x="23336" y="180975"/>
                  </a:lnTo>
                  <a:lnTo>
                    <a:pt x="23336" y="181451"/>
                  </a:lnTo>
                  <a:lnTo>
                    <a:pt x="26194" y="181451"/>
                  </a:lnTo>
                  <a:lnTo>
                    <a:pt x="29051" y="180499"/>
                  </a:lnTo>
                  <a:lnTo>
                    <a:pt x="29051" y="178594"/>
                  </a:lnTo>
                  <a:lnTo>
                    <a:pt x="29051" y="175260"/>
                  </a:lnTo>
                  <a:lnTo>
                    <a:pt x="29527" y="174784"/>
                  </a:lnTo>
                  <a:lnTo>
                    <a:pt x="33814" y="175736"/>
                  </a:lnTo>
                  <a:lnTo>
                    <a:pt x="38576" y="177165"/>
                  </a:lnTo>
                  <a:lnTo>
                    <a:pt x="39052" y="180499"/>
                  </a:lnTo>
                  <a:lnTo>
                    <a:pt x="40481" y="181927"/>
                  </a:lnTo>
                  <a:lnTo>
                    <a:pt x="41910" y="183832"/>
                  </a:lnTo>
                  <a:lnTo>
                    <a:pt x="42863" y="184309"/>
                  </a:lnTo>
                  <a:lnTo>
                    <a:pt x="45244" y="184309"/>
                  </a:lnTo>
                  <a:lnTo>
                    <a:pt x="51435" y="186214"/>
                  </a:lnTo>
                  <a:lnTo>
                    <a:pt x="54293" y="186690"/>
                  </a:lnTo>
                  <a:lnTo>
                    <a:pt x="57626" y="188119"/>
                  </a:lnTo>
                  <a:lnTo>
                    <a:pt x="60007" y="189547"/>
                  </a:lnTo>
                  <a:lnTo>
                    <a:pt x="61913" y="190024"/>
                  </a:lnTo>
                  <a:lnTo>
                    <a:pt x="62865" y="191452"/>
                  </a:lnTo>
                  <a:lnTo>
                    <a:pt x="63818" y="192405"/>
                  </a:lnTo>
                  <a:lnTo>
                    <a:pt x="65722" y="191929"/>
                  </a:lnTo>
                  <a:lnTo>
                    <a:pt x="73343" y="190500"/>
                  </a:lnTo>
                  <a:lnTo>
                    <a:pt x="75724" y="191929"/>
                  </a:lnTo>
                  <a:lnTo>
                    <a:pt x="77628" y="193834"/>
                  </a:lnTo>
                  <a:lnTo>
                    <a:pt x="78105" y="194310"/>
                  </a:lnTo>
                  <a:lnTo>
                    <a:pt x="77152" y="195739"/>
                  </a:lnTo>
                  <a:lnTo>
                    <a:pt x="76676" y="196691"/>
                  </a:lnTo>
                  <a:lnTo>
                    <a:pt x="75724" y="197644"/>
                  </a:lnTo>
                  <a:lnTo>
                    <a:pt x="73343" y="198120"/>
                  </a:lnTo>
                  <a:lnTo>
                    <a:pt x="71914" y="199549"/>
                  </a:lnTo>
                  <a:lnTo>
                    <a:pt x="70961" y="200977"/>
                  </a:lnTo>
                  <a:lnTo>
                    <a:pt x="71438" y="202406"/>
                  </a:lnTo>
                  <a:lnTo>
                    <a:pt x="73343" y="203359"/>
                  </a:lnTo>
                  <a:lnTo>
                    <a:pt x="75247" y="203359"/>
                  </a:lnTo>
                  <a:lnTo>
                    <a:pt x="75724" y="204311"/>
                  </a:lnTo>
                  <a:lnTo>
                    <a:pt x="80010" y="208597"/>
                  </a:lnTo>
                  <a:lnTo>
                    <a:pt x="83820" y="214313"/>
                  </a:lnTo>
                  <a:lnTo>
                    <a:pt x="85249" y="215265"/>
                  </a:lnTo>
                  <a:lnTo>
                    <a:pt x="86677" y="215265"/>
                  </a:lnTo>
                  <a:lnTo>
                    <a:pt x="88106" y="214313"/>
                  </a:lnTo>
                  <a:lnTo>
                    <a:pt x="90011" y="212884"/>
                  </a:lnTo>
                  <a:lnTo>
                    <a:pt x="92393" y="211455"/>
                  </a:lnTo>
                  <a:lnTo>
                    <a:pt x="94297" y="210502"/>
                  </a:lnTo>
                  <a:lnTo>
                    <a:pt x="97155" y="209074"/>
                  </a:lnTo>
                  <a:lnTo>
                    <a:pt x="97631" y="208121"/>
                  </a:lnTo>
                  <a:lnTo>
                    <a:pt x="94774" y="204311"/>
                  </a:lnTo>
                  <a:lnTo>
                    <a:pt x="93345" y="201454"/>
                  </a:lnTo>
                  <a:lnTo>
                    <a:pt x="93821" y="200501"/>
                  </a:lnTo>
                  <a:lnTo>
                    <a:pt x="97155" y="200977"/>
                  </a:lnTo>
                  <a:lnTo>
                    <a:pt x="102870" y="202882"/>
                  </a:lnTo>
                  <a:lnTo>
                    <a:pt x="111919" y="208121"/>
                  </a:lnTo>
                  <a:lnTo>
                    <a:pt x="113347" y="208121"/>
                  </a:lnTo>
                  <a:lnTo>
                    <a:pt x="116681" y="208121"/>
                  </a:lnTo>
                  <a:lnTo>
                    <a:pt x="120015" y="207169"/>
                  </a:lnTo>
                  <a:lnTo>
                    <a:pt x="121444" y="206216"/>
                  </a:lnTo>
                  <a:lnTo>
                    <a:pt x="122396" y="206216"/>
                  </a:lnTo>
                  <a:lnTo>
                    <a:pt x="122872" y="209550"/>
                  </a:lnTo>
                  <a:lnTo>
                    <a:pt x="121920" y="210979"/>
                  </a:lnTo>
                  <a:lnTo>
                    <a:pt x="117634" y="212884"/>
                  </a:lnTo>
                  <a:lnTo>
                    <a:pt x="118110" y="213360"/>
                  </a:lnTo>
                  <a:lnTo>
                    <a:pt x="119063" y="214313"/>
                  </a:lnTo>
                  <a:lnTo>
                    <a:pt x="120968" y="215265"/>
                  </a:lnTo>
                  <a:lnTo>
                    <a:pt x="122872" y="217170"/>
                  </a:lnTo>
                  <a:lnTo>
                    <a:pt x="124777" y="219075"/>
                  </a:lnTo>
                  <a:lnTo>
                    <a:pt x="125730" y="220504"/>
                  </a:lnTo>
                  <a:lnTo>
                    <a:pt x="127635" y="220980"/>
                  </a:lnTo>
                  <a:lnTo>
                    <a:pt x="130969" y="219551"/>
                  </a:lnTo>
                  <a:lnTo>
                    <a:pt x="132397" y="218599"/>
                  </a:lnTo>
                  <a:lnTo>
                    <a:pt x="132874" y="218122"/>
                  </a:lnTo>
                  <a:lnTo>
                    <a:pt x="133350" y="218122"/>
                  </a:lnTo>
                  <a:lnTo>
                    <a:pt x="134778" y="219075"/>
                  </a:lnTo>
                  <a:lnTo>
                    <a:pt x="135255" y="220027"/>
                  </a:lnTo>
                  <a:lnTo>
                    <a:pt x="138589" y="220980"/>
                  </a:lnTo>
                  <a:lnTo>
                    <a:pt x="140970" y="222885"/>
                  </a:lnTo>
                  <a:lnTo>
                    <a:pt x="141922" y="223361"/>
                  </a:lnTo>
                  <a:lnTo>
                    <a:pt x="143351" y="222885"/>
                  </a:lnTo>
                  <a:lnTo>
                    <a:pt x="149066" y="223838"/>
                  </a:lnTo>
                  <a:lnTo>
                    <a:pt x="150971" y="224790"/>
                  </a:lnTo>
                  <a:lnTo>
                    <a:pt x="151447" y="226695"/>
                  </a:lnTo>
                  <a:lnTo>
                    <a:pt x="150971" y="227647"/>
                  </a:lnTo>
                  <a:lnTo>
                    <a:pt x="151924" y="230029"/>
                  </a:lnTo>
                  <a:lnTo>
                    <a:pt x="159068" y="236696"/>
                  </a:lnTo>
                  <a:lnTo>
                    <a:pt x="160020" y="240030"/>
                  </a:lnTo>
                  <a:lnTo>
                    <a:pt x="160020" y="240982"/>
                  </a:lnTo>
                  <a:lnTo>
                    <a:pt x="163830" y="241459"/>
                  </a:lnTo>
                  <a:lnTo>
                    <a:pt x="164306" y="243840"/>
                  </a:lnTo>
                  <a:lnTo>
                    <a:pt x="164782" y="246221"/>
                  </a:lnTo>
                  <a:lnTo>
                    <a:pt x="170974" y="245745"/>
                  </a:lnTo>
                  <a:lnTo>
                    <a:pt x="174307" y="240982"/>
                  </a:lnTo>
                  <a:lnTo>
                    <a:pt x="176213" y="240506"/>
                  </a:lnTo>
                  <a:lnTo>
                    <a:pt x="179070" y="238601"/>
                  </a:lnTo>
                  <a:lnTo>
                    <a:pt x="180975" y="237172"/>
                  </a:lnTo>
                  <a:lnTo>
                    <a:pt x="181927" y="238125"/>
                  </a:lnTo>
                  <a:lnTo>
                    <a:pt x="183832" y="241459"/>
                  </a:lnTo>
                  <a:lnTo>
                    <a:pt x="185738" y="243840"/>
                  </a:lnTo>
                  <a:lnTo>
                    <a:pt x="187166" y="244792"/>
                  </a:lnTo>
                  <a:lnTo>
                    <a:pt x="187166" y="245745"/>
                  </a:lnTo>
                  <a:lnTo>
                    <a:pt x="188119" y="246221"/>
                  </a:lnTo>
                  <a:lnTo>
                    <a:pt x="190500" y="246221"/>
                  </a:lnTo>
                  <a:lnTo>
                    <a:pt x="191928" y="247174"/>
                  </a:lnTo>
                  <a:lnTo>
                    <a:pt x="192405" y="249555"/>
                  </a:lnTo>
                  <a:lnTo>
                    <a:pt x="192405" y="251460"/>
                  </a:lnTo>
                  <a:lnTo>
                    <a:pt x="191928" y="253365"/>
                  </a:lnTo>
                  <a:lnTo>
                    <a:pt x="191452" y="254317"/>
                  </a:lnTo>
                  <a:lnTo>
                    <a:pt x="192881" y="254794"/>
                  </a:lnTo>
                  <a:lnTo>
                    <a:pt x="195263" y="254317"/>
                  </a:lnTo>
                  <a:lnTo>
                    <a:pt x="196691" y="253841"/>
                  </a:lnTo>
                  <a:lnTo>
                    <a:pt x="201930" y="255270"/>
                  </a:lnTo>
                  <a:lnTo>
                    <a:pt x="203359" y="251460"/>
                  </a:lnTo>
                  <a:lnTo>
                    <a:pt x="205264" y="249555"/>
                  </a:lnTo>
                  <a:lnTo>
                    <a:pt x="207645" y="248602"/>
                  </a:lnTo>
                  <a:lnTo>
                    <a:pt x="210026" y="247650"/>
                  </a:lnTo>
                  <a:lnTo>
                    <a:pt x="211931" y="246697"/>
                  </a:lnTo>
                  <a:lnTo>
                    <a:pt x="213360" y="246697"/>
                  </a:lnTo>
                  <a:lnTo>
                    <a:pt x="214313" y="246221"/>
                  </a:lnTo>
                  <a:lnTo>
                    <a:pt x="215741" y="246221"/>
                  </a:lnTo>
                  <a:lnTo>
                    <a:pt x="218122" y="246697"/>
                  </a:lnTo>
                  <a:lnTo>
                    <a:pt x="220503" y="246221"/>
                  </a:lnTo>
                  <a:lnTo>
                    <a:pt x="224314" y="247174"/>
                  </a:lnTo>
                  <a:lnTo>
                    <a:pt x="227171" y="249079"/>
                  </a:lnTo>
                  <a:lnTo>
                    <a:pt x="229076" y="249555"/>
                  </a:lnTo>
                  <a:lnTo>
                    <a:pt x="231934" y="249555"/>
                  </a:lnTo>
                  <a:lnTo>
                    <a:pt x="233839" y="248602"/>
                  </a:lnTo>
                  <a:lnTo>
                    <a:pt x="236696" y="245269"/>
                  </a:lnTo>
                  <a:lnTo>
                    <a:pt x="238601" y="245269"/>
                  </a:lnTo>
                  <a:lnTo>
                    <a:pt x="241459" y="244792"/>
                  </a:lnTo>
                  <a:lnTo>
                    <a:pt x="245745" y="244792"/>
                  </a:lnTo>
                  <a:lnTo>
                    <a:pt x="255746" y="245269"/>
                  </a:lnTo>
                  <a:lnTo>
                    <a:pt x="258127" y="246697"/>
                  </a:lnTo>
                  <a:lnTo>
                    <a:pt x="263843" y="248602"/>
                  </a:lnTo>
                  <a:lnTo>
                    <a:pt x="266700" y="250507"/>
                  </a:lnTo>
                  <a:lnTo>
                    <a:pt x="267652" y="252889"/>
                  </a:lnTo>
                  <a:lnTo>
                    <a:pt x="268605" y="254317"/>
                  </a:lnTo>
                  <a:lnTo>
                    <a:pt x="274796" y="256699"/>
                  </a:lnTo>
                  <a:lnTo>
                    <a:pt x="283845" y="260032"/>
                  </a:lnTo>
                  <a:lnTo>
                    <a:pt x="286226" y="260032"/>
                  </a:lnTo>
                  <a:lnTo>
                    <a:pt x="287655" y="260032"/>
                  </a:lnTo>
                  <a:lnTo>
                    <a:pt x="291465" y="261461"/>
                  </a:lnTo>
                  <a:lnTo>
                    <a:pt x="295275" y="262414"/>
                  </a:lnTo>
                  <a:lnTo>
                    <a:pt x="296227" y="261461"/>
                  </a:lnTo>
                  <a:lnTo>
                    <a:pt x="296703" y="260509"/>
                  </a:lnTo>
                  <a:lnTo>
                    <a:pt x="296703" y="260032"/>
                  </a:lnTo>
                  <a:lnTo>
                    <a:pt x="293846" y="257651"/>
                  </a:lnTo>
                  <a:lnTo>
                    <a:pt x="291941" y="255746"/>
                  </a:lnTo>
                  <a:lnTo>
                    <a:pt x="291465" y="254794"/>
                  </a:lnTo>
                  <a:lnTo>
                    <a:pt x="292418" y="252889"/>
                  </a:lnTo>
                  <a:lnTo>
                    <a:pt x="292894" y="250507"/>
                  </a:lnTo>
                  <a:lnTo>
                    <a:pt x="292418" y="248126"/>
                  </a:lnTo>
                  <a:lnTo>
                    <a:pt x="290036" y="242411"/>
                  </a:lnTo>
                  <a:lnTo>
                    <a:pt x="290036" y="240030"/>
                  </a:lnTo>
                  <a:lnTo>
                    <a:pt x="291941" y="236696"/>
                  </a:lnTo>
                  <a:lnTo>
                    <a:pt x="298132" y="230029"/>
                  </a:lnTo>
                  <a:lnTo>
                    <a:pt x="300038" y="227171"/>
                  </a:lnTo>
                  <a:lnTo>
                    <a:pt x="302895" y="223838"/>
                  </a:lnTo>
                  <a:lnTo>
                    <a:pt x="310991" y="216217"/>
                  </a:lnTo>
                  <a:lnTo>
                    <a:pt x="315753" y="211931"/>
                  </a:lnTo>
                  <a:lnTo>
                    <a:pt x="319088" y="209550"/>
                  </a:lnTo>
                  <a:lnTo>
                    <a:pt x="323850" y="205264"/>
                  </a:lnTo>
                  <a:lnTo>
                    <a:pt x="326231" y="202882"/>
                  </a:lnTo>
                  <a:lnTo>
                    <a:pt x="334803" y="201454"/>
                  </a:lnTo>
                  <a:lnTo>
                    <a:pt x="335756" y="199549"/>
                  </a:lnTo>
                  <a:lnTo>
                    <a:pt x="337661" y="197167"/>
                  </a:lnTo>
                  <a:lnTo>
                    <a:pt x="339090" y="196215"/>
                  </a:lnTo>
                  <a:lnTo>
                    <a:pt x="339090" y="192405"/>
                  </a:lnTo>
                  <a:lnTo>
                    <a:pt x="337185" y="187642"/>
                  </a:lnTo>
                  <a:close/>
                </a:path>
              </a:pathLst>
            </a:custGeom>
            <a:grpFill/>
            <a:ln w="317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1553A773-D2D7-4780-A09D-D51C22D912C1}"/>
                </a:ext>
              </a:extLst>
            </p:cNvPr>
            <p:cNvSpPr/>
            <p:nvPr/>
          </p:nvSpPr>
          <p:spPr>
            <a:xfrm>
              <a:off x="7789544" y="2995135"/>
              <a:ext cx="551497" cy="491013"/>
            </a:xfrm>
            <a:custGeom>
              <a:avLst/>
              <a:gdLst>
                <a:gd name="connsiteX0" fmla="*/ 550069 w 551497"/>
                <a:gd name="connsiteY0" fmla="*/ 70485 h 491013"/>
                <a:gd name="connsiteX1" fmla="*/ 549117 w 551497"/>
                <a:gd name="connsiteY1" fmla="*/ 68580 h 491013"/>
                <a:gd name="connsiteX2" fmla="*/ 547211 w 551497"/>
                <a:gd name="connsiteY2" fmla="*/ 64770 h 491013"/>
                <a:gd name="connsiteX3" fmla="*/ 545782 w 551497"/>
                <a:gd name="connsiteY3" fmla="*/ 61436 h 491013"/>
                <a:gd name="connsiteX4" fmla="*/ 543401 w 551497"/>
                <a:gd name="connsiteY4" fmla="*/ 56197 h 491013"/>
                <a:gd name="connsiteX5" fmla="*/ 541973 w 551497"/>
                <a:gd name="connsiteY5" fmla="*/ 52864 h 491013"/>
                <a:gd name="connsiteX6" fmla="*/ 540544 w 551497"/>
                <a:gd name="connsiteY6" fmla="*/ 52388 h 491013"/>
                <a:gd name="connsiteX7" fmla="*/ 537210 w 551497"/>
                <a:gd name="connsiteY7" fmla="*/ 50006 h 491013"/>
                <a:gd name="connsiteX8" fmla="*/ 534829 w 551497"/>
                <a:gd name="connsiteY8" fmla="*/ 48577 h 491013"/>
                <a:gd name="connsiteX9" fmla="*/ 534353 w 551497"/>
                <a:gd name="connsiteY9" fmla="*/ 44291 h 491013"/>
                <a:gd name="connsiteX10" fmla="*/ 532924 w 551497"/>
                <a:gd name="connsiteY10" fmla="*/ 44767 h 491013"/>
                <a:gd name="connsiteX11" fmla="*/ 528638 w 551497"/>
                <a:gd name="connsiteY11" fmla="*/ 46196 h 491013"/>
                <a:gd name="connsiteX12" fmla="*/ 524351 w 551497"/>
                <a:gd name="connsiteY12" fmla="*/ 47149 h 491013"/>
                <a:gd name="connsiteX13" fmla="*/ 521970 w 551497"/>
                <a:gd name="connsiteY13" fmla="*/ 47149 h 491013"/>
                <a:gd name="connsiteX14" fmla="*/ 520541 w 551497"/>
                <a:gd name="connsiteY14" fmla="*/ 46196 h 491013"/>
                <a:gd name="connsiteX15" fmla="*/ 519113 w 551497"/>
                <a:gd name="connsiteY15" fmla="*/ 41910 h 491013"/>
                <a:gd name="connsiteX16" fmla="*/ 518160 w 551497"/>
                <a:gd name="connsiteY16" fmla="*/ 40481 h 491013"/>
                <a:gd name="connsiteX17" fmla="*/ 516255 w 551497"/>
                <a:gd name="connsiteY17" fmla="*/ 40005 h 491013"/>
                <a:gd name="connsiteX18" fmla="*/ 513874 w 551497"/>
                <a:gd name="connsiteY18" fmla="*/ 39052 h 491013"/>
                <a:gd name="connsiteX19" fmla="*/ 512922 w 551497"/>
                <a:gd name="connsiteY19" fmla="*/ 38100 h 491013"/>
                <a:gd name="connsiteX20" fmla="*/ 512445 w 551497"/>
                <a:gd name="connsiteY20" fmla="*/ 36671 h 491013"/>
                <a:gd name="connsiteX21" fmla="*/ 513398 w 551497"/>
                <a:gd name="connsiteY21" fmla="*/ 34766 h 491013"/>
                <a:gd name="connsiteX22" fmla="*/ 514826 w 551497"/>
                <a:gd name="connsiteY22" fmla="*/ 33338 h 491013"/>
                <a:gd name="connsiteX23" fmla="*/ 514826 w 551497"/>
                <a:gd name="connsiteY23" fmla="*/ 25241 h 491013"/>
                <a:gd name="connsiteX24" fmla="*/ 513874 w 551497"/>
                <a:gd name="connsiteY24" fmla="*/ 22384 h 491013"/>
                <a:gd name="connsiteX25" fmla="*/ 513398 w 551497"/>
                <a:gd name="connsiteY25" fmla="*/ 20002 h 491013"/>
                <a:gd name="connsiteX26" fmla="*/ 511969 w 551497"/>
                <a:gd name="connsiteY26" fmla="*/ 16669 h 491013"/>
                <a:gd name="connsiteX27" fmla="*/ 510064 w 551497"/>
                <a:gd name="connsiteY27" fmla="*/ 14764 h 491013"/>
                <a:gd name="connsiteX28" fmla="*/ 508159 w 551497"/>
                <a:gd name="connsiteY28" fmla="*/ 12859 h 491013"/>
                <a:gd name="connsiteX29" fmla="*/ 504349 w 551497"/>
                <a:gd name="connsiteY29" fmla="*/ 11430 h 491013"/>
                <a:gd name="connsiteX30" fmla="*/ 501015 w 551497"/>
                <a:gd name="connsiteY30" fmla="*/ 10477 h 491013"/>
                <a:gd name="connsiteX31" fmla="*/ 497205 w 551497"/>
                <a:gd name="connsiteY31" fmla="*/ 11906 h 491013"/>
                <a:gd name="connsiteX32" fmla="*/ 496253 w 551497"/>
                <a:gd name="connsiteY32" fmla="*/ 11430 h 491013"/>
                <a:gd name="connsiteX33" fmla="*/ 494348 w 551497"/>
                <a:gd name="connsiteY33" fmla="*/ 5715 h 491013"/>
                <a:gd name="connsiteX34" fmla="*/ 493395 w 551497"/>
                <a:gd name="connsiteY34" fmla="*/ 4763 h 491013"/>
                <a:gd name="connsiteX35" fmla="*/ 486728 w 551497"/>
                <a:gd name="connsiteY35" fmla="*/ 2381 h 491013"/>
                <a:gd name="connsiteX36" fmla="*/ 483394 w 551497"/>
                <a:gd name="connsiteY36" fmla="*/ 1905 h 491013"/>
                <a:gd name="connsiteX37" fmla="*/ 480060 w 551497"/>
                <a:gd name="connsiteY37" fmla="*/ 2381 h 491013"/>
                <a:gd name="connsiteX38" fmla="*/ 477679 w 551497"/>
                <a:gd name="connsiteY38" fmla="*/ 3334 h 491013"/>
                <a:gd name="connsiteX39" fmla="*/ 476250 w 551497"/>
                <a:gd name="connsiteY39" fmla="*/ 1905 h 491013"/>
                <a:gd name="connsiteX40" fmla="*/ 473869 w 551497"/>
                <a:gd name="connsiteY40" fmla="*/ 952 h 491013"/>
                <a:gd name="connsiteX41" fmla="*/ 471011 w 551497"/>
                <a:gd name="connsiteY41" fmla="*/ 0 h 491013"/>
                <a:gd name="connsiteX42" fmla="*/ 468154 w 551497"/>
                <a:gd name="connsiteY42" fmla="*/ 0 h 491013"/>
                <a:gd name="connsiteX43" fmla="*/ 466249 w 551497"/>
                <a:gd name="connsiteY43" fmla="*/ 476 h 491013"/>
                <a:gd name="connsiteX44" fmla="*/ 462439 w 551497"/>
                <a:gd name="connsiteY44" fmla="*/ 1905 h 491013"/>
                <a:gd name="connsiteX45" fmla="*/ 454343 w 551497"/>
                <a:gd name="connsiteY45" fmla="*/ 5239 h 491013"/>
                <a:gd name="connsiteX46" fmla="*/ 449104 w 551497"/>
                <a:gd name="connsiteY46" fmla="*/ 8096 h 491013"/>
                <a:gd name="connsiteX47" fmla="*/ 447675 w 551497"/>
                <a:gd name="connsiteY47" fmla="*/ 8096 h 491013"/>
                <a:gd name="connsiteX48" fmla="*/ 444341 w 551497"/>
                <a:gd name="connsiteY48" fmla="*/ 7144 h 491013"/>
                <a:gd name="connsiteX49" fmla="*/ 439579 w 551497"/>
                <a:gd name="connsiteY49" fmla="*/ 5715 h 491013"/>
                <a:gd name="connsiteX50" fmla="*/ 438626 w 551497"/>
                <a:gd name="connsiteY50" fmla="*/ 5715 h 491013"/>
                <a:gd name="connsiteX51" fmla="*/ 427673 w 551497"/>
                <a:gd name="connsiteY51" fmla="*/ 5715 h 491013"/>
                <a:gd name="connsiteX52" fmla="*/ 417672 w 551497"/>
                <a:gd name="connsiteY52" fmla="*/ 6191 h 491013"/>
                <a:gd name="connsiteX53" fmla="*/ 413385 w 551497"/>
                <a:gd name="connsiteY53" fmla="*/ 7144 h 491013"/>
                <a:gd name="connsiteX54" fmla="*/ 405765 w 551497"/>
                <a:gd name="connsiteY54" fmla="*/ 7620 h 491013"/>
                <a:gd name="connsiteX55" fmla="*/ 401003 w 551497"/>
                <a:gd name="connsiteY55" fmla="*/ 8096 h 491013"/>
                <a:gd name="connsiteX56" fmla="*/ 397669 w 551497"/>
                <a:gd name="connsiteY56" fmla="*/ 9049 h 491013"/>
                <a:gd name="connsiteX57" fmla="*/ 394335 w 551497"/>
                <a:gd name="connsiteY57" fmla="*/ 10477 h 491013"/>
                <a:gd name="connsiteX58" fmla="*/ 390525 w 551497"/>
                <a:gd name="connsiteY58" fmla="*/ 11430 h 491013"/>
                <a:gd name="connsiteX59" fmla="*/ 388144 w 551497"/>
                <a:gd name="connsiteY59" fmla="*/ 11430 h 491013"/>
                <a:gd name="connsiteX60" fmla="*/ 384810 w 551497"/>
                <a:gd name="connsiteY60" fmla="*/ 12859 h 491013"/>
                <a:gd name="connsiteX61" fmla="*/ 382905 w 551497"/>
                <a:gd name="connsiteY61" fmla="*/ 15240 h 491013"/>
                <a:gd name="connsiteX62" fmla="*/ 376714 w 551497"/>
                <a:gd name="connsiteY62" fmla="*/ 19526 h 491013"/>
                <a:gd name="connsiteX63" fmla="*/ 373380 w 551497"/>
                <a:gd name="connsiteY63" fmla="*/ 20955 h 491013"/>
                <a:gd name="connsiteX64" fmla="*/ 371951 w 551497"/>
                <a:gd name="connsiteY64" fmla="*/ 23336 h 491013"/>
                <a:gd name="connsiteX65" fmla="*/ 370047 w 551497"/>
                <a:gd name="connsiteY65" fmla="*/ 23336 h 491013"/>
                <a:gd name="connsiteX66" fmla="*/ 366713 w 551497"/>
                <a:gd name="connsiteY66" fmla="*/ 22860 h 491013"/>
                <a:gd name="connsiteX67" fmla="*/ 364331 w 551497"/>
                <a:gd name="connsiteY67" fmla="*/ 25241 h 491013"/>
                <a:gd name="connsiteX68" fmla="*/ 361474 w 551497"/>
                <a:gd name="connsiteY68" fmla="*/ 28575 h 491013"/>
                <a:gd name="connsiteX69" fmla="*/ 356235 w 551497"/>
                <a:gd name="connsiteY69" fmla="*/ 33338 h 491013"/>
                <a:gd name="connsiteX70" fmla="*/ 353378 w 551497"/>
                <a:gd name="connsiteY70" fmla="*/ 35242 h 491013"/>
                <a:gd name="connsiteX71" fmla="*/ 351949 w 551497"/>
                <a:gd name="connsiteY71" fmla="*/ 38100 h 491013"/>
                <a:gd name="connsiteX72" fmla="*/ 352901 w 551497"/>
                <a:gd name="connsiteY72" fmla="*/ 40005 h 491013"/>
                <a:gd name="connsiteX73" fmla="*/ 357188 w 551497"/>
                <a:gd name="connsiteY73" fmla="*/ 42386 h 491013"/>
                <a:gd name="connsiteX74" fmla="*/ 359093 w 551497"/>
                <a:gd name="connsiteY74" fmla="*/ 44291 h 491013"/>
                <a:gd name="connsiteX75" fmla="*/ 360045 w 551497"/>
                <a:gd name="connsiteY75" fmla="*/ 46196 h 491013"/>
                <a:gd name="connsiteX76" fmla="*/ 361950 w 551497"/>
                <a:gd name="connsiteY76" fmla="*/ 50959 h 491013"/>
                <a:gd name="connsiteX77" fmla="*/ 363379 w 551497"/>
                <a:gd name="connsiteY77" fmla="*/ 55245 h 491013"/>
                <a:gd name="connsiteX78" fmla="*/ 365284 w 551497"/>
                <a:gd name="connsiteY78" fmla="*/ 57150 h 491013"/>
                <a:gd name="connsiteX79" fmla="*/ 365760 w 551497"/>
                <a:gd name="connsiteY79" fmla="*/ 60484 h 491013"/>
                <a:gd name="connsiteX80" fmla="*/ 366236 w 551497"/>
                <a:gd name="connsiteY80" fmla="*/ 62389 h 491013"/>
                <a:gd name="connsiteX81" fmla="*/ 365284 w 551497"/>
                <a:gd name="connsiteY81" fmla="*/ 63817 h 491013"/>
                <a:gd name="connsiteX82" fmla="*/ 364331 w 551497"/>
                <a:gd name="connsiteY82" fmla="*/ 65722 h 491013"/>
                <a:gd name="connsiteX83" fmla="*/ 364331 w 551497"/>
                <a:gd name="connsiteY83" fmla="*/ 67151 h 491013"/>
                <a:gd name="connsiteX84" fmla="*/ 365284 w 551497"/>
                <a:gd name="connsiteY84" fmla="*/ 68580 h 491013"/>
                <a:gd name="connsiteX85" fmla="*/ 366236 w 551497"/>
                <a:gd name="connsiteY85" fmla="*/ 70009 h 491013"/>
                <a:gd name="connsiteX86" fmla="*/ 366713 w 551497"/>
                <a:gd name="connsiteY86" fmla="*/ 70961 h 491013"/>
                <a:gd name="connsiteX87" fmla="*/ 366236 w 551497"/>
                <a:gd name="connsiteY87" fmla="*/ 72390 h 491013"/>
                <a:gd name="connsiteX88" fmla="*/ 364331 w 551497"/>
                <a:gd name="connsiteY88" fmla="*/ 74295 h 491013"/>
                <a:gd name="connsiteX89" fmla="*/ 363379 w 551497"/>
                <a:gd name="connsiteY89" fmla="*/ 76200 h 491013"/>
                <a:gd name="connsiteX90" fmla="*/ 360998 w 551497"/>
                <a:gd name="connsiteY90" fmla="*/ 79534 h 491013"/>
                <a:gd name="connsiteX91" fmla="*/ 357664 w 551497"/>
                <a:gd name="connsiteY91" fmla="*/ 81439 h 491013"/>
                <a:gd name="connsiteX92" fmla="*/ 355759 w 551497"/>
                <a:gd name="connsiteY92" fmla="*/ 83344 h 491013"/>
                <a:gd name="connsiteX93" fmla="*/ 353378 w 551497"/>
                <a:gd name="connsiteY93" fmla="*/ 86677 h 491013"/>
                <a:gd name="connsiteX94" fmla="*/ 349568 w 551497"/>
                <a:gd name="connsiteY94" fmla="*/ 90011 h 491013"/>
                <a:gd name="connsiteX95" fmla="*/ 347663 w 551497"/>
                <a:gd name="connsiteY95" fmla="*/ 93345 h 491013"/>
                <a:gd name="connsiteX96" fmla="*/ 346234 w 551497"/>
                <a:gd name="connsiteY96" fmla="*/ 95250 h 491013"/>
                <a:gd name="connsiteX97" fmla="*/ 344329 w 551497"/>
                <a:gd name="connsiteY97" fmla="*/ 96202 h 491013"/>
                <a:gd name="connsiteX98" fmla="*/ 344805 w 551497"/>
                <a:gd name="connsiteY98" fmla="*/ 97631 h 491013"/>
                <a:gd name="connsiteX99" fmla="*/ 346234 w 551497"/>
                <a:gd name="connsiteY99" fmla="*/ 99536 h 491013"/>
                <a:gd name="connsiteX100" fmla="*/ 348615 w 551497"/>
                <a:gd name="connsiteY100" fmla="*/ 101917 h 491013"/>
                <a:gd name="connsiteX101" fmla="*/ 348615 w 551497"/>
                <a:gd name="connsiteY101" fmla="*/ 105727 h 491013"/>
                <a:gd name="connsiteX102" fmla="*/ 348615 w 551497"/>
                <a:gd name="connsiteY102" fmla="*/ 108585 h 491013"/>
                <a:gd name="connsiteX103" fmla="*/ 348615 w 551497"/>
                <a:gd name="connsiteY103" fmla="*/ 111442 h 491013"/>
                <a:gd name="connsiteX104" fmla="*/ 347186 w 551497"/>
                <a:gd name="connsiteY104" fmla="*/ 114300 h 491013"/>
                <a:gd name="connsiteX105" fmla="*/ 340519 w 551497"/>
                <a:gd name="connsiteY105" fmla="*/ 116681 h 491013"/>
                <a:gd name="connsiteX106" fmla="*/ 333851 w 551497"/>
                <a:gd name="connsiteY106" fmla="*/ 118110 h 491013"/>
                <a:gd name="connsiteX107" fmla="*/ 325755 w 551497"/>
                <a:gd name="connsiteY107" fmla="*/ 118110 h 491013"/>
                <a:gd name="connsiteX108" fmla="*/ 322422 w 551497"/>
                <a:gd name="connsiteY108" fmla="*/ 117634 h 491013"/>
                <a:gd name="connsiteX109" fmla="*/ 320040 w 551497"/>
                <a:gd name="connsiteY109" fmla="*/ 117157 h 491013"/>
                <a:gd name="connsiteX110" fmla="*/ 311468 w 551497"/>
                <a:gd name="connsiteY110" fmla="*/ 114300 h 491013"/>
                <a:gd name="connsiteX111" fmla="*/ 307657 w 551497"/>
                <a:gd name="connsiteY111" fmla="*/ 115729 h 491013"/>
                <a:gd name="connsiteX112" fmla="*/ 307181 w 551497"/>
                <a:gd name="connsiteY112" fmla="*/ 120015 h 491013"/>
                <a:gd name="connsiteX113" fmla="*/ 313373 w 551497"/>
                <a:gd name="connsiteY113" fmla="*/ 126682 h 491013"/>
                <a:gd name="connsiteX114" fmla="*/ 316230 w 551497"/>
                <a:gd name="connsiteY114" fmla="*/ 130492 h 491013"/>
                <a:gd name="connsiteX115" fmla="*/ 319088 w 551497"/>
                <a:gd name="connsiteY115" fmla="*/ 136684 h 491013"/>
                <a:gd name="connsiteX116" fmla="*/ 321469 w 551497"/>
                <a:gd name="connsiteY116" fmla="*/ 140017 h 491013"/>
                <a:gd name="connsiteX117" fmla="*/ 320516 w 551497"/>
                <a:gd name="connsiteY117" fmla="*/ 142875 h 491013"/>
                <a:gd name="connsiteX118" fmla="*/ 314801 w 551497"/>
                <a:gd name="connsiteY118" fmla="*/ 146209 h 491013"/>
                <a:gd name="connsiteX119" fmla="*/ 309086 w 551497"/>
                <a:gd name="connsiteY119" fmla="*/ 149542 h 491013"/>
                <a:gd name="connsiteX120" fmla="*/ 301466 w 551497"/>
                <a:gd name="connsiteY120" fmla="*/ 150019 h 491013"/>
                <a:gd name="connsiteX121" fmla="*/ 296704 w 551497"/>
                <a:gd name="connsiteY121" fmla="*/ 151447 h 491013"/>
                <a:gd name="connsiteX122" fmla="*/ 294799 w 551497"/>
                <a:gd name="connsiteY122" fmla="*/ 152876 h 491013"/>
                <a:gd name="connsiteX123" fmla="*/ 292894 w 551497"/>
                <a:gd name="connsiteY123" fmla="*/ 160020 h 491013"/>
                <a:gd name="connsiteX124" fmla="*/ 291465 w 551497"/>
                <a:gd name="connsiteY124" fmla="*/ 162877 h 491013"/>
                <a:gd name="connsiteX125" fmla="*/ 291465 w 551497"/>
                <a:gd name="connsiteY125" fmla="*/ 165735 h 491013"/>
                <a:gd name="connsiteX126" fmla="*/ 289560 w 551497"/>
                <a:gd name="connsiteY126" fmla="*/ 169069 h 491013"/>
                <a:gd name="connsiteX127" fmla="*/ 287179 w 551497"/>
                <a:gd name="connsiteY127" fmla="*/ 171450 h 491013"/>
                <a:gd name="connsiteX128" fmla="*/ 285750 w 551497"/>
                <a:gd name="connsiteY128" fmla="*/ 175260 h 491013"/>
                <a:gd name="connsiteX129" fmla="*/ 286226 w 551497"/>
                <a:gd name="connsiteY129" fmla="*/ 181927 h 491013"/>
                <a:gd name="connsiteX130" fmla="*/ 287179 w 551497"/>
                <a:gd name="connsiteY130" fmla="*/ 193834 h 491013"/>
                <a:gd name="connsiteX131" fmla="*/ 283845 w 551497"/>
                <a:gd name="connsiteY131" fmla="*/ 197167 h 491013"/>
                <a:gd name="connsiteX132" fmla="*/ 280511 w 551497"/>
                <a:gd name="connsiteY132" fmla="*/ 200977 h 491013"/>
                <a:gd name="connsiteX133" fmla="*/ 276701 w 551497"/>
                <a:gd name="connsiteY133" fmla="*/ 203835 h 491013"/>
                <a:gd name="connsiteX134" fmla="*/ 272891 w 551497"/>
                <a:gd name="connsiteY134" fmla="*/ 204788 h 491013"/>
                <a:gd name="connsiteX135" fmla="*/ 270034 w 551497"/>
                <a:gd name="connsiteY135" fmla="*/ 204311 h 491013"/>
                <a:gd name="connsiteX136" fmla="*/ 267653 w 551497"/>
                <a:gd name="connsiteY136" fmla="*/ 201930 h 491013"/>
                <a:gd name="connsiteX137" fmla="*/ 266224 w 551497"/>
                <a:gd name="connsiteY137" fmla="*/ 200025 h 491013"/>
                <a:gd name="connsiteX138" fmla="*/ 263843 w 551497"/>
                <a:gd name="connsiteY138" fmla="*/ 198596 h 491013"/>
                <a:gd name="connsiteX139" fmla="*/ 261461 w 551497"/>
                <a:gd name="connsiteY139" fmla="*/ 199072 h 491013"/>
                <a:gd name="connsiteX140" fmla="*/ 258604 w 551497"/>
                <a:gd name="connsiteY140" fmla="*/ 200501 h 491013"/>
                <a:gd name="connsiteX141" fmla="*/ 254318 w 551497"/>
                <a:gd name="connsiteY141" fmla="*/ 200025 h 491013"/>
                <a:gd name="connsiteX142" fmla="*/ 250984 w 551497"/>
                <a:gd name="connsiteY142" fmla="*/ 198596 h 491013"/>
                <a:gd name="connsiteX143" fmla="*/ 249079 w 551497"/>
                <a:gd name="connsiteY143" fmla="*/ 198596 h 491013"/>
                <a:gd name="connsiteX144" fmla="*/ 248126 w 551497"/>
                <a:gd name="connsiteY144" fmla="*/ 200025 h 491013"/>
                <a:gd name="connsiteX145" fmla="*/ 244316 w 551497"/>
                <a:gd name="connsiteY145" fmla="*/ 203359 h 491013"/>
                <a:gd name="connsiteX146" fmla="*/ 234791 w 551497"/>
                <a:gd name="connsiteY146" fmla="*/ 208121 h 491013"/>
                <a:gd name="connsiteX147" fmla="*/ 230981 w 551497"/>
                <a:gd name="connsiteY147" fmla="*/ 208597 h 491013"/>
                <a:gd name="connsiteX148" fmla="*/ 229076 w 551497"/>
                <a:gd name="connsiteY148" fmla="*/ 209550 h 491013"/>
                <a:gd name="connsiteX149" fmla="*/ 230029 w 551497"/>
                <a:gd name="connsiteY149" fmla="*/ 211455 h 491013"/>
                <a:gd name="connsiteX150" fmla="*/ 231457 w 551497"/>
                <a:gd name="connsiteY150" fmla="*/ 213360 h 491013"/>
                <a:gd name="connsiteX151" fmla="*/ 234315 w 551497"/>
                <a:gd name="connsiteY151" fmla="*/ 214313 h 491013"/>
                <a:gd name="connsiteX152" fmla="*/ 234791 w 551497"/>
                <a:gd name="connsiteY152" fmla="*/ 215741 h 491013"/>
                <a:gd name="connsiteX153" fmla="*/ 231934 w 551497"/>
                <a:gd name="connsiteY153" fmla="*/ 216694 h 491013"/>
                <a:gd name="connsiteX154" fmla="*/ 230029 w 551497"/>
                <a:gd name="connsiteY154" fmla="*/ 218122 h 491013"/>
                <a:gd name="connsiteX155" fmla="*/ 224790 w 551497"/>
                <a:gd name="connsiteY155" fmla="*/ 219551 h 491013"/>
                <a:gd name="connsiteX156" fmla="*/ 219075 w 551497"/>
                <a:gd name="connsiteY156" fmla="*/ 220504 h 491013"/>
                <a:gd name="connsiteX157" fmla="*/ 213360 w 551497"/>
                <a:gd name="connsiteY157" fmla="*/ 219551 h 491013"/>
                <a:gd name="connsiteX158" fmla="*/ 210503 w 551497"/>
                <a:gd name="connsiteY158" fmla="*/ 217170 h 491013"/>
                <a:gd name="connsiteX159" fmla="*/ 207169 w 551497"/>
                <a:gd name="connsiteY159" fmla="*/ 217170 h 491013"/>
                <a:gd name="connsiteX160" fmla="*/ 203835 w 551497"/>
                <a:gd name="connsiteY160" fmla="*/ 218599 h 491013"/>
                <a:gd name="connsiteX161" fmla="*/ 200501 w 551497"/>
                <a:gd name="connsiteY161" fmla="*/ 220980 h 491013"/>
                <a:gd name="connsiteX162" fmla="*/ 196691 w 551497"/>
                <a:gd name="connsiteY162" fmla="*/ 226695 h 491013"/>
                <a:gd name="connsiteX163" fmla="*/ 195739 w 551497"/>
                <a:gd name="connsiteY163" fmla="*/ 227647 h 491013"/>
                <a:gd name="connsiteX164" fmla="*/ 194786 w 551497"/>
                <a:gd name="connsiteY164" fmla="*/ 228600 h 491013"/>
                <a:gd name="connsiteX165" fmla="*/ 192405 w 551497"/>
                <a:gd name="connsiteY165" fmla="*/ 229552 h 491013"/>
                <a:gd name="connsiteX166" fmla="*/ 189072 w 551497"/>
                <a:gd name="connsiteY166" fmla="*/ 231457 h 491013"/>
                <a:gd name="connsiteX167" fmla="*/ 187166 w 551497"/>
                <a:gd name="connsiteY167" fmla="*/ 235744 h 491013"/>
                <a:gd name="connsiteX168" fmla="*/ 185261 w 551497"/>
                <a:gd name="connsiteY168" fmla="*/ 242888 h 491013"/>
                <a:gd name="connsiteX169" fmla="*/ 185738 w 551497"/>
                <a:gd name="connsiteY169" fmla="*/ 246697 h 491013"/>
                <a:gd name="connsiteX170" fmla="*/ 185738 w 551497"/>
                <a:gd name="connsiteY170" fmla="*/ 253365 h 491013"/>
                <a:gd name="connsiteX171" fmla="*/ 185261 w 551497"/>
                <a:gd name="connsiteY171" fmla="*/ 258127 h 491013"/>
                <a:gd name="connsiteX172" fmla="*/ 183832 w 551497"/>
                <a:gd name="connsiteY172" fmla="*/ 261461 h 491013"/>
                <a:gd name="connsiteX173" fmla="*/ 183832 w 551497"/>
                <a:gd name="connsiteY173" fmla="*/ 263842 h 491013"/>
                <a:gd name="connsiteX174" fmla="*/ 186214 w 551497"/>
                <a:gd name="connsiteY174" fmla="*/ 266700 h 491013"/>
                <a:gd name="connsiteX175" fmla="*/ 185261 w 551497"/>
                <a:gd name="connsiteY175" fmla="*/ 268129 h 491013"/>
                <a:gd name="connsiteX176" fmla="*/ 183356 w 551497"/>
                <a:gd name="connsiteY176" fmla="*/ 270510 h 491013"/>
                <a:gd name="connsiteX177" fmla="*/ 181451 w 551497"/>
                <a:gd name="connsiteY177" fmla="*/ 271463 h 491013"/>
                <a:gd name="connsiteX178" fmla="*/ 174307 w 551497"/>
                <a:gd name="connsiteY178" fmla="*/ 273367 h 491013"/>
                <a:gd name="connsiteX179" fmla="*/ 164306 w 551497"/>
                <a:gd name="connsiteY179" fmla="*/ 276225 h 491013"/>
                <a:gd name="connsiteX180" fmla="*/ 157639 w 551497"/>
                <a:gd name="connsiteY180" fmla="*/ 278130 h 491013"/>
                <a:gd name="connsiteX181" fmla="*/ 147638 w 551497"/>
                <a:gd name="connsiteY181" fmla="*/ 280988 h 491013"/>
                <a:gd name="connsiteX182" fmla="*/ 144780 w 551497"/>
                <a:gd name="connsiteY182" fmla="*/ 281464 h 491013"/>
                <a:gd name="connsiteX183" fmla="*/ 138589 w 551497"/>
                <a:gd name="connsiteY183" fmla="*/ 281940 h 491013"/>
                <a:gd name="connsiteX184" fmla="*/ 135731 w 551497"/>
                <a:gd name="connsiteY184" fmla="*/ 281464 h 491013"/>
                <a:gd name="connsiteX185" fmla="*/ 131445 w 551497"/>
                <a:gd name="connsiteY185" fmla="*/ 281464 h 491013"/>
                <a:gd name="connsiteX186" fmla="*/ 125254 w 551497"/>
                <a:gd name="connsiteY186" fmla="*/ 281464 h 491013"/>
                <a:gd name="connsiteX187" fmla="*/ 120968 w 551497"/>
                <a:gd name="connsiteY187" fmla="*/ 281940 h 491013"/>
                <a:gd name="connsiteX188" fmla="*/ 116681 w 551497"/>
                <a:gd name="connsiteY188" fmla="*/ 283369 h 491013"/>
                <a:gd name="connsiteX189" fmla="*/ 113348 w 551497"/>
                <a:gd name="connsiteY189" fmla="*/ 285274 h 491013"/>
                <a:gd name="connsiteX190" fmla="*/ 111443 w 551497"/>
                <a:gd name="connsiteY190" fmla="*/ 286702 h 491013"/>
                <a:gd name="connsiteX191" fmla="*/ 110966 w 551497"/>
                <a:gd name="connsiteY191" fmla="*/ 287655 h 491013"/>
                <a:gd name="connsiteX192" fmla="*/ 106680 w 551497"/>
                <a:gd name="connsiteY192" fmla="*/ 286226 h 491013"/>
                <a:gd name="connsiteX193" fmla="*/ 92869 w 551497"/>
                <a:gd name="connsiteY193" fmla="*/ 283845 h 491013"/>
                <a:gd name="connsiteX194" fmla="*/ 55722 w 551497"/>
                <a:gd name="connsiteY194" fmla="*/ 287179 h 491013"/>
                <a:gd name="connsiteX195" fmla="*/ 51911 w 551497"/>
                <a:gd name="connsiteY195" fmla="*/ 286702 h 491013"/>
                <a:gd name="connsiteX196" fmla="*/ 39529 w 551497"/>
                <a:gd name="connsiteY196" fmla="*/ 282416 h 491013"/>
                <a:gd name="connsiteX197" fmla="*/ 23336 w 551497"/>
                <a:gd name="connsiteY197" fmla="*/ 277654 h 491013"/>
                <a:gd name="connsiteX198" fmla="*/ 12859 w 551497"/>
                <a:gd name="connsiteY198" fmla="*/ 274796 h 491013"/>
                <a:gd name="connsiteX199" fmla="*/ 0 w 551497"/>
                <a:gd name="connsiteY199" fmla="*/ 270510 h 491013"/>
                <a:gd name="connsiteX200" fmla="*/ 6668 w 551497"/>
                <a:gd name="connsiteY200" fmla="*/ 277654 h 491013"/>
                <a:gd name="connsiteX201" fmla="*/ 10478 w 551497"/>
                <a:gd name="connsiteY201" fmla="*/ 281940 h 491013"/>
                <a:gd name="connsiteX202" fmla="*/ 16193 w 551497"/>
                <a:gd name="connsiteY202" fmla="*/ 288607 h 491013"/>
                <a:gd name="connsiteX203" fmla="*/ 17145 w 551497"/>
                <a:gd name="connsiteY203" fmla="*/ 290036 h 491013"/>
                <a:gd name="connsiteX204" fmla="*/ 16669 w 551497"/>
                <a:gd name="connsiteY204" fmla="*/ 292417 h 491013"/>
                <a:gd name="connsiteX205" fmla="*/ 22860 w 551497"/>
                <a:gd name="connsiteY205" fmla="*/ 301942 h 491013"/>
                <a:gd name="connsiteX206" fmla="*/ 24765 w 551497"/>
                <a:gd name="connsiteY206" fmla="*/ 306705 h 491013"/>
                <a:gd name="connsiteX207" fmla="*/ 26670 w 551497"/>
                <a:gd name="connsiteY207" fmla="*/ 309563 h 491013"/>
                <a:gd name="connsiteX208" fmla="*/ 30956 w 551497"/>
                <a:gd name="connsiteY208" fmla="*/ 314325 h 491013"/>
                <a:gd name="connsiteX209" fmla="*/ 35719 w 551497"/>
                <a:gd name="connsiteY209" fmla="*/ 318611 h 491013"/>
                <a:gd name="connsiteX210" fmla="*/ 40481 w 551497"/>
                <a:gd name="connsiteY210" fmla="*/ 320516 h 491013"/>
                <a:gd name="connsiteX211" fmla="*/ 43815 w 551497"/>
                <a:gd name="connsiteY211" fmla="*/ 320992 h 491013"/>
                <a:gd name="connsiteX212" fmla="*/ 51435 w 551497"/>
                <a:gd name="connsiteY212" fmla="*/ 323374 h 491013"/>
                <a:gd name="connsiteX213" fmla="*/ 54293 w 551497"/>
                <a:gd name="connsiteY213" fmla="*/ 325279 h 491013"/>
                <a:gd name="connsiteX214" fmla="*/ 58579 w 551497"/>
                <a:gd name="connsiteY214" fmla="*/ 330041 h 491013"/>
                <a:gd name="connsiteX215" fmla="*/ 63818 w 551497"/>
                <a:gd name="connsiteY215" fmla="*/ 329565 h 491013"/>
                <a:gd name="connsiteX216" fmla="*/ 64770 w 551497"/>
                <a:gd name="connsiteY216" fmla="*/ 329565 h 491013"/>
                <a:gd name="connsiteX217" fmla="*/ 65247 w 551497"/>
                <a:gd name="connsiteY217" fmla="*/ 329565 h 491013"/>
                <a:gd name="connsiteX218" fmla="*/ 65247 w 551497"/>
                <a:gd name="connsiteY218" fmla="*/ 330994 h 491013"/>
                <a:gd name="connsiteX219" fmla="*/ 64770 w 551497"/>
                <a:gd name="connsiteY219" fmla="*/ 338614 h 491013"/>
                <a:gd name="connsiteX220" fmla="*/ 66199 w 551497"/>
                <a:gd name="connsiteY220" fmla="*/ 345757 h 491013"/>
                <a:gd name="connsiteX221" fmla="*/ 67151 w 551497"/>
                <a:gd name="connsiteY221" fmla="*/ 356711 h 491013"/>
                <a:gd name="connsiteX222" fmla="*/ 66675 w 551497"/>
                <a:gd name="connsiteY222" fmla="*/ 358616 h 491013"/>
                <a:gd name="connsiteX223" fmla="*/ 65247 w 551497"/>
                <a:gd name="connsiteY223" fmla="*/ 361950 h 491013"/>
                <a:gd name="connsiteX224" fmla="*/ 65247 w 551497"/>
                <a:gd name="connsiteY224" fmla="*/ 363855 h 491013"/>
                <a:gd name="connsiteX225" fmla="*/ 65247 w 551497"/>
                <a:gd name="connsiteY225" fmla="*/ 365284 h 491013"/>
                <a:gd name="connsiteX226" fmla="*/ 65247 w 551497"/>
                <a:gd name="connsiteY226" fmla="*/ 365760 h 491013"/>
                <a:gd name="connsiteX227" fmla="*/ 67151 w 551497"/>
                <a:gd name="connsiteY227" fmla="*/ 366713 h 491013"/>
                <a:gd name="connsiteX228" fmla="*/ 70485 w 551497"/>
                <a:gd name="connsiteY228" fmla="*/ 366713 h 491013"/>
                <a:gd name="connsiteX229" fmla="*/ 79057 w 551497"/>
                <a:gd name="connsiteY229" fmla="*/ 365760 h 491013"/>
                <a:gd name="connsiteX230" fmla="*/ 80010 w 551497"/>
                <a:gd name="connsiteY230" fmla="*/ 365760 h 491013"/>
                <a:gd name="connsiteX231" fmla="*/ 81915 w 551497"/>
                <a:gd name="connsiteY231" fmla="*/ 367189 h 491013"/>
                <a:gd name="connsiteX232" fmla="*/ 83820 w 551497"/>
                <a:gd name="connsiteY232" fmla="*/ 369094 h 491013"/>
                <a:gd name="connsiteX233" fmla="*/ 83820 w 551497"/>
                <a:gd name="connsiteY233" fmla="*/ 370522 h 491013"/>
                <a:gd name="connsiteX234" fmla="*/ 81439 w 551497"/>
                <a:gd name="connsiteY234" fmla="*/ 371951 h 491013"/>
                <a:gd name="connsiteX235" fmla="*/ 81439 w 551497"/>
                <a:gd name="connsiteY235" fmla="*/ 374809 h 491013"/>
                <a:gd name="connsiteX236" fmla="*/ 81915 w 551497"/>
                <a:gd name="connsiteY236" fmla="*/ 379095 h 491013"/>
                <a:gd name="connsiteX237" fmla="*/ 81439 w 551497"/>
                <a:gd name="connsiteY237" fmla="*/ 379571 h 491013"/>
                <a:gd name="connsiteX238" fmla="*/ 79534 w 551497"/>
                <a:gd name="connsiteY238" fmla="*/ 380524 h 491013"/>
                <a:gd name="connsiteX239" fmla="*/ 79057 w 551497"/>
                <a:gd name="connsiteY239" fmla="*/ 386715 h 491013"/>
                <a:gd name="connsiteX240" fmla="*/ 78581 w 551497"/>
                <a:gd name="connsiteY240" fmla="*/ 387667 h 491013"/>
                <a:gd name="connsiteX241" fmla="*/ 76676 w 551497"/>
                <a:gd name="connsiteY241" fmla="*/ 388144 h 491013"/>
                <a:gd name="connsiteX242" fmla="*/ 66199 w 551497"/>
                <a:gd name="connsiteY242" fmla="*/ 387667 h 491013"/>
                <a:gd name="connsiteX243" fmla="*/ 64770 w 551497"/>
                <a:gd name="connsiteY243" fmla="*/ 387667 h 491013"/>
                <a:gd name="connsiteX244" fmla="*/ 60960 w 551497"/>
                <a:gd name="connsiteY244" fmla="*/ 389572 h 491013"/>
                <a:gd name="connsiteX245" fmla="*/ 54293 w 551497"/>
                <a:gd name="connsiteY245" fmla="*/ 390525 h 491013"/>
                <a:gd name="connsiteX246" fmla="*/ 52388 w 551497"/>
                <a:gd name="connsiteY246" fmla="*/ 391477 h 491013"/>
                <a:gd name="connsiteX247" fmla="*/ 50006 w 551497"/>
                <a:gd name="connsiteY247" fmla="*/ 393382 h 491013"/>
                <a:gd name="connsiteX248" fmla="*/ 48101 w 551497"/>
                <a:gd name="connsiteY248" fmla="*/ 395288 h 491013"/>
                <a:gd name="connsiteX249" fmla="*/ 48101 w 551497"/>
                <a:gd name="connsiteY249" fmla="*/ 397669 h 491013"/>
                <a:gd name="connsiteX250" fmla="*/ 47625 w 551497"/>
                <a:gd name="connsiteY250" fmla="*/ 398145 h 491013"/>
                <a:gd name="connsiteX251" fmla="*/ 43815 w 551497"/>
                <a:gd name="connsiteY251" fmla="*/ 397669 h 491013"/>
                <a:gd name="connsiteX252" fmla="*/ 42386 w 551497"/>
                <a:gd name="connsiteY252" fmla="*/ 399574 h 491013"/>
                <a:gd name="connsiteX253" fmla="*/ 34766 w 551497"/>
                <a:gd name="connsiteY253" fmla="*/ 401955 h 491013"/>
                <a:gd name="connsiteX254" fmla="*/ 33814 w 551497"/>
                <a:gd name="connsiteY254" fmla="*/ 402907 h 491013"/>
                <a:gd name="connsiteX255" fmla="*/ 32861 w 551497"/>
                <a:gd name="connsiteY255" fmla="*/ 404813 h 491013"/>
                <a:gd name="connsiteX256" fmla="*/ 31909 w 551497"/>
                <a:gd name="connsiteY256" fmla="*/ 411004 h 491013"/>
                <a:gd name="connsiteX257" fmla="*/ 30956 w 551497"/>
                <a:gd name="connsiteY257" fmla="*/ 416719 h 491013"/>
                <a:gd name="connsiteX258" fmla="*/ 30480 w 551497"/>
                <a:gd name="connsiteY258" fmla="*/ 417195 h 491013"/>
                <a:gd name="connsiteX259" fmla="*/ 28099 w 551497"/>
                <a:gd name="connsiteY259" fmla="*/ 419100 h 491013"/>
                <a:gd name="connsiteX260" fmla="*/ 28099 w 551497"/>
                <a:gd name="connsiteY260" fmla="*/ 419576 h 491013"/>
                <a:gd name="connsiteX261" fmla="*/ 28099 w 551497"/>
                <a:gd name="connsiteY261" fmla="*/ 421957 h 491013"/>
                <a:gd name="connsiteX262" fmla="*/ 27147 w 551497"/>
                <a:gd name="connsiteY262" fmla="*/ 425767 h 491013"/>
                <a:gd name="connsiteX263" fmla="*/ 26194 w 551497"/>
                <a:gd name="connsiteY263" fmla="*/ 436721 h 491013"/>
                <a:gd name="connsiteX264" fmla="*/ 25241 w 551497"/>
                <a:gd name="connsiteY264" fmla="*/ 439579 h 491013"/>
                <a:gd name="connsiteX265" fmla="*/ 24765 w 551497"/>
                <a:gd name="connsiteY265" fmla="*/ 440055 h 491013"/>
                <a:gd name="connsiteX266" fmla="*/ 30480 w 551497"/>
                <a:gd name="connsiteY266" fmla="*/ 441960 h 491013"/>
                <a:gd name="connsiteX267" fmla="*/ 36195 w 551497"/>
                <a:gd name="connsiteY267" fmla="*/ 441960 h 491013"/>
                <a:gd name="connsiteX268" fmla="*/ 42386 w 551497"/>
                <a:gd name="connsiteY268" fmla="*/ 441007 h 491013"/>
                <a:gd name="connsiteX269" fmla="*/ 44768 w 551497"/>
                <a:gd name="connsiteY269" fmla="*/ 439102 h 491013"/>
                <a:gd name="connsiteX270" fmla="*/ 46197 w 551497"/>
                <a:gd name="connsiteY270" fmla="*/ 438626 h 491013"/>
                <a:gd name="connsiteX271" fmla="*/ 47625 w 551497"/>
                <a:gd name="connsiteY271" fmla="*/ 439579 h 491013"/>
                <a:gd name="connsiteX272" fmla="*/ 50006 w 551497"/>
                <a:gd name="connsiteY272" fmla="*/ 441960 h 491013"/>
                <a:gd name="connsiteX273" fmla="*/ 52864 w 551497"/>
                <a:gd name="connsiteY273" fmla="*/ 441484 h 491013"/>
                <a:gd name="connsiteX274" fmla="*/ 54769 w 551497"/>
                <a:gd name="connsiteY274" fmla="*/ 439579 h 491013"/>
                <a:gd name="connsiteX275" fmla="*/ 59055 w 551497"/>
                <a:gd name="connsiteY275" fmla="*/ 437674 h 491013"/>
                <a:gd name="connsiteX276" fmla="*/ 61913 w 551497"/>
                <a:gd name="connsiteY276" fmla="*/ 437197 h 491013"/>
                <a:gd name="connsiteX277" fmla="*/ 73819 w 551497"/>
                <a:gd name="connsiteY277" fmla="*/ 438626 h 491013"/>
                <a:gd name="connsiteX278" fmla="*/ 79057 w 551497"/>
                <a:gd name="connsiteY278" fmla="*/ 437674 h 491013"/>
                <a:gd name="connsiteX279" fmla="*/ 83344 w 551497"/>
                <a:gd name="connsiteY279" fmla="*/ 438626 h 491013"/>
                <a:gd name="connsiteX280" fmla="*/ 90011 w 551497"/>
                <a:gd name="connsiteY280" fmla="*/ 439102 h 491013"/>
                <a:gd name="connsiteX281" fmla="*/ 90488 w 551497"/>
                <a:gd name="connsiteY281" fmla="*/ 436245 h 491013"/>
                <a:gd name="connsiteX282" fmla="*/ 92393 w 551497"/>
                <a:gd name="connsiteY282" fmla="*/ 433864 h 491013"/>
                <a:gd name="connsiteX283" fmla="*/ 98107 w 551497"/>
                <a:gd name="connsiteY283" fmla="*/ 432911 h 491013"/>
                <a:gd name="connsiteX284" fmla="*/ 105251 w 551497"/>
                <a:gd name="connsiteY284" fmla="*/ 434340 h 491013"/>
                <a:gd name="connsiteX285" fmla="*/ 107156 w 551497"/>
                <a:gd name="connsiteY285" fmla="*/ 434340 h 491013"/>
                <a:gd name="connsiteX286" fmla="*/ 109538 w 551497"/>
                <a:gd name="connsiteY286" fmla="*/ 432435 h 491013"/>
                <a:gd name="connsiteX287" fmla="*/ 111919 w 551497"/>
                <a:gd name="connsiteY287" fmla="*/ 433388 h 491013"/>
                <a:gd name="connsiteX288" fmla="*/ 112395 w 551497"/>
                <a:gd name="connsiteY288" fmla="*/ 434816 h 491013"/>
                <a:gd name="connsiteX289" fmla="*/ 125730 w 551497"/>
                <a:gd name="connsiteY289" fmla="*/ 438150 h 491013"/>
                <a:gd name="connsiteX290" fmla="*/ 127635 w 551497"/>
                <a:gd name="connsiteY290" fmla="*/ 439579 h 491013"/>
                <a:gd name="connsiteX291" fmla="*/ 130016 w 551497"/>
                <a:gd name="connsiteY291" fmla="*/ 440055 h 491013"/>
                <a:gd name="connsiteX292" fmla="*/ 133826 w 551497"/>
                <a:gd name="connsiteY292" fmla="*/ 435769 h 491013"/>
                <a:gd name="connsiteX293" fmla="*/ 143351 w 551497"/>
                <a:gd name="connsiteY293" fmla="*/ 435769 h 491013"/>
                <a:gd name="connsiteX294" fmla="*/ 155257 w 551497"/>
                <a:gd name="connsiteY294" fmla="*/ 433388 h 491013"/>
                <a:gd name="connsiteX295" fmla="*/ 164782 w 551497"/>
                <a:gd name="connsiteY295" fmla="*/ 433864 h 491013"/>
                <a:gd name="connsiteX296" fmla="*/ 171450 w 551497"/>
                <a:gd name="connsiteY296" fmla="*/ 431482 h 491013"/>
                <a:gd name="connsiteX297" fmla="*/ 183356 w 551497"/>
                <a:gd name="connsiteY297" fmla="*/ 430054 h 491013"/>
                <a:gd name="connsiteX298" fmla="*/ 186690 w 551497"/>
                <a:gd name="connsiteY298" fmla="*/ 430054 h 491013"/>
                <a:gd name="connsiteX299" fmla="*/ 189072 w 551497"/>
                <a:gd name="connsiteY299" fmla="*/ 430530 h 491013"/>
                <a:gd name="connsiteX300" fmla="*/ 191453 w 551497"/>
                <a:gd name="connsiteY300" fmla="*/ 431006 h 491013"/>
                <a:gd name="connsiteX301" fmla="*/ 189548 w 551497"/>
                <a:gd name="connsiteY301" fmla="*/ 429577 h 491013"/>
                <a:gd name="connsiteX302" fmla="*/ 187643 w 551497"/>
                <a:gd name="connsiteY302" fmla="*/ 428625 h 491013"/>
                <a:gd name="connsiteX303" fmla="*/ 180023 w 551497"/>
                <a:gd name="connsiteY303" fmla="*/ 429101 h 491013"/>
                <a:gd name="connsiteX304" fmla="*/ 180975 w 551497"/>
                <a:gd name="connsiteY304" fmla="*/ 426720 h 491013"/>
                <a:gd name="connsiteX305" fmla="*/ 182880 w 551497"/>
                <a:gd name="connsiteY305" fmla="*/ 425767 h 491013"/>
                <a:gd name="connsiteX306" fmla="*/ 186690 w 551497"/>
                <a:gd name="connsiteY306" fmla="*/ 425291 h 491013"/>
                <a:gd name="connsiteX307" fmla="*/ 190024 w 551497"/>
                <a:gd name="connsiteY307" fmla="*/ 426244 h 491013"/>
                <a:gd name="connsiteX308" fmla="*/ 193834 w 551497"/>
                <a:gd name="connsiteY308" fmla="*/ 429577 h 491013"/>
                <a:gd name="connsiteX309" fmla="*/ 194786 w 551497"/>
                <a:gd name="connsiteY309" fmla="*/ 433388 h 491013"/>
                <a:gd name="connsiteX310" fmla="*/ 199073 w 551497"/>
                <a:gd name="connsiteY310" fmla="*/ 438626 h 491013"/>
                <a:gd name="connsiteX311" fmla="*/ 199549 w 551497"/>
                <a:gd name="connsiteY311" fmla="*/ 442913 h 491013"/>
                <a:gd name="connsiteX312" fmla="*/ 198597 w 551497"/>
                <a:gd name="connsiteY312" fmla="*/ 449104 h 491013"/>
                <a:gd name="connsiteX313" fmla="*/ 199549 w 551497"/>
                <a:gd name="connsiteY313" fmla="*/ 451485 h 491013"/>
                <a:gd name="connsiteX314" fmla="*/ 212884 w 551497"/>
                <a:gd name="connsiteY314" fmla="*/ 454342 h 491013"/>
                <a:gd name="connsiteX315" fmla="*/ 215265 w 551497"/>
                <a:gd name="connsiteY315" fmla="*/ 455295 h 491013"/>
                <a:gd name="connsiteX316" fmla="*/ 219551 w 551497"/>
                <a:gd name="connsiteY316" fmla="*/ 469106 h 491013"/>
                <a:gd name="connsiteX317" fmla="*/ 220028 w 551497"/>
                <a:gd name="connsiteY317" fmla="*/ 472916 h 491013"/>
                <a:gd name="connsiteX318" fmla="*/ 220028 w 551497"/>
                <a:gd name="connsiteY318" fmla="*/ 476250 h 491013"/>
                <a:gd name="connsiteX319" fmla="*/ 221932 w 551497"/>
                <a:gd name="connsiteY319" fmla="*/ 479107 h 491013"/>
                <a:gd name="connsiteX320" fmla="*/ 223838 w 551497"/>
                <a:gd name="connsiteY320" fmla="*/ 480060 h 491013"/>
                <a:gd name="connsiteX321" fmla="*/ 224790 w 551497"/>
                <a:gd name="connsiteY321" fmla="*/ 481013 h 491013"/>
                <a:gd name="connsiteX322" fmla="*/ 225743 w 551497"/>
                <a:gd name="connsiteY322" fmla="*/ 481965 h 491013"/>
                <a:gd name="connsiteX323" fmla="*/ 226695 w 551497"/>
                <a:gd name="connsiteY323" fmla="*/ 484346 h 491013"/>
                <a:gd name="connsiteX324" fmla="*/ 228600 w 551497"/>
                <a:gd name="connsiteY324" fmla="*/ 486727 h 491013"/>
                <a:gd name="connsiteX325" fmla="*/ 231457 w 551497"/>
                <a:gd name="connsiteY325" fmla="*/ 485299 h 491013"/>
                <a:gd name="connsiteX326" fmla="*/ 231457 w 551497"/>
                <a:gd name="connsiteY326" fmla="*/ 487204 h 491013"/>
                <a:gd name="connsiteX327" fmla="*/ 232410 w 551497"/>
                <a:gd name="connsiteY327" fmla="*/ 489109 h 491013"/>
                <a:gd name="connsiteX328" fmla="*/ 237173 w 551497"/>
                <a:gd name="connsiteY328" fmla="*/ 488632 h 491013"/>
                <a:gd name="connsiteX329" fmla="*/ 238601 w 551497"/>
                <a:gd name="connsiteY329" fmla="*/ 485775 h 491013"/>
                <a:gd name="connsiteX330" fmla="*/ 241935 w 551497"/>
                <a:gd name="connsiteY330" fmla="*/ 488632 h 491013"/>
                <a:gd name="connsiteX331" fmla="*/ 243364 w 551497"/>
                <a:gd name="connsiteY331" fmla="*/ 488632 h 491013"/>
                <a:gd name="connsiteX332" fmla="*/ 244793 w 551497"/>
                <a:gd name="connsiteY332" fmla="*/ 487680 h 491013"/>
                <a:gd name="connsiteX333" fmla="*/ 245745 w 551497"/>
                <a:gd name="connsiteY333" fmla="*/ 489109 h 491013"/>
                <a:gd name="connsiteX334" fmla="*/ 247650 w 551497"/>
                <a:gd name="connsiteY334" fmla="*/ 491014 h 491013"/>
                <a:gd name="connsiteX335" fmla="*/ 248603 w 551497"/>
                <a:gd name="connsiteY335" fmla="*/ 489585 h 491013"/>
                <a:gd name="connsiteX336" fmla="*/ 249079 w 551497"/>
                <a:gd name="connsiteY336" fmla="*/ 487680 h 491013"/>
                <a:gd name="connsiteX337" fmla="*/ 251460 w 551497"/>
                <a:gd name="connsiteY337" fmla="*/ 485775 h 491013"/>
                <a:gd name="connsiteX338" fmla="*/ 253365 w 551497"/>
                <a:gd name="connsiteY338" fmla="*/ 484822 h 491013"/>
                <a:gd name="connsiteX339" fmla="*/ 256699 w 551497"/>
                <a:gd name="connsiteY339" fmla="*/ 484346 h 491013"/>
                <a:gd name="connsiteX340" fmla="*/ 260032 w 551497"/>
                <a:gd name="connsiteY340" fmla="*/ 483394 h 491013"/>
                <a:gd name="connsiteX341" fmla="*/ 263366 w 551497"/>
                <a:gd name="connsiteY341" fmla="*/ 483394 h 491013"/>
                <a:gd name="connsiteX342" fmla="*/ 268129 w 551497"/>
                <a:gd name="connsiteY342" fmla="*/ 483870 h 491013"/>
                <a:gd name="connsiteX343" fmla="*/ 268129 w 551497"/>
                <a:gd name="connsiteY343" fmla="*/ 472916 h 491013"/>
                <a:gd name="connsiteX344" fmla="*/ 268605 w 551497"/>
                <a:gd name="connsiteY344" fmla="*/ 471964 h 491013"/>
                <a:gd name="connsiteX345" fmla="*/ 269557 w 551497"/>
                <a:gd name="connsiteY345" fmla="*/ 471488 h 491013"/>
                <a:gd name="connsiteX346" fmla="*/ 270034 w 551497"/>
                <a:gd name="connsiteY346" fmla="*/ 471011 h 491013"/>
                <a:gd name="connsiteX347" fmla="*/ 270510 w 551497"/>
                <a:gd name="connsiteY347" fmla="*/ 471488 h 491013"/>
                <a:gd name="connsiteX348" fmla="*/ 271939 w 551497"/>
                <a:gd name="connsiteY348" fmla="*/ 472916 h 491013"/>
                <a:gd name="connsiteX349" fmla="*/ 272891 w 551497"/>
                <a:gd name="connsiteY349" fmla="*/ 472916 h 491013"/>
                <a:gd name="connsiteX350" fmla="*/ 274320 w 551497"/>
                <a:gd name="connsiteY350" fmla="*/ 471964 h 491013"/>
                <a:gd name="connsiteX351" fmla="*/ 277178 w 551497"/>
                <a:gd name="connsiteY351" fmla="*/ 472916 h 491013"/>
                <a:gd name="connsiteX352" fmla="*/ 279082 w 551497"/>
                <a:gd name="connsiteY352" fmla="*/ 472440 h 491013"/>
                <a:gd name="connsiteX353" fmla="*/ 281464 w 551497"/>
                <a:gd name="connsiteY353" fmla="*/ 472916 h 491013"/>
                <a:gd name="connsiteX354" fmla="*/ 285750 w 551497"/>
                <a:gd name="connsiteY354" fmla="*/ 472916 h 491013"/>
                <a:gd name="connsiteX355" fmla="*/ 292418 w 551497"/>
                <a:gd name="connsiteY355" fmla="*/ 472440 h 491013"/>
                <a:gd name="connsiteX356" fmla="*/ 296704 w 551497"/>
                <a:gd name="connsiteY356" fmla="*/ 472916 h 491013"/>
                <a:gd name="connsiteX357" fmla="*/ 299085 w 551497"/>
                <a:gd name="connsiteY357" fmla="*/ 474345 h 491013"/>
                <a:gd name="connsiteX358" fmla="*/ 301943 w 551497"/>
                <a:gd name="connsiteY358" fmla="*/ 476250 h 491013"/>
                <a:gd name="connsiteX359" fmla="*/ 304800 w 551497"/>
                <a:gd name="connsiteY359" fmla="*/ 476726 h 491013"/>
                <a:gd name="connsiteX360" fmla="*/ 309086 w 551497"/>
                <a:gd name="connsiteY360" fmla="*/ 476250 h 491013"/>
                <a:gd name="connsiteX361" fmla="*/ 312420 w 551497"/>
                <a:gd name="connsiteY361" fmla="*/ 475774 h 491013"/>
                <a:gd name="connsiteX362" fmla="*/ 313849 w 551497"/>
                <a:gd name="connsiteY362" fmla="*/ 473869 h 491013"/>
                <a:gd name="connsiteX363" fmla="*/ 314801 w 551497"/>
                <a:gd name="connsiteY363" fmla="*/ 471964 h 491013"/>
                <a:gd name="connsiteX364" fmla="*/ 321469 w 551497"/>
                <a:gd name="connsiteY364" fmla="*/ 469582 h 491013"/>
                <a:gd name="connsiteX365" fmla="*/ 328136 w 551497"/>
                <a:gd name="connsiteY365" fmla="*/ 467677 h 491013"/>
                <a:gd name="connsiteX366" fmla="*/ 330041 w 551497"/>
                <a:gd name="connsiteY366" fmla="*/ 467677 h 491013"/>
                <a:gd name="connsiteX367" fmla="*/ 330994 w 551497"/>
                <a:gd name="connsiteY367" fmla="*/ 468630 h 491013"/>
                <a:gd name="connsiteX368" fmla="*/ 330518 w 551497"/>
                <a:gd name="connsiteY368" fmla="*/ 470535 h 491013"/>
                <a:gd name="connsiteX369" fmla="*/ 331470 w 551497"/>
                <a:gd name="connsiteY369" fmla="*/ 472440 h 491013"/>
                <a:gd name="connsiteX370" fmla="*/ 333851 w 551497"/>
                <a:gd name="connsiteY370" fmla="*/ 473869 h 491013"/>
                <a:gd name="connsiteX371" fmla="*/ 335756 w 551497"/>
                <a:gd name="connsiteY371" fmla="*/ 473869 h 491013"/>
                <a:gd name="connsiteX372" fmla="*/ 337661 w 551497"/>
                <a:gd name="connsiteY372" fmla="*/ 473869 h 491013"/>
                <a:gd name="connsiteX373" fmla="*/ 339090 w 551497"/>
                <a:gd name="connsiteY373" fmla="*/ 472916 h 491013"/>
                <a:gd name="connsiteX374" fmla="*/ 341948 w 551497"/>
                <a:gd name="connsiteY374" fmla="*/ 470059 h 491013"/>
                <a:gd name="connsiteX375" fmla="*/ 343376 w 551497"/>
                <a:gd name="connsiteY375" fmla="*/ 469582 h 491013"/>
                <a:gd name="connsiteX376" fmla="*/ 344805 w 551497"/>
                <a:gd name="connsiteY376" fmla="*/ 469582 h 491013"/>
                <a:gd name="connsiteX377" fmla="*/ 347186 w 551497"/>
                <a:gd name="connsiteY377" fmla="*/ 468154 h 491013"/>
                <a:gd name="connsiteX378" fmla="*/ 347186 w 551497"/>
                <a:gd name="connsiteY378" fmla="*/ 467201 h 491013"/>
                <a:gd name="connsiteX379" fmla="*/ 345757 w 551497"/>
                <a:gd name="connsiteY379" fmla="*/ 466725 h 491013"/>
                <a:gd name="connsiteX380" fmla="*/ 344805 w 551497"/>
                <a:gd name="connsiteY380" fmla="*/ 464820 h 491013"/>
                <a:gd name="connsiteX381" fmla="*/ 344805 w 551497"/>
                <a:gd name="connsiteY381" fmla="*/ 463867 h 491013"/>
                <a:gd name="connsiteX382" fmla="*/ 344805 w 551497"/>
                <a:gd name="connsiteY382" fmla="*/ 461963 h 491013"/>
                <a:gd name="connsiteX383" fmla="*/ 344805 w 551497"/>
                <a:gd name="connsiteY383" fmla="*/ 460534 h 491013"/>
                <a:gd name="connsiteX384" fmla="*/ 345757 w 551497"/>
                <a:gd name="connsiteY384" fmla="*/ 459105 h 491013"/>
                <a:gd name="connsiteX385" fmla="*/ 347186 w 551497"/>
                <a:gd name="connsiteY385" fmla="*/ 457676 h 491013"/>
                <a:gd name="connsiteX386" fmla="*/ 346234 w 551497"/>
                <a:gd name="connsiteY386" fmla="*/ 455295 h 491013"/>
                <a:gd name="connsiteX387" fmla="*/ 343853 w 551497"/>
                <a:gd name="connsiteY387" fmla="*/ 450532 h 491013"/>
                <a:gd name="connsiteX388" fmla="*/ 341472 w 551497"/>
                <a:gd name="connsiteY388" fmla="*/ 444341 h 491013"/>
                <a:gd name="connsiteX389" fmla="*/ 338614 w 551497"/>
                <a:gd name="connsiteY389" fmla="*/ 439579 h 491013"/>
                <a:gd name="connsiteX390" fmla="*/ 335280 w 551497"/>
                <a:gd name="connsiteY390" fmla="*/ 434816 h 491013"/>
                <a:gd name="connsiteX391" fmla="*/ 333851 w 551497"/>
                <a:gd name="connsiteY391" fmla="*/ 431482 h 491013"/>
                <a:gd name="connsiteX392" fmla="*/ 333851 w 551497"/>
                <a:gd name="connsiteY392" fmla="*/ 424339 h 491013"/>
                <a:gd name="connsiteX393" fmla="*/ 333851 w 551497"/>
                <a:gd name="connsiteY393" fmla="*/ 422910 h 491013"/>
                <a:gd name="connsiteX394" fmla="*/ 332423 w 551497"/>
                <a:gd name="connsiteY394" fmla="*/ 421957 h 491013"/>
                <a:gd name="connsiteX395" fmla="*/ 330994 w 551497"/>
                <a:gd name="connsiteY395" fmla="*/ 421481 h 491013"/>
                <a:gd name="connsiteX396" fmla="*/ 328613 w 551497"/>
                <a:gd name="connsiteY396" fmla="*/ 421957 h 491013"/>
                <a:gd name="connsiteX397" fmla="*/ 326707 w 551497"/>
                <a:gd name="connsiteY397" fmla="*/ 422434 h 491013"/>
                <a:gd name="connsiteX398" fmla="*/ 322422 w 551497"/>
                <a:gd name="connsiteY398" fmla="*/ 421957 h 491013"/>
                <a:gd name="connsiteX399" fmla="*/ 320516 w 551497"/>
                <a:gd name="connsiteY399" fmla="*/ 421481 h 491013"/>
                <a:gd name="connsiteX400" fmla="*/ 314801 w 551497"/>
                <a:gd name="connsiteY400" fmla="*/ 414338 h 491013"/>
                <a:gd name="connsiteX401" fmla="*/ 314325 w 551497"/>
                <a:gd name="connsiteY401" fmla="*/ 411004 h 491013"/>
                <a:gd name="connsiteX402" fmla="*/ 314325 w 551497"/>
                <a:gd name="connsiteY402" fmla="*/ 408146 h 491013"/>
                <a:gd name="connsiteX403" fmla="*/ 316230 w 551497"/>
                <a:gd name="connsiteY403" fmla="*/ 402907 h 491013"/>
                <a:gd name="connsiteX404" fmla="*/ 316706 w 551497"/>
                <a:gd name="connsiteY404" fmla="*/ 398145 h 491013"/>
                <a:gd name="connsiteX405" fmla="*/ 316706 w 551497"/>
                <a:gd name="connsiteY405" fmla="*/ 393859 h 491013"/>
                <a:gd name="connsiteX406" fmla="*/ 316706 w 551497"/>
                <a:gd name="connsiteY406" fmla="*/ 392430 h 491013"/>
                <a:gd name="connsiteX407" fmla="*/ 315278 w 551497"/>
                <a:gd name="connsiteY407" fmla="*/ 391001 h 491013"/>
                <a:gd name="connsiteX408" fmla="*/ 313373 w 551497"/>
                <a:gd name="connsiteY408" fmla="*/ 390049 h 491013"/>
                <a:gd name="connsiteX409" fmla="*/ 308610 w 551497"/>
                <a:gd name="connsiteY409" fmla="*/ 389572 h 491013"/>
                <a:gd name="connsiteX410" fmla="*/ 302419 w 551497"/>
                <a:gd name="connsiteY410" fmla="*/ 388144 h 491013"/>
                <a:gd name="connsiteX411" fmla="*/ 298132 w 551497"/>
                <a:gd name="connsiteY411" fmla="*/ 385763 h 491013"/>
                <a:gd name="connsiteX412" fmla="*/ 294799 w 551497"/>
                <a:gd name="connsiteY412" fmla="*/ 384334 h 491013"/>
                <a:gd name="connsiteX413" fmla="*/ 293847 w 551497"/>
                <a:gd name="connsiteY413" fmla="*/ 382905 h 491013"/>
                <a:gd name="connsiteX414" fmla="*/ 293370 w 551497"/>
                <a:gd name="connsiteY414" fmla="*/ 381952 h 491013"/>
                <a:gd name="connsiteX415" fmla="*/ 294323 w 551497"/>
                <a:gd name="connsiteY415" fmla="*/ 376238 h 491013"/>
                <a:gd name="connsiteX416" fmla="*/ 295751 w 551497"/>
                <a:gd name="connsiteY416" fmla="*/ 370522 h 491013"/>
                <a:gd name="connsiteX417" fmla="*/ 296704 w 551497"/>
                <a:gd name="connsiteY417" fmla="*/ 368617 h 491013"/>
                <a:gd name="connsiteX418" fmla="*/ 298609 w 551497"/>
                <a:gd name="connsiteY418" fmla="*/ 366713 h 491013"/>
                <a:gd name="connsiteX419" fmla="*/ 300038 w 551497"/>
                <a:gd name="connsiteY419" fmla="*/ 365284 h 491013"/>
                <a:gd name="connsiteX420" fmla="*/ 302419 w 551497"/>
                <a:gd name="connsiteY420" fmla="*/ 363379 h 491013"/>
                <a:gd name="connsiteX421" fmla="*/ 308134 w 551497"/>
                <a:gd name="connsiteY421" fmla="*/ 357664 h 491013"/>
                <a:gd name="connsiteX422" fmla="*/ 313373 w 551497"/>
                <a:gd name="connsiteY422" fmla="*/ 349567 h 491013"/>
                <a:gd name="connsiteX423" fmla="*/ 316706 w 551497"/>
                <a:gd name="connsiteY423" fmla="*/ 343852 h 491013"/>
                <a:gd name="connsiteX424" fmla="*/ 318135 w 551497"/>
                <a:gd name="connsiteY424" fmla="*/ 342424 h 491013"/>
                <a:gd name="connsiteX425" fmla="*/ 320040 w 551497"/>
                <a:gd name="connsiteY425" fmla="*/ 340995 h 491013"/>
                <a:gd name="connsiteX426" fmla="*/ 322422 w 551497"/>
                <a:gd name="connsiteY426" fmla="*/ 339090 h 491013"/>
                <a:gd name="connsiteX427" fmla="*/ 325279 w 551497"/>
                <a:gd name="connsiteY427" fmla="*/ 337661 h 491013"/>
                <a:gd name="connsiteX428" fmla="*/ 328136 w 551497"/>
                <a:gd name="connsiteY428" fmla="*/ 337661 h 491013"/>
                <a:gd name="connsiteX429" fmla="*/ 330994 w 551497"/>
                <a:gd name="connsiteY429" fmla="*/ 339090 h 491013"/>
                <a:gd name="connsiteX430" fmla="*/ 332899 w 551497"/>
                <a:gd name="connsiteY430" fmla="*/ 340995 h 491013"/>
                <a:gd name="connsiteX431" fmla="*/ 333851 w 551497"/>
                <a:gd name="connsiteY431" fmla="*/ 344329 h 491013"/>
                <a:gd name="connsiteX432" fmla="*/ 335280 w 551497"/>
                <a:gd name="connsiteY432" fmla="*/ 346710 h 491013"/>
                <a:gd name="connsiteX433" fmla="*/ 336709 w 551497"/>
                <a:gd name="connsiteY433" fmla="*/ 348615 h 491013"/>
                <a:gd name="connsiteX434" fmla="*/ 338614 w 551497"/>
                <a:gd name="connsiteY434" fmla="*/ 349091 h 491013"/>
                <a:gd name="connsiteX435" fmla="*/ 341472 w 551497"/>
                <a:gd name="connsiteY435" fmla="*/ 349091 h 491013"/>
                <a:gd name="connsiteX436" fmla="*/ 351949 w 551497"/>
                <a:gd name="connsiteY436" fmla="*/ 344805 h 491013"/>
                <a:gd name="connsiteX437" fmla="*/ 355282 w 551497"/>
                <a:gd name="connsiteY437" fmla="*/ 343852 h 491013"/>
                <a:gd name="connsiteX438" fmla="*/ 363855 w 551497"/>
                <a:gd name="connsiteY438" fmla="*/ 343376 h 491013"/>
                <a:gd name="connsiteX439" fmla="*/ 370047 w 551497"/>
                <a:gd name="connsiteY439" fmla="*/ 341471 h 491013"/>
                <a:gd name="connsiteX440" fmla="*/ 375285 w 551497"/>
                <a:gd name="connsiteY440" fmla="*/ 340042 h 491013"/>
                <a:gd name="connsiteX441" fmla="*/ 375761 w 551497"/>
                <a:gd name="connsiteY441" fmla="*/ 336709 h 491013"/>
                <a:gd name="connsiteX442" fmla="*/ 377666 w 551497"/>
                <a:gd name="connsiteY442" fmla="*/ 331946 h 491013"/>
                <a:gd name="connsiteX443" fmla="*/ 383857 w 551497"/>
                <a:gd name="connsiteY443" fmla="*/ 325755 h 491013"/>
                <a:gd name="connsiteX444" fmla="*/ 385763 w 551497"/>
                <a:gd name="connsiteY444" fmla="*/ 323374 h 491013"/>
                <a:gd name="connsiteX445" fmla="*/ 387668 w 551497"/>
                <a:gd name="connsiteY445" fmla="*/ 318135 h 491013"/>
                <a:gd name="connsiteX446" fmla="*/ 389573 w 551497"/>
                <a:gd name="connsiteY446" fmla="*/ 312896 h 491013"/>
                <a:gd name="connsiteX447" fmla="*/ 391478 w 551497"/>
                <a:gd name="connsiteY447" fmla="*/ 310991 h 491013"/>
                <a:gd name="connsiteX448" fmla="*/ 401003 w 551497"/>
                <a:gd name="connsiteY448" fmla="*/ 305752 h 491013"/>
                <a:gd name="connsiteX449" fmla="*/ 410528 w 551497"/>
                <a:gd name="connsiteY449" fmla="*/ 300990 h 491013"/>
                <a:gd name="connsiteX450" fmla="*/ 411956 w 551497"/>
                <a:gd name="connsiteY450" fmla="*/ 298609 h 491013"/>
                <a:gd name="connsiteX451" fmla="*/ 418148 w 551497"/>
                <a:gd name="connsiteY451" fmla="*/ 288607 h 491013"/>
                <a:gd name="connsiteX452" fmla="*/ 421481 w 551497"/>
                <a:gd name="connsiteY452" fmla="*/ 281940 h 491013"/>
                <a:gd name="connsiteX453" fmla="*/ 422434 w 551497"/>
                <a:gd name="connsiteY453" fmla="*/ 279559 h 491013"/>
                <a:gd name="connsiteX454" fmla="*/ 424339 w 551497"/>
                <a:gd name="connsiteY454" fmla="*/ 273844 h 491013"/>
                <a:gd name="connsiteX455" fmla="*/ 426720 w 551497"/>
                <a:gd name="connsiteY455" fmla="*/ 267652 h 491013"/>
                <a:gd name="connsiteX456" fmla="*/ 429578 w 551497"/>
                <a:gd name="connsiteY456" fmla="*/ 266224 h 491013"/>
                <a:gd name="connsiteX457" fmla="*/ 436245 w 551497"/>
                <a:gd name="connsiteY457" fmla="*/ 264319 h 491013"/>
                <a:gd name="connsiteX458" fmla="*/ 441007 w 551497"/>
                <a:gd name="connsiteY458" fmla="*/ 261938 h 491013"/>
                <a:gd name="connsiteX459" fmla="*/ 443865 w 551497"/>
                <a:gd name="connsiteY459" fmla="*/ 259556 h 491013"/>
                <a:gd name="connsiteX460" fmla="*/ 445294 w 551497"/>
                <a:gd name="connsiteY460" fmla="*/ 257175 h 491013"/>
                <a:gd name="connsiteX461" fmla="*/ 445294 w 551497"/>
                <a:gd name="connsiteY461" fmla="*/ 254794 h 491013"/>
                <a:gd name="connsiteX462" fmla="*/ 443865 w 551497"/>
                <a:gd name="connsiteY462" fmla="*/ 252413 h 491013"/>
                <a:gd name="connsiteX463" fmla="*/ 443865 w 551497"/>
                <a:gd name="connsiteY463" fmla="*/ 250984 h 491013"/>
                <a:gd name="connsiteX464" fmla="*/ 444341 w 551497"/>
                <a:gd name="connsiteY464" fmla="*/ 249079 h 491013"/>
                <a:gd name="connsiteX465" fmla="*/ 448151 w 551497"/>
                <a:gd name="connsiteY465" fmla="*/ 246221 h 491013"/>
                <a:gd name="connsiteX466" fmla="*/ 454819 w 551497"/>
                <a:gd name="connsiteY466" fmla="*/ 237172 h 491013"/>
                <a:gd name="connsiteX467" fmla="*/ 459105 w 551497"/>
                <a:gd name="connsiteY467" fmla="*/ 232410 h 491013"/>
                <a:gd name="connsiteX468" fmla="*/ 460534 w 551497"/>
                <a:gd name="connsiteY468" fmla="*/ 232410 h 491013"/>
                <a:gd name="connsiteX469" fmla="*/ 464820 w 551497"/>
                <a:gd name="connsiteY469" fmla="*/ 230029 h 491013"/>
                <a:gd name="connsiteX470" fmla="*/ 469106 w 551497"/>
                <a:gd name="connsiteY470" fmla="*/ 227171 h 491013"/>
                <a:gd name="connsiteX471" fmla="*/ 469106 w 551497"/>
                <a:gd name="connsiteY471" fmla="*/ 225742 h 491013"/>
                <a:gd name="connsiteX472" fmla="*/ 468630 w 551497"/>
                <a:gd name="connsiteY472" fmla="*/ 224314 h 491013"/>
                <a:gd name="connsiteX473" fmla="*/ 466249 w 551497"/>
                <a:gd name="connsiteY473" fmla="*/ 223361 h 491013"/>
                <a:gd name="connsiteX474" fmla="*/ 465297 w 551497"/>
                <a:gd name="connsiteY474" fmla="*/ 221456 h 491013"/>
                <a:gd name="connsiteX475" fmla="*/ 465773 w 551497"/>
                <a:gd name="connsiteY475" fmla="*/ 218599 h 491013"/>
                <a:gd name="connsiteX476" fmla="*/ 467678 w 551497"/>
                <a:gd name="connsiteY476" fmla="*/ 210979 h 491013"/>
                <a:gd name="connsiteX477" fmla="*/ 467678 w 551497"/>
                <a:gd name="connsiteY477" fmla="*/ 209074 h 491013"/>
                <a:gd name="connsiteX478" fmla="*/ 464820 w 551497"/>
                <a:gd name="connsiteY478" fmla="*/ 201930 h 491013"/>
                <a:gd name="connsiteX479" fmla="*/ 465773 w 551497"/>
                <a:gd name="connsiteY479" fmla="*/ 200025 h 491013"/>
                <a:gd name="connsiteX480" fmla="*/ 466725 w 551497"/>
                <a:gd name="connsiteY480" fmla="*/ 198120 h 491013"/>
                <a:gd name="connsiteX481" fmla="*/ 469106 w 551497"/>
                <a:gd name="connsiteY481" fmla="*/ 195263 h 491013"/>
                <a:gd name="connsiteX482" fmla="*/ 472916 w 551497"/>
                <a:gd name="connsiteY482" fmla="*/ 193357 h 491013"/>
                <a:gd name="connsiteX483" fmla="*/ 484347 w 551497"/>
                <a:gd name="connsiteY483" fmla="*/ 188119 h 491013"/>
                <a:gd name="connsiteX484" fmla="*/ 486251 w 551497"/>
                <a:gd name="connsiteY484" fmla="*/ 187166 h 491013"/>
                <a:gd name="connsiteX485" fmla="*/ 490538 w 551497"/>
                <a:gd name="connsiteY485" fmla="*/ 186214 h 491013"/>
                <a:gd name="connsiteX486" fmla="*/ 492919 w 551497"/>
                <a:gd name="connsiteY486" fmla="*/ 183356 h 491013"/>
                <a:gd name="connsiteX487" fmla="*/ 492919 w 551497"/>
                <a:gd name="connsiteY487" fmla="*/ 180975 h 491013"/>
                <a:gd name="connsiteX488" fmla="*/ 491966 w 551497"/>
                <a:gd name="connsiteY488" fmla="*/ 179546 h 491013"/>
                <a:gd name="connsiteX489" fmla="*/ 489585 w 551497"/>
                <a:gd name="connsiteY489" fmla="*/ 177165 h 491013"/>
                <a:gd name="connsiteX490" fmla="*/ 485299 w 551497"/>
                <a:gd name="connsiteY490" fmla="*/ 175736 h 491013"/>
                <a:gd name="connsiteX491" fmla="*/ 481489 w 551497"/>
                <a:gd name="connsiteY491" fmla="*/ 173831 h 491013"/>
                <a:gd name="connsiteX492" fmla="*/ 474345 w 551497"/>
                <a:gd name="connsiteY492" fmla="*/ 174307 h 491013"/>
                <a:gd name="connsiteX493" fmla="*/ 471011 w 551497"/>
                <a:gd name="connsiteY493" fmla="*/ 172879 h 491013"/>
                <a:gd name="connsiteX494" fmla="*/ 470059 w 551497"/>
                <a:gd name="connsiteY494" fmla="*/ 171926 h 491013"/>
                <a:gd name="connsiteX495" fmla="*/ 469582 w 551497"/>
                <a:gd name="connsiteY495" fmla="*/ 168592 h 491013"/>
                <a:gd name="connsiteX496" fmla="*/ 470059 w 551497"/>
                <a:gd name="connsiteY496" fmla="*/ 162877 h 491013"/>
                <a:gd name="connsiteX497" fmla="*/ 469106 w 551497"/>
                <a:gd name="connsiteY497" fmla="*/ 162401 h 491013"/>
                <a:gd name="connsiteX498" fmla="*/ 467678 w 551497"/>
                <a:gd name="connsiteY498" fmla="*/ 162877 h 491013"/>
                <a:gd name="connsiteX499" fmla="*/ 464344 w 551497"/>
                <a:gd name="connsiteY499" fmla="*/ 162401 h 491013"/>
                <a:gd name="connsiteX500" fmla="*/ 459581 w 551497"/>
                <a:gd name="connsiteY500" fmla="*/ 162401 h 491013"/>
                <a:gd name="connsiteX501" fmla="*/ 458153 w 551497"/>
                <a:gd name="connsiteY501" fmla="*/ 160972 h 491013"/>
                <a:gd name="connsiteX502" fmla="*/ 459105 w 551497"/>
                <a:gd name="connsiteY502" fmla="*/ 159067 h 491013"/>
                <a:gd name="connsiteX503" fmla="*/ 458629 w 551497"/>
                <a:gd name="connsiteY503" fmla="*/ 156686 h 491013"/>
                <a:gd name="connsiteX504" fmla="*/ 458153 w 551497"/>
                <a:gd name="connsiteY504" fmla="*/ 154305 h 491013"/>
                <a:gd name="connsiteX505" fmla="*/ 457200 w 551497"/>
                <a:gd name="connsiteY505" fmla="*/ 153829 h 491013"/>
                <a:gd name="connsiteX506" fmla="*/ 455295 w 551497"/>
                <a:gd name="connsiteY506" fmla="*/ 152876 h 491013"/>
                <a:gd name="connsiteX507" fmla="*/ 451961 w 551497"/>
                <a:gd name="connsiteY507" fmla="*/ 150971 h 491013"/>
                <a:gd name="connsiteX508" fmla="*/ 449104 w 551497"/>
                <a:gd name="connsiteY508" fmla="*/ 148590 h 491013"/>
                <a:gd name="connsiteX509" fmla="*/ 447675 w 551497"/>
                <a:gd name="connsiteY509" fmla="*/ 146685 h 491013"/>
                <a:gd name="connsiteX510" fmla="*/ 447199 w 551497"/>
                <a:gd name="connsiteY510" fmla="*/ 145256 h 491013"/>
                <a:gd name="connsiteX511" fmla="*/ 447675 w 551497"/>
                <a:gd name="connsiteY511" fmla="*/ 144780 h 491013"/>
                <a:gd name="connsiteX512" fmla="*/ 449580 w 551497"/>
                <a:gd name="connsiteY512" fmla="*/ 142399 h 491013"/>
                <a:gd name="connsiteX513" fmla="*/ 451485 w 551497"/>
                <a:gd name="connsiteY513" fmla="*/ 139541 h 491013"/>
                <a:gd name="connsiteX514" fmla="*/ 452438 w 551497"/>
                <a:gd name="connsiteY514" fmla="*/ 136684 h 491013"/>
                <a:gd name="connsiteX515" fmla="*/ 452914 w 551497"/>
                <a:gd name="connsiteY515" fmla="*/ 134779 h 491013"/>
                <a:gd name="connsiteX516" fmla="*/ 451961 w 551497"/>
                <a:gd name="connsiteY516" fmla="*/ 133350 h 491013"/>
                <a:gd name="connsiteX517" fmla="*/ 450056 w 551497"/>
                <a:gd name="connsiteY517" fmla="*/ 131445 h 491013"/>
                <a:gd name="connsiteX518" fmla="*/ 447675 w 551497"/>
                <a:gd name="connsiteY518" fmla="*/ 130016 h 491013"/>
                <a:gd name="connsiteX519" fmla="*/ 446723 w 551497"/>
                <a:gd name="connsiteY519" fmla="*/ 128588 h 491013"/>
                <a:gd name="connsiteX520" fmla="*/ 446723 w 551497"/>
                <a:gd name="connsiteY520" fmla="*/ 126682 h 491013"/>
                <a:gd name="connsiteX521" fmla="*/ 447675 w 551497"/>
                <a:gd name="connsiteY521" fmla="*/ 124301 h 491013"/>
                <a:gd name="connsiteX522" fmla="*/ 450532 w 551497"/>
                <a:gd name="connsiteY522" fmla="*/ 122396 h 491013"/>
                <a:gd name="connsiteX523" fmla="*/ 454819 w 551497"/>
                <a:gd name="connsiteY523" fmla="*/ 120491 h 491013"/>
                <a:gd name="connsiteX524" fmla="*/ 456248 w 551497"/>
                <a:gd name="connsiteY524" fmla="*/ 118110 h 491013"/>
                <a:gd name="connsiteX525" fmla="*/ 456248 w 551497"/>
                <a:gd name="connsiteY525" fmla="*/ 116681 h 491013"/>
                <a:gd name="connsiteX526" fmla="*/ 454819 w 551497"/>
                <a:gd name="connsiteY526" fmla="*/ 116205 h 491013"/>
                <a:gd name="connsiteX527" fmla="*/ 451485 w 551497"/>
                <a:gd name="connsiteY527" fmla="*/ 115729 h 491013"/>
                <a:gd name="connsiteX528" fmla="*/ 445770 w 551497"/>
                <a:gd name="connsiteY528" fmla="*/ 115252 h 491013"/>
                <a:gd name="connsiteX529" fmla="*/ 444818 w 551497"/>
                <a:gd name="connsiteY529" fmla="*/ 114300 h 491013"/>
                <a:gd name="connsiteX530" fmla="*/ 444341 w 551497"/>
                <a:gd name="connsiteY530" fmla="*/ 113347 h 491013"/>
                <a:gd name="connsiteX531" fmla="*/ 444341 w 551497"/>
                <a:gd name="connsiteY531" fmla="*/ 111919 h 491013"/>
                <a:gd name="connsiteX532" fmla="*/ 445770 w 551497"/>
                <a:gd name="connsiteY532" fmla="*/ 110490 h 491013"/>
                <a:gd name="connsiteX533" fmla="*/ 447199 w 551497"/>
                <a:gd name="connsiteY533" fmla="*/ 109061 h 491013"/>
                <a:gd name="connsiteX534" fmla="*/ 446723 w 551497"/>
                <a:gd name="connsiteY534" fmla="*/ 107156 h 491013"/>
                <a:gd name="connsiteX535" fmla="*/ 445294 w 551497"/>
                <a:gd name="connsiteY535" fmla="*/ 105251 h 491013"/>
                <a:gd name="connsiteX536" fmla="*/ 441007 w 551497"/>
                <a:gd name="connsiteY536" fmla="*/ 103822 h 491013"/>
                <a:gd name="connsiteX537" fmla="*/ 440531 w 551497"/>
                <a:gd name="connsiteY537" fmla="*/ 101917 h 491013"/>
                <a:gd name="connsiteX538" fmla="*/ 441484 w 551497"/>
                <a:gd name="connsiteY538" fmla="*/ 100013 h 491013"/>
                <a:gd name="connsiteX539" fmla="*/ 442436 w 551497"/>
                <a:gd name="connsiteY539" fmla="*/ 97631 h 491013"/>
                <a:gd name="connsiteX540" fmla="*/ 443865 w 551497"/>
                <a:gd name="connsiteY540" fmla="*/ 96202 h 491013"/>
                <a:gd name="connsiteX541" fmla="*/ 446247 w 551497"/>
                <a:gd name="connsiteY541" fmla="*/ 91440 h 491013"/>
                <a:gd name="connsiteX542" fmla="*/ 449580 w 551497"/>
                <a:gd name="connsiteY542" fmla="*/ 90488 h 491013"/>
                <a:gd name="connsiteX543" fmla="*/ 453390 w 551497"/>
                <a:gd name="connsiteY543" fmla="*/ 88582 h 491013"/>
                <a:gd name="connsiteX544" fmla="*/ 457676 w 551497"/>
                <a:gd name="connsiteY544" fmla="*/ 87154 h 491013"/>
                <a:gd name="connsiteX545" fmla="*/ 464820 w 551497"/>
                <a:gd name="connsiteY545" fmla="*/ 88106 h 491013"/>
                <a:gd name="connsiteX546" fmla="*/ 467678 w 551497"/>
                <a:gd name="connsiteY546" fmla="*/ 89059 h 491013"/>
                <a:gd name="connsiteX547" fmla="*/ 474345 w 551497"/>
                <a:gd name="connsiteY547" fmla="*/ 90488 h 491013"/>
                <a:gd name="connsiteX548" fmla="*/ 480060 w 551497"/>
                <a:gd name="connsiteY548" fmla="*/ 91440 h 491013"/>
                <a:gd name="connsiteX549" fmla="*/ 485775 w 551497"/>
                <a:gd name="connsiteY549" fmla="*/ 91916 h 491013"/>
                <a:gd name="connsiteX550" fmla="*/ 488156 w 551497"/>
                <a:gd name="connsiteY550" fmla="*/ 91916 h 491013"/>
                <a:gd name="connsiteX551" fmla="*/ 490538 w 551497"/>
                <a:gd name="connsiteY551" fmla="*/ 93345 h 491013"/>
                <a:gd name="connsiteX552" fmla="*/ 497205 w 551497"/>
                <a:gd name="connsiteY552" fmla="*/ 95726 h 491013"/>
                <a:gd name="connsiteX553" fmla="*/ 502444 w 551497"/>
                <a:gd name="connsiteY553" fmla="*/ 97155 h 491013"/>
                <a:gd name="connsiteX554" fmla="*/ 505778 w 551497"/>
                <a:gd name="connsiteY554" fmla="*/ 97155 h 491013"/>
                <a:gd name="connsiteX555" fmla="*/ 511016 w 551497"/>
                <a:gd name="connsiteY555" fmla="*/ 94774 h 491013"/>
                <a:gd name="connsiteX556" fmla="*/ 513398 w 551497"/>
                <a:gd name="connsiteY556" fmla="*/ 92869 h 491013"/>
                <a:gd name="connsiteX557" fmla="*/ 517207 w 551497"/>
                <a:gd name="connsiteY557" fmla="*/ 90488 h 491013"/>
                <a:gd name="connsiteX558" fmla="*/ 521494 w 551497"/>
                <a:gd name="connsiteY558" fmla="*/ 90964 h 491013"/>
                <a:gd name="connsiteX559" fmla="*/ 531019 w 551497"/>
                <a:gd name="connsiteY559" fmla="*/ 87630 h 491013"/>
                <a:gd name="connsiteX560" fmla="*/ 532924 w 551497"/>
                <a:gd name="connsiteY560" fmla="*/ 88106 h 491013"/>
                <a:gd name="connsiteX561" fmla="*/ 535781 w 551497"/>
                <a:gd name="connsiteY561" fmla="*/ 88106 h 491013"/>
                <a:gd name="connsiteX562" fmla="*/ 539592 w 551497"/>
                <a:gd name="connsiteY562" fmla="*/ 86201 h 491013"/>
                <a:gd name="connsiteX563" fmla="*/ 541020 w 551497"/>
                <a:gd name="connsiteY563" fmla="*/ 83820 h 491013"/>
                <a:gd name="connsiteX564" fmla="*/ 541497 w 551497"/>
                <a:gd name="connsiteY564" fmla="*/ 82867 h 491013"/>
                <a:gd name="connsiteX565" fmla="*/ 542449 w 551497"/>
                <a:gd name="connsiteY565" fmla="*/ 81915 h 491013"/>
                <a:gd name="connsiteX566" fmla="*/ 546259 w 551497"/>
                <a:gd name="connsiteY566" fmla="*/ 80486 h 491013"/>
                <a:gd name="connsiteX567" fmla="*/ 549593 w 551497"/>
                <a:gd name="connsiteY567" fmla="*/ 78581 h 491013"/>
                <a:gd name="connsiteX568" fmla="*/ 550545 w 551497"/>
                <a:gd name="connsiteY568" fmla="*/ 75724 h 491013"/>
                <a:gd name="connsiteX569" fmla="*/ 551498 w 551497"/>
                <a:gd name="connsiteY569" fmla="*/ 73819 h 49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551497" h="491013">
                  <a:moveTo>
                    <a:pt x="550069" y="70485"/>
                  </a:moveTo>
                  <a:lnTo>
                    <a:pt x="549117" y="68580"/>
                  </a:lnTo>
                  <a:lnTo>
                    <a:pt x="547211" y="64770"/>
                  </a:lnTo>
                  <a:lnTo>
                    <a:pt x="545782" y="61436"/>
                  </a:lnTo>
                  <a:lnTo>
                    <a:pt x="543401" y="56197"/>
                  </a:lnTo>
                  <a:lnTo>
                    <a:pt x="541973" y="52864"/>
                  </a:lnTo>
                  <a:lnTo>
                    <a:pt x="540544" y="52388"/>
                  </a:lnTo>
                  <a:lnTo>
                    <a:pt x="537210" y="50006"/>
                  </a:lnTo>
                  <a:lnTo>
                    <a:pt x="534829" y="48577"/>
                  </a:lnTo>
                  <a:lnTo>
                    <a:pt x="534353" y="44291"/>
                  </a:lnTo>
                  <a:lnTo>
                    <a:pt x="532924" y="44767"/>
                  </a:lnTo>
                  <a:lnTo>
                    <a:pt x="528638" y="46196"/>
                  </a:lnTo>
                  <a:lnTo>
                    <a:pt x="524351" y="47149"/>
                  </a:lnTo>
                  <a:lnTo>
                    <a:pt x="521970" y="47149"/>
                  </a:lnTo>
                  <a:lnTo>
                    <a:pt x="520541" y="46196"/>
                  </a:lnTo>
                  <a:lnTo>
                    <a:pt x="519113" y="41910"/>
                  </a:lnTo>
                  <a:lnTo>
                    <a:pt x="518160" y="40481"/>
                  </a:lnTo>
                  <a:lnTo>
                    <a:pt x="516255" y="40005"/>
                  </a:lnTo>
                  <a:lnTo>
                    <a:pt x="513874" y="39052"/>
                  </a:lnTo>
                  <a:lnTo>
                    <a:pt x="512922" y="38100"/>
                  </a:lnTo>
                  <a:lnTo>
                    <a:pt x="512445" y="36671"/>
                  </a:lnTo>
                  <a:lnTo>
                    <a:pt x="513398" y="34766"/>
                  </a:lnTo>
                  <a:lnTo>
                    <a:pt x="514826" y="33338"/>
                  </a:lnTo>
                  <a:lnTo>
                    <a:pt x="514826" y="25241"/>
                  </a:lnTo>
                  <a:lnTo>
                    <a:pt x="513874" y="22384"/>
                  </a:lnTo>
                  <a:lnTo>
                    <a:pt x="513398" y="20002"/>
                  </a:lnTo>
                  <a:lnTo>
                    <a:pt x="511969" y="16669"/>
                  </a:lnTo>
                  <a:lnTo>
                    <a:pt x="510064" y="14764"/>
                  </a:lnTo>
                  <a:lnTo>
                    <a:pt x="508159" y="12859"/>
                  </a:lnTo>
                  <a:lnTo>
                    <a:pt x="504349" y="11430"/>
                  </a:lnTo>
                  <a:lnTo>
                    <a:pt x="501015" y="10477"/>
                  </a:lnTo>
                  <a:lnTo>
                    <a:pt x="497205" y="11906"/>
                  </a:lnTo>
                  <a:lnTo>
                    <a:pt x="496253" y="11430"/>
                  </a:lnTo>
                  <a:lnTo>
                    <a:pt x="494348" y="5715"/>
                  </a:lnTo>
                  <a:lnTo>
                    <a:pt x="493395" y="4763"/>
                  </a:lnTo>
                  <a:lnTo>
                    <a:pt x="486728" y="2381"/>
                  </a:lnTo>
                  <a:lnTo>
                    <a:pt x="483394" y="1905"/>
                  </a:lnTo>
                  <a:lnTo>
                    <a:pt x="480060" y="2381"/>
                  </a:lnTo>
                  <a:lnTo>
                    <a:pt x="477679" y="3334"/>
                  </a:lnTo>
                  <a:lnTo>
                    <a:pt x="476250" y="1905"/>
                  </a:lnTo>
                  <a:lnTo>
                    <a:pt x="473869" y="952"/>
                  </a:lnTo>
                  <a:lnTo>
                    <a:pt x="471011" y="0"/>
                  </a:lnTo>
                  <a:lnTo>
                    <a:pt x="468154" y="0"/>
                  </a:lnTo>
                  <a:lnTo>
                    <a:pt x="466249" y="476"/>
                  </a:lnTo>
                  <a:lnTo>
                    <a:pt x="462439" y="1905"/>
                  </a:lnTo>
                  <a:lnTo>
                    <a:pt x="454343" y="5239"/>
                  </a:lnTo>
                  <a:lnTo>
                    <a:pt x="449104" y="8096"/>
                  </a:lnTo>
                  <a:lnTo>
                    <a:pt x="447675" y="8096"/>
                  </a:lnTo>
                  <a:lnTo>
                    <a:pt x="444341" y="7144"/>
                  </a:lnTo>
                  <a:lnTo>
                    <a:pt x="439579" y="5715"/>
                  </a:lnTo>
                  <a:lnTo>
                    <a:pt x="438626" y="5715"/>
                  </a:lnTo>
                  <a:lnTo>
                    <a:pt x="427673" y="5715"/>
                  </a:lnTo>
                  <a:lnTo>
                    <a:pt x="417672" y="6191"/>
                  </a:lnTo>
                  <a:lnTo>
                    <a:pt x="413385" y="7144"/>
                  </a:lnTo>
                  <a:lnTo>
                    <a:pt x="405765" y="7620"/>
                  </a:lnTo>
                  <a:lnTo>
                    <a:pt x="401003" y="8096"/>
                  </a:lnTo>
                  <a:lnTo>
                    <a:pt x="397669" y="9049"/>
                  </a:lnTo>
                  <a:lnTo>
                    <a:pt x="394335" y="10477"/>
                  </a:lnTo>
                  <a:lnTo>
                    <a:pt x="390525" y="11430"/>
                  </a:lnTo>
                  <a:lnTo>
                    <a:pt x="388144" y="11430"/>
                  </a:lnTo>
                  <a:lnTo>
                    <a:pt x="384810" y="12859"/>
                  </a:lnTo>
                  <a:lnTo>
                    <a:pt x="382905" y="15240"/>
                  </a:lnTo>
                  <a:lnTo>
                    <a:pt x="376714" y="19526"/>
                  </a:lnTo>
                  <a:lnTo>
                    <a:pt x="373380" y="20955"/>
                  </a:lnTo>
                  <a:lnTo>
                    <a:pt x="371951" y="23336"/>
                  </a:lnTo>
                  <a:lnTo>
                    <a:pt x="370047" y="23336"/>
                  </a:lnTo>
                  <a:lnTo>
                    <a:pt x="366713" y="22860"/>
                  </a:lnTo>
                  <a:lnTo>
                    <a:pt x="364331" y="25241"/>
                  </a:lnTo>
                  <a:lnTo>
                    <a:pt x="361474" y="28575"/>
                  </a:lnTo>
                  <a:lnTo>
                    <a:pt x="356235" y="33338"/>
                  </a:lnTo>
                  <a:lnTo>
                    <a:pt x="353378" y="35242"/>
                  </a:lnTo>
                  <a:lnTo>
                    <a:pt x="351949" y="38100"/>
                  </a:lnTo>
                  <a:lnTo>
                    <a:pt x="352901" y="40005"/>
                  </a:lnTo>
                  <a:lnTo>
                    <a:pt x="357188" y="42386"/>
                  </a:lnTo>
                  <a:lnTo>
                    <a:pt x="359093" y="44291"/>
                  </a:lnTo>
                  <a:lnTo>
                    <a:pt x="360045" y="46196"/>
                  </a:lnTo>
                  <a:lnTo>
                    <a:pt x="361950" y="50959"/>
                  </a:lnTo>
                  <a:lnTo>
                    <a:pt x="363379" y="55245"/>
                  </a:lnTo>
                  <a:lnTo>
                    <a:pt x="365284" y="57150"/>
                  </a:lnTo>
                  <a:lnTo>
                    <a:pt x="365760" y="60484"/>
                  </a:lnTo>
                  <a:lnTo>
                    <a:pt x="366236" y="62389"/>
                  </a:lnTo>
                  <a:lnTo>
                    <a:pt x="365284" y="63817"/>
                  </a:lnTo>
                  <a:lnTo>
                    <a:pt x="364331" y="65722"/>
                  </a:lnTo>
                  <a:lnTo>
                    <a:pt x="364331" y="67151"/>
                  </a:lnTo>
                  <a:lnTo>
                    <a:pt x="365284" y="68580"/>
                  </a:lnTo>
                  <a:lnTo>
                    <a:pt x="366236" y="70009"/>
                  </a:lnTo>
                  <a:lnTo>
                    <a:pt x="366713" y="70961"/>
                  </a:lnTo>
                  <a:lnTo>
                    <a:pt x="366236" y="72390"/>
                  </a:lnTo>
                  <a:lnTo>
                    <a:pt x="364331" y="74295"/>
                  </a:lnTo>
                  <a:lnTo>
                    <a:pt x="363379" y="76200"/>
                  </a:lnTo>
                  <a:lnTo>
                    <a:pt x="360998" y="79534"/>
                  </a:lnTo>
                  <a:lnTo>
                    <a:pt x="357664" y="81439"/>
                  </a:lnTo>
                  <a:lnTo>
                    <a:pt x="355759" y="83344"/>
                  </a:lnTo>
                  <a:lnTo>
                    <a:pt x="353378" y="86677"/>
                  </a:lnTo>
                  <a:lnTo>
                    <a:pt x="349568" y="90011"/>
                  </a:lnTo>
                  <a:lnTo>
                    <a:pt x="347663" y="93345"/>
                  </a:lnTo>
                  <a:lnTo>
                    <a:pt x="346234" y="95250"/>
                  </a:lnTo>
                  <a:lnTo>
                    <a:pt x="344329" y="96202"/>
                  </a:lnTo>
                  <a:lnTo>
                    <a:pt x="344805" y="97631"/>
                  </a:lnTo>
                  <a:lnTo>
                    <a:pt x="346234" y="99536"/>
                  </a:lnTo>
                  <a:lnTo>
                    <a:pt x="348615" y="101917"/>
                  </a:lnTo>
                  <a:lnTo>
                    <a:pt x="348615" y="105727"/>
                  </a:lnTo>
                  <a:lnTo>
                    <a:pt x="348615" y="108585"/>
                  </a:lnTo>
                  <a:lnTo>
                    <a:pt x="348615" y="111442"/>
                  </a:lnTo>
                  <a:lnTo>
                    <a:pt x="347186" y="114300"/>
                  </a:lnTo>
                  <a:lnTo>
                    <a:pt x="340519" y="116681"/>
                  </a:lnTo>
                  <a:lnTo>
                    <a:pt x="333851" y="118110"/>
                  </a:lnTo>
                  <a:lnTo>
                    <a:pt x="325755" y="118110"/>
                  </a:lnTo>
                  <a:lnTo>
                    <a:pt x="322422" y="117634"/>
                  </a:lnTo>
                  <a:lnTo>
                    <a:pt x="320040" y="117157"/>
                  </a:lnTo>
                  <a:lnTo>
                    <a:pt x="311468" y="114300"/>
                  </a:lnTo>
                  <a:lnTo>
                    <a:pt x="307657" y="115729"/>
                  </a:lnTo>
                  <a:lnTo>
                    <a:pt x="307181" y="120015"/>
                  </a:lnTo>
                  <a:lnTo>
                    <a:pt x="313373" y="126682"/>
                  </a:lnTo>
                  <a:lnTo>
                    <a:pt x="316230" y="130492"/>
                  </a:lnTo>
                  <a:lnTo>
                    <a:pt x="319088" y="136684"/>
                  </a:lnTo>
                  <a:lnTo>
                    <a:pt x="321469" y="140017"/>
                  </a:lnTo>
                  <a:lnTo>
                    <a:pt x="320516" y="142875"/>
                  </a:lnTo>
                  <a:lnTo>
                    <a:pt x="314801" y="146209"/>
                  </a:lnTo>
                  <a:lnTo>
                    <a:pt x="309086" y="149542"/>
                  </a:lnTo>
                  <a:lnTo>
                    <a:pt x="301466" y="150019"/>
                  </a:lnTo>
                  <a:lnTo>
                    <a:pt x="296704" y="151447"/>
                  </a:lnTo>
                  <a:lnTo>
                    <a:pt x="294799" y="152876"/>
                  </a:lnTo>
                  <a:lnTo>
                    <a:pt x="292894" y="160020"/>
                  </a:lnTo>
                  <a:lnTo>
                    <a:pt x="291465" y="162877"/>
                  </a:lnTo>
                  <a:lnTo>
                    <a:pt x="291465" y="165735"/>
                  </a:lnTo>
                  <a:lnTo>
                    <a:pt x="289560" y="169069"/>
                  </a:lnTo>
                  <a:lnTo>
                    <a:pt x="287179" y="171450"/>
                  </a:lnTo>
                  <a:lnTo>
                    <a:pt x="285750" y="175260"/>
                  </a:lnTo>
                  <a:lnTo>
                    <a:pt x="286226" y="181927"/>
                  </a:lnTo>
                  <a:lnTo>
                    <a:pt x="287179" y="193834"/>
                  </a:lnTo>
                  <a:lnTo>
                    <a:pt x="283845" y="197167"/>
                  </a:lnTo>
                  <a:lnTo>
                    <a:pt x="280511" y="200977"/>
                  </a:lnTo>
                  <a:lnTo>
                    <a:pt x="276701" y="203835"/>
                  </a:lnTo>
                  <a:lnTo>
                    <a:pt x="272891" y="204788"/>
                  </a:lnTo>
                  <a:lnTo>
                    <a:pt x="270034" y="204311"/>
                  </a:lnTo>
                  <a:lnTo>
                    <a:pt x="267653" y="201930"/>
                  </a:lnTo>
                  <a:lnTo>
                    <a:pt x="266224" y="200025"/>
                  </a:lnTo>
                  <a:lnTo>
                    <a:pt x="263843" y="198596"/>
                  </a:lnTo>
                  <a:lnTo>
                    <a:pt x="261461" y="199072"/>
                  </a:lnTo>
                  <a:lnTo>
                    <a:pt x="258604" y="200501"/>
                  </a:lnTo>
                  <a:lnTo>
                    <a:pt x="254318" y="200025"/>
                  </a:lnTo>
                  <a:lnTo>
                    <a:pt x="250984" y="198596"/>
                  </a:lnTo>
                  <a:lnTo>
                    <a:pt x="249079" y="198596"/>
                  </a:lnTo>
                  <a:lnTo>
                    <a:pt x="248126" y="200025"/>
                  </a:lnTo>
                  <a:lnTo>
                    <a:pt x="244316" y="203359"/>
                  </a:lnTo>
                  <a:lnTo>
                    <a:pt x="234791" y="208121"/>
                  </a:lnTo>
                  <a:lnTo>
                    <a:pt x="230981" y="208597"/>
                  </a:lnTo>
                  <a:lnTo>
                    <a:pt x="229076" y="209550"/>
                  </a:lnTo>
                  <a:lnTo>
                    <a:pt x="230029" y="211455"/>
                  </a:lnTo>
                  <a:lnTo>
                    <a:pt x="231457" y="213360"/>
                  </a:lnTo>
                  <a:lnTo>
                    <a:pt x="234315" y="214313"/>
                  </a:lnTo>
                  <a:lnTo>
                    <a:pt x="234791" y="215741"/>
                  </a:lnTo>
                  <a:lnTo>
                    <a:pt x="231934" y="216694"/>
                  </a:lnTo>
                  <a:lnTo>
                    <a:pt x="230029" y="218122"/>
                  </a:lnTo>
                  <a:lnTo>
                    <a:pt x="224790" y="219551"/>
                  </a:lnTo>
                  <a:lnTo>
                    <a:pt x="219075" y="220504"/>
                  </a:lnTo>
                  <a:lnTo>
                    <a:pt x="213360" y="219551"/>
                  </a:lnTo>
                  <a:lnTo>
                    <a:pt x="210503" y="217170"/>
                  </a:lnTo>
                  <a:lnTo>
                    <a:pt x="207169" y="217170"/>
                  </a:lnTo>
                  <a:lnTo>
                    <a:pt x="203835" y="218599"/>
                  </a:lnTo>
                  <a:lnTo>
                    <a:pt x="200501" y="220980"/>
                  </a:lnTo>
                  <a:lnTo>
                    <a:pt x="196691" y="226695"/>
                  </a:lnTo>
                  <a:lnTo>
                    <a:pt x="195739" y="227647"/>
                  </a:lnTo>
                  <a:lnTo>
                    <a:pt x="194786" y="228600"/>
                  </a:lnTo>
                  <a:lnTo>
                    <a:pt x="192405" y="229552"/>
                  </a:lnTo>
                  <a:lnTo>
                    <a:pt x="189072" y="231457"/>
                  </a:lnTo>
                  <a:lnTo>
                    <a:pt x="187166" y="235744"/>
                  </a:lnTo>
                  <a:lnTo>
                    <a:pt x="185261" y="242888"/>
                  </a:lnTo>
                  <a:lnTo>
                    <a:pt x="185738" y="246697"/>
                  </a:lnTo>
                  <a:lnTo>
                    <a:pt x="185738" y="253365"/>
                  </a:lnTo>
                  <a:lnTo>
                    <a:pt x="185261" y="258127"/>
                  </a:lnTo>
                  <a:lnTo>
                    <a:pt x="183832" y="261461"/>
                  </a:lnTo>
                  <a:lnTo>
                    <a:pt x="183832" y="263842"/>
                  </a:lnTo>
                  <a:lnTo>
                    <a:pt x="186214" y="266700"/>
                  </a:lnTo>
                  <a:lnTo>
                    <a:pt x="185261" y="268129"/>
                  </a:lnTo>
                  <a:lnTo>
                    <a:pt x="183356" y="270510"/>
                  </a:lnTo>
                  <a:lnTo>
                    <a:pt x="181451" y="271463"/>
                  </a:lnTo>
                  <a:lnTo>
                    <a:pt x="174307" y="273367"/>
                  </a:lnTo>
                  <a:lnTo>
                    <a:pt x="164306" y="276225"/>
                  </a:lnTo>
                  <a:lnTo>
                    <a:pt x="157639" y="278130"/>
                  </a:lnTo>
                  <a:lnTo>
                    <a:pt x="147638" y="280988"/>
                  </a:lnTo>
                  <a:lnTo>
                    <a:pt x="144780" y="281464"/>
                  </a:lnTo>
                  <a:lnTo>
                    <a:pt x="138589" y="281940"/>
                  </a:lnTo>
                  <a:lnTo>
                    <a:pt x="135731" y="281464"/>
                  </a:lnTo>
                  <a:lnTo>
                    <a:pt x="131445" y="281464"/>
                  </a:lnTo>
                  <a:lnTo>
                    <a:pt x="125254" y="281464"/>
                  </a:lnTo>
                  <a:lnTo>
                    <a:pt x="120968" y="281940"/>
                  </a:lnTo>
                  <a:lnTo>
                    <a:pt x="116681" y="283369"/>
                  </a:lnTo>
                  <a:lnTo>
                    <a:pt x="113348" y="285274"/>
                  </a:lnTo>
                  <a:lnTo>
                    <a:pt x="111443" y="286702"/>
                  </a:lnTo>
                  <a:lnTo>
                    <a:pt x="110966" y="287655"/>
                  </a:lnTo>
                  <a:lnTo>
                    <a:pt x="106680" y="286226"/>
                  </a:lnTo>
                  <a:lnTo>
                    <a:pt x="92869" y="283845"/>
                  </a:lnTo>
                  <a:lnTo>
                    <a:pt x="55722" y="287179"/>
                  </a:lnTo>
                  <a:lnTo>
                    <a:pt x="51911" y="286702"/>
                  </a:lnTo>
                  <a:lnTo>
                    <a:pt x="39529" y="282416"/>
                  </a:lnTo>
                  <a:lnTo>
                    <a:pt x="23336" y="277654"/>
                  </a:lnTo>
                  <a:lnTo>
                    <a:pt x="12859" y="274796"/>
                  </a:lnTo>
                  <a:lnTo>
                    <a:pt x="0" y="270510"/>
                  </a:lnTo>
                  <a:lnTo>
                    <a:pt x="6668" y="277654"/>
                  </a:lnTo>
                  <a:lnTo>
                    <a:pt x="10478" y="281940"/>
                  </a:lnTo>
                  <a:lnTo>
                    <a:pt x="16193" y="288607"/>
                  </a:lnTo>
                  <a:lnTo>
                    <a:pt x="17145" y="290036"/>
                  </a:lnTo>
                  <a:lnTo>
                    <a:pt x="16669" y="292417"/>
                  </a:lnTo>
                  <a:lnTo>
                    <a:pt x="22860" y="301942"/>
                  </a:lnTo>
                  <a:lnTo>
                    <a:pt x="24765" y="306705"/>
                  </a:lnTo>
                  <a:lnTo>
                    <a:pt x="26670" y="309563"/>
                  </a:lnTo>
                  <a:lnTo>
                    <a:pt x="30956" y="314325"/>
                  </a:lnTo>
                  <a:lnTo>
                    <a:pt x="35719" y="318611"/>
                  </a:lnTo>
                  <a:lnTo>
                    <a:pt x="40481" y="320516"/>
                  </a:lnTo>
                  <a:lnTo>
                    <a:pt x="43815" y="320992"/>
                  </a:lnTo>
                  <a:lnTo>
                    <a:pt x="51435" y="323374"/>
                  </a:lnTo>
                  <a:lnTo>
                    <a:pt x="54293" y="325279"/>
                  </a:lnTo>
                  <a:lnTo>
                    <a:pt x="58579" y="330041"/>
                  </a:lnTo>
                  <a:lnTo>
                    <a:pt x="63818" y="329565"/>
                  </a:lnTo>
                  <a:lnTo>
                    <a:pt x="64770" y="329565"/>
                  </a:lnTo>
                  <a:lnTo>
                    <a:pt x="65247" y="329565"/>
                  </a:lnTo>
                  <a:lnTo>
                    <a:pt x="65247" y="330994"/>
                  </a:lnTo>
                  <a:lnTo>
                    <a:pt x="64770" y="338614"/>
                  </a:lnTo>
                  <a:lnTo>
                    <a:pt x="66199" y="345757"/>
                  </a:lnTo>
                  <a:lnTo>
                    <a:pt x="67151" y="356711"/>
                  </a:lnTo>
                  <a:lnTo>
                    <a:pt x="66675" y="358616"/>
                  </a:lnTo>
                  <a:lnTo>
                    <a:pt x="65247" y="361950"/>
                  </a:lnTo>
                  <a:lnTo>
                    <a:pt x="65247" y="363855"/>
                  </a:lnTo>
                  <a:lnTo>
                    <a:pt x="65247" y="365284"/>
                  </a:lnTo>
                  <a:lnTo>
                    <a:pt x="65247" y="365760"/>
                  </a:lnTo>
                  <a:lnTo>
                    <a:pt x="67151" y="366713"/>
                  </a:lnTo>
                  <a:lnTo>
                    <a:pt x="70485" y="366713"/>
                  </a:lnTo>
                  <a:lnTo>
                    <a:pt x="79057" y="365760"/>
                  </a:lnTo>
                  <a:lnTo>
                    <a:pt x="80010" y="365760"/>
                  </a:lnTo>
                  <a:lnTo>
                    <a:pt x="81915" y="367189"/>
                  </a:lnTo>
                  <a:lnTo>
                    <a:pt x="83820" y="369094"/>
                  </a:lnTo>
                  <a:lnTo>
                    <a:pt x="83820" y="370522"/>
                  </a:lnTo>
                  <a:lnTo>
                    <a:pt x="81439" y="371951"/>
                  </a:lnTo>
                  <a:lnTo>
                    <a:pt x="81439" y="374809"/>
                  </a:lnTo>
                  <a:lnTo>
                    <a:pt x="81915" y="379095"/>
                  </a:lnTo>
                  <a:lnTo>
                    <a:pt x="81439" y="379571"/>
                  </a:lnTo>
                  <a:lnTo>
                    <a:pt x="79534" y="380524"/>
                  </a:lnTo>
                  <a:lnTo>
                    <a:pt x="79057" y="386715"/>
                  </a:lnTo>
                  <a:lnTo>
                    <a:pt x="78581" y="387667"/>
                  </a:lnTo>
                  <a:lnTo>
                    <a:pt x="76676" y="388144"/>
                  </a:lnTo>
                  <a:lnTo>
                    <a:pt x="66199" y="387667"/>
                  </a:lnTo>
                  <a:lnTo>
                    <a:pt x="64770" y="387667"/>
                  </a:lnTo>
                  <a:lnTo>
                    <a:pt x="60960" y="389572"/>
                  </a:lnTo>
                  <a:lnTo>
                    <a:pt x="54293" y="390525"/>
                  </a:lnTo>
                  <a:lnTo>
                    <a:pt x="52388" y="391477"/>
                  </a:lnTo>
                  <a:lnTo>
                    <a:pt x="50006" y="393382"/>
                  </a:lnTo>
                  <a:lnTo>
                    <a:pt x="48101" y="395288"/>
                  </a:lnTo>
                  <a:lnTo>
                    <a:pt x="48101" y="397669"/>
                  </a:lnTo>
                  <a:lnTo>
                    <a:pt x="47625" y="398145"/>
                  </a:lnTo>
                  <a:lnTo>
                    <a:pt x="43815" y="397669"/>
                  </a:lnTo>
                  <a:lnTo>
                    <a:pt x="42386" y="399574"/>
                  </a:lnTo>
                  <a:lnTo>
                    <a:pt x="34766" y="401955"/>
                  </a:lnTo>
                  <a:lnTo>
                    <a:pt x="33814" y="402907"/>
                  </a:lnTo>
                  <a:lnTo>
                    <a:pt x="32861" y="404813"/>
                  </a:lnTo>
                  <a:lnTo>
                    <a:pt x="31909" y="411004"/>
                  </a:lnTo>
                  <a:lnTo>
                    <a:pt x="30956" y="416719"/>
                  </a:lnTo>
                  <a:lnTo>
                    <a:pt x="30480" y="417195"/>
                  </a:lnTo>
                  <a:lnTo>
                    <a:pt x="28099" y="419100"/>
                  </a:lnTo>
                  <a:lnTo>
                    <a:pt x="28099" y="419576"/>
                  </a:lnTo>
                  <a:lnTo>
                    <a:pt x="28099" y="421957"/>
                  </a:lnTo>
                  <a:lnTo>
                    <a:pt x="27147" y="425767"/>
                  </a:lnTo>
                  <a:lnTo>
                    <a:pt x="26194" y="436721"/>
                  </a:lnTo>
                  <a:lnTo>
                    <a:pt x="25241" y="439579"/>
                  </a:lnTo>
                  <a:lnTo>
                    <a:pt x="24765" y="440055"/>
                  </a:lnTo>
                  <a:lnTo>
                    <a:pt x="30480" y="441960"/>
                  </a:lnTo>
                  <a:lnTo>
                    <a:pt x="36195" y="441960"/>
                  </a:lnTo>
                  <a:lnTo>
                    <a:pt x="42386" y="441007"/>
                  </a:lnTo>
                  <a:lnTo>
                    <a:pt x="44768" y="439102"/>
                  </a:lnTo>
                  <a:lnTo>
                    <a:pt x="46197" y="438626"/>
                  </a:lnTo>
                  <a:lnTo>
                    <a:pt x="47625" y="439579"/>
                  </a:lnTo>
                  <a:lnTo>
                    <a:pt x="50006" y="441960"/>
                  </a:lnTo>
                  <a:lnTo>
                    <a:pt x="52864" y="441484"/>
                  </a:lnTo>
                  <a:lnTo>
                    <a:pt x="54769" y="439579"/>
                  </a:lnTo>
                  <a:lnTo>
                    <a:pt x="59055" y="437674"/>
                  </a:lnTo>
                  <a:lnTo>
                    <a:pt x="61913" y="437197"/>
                  </a:lnTo>
                  <a:lnTo>
                    <a:pt x="73819" y="438626"/>
                  </a:lnTo>
                  <a:lnTo>
                    <a:pt x="79057" y="437674"/>
                  </a:lnTo>
                  <a:lnTo>
                    <a:pt x="83344" y="438626"/>
                  </a:lnTo>
                  <a:lnTo>
                    <a:pt x="90011" y="439102"/>
                  </a:lnTo>
                  <a:lnTo>
                    <a:pt x="90488" y="436245"/>
                  </a:lnTo>
                  <a:lnTo>
                    <a:pt x="92393" y="433864"/>
                  </a:lnTo>
                  <a:lnTo>
                    <a:pt x="98107" y="432911"/>
                  </a:lnTo>
                  <a:lnTo>
                    <a:pt x="105251" y="434340"/>
                  </a:lnTo>
                  <a:lnTo>
                    <a:pt x="107156" y="434340"/>
                  </a:lnTo>
                  <a:lnTo>
                    <a:pt x="109538" y="432435"/>
                  </a:lnTo>
                  <a:lnTo>
                    <a:pt x="111919" y="433388"/>
                  </a:lnTo>
                  <a:lnTo>
                    <a:pt x="112395" y="434816"/>
                  </a:lnTo>
                  <a:lnTo>
                    <a:pt x="125730" y="438150"/>
                  </a:lnTo>
                  <a:lnTo>
                    <a:pt x="127635" y="439579"/>
                  </a:lnTo>
                  <a:lnTo>
                    <a:pt x="130016" y="440055"/>
                  </a:lnTo>
                  <a:lnTo>
                    <a:pt x="133826" y="435769"/>
                  </a:lnTo>
                  <a:lnTo>
                    <a:pt x="143351" y="435769"/>
                  </a:lnTo>
                  <a:lnTo>
                    <a:pt x="155257" y="433388"/>
                  </a:lnTo>
                  <a:lnTo>
                    <a:pt x="164782" y="433864"/>
                  </a:lnTo>
                  <a:lnTo>
                    <a:pt x="171450" y="431482"/>
                  </a:lnTo>
                  <a:lnTo>
                    <a:pt x="183356" y="430054"/>
                  </a:lnTo>
                  <a:lnTo>
                    <a:pt x="186690" y="430054"/>
                  </a:lnTo>
                  <a:lnTo>
                    <a:pt x="189072" y="430530"/>
                  </a:lnTo>
                  <a:lnTo>
                    <a:pt x="191453" y="431006"/>
                  </a:lnTo>
                  <a:lnTo>
                    <a:pt x="189548" y="429577"/>
                  </a:lnTo>
                  <a:lnTo>
                    <a:pt x="187643" y="428625"/>
                  </a:lnTo>
                  <a:lnTo>
                    <a:pt x="180023" y="429101"/>
                  </a:lnTo>
                  <a:lnTo>
                    <a:pt x="180975" y="426720"/>
                  </a:lnTo>
                  <a:lnTo>
                    <a:pt x="182880" y="425767"/>
                  </a:lnTo>
                  <a:lnTo>
                    <a:pt x="186690" y="425291"/>
                  </a:lnTo>
                  <a:lnTo>
                    <a:pt x="190024" y="426244"/>
                  </a:lnTo>
                  <a:lnTo>
                    <a:pt x="193834" y="429577"/>
                  </a:lnTo>
                  <a:lnTo>
                    <a:pt x="194786" y="433388"/>
                  </a:lnTo>
                  <a:lnTo>
                    <a:pt x="199073" y="438626"/>
                  </a:lnTo>
                  <a:lnTo>
                    <a:pt x="199549" y="442913"/>
                  </a:lnTo>
                  <a:lnTo>
                    <a:pt x="198597" y="449104"/>
                  </a:lnTo>
                  <a:lnTo>
                    <a:pt x="199549" y="451485"/>
                  </a:lnTo>
                  <a:lnTo>
                    <a:pt x="212884" y="454342"/>
                  </a:lnTo>
                  <a:lnTo>
                    <a:pt x="215265" y="455295"/>
                  </a:lnTo>
                  <a:lnTo>
                    <a:pt x="219551" y="469106"/>
                  </a:lnTo>
                  <a:lnTo>
                    <a:pt x="220028" y="472916"/>
                  </a:lnTo>
                  <a:lnTo>
                    <a:pt x="220028" y="476250"/>
                  </a:lnTo>
                  <a:lnTo>
                    <a:pt x="221932" y="479107"/>
                  </a:lnTo>
                  <a:lnTo>
                    <a:pt x="223838" y="480060"/>
                  </a:lnTo>
                  <a:lnTo>
                    <a:pt x="224790" y="481013"/>
                  </a:lnTo>
                  <a:lnTo>
                    <a:pt x="225743" y="481965"/>
                  </a:lnTo>
                  <a:lnTo>
                    <a:pt x="226695" y="484346"/>
                  </a:lnTo>
                  <a:lnTo>
                    <a:pt x="228600" y="486727"/>
                  </a:lnTo>
                  <a:lnTo>
                    <a:pt x="231457" y="485299"/>
                  </a:lnTo>
                  <a:lnTo>
                    <a:pt x="231457" y="487204"/>
                  </a:lnTo>
                  <a:lnTo>
                    <a:pt x="232410" y="489109"/>
                  </a:lnTo>
                  <a:lnTo>
                    <a:pt x="237173" y="488632"/>
                  </a:lnTo>
                  <a:lnTo>
                    <a:pt x="238601" y="485775"/>
                  </a:lnTo>
                  <a:lnTo>
                    <a:pt x="241935" y="488632"/>
                  </a:lnTo>
                  <a:lnTo>
                    <a:pt x="243364" y="488632"/>
                  </a:lnTo>
                  <a:lnTo>
                    <a:pt x="244793" y="487680"/>
                  </a:lnTo>
                  <a:lnTo>
                    <a:pt x="245745" y="489109"/>
                  </a:lnTo>
                  <a:lnTo>
                    <a:pt x="247650" y="491014"/>
                  </a:lnTo>
                  <a:lnTo>
                    <a:pt x="248603" y="489585"/>
                  </a:lnTo>
                  <a:lnTo>
                    <a:pt x="249079" y="487680"/>
                  </a:lnTo>
                  <a:lnTo>
                    <a:pt x="251460" y="485775"/>
                  </a:lnTo>
                  <a:lnTo>
                    <a:pt x="253365" y="484822"/>
                  </a:lnTo>
                  <a:lnTo>
                    <a:pt x="256699" y="484346"/>
                  </a:lnTo>
                  <a:lnTo>
                    <a:pt x="260032" y="483394"/>
                  </a:lnTo>
                  <a:lnTo>
                    <a:pt x="263366" y="483394"/>
                  </a:lnTo>
                  <a:lnTo>
                    <a:pt x="268129" y="483870"/>
                  </a:lnTo>
                  <a:lnTo>
                    <a:pt x="268129" y="472916"/>
                  </a:lnTo>
                  <a:lnTo>
                    <a:pt x="268605" y="471964"/>
                  </a:lnTo>
                  <a:lnTo>
                    <a:pt x="269557" y="471488"/>
                  </a:lnTo>
                  <a:lnTo>
                    <a:pt x="270034" y="471011"/>
                  </a:lnTo>
                  <a:lnTo>
                    <a:pt x="270510" y="471488"/>
                  </a:lnTo>
                  <a:lnTo>
                    <a:pt x="271939" y="472916"/>
                  </a:lnTo>
                  <a:lnTo>
                    <a:pt x="272891" y="472916"/>
                  </a:lnTo>
                  <a:lnTo>
                    <a:pt x="274320" y="471964"/>
                  </a:lnTo>
                  <a:lnTo>
                    <a:pt x="277178" y="472916"/>
                  </a:lnTo>
                  <a:lnTo>
                    <a:pt x="279082" y="472440"/>
                  </a:lnTo>
                  <a:lnTo>
                    <a:pt x="281464" y="472916"/>
                  </a:lnTo>
                  <a:lnTo>
                    <a:pt x="285750" y="472916"/>
                  </a:lnTo>
                  <a:lnTo>
                    <a:pt x="292418" y="472440"/>
                  </a:lnTo>
                  <a:lnTo>
                    <a:pt x="296704" y="472916"/>
                  </a:lnTo>
                  <a:lnTo>
                    <a:pt x="299085" y="474345"/>
                  </a:lnTo>
                  <a:lnTo>
                    <a:pt x="301943" y="476250"/>
                  </a:lnTo>
                  <a:lnTo>
                    <a:pt x="304800" y="476726"/>
                  </a:lnTo>
                  <a:lnTo>
                    <a:pt x="309086" y="476250"/>
                  </a:lnTo>
                  <a:lnTo>
                    <a:pt x="312420" y="475774"/>
                  </a:lnTo>
                  <a:lnTo>
                    <a:pt x="313849" y="473869"/>
                  </a:lnTo>
                  <a:lnTo>
                    <a:pt x="314801" y="471964"/>
                  </a:lnTo>
                  <a:lnTo>
                    <a:pt x="321469" y="469582"/>
                  </a:lnTo>
                  <a:lnTo>
                    <a:pt x="328136" y="467677"/>
                  </a:lnTo>
                  <a:lnTo>
                    <a:pt x="330041" y="467677"/>
                  </a:lnTo>
                  <a:lnTo>
                    <a:pt x="330994" y="468630"/>
                  </a:lnTo>
                  <a:lnTo>
                    <a:pt x="330518" y="470535"/>
                  </a:lnTo>
                  <a:lnTo>
                    <a:pt x="331470" y="472440"/>
                  </a:lnTo>
                  <a:lnTo>
                    <a:pt x="333851" y="473869"/>
                  </a:lnTo>
                  <a:lnTo>
                    <a:pt x="335756" y="473869"/>
                  </a:lnTo>
                  <a:lnTo>
                    <a:pt x="337661" y="473869"/>
                  </a:lnTo>
                  <a:lnTo>
                    <a:pt x="339090" y="472916"/>
                  </a:lnTo>
                  <a:lnTo>
                    <a:pt x="341948" y="470059"/>
                  </a:lnTo>
                  <a:lnTo>
                    <a:pt x="343376" y="469582"/>
                  </a:lnTo>
                  <a:lnTo>
                    <a:pt x="344805" y="469582"/>
                  </a:lnTo>
                  <a:lnTo>
                    <a:pt x="347186" y="468154"/>
                  </a:lnTo>
                  <a:lnTo>
                    <a:pt x="347186" y="467201"/>
                  </a:lnTo>
                  <a:lnTo>
                    <a:pt x="345757" y="466725"/>
                  </a:lnTo>
                  <a:lnTo>
                    <a:pt x="344805" y="464820"/>
                  </a:lnTo>
                  <a:lnTo>
                    <a:pt x="344805" y="463867"/>
                  </a:lnTo>
                  <a:lnTo>
                    <a:pt x="344805" y="461963"/>
                  </a:lnTo>
                  <a:lnTo>
                    <a:pt x="344805" y="460534"/>
                  </a:lnTo>
                  <a:lnTo>
                    <a:pt x="345757" y="459105"/>
                  </a:lnTo>
                  <a:lnTo>
                    <a:pt x="347186" y="457676"/>
                  </a:lnTo>
                  <a:lnTo>
                    <a:pt x="346234" y="455295"/>
                  </a:lnTo>
                  <a:lnTo>
                    <a:pt x="343853" y="450532"/>
                  </a:lnTo>
                  <a:lnTo>
                    <a:pt x="341472" y="444341"/>
                  </a:lnTo>
                  <a:lnTo>
                    <a:pt x="338614" y="439579"/>
                  </a:lnTo>
                  <a:lnTo>
                    <a:pt x="335280" y="434816"/>
                  </a:lnTo>
                  <a:lnTo>
                    <a:pt x="333851" y="431482"/>
                  </a:lnTo>
                  <a:lnTo>
                    <a:pt x="333851" y="424339"/>
                  </a:lnTo>
                  <a:lnTo>
                    <a:pt x="333851" y="422910"/>
                  </a:lnTo>
                  <a:lnTo>
                    <a:pt x="332423" y="421957"/>
                  </a:lnTo>
                  <a:lnTo>
                    <a:pt x="330994" y="421481"/>
                  </a:lnTo>
                  <a:lnTo>
                    <a:pt x="328613" y="421957"/>
                  </a:lnTo>
                  <a:lnTo>
                    <a:pt x="326707" y="422434"/>
                  </a:lnTo>
                  <a:lnTo>
                    <a:pt x="322422" y="421957"/>
                  </a:lnTo>
                  <a:lnTo>
                    <a:pt x="320516" y="421481"/>
                  </a:lnTo>
                  <a:lnTo>
                    <a:pt x="314801" y="414338"/>
                  </a:lnTo>
                  <a:lnTo>
                    <a:pt x="314325" y="411004"/>
                  </a:lnTo>
                  <a:lnTo>
                    <a:pt x="314325" y="408146"/>
                  </a:lnTo>
                  <a:lnTo>
                    <a:pt x="316230" y="402907"/>
                  </a:lnTo>
                  <a:lnTo>
                    <a:pt x="316706" y="398145"/>
                  </a:lnTo>
                  <a:lnTo>
                    <a:pt x="316706" y="393859"/>
                  </a:lnTo>
                  <a:lnTo>
                    <a:pt x="316706" y="392430"/>
                  </a:lnTo>
                  <a:lnTo>
                    <a:pt x="315278" y="391001"/>
                  </a:lnTo>
                  <a:lnTo>
                    <a:pt x="313373" y="390049"/>
                  </a:lnTo>
                  <a:lnTo>
                    <a:pt x="308610" y="389572"/>
                  </a:lnTo>
                  <a:lnTo>
                    <a:pt x="302419" y="388144"/>
                  </a:lnTo>
                  <a:lnTo>
                    <a:pt x="298132" y="385763"/>
                  </a:lnTo>
                  <a:lnTo>
                    <a:pt x="294799" y="384334"/>
                  </a:lnTo>
                  <a:lnTo>
                    <a:pt x="293847" y="382905"/>
                  </a:lnTo>
                  <a:lnTo>
                    <a:pt x="293370" y="381952"/>
                  </a:lnTo>
                  <a:lnTo>
                    <a:pt x="294323" y="376238"/>
                  </a:lnTo>
                  <a:lnTo>
                    <a:pt x="295751" y="370522"/>
                  </a:lnTo>
                  <a:lnTo>
                    <a:pt x="296704" y="368617"/>
                  </a:lnTo>
                  <a:lnTo>
                    <a:pt x="298609" y="366713"/>
                  </a:lnTo>
                  <a:lnTo>
                    <a:pt x="300038" y="365284"/>
                  </a:lnTo>
                  <a:lnTo>
                    <a:pt x="302419" y="363379"/>
                  </a:lnTo>
                  <a:lnTo>
                    <a:pt x="308134" y="357664"/>
                  </a:lnTo>
                  <a:lnTo>
                    <a:pt x="313373" y="349567"/>
                  </a:lnTo>
                  <a:lnTo>
                    <a:pt x="316706" y="343852"/>
                  </a:lnTo>
                  <a:lnTo>
                    <a:pt x="318135" y="342424"/>
                  </a:lnTo>
                  <a:lnTo>
                    <a:pt x="320040" y="340995"/>
                  </a:lnTo>
                  <a:lnTo>
                    <a:pt x="322422" y="339090"/>
                  </a:lnTo>
                  <a:lnTo>
                    <a:pt x="325279" y="337661"/>
                  </a:lnTo>
                  <a:lnTo>
                    <a:pt x="328136" y="337661"/>
                  </a:lnTo>
                  <a:lnTo>
                    <a:pt x="330994" y="339090"/>
                  </a:lnTo>
                  <a:lnTo>
                    <a:pt x="332899" y="340995"/>
                  </a:lnTo>
                  <a:lnTo>
                    <a:pt x="333851" y="344329"/>
                  </a:lnTo>
                  <a:lnTo>
                    <a:pt x="335280" y="346710"/>
                  </a:lnTo>
                  <a:lnTo>
                    <a:pt x="336709" y="348615"/>
                  </a:lnTo>
                  <a:lnTo>
                    <a:pt x="338614" y="349091"/>
                  </a:lnTo>
                  <a:lnTo>
                    <a:pt x="341472" y="349091"/>
                  </a:lnTo>
                  <a:lnTo>
                    <a:pt x="351949" y="344805"/>
                  </a:lnTo>
                  <a:lnTo>
                    <a:pt x="355282" y="343852"/>
                  </a:lnTo>
                  <a:lnTo>
                    <a:pt x="363855" y="343376"/>
                  </a:lnTo>
                  <a:lnTo>
                    <a:pt x="370047" y="341471"/>
                  </a:lnTo>
                  <a:lnTo>
                    <a:pt x="375285" y="340042"/>
                  </a:lnTo>
                  <a:lnTo>
                    <a:pt x="375761" y="336709"/>
                  </a:lnTo>
                  <a:lnTo>
                    <a:pt x="377666" y="331946"/>
                  </a:lnTo>
                  <a:lnTo>
                    <a:pt x="383857" y="325755"/>
                  </a:lnTo>
                  <a:lnTo>
                    <a:pt x="385763" y="323374"/>
                  </a:lnTo>
                  <a:lnTo>
                    <a:pt x="387668" y="318135"/>
                  </a:lnTo>
                  <a:lnTo>
                    <a:pt x="389573" y="312896"/>
                  </a:lnTo>
                  <a:lnTo>
                    <a:pt x="391478" y="310991"/>
                  </a:lnTo>
                  <a:lnTo>
                    <a:pt x="401003" y="305752"/>
                  </a:lnTo>
                  <a:lnTo>
                    <a:pt x="410528" y="300990"/>
                  </a:lnTo>
                  <a:lnTo>
                    <a:pt x="411956" y="298609"/>
                  </a:lnTo>
                  <a:lnTo>
                    <a:pt x="418148" y="288607"/>
                  </a:lnTo>
                  <a:lnTo>
                    <a:pt x="421481" y="281940"/>
                  </a:lnTo>
                  <a:lnTo>
                    <a:pt x="422434" y="279559"/>
                  </a:lnTo>
                  <a:lnTo>
                    <a:pt x="424339" y="273844"/>
                  </a:lnTo>
                  <a:lnTo>
                    <a:pt x="426720" y="267652"/>
                  </a:lnTo>
                  <a:lnTo>
                    <a:pt x="429578" y="266224"/>
                  </a:lnTo>
                  <a:lnTo>
                    <a:pt x="436245" y="264319"/>
                  </a:lnTo>
                  <a:lnTo>
                    <a:pt x="441007" y="261938"/>
                  </a:lnTo>
                  <a:lnTo>
                    <a:pt x="443865" y="259556"/>
                  </a:lnTo>
                  <a:lnTo>
                    <a:pt x="445294" y="257175"/>
                  </a:lnTo>
                  <a:lnTo>
                    <a:pt x="445294" y="254794"/>
                  </a:lnTo>
                  <a:lnTo>
                    <a:pt x="443865" y="252413"/>
                  </a:lnTo>
                  <a:lnTo>
                    <a:pt x="443865" y="250984"/>
                  </a:lnTo>
                  <a:lnTo>
                    <a:pt x="444341" y="249079"/>
                  </a:lnTo>
                  <a:lnTo>
                    <a:pt x="448151" y="246221"/>
                  </a:lnTo>
                  <a:lnTo>
                    <a:pt x="454819" y="237172"/>
                  </a:lnTo>
                  <a:lnTo>
                    <a:pt x="459105" y="232410"/>
                  </a:lnTo>
                  <a:lnTo>
                    <a:pt x="460534" y="232410"/>
                  </a:lnTo>
                  <a:lnTo>
                    <a:pt x="464820" y="230029"/>
                  </a:lnTo>
                  <a:lnTo>
                    <a:pt x="469106" y="227171"/>
                  </a:lnTo>
                  <a:lnTo>
                    <a:pt x="469106" y="225742"/>
                  </a:lnTo>
                  <a:lnTo>
                    <a:pt x="468630" y="224314"/>
                  </a:lnTo>
                  <a:lnTo>
                    <a:pt x="466249" y="223361"/>
                  </a:lnTo>
                  <a:lnTo>
                    <a:pt x="465297" y="221456"/>
                  </a:lnTo>
                  <a:lnTo>
                    <a:pt x="465773" y="218599"/>
                  </a:lnTo>
                  <a:lnTo>
                    <a:pt x="467678" y="210979"/>
                  </a:lnTo>
                  <a:lnTo>
                    <a:pt x="467678" y="209074"/>
                  </a:lnTo>
                  <a:lnTo>
                    <a:pt x="464820" y="201930"/>
                  </a:lnTo>
                  <a:lnTo>
                    <a:pt x="465773" y="200025"/>
                  </a:lnTo>
                  <a:lnTo>
                    <a:pt x="466725" y="198120"/>
                  </a:lnTo>
                  <a:lnTo>
                    <a:pt x="469106" y="195263"/>
                  </a:lnTo>
                  <a:lnTo>
                    <a:pt x="472916" y="193357"/>
                  </a:lnTo>
                  <a:lnTo>
                    <a:pt x="484347" y="188119"/>
                  </a:lnTo>
                  <a:lnTo>
                    <a:pt x="486251" y="187166"/>
                  </a:lnTo>
                  <a:lnTo>
                    <a:pt x="490538" y="186214"/>
                  </a:lnTo>
                  <a:lnTo>
                    <a:pt x="492919" y="183356"/>
                  </a:lnTo>
                  <a:lnTo>
                    <a:pt x="492919" y="180975"/>
                  </a:lnTo>
                  <a:lnTo>
                    <a:pt x="491966" y="179546"/>
                  </a:lnTo>
                  <a:lnTo>
                    <a:pt x="489585" y="177165"/>
                  </a:lnTo>
                  <a:lnTo>
                    <a:pt x="485299" y="175736"/>
                  </a:lnTo>
                  <a:lnTo>
                    <a:pt x="481489" y="173831"/>
                  </a:lnTo>
                  <a:lnTo>
                    <a:pt x="474345" y="174307"/>
                  </a:lnTo>
                  <a:lnTo>
                    <a:pt x="471011" y="172879"/>
                  </a:lnTo>
                  <a:lnTo>
                    <a:pt x="470059" y="171926"/>
                  </a:lnTo>
                  <a:lnTo>
                    <a:pt x="469582" y="168592"/>
                  </a:lnTo>
                  <a:lnTo>
                    <a:pt x="470059" y="162877"/>
                  </a:lnTo>
                  <a:lnTo>
                    <a:pt x="469106" y="162401"/>
                  </a:lnTo>
                  <a:lnTo>
                    <a:pt x="467678" y="162877"/>
                  </a:lnTo>
                  <a:lnTo>
                    <a:pt x="464344" y="162401"/>
                  </a:lnTo>
                  <a:lnTo>
                    <a:pt x="459581" y="162401"/>
                  </a:lnTo>
                  <a:lnTo>
                    <a:pt x="458153" y="160972"/>
                  </a:lnTo>
                  <a:lnTo>
                    <a:pt x="459105" y="159067"/>
                  </a:lnTo>
                  <a:lnTo>
                    <a:pt x="458629" y="156686"/>
                  </a:lnTo>
                  <a:lnTo>
                    <a:pt x="458153" y="154305"/>
                  </a:lnTo>
                  <a:lnTo>
                    <a:pt x="457200" y="153829"/>
                  </a:lnTo>
                  <a:lnTo>
                    <a:pt x="455295" y="152876"/>
                  </a:lnTo>
                  <a:lnTo>
                    <a:pt x="451961" y="150971"/>
                  </a:lnTo>
                  <a:lnTo>
                    <a:pt x="449104" y="148590"/>
                  </a:lnTo>
                  <a:lnTo>
                    <a:pt x="447675" y="146685"/>
                  </a:lnTo>
                  <a:lnTo>
                    <a:pt x="447199" y="145256"/>
                  </a:lnTo>
                  <a:lnTo>
                    <a:pt x="447675" y="144780"/>
                  </a:lnTo>
                  <a:lnTo>
                    <a:pt x="449580" y="142399"/>
                  </a:lnTo>
                  <a:lnTo>
                    <a:pt x="451485" y="139541"/>
                  </a:lnTo>
                  <a:lnTo>
                    <a:pt x="452438" y="136684"/>
                  </a:lnTo>
                  <a:lnTo>
                    <a:pt x="452914" y="134779"/>
                  </a:lnTo>
                  <a:lnTo>
                    <a:pt x="451961" y="133350"/>
                  </a:lnTo>
                  <a:lnTo>
                    <a:pt x="450056" y="131445"/>
                  </a:lnTo>
                  <a:lnTo>
                    <a:pt x="447675" y="130016"/>
                  </a:lnTo>
                  <a:lnTo>
                    <a:pt x="446723" y="128588"/>
                  </a:lnTo>
                  <a:lnTo>
                    <a:pt x="446723" y="126682"/>
                  </a:lnTo>
                  <a:lnTo>
                    <a:pt x="447675" y="124301"/>
                  </a:lnTo>
                  <a:lnTo>
                    <a:pt x="450532" y="122396"/>
                  </a:lnTo>
                  <a:lnTo>
                    <a:pt x="454819" y="120491"/>
                  </a:lnTo>
                  <a:lnTo>
                    <a:pt x="456248" y="118110"/>
                  </a:lnTo>
                  <a:lnTo>
                    <a:pt x="456248" y="116681"/>
                  </a:lnTo>
                  <a:lnTo>
                    <a:pt x="454819" y="116205"/>
                  </a:lnTo>
                  <a:lnTo>
                    <a:pt x="451485" y="115729"/>
                  </a:lnTo>
                  <a:lnTo>
                    <a:pt x="445770" y="115252"/>
                  </a:lnTo>
                  <a:lnTo>
                    <a:pt x="444818" y="114300"/>
                  </a:lnTo>
                  <a:lnTo>
                    <a:pt x="444341" y="113347"/>
                  </a:lnTo>
                  <a:lnTo>
                    <a:pt x="444341" y="111919"/>
                  </a:lnTo>
                  <a:lnTo>
                    <a:pt x="445770" y="110490"/>
                  </a:lnTo>
                  <a:lnTo>
                    <a:pt x="447199" y="109061"/>
                  </a:lnTo>
                  <a:lnTo>
                    <a:pt x="446723" y="107156"/>
                  </a:lnTo>
                  <a:lnTo>
                    <a:pt x="445294" y="105251"/>
                  </a:lnTo>
                  <a:lnTo>
                    <a:pt x="441007" y="103822"/>
                  </a:lnTo>
                  <a:lnTo>
                    <a:pt x="440531" y="101917"/>
                  </a:lnTo>
                  <a:lnTo>
                    <a:pt x="441484" y="100013"/>
                  </a:lnTo>
                  <a:lnTo>
                    <a:pt x="442436" y="97631"/>
                  </a:lnTo>
                  <a:lnTo>
                    <a:pt x="443865" y="96202"/>
                  </a:lnTo>
                  <a:lnTo>
                    <a:pt x="446247" y="91440"/>
                  </a:lnTo>
                  <a:lnTo>
                    <a:pt x="449580" y="90488"/>
                  </a:lnTo>
                  <a:lnTo>
                    <a:pt x="453390" y="88582"/>
                  </a:lnTo>
                  <a:lnTo>
                    <a:pt x="457676" y="87154"/>
                  </a:lnTo>
                  <a:lnTo>
                    <a:pt x="464820" y="88106"/>
                  </a:lnTo>
                  <a:lnTo>
                    <a:pt x="467678" y="89059"/>
                  </a:lnTo>
                  <a:lnTo>
                    <a:pt x="474345" y="90488"/>
                  </a:lnTo>
                  <a:lnTo>
                    <a:pt x="480060" y="91440"/>
                  </a:lnTo>
                  <a:lnTo>
                    <a:pt x="485775" y="91916"/>
                  </a:lnTo>
                  <a:lnTo>
                    <a:pt x="488156" y="91916"/>
                  </a:lnTo>
                  <a:lnTo>
                    <a:pt x="490538" y="93345"/>
                  </a:lnTo>
                  <a:lnTo>
                    <a:pt x="497205" y="95726"/>
                  </a:lnTo>
                  <a:lnTo>
                    <a:pt x="502444" y="97155"/>
                  </a:lnTo>
                  <a:lnTo>
                    <a:pt x="505778" y="97155"/>
                  </a:lnTo>
                  <a:lnTo>
                    <a:pt x="511016" y="94774"/>
                  </a:lnTo>
                  <a:lnTo>
                    <a:pt x="513398" y="92869"/>
                  </a:lnTo>
                  <a:lnTo>
                    <a:pt x="517207" y="90488"/>
                  </a:lnTo>
                  <a:lnTo>
                    <a:pt x="521494" y="90964"/>
                  </a:lnTo>
                  <a:lnTo>
                    <a:pt x="531019" y="87630"/>
                  </a:lnTo>
                  <a:lnTo>
                    <a:pt x="532924" y="88106"/>
                  </a:lnTo>
                  <a:lnTo>
                    <a:pt x="535781" y="88106"/>
                  </a:lnTo>
                  <a:lnTo>
                    <a:pt x="539592" y="86201"/>
                  </a:lnTo>
                  <a:lnTo>
                    <a:pt x="541020" y="83820"/>
                  </a:lnTo>
                  <a:lnTo>
                    <a:pt x="541497" y="82867"/>
                  </a:lnTo>
                  <a:lnTo>
                    <a:pt x="542449" y="81915"/>
                  </a:lnTo>
                  <a:lnTo>
                    <a:pt x="546259" y="80486"/>
                  </a:lnTo>
                  <a:lnTo>
                    <a:pt x="549593" y="78581"/>
                  </a:lnTo>
                  <a:lnTo>
                    <a:pt x="550545" y="75724"/>
                  </a:lnTo>
                  <a:lnTo>
                    <a:pt x="551498" y="73819"/>
                  </a:lnTo>
                  <a:close/>
                </a:path>
              </a:pathLst>
            </a:custGeom>
            <a:grpFill/>
            <a:ln w="317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047080B7-7E42-4B88-9D2E-4B0F4BDC1D31}"/>
                </a:ext>
              </a:extLst>
            </p:cNvPr>
            <p:cNvSpPr/>
            <p:nvPr/>
          </p:nvSpPr>
          <p:spPr>
            <a:xfrm>
              <a:off x="9705975" y="3666171"/>
              <a:ext cx="319564" cy="446722"/>
            </a:xfrm>
            <a:custGeom>
              <a:avLst/>
              <a:gdLst>
                <a:gd name="connsiteX0" fmla="*/ 228123 w 319564"/>
                <a:gd name="connsiteY0" fmla="*/ 307181 h 446722"/>
                <a:gd name="connsiteX1" fmla="*/ 230505 w 319564"/>
                <a:gd name="connsiteY1" fmla="*/ 309086 h 446722"/>
                <a:gd name="connsiteX2" fmla="*/ 236696 w 319564"/>
                <a:gd name="connsiteY2" fmla="*/ 310039 h 446722"/>
                <a:gd name="connsiteX3" fmla="*/ 244792 w 319564"/>
                <a:gd name="connsiteY3" fmla="*/ 309086 h 446722"/>
                <a:gd name="connsiteX4" fmla="*/ 246221 w 319564"/>
                <a:gd name="connsiteY4" fmla="*/ 308134 h 446722"/>
                <a:gd name="connsiteX5" fmla="*/ 248602 w 319564"/>
                <a:gd name="connsiteY5" fmla="*/ 304800 h 446722"/>
                <a:gd name="connsiteX6" fmla="*/ 249555 w 319564"/>
                <a:gd name="connsiteY6" fmla="*/ 304800 h 446722"/>
                <a:gd name="connsiteX7" fmla="*/ 252413 w 319564"/>
                <a:gd name="connsiteY7" fmla="*/ 304800 h 446722"/>
                <a:gd name="connsiteX8" fmla="*/ 252889 w 319564"/>
                <a:gd name="connsiteY8" fmla="*/ 303371 h 446722"/>
                <a:gd name="connsiteX9" fmla="*/ 252413 w 319564"/>
                <a:gd name="connsiteY9" fmla="*/ 301943 h 446722"/>
                <a:gd name="connsiteX10" fmla="*/ 251460 w 319564"/>
                <a:gd name="connsiteY10" fmla="*/ 300038 h 446722"/>
                <a:gd name="connsiteX11" fmla="*/ 252413 w 319564"/>
                <a:gd name="connsiteY11" fmla="*/ 294799 h 446722"/>
                <a:gd name="connsiteX12" fmla="*/ 249555 w 319564"/>
                <a:gd name="connsiteY12" fmla="*/ 293370 h 446722"/>
                <a:gd name="connsiteX13" fmla="*/ 246698 w 319564"/>
                <a:gd name="connsiteY13" fmla="*/ 291465 h 446722"/>
                <a:gd name="connsiteX14" fmla="*/ 245745 w 319564"/>
                <a:gd name="connsiteY14" fmla="*/ 291465 h 446722"/>
                <a:gd name="connsiteX15" fmla="*/ 244792 w 319564"/>
                <a:gd name="connsiteY15" fmla="*/ 290989 h 446722"/>
                <a:gd name="connsiteX16" fmla="*/ 244316 w 319564"/>
                <a:gd name="connsiteY16" fmla="*/ 290513 h 446722"/>
                <a:gd name="connsiteX17" fmla="*/ 238602 w 319564"/>
                <a:gd name="connsiteY17" fmla="*/ 291465 h 446722"/>
                <a:gd name="connsiteX18" fmla="*/ 235744 w 319564"/>
                <a:gd name="connsiteY18" fmla="*/ 293846 h 446722"/>
                <a:gd name="connsiteX19" fmla="*/ 234791 w 319564"/>
                <a:gd name="connsiteY19" fmla="*/ 295751 h 446722"/>
                <a:gd name="connsiteX20" fmla="*/ 229552 w 319564"/>
                <a:gd name="connsiteY20" fmla="*/ 298609 h 446722"/>
                <a:gd name="connsiteX21" fmla="*/ 228123 w 319564"/>
                <a:gd name="connsiteY21" fmla="*/ 300038 h 446722"/>
                <a:gd name="connsiteX22" fmla="*/ 226695 w 319564"/>
                <a:gd name="connsiteY22" fmla="*/ 301943 h 446722"/>
                <a:gd name="connsiteX23" fmla="*/ 227171 w 319564"/>
                <a:gd name="connsiteY23" fmla="*/ 303847 h 446722"/>
                <a:gd name="connsiteX24" fmla="*/ 228123 w 319564"/>
                <a:gd name="connsiteY24" fmla="*/ 307181 h 446722"/>
                <a:gd name="connsiteX25" fmla="*/ 183356 w 319564"/>
                <a:gd name="connsiteY25" fmla="*/ 313372 h 446722"/>
                <a:gd name="connsiteX26" fmla="*/ 184785 w 319564"/>
                <a:gd name="connsiteY26" fmla="*/ 314801 h 446722"/>
                <a:gd name="connsiteX27" fmla="*/ 186690 w 319564"/>
                <a:gd name="connsiteY27" fmla="*/ 315754 h 446722"/>
                <a:gd name="connsiteX28" fmla="*/ 190500 w 319564"/>
                <a:gd name="connsiteY28" fmla="*/ 317183 h 446722"/>
                <a:gd name="connsiteX29" fmla="*/ 193834 w 319564"/>
                <a:gd name="connsiteY29" fmla="*/ 319088 h 446722"/>
                <a:gd name="connsiteX30" fmla="*/ 196691 w 319564"/>
                <a:gd name="connsiteY30" fmla="*/ 326231 h 446722"/>
                <a:gd name="connsiteX31" fmla="*/ 198120 w 319564"/>
                <a:gd name="connsiteY31" fmla="*/ 327660 h 446722"/>
                <a:gd name="connsiteX32" fmla="*/ 200502 w 319564"/>
                <a:gd name="connsiteY32" fmla="*/ 327660 h 446722"/>
                <a:gd name="connsiteX33" fmla="*/ 202883 w 319564"/>
                <a:gd name="connsiteY33" fmla="*/ 327184 h 446722"/>
                <a:gd name="connsiteX34" fmla="*/ 204788 w 319564"/>
                <a:gd name="connsiteY34" fmla="*/ 326231 h 446722"/>
                <a:gd name="connsiteX35" fmla="*/ 206216 w 319564"/>
                <a:gd name="connsiteY35" fmla="*/ 325279 h 446722"/>
                <a:gd name="connsiteX36" fmla="*/ 208598 w 319564"/>
                <a:gd name="connsiteY36" fmla="*/ 321945 h 446722"/>
                <a:gd name="connsiteX37" fmla="*/ 209550 w 319564"/>
                <a:gd name="connsiteY37" fmla="*/ 320040 h 446722"/>
                <a:gd name="connsiteX38" fmla="*/ 209550 w 319564"/>
                <a:gd name="connsiteY38" fmla="*/ 318611 h 446722"/>
                <a:gd name="connsiteX39" fmla="*/ 209073 w 319564"/>
                <a:gd name="connsiteY39" fmla="*/ 317183 h 446722"/>
                <a:gd name="connsiteX40" fmla="*/ 203835 w 319564"/>
                <a:gd name="connsiteY40" fmla="*/ 308610 h 446722"/>
                <a:gd name="connsiteX41" fmla="*/ 203835 w 319564"/>
                <a:gd name="connsiteY41" fmla="*/ 306705 h 446722"/>
                <a:gd name="connsiteX42" fmla="*/ 204311 w 319564"/>
                <a:gd name="connsiteY42" fmla="*/ 304800 h 446722"/>
                <a:gd name="connsiteX43" fmla="*/ 204311 w 319564"/>
                <a:gd name="connsiteY43" fmla="*/ 299561 h 446722"/>
                <a:gd name="connsiteX44" fmla="*/ 205264 w 319564"/>
                <a:gd name="connsiteY44" fmla="*/ 297180 h 446722"/>
                <a:gd name="connsiteX45" fmla="*/ 208121 w 319564"/>
                <a:gd name="connsiteY45" fmla="*/ 292894 h 446722"/>
                <a:gd name="connsiteX46" fmla="*/ 209073 w 319564"/>
                <a:gd name="connsiteY46" fmla="*/ 290513 h 446722"/>
                <a:gd name="connsiteX47" fmla="*/ 210502 w 319564"/>
                <a:gd name="connsiteY47" fmla="*/ 283845 h 446722"/>
                <a:gd name="connsiteX48" fmla="*/ 212884 w 319564"/>
                <a:gd name="connsiteY48" fmla="*/ 279083 h 446722"/>
                <a:gd name="connsiteX49" fmla="*/ 215741 w 319564"/>
                <a:gd name="connsiteY49" fmla="*/ 274796 h 446722"/>
                <a:gd name="connsiteX50" fmla="*/ 216694 w 319564"/>
                <a:gd name="connsiteY50" fmla="*/ 271939 h 446722"/>
                <a:gd name="connsiteX51" fmla="*/ 218123 w 319564"/>
                <a:gd name="connsiteY51" fmla="*/ 268129 h 446722"/>
                <a:gd name="connsiteX52" fmla="*/ 218123 w 319564"/>
                <a:gd name="connsiteY52" fmla="*/ 266700 h 446722"/>
                <a:gd name="connsiteX53" fmla="*/ 216217 w 319564"/>
                <a:gd name="connsiteY53" fmla="*/ 262890 h 446722"/>
                <a:gd name="connsiteX54" fmla="*/ 207645 w 319564"/>
                <a:gd name="connsiteY54" fmla="*/ 260509 h 446722"/>
                <a:gd name="connsiteX55" fmla="*/ 206692 w 319564"/>
                <a:gd name="connsiteY55" fmla="*/ 260509 h 446722"/>
                <a:gd name="connsiteX56" fmla="*/ 200025 w 319564"/>
                <a:gd name="connsiteY56" fmla="*/ 262890 h 446722"/>
                <a:gd name="connsiteX57" fmla="*/ 198596 w 319564"/>
                <a:gd name="connsiteY57" fmla="*/ 263843 h 446722"/>
                <a:gd name="connsiteX58" fmla="*/ 198120 w 319564"/>
                <a:gd name="connsiteY58" fmla="*/ 265747 h 446722"/>
                <a:gd name="connsiteX59" fmla="*/ 198120 w 319564"/>
                <a:gd name="connsiteY59" fmla="*/ 268129 h 446722"/>
                <a:gd name="connsiteX60" fmla="*/ 197644 w 319564"/>
                <a:gd name="connsiteY60" fmla="*/ 270510 h 446722"/>
                <a:gd name="connsiteX61" fmla="*/ 195739 w 319564"/>
                <a:gd name="connsiteY61" fmla="*/ 273844 h 446722"/>
                <a:gd name="connsiteX62" fmla="*/ 193834 w 319564"/>
                <a:gd name="connsiteY62" fmla="*/ 275272 h 446722"/>
                <a:gd name="connsiteX63" fmla="*/ 192405 w 319564"/>
                <a:gd name="connsiteY63" fmla="*/ 277178 h 446722"/>
                <a:gd name="connsiteX64" fmla="*/ 193834 w 319564"/>
                <a:gd name="connsiteY64" fmla="*/ 280988 h 446722"/>
                <a:gd name="connsiteX65" fmla="*/ 194310 w 319564"/>
                <a:gd name="connsiteY65" fmla="*/ 284797 h 446722"/>
                <a:gd name="connsiteX66" fmla="*/ 194310 w 319564"/>
                <a:gd name="connsiteY66" fmla="*/ 290036 h 446722"/>
                <a:gd name="connsiteX67" fmla="*/ 193834 w 319564"/>
                <a:gd name="connsiteY67" fmla="*/ 291465 h 446722"/>
                <a:gd name="connsiteX68" fmla="*/ 189071 w 319564"/>
                <a:gd name="connsiteY68" fmla="*/ 294799 h 446722"/>
                <a:gd name="connsiteX69" fmla="*/ 186690 w 319564"/>
                <a:gd name="connsiteY69" fmla="*/ 295275 h 446722"/>
                <a:gd name="connsiteX70" fmla="*/ 182404 w 319564"/>
                <a:gd name="connsiteY70" fmla="*/ 295275 h 446722"/>
                <a:gd name="connsiteX71" fmla="*/ 180498 w 319564"/>
                <a:gd name="connsiteY71" fmla="*/ 295751 h 446722"/>
                <a:gd name="connsiteX72" fmla="*/ 179070 w 319564"/>
                <a:gd name="connsiteY72" fmla="*/ 298133 h 446722"/>
                <a:gd name="connsiteX73" fmla="*/ 178117 w 319564"/>
                <a:gd name="connsiteY73" fmla="*/ 300514 h 446722"/>
                <a:gd name="connsiteX74" fmla="*/ 178594 w 319564"/>
                <a:gd name="connsiteY74" fmla="*/ 304800 h 446722"/>
                <a:gd name="connsiteX75" fmla="*/ 183356 w 319564"/>
                <a:gd name="connsiteY75" fmla="*/ 313372 h 446722"/>
                <a:gd name="connsiteX76" fmla="*/ 243364 w 319564"/>
                <a:gd name="connsiteY76" fmla="*/ 214313 h 446722"/>
                <a:gd name="connsiteX77" fmla="*/ 245269 w 319564"/>
                <a:gd name="connsiteY77" fmla="*/ 219551 h 446722"/>
                <a:gd name="connsiteX78" fmla="*/ 247173 w 319564"/>
                <a:gd name="connsiteY78" fmla="*/ 222885 h 446722"/>
                <a:gd name="connsiteX79" fmla="*/ 250031 w 319564"/>
                <a:gd name="connsiteY79" fmla="*/ 225266 h 446722"/>
                <a:gd name="connsiteX80" fmla="*/ 251460 w 319564"/>
                <a:gd name="connsiteY80" fmla="*/ 226219 h 446722"/>
                <a:gd name="connsiteX81" fmla="*/ 254794 w 319564"/>
                <a:gd name="connsiteY81" fmla="*/ 227171 h 446722"/>
                <a:gd name="connsiteX82" fmla="*/ 257175 w 319564"/>
                <a:gd name="connsiteY82" fmla="*/ 230029 h 446722"/>
                <a:gd name="connsiteX83" fmla="*/ 258604 w 319564"/>
                <a:gd name="connsiteY83" fmla="*/ 231458 h 446722"/>
                <a:gd name="connsiteX84" fmla="*/ 259556 w 319564"/>
                <a:gd name="connsiteY84" fmla="*/ 232886 h 446722"/>
                <a:gd name="connsiteX85" fmla="*/ 261938 w 319564"/>
                <a:gd name="connsiteY85" fmla="*/ 235268 h 446722"/>
                <a:gd name="connsiteX86" fmla="*/ 263842 w 319564"/>
                <a:gd name="connsiteY86" fmla="*/ 235744 h 446722"/>
                <a:gd name="connsiteX87" fmla="*/ 265748 w 319564"/>
                <a:gd name="connsiteY87" fmla="*/ 235268 h 446722"/>
                <a:gd name="connsiteX88" fmla="*/ 265748 w 319564"/>
                <a:gd name="connsiteY88" fmla="*/ 237172 h 446722"/>
                <a:gd name="connsiteX89" fmla="*/ 265271 w 319564"/>
                <a:gd name="connsiteY89" fmla="*/ 239554 h 446722"/>
                <a:gd name="connsiteX90" fmla="*/ 263366 w 319564"/>
                <a:gd name="connsiteY90" fmla="*/ 242411 h 446722"/>
                <a:gd name="connsiteX91" fmla="*/ 264319 w 319564"/>
                <a:gd name="connsiteY91" fmla="*/ 245269 h 446722"/>
                <a:gd name="connsiteX92" fmla="*/ 267177 w 319564"/>
                <a:gd name="connsiteY92" fmla="*/ 250031 h 446722"/>
                <a:gd name="connsiteX93" fmla="*/ 269081 w 319564"/>
                <a:gd name="connsiteY93" fmla="*/ 251936 h 446722"/>
                <a:gd name="connsiteX94" fmla="*/ 271463 w 319564"/>
                <a:gd name="connsiteY94" fmla="*/ 252413 h 446722"/>
                <a:gd name="connsiteX95" fmla="*/ 274320 w 319564"/>
                <a:gd name="connsiteY95" fmla="*/ 256699 h 446722"/>
                <a:gd name="connsiteX96" fmla="*/ 277177 w 319564"/>
                <a:gd name="connsiteY96" fmla="*/ 256699 h 446722"/>
                <a:gd name="connsiteX97" fmla="*/ 281464 w 319564"/>
                <a:gd name="connsiteY97" fmla="*/ 257651 h 446722"/>
                <a:gd name="connsiteX98" fmla="*/ 288131 w 319564"/>
                <a:gd name="connsiteY98" fmla="*/ 257175 h 446722"/>
                <a:gd name="connsiteX99" fmla="*/ 289560 w 319564"/>
                <a:gd name="connsiteY99" fmla="*/ 257651 h 446722"/>
                <a:gd name="connsiteX100" fmla="*/ 291465 w 319564"/>
                <a:gd name="connsiteY100" fmla="*/ 260033 h 446722"/>
                <a:gd name="connsiteX101" fmla="*/ 291941 w 319564"/>
                <a:gd name="connsiteY101" fmla="*/ 259080 h 446722"/>
                <a:gd name="connsiteX102" fmla="*/ 290513 w 319564"/>
                <a:gd name="connsiteY102" fmla="*/ 255746 h 446722"/>
                <a:gd name="connsiteX103" fmla="*/ 288131 w 319564"/>
                <a:gd name="connsiteY103" fmla="*/ 253365 h 446722"/>
                <a:gd name="connsiteX104" fmla="*/ 286227 w 319564"/>
                <a:gd name="connsiteY104" fmla="*/ 253365 h 446722"/>
                <a:gd name="connsiteX105" fmla="*/ 286702 w 319564"/>
                <a:gd name="connsiteY105" fmla="*/ 251936 h 446722"/>
                <a:gd name="connsiteX106" fmla="*/ 287655 w 319564"/>
                <a:gd name="connsiteY106" fmla="*/ 250508 h 446722"/>
                <a:gd name="connsiteX107" fmla="*/ 287179 w 319564"/>
                <a:gd name="connsiteY107" fmla="*/ 248603 h 446722"/>
                <a:gd name="connsiteX108" fmla="*/ 284321 w 319564"/>
                <a:gd name="connsiteY108" fmla="*/ 242888 h 446722"/>
                <a:gd name="connsiteX109" fmla="*/ 283845 w 319564"/>
                <a:gd name="connsiteY109" fmla="*/ 240983 h 446722"/>
                <a:gd name="connsiteX110" fmla="*/ 284321 w 319564"/>
                <a:gd name="connsiteY110" fmla="*/ 239078 h 446722"/>
                <a:gd name="connsiteX111" fmla="*/ 284321 w 319564"/>
                <a:gd name="connsiteY111" fmla="*/ 237172 h 446722"/>
                <a:gd name="connsiteX112" fmla="*/ 283369 w 319564"/>
                <a:gd name="connsiteY112" fmla="*/ 235268 h 446722"/>
                <a:gd name="connsiteX113" fmla="*/ 282892 w 319564"/>
                <a:gd name="connsiteY113" fmla="*/ 229076 h 446722"/>
                <a:gd name="connsiteX114" fmla="*/ 284798 w 319564"/>
                <a:gd name="connsiteY114" fmla="*/ 225743 h 446722"/>
                <a:gd name="connsiteX115" fmla="*/ 284321 w 319564"/>
                <a:gd name="connsiteY115" fmla="*/ 222885 h 446722"/>
                <a:gd name="connsiteX116" fmla="*/ 285273 w 319564"/>
                <a:gd name="connsiteY116" fmla="*/ 220980 h 446722"/>
                <a:gd name="connsiteX117" fmla="*/ 283369 w 319564"/>
                <a:gd name="connsiteY117" fmla="*/ 219075 h 446722"/>
                <a:gd name="connsiteX118" fmla="*/ 280988 w 319564"/>
                <a:gd name="connsiteY118" fmla="*/ 218122 h 446722"/>
                <a:gd name="connsiteX119" fmla="*/ 279083 w 319564"/>
                <a:gd name="connsiteY119" fmla="*/ 217646 h 446722"/>
                <a:gd name="connsiteX120" fmla="*/ 278130 w 319564"/>
                <a:gd name="connsiteY120" fmla="*/ 216694 h 446722"/>
                <a:gd name="connsiteX121" fmla="*/ 278606 w 319564"/>
                <a:gd name="connsiteY121" fmla="*/ 214313 h 446722"/>
                <a:gd name="connsiteX122" fmla="*/ 278130 w 319564"/>
                <a:gd name="connsiteY122" fmla="*/ 212408 h 446722"/>
                <a:gd name="connsiteX123" fmla="*/ 275748 w 319564"/>
                <a:gd name="connsiteY123" fmla="*/ 209550 h 446722"/>
                <a:gd name="connsiteX124" fmla="*/ 272891 w 319564"/>
                <a:gd name="connsiteY124" fmla="*/ 208121 h 446722"/>
                <a:gd name="connsiteX125" fmla="*/ 262414 w 319564"/>
                <a:gd name="connsiteY125" fmla="*/ 209550 h 446722"/>
                <a:gd name="connsiteX126" fmla="*/ 252889 w 319564"/>
                <a:gd name="connsiteY126" fmla="*/ 210026 h 446722"/>
                <a:gd name="connsiteX127" fmla="*/ 243840 w 319564"/>
                <a:gd name="connsiteY127" fmla="*/ 208597 h 446722"/>
                <a:gd name="connsiteX128" fmla="*/ 243364 w 319564"/>
                <a:gd name="connsiteY128" fmla="*/ 214313 h 446722"/>
                <a:gd name="connsiteX129" fmla="*/ 270034 w 319564"/>
                <a:gd name="connsiteY129" fmla="*/ 288608 h 446722"/>
                <a:gd name="connsiteX130" fmla="*/ 271463 w 319564"/>
                <a:gd name="connsiteY130" fmla="*/ 289560 h 446722"/>
                <a:gd name="connsiteX131" fmla="*/ 271463 w 319564"/>
                <a:gd name="connsiteY131" fmla="*/ 288131 h 446722"/>
                <a:gd name="connsiteX132" fmla="*/ 271939 w 319564"/>
                <a:gd name="connsiteY132" fmla="*/ 286703 h 446722"/>
                <a:gd name="connsiteX133" fmla="*/ 275273 w 319564"/>
                <a:gd name="connsiteY133" fmla="*/ 287179 h 446722"/>
                <a:gd name="connsiteX134" fmla="*/ 275748 w 319564"/>
                <a:gd name="connsiteY134" fmla="*/ 285750 h 446722"/>
                <a:gd name="connsiteX135" fmla="*/ 275273 w 319564"/>
                <a:gd name="connsiteY135" fmla="*/ 284321 h 446722"/>
                <a:gd name="connsiteX136" fmla="*/ 273367 w 319564"/>
                <a:gd name="connsiteY136" fmla="*/ 280511 h 446722"/>
                <a:gd name="connsiteX137" fmla="*/ 272891 w 319564"/>
                <a:gd name="connsiteY137" fmla="*/ 276225 h 446722"/>
                <a:gd name="connsiteX138" fmla="*/ 271939 w 319564"/>
                <a:gd name="connsiteY138" fmla="*/ 274320 h 446722"/>
                <a:gd name="connsiteX139" fmla="*/ 270510 w 319564"/>
                <a:gd name="connsiteY139" fmla="*/ 272891 h 446722"/>
                <a:gd name="connsiteX140" fmla="*/ 269081 w 319564"/>
                <a:gd name="connsiteY140" fmla="*/ 271463 h 446722"/>
                <a:gd name="connsiteX141" fmla="*/ 267177 w 319564"/>
                <a:gd name="connsiteY141" fmla="*/ 270510 h 446722"/>
                <a:gd name="connsiteX142" fmla="*/ 266700 w 319564"/>
                <a:gd name="connsiteY142" fmla="*/ 269558 h 446722"/>
                <a:gd name="connsiteX143" fmla="*/ 267652 w 319564"/>
                <a:gd name="connsiteY143" fmla="*/ 263843 h 446722"/>
                <a:gd name="connsiteX144" fmla="*/ 267652 w 319564"/>
                <a:gd name="connsiteY144" fmla="*/ 257651 h 446722"/>
                <a:gd name="connsiteX145" fmla="*/ 267177 w 319564"/>
                <a:gd name="connsiteY145" fmla="*/ 255270 h 446722"/>
                <a:gd name="connsiteX146" fmla="*/ 266223 w 319564"/>
                <a:gd name="connsiteY146" fmla="*/ 253841 h 446722"/>
                <a:gd name="connsiteX147" fmla="*/ 263842 w 319564"/>
                <a:gd name="connsiteY147" fmla="*/ 250031 h 446722"/>
                <a:gd name="connsiteX148" fmla="*/ 260033 w 319564"/>
                <a:gd name="connsiteY148" fmla="*/ 249079 h 446722"/>
                <a:gd name="connsiteX149" fmla="*/ 256698 w 319564"/>
                <a:gd name="connsiteY149" fmla="*/ 251936 h 446722"/>
                <a:gd name="connsiteX150" fmla="*/ 253841 w 319564"/>
                <a:gd name="connsiteY150" fmla="*/ 252413 h 446722"/>
                <a:gd name="connsiteX151" fmla="*/ 251460 w 319564"/>
                <a:gd name="connsiteY151" fmla="*/ 251460 h 446722"/>
                <a:gd name="connsiteX152" fmla="*/ 250508 w 319564"/>
                <a:gd name="connsiteY152" fmla="*/ 249555 h 446722"/>
                <a:gd name="connsiteX153" fmla="*/ 249079 w 319564"/>
                <a:gd name="connsiteY153" fmla="*/ 248603 h 446722"/>
                <a:gd name="connsiteX154" fmla="*/ 246698 w 319564"/>
                <a:gd name="connsiteY154" fmla="*/ 247650 h 446722"/>
                <a:gd name="connsiteX155" fmla="*/ 244792 w 319564"/>
                <a:gd name="connsiteY155" fmla="*/ 245745 h 446722"/>
                <a:gd name="connsiteX156" fmla="*/ 243364 w 319564"/>
                <a:gd name="connsiteY156" fmla="*/ 245269 h 446722"/>
                <a:gd name="connsiteX157" fmla="*/ 242411 w 319564"/>
                <a:gd name="connsiteY157" fmla="*/ 246697 h 446722"/>
                <a:gd name="connsiteX158" fmla="*/ 243364 w 319564"/>
                <a:gd name="connsiteY158" fmla="*/ 248603 h 446722"/>
                <a:gd name="connsiteX159" fmla="*/ 244792 w 319564"/>
                <a:gd name="connsiteY159" fmla="*/ 250508 h 446722"/>
                <a:gd name="connsiteX160" fmla="*/ 246221 w 319564"/>
                <a:gd name="connsiteY160" fmla="*/ 258128 h 446722"/>
                <a:gd name="connsiteX161" fmla="*/ 247173 w 319564"/>
                <a:gd name="connsiteY161" fmla="*/ 265747 h 446722"/>
                <a:gd name="connsiteX162" fmla="*/ 249079 w 319564"/>
                <a:gd name="connsiteY162" fmla="*/ 266224 h 446722"/>
                <a:gd name="connsiteX163" fmla="*/ 252889 w 319564"/>
                <a:gd name="connsiteY163" fmla="*/ 264319 h 446722"/>
                <a:gd name="connsiteX164" fmla="*/ 254317 w 319564"/>
                <a:gd name="connsiteY164" fmla="*/ 264319 h 446722"/>
                <a:gd name="connsiteX165" fmla="*/ 256698 w 319564"/>
                <a:gd name="connsiteY165" fmla="*/ 267176 h 446722"/>
                <a:gd name="connsiteX166" fmla="*/ 258127 w 319564"/>
                <a:gd name="connsiteY166" fmla="*/ 270510 h 446722"/>
                <a:gd name="connsiteX167" fmla="*/ 258604 w 319564"/>
                <a:gd name="connsiteY167" fmla="*/ 272415 h 446722"/>
                <a:gd name="connsiteX168" fmla="*/ 258604 w 319564"/>
                <a:gd name="connsiteY168" fmla="*/ 274320 h 446722"/>
                <a:gd name="connsiteX169" fmla="*/ 256698 w 319564"/>
                <a:gd name="connsiteY169" fmla="*/ 282416 h 446722"/>
                <a:gd name="connsiteX170" fmla="*/ 258604 w 319564"/>
                <a:gd name="connsiteY170" fmla="*/ 286226 h 446722"/>
                <a:gd name="connsiteX171" fmla="*/ 258604 w 319564"/>
                <a:gd name="connsiteY171" fmla="*/ 288131 h 446722"/>
                <a:gd name="connsiteX172" fmla="*/ 258127 w 319564"/>
                <a:gd name="connsiteY172" fmla="*/ 291941 h 446722"/>
                <a:gd name="connsiteX173" fmla="*/ 259080 w 319564"/>
                <a:gd name="connsiteY173" fmla="*/ 292894 h 446722"/>
                <a:gd name="connsiteX174" fmla="*/ 262890 w 319564"/>
                <a:gd name="connsiteY174" fmla="*/ 294322 h 446722"/>
                <a:gd name="connsiteX175" fmla="*/ 266223 w 319564"/>
                <a:gd name="connsiteY175" fmla="*/ 296228 h 446722"/>
                <a:gd name="connsiteX176" fmla="*/ 266223 w 319564"/>
                <a:gd name="connsiteY176" fmla="*/ 293370 h 446722"/>
                <a:gd name="connsiteX177" fmla="*/ 265748 w 319564"/>
                <a:gd name="connsiteY177" fmla="*/ 290513 h 446722"/>
                <a:gd name="connsiteX178" fmla="*/ 265271 w 319564"/>
                <a:gd name="connsiteY178" fmla="*/ 284797 h 446722"/>
                <a:gd name="connsiteX179" fmla="*/ 267177 w 319564"/>
                <a:gd name="connsiteY179" fmla="*/ 286226 h 446722"/>
                <a:gd name="connsiteX180" fmla="*/ 270034 w 319564"/>
                <a:gd name="connsiteY180" fmla="*/ 288608 h 446722"/>
                <a:gd name="connsiteX181" fmla="*/ 162402 w 319564"/>
                <a:gd name="connsiteY181" fmla="*/ 280035 h 446722"/>
                <a:gd name="connsiteX182" fmla="*/ 162877 w 319564"/>
                <a:gd name="connsiteY182" fmla="*/ 280988 h 446722"/>
                <a:gd name="connsiteX183" fmla="*/ 163830 w 319564"/>
                <a:gd name="connsiteY183" fmla="*/ 280511 h 446722"/>
                <a:gd name="connsiteX184" fmla="*/ 166211 w 319564"/>
                <a:gd name="connsiteY184" fmla="*/ 278606 h 446722"/>
                <a:gd name="connsiteX185" fmla="*/ 168116 w 319564"/>
                <a:gd name="connsiteY185" fmla="*/ 276701 h 446722"/>
                <a:gd name="connsiteX186" fmla="*/ 170973 w 319564"/>
                <a:gd name="connsiteY186" fmla="*/ 275272 h 446722"/>
                <a:gd name="connsiteX187" fmla="*/ 181927 w 319564"/>
                <a:gd name="connsiteY187" fmla="*/ 272891 h 446722"/>
                <a:gd name="connsiteX188" fmla="*/ 187166 w 319564"/>
                <a:gd name="connsiteY188" fmla="*/ 269081 h 446722"/>
                <a:gd name="connsiteX189" fmla="*/ 190500 w 319564"/>
                <a:gd name="connsiteY189" fmla="*/ 268129 h 446722"/>
                <a:gd name="connsiteX190" fmla="*/ 191452 w 319564"/>
                <a:gd name="connsiteY190" fmla="*/ 266224 h 446722"/>
                <a:gd name="connsiteX191" fmla="*/ 191452 w 319564"/>
                <a:gd name="connsiteY191" fmla="*/ 264319 h 446722"/>
                <a:gd name="connsiteX192" fmla="*/ 191929 w 319564"/>
                <a:gd name="connsiteY192" fmla="*/ 262890 h 446722"/>
                <a:gd name="connsiteX193" fmla="*/ 193358 w 319564"/>
                <a:gd name="connsiteY193" fmla="*/ 261938 h 446722"/>
                <a:gd name="connsiteX194" fmla="*/ 196691 w 319564"/>
                <a:gd name="connsiteY194" fmla="*/ 260509 h 446722"/>
                <a:gd name="connsiteX195" fmla="*/ 199548 w 319564"/>
                <a:gd name="connsiteY195" fmla="*/ 258604 h 446722"/>
                <a:gd name="connsiteX196" fmla="*/ 201454 w 319564"/>
                <a:gd name="connsiteY196" fmla="*/ 255746 h 446722"/>
                <a:gd name="connsiteX197" fmla="*/ 202883 w 319564"/>
                <a:gd name="connsiteY197" fmla="*/ 252889 h 446722"/>
                <a:gd name="connsiteX198" fmla="*/ 203835 w 319564"/>
                <a:gd name="connsiteY198" fmla="*/ 250508 h 446722"/>
                <a:gd name="connsiteX199" fmla="*/ 204311 w 319564"/>
                <a:gd name="connsiteY199" fmla="*/ 247650 h 446722"/>
                <a:gd name="connsiteX200" fmla="*/ 204311 w 319564"/>
                <a:gd name="connsiteY200" fmla="*/ 244316 h 446722"/>
                <a:gd name="connsiteX201" fmla="*/ 202406 w 319564"/>
                <a:gd name="connsiteY201" fmla="*/ 244316 h 446722"/>
                <a:gd name="connsiteX202" fmla="*/ 195263 w 319564"/>
                <a:gd name="connsiteY202" fmla="*/ 247650 h 446722"/>
                <a:gd name="connsiteX203" fmla="*/ 195263 w 319564"/>
                <a:gd name="connsiteY203" fmla="*/ 246221 h 446722"/>
                <a:gd name="connsiteX204" fmla="*/ 196215 w 319564"/>
                <a:gd name="connsiteY204" fmla="*/ 244793 h 446722"/>
                <a:gd name="connsiteX205" fmla="*/ 192881 w 319564"/>
                <a:gd name="connsiteY205" fmla="*/ 242411 h 446722"/>
                <a:gd name="connsiteX206" fmla="*/ 189071 w 319564"/>
                <a:gd name="connsiteY206" fmla="*/ 241935 h 446722"/>
                <a:gd name="connsiteX207" fmla="*/ 185261 w 319564"/>
                <a:gd name="connsiteY207" fmla="*/ 243364 h 446722"/>
                <a:gd name="connsiteX208" fmla="*/ 181452 w 319564"/>
                <a:gd name="connsiteY208" fmla="*/ 241459 h 446722"/>
                <a:gd name="connsiteX209" fmla="*/ 178117 w 319564"/>
                <a:gd name="connsiteY209" fmla="*/ 238601 h 446722"/>
                <a:gd name="connsiteX210" fmla="*/ 174308 w 319564"/>
                <a:gd name="connsiteY210" fmla="*/ 236220 h 446722"/>
                <a:gd name="connsiteX211" fmla="*/ 167164 w 319564"/>
                <a:gd name="connsiteY211" fmla="*/ 233363 h 446722"/>
                <a:gd name="connsiteX212" fmla="*/ 165259 w 319564"/>
                <a:gd name="connsiteY212" fmla="*/ 231934 h 446722"/>
                <a:gd name="connsiteX213" fmla="*/ 162877 w 319564"/>
                <a:gd name="connsiteY213" fmla="*/ 231934 h 446722"/>
                <a:gd name="connsiteX214" fmla="*/ 161448 w 319564"/>
                <a:gd name="connsiteY214" fmla="*/ 233363 h 446722"/>
                <a:gd name="connsiteX215" fmla="*/ 160496 w 319564"/>
                <a:gd name="connsiteY215" fmla="*/ 235744 h 446722"/>
                <a:gd name="connsiteX216" fmla="*/ 162402 w 319564"/>
                <a:gd name="connsiteY216" fmla="*/ 236696 h 446722"/>
                <a:gd name="connsiteX217" fmla="*/ 166688 w 319564"/>
                <a:gd name="connsiteY217" fmla="*/ 237649 h 446722"/>
                <a:gd name="connsiteX218" fmla="*/ 167640 w 319564"/>
                <a:gd name="connsiteY218" fmla="*/ 239078 h 446722"/>
                <a:gd name="connsiteX219" fmla="*/ 167640 w 319564"/>
                <a:gd name="connsiteY219" fmla="*/ 240506 h 446722"/>
                <a:gd name="connsiteX220" fmla="*/ 166211 w 319564"/>
                <a:gd name="connsiteY220" fmla="*/ 251460 h 446722"/>
                <a:gd name="connsiteX221" fmla="*/ 165735 w 319564"/>
                <a:gd name="connsiteY221" fmla="*/ 259080 h 446722"/>
                <a:gd name="connsiteX222" fmla="*/ 164783 w 319564"/>
                <a:gd name="connsiteY222" fmla="*/ 262890 h 446722"/>
                <a:gd name="connsiteX223" fmla="*/ 162877 w 319564"/>
                <a:gd name="connsiteY223" fmla="*/ 266700 h 446722"/>
                <a:gd name="connsiteX224" fmla="*/ 162402 w 319564"/>
                <a:gd name="connsiteY224" fmla="*/ 270510 h 446722"/>
                <a:gd name="connsiteX225" fmla="*/ 163354 w 319564"/>
                <a:gd name="connsiteY225" fmla="*/ 272415 h 446722"/>
                <a:gd name="connsiteX226" fmla="*/ 163830 w 319564"/>
                <a:gd name="connsiteY226" fmla="*/ 274320 h 446722"/>
                <a:gd name="connsiteX227" fmla="*/ 162402 w 319564"/>
                <a:gd name="connsiteY227" fmla="*/ 279083 h 446722"/>
                <a:gd name="connsiteX228" fmla="*/ 162402 w 319564"/>
                <a:gd name="connsiteY228" fmla="*/ 280035 h 446722"/>
                <a:gd name="connsiteX229" fmla="*/ 228123 w 319564"/>
                <a:gd name="connsiteY229" fmla="*/ 287179 h 446722"/>
                <a:gd name="connsiteX230" fmla="*/ 230981 w 319564"/>
                <a:gd name="connsiteY230" fmla="*/ 285274 h 446722"/>
                <a:gd name="connsiteX231" fmla="*/ 232886 w 319564"/>
                <a:gd name="connsiteY231" fmla="*/ 282416 h 446722"/>
                <a:gd name="connsiteX232" fmla="*/ 234315 w 319564"/>
                <a:gd name="connsiteY232" fmla="*/ 276225 h 446722"/>
                <a:gd name="connsiteX233" fmla="*/ 233363 w 319564"/>
                <a:gd name="connsiteY233" fmla="*/ 270034 h 446722"/>
                <a:gd name="connsiteX234" fmla="*/ 234315 w 319564"/>
                <a:gd name="connsiteY234" fmla="*/ 264795 h 446722"/>
                <a:gd name="connsiteX235" fmla="*/ 234315 w 319564"/>
                <a:gd name="connsiteY235" fmla="*/ 261461 h 446722"/>
                <a:gd name="connsiteX236" fmla="*/ 233839 w 319564"/>
                <a:gd name="connsiteY236" fmla="*/ 260509 h 446722"/>
                <a:gd name="connsiteX237" fmla="*/ 233839 w 319564"/>
                <a:gd name="connsiteY237" fmla="*/ 258604 h 446722"/>
                <a:gd name="connsiteX238" fmla="*/ 234791 w 319564"/>
                <a:gd name="connsiteY238" fmla="*/ 254794 h 446722"/>
                <a:gd name="connsiteX239" fmla="*/ 234315 w 319564"/>
                <a:gd name="connsiteY239" fmla="*/ 252889 h 446722"/>
                <a:gd name="connsiteX240" fmla="*/ 231934 w 319564"/>
                <a:gd name="connsiteY240" fmla="*/ 255746 h 446722"/>
                <a:gd name="connsiteX241" fmla="*/ 231934 w 319564"/>
                <a:gd name="connsiteY241" fmla="*/ 257651 h 446722"/>
                <a:gd name="connsiteX242" fmla="*/ 231458 w 319564"/>
                <a:gd name="connsiteY242" fmla="*/ 259556 h 446722"/>
                <a:gd name="connsiteX243" fmla="*/ 230505 w 319564"/>
                <a:gd name="connsiteY243" fmla="*/ 260985 h 446722"/>
                <a:gd name="connsiteX244" fmla="*/ 230505 w 319564"/>
                <a:gd name="connsiteY244" fmla="*/ 263366 h 446722"/>
                <a:gd name="connsiteX245" fmla="*/ 227171 w 319564"/>
                <a:gd name="connsiteY245" fmla="*/ 271463 h 446722"/>
                <a:gd name="connsiteX246" fmla="*/ 223361 w 319564"/>
                <a:gd name="connsiteY246" fmla="*/ 277178 h 446722"/>
                <a:gd name="connsiteX247" fmla="*/ 222885 w 319564"/>
                <a:gd name="connsiteY247" fmla="*/ 280035 h 446722"/>
                <a:gd name="connsiteX248" fmla="*/ 219075 w 319564"/>
                <a:gd name="connsiteY248" fmla="*/ 285750 h 446722"/>
                <a:gd name="connsiteX249" fmla="*/ 216217 w 319564"/>
                <a:gd name="connsiteY249" fmla="*/ 291465 h 446722"/>
                <a:gd name="connsiteX250" fmla="*/ 211931 w 319564"/>
                <a:gd name="connsiteY250" fmla="*/ 297180 h 446722"/>
                <a:gd name="connsiteX251" fmla="*/ 212408 w 319564"/>
                <a:gd name="connsiteY251" fmla="*/ 300038 h 446722"/>
                <a:gd name="connsiteX252" fmla="*/ 210027 w 319564"/>
                <a:gd name="connsiteY252" fmla="*/ 310515 h 446722"/>
                <a:gd name="connsiteX253" fmla="*/ 209550 w 319564"/>
                <a:gd name="connsiteY253" fmla="*/ 313372 h 446722"/>
                <a:gd name="connsiteX254" fmla="*/ 210027 w 319564"/>
                <a:gd name="connsiteY254" fmla="*/ 315754 h 446722"/>
                <a:gd name="connsiteX255" fmla="*/ 211455 w 319564"/>
                <a:gd name="connsiteY255" fmla="*/ 314801 h 446722"/>
                <a:gd name="connsiteX256" fmla="*/ 215741 w 319564"/>
                <a:gd name="connsiteY256" fmla="*/ 310039 h 446722"/>
                <a:gd name="connsiteX257" fmla="*/ 220504 w 319564"/>
                <a:gd name="connsiteY257" fmla="*/ 298609 h 446722"/>
                <a:gd name="connsiteX258" fmla="*/ 220980 w 319564"/>
                <a:gd name="connsiteY258" fmla="*/ 295275 h 446722"/>
                <a:gd name="connsiteX259" fmla="*/ 222885 w 319564"/>
                <a:gd name="connsiteY259" fmla="*/ 291465 h 446722"/>
                <a:gd name="connsiteX260" fmla="*/ 225742 w 319564"/>
                <a:gd name="connsiteY260" fmla="*/ 288131 h 446722"/>
                <a:gd name="connsiteX261" fmla="*/ 228123 w 319564"/>
                <a:gd name="connsiteY261" fmla="*/ 287179 h 446722"/>
                <a:gd name="connsiteX262" fmla="*/ 146209 w 319564"/>
                <a:gd name="connsiteY262" fmla="*/ 196215 h 446722"/>
                <a:gd name="connsiteX263" fmla="*/ 146685 w 319564"/>
                <a:gd name="connsiteY263" fmla="*/ 193358 h 446722"/>
                <a:gd name="connsiteX264" fmla="*/ 148114 w 319564"/>
                <a:gd name="connsiteY264" fmla="*/ 190976 h 446722"/>
                <a:gd name="connsiteX265" fmla="*/ 147638 w 319564"/>
                <a:gd name="connsiteY265" fmla="*/ 189547 h 446722"/>
                <a:gd name="connsiteX266" fmla="*/ 144780 w 319564"/>
                <a:gd name="connsiteY266" fmla="*/ 187643 h 446722"/>
                <a:gd name="connsiteX267" fmla="*/ 141923 w 319564"/>
                <a:gd name="connsiteY267" fmla="*/ 184785 h 446722"/>
                <a:gd name="connsiteX268" fmla="*/ 139541 w 319564"/>
                <a:gd name="connsiteY268" fmla="*/ 180975 h 446722"/>
                <a:gd name="connsiteX269" fmla="*/ 136684 w 319564"/>
                <a:gd name="connsiteY269" fmla="*/ 179070 h 446722"/>
                <a:gd name="connsiteX270" fmla="*/ 133827 w 319564"/>
                <a:gd name="connsiteY270" fmla="*/ 180975 h 446722"/>
                <a:gd name="connsiteX271" fmla="*/ 132398 w 319564"/>
                <a:gd name="connsiteY271" fmla="*/ 180022 h 446722"/>
                <a:gd name="connsiteX272" fmla="*/ 130492 w 319564"/>
                <a:gd name="connsiteY272" fmla="*/ 179546 h 446722"/>
                <a:gd name="connsiteX273" fmla="*/ 129064 w 319564"/>
                <a:gd name="connsiteY273" fmla="*/ 177641 h 446722"/>
                <a:gd name="connsiteX274" fmla="*/ 126683 w 319564"/>
                <a:gd name="connsiteY274" fmla="*/ 177165 h 446722"/>
                <a:gd name="connsiteX275" fmla="*/ 121444 w 319564"/>
                <a:gd name="connsiteY275" fmla="*/ 178118 h 446722"/>
                <a:gd name="connsiteX276" fmla="*/ 119539 w 319564"/>
                <a:gd name="connsiteY276" fmla="*/ 177641 h 446722"/>
                <a:gd name="connsiteX277" fmla="*/ 117634 w 319564"/>
                <a:gd name="connsiteY277" fmla="*/ 177165 h 446722"/>
                <a:gd name="connsiteX278" fmla="*/ 111442 w 319564"/>
                <a:gd name="connsiteY278" fmla="*/ 176213 h 446722"/>
                <a:gd name="connsiteX279" fmla="*/ 109061 w 319564"/>
                <a:gd name="connsiteY279" fmla="*/ 176213 h 446722"/>
                <a:gd name="connsiteX280" fmla="*/ 107633 w 319564"/>
                <a:gd name="connsiteY280" fmla="*/ 177641 h 446722"/>
                <a:gd name="connsiteX281" fmla="*/ 107156 w 319564"/>
                <a:gd name="connsiteY281" fmla="*/ 179546 h 446722"/>
                <a:gd name="connsiteX282" fmla="*/ 109061 w 319564"/>
                <a:gd name="connsiteY282" fmla="*/ 180022 h 446722"/>
                <a:gd name="connsiteX283" fmla="*/ 110966 w 319564"/>
                <a:gd name="connsiteY283" fmla="*/ 180022 h 446722"/>
                <a:gd name="connsiteX284" fmla="*/ 111442 w 319564"/>
                <a:gd name="connsiteY284" fmla="*/ 180499 h 446722"/>
                <a:gd name="connsiteX285" fmla="*/ 112395 w 319564"/>
                <a:gd name="connsiteY285" fmla="*/ 183356 h 446722"/>
                <a:gd name="connsiteX286" fmla="*/ 113348 w 319564"/>
                <a:gd name="connsiteY286" fmla="*/ 185261 h 446722"/>
                <a:gd name="connsiteX287" fmla="*/ 115729 w 319564"/>
                <a:gd name="connsiteY287" fmla="*/ 187166 h 446722"/>
                <a:gd name="connsiteX288" fmla="*/ 118586 w 319564"/>
                <a:gd name="connsiteY288" fmla="*/ 188595 h 446722"/>
                <a:gd name="connsiteX289" fmla="*/ 119539 w 319564"/>
                <a:gd name="connsiteY289" fmla="*/ 190024 h 446722"/>
                <a:gd name="connsiteX290" fmla="*/ 122396 w 319564"/>
                <a:gd name="connsiteY290" fmla="*/ 195739 h 446722"/>
                <a:gd name="connsiteX291" fmla="*/ 122396 w 319564"/>
                <a:gd name="connsiteY291" fmla="*/ 200025 h 446722"/>
                <a:gd name="connsiteX292" fmla="*/ 122873 w 319564"/>
                <a:gd name="connsiteY292" fmla="*/ 201930 h 446722"/>
                <a:gd name="connsiteX293" fmla="*/ 123348 w 319564"/>
                <a:gd name="connsiteY293" fmla="*/ 203359 h 446722"/>
                <a:gd name="connsiteX294" fmla="*/ 125254 w 319564"/>
                <a:gd name="connsiteY294" fmla="*/ 204788 h 446722"/>
                <a:gd name="connsiteX295" fmla="*/ 126683 w 319564"/>
                <a:gd name="connsiteY295" fmla="*/ 206693 h 446722"/>
                <a:gd name="connsiteX296" fmla="*/ 127635 w 319564"/>
                <a:gd name="connsiteY296" fmla="*/ 209074 h 446722"/>
                <a:gd name="connsiteX297" fmla="*/ 127635 w 319564"/>
                <a:gd name="connsiteY297" fmla="*/ 211455 h 446722"/>
                <a:gd name="connsiteX298" fmla="*/ 129064 w 319564"/>
                <a:gd name="connsiteY298" fmla="*/ 213836 h 446722"/>
                <a:gd name="connsiteX299" fmla="*/ 131921 w 319564"/>
                <a:gd name="connsiteY299" fmla="*/ 216694 h 446722"/>
                <a:gd name="connsiteX300" fmla="*/ 132873 w 319564"/>
                <a:gd name="connsiteY300" fmla="*/ 217170 h 446722"/>
                <a:gd name="connsiteX301" fmla="*/ 133827 w 319564"/>
                <a:gd name="connsiteY301" fmla="*/ 218599 h 446722"/>
                <a:gd name="connsiteX302" fmla="*/ 134302 w 319564"/>
                <a:gd name="connsiteY302" fmla="*/ 220504 h 446722"/>
                <a:gd name="connsiteX303" fmla="*/ 135731 w 319564"/>
                <a:gd name="connsiteY303" fmla="*/ 220980 h 446722"/>
                <a:gd name="connsiteX304" fmla="*/ 138589 w 319564"/>
                <a:gd name="connsiteY304" fmla="*/ 221456 h 446722"/>
                <a:gd name="connsiteX305" fmla="*/ 140494 w 319564"/>
                <a:gd name="connsiteY305" fmla="*/ 219551 h 446722"/>
                <a:gd name="connsiteX306" fmla="*/ 141446 w 319564"/>
                <a:gd name="connsiteY306" fmla="*/ 218599 h 446722"/>
                <a:gd name="connsiteX307" fmla="*/ 142398 w 319564"/>
                <a:gd name="connsiteY307" fmla="*/ 218122 h 446722"/>
                <a:gd name="connsiteX308" fmla="*/ 143827 w 319564"/>
                <a:gd name="connsiteY308" fmla="*/ 218599 h 446722"/>
                <a:gd name="connsiteX309" fmla="*/ 143827 w 319564"/>
                <a:gd name="connsiteY309" fmla="*/ 216694 h 446722"/>
                <a:gd name="connsiteX310" fmla="*/ 144304 w 319564"/>
                <a:gd name="connsiteY310" fmla="*/ 215741 h 446722"/>
                <a:gd name="connsiteX311" fmla="*/ 144304 w 319564"/>
                <a:gd name="connsiteY311" fmla="*/ 214789 h 446722"/>
                <a:gd name="connsiteX312" fmla="*/ 145733 w 319564"/>
                <a:gd name="connsiteY312" fmla="*/ 211931 h 446722"/>
                <a:gd name="connsiteX313" fmla="*/ 147638 w 319564"/>
                <a:gd name="connsiteY313" fmla="*/ 209550 h 446722"/>
                <a:gd name="connsiteX314" fmla="*/ 148590 w 319564"/>
                <a:gd name="connsiteY314" fmla="*/ 207645 h 446722"/>
                <a:gd name="connsiteX315" fmla="*/ 146685 w 319564"/>
                <a:gd name="connsiteY315" fmla="*/ 200978 h 446722"/>
                <a:gd name="connsiteX316" fmla="*/ 146209 w 319564"/>
                <a:gd name="connsiteY316" fmla="*/ 196215 h 446722"/>
                <a:gd name="connsiteX317" fmla="*/ 171450 w 319564"/>
                <a:gd name="connsiteY317" fmla="*/ 171926 h 446722"/>
                <a:gd name="connsiteX318" fmla="*/ 177165 w 319564"/>
                <a:gd name="connsiteY318" fmla="*/ 176213 h 446722"/>
                <a:gd name="connsiteX319" fmla="*/ 178117 w 319564"/>
                <a:gd name="connsiteY319" fmla="*/ 177165 h 446722"/>
                <a:gd name="connsiteX320" fmla="*/ 181452 w 319564"/>
                <a:gd name="connsiteY320" fmla="*/ 181451 h 446722"/>
                <a:gd name="connsiteX321" fmla="*/ 181927 w 319564"/>
                <a:gd name="connsiteY321" fmla="*/ 183356 h 446722"/>
                <a:gd name="connsiteX322" fmla="*/ 181927 w 319564"/>
                <a:gd name="connsiteY322" fmla="*/ 185261 h 446722"/>
                <a:gd name="connsiteX323" fmla="*/ 184785 w 319564"/>
                <a:gd name="connsiteY323" fmla="*/ 187643 h 446722"/>
                <a:gd name="connsiteX324" fmla="*/ 187166 w 319564"/>
                <a:gd name="connsiteY324" fmla="*/ 185738 h 446722"/>
                <a:gd name="connsiteX325" fmla="*/ 186690 w 319564"/>
                <a:gd name="connsiteY325" fmla="*/ 180975 h 446722"/>
                <a:gd name="connsiteX326" fmla="*/ 184785 w 319564"/>
                <a:gd name="connsiteY326" fmla="*/ 176689 h 446722"/>
                <a:gd name="connsiteX327" fmla="*/ 184309 w 319564"/>
                <a:gd name="connsiteY327" fmla="*/ 175260 h 446722"/>
                <a:gd name="connsiteX328" fmla="*/ 181452 w 319564"/>
                <a:gd name="connsiteY328" fmla="*/ 171926 h 446722"/>
                <a:gd name="connsiteX329" fmla="*/ 180975 w 319564"/>
                <a:gd name="connsiteY329" fmla="*/ 170497 h 446722"/>
                <a:gd name="connsiteX330" fmla="*/ 180975 w 319564"/>
                <a:gd name="connsiteY330" fmla="*/ 168593 h 446722"/>
                <a:gd name="connsiteX331" fmla="*/ 180498 w 319564"/>
                <a:gd name="connsiteY331" fmla="*/ 166688 h 446722"/>
                <a:gd name="connsiteX332" fmla="*/ 179546 w 319564"/>
                <a:gd name="connsiteY332" fmla="*/ 164306 h 446722"/>
                <a:gd name="connsiteX333" fmla="*/ 180023 w 319564"/>
                <a:gd name="connsiteY333" fmla="*/ 162878 h 446722"/>
                <a:gd name="connsiteX334" fmla="*/ 181927 w 319564"/>
                <a:gd name="connsiteY334" fmla="*/ 162878 h 446722"/>
                <a:gd name="connsiteX335" fmla="*/ 183833 w 319564"/>
                <a:gd name="connsiteY335" fmla="*/ 163354 h 446722"/>
                <a:gd name="connsiteX336" fmla="*/ 190023 w 319564"/>
                <a:gd name="connsiteY336" fmla="*/ 169069 h 446722"/>
                <a:gd name="connsiteX337" fmla="*/ 192881 w 319564"/>
                <a:gd name="connsiteY337" fmla="*/ 173355 h 446722"/>
                <a:gd name="connsiteX338" fmla="*/ 193834 w 319564"/>
                <a:gd name="connsiteY338" fmla="*/ 174308 h 446722"/>
                <a:gd name="connsiteX339" fmla="*/ 202883 w 319564"/>
                <a:gd name="connsiteY339" fmla="*/ 179546 h 446722"/>
                <a:gd name="connsiteX340" fmla="*/ 203835 w 319564"/>
                <a:gd name="connsiteY340" fmla="*/ 180975 h 446722"/>
                <a:gd name="connsiteX341" fmla="*/ 204311 w 319564"/>
                <a:gd name="connsiteY341" fmla="*/ 182880 h 446722"/>
                <a:gd name="connsiteX342" fmla="*/ 207169 w 319564"/>
                <a:gd name="connsiteY342" fmla="*/ 187643 h 446722"/>
                <a:gd name="connsiteX343" fmla="*/ 207169 w 319564"/>
                <a:gd name="connsiteY343" fmla="*/ 191453 h 446722"/>
                <a:gd name="connsiteX344" fmla="*/ 207645 w 319564"/>
                <a:gd name="connsiteY344" fmla="*/ 193358 h 446722"/>
                <a:gd name="connsiteX345" fmla="*/ 210979 w 319564"/>
                <a:gd name="connsiteY345" fmla="*/ 193834 h 446722"/>
                <a:gd name="connsiteX346" fmla="*/ 218598 w 319564"/>
                <a:gd name="connsiteY346" fmla="*/ 198120 h 446722"/>
                <a:gd name="connsiteX347" fmla="*/ 222409 w 319564"/>
                <a:gd name="connsiteY347" fmla="*/ 198596 h 446722"/>
                <a:gd name="connsiteX348" fmla="*/ 224790 w 319564"/>
                <a:gd name="connsiteY348" fmla="*/ 198120 h 446722"/>
                <a:gd name="connsiteX349" fmla="*/ 226695 w 319564"/>
                <a:gd name="connsiteY349" fmla="*/ 197168 h 446722"/>
                <a:gd name="connsiteX350" fmla="*/ 228600 w 319564"/>
                <a:gd name="connsiteY350" fmla="*/ 196691 h 446722"/>
                <a:gd name="connsiteX351" fmla="*/ 229552 w 319564"/>
                <a:gd name="connsiteY351" fmla="*/ 197644 h 446722"/>
                <a:gd name="connsiteX352" fmla="*/ 227648 w 319564"/>
                <a:gd name="connsiteY352" fmla="*/ 201454 h 446722"/>
                <a:gd name="connsiteX353" fmla="*/ 227171 w 319564"/>
                <a:gd name="connsiteY353" fmla="*/ 205264 h 446722"/>
                <a:gd name="connsiteX354" fmla="*/ 230029 w 319564"/>
                <a:gd name="connsiteY354" fmla="*/ 208597 h 446722"/>
                <a:gd name="connsiteX355" fmla="*/ 233363 w 319564"/>
                <a:gd name="connsiteY355" fmla="*/ 209550 h 446722"/>
                <a:gd name="connsiteX356" fmla="*/ 236220 w 319564"/>
                <a:gd name="connsiteY356" fmla="*/ 201930 h 446722"/>
                <a:gd name="connsiteX357" fmla="*/ 236220 w 319564"/>
                <a:gd name="connsiteY357" fmla="*/ 193358 h 446722"/>
                <a:gd name="connsiteX358" fmla="*/ 234791 w 319564"/>
                <a:gd name="connsiteY358" fmla="*/ 193834 h 446722"/>
                <a:gd name="connsiteX359" fmla="*/ 233363 w 319564"/>
                <a:gd name="connsiteY359" fmla="*/ 193834 h 446722"/>
                <a:gd name="connsiteX360" fmla="*/ 229552 w 319564"/>
                <a:gd name="connsiteY360" fmla="*/ 191453 h 446722"/>
                <a:gd name="connsiteX361" fmla="*/ 226695 w 319564"/>
                <a:gd name="connsiteY361" fmla="*/ 190976 h 446722"/>
                <a:gd name="connsiteX362" fmla="*/ 223838 w 319564"/>
                <a:gd name="connsiteY362" fmla="*/ 190976 h 446722"/>
                <a:gd name="connsiteX363" fmla="*/ 224790 w 319564"/>
                <a:gd name="connsiteY363" fmla="*/ 188119 h 446722"/>
                <a:gd name="connsiteX364" fmla="*/ 224790 w 319564"/>
                <a:gd name="connsiteY364" fmla="*/ 185261 h 446722"/>
                <a:gd name="connsiteX365" fmla="*/ 222885 w 319564"/>
                <a:gd name="connsiteY365" fmla="*/ 182404 h 446722"/>
                <a:gd name="connsiteX366" fmla="*/ 220980 w 319564"/>
                <a:gd name="connsiteY366" fmla="*/ 179546 h 446722"/>
                <a:gd name="connsiteX367" fmla="*/ 217646 w 319564"/>
                <a:gd name="connsiteY367" fmla="*/ 176213 h 446722"/>
                <a:gd name="connsiteX368" fmla="*/ 215741 w 319564"/>
                <a:gd name="connsiteY368" fmla="*/ 172403 h 446722"/>
                <a:gd name="connsiteX369" fmla="*/ 217646 w 319564"/>
                <a:gd name="connsiteY369" fmla="*/ 170497 h 446722"/>
                <a:gd name="connsiteX370" fmla="*/ 224314 w 319564"/>
                <a:gd name="connsiteY370" fmla="*/ 170021 h 446722"/>
                <a:gd name="connsiteX371" fmla="*/ 226219 w 319564"/>
                <a:gd name="connsiteY371" fmla="*/ 167164 h 446722"/>
                <a:gd name="connsiteX372" fmla="*/ 224790 w 319564"/>
                <a:gd name="connsiteY372" fmla="*/ 165735 h 446722"/>
                <a:gd name="connsiteX373" fmla="*/ 221933 w 319564"/>
                <a:gd name="connsiteY373" fmla="*/ 164306 h 446722"/>
                <a:gd name="connsiteX374" fmla="*/ 220504 w 319564"/>
                <a:gd name="connsiteY374" fmla="*/ 163830 h 446722"/>
                <a:gd name="connsiteX375" fmla="*/ 218598 w 319564"/>
                <a:gd name="connsiteY375" fmla="*/ 163830 h 446722"/>
                <a:gd name="connsiteX376" fmla="*/ 211931 w 319564"/>
                <a:gd name="connsiteY376" fmla="*/ 161449 h 446722"/>
                <a:gd name="connsiteX377" fmla="*/ 210027 w 319564"/>
                <a:gd name="connsiteY377" fmla="*/ 159544 h 446722"/>
                <a:gd name="connsiteX378" fmla="*/ 208121 w 319564"/>
                <a:gd name="connsiteY378" fmla="*/ 158591 h 446722"/>
                <a:gd name="connsiteX379" fmla="*/ 206692 w 319564"/>
                <a:gd name="connsiteY379" fmla="*/ 160020 h 446722"/>
                <a:gd name="connsiteX380" fmla="*/ 205740 w 319564"/>
                <a:gd name="connsiteY380" fmla="*/ 161925 h 446722"/>
                <a:gd name="connsiteX381" fmla="*/ 207169 w 319564"/>
                <a:gd name="connsiteY381" fmla="*/ 163354 h 446722"/>
                <a:gd name="connsiteX382" fmla="*/ 206692 w 319564"/>
                <a:gd name="connsiteY382" fmla="*/ 166688 h 446722"/>
                <a:gd name="connsiteX383" fmla="*/ 204311 w 319564"/>
                <a:gd name="connsiteY383" fmla="*/ 169545 h 446722"/>
                <a:gd name="connsiteX384" fmla="*/ 200025 w 319564"/>
                <a:gd name="connsiteY384" fmla="*/ 169545 h 446722"/>
                <a:gd name="connsiteX385" fmla="*/ 198596 w 319564"/>
                <a:gd name="connsiteY385" fmla="*/ 168116 h 446722"/>
                <a:gd name="connsiteX386" fmla="*/ 198596 w 319564"/>
                <a:gd name="connsiteY386" fmla="*/ 166211 h 446722"/>
                <a:gd name="connsiteX387" fmla="*/ 199073 w 319564"/>
                <a:gd name="connsiteY387" fmla="*/ 164306 h 446722"/>
                <a:gd name="connsiteX388" fmla="*/ 199073 w 319564"/>
                <a:gd name="connsiteY388" fmla="*/ 162401 h 446722"/>
                <a:gd name="connsiteX389" fmla="*/ 197167 w 319564"/>
                <a:gd name="connsiteY389" fmla="*/ 158115 h 446722"/>
                <a:gd name="connsiteX390" fmla="*/ 194310 w 319564"/>
                <a:gd name="connsiteY390" fmla="*/ 154305 h 446722"/>
                <a:gd name="connsiteX391" fmla="*/ 191452 w 319564"/>
                <a:gd name="connsiteY391" fmla="*/ 151924 h 446722"/>
                <a:gd name="connsiteX392" fmla="*/ 188119 w 319564"/>
                <a:gd name="connsiteY392" fmla="*/ 150971 h 446722"/>
                <a:gd name="connsiteX393" fmla="*/ 183356 w 319564"/>
                <a:gd name="connsiteY393" fmla="*/ 150019 h 446722"/>
                <a:gd name="connsiteX394" fmla="*/ 178594 w 319564"/>
                <a:gd name="connsiteY394" fmla="*/ 150019 h 446722"/>
                <a:gd name="connsiteX395" fmla="*/ 174784 w 319564"/>
                <a:gd name="connsiteY395" fmla="*/ 151924 h 446722"/>
                <a:gd name="connsiteX396" fmla="*/ 171450 w 319564"/>
                <a:gd name="connsiteY396" fmla="*/ 154305 h 446722"/>
                <a:gd name="connsiteX397" fmla="*/ 170021 w 319564"/>
                <a:gd name="connsiteY397" fmla="*/ 154781 h 446722"/>
                <a:gd name="connsiteX398" fmla="*/ 168592 w 319564"/>
                <a:gd name="connsiteY398" fmla="*/ 155734 h 446722"/>
                <a:gd name="connsiteX399" fmla="*/ 168592 w 319564"/>
                <a:gd name="connsiteY399" fmla="*/ 157163 h 446722"/>
                <a:gd name="connsiteX400" fmla="*/ 170973 w 319564"/>
                <a:gd name="connsiteY400" fmla="*/ 159544 h 446722"/>
                <a:gd name="connsiteX401" fmla="*/ 171450 w 319564"/>
                <a:gd name="connsiteY401" fmla="*/ 160972 h 446722"/>
                <a:gd name="connsiteX402" fmla="*/ 169545 w 319564"/>
                <a:gd name="connsiteY402" fmla="*/ 161449 h 446722"/>
                <a:gd name="connsiteX403" fmla="*/ 169069 w 319564"/>
                <a:gd name="connsiteY403" fmla="*/ 163354 h 446722"/>
                <a:gd name="connsiteX404" fmla="*/ 166688 w 319564"/>
                <a:gd name="connsiteY404" fmla="*/ 163354 h 446722"/>
                <a:gd name="connsiteX405" fmla="*/ 164306 w 319564"/>
                <a:gd name="connsiteY405" fmla="*/ 162878 h 446722"/>
                <a:gd name="connsiteX406" fmla="*/ 158591 w 319564"/>
                <a:gd name="connsiteY406" fmla="*/ 160496 h 446722"/>
                <a:gd name="connsiteX407" fmla="*/ 156686 w 319564"/>
                <a:gd name="connsiteY407" fmla="*/ 159068 h 446722"/>
                <a:gd name="connsiteX408" fmla="*/ 154781 w 319564"/>
                <a:gd name="connsiteY408" fmla="*/ 157163 h 446722"/>
                <a:gd name="connsiteX409" fmla="*/ 153829 w 319564"/>
                <a:gd name="connsiteY409" fmla="*/ 155258 h 446722"/>
                <a:gd name="connsiteX410" fmla="*/ 153352 w 319564"/>
                <a:gd name="connsiteY410" fmla="*/ 152876 h 446722"/>
                <a:gd name="connsiteX411" fmla="*/ 150019 w 319564"/>
                <a:gd name="connsiteY411" fmla="*/ 144304 h 446722"/>
                <a:gd name="connsiteX412" fmla="*/ 149542 w 319564"/>
                <a:gd name="connsiteY412" fmla="*/ 140970 h 446722"/>
                <a:gd name="connsiteX413" fmla="*/ 149542 w 319564"/>
                <a:gd name="connsiteY413" fmla="*/ 137636 h 446722"/>
                <a:gd name="connsiteX414" fmla="*/ 151923 w 319564"/>
                <a:gd name="connsiteY414" fmla="*/ 135731 h 446722"/>
                <a:gd name="connsiteX415" fmla="*/ 151448 w 319564"/>
                <a:gd name="connsiteY415" fmla="*/ 134779 h 446722"/>
                <a:gd name="connsiteX416" fmla="*/ 150495 w 319564"/>
                <a:gd name="connsiteY416" fmla="*/ 133826 h 446722"/>
                <a:gd name="connsiteX417" fmla="*/ 146685 w 319564"/>
                <a:gd name="connsiteY417" fmla="*/ 126683 h 446722"/>
                <a:gd name="connsiteX418" fmla="*/ 142875 w 319564"/>
                <a:gd name="connsiteY418" fmla="*/ 119063 h 446722"/>
                <a:gd name="connsiteX419" fmla="*/ 141446 w 319564"/>
                <a:gd name="connsiteY419" fmla="*/ 117158 h 446722"/>
                <a:gd name="connsiteX420" fmla="*/ 141446 w 319564"/>
                <a:gd name="connsiteY420" fmla="*/ 115253 h 446722"/>
                <a:gd name="connsiteX421" fmla="*/ 141923 w 319564"/>
                <a:gd name="connsiteY421" fmla="*/ 113347 h 446722"/>
                <a:gd name="connsiteX422" fmla="*/ 143352 w 319564"/>
                <a:gd name="connsiteY422" fmla="*/ 111919 h 446722"/>
                <a:gd name="connsiteX423" fmla="*/ 144780 w 319564"/>
                <a:gd name="connsiteY423" fmla="*/ 108585 h 446722"/>
                <a:gd name="connsiteX424" fmla="*/ 147638 w 319564"/>
                <a:gd name="connsiteY424" fmla="*/ 104775 h 446722"/>
                <a:gd name="connsiteX425" fmla="*/ 148590 w 319564"/>
                <a:gd name="connsiteY425" fmla="*/ 103346 h 446722"/>
                <a:gd name="connsiteX426" fmla="*/ 148590 w 319564"/>
                <a:gd name="connsiteY426" fmla="*/ 101441 h 446722"/>
                <a:gd name="connsiteX427" fmla="*/ 148114 w 319564"/>
                <a:gd name="connsiteY427" fmla="*/ 99536 h 446722"/>
                <a:gd name="connsiteX428" fmla="*/ 147161 w 319564"/>
                <a:gd name="connsiteY428" fmla="*/ 97631 h 446722"/>
                <a:gd name="connsiteX429" fmla="*/ 148114 w 319564"/>
                <a:gd name="connsiteY429" fmla="*/ 93821 h 446722"/>
                <a:gd name="connsiteX430" fmla="*/ 150971 w 319564"/>
                <a:gd name="connsiteY430" fmla="*/ 90964 h 446722"/>
                <a:gd name="connsiteX431" fmla="*/ 154305 w 319564"/>
                <a:gd name="connsiteY431" fmla="*/ 88583 h 446722"/>
                <a:gd name="connsiteX432" fmla="*/ 160496 w 319564"/>
                <a:gd name="connsiteY432" fmla="*/ 85725 h 446722"/>
                <a:gd name="connsiteX433" fmla="*/ 165735 w 319564"/>
                <a:gd name="connsiteY433" fmla="*/ 84772 h 446722"/>
                <a:gd name="connsiteX434" fmla="*/ 168592 w 319564"/>
                <a:gd name="connsiteY434" fmla="*/ 79058 h 446722"/>
                <a:gd name="connsiteX435" fmla="*/ 169069 w 319564"/>
                <a:gd name="connsiteY435" fmla="*/ 76200 h 446722"/>
                <a:gd name="connsiteX436" fmla="*/ 175736 w 319564"/>
                <a:gd name="connsiteY436" fmla="*/ 62865 h 446722"/>
                <a:gd name="connsiteX437" fmla="*/ 177165 w 319564"/>
                <a:gd name="connsiteY437" fmla="*/ 57150 h 446722"/>
                <a:gd name="connsiteX438" fmla="*/ 178117 w 319564"/>
                <a:gd name="connsiteY438" fmla="*/ 54769 h 446722"/>
                <a:gd name="connsiteX439" fmla="*/ 178594 w 319564"/>
                <a:gd name="connsiteY439" fmla="*/ 52388 h 446722"/>
                <a:gd name="connsiteX440" fmla="*/ 176689 w 319564"/>
                <a:gd name="connsiteY440" fmla="*/ 51435 h 446722"/>
                <a:gd name="connsiteX441" fmla="*/ 174784 w 319564"/>
                <a:gd name="connsiteY441" fmla="*/ 50483 h 446722"/>
                <a:gd name="connsiteX442" fmla="*/ 174308 w 319564"/>
                <a:gd name="connsiteY442" fmla="*/ 48578 h 446722"/>
                <a:gd name="connsiteX443" fmla="*/ 174308 w 319564"/>
                <a:gd name="connsiteY443" fmla="*/ 46196 h 446722"/>
                <a:gd name="connsiteX444" fmla="*/ 173355 w 319564"/>
                <a:gd name="connsiteY444" fmla="*/ 44768 h 446722"/>
                <a:gd name="connsiteX445" fmla="*/ 170021 w 319564"/>
                <a:gd name="connsiteY445" fmla="*/ 42863 h 446722"/>
                <a:gd name="connsiteX446" fmla="*/ 169069 w 319564"/>
                <a:gd name="connsiteY446" fmla="*/ 41434 h 446722"/>
                <a:gd name="connsiteX447" fmla="*/ 167164 w 319564"/>
                <a:gd name="connsiteY447" fmla="*/ 36671 h 446722"/>
                <a:gd name="connsiteX448" fmla="*/ 166211 w 319564"/>
                <a:gd name="connsiteY448" fmla="*/ 33814 h 446722"/>
                <a:gd name="connsiteX449" fmla="*/ 166211 w 319564"/>
                <a:gd name="connsiteY449" fmla="*/ 30480 h 446722"/>
                <a:gd name="connsiteX450" fmla="*/ 167164 w 319564"/>
                <a:gd name="connsiteY450" fmla="*/ 20003 h 446722"/>
                <a:gd name="connsiteX451" fmla="*/ 168592 w 319564"/>
                <a:gd name="connsiteY451" fmla="*/ 16669 h 446722"/>
                <a:gd name="connsiteX452" fmla="*/ 170973 w 319564"/>
                <a:gd name="connsiteY452" fmla="*/ 13811 h 446722"/>
                <a:gd name="connsiteX453" fmla="*/ 171927 w 319564"/>
                <a:gd name="connsiteY453" fmla="*/ 10954 h 446722"/>
                <a:gd name="connsiteX454" fmla="*/ 171450 w 319564"/>
                <a:gd name="connsiteY454" fmla="*/ 8096 h 446722"/>
                <a:gd name="connsiteX455" fmla="*/ 170498 w 319564"/>
                <a:gd name="connsiteY455" fmla="*/ 6191 h 446722"/>
                <a:gd name="connsiteX456" fmla="*/ 169069 w 319564"/>
                <a:gd name="connsiteY456" fmla="*/ 4763 h 446722"/>
                <a:gd name="connsiteX457" fmla="*/ 166688 w 319564"/>
                <a:gd name="connsiteY457" fmla="*/ 5239 h 446722"/>
                <a:gd name="connsiteX458" fmla="*/ 164306 w 319564"/>
                <a:gd name="connsiteY458" fmla="*/ 9049 h 446722"/>
                <a:gd name="connsiteX459" fmla="*/ 162877 w 319564"/>
                <a:gd name="connsiteY459" fmla="*/ 10478 h 446722"/>
                <a:gd name="connsiteX460" fmla="*/ 160020 w 319564"/>
                <a:gd name="connsiteY460" fmla="*/ 11906 h 446722"/>
                <a:gd name="connsiteX461" fmla="*/ 156686 w 319564"/>
                <a:gd name="connsiteY461" fmla="*/ 11430 h 446722"/>
                <a:gd name="connsiteX462" fmla="*/ 152400 w 319564"/>
                <a:gd name="connsiteY462" fmla="*/ 10001 h 446722"/>
                <a:gd name="connsiteX463" fmla="*/ 148114 w 319564"/>
                <a:gd name="connsiteY463" fmla="*/ 8572 h 446722"/>
                <a:gd name="connsiteX464" fmla="*/ 136684 w 319564"/>
                <a:gd name="connsiteY464" fmla="*/ 1905 h 446722"/>
                <a:gd name="connsiteX465" fmla="*/ 131445 w 319564"/>
                <a:gd name="connsiteY465" fmla="*/ 0 h 446722"/>
                <a:gd name="connsiteX466" fmla="*/ 129540 w 319564"/>
                <a:gd name="connsiteY466" fmla="*/ 0 h 446722"/>
                <a:gd name="connsiteX467" fmla="*/ 125254 w 319564"/>
                <a:gd name="connsiteY467" fmla="*/ 953 h 446722"/>
                <a:gd name="connsiteX468" fmla="*/ 123348 w 319564"/>
                <a:gd name="connsiteY468" fmla="*/ 476 h 446722"/>
                <a:gd name="connsiteX469" fmla="*/ 121444 w 319564"/>
                <a:gd name="connsiteY469" fmla="*/ 476 h 446722"/>
                <a:gd name="connsiteX470" fmla="*/ 118110 w 319564"/>
                <a:gd name="connsiteY470" fmla="*/ 2381 h 446722"/>
                <a:gd name="connsiteX471" fmla="*/ 114300 w 319564"/>
                <a:gd name="connsiteY471" fmla="*/ 3810 h 446722"/>
                <a:gd name="connsiteX472" fmla="*/ 113823 w 319564"/>
                <a:gd name="connsiteY472" fmla="*/ 8572 h 446722"/>
                <a:gd name="connsiteX473" fmla="*/ 112871 w 319564"/>
                <a:gd name="connsiteY473" fmla="*/ 12383 h 446722"/>
                <a:gd name="connsiteX474" fmla="*/ 111442 w 319564"/>
                <a:gd name="connsiteY474" fmla="*/ 15716 h 446722"/>
                <a:gd name="connsiteX475" fmla="*/ 106680 w 319564"/>
                <a:gd name="connsiteY475" fmla="*/ 33814 h 446722"/>
                <a:gd name="connsiteX476" fmla="*/ 107156 w 319564"/>
                <a:gd name="connsiteY476" fmla="*/ 37147 h 446722"/>
                <a:gd name="connsiteX477" fmla="*/ 109061 w 319564"/>
                <a:gd name="connsiteY477" fmla="*/ 40481 h 446722"/>
                <a:gd name="connsiteX478" fmla="*/ 109061 w 319564"/>
                <a:gd name="connsiteY478" fmla="*/ 42386 h 446722"/>
                <a:gd name="connsiteX479" fmla="*/ 108585 w 319564"/>
                <a:gd name="connsiteY479" fmla="*/ 46196 h 446722"/>
                <a:gd name="connsiteX480" fmla="*/ 109061 w 319564"/>
                <a:gd name="connsiteY480" fmla="*/ 52388 h 446722"/>
                <a:gd name="connsiteX481" fmla="*/ 108585 w 319564"/>
                <a:gd name="connsiteY481" fmla="*/ 57150 h 446722"/>
                <a:gd name="connsiteX482" fmla="*/ 105727 w 319564"/>
                <a:gd name="connsiteY482" fmla="*/ 63818 h 446722"/>
                <a:gd name="connsiteX483" fmla="*/ 105252 w 319564"/>
                <a:gd name="connsiteY483" fmla="*/ 67628 h 446722"/>
                <a:gd name="connsiteX484" fmla="*/ 105252 w 319564"/>
                <a:gd name="connsiteY484" fmla="*/ 71438 h 446722"/>
                <a:gd name="connsiteX485" fmla="*/ 105727 w 319564"/>
                <a:gd name="connsiteY485" fmla="*/ 75724 h 446722"/>
                <a:gd name="connsiteX486" fmla="*/ 108109 w 319564"/>
                <a:gd name="connsiteY486" fmla="*/ 81915 h 446722"/>
                <a:gd name="connsiteX487" fmla="*/ 108109 w 319564"/>
                <a:gd name="connsiteY487" fmla="*/ 83820 h 446722"/>
                <a:gd name="connsiteX488" fmla="*/ 107633 w 319564"/>
                <a:gd name="connsiteY488" fmla="*/ 85725 h 446722"/>
                <a:gd name="connsiteX489" fmla="*/ 106680 w 319564"/>
                <a:gd name="connsiteY489" fmla="*/ 87154 h 446722"/>
                <a:gd name="connsiteX490" fmla="*/ 104298 w 319564"/>
                <a:gd name="connsiteY490" fmla="*/ 87630 h 446722"/>
                <a:gd name="connsiteX491" fmla="*/ 100489 w 319564"/>
                <a:gd name="connsiteY491" fmla="*/ 87630 h 446722"/>
                <a:gd name="connsiteX492" fmla="*/ 99060 w 319564"/>
                <a:gd name="connsiteY492" fmla="*/ 87154 h 446722"/>
                <a:gd name="connsiteX493" fmla="*/ 96202 w 319564"/>
                <a:gd name="connsiteY493" fmla="*/ 82868 h 446722"/>
                <a:gd name="connsiteX494" fmla="*/ 94773 w 319564"/>
                <a:gd name="connsiteY494" fmla="*/ 81915 h 446722"/>
                <a:gd name="connsiteX495" fmla="*/ 92869 w 319564"/>
                <a:gd name="connsiteY495" fmla="*/ 80963 h 446722"/>
                <a:gd name="connsiteX496" fmla="*/ 91440 w 319564"/>
                <a:gd name="connsiteY496" fmla="*/ 79058 h 446722"/>
                <a:gd name="connsiteX497" fmla="*/ 89535 w 319564"/>
                <a:gd name="connsiteY497" fmla="*/ 77629 h 446722"/>
                <a:gd name="connsiteX498" fmla="*/ 88106 w 319564"/>
                <a:gd name="connsiteY498" fmla="*/ 78581 h 446722"/>
                <a:gd name="connsiteX499" fmla="*/ 87630 w 319564"/>
                <a:gd name="connsiteY499" fmla="*/ 80010 h 446722"/>
                <a:gd name="connsiteX500" fmla="*/ 87154 w 319564"/>
                <a:gd name="connsiteY500" fmla="*/ 86678 h 446722"/>
                <a:gd name="connsiteX501" fmla="*/ 87630 w 319564"/>
                <a:gd name="connsiteY501" fmla="*/ 88106 h 446722"/>
                <a:gd name="connsiteX502" fmla="*/ 89059 w 319564"/>
                <a:gd name="connsiteY502" fmla="*/ 90011 h 446722"/>
                <a:gd name="connsiteX503" fmla="*/ 90964 w 319564"/>
                <a:gd name="connsiteY503" fmla="*/ 91440 h 446722"/>
                <a:gd name="connsiteX504" fmla="*/ 91916 w 319564"/>
                <a:gd name="connsiteY504" fmla="*/ 92393 h 446722"/>
                <a:gd name="connsiteX505" fmla="*/ 92392 w 319564"/>
                <a:gd name="connsiteY505" fmla="*/ 93821 h 446722"/>
                <a:gd name="connsiteX506" fmla="*/ 93821 w 319564"/>
                <a:gd name="connsiteY506" fmla="*/ 107633 h 446722"/>
                <a:gd name="connsiteX507" fmla="*/ 94773 w 319564"/>
                <a:gd name="connsiteY507" fmla="*/ 110966 h 446722"/>
                <a:gd name="connsiteX508" fmla="*/ 96202 w 319564"/>
                <a:gd name="connsiteY508" fmla="*/ 114776 h 446722"/>
                <a:gd name="connsiteX509" fmla="*/ 97155 w 319564"/>
                <a:gd name="connsiteY509" fmla="*/ 118586 h 446722"/>
                <a:gd name="connsiteX510" fmla="*/ 97631 w 319564"/>
                <a:gd name="connsiteY510" fmla="*/ 123349 h 446722"/>
                <a:gd name="connsiteX511" fmla="*/ 99060 w 319564"/>
                <a:gd name="connsiteY511" fmla="*/ 127635 h 446722"/>
                <a:gd name="connsiteX512" fmla="*/ 100965 w 319564"/>
                <a:gd name="connsiteY512" fmla="*/ 129540 h 446722"/>
                <a:gd name="connsiteX513" fmla="*/ 103346 w 319564"/>
                <a:gd name="connsiteY513" fmla="*/ 129064 h 446722"/>
                <a:gd name="connsiteX514" fmla="*/ 104775 w 319564"/>
                <a:gd name="connsiteY514" fmla="*/ 129540 h 446722"/>
                <a:gd name="connsiteX515" fmla="*/ 105727 w 319564"/>
                <a:gd name="connsiteY515" fmla="*/ 133350 h 446722"/>
                <a:gd name="connsiteX516" fmla="*/ 108585 w 319564"/>
                <a:gd name="connsiteY516" fmla="*/ 135731 h 446722"/>
                <a:gd name="connsiteX517" fmla="*/ 109538 w 319564"/>
                <a:gd name="connsiteY517" fmla="*/ 139541 h 446722"/>
                <a:gd name="connsiteX518" fmla="*/ 110966 w 319564"/>
                <a:gd name="connsiteY518" fmla="*/ 140970 h 446722"/>
                <a:gd name="connsiteX519" fmla="*/ 112871 w 319564"/>
                <a:gd name="connsiteY519" fmla="*/ 141446 h 446722"/>
                <a:gd name="connsiteX520" fmla="*/ 114777 w 319564"/>
                <a:gd name="connsiteY520" fmla="*/ 141446 h 446722"/>
                <a:gd name="connsiteX521" fmla="*/ 115729 w 319564"/>
                <a:gd name="connsiteY521" fmla="*/ 140018 h 446722"/>
                <a:gd name="connsiteX522" fmla="*/ 115729 w 319564"/>
                <a:gd name="connsiteY522" fmla="*/ 136208 h 446722"/>
                <a:gd name="connsiteX523" fmla="*/ 114300 w 319564"/>
                <a:gd name="connsiteY523" fmla="*/ 130493 h 446722"/>
                <a:gd name="connsiteX524" fmla="*/ 115729 w 319564"/>
                <a:gd name="connsiteY524" fmla="*/ 126683 h 446722"/>
                <a:gd name="connsiteX525" fmla="*/ 117634 w 319564"/>
                <a:gd name="connsiteY525" fmla="*/ 129064 h 446722"/>
                <a:gd name="connsiteX526" fmla="*/ 120015 w 319564"/>
                <a:gd name="connsiteY526" fmla="*/ 130493 h 446722"/>
                <a:gd name="connsiteX527" fmla="*/ 123348 w 319564"/>
                <a:gd name="connsiteY527" fmla="*/ 130969 h 446722"/>
                <a:gd name="connsiteX528" fmla="*/ 126206 w 319564"/>
                <a:gd name="connsiteY528" fmla="*/ 132397 h 446722"/>
                <a:gd name="connsiteX529" fmla="*/ 128111 w 319564"/>
                <a:gd name="connsiteY529" fmla="*/ 134779 h 446722"/>
                <a:gd name="connsiteX530" fmla="*/ 128588 w 319564"/>
                <a:gd name="connsiteY530" fmla="*/ 137636 h 446722"/>
                <a:gd name="connsiteX531" fmla="*/ 127635 w 319564"/>
                <a:gd name="connsiteY531" fmla="*/ 140018 h 446722"/>
                <a:gd name="connsiteX532" fmla="*/ 119539 w 319564"/>
                <a:gd name="connsiteY532" fmla="*/ 147161 h 446722"/>
                <a:gd name="connsiteX533" fmla="*/ 118110 w 319564"/>
                <a:gd name="connsiteY533" fmla="*/ 148590 h 446722"/>
                <a:gd name="connsiteX534" fmla="*/ 117158 w 319564"/>
                <a:gd name="connsiteY534" fmla="*/ 150495 h 446722"/>
                <a:gd name="connsiteX535" fmla="*/ 117158 w 319564"/>
                <a:gd name="connsiteY535" fmla="*/ 157163 h 446722"/>
                <a:gd name="connsiteX536" fmla="*/ 117634 w 319564"/>
                <a:gd name="connsiteY536" fmla="*/ 163830 h 446722"/>
                <a:gd name="connsiteX537" fmla="*/ 120967 w 319564"/>
                <a:gd name="connsiteY537" fmla="*/ 160496 h 446722"/>
                <a:gd name="connsiteX538" fmla="*/ 124777 w 319564"/>
                <a:gd name="connsiteY538" fmla="*/ 160972 h 446722"/>
                <a:gd name="connsiteX539" fmla="*/ 128111 w 319564"/>
                <a:gd name="connsiteY539" fmla="*/ 165259 h 446722"/>
                <a:gd name="connsiteX540" fmla="*/ 130492 w 319564"/>
                <a:gd name="connsiteY540" fmla="*/ 165259 h 446722"/>
                <a:gd name="connsiteX541" fmla="*/ 133350 w 319564"/>
                <a:gd name="connsiteY541" fmla="*/ 168116 h 446722"/>
                <a:gd name="connsiteX542" fmla="*/ 137160 w 319564"/>
                <a:gd name="connsiteY542" fmla="*/ 169545 h 446722"/>
                <a:gd name="connsiteX543" fmla="*/ 141923 w 319564"/>
                <a:gd name="connsiteY543" fmla="*/ 169069 h 446722"/>
                <a:gd name="connsiteX544" fmla="*/ 145256 w 319564"/>
                <a:gd name="connsiteY544" fmla="*/ 166688 h 446722"/>
                <a:gd name="connsiteX545" fmla="*/ 145256 w 319564"/>
                <a:gd name="connsiteY545" fmla="*/ 163830 h 446722"/>
                <a:gd name="connsiteX546" fmla="*/ 147161 w 319564"/>
                <a:gd name="connsiteY546" fmla="*/ 161925 h 446722"/>
                <a:gd name="connsiteX547" fmla="*/ 151923 w 319564"/>
                <a:gd name="connsiteY547" fmla="*/ 159544 h 446722"/>
                <a:gd name="connsiteX548" fmla="*/ 153352 w 319564"/>
                <a:gd name="connsiteY548" fmla="*/ 159068 h 446722"/>
                <a:gd name="connsiteX549" fmla="*/ 155258 w 319564"/>
                <a:gd name="connsiteY549" fmla="*/ 158591 h 446722"/>
                <a:gd name="connsiteX550" fmla="*/ 156686 w 319564"/>
                <a:gd name="connsiteY550" fmla="*/ 159068 h 446722"/>
                <a:gd name="connsiteX551" fmla="*/ 166688 w 319564"/>
                <a:gd name="connsiteY551" fmla="*/ 164306 h 446722"/>
                <a:gd name="connsiteX552" fmla="*/ 171450 w 319564"/>
                <a:gd name="connsiteY552" fmla="*/ 171926 h 446722"/>
                <a:gd name="connsiteX553" fmla="*/ 319564 w 319564"/>
                <a:gd name="connsiteY553" fmla="*/ 374333 h 446722"/>
                <a:gd name="connsiteX554" fmla="*/ 318611 w 319564"/>
                <a:gd name="connsiteY554" fmla="*/ 372904 h 446722"/>
                <a:gd name="connsiteX555" fmla="*/ 316706 w 319564"/>
                <a:gd name="connsiteY555" fmla="*/ 371951 h 446722"/>
                <a:gd name="connsiteX556" fmla="*/ 314802 w 319564"/>
                <a:gd name="connsiteY556" fmla="*/ 369570 h 446722"/>
                <a:gd name="connsiteX557" fmla="*/ 314325 w 319564"/>
                <a:gd name="connsiteY557" fmla="*/ 366236 h 446722"/>
                <a:gd name="connsiteX558" fmla="*/ 315277 w 319564"/>
                <a:gd name="connsiteY558" fmla="*/ 358616 h 446722"/>
                <a:gd name="connsiteX559" fmla="*/ 315277 w 319564"/>
                <a:gd name="connsiteY559" fmla="*/ 356711 h 446722"/>
                <a:gd name="connsiteX560" fmla="*/ 312420 w 319564"/>
                <a:gd name="connsiteY560" fmla="*/ 352425 h 446722"/>
                <a:gd name="connsiteX561" fmla="*/ 311944 w 319564"/>
                <a:gd name="connsiteY561" fmla="*/ 347186 h 446722"/>
                <a:gd name="connsiteX562" fmla="*/ 309086 w 319564"/>
                <a:gd name="connsiteY562" fmla="*/ 345281 h 446722"/>
                <a:gd name="connsiteX563" fmla="*/ 305277 w 319564"/>
                <a:gd name="connsiteY563" fmla="*/ 344805 h 446722"/>
                <a:gd name="connsiteX564" fmla="*/ 304323 w 319564"/>
                <a:gd name="connsiteY564" fmla="*/ 343376 h 446722"/>
                <a:gd name="connsiteX565" fmla="*/ 304323 w 319564"/>
                <a:gd name="connsiteY565" fmla="*/ 342424 h 446722"/>
                <a:gd name="connsiteX566" fmla="*/ 307181 w 319564"/>
                <a:gd name="connsiteY566" fmla="*/ 340043 h 446722"/>
                <a:gd name="connsiteX567" fmla="*/ 308610 w 319564"/>
                <a:gd name="connsiteY567" fmla="*/ 338614 h 446722"/>
                <a:gd name="connsiteX568" fmla="*/ 310515 w 319564"/>
                <a:gd name="connsiteY568" fmla="*/ 335280 h 446722"/>
                <a:gd name="connsiteX569" fmla="*/ 310039 w 319564"/>
                <a:gd name="connsiteY569" fmla="*/ 331470 h 446722"/>
                <a:gd name="connsiteX570" fmla="*/ 306705 w 319564"/>
                <a:gd name="connsiteY570" fmla="*/ 327184 h 446722"/>
                <a:gd name="connsiteX571" fmla="*/ 306229 w 319564"/>
                <a:gd name="connsiteY571" fmla="*/ 325755 h 446722"/>
                <a:gd name="connsiteX572" fmla="*/ 306229 w 319564"/>
                <a:gd name="connsiteY572" fmla="*/ 320516 h 446722"/>
                <a:gd name="connsiteX573" fmla="*/ 302419 w 319564"/>
                <a:gd name="connsiteY573" fmla="*/ 320993 h 446722"/>
                <a:gd name="connsiteX574" fmla="*/ 299561 w 319564"/>
                <a:gd name="connsiteY574" fmla="*/ 319088 h 446722"/>
                <a:gd name="connsiteX575" fmla="*/ 297656 w 319564"/>
                <a:gd name="connsiteY575" fmla="*/ 315278 h 446722"/>
                <a:gd name="connsiteX576" fmla="*/ 294798 w 319564"/>
                <a:gd name="connsiteY576" fmla="*/ 312420 h 446722"/>
                <a:gd name="connsiteX577" fmla="*/ 286702 w 319564"/>
                <a:gd name="connsiteY577" fmla="*/ 307658 h 446722"/>
                <a:gd name="connsiteX578" fmla="*/ 282416 w 319564"/>
                <a:gd name="connsiteY578" fmla="*/ 304324 h 446722"/>
                <a:gd name="connsiteX579" fmla="*/ 280511 w 319564"/>
                <a:gd name="connsiteY579" fmla="*/ 304324 h 446722"/>
                <a:gd name="connsiteX580" fmla="*/ 278606 w 319564"/>
                <a:gd name="connsiteY580" fmla="*/ 307181 h 446722"/>
                <a:gd name="connsiteX581" fmla="*/ 281940 w 319564"/>
                <a:gd name="connsiteY581" fmla="*/ 320516 h 446722"/>
                <a:gd name="connsiteX582" fmla="*/ 282892 w 319564"/>
                <a:gd name="connsiteY582" fmla="*/ 325279 h 446722"/>
                <a:gd name="connsiteX583" fmla="*/ 281940 w 319564"/>
                <a:gd name="connsiteY583" fmla="*/ 329565 h 446722"/>
                <a:gd name="connsiteX584" fmla="*/ 277654 w 319564"/>
                <a:gd name="connsiteY584" fmla="*/ 330518 h 446722"/>
                <a:gd name="connsiteX585" fmla="*/ 273367 w 319564"/>
                <a:gd name="connsiteY585" fmla="*/ 329565 h 446722"/>
                <a:gd name="connsiteX586" fmla="*/ 271939 w 319564"/>
                <a:gd name="connsiteY586" fmla="*/ 329565 h 446722"/>
                <a:gd name="connsiteX587" fmla="*/ 270986 w 319564"/>
                <a:gd name="connsiteY587" fmla="*/ 332899 h 446722"/>
                <a:gd name="connsiteX588" fmla="*/ 269558 w 319564"/>
                <a:gd name="connsiteY588" fmla="*/ 334804 h 446722"/>
                <a:gd name="connsiteX589" fmla="*/ 266223 w 319564"/>
                <a:gd name="connsiteY589" fmla="*/ 333851 h 446722"/>
                <a:gd name="connsiteX590" fmla="*/ 262890 w 319564"/>
                <a:gd name="connsiteY590" fmla="*/ 331470 h 446722"/>
                <a:gd name="connsiteX591" fmla="*/ 260509 w 319564"/>
                <a:gd name="connsiteY591" fmla="*/ 330994 h 446722"/>
                <a:gd name="connsiteX592" fmla="*/ 258604 w 319564"/>
                <a:gd name="connsiteY592" fmla="*/ 332422 h 446722"/>
                <a:gd name="connsiteX593" fmla="*/ 258127 w 319564"/>
                <a:gd name="connsiteY593" fmla="*/ 334328 h 446722"/>
                <a:gd name="connsiteX594" fmla="*/ 257175 w 319564"/>
                <a:gd name="connsiteY594" fmla="*/ 340519 h 446722"/>
                <a:gd name="connsiteX595" fmla="*/ 256223 w 319564"/>
                <a:gd name="connsiteY595" fmla="*/ 344805 h 446722"/>
                <a:gd name="connsiteX596" fmla="*/ 252413 w 319564"/>
                <a:gd name="connsiteY596" fmla="*/ 346234 h 446722"/>
                <a:gd name="connsiteX597" fmla="*/ 246698 w 319564"/>
                <a:gd name="connsiteY597" fmla="*/ 343376 h 446722"/>
                <a:gd name="connsiteX598" fmla="*/ 245269 w 319564"/>
                <a:gd name="connsiteY598" fmla="*/ 343376 h 446722"/>
                <a:gd name="connsiteX599" fmla="*/ 243840 w 319564"/>
                <a:gd name="connsiteY599" fmla="*/ 344805 h 446722"/>
                <a:gd name="connsiteX600" fmla="*/ 242888 w 319564"/>
                <a:gd name="connsiteY600" fmla="*/ 346710 h 446722"/>
                <a:gd name="connsiteX601" fmla="*/ 241459 w 319564"/>
                <a:gd name="connsiteY601" fmla="*/ 350996 h 446722"/>
                <a:gd name="connsiteX602" fmla="*/ 239554 w 319564"/>
                <a:gd name="connsiteY602" fmla="*/ 354806 h 446722"/>
                <a:gd name="connsiteX603" fmla="*/ 238602 w 319564"/>
                <a:gd name="connsiteY603" fmla="*/ 356235 h 446722"/>
                <a:gd name="connsiteX604" fmla="*/ 237173 w 319564"/>
                <a:gd name="connsiteY604" fmla="*/ 357188 h 446722"/>
                <a:gd name="connsiteX605" fmla="*/ 231458 w 319564"/>
                <a:gd name="connsiteY605" fmla="*/ 358616 h 446722"/>
                <a:gd name="connsiteX606" fmla="*/ 229077 w 319564"/>
                <a:gd name="connsiteY606" fmla="*/ 359569 h 446722"/>
                <a:gd name="connsiteX607" fmla="*/ 224790 w 319564"/>
                <a:gd name="connsiteY607" fmla="*/ 362426 h 446722"/>
                <a:gd name="connsiteX608" fmla="*/ 223361 w 319564"/>
                <a:gd name="connsiteY608" fmla="*/ 361950 h 446722"/>
                <a:gd name="connsiteX609" fmla="*/ 226695 w 319564"/>
                <a:gd name="connsiteY609" fmla="*/ 359093 h 446722"/>
                <a:gd name="connsiteX610" fmla="*/ 227648 w 319564"/>
                <a:gd name="connsiteY610" fmla="*/ 357664 h 446722"/>
                <a:gd name="connsiteX611" fmla="*/ 227171 w 319564"/>
                <a:gd name="connsiteY611" fmla="*/ 351472 h 446722"/>
                <a:gd name="connsiteX612" fmla="*/ 226695 w 319564"/>
                <a:gd name="connsiteY612" fmla="*/ 349568 h 446722"/>
                <a:gd name="connsiteX613" fmla="*/ 224314 w 319564"/>
                <a:gd name="connsiteY613" fmla="*/ 345758 h 446722"/>
                <a:gd name="connsiteX614" fmla="*/ 220980 w 319564"/>
                <a:gd name="connsiteY614" fmla="*/ 343376 h 446722"/>
                <a:gd name="connsiteX615" fmla="*/ 217170 w 319564"/>
                <a:gd name="connsiteY615" fmla="*/ 342424 h 446722"/>
                <a:gd name="connsiteX616" fmla="*/ 214789 w 319564"/>
                <a:gd name="connsiteY616" fmla="*/ 341471 h 446722"/>
                <a:gd name="connsiteX617" fmla="*/ 212408 w 319564"/>
                <a:gd name="connsiteY617" fmla="*/ 340519 h 446722"/>
                <a:gd name="connsiteX618" fmla="*/ 210502 w 319564"/>
                <a:gd name="connsiteY618" fmla="*/ 343376 h 446722"/>
                <a:gd name="connsiteX619" fmla="*/ 209073 w 319564"/>
                <a:gd name="connsiteY619" fmla="*/ 344805 h 446722"/>
                <a:gd name="connsiteX620" fmla="*/ 207645 w 319564"/>
                <a:gd name="connsiteY620" fmla="*/ 345758 h 446722"/>
                <a:gd name="connsiteX621" fmla="*/ 202883 w 319564"/>
                <a:gd name="connsiteY621" fmla="*/ 346710 h 446722"/>
                <a:gd name="connsiteX622" fmla="*/ 200977 w 319564"/>
                <a:gd name="connsiteY622" fmla="*/ 347663 h 446722"/>
                <a:gd name="connsiteX623" fmla="*/ 199548 w 319564"/>
                <a:gd name="connsiteY623" fmla="*/ 349091 h 446722"/>
                <a:gd name="connsiteX624" fmla="*/ 198596 w 319564"/>
                <a:gd name="connsiteY624" fmla="*/ 350520 h 446722"/>
                <a:gd name="connsiteX625" fmla="*/ 198120 w 319564"/>
                <a:gd name="connsiteY625" fmla="*/ 351949 h 446722"/>
                <a:gd name="connsiteX626" fmla="*/ 198120 w 319564"/>
                <a:gd name="connsiteY626" fmla="*/ 354330 h 446722"/>
                <a:gd name="connsiteX627" fmla="*/ 198120 w 319564"/>
                <a:gd name="connsiteY627" fmla="*/ 356711 h 446722"/>
                <a:gd name="connsiteX628" fmla="*/ 195263 w 319564"/>
                <a:gd name="connsiteY628" fmla="*/ 359093 h 446722"/>
                <a:gd name="connsiteX629" fmla="*/ 191452 w 319564"/>
                <a:gd name="connsiteY629" fmla="*/ 360045 h 446722"/>
                <a:gd name="connsiteX630" fmla="*/ 187166 w 319564"/>
                <a:gd name="connsiteY630" fmla="*/ 360045 h 446722"/>
                <a:gd name="connsiteX631" fmla="*/ 184309 w 319564"/>
                <a:gd name="connsiteY631" fmla="*/ 361474 h 446722"/>
                <a:gd name="connsiteX632" fmla="*/ 177641 w 319564"/>
                <a:gd name="connsiteY632" fmla="*/ 362903 h 446722"/>
                <a:gd name="connsiteX633" fmla="*/ 175736 w 319564"/>
                <a:gd name="connsiteY633" fmla="*/ 363379 h 446722"/>
                <a:gd name="connsiteX634" fmla="*/ 172402 w 319564"/>
                <a:gd name="connsiteY634" fmla="*/ 366236 h 446722"/>
                <a:gd name="connsiteX635" fmla="*/ 168592 w 319564"/>
                <a:gd name="connsiteY635" fmla="*/ 370999 h 446722"/>
                <a:gd name="connsiteX636" fmla="*/ 168116 w 319564"/>
                <a:gd name="connsiteY636" fmla="*/ 372428 h 446722"/>
                <a:gd name="connsiteX637" fmla="*/ 168116 w 319564"/>
                <a:gd name="connsiteY637" fmla="*/ 375761 h 446722"/>
                <a:gd name="connsiteX638" fmla="*/ 165735 w 319564"/>
                <a:gd name="connsiteY638" fmla="*/ 385763 h 446722"/>
                <a:gd name="connsiteX639" fmla="*/ 163830 w 319564"/>
                <a:gd name="connsiteY639" fmla="*/ 388620 h 446722"/>
                <a:gd name="connsiteX640" fmla="*/ 161448 w 319564"/>
                <a:gd name="connsiteY640" fmla="*/ 391478 h 446722"/>
                <a:gd name="connsiteX641" fmla="*/ 160973 w 319564"/>
                <a:gd name="connsiteY641" fmla="*/ 395764 h 446722"/>
                <a:gd name="connsiteX642" fmla="*/ 162877 w 319564"/>
                <a:gd name="connsiteY642" fmla="*/ 399574 h 446722"/>
                <a:gd name="connsiteX643" fmla="*/ 165259 w 319564"/>
                <a:gd name="connsiteY643" fmla="*/ 401003 h 446722"/>
                <a:gd name="connsiteX644" fmla="*/ 167640 w 319564"/>
                <a:gd name="connsiteY644" fmla="*/ 401479 h 446722"/>
                <a:gd name="connsiteX645" fmla="*/ 169069 w 319564"/>
                <a:gd name="connsiteY645" fmla="*/ 400050 h 446722"/>
                <a:gd name="connsiteX646" fmla="*/ 170021 w 319564"/>
                <a:gd name="connsiteY646" fmla="*/ 398145 h 446722"/>
                <a:gd name="connsiteX647" fmla="*/ 172402 w 319564"/>
                <a:gd name="connsiteY647" fmla="*/ 392430 h 446722"/>
                <a:gd name="connsiteX648" fmla="*/ 174784 w 319564"/>
                <a:gd name="connsiteY648" fmla="*/ 386715 h 446722"/>
                <a:gd name="connsiteX649" fmla="*/ 179070 w 319564"/>
                <a:gd name="connsiteY649" fmla="*/ 379095 h 446722"/>
                <a:gd name="connsiteX650" fmla="*/ 180023 w 319564"/>
                <a:gd name="connsiteY650" fmla="*/ 376238 h 446722"/>
                <a:gd name="connsiteX651" fmla="*/ 180975 w 319564"/>
                <a:gd name="connsiteY651" fmla="*/ 375285 h 446722"/>
                <a:gd name="connsiteX652" fmla="*/ 184785 w 319564"/>
                <a:gd name="connsiteY652" fmla="*/ 372428 h 446722"/>
                <a:gd name="connsiteX653" fmla="*/ 188119 w 319564"/>
                <a:gd name="connsiteY653" fmla="*/ 371951 h 446722"/>
                <a:gd name="connsiteX654" fmla="*/ 190977 w 319564"/>
                <a:gd name="connsiteY654" fmla="*/ 373856 h 446722"/>
                <a:gd name="connsiteX655" fmla="*/ 191929 w 319564"/>
                <a:gd name="connsiteY655" fmla="*/ 379571 h 446722"/>
                <a:gd name="connsiteX656" fmla="*/ 192881 w 319564"/>
                <a:gd name="connsiteY656" fmla="*/ 380524 h 446722"/>
                <a:gd name="connsiteX657" fmla="*/ 195263 w 319564"/>
                <a:gd name="connsiteY657" fmla="*/ 380524 h 446722"/>
                <a:gd name="connsiteX658" fmla="*/ 197644 w 319564"/>
                <a:gd name="connsiteY658" fmla="*/ 380047 h 446722"/>
                <a:gd name="connsiteX659" fmla="*/ 199548 w 319564"/>
                <a:gd name="connsiteY659" fmla="*/ 377666 h 446722"/>
                <a:gd name="connsiteX660" fmla="*/ 200977 w 319564"/>
                <a:gd name="connsiteY660" fmla="*/ 374809 h 446722"/>
                <a:gd name="connsiteX661" fmla="*/ 201930 w 319564"/>
                <a:gd name="connsiteY661" fmla="*/ 375761 h 446722"/>
                <a:gd name="connsiteX662" fmla="*/ 202406 w 319564"/>
                <a:gd name="connsiteY662" fmla="*/ 377190 h 446722"/>
                <a:gd name="connsiteX663" fmla="*/ 202883 w 319564"/>
                <a:gd name="connsiteY663" fmla="*/ 379095 h 446722"/>
                <a:gd name="connsiteX664" fmla="*/ 203835 w 319564"/>
                <a:gd name="connsiteY664" fmla="*/ 380524 h 446722"/>
                <a:gd name="connsiteX665" fmla="*/ 207169 w 319564"/>
                <a:gd name="connsiteY665" fmla="*/ 382905 h 446722"/>
                <a:gd name="connsiteX666" fmla="*/ 210979 w 319564"/>
                <a:gd name="connsiteY666" fmla="*/ 384810 h 446722"/>
                <a:gd name="connsiteX667" fmla="*/ 213836 w 319564"/>
                <a:gd name="connsiteY667" fmla="*/ 376238 h 446722"/>
                <a:gd name="connsiteX668" fmla="*/ 213836 w 319564"/>
                <a:gd name="connsiteY668" fmla="*/ 374809 h 446722"/>
                <a:gd name="connsiteX669" fmla="*/ 213836 w 319564"/>
                <a:gd name="connsiteY669" fmla="*/ 373380 h 446722"/>
                <a:gd name="connsiteX670" fmla="*/ 214313 w 319564"/>
                <a:gd name="connsiteY670" fmla="*/ 371475 h 446722"/>
                <a:gd name="connsiteX671" fmla="*/ 216217 w 319564"/>
                <a:gd name="connsiteY671" fmla="*/ 370522 h 446722"/>
                <a:gd name="connsiteX672" fmla="*/ 218123 w 319564"/>
                <a:gd name="connsiteY672" fmla="*/ 370522 h 446722"/>
                <a:gd name="connsiteX673" fmla="*/ 220027 w 319564"/>
                <a:gd name="connsiteY673" fmla="*/ 370999 h 446722"/>
                <a:gd name="connsiteX674" fmla="*/ 221933 w 319564"/>
                <a:gd name="connsiteY674" fmla="*/ 371951 h 446722"/>
                <a:gd name="connsiteX675" fmla="*/ 223361 w 319564"/>
                <a:gd name="connsiteY675" fmla="*/ 373380 h 446722"/>
                <a:gd name="connsiteX676" fmla="*/ 230505 w 319564"/>
                <a:gd name="connsiteY676" fmla="*/ 376238 h 446722"/>
                <a:gd name="connsiteX677" fmla="*/ 233839 w 319564"/>
                <a:gd name="connsiteY677" fmla="*/ 379095 h 446722"/>
                <a:gd name="connsiteX678" fmla="*/ 237648 w 319564"/>
                <a:gd name="connsiteY678" fmla="*/ 383858 h 446722"/>
                <a:gd name="connsiteX679" fmla="*/ 238602 w 319564"/>
                <a:gd name="connsiteY679" fmla="*/ 385286 h 446722"/>
                <a:gd name="connsiteX680" fmla="*/ 238602 w 319564"/>
                <a:gd name="connsiteY680" fmla="*/ 387668 h 446722"/>
                <a:gd name="connsiteX681" fmla="*/ 237648 w 319564"/>
                <a:gd name="connsiteY681" fmla="*/ 390049 h 446722"/>
                <a:gd name="connsiteX682" fmla="*/ 236696 w 319564"/>
                <a:gd name="connsiteY682" fmla="*/ 391478 h 446722"/>
                <a:gd name="connsiteX683" fmla="*/ 235267 w 319564"/>
                <a:gd name="connsiteY683" fmla="*/ 392906 h 446722"/>
                <a:gd name="connsiteX684" fmla="*/ 232886 w 319564"/>
                <a:gd name="connsiteY684" fmla="*/ 394811 h 446722"/>
                <a:gd name="connsiteX685" fmla="*/ 230981 w 319564"/>
                <a:gd name="connsiteY685" fmla="*/ 399097 h 446722"/>
                <a:gd name="connsiteX686" fmla="*/ 230981 w 319564"/>
                <a:gd name="connsiteY686" fmla="*/ 401479 h 446722"/>
                <a:gd name="connsiteX687" fmla="*/ 231458 w 319564"/>
                <a:gd name="connsiteY687" fmla="*/ 403860 h 446722"/>
                <a:gd name="connsiteX688" fmla="*/ 233363 w 319564"/>
                <a:gd name="connsiteY688" fmla="*/ 410528 h 446722"/>
                <a:gd name="connsiteX689" fmla="*/ 233363 w 319564"/>
                <a:gd name="connsiteY689" fmla="*/ 414814 h 446722"/>
                <a:gd name="connsiteX690" fmla="*/ 234315 w 319564"/>
                <a:gd name="connsiteY690" fmla="*/ 419100 h 446722"/>
                <a:gd name="connsiteX691" fmla="*/ 239077 w 319564"/>
                <a:gd name="connsiteY691" fmla="*/ 424815 h 446722"/>
                <a:gd name="connsiteX692" fmla="*/ 245269 w 319564"/>
                <a:gd name="connsiteY692" fmla="*/ 428625 h 446722"/>
                <a:gd name="connsiteX693" fmla="*/ 253365 w 319564"/>
                <a:gd name="connsiteY693" fmla="*/ 432911 h 446722"/>
                <a:gd name="connsiteX694" fmla="*/ 263366 w 319564"/>
                <a:gd name="connsiteY694" fmla="*/ 437197 h 446722"/>
                <a:gd name="connsiteX695" fmla="*/ 264795 w 319564"/>
                <a:gd name="connsiteY695" fmla="*/ 437674 h 446722"/>
                <a:gd name="connsiteX696" fmla="*/ 266700 w 319564"/>
                <a:gd name="connsiteY696" fmla="*/ 437674 h 446722"/>
                <a:gd name="connsiteX697" fmla="*/ 268129 w 319564"/>
                <a:gd name="connsiteY697" fmla="*/ 436245 h 446722"/>
                <a:gd name="connsiteX698" fmla="*/ 271463 w 319564"/>
                <a:gd name="connsiteY698" fmla="*/ 431483 h 446722"/>
                <a:gd name="connsiteX699" fmla="*/ 271939 w 319564"/>
                <a:gd name="connsiteY699" fmla="*/ 431006 h 446722"/>
                <a:gd name="connsiteX700" fmla="*/ 273367 w 319564"/>
                <a:gd name="connsiteY700" fmla="*/ 430530 h 446722"/>
                <a:gd name="connsiteX701" fmla="*/ 274796 w 319564"/>
                <a:gd name="connsiteY701" fmla="*/ 431959 h 446722"/>
                <a:gd name="connsiteX702" fmla="*/ 274796 w 319564"/>
                <a:gd name="connsiteY702" fmla="*/ 435769 h 446722"/>
                <a:gd name="connsiteX703" fmla="*/ 273844 w 319564"/>
                <a:gd name="connsiteY703" fmla="*/ 439579 h 446722"/>
                <a:gd name="connsiteX704" fmla="*/ 274320 w 319564"/>
                <a:gd name="connsiteY704" fmla="*/ 441484 h 446722"/>
                <a:gd name="connsiteX705" fmla="*/ 275748 w 319564"/>
                <a:gd name="connsiteY705" fmla="*/ 445770 h 446722"/>
                <a:gd name="connsiteX706" fmla="*/ 277654 w 319564"/>
                <a:gd name="connsiteY706" fmla="*/ 446722 h 446722"/>
                <a:gd name="connsiteX707" fmla="*/ 281464 w 319564"/>
                <a:gd name="connsiteY707" fmla="*/ 444341 h 446722"/>
                <a:gd name="connsiteX708" fmla="*/ 286702 w 319564"/>
                <a:gd name="connsiteY708" fmla="*/ 437197 h 446722"/>
                <a:gd name="connsiteX709" fmla="*/ 288608 w 319564"/>
                <a:gd name="connsiteY709" fmla="*/ 433388 h 446722"/>
                <a:gd name="connsiteX710" fmla="*/ 288608 w 319564"/>
                <a:gd name="connsiteY710" fmla="*/ 425291 h 446722"/>
                <a:gd name="connsiteX711" fmla="*/ 285750 w 319564"/>
                <a:gd name="connsiteY711" fmla="*/ 417195 h 446722"/>
                <a:gd name="connsiteX712" fmla="*/ 284798 w 319564"/>
                <a:gd name="connsiteY712" fmla="*/ 416243 h 446722"/>
                <a:gd name="connsiteX713" fmla="*/ 281940 w 319564"/>
                <a:gd name="connsiteY713" fmla="*/ 413861 h 446722"/>
                <a:gd name="connsiteX714" fmla="*/ 280035 w 319564"/>
                <a:gd name="connsiteY714" fmla="*/ 412909 h 446722"/>
                <a:gd name="connsiteX715" fmla="*/ 278130 w 319564"/>
                <a:gd name="connsiteY715" fmla="*/ 410051 h 446722"/>
                <a:gd name="connsiteX716" fmla="*/ 278606 w 319564"/>
                <a:gd name="connsiteY716" fmla="*/ 406718 h 446722"/>
                <a:gd name="connsiteX717" fmla="*/ 280988 w 319564"/>
                <a:gd name="connsiteY717" fmla="*/ 402908 h 446722"/>
                <a:gd name="connsiteX718" fmla="*/ 283845 w 319564"/>
                <a:gd name="connsiteY718" fmla="*/ 399574 h 446722"/>
                <a:gd name="connsiteX719" fmla="*/ 287179 w 319564"/>
                <a:gd name="connsiteY719" fmla="*/ 396716 h 446722"/>
                <a:gd name="connsiteX720" fmla="*/ 287655 w 319564"/>
                <a:gd name="connsiteY720" fmla="*/ 394811 h 446722"/>
                <a:gd name="connsiteX721" fmla="*/ 288131 w 319564"/>
                <a:gd name="connsiteY721" fmla="*/ 392906 h 446722"/>
                <a:gd name="connsiteX722" fmla="*/ 288608 w 319564"/>
                <a:gd name="connsiteY722" fmla="*/ 391478 h 446722"/>
                <a:gd name="connsiteX723" fmla="*/ 291465 w 319564"/>
                <a:gd name="connsiteY723" fmla="*/ 389572 h 446722"/>
                <a:gd name="connsiteX724" fmla="*/ 293370 w 319564"/>
                <a:gd name="connsiteY724" fmla="*/ 389096 h 446722"/>
                <a:gd name="connsiteX725" fmla="*/ 295752 w 319564"/>
                <a:gd name="connsiteY725" fmla="*/ 396240 h 446722"/>
                <a:gd name="connsiteX726" fmla="*/ 297656 w 319564"/>
                <a:gd name="connsiteY726" fmla="*/ 399097 h 446722"/>
                <a:gd name="connsiteX727" fmla="*/ 298609 w 319564"/>
                <a:gd name="connsiteY727" fmla="*/ 401955 h 446722"/>
                <a:gd name="connsiteX728" fmla="*/ 300514 w 319564"/>
                <a:gd name="connsiteY728" fmla="*/ 405289 h 446722"/>
                <a:gd name="connsiteX729" fmla="*/ 301942 w 319564"/>
                <a:gd name="connsiteY729" fmla="*/ 409099 h 446722"/>
                <a:gd name="connsiteX730" fmla="*/ 302895 w 319564"/>
                <a:gd name="connsiteY730" fmla="*/ 417195 h 446722"/>
                <a:gd name="connsiteX731" fmla="*/ 303848 w 319564"/>
                <a:gd name="connsiteY731" fmla="*/ 420529 h 446722"/>
                <a:gd name="connsiteX732" fmla="*/ 305277 w 319564"/>
                <a:gd name="connsiteY732" fmla="*/ 423386 h 446722"/>
                <a:gd name="connsiteX733" fmla="*/ 306229 w 319564"/>
                <a:gd name="connsiteY733" fmla="*/ 417671 h 446722"/>
                <a:gd name="connsiteX734" fmla="*/ 306705 w 319564"/>
                <a:gd name="connsiteY734" fmla="*/ 409099 h 446722"/>
                <a:gd name="connsiteX735" fmla="*/ 305277 w 319564"/>
                <a:gd name="connsiteY735" fmla="*/ 405289 h 446722"/>
                <a:gd name="connsiteX736" fmla="*/ 306229 w 319564"/>
                <a:gd name="connsiteY736" fmla="*/ 403860 h 446722"/>
                <a:gd name="connsiteX737" fmla="*/ 309086 w 319564"/>
                <a:gd name="connsiteY737" fmla="*/ 404336 h 446722"/>
                <a:gd name="connsiteX738" fmla="*/ 313848 w 319564"/>
                <a:gd name="connsiteY738" fmla="*/ 400050 h 446722"/>
                <a:gd name="connsiteX739" fmla="*/ 317659 w 319564"/>
                <a:gd name="connsiteY739" fmla="*/ 394335 h 446722"/>
                <a:gd name="connsiteX740" fmla="*/ 318611 w 319564"/>
                <a:gd name="connsiteY740" fmla="*/ 391954 h 446722"/>
                <a:gd name="connsiteX741" fmla="*/ 319088 w 319564"/>
                <a:gd name="connsiteY741" fmla="*/ 389572 h 446722"/>
                <a:gd name="connsiteX742" fmla="*/ 319088 w 319564"/>
                <a:gd name="connsiteY742" fmla="*/ 381953 h 446722"/>
                <a:gd name="connsiteX743" fmla="*/ 319564 w 319564"/>
                <a:gd name="connsiteY743" fmla="*/ 374333 h 446722"/>
                <a:gd name="connsiteX744" fmla="*/ 83344 w 319564"/>
                <a:gd name="connsiteY744" fmla="*/ 271939 h 446722"/>
                <a:gd name="connsiteX745" fmla="*/ 80486 w 319564"/>
                <a:gd name="connsiteY745" fmla="*/ 263366 h 446722"/>
                <a:gd name="connsiteX746" fmla="*/ 81915 w 319564"/>
                <a:gd name="connsiteY746" fmla="*/ 260033 h 446722"/>
                <a:gd name="connsiteX747" fmla="*/ 80963 w 319564"/>
                <a:gd name="connsiteY747" fmla="*/ 258128 h 446722"/>
                <a:gd name="connsiteX748" fmla="*/ 80963 w 319564"/>
                <a:gd name="connsiteY748" fmla="*/ 256222 h 446722"/>
                <a:gd name="connsiteX749" fmla="*/ 81915 w 319564"/>
                <a:gd name="connsiteY749" fmla="*/ 252413 h 446722"/>
                <a:gd name="connsiteX750" fmla="*/ 81915 w 319564"/>
                <a:gd name="connsiteY750" fmla="*/ 250984 h 446722"/>
                <a:gd name="connsiteX751" fmla="*/ 80010 w 319564"/>
                <a:gd name="connsiteY751" fmla="*/ 250031 h 446722"/>
                <a:gd name="connsiteX752" fmla="*/ 78581 w 319564"/>
                <a:gd name="connsiteY752" fmla="*/ 251936 h 446722"/>
                <a:gd name="connsiteX753" fmla="*/ 74295 w 319564"/>
                <a:gd name="connsiteY753" fmla="*/ 260985 h 446722"/>
                <a:gd name="connsiteX754" fmla="*/ 72866 w 319564"/>
                <a:gd name="connsiteY754" fmla="*/ 262890 h 446722"/>
                <a:gd name="connsiteX755" fmla="*/ 71438 w 319564"/>
                <a:gd name="connsiteY755" fmla="*/ 267176 h 446722"/>
                <a:gd name="connsiteX756" fmla="*/ 72866 w 319564"/>
                <a:gd name="connsiteY756" fmla="*/ 270510 h 446722"/>
                <a:gd name="connsiteX757" fmla="*/ 73342 w 319564"/>
                <a:gd name="connsiteY757" fmla="*/ 272891 h 446722"/>
                <a:gd name="connsiteX758" fmla="*/ 72390 w 319564"/>
                <a:gd name="connsiteY758" fmla="*/ 276701 h 446722"/>
                <a:gd name="connsiteX759" fmla="*/ 70009 w 319564"/>
                <a:gd name="connsiteY759" fmla="*/ 280035 h 446722"/>
                <a:gd name="connsiteX760" fmla="*/ 68580 w 319564"/>
                <a:gd name="connsiteY760" fmla="*/ 281464 h 446722"/>
                <a:gd name="connsiteX761" fmla="*/ 67152 w 319564"/>
                <a:gd name="connsiteY761" fmla="*/ 282416 h 446722"/>
                <a:gd name="connsiteX762" fmla="*/ 64770 w 319564"/>
                <a:gd name="connsiteY762" fmla="*/ 283369 h 446722"/>
                <a:gd name="connsiteX763" fmla="*/ 62865 w 319564"/>
                <a:gd name="connsiteY763" fmla="*/ 284321 h 446722"/>
                <a:gd name="connsiteX764" fmla="*/ 56673 w 319564"/>
                <a:gd name="connsiteY764" fmla="*/ 291941 h 446722"/>
                <a:gd name="connsiteX765" fmla="*/ 55721 w 319564"/>
                <a:gd name="connsiteY765" fmla="*/ 292894 h 446722"/>
                <a:gd name="connsiteX766" fmla="*/ 52388 w 319564"/>
                <a:gd name="connsiteY766" fmla="*/ 295275 h 446722"/>
                <a:gd name="connsiteX767" fmla="*/ 45720 w 319564"/>
                <a:gd name="connsiteY767" fmla="*/ 303371 h 446722"/>
                <a:gd name="connsiteX768" fmla="*/ 39052 w 319564"/>
                <a:gd name="connsiteY768" fmla="*/ 310039 h 446722"/>
                <a:gd name="connsiteX769" fmla="*/ 31432 w 319564"/>
                <a:gd name="connsiteY769" fmla="*/ 318611 h 446722"/>
                <a:gd name="connsiteX770" fmla="*/ 28099 w 319564"/>
                <a:gd name="connsiteY770" fmla="*/ 320993 h 446722"/>
                <a:gd name="connsiteX771" fmla="*/ 26670 w 319564"/>
                <a:gd name="connsiteY771" fmla="*/ 321469 h 446722"/>
                <a:gd name="connsiteX772" fmla="*/ 24765 w 319564"/>
                <a:gd name="connsiteY772" fmla="*/ 321469 h 446722"/>
                <a:gd name="connsiteX773" fmla="*/ 23336 w 319564"/>
                <a:gd name="connsiteY773" fmla="*/ 321945 h 446722"/>
                <a:gd name="connsiteX774" fmla="*/ 18574 w 319564"/>
                <a:gd name="connsiteY774" fmla="*/ 326708 h 446722"/>
                <a:gd name="connsiteX775" fmla="*/ 13335 w 319564"/>
                <a:gd name="connsiteY775" fmla="*/ 330994 h 446722"/>
                <a:gd name="connsiteX776" fmla="*/ 10954 w 319564"/>
                <a:gd name="connsiteY776" fmla="*/ 333375 h 446722"/>
                <a:gd name="connsiteX777" fmla="*/ 7144 w 319564"/>
                <a:gd name="connsiteY777" fmla="*/ 338138 h 446722"/>
                <a:gd name="connsiteX778" fmla="*/ 4763 w 319564"/>
                <a:gd name="connsiteY778" fmla="*/ 340043 h 446722"/>
                <a:gd name="connsiteX779" fmla="*/ 1429 w 319564"/>
                <a:gd name="connsiteY779" fmla="*/ 345758 h 446722"/>
                <a:gd name="connsiteX780" fmla="*/ 476 w 319564"/>
                <a:gd name="connsiteY780" fmla="*/ 348615 h 446722"/>
                <a:gd name="connsiteX781" fmla="*/ 0 w 319564"/>
                <a:gd name="connsiteY781" fmla="*/ 351472 h 446722"/>
                <a:gd name="connsiteX782" fmla="*/ 3334 w 319564"/>
                <a:gd name="connsiteY782" fmla="*/ 349091 h 446722"/>
                <a:gd name="connsiteX783" fmla="*/ 6668 w 319564"/>
                <a:gd name="connsiteY783" fmla="*/ 347186 h 446722"/>
                <a:gd name="connsiteX784" fmla="*/ 8573 w 319564"/>
                <a:gd name="connsiteY784" fmla="*/ 346710 h 446722"/>
                <a:gd name="connsiteX785" fmla="*/ 10001 w 319564"/>
                <a:gd name="connsiteY785" fmla="*/ 345758 h 446722"/>
                <a:gd name="connsiteX786" fmla="*/ 10954 w 319564"/>
                <a:gd name="connsiteY786" fmla="*/ 343853 h 446722"/>
                <a:gd name="connsiteX787" fmla="*/ 11906 w 319564"/>
                <a:gd name="connsiteY787" fmla="*/ 342424 h 446722"/>
                <a:gd name="connsiteX788" fmla="*/ 15716 w 319564"/>
                <a:gd name="connsiteY788" fmla="*/ 340995 h 446722"/>
                <a:gd name="connsiteX789" fmla="*/ 19050 w 319564"/>
                <a:gd name="connsiteY789" fmla="*/ 339090 h 446722"/>
                <a:gd name="connsiteX790" fmla="*/ 22860 w 319564"/>
                <a:gd name="connsiteY790" fmla="*/ 336709 h 446722"/>
                <a:gd name="connsiteX791" fmla="*/ 26194 w 319564"/>
                <a:gd name="connsiteY791" fmla="*/ 333851 h 446722"/>
                <a:gd name="connsiteX792" fmla="*/ 29051 w 319564"/>
                <a:gd name="connsiteY792" fmla="*/ 330041 h 446722"/>
                <a:gd name="connsiteX793" fmla="*/ 31432 w 319564"/>
                <a:gd name="connsiteY793" fmla="*/ 326231 h 446722"/>
                <a:gd name="connsiteX794" fmla="*/ 34766 w 319564"/>
                <a:gd name="connsiteY794" fmla="*/ 323850 h 446722"/>
                <a:gd name="connsiteX795" fmla="*/ 39052 w 319564"/>
                <a:gd name="connsiteY795" fmla="*/ 322897 h 446722"/>
                <a:gd name="connsiteX796" fmla="*/ 41910 w 319564"/>
                <a:gd name="connsiteY796" fmla="*/ 320993 h 446722"/>
                <a:gd name="connsiteX797" fmla="*/ 44291 w 319564"/>
                <a:gd name="connsiteY797" fmla="*/ 318611 h 446722"/>
                <a:gd name="connsiteX798" fmla="*/ 46673 w 319564"/>
                <a:gd name="connsiteY798" fmla="*/ 315754 h 446722"/>
                <a:gd name="connsiteX799" fmla="*/ 53816 w 319564"/>
                <a:gd name="connsiteY799" fmla="*/ 304324 h 446722"/>
                <a:gd name="connsiteX800" fmla="*/ 53340 w 319564"/>
                <a:gd name="connsiteY800" fmla="*/ 300990 h 446722"/>
                <a:gd name="connsiteX801" fmla="*/ 54292 w 319564"/>
                <a:gd name="connsiteY801" fmla="*/ 299085 h 446722"/>
                <a:gd name="connsiteX802" fmla="*/ 56198 w 319564"/>
                <a:gd name="connsiteY802" fmla="*/ 298133 h 446722"/>
                <a:gd name="connsiteX803" fmla="*/ 60008 w 319564"/>
                <a:gd name="connsiteY803" fmla="*/ 296704 h 446722"/>
                <a:gd name="connsiteX804" fmla="*/ 68104 w 319564"/>
                <a:gd name="connsiteY804" fmla="*/ 294322 h 446722"/>
                <a:gd name="connsiteX805" fmla="*/ 69056 w 319564"/>
                <a:gd name="connsiteY805" fmla="*/ 292894 h 446722"/>
                <a:gd name="connsiteX806" fmla="*/ 69533 w 319564"/>
                <a:gd name="connsiteY806" fmla="*/ 290989 h 446722"/>
                <a:gd name="connsiteX807" fmla="*/ 71438 w 319564"/>
                <a:gd name="connsiteY807" fmla="*/ 287655 h 446722"/>
                <a:gd name="connsiteX808" fmla="*/ 74295 w 319564"/>
                <a:gd name="connsiteY808" fmla="*/ 285274 h 446722"/>
                <a:gd name="connsiteX809" fmla="*/ 76200 w 319564"/>
                <a:gd name="connsiteY809" fmla="*/ 284321 h 446722"/>
                <a:gd name="connsiteX810" fmla="*/ 80010 w 319564"/>
                <a:gd name="connsiteY810" fmla="*/ 283369 h 446722"/>
                <a:gd name="connsiteX811" fmla="*/ 81915 w 319564"/>
                <a:gd name="connsiteY811" fmla="*/ 282416 h 446722"/>
                <a:gd name="connsiteX812" fmla="*/ 85248 w 319564"/>
                <a:gd name="connsiteY812" fmla="*/ 279083 h 446722"/>
                <a:gd name="connsiteX813" fmla="*/ 85248 w 319564"/>
                <a:gd name="connsiteY813" fmla="*/ 277178 h 446722"/>
                <a:gd name="connsiteX814" fmla="*/ 83344 w 319564"/>
                <a:gd name="connsiteY814" fmla="*/ 271939 h 44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Lst>
              <a:rect l="l" t="t" r="r" b="b"/>
              <a:pathLst>
                <a:path w="319564" h="446722">
                  <a:moveTo>
                    <a:pt x="228123" y="307181"/>
                  </a:moveTo>
                  <a:lnTo>
                    <a:pt x="230505" y="309086"/>
                  </a:lnTo>
                  <a:lnTo>
                    <a:pt x="236696" y="310039"/>
                  </a:lnTo>
                  <a:lnTo>
                    <a:pt x="244792" y="309086"/>
                  </a:lnTo>
                  <a:lnTo>
                    <a:pt x="246221" y="308134"/>
                  </a:lnTo>
                  <a:lnTo>
                    <a:pt x="248602" y="304800"/>
                  </a:lnTo>
                  <a:lnTo>
                    <a:pt x="249555" y="304800"/>
                  </a:lnTo>
                  <a:lnTo>
                    <a:pt x="252413" y="304800"/>
                  </a:lnTo>
                  <a:lnTo>
                    <a:pt x="252889" y="303371"/>
                  </a:lnTo>
                  <a:lnTo>
                    <a:pt x="252413" y="301943"/>
                  </a:lnTo>
                  <a:lnTo>
                    <a:pt x="251460" y="300038"/>
                  </a:lnTo>
                  <a:lnTo>
                    <a:pt x="252413" y="294799"/>
                  </a:lnTo>
                  <a:lnTo>
                    <a:pt x="249555" y="293370"/>
                  </a:lnTo>
                  <a:lnTo>
                    <a:pt x="246698" y="291465"/>
                  </a:lnTo>
                  <a:lnTo>
                    <a:pt x="245745" y="291465"/>
                  </a:lnTo>
                  <a:lnTo>
                    <a:pt x="244792" y="290989"/>
                  </a:lnTo>
                  <a:lnTo>
                    <a:pt x="244316" y="290513"/>
                  </a:lnTo>
                  <a:lnTo>
                    <a:pt x="238602" y="291465"/>
                  </a:lnTo>
                  <a:lnTo>
                    <a:pt x="235744" y="293846"/>
                  </a:lnTo>
                  <a:lnTo>
                    <a:pt x="234791" y="295751"/>
                  </a:lnTo>
                  <a:lnTo>
                    <a:pt x="229552" y="298609"/>
                  </a:lnTo>
                  <a:lnTo>
                    <a:pt x="228123" y="300038"/>
                  </a:lnTo>
                  <a:lnTo>
                    <a:pt x="226695" y="301943"/>
                  </a:lnTo>
                  <a:lnTo>
                    <a:pt x="227171" y="303847"/>
                  </a:lnTo>
                  <a:lnTo>
                    <a:pt x="228123" y="307181"/>
                  </a:lnTo>
                  <a:close/>
                  <a:moveTo>
                    <a:pt x="183356" y="313372"/>
                  </a:moveTo>
                  <a:lnTo>
                    <a:pt x="184785" y="314801"/>
                  </a:lnTo>
                  <a:lnTo>
                    <a:pt x="186690" y="315754"/>
                  </a:lnTo>
                  <a:lnTo>
                    <a:pt x="190500" y="317183"/>
                  </a:lnTo>
                  <a:lnTo>
                    <a:pt x="193834" y="319088"/>
                  </a:lnTo>
                  <a:lnTo>
                    <a:pt x="196691" y="326231"/>
                  </a:lnTo>
                  <a:lnTo>
                    <a:pt x="198120" y="327660"/>
                  </a:lnTo>
                  <a:lnTo>
                    <a:pt x="200502" y="327660"/>
                  </a:lnTo>
                  <a:lnTo>
                    <a:pt x="202883" y="327184"/>
                  </a:lnTo>
                  <a:lnTo>
                    <a:pt x="204788" y="326231"/>
                  </a:lnTo>
                  <a:lnTo>
                    <a:pt x="206216" y="325279"/>
                  </a:lnTo>
                  <a:lnTo>
                    <a:pt x="208598" y="321945"/>
                  </a:lnTo>
                  <a:lnTo>
                    <a:pt x="209550" y="320040"/>
                  </a:lnTo>
                  <a:lnTo>
                    <a:pt x="209550" y="318611"/>
                  </a:lnTo>
                  <a:lnTo>
                    <a:pt x="209073" y="317183"/>
                  </a:lnTo>
                  <a:lnTo>
                    <a:pt x="203835" y="308610"/>
                  </a:lnTo>
                  <a:lnTo>
                    <a:pt x="203835" y="306705"/>
                  </a:lnTo>
                  <a:lnTo>
                    <a:pt x="204311" y="304800"/>
                  </a:lnTo>
                  <a:lnTo>
                    <a:pt x="204311" y="299561"/>
                  </a:lnTo>
                  <a:lnTo>
                    <a:pt x="205264" y="297180"/>
                  </a:lnTo>
                  <a:lnTo>
                    <a:pt x="208121" y="292894"/>
                  </a:lnTo>
                  <a:lnTo>
                    <a:pt x="209073" y="290513"/>
                  </a:lnTo>
                  <a:lnTo>
                    <a:pt x="210502" y="283845"/>
                  </a:lnTo>
                  <a:lnTo>
                    <a:pt x="212884" y="279083"/>
                  </a:lnTo>
                  <a:lnTo>
                    <a:pt x="215741" y="274796"/>
                  </a:lnTo>
                  <a:lnTo>
                    <a:pt x="216694" y="271939"/>
                  </a:lnTo>
                  <a:lnTo>
                    <a:pt x="218123" y="268129"/>
                  </a:lnTo>
                  <a:lnTo>
                    <a:pt x="218123" y="266700"/>
                  </a:lnTo>
                  <a:lnTo>
                    <a:pt x="216217" y="262890"/>
                  </a:lnTo>
                  <a:lnTo>
                    <a:pt x="207645" y="260509"/>
                  </a:lnTo>
                  <a:lnTo>
                    <a:pt x="206692" y="260509"/>
                  </a:lnTo>
                  <a:lnTo>
                    <a:pt x="200025" y="262890"/>
                  </a:lnTo>
                  <a:lnTo>
                    <a:pt x="198596" y="263843"/>
                  </a:lnTo>
                  <a:lnTo>
                    <a:pt x="198120" y="265747"/>
                  </a:lnTo>
                  <a:lnTo>
                    <a:pt x="198120" y="268129"/>
                  </a:lnTo>
                  <a:lnTo>
                    <a:pt x="197644" y="270510"/>
                  </a:lnTo>
                  <a:lnTo>
                    <a:pt x="195739" y="273844"/>
                  </a:lnTo>
                  <a:lnTo>
                    <a:pt x="193834" y="275272"/>
                  </a:lnTo>
                  <a:lnTo>
                    <a:pt x="192405" y="277178"/>
                  </a:lnTo>
                  <a:lnTo>
                    <a:pt x="193834" y="280988"/>
                  </a:lnTo>
                  <a:lnTo>
                    <a:pt x="194310" y="284797"/>
                  </a:lnTo>
                  <a:lnTo>
                    <a:pt x="194310" y="290036"/>
                  </a:lnTo>
                  <a:lnTo>
                    <a:pt x="193834" y="291465"/>
                  </a:lnTo>
                  <a:lnTo>
                    <a:pt x="189071" y="294799"/>
                  </a:lnTo>
                  <a:lnTo>
                    <a:pt x="186690" y="295275"/>
                  </a:lnTo>
                  <a:lnTo>
                    <a:pt x="182404" y="295275"/>
                  </a:lnTo>
                  <a:lnTo>
                    <a:pt x="180498" y="295751"/>
                  </a:lnTo>
                  <a:lnTo>
                    <a:pt x="179070" y="298133"/>
                  </a:lnTo>
                  <a:lnTo>
                    <a:pt x="178117" y="300514"/>
                  </a:lnTo>
                  <a:lnTo>
                    <a:pt x="178594" y="304800"/>
                  </a:lnTo>
                  <a:lnTo>
                    <a:pt x="183356" y="313372"/>
                  </a:lnTo>
                  <a:close/>
                  <a:moveTo>
                    <a:pt x="243364" y="214313"/>
                  </a:moveTo>
                  <a:lnTo>
                    <a:pt x="245269" y="219551"/>
                  </a:lnTo>
                  <a:lnTo>
                    <a:pt x="247173" y="222885"/>
                  </a:lnTo>
                  <a:lnTo>
                    <a:pt x="250031" y="225266"/>
                  </a:lnTo>
                  <a:lnTo>
                    <a:pt x="251460" y="226219"/>
                  </a:lnTo>
                  <a:lnTo>
                    <a:pt x="254794" y="227171"/>
                  </a:lnTo>
                  <a:lnTo>
                    <a:pt x="257175" y="230029"/>
                  </a:lnTo>
                  <a:lnTo>
                    <a:pt x="258604" y="231458"/>
                  </a:lnTo>
                  <a:lnTo>
                    <a:pt x="259556" y="232886"/>
                  </a:lnTo>
                  <a:lnTo>
                    <a:pt x="261938" y="235268"/>
                  </a:lnTo>
                  <a:lnTo>
                    <a:pt x="263842" y="235744"/>
                  </a:lnTo>
                  <a:lnTo>
                    <a:pt x="265748" y="235268"/>
                  </a:lnTo>
                  <a:lnTo>
                    <a:pt x="265748" y="237172"/>
                  </a:lnTo>
                  <a:lnTo>
                    <a:pt x="265271" y="239554"/>
                  </a:lnTo>
                  <a:lnTo>
                    <a:pt x="263366" y="242411"/>
                  </a:lnTo>
                  <a:lnTo>
                    <a:pt x="264319" y="245269"/>
                  </a:lnTo>
                  <a:lnTo>
                    <a:pt x="267177" y="250031"/>
                  </a:lnTo>
                  <a:lnTo>
                    <a:pt x="269081" y="251936"/>
                  </a:lnTo>
                  <a:lnTo>
                    <a:pt x="271463" y="252413"/>
                  </a:lnTo>
                  <a:lnTo>
                    <a:pt x="274320" y="256699"/>
                  </a:lnTo>
                  <a:lnTo>
                    <a:pt x="277177" y="256699"/>
                  </a:lnTo>
                  <a:lnTo>
                    <a:pt x="281464" y="257651"/>
                  </a:lnTo>
                  <a:lnTo>
                    <a:pt x="288131" y="257175"/>
                  </a:lnTo>
                  <a:lnTo>
                    <a:pt x="289560" y="257651"/>
                  </a:lnTo>
                  <a:lnTo>
                    <a:pt x="291465" y="260033"/>
                  </a:lnTo>
                  <a:lnTo>
                    <a:pt x="291941" y="259080"/>
                  </a:lnTo>
                  <a:lnTo>
                    <a:pt x="290513" y="255746"/>
                  </a:lnTo>
                  <a:lnTo>
                    <a:pt x="288131" y="253365"/>
                  </a:lnTo>
                  <a:lnTo>
                    <a:pt x="286227" y="253365"/>
                  </a:lnTo>
                  <a:lnTo>
                    <a:pt x="286702" y="251936"/>
                  </a:lnTo>
                  <a:lnTo>
                    <a:pt x="287655" y="250508"/>
                  </a:lnTo>
                  <a:lnTo>
                    <a:pt x="287179" y="248603"/>
                  </a:lnTo>
                  <a:lnTo>
                    <a:pt x="284321" y="242888"/>
                  </a:lnTo>
                  <a:lnTo>
                    <a:pt x="283845" y="240983"/>
                  </a:lnTo>
                  <a:lnTo>
                    <a:pt x="284321" y="239078"/>
                  </a:lnTo>
                  <a:lnTo>
                    <a:pt x="284321" y="237172"/>
                  </a:lnTo>
                  <a:lnTo>
                    <a:pt x="283369" y="235268"/>
                  </a:lnTo>
                  <a:lnTo>
                    <a:pt x="282892" y="229076"/>
                  </a:lnTo>
                  <a:lnTo>
                    <a:pt x="284798" y="225743"/>
                  </a:lnTo>
                  <a:lnTo>
                    <a:pt x="284321" y="222885"/>
                  </a:lnTo>
                  <a:lnTo>
                    <a:pt x="285273" y="220980"/>
                  </a:lnTo>
                  <a:lnTo>
                    <a:pt x="283369" y="219075"/>
                  </a:lnTo>
                  <a:lnTo>
                    <a:pt x="280988" y="218122"/>
                  </a:lnTo>
                  <a:lnTo>
                    <a:pt x="279083" y="217646"/>
                  </a:lnTo>
                  <a:lnTo>
                    <a:pt x="278130" y="216694"/>
                  </a:lnTo>
                  <a:lnTo>
                    <a:pt x="278606" y="214313"/>
                  </a:lnTo>
                  <a:lnTo>
                    <a:pt x="278130" y="212408"/>
                  </a:lnTo>
                  <a:lnTo>
                    <a:pt x="275748" y="209550"/>
                  </a:lnTo>
                  <a:lnTo>
                    <a:pt x="272891" y="208121"/>
                  </a:lnTo>
                  <a:lnTo>
                    <a:pt x="262414" y="209550"/>
                  </a:lnTo>
                  <a:lnTo>
                    <a:pt x="252889" y="210026"/>
                  </a:lnTo>
                  <a:lnTo>
                    <a:pt x="243840" y="208597"/>
                  </a:lnTo>
                  <a:lnTo>
                    <a:pt x="243364" y="214313"/>
                  </a:lnTo>
                  <a:close/>
                  <a:moveTo>
                    <a:pt x="270034" y="288608"/>
                  </a:moveTo>
                  <a:lnTo>
                    <a:pt x="271463" y="289560"/>
                  </a:lnTo>
                  <a:lnTo>
                    <a:pt x="271463" y="288131"/>
                  </a:lnTo>
                  <a:lnTo>
                    <a:pt x="271939" y="286703"/>
                  </a:lnTo>
                  <a:lnTo>
                    <a:pt x="275273" y="287179"/>
                  </a:lnTo>
                  <a:lnTo>
                    <a:pt x="275748" y="285750"/>
                  </a:lnTo>
                  <a:lnTo>
                    <a:pt x="275273" y="284321"/>
                  </a:lnTo>
                  <a:lnTo>
                    <a:pt x="273367" y="280511"/>
                  </a:lnTo>
                  <a:lnTo>
                    <a:pt x="272891" y="276225"/>
                  </a:lnTo>
                  <a:lnTo>
                    <a:pt x="271939" y="274320"/>
                  </a:lnTo>
                  <a:lnTo>
                    <a:pt x="270510" y="272891"/>
                  </a:lnTo>
                  <a:lnTo>
                    <a:pt x="269081" y="271463"/>
                  </a:lnTo>
                  <a:lnTo>
                    <a:pt x="267177" y="270510"/>
                  </a:lnTo>
                  <a:lnTo>
                    <a:pt x="266700" y="269558"/>
                  </a:lnTo>
                  <a:lnTo>
                    <a:pt x="267652" y="263843"/>
                  </a:lnTo>
                  <a:lnTo>
                    <a:pt x="267652" y="257651"/>
                  </a:lnTo>
                  <a:lnTo>
                    <a:pt x="267177" y="255270"/>
                  </a:lnTo>
                  <a:lnTo>
                    <a:pt x="266223" y="253841"/>
                  </a:lnTo>
                  <a:lnTo>
                    <a:pt x="263842" y="250031"/>
                  </a:lnTo>
                  <a:lnTo>
                    <a:pt x="260033" y="249079"/>
                  </a:lnTo>
                  <a:lnTo>
                    <a:pt x="256698" y="251936"/>
                  </a:lnTo>
                  <a:lnTo>
                    <a:pt x="253841" y="252413"/>
                  </a:lnTo>
                  <a:lnTo>
                    <a:pt x="251460" y="251460"/>
                  </a:lnTo>
                  <a:lnTo>
                    <a:pt x="250508" y="249555"/>
                  </a:lnTo>
                  <a:lnTo>
                    <a:pt x="249079" y="248603"/>
                  </a:lnTo>
                  <a:lnTo>
                    <a:pt x="246698" y="247650"/>
                  </a:lnTo>
                  <a:lnTo>
                    <a:pt x="244792" y="245745"/>
                  </a:lnTo>
                  <a:lnTo>
                    <a:pt x="243364" y="245269"/>
                  </a:lnTo>
                  <a:lnTo>
                    <a:pt x="242411" y="246697"/>
                  </a:lnTo>
                  <a:lnTo>
                    <a:pt x="243364" y="248603"/>
                  </a:lnTo>
                  <a:lnTo>
                    <a:pt x="244792" y="250508"/>
                  </a:lnTo>
                  <a:lnTo>
                    <a:pt x="246221" y="258128"/>
                  </a:lnTo>
                  <a:lnTo>
                    <a:pt x="247173" y="265747"/>
                  </a:lnTo>
                  <a:lnTo>
                    <a:pt x="249079" y="266224"/>
                  </a:lnTo>
                  <a:lnTo>
                    <a:pt x="252889" y="264319"/>
                  </a:lnTo>
                  <a:lnTo>
                    <a:pt x="254317" y="264319"/>
                  </a:lnTo>
                  <a:lnTo>
                    <a:pt x="256698" y="267176"/>
                  </a:lnTo>
                  <a:lnTo>
                    <a:pt x="258127" y="270510"/>
                  </a:lnTo>
                  <a:lnTo>
                    <a:pt x="258604" y="272415"/>
                  </a:lnTo>
                  <a:lnTo>
                    <a:pt x="258604" y="274320"/>
                  </a:lnTo>
                  <a:lnTo>
                    <a:pt x="256698" y="282416"/>
                  </a:lnTo>
                  <a:lnTo>
                    <a:pt x="258604" y="286226"/>
                  </a:lnTo>
                  <a:lnTo>
                    <a:pt x="258604" y="288131"/>
                  </a:lnTo>
                  <a:lnTo>
                    <a:pt x="258127" y="291941"/>
                  </a:lnTo>
                  <a:lnTo>
                    <a:pt x="259080" y="292894"/>
                  </a:lnTo>
                  <a:lnTo>
                    <a:pt x="262890" y="294322"/>
                  </a:lnTo>
                  <a:lnTo>
                    <a:pt x="266223" y="296228"/>
                  </a:lnTo>
                  <a:lnTo>
                    <a:pt x="266223" y="293370"/>
                  </a:lnTo>
                  <a:lnTo>
                    <a:pt x="265748" y="290513"/>
                  </a:lnTo>
                  <a:lnTo>
                    <a:pt x="265271" y="284797"/>
                  </a:lnTo>
                  <a:lnTo>
                    <a:pt x="267177" y="286226"/>
                  </a:lnTo>
                  <a:lnTo>
                    <a:pt x="270034" y="288608"/>
                  </a:lnTo>
                  <a:close/>
                  <a:moveTo>
                    <a:pt x="162402" y="280035"/>
                  </a:moveTo>
                  <a:lnTo>
                    <a:pt x="162877" y="280988"/>
                  </a:lnTo>
                  <a:lnTo>
                    <a:pt x="163830" y="280511"/>
                  </a:lnTo>
                  <a:lnTo>
                    <a:pt x="166211" y="278606"/>
                  </a:lnTo>
                  <a:lnTo>
                    <a:pt x="168116" y="276701"/>
                  </a:lnTo>
                  <a:lnTo>
                    <a:pt x="170973" y="275272"/>
                  </a:lnTo>
                  <a:lnTo>
                    <a:pt x="181927" y="272891"/>
                  </a:lnTo>
                  <a:lnTo>
                    <a:pt x="187166" y="269081"/>
                  </a:lnTo>
                  <a:lnTo>
                    <a:pt x="190500" y="268129"/>
                  </a:lnTo>
                  <a:lnTo>
                    <a:pt x="191452" y="266224"/>
                  </a:lnTo>
                  <a:lnTo>
                    <a:pt x="191452" y="264319"/>
                  </a:lnTo>
                  <a:lnTo>
                    <a:pt x="191929" y="262890"/>
                  </a:lnTo>
                  <a:lnTo>
                    <a:pt x="193358" y="261938"/>
                  </a:lnTo>
                  <a:lnTo>
                    <a:pt x="196691" y="260509"/>
                  </a:lnTo>
                  <a:lnTo>
                    <a:pt x="199548" y="258604"/>
                  </a:lnTo>
                  <a:lnTo>
                    <a:pt x="201454" y="255746"/>
                  </a:lnTo>
                  <a:lnTo>
                    <a:pt x="202883" y="252889"/>
                  </a:lnTo>
                  <a:lnTo>
                    <a:pt x="203835" y="250508"/>
                  </a:lnTo>
                  <a:lnTo>
                    <a:pt x="204311" y="247650"/>
                  </a:lnTo>
                  <a:lnTo>
                    <a:pt x="204311" y="244316"/>
                  </a:lnTo>
                  <a:lnTo>
                    <a:pt x="202406" y="244316"/>
                  </a:lnTo>
                  <a:lnTo>
                    <a:pt x="195263" y="247650"/>
                  </a:lnTo>
                  <a:lnTo>
                    <a:pt x="195263" y="246221"/>
                  </a:lnTo>
                  <a:lnTo>
                    <a:pt x="196215" y="244793"/>
                  </a:lnTo>
                  <a:lnTo>
                    <a:pt x="192881" y="242411"/>
                  </a:lnTo>
                  <a:lnTo>
                    <a:pt x="189071" y="241935"/>
                  </a:lnTo>
                  <a:lnTo>
                    <a:pt x="185261" y="243364"/>
                  </a:lnTo>
                  <a:lnTo>
                    <a:pt x="181452" y="241459"/>
                  </a:lnTo>
                  <a:lnTo>
                    <a:pt x="178117" y="238601"/>
                  </a:lnTo>
                  <a:lnTo>
                    <a:pt x="174308" y="236220"/>
                  </a:lnTo>
                  <a:lnTo>
                    <a:pt x="167164" y="233363"/>
                  </a:lnTo>
                  <a:lnTo>
                    <a:pt x="165259" y="231934"/>
                  </a:lnTo>
                  <a:lnTo>
                    <a:pt x="162877" y="231934"/>
                  </a:lnTo>
                  <a:lnTo>
                    <a:pt x="161448" y="233363"/>
                  </a:lnTo>
                  <a:lnTo>
                    <a:pt x="160496" y="235744"/>
                  </a:lnTo>
                  <a:lnTo>
                    <a:pt x="162402" y="236696"/>
                  </a:lnTo>
                  <a:lnTo>
                    <a:pt x="166688" y="237649"/>
                  </a:lnTo>
                  <a:lnTo>
                    <a:pt x="167640" y="239078"/>
                  </a:lnTo>
                  <a:lnTo>
                    <a:pt x="167640" y="240506"/>
                  </a:lnTo>
                  <a:lnTo>
                    <a:pt x="166211" y="251460"/>
                  </a:lnTo>
                  <a:lnTo>
                    <a:pt x="165735" y="259080"/>
                  </a:lnTo>
                  <a:lnTo>
                    <a:pt x="164783" y="262890"/>
                  </a:lnTo>
                  <a:lnTo>
                    <a:pt x="162877" y="266700"/>
                  </a:lnTo>
                  <a:lnTo>
                    <a:pt x="162402" y="270510"/>
                  </a:lnTo>
                  <a:lnTo>
                    <a:pt x="163354" y="272415"/>
                  </a:lnTo>
                  <a:lnTo>
                    <a:pt x="163830" y="274320"/>
                  </a:lnTo>
                  <a:lnTo>
                    <a:pt x="162402" y="279083"/>
                  </a:lnTo>
                  <a:lnTo>
                    <a:pt x="162402" y="280035"/>
                  </a:lnTo>
                  <a:close/>
                  <a:moveTo>
                    <a:pt x="228123" y="287179"/>
                  </a:moveTo>
                  <a:lnTo>
                    <a:pt x="230981" y="285274"/>
                  </a:lnTo>
                  <a:lnTo>
                    <a:pt x="232886" y="282416"/>
                  </a:lnTo>
                  <a:lnTo>
                    <a:pt x="234315" y="276225"/>
                  </a:lnTo>
                  <a:lnTo>
                    <a:pt x="233363" y="270034"/>
                  </a:lnTo>
                  <a:lnTo>
                    <a:pt x="234315" y="264795"/>
                  </a:lnTo>
                  <a:lnTo>
                    <a:pt x="234315" y="261461"/>
                  </a:lnTo>
                  <a:lnTo>
                    <a:pt x="233839" y="260509"/>
                  </a:lnTo>
                  <a:lnTo>
                    <a:pt x="233839" y="258604"/>
                  </a:lnTo>
                  <a:lnTo>
                    <a:pt x="234791" y="254794"/>
                  </a:lnTo>
                  <a:lnTo>
                    <a:pt x="234315" y="252889"/>
                  </a:lnTo>
                  <a:lnTo>
                    <a:pt x="231934" y="255746"/>
                  </a:lnTo>
                  <a:lnTo>
                    <a:pt x="231934" y="257651"/>
                  </a:lnTo>
                  <a:lnTo>
                    <a:pt x="231458" y="259556"/>
                  </a:lnTo>
                  <a:lnTo>
                    <a:pt x="230505" y="260985"/>
                  </a:lnTo>
                  <a:lnTo>
                    <a:pt x="230505" y="263366"/>
                  </a:lnTo>
                  <a:lnTo>
                    <a:pt x="227171" y="271463"/>
                  </a:lnTo>
                  <a:lnTo>
                    <a:pt x="223361" y="277178"/>
                  </a:lnTo>
                  <a:lnTo>
                    <a:pt x="222885" y="280035"/>
                  </a:lnTo>
                  <a:lnTo>
                    <a:pt x="219075" y="285750"/>
                  </a:lnTo>
                  <a:lnTo>
                    <a:pt x="216217" y="291465"/>
                  </a:lnTo>
                  <a:lnTo>
                    <a:pt x="211931" y="297180"/>
                  </a:lnTo>
                  <a:lnTo>
                    <a:pt x="212408" y="300038"/>
                  </a:lnTo>
                  <a:lnTo>
                    <a:pt x="210027" y="310515"/>
                  </a:lnTo>
                  <a:lnTo>
                    <a:pt x="209550" y="313372"/>
                  </a:lnTo>
                  <a:lnTo>
                    <a:pt x="210027" y="315754"/>
                  </a:lnTo>
                  <a:lnTo>
                    <a:pt x="211455" y="314801"/>
                  </a:lnTo>
                  <a:lnTo>
                    <a:pt x="215741" y="310039"/>
                  </a:lnTo>
                  <a:lnTo>
                    <a:pt x="220504" y="298609"/>
                  </a:lnTo>
                  <a:lnTo>
                    <a:pt x="220980" y="295275"/>
                  </a:lnTo>
                  <a:lnTo>
                    <a:pt x="222885" y="291465"/>
                  </a:lnTo>
                  <a:lnTo>
                    <a:pt x="225742" y="288131"/>
                  </a:lnTo>
                  <a:lnTo>
                    <a:pt x="228123" y="287179"/>
                  </a:lnTo>
                  <a:close/>
                  <a:moveTo>
                    <a:pt x="146209" y="196215"/>
                  </a:moveTo>
                  <a:lnTo>
                    <a:pt x="146685" y="193358"/>
                  </a:lnTo>
                  <a:lnTo>
                    <a:pt x="148114" y="190976"/>
                  </a:lnTo>
                  <a:lnTo>
                    <a:pt x="147638" y="189547"/>
                  </a:lnTo>
                  <a:lnTo>
                    <a:pt x="144780" y="187643"/>
                  </a:lnTo>
                  <a:lnTo>
                    <a:pt x="141923" y="184785"/>
                  </a:lnTo>
                  <a:lnTo>
                    <a:pt x="139541" y="180975"/>
                  </a:lnTo>
                  <a:lnTo>
                    <a:pt x="136684" y="179070"/>
                  </a:lnTo>
                  <a:lnTo>
                    <a:pt x="133827" y="180975"/>
                  </a:lnTo>
                  <a:lnTo>
                    <a:pt x="132398" y="180022"/>
                  </a:lnTo>
                  <a:lnTo>
                    <a:pt x="130492" y="179546"/>
                  </a:lnTo>
                  <a:lnTo>
                    <a:pt x="129064" y="177641"/>
                  </a:lnTo>
                  <a:lnTo>
                    <a:pt x="126683" y="177165"/>
                  </a:lnTo>
                  <a:lnTo>
                    <a:pt x="121444" y="178118"/>
                  </a:lnTo>
                  <a:lnTo>
                    <a:pt x="119539" y="177641"/>
                  </a:lnTo>
                  <a:lnTo>
                    <a:pt x="117634" y="177165"/>
                  </a:lnTo>
                  <a:lnTo>
                    <a:pt x="111442" y="176213"/>
                  </a:lnTo>
                  <a:lnTo>
                    <a:pt x="109061" y="176213"/>
                  </a:lnTo>
                  <a:lnTo>
                    <a:pt x="107633" y="177641"/>
                  </a:lnTo>
                  <a:lnTo>
                    <a:pt x="107156" y="179546"/>
                  </a:lnTo>
                  <a:lnTo>
                    <a:pt x="109061" y="180022"/>
                  </a:lnTo>
                  <a:lnTo>
                    <a:pt x="110966" y="180022"/>
                  </a:lnTo>
                  <a:lnTo>
                    <a:pt x="111442" y="180499"/>
                  </a:lnTo>
                  <a:lnTo>
                    <a:pt x="112395" y="183356"/>
                  </a:lnTo>
                  <a:lnTo>
                    <a:pt x="113348" y="185261"/>
                  </a:lnTo>
                  <a:lnTo>
                    <a:pt x="115729" y="187166"/>
                  </a:lnTo>
                  <a:lnTo>
                    <a:pt x="118586" y="188595"/>
                  </a:lnTo>
                  <a:lnTo>
                    <a:pt x="119539" y="190024"/>
                  </a:lnTo>
                  <a:lnTo>
                    <a:pt x="122396" y="195739"/>
                  </a:lnTo>
                  <a:lnTo>
                    <a:pt x="122396" y="200025"/>
                  </a:lnTo>
                  <a:lnTo>
                    <a:pt x="122873" y="201930"/>
                  </a:lnTo>
                  <a:lnTo>
                    <a:pt x="123348" y="203359"/>
                  </a:lnTo>
                  <a:lnTo>
                    <a:pt x="125254" y="204788"/>
                  </a:lnTo>
                  <a:lnTo>
                    <a:pt x="126683" y="206693"/>
                  </a:lnTo>
                  <a:lnTo>
                    <a:pt x="127635" y="209074"/>
                  </a:lnTo>
                  <a:lnTo>
                    <a:pt x="127635" y="211455"/>
                  </a:lnTo>
                  <a:lnTo>
                    <a:pt x="129064" y="213836"/>
                  </a:lnTo>
                  <a:lnTo>
                    <a:pt x="131921" y="216694"/>
                  </a:lnTo>
                  <a:lnTo>
                    <a:pt x="132873" y="217170"/>
                  </a:lnTo>
                  <a:lnTo>
                    <a:pt x="133827" y="218599"/>
                  </a:lnTo>
                  <a:lnTo>
                    <a:pt x="134302" y="220504"/>
                  </a:lnTo>
                  <a:lnTo>
                    <a:pt x="135731" y="220980"/>
                  </a:lnTo>
                  <a:lnTo>
                    <a:pt x="138589" y="221456"/>
                  </a:lnTo>
                  <a:lnTo>
                    <a:pt x="140494" y="219551"/>
                  </a:lnTo>
                  <a:lnTo>
                    <a:pt x="141446" y="218599"/>
                  </a:lnTo>
                  <a:lnTo>
                    <a:pt x="142398" y="218122"/>
                  </a:lnTo>
                  <a:lnTo>
                    <a:pt x="143827" y="218599"/>
                  </a:lnTo>
                  <a:lnTo>
                    <a:pt x="143827" y="216694"/>
                  </a:lnTo>
                  <a:lnTo>
                    <a:pt x="144304" y="215741"/>
                  </a:lnTo>
                  <a:lnTo>
                    <a:pt x="144304" y="214789"/>
                  </a:lnTo>
                  <a:lnTo>
                    <a:pt x="145733" y="211931"/>
                  </a:lnTo>
                  <a:lnTo>
                    <a:pt x="147638" y="209550"/>
                  </a:lnTo>
                  <a:lnTo>
                    <a:pt x="148590" y="207645"/>
                  </a:lnTo>
                  <a:lnTo>
                    <a:pt x="146685" y="200978"/>
                  </a:lnTo>
                  <a:lnTo>
                    <a:pt x="146209" y="196215"/>
                  </a:lnTo>
                  <a:close/>
                  <a:moveTo>
                    <a:pt x="171450" y="171926"/>
                  </a:moveTo>
                  <a:lnTo>
                    <a:pt x="177165" y="176213"/>
                  </a:lnTo>
                  <a:lnTo>
                    <a:pt x="178117" y="177165"/>
                  </a:lnTo>
                  <a:lnTo>
                    <a:pt x="181452" y="181451"/>
                  </a:lnTo>
                  <a:lnTo>
                    <a:pt x="181927" y="183356"/>
                  </a:lnTo>
                  <a:lnTo>
                    <a:pt x="181927" y="185261"/>
                  </a:lnTo>
                  <a:lnTo>
                    <a:pt x="184785" y="187643"/>
                  </a:lnTo>
                  <a:lnTo>
                    <a:pt x="187166" y="185738"/>
                  </a:lnTo>
                  <a:lnTo>
                    <a:pt x="186690" y="180975"/>
                  </a:lnTo>
                  <a:lnTo>
                    <a:pt x="184785" y="176689"/>
                  </a:lnTo>
                  <a:lnTo>
                    <a:pt x="184309" y="175260"/>
                  </a:lnTo>
                  <a:lnTo>
                    <a:pt x="181452" y="171926"/>
                  </a:lnTo>
                  <a:lnTo>
                    <a:pt x="180975" y="170497"/>
                  </a:lnTo>
                  <a:lnTo>
                    <a:pt x="180975" y="168593"/>
                  </a:lnTo>
                  <a:lnTo>
                    <a:pt x="180498" y="166688"/>
                  </a:lnTo>
                  <a:lnTo>
                    <a:pt x="179546" y="164306"/>
                  </a:lnTo>
                  <a:lnTo>
                    <a:pt x="180023" y="162878"/>
                  </a:lnTo>
                  <a:lnTo>
                    <a:pt x="181927" y="162878"/>
                  </a:lnTo>
                  <a:lnTo>
                    <a:pt x="183833" y="163354"/>
                  </a:lnTo>
                  <a:lnTo>
                    <a:pt x="190023" y="169069"/>
                  </a:lnTo>
                  <a:lnTo>
                    <a:pt x="192881" y="173355"/>
                  </a:lnTo>
                  <a:lnTo>
                    <a:pt x="193834" y="174308"/>
                  </a:lnTo>
                  <a:lnTo>
                    <a:pt x="202883" y="179546"/>
                  </a:lnTo>
                  <a:lnTo>
                    <a:pt x="203835" y="180975"/>
                  </a:lnTo>
                  <a:lnTo>
                    <a:pt x="204311" y="182880"/>
                  </a:lnTo>
                  <a:lnTo>
                    <a:pt x="207169" y="187643"/>
                  </a:lnTo>
                  <a:lnTo>
                    <a:pt x="207169" y="191453"/>
                  </a:lnTo>
                  <a:lnTo>
                    <a:pt x="207645" y="193358"/>
                  </a:lnTo>
                  <a:lnTo>
                    <a:pt x="210979" y="193834"/>
                  </a:lnTo>
                  <a:lnTo>
                    <a:pt x="218598" y="198120"/>
                  </a:lnTo>
                  <a:lnTo>
                    <a:pt x="222409" y="198596"/>
                  </a:lnTo>
                  <a:lnTo>
                    <a:pt x="224790" y="198120"/>
                  </a:lnTo>
                  <a:lnTo>
                    <a:pt x="226695" y="197168"/>
                  </a:lnTo>
                  <a:lnTo>
                    <a:pt x="228600" y="196691"/>
                  </a:lnTo>
                  <a:lnTo>
                    <a:pt x="229552" y="197644"/>
                  </a:lnTo>
                  <a:lnTo>
                    <a:pt x="227648" y="201454"/>
                  </a:lnTo>
                  <a:lnTo>
                    <a:pt x="227171" y="205264"/>
                  </a:lnTo>
                  <a:lnTo>
                    <a:pt x="230029" y="208597"/>
                  </a:lnTo>
                  <a:lnTo>
                    <a:pt x="233363" y="209550"/>
                  </a:lnTo>
                  <a:lnTo>
                    <a:pt x="236220" y="201930"/>
                  </a:lnTo>
                  <a:lnTo>
                    <a:pt x="236220" y="193358"/>
                  </a:lnTo>
                  <a:lnTo>
                    <a:pt x="234791" y="193834"/>
                  </a:lnTo>
                  <a:lnTo>
                    <a:pt x="233363" y="193834"/>
                  </a:lnTo>
                  <a:lnTo>
                    <a:pt x="229552" y="191453"/>
                  </a:lnTo>
                  <a:lnTo>
                    <a:pt x="226695" y="190976"/>
                  </a:lnTo>
                  <a:lnTo>
                    <a:pt x="223838" y="190976"/>
                  </a:lnTo>
                  <a:lnTo>
                    <a:pt x="224790" y="188119"/>
                  </a:lnTo>
                  <a:lnTo>
                    <a:pt x="224790" y="185261"/>
                  </a:lnTo>
                  <a:lnTo>
                    <a:pt x="222885" y="182404"/>
                  </a:lnTo>
                  <a:lnTo>
                    <a:pt x="220980" y="179546"/>
                  </a:lnTo>
                  <a:lnTo>
                    <a:pt x="217646" y="176213"/>
                  </a:lnTo>
                  <a:lnTo>
                    <a:pt x="215741" y="172403"/>
                  </a:lnTo>
                  <a:lnTo>
                    <a:pt x="217646" y="170497"/>
                  </a:lnTo>
                  <a:lnTo>
                    <a:pt x="224314" y="170021"/>
                  </a:lnTo>
                  <a:lnTo>
                    <a:pt x="226219" y="167164"/>
                  </a:lnTo>
                  <a:lnTo>
                    <a:pt x="224790" y="165735"/>
                  </a:lnTo>
                  <a:lnTo>
                    <a:pt x="221933" y="164306"/>
                  </a:lnTo>
                  <a:lnTo>
                    <a:pt x="220504" y="163830"/>
                  </a:lnTo>
                  <a:lnTo>
                    <a:pt x="218598" y="163830"/>
                  </a:lnTo>
                  <a:lnTo>
                    <a:pt x="211931" y="161449"/>
                  </a:lnTo>
                  <a:lnTo>
                    <a:pt x="210027" y="159544"/>
                  </a:lnTo>
                  <a:lnTo>
                    <a:pt x="208121" y="158591"/>
                  </a:lnTo>
                  <a:lnTo>
                    <a:pt x="206692" y="160020"/>
                  </a:lnTo>
                  <a:lnTo>
                    <a:pt x="205740" y="161925"/>
                  </a:lnTo>
                  <a:lnTo>
                    <a:pt x="207169" y="163354"/>
                  </a:lnTo>
                  <a:lnTo>
                    <a:pt x="206692" y="166688"/>
                  </a:lnTo>
                  <a:lnTo>
                    <a:pt x="204311" y="169545"/>
                  </a:lnTo>
                  <a:lnTo>
                    <a:pt x="200025" y="169545"/>
                  </a:lnTo>
                  <a:lnTo>
                    <a:pt x="198596" y="168116"/>
                  </a:lnTo>
                  <a:lnTo>
                    <a:pt x="198596" y="166211"/>
                  </a:lnTo>
                  <a:lnTo>
                    <a:pt x="199073" y="164306"/>
                  </a:lnTo>
                  <a:lnTo>
                    <a:pt x="199073" y="162401"/>
                  </a:lnTo>
                  <a:lnTo>
                    <a:pt x="197167" y="158115"/>
                  </a:lnTo>
                  <a:lnTo>
                    <a:pt x="194310" y="154305"/>
                  </a:lnTo>
                  <a:lnTo>
                    <a:pt x="191452" y="151924"/>
                  </a:lnTo>
                  <a:lnTo>
                    <a:pt x="188119" y="150971"/>
                  </a:lnTo>
                  <a:lnTo>
                    <a:pt x="183356" y="150019"/>
                  </a:lnTo>
                  <a:lnTo>
                    <a:pt x="178594" y="150019"/>
                  </a:lnTo>
                  <a:lnTo>
                    <a:pt x="174784" y="151924"/>
                  </a:lnTo>
                  <a:lnTo>
                    <a:pt x="171450" y="154305"/>
                  </a:lnTo>
                  <a:lnTo>
                    <a:pt x="170021" y="154781"/>
                  </a:lnTo>
                  <a:lnTo>
                    <a:pt x="168592" y="155734"/>
                  </a:lnTo>
                  <a:lnTo>
                    <a:pt x="168592" y="157163"/>
                  </a:lnTo>
                  <a:lnTo>
                    <a:pt x="170973" y="159544"/>
                  </a:lnTo>
                  <a:lnTo>
                    <a:pt x="171450" y="160972"/>
                  </a:lnTo>
                  <a:lnTo>
                    <a:pt x="169545" y="161449"/>
                  </a:lnTo>
                  <a:lnTo>
                    <a:pt x="169069" y="163354"/>
                  </a:lnTo>
                  <a:lnTo>
                    <a:pt x="166688" y="163354"/>
                  </a:lnTo>
                  <a:lnTo>
                    <a:pt x="164306" y="162878"/>
                  </a:lnTo>
                  <a:lnTo>
                    <a:pt x="158591" y="160496"/>
                  </a:lnTo>
                  <a:lnTo>
                    <a:pt x="156686" y="159068"/>
                  </a:lnTo>
                  <a:lnTo>
                    <a:pt x="154781" y="157163"/>
                  </a:lnTo>
                  <a:lnTo>
                    <a:pt x="153829" y="155258"/>
                  </a:lnTo>
                  <a:lnTo>
                    <a:pt x="153352" y="152876"/>
                  </a:lnTo>
                  <a:lnTo>
                    <a:pt x="150019" y="144304"/>
                  </a:lnTo>
                  <a:lnTo>
                    <a:pt x="149542" y="140970"/>
                  </a:lnTo>
                  <a:lnTo>
                    <a:pt x="149542" y="137636"/>
                  </a:lnTo>
                  <a:lnTo>
                    <a:pt x="151923" y="135731"/>
                  </a:lnTo>
                  <a:lnTo>
                    <a:pt x="151448" y="134779"/>
                  </a:lnTo>
                  <a:lnTo>
                    <a:pt x="150495" y="133826"/>
                  </a:lnTo>
                  <a:lnTo>
                    <a:pt x="146685" y="126683"/>
                  </a:lnTo>
                  <a:lnTo>
                    <a:pt x="142875" y="119063"/>
                  </a:lnTo>
                  <a:lnTo>
                    <a:pt x="141446" y="117158"/>
                  </a:lnTo>
                  <a:lnTo>
                    <a:pt x="141446" y="115253"/>
                  </a:lnTo>
                  <a:lnTo>
                    <a:pt x="141923" y="113347"/>
                  </a:lnTo>
                  <a:lnTo>
                    <a:pt x="143352" y="111919"/>
                  </a:lnTo>
                  <a:lnTo>
                    <a:pt x="144780" y="108585"/>
                  </a:lnTo>
                  <a:lnTo>
                    <a:pt x="147638" y="104775"/>
                  </a:lnTo>
                  <a:lnTo>
                    <a:pt x="148590" y="103346"/>
                  </a:lnTo>
                  <a:lnTo>
                    <a:pt x="148590" y="101441"/>
                  </a:lnTo>
                  <a:lnTo>
                    <a:pt x="148114" y="99536"/>
                  </a:lnTo>
                  <a:lnTo>
                    <a:pt x="147161" y="97631"/>
                  </a:lnTo>
                  <a:lnTo>
                    <a:pt x="148114" y="93821"/>
                  </a:lnTo>
                  <a:lnTo>
                    <a:pt x="150971" y="90964"/>
                  </a:lnTo>
                  <a:lnTo>
                    <a:pt x="154305" y="88583"/>
                  </a:lnTo>
                  <a:lnTo>
                    <a:pt x="160496" y="85725"/>
                  </a:lnTo>
                  <a:lnTo>
                    <a:pt x="165735" y="84772"/>
                  </a:lnTo>
                  <a:lnTo>
                    <a:pt x="168592" y="79058"/>
                  </a:lnTo>
                  <a:lnTo>
                    <a:pt x="169069" y="76200"/>
                  </a:lnTo>
                  <a:lnTo>
                    <a:pt x="175736" y="62865"/>
                  </a:lnTo>
                  <a:lnTo>
                    <a:pt x="177165" y="57150"/>
                  </a:lnTo>
                  <a:lnTo>
                    <a:pt x="178117" y="54769"/>
                  </a:lnTo>
                  <a:lnTo>
                    <a:pt x="178594" y="52388"/>
                  </a:lnTo>
                  <a:lnTo>
                    <a:pt x="176689" y="51435"/>
                  </a:lnTo>
                  <a:lnTo>
                    <a:pt x="174784" y="50483"/>
                  </a:lnTo>
                  <a:lnTo>
                    <a:pt x="174308" y="48578"/>
                  </a:lnTo>
                  <a:lnTo>
                    <a:pt x="174308" y="46196"/>
                  </a:lnTo>
                  <a:lnTo>
                    <a:pt x="173355" y="44768"/>
                  </a:lnTo>
                  <a:lnTo>
                    <a:pt x="170021" y="42863"/>
                  </a:lnTo>
                  <a:lnTo>
                    <a:pt x="169069" y="41434"/>
                  </a:lnTo>
                  <a:lnTo>
                    <a:pt x="167164" y="36671"/>
                  </a:lnTo>
                  <a:lnTo>
                    <a:pt x="166211" y="33814"/>
                  </a:lnTo>
                  <a:lnTo>
                    <a:pt x="166211" y="30480"/>
                  </a:lnTo>
                  <a:lnTo>
                    <a:pt x="167164" y="20003"/>
                  </a:lnTo>
                  <a:lnTo>
                    <a:pt x="168592" y="16669"/>
                  </a:lnTo>
                  <a:lnTo>
                    <a:pt x="170973" y="13811"/>
                  </a:lnTo>
                  <a:lnTo>
                    <a:pt x="171927" y="10954"/>
                  </a:lnTo>
                  <a:lnTo>
                    <a:pt x="171450" y="8096"/>
                  </a:lnTo>
                  <a:lnTo>
                    <a:pt x="170498" y="6191"/>
                  </a:lnTo>
                  <a:lnTo>
                    <a:pt x="169069" y="4763"/>
                  </a:lnTo>
                  <a:lnTo>
                    <a:pt x="166688" y="5239"/>
                  </a:lnTo>
                  <a:lnTo>
                    <a:pt x="164306" y="9049"/>
                  </a:lnTo>
                  <a:lnTo>
                    <a:pt x="162877" y="10478"/>
                  </a:lnTo>
                  <a:lnTo>
                    <a:pt x="160020" y="11906"/>
                  </a:lnTo>
                  <a:lnTo>
                    <a:pt x="156686" y="11430"/>
                  </a:lnTo>
                  <a:lnTo>
                    <a:pt x="152400" y="10001"/>
                  </a:lnTo>
                  <a:lnTo>
                    <a:pt x="148114" y="8572"/>
                  </a:lnTo>
                  <a:lnTo>
                    <a:pt x="136684" y="1905"/>
                  </a:lnTo>
                  <a:lnTo>
                    <a:pt x="131445" y="0"/>
                  </a:lnTo>
                  <a:lnTo>
                    <a:pt x="129540" y="0"/>
                  </a:lnTo>
                  <a:lnTo>
                    <a:pt x="125254" y="953"/>
                  </a:lnTo>
                  <a:lnTo>
                    <a:pt x="123348" y="476"/>
                  </a:lnTo>
                  <a:lnTo>
                    <a:pt x="121444" y="476"/>
                  </a:lnTo>
                  <a:lnTo>
                    <a:pt x="118110" y="2381"/>
                  </a:lnTo>
                  <a:lnTo>
                    <a:pt x="114300" y="3810"/>
                  </a:lnTo>
                  <a:lnTo>
                    <a:pt x="113823" y="8572"/>
                  </a:lnTo>
                  <a:lnTo>
                    <a:pt x="112871" y="12383"/>
                  </a:lnTo>
                  <a:lnTo>
                    <a:pt x="111442" y="15716"/>
                  </a:lnTo>
                  <a:lnTo>
                    <a:pt x="106680" y="33814"/>
                  </a:lnTo>
                  <a:lnTo>
                    <a:pt x="107156" y="37147"/>
                  </a:lnTo>
                  <a:lnTo>
                    <a:pt x="109061" y="40481"/>
                  </a:lnTo>
                  <a:lnTo>
                    <a:pt x="109061" y="42386"/>
                  </a:lnTo>
                  <a:lnTo>
                    <a:pt x="108585" y="46196"/>
                  </a:lnTo>
                  <a:lnTo>
                    <a:pt x="109061" y="52388"/>
                  </a:lnTo>
                  <a:lnTo>
                    <a:pt x="108585" y="57150"/>
                  </a:lnTo>
                  <a:lnTo>
                    <a:pt x="105727" y="63818"/>
                  </a:lnTo>
                  <a:lnTo>
                    <a:pt x="105252" y="67628"/>
                  </a:lnTo>
                  <a:lnTo>
                    <a:pt x="105252" y="71438"/>
                  </a:lnTo>
                  <a:lnTo>
                    <a:pt x="105727" y="75724"/>
                  </a:lnTo>
                  <a:lnTo>
                    <a:pt x="108109" y="81915"/>
                  </a:lnTo>
                  <a:lnTo>
                    <a:pt x="108109" y="83820"/>
                  </a:lnTo>
                  <a:lnTo>
                    <a:pt x="107633" y="85725"/>
                  </a:lnTo>
                  <a:lnTo>
                    <a:pt x="106680" y="87154"/>
                  </a:lnTo>
                  <a:lnTo>
                    <a:pt x="104298" y="87630"/>
                  </a:lnTo>
                  <a:lnTo>
                    <a:pt x="100489" y="87630"/>
                  </a:lnTo>
                  <a:lnTo>
                    <a:pt x="99060" y="87154"/>
                  </a:lnTo>
                  <a:lnTo>
                    <a:pt x="96202" y="82868"/>
                  </a:lnTo>
                  <a:lnTo>
                    <a:pt x="94773" y="81915"/>
                  </a:lnTo>
                  <a:lnTo>
                    <a:pt x="92869" y="80963"/>
                  </a:lnTo>
                  <a:lnTo>
                    <a:pt x="91440" y="79058"/>
                  </a:lnTo>
                  <a:lnTo>
                    <a:pt x="89535" y="77629"/>
                  </a:lnTo>
                  <a:lnTo>
                    <a:pt x="88106" y="78581"/>
                  </a:lnTo>
                  <a:lnTo>
                    <a:pt x="87630" y="80010"/>
                  </a:lnTo>
                  <a:lnTo>
                    <a:pt x="87154" y="86678"/>
                  </a:lnTo>
                  <a:lnTo>
                    <a:pt x="87630" y="88106"/>
                  </a:lnTo>
                  <a:lnTo>
                    <a:pt x="89059" y="90011"/>
                  </a:lnTo>
                  <a:lnTo>
                    <a:pt x="90964" y="91440"/>
                  </a:lnTo>
                  <a:lnTo>
                    <a:pt x="91916" y="92393"/>
                  </a:lnTo>
                  <a:lnTo>
                    <a:pt x="92392" y="93821"/>
                  </a:lnTo>
                  <a:lnTo>
                    <a:pt x="93821" y="107633"/>
                  </a:lnTo>
                  <a:lnTo>
                    <a:pt x="94773" y="110966"/>
                  </a:lnTo>
                  <a:lnTo>
                    <a:pt x="96202" y="114776"/>
                  </a:lnTo>
                  <a:lnTo>
                    <a:pt x="97155" y="118586"/>
                  </a:lnTo>
                  <a:lnTo>
                    <a:pt x="97631" y="123349"/>
                  </a:lnTo>
                  <a:lnTo>
                    <a:pt x="99060" y="127635"/>
                  </a:lnTo>
                  <a:lnTo>
                    <a:pt x="100965" y="129540"/>
                  </a:lnTo>
                  <a:lnTo>
                    <a:pt x="103346" y="129064"/>
                  </a:lnTo>
                  <a:lnTo>
                    <a:pt x="104775" y="129540"/>
                  </a:lnTo>
                  <a:lnTo>
                    <a:pt x="105727" y="133350"/>
                  </a:lnTo>
                  <a:lnTo>
                    <a:pt x="108585" y="135731"/>
                  </a:lnTo>
                  <a:lnTo>
                    <a:pt x="109538" y="139541"/>
                  </a:lnTo>
                  <a:lnTo>
                    <a:pt x="110966" y="140970"/>
                  </a:lnTo>
                  <a:lnTo>
                    <a:pt x="112871" y="141446"/>
                  </a:lnTo>
                  <a:lnTo>
                    <a:pt x="114777" y="141446"/>
                  </a:lnTo>
                  <a:lnTo>
                    <a:pt x="115729" y="140018"/>
                  </a:lnTo>
                  <a:lnTo>
                    <a:pt x="115729" y="136208"/>
                  </a:lnTo>
                  <a:lnTo>
                    <a:pt x="114300" y="130493"/>
                  </a:lnTo>
                  <a:lnTo>
                    <a:pt x="115729" y="126683"/>
                  </a:lnTo>
                  <a:lnTo>
                    <a:pt x="117634" y="129064"/>
                  </a:lnTo>
                  <a:lnTo>
                    <a:pt x="120015" y="130493"/>
                  </a:lnTo>
                  <a:lnTo>
                    <a:pt x="123348" y="130969"/>
                  </a:lnTo>
                  <a:lnTo>
                    <a:pt x="126206" y="132397"/>
                  </a:lnTo>
                  <a:lnTo>
                    <a:pt x="128111" y="134779"/>
                  </a:lnTo>
                  <a:lnTo>
                    <a:pt x="128588" y="137636"/>
                  </a:lnTo>
                  <a:lnTo>
                    <a:pt x="127635" y="140018"/>
                  </a:lnTo>
                  <a:lnTo>
                    <a:pt x="119539" y="147161"/>
                  </a:lnTo>
                  <a:lnTo>
                    <a:pt x="118110" y="148590"/>
                  </a:lnTo>
                  <a:lnTo>
                    <a:pt x="117158" y="150495"/>
                  </a:lnTo>
                  <a:lnTo>
                    <a:pt x="117158" y="157163"/>
                  </a:lnTo>
                  <a:lnTo>
                    <a:pt x="117634" y="163830"/>
                  </a:lnTo>
                  <a:lnTo>
                    <a:pt x="120967" y="160496"/>
                  </a:lnTo>
                  <a:lnTo>
                    <a:pt x="124777" y="160972"/>
                  </a:lnTo>
                  <a:lnTo>
                    <a:pt x="128111" y="165259"/>
                  </a:lnTo>
                  <a:lnTo>
                    <a:pt x="130492" y="165259"/>
                  </a:lnTo>
                  <a:lnTo>
                    <a:pt x="133350" y="168116"/>
                  </a:lnTo>
                  <a:lnTo>
                    <a:pt x="137160" y="169545"/>
                  </a:lnTo>
                  <a:lnTo>
                    <a:pt x="141923" y="169069"/>
                  </a:lnTo>
                  <a:lnTo>
                    <a:pt x="145256" y="166688"/>
                  </a:lnTo>
                  <a:lnTo>
                    <a:pt x="145256" y="163830"/>
                  </a:lnTo>
                  <a:lnTo>
                    <a:pt x="147161" y="161925"/>
                  </a:lnTo>
                  <a:lnTo>
                    <a:pt x="151923" y="159544"/>
                  </a:lnTo>
                  <a:lnTo>
                    <a:pt x="153352" y="159068"/>
                  </a:lnTo>
                  <a:lnTo>
                    <a:pt x="155258" y="158591"/>
                  </a:lnTo>
                  <a:lnTo>
                    <a:pt x="156686" y="159068"/>
                  </a:lnTo>
                  <a:lnTo>
                    <a:pt x="166688" y="164306"/>
                  </a:lnTo>
                  <a:lnTo>
                    <a:pt x="171450" y="171926"/>
                  </a:lnTo>
                  <a:close/>
                  <a:moveTo>
                    <a:pt x="319564" y="374333"/>
                  </a:moveTo>
                  <a:lnTo>
                    <a:pt x="318611" y="372904"/>
                  </a:lnTo>
                  <a:lnTo>
                    <a:pt x="316706" y="371951"/>
                  </a:lnTo>
                  <a:lnTo>
                    <a:pt x="314802" y="369570"/>
                  </a:lnTo>
                  <a:lnTo>
                    <a:pt x="314325" y="366236"/>
                  </a:lnTo>
                  <a:lnTo>
                    <a:pt x="315277" y="358616"/>
                  </a:lnTo>
                  <a:lnTo>
                    <a:pt x="315277" y="356711"/>
                  </a:lnTo>
                  <a:lnTo>
                    <a:pt x="312420" y="352425"/>
                  </a:lnTo>
                  <a:lnTo>
                    <a:pt x="311944" y="347186"/>
                  </a:lnTo>
                  <a:lnTo>
                    <a:pt x="309086" y="345281"/>
                  </a:lnTo>
                  <a:lnTo>
                    <a:pt x="305277" y="344805"/>
                  </a:lnTo>
                  <a:lnTo>
                    <a:pt x="304323" y="343376"/>
                  </a:lnTo>
                  <a:lnTo>
                    <a:pt x="304323" y="342424"/>
                  </a:lnTo>
                  <a:lnTo>
                    <a:pt x="307181" y="340043"/>
                  </a:lnTo>
                  <a:lnTo>
                    <a:pt x="308610" y="338614"/>
                  </a:lnTo>
                  <a:lnTo>
                    <a:pt x="310515" y="335280"/>
                  </a:lnTo>
                  <a:lnTo>
                    <a:pt x="310039" y="331470"/>
                  </a:lnTo>
                  <a:lnTo>
                    <a:pt x="306705" y="327184"/>
                  </a:lnTo>
                  <a:lnTo>
                    <a:pt x="306229" y="325755"/>
                  </a:lnTo>
                  <a:lnTo>
                    <a:pt x="306229" y="320516"/>
                  </a:lnTo>
                  <a:lnTo>
                    <a:pt x="302419" y="320993"/>
                  </a:lnTo>
                  <a:lnTo>
                    <a:pt x="299561" y="319088"/>
                  </a:lnTo>
                  <a:lnTo>
                    <a:pt x="297656" y="315278"/>
                  </a:lnTo>
                  <a:lnTo>
                    <a:pt x="294798" y="312420"/>
                  </a:lnTo>
                  <a:lnTo>
                    <a:pt x="286702" y="307658"/>
                  </a:lnTo>
                  <a:lnTo>
                    <a:pt x="282416" y="304324"/>
                  </a:lnTo>
                  <a:lnTo>
                    <a:pt x="280511" y="304324"/>
                  </a:lnTo>
                  <a:lnTo>
                    <a:pt x="278606" y="307181"/>
                  </a:lnTo>
                  <a:lnTo>
                    <a:pt x="281940" y="320516"/>
                  </a:lnTo>
                  <a:lnTo>
                    <a:pt x="282892" y="325279"/>
                  </a:lnTo>
                  <a:lnTo>
                    <a:pt x="281940" y="329565"/>
                  </a:lnTo>
                  <a:lnTo>
                    <a:pt x="277654" y="330518"/>
                  </a:lnTo>
                  <a:lnTo>
                    <a:pt x="273367" y="329565"/>
                  </a:lnTo>
                  <a:lnTo>
                    <a:pt x="271939" y="329565"/>
                  </a:lnTo>
                  <a:lnTo>
                    <a:pt x="270986" y="332899"/>
                  </a:lnTo>
                  <a:lnTo>
                    <a:pt x="269558" y="334804"/>
                  </a:lnTo>
                  <a:lnTo>
                    <a:pt x="266223" y="333851"/>
                  </a:lnTo>
                  <a:lnTo>
                    <a:pt x="262890" y="331470"/>
                  </a:lnTo>
                  <a:lnTo>
                    <a:pt x="260509" y="330994"/>
                  </a:lnTo>
                  <a:lnTo>
                    <a:pt x="258604" y="332422"/>
                  </a:lnTo>
                  <a:lnTo>
                    <a:pt x="258127" y="334328"/>
                  </a:lnTo>
                  <a:lnTo>
                    <a:pt x="257175" y="340519"/>
                  </a:lnTo>
                  <a:lnTo>
                    <a:pt x="256223" y="344805"/>
                  </a:lnTo>
                  <a:lnTo>
                    <a:pt x="252413" y="346234"/>
                  </a:lnTo>
                  <a:lnTo>
                    <a:pt x="246698" y="343376"/>
                  </a:lnTo>
                  <a:lnTo>
                    <a:pt x="245269" y="343376"/>
                  </a:lnTo>
                  <a:lnTo>
                    <a:pt x="243840" y="344805"/>
                  </a:lnTo>
                  <a:lnTo>
                    <a:pt x="242888" y="346710"/>
                  </a:lnTo>
                  <a:lnTo>
                    <a:pt x="241459" y="350996"/>
                  </a:lnTo>
                  <a:lnTo>
                    <a:pt x="239554" y="354806"/>
                  </a:lnTo>
                  <a:lnTo>
                    <a:pt x="238602" y="356235"/>
                  </a:lnTo>
                  <a:lnTo>
                    <a:pt x="237173" y="357188"/>
                  </a:lnTo>
                  <a:lnTo>
                    <a:pt x="231458" y="358616"/>
                  </a:lnTo>
                  <a:lnTo>
                    <a:pt x="229077" y="359569"/>
                  </a:lnTo>
                  <a:lnTo>
                    <a:pt x="224790" y="362426"/>
                  </a:lnTo>
                  <a:lnTo>
                    <a:pt x="223361" y="361950"/>
                  </a:lnTo>
                  <a:lnTo>
                    <a:pt x="226695" y="359093"/>
                  </a:lnTo>
                  <a:lnTo>
                    <a:pt x="227648" y="357664"/>
                  </a:lnTo>
                  <a:lnTo>
                    <a:pt x="227171" y="351472"/>
                  </a:lnTo>
                  <a:lnTo>
                    <a:pt x="226695" y="349568"/>
                  </a:lnTo>
                  <a:lnTo>
                    <a:pt x="224314" y="345758"/>
                  </a:lnTo>
                  <a:lnTo>
                    <a:pt x="220980" y="343376"/>
                  </a:lnTo>
                  <a:lnTo>
                    <a:pt x="217170" y="342424"/>
                  </a:lnTo>
                  <a:lnTo>
                    <a:pt x="214789" y="341471"/>
                  </a:lnTo>
                  <a:lnTo>
                    <a:pt x="212408" y="340519"/>
                  </a:lnTo>
                  <a:lnTo>
                    <a:pt x="210502" y="343376"/>
                  </a:lnTo>
                  <a:lnTo>
                    <a:pt x="209073" y="344805"/>
                  </a:lnTo>
                  <a:lnTo>
                    <a:pt x="207645" y="345758"/>
                  </a:lnTo>
                  <a:lnTo>
                    <a:pt x="202883" y="346710"/>
                  </a:lnTo>
                  <a:lnTo>
                    <a:pt x="200977" y="347663"/>
                  </a:lnTo>
                  <a:lnTo>
                    <a:pt x="199548" y="349091"/>
                  </a:lnTo>
                  <a:lnTo>
                    <a:pt x="198596" y="350520"/>
                  </a:lnTo>
                  <a:lnTo>
                    <a:pt x="198120" y="351949"/>
                  </a:lnTo>
                  <a:lnTo>
                    <a:pt x="198120" y="354330"/>
                  </a:lnTo>
                  <a:lnTo>
                    <a:pt x="198120" y="356711"/>
                  </a:lnTo>
                  <a:lnTo>
                    <a:pt x="195263" y="359093"/>
                  </a:lnTo>
                  <a:lnTo>
                    <a:pt x="191452" y="360045"/>
                  </a:lnTo>
                  <a:lnTo>
                    <a:pt x="187166" y="360045"/>
                  </a:lnTo>
                  <a:lnTo>
                    <a:pt x="184309" y="361474"/>
                  </a:lnTo>
                  <a:lnTo>
                    <a:pt x="177641" y="362903"/>
                  </a:lnTo>
                  <a:lnTo>
                    <a:pt x="175736" y="363379"/>
                  </a:lnTo>
                  <a:lnTo>
                    <a:pt x="172402" y="366236"/>
                  </a:lnTo>
                  <a:lnTo>
                    <a:pt x="168592" y="370999"/>
                  </a:lnTo>
                  <a:lnTo>
                    <a:pt x="168116" y="372428"/>
                  </a:lnTo>
                  <a:lnTo>
                    <a:pt x="168116" y="375761"/>
                  </a:lnTo>
                  <a:lnTo>
                    <a:pt x="165735" y="385763"/>
                  </a:lnTo>
                  <a:lnTo>
                    <a:pt x="163830" y="388620"/>
                  </a:lnTo>
                  <a:lnTo>
                    <a:pt x="161448" y="391478"/>
                  </a:lnTo>
                  <a:lnTo>
                    <a:pt x="160973" y="395764"/>
                  </a:lnTo>
                  <a:lnTo>
                    <a:pt x="162877" y="399574"/>
                  </a:lnTo>
                  <a:lnTo>
                    <a:pt x="165259" y="401003"/>
                  </a:lnTo>
                  <a:lnTo>
                    <a:pt x="167640" y="401479"/>
                  </a:lnTo>
                  <a:lnTo>
                    <a:pt x="169069" y="400050"/>
                  </a:lnTo>
                  <a:lnTo>
                    <a:pt x="170021" y="398145"/>
                  </a:lnTo>
                  <a:lnTo>
                    <a:pt x="172402" y="392430"/>
                  </a:lnTo>
                  <a:lnTo>
                    <a:pt x="174784" y="386715"/>
                  </a:lnTo>
                  <a:lnTo>
                    <a:pt x="179070" y="379095"/>
                  </a:lnTo>
                  <a:lnTo>
                    <a:pt x="180023" y="376238"/>
                  </a:lnTo>
                  <a:lnTo>
                    <a:pt x="180975" y="375285"/>
                  </a:lnTo>
                  <a:lnTo>
                    <a:pt x="184785" y="372428"/>
                  </a:lnTo>
                  <a:lnTo>
                    <a:pt x="188119" y="371951"/>
                  </a:lnTo>
                  <a:lnTo>
                    <a:pt x="190977" y="373856"/>
                  </a:lnTo>
                  <a:lnTo>
                    <a:pt x="191929" y="379571"/>
                  </a:lnTo>
                  <a:lnTo>
                    <a:pt x="192881" y="380524"/>
                  </a:lnTo>
                  <a:lnTo>
                    <a:pt x="195263" y="380524"/>
                  </a:lnTo>
                  <a:lnTo>
                    <a:pt x="197644" y="380047"/>
                  </a:lnTo>
                  <a:lnTo>
                    <a:pt x="199548" y="377666"/>
                  </a:lnTo>
                  <a:lnTo>
                    <a:pt x="200977" y="374809"/>
                  </a:lnTo>
                  <a:lnTo>
                    <a:pt x="201930" y="375761"/>
                  </a:lnTo>
                  <a:lnTo>
                    <a:pt x="202406" y="377190"/>
                  </a:lnTo>
                  <a:lnTo>
                    <a:pt x="202883" y="379095"/>
                  </a:lnTo>
                  <a:lnTo>
                    <a:pt x="203835" y="380524"/>
                  </a:lnTo>
                  <a:lnTo>
                    <a:pt x="207169" y="382905"/>
                  </a:lnTo>
                  <a:lnTo>
                    <a:pt x="210979" y="384810"/>
                  </a:lnTo>
                  <a:lnTo>
                    <a:pt x="213836" y="376238"/>
                  </a:lnTo>
                  <a:lnTo>
                    <a:pt x="213836" y="374809"/>
                  </a:lnTo>
                  <a:lnTo>
                    <a:pt x="213836" y="373380"/>
                  </a:lnTo>
                  <a:lnTo>
                    <a:pt x="214313" y="371475"/>
                  </a:lnTo>
                  <a:lnTo>
                    <a:pt x="216217" y="370522"/>
                  </a:lnTo>
                  <a:lnTo>
                    <a:pt x="218123" y="370522"/>
                  </a:lnTo>
                  <a:lnTo>
                    <a:pt x="220027" y="370999"/>
                  </a:lnTo>
                  <a:lnTo>
                    <a:pt x="221933" y="371951"/>
                  </a:lnTo>
                  <a:lnTo>
                    <a:pt x="223361" y="373380"/>
                  </a:lnTo>
                  <a:lnTo>
                    <a:pt x="230505" y="376238"/>
                  </a:lnTo>
                  <a:lnTo>
                    <a:pt x="233839" y="379095"/>
                  </a:lnTo>
                  <a:lnTo>
                    <a:pt x="237648" y="383858"/>
                  </a:lnTo>
                  <a:lnTo>
                    <a:pt x="238602" y="385286"/>
                  </a:lnTo>
                  <a:lnTo>
                    <a:pt x="238602" y="387668"/>
                  </a:lnTo>
                  <a:lnTo>
                    <a:pt x="237648" y="390049"/>
                  </a:lnTo>
                  <a:lnTo>
                    <a:pt x="236696" y="391478"/>
                  </a:lnTo>
                  <a:lnTo>
                    <a:pt x="235267" y="392906"/>
                  </a:lnTo>
                  <a:lnTo>
                    <a:pt x="232886" y="394811"/>
                  </a:lnTo>
                  <a:lnTo>
                    <a:pt x="230981" y="399097"/>
                  </a:lnTo>
                  <a:lnTo>
                    <a:pt x="230981" y="401479"/>
                  </a:lnTo>
                  <a:lnTo>
                    <a:pt x="231458" y="403860"/>
                  </a:lnTo>
                  <a:lnTo>
                    <a:pt x="233363" y="410528"/>
                  </a:lnTo>
                  <a:lnTo>
                    <a:pt x="233363" y="414814"/>
                  </a:lnTo>
                  <a:lnTo>
                    <a:pt x="234315" y="419100"/>
                  </a:lnTo>
                  <a:lnTo>
                    <a:pt x="239077" y="424815"/>
                  </a:lnTo>
                  <a:lnTo>
                    <a:pt x="245269" y="428625"/>
                  </a:lnTo>
                  <a:lnTo>
                    <a:pt x="253365" y="432911"/>
                  </a:lnTo>
                  <a:lnTo>
                    <a:pt x="263366" y="437197"/>
                  </a:lnTo>
                  <a:lnTo>
                    <a:pt x="264795" y="437674"/>
                  </a:lnTo>
                  <a:lnTo>
                    <a:pt x="266700" y="437674"/>
                  </a:lnTo>
                  <a:lnTo>
                    <a:pt x="268129" y="436245"/>
                  </a:lnTo>
                  <a:lnTo>
                    <a:pt x="271463" y="431483"/>
                  </a:lnTo>
                  <a:lnTo>
                    <a:pt x="271939" y="431006"/>
                  </a:lnTo>
                  <a:lnTo>
                    <a:pt x="273367" y="430530"/>
                  </a:lnTo>
                  <a:lnTo>
                    <a:pt x="274796" y="431959"/>
                  </a:lnTo>
                  <a:lnTo>
                    <a:pt x="274796" y="435769"/>
                  </a:lnTo>
                  <a:lnTo>
                    <a:pt x="273844" y="439579"/>
                  </a:lnTo>
                  <a:lnTo>
                    <a:pt x="274320" y="441484"/>
                  </a:lnTo>
                  <a:lnTo>
                    <a:pt x="275748" y="445770"/>
                  </a:lnTo>
                  <a:lnTo>
                    <a:pt x="277654" y="446722"/>
                  </a:lnTo>
                  <a:lnTo>
                    <a:pt x="281464" y="444341"/>
                  </a:lnTo>
                  <a:lnTo>
                    <a:pt x="286702" y="437197"/>
                  </a:lnTo>
                  <a:lnTo>
                    <a:pt x="288608" y="433388"/>
                  </a:lnTo>
                  <a:lnTo>
                    <a:pt x="288608" y="425291"/>
                  </a:lnTo>
                  <a:lnTo>
                    <a:pt x="285750" y="417195"/>
                  </a:lnTo>
                  <a:lnTo>
                    <a:pt x="284798" y="416243"/>
                  </a:lnTo>
                  <a:lnTo>
                    <a:pt x="281940" y="413861"/>
                  </a:lnTo>
                  <a:lnTo>
                    <a:pt x="280035" y="412909"/>
                  </a:lnTo>
                  <a:lnTo>
                    <a:pt x="278130" y="410051"/>
                  </a:lnTo>
                  <a:lnTo>
                    <a:pt x="278606" y="406718"/>
                  </a:lnTo>
                  <a:lnTo>
                    <a:pt x="280988" y="402908"/>
                  </a:lnTo>
                  <a:lnTo>
                    <a:pt x="283845" y="399574"/>
                  </a:lnTo>
                  <a:lnTo>
                    <a:pt x="287179" y="396716"/>
                  </a:lnTo>
                  <a:lnTo>
                    <a:pt x="287655" y="394811"/>
                  </a:lnTo>
                  <a:lnTo>
                    <a:pt x="288131" y="392906"/>
                  </a:lnTo>
                  <a:lnTo>
                    <a:pt x="288608" y="391478"/>
                  </a:lnTo>
                  <a:lnTo>
                    <a:pt x="291465" y="389572"/>
                  </a:lnTo>
                  <a:lnTo>
                    <a:pt x="293370" y="389096"/>
                  </a:lnTo>
                  <a:lnTo>
                    <a:pt x="295752" y="396240"/>
                  </a:lnTo>
                  <a:lnTo>
                    <a:pt x="297656" y="399097"/>
                  </a:lnTo>
                  <a:lnTo>
                    <a:pt x="298609" y="401955"/>
                  </a:lnTo>
                  <a:lnTo>
                    <a:pt x="300514" y="405289"/>
                  </a:lnTo>
                  <a:lnTo>
                    <a:pt x="301942" y="409099"/>
                  </a:lnTo>
                  <a:lnTo>
                    <a:pt x="302895" y="417195"/>
                  </a:lnTo>
                  <a:lnTo>
                    <a:pt x="303848" y="420529"/>
                  </a:lnTo>
                  <a:lnTo>
                    <a:pt x="305277" y="423386"/>
                  </a:lnTo>
                  <a:lnTo>
                    <a:pt x="306229" y="417671"/>
                  </a:lnTo>
                  <a:lnTo>
                    <a:pt x="306705" y="409099"/>
                  </a:lnTo>
                  <a:lnTo>
                    <a:pt x="305277" y="405289"/>
                  </a:lnTo>
                  <a:lnTo>
                    <a:pt x="306229" y="403860"/>
                  </a:lnTo>
                  <a:lnTo>
                    <a:pt x="309086" y="404336"/>
                  </a:lnTo>
                  <a:lnTo>
                    <a:pt x="313848" y="400050"/>
                  </a:lnTo>
                  <a:lnTo>
                    <a:pt x="317659" y="394335"/>
                  </a:lnTo>
                  <a:lnTo>
                    <a:pt x="318611" y="391954"/>
                  </a:lnTo>
                  <a:lnTo>
                    <a:pt x="319088" y="389572"/>
                  </a:lnTo>
                  <a:lnTo>
                    <a:pt x="319088" y="381953"/>
                  </a:lnTo>
                  <a:lnTo>
                    <a:pt x="319564" y="374333"/>
                  </a:lnTo>
                  <a:close/>
                  <a:moveTo>
                    <a:pt x="83344" y="271939"/>
                  </a:moveTo>
                  <a:lnTo>
                    <a:pt x="80486" y="263366"/>
                  </a:lnTo>
                  <a:lnTo>
                    <a:pt x="81915" y="260033"/>
                  </a:lnTo>
                  <a:lnTo>
                    <a:pt x="80963" y="258128"/>
                  </a:lnTo>
                  <a:lnTo>
                    <a:pt x="80963" y="256222"/>
                  </a:lnTo>
                  <a:lnTo>
                    <a:pt x="81915" y="252413"/>
                  </a:lnTo>
                  <a:lnTo>
                    <a:pt x="81915" y="250984"/>
                  </a:lnTo>
                  <a:lnTo>
                    <a:pt x="80010" y="250031"/>
                  </a:lnTo>
                  <a:lnTo>
                    <a:pt x="78581" y="251936"/>
                  </a:lnTo>
                  <a:lnTo>
                    <a:pt x="74295" y="260985"/>
                  </a:lnTo>
                  <a:lnTo>
                    <a:pt x="72866" y="262890"/>
                  </a:lnTo>
                  <a:lnTo>
                    <a:pt x="71438" y="267176"/>
                  </a:lnTo>
                  <a:lnTo>
                    <a:pt x="72866" y="270510"/>
                  </a:lnTo>
                  <a:lnTo>
                    <a:pt x="73342" y="272891"/>
                  </a:lnTo>
                  <a:lnTo>
                    <a:pt x="72390" y="276701"/>
                  </a:lnTo>
                  <a:lnTo>
                    <a:pt x="70009" y="280035"/>
                  </a:lnTo>
                  <a:lnTo>
                    <a:pt x="68580" y="281464"/>
                  </a:lnTo>
                  <a:lnTo>
                    <a:pt x="67152" y="282416"/>
                  </a:lnTo>
                  <a:lnTo>
                    <a:pt x="64770" y="283369"/>
                  </a:lnTo>
                  <a:lnTo>
                    <a:pt x="62865" y="284321"/>
                  </a:lnTo>
                  <a:lnTo>
                    <a:pt x="56673" y="291941"/>
                  </a:lnTo>
                  <a:lnTo>
                    <a:pt x="55721" y="292894"/>
                  </a:lnTo>
                  <a:lnTo>
                    <a:pt x="52388" y="295275"/>
                  </a:lnTo>
                  <a:lnTo>
                    <a:pt x="45720" y="303371"/>
                  </a:lnTo>
                  <a:lnTo>
                    <a:pt x="39052" y="310039"/>
                  </a:lnTo>
                  <a:lnTo>
                    <a:pt x="31432" y="318611"/>
                  </a:lnTo>
                  <a:lnTo>
                    <a:pt x="28099" y="320993"/>
                  </a:lnTo>
                  <a:lnTo>
                    <a:pt x="26670" y="321469"/>
                  </a:lnTo>
                  <a:lnTo>
                    <a:pt x="24765" y="321469"/>
                  </a:lnTo>
                  <a:lnTo>
                    <a:pt x="23336" y="321945"/>
                  </a:lnTo>
                  <a:lnTo>
                    <a:pt x="18574" y="326708"/>
                  </a:lnTo>
                  <a:lnTo>
                    <a:pt x="13335" y="330994"/>
                  </a:lnTo>
                  <a:lnTo>
                    <a:pt x="10954" y="333375"/>
                  </a:lnTo>
                  <a:lnTo>
                    <a:pt x="7144" y="338138"/>
                  </a:lnTo>
                  <a:lnTo>
                    <a:pt x="4763" y="340043"/>
                  </a:lnTo>
                  <a:lnTo>
                    <a:pt x="1429" y="345758"/>
                  </a:lnTo>
                  <a:lnTo>
                    <a:pt x="476" y="348615"/>
                  </a:lnTo>
                  <a:lnTo>
                    <a:pt x="0" y="351472"/>
                  </a:lnTo>
                  <a:lnTo>
                    <a:pt x="3334" y="349091"/>
                  </a:lnTo>
                  <a:lnTo>
                    <a:pt x="6668" y="347186"/>
                  </a:lnTo>
                  <a:lnTo>
                    <a:pt x="8573" y="346710"/>
                  </a:lnTo>
                  <a:lnTo>
                    <a:pt x="10001" y="345758"/>
                  </a:lnTo>
                  <a:lnTo>
                    <a:pt x="10954" y="343853"/>
                  </a:lnTo>
                  <a:lnTo>
                    <a:pt x="11906" y="342424"/>
                  </a:lnTo>
                  <a:lnTo>
                    <a:pt x="15716" y="340995"/>
                  </a:lnTo>
                  <a:lnTo>
                    <a:pt x="19050" y="339090"/>
                  </a:lnTo>
                  <a:lnTo>
                    <a:pt x="22860" y="336709"/>
                  </a:lnTo>
                  <a:lnTo>
                    <a:pt x="26194" y="333851"/>
                  </a:lnTo>
                  <a:lnTo>
                    <a:pt x="29051" y="330041"/>
                  </a:lnTo>
                  <a:lnTo>
                    <a:pt x="31432" y="326231"/>
                  </a:lnTo>
                  <a:lnTo>
                    <a:pt x="34766" y="323850"/>
                  </a:lnTo>
                  <a:lnTo>
                    <a:pt x="39052" y="322897"/>
                  </a:lnTo>
                  <a:lnTo>
                    <a:pt x="41910" y="320993"/>
                  </a:lnTo>
                  <a:lnTo>
                    <a:pt x="44291" y="318611"/>
                  </a:lnTo>
                  <a:lnTo>
                    <a:pt x="46673" y="315754"/>
                  </a:lnTo>
                  <a:lnTo>
                    <a:pt x="53816" y="304324"/>
                  </a:lnTo>
                  <a:lnTo>
                    <a:pt x="53340" y="300990"/>
                  </a:lnTo>
                  <a:lnTo>
                    <a:pt x="54292" y="299085"/>
                  </a:lnTo>
                  <a:lnTo>
                    <a:pt x="56198" y="298133"/>
                  </a:lnTo>
                  <a:lnTo>
                    <a:pt x="60008" y="296704"/>
                  </a:lnTo>
                  <a:lnTo>
                    <a:pt x="68104" y="294322"/>
                  </a:lnTo>
                  <a:lnTo>
                    <a:pt x="69056" y="292894"/>
                  </a:lnTo>
                  <a:lnTo>
                    <a:pt x="69533" y="290989"/>
                  </a:lnTo>
                  <a:lnTo>
                    <a:pt x="71438" y="287655"/>
                  </a:lnTo>
                  <a:lnTo>
                    <a:pt x="74295" y="285274"/>
                  </a:lnTo>
                  <a:lnTo>
                    <a:pt x="76200" y="284321"/>
                  </a:lnTo>
                  <a:lnTo>
                    <a:pt x="80010" y="283369"/>
                  </a:lnTo>
                  <a:lnTo>
                    <a:pt x="81915" y="282416"/>
                  </a:lnTo>
                  <a:lnTo>
                    <a:pt x="85248" y="279083"/>
                  </a:lnTo>
                  <a:lnTo>
                    <a:pt x="85248" y="277178"/>
                  </a:lnTo>
                  <a:lnTo>
                    <a:pt x="83344" y="271939"/>
                  </a:lnTo>
                  <a:close/>
                </a:path>
              </a:pathLst>
            </a:custGeom>
            <a:grpFill/>
            <a:ln w="317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D5A250B3-AA3F-467E-8FE1-C5C7503E0227}"/>
                </a:ext>
              </a:extLst>
            </p:cNvPr>
            <p:cNvSpPr/>
            <p:nvPr/>
          </p:nvSpPr>
          <p:spPr>
            <a:xfrm>
              <a:off x="10510360" y="4364354"/>
              <a:ext cx="515303" cy="289083"/>
            </a:xfrm>
            <a:custGeom>
              <a:avLst/>
              <a:gdLst>
                <a:gd name="connsiteX0" fmla="*/ 195739 w 515303"/>
                <a:gd name="connsiteY0" fmla="*/ 8572 h 289083"/>
                <a:gd name="connsiteX1" fmla="*/ 197644 w 515303"/>
                <a:gd name="connsiteY1" fmla="*/ 7144 h 289083"/>
                <a:gd name="connsiteX2" fmla="*/ 200025 w 515303"/>
                <a:gd name="connsiteY2" fmla="*/ 7620 h 289083"/>
                <a:gd name="connsiteX3" fmla="*/ 201454 w 515303"/>
                <a:gd name="connsiteY3" fmla="*/ 6667 h 289083"/>
                <a:gd name="connsiteX4" fmla="*/ 207645 w 515303"/>
                <a:gd name="connsiteY4" fmla="*/ 8096 h 289083"/>
                <a:gd name="connsiteX5" fmla="*/ 212408 w 515303"/>
                <a:gd name="connsiteY5" fmla="*/ 8096 h 289083"/>
                <a:gd name="connsiteX6" fmla="*/ 215266 w 515303"/>
                <a:gd name="connsiteY6" fmla="*/ 7620 h 289083"/>
                <a:gd name="connsiteX7" fmla="*/ 217647 w 515303"/>
                <a:gd name="connsiteY7" fmla="*/ 8096 h 289083"/>
                <a:gd name="connsiteX8" fmla="*/ 220981 w 515303"/>
                <a:gd name="connsiteY8" fmla="*/ 5239 h 289083"/>
                <a:gd name="connsiteX9" fmla="*/ 222410 w 515303"/>
                <a:gd name="connsiteY9" fmla="*/ 4286 h 289083"/>
                <a:gd name="connsiteX10" fmla="*/ 223838 w 515303"/>
                <a:gd name="connsiteY10" fmla="*/ 4286 h 289083"/>
                <a:gd name="connsiteX11" fmla="*/ 225743 w 515303"/>
                <a:gd name="connsiteY11" fmla="*/ 3810 h 289083"/>
                <a:gd name="connsiteX12" fmla="*/ 225743 w 515303"/>
                <a:gd name="connsiteY12" fmla="*/ 2381 h 289083"/>
                <a:gd name="connsiteX13" fmla="*/ 225266 w 515303"/>
                <a:gd name="connsiteY13" fmla="*/ 1905 h 289083"/>
                <a:gd name="connsiteX14" fmla="*/ 225266 w 515303"/>
                <a:gd name="connsiteY14" fmla="*/ 1905 h 289083"/>
                <a:gd name="connsiteX15" fmla="*/ 225266 w 515303"/>
                <a:gd name="connsiteY15" fmla="*/ 2857 h 289083"/>
                <a:gd name="connsiteX16" fmla="*/ 224314 w 515303"/>
                <a:gd name="connsiteY16" fmla="*/ 2857 h 289083"/>
                <a:gd name="connsiteX17" fmla="*/ 212885 w 515303"/>
                <a:gd name="connsiteY17" fmla="*/ 476 h 289083"/>
                <a:gd name="connsiteX18" fmla="*/ 205741 w 515303"/>
                <a:gd name="connsiteY18" fmla="*/ 0 h 289083"/>
                <a:gd name="connsiteX19" fmla="*/ 202406 w 515303"/>
                <a:gd name="connsiteY19" fmla="*/ 952 h 289083"/>
                <a:gd name="connsiteX20" fmla="*/ 199073 w 515303"/>
                <a:gd name="connsiteY20" fmla="*/ 952 h 289083"/>
                <a:gd name="connsiteX21" fmla="*/ 197168 w 515303"/>
                <a:gd name="connsiteY21" fmla="*/ 2381 h 289083"/>
                <a:gd name="connsiteX22" fmla="*/ 197644 w 515303"/>
                <a:gd name="connsiteY22" fmla="*/ 5239 h 289083"/>
                <a:gd name="connsiteX23" fmla="*/ 195263 w 515303"/>
                <a:gd name="connsiteY23" fmla="*/ 6191 h 289083"/>
                <a:gd name="connsiteX24" fmla="*/ 195263 w 515303"/>
                <a:gd name="connsiteY24" fmla="*/ 7144 h 289083"/>
                <a:gd name="connsiteX25" fmla="*/ 195739 w 515303"/>
                <a:gd name="connsiteY25" fmla="*/ 9049 h 289083"/>
                <a:gd name="connsiteX26" fmla="*/ 195739 w 515303"/>
                <a:gd name="connsiteY26" fmla="*/ 8572 h 289083"/>
                <a:gd name="connsiteX27" fmla="*/ 415291 w 515303"/>
                <a:gd name="connsiteY27" fmla="*/ 72390 h 289083"/>
                <a:gd name="connsiteX28" fmla="*/ 393860 w 515303"/>
                <a:gd name="connsiteY28" fmla="*/ 54769 h 289083"/>
                <a:gd name="connsiteX29" fmla="*/ 391954 w 515303"/>
                <a:gd name="connsiteY29" fmla="*/ 52864 h 289083"/>
                <a:gd name="connsiteX30" fmla="*/ 386716 w 515303"/>
                <a:gd name="connsiteY30" fmla="*/ 49054 h 289083"/>
                <a:gd name="connsiteX31" fmla="*/ 382906 w 515303"/>
                <a:gd name="connsiteY31" fmla="*/ 44767 h 289083"/>
                <a:gd name="connsiteX32" fmla="*/ 381953 w 515303"/>
                <a:gd name="connsiteY32" fmla="*/ 43815 h 289083"/>
                <a:gd name="connsiteX33" fmla="*/ 374333 w 515303"/>
                <a:gd name="connsiteY33" fmla="*/ 40957 h 289083"/>
                <a:gd name="connsiteX34" fmla="*/ 370523 w 515303"/>
                <a:gd name="connsiteY34" fmla="*/ 37624 h 289083"/>
                <a:gd name="connsiteX35" fmla="*/ 367189 w 515303"/>
                <a:gd name="connsiteY35" fmla="*/ 35242 h 289083"/>
                <a:gd name="connsiteX36" fmla="*/ 363379 w 515303"/>
                <a:gd name="connsiteY36" fmla="*/ 33338 h 289083"/>
                <a:gd name="connsiteX37" fmla="*/ 358141 w 515303"/>
                <a:gd name="connsiteY37" fmla="*/ 30956 h 289083"/>
                <a:gd name="connsiteX38" fmla="*/ 355283 w 515303"/>
                <a:gd name="connsiteY38" fmla="*/ 30956 h 289083"/>
                <a:gd name="connsiteX39" fmla="*/ 353378 w 515303"/>
                <a:gd name="connsiteY39" fmla="*/ 28099 h 289083"/>
                <a:gd name="connsiteX40" fmla="*/ 347187 w 515303"/>
                <a:gd name="connsiteY40" fmla="*/ 24765 h 289083"/>
                <a:gd name="connsiteX41" fmla="*/ 341472 w 515303"/>
                <a:gd name="connsiteY41" fmla="*/ 20955 h 289083"/>
                <a:gd name="connsiteX42" fmla="*/ 341948 w 515303"/>
                <a:gd name="connsiteY42" fmla="*/ 23336 h 289083"/>
                <a:gd name="connsiteX43" fmla="*/ 341472 w 515303"/>
                <a:gd name="connsiteY43" fmla="*/ 25717 h 289083"/>
                <a:gd name="connsiteX44" fmla="*/ 338614 w 515303"/>
                <a:gd name="connsiteY44" fmla="*/ 26670 h 289083"/>
                <a:gd name="connsiteX45" fmla="*/ 341948 w 515303"/>
                <a:gd name="connsiteY45" fmla="*/ 28099 h 289083"/>
                <a:gd name="connsiteX46" fmla="*/ 346235 w 515303"/>
                <a:gd name="connsiteY46" fmla="*/ 28099 h 289083"/>
                <a:gd name="connsiteX47" fmla="*/ 349568 w 515303"/>
                <a:gd name="connsiteY47" fmla="*/ 29527 h 289083"/>
                <a:gd name="connsiteX48" fmla="*/ 360998 w 515303"/>
                <a:gd name="connsiteY48" fmla="*/ 36671 h 289083"/>
                <a:gd name="connsiteX49" fmla="*/ 362903 w 515303"/>
                <a:gd name="connsiteY49" fmla="*/ 39052 h 289083"/>
                <a:gd name="connsiteX50" fmla="*/ 366713 w 515303"/>
                <a:gd name="connsiteY50" fmla="*/ 40957 h 289083"/>
                <a:gd name="connsiteX51" fmla="*/ 373856 w 515303"/>
                <a:gd name="connsiteY51" fmla="*/ 47149 h 289083"/>
                <a:gd name="connsiteX52" fmla="*/ 376714 w 515303"/>
                <a:gd name="connsiteY52" fmla="*/ 49054 h 289083"/>
                <a:gd name="connsiteX53" fmla="*/ 380048 w 515303"/>
                <a:gd name="connsiteY53" fmla="*/ 50959 h 289083"/>
                <a:gd name="connsiteX54" fmla="*/ 381953 w 515303"/>
                <a:gd name="connsiteY54" fmla="*/ 51435 h 289083"/>
                <a:gd name="connsiteX55" fmla="*/ 385763 w 515303"/>
                <a:gd name="connsiteY55" fmla="*/ 51911 h 289083"/>
                <a:gd name="connsiteX56" fmla="*/ 387668 w 515303"/>
                <a:gd name="connsiteY56" fmla="*/ 52388 h 289083"/>
                <a:gd name="connsiteX57" fmla="*/ 390525 w 515303"/>
                <a:gd name="connsiteY57" fmla="*/ 54769 h 289083"/>
                <a:gd name="connsiteX58" fmla="*/ 392906 w 515303"/>
                <a:gd name="connsiteY58" fmla="*/ 57626 h 289083"/>
                <a:gd name="connsiteX59" fmla="*/ 401003 w 515303"/>
                <a:gd name="connsiteY59" fmla="*/ 68580 h 289083"/>
                <a:gd name="connsiteX60" fmla="*/ 403385 w 515303"/>
                <a:gd name="connsiteY60" fmla="*/ 73342 h 289083"/>
                <a:gd name="connsiteX61" fmla="*/ 404337 w 515303"/>
                <a:gd name="connsiteY61" fmla="*/ 78581 h 289083"/>
                <a:gd name="connsiteX62" fmla="*/ 404337 w 515303"/>
                <a:gd name="connsiteY62" fmla="*/ 80963 h 289083"/>
                <a:gd name="connsiteX63" fmla="*/ 403860 w 515303"/>
                <a:gd name="connsiteY63" fmla="*/ 83344 h 289083"/>
                <a:gd name="connsiteX64" fmla="*/ 403860 w 515303"/>
                <a:gd name="connsiteY64" fmla="*/ 85725 h 289083"/>
                <a:gd name="connsiteX65" fmla="*/ 405766 w 515303"/>
                <a:gd name="connsiteY65" fmla="*/ 90488 h 289083"/>
                <a:gd name="connsiteX66" fmla="*/ 407194 w 515303"/>
                <a:gd name="connsiteY66" fmla="*/ 92392 h 289083"/>
                <a:gd name="connsiteX67" fmla="*/ 409099 w 515303"/>
                <a:gd name="connsiteY67" fmla="*/ 94297 h 289083"/>
                <a:gd name="connsiteX68" fmla="*/ 410528 w 515303"/>
                <a:gd name="connsiteY68" fmla="*/ 96679 h 289083"/>
                <a:gd name="connsiteX69" fmla="*/ 412910 w 515303"/>
                <a:gd name="connsiteY69" fmla="*/ 94297 h 289083"/>
                <a:gd name="connsiteX70" fmla="*/ 414814 w 515303"/>
                <a:gd name="connsiteY70" fmla="*/ 91440 h 289083"/>
                <a:gd name="connsiteX71" fmla="*/ 415766 w 515303"/>
                <a:gd name="connsiteY71" fmla="*/ 88582 h 289083"/>
                <a:gd name="connsiteX72" fmla="*/ 415766 w 515303"/>
                <a:gd name="connsiteY72" fmla="*/ 85249 h 289083"/>
                <a:gd name="connsiteX73" fmla="*/ 418148 w 515303"/>
                <a:gd name="connsiteY73" fmla="*/ 82391 h 289083"/>
                <a:gd name="connsiteX74" fmla="*/ 419100 w 515303"/>
                <a:gd name="connsiteY74" fmla="*/ 80963 h 289083"/>
                <a:gd name="connsiteX75" fmla="*/ 418624 w 515303"/>
                <a:gd name="connsiteY75" fmla="*/ 77629 h 289083"/>
                <a:gd name="connsiteX76" fmla="*/ 415291 w 515303"/>
                <a:gd name="connsiteY76" fmla="*/ 72390 h 289083"/>
                <a:gd name="connsiteX77" fmla="*/ 334328 w 515303"/>
                <a:gd name="connsiteY77" fmla="*/ 282892 h 289083"/>
                <a:gd name="connsiteX78" fmla="*/ 336233 w 515303"/>
                <a:gd name="connsiteY78" fmla="*/ 282416 h 289083"/>
                <a:gd name="connsiteX79" fmla="*/ 341472 w 515303"/>
                <a:gd name="connsiteY79" fmla="*/ 279559 h 289083"/>
                <a:gd name="connsiteX80" fmla="*/ 335281 w 515303"/>
                <a:gd name="connsiteY80" fmla="*/ 280035 h 289083"/>
                <a:gd name="connsiteX81" fmla="*/ 330994 w 515303"/>
                <a:gd name="connsiteY81" fmla="*/ 278130 h 289083"/>
                <a:gd name="connsiteX82" fmla="*/ 325279 w 515303"/>
                <a:gd name="connsiteY82" fmla="*/ 277654 h 289083"/>
                <a:gd name="connsiteX83" fmla="*/ 322422 w 515303"/>
                <a:gd name="connsiteY83" fmla="*/ 276701 h 289083"/>
                <a:gd name="connsiteX84" fmla="*/ 319564 w 515303"/>
                <a:gd name="connsiteY84" fmla="*/ 275272 h 289083"/>
                <a:gd name="connsiteX85" fmla="*/ 315754 w 515303"/>
                <a:gd name="connsiteY85" fmla="*/ 273844 h 289083"/>
                <a:gd name="connsiteX86" fmla="*/ 311468 w 515303"/>
                <a:gd name="connsiteY86" fmla="*/ 272891 h 289083"/>
                <a:gd name="connsiteX87" fmla="*/ 310039 w 515303"/>
                <a:gd name="connsiteY87" fmla="*/ 272415 h 289083"/>
                <a:gd name="connsiteX88" fmla="*/ 308610 w 515303"/>
                <a:gd name="connsiteY88" fmla="*/ 271463 h 289083"/>
                <a:gd name="connsiteX89" fmla="*/ 306706 w 515303"/>
                <a:gd name="connsiteY89" fmla="*/ 268605 h 289083"/>
                <a:gd name="connsiteX90" fmla="*/ 304800 w 515303"/>
                <a:gd name="connsiteY90" fmla="*/ 266224 h 289083"/>
                <a:gd name="connsiteX91" fmla="*/ 304800 w 515303"/>
                <a:gd name="connsiteY91" fmla="*/ 264319 h 289083"/>
                <a:gd name="connsiteX92" fmla="*/ 308135 w 515303"/>
                <a:gd name="connsiteY92" fmla="*/ 262890 h 289083"/>
                <a:gd name="connsiteX93" fmla="*/ 310516 w 515303"/>
                <a:gd name="connsiteY93" fmla="*/ 262414 h 289083"/>
                <a:gd name="connsiteX94" fmla="*/ 312420 w 515303"/>
                <a:gd name="connsiteY94" fmla="*/ 261461 h 289083"/>
                <a:gd name="connsiteX95" fmla="*/ 313373 w 515303"/>
                <a:gd name="connsiteY95" fmla="*/ 260032 h 289083"/>
                <a:gd name="connsiteX96" fmla="*/ 311944 w 515303"/>
                <a:gd name="connsiteY96" fmla="*/ 259080 h 289083"/>
                <a:gd name="connsiteX97" fmla="*/ 308135 w 515303"/>
                <a:gd name="connsiteY97" fmla="*/ 258127 h 289083"/>
                <a:gd name="connsiteX98" fmla="*/ 304324 w 515303"/>
                <a:gd name="connsiteY98" fmla="*/ 257651 h 289083"/>
                <a:gd name="connsiteX99" fmla="*/ 294799 w 515303"/>
                <a:gd name="connsiteY99" fmla="*/ 256699 h 289083"/>
                <a:gd name="connsiteX100" fmla="*/ 292894 w 515303"/>
                <a:gd name="connsiteY100" fmla="*/ 256222 h 289083"/>
                <a:gd name="connsiteX101" fmla="*/ 287656 w 515303"/>
                <a:gd name="connsiteY101" fmla="*/ 253841 h 289083"/>
                <a:gd name="connsiteX102" fmla="*/ 285750 w 515303"/>
                <a:gd name="connsiteY102" fmla="*/ 250984 h 289083"/>
                <a:gd name="connsiteX103" fmla="*/ 286227 w 515303"/>
                <a:gd name="connsiteY103" fmla="*/ 247174 h 289083"/>
                <a:gd name="connsiteX104" fmla="*/ 287656 w 515303"/>
                <a:gd name="connsiteY104" fmla="*/ 243364 h 289083"/>
                <a:gd name="connsiteX105" fmla="*/ 287179 w 515303"/>
                <a:gd name="connsiteY105" fmla="*/ 239554 h 289083"/>
                <a:gd name="connsiteX106" fmla="*/ 285274 w 515303"/>
                <a:gd name="connsiteY106" fmla="*/ 238125 h 289083"/>
                <a:gd name="connsiteX107" fmla="*/ 283369 w 515303"/>
                <a:gd name="connsiteY107" fmla="*/ 237649 h 289083"/>
                <a:gd name="connsiteX108" fmla="*/ 281941 w 515303"/>
                <a:gd name="connsiteY108" fmla="*/ 237649 h 289083"/>
                <a:gd name="connsiteX109" fmla="*/ 271463 w 515303"/>
                <a:gd name="connsiteY109" fmla="*/ 240030 h 289083"/>
                <a:gd name="connsiteX110" fmla="*/ 267653 w 515303"/>
                <a:gd name="connsiteY110" fmla="*/ 240030 h 289083"/>
                <a:gd name="connsiteX111" fmla="*/ 264319 w 515303"/>
                <a:gd name="connsiteY111" fmla="*/ 238601 h 289083"/>
                <a:gd name="connsiteX112" fmla="*/ 262414 w 515303"/>
                <a:gd name="connsiteY112" fmla="*/ 234791 h 289083"/>
                <a:gd name="connsiteX113" fmla="*/ 260033 w 515303"/>
                <a:gd name="connsiteY113" fmla="*/ 226695 h 289083"/>
                <a:gd name="connsiteX114" fmla="*/ 258604 w 515303"/>
                <a:gd name="connsiteY114" fmla="*/ 225742 h 289083"/>
                <a:gd name="connsiteX115" fmla="*/ 252889 w 515303"/>
                <a:gd name="connsiteY115" fmla="*/ 221932 h 289083"/>
                <a:gd name="connsiteX116" fmla="*/ 252413 w 515303"/>
                <a:gd name="connsiteY116" fmla="*/ 220504 h 289083"/>
                <a:gd name="connsiteX117" fmla="*/ 252413 w 515303"/>
                <a:gd name="connsiteY117" fmla="*/ 218599 h 289083"/>
                <a:gd name="connsiteX118" fmla="*/ 251460 w 515303"/>
                <a:gd name="connsiteY118" fmla="*/ 214313 h 289083"/>
                <a:gd name="connsiteX119" fmla="*/ 249556 w 515303"/>
                <a:gd name="connsiteY119" fmla="*/ 208121 h 289083"/>
                <a:gd name="connsiteX120" fmla="*/ 248603 w 515303"/>
                <a:gd name="connsiteY120" fmla="*/ 206216 h 289083"/>
                <a:gd name="connsiteX121" fmla="*/ 241935 w 515303"/>
                <a:gd name="connsiteY121" fmla="*/ 201930 h 289083"/>
                <a:gd name="connsiteX122" fmla="*/ 238125 w 515303"/>
                <a:gd name="connsiteY122" fmla="*/ 200501 h 289083"/>
                <a:gd name="connsiteX123" fmla="*/ 234791 w 515303"/>
                <a:gd name="connsiteY123" fmla="*/ 198596 h 289083"/>
                <a:gd name="connsiteX124" fmla="*/ 228600 w 515303"/>
                <a:gd name="connsiteY124" fmla="*/ 192881 h 289083"/>
                <a:gd name="connsiteX125" fmla="*/ 225743 w 515303"/>
                <a:gd name="connsiteY125" fmla="*/ 189547 h 289083"/>
                <a:gd name="connsiteX126" fmla="*/ 222410 w 515303"/>
                <a:gd name="connsiteY126" fmla="*/ 186690 h 289083"/>
                <a:gd name="connsiteX127" fmla="*/ 218599 w 515303"/>
                <a:gd name="connsiteY127" fmla="*/ 184309 h 289083"/>
                <a:gd name="connsiteX128" fmla="*/ 216218 w 515303"/>
                <a:gd name="connsiteY128" fmla="*/ 181451 h 289083"/>
                <a:gd name="connsiteX129" fmla="*/ 213360 w 515303"/>
                <a:gd name="connsiteY129" fmla="*/ 174307 h 289083"/>
                <a:gd name="connsiteX130" fmla="*/ 208598 w 515303"/>
                <a:gd name="connsiteY130" fmla="*/ 166211 h 289083"/>
                <a:gd name="connsiteX131" fmla="*/ 208122 w 515303"/>
                <a:gd name="connsiteY131" fmla="*/ 164782 h 289083"/>
                <a:gd name="connsiteX132" fmla="*/ 208122 w 515303"/>
                <a:gd name="connsiteY132" fmla="*/ 163354 h 289083"/>
                <a:gd name="connsiteX133" fmla="*/ 213837 w 515303"/>
                <a:gd name="connsiteY133" fmla="*/ 159544 h 289083"/>
                <a:gd name="connsiteX134" fmla="*/ 221933 w 515303"/>
                <a:gd name="connsiteY134" fmla="*/ 160020 h 289083"/>
                <a:gd name="connsiteX135" fmla="*/ 233839 w 515303"/>
                <a:gd name="connsiteY135" fmla="*/ 159544 h 289083"/>
                <a:gd name="connsiteX136" fmla="*/ 237173 w 515303"/>
                <a:gd name="connsiteY136" fmla="*/ 159067 h 289083"/>
                <a:gd name="connsiteX137" fmla="*/ 238602 w 515303"/>
                <a:gd name="connsiteY137" fmla="*/ 157639 h 289083"/>
                <a:gd name="connsiteX138" fmla="*/ 239078 w 515303"/>
                <a:gd name="connsiteY138" fmla="*/ 153829 h 289083"/>
                <a:gd name="connsiteX139" fmla="*/ 238125 w 515303"/>
                <a:gd name="connsiteY139" fmla="*/ 147638 h 289083"/>
                <a:gd name="connsiteX140" fmla="*/ 237173 w 515303"/>
                <a:gd name="connsiteY140" fmla="*/ 145732 h 289083"/>
                <a:gd name="connsiteX141" fmla="*/ 235744 w 515303"/>
                <a:gd name="connsiteY141" fmla="*/ 144780 h 289083"/>
                <a:gd name="connsiteX142" fmla="*/ 234791 w 515303"/>
                <a:gd name="connsiteY142" fmla="*/ 143827 h 289083"/>
                <a:gd name="connsiteX143" fmla="*/ 231935 w 515303"/>
                <a:gd name="connsiteY143" fmla="*/ 140017 h 289083"/>
                <a:gd name="connsiteX144" fmla="*/ 229077 w 515303"/>
                <a:gd name="connsiteY144" fmla="*/ 136684 h 289083"/>
                <a:gd name="connsiteX145" fmla="*/ 227648 w 515303"/>
                <a:gd name="connsiteY145" fmla="*/ 135255 h 289083"/>
                <a:gd name="connsiteX146" fmla="*/ 224314 w 515303"/>
                <a:gd name="connsiteY146" fmla="*/ 133350 h 289083"/>
                <a:gd name="connsiteX147" fmla="*/ 222885 w 515303"/>
                <a:gd name="connsiteY147" fmla="*/ 132874 h 289083"/>
                <a:gd name="connsiteX148" fmla="*/ 218599 w 515303"/>
                <a:gd name="connsiteY148" fmla="*/ 132874 h 289083"/>
                <a:gd name="connsiteX149" fmla="*/ 214313 w 515303"/>
                <a:gd name="connsiteY149" fmla="*/ 132397 h 289083"/>
                <a:gd name="connsiteX150" fmla="*/ 211456 w 515303"/>
                <a:gd name="connsiteY150" fmla="*/ 131445 h 289083"/>
                <a:gd name="connsiteX151" fmla="*/ 190024 w 515303"/>
                <a:gd name="connsiteY151" fmla="*/ 121444 h 289083"/>
                <a:gd name="connsiteX152" fmla="*/ 183356 w 515303"/>
                <a:gd name="connsiteY152" fmla="*/ 119063 h 289083"/>
                <a:gd name="connsiteX153" fmla="*/ 176213 w 515303"/>
                <a:gd name="connsiteY153" fmla="*/ 117634 h 289083"/>
                <a:gd name="connsiteX154" fmla="*/ 171450 w 515303"/>
                <a:gd name="connsiteY154" fmla="*/ 116681 h 289083"/>
                <a:gd name="connsiteX155" fmla="*/ 167641 w 515303"/>
                <a:gd name="connsiteY155" fmla="*/ 114300 h 289083"/>
                <a:gd name="connsiteX156" fmla="*/ 169069 w 515303"/>
                <a:gd name="connsiteY156" fmla="*/ 106680 h 289083"/>
                <a:gd name="connsiteX157" fmla="*/ 169069 w 515303"/>
                <a:gd name="connsiteY157" fmla="*/ 97155 h 289083"/>
                <a:gd name="connsiteX158" fmla="*/ 168116 w 515303"/>
                <a:gd name="connsiteY158" fmla="*/ 94774 h 289083"/>
                <a:gd name="connsiteX159" fmla="*/ 153353 w 515303"/>
                <a:gd name="connsiteY159" fmla="*/ 80010 h 289083"/>
                <a:gd name="connsiteX160" fmla="*/ 149066 w 515303"/>
                <a:gd name="connsiteY160" fmla="*/ 80010 h 289083"/>
                <a:gd name="connsiteX161" fmla="*/ 144781 w 515303"/>
                <a:gd name="connsiteY161" fmla="*/ 79057 h 289083"/>
                <a:gd name="connsiteX162" fmla="*/ 141923 w 515303"/>
                <a:gd name="connsiteY162" fmla="*/ 76676 h 289083"/>
                <a:gd name="connsiteX163" fmla="*/ 139541 w 515303"/>
                <a:gd name="connsiteY163" fmla="*/ 73819 h 289083"/>
                <a:gd name="connsiteX164" fmla="*/ 136208 w 515303"/>
                <a:gd name="connsiteY164" fmla="*/ 70961 h 289083"/>
                <a:gd name="connsiteX165" fmla="*/ 132398 w 515303"/>
                <a:gd name="connsiteY165" fmla="*/ 68580 h 289083"/>
                <a:gd name="connsiteX166" fmla="*/ 128588 w 515303"/>
                <a:gd name="connsiteY166" fmla="*/ 67151 h 289083"/>
                <a:gd name="connsiteX167" fmla="*/ 125731 w 515303"/>
                <a:gd name="connsiteY167" fmla="*/ 64294 h 289083"/>
                <a:gd name="connsiteX168" fmla="*/ 124778 w 515303"/>
                <a:gd name="connsiteY168" fmla="*/ 62389 h 289083"/>
                <a:gd name="connsiteX169" fmla="*/ 123349 w 515303"/>
                <a:gd name="connsiteY169" fmla="*/ 61436 h 289083"/>
                <a:gd name="connsiteX170" fmla="*/ 121444 w 515303"/>
                <a:gd name="connsiteY170" fmla="*/ 60960 h 289083"/>
                <a:gd name="connsiteX171" fmla="*/ 119539 w 515303"/>
                <a:gd name="connsiteY171" fmla="*/ 60960 h 289083"/>
                <a:gd name="connsiteX172" fmla="*/ 115253 w 515303"/>
                <a:gd name="connsiteY172" fmla="*/ 61436 h 289083"/>
                <a:gd name="connsiteX173" fmla="*/ 110966 w 515303"/>
                <a:gd name="connsiteY173" fmla="*/ 61436 h 289083"/>
                <a:gd name="connsiteX174" fmla="*/ 109062 w 515303"/>
                <a:gd name="connsiteY174" fmla="*/ 60960 h 289083"/>
                <a:gd name="connsiteX175" fmla="*/ 107156 w 515303"/>
                <a:gd name="connsiteY175" fmla="*/ 60007 h 289083"/>
                <a:gd name="connsiteX176" fmla="*/ 102870 w 515303"/>
                <a:gd name="connsiteY176" fmla="*/ 57150 h 289083"/>
                <a:gd name="connsiteX177" fmla="*/ 100013 w 515303"/>
                <a:gd name="connsiteY177" fmla="*/ 54292 h 289083"/>
                <a:gd name="connsiteX178" fmla="*/ 96679 w 515303"/>
                <a:gd name="connsiteY178" fmla="*/ 52864 h 289083"/>
                <a:gd name="connsiteX179" fmla="*/ 90012 w 515303"/>
                <a:gd name="connsiteY179" fmla="*/ 48101 h 289083"/>
                <a:gd name="connsiteX180" fmla="*/ 85725 w 515303"/>
                <a:gd name="connsiteY180" fmla="*/ 46672 h 289083"/>
                <a:gd name="connsiteX181" fmla="*/ 77153 w 515303"/>
                <a:gd name="connsiteY181" fmla="*/ 45244 h 289083"/>
                <a:gd name="connsiteX182" fmla="*/ 73343 w 515303"/>
                <a:gd name="connsiteY182" fmla="*/ 44767 h 289083"/>
                <a:gd name="connsiteX183" fmla="*/ 69533 w 515303"/>
                <a:gd name="connsiteY183" fmla="*/ 43815 h 289083"/>
                <a:gd name="connsiteX184" fmla="*/ 57627 w 515303"/>
                <a:gd name="connsiteY184" fmla="*/ 40005 h 289083"/>
                <a:gd name="connsiteX185" fmla="*/ 46197 w 515303"/>
                <a:gd name="connsiteY185" fmla="*/ 35719 h 289083"/>
                <a:gd name="connsiteX186" fmla="*/ 38577 w 515303"/>
                <a:gd name="connsiteY186" fmla="*/ 31909 h 289083"/>
                <a:gd name="connsiteX187" fmla="*/ 37148 w 515303"/>
                <a:gd name="connsiteY187" fmla="*/ 31432 h 289083"/>
                <a:gd name="connsiteX188" fmla="*/ 35243 w 515303"/>
                <a:gd name="connsiteY188" fmla="*/ 31432 h 289083"/>
                <a:gd name="connsiteX189" fmla="*/ 33338 w 515303"/>
                <a:gd name="connsiteY189" fmla="*/ 30956 h 289083"/>
                <a:gd name="connsiteX190" fmla="*/ 28099 w 515303"/>
                <a:gd name="connsiteY190" fmla="*/ 28099 h 289083"/>
                <a:gd name="connsiteX191" fmla="*/ 10954 w 515303"/>
                <a:gd name="connsiteY191" fmla="*/ 20955 h 289083"/>
                <a:gd name="connsiteX192" fmla="*/ 8097 w 515303"/>
                <a:gd name="connsiteY192" fmla="*/ 20479 h 289083"/>
                <a:gd name="connsiteX193" fmla="*/ 4763 w 515303"/>
                <a:gd name="connsiteY193" fmla="*/ 20479 h 289083"/>
                <a:gd name="connsiteX194" fmla="*/ 3810 w 515303"/>
                <a:gd name="connsiteY194" fmla="*/ 20479 h 289083"/>
                <a:gd name="connsiteX195" fmla="*/ 3810 w 515303"/>
                <a:gd name="connsiteY195" fmla="*/ 20479 h 289083"/>
                <a:gd name="connsiteX196" fmla="*/ 3810 w 515303"/>
                <a:gd name="connsiteY196" fmla="*/ 22860 h 289083"/>
                <a:gd name="connsiteX197" fmla="*/ 3810 w 515303"/>
                <a:gd name="connsiteY197" fmla="*/ 27146 h 289083"/>
                <a:gd name="connsiteX198" fmla="*/ 3810 w 515303"/>
                <a:gd name="connsiteY198" fmla="*/ 33814 h 289083"/>
                <a:gd name="connsiteX199" fmla="*/ 3810 w 515303"/>
                <a:gd name="connsiteY199" fmla="*/ 40481 h 289083"/>
                <a:gd name="connsiteX200" fmla="*/ 3810 w 515303"/>
                <a:gd name="connsiteY200" fmla="*/ 47149 h 289083"/>
                <a:gd name="connsiteX201" fmla="*/ 3810 w 515303"/>
                <a:gd name="connsiteY201" fmla="*/ 53816 h 289083"/>
                <a:gd name="connsiteX202" fmla="*/ 3810 w 515303"/>
                <a:gd name="connsiteY202" fmla="*/ 60484 h 289083"/>
                <a:gd name="connsiteX203" fmla="*/ 3810 w 515303"/>
                <a:gd name="connsiteY203" fmla="*/ 67151 h 289083"/>
                <a:gd name="connsiteX204" fmla="*/ 3810 w 515303"/>
                <a:gd name="connsiteY204" fmla="*/ 73819 h 289083"/>
                <a:gd name="connsiteX205" fmla="*/ 3810 w 515303"/>
                <a:gd name="connsiteY205" fmla="*/ 80486 h 289083"/>
                <a:gd name="connsiteX206" fmla="*/ 3810 w 515303"/>
                <a:gd name="connsiteY206" fmla="*/ 87154 h 289083"/>
                <a:gd name="connsiteX207" fmla="*/ 3810 w 515303"/>
                <a:gd name="connsiteY207" fmla="*/ 93821 h 289083"/>
                <a:gd name="connsiteX208" fmla="*/ 3810 w 515303"/>
                <a:gd name="connsiteY208" fmla="*/ 100489 h 289083"/>
                <a:gd name="connsiteX209" fmla="*/ 3810 w 515303"/>
                <a:gd name="connsiteY209" fmla="*/ 107156 h 289083"/>
                <a:gd name="connsiteX210" fmla="*/ 3810 w 515303"/>
                <a:gd name="connsiteY210" fmla="*/ 113824 h 289083"/>
                <a:gd name="connsiteX211" fmla="*/ 3810 w 515303"/>
                <a:gd name="connsiteY211" fmla="*/ 120491 h 289083"/>
                <a:gd name="connsiteX212" fmla="*/ 3810 w 515303"/>
                <a:gd name="connsiteY212" fmla="*/ 127159 h 289083"/>
                <a:gd name="connsiteX213" fmla="*/ 3810 w 515303"/>
                <a:gd name="connsiteY213" fmla="*/ 133826 h 289083"/>
                <a:gd name="connsiteX214" fmla="*/ 3810 w 515303"/>
                <a:gd name="connsiteY214" fmla="*/ 140494 h 289083"/>
                <a:gd name="connsiteX215" fmla="*/ 3810 w 515303"/>
                <a:gd name="connsiteY215" fmla="*/ 143351 h 289083"/>
                <a:gd name="connsiteX216" fmla="*/ 2858 w 515303"/>
                <a:gd name="connsiteY216" fmla="*/ 147161 h 289083"/>
                <a:gd name="connsiteX217" fmla="*/ 477 w 515303"/>
                <a:gd name="connsiteY217" fmla="*/ 152400 h 289083"/>
                <a:gd name="connsiteX218" fmla="*/ 0 w 515303"/>
                <a:gd name="connsiteY218" fmla="*/ 156686 h 289083"/>
                <a:gd name="connsiteX219" fmla="*/ 1906 w 515303"/>
                <a:gd name="connsiteY219" fmla="*/ 160020 h 289083"/>
                <a:gd name="connsiteX220" fmla="*/ 3810 w 515303"/>
                <a:gd name="connsiteY220" fmla="*/ 162401 h 289083"/>
                <a:gd name="connsiteX221" fmla="*/ 3810 w 515303"/>
                <a:gd name="connsiteY221" fmla="*/ 168116 h 289083"/>
                <a:gd name="connsiteX222" fmla="*/ 3810 w 515303"/>
                <a:gd name="connsiteY222" fmla="*/ 174784 h 289083"/>
                <a:gd name="connsiteX223" fmla="*/ 3810 w 515303"/>
                <a:gd name="connsiteY223" fmla="*/ 181451 h 289083"/>
                <a:gd name="connsiteX224" fmla="*/ 3810 w 515303"/>
                <a:gd name="connsiteY224" fmla="*/ 188119 h 289083"/>
                <a:gd name="connsiteX225" fmla="*/ 3810 w 515303"/>
                <a:gd name="connsiteY225" fmla="*/ 194786 h 289083"/>
                <a:gd name="connsiteX226" fmla="*/ 3810 w 515303"/>
                <a:gd name="connsiteY226" fmla="*/ 201454 h 289083"/>
                <a:gd name="connsiteX227" fmla="*/ 3810 w 515303"/>
                <a:gd name="connsiteY227" fmla="*/ 208121 h 289083"/>
                <a:gd name="connsiteX228" fmla="*/ 3810 w 515303"/>
                <a:gd name="connsiteY228" fmla="*/ 214789 h 289083"/>
                <a:gd name="connsiteX229" fmla="*/ 3810 w 515303"/>
                <a:gd name="connsiteY229" fmla="*/ 221456 h 289083"/>
                <a:gd name="connsiteX230" fmla="*/ 3810 w 515303"/>
                <a:gd name="connsiteY230" fmla="*/ 228124 h 289083"/>
                <a:gd name="connsiteX231" fmla="*/ 3810 w 515303"/>
                <a:gd name="connsiteY231" fmla="*/ 234791 h 289083"/>
                <a:gd name="connsiteX232" fmla="*/ 3810 w 515303"/>
                <a:gd name="connsiteY232" fmla="*/ 235267 h 289083"/>
                <a:gd name="connsiteX233" fmla="*/ 9049 w 515303"/>
                <a:gd name="connsiteY233" fmla="*/ 238601 h 289083"/>
                <a:gd name="connsiteX234" fmla="*/ 11906 w 515303"/>
                <a:gd name="connsiteY234" fmla="*/ 238601 h 289083"/>
                <a:gd name="connsiteX235" fmla="*/ 14288 w 515303"/>
                <a:gd name="connsiteY235" fmla="*/ 237172 h 289083"/>
                <a:gd name="connsiteX236" fmla="*/ 18098 w 515303"/>
                <a:gd name="connsiteY236" fmla="*/ 236696 h 289083"/>
                <a:gd name="connsiteX237" fmla="*/ 21908 w 515303"/>
                <a:gd name="connsiteY237" fmla="*/ 238125 h 289083"/>
                <a:gd name="connsiteX238" fmla="*/ 25241 w 515303"/>
                <a:gd name="connsiteY238" fmla="*/ 239077 h 289083"/>
                <a:gd name="connsiteX239" fmla="*/ 29052 w 515303"/>
                <a:gd name="connsiteY239" fmla="*/ 239077 h 289083"/>
                <a:gd name="connsiteX240" fmla="*/ 37624 w 515303"/>
                <a:gd name="connsiteY240" fmla="*/ 238601 h 289083"/>
                <a:gd name="connsiteX241" fmla="*/ 46197 w 515303"/>
                <a:gd name="connsiteY241" fmla="*/ 237649 h 289083"/>
                <a:gd name="connsiteX242" fmla="*/ 48578 w 515303"/>
                <a:gd name="connsiteY242" fmla="*/ 238125 h 289083"/>
                <a:gd name="connsiteX243" fmla="*/ 51912 w 515303"/>
                <a:gd name="connsiteY243" fmla="*/ 239554 h 289083"/>
                <a:gd name="connsiteX244" fmla="*/ 53341 w 515303"/>
                <a:gd name="connsiteY244" fmla="*/ 240030 h 289083"/>
                <a:gd name="connsiteX245" fmla="*/ 56674 w 515303"/>
                <a:gd name="connsiteY245" fmla="*/ 242411 h 289083"/>
                <a:gd name="connsiteX246" fmla="*/ 60485 w 515303"/>
                <a:gd name="connsiteY246" fmla="*/ 243364 h 289083"/>
                <a:gd name="connsiteX247" fmla="*/ 67628 w 515303"/>
                <a:gd name="connsiteY247" fmla="*/ 239077 h 289083"/>
                <a:gd name="connsiteX248" fmla="*/ 75248 w 515303"/>
                <a:gd name="connsiteY248" fmla="*/ 235267 h 289083"/>
                <a:gd name="connsiteX249" fmla="*/ 80487 w 515303"/>
                <a:gd name="connsiteY249" fmla="*/ 233363 h 289083"/>
                <a:gd name="connsiteX250" fmla="*/ 85249 w 515303"/>
                <a:gd name="connsiteY250" fmla="*/ 230981 h 289083"/>
                <a:gd name="connsiteX251" fmla="*/ 86202 w 515303"/>
                <a:gd name="connsiteY251" fmla="*/ 229076 h 289083"/>
                <a:gd name="connsiteX252" fmla="*/ 86202 w 515303"/>
                <a:gd name="connsiteY252" fmla="*/ 225266 h 289083"/>
                <a:gd name="connsiteX253" fmla="*/ 85725 w 515303"/>
                <a:gd name="connsiteY253" fmla="*/ 223838 h 289083"/>
                <a:gd name="connsiteX254" fmla="*/ 83344 w 515303"/>
                <a:gd name="connsiteY254" fmla="*/ 220504 h 289083"/>
                <a:gd name="connsiteX255" fmla="*/ 80487 w 515303"/>
                <a:gd name="connsiteY255" fmla="*/ 217646 h 289083"/>
                <a:gd name="connsiteX256" fmla="*/ 76677 w 515303"/>
                <a:gd name="connsiteY256" fmla="*/ 214313 h 289083"/>
                <a:gd name="connsiteX257" fmla="*/ 75248 w 515303"/>
                <a:gd name="connsiteY257" fmla="*/ 213836 h 289083"/>
                <a:gd name="connsiteX258" fmla="*/ 73343 w 515303"/>
                <a:gd name="connsiteY258" fmla="*/ 213360 h 289083"/>
                <a:gd name="connsiteX259" fmla="*/ 66199 w 515303"/>
                <a:gd name="connsiteY259" fmla="*/ 210026 h 289083"/>
                <a:gd name="connsiteX260" fmla="*/ 58579 w 515303"/>
                <a:gd name="connsiteY260" fmla="*/ 209550 h 289083"/>
                <a:gd name="connsiteX261" fmla="*/ 55245 w 515303"/>
                <a:gd name="connsiteY261" fmla="*/ 210502 h 289083"/>
                <a:gd name="connsiteX262" fmla="*/ 52388 w 515303"/>
                <a:gd name="connsiteY262" fmla="*/ 208597 h 289083"/>
                <a:gd name="connsiteX263" fmla="*/ 51435 w 515303"/>
                <a:gd name="connsiteY263" fmla="*/ 206692 h 289083"/>
                <a:gd name="connsiteX264" fmla="*/ 50006 w 515303"/>
                <a:gd name="connsiteY264" fmla="*/ 204788 h 289083"/>
                <a:gd name="connsiteX265" fmla="*/ 46197 w 515303"/>
                <a:gd name="connsiteY265" fmla="*/ 204788 h 289083"/>
                <a:gd name="connsiteX266" fmla="*/ 48578 w 515303"/>
                <a:gd name="connsiteY266" fmla="*/ 203835 h 289083"/>
                <a:gd name="connsiteX267" fmla="*/ 50960 w 515303"/>
                <a:gd name="connsiteY267" fmla="*/ 203835 h 289083"/>
                <a:gd name="connsiteX268" fmla="*/ 51912 w 515303"/>
                <a:gd name="connsiteY268" fmla="*/ 205264 h 289083"/>
                <a:gd name="connsiteX269" fmla="*/ 52864 w 515303"/>
                <a:gd name="connsiteY269" fmla="*/ 206692 h 289083"/>
                <a:gd name="connsiteX270" fmla="*/ 54293 w 515303"/>
                <a:gd name="connsiteY270" fmla="*/ 208597 h 289083"/>
                <a:gd name="connsiteX271" fmla="*/ 56674 w 515303"/>
                <a:gd name="connsiteY271" fmla="*/ 208597 h 289083"/>
                <a:gd name="connsiteX272" fmla="*/ 59531 w 515303"/>
                <a:gd name="connsiteY272" fmla="*/ 207645 h 289083"/>
                <a:gd name="connsiteX273" fmla="*/ 62866 w 515303"/>
                <a:gd name="connsiteY273" fmla="*/ 207169 h 289083"/>
                <a:gd name="connsiteX274" fmla="*/ 66199 w 515303"/>
                <a:gd name="connsiteY274" fmla="*/ 207645 h 289083"/>
                <a:gd name="connsiteX275" fmla="*/ 69533 w 515303"/>
                <a:gd name="connsiteY275" fmla="*/ 208597 h 289083"/>
                <a:gd name="connsiteX276" fmla="*/ 76200 w 515303"/>
                <a:gd name="connsiteY276" fmla="*/ 208597 h 289083"/>
                <a:gd name="connsiteX277" fmla="*/ 82391 w 515303"/>
                <a:gd name="connsiteY277" fmla="*/ 207169 h 289083"/>
                <a:gd name="connsiteX278" fmla="*/ 88106 w 515303"/>
                <a:gd name="connsiteY278" fmla="*/ 206216 h 289083"/>
                <a:gd name="connsiteX279" fmla="*/ 93822 w 515303"/>
                <a:gd name="connsiteY279" fmla="*/ 204788 h 289083"/>
                <a:gd name="connsiteX280" fmla="*/ 92869 w 515303"/>
                <a:gd name="connsiteY280" fmla="*/ 201930 h 289083"/>
                <a:gd name="connsiteX281" fmla="*/ 91441 w 515303"/>
                <a:gd name="connsiteY281" fmla="*/ 199072 h 289083"/>
                <a:gd name="connsiteX282" fmla="*/ 90488 w 515303"/>
                <a:gd name="connsiteY282" fmla="*/ 198120 h 289083"/>
                <a:gd name="connsiteX283" fmla="*/ 91441 w 515303"/>
                <a:gd name="connsiteY283" fmla="*/ 197644 h 289083"/>
                <a:gd name="connsiteX284" fmla="*/ 95250 w 515303"/>
                <a:gd name="connsiteY284" fmla="*/ 198120 h 289083"/>
                <a:gd name="connsiteX285" fmla="*/ 99060 w 515303"/>
                <a:gd name="connsiteY285" fmla="*/ 199072 h 289083"/>
                <a:gd name="connsiteX286" fmla="*/ 100966 w 515303"/>
                <a:gd name="connsiteY286" fmla="*/ 199072 h 289083"/>
                <a:gd name="connsiteX287" fmla="*/ 102870 w 515303"/>
                <a:gd name="connsiteY287" fmla="*/ 198596 h 289083"/>
                <a:gd name="connsiteX288" fmla="*/ 101441 w 515303"/>
                <a:gd name="connsiteY288" fmla="*/ 196215 h 289083"/>
                <a:gd name="connsiteX289" fmla="*/ 103347 w 515303"/>
                <a:gd name="connsiteY289" fmla="*/ 196691 h 289083"/>
                <a:gd name="connsiteX290" fmla="*/ 105252 w 515303"/>
                <a:gd name="connsiteY290" fmla="*/ 196215 h 289083"/>
                <a:gd name="connsiteX291" fmla="*/ 98585 w 515303"/>
                <a:gd name="connsiteY291" fmla="*/ 182880 h 289083"/>
                <a:gd name="connsiteX292" fmla="*/ 95727 w 515303"/>
                <a:gd name="connsiteY292" fmla="*/ 180022 h 289083"/>
                <a:gd name="connsiteX293" fmla="*/ 98108 w 515303"/>
                <a:gd name="connsiteY293" fmla="*/ 181451 h 289083"/>
                <a:gd name="connsiteX294" fmla="*/ 100013 w 515303"/>
                <a:gd name="connsiteY294" fmla="*/ 183356 h 289083"/>
                <a:gd name="connsiteX295" fmla="*/ 101918 w 515303"/>
                <a:gd name="connsiteY295" fmla="*/ 185738 h 289083"/>
                <a:gd name="connsiteX296" fmla="*/ 104299 w 515303"/>
                <a:gd name="connsiteY296" fmla="*/ 187642 h 289083"/>
                <a:gd name="connsiteX297" fmla="*/ 106681 w 515303"/>
                <a:gd name="connsiteY297" fmla="*/ 188595 h 289083"/>
                <a:gd name="connsiteX298" fmla="*/ 112395 w 515303"/>
                <a:gd name="connsiteY298" fmla="*/ 190500 h 289083"/>
                <a:gd name="connsiteX299" fmla="*/ 115253 w 515303"/>
                <a:gd name="connsiteY299" fmla="*/ 190976 h 289083"/>
                <a:gd name="connsiteX300" fmla="*/ 116681 w 515303"/>
                <a:gd name="connsiteY300" fmla="*/ 189071 h 289083"/>
                <a:gd name="connsiteX301" fmla="*/ 118587 w 515303"/>
                <a:gd name="connsiteY301" fmla="*/ 187642 h 289083"/>
                <a:gd name="connsiteX302" fmla="*/ 119539 w 515303"/>
                <a:gd name="connsiteY302" fmla="*/ 187166 h 289083"/>
                <a:gd name="connsiteX303" fmla="*/ 121444 w 515303"/>
                <a:gd name="connsiteY303" fmla="*/ 187642 h 289083"/>
                <a:gd name="connsiteX304" fmla="*/ 122397 w 515303"/>
                <a:gd name="connsiteY304" fmla="*/ 187642 h 289083"/>
                <a:gd name="connsiteX305" fmla="*/ 122873 w 515303"/>
                <a:gd name="connsiteY305" fmla="*/ 184785 h 289083"/>
                <a:gd name="connsiteX306" fmla="*/ 124778 w 515303"/>
                <a:gd name="connsiteY306" fmla="*/ 183832 h 289083"/>
                <a:gd name="connsiteX307" fmla="*/ 127635 w 515303"/>
                <a:gd name="connsiteY307" fmla="*/ 184785 h 289083"/>
                <a:gd name="connsiteX308" fmla="*/ 130493 w 515303"/>
                <a:gd name="connsiteY308" fmla="*/ 186214 h 289083"/>
                <a:gd name="connsiteX309" fmla="*/ 133350 w 515303"/>
                <a:gd name="connsiteY309" fmla="*/ 186690 h 289083"/>
                <a:gd name="connsiteX310" fmla="*/ 136208 w 515303"/>
                <a:gd name="connsiteY310" fmla="*/ 186214 h 289083"/>
                <a:gd name="connsiteX311" fmla="*/ 137160 w 515303"/>
                <a:gd name="connsiteY311" fmla="*/ 189547 h 289083"/>
                <a:gd name="connsiteX312" fmla="*/ 138589 w 515303"/>
                <a:gd name="connsiteY312" fmla="*/ 190976 h 289083"/>
                <a:gd name="connsiteX313" fmla="*/ 140494 w 515303"/>
                <a:gd name="connsiteY313" fmla="*/ 191929 h 289083"/>
                <a:gd name="connsiteX314" fmla="*/ 144304 w 515303"/>
                <a:gd name="connsiteY314" fmla="*/ 192881 h 289083"/>
                <a:gd name="connsiteX315" fmla="*/ 148114 w 515303"/>
                <a:gd name="connsiteY315" fmla="*/ 193357 h 289083"/>
                <a:gd name="connsiteX316" fmla="*/ 151448 w 515303"/>
                <a:gd name="connsiteY316" fmla="*/ 193834 h 289083"/>
                <a:gd name="connsiteX317" fmla="*/ 157639 w 515303"/>
                <a:gd name="connsiteY317" fmla="*/ 196215 h 289083"/>
                <a:gd name="connsiteX318" fmla="*/ 160973 w 515303"/>
                <a:gd name="connsiteY318" fmla="*/ 196691 h 289083"/>
                <a:gd name="connsiteX319" fmla="*/ 166688 w 515303"/>
                <a:gd name="connsiteY319" fmla="*/ 197167 h 289083"/>
                <a:gd name="connsiteX320" fmla="*/ 168116 w 515303"/>
                <a:gd name="connsiteY320" fmla="*/ 197644 h 289083"/>
                <a:gd name="connsiteX321" fmla="*/ 169545 w 515303"/>
                <a:gd name="connsiteY321" fmla="*/ 198596 h 289083"/>
                <a:gd name="connsiteX322" fmla="*/ 177166 w 515303"/>
                <a:gd name="connsiteY322" fmla="*/ 201454 h 289083"/>
                <a:gd name="connsiteX323" fmla="*/ 178594 w 515303"/>
                <a:gd name="connsiteY323" fmla="*/ 202882 h 289083"/>
                <a:gd name="connsiteX324" fmla="*/ 179547 w 515303"/>
                <a:gd name="connsiteY324" fmla="*/ 204788 h 289083"/>
                <a:gd name="connsiteX325" fmla="*/ 180499 w 515303"/>
                <a:gd name="connsiteY325" fmla="*/ 206216 h 289083"/>
                <a:gd name="connsiteX326" fmla="*/ 181928 w 515303"/>
                <a:gd name="connsiteY326" fmla="*/ 207645 h 289083"/>
                <a:gd name="connsiteX327" fmla="*/ 184310 w 515303"/>
                <a:gd name="connsiteY327" fmla="*/ 210979 h 289083"/>
                <a:gd name="connsiteX328" fmla="*/ 185738 w 515303"/>
                <a:gd name="connsiteY328" fmla="*/ 214789 h 289083"/>
                <a:gd name="connsiteX329" fmla="*/ 190977 w 515303"/>
                <a:gd name="connsiteY329" fmla="*/ 220980 h 289083"/>
                <a:gd name="connsiteX330" fmla="*/ 193358 w 515303"/>
                <a:gd name="connsiteY330" fmla="*/ 224790 h 289083"/>
                <a:gd name="connsiteX331" fmla="*/ 197168 w 515303"/>
                <a:gd name="connsiteY331" fmla="*/ 231457 h 289083"/>
                <a:gd name="connsiteX332" fmla="*/ 199549 w 515303"/>
                <a:gd name="connsiteY332" fmla="*/ 233839 h 289083"/>
                <a:gd name="connsiteX333" fmla="*/ 204788 w 515303"/>
                <a:gd name="connsiteY333" fmla="*/ 235744 h 289083"/>
                <a:gd name="connsiteX334" fmla="*/ 206693 w 515303"/>
                <a:gd name="connsiteY334" fmla="*/ 235744 h 289083"/>
                <a:gd name="connsiteX335" fmla="*/ 208598 w 515303"/>
                <a:gd name="connsiteY335" fmla="*/ 234791 h 289083"/>
                <a:gd name="connsiteX336" fmla="*/ 207645 w 515303"/>
                <a:gd name="connsiteY336" fmla="*/ 238125 h 289083"/>
                <a:gd name="connsiteX337" fmla="*/ 207645 w 515303"/>
                <a:gd name="connsiteY337" fmla="*/ 241459 h 289083"/>
                <a:gd name="connsiteX338" fmla="*/ 210979 w 515303"/>
                <a:gd name="connsiteY338" fmla="*/ 246221 h 289083"/>
                <a:gd name="connsiteX339" fmla="*/ 212408 w 515303"/>
                <a:gd name="connsiteY339" fmla="*/ 247650 h 289083"/>
                <a:gd name="connsiteX340" fmla="*/ 220504 w 515303"/>
                <a:gd name="connsiteY340" fmla="*/ 252889 h 289083"/>
                <a:gd name="connsiteX341" fmla="*/ 224314 w 515303"/>
                <a:gd name="connsiteY341" fmla="*/ 256222 h 289083"/>
                <a:gd name="connsiteX342" fmla="*/ 227172 w 515303"/>
                <a:gd name="connsiteY342" fmla="*/ 260032 h 289083"/>
                <a:gd name="connsiteX343" fmla="*/ 229077 w 515303"/>
                <a:gd name="connsiteY343" fmla="*/ 264319 h 289083"/>
                <a:gd name="connsiteX344" fmla="*/ 230981 w 515303"/>
                <a:gd name="connsiteY344" fmla="*/ 265747 h 289083"/>
                <a:gd name="connsiteX345" fmla="*/ 232887 w 515303"/>
                <a:gd name="connsiteY345" fmla="*/ 267652 h 289083"/>
                <a:gd name="connsiteX346" fmla="*/ 236220 w 515303"/>
                <a:gd name="connsiteY346" fmla="*/ 269557 h 289083"/>
                <a:gd name="connsiteX347" fmla="*/ 240506 w 515303"/>
                <a:gd name="connsiteY347" fmla="*/ 270034 h 289083"/>
                <a:gd name="connsiteX348" fmla="*/ 246222 w 515303"/>
                <a:gd name="connsiteY348" fmla="*/ 271463 h 289083"/>
                <a:gd name="connsiteX349" fmla="*/ 248127 w 515303"/>
                <a:gd name="connsiteY349" fmla="*/ 271463 h 289083"/>
                <a:gd name="connsiteX350" fmla="*/ 250031 w 515303"/>
                <a:gd name="connsiteY350" fmla="*/ 270986 h 289083"/>
                <a:gd name="connsiteX351" fmla="*/ 253841 w 515303"/>
                <a:gd name="connsiteY351" fmla="*/ 271463 h 289083"/>
                <a:gd name="connsiteX352" fmla="*/ 257652 w 515303"/>
                <a:gd name="connsiteY352" fmla="*/ 273367 h 289083"/>
                <a:gd name="connsiteX353" fmla="*/ 259081 w 515303"/>
                <a:gd name="connsiteY353" fmla="*/ 273367 h 289083"/>
                <a:gd name="connsiteX354" fmla="*/ 264319 w 515303"/>
                <a:gd name="connsiteY354" fmla="*/ 272891 h 289083"/>
                <a:gd name="connsiteX355" fmla="*/ 266700 w 515303"/>
                <a:gd name="connsiteY355" fmla="*/ 272415 h 289083"/>
                <a:gd name="connsiteX356" fmla="*/ 268606 w 515303"/>
                <a:gd name="connsiteY356" fmla="*/ 272891 h 289083"/>
                <a:gd name="connsiteX357" fmla="*/ 272891 w 515303"/>
                <a:gd name="connsiteY357" fmla="*/ 275272 h 289083"/>
                <a:gd name="connsiteX358" fmla="*/ 276225 w 515303"/>
                <a:gd name="connsiteY358" fmla="*/ 276225 h 289083"/>
                <a:gd name="connsiteX359" fmla="*/ 290513 w 515303"/>
                <a:gd name="connsiteY359" fmla="*/ 277177 h 289083"/>
                <a:gd name="connsiteX360" fmla="*/ 297181 w 515303"/>
                <a:gd name="connsiteY360" fmla="*/ 278606 h 289083"/>
                <a:gd name="connsiteX361" fmla="*/ 300991 w 515303"/>
                <a:gd name="connsiteY361" fmla="*/ 278606 h 289083"/>
                <a:gd name="connsiteX362" fmla="*/ 304324 w 515303"/>
                <a:gd name="connsiteY362" fmla="*/ 279082 h 289083"/>
                <a:gd name="connsiteX363" fmla="*/ 307181 w 515303"/>
                <a:gd name="connsiteY363" fmla="*/ 280511 h 289083"/>
                <a:gd name="connsiteX364" fmla="*/ 310991 w 515303"/>
                <a:gd name="connsiteY364" fmla="*/ 283369 h 289083"/>
                <a:gd name="connsiteX365" fmla="*/ 311944 w 515303"/>
                <a:gd name="connsiteY365" fmla="*/ 284797 h 289083"/>
                <a:gd name="connsiteX366" fmla="*/ 313373 w 515303"/>
                <a:gd name="connsiteY366" fmla="*/ 286702 h 289083"/>
                <a:gd name="connsiteX367" fmla="*/ 317660 w 515303"/>
                <a:gd name="connsiteY367" fmla="*/ 288131 h 289083"/>
                <a:gd name="connsiteX368" fmla="*/ 323850 w 515303"/>
                <a:gd name="connsiteY368" fmla="*/ 289084 h 289083"/>
                <a:gd name="connsiteX369" fmla="*/ 327660 w 515303"/>
                <a:gd name="connsiteY369" fmla="*/ 289084 h 289083"/>
                <a:gd name="connsiteX370" fmla="*/ 329566 w 515303"/>
                <a:gd name="connsiteY370" fmla="*/ 288607 h 289083"/>
                <a:gd name="connsiteX371" fmla="*/ 334328 w 515303"/>
                <a:gd name="connsiteY371" fmla="*/ 285750 h 289083"/>
                <a:gd name="connsiteX372" fmla="*/ 335281 w 515303"/>
                <a:gd name="connsiteY372" fmla="*/ 284321 h 289083"/>
                <a:gd name="connsiteX373" fmla="*/ 333852 w 515303"/>
                <a:gd name="connsiteY373" fmla="*/ 283369 h 289083"/>
                <a:gd name="connsiteX374" fmla="*/ 330041 w 515303"/>
                <a:gd name="connsiteY374" fmla="*/ 281464 h 289083"/>
                <a:gd name="connsiteX375" fmla="*/ 327185 w 515303"/>
                <a:gd name="connsiteY375" fmla="*/ 278606 h 289083"/>
                <a:gd name="connsiteX376" fmla="*/ 328613 w 515303"/>
                <a:gd name="connsiteY376" fmla="*/ 277654 h 289083"/>
                <a:gd name="connsiteX377" fmla="*/ 334328 w 515303"/>
                <a:gd name="connsiteY377" fmla="*/ 282892 h 289083"/>
                <a:gd name="connsiteX378" fmla="*/ 471964 w 515303"/>
                <a:gd name="connsiteY378" fmla="*/ 107156 h 289083"/>
                <a:gd name="connsiteX379" fmla="*/ 471488 w 515303"/>
                <a:gd name="connsiteY379" fmla="*/ 104299 h 289083"/>
                <a:gd name="connsiteX380" fmla="*/ 469583 w 515303"/>
                <a:gd name="connsiteY380" fmla="*/ 102870 h 289083"/>
                <a:gd name="connsiteX381" fmla="*/ 468631 w 515303"/>
                <a:gd name="connsiteY381" fmla="*/ 103346 h 289083"/>
                <a:gd name="connsiteX382" fmla="*/ 466249 w 515303"/>
                <a:gd name="connsiteY382" fmla="*/ 105727 h 289083"/>
                <a:gd name="connsiteX383" fmla="*/ 467202 w 515303"/>
                <a:gd name="connsiteY383" fmla="*/ 107156 h 289083"/>
                <a:gd name="connsiteX384" fmla="*/ 467678 w 515303"/>
                <a:gd name="connsiteY384" fmla="*/ 109538 h 289083"/>
                <a:gd name="connsiteX385" fmla="*/ 468154 w 515303"/>
                <a:gd name="connsiteY385" fmla="*/ 112871 h 289083"/>
                <a:gd name="connsiteX386" fmla="*/ 469583 w 515303"/>
                <a:gd name="connsiteY386" fmla="*/ 117157 h 289083"/>
                <a:gd name="connsiteX387" fmla="*/ 470060 w 515303"/>
                <a:gd name="connsiteY387" fmla="*/ 116681 h 289083"/>
                <a:gd name="connsiteX388" fmla="*/ 471964 w 515303"/>
                <a:gd name="connsiteY388" fmla="*/ 114776 h 289083"/>
                <a:gd name="connsiteX389" fmla="*/ 472916 w 515303"/>
                <a:gd name="connsiteY389" fmla="*/ 109061 h 289083"/>
                <a:gd name="connsiteX390" fmla="*/ 471964 w 515303"/>
                <a:gd name="connsiteY390" fmla="*/ 107156 h 289083"/>
                <a:gd name="connsiteX391" fmla="*/ 514350 w 515303"/>
                <a:gd name="connsiteY391" fmla="*/ 155257 h 289083"/>
                <a:gd name="connsiteX392" fmla="*/ 512922 w 515303"/>
                <a:gd name="connsiteY392" fmla="*/ 151924 h 289083"/>
                <a:gd name="connsiteX393" fmla="*/ 511016 w 515303"/>
                <a:gd name="connsiteY393" fmla="*/ 149066 h 289083"/>
                <a:gd name="connsiteX394" fmla="*/ 508160 w 515303"/>
                <a:gd name="connsiteY394" fmla="*/ 146209 h 289083"/>
                <a:gd name="connsiteX395" fmla="*/ 504825 w 515303"/>
                <a:gd name="connsiteY395" fmla="*/ 143827 h 289083"/>
                <a:gd name="connsiteX396" fmla="*/ 502920 w 515303"/>
                <a:gd name="connsiteY396" fmla="*/ 142875 h 289083"/>
                <a:gd name="connsiteX397" fmla="*/ 501016 w 515303"/>
                <a:gd name="connsiteY397" fmla="*/ 142399 h 289083"/>
                <a:gd name="connsiteX398" fmla="*/ 499110 w 515303"/>
                <a:gd name="connsiteY398" fmla="*/ 140970 h 289083"/>
                <a:gd name="connsiteX399" fmla="*/ 495777 w 515303"/>
                <a:gd name="connsiteY399" fmla="*/ 135255 h 289083"/>
                <a:gd name="connsiteX400" fmla="*/ 493872 w 515303"/>
                <a:gd name="connsiteY400" fmla="*/ 133826 h 289083"/>
                <a:gd name="connsiteX401" fmla="*/ 490538 w 515303"/>
                <a:gd name="connsiteY401" fmla="*/ 131445 h 289083"/>
                <a:gd name="connsiteX402" fmla="*/ 489585 w 515303"/>
                <a:gd name="connsiteY402" fmla="*/ 130016 h 289083"/>
                <a:gd name="connsiteX403" fmla="*/ 489110 w 515303"/>
                <a:gd name="connsiteY403" fmla="*/ 128111 h 289083"/>
                <a:gd name="connsiteX404" fmla="*/ 485775 w 515303"/>
                <a:gd name="connsiteY404" fmla="*/ 122872 h 289083"/>
                <a:gd name="connsiteX405" fmla="*/ 482441 w 515303"/>
                <a:gd name="connsiteY405" fmla="*/ 120015 h 289083"/>
                <a:gd name="connsiteX406" fmla="*/ 478156 w 515303"/>
                <a:gd name="connsiteY406" fmla="*/ 119539 h 289083"/>
                <a:gd name="connsiteX407" fmla="*/ 476250 w 515303"/>
                <a:gd name="connsiteY407" fmla="*/ 118586 h 289083"/>
                <a:gd name="connsiteX408" fmla="*/ 474822 w 515303"/>
                <a:gd name="connsiteY408" fmla="*/ 117157 h 289083"/>
                <a:gd name="connsiteX409" fmla="*/ 473393 w 515303"/>
                <a:gd name="connsiteY409" fmla="*/ 116681 h 289083"/>
                <a:gd name="connsiteX410" fmla="*/ 473869 w 515303"/>
                <a:gd name="connsiteY410" fmla="*/ 120015 h 289083"/>
                <a:gd name="connsiteX411" fmla="*/ 472916 w 515303"/>
                <a:gd name="connsiteY411" fmla="*/ 126682 h 289083"/>
                <a:gd name="connsiteX412" fmla="*/ 473393 w 515303"/>
                <a:gd name="connsiteY412" fmla="*/ 129064 h 289083"/>
                <a:gd name="connsiteX413" fmla="*/ 474822 w 515303"/>
                <a:gd name="connsiteY413" fmla="*/ 132874 h 289083"/>
                <a:gd name="connsiteX414" fmla="*/ 475774 w 515303"/>
                <a:gd name="connsiteY414" fmla="*/ 134302 h 289083"/>
                <a:gd name="connsiteX415" fmla="*/ 478631 w 515303"/>
                <a:gd name="connsiteY415" fmla="*/ 137160 h 289083"/>
                <a:gd name="connsiteX416" fmla="*/ 481013 w 515303"/>
                <a:gd name="connsiteY416" fmla="*/ 138589 h 289083"/>
                <a:gd name="connsiteX417" fmla="*/ 483394 w 515303"/>
                <a:gd name="connsiteY417" fmla="*/ 141922 h 289083"/>
                <a:gd name="connsiteX418" fmla="*/ 484347 w 515303"/>
                <a:gd name="connsiteY418" fmla="*/ 142875 h 289083"/>
                <a:gd name="connsiteX419" fmla="*/ 489585 w 515303"/>
                <a:gd name="connsiteY419" fmla="*/ 145256 h 289083"/>
                <a:gd name="connsiteX420" fmla="*/ 490538 w 515303"/>
                <a:gd name="connsiteY420" fmla="*/ 148590 h 289083"/>
                <a:gd name="connsiteX421" fmla="*/ 489585 w 515303"/>
                <a:gd name="connsiteY421" fmla="*/ 152400 h 289083"/>
                <a:gd name="connsiteX422" fmla="*/ 491491 w 515303"/>
                <a:gd name="connsiteY422" fmla="*/ 155734 h 289083"/>
                <a:gd name="connsiteX423" fmla="*/ 494348 w 515303"/>
                <a:gd name="connsiteY423" fmla="*/ 159067 h 289083"/>
                <a:gd name="connsiteX424" fmla="*/ 497206 w 515303"/>
                <a:gd name="connsiteY424" fmla="*/ 160972 h 289083"/>
                <a:gd name="connsiteX425" fmla="*/ 500539 w 515303"/>
                <a:gd name="connsiteY425" fmla="*/ 162401 h 289083"/>
                <a:gd name="connsiteX426" fmla="*/ 503873 w 515303"/>
                <a:gd name="connsiteY426" fmla="*/ 163354 h 289083"/>
                <a:gd name="connsiteX427" fmla="*/ 507206 w 515303"/>
                <a:gd name="connsiteY427" fmla="*/ 163354 h 289083"/>
                <a:gd name="connsiteX428" fmla="*/ 508635 w 515303"/>
                <a:gd name="connsiteY428" fmla="*/ 162401 h 289083"/>
                <a:gd name="connsiteX429" fmla="*/ 510064 w 515303"/>
                <a:gd name="connsiteY429" fmla="*/ 160972 h 289083"/>
                <a:gd name="connsiteX430" fmla="*/ 512922 w 515303"/>
                <a:gd name="connsiteY430" fmla="*/ 160020 h 289083"/>
                <a:gd name="connsiteX431" fmla="*/ 513874 w 515303"/>
                <a:gd name="connsiteY431" fmla="*/ 160972 h 289083"/>
                <a:gd name="connsiteX432" fmla="*/ 514350 w 515303"/>
                <a:gd name="connsiteY432" fmla="*/ 160496 h 289083"/>
                <a:gd name="connsiteX433" fmla="*/ 515303 w 515303"/>
                <a:gd name="connsiteY433" fmla="*/ 157163 h 289083"/>
                <a:gd name="connsiteX434" fmla="*/ 514350 w 515303"/>
                <a:gd name="connsiteY434" fmla="*/ 155257 h 289083"/>
                <a:gd name="connsiteX435" fmla="*/ 390525 w 515303"/>
                <a:gd name="connsiteY435" fmla="*/ 79534 h 289083"/>
                <a:gd name="connsiteX436" fmla="*/ 387191 w 515303"/>
                <a:gd name="connsiteY436" fmla="*/ 78105 h 289083"/>
                <a:gd name="connsiteX437" fmla="*/ 384335 w 515303"/>
                <a:gd name="connsiteY437" fmla="*/ 75724 h 289083"/>
                <a:gd name="connsiteX438" fmla="*/ 379095 w 515303"/>
                <a:gd name="connsiteY438" fmla="*/ 79057 h 289083"/>
                <a:gd name="connsiteX439" fmla="*/ 377191 w 515303"/>
                <a:gd name="connsiteY439" fmla="*/ 78581 h 289083"/>
                <a:gd name="connsiteX440" fmla="*/ 375285 w 515303"/>
                <a:gd name="connsiteY440" fmla="*/ 77152 h 289083"/>
                <a:gd name="connsiteX441" fmla="*/ 373856 w 515303"/>
                <a:gd name="connsiteY441" fmla="*/ 75724 h 289083"/>
                <a:gd name="connsiteX442" fmla="*/ 370047 w 515303"/>
                <a:gd name="connsiteY442" fmla="*/ 75247 h 289083"/>
                <a:gd name="connsiteX443" fmla="*/ 366237 w 515303"/>
                <a:gd name="connsiteY443" fmla="*/ 75247 h 289083"/>
                <a:gd name="connsiteX444" fmla="*/ 365285 w 515303"/>
                <a:gd name="connsiteY444" fmla="*/ 76676 h 289083"/>
                <a:gd name="connsiteX445" fmla="*/ 364808 w 515303"/>
                <a:gd name="connsiteY445" fmla="*/ 78581 h 289083"/>
                <a:gd name="connsiteX446" fmla="*/ 365285 w 515303"/>
                <a:gd name="connsiteY446" fmla="*/ 80010 h 289083"/>
                <a:gd name="connsiteX447" fmla="*/ 369094 w 515303"/>
                <a:gd name="connsiteY447" fmla="*/ 90011 h 289083"/>
                <a:gd name="connsiteX448" fmla="*/ 369570 w 515303"/>
                <a:gd name="connsiteY448" fmla="*/ 94297 h 289083"/>
                <a:gd name="connsiteX449" fmla="*/ 369094 w 515303"/>
                <a:gd name="connsiteY449" fmla="*/ 98584 h 289083"/>
                <a:gd name="connsiteX450" fmla="*/ 365760 w 515303"/>
                <a:gd name="connsiteY450" fmla="*/ 100489 h 289083"/>
                <a:gd name="connsiteX451" fmla="*/ 361474 w 515303"/>
                <a:gd name="connsiteY451" fmla="*/ 100489 h 289083"/>
                <a:gd name="connsiteX452" fmla="*/ 359569 w 515303"/>
                <a:gd name="connsiteY452" fmla="*/ 100965 h 289083"/>
                <a:gd name="connsiteX453" fmla="*/ 357664 w 515303"/>
                <a:gd name="connsiteY453" fmla="*/ 101441 h 289083"/>
                <a:gd name="connsiteX454" fmla="*/ 351473 w 515303"/>
                <a:gd name="connsiteY454" fmla="*/ 106680 h 289083"/>
                <a:gd name="connsiteX455" fmla="*/ 349091 w 515303"/>
                <a:gd name="connsiteY455" fmla="*/ 109538 h 289083"/>
                <a:gd name="connsiteX456" fmla="*/ 347663 w 515303"/>
                <a:gd name="connsiteY456" fmla="*/ 113347 h 289083"/>
                <a:gd name="connsiteX457" fmla="*/ 345281 w 515303"/>
                <a:gd name="connsiteY457" fmla="*/ 116681 h 289083"/>
                <a:gd name="connsiteX458" fmla="*/ 343377 w 515303"/>
                <a:gd name="connsiteY458" fmla="*/ 117634 h 289083"/>
                <a:gd name="connsiteX459" fmla="*/ 341472 w 515303"/>
                <a:gd name="connsiteY459" fmla="*/ 117634 h 289083"/>
                <a:gd name="connsiteX460" fmla="*/ 339566 w 515303"/>
                <a:gd name="connsiteY460" fmla="*/ 118110 h 289083"/>
                <a:gd name="connsiteX461" fmla="*/ 337662 w 515303"/>
                <a:gd name="connsiteY461" fmla="*/ 119539 h 289083"/>
                <a:gd name="connsiteX462" fmla="*/ 333852 w 515303"/>
                <a:gd name="connsiteY462" fmla="*/ 120015 h 289083"/>
                <a:gd name="connsiteX463" fmla="*/ 330041 w 515303"/>
                <a:gd name="connsiteY463" fmla="*/ 118110 h 289083"/>
                <a:gd name="connsiteX464" fmla="*/ 326231 w 515303"/>
                <a:gd name="connsiteY464" fmla="*/ 118586 h 289083"/>
                <a:gd name="connsiteX465" fmla="*/ 322422 w 515303"/>
                <a:gd name="connsiteY465" fmla="*/ 120491 h 289083"/>
                <a:gd name="connsiteX466" fmla="*/ 318612 w 515303"/>
                <a:gd name="connsiteY466" fmla="*/ 120015 h 289083"/>
                <a:gd name="connsiteX467" fmla="*/ 316231 w 515303"/>
                <a:gd name="connsiteY467" fmla="*/ 116681 h 289083"/>
                <a:gd name="connsiteX468" fmla="*/ 315278 w 515303"/>
                <a:gd name="connsiteY468" fmla="*/ 112871 h 289083"/>
                <a:gd name="connsiteX469" fmla="*/ 315754 w 515303"/>
                <a:gd name="connsiteY469" fmla="*/ 108585 h 289083"/>
                <a:gd name="connsiteX470" fmla="*/ 316706 w 515303"/>
                <a:gd name="connsiteY470" fmla="*/ 106680 h 289083"/>
                <a:gd name="connsiteX471" fmla="*/ 318612 w 515303"/>
                <a:gd name="connsiteY471" fmla="*/ 104299 h 289083"/>
                <a:gd name="connsiteX472" fmla="*/ 317183 w 515303"/>
                <a:gd name="connsiteY472" fmla="*/ 102394 h 289083"/>
                <a:gd name="connsiteX473" fmla="*/ 316231 w 515303"/>
                <a:gd name="connsiteY473" fmla="*/ 102394 h 289083"/>
                <a:gd name="connsiteX474" fmla="*/ 314802 w 515303"/>
                <a:gd name="connsiteY474" fmla="*/ 103346 h 289083"/>
                <a:gd name="connsiteX475" fmla="*/ 313849 w 515303"/>
                <a:gd name="connsiteY475" fmla="*/ 106680 h 289083"/>
                <a:gd name="connsiteX476" fmla="*/ 311944 w 515303"/>
                <a:gd name="connsiteY476" fmla="*/ 117157 h 289083"/>
                <a:gd name="connsiteX477" fmla="*/ 307658 w 515303"/>
                <a:gd name="connsiteY477" fmla="*/ 119539 h 289083"/>
                <a:gd name="connsiteX478" fmla="*/ 302419 w 515303"/>
                <a:gd name="connsiteY478" fmla="*/ 119539 h 289083"/>
                <a:gd name="connsiteX479" fmla="*/ 300514 w 515303"/>
                <a:gd name="connsiteY479" fmla="*/ 119063 h 289083"/>
                <a:gd name="connsiteX480" fmla="*/ 295275 w 515303"/>
                <a:gd name="connsiteY480" fmla="*/ 120967 h 289083"/>
                <a:gd name="connsiteX481" fmla="*/ 291466 w 515303"/>
                <a:gd name="connsiteY481" fmla="*/ 121444 h 289083"/>
                <a:gd name="connsiteX482" fmla="*/ 287656 w 515303"/>
                <a:gd name="connsiteY482" fmla="*/ 120967 h 289083"/>
                <a:gd name="connsiteX483" fmla="*/ 283369 w 515303"/>
                <a:gd name="connsiteY483" fmla="*/ 119063 h 289083"/>
                <a:gd name="connsiteX484" fmla="*/ 279083 w 515303"/>
                <a:gd name="connsiteY484" fmla="*/ 117634 h 289083"/>
                <a:gd name="connsiteX485" fmla="*/ 271939 w 515303"/>
                <a:gd name="connsiteY485" fmla="*/ 118586 h 289083"/>
                <a:gd name="connsiteX486" fmla="*/ 270035 w 515303"/>
                <a:gd name="connsiteY486" fmla="*/ 118110 h 289083"/>
                <a:gd name="connsiteX487" fmla="*/ 268129 w 515303"/>
                <a:gd name="connsiteY487" fmla="*/ 118110 h 289083"/>
                <a:gd name="connsiteX488" fmla="*/ 266224 w 515303"/>
                <a:gd name="connsiteY488" fmla="*/ 118586 h 289083"/>
                <a:gd name="connsiteX489" fmla="*/ 264319 w 515303"/>
                <a:gd name="connsiteY489" fmla="*/ 118586 h 289083"/>
                <a:gd name="connsiteX490" fmla="*/ 260033 w 515303"/>
                <a:gd name="connsiteY490" fmla="*/ 117157 h 289083"/>
                <a:gd name="connsiteX491" fmla="*/ 257175 w 515303"/>
                <a:gd name="connsiteY491" fmla="*/ 119539 h 289083"/>
                <a:gd name="connsiteX492" fmla="*/ 256699 w 515303"/>
                <a:gd name="connsiteY492" fmla="*/ 123825 h 289083"/>
                <a:gd name="connsiteX493" fmla="*/ 259081 w 515303"/>
                <a:gd name="connsiteY493" fmla="*/ 127159 h 289083"/>
                <a:gd name="connsiteX494" fmla="*/ 262891 w 515303"/>
                <a:gd name="connsiteY494" fmla="*/ 128588 h 289083"/>
                <a:gd name="connsiteX495" fmla="*/ 266700 w 515303"/>
                <a:gd name="connsiteY495" fmla="*/ 129540 h 289083"/>
                <a:gd name="connsiteX496" fmla="*/ 270035 w 515303"/>
                <a:gd name="connsiteY496" fmla="*/ 130969 h 289083"/>
                <a:gd name="connsiteX497" fmla="*/ 272891 w 515303"/>
                <a:gd name="connsiteY497" fmla="*/ 132397 h 289083"/>
                <a:gd name="connsiteX498" fmla="*/ 282893 w 515303"/>
                <a:gd name="connsiteY498" fmla="*/ 139065 h 289083"/>
                <a:gd name="connsiteX499" fmla="*/ 283845 w 515303"/>
                <a:gd name="connsiteY499" fmla="*/ 139541 h 289083"/>
                <a:gd name="connsiteX500" fmla="*/ 288608 w 515303"/>
                <a:gd name="connsiteY500" fmla="*/ 138113 h 289083"/>
                <a:gd name="connsiteX501" fmla="*/ 292418 w 515303"/>
                <a:gd name="connsiteY501" fmla="*/ 138113 h 289083"/>
                <a:gd name="connsiteX502" fmla="*/ 295752 w 515303"/>
                <a:gd name="connsiteY502" fmla="*/ 139541 h 289083"/>
                <a:gd name="connsiteX503" fmla="*/ 299562 w 515303"/>
                <a:gd name="connsiteY503" fmla="*/ 144304 h 289083"/>
                <a:gd name="connsiteX504" fmla="*/ 301466 w 515303"/>
                <a:gd name="connsiteY504" fmla="*/ 145256 h 289083"/>
                <a:gd name="connsiteX505" fmla="*/ 304800 w 515303"/>
                <a:gd name="connsiteY505" fmla="*/ 145732 h 289083"/>
                <a:gd name="connsiteX506" fmla="*/ 308135 w 515303"/>
                <a:gd name="connsiteY506" fmla="*/ 145256 h 289083"/>
                <a:gd name="connsiteX507" fmla="*/ 319564 w 515303"/>
                <a:gd name="connsiteY507" fmla="*/ 145256 h 289083"/>
                <a:gd name="connsiteX508" fmla="*/ 327660 w 515303"/>
                <a:gd name="connsiteY508" fmla="*/ 144780 h 289083"/>
                <a:gd name="connsiteX509" fmla="*/ 329089 w 515303"/>
                <a:gd name="connsiteY509" fmla="*/ 144304 h 289083"/>
                <a:gd name="connsiteX510" fmla="*/ 332899 w 515303"/>
                <a:gd name="connsiteY510" fmla="*/ 141922 h 289083"/>
                <a:gd name="connsiteX511" fmla="*/ 336710 w 515303"/>
                <a:gd name="connsiteY511" fmla="*/ 140494 h 289083"/>
                <a:gd name="connsiteX512" fmla="*/ 338614 w 515303"/>
                <a:gd name="connsiteY512" fmla="*/ 139541 h 289083"/>
                <a:gd name="connsiteX513" fmla="*/ 340519 w 515303"/>
                <a:gd name="connsiteY513" fmla="*/ 138113 h 289083"/>
                <a:gd name="connsiteX514" fmla="*/ 344329 w 515303"/>
                <a:gd name="connsiteY514" fmla="*/ 136684 h 289083"/>
                <a:gd name="connsiteX515" fmla="*/ 348616 w 515303"/>
                <a:gd name="connsiteY515" fmla="*/ 136207 h 289083"/>
                <a:gd name="connsiteX516" fmla="*/ 350044 w 515303"/>
                <a:gd name="connsiteY516" fmla="*/ 135731 h 289083"/>
                <a:gd name="connsiteX517" fmla="*/ 354806 w 515303"/>
                <a:gd name="connsiteY517" fmla="*/ 133350 h 289083"/>
                <a:gd name="connsiteX518" fmla="*/ 358141 w 515303"/>
                <a:gd name="connsiteY518" fmla="*/ 130492 h 289083"/>
                <a:gd name="connsiteX519" fmla="*/ 361474 w 515303"/>
                <a:gd name="connsiteY519" fmla="*/ 127635 h 289083"/>
                <a:gd name="connsiteX520" fmla="*/ 362427 w 515303"/>
                <a:gd name="connsiteY520" fmla="*/ 126206 h 289083"/>
                <a:gd name="connsiteX521" fmla="*/ 363379 w 515303"/>
                <a:gd name="connsiteY521" fmla="*/ 124777 h 289083"/>
                <a:gd name="connsiteX522" fmla="*/ 363379 w 515303"/>
                <a:gd name="connsiteY522" fmla="*/ 122396 h 289083"/>
                <a:gd name="connsiteX523" fmla="*/ 364331 w 515303"/>
                <a:gd name="connsiteY523" fmla="*/ 120967 h 289083"/>
                <a:gd name="connsiteX524" fmla="*/ 370523 w 515303"/>
                <a:gd name="connsiteY524" fmla="*/ 120491 h 289083"/>
                <a:gd name="connsiteX525" fmla="*/ 376238 w 515303"/>
                <a:gd name="connsiteY525" fmla="*/ 121444 h 289083"/>
                <a:gd name="connsiteX526" fmla="*/ 379572 w 515303"/>
                <a:gd name="connsiteY526" fmla="*/ 120015 h 289083"/>
                <a:gd name="connsiteX527" fmla="*/ 383381 w 515303"/>
                <a:gd name="connsiteY527" fmla="*/ 117634 h 289083"/>
                <a:gd name="connsiteX528" fmla="*/ 385763 w 515303"/>
                <a:gd name="connsiteY528" fmla="*/ 114300 h 289083"/>
                <a:gd name="connsiteX529" fmla="*/ 383381 w 515303"/>
                <a:gd name="connsiteY529" fmla="*/ 110490 h 289083"/>
                <a:gd name="connsiteX530" fmla="*/ 380524 w 515303"/>
                <a:gd name="connsiteY530" fmla="*/ 107156 h 289083"/>
                <a:gd name="connsiteX531" fmla="*/ 380048 w 515303"/>
                <a:gd name="connsiteY531" fmla="*/ 104775 h 289083"/>
                <a:gd name="connsiteX532" fmla="*/ 381000 w 515303"/>
                <a:gd name="connsiteY532" fmla="*/ 102394 h 289083"/>
                <a:gd name="connsiteX533" fmla="*/ 386239 w 515303"/>
                <a:gd name="connsiteY533" fmla="*/ 101917 h 289083"/>
                <a:gd name="connsiteX534" fmla="*/ 388144 w 515303"/>
                <a:gd name="connsiteY534" fmla="*/ 101441 h 289083"/>
                <a:gd name="connsiteX535" fmla="*/ 389573 w 515303"/>
                <a:gd name="connsiteY535" fmla="*/ 100489 h 289083"/>
                <a:gd name="connsiteX536" fmla="*/ 392906 w 515303"/>
                <a:gd name="connsiteY536" fmla="*/ 96202 h 289083"/>
                <a:gd name="connsiteX537" fmla="*/ 394335 w 515303"/>
                <a:gd name="connsiteY537" fmla="*/ 93345 h 289083"/>
                <a:gd name="connsiteX538" fmla="*/ 394335 w 515303"/>
                <a:gd name="connsiteY538" fmla="*/ 90011 h 289083"/>
                <a:gd name="connsiteX539" fmla="*/ 393383 w 515303"/>
                <a:gd name="connsiteY539" fmla="*/ 87630 h 289083"/>
                <a:gd name="connsiteX540" fmla="*/ 392906 w 515303"/>
                <a:gd name="connsiteY540" fmla="*/ 85249 h 289083"/>
                <a:gd name="connsiteX541" fmla="*/ 394335 w 515303"/>
                <a:gd name="connsiteY541" fmla="*/ 80010 h 289083"/>
                <a:gd name="connsiteX542" fmla="*/ 390525 w 515303"/>
                <a:gd name="connsiteY542" fmla="*/ 79534 h 28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Lst>
              <a:rect l="l" t="t" r="r" b="b"/>
              <a:pathLst>
                <a:path w="515303" h="289083">
                  <a:moveTo>
                    <a:pt x="195739" y="8572"/>
                  </a:moveTo>
                  <a:lnTo>
                    <a:pt x="197644" y="7144"/>
                  </a:lnTo>
                  <a:lnTo>
                    <a:pt x="200025" y="7620"/>
                  </a:lnTo>
                  <a:lnTo>
                    <a:pt x="201454" y="6667"/>
                  </a:lnTo>
                  <a:lnTo>
                    <a:pt x="207645" y="8096"/>
                  </a:lnTo>
                  <a:lnTo>
                    <a:pt x="212408" y="8096"/>
                  </a:lnTo>
                  <a:lnTo>
                    <a:pt x="215266" y="7620"/>
                  </a:lnTo>
                  <a:lnTo>
                    <a:pt x="217647" y="8096"/>
                  </a:lnTo>
                  <a:lnTo>
                    <a:pt x="220981" y="5239"/>
                  </a:lnTo>
                  <a:lnTo>
                    <a:pt x="222410" y="4286"/>
                  </a:lnTo>
                  <a:lnTo>
                    <a:pt x="223838" y="4286"/>
                  </a:lnTo>
                  <a:lnTo>
                    <a:pt x="225743" y="3810"/>
                  </a:lnTo>
                  <a:lnTo>
                    <a:pt x="225743" y="2381"/>
                  </a:lnTo>
                  <a:lnTo>
                    <a:pt x="225266" y="1905"/>
                  </a:lnTo>
                  <a:lnTo>
                    <a:pt x="225266" y="1905"/>
                  </a:lnTo>
                  <a:lnTo>
                    <a:pt x="225266" y="2857"/>
                  </a:lnTo>
                  <a:lnTo>
                    <a:pt x="224314" y="2857"/>
                  </a:lnTo>
                  <a:lnTo>
                    <a:pt x="212885" y="476"/>
                  </a:lnTo>
                  <a:lnTo>
                    <a:pt x="205741" y="0"/>
                  </a:lnTo>
                  <a:lnTo>
                    <a:pt x="202406" y="952"/>
                  </a:lnTo>
                  <a:lnTo>
                    <a:pt x="199073" y="952"/>
                  </a:lnTo>
                  <a:lnTo>
                    <a:pt x="197168" y="2381"/>
                  </a:lnTo>
                  <a:lnTo>
                    <a:pt x="197644" y="5239"/>
                  </a:lnTo>
                  <a:lnTo>
                    <a:pt x="195263" y="6191"/>
                  </a:lnTo>
                  <a:lnTo>
                    <a:pt x="195263" y="7144"/>
                  </a:lnTo>
                  <a:lnTo>
                    <a:pt x="195739" y="9049"/>
                  </a:lnTo>
                  <a:lnTo>
                    <a:pt x="195739" y="8572"/>
                  </a:lnTo>
                  <a:close/>
                  <a:moveTo>
                    <a:pt x="415291" y="72390"/>
                  </a:moveTo>
                  <a:lnTo>
                    <a:pt x="393860" y="54769"/>
                  </a:lnTo>
                  <a:lnTo>
                    <a:pt x="391954" y="52864"/>
                  </a:lnTo>
                  <a:lnTo>
                    <a:pt x="386716" y="49054"/>
                  </a:lnTo>
                  <a:lnTo>
                    <a:pt x="382906" y="44767"/>
                  </a:lnTo>
                  <a:lnTo>
                    <a:pt x="381953" y="43815"/>
                  </a:lnTo>
                  <a:lnTo>
                    <a:pt x="374333" y="40957"/>
                  </a:lnTo>
                  <a:lnTo>
                    <a:pt x="370523" y="37624"/>
                  </a:lnTo>
                  <a:lnTo>
                    <a:pt x="367189" y="35242"/>
                  </a:lnTo>
                  <a:lnTo>
                    <a:pt x="363379" y="33338"/>
                  </a:lnTo>
                  <a:lnTo>
                    <a:pt x="358141" y="30956"/>
                  </a:lnTo>
                  <a:lnTo>
                    <a:pt x="355283" y="30956"/>
                  </a:lnTo>
                  <a:lnTo>
                    <a:pt x="353378" y="28099"/>
                  </a:lnTo>
                  <a:lnTo>
                    <a:pt x="347187" y="24765"/>
                  </a:lnTo>
                  <a:lnTo>
                    <a:pt x="341472" y="20955"/>
                  </a:lnTo>
                  <a:lnTo>
                    <a:pt x="341948" y="23336"/>
                  </a:lnTo>
                  <a:lnTo>
                    <a:pt x="341472" y="25717"/>
                  </a:lnTo>
                  <a:lnTo>
                    <a:pt x="338614" y="26670"/>
                  </a:lnTo>
                  <a:lnTo>
                    <a:pt x="341948" y="28099"/>
                  </a:lnTo>
                  <a:lnTo>
                    <a:pt x="346235" y="28099"/>
                  </a:lnTo>
                  <a:lnTo>
                    <a:pt x="349568" y="29527"/>
                  </a:lnTo>
                  <a:lnTo>
                    <a:pt x="360998" y="36671"/>
                  </a:lnTo>
                  <a:lnTo>
                    <a:pt x="362903" y="39052"/>
                  </a:lnTo>
                  <a:lnTo>
                    <a:pt x="366713" y="40957"/>
                  </a:lnTo>
                  <a:lnTo>
                    <a:pt x="373856" y="47149"/>
                  </a:lnTo>
                  <a:lnTo>
                    <a:pt x="376714" y="49054"/>
                  </a:lnTo>
                  <a:lnTo>
                    <a:pt x="380048" y="50959"/>
                  </a:lnTo>
                  <a:lnTo>
                    <a:pt x="381953" y="51435"/>
                  </a:lnTo>
                  <a:lnTo>
                    <a:pt x="385763" y="51911"/>
                  </a:lnTo>
                  <a:lnTo>
                    <a:pt x="387668" y="52388"/>
                  </a:lnTo>
                  <a:lnTo>
                    <a:pt x="390525" y="54769"/>
                  </a:lnTo>
                  <a:lnTo>
                    <a:pt x="392906" y="57626"/>
                  </a:lnTo>
                  <a:lnTo>
                    <a:pt x="401003" y="68580"/>
                  </a:lnTo>
                  <a:lnTo>
                    <a:pt x="403385" y="73342"/>
                  </a:lnTo>
                  <a:lnTo>
                    <a:pt x="404337" y="78581"/>
                  </a:lnTo>
                  <a:lnTo>
                    <a:pt x="404337" y="80963"/>
                  </a:lnTo>
                  <a:lnTo>
                    <a:pt x="403860" y="83344"/>
                  </a:lnTo>
                  <a:lnTo>
                    <a:pt x="403860" y="85725"/>
                  </a:lnTo>
                  <a:lnTo>
                    <a:pt x="405766" y="90488"/>
                  </a:lnTo>
                  <a:lnTo>
                    <a:pt x="407194" y="92392"/>
                  </a:lnTo>
                  <a:lnTo>
                    <a:pt x="409099" y="94297"/>
                  </a:lnTo>
                  <a:lnTo>
                    <a:pt x="410528" y="96679"/>
                  </a:lnTo>
                  <a:lnTo>
                    <a:pt x="412910" y="94297"/>
                  </a:lnTo>
                  <a:lnTo>
                    <a:pt x="414814" y="91440"/>
                  </a:lnTo>
                  <a:lnTo>
                    <a:pt x="415766" y="88582"/>
                  </a:lnTo>
                  <a:lnTo>
                    <a:pt x="415766" y="85249"/>
                  </a:lnTo>
                  <a:lnTo>
                    <a:pt x="418148" y="82391"/>
                  </a:lnTo>
                  <a:lnTo>
                    <a:pt x="419100" y="80963"/>
                  </a:lnTo>
                  <a:lnTo>
                    <a:pt x="418624" y="77629"/>
                  </a:lnTo>
                  <a:lnTo>
                    <a:pt x="415291" y="72390"/>
                  </a:lnTo>
                  <a:close/>
                  <a:moveTo>
                    <a:pt x="334328" y="282892"/>
                  </a:moveTo>
                  <a:lnTo>
                    <a:pt x="336233" y="282416"/>
                  </a:lnTo>
                  <a:lnTo>
                    <a:pt x="341472" y="279559"/>
                  </a:lnTo>
                  <a:lnTo>
                    <a:pt x="335281" y="280035"/>
                  </a:lnTo>
                  <a:lnTo>
                    <a:pt x="330994" y="278130"/>
                  </a:lnTo>
                  <a:lnTo>
                    <a:pt x="325279" y="277654"/>
                  </a:lnTo>
                  <a:lnTo>
                    <a:pt x="322422" y="276701"/>
                  </a:lnTo>
                  <a:lnTo>
                    <a:pt x="319564" y="275272"/>
                  </a:lnTo>
                  <a:lnTo>
                    <a:pt x="315754" y="273844"/>
                  </a:lnTo>
                  <a:lnTo>
                    <a:pt x="311468" y="272891"/>
                  </a:lnTo>
                  <a:lnTo>
                    <a:pt x="310039" y="272415"/>
                  </a:lnTo>
                  <a:lnTo>
                    <a:pt x="308610" y="271463"/>
                  </a:lnTo>
                  <a:lnTo>
                    <a:pt x="306706" y="268605"/>
                  </a:lnTo>
                  <a:lnTo>
                    <a:pt x="304800" y="266224"/>
                  </a:lnTo>
                  <a:lnTo>
                    <a:pt x="304800" y="264319"/>
                  </a:lnTo>
                  <a:lnTo>
                    <a:pt x="308135" y="262890"/>
                  </a:lnTo>
                  <a:lnTo>
                    <a:pt x="310516" y="262414"/>
                  </a:lnTo>
                  <a:lnTo>
                    <a:pt x="312420" y="261461"/>
                  </a:lnTo>
                  <a:lnTo>
                    <a:pt x="313373" y="260032"/>
                  </a:lnTo>
                  <a:lnTo>
                    <a:pt x="311944" y="259080"/>
                  </a:lnTo>
                  <a:lnTo>
                    <a:pt x="308135" y="258127"/>
                  </a:lnTo>
                  <a:lnTo>
                    <a:pt x="304324" y="257651"/>
                  </a:lnTo>
                  <a:lnTo>
                    <a:pt x="294799" y="256699"/>
                  </a:lnTo>
                  <a:lnTo>
                    <a:pt x="292894" y="256222"/>
                  </a:lnTo>
                  <a:lnTo>
                    <a:pt x="287656" y="253841"/>
                  </a:lnTo>
                  <a:lnTo>
                    <a:pt x="285750" y="250984"/>
                  </a:lnTo>
                  <a:lnTo>
                    <a:pt x="286227" y="247174"/>
                  </a:lnTo>
                  <a:lnTo>
                    <a:pt x="287656" y="243364"/>
                  </a:lnTo>
                  <a:lnTo>
                    <a:pt x="287179" y="239554"/>
                  </a:lnTo>
                  <a:lnTo>
                    <a:pt x="285274" y="238125"/>
                  </a:lnTo>
                  <a:lnTo>
                    <a:pt x="283369" y="237649"/>
                  </a:lnTo>
                  <a:lnTo>
                    <a:pt x="281941" y="237649"/>
                  </a:lnTo>
                  <a:lnTo>
                    <a:pt x="271463" y="240030"/>
                  </a:lnTo>
                  <a:lnTo>
                    <a:pt x="267653" y="240030"/>
                  </a:lnTo>
                  <a:lnTo>
                    <a:pt x="264319" y="238601"/>
                  </a:lnTo>
                  <a:lnTo>
                    <a:pt x="262414" y="234791"/>
                  </a:lnTo>
                  <a:lnTo>
                    <a:pt x="260033" y="226695"/>
                  </a:lnTo>
                  <a:lnTo>
                    <a:pt x="258604" y="225742"/>
                  </a:lnTo>
                  <a:lnTo>
                    <a:pt x="252889" y="221932"/>
                  </a:lnTo>
                  <a:lnTo>
                    <a:pt x="252413" y="220504"/>
                  </a:lnTo>
                  <a:lnTo>
                    <a:pt x="252413" y="218599"/>
                  </a:lnTo>
                  <a:lnTo>
                    <a:pt x="251460" y="214313"/>
                  </a:lnTo>
                  <a:lnTo>
                    <a:pt x="249556" y="208121"/>
                  </a:lnTo>
                  <a:lnTo>
                    <a:pt x="248603" y="206216"/>
                  </a:lnTo>
                  <a:lnTo>
                    <a:pt x="241935" y="201930"/>
                  </a:lnTo>
                  <a:lnTo>
                    <a:pt x="238125" y="200501"/>
                  </a:lnTo>
                  <a:lnTo>
                    <a:pt x="234791" y="198596"/>
                  </a:lnTo>
                  <a:lnTo>
                    <a:pt x="228600" y="192881"/>
                  </a:lnTo>
                  <a:lnTo>
                    <a:pt x="225743" y="189547"/>
                  </a:lnTo>
                  <a:lnTo>
                    <a:pt x="222410" y="186690"/>
                  </a:lnTo>
                  <a:lnTo>
                    <a:pt x="218599" y="184309"/>
                  </a:lnTo>
                  <a:lnTo>
                    <a:pt x="216218" y="181451"/>
                  </a:lnTo>
                  <a:lnTo>
                    <a:pt x="213360" y="174307"/>
                  </a:lnTo>
                  <a:lnTo>
                    <a:pt x="208598" y="166211"/>
                  </a:lnTo>
                  <a:lnTo>
                    <a:pt x="208122" y="164782"/>
                  </a:lnTo>
                  <a:lnTo>
                    <a:pt x="208122" y="163354"/>
                  </a:lnTo>
                  <a:lnTo>
                    <a:pt x="213837" y="159544"/>
                  </a:lnTo>
                  <a:lnTo>
                    <a:pt x="221933" y="160020"/>
                  </a:lnTo>
                  <a:lnTo>
                    <a:pt x="233839" y="159544"/>
                  </a:lnTo>
                  <a:lnTo>
                    <a:pt x="237173" y="159067"/>
                  </a:lnTo>
                  <a:lnTo>
                    <a:pt x="238602" y="157639"/>
                  </a:lnTo>
                  <a:lnTo>
                    <a:pt x="239078" y="153829"/>
                  </a:lnTo>
                  <a:lnTo>
                    <a:pt x="238125" y="147638"/>
                  </a:lnTo>
                  <a:lnTo>
                    <a:pt x="237173" y="145732"/>
                  </a:lnTo>
                  <a:lnTo>
                    <a:pt x="235744" y="144780"/>
                  </a:lnTo>
                  <a:lnTo>
                    <a:pt x="234791" y="143827"/>
                  </a:lnTo>
                  <a:lnTo>
                    <a:pt x="231935" y="140017"/>
                  </a:lnTo>
                  <a:lnTo>
                    <a:pt x="229077" y="136684"/>
                  </a:lnTo>
                  <a:lnTo>
                    <a:pt x="227648" y="135255"/>
                  </a:lnTo>
                  <a:lnTo>
                    <a:pt x="224314" y="133350"/>
                  </a:lnTo>
                  <a:lnTo>
                    <a:pt x="222885" y="132874"/>
                  </a:lnTo>
                  <a:lnTo>
                    <a:pt x="218599" y="132874"/>
                  </a:lnTo>
                  <a:lnTo>
                    <a:pt x="214313" y="132397"/>
                  </a:lnTo>
                  <a:lnTo>
                    <a:pt x="211456" y="131445"/>
                  </a:lnTo>
                  <a:lnTo>
                    <a:pt x="190024" y="121444"/>
                  </a:lnTo>
                  <a:lnTo>
                    <a:pt x="183356" y="119063"/>
                  </a:lnTo>
                  <a:lnTo>
                    <a:pt x="176213" y="117634"/>
                  </a:lnTo>
                  <a:lnTo>
                    <a:pt x="171450" y="116681"/>
                  </a:lnTo>
                  <a:lnTo>
                    <a:pt x="167641" y="114300"/>
                  </a:lnTo>
                  <a:lnTo>
                    <a:pt x="169069" y="106680"/>
                  </a:lnTo>
                  <a:lnTo>
                    <a:pt x="169069" y="97155"/>
                  </a:lnTo>
                  <a:lnTo>
                    <a:pt x="168116" y="94774"/>
                  </a:lnTo>
                  <a:lnTo>
                    <a:pt x="153353" y="80010"/>
                  </a:lnTo>
                  <a:lnTo>
                    <a:pt x="149066" y="80010"/>
                  </a:lnTo>
                  <a:lnTo>
                    <a:pt x="144781" y="79057"/>
                  </a:lnTo>
                  <a:lnTo>
                    <a:pt x="141923" y="76676"/>
                  </a:lnTo>
                  <a:lnTo>
                    <a:pt x="139541" y="73819"/>
                  </a:lnTo>
                  <a:lnTo>
                    <a:pt x="136208" y="70961"/>
                  </a:lnTo>
                  <a:lnTo>
                    <a:pt x="132398" y="68580"/>
                  </a:lnTo>
                  <a:lnTo>
                    <a:pt x="128588" y="67151"/>
                  </a:lnTo>
                  <a:lnTo>
                    <a:pt x="125731" y="64294"/>
                  </a:lnTo>
                  <a:lnTo>
                    <a:pt x="124778" y="62389"/>
                  </a:lnTo>
                  <a:lnTo>
                    <a:pt x="123349" y="61436"/>
                  </a:lnTo>
                  <a:lnTo>
                    <a:pt x="121444" y="60960"/>
                  </a:lnTo>
                  <a:lnTo>
                    <a:pt x="119539" y="60960"/>
                  </a:lnTo>
                  <a:lnTo>
                    <a:pt x="115253" y="61436"/>
                  </a:lnTo>
                  <a:lnTo>
                    <a:pt x="110966" y="61436"/>
                  </a:lnTo>
                  <a:lnTo>
                    <a:pt x="109062" y="60960"/>
                  </a:lnTo>
                  <a:lnTo>
                    <a:pt x="107156" y="60007"/>
                  </a:lnTo>
                  <a:lnTo>
                    <a:pt x="102870" y="57150"/>
                  </a:lnTo>
                  <a:lnTo>
                    <a:pt x="100013" y="54292"/>
                  </a:lnTo>
                  <a:lnTo>
                    <a:pt x="96679" y="52864"/>
                  </a:lnTo>
                  <a:lnTo>
                    <a:pt x="90012" y="48101"/>
                  </a:lnTo>
                  <a:lnTo>
                    <a:pt x="85725" y="46672"/>
                  </a:lnTo>
                  <a:lnTo>
                    <a:pt x="77153" y="45244"/>
                  </a:lnTo>
                  <a:lnTo>
                    <a:pt x="73343" y="44767"/>
                  </a:lnTo>
                  <a:lnTo>
                    <a:pt x="69533" y="43815"/>
                  </a:lnTo>
                  <a:lnTo>
                    <a:pt x="57627" y="40005"/>
                  </a:lnTo>
                  <a:lnTo>
                    <a:pt x="46197" y="35719"/>
                  </a:lnTo>
                  <a:lnTo>
                    <a:pt x="38577" y="31909"/>
                  </a:lnTo>
                  <a:lnTo>
                    <a:pt x="37148" y="31432"/>
                  </a:lnTo>
                  <a:lnTo>
                    <a:pt x="35243" y="31432"/>
                  </a:lnTo>
                  <a:lnTo>
                    <a:pt x="33338" y="30956"/>
                  </a:lnTo>
                  <a:lnTo>
                    <a:pt x="28099" y="28099"/>
                  </a:lnTo>
                  <a:lnTo>
                    <a:pt x="10954" y="20955"/>
                  </a:lnTo>
                  <a:lnTo>
                    <a:pt x="8097" y="20479"/>
                  </a:lnTo>
                  <a:lnTo>
                    <a:pt x="4763" y="20479"/>
                  </a:lnTo>
                  <a:lnTo>
                    <a:pt x="3810" y="20479"/>
                  </a:lnTo>
                  <a:lnTo>
                    <a:pt x="3810" y="20479"/>
                  </a:lnTo>
                  <a:lnTo>
                    <a:pt x="3810" y="22860"/>
                  </a:lnTo>
                  <a:lnTo>
                    <a:pt x="3810" y="27146"/>
                  </a:lnTo>
                  <a:lnTo>
                    <a:pt x="3810" y="33814"/>
                  </a:lnTo>
                  <a:lnTo>
                    <a:pt x="3810" y="40481"/>
                  </a:lnTo>
                  <a:lnTo>
                    <a:pt x="3810" y="47149"/>
                  </a:lnTo>
                  <a:lnTo>
                    <a:pt x="3810" y="53816"/>
                  </a:lnTo>
                  <a:lnTo>
                    <a:pt x="3810" y="60484"/>
                  </a:lnTo>
                  <a:lnTo>
                    <a:pt x="3810" y="67151"/>
                  </a:lnTo>
                  <a:lnTo>
                    <a:pt x="3810" y="73819"/>
                  </a:lnTo>
                  <a:lnTo>
                    <a:pt x="3810" y="80486"/>
                  </a:lnTo>
                  <a:lnTo>
                    <a:pt x="3810" y="87154"/>
                  </a:lnTo>
                  <a:lnTo>
                    <a:pt x="3810" y="93821"/>
                  </a:lnTo>
                  <a:lnTo>
                    <a:pt x="3810" y="100489"/>
                  </a:lnTo>
                  <a:lnTo>
                    <a:pt x="3810" y="107156"/>
                  </a:lnTo>
                  <a:lnTo>
                    <a:pt x="3810" y="113824"/>
                  </a:lnTo>
                  <a:lnTo>
                    <a:pt x="3810" y="120491"/>
                  </a:lnTo>
                  <a:lnTo>
                    <a:pt x="3810" y="127159"/>
                  </a:lnTo>
                  <a:lnTo>
                    <a:pt x="3810" y="133826"/>
                  </a:lnTo>
                  <a:lnTo>
                    <a:pt x="3810" y="140494"/>
                  </a:lnTo>
                  <a:lnTo>
                    <a:pt x="3810" y="143351"/>
                  </a:lnTo>
                  <a:lnTo>
                    <a:pt x="2858" y="147161"/>
                  </a:lnTo>
                  <a:lnTo>
                    <a:pt x="477" y="152400"/>
                  </a:lnTo>
                  <a:lnTo>
                    <a:pt x="0" y="156686"/>
                  </a:lnTo>
                  <a:lnTo>
                    <a:pt x="1906" y="160020"/>
                  </a:lnTo>
                  <a:lnTo>
                    <a:pt x="3810" y="162401"/>
                  </a:lnTo>
                  <a:lnTo>
                    <a:pt x="3810" y="168116"/>
                  </a:lnTo>
                  <a:lnTo>
                    <a:pt x="3810" y="174784"/>
                  </a:lnTo>
                  <a:lnTo>
                    <a:pt x="3810" y="181451"/>
                  </a:lnTo>
                  <a:lnTo>
                    <a:pt x="3810" y="188119"/>
                  </a:lnTo>
                  <a:lnTo>
                    <a:pt x="3810" y="194786"/>
                  </a:lnTo>
                  <a:lnTo>
                    <a:pt x="3810" y="201454"/>
                  </a:lnTo>
                  <a:lnTo>
                    <a:pt x="3810" y="208121"/>
                  </a:lnTo>
                  <a:lnTo>
                    <a:pt x="3810" y="214789"/>
                  </a:lnTo>
                  <a:lnTo>
                    <a:pt x="3810" y="221456"/>
                  </a:lnTo>
                  <a:lnTo>
                    <a:pt x="3810" y="228124"/>
                  </a:lnTo>
                  <a:lnTo>
                    <a:pt x="3810" y="234791"/>
                  </a:lnTo>
                  <a:lnTo>
                    <a:pt x="3810" y="235267"/>
                  </a:lnTo>
                  <a:lnTo>
                    <a:pt x="9049" y="238601"/>
                  </a:lnTo>
                  <a:lnTo>
                    <a:pt x="11906" y="238601"/>
                  </a:lnTo>
                  <a:lnTo>
                    <a:pt x="14288" y="237172"/>
                  </a:lnTo>
                  <a:lnTo>
                    <a:pt x="18098" y="236696"/>
                  </a:lnTo>
                  <a:lnTo>
                    <a:pt x="21908" y="238125"/>
                  </a:lnTo>
                  <a:lnTo>
                    <a:pt x="25241" y="239077"/>
                  </a:lnTo>
                  <a:lnTo>
                    <a:pt x="29052" y="239077"/>
                  </a:lnTo>
                  <a:lnTo>
                    <a:pt x="37624" y="238601"/>
                  </a:lnTo>
                  <a:lnTo>
                    <a:pt x="46197" y="237649"/>
                  </a:lnTo>
                  <a:lnTo>
                    <a:pt x="48578" y="238125"/>
                  </a:lnTo>
                  <a:lnTo>
                    <a:pt x="51912" y="239554"/>
                  </a:lnTo>
                  <a:lnTo>
                    <a:pt x="53341" y="240030"/>
                  </a:lnTo>
                  <a:lnTo>
                    <a:pt x="56674" y="242411"/>
                  </a:lnTo>
                  <a:lnTo>
                    <a:pt x="60485" y="243364"/>
                  </a:lnTo>
                  <a:lnTo>
                    <a:pt x="67628" y="239077"/>
                  </a:lnTo>
                  <a:lnTo>
                    <a:pt x="75248" y="235267"/>
                  </a:lnTo>
                  <a:lnTo>
                    <a:pt x="80487" y="233363"/>
                  </a:lnTo>
                  <a:lnTo>
                    <a:pt x="85249" y="230981"/>
                  </a:lnTo>
                  <a:lnTo>
                    <a:pt x="86202" y="229076"/>
                  </a:lnTo>
                  <a:lnTo>
                    <a:pt x="86202" y="225266"/>
                  </a:lnTo>
                  <a:lnTo>
                    <a:pt x="85725" y="223838"/>
                  </a:lnTo>
                  <a:lnTo>
                    <a:pt x="83344" y="220504"/>
                  </a:lnTo>
                  <a:lnTo>
                    <a:pt x="80487" y="217646"/>
                  </a:lnTo>
                  <a:lnTo>
                    <a:pt x="76677" y="214313"/>
                  </a:lnTo>
                  <a:lnTo>
                    <a:pt x="75248" y="213836"/>
                  </a:lnTo>
                  <a:lnTo>
                    <a:pt x="73343" y="213360"/>
                  </a:lnTo>
                  <a:lnTo>
                    <a:pt x="66199" y="210026"/>
                  </a:lnTo>
                  <a:lnTo>
                    <a:pt x="58579" y="209550"/>
                  </a:lnTo>
                  <a:lnTo>
                    <a:pt x="55245" y="210502"/>
                  </a:lnTo>
                  <a:lnTo>
                    <a:pt x="52388" y="208597"/>
                  </a:lnTo>
                  <a:lnTo>
                    <a:pt x="51435" y="206692"/>
                  </a:lnTo>
                  <a:lnTo>
                    <a:pt x="50006" y="204788"/>
                  </a:lnTo>
                  <a:lnTo>
                    <a:pt x="46197" y="204788"/>
                  </a:lnTo>
                  <a:lnTo>
                    <a:pt x="48578" y="203835"/>
                  </a:lnTo>
                  <a:lnTo>
                    <a:pt x="50960" y="203835"/>
                  </a:lnTo>
                  <a:lnTo>
                    <a:pt x="51912" y="205264"/>
                  </a:lnTo>
                  <a:lnTo>
                    <a:pt x="52864" y="206692"/>
                  </a:lnTo>
                  <a:lnTo>
                    <a:pt x="54293" y="208597"/>
                  </a:lnTo>
                  <a:lnTo>
                    <a:pt x="56674" y="208597"/>
                  </a:lnTo>
                  <a:lnTo>
                    <a:pt x="59531" y="207645"/>
                  </a:lnTo>
                  <a:lnTo>
                    <a:pt x="62866" y="207169"/>
                  </a:lnTo>
                  <a:lnTo>
                    <a:pt x="66199" y="207645"/>
                  </a:lnTo>
                  <a:lnTo>
                    <a:pt x="69533" y="208597"/>
                  </a:lnTo>
                  <a:lnTo>
                    <a:pt x="76200" y="208597"/>
                  </a:lnTo>
                  <a:lnTo>
                    <a:pt x="82391" y="207169"/>
                  </a:lnTo>
                  <a:lnTo>
                    <a:pt x="88106" y="206216"/>
                  </a:lnTo>
                  <a:lnTo>
                    <a:pt x="93822" y="204788"/>
                  </a:lnTo>
                  <a:lnTo>
                    <a:pt x="92869" y="201930"/>
                  </a:lnTo>
                  <a:lnTo>
                    <a:pt x="91441" y="199072"/>
                  </a:lnTo>
                  <a:lnTo>
                    <a:pt x="90488" y="198120"/>
                  </a:lnTo>
                  <a:lnTo>
                    <a:pt x="91441" y="197644"/>
                  </a:lnTo>
                  <a:lnTo>
                    <a:pt x="95250" y="198120"/>
                  </a:lnTo>
                  <a:lnTo>
                    <a:pt x="99060" y="199072"/>
                  </a:lnTo>
                  <a:lnTo>
                    <a:pt x="100966" y="199072"/>
                  </a:lnTo>
                  <a:lnTo>
                    <a:pt x="102870" y="198596"/>
                  </a:lnTo>
                  <a:lnTo>
                    <a:pt x="101441" y="196215"/>
                  </a:lnTo>
                  <a:lnTo>
                    <a:pt x="103347" y="196691"/>
                  </a:lnTo>
                  <a:lnTo>
                    <a:pt x="105252" y="196215"/>
                  </a:lnTo>
                  <a:lnTo>
                    <a:pt x="98585" y="182880"/>
                  </a:lnTo>
                  <a:lnTo>
                    <a:pt x="95727" y="180022"/>
                  </a:lnTo>
                  <a:lnTo>
                    <a:pt x="98108" y="181451"/>
                  </a:lnTo>
                  <a:lnTo>
                    <a:pt x="100013" y="183356"/>
                  </a:lnTo>
                  <a:lnTo>
                    <a:pt x="101918" y="185738"/>
                  </a:lnTo>
                  <a:lnTo>
                    <a:pt x="104299" y="187642"/>
                  </a:lnTo>
                  <a:lnTo>
                    <a:pt x="106681" y="188595"/>
                  </a:lnTo>
                  <a:lnTo>
                    <a:pt x="112395" y="190500"/>
                  </a:lnTo>
                  <a:lnTo>
                    <a:pt x="115253" y="190976"/>
                  </a:lnTo>
                  <a:lnTo>
                    <a:pt x="116681" y="189071"/>
                  </a:lnTo>
                  <a:lnTo>
                    <a:pt x="118587" y="187642"/>
                  </a:lnTo>
                  <a:lnTo>
                    <a:pt x="119539" y="187166"/>
                  </a:lnTo>
                  <a:lnTo>
                    <a:pt x="121444" y="187642"/>
                  </a:lnTo>
                  <a:lnTo>
                    <a:pt x="122397" y="187642"/>
                  </a:lnTo>
                  <a:lnTo>
                    <a:pt x="122873" y="184785"/>
                  </a:lnTo>
                  <a:lnTo>
                    <a:pt x="124778" y="183832"/>
                  </a:lnTo>
                  <a:lnTo>
                    <a:pt x="127635" y="184785"/>
                  </a:lnTo>
                  <a:lnTo>
                    <a:pt x="130493" y="186214"/>
                  </a:lnTo>
                  <a:lnTo>
                    <a:pt x="133350" y="186690"/>
                  </a:lnTo>
                  <a:lnTo>
                    <a:pt x="136208" y="186214"/>
                  </a:lnTo>
                  <a:lnTo>
                    <a:pt x="137160" y="189547"/>
                  </a:lnTo>
                  <a:lnTo>
                    <a:pt x="138589" y="190976"/>
                  </a:lnTo>
                  <a:lnTo>
                    <a:pt x="140494" y="191929"/>
                  </a:lnTo>
                  <a:lnTo>
                    <a:pt x="144304" y="192881"/>
                  </a:lnTo>
                  <a:lnTo>
                    <a:pt x="148114" y="193357"/>
                  </a:lnTo>
                  <a:lnTo>
                    <a:pt x="151448" y="193834"/>
                  </a:lnTo>
                  <a:lnTo>
                    <a:pt x="157639" y="196215"/>
                  </a:lnTo>
                  <a:lnTo>
                    <a:pt x="160973" y="196691"/>
                  </a:lnTo>
                  <a:lnTo>
                    <a:pt x="166688" y="197167"/>
                  </a:lnTo>
                  <a:lnTo>
                    <a:pt x="168116" y="197644"/>
                  </a:lnTo>
                  <a:lnTo>
                    <a:pt x="169545" y="198596"/>
                  </a:lnTo>
                  <a:lnTo>
                    <a:pt x="177166" y="201454"/>
                  </a:lnTo>
                  <a:lnTo>
                    <a:pt x="178594" y="202882"/>
                  </a:lnTo>
                  <a:lnTo>
                    <a:pt x="179547" y="204788"/>
                  </a:lnTo>
                  <a:lnTo>
                    <a:pt x="180499" y="206216"/>
                  </a:lnTo>
                  <a:lnTo>
                    <a:pt x="181928" y="207645"/>
                  </a:lnTo>
                  <a:lnTo>
                    <a:pt x="184310" y="210979"/>
                  </a:lnTo>
                  <a:lnTo>
                    <a:pt x="185738" y="214789"/>
                  </a:lnTo>
                  <a:lnTo>
                    <a:pt x="190977" y="220980"/>
                  </a:lnTo>
                  <a:lnTo>
                    <a:pt x="193358" y="224790"/>
                  </a:lnTo>
                  <a:lnTo>
                    <a:pt x="197168" y="231457"/>
                  </a:lnTo>
                  <a:lnTo>
                    <a:pt x="199549" y="233839"/>
                  </a:lnTo>
                  <a:lnTo>
                    <a:pt x="204788" y="235744"/>
                  </a:lnTo>
                  <a:lnTo>
                    <a:pt x="206693" y="235744"/>
                  </a:lnTo>
                  <a:lnTo>
                    <a:pt x="208598" y="234791"/>
                  </a:lnTo>
                  <a:lnTo>
                    <a:pt x="207645" y="238125"/>
                  </a:lnTo>
                  <a:lnTo>
                    <a:pt x="207645" y="241459"/>
                  </a:lnTo>
                  <a:lnTo>
                    <a:pt x="210979" y="246221"/>
                  </a:lnTo>
                  <a:lnTo>
                    <a:pt x="212408" y="247650"/>
                  </a:lnTo>
                  <a:lnTo>
                    <a:pt x="220504" y="252889"/>
                  </a:lnTo>
                  <a:lnTo>
                    <a:pt x="224314" y="256222"/>
                  </a:lnTo>
                  <a:lnTo>
                    <a:pt x="227172" y="260032"/>
                  </a:lnTo>
                  <a:lnTo>
                    <a:pt x="229077" y="264319"/>
                  </a:lnTo>
                  <a:lnTo>
                    <a:pt x="230981" y="265747"/>
                  </a:lnTo>
                  <a:lnTo>
                    <a:pt x="232887" y="267652"/>
                  </a:lnTo>
                  <a:lnTo>
                    <a:pt x="236220" y="269557"/>
                  </a:lnTo>
                  <a:lnTo>
                    <a:pt x="240506" y="270034"/>
                  </a:lnTo>
                  <a:lnTo>
                    <a:pt x="246222" y="271463"/>
                  </a:lnTo>
                  <a:lnTo>
                    <a:pt x="248127" y="271463"/>
                  </a:lnTo>
                  <a:lnTo>
                    <a:pt x="250031" y="270986"/>
                  </a:lnTo>
                  <a:lnTo>
                    <a:pt x="253841" y="271463"/>
                  </a:lnTo>
                  <a:lnTo>
                    <a:pt x="257652" y="273367"/>
                  </a:lnTo>
                  <a:lnTo>
                    <a:pt x="259081" y="273367"/>
                  </a:lnTo>
                  <a:lnTo>
                    <a:pt x="264319" y="272891"/>
                  </a:lnTo>
                  <a:lnTo>
                    <a:pt x="266700" y="272415"/>
                  </a:lnTo>
                  <a:lnTo>
                    <a:pt x="268606" y="272891"/>
                  </a:lnTo>
                  <a:lnTo>
                    <a:pt x="272891" y="275272"/>
                  </a:lnTo>
                  <a:lnTo>
                    <a:pt x="276225" y="276225"/>
                  </a:lnTo>
                  <a:lnTo>
                    <a:pt x="290513" y="277177"/>
                  </a:lnTo>
                  <a:lnTo>
                    <a:pt x="297181" y="278606"/>
                  </a:lnTo>
                  <a:lnTo>
                    <a:pt x="300991" y="278606"/>
                  </a:lnTo>
                  <a:lnTo>
                    <a:pt x="304324" y="279082"/>
                  </a:lnTo>
                  <a:lnTo>
                    <a:pt x="307181" y="280511"/>
                  </a:lnTo>
                  <a:lnTo>
                    <a:pt x="310991" y="283369"/>
                  </a:lnTo>
                  <a:lnTo>
                    <a:pt x="311944" y="284797"/>
                  </a:lnTo>
                  <a:lnTo>
                    <a:pt x="313373" y="286702"/>
                  </a:lnTo>
                  <a:lnTo>
                    <a:pt x="317660" y="288131"/>
                  </a:lnTo>
                  <a:lnTo>
                    <a:pt x="323850" y="289084"/>
                  </a:lnTo>
                  <a:lnTo>
                    <a:pt x="327660" y="289084"/>
                  </a:lnTo>
                  <a:lnTo>
                    <a:pt x="329566" y="288607"/>
                  </a:lnTo>
                  <a:lnTo>
                    <a:pt x="334328" y="285750"/>
                  </a:lnTo>
                  <a:lnTo>
                    <a:pt x="335281" y="284321"/>
                  </a:lnTo>
                  <a:lnTo>
                    <a:pt x="333852" y="283369"/>
                  </a:lnTo>
                  <a:lnTo>
                    <a:pt x="330041" y="281464"/>
                  </a:lnTo>
                  <a:lnTo>
                    <a:pt x="327185" y="278606"/>
                  </a:lnTo>
                  <a:lnTo>
                    <a:pt x="328613" y="277654"/>
                  </a:lnTo>
                  <a:lnTo>
                    <a:pt x="334328" y="282892"/>
                  </a:lnTo>
                  <a:close/>
                  <a:moveTo>
                    <a:pt x="471964" y="107156"/>
                  </a:moveTo>
                  <a:lnTo>
                    <a:pt x="471488" y="104299"/>
                  </a:lnTo>
                  <a:lnTo>
                    <a:pt x="469583" y="102870"/>
                  </a:lnTo>
                  <a:lnTo>
                    <a:pt x="468631" y="103346"/>
                  </a:lnTo>
                  <a:lnTo>
                    <a:pt x="466249" y="105727"/>
                  </a:lnTo>
                  <a:lnTo>
                    <a:pt x="467202" y="107156"/>
                  </a:lnTo>
                  <a:lnTo>
                    <a:pt x="467678" y="109538"/>
                  </a:lnTo>
                  <a:lnTo>
                    <a:pt x="468154" y="112871"/>
                  </a:lnTo>
                  <a:lnTo>
                    <a:pt x="469583" y="117157"/>
                  </a:lnTo>
                  <a:lnTo>
                    <a:pt x="470060" y="116681"/>
                  </a:lnTo>
                  <a:lnTo>
                    <a:pt x="471964" y="114776"/>
                  </a:lnTo>
                  <a:lnTo>
                    <a:pt x="472916" y="109061"/>
                  </a:lnTo>
                  <a:lnTo>
                    <a:pt x="471964" y="107156"/>
                  </a:lnTo>
                  <a:close/>
                  <a:moveTo>
                    <a:pt x="514350" y="155257"/>
                  </a:moveTo>
                  <a:lnTo>
                    <a:pt x="512922" y="151924"/>
                  </a:lnTo>
                  <a:lnTo>
                    <a:pt x="511016" y="149066"/>
                  </a:lnTo>
                  <a:lnTo>
                    <a:pt x="508160" y="146209"/>
                  </a:lnTo>
                  <a:lnTo>
                    <a:pt x="504825" y="143827"/>
                  </a:lnTo>
                  <a:lnTo>
                    <a:pt x="502920" y="142875"/>
                  </a:lnTo>
                  <a:lnTo>
                    <a:pt x="501016" y="142399"/>
                  </a:lnTo>
                  <a:lnTo>
                    <a:pt x="499110" y="140970"/>
                  </a:lnTo>
                  <a:lnTo>
                    <a:pt x="495777" y="135255"/>
                  </a:lnTo>
                  <a:lnTo>
                    <a:pt x="493872" y="133826"/>
                  </a:lnTo>
                  <a:lnTo>
                    <a:pt x="490538" y="131445"/>
                  </a:lnTo>
                  <a:lnTo>
                    <a:pt x="489585" y="130016"/>
                  </a:lnTo>
                  <a:lnTo>
                    <a:pt x="489110" y="128111"/>
                  </a:lnTo>
                  <a:lnTo>
                    <a:pt x="485775" y="122872"/>
                  </a:lnTo>
                  <a:lnTo>
                    <a:pt x="482441" y="120015"/>
                  </a:lnTo>
                  <a:lnTo>
                    <a:pt x="478156" y="119539"/>
                  </a:lnTo>
                  <a:lnTo>
                    <a:pt x="476250" y="118586"/>
                  </a:lnTo>
                  <a:lnTo>
                    <a:pt x="474822" y="117157"/>
                  </a:lnTo>
                  <a:lnTo>
                    <a:pt x="473393" y="116681"/>
                  </a:lnTo>
                  <a:lnTo>
                    <a:pt x="473869" y="120015"/>
                  </a:lnTo>
                  <a:lnTo>
                    <a:pt x="472916" y="126682"/>
                  </a:lnTo>
                  <a:lnTo>
                    <a:pt x="473393" y="129064"/>
                  </a:lnTo>
                  <a:lnTo>
                    <a:pt x="474822" y="132874"/>
                  </a:lnTo>
                  <a:lnTo>
                    <a:pt x="475774" y="134302"/>
                  </a:lnTo>
                  <a:lnTo>
                    <a:pt x="478631" y="137160"/>
                  </a:lnTo>
                  <a:lnTo>
                    <a:pt x="481013" y="138589"/>
                  </a:lnTo>
                  <a:lnTo>
                    <a:pt x="483394" y="141922"/>
                  </a:lnTo>
                  <a:lnTo>
                    <a:pt x="484347" y="142875"/>
                  </a:lnTo>
                  <a:lnTo>
                    <a:pt x="489585" y="145256"/>
                  </a:lnTo>
                  <a:lnTo>
                    <a:pt x="490538" y="148590"/>
                  </a:lnTo>
                  <a:lnTo>
                    <a:pt x="489585" y="152400"/>
                  </a:lnTo>
                  <a:lnTo>
                    <a:pt x="491491" y="155734"/>
                  </a:lnTo>
                  <a:lnTo>
                    <a:pt x="494348" y="159067"/>
                  </a:lnTo>
                  <a:lnTo>
                    <a:pt x="497206" y="160972"/>
                  </a:lnTo>
                  <a:lnTo>
                    <a:pt x="500539" y="162401"/>
                  </a:lnTo>
                  <a:lnTo>
                    <a:pt x="503873" y="163354"/>
                  </a:lnTo>
                  <a:lnTo>
                    <a:pt x="507206" y="163354"/>
                  </a:lnTo>
                  <a:lnTo>
                    <a:pt x="508635" y="162401"/>
                  </a:lnTo>
                  <a:lnTo>
                    <a:pt x="510064" y="160972"/>
                  </a:lnTo>
                  <a:lnTo>
                    <a:pt x="512922" y="160020"/>
                  </a:lnTo>
                  <a:lnTo>
                    <a:pt x="513874" y="160972"/>
                  </a:lnTo>
                  <a:lnTo>
                    <a:pt x="514350" y="160496"/>
                  </a:lnTo>
                  <a:lnTo>
                    <a:pt x="515303" y="157163"/>
                  </a:lnTo>
                  <a:lnTo>
                    <a:pt x="514350" y="155257"/>
                  </a:lnTo>
                  <a:close/>
                  <a:moveTo>
                    <a:pt x="390525" y="79534"/>
                  </a:moveTo>
                  <a:lnTo>
                    <a:pt x="387191" y="78105"/>
                  </a:lnTo>
                  <a:lnTo>
                    <a:pt x="384335" y="75724"/>
                  </a:lnTo>
                  <a:lnTo>
                    <a:pt x="379095" y="79057"/>
                  </a:lnTo>
                  <a:lnTo>
                    <a:pt x="377191" y="78581"/>
                  </a:lnTo>
                  <a:lnTo>
                    <a:pt x="375285" y="77152"/>
                  </a:lnTo>
                  <a:lnTo>
                    <a:pt x="373856" y="75724"/>
                  </a:lnTo>
                  <a:lnTo>
                    <a:pt x="370047" y="75247"/>
                  </a:lnTo>
                  <a:lnTo>
                    <a:pt x="366237" y="75247"/>
                  </a:lnTo>
                  <a:lnTo>
                    <a:pt x="365285" y="76676"/>
                  </a:lnTo>
                  <a:lnTo>
                    <a:pt x="364808" y="78581"/>
                  </a:lnTo>
                  <a:lnTo>
                    <a:pt x="365285" y="80010"/>
                  </a:lnTo>
                  <a:lnTo>
                    <a:pt x="369094" y="90011"/>
                  </a:lnTo>
                  <a:lnTo>
                    <a:pt x="369570" y="94297"/>
                  </a:lnTo>
                  <a:lnTo>
                    <a:pt x="369094" y="98584"/>
                  </a:lnTo>
                  <a:lnTo>
                    <a:pt x="365760" y="100489"/>
                  </a:lnTo>
                  <a:lnTo>
                    <a:pt x="361474" y="100489"/>
                  </a:lnTo>
                  <a:lnTo>
                    <a:pt x="359569" y="100965"/>
                  </a:lnTo>
                  <a:lnTo>
                    <a:pt x="357664" y="101441"/>
                  </a:lnTo>
                  <a:lnTo>
                    <a:pt x="351473" y="106680"/>
                  </a:lnTo>
                  <a:lnTo>
                    <a:pt x="349091" y="109538"/>
                  </a:lnTo>
                  <a:lnTo>
                    <a:pt x="347663" y="113347"/>
                  </a:lnTo>
                  <a:lnTo>
                    <a:pt x="345281" y="116681"/>
                  </a:lnTo>
                  <a:lnTo>
                    <a:pt x="343377" y="117634"/>
                  </a:lnTo>
                  <a:lnTo>
                    <a:pt x="341472" y="117634"/>
                  </a:lnTo>
                  <a:lnTo>
                    <a:pt x="339566" y="118110"/>
                  </a:lnTo>
                  <a:lnTo>
                    <a:pt x="337662" y="119539"/>
                  </a:lnTo>
                  <a:lnTo>
                    <a:pt x="333852" y="120015"/>
                  </a:lnTo>
                  <a:lnTo>
                    <a:pt x="330041" y="118110"/>
                  </a:lnTo>
                  <a:lnTo>
                    <a:pt x="326231" y="118586"/>
                  </a:lnTo>
                  <a:lnTo>
                    <a:pt x="322422" y="120491"/>
                  </a:lnTo>
                  <a:lnTo>
                    <a:pt x="318612" y="120015"/>
                  </a:lnTo>
                  <a:lnTo>
                    <a:pt x="316231" y="116681"/>
                  </a:lnTo>
                  <a:lnTo>
                    <a:pt x="315278" y="112871"/>
                  </a:lnTo>
                  <a:lnTo>
                    <a:pt x="315754" y="108585"/>
                  </a:lnTo>
                  <a:lnTo>
                    <a:pt x="316706" y="106680"/>
                  </a:lnTo>
                  <a:lnTo>
                    <a:pt x="318612" y="104299"/>
                  </a:lnTo>
                  <a:lnTo>
                    <a:pt x="317183" y="102394"/>
                  </a:lnTo>
                  <a:lnTo>
                    <a:pt x="316231" y="102394"/>
                  </a:lnTo>
                  <a:lnTo>
                    <a:pt x="314802" y="103346"/>
                  </a:lnTo>
                  <a:lnTo>
                    <a:pt x="313849" y="106680"/>
                  </a:lnTo>
                  <a:lnTo>
                    <a:pt x="311944" y="117157"/>
                  </a:lnTo>
                  <a:lnTo>
                    <a:pt x="307658" y="119539"/>
                  </a:lnTo>
                  <a:lnTo>
                    <a:pt x="302419" y="119539"/>
                  </a:lnTo>
                  <a:lnTo>
                    <a:pt x="300514" y="119063"/>
                  </a:lnTo>
                  <a:lnTo>
                    <a:pt x="295275" y="120967"/>
                  </a:lnTo>
                  <a:lnTo>
                    <a:pt x="291466" y="121444"/>
                  </a:lnTo>
                  <a:lnTo>
                    <a:pt x="287656" y="120967"/>
                  </a:lnTo>
                  <a:lnTo>
                    <a:pt x="283369" y="119063"/>
                  </a:lnTo>
                  <a:lnTo>
                    <a:pt x="279083" y="117634"/>
                  </a:lnTo>
                  <a:lnTo>
                    <a:pt x="271939" y="118586"/>
                  </a:lnTo>
                  <a:lnTo>
                    <a:pt x="270035" y="118110"/>
                  </a:lnTo>
                  <a:lnTo>
                    <a:pt x="268129" y="118110"/>
                  </a:lnTo>
                  <a:lnTo>
                    <a:pt x="266224" y="118586"/>
                  </a:lnTo>
                  <a:lnTo>
                    <a:pt x="264319" y="118586"/>
                  </a:lnTo>
                  <a:lnTo>
                    <a:pt x="260033" y="117157"/>
                  </a:lnTo>
                  <a:lnTo>
                    <a:pt x="257175" y="119539"/>
                  </a:lnTo>
                  <a:lnTo>
                    <a:pt x="256699" y="123825"/>
                  </a:lnTo>
                  <a:lnTo>
                    <a:pt x="259081" y="127159"/>
                  </a:lnTo>
                  <a:lnTo>
                    <a:pt x="262891" y="128588"/>
                  </a:lnTo>
                  <a:lnTo>
                    <a:pt x="266700" y="129540"/>
                  </a:lnTo>
                  <a:lnTo>
                    <a:pt x="270035" y="130969"/>
                  </a:lnTo>
                  <a:lnTo>
                    <a:pt x="272891" y="132397"/>
                  </a:lnTo>
                  <a:lnTo>
                    <a:pt x="282893" y="139065"/>
                  </a:lnTo>
                  <a:lnTo>
                    <a:pt x="283845" y="139541"/>
                  </a:lnTo>
                  <a:lnTo>
                    <a:pt x="288608" y="138113"/>
                  </a:lnTo>
                  <a:lnTo>
                    <a:pt x="292418" y="138113"/>
                  </a:lnTo>
                  <a:lnTo>
                    <a:pt x="295752" y="139541"/>
                  </a:lnTo>
                  <a:lnTo>
                    <a:pt x="299562" y="144304"/>
                  </a:lnTo>
                  <a:lnTo>
                    <a:pt x="301466" y="145256"/>
                  </a:lnTo>
                  <a:lnTo>
                    <a:pt x="304800" y="145732"/>
                  </a:lnTo>
                  <a:lnTo>
                    <a:pt x="308135" y="145256"/>
                  </a:lnTo>
                  <a:lnTo>
                    <a:pt x="319564" y="145256"/>
                  </a:lnTo>
                  <a:lnTo>
                    <a:pt x="327660" y="144780"/>
                  </a:lnTo>
                  <a:lnTo>
                    <a:pt x="329089" y="144304"/>
                  </a:lnTo>
                  <a:lnTo>
                    <a:pt x="332899" y="141922"/>
                  </a:lnTo>
                  <a:lnTo>
                    <a:pt x="336710" y="140494"/>
                  </a:lnTo>
                  <a:lnTo>
                    <a:pt x="338614" y="139541"/>
                  </a:lnTo>
                  <a:lnTo>
                    <a:pt x="340519" y="138113"/>
                  </a:lnTo>
                  <a:lnTo>
                    <a:pt x="344329" y="136684"/>
                  </a:lnTo>
                  <a:lnTo>
                    <a:pt x="348616" y="136207"/>
                  </a:lnTo>
                  <a:lnTo>
                    <a:pt x="350044" y="135731"/>
                  </a:lnTo>
                  <a:lnTo>
                    <a:pt x="354806" y="133350"/>
                  </a:lnTo>
                  <a:lnTo>
                    <a:pt x="358141" y="130492"/>
                  </a:lnTo>
                  <a:lnTo>
                    <a:pt x="361474" y="127635"/>
                  </a:lnTo>
                  <a:lnTo>
                    <a:pt x="362427" y="126206"/>
                  </a:lnTo>
                  <a:lnTo>
                    <a:pt x="363379" y="124777"/>
                  </a:lnTo>
                  <a:lnTo>
                    <a:pt x="363379" y="122396"/>
                  </a:lnTo>
                  <a:lnTo>
                    <a:pt x="364331" y="120967"/>
                  </a:lnTo>
                  <a:lnTo>
                    <a:pt x="370523" y="120491"/>
                  </a:lnTo>
                  <a:lnTo>
                    <a:pt x="376238" y="121444"/>
                  </a:lnTo>
                  <a:lnTo>
                    <a:pt x="379572" y="120015"/>
                  </a:lnTo>
                  <a:lnTo>
                    <a:pt x="383381" y="117634"/>
                  </a:lnTo>
                  <a:lnTo>
                    <a:pt x="385763" y="114300"/>
                  </a:lnTo>
                  <a:lnTo>
                    <a:pt x="383381" y="110490"/>
                  </a:lnTo>
                  <a:lnTo>
                    <a:pt x="380524" y="107156"/>
                  </a:lnTo>
                  <a:lnTo>
                    <a:pt x="380048" y="104775"/>
                  </a:lnTo>
                  <a:lnTo>
                    <a:pt x="381000" y="102394"/>
                  </a:lnTo>
                  <a:lnTo>
                    <a:pt x="386239" y="101917"/>
                  </a:lnTo>
                  <a:lnTo>
                    <a:pt x="388144" y="101441"/>
                  </a:lnTo>
                  <a:lnTo>
                    <a:pt x="389573" y="100489"/>
                  </a:lnTo>
                  <a:lnTo>
                    <a:pt x="392906" y="96202"/>
                  </a:lnTo>
                  <a:lnTo>
                    <a:pt x="394335" y="93345"/>
                  </a:lnTo>
                  <a:lnTo>
                    <a:pt x="394335" y="90011"/>
                  </a:lnTo>
                  <a:lnTo>
                    <a:pt x="393383" y="87630"/>
                  </a:lnTo>
                  <a:lnTo>
                    <a:pt x="392906" y="85249"/>
                  </a:lnTo>
                  <a:lnTo>
                    <a:pt x="394335" y="80010"/>
                  </a:lnTo>
                  <a:lnTo>
                    <a:pt x="390525" y="79534"/>
                  </a:lnTo>
                  <a:close/>
                </a:path>
              </a:pathLst>
            </a:custGeom>
            <a:grpFill/>
            <a:ln w="317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4CB509AB-0D6F-4DFE-B981-3462BD3931A9}"/>
                </a:ext>
              </a:extLst>
            </p:cNvPr>
            <p:cNvSpPr/>
            <p:nvPr/>
          </p:nvSpPr>
          <p:spPr>
            <a:xfrm>
              <a:off x="2952273" y="4300060"/>
              <a:ext cx="430529" cy="621506"/>
            </a:xfrm>
            <a:custGeom>
              <a:avLst/>
              <a:gdLst>
                <a:gd name="connsiteX0" fmla="*/ 430530 w 430529"/>
                <a:gd name="connsiteY0" fmla="*/ 420529 h 621506"/>
                <a:gd name="connsiteX1" fmla="*/ 425767 w 430529"/>
                <a:gd name="connsiteY1" fmla="*/ 412432 h 621506"/>
                <a:gd name="connsiteX2" fmla="*/ 421957 w 430529"/>
                <a:gd name="connsiteY2" fmla="*/ 405765 h 621506"/>
                <a:gd name="connsiteX3" fmla="*/ 418147 w 430529"/>
                <a:gd name="connsiteY3" fmla="*/ 399097 h 621506"/>
                <a:gd name="connsiteX4" fmla="*/ 413861 w 430529"/>
                <a:gd name="connsiteY4" fmla="*/ 391477 h 621506"/>
                <a:gd name="connsiteX5" fmla="*/ 411004 w 430529"/>
                <a:gd name="connsiteY5" fmla="*/ 386715 h 621506"/>
                <a:gd name="connsiteX6" fmla="*/ 407670 w 430529"/>
                <a:gd name="connsiteY6" fmla="*/ 380524 h 621506"/>
                <a:gd name="connsiteX7" fmla="*/ 404336 w 430529"/>
                <a:gd name="connsiteY7" fmla="*/ 375285 h 621506"/>
                <a:gd name="connsiteX8" fmla="*/ 400050 w 430529"/>
                <a:gd name="connsiteY8" fmla="*/ 367665 h 621506"/>
                <a:gd name="connsiteX9" fmla="*/ 396716 w 430529"/>
                <a:gd name="connsiteY9" fmla="*/ 367665 h 621506"/>
                <a:gd name="connsiteX10" fmla="*/ 391477 w 430529"/>
                <a:gd name="connsiteY10" fmla="*/ 367189 h 621506"/>
                <a:gd name="connsiteX11" fmla="*/ 387191 w 430529"/>
                <a:gd name="connsiteY11" fmla="*/ 367189 h 621506"/>
                <a:gd name="connsiteX12" fmla="*/ 383381 w 430529"/>
                <a:gd name="connsiteY12" fmla="*/ 368617 h 621506"/>
                <a:gd name="connsiteX13" fmla="*/ 378142 w 430529"/>
                <a:gd name="connsiteY13" fmla="*/ 370999 h 621506"/>
                <a:gd name="connsiteX14" fmla="*/ 375761 w 430529"/>
                <a:gd name="connsiteY14" fmla="*/ 371475 h 621506"/>
                <a:gd name="connsiteX15" fmla="*/ 374332 w 430529"/>
                <a:gd name="connsiteY15" fmla="*/ 371475 h 621506"/>
                <a:gd name="connsiteX16" fmla="*/ 372427 w 430529"/>
                <a:gd name="connsiteY16" fmla="*/ 371475 h 621506"/>
                <a:gd name="connsiteX17" fmla="*/ 370522 w 430529"/>
                <a:gd name="connsiteY17" fmla="*/ 370522 h 621506"/>
                <a:gd name="connsiteX18" fmla="*/ 367665 w 430529"/>
                <a:gd name="connsiteY18" fmla="*/ 367665 h 621506"/>
                <a:gd name="connsiteX19" fmla="*/ 365284 w 430529"/>
                <a:gd name="connsiteY19" fmla="*/ 368617 h 621506"/>
                <a:gd name="connsiteX20" fmla="*/ 363855 w 430529"/>
                <a:gd name="connsiteY20" fmla="*/ 369570 h 621506"/>
                <a:gd name="connsiteX21" fmla="*/ 363855 w 430529"/>
                <a:gd name="connsiteY21" fmla="*/ 363855 h 621506"/>
                <a:gd name="connsiteX22" fmla="*/ 363855 w 430529"/>
                <a:gd name="connsiteY22" fmla="*/ 355282 h 621506"/>
                <a:gd name="connsiteX23" fmla="*/ 363855 w 430529"/>
                <a:gd name="connsiteY23" fmla="*/ 347663 h 621506"/>
                <a:gd name="connsiteX24" fmla="*/ 363855 w 430529"/>
                <a:gd name="connsiteY24" fmla="*/ 341471 h 621506"/>
                <a:gd name="connsiteX25" fmla="*/ 364331 w 430529"/>
                <a:gd name="connsiteY25" fmla="*/ 334327 h 621506"/>
                <a:gd name="connsiteX26" fmla="*/ 364331 w 430529"/>
                <a:gd name="connsiteY26" fmla="*/ 329565 h 621506"/>
                <a:gd name="connsiteX27" fmla="*/ 365760 w 430529"/>
                <a:gd name="connsiteY27" fmla="*/ 327660 h 621506"/>
                <a:gd name="connsiteX28" fmla="*/ 366713 w 430529"/>
                <a:gd name="connsiteY28" fmla="*/ 325279 h 621506"/>
                <a:gd name="connsiteX29" fmla="*/ 365284 w 430529"/>
                <a:gd name="connsiteY29" fmla="*/ 322421 h 621506"/>
                <a:gd name="connsiteX30" fmla="*/ 365760 w 430529"/>
                <a:gd name="connsiteY30" fmla="*/ 320040 h 621506"/>
                <a:gd name="connsiteX31" fmla="*/ 366236 w 430529"/>
                <a:gd name="connsiteY31" fmla="*/ 318135 h 621506"/>
                <a:gd name="connsiteX32" fmla="*/ 367189 w 430529"/>
                <a:gd name="connsiteY32" fmla="*/ 316230 h 621506"/>
                <a:gd name="connsiteX33" fmla="*/ 365284 w 430529"/>
                <a:gd name="connsiteY33" fmla="*/ 317182 h 621506"/>
                <a:gd name="connsiteX34" fmla="*/ 364331 w 430529"/>
                <a:gd name="connsiteY34" fmla="*/ 317659 h 621506"/>
                <a:gd name="connsiteX35" fmla="*/ 362902 w 430529"/>
                <a:gd name="connsiteY35" fmla="*/ 319088 h 621506"/>
                <a:gd name="connsiteX36" fmla="*/ 360045 w 430529"/>
                <a:gd name="connsiteY36" fmla="*/ 320992 h 621506"/>
                <a:gd name="connsiteX37" fmla="*/ 358140 w 430529"/>
                <a:gd name="connsiteY37" fmla="*/ 322897 h 621506"/>
                <a:gd name="connsiteX38" fmla="*/ 355759 w 430529"/>
                <a:gd name="connsiteY38" fmla="*/ 324326 h 621506"/>
                <a:gd name="connsiteX39" fmla="*/ 352901 w 430529"/>
                <a:gd name="connsiteY39" fmla="*/ 327660 h 621506"/>
                <a:gd name="connsiteX40" fmla="*/ 350520 w 430529"/>
                <a:gd name="connsiteY40" fmla="*/ 329565 h 621506"/>
                <a:gd name="connsiteX41" fmla="*/ 347663 w 430529"/>
                <a:gd name="connsiteY41" fmla="*/ 330517 h 621506"/>
                <a:gd name="connsiteX42" fmla="*/ 343852 w 430529"/>
                <a:gd name="connsiteY42" fmla="*/ 334327 h 621506"/>
                <a:gd name="connsiteX43" fmla="*/ 340042 w 430529"/>
                <a:gd name="connsiteY43" fmla="*/ 335280 h 621506"/>
                <a:gd name="connsiteX44" fmla="*/ 330994 w 430529"/>
                <a:gd name="connsiteY44" fmla="*/ 335756 h 621506"/>
                <a:gd name="connsiteX45" fmla="*/ 321469 w 430529"/>
                <a:gd name="connsiteY45" fmla="*/ 335756 h 621506"/>
                <a:gd name="connsiteX46" fmla="*/ 312896 w 430529"/>
                <a:gd name="connsiteY46" fmla="*/ 335756 h 621506"/>
                <a:gd name="connsiteX47" fmla="*/ 311467 w 430529"/>
                <a:gd name="connsiteY47" fmla="*/ 335756 h 621506"/>
                <a:gd name="connsiteX48" fmla="*/ 311467 w 430529"/>
                <a:gd name="connsiteY48" fmla="*/ 332422 h 621506"/>
                <a:gd name="connsiteX49" fmla="*/ 311944 w 430529"/>
                <a:gd name="connsiteY49" fmla="*/ 330041 h 621506"/>
                <a:gd name="connsiteX50" fmla="*/ 309086 w 430529"/>
                <a:gd name="connsiteY50" fmla="*/ 327660 h 621506"/>
                <a:gd name="connsiteX51" fmla="*/ 308610 w 430529"/>
                <a:gd name="connsiteY51" fmla="*/ 324802 h 621506"/>
                <a:gd name="connsiteX52" fmla="*/ 308134 w 430529"/>
                <a:gd name="connsiteY52" fmla="*/ 322897 h 621506"/>
                <a:gd name="connsiteX53" fmla="*/ 306705 w 430529"/>
                <a:gd name="connsiteY53" fmla="*/ 320516 h 621506"/>
                <a:gd name="connsiteX54" fmla="*/ 304800 w 430529"/>
                <a:gd name="connsiteY54" fmla="*/ 319088 h 621506"/>
                <a:gd name="connsiteX55" fmla="*/ 301942 w 430529"/>
                <a:gd name="connsiteY55" fmla="*/ 318135 h 621506"/>
                <a:gd name="connsiteX56" fmla="*/ 297180 w 430529"/>
                <a:gd name="connsiteY56" fmla="*/ 317182 h 621506"/>
                <a:gd name="connsiteX57" fmla="*/ 290036 w 430529"/>
                <a:gd name="connsiteY57" fmla="*/ 315754 h 621506"/>
                <a:gd name="connsiteX58" fmla="*/ 283369 w 430529"/>
                <a:gd name="connsiteY58" fmla="*/ 315277 h 621506"/>
                <a:gd name="connsiteX59" fmla="*/ 276701 w 430529"/>
                <a:gd name="connsiteY59" fmla="*/ 315754 h 621506"/>
                <a:gd name="connsiteX60" fmla="*/ 280511 w 430529"/>
                <a:gd name="connsiteY60" fmla="*/ 310515 h 621506"/>
                <a:gd name="connsiteX61" fmla="*/ 284797 w 430529"/>
                <a:gd name="connsiteY61" fmla="*/ 305752 h 621506"/>
                <a:gd name="connsiteX62" fmla="*/ 284797 w 430529"/>
                <a:gd name="connsiteY62" fmla="*/ 301466 h 621506"/>
                <a:gd name="connsiteX63" fmla="*/ 281464 w 430529"/>
                <a:gd name="connsiteY63" fmla="*/ 297656 h 621506"/>
                <a:gd name="connsiteX64" fmla="*/ 279559 w 430529"/>
                <a:gd name="connsiteY64" fmla="*/ 295275 h 621506"/>
                <a:gd name="connsiteX65" fmla="*/ 276701 w 430529"/>
                <a:gd name="connsiteY65" fmla="*/ 291941 h 621506"/>
                <a:gd name="connsiteX66" fmla="*/ 273367 w 430529"/>
                <a:gd name="connsiteY66" fmla="*/ 290036 h 621506"/>
                <a:gd name="connsiteX67" fmla="*/ 271463 w 430529"/>
                <a:gd name="connsiteY67" fmla="*/ 287179 h 621506"/>
                <a:gd name="connsiteX68" fmla="*/ 271939 w 430529"/>
                <a:gd name="connsiteY68" fmla="*/ 285274 h 621506"/>
                <a:gd name="connsiteX69" fmla="*/ 271463 w 430529"/>
                <a:gd name="connsiteY69" fmla="*/ 283845 h 621506"/>
                <a:gd name="connsiteX70" fmla="*/ 270034 w 430529"/>
                <a:gd name="connsiteY70" fmla="*/ 283369 h 621506"/>
                <a:gd name="connsiteX71" fmla="*/ 269081 w 430529"/>
                <a:gd name="connsiteY71" fmla="*/ 282416 h 621506"/>
                <a:gd name="connsiteX72" fmla="*/ 267176 w 430529"/>
                <a:gd name="connsiteY72" fmla="*/ 280988 h 621506"/>
                <a:gd name="connsiteX73" fmla="*/ 265271 w 430529"/>
                <a:gd name="connsiteY73" fmla="*/ 279559 h 621506"/>
                <a:gd name="connsiteX74" fmla="*/ 265271 w 430529"/>
                <a:gd name="connsiteY74" fmla="*/ 278130 h 621506"/>
                <a:gd name="connsiteX75" fmla="*/ 264319 w 430529"/>
                <a:gd name="connsiteY75" fmla="*/ 276225 h 621506"/>
                <a:gd name="connsiteX76" fmla="*/ 262890 w 430529"/>
                <a:gd name="connsiteY76" fmla="*/ 274320 h 621506"/>
                <a:gd name="connsiteX77" fmla="*/ 262890 w 430529"/>
                <a:gd name="connsiteY77" fmla="*/ 272891 h 621506"/>
                <a:gd name="connsiteX78" fmla="*/ 261938 w 430529"/>
                <a:gd name="connsiteY78" fmla="*/ 270510 h 621506"/>
                <a:gd name="connsiteX79" fmla="*/ 260509 w 430529"/>
                <a:gd name="connsiteY79" fmla="*/ 268605 h 621506"/>
                <a:gd name="connsiteX80" fmla="*/ 259080 w 430529"/>
                <a:gd name="connsiteY80" fmla="*/ 267176 h 621506"/>
                <a:gd name="connsiteX81" fmla="*/ 257175 w 430529"/>
                <a:gd name="connsiteY81" fmla="*/ 265747 h 621506"/>
                <a:gd name="connsiteX82" fmla="*/ 257651 w 430529"/>
                <a:gd name="connsiteY82" fmla="*/ 264319 h 621506"/>
                <a:gd name="connsiteX83" fmla="*/ 258604 w 430529"/>
                <a:gd name="connsiteY83" fmla="*/ 263842 h 621506"/>
                <a:gd name="connsiteX84" fmla="*/ 259556 w 430529"/>
                <a:gd name="connsiteY84" fmla="*/ 261938 h 621506"/>
                <a:gd name="connsiteX85" fmla="*/ 259080 w 430529"/>
                <a:gd name="connsiteY85" fmla="*/ 260509 h 621506"/>
                <a:gd name="connsiteX86" fmla="*/ 257651 w 430529"/>
                <a:gd name="connsiteY86" fmla="*/ 259556 h 621506"/>
                <a:gd name="connsiteX87" fmla="*/ 255746 w 430529"/>
                <a:gd name="connsiteY87" fmla="*/ 259080 h 621506"/>
                <a:gd name="connsiteX88" fmla="*/ 253365 w 430529"/>
                <a:gd name="connsiteY88" fmla="*/ 256222 h 621506"/>
                <a:gd name="connsiteX89" fmla="*/ 251460 w 430529"/>
                <a:gd name="connsiteY89" fmla="*/ 254794 h 621506"/>
                <a:gd name="connsiteX90" fmla="*/ 250507 w 430529"/>
                <a:gd name="connsiteY90" fmla="*/ 253841 h 621506"/>
                <a:gd name="connsiteX91" fmla="*/ 249555 w 430529"/>
                <a:gd name="connsiteY91" fmla="*/ 252889 h 621506"/>
                <a:gd name="connsiteX92" fmla="*/ 250507 w 430529"/>
                <a:gd name="connsiteY92" fmla="*/ 251936 h 621506"/>
                <a:gd name="connsiteX93" fmla="*/ 250984 w 430529"/>
                <a:gd name="connsiteY93" fmla="*/ 250984 h 621506"/>
                <a:gd name="connsiteX94" fmla="*/ 251460 w 430529"/>
                <a:gd name="connsiteY94" fmla="*/ 249555 h 621506"/>
                <a:gd name="connsiteX95" fmla="*/ 250984 w 430529"/>
                <a:gd name="connsiteY95" fmla="*/ 248126 h 621506"/>
                <a:gd name="connsiteX96" fmla="*/ 250984 w 430529"/>
                <a:gd name="connsiteY96" fmla="*/ 246697 h 621506"/>
                <a:gd name="connsiteX97" fmla="*/ 251936 w 430529"/>
                <a:gd name="connsiteY97" fmla="*/ 246697 h 621506"/>
                <a:gd name="connsiteX98" fmla="*/ 253365 w 430529"/>
                <a:gd name="connsiteY98" fmla="*/ 246697 h 621506"/>
                <a:gd name="connsiteX99" fmla="*/ 254794 w 430529"/>
                <a:gd name="connsiteY99" fmla="*/ 245745 h 621506"/>
                <a:gd name="connsiteX100" fmla="*/ 256222 w 430529"/>
                <a:gd name="connsiteY100" fmla="*/ 245745 h 621506"/>
                <a:gd name="connsiteX101" fmla="*/ 258127 w 430529"/>
                <a:gd name="connsiteY101" fmla="*/ 245269 h 621506"/>
                <a:gd name="connsiteX102" fmla="*/ 259080 w 430529"/>
                <a:gd name="connsiteY102" fmla="*/ 244316 h 621506"/>
                <a:gd name="connsiteX103" fmla="*/ 259080 w 430529"/>
                <a:gd name="connsiteY103" fmla="*/ 242888 h 621506"/>
                <a:gd name="connsiteX104" fmla="*/ 258127 w 430529"/>
                <a:gd name="connsiteY104" fmla="*/ 240030 h 621506"/>
                <a:gd name="connsiteX105" fmla="*/ 256699 w 430529"/>
                <a:gd name="connsiteY105" fmla="*/ 238601 h 621506"/>
                <a:gd name="connsiteX106" fmla="*/ 256222 w 430529"/>
                <a:gd name="connsiteY106" fmla="*/ 236696 h 621506"/>
                <a:gd name="connsiteX107" fmla="*/ 257175 w 430529"/>
                <a:gd name="connsiteY107" fmla="*/ 233363 h 621506"/>
                <a:gd name="connsiteX108" fmla="*/ 258127 w 430529"/>
                <a:gd name="connsiteY108" fmla="*/ 230981 h 621506"/>
                <a:gd name="connsiteX109" fmla="*/ 260032 w 430529"/>
                <a:gd name="connsiteY109" fmla="*/ 228600 h 621506"/>
                <a:gd name="connsiteX110" fmla="*/ 266700 w 430529"/>
                <a:gd name="connsiteY110" fmla="*/ 223361 h 621506"/>
                <a:gd name="connsiteX111" fmla="*/ 272891 w 430529"/>
                <a:gd name="connsiteY111" fmla="*/ 219551 h 621506"/>
                <a:gd name="connsiteX112" fmla="*/ 275749 w 430529"/>
                <a:gd name="connsiteY112" fmla="*/ 219551 h 621506"/>
                <a:gd name="connsiteX113" fmla="*/ 277654 w 430529"/>
                <a:gd name="connsiteY113" fmla="*/ 218122 h 621506"/>
                <a:gd name="connsiteX114" fmla="*/ 279082 w 430529"/>
                <a:gd name="connsiteY114" fmla="*/ 216217 h 621506"/>
                <a:gd name="connsiteX115" fmla="*/ 279559 w 430529"/>
                <a:gd name="connsiteY115" fmla="*/ 213836 h 621506"/>
                <a:gd name="connsiteX116" fmla="*/ 279082 w 430529"/>
                <a:gd name="connsiteY116" fmla="*/ 211931 h 621506"/>
                <a:gd name="connsiteX117" fmla="*/ 278130 w 430529"/>
                <a:gd name="connsiteY117" fmla="*/ 209074 h 621506"/>
                <a:gd name="connsiteX118" fmla="*/ 276701 w 430529"/>
                <a:gd name="connsiteY118" fmla="*/ 205740 h 621506"/>
                <a:gd name="connsiteX119" fmla="*/ 275749 w 430529"/>
                <a:gd name="connsiteY119" fmla="*/ 203835 h 621506"/>
                <a:gd name="connsiteX120" fmla="*/ 276701 w 430529"/>
                <a:gd name="connsiteY120" fmla="*/ 201454 h 621506"/>
                <a:gd name="connsiteX121" fmla="*/ 278130 w 430529"/>
                <a:gd name="connsiteY121" fmla="*/ 198120 h 621506"/>
                <a:gd name="connsiteX122" fmla="*/ 281464 w 430529"/>
                <a:gd name="connsiteY122" fmla="*/ 193357 h 621506"/>
                <a:gd name="connsiteX123" fmla="*/ 284321 w 430529"/>
                <a:gd name="connsiteY123" fmla="*/ 188119 h 621506"/>
                <a:gd name="connsiteX124" fmla="*/ 284797 w 430529"/>
                <a:gd name="connsiteY124" fmla="*/ 186690 h 621506"/>
                <a:gd name="connsiteX125" fmla="*/ 285274 w 430529"/>
                <a:gd name="connsiteY125" fmla="*/ 183356 h 621506"/>
                <a:gd name="connsiteX126" fmla="*/ 286702 w 430529"/>
                <a:gd name="connsiteY126" fmla="*/ 176689 h 621506"/>
                <a:gd name="connsiteX127" fmla="*/ 287179 w 430529"/>
                <a:gd name="connsiteY127" fmla="*/ 173355 h 621506"/>
                <a:gd name="connsiteX128" fmla="*/ 286702 w 430529"/>
                <a:gd name="connsiteY128" fmla="*/ 171926 h 621506"/>
                <a:gd name="connsiteX129" fmla="*/ 287655 w 430529"/>
                <a:gd name="connsiteY129" fmla="*/ 170974 h 621506"/>
                <a:gd name="connsiteX130" fmla="*/ 289560 w 430529"/>
                <a:gd name="connsiteY130" fmla="*/ 170021 h 621506"/>
                <a:gd name="connsiteX131" fmla="*/ 293846 w 430529"/>
                <a:gd name="connsiteY131" fmla="*/ 169069 h 621506"/>
                <a:gd name="connsiteX132" fmla="*/ 297180 w 430529"/>
                <a:gd name="connsiteY132" fmla="*/ 167164 h 621506"/>
                <a:gd name="connsiteX133" fmla="*/ 301942 w 430529"/>
                <a:gd name="connsiteY133" fmla="*/ 163354 h 621506"/>
                <a:gd name="connsiteX134" fmla="*/ 305752 w 430529"/>
                <a:gd name="connsiteY134" fmla="*/ 159544 h 621506"/>
                <a:gd name="connsiteX135" fmla="*/ 309086 w 430529"/>
                <a:gd name="connsiteY135" fmla="*/ 158115 h 621506"/>
                <a:gd name="connsiteX136" fmla="*/ 314801 w 430529"/>
                <a:gd name="connsiteY136" fmla="*/ 154781 h 621506"/>
                <a:gd name="connsiteX137" fmla="*/ 318135 w 430529"/>
                <a:gd name="connsiteY137" fmla="*/ 152400 h 621506"/>
                <a:gd name="connsiteX138" fmla="*/ 319564 w 430529"/>
                <a:gd name="connsiteY138" fmla="*/ 151924 h 621506"/>
                <a:gd name="connsiteX139" fmla="*/ 322897 w 430529"/>
                <a:gd name="connsiteY139" fmla="*/ 150019 h 621506"/>
                <a:gd name="connsiteX140" fmla="*/ 329089 w 430529"/>
                <a:gd name="connsiteY140" fmla="*/ 149542 h 621506"/>
                <a:gd name="connsiteX141" fmla="*/ 333851 w 430529"/>
                <a:gd name="connsiteY141" fmla="*/ 149066 h 621506"/>
                <a:gd name="connsiteX142" fmla="*/ 336709 w 430529"/>
                <a:gd name="connsiteY142" fmla="*/ 147638 h 621506"/>
                <a:gd name="connsiteX143" fmla="*/ 340995 w 430529"/>
                <a:gd name="connsiteY143" fmla="*/ 147161 h 621506"/>
                <a:gd name="connsiteX144" fmla="*/ 343852 w 430529"/>
                <a:gd name="connsiteY144" fmla="*/ 146209 h 621506"/>
                <a:gd name="connsiteX145" fmla="*/ 346710 w 430529"/>
                <a:gd name="connsiteY145" fmla="*/ 146209 h 621506"/>
                <a:gd name="connsiteX146" fmla="*/ 352901 w 430529"/>
                <a:gd name="connsiteY146" fmla="*/ 144780 h 621506"/>
                <a:gd name="connsiteX147" fmla="*/ 354806 w 430529"/>
                <a:gd name="connsiteY147" fmla="*/ 142875 h 621506"/>
                <a:gd name="connsiteX148" fmla="*/ 356235 w 430529"/>
                <a:gd name="connsiteY148" fmla="*/ 140970 h 621506"/>
                <a:gd name="connsiteX149" fmla="*/ 358616 w 430529"/>
                <a:gd name="connsiteY149" fmla="*/ 139065 h 621506"/>
                <a:gd name="connsiteX150" fmla="*/ 361474 w 430529"/>
                <a:gd name="connsiteY150" fmla="*/ 138589 h 621506"/>
                <a:gd name="connsiteX151" fmla="*/ 364331 w 430529"/>
                <a:gd name="connsiteY151" fmla="*/ 138589 h 621506"/>
                <a:gd name="connsiteX152" fmla="*/ 367665 w 430529"/>
                <a:gd name="connsiteY152" fmla="*/ 138589 h 621506"/>
                <a:gd name="connsiteX153" fmla="*/ 371951 w 430529"/>
                <a:gd name="connsiteY153" fmla="*/ 138113 h 621506"/>
                <a:gd name="connsiteX154" fmla="*/ 374332 w 430529"/>
                <a:gd name="connsiteY154" fmla="*/ 139541 h 621506"/>
                <a:gd name="connsiteX155" fmla="*/ 374809 w 430529"/>
                <a:gd name="connsiteY155" fmla="*/ 141446 h 621506"/>
                <a:gd name="connsiteX156" fmla="*/ 377666 w 430529"/>
                <a:gd name="connsiteY156" fmla="*/ 143351 h 621506"/>
                <a:gd name="connsiteX157" fmla="*/ 379571 w 430529"/>
                <a:gd name="connsiteY157" fmla="*/ 143351 h 621506"/>
                <a:gd name="connsiteX158" fmla="*/ 381476 w 430529"/>
                <a:gd name="connsiteY158" fmla="*/ 142875 h 621506"/>
                <a:gd name="connsiteX159" fmla="*/ 383857 w 430529"/>
                <a:gd name="connsiteY159" fmla="*/ 144304 h 621506"/>
                <a:gd name="connsiteX160" fmla="*/ 385763 w 430529"/>
                <a:gd name="connsiteY160" fmla="*/ 144304 h 621506"/>
                <a:gd name="connsiteX161" fmla="*/ 386715 w 430529"/>
                <a:gd name="connsiteY161" fmla="*/ 143351 h 621506"/>
                <a:gd name="connsiteX162" fmla="*/ 387191 w 430529"/>
                <a:gd name="connsiteY162" fmla="*/ 140970 h 621506"/>
                <a:gd name="connsiteX163" fmla="*/ 385286 w 430529"/>
                <a:gd name="connsiteY163" fmla="*/ 138589 h 621506"/>
                <a:gd name="connsiteX164" fmla="*/ 382429 w 430529"/>
                <a:gd name="connsiteY164" fmla="*/ 136207 h 621506"/>
                <a:gd name="connsiteX165" fmla="*/ 380047 w 430529"/>
                <a:gd name="connsiteY165" fmla="*/ 134779 h 621506"/>
                <a:gd name="connsiteX166" fmla="*/ 379095 w 430529"/>
                <a:gd name="connsiteY166" fmla="*/ 132874 h 621506"/>
                <a:gd name="connsiteX167" fmla="*/ 377666 w 430529"/>
                <a:gd name="connsiteY167" fmla="*/ 129064 h 621506"/>
                <a:gd name="connsiteX168" fmla="*/ 375761 w 430529"/>
                <a:gd name="connsiteY168" fmla="*/ 128111 h 621506"/>
                <a:gd name="connsiteX169" fmla="*/ 374332 w 430529"/>
                <a:gd name="connsiteY169" fmla="*/ 126682 h 621506"/>
                <a:gd name="connsiteX170" fmla="*/ 372904 w 430529"/>
                <a:gd name="connsiteY170" fmla="*/ 127159 h 621506"/>
                <a:gd name="connsiteX171" fmla="*/ 371475 w 430529"/>
                <a:gd name="connsiteY171" fmla="*/ 128111 h 621506"/>
                <a:gd name="connsiteX172" fmla="*/ 369094 w 430529"/>
                <a:gd name="connsiteY172" fmla="*/ 128588 h 621506"/>
                <a:gd name="connsiteX173" fmla="*/ 367665 w 430529"/>
                <a:gd name="connsiteY173" fmla="*/ 128588 h 621506"/>
                <a:gd name="connsiteX174" fmla="*/ 361950 w 430529"/>
                <a:gd name="connsiteY174" fmla="*/ 126206 h 621506"/>
                <a:gd name="connsiteX175" fmla="*/ 360997 w 430529"/>
                <a:gd name="connsiteY175" fmla="*/ 125730 h 621506"/>
                <a:gd name="connsiteX176" fmla="*/ 364807 w 430529"/>
                <a:gd name="connsiteY176" fmla="*/ 120015 h 621506"/>
                <a:gd name="connsiteX177" fmla="*/ 371475 w 430529"/>
                <a:gd name="connsiteY177" fmla="*/ 109061 h 621506"/>
                <a:gd name="connsiteX178" fmla="*/ 375761 w 430529"/>
                <a:gd name="connsiteY178" fmla="*/ 102394 h 621506"/>
                <a:gd name="connsiteX179" fmla="*/ 381000 w 430529"/>
                <a:gd name="connsiteY179" fmla="*/ 94774 h 621506"/>
                <a:gd name="connsiteX180" fmla="*/ 383381 w 430529"/>
                <a:gd name="connsiteY180" fmla="*/ 90964 h 621506"/>
                <a:gd name="connsiteX181" fmla="*/ 383381 w 430529"/>
                <a:gd name="connsiteY181" fmla="*/ 90488 h 621506"/>
                <a:gd name="connsiteX182" fmla="*/ 383381 w 430529"/>
                <a:gd name="connsiteY182" fmla="*/ 89535 h 621506"/>
                <a:gd name="connsiteX183" fmla="*/ 382429 w 430529"/>
                <a:gd name="connsiteY183" fmla="*/ 88106 h 621506"/>
                <a:gd name="connsiteX184" fmla="*/ 380047 w 430529"/>
                <a:gd name="connsiteY184" fmla="*/ 87630 h 621506"/>
                <a:gd name="connsiteX185" fmla="*/ 377666 w 430529"/>
                <a:gd name="connsiteY185" fmla="*/ 86201 h 621506"/>
                <a:gd name="connsiteX186" fmla="*/ 375761 w 430529"/>
                <a:gd name="connsiteY186" fmla="*/ 84296 h 621506"/>
                <a:gd name="connsiteX187" fmla="*/ 373380 w 430529"/>
                <a:gd name="connsiteY187" fmla="*/ 83820 h 621506"/>
                <a:gd name="connsiteX188" fmla="*/ 371475 w 430529"/>
                <a:gd name="connsiteY188" fmla="*/ 82391 h 621506"/>
                <a:gd name="connsiteX189" fmla="*/ 368141 w 430529"/>
                <a:gd name="connsiteY189" fmla="*/ 80963 h 621506"/>
                <a:gd name="connsiteX190" fmla="*/ 366236 w 430529"/>
                <a:gd name="connsiteY190" fmla="*/ 80010 h 621506"/>
                <a:gd name="connsiteX191" fmla="*/ 363855 w 430529"/>
                <a:gd name="connsiteY191" fmla="*/ 79534 h 621506"/>
                <a:gd name="connsiteX192" fmla="*/ 361950 w 430529"/>
                <a:gd name="connsiteY192" fmla="*/ 77629 h 621506"/>
                <a:gd name="connsiteX193" fmla="*/ 354806 w 430529"/>
                <a:gd name="connsiteY193" fmla="*/ 73342 h 621506"/>
                <a:gd name="connsiteX194" fmla="*/ 352901 w 430529"/>
                <a:gd name="connsiteY194" fmla="*/ 72866 h 621506"/>
                <a:gd name="connsiteX195" fmla="*/ 350996 w 430529"/>
                <a:gd name="connsiteY195" fmla="*/ 73342 h 621506"/>
                <a:gd name="connsiteX196" fmla="*/ 348139 w 430529"/>
                <a:gd name="connsiteY196" fmla="*/ 74295 h 621506"/>
                <a:gd name="connsiteX197" fmla="*/ 345281 w 430529"/>
                <a:gd name="connsiteY197" fmla="*/ 76676 h 621506"/>
                <a:gd name="connsiteX198" fmla="*/ 341471 w 430529"/>
                <a:gd name="connsiteY198" fmla="*/ 77152 h 621506"/>
                <a:gd name="connsiteX199" fmla="*/ 338138 w 430529"/>
                <a:gd name="connsiteY199" fmla="*/ 77152 h 621506"/>
                <a:gd name="connsiteX200" fmla="*/ 336709 w 430529"/>
                <a:gd name="connsiteY200" fmla="*/ 75724 h 621506"/>
                <a:gd name="connsiteX201" fmla="*/ 334804 w 430529"/>
                <a:gd name="connsiteY201" fmla="*/ 75247 h 621506"/>
                <a:gd name="connsiteX202" fmla="*/ 332899 w 430529"/>
                <a:gd name="connsiteY202" fmla="*/ 73342 h 621506"/>
                <a:gd name="connsiteX203" fmla="*/ 329089 w 430529"/>
                <a:gd name="connsiteY203" fmla="*/ 71914 h 621506"/>
                <a:gd name="connsiteX204" fmla="*/ 326231 w 430529"/>
                <a:gd name="connsiteY204" fmla="*/ 70961 h 621506"/>
                <a:gd name="connsiteX205" fmla="*/ 324326 w 430529"/>
                <a:gd name="connsiteY205" fmla="*/ 71438 h 621506"/>
                <a:gd name="connsiteX206" fmla="*/ 322421 w 430529"/>
                <a:gd name="connsiteY206" fmla="*/ 73819 h 621506"/>
                <a:gd name="connsiteX207" fmla="*/ 320040 w 430529"/>
                <a:gd name="connsiteY207" fmla="*/ 75724 h 621506"/>
                <a:gd name="connsiteX208" fmla="*/ 318135 w 430529"/>
                <a:gd name="connsiteY208" fmla="*/ 76676 h 621506"/>
                <a:gd name="connsiteX209" fmla="*/ 315754 w 430529"/>
                <a:gd name="connsiteY209" fmla="*/ 76676 h 621506"/>
                <a:gd name="connsiteX210" fmla="*/ 312896 w 430529"/>
                <a:gd name="connsiteY210" fmla="*/ 78581 h 621506"/>
                <a:gd name="connsiteX211" fmla="*/ 310515 w 430529"/>
                <a:gd name="connsiteY211" fmla="*/ 79534 h 621506"/>
                <a:gd name="connsiteX212" fmla="*/ 307657 w 430529"/>
                <a:gd name="connsiteY212" fmla="*/ 79534 h 621506"/>
                <a:gd name="connsiteX213" fmla="*/ 304324 w 430529"/>
                <a:gd name="connsiteY213" fmla="*/ 80486 h 621506"/>
                <a:gd name="connsiteX214" fmla="*/ 300514 w 430529"/>
                <a:gd name="connsiteY214" fmla="*/ 79057 h 621506"/>
                <a:gd name="connsiteX215" fmla="*/ 297656 w 430529"/>
                <a:gd name="connsiteY215" fmla="*/ 78105 h 621506"/>
                <a:gd name="connsiteX216" fmla="*/ 296704 w 430529"/>
                <a:gd name="connsiteY216" fmla="*/ 77629 h 621506"/>
                <a:gd name="connsiteX217" fmla="*/ 295275 w 430529"/>
                <a:gd name="connsiteY217" fmla="*/ 78105 h 621506"/>
                <a:gd name="connsiteX218" fmla="*/ 293370 w 430529"/>
                <a:gd name="connsiteY218" fmla="*/ 79057 h 621506"/>
                <a:gd name="connsiteX219" fmla="*/ 290036 w 430529"/>
                <a:gd name="connsiteY219" fmla="*/ 79534 h 621506"/>
                <a:gd name="connsiteX220" fmla="*/ 287655 w 430529"/>
                <a:gd name="connsiteY220" fmla="*/ 79534 h 621506"/>
                <a:gd name="connsiteX221" fmla="*/ 285750 w 430529"/>
                <a:gd name="connsiteY221" fmla="*/ 79057 h 621506"/>
                <a:gd name="connsiteX222" fmla="*/ 284321 w 430529"/>
                <a:gd name="connsiteY222" fmla="*/ 77152 h 621506"/>
                <a:gd name="connsiteX223" fmla="*/ 281464 w 430529"/>
                <a:gd name="connsiteY223" fmla="*/ 76200 h 621506"/>
                <a:gd name="connsiteX224" fmla="*/ 278606 w 430529"/>
                <a:gd name="connsiteY224" fmla="*/ 75247 h 621506"/>
                <a:gd name="connsiteX225" fmla="*/ 277654 w 430529"/>
                <a:gd name="connsiteY225" fmla="*/ 72866 h 621506"/>
                <a:gd name="connsiteX226" fmla="*/ 278130 w 430529"/>
                <a:gd name="connsiteY226" fmla="*/ 70961 h 621506"/>
                <a:gd name="connsiteX227" fmla="*/ 279559 w 430529"/>
                <a:gd name="connsiteY227" fmla="*/ 68580 h 621506"/>
                <a:gd name="connsiteX228" fmla="*/ 278606 w 430529"/>
                <a:gd name="connsiteY228" fmla="*/ 66199 h 621506"/>
                <a:gd name="connsiteX229" fmla="*/ 277654 w 430529"/>
                <a:gd name="connsiteY229" fmla="*/ 61913 h 621506"/>
                <a:gd name="connsiteX230" fmla="*/ 277177 w 430529"/>
                <a:gd name="connsiteY230" fmla="*/ 60007 h 621506"/>
                <a:gd name="connsiteX231" fmla="*/ 276225 w 430529"/>
                <a:gd name="connsiteY231" fmla="*/ 58579 h 621506"/>
                <a:gd name="connsiteX232" fmla="*/ 274796 w 430529"/>
                <a:gd name="connsiteY232" fmla="*/ 58102 h 621506"/>
                <a:gd name="connsiteX233" fmla="*/ 271939 w 430529"/>
                <a:gd name="connsiteY233" fmla="*/ 58579 h 621506"/>
                <a:gd name="connsiteX234" fmla="*/ 268605 w 430529"/>
                <a:gd name="connsiteY234" fmla="*/ 57150 h 621506"/>
                <a:gd name="connsiteX235" fmla="*/ 266700 w 430529"/>
                <a:gd name="connsiteY235" fmla="*/ 55721 h 621506"/>
                <a:gd name="connsiteX236" fmla="*/ 265747 w 430529"/>
                <a:gd name="connsiteY236" fmla="*/ 53816 h 621506"/>
                <a:gd name="connsiteX237" fmla="*/ 266700 w 430529"/>
                <a:gd name="connsiteY237" fmla="*/ 50482 h 621506"/>
                <a:gd name="connsiteX238" fmla="*/ 266224 w 430529"/>
                <a:gd name="connsiteY238" fmla="*/ 47625 h 621506"/>
                <a:gd name="connsiteX239" fmla="*/ 264319 w 430529"/>
                <a:gd name="connsiteY239" fmla="*/ 45720 h 621506"/>
                <a:gd name="connsiteX240" fmla="*/ 262890 w 430529"/>
                <a:gd name="connsiteY240" fmla="*/ 42863 h 621506"/>
                <a:gd name="connsiteX241" fmla="*/ 260985 w 430529"/>
                <a:gd name="connsiteY241" fmla="*/ 40957 h 621506"/>
                <a:gd name="connsiteX242" fmla="*/ 258604 w 430529"/>
                <a:gd name="connsiteY242" fmla="*/ 39529 h 621506"/>
                <a:gd name="connsiteX243" fmla="*/ 256222 w 430529"/>
                <a:gd name="connsiteY243" fmla="*/ 39529 h 621506"/>
                <a:gd name="connsiteX244" fmla="*/ 254317 w 430529"/>
                <a:gd name="connsiteY244" fmla="*/ 39052 h 621506"/>
                <a:gd name="connsiteX245" fmla="*/ 252413 w 430529"/>
                <a:gd name="connsiteY245" fmla="*/ 36671 h 621506"/>
                <a:gd name="connsiteX246" fmla="*/ 250031 w 430529"/>
                <a:gd name="connsiteY246" fmla="*/ 35719 h 621506"/>
                <a:gd name="connsiteX247" fmla="*/ 247650 w 430529"/>
                <a:gd name="connsiteY247" fmla="*/ 33338 h 621506"/>
                <a:gd name="connsiteX248" fmla="*/ 243364 w 430529"/>
                <a:gd name="connsiteY248" fmla="*/ 32385 h 621506"/>
                <a:gd name="connsiteX249" fmla="*/ 241459 w 430529"/>
                <a:gd name="connsiteY249" fmla="*/ 31432 h 621506"/>
                <a:gd name="connsiteX250" fmla="*/ 240030 w 430529"/>
                <a:gd name="connsiteY250" fmla="*/ 30004 h 621506"/>
                <a:gd name="connsiteX251" fmla="*/ 238125 w 430529"/>
                <a:gd name="connsiteY251" fmla="*/ 27146 h 621506"/>
                <a:gd name="connsiteX252" fmla="*/ 238601 w 430529"/>
                <a:gd name="connsiteY252" fmla="*/ 25717 h 621506"/>
                <a:gd name="connsiteX253" fmla="*/ 237649 w 430529"/>
                <a:gd name="connsiteY253" fmla="*/ 24765 h 621506"/>
                <a:gd name="connsiteX254" fmla="*/ 237172 w 430529"/>
                <a:gd name="connsiteY254" fmla="*/ 21907 h 621506"/>
                <a:gd name="connsiteX255" fmla="*/ 235267 w 430529"/>
                <a:gd name="connsiteY255" fmla="*/ 18097 h 621506"/>
                <a:gd name="connsiteX256" fmla="*/ 233839 w 430529"/>
                <a:gd name="connsiteY256" fmla="*/ 16192 h 621506"/>
                <a:gd name="connsiteX257" fmla="*/ 232410 w 430529"/>
                <a:gd name="connsiteY257" fmla="*/ 14764 h 621506"/>
                <a:gd name="connsiteX258" fmla="*/ 230981 w 430529"/>
                <a:gd name="connsiteY258" fmla="*/ 13335 h 621506"/>
                <a:gd name="connsiteX259" fmla="*/ 228600 w 430529"/>
                <a:gd name="connsiteY259" fmla="*/ 11430 h 621506"/>
                <a:gd name="connsiteX260" fmla="*/ 226219 w 430529"/>
                <a:gd name="connsiteY260" fmla="*/ 10001 h 621506"/>
                <a:gd name="connsiteX261" fmla="*/ 223838 w 430529"/>
                <a:gd name="connsiteY261" fmla="*/ 9049 h 621506"/>
                <a:gd name="connsiteX262" fmla="*/ 223361 w 430529"/>
                <a:gd name="connsiteY262" fmla="*/ 7144 h 621506"/>
                <a:gd name="connsiteX263" fmla="*/ 222409 w 430529"/>
                <a:gd name="connsiteY263" fmla="*/ 5715 h 621506"/>
                <a:gd name="connsiteX264" fmla="*/ 221456 w 430529"/>
                <a:gd name="connsiteY264" fmla="*/ 5715 h 621506"/>
                <a:gd name="connsiteX265" fmla="*/ 219551 w 430529"/>
                <a:gd name="connsiteY265" fmla="*/ 5715 h 621506"/>
                <a:gd name="connsiteX266" fmla="*/ 217646 w 430529"/>
                <a:gd name="connsiteY266" fmla="*/ 5239 h 621506"/>
                <a:gd name="connsiteX267" fmla="*/ 215741 w 430529"/>
                <a:gd name="connsiteY267" fmla="*/ 3810 h 621506"/>
                <a:gd name="connsiteX268" fmla="*/ 213836 w 430529"/>
                <a:gd name="connsiteY268" fmla="*/ 2857 h 621506"/>
                <a:gd name="connsiteX269" fmla="*/ 210979 w 430529"/>
                <a:gd name="connsiteY269" fmla="*/ 476 h 621506"/>
                <a:gd name="connsiteX270" fmla="*/ 209550 w 430529"/>
                <a:gd name="connsiteY270" fmla="*/ 0 h 621506"/>
                <a:gd name="connsiteX271" fmla="*/ 208121 w 430529"/>
                <a:gd name="connsiteY271" fmla="*/ 0 h 621506"/>
                <a:gd name="connsiteX272" fmla="*/ 206216 w 430529"/>
                <a:gd name="connsiteY272" fmla="*/ 2381 h 621506"/>
                <a:gd name="connsiteX273" fmla="*/ 204311 w 430529"/>
                <a:gd name="connsiteY273" fmla="*/ 3810 h 621506"/>
                <a:gd name="connsiteX274" fmla="*/ 201930 w 430529"/>
                <a:gd name="connsiteY274" fmla="*/ 3810 h 621506"/>
                <a:gd name="connsiteX275" fmla="*/ 199549 w 430529"/>
                <a:gd name="connsiteY275" fmla="*/ 4286 h 621506"/>
                <a:gd name="connsiteX276" fmla="*/ 195739 w 430529"/>
                <a:gd name="connsiteY276" fmla="*/ 2857 h 621506"/>
                <a:gd name="connsiteX277" fmla="*/ 194310 w 430529"/>
                <a:gd name="connsiteY277" fmla="*/ 2857 h 621506"/>
                <a:gd name="connsiteX278" fmla="*/ 194310 w 430529"/>
                <a:gd name="connsiteY278" fmla="*/ 4286 h 621506"/>
                <a:gd name="connsiteX279" fmla="*/ 196691 w 430529"/>
                <a:gd name="connsiteY279" fmla="*/ 5715 h 621506"/>
                <a:gd name="connsiteX280" fmla="*/ 199072 w 430529"/>
                <a:gd name="connsiteY280" fmla="*/ 7144 h 621506"/>
                <a:gd name="connsiteX281" fmla="*/ 200025 w 430529"/>
                <a:gd name="connsiteY281" fmla="*/ 9525 h 621506"/>
                <a:gd name="connsiteX282" fmla="*/ 201454 w 430529"/>
                <a:gd name="connsiteY282" fmla="*/ 12382 h 621506"/>
                <a:gd name="connsiteX283" fmla="*/ 204788 w 430529"/>
                <a:gd name="connsiteY283" fmla="*/ 15716 h 621506"/>
                <a:gd name="connsiteX284" fmla="*/ 206692 w 430529"/>
                <a:gd name="connsiteY284" fmla="*/ 17621 h 621506"/>
                <a:gd name="connsiteX285" fmla="*/ 206692 w 430529"/>
                <a:gd name="connsiteY285" fmla="*/ 18574 h 621506"/>
                <a:gd name="connsiteX286" fmla="*/ 206216 w 430529"/>
                <a:gd name="connsiteY286" fmla="*/ 20955 h 621506"/>
                <a:gd name="connsiteX287" fmla="*/ 206216 w 430529"/>
                <a:gd name="connsiteY287" fmla="*/ 22384 h 621506"/>
                <a:gd name="connsiteX288" fmla="*/ 207169 w 430529"/>
                <a:gd name="connsiteY288" fmla="*/ 30956 h 621506"/>
                <a:gd name="connsiteX289" fmla="*/ 206216 w 430529"/>
                <a:gd name="connsiteY289" fmla="*/ 31432 h 621506"/>
                <a:gd name="connsiteX290" fmla="*/ 205264 w 430529"/>
                <a:gd name="connsiteY290" fmla="*/ 31432 h 621506"/>
                <a:gd name="connsiteX291" fmla="*/ 203835 w 430529"/>
                <a:gd name="connsiteY291" fmla="*/ 31432 h 621506"/>
                <a:gd name="connsiteX292" fmla="*/ 202882 w 430529"/>
                <a:gd name="connsiteY292" fmla="*/ 30480 h 621506"/>
                <a:gd name="connsiteX293" fmla="*/ 201930 w 430529"/>
                <a:gd name="connsiteY293" fmla="*/ 30004 h 621506"/>
                <a:gd name="connsiteX294" fmla="*/ 201454 w 430529"/>
                <a:gd name="connsiteY294" fmla="*/ 30956 h 621506"/>
                <a:gd name="connsiteX295" fmla="*/ 200501 w 430529"/>
                <a:gd name="connsiteY295" fmla="*/ 34766 h 621506"/>
                <a:gd name="connsiteX296" fmla="*/ 198120 w 430529"/>
                <a:gd name="connsiteY296" fmla="*/ 42863 h 621506"/>
                <a:gd name="connsiteX297" fmla="*/ 196215 w 430529"/>
                <a:gd name="connsiteY297" fmla="*/ 50006 h 621506"/>
                <a:gd name="connsiteX298" fmla="*/ 193834 w 430529"/>
                <a:gd name="connsiteY298" fmla="*/ 52864 h 621506"/>
                <a:gd name="connsiteX299" fmla="*/ 190500 w 430529"/>
                <a:gd name="connsiteY299" fmla="*/ 56674 h 621506"/>
                <a:gd name="connsiteX300" fmla="*/ 185738 w 430529"/>
                <a:gd name="connsiteY300" fmla="*/ 62389 h 621506"/>
                <a:gd name="connsiteX301" fmla="*/ 178594 w 430529"/>
                <a:gd name="connsiteY301" fmla="*/ 70485 h 621506"/>
                <a:gd name="connsiteX302" fmla="*/ 173355 w 430529"/>
                <a:gd name="connsiteY302" fmla="*/ 74295 h 621506"/>
                <a:gd name="connsiteX303" fmla="*/ 169545 w 430529"/>
                <a:gd name="connsiteY303" fmla="*/ 77152 h 621506"/>
                <a:gd name="connsiteX304" fmla="*/ 164782 w 430529"/>
                <a:gd name="connsiteY304" fmla="*/ 80486 h 621506"/>
                <a:gd name="connsiteX305" fmla="*/ 158591 w 430529"/>
                <a:gd name="connsiteY305" fmla="*/ 84772 h 621506"/>
                <a:gd name="connsiteX306" fmla="*/ 151924 w 430529"/>
                <a:gd name="connsiteY306" fmla="*/ 87154 h 621506"/>
                <a:gd name="connsiteX307" fmla="*/ 141922 w 430529"/>
                <a:gd name="connsiteY307" fmla="*/ 90488 h 621506"/>
                <a:gd name="connsiteX308" fmla="*/ 135255 w 430529"/>
                <a:gd name="connsiteY308" fmla="*/ 93345 h 621506"/>
                <a:gd name="connsiteX309" fmla="*/ 130492 w 430529"/>
                <a:gd name="connsiteY309" fmla="*/ 94774 h 621506"/>
                <a:gd name="connsiteX310" fmla="*/ 125254 w 430529"/>
                <a:gd name="connsiteY310" fmla="*/ 96679 h 621506"/>
                <a:gd name="connsiteX311" fmla="*/ 118586 w 430529"/>
                <a:gd name="connsiteY311" fmla="*/ 99060 h 621506"/>
                <a:gd name="connsiteX312" fmla="*/ 115729 w 430529"/>
                <a:gd name="connsiteY312" fmla="*/ 100965 h 621506"/>
                <a:gd name="connsiteX313" fmla="*/ 111442 w 430529"/>
                <a:gd name="connsiteY313" fmla="*/ 106680 h 621506"/>
                <a:gd name="connsiteX314" fmla="*/ 109061 w 430529"/>
                <a:gd name="connsiteY314" fmla="*/ 109061 h 621506"/>
                <a:gd name="connsiteX315" fmla="*/ 107156 w 430529"/>
                <a:gd name="connsiteY315" fmla="*/ 111442 h 621506"/>
                <a:gd name="connsiteX316" fmla="*/ 107156 w 430529"/>
                <a:gd name="connsiteY316" fmla="*/ 112395 h 621506"/>
                <a:gd name="connsiteX317" fmla="*/ 107156 w 430529"/>
                <a:gd name="connsiteY317" fmla="*/ 112871 h 621506"/>
                <a:gd name="connsiteX318" fmla="*/ 108109 w 430529"/>
                <a:gd name="connsiteY318" fmla="*/ 113824 h 621506"/>
                <a:gd name="connsiteX319" fmla="*/ 108109 w 430529"/>
                <a:gd name="connsiteY319" fmla="*/ 115252 h 621506"/>
                <a:gd name="connsiteX320" fmla="*/ 107156 w 430529"/>
                <a:gd name="connsiteY320" fmla="*/ 115729 h 621506"/>
                <a:gd name="connsiteX321" fmla="*/ 105727 w 430529"/>
                <a:gd name="connsiteY321" fmla="*/ 115729 h 621506"/>
                <a:gd name="connsiteX322" fmla="*/ 105251 w 430529"/>
                <a:gd name="connsiteY322" fmla="*/ 115252 h 621506"/>
                <a:gd name="connsiteX323" fmla="*/ 105251 w 430529"/>
                <a:gd name="connsiteY323" fmla="*/ 114300 h 621506"/>
                <a:gd name="connsiteX324" fmla="*/ 103822 w 430529"/>
                <a:gd name="connsiteY324" fmla="*/ 112871 h 621506"/>
                <a:gd name="connsiteX325" fmla="*/ 102870 w 430529"/>
                <a:gd name="connsiteY325" fmla="*/ 112395 h 621506"/>
                <a:gd name="connsiteX326" fmla="*/ 101917 w 430529"/>
                <a:gd name="connsiteY326" fmla="*/ 112871 h 621506"/>
                <a:gd name="connsiteX327" fmla="*/ 101917 w 430529"/>
                <a:gd name="connsiteY327" fmla="*/ 113824 h 621506"/>
                <a:gd name="connsiteX328" fmla="*/ 100013 w 430529"/>
                <a:gd name="connsiteY328" fmla="*/ 119539 h 621506"/>
                <a:gd name="connsiteX329" fmla="*/ 100013 w 430529"/>
                <a:gd name="connsiteY329" fmla="*/ 122396 h 621506"/>
                <a:gd name="connsiteX330" fmla="*/ 99060 w 430529"/>
                <a:gd name="connsiteY330" fmla="*/ 123349 h 621506"/>
                <a:gd name="connsiteX331" fmla="*/ 99536 w 430529"/>
                <a:gd name="connsiteY331" fmla="*/ 125730 h 621506"/>
                <a:gd name="connsiteX332" fmla="*/ 97631 w 430529"/>
                <a:gd name="connsiteY332" fmla="*/ 127635 h 621506"/>
                <a:gd name="connsiteX333" fmla="*/ 96679 w 430529"/>
                <a:gd name="connsiteY333" fmla="*/ 130016 h 621506"/>
                <a:gd name="connsiteX334" fmla="*/ 96202 w 430529"/>
                <a:gd name="connsiteY334" fmla="*/ 131445 h 621506"/>
                <a:gd name="connsiteX335" fmla="*/ 94774 w 430529"/>
                <a:gd name="connsiteY335" fmla="*/ 132874 h 621506"/>
                <a:gd name="connsiteX336" fmla="*/ 94297 w 430529"/>
                <a:gd name="connsiteY336" fmla="*/ 134302 h 621506"/>
                <a:gd name="connsiteX337" fmla="*/ 92869 w 430529"/>
                <a:gd name="connsiteY337" fmla="*/ 138589 h 621506"/>
                <a:gd name="connsiteX338" fmla="*/ 91440 w 430529"/>
                <a:gd name="connsiteY338" fmla="*/ 141446 h 621506"/>
                <a:gd name="connsiteX339" fmla="*/ 90488 w 430529"/>
                <a:gd name="connsiteY339" fmla="*/ 144304 h 621506"/>
                <a:gd name="connsiteX340" fmla="*/ 90488 w 430529"/>
                <a:gd name="connsiteY340" fmla="*/ 146209 h 621506"/>
                <a:gd name="connsiteX341" fmla="*/ 90964 w 430529"/>
                <a:gd name="connsiteY341" fmla="*/ 147638 h 621506"/>
                <a:gd name="connsiteX342" fmla="*/ 91440 w 430529"/>
                <a:gd name="connsiteY342" fmla="*/ 148590 h 621506"/>
                <a:gd name="connsiteX343" fmla="*/ 90488 w 430529"/>
                <a:gd name="connsiteY343" fmla="*/ 150495 h 621506"/>
                <a:gd name="connsiteX344" fmla="*/ 90488 w 430529"/>
                <a:gd name="connsiteY344" fmla="*/ 151924 h 621506"/>
                <a:gd name="connsiteX345" fmla="*/ 88582 w 430529"/>
                <a:gd name="connsiteY345" fmla="*/ 152876 h 621506"/>
                <a:gd name="connsiteX346" fmla="*/ 84296 w 430529"/>
                <a:gd name="connsiteY346" fmla="*/ 155257 h 621506"/>
                <a:gd name="connsiteX347" fmla="*/ 82867 w 430529"/>
                <a:gd name="connsiteY347" fmla="*/ 157163 h 621506"/>
                <a:gd name="connsiteX348" fmla="*/ 81915 w 430529"/>
                <a:gd name="connsiteY348" fmla="*/ 159067 h 621506"/>
                <a:gd name="connsiteX349" fmla="*/ 82391 w 430529"/>
                <a:gd name="connsiteY349" fmla="*/ 160496 h 621506"/>
                <a:gd name="connsiteX350" fmla="*/ 82391 w 430529"/>
                <a:gd name="connsiteY350" fmla="*/ 161925 h 621506"/>
                <a:gd name="connsiteX351" fmla="*/ 80486 w 430529"/>
                <a:gd name="connsiteY351" fmla="*/ 162401 h 621506"/>
                <a:gd name="connsiteX352" fmla="*/ 79534 w 430529"/>
                <a:gd name="connsiteY352" fmla="*/ 163830 h 621506"/>
                <a:gd name="connsiteX353" fmla="*/ 78581 w 430529"/>
                <a:gd name="connsiteY353" fmla="*/ 165735 h 621506"/>
                <a:gd name="connsiteX354" fmla="*/ 77152 w 430529"/>
                <a:gd name="connsiteY354" fmla="*/ 166211 h 621506"/>
                <a:gd name="connsiteX355" fmla="*/ 73342 w 430529"/>
                <a:gd name="connsiteY355" fmla="*/ 165259 h 621506"/>
                <a:gd name="connsiteX356" fmla="*/ 70485 w 430529"/>
                <a:gd name="connsiteY356" fmla="*/ 165259 h 621506"/>
                <a:gd name="connsiteX357" fmla="*/ 68580 w 430529"/>
                <a:gd name="connsiteY357" fmla="*/ 164306 h 621506"/>
                <a:gd name="connsiteX358" fmla="*/ 66199 w 430529"/>
                <a:gd name="connsiteY358" fmla="*/ 161449 h 621506"/>
                <a:gd name="connsiteX359" fmla="*/ 64294 w 430529"/>
                <a:gd name="connsiteY359" fmla="*/ 159067 h 621506"/>
                <a:gd name="connsiteX360" fmla="*/ 62389 w 430529"/>
                <a:gd name="connsiteY360" fmla="*/ 155734 h 621506"/>
                <a:gd name="connsiteX361" fmla="*/ 61913 w 430529"/>
                <a:gd name="connsiteY361" fmla="*/ 151447 h 621506"/>
                <a:gd name="connsiteX362" fmla="*/ 60007 w 430529"/>
                <a:gd name="connsiteY362" fmla="*/ 150019 h 621506"/>
                <a:gd name="connsiteX363" fmla="*/ 58102 w 430529"/>
                <a:gd name="connsiteY363" fmla="*/ 148590 h 621506"/>
                <a:gd name="connsiteX364" fmla="*/ 55245 w 430529"/>
                <a:gd name="connsiteY364" fmla="*/ 149066 h 621506"/>
                <a:gd name="connsiteX365" fmla="*/ 52388 w 430529"/>
                <a:gd name="connsiteY365" fmla="*/ 149066 h 621506"/>
                <a:gd name="connsiteX366" fmla="*/ 50959 w 430529"/>
                <a:gd name="connsiteY366" fmla="*/ 148114 h 621506"/>
                <a:gd name="connsiteX367" fmla="*/ 46672 w 430529"/>
                <a:gd name="connsiteY367" fmla="*/ 146209 h 621506"/>
                <a:gd name="connsiteX368" fmla="*/ 43339 w 430529"/>
                <a:gd name="connsiteY368" fmla="*/ 144304 h 621506"/>
                <a:gd name="connsiteX369" fmla="*/ 40957 w 430529"/>
                <a:gd name="connsiteY369" fmla="*/ 142875 h 621506"/>
                <a:gd name="connsiteX370" fmla="*/ 39052 w 430529"/>
                <a:gd name="connsiteY370" fmla="*/ 143351 h 621506"/>
                <a:gd name="connsiteX371" fmla="*/ 37624 w 430529"/>
                <a:gd name="connsiteY371" fmla="*/ 144780 h 621506"/>
                <a:gd name="connsiteX372" fmla="*/ 35719 w 430529"/>
                <a:gd name="connsiteY372" fmla="*/ 147161 h 621506"/>
                <a:gd name="connsiteX373" fmla="*/ 32385 w 430529"/>
                <a:gd name="connsiteY373" fmla="*/ 148590 h 621506"/>
                <a:gd name="connsiteX374" fmla="*/ 30956 w 430529"/>
                <a:gd name="connsiteY374" fmla="*/ 148590 h 621506"/>
                <a:gd name="connsiteX375" fmla="*/ 29527 w 430529"/>
                <a:gd name="connsiteY375" fmla="*/ 147638 h 621506"/>
                <a:gd name="connsiteX376" fmla="*/ 29051 w 430529"/>
                <a:gd name="connsiteY376" fmla="*/ 146209 h 621506"/>
                <a:gd name="connsiteX377" fmla="*/ 30480 w 430529"/>
                <a:gd name="connsiteY377" fmla="*/ 144304 h 621506"/>
                <a:gd name="connsiteX378" fmla="*/ 33814 w 430529"/>
                <a:gd name="connsiteY378" fmla="*/ 140017 h 621506"/>
                <a:gd name="connsiteX379" fmla="*/ 30004 w 430529"/>
                <a:gd name="connsiteY379" fmla="*/ 140017 h 621506"/>
                <a:gd name="connsiteX380" fmla="*/ 29051 w 430529"/>
                <a:gd name="connsiteY380" fmla="*/ 138589 h 621506"/>
                <a:gd name="connsiteX381" fmla="*/ 28575 w 430529"/>
                <a:gd name="connsiteY381" fmla="*/ 137160 h 621506"/>
                <a:gd name="connsiteX382" fmla="*/ 28099 w 430529"/>
                <a:gd name="connsiteY382" fmla="*/ 135255 h 621506"/>
                <a:gd name="connsiteX383" fmla="*/ 29051 w 430529"/>
                <a:gd name="connsiteY383" fmla="*/ 133350 h 621506"/>
                <a:gd name="connsiteX384" fmla="*/ 30480 w 430529"/>
                <a:gd name="connsiteY384" fmla="*/ 132397 h 621506"/>
                <a:gd name="connsiteX385" fmla="*/ 33338 w 430529"/>
                <a:gd name="connsiteY385" fmla="*/ 133350 h 621506"/>
                <a:gd name="connsiteX386" fmla="*/ 35242 w 430529"/>
                <a:gd name="connsiteY386" fmla="*/ 133350 h 621506"/>
                <a:gd name="connsiteX387" fmla="*/ 36671 w 430529"/>
                <a:gd name="connsiteY387" fmla="*/ 131445 h 621506"/>
                <a:gd name="connsiteX388" fmla="*/ 37624 w 430529"/>
                <a:gd name="connsiteY388" fmla="*/ 130492 h 621506"/>
                <a:gd name="connsiteX389" fmla="*/ 39052 w 430529"/>
                <a:gd name="connsiteY389" fmla="*/ 130016 h 621506"/>
                <a:gd name="connsiteX390" fmla="*/ 39529 w 430529"/>
                <a:gd name="connsiteY390" fmla="*/ 129064 h 621506"/>
                <a:gd name="connsiteX391" fmla="*/ 38100 w 430529"/>
                <a:gd name="connsiteY391" fmla="*/ 126206 h 621506"/>
                <a:gd name="connsiteX392" fmla="*/ 37624 w 430529"/>
                <a:gd name="connsiteY392" fmla="*/ 124301 h 621506"/>
                <a:gd name="connsiteX393" fmla="*/ 38100 w 430529"/>
                <a:gd name="connsiteY393" fmla="*/ 123349 h 621506"/>
                <a:gd name="connsiteX394" fmla="*/ 38100 w 430529"/>
                <a:gd name="connsiteY394" fmla="*/ 121444 h 621506"/>
                <a:gd name="connsiteX395" fmla="*/ 38100 w 430529"/>
                <a:gd name="connsiteY395" fmla="*/ 120015 h 621506"/>
                <a:gd name="connsiteX396" fmla="*/ 37147 w 430529"/>
                <a:gd name="connsiteY396" fmla="*/ 119063 h 621506"/>
                <a:gd name="connsiteX397" fmla="*/ 37147 w 430529"/>
                <a:gd name="connsiteY397" fmla="*/ 117157 h 621506"/>
                <a:gd name="connsiteX398" fmla="*/ 36671 w 430529"/>
                <a:gd name="connsiteY398" fmla="*/ 116205 h 621506"/>
                <a:gd name="connsiteX399" fmla="*/ 36195 w 430529"/>
                <a:gd name="connsiteY399" fmla="*/ 114776 h 621506"/>
                <a:gd name="connsiteX400" fmla="*/ 36195 w 430529"/>
                <a:gd name="connsiteY400" fmla="*/ 113824 h 621506"/>
                <a:gd name="connsiteX401" fmla="*/ 35242 w 430529"/>
                <a:gd name="connsiteY401" fmla="*/ 113347 h 621506"/>
                <a:gd name="connsiteX402" fmla="*/ 34766 w 430529"/>
                <a:gd name="connsiteY402" fmla="*/ 112395 h 621506"/>
                <a:gd name="connsiteX403" fmla="*/ 28575 w 430529"/>
                <a:gd name="connsiteY403" fmla="*/ 116205 h 621506"/>
                <a:gd name="connsiteX404" fmla="*/ 23336 w 430529"/>
                <a:gd name="connsiteY404" fmla="*/ 120967 h 621506"/>
                <a:gd name="connsiteX405" fmla="*/ 18574 w 430529"/>
                <a:gd name="connsiteY405" fmla="*/ 124301 h 621506"/>
                <a:gd name="connsiteX406" fmla="*/ 15240 w 430529"/>
                <a:gd name="connsiteY406" fmla="*/ 129064 h 621506"/>
                <a:gd name="connsiteX407" fmla="*/ 3810 w 430529"/>
                <a:gd name="connsiteY407" fmla="*/ 140970 h 621506"/>
                <a:gd name="connsiteX408" fmla="*/ 1905 w 430529"/>
                <a:gd name="connsiteY408" fmla="*/ 143827 h 621506"/>
                <a:gd name="connsiteX409" fmla="*/ 0 w 430529"/>
                <a:gd name="connsiteY409" fmla="*/ 155734 h 621506"/>
                <a:gd name="connsiteX410" fmla="*/ 1905 w 430529"/>
                <a:gd name="connsiteY410" fmla="*/ 158591 h 621506"/>
                <a:gd name="connsiteX411" fmla="*/ 4763 w 430529"/>
                <a:gd name="connsiteY411" fmla="*/ 162877 h 621506"/>
                <a:gd name="connsiteX412" fmla="*/ 8096 w 430529"/>
                <a:gd name="connsiteY412" fmla="*/ 167640 h 621506"/>
                <a:gd name="connsiteX413" fmla="*/ 6667 w 430529"/>
                <a:gd name="connsiteY413" fmla="*/ 170021 h 621506"/>
                <a:gd name="connsiteX414" fmla="*/ 5715 w 430529"/>
                <a:gd name="connsiteY414" fmla="*/ 172402 h 621506"/>
                <a:gd name="connsiteX415" fmla="*/ 13335 w 430529"/>
                <a:gd name="connsiteY415" fmla="*/ 182880 h 621506"/>
                <a:gd name="connsiteX416" fmla="*/ 15716 w 430529"/>
                <a:gd name="connsiteY416" fmla="*/ 188119 h 621506"/>
                <a:gd name="connsiteX417" fmla="*/ 15716 w 430529"/>
                <a:gd name="connsiteY417" fmla="*/ 192405 h 621506"/>
                <a:gd name="connsiteX418" fmla="*/ 13811 w 430529"/>
                <a:gd name="connsiteY418" fmla="*/ 195263 h 621506"/>
                <a:gd name="connsiteX419" fmla="*/ 11906 w 430529"/>
                <a:gd name="connsiteY419" fmla="*/ 195739 h 621506"/>
                <a:gd name="connsiteX420" fmla="*/ 8572 w 430529"/>
                <a:gd name="connsiteY420" fmla="*/ 194310 h 621506"/>
                <a:gd name="connsiteX421" fmla="*/ 6191 w 430529"/>
                <a:gd name="connsiteY421" fmla="*/ 196215 h 621506"/>
                <a:gd name="connsiteX422" fmla="*/ 5239 w 430529"/>
                <a:gd name="connsiteY422" fmla="*/ 198596 h 621506"/>
                <a:gd name="connsiteX423" fmla="*/ 6667 w 430529"/>
                <a:gd name="connsiteY423" fmla="*/ 202406 h 621506"/>
                <a:gd name="connsiteX424" fmla="*/ 9525 w 430529"/>
                <a:gd name="connsiteY424" fmla="*/ 204788 h 621506"/>
                <a:gd name="connsiteX425" fmla="*/ 18097 w 430529"/>
                <a:gd name="connsiteY425" fmla="*/ 210026 h 621506"/>
                <a:gd name="connsiteX426" fmla="*/ 41910 w 430529"/>
                <a:gd name="connsiteY426" fmla="*/ 222409 h 621506"/>
                <a:gd name="connsiteX427" fmla="*/ 45720 w 430529"/>
                <a:gd name="connsiteY427" fmla="*/ 226219 h 621506"/>
                <a:gd name="connsiteX428" fmla="*/ 49054 w 430529"/>
                <a:gd name="connsiteY428" fmla="*/ 230981 h 621506"/>
                <a:gd name="connsiteX429" fmla="*/ 53816 w 430529"/>
                <a:gd name="connsiteY429" fmla="*/ 236220 h 621506"/>
                <a:gd name="connsiteX430" fmla="*/ 58579 w 430529"/>
                <a:gd name="connsiteY430" fmla="*/ 243840 h 621506"/>
                <a:gd name="connsiteX431" fmla="*/ 59531 w 430529"/>
                <a:gd name="connsiteY431" fmla="*/ 248126 h 621506"/>
                <a:gd name="connsiteX432" fmla="*/ 66675 w 430529"/>
                <a:gd name="connsiteY432" fmla="*/ 262414 h 621506"/>
                <a:gd name="connsiteX433" fmla="*/ 69056 w 430529"/>
                <a:gd name="connsiteY433" fmla="*/ 265271 h 621506"/>
                <a:gd name="connsiteX434" fmla="*/ 73819 w 430529"/>
                <a:gd name="connsiteY434" fmla="*/ 269557 h 621506"/>
                <a:gd name="connsiteX435" fmla="*/ 79057 w 430529"/>
                <a:gd name="connsiteY435" fmla="*/ 274796 h 621506"/>
                <a:gd name="connsiteX436" fmla="*/ 81915 w 430529"/>
                <a:gd name="connsiteY436" fmla="*/ 281464 h 621506"/>
                <a:gd name="connsiteX437" fmla="*/ 87630 w 430529"/>
                <a:gd name="connsiteY437" fmla="*/ 288607 h 621506"/>
                <a:gd name="connsiteX438" fmla="*/ 88106 w 430529"/>
                <a:gd name="connsiteY438" fmla="*/ 292894 h 621506"/>
                <a:gd name="connsiteX439" fmla="*/ 90964 w 430529"/>
                <a:gd name="connsiteY439" fmla="*/ 300514 h 621506"/>
                <a:gd name="connsiteX440" fmla="*/ 93821 w 430529"/>
                <a:gd name="connsiteY440" fmla="*/ 307181 h 621506"/>
                <a:gd name="connsiteX441" fmla="*/ 98584 w 430529"/>
                <a:gd name="connsiteY441" fmla="*/ 314325 h 621506"/>
                <a:gd name="connsiteX442" fmla="*/ 101441 w 430529"/>
                <a:gd name="connsiteY442" fmla="*/ 323850 h 621506"/>
                <a:gd name="connsiteX443" fmla="*/ 104299 w 430529"/>
                <a:gd name="connsiteY443" fmla="*/ 329089 h 621506"/>
                <a:gd name="connsiteX444" fmla="*/ 107156 w 430529"/>
                <a:gd name="connsiteY444" fmla="*/ 338614 h 621506"/>
                <a:gd name="connsiteX445" fmla="*/ 110490 w 430529"/>
                <a:gd name="connsiteY445" fmla="*/ 344329 h 621506"/>
                <a:gd name="connsiteX446" fmla="*/ 122396 w 430529"/>
                <a:gd name="connsiteY446" fmla="*/ 363855 h 621506"/>
                <a:gd name="connsiteX447" fmla="*/ 125254 w 430529"/>
                <a:gd name="connsiteY447" fmla="*/ 370046 h 621506"/>
                <a:gd name="connsiteX448" fmla="*/ 125730 w 430529"/>
                <a:gd name="connsiteY448" fmla="*/ 376238 h 621506"/>
                <a:gd name="connsiteX449" fmla="*/ 126206 w 430529"/>
                <a:gd name="connsiteY449" fmla="*/ 379095 h 621506"/>
                <a:gd name="connsiteX450" fmla="*/ 137160 w 430529"/>
                <a:gd name="connsiteY450" fmla="*/ 387667 h 621506"/>
                <a:gd name="connsiteX451" fmla="*/ 140017 w 430529"/>
                <a:gd name="connsiteY451" fmla="*/ 391954 h 621506"/>
                <a:gd name="connsiteX452" fmla="*/ 142399 w 430529"/>
                <a:gd name="connsiteY452" fmla="*/ 401002 h 621506"/>
                <a:gd name="connsiteX453" fmla="*/ 142399 w 430529"/>
                <a:gd name="connsiteY453" fmla="*/ 405289 h 621506"/>
                <a:gd name="connsiteX454" fmla="*/ 145732 w 430529"/>
                <a:gd name="connsiteY454" fmla="*/ 407194 h 621506"/>
                <a:gd name="connsiteX455" fmla="*/ 146209 w 430529"/>
                <a:gd name="connsiteY455" fmla="*/ 409099 h 621506"/>
                <a:gd name="connsiteX456" fmla="*/ 147638 w 430529"/>
                <a:gd name="connsiteY456" fmla="*/ 411004 h 621506"/>
                <a:gd name="connsiteX457" fmla="*/ 153352 w 430529"/>
                <a:gd name="connsiteY457" fmla="*/ 415290 h 621506"/>
                <a:gd name="connsiteX458" fmla="*/ 155734 w 430529"/>
                <a:gd name="connsiteY458" fmla="*/ 421481 h 621506"/>
                <a:gd name="connsiteX459" fmla="*/ 160020 w 430529"/>
                <a:gd name="connsiteY459" fmla="*/ 428149 h 621506"/>
                <a:gd name="connsiteX460" fmla="*/ 162877 w 430529"/>
                <a:gd name="connsiteY460" fmla="*/ 431482 h 621506"/>
                <a:gd name="connsiteX461" fmla="*/ 164782 w 430529"/>
                <a:gd name="connsiteY461" fmla="*/ 437197 h 621506"/>
                <a:gd name="connsiteX462" fmla="*/ 167164 w 430529"/>
                <a:gd name="connsiteY462" fmla="*/ 441484 h 621506"/>
                <a:gd name="connsiteX463" fmla="*/ 173831 w 430529"/>
                <a:gd name="connsiteY463" fmla="*/ 450056 h 621506"/>
                <a:gd name="connsiteX464" fmla="*/ 175260 w 430529"/>
                <a:gd name="connsiteY464" fmla="*/ 455295 h 621506"/>
                <a:gd name="connsiteX465" fmla="*/ 172879 w 430529"/>
                <a:gd name="connsiteY465" fmla="*/ 464820 h 621506"/>
                <a:gd name="connsiteX466" fmla="*/ 170974 w 430529"/>
                <a:gd name="connsiteY466" fmla="*/ 465772 h 621506"/>
                <a:gd name="connsiteX467" fmla="*/ 169069 w 430529"/>
                <a:gd name="connsiteY467" fmla="*/ 467201 h 621506"/>
                <a:gd name="connsiteX468" fmla="*/ 171450 w 430529"/>
                <a:gd name="connsiteY468" fmla="*/ 470059 h 621506"/>
                <a:gd name="connsiteX469" fmla="*/ 171926 w 430529"/>
                <a:gd name="connsiteY469" fmla="*/ 476250 h 621506"/>
                <a:gd name="connsiteX470" fmla="*/ 175736 w 430529"/>
                <a:gd name="connsiteY470" fmla="*/ 479584 h 621506"/>
                <a:gd name="connsiteX471" fmla="*/ 177165 w 430529"/>
                <a:gd name="connsiteY471" fmla="*/ 482917 h 621506"/>
                <a:gd name="connsiteX472" fmla="*/ 181451 w 430529"/>
                <a:gd name="connsiteY472" fmla="*/ 488632 h 621506"/>
                <a:gd name="connsiteX473" fmla="*/ 183832 w 430529"/>
                <a:gd name="connsiteY473" fmla="*/ 493395 h 621506"/>
                <a:gd name="connsiteX474" fmla="*/ 190500 w 430529"/>
                <a:gd name="connsiteY474" fmla="*/ 498634 h 621506"/>
                <a:gd name="connsiteX475" fmla="*/ 197644 w 430529"/>
                <a:gd name="connsiteY475" fmla="*/ 502444 h 621506"/>
                <a:gd name="connsiteX476" fmla="*/ 202406 w 430529"/>
                <a:gd name="connsiteY476" fmla="*/ 509111 h 621506"/>
                <a:gd name="connsiteX477" fmla="*/ 206216 w 430529"/>
                <a:gd name="connsiteY477" fmla="*/ 511969 h 621506"/>
                <a:gd name="connsiteX478" fmla="*/ 209074 w 430529"/>
                <a:gd name="connsiteY478" fmla="*/ 517207 h 621506"/>
                <a:gd name="connsiteX479" fmla="*/ 211931 w 430529"/>
                <a:gd name="connsiteY479" fmla="*/ 520065 h 621506"/>
                <a:gd name="connsiteX480" fmla="*/ 230981 w 430529"/>
                <a:gd name="connsiteY480" fmla="*/ 530066 h 621506"/>
                <a:gd name="connsiteX481" fmla="*/ 237172 w 430529"/>
                <a:gd name="connsiteY481" fmla="*/ 534829 h 621506"/>
                <a:gd name="connsiteX482" fmla="*/ 244792 w 430529"/>
                <a:gd name="connsiteY482" fmla="*/ 537210 h 621506"/>
                <a:gd name="connsiteX483" fmla="*/ 255746 w 430529"/>
                <a:gd name="connsiteY483" fmla="*/ 545782 h 621506"/>
                <a:gd name="connsiteX484" fmla="*/ 259080 w 430529"/>
                <a:gd name="connsiteY484" fmla="*/ 547211 h 621506"/>
                <a:gd name="connsiteX485" fmla="*/ 270034 w 430529"/>
                <a:gd name="connsiteY485" fmla="*/ 551021 h 621506"/>
                <a:gd name="connsiteX486" fmla="*/ 274796 w 430529"/>
                <a:gd name="connsiteY486" fmla="*/ 553879 h 621506"/>
                <a:gd name="connsiteX487" fmla="*/ 285274 w 430529"/>
                <a:gd name="connsiteY487" fmla="*/ 558165 h 621506"/>
                <a:gd name="connsiteX488" fmla="*/ 290513 w 430529"/>
                <a:gd name="connsiteY488" fmla="*/ 561499 h 621506"/>
                <a:gd name="connsiteX489" fmla="*/ 301942 w 430529"/>
                <a:gd name="connsiteY489" fmla="*/ 564832 h 621506"/>
                <a:gd name="connsiteX490" fmla="*/ 305276 w 430529"/>
                <a:gd name="connsiteY490" fmla="*/ 567214 h 621506"/>
                <a:gd name="connsiteX491" fmla="*/ 308610 w 430529"/>
                <a:gd name="connsiteY491" fmla="*/ 570547 h 621506"/>
                <a:gd name="connsiteX492" fmla="*/ 313849 w 430529"/>
                <a:gd name="connsiteY492" fmla="*/ 574834 h 621506"/>
                <a:gd name="connsiteX493" fmla="*/ 319088 w 430529"/>
                <a:gd name="connsiteY493" fmla="*/ 577215 h 621506"/>
                <a:gd name="connsiteX494" fmla="*/ 322421 w 430529"/>
                <a:gd name="connsiteY494" fmla="*/ 580072 h 621506"/>
                <a:gd name="connsiteX495" fmla="*/ 325279 w 430529"/>
                <a:gd name="connsiteY495" fmla="*/ 581977 h 621506"/>
                <a:gd name="connsiteX496" fmla="*/ 333851 w 430529"/>
                <a:gd name="connsiteY496" fmla="*/ 584835 h 621506"/>
                <a:gd name="connsiteX497" fmla="*/ 337185 w 430529"/>
                <a:gd name="connsiteY497" fmla="*/ 587692 h 621506"/>
                <a:gd name="connsiteX498" fmla="*/ 338138 w 430529"/>
                <a:gd name="connsiteY498" fmla="*/ 589597 h 621506"/>
                <a:gd name="connsiteX499" fmla="*/ 339566 w 430529"/>
                <a:gd name="connsiteY499" fmla="*/ 596265 h 621506"/>
                <a:gd name="connsiteX500" fmla="*/ 340519 w 430529"/>
                <a:gd name="connsiteY500" fmla="*/ 598646 h 621506"/>
                <a:gd name="connsiteX501" fmla="*/ 350044 w 430529"/>
                <a:gd name="connsiteY501" fmla="*/ 605314 h 621506"/>
                <a:gd name="connsiteX502" fmla="*/ 353854 w 430529"/>
                <a:gd name="connsiteY502" fmla="*/ 607219 h 621506"/>
                <a:gd name="connsiteX503" fmla="*/ 358140 w 430529"/>
                <a:gd name="connsiteY503" fmla="*/ 611505 h 621506"/>
                <a:gd name="connsiteX504" fmla="*/ 369094 w 430529"/>
                <a:gd name="connsiteY504" fmla="*/ 619125 h 621506"/>
                <a:gd name="connsiteX505" fmla="*/ 371475 w 430529"/>
                <a:gd name="connsiteY505" fmla="*/ 621506 h 621506"/>
                <a:gd name="connsiteX506" fmla="*/ 372904 w 430529"/>
                <a:gd name="connsiteY506" fmla="*/ 621030 h 621506"/>
                <a:gd name="connsiteX507" fmla="*/ 376238 w 430529"/>
                <a:gd name="connsiteY507" fmla="*/ 620554 h 621506"/>
                <a:gd name="connsiteX508" fmla="*/ 379571 w 430529"/>
                <a:gd name="connsiteY508" fmla="*/ 620554 h 621506"/>
                <a:gd name="connsiteX509" fmla="*/ 383857 w 430529"/>
                <a:gd name="connsiteY509" fmla="*/ 619125 h 621506"/>
                <a:gd name="connsiteX510" fmla="*/ 388144 w 430529"/>
                <a:gd name="connsiteY510" fmla="*/ 616744 h 621506"/>
                <a:gd name="connsiteX511" fmla="*/ 391477 w 430529"/>
                <a:gd name="connsiteY511" fmla="*/ 612934 h 621506"/>
                <a:gd name="connsiteX512" fmla="*/ 392430 w 430529"/>
                <a:gd name="connsiteY512" fmla="*/ 609124 h 621506"/>
                <a:gd name="connsiteX513" fmla="*/ 392430 w 430529"/>
                <a:gd name="connsiteY513" fmla="*/ 605790 h 621506"/>
                <a:gd name="connsiteX514" fmla="*/ 391001 w 430529"/>
                <a:gd name="connsiteY514" fmla="*/ 601980 h 621506"/>
                <a:gd name="connsiteX515" fmla="*/ 391001 w 430529"/>
                <a:gd name="connsiteY515" fmla="*/ 599122 h 621506"/>
                <a:gd name="connsiteX516" fmla="*/ 392430 w 430529"/>
                <a:gd name="connsiteY516" fmla="*/ 597694 h 621506"/>
                <a:gd name="connsiteX517" fmla="*/ 396716 w 430529"/>
                <a:gd name="connsiteY517" fmla="*/ 597217 h 621506"/>
                <a:gd name="connsiteX518" fmla="*/ 400050 w 430529"/>
                <a:gd name="connsiteY518" fmla="*/ 594836 h 621506"/>
                <a:gd name="connsiteX519" fmla="*/ 402431 w 430529"/>
                <a:gd name="connsiteY519" fmla="*/ 592455 h 621506"/>
                <a:gd name="connsiteX520" fmla="*/ 402431 w 430529"/>
                <a:gd name="connsiteY520" fmla="*/ 592455 h 621506"/>
                <a:gd name="connsiteX521" fmla="*/ 402431 w 430529"/>
                <a:gd name="connsiteY521" fmla="*/ 591026 h 621506"/>
                <a:gd name="connsiteX522" fmla="*/ 401955 w 430529"/>
                <a:gd name="connsiteY522" fmla="*/ 588169 h 621506"/>
                <a:gd name="connsiteX523" fmla="*/ 400526 w 430529"/>
                <a:gd name="connsiteY523" fmla="*/ 586264 h 621506"/>
                <a:gd name="connsiteX524" fmla="*/ 398621 w 430529"/>
                <a:gd name="connsiteY524" fmla="*/ 584835 h 621506"/>
                <a:gd name="connsiteX525" fmla="*/ 397669 w 430529"/>
                <a:gd name="connsiteY525" fmla="*/ 583406 h 621506"/>
                <a:gd name="connsiteX526" fmla="*/ 398621 w 430529"/>
                <a:gd name="connsiteY526" fmla="*/ 581977 h 621506"/>
                <a:gd name="connsiteX527" fmla="*/ 402907 w 430529"/>
                <a:gd name="connsiteY527" fmla="*/ 578644 h 621506"/>
                <a:gd name="connsiteX528" fmla="*/ 404813 w 430529"/>
                <a:gd name="connsiteY528" fmla="*/ 578167 h 621506"/>
                <a:gd name="connsiteX529" fmla="*/ 405289 w 430529"/>
                <a:gd name="connsiteY529" fmla="*/ 576263 h 621506"/>
                <a:gd name="connsiteX530" fmla="*/ 406717 w 430529"/>
                <a:gd name="connsiteY530" fmla="*/ 574834 h 621506"/>
                <a:gd name="connsiteX531" fmla="*/ 410527 w 430529"/>
                <a:gd name="connsiteY531" fmla="*/ 570071 h 621506"/>
                <a:gd name="connsiteX532" fmla="*/ 412909 w 430529"/>
                <a:gd name="connsiteY532" fmla="*/ 566738 h 621506"/>
                <a:gd name="connsiteX533" fmla="*/ 415290 w 430529"/>
                <a:gd name="connsiteY533" fmla="*/ 564832 h 621506"/>
                <a:gd name="connsiteX534" fmla="*/ 418147 w 430529"/>
                <a:gd name="connsiteY534" fmla="*/ 563404 h 621506"/>
                <a:gd name="connsiteX535" fmla="*/ 419100 w 430529"/>
                <a:gd name="connsiteY535" fmla="*/ 562451 h 621506"/>
                <a:gd name="connsiteX536" fmla="*/ 418624 w 430529"/>
                <a:gd name="connsiteY536" fmla="*/ 559117 h 621506"/>
                <a:gd name="connsiteX537" fmla="*/ 418624 w 430529"/>
                <a:gd name="connsiteY537" fmla="*/ 558641 h 621506"/>
                <a:gd name="connsiteX538" fmla="*/ 418147 w 430529"/>
                <a:gd name="connsiteY538" fmla="*/ 558641 h 621506"/>
                <a:gd name="connsiteX539" fmla="*/ 417195 w 430529"/>
                <a:gd name="connsiteY539" fmla="*/ 558165 h 621506"/>
                <a:gd name="connsiteX540" fmla="*/ 416719 w 430529"/>
                <a:gd name="connsiteY540" fmla="*/ 557213 h 621506"/>
                <a:gd name="connsiteX541" fmla="*/ 418147 w 430529"/>
                <a:gd name="connsiteY541" fmla="*/ 554831 h 621506"/>
                <a:gd name="connsiteX542" fmla="*/ 418624 w 430529"/>
                <a:gd name="connsiteY542" fmla="*/ 552926 h 621506"/>
                <a:gd name="connsiteX543" fmla="*/ 418147 w 430529"/>
                <a:gd name="connsiteY543" fmla="*/ 551497 h 621506"/>
                <a:gd name="connsiteX544" fmla="*/ 418147 w 430529"/>
                <a:gd name="connsiteY544" fmla="*/ 550069 h 621506"/>
                <a:gd name="connsiteX545" fmla="*/ 419576 w 430529"/>
                <a:gd name="connsiteY545" fmla="*/ 549116 h 621506"/>
                <a:gd name="connsiteX546" fmla="*/ 420529 w 430529"/>
                <a:gd name="connsiteY546" fmla="*/ 548640 h 621506"/>
                <a:gd name="connsiteX547" fmla="*/ 418147 w 430529"/>
                <a:gd name="connsiteY547" fmla="*/ 547688 h 621506"/>
                <a:gd name="connsiteX548" fmla="*/ 415290 w 430529"/>
                <a:gd name="connsiteY548" fmla="*/ 548164 h 621506"/>
                <a:gd name="connsiteX549" fmla="*/ 415290 w 430529"/>
                <a:gd name="connsiteY549" fmla="*/ 548164 h 621506"/>
                <a:gd name="connsiteX550" fmla="*/ 413861 w 430529"/>
                <a:gd name="connsiteY550" fmla="*/ 549116 h 621506"/>
                <a:gd name="connsiteX551" fmla="*/ 412432 w 430529"/>
                <a:gd name="connsiteY551" fmla="*/ 549116 h 621506"/>
                <a:gd name="connsiteX552" fmla="*/ 410527 w 430529"/>
                <a:gd name="connsiteY552" fmla="*/ 549116 h 621506"/>
                <a:gd name="connsiteX553" fmla="*/ 408622 w 430529"/>
                <a:gd name="connsiteY553" fmla="*/ 548640 h 621506"/>
                <a:gd name="connsiteX554" fmla="*/ 407194 w 430529"/>
                <a:gd name="connsiteY554" fmla="*/ 548164 h 621506"/>
                <a:gd name="connsiteX555" fmla="*/ 406241 w 430529"/>
                <a:gd name="connsiteY555" fmla="*/ 547211 h 621506"/>
                <a:gd name="connsiteX556" fmla="*/ 404813 w 430529"/>
                <a:gd name="connsiteY556" fmla="*/ 546735 h 621506"/>
                <a:gd name="connsiteX557" fmla="*/ 403384 w 430529"/>
                <a:gd name="connsiteY557" fmla="*/ 546735 h 621506"/>
                <a:gd name="connsiteX558" fmla="*/ 403384 w 430529"/>
                <a:gd name="connsiteY558" fmla="*/ 545782 h 621506"/>
                <a:gd name="connsiteX559" fmla="*/ 404336 w 430529"/>
                <a:gd name="connsiteY559" fmla="*/ 544354 h 621506"/>
                <a:gd name="connsiteX560" fmla="*/ 404813 w 430529"/>
                <a:gd name="connsiteY560" fmla="*/ 542449 h 621506"/>
                <a:gd name="connsiteX561" fmla="*/ 404813 w 430529"/>
                <a:gd name="connsiteY561" fmla="*/ 541496 h 621506"/>
                <a:gd name="connsiteX562" fmla="*/ 403384 w 430529"/>
                <a:gd name="connsiteY562" fmla="*/ 541020 h 621506"/>
                <a:gd name="connsiteX563" fmla="*/ 401002 w 430529"/>
                <a:gd name="connsiteY563" fmla="*/ 540067 h 621506"/>
                <a:gd name="connsiteX564" fmla="*/ 398621 w 430529"/>
                <a:gd name="connsiteY564" fmla="*/ 539115 h 621506"/>
                <a:gd name="connsiteX565" fmla="*/ 397192 w 430529"/>
                <a:gd name="connsiteY565" fmla="*/ 538639 h 621506"/>
                <a:gd name="connsiteX566" fmla="*/ 396240 w 430529"/>
                <a:gd name="connsiteY566" fmla="*/ 537686 h 621506"/>
                <a:gd name="connsiteX567" fmla="*/ 395288 w 430529"/>
                <a:gd name="connsiteY567" fmla="*/ 537210 h 621506"/>
                <a:gd name="connsiteX568" fmla="*/ 394335 w 430529"/>
                <a:gd name="connsiteY568" fmla="*/ 536257 h 621506"/>
                <a:gd name="connsiteX569" fmla="*/ 393382 w 430529"/>
                <a:gd name="connsiteY569" fmla="*/ 535305 h 621506"/>
                <a:gd name="connsiteX570" fmla="*/ 391954 w 430529"/>
                <a:gd name="connsiteY570" fmla="*/ 534352 h 621506"/>
                <a:gd name="connsiteX571" fmla="*/ 391477 w 430529"/>
                <a:gd name="connsiteY571" fmla="*/ 534352 h 621506"/>
                <a:gd name="connsiteX572" fmla="*/ 391001 w 430529"/>
                <a:gd name="connsiteY572" fmla="*/ 534352 h 621506"/>
                <a:gd name="connsiteX573" fmla="*/ 391001 w 430529"/>
                <a:gd name="connsiteY573" fmla="*/ 534829 h 621506"/>
                <a:gd name="connsiteX574" fmla="*/ 391001 w 430529"/>
                <a:gd name="connsiteY574" fmla="*/ 535781 h 621506"/>
                <a:gd name="connsiteX575" fmla="*/ 391001 w 430529"/>
                <a:gd name="connsiteY575" fmla="*/ 536257 h 621506"/>
                <a:gd name="connsiteX576" fmla="*/ 391477 w 430529"/>
                <a:gd name="connsiteY576" fmla="*/ 537210 h 621506"/>
                <a:gd name="connsiteX577" fmla="*/ 391477 w 430529"/>
                <a:gd name="connsiteY577" fmla="*/ 537686 h 621506"/>
                <a:gd name="connsiteX578" fmla="*/ 391001 w 430529"/>
                <a:gd name="connsiteY578" fmla="*/ 537686 h 621506"/>
                <a:gd name="connsiteX579" fmla="*/ 390525 w 430529"/>
                <a:gd name="connsiteY579" fmla="*/ 537686 h 621506"/>
                <a:gd name="connsiteX580" fmla="*/ 390049 w 430529"/>
                <a:gd name="connsiteY580" fmla="*/ 537210 h 621506"/>
                <a:gd name="connsiteX581" fmla="*/ 389572 w 430529"/>
                <a:gd name="connsiteY581" fmla="*/ 536734 h 621506"/>
                <a:gd name="connsiteX582" fmla="*/ 388620 w 430529"/>
                <a:gd name="connsiteY582" fmla="*/ 536257 h 621506"/>
                <a:gd name="connsiteX583" fmla="*/ 387191 w 430529"/>
                <a:gd name="connsiteY583" fmla="*/ 535781 h 621506"/>
                <a:gd name="connsiteX584" fmla="*/ 385763 w 430529"/>
                <a:gd name="connsiteY584" fmla="*/ 534829 h 621506"/>
                <a:gd name="connsiteX585" fmla="*/ 385286 w 430529"/>
                <a:gd name="connsiteY585" fmla="*/ 534352 h 621506"/>
                <a:gd name="connsiteX586" fmla="*/ 385286 w 430529"/>
                <a:gd name="connsiteY586" fmla="*/ 533876 h 621506"/>
                <a:gd name="connsiteX587" fmla="*/ 385286 w 430529"/>
                <a:gd name="connsiteY587" fmla="*/ 532447 h 621506"/>
                <a:gd name="connsiteX588" fmla="*/ 385286 w 430529"/>
                <a:gd name="connsiteY588" fmla="*/ 531019 h 621506"/>
                <a:gd name="connsiteX589" fmla="*/ 385763 w 430529"/>
                <a:gd name="connsiteY589" fmla="*/ 530066 h 621506"/>
                <a:gd name="connsiteX590" fmla="*/ 386715 w 430529"/>
                <a:gd name="connsiteY590" fmla="*/ 529590 h 621506"/>
                <a:gd name="connsiteX591" fmla="*/ 387191 w 430529"/>
                <a:gd name="connsiteY591" fmla="*/ 528161 h 621506"/>
                <a:gd name="connsiteX592" fmla="*/ 388620 w 430529"/>
                <a:gd name="connsiteY592" fmla="*/ 527685 h 621506"/>
                <a:gd name="connsiteX593" fmla="*/ 390525 w 430529"/>
                <a:gd name="connsiteY593" fmla="*/ 528638 h 621506"/>
                <a:gd name="connsiteX594" fmla="*/ 391954 w 430529"/>
                <a:gd name="connsiteY594" fmla="*/ 529590 h 621506"/>
                <a:gd name="connsiteX595" fmla="*/ 392906 w 430529"/>
                <a:gd name="connsiteY595" fmla="*/ 530066 h 621506"/>
                <a:gd name="connsiteX596" fmla="*/ 391954 w 430529"/>
                <a:gd name="connsiteY596" fmla="*/ 528161 h 621506"/>
                <a:gd name="connsiteX597" fmla="*/ 390049 w 430529"/>
                <a:gd name="connsiteY597" fmla="*/ 524351 h 621506"/>
                <a:gd name="connsiteX598" fmla="*/ 388144 w 430529"/>
                <a:gd name="connsiteY598" fmla="*/ 520541 h 621506"/>
                <a:gd name="connsiteX599" fmla="*/ 387667 w 430529"/>
                <a:gd name="connsiteY599" fmla="*/ 519589 h 621506"/>
                <a:gd name="connsiteX600" fmla="*/ 388620 w 430529"/>
                <a:gd name="connsiteY600" fmla="*/ 518636 h 621506"/>
                <a:gd name="connsiteX601" fmla="*/ 390525 w 430529"/>
                <a:gd name="connsiteY601" fmla="*/ 517684 h 621506"/>
                <a:gd name="connsiteX602" fmla="*/ 391001 w 430529"/>
                <a:gd name="connsiteY602" fmla="*/ 517207 h 621506"/>
                <a:gd name="connsiteX603" fmla="*/ 391477 w 430529"/>
                <a:gd name="connsiteY603" fmla="*/ 516731 h 621506"/>
                <a:gd name="connsiteX604" fmla="*/ 392430 w 430529"/>
                <a:gd name="connsiteY604" fmla="*/ 516255 h 621506"/>
                <a:gd name="connsiteX605" fmla="*/ 393859 w 430529"/>
                <a:gd name="connsiteY605" fmla="*/ 515779 h 621506"/>
                <a:gd name="connsiteX606" fmla="*/ 394811 w 430529"/>
                <a:gd name="connsiteY606" fmla="*/ 515302 h 621506"/>
                <a:gd name="connsiteX607" fmla="*/ 396240 w 430529"/>
                <a:gd name="connsiteY607" fmla="*/ 515302 h 621506"/>
                <a:gd name="connsiteX608" fmla="*/ 398621 w 430529"/>
                <a:gd name="connsiteY608" fmla="*/ 517684 h 621506"/>
                <a:gd name="connsiteX609" fmla="*/ 401479 w 430529"/>
                <a:gd name="connsiteY609" fmla="*/ 518636 h 621506"/>
                <a:gd name="connsiteX610" fmla="*/ 404336 w 430529"/>
                <a:gd name="connsiteY610" fmla="*/ 522446 h 621506"/>
                <a:gd name="connsiteX611" fmla="*/ 406241 w 430529"/>
                <a:gd name="connsiteY611" fmla="*/ 522922 h 621506"/>
                <a:gd name="connsiteX612" fmla="*/ 407194 w 430529"/>
                <a:gd name="connsiteY612" fmla="*/ 523399 h 621506"/>
                <a:gd name="connsiteX613" fmla="*/ 409575 w 430529"/>
                <a:gd name="connsiteY613" fmla="*/ 519589 h 621506"/>
                <a:gd name="connsiteX614" fmla="*/ 411004 w 430529"/>
                <a:gd name="connsiteY614" fmla="*/ 517207 h 621506"/>
                <a:gd name="connsiteX615" fmla="*/ 413861 w 430529"/>
                <a:gd name="connsiteY615" fmla="*/ 514350 h 621506"/>
                <a:gd name="connsiteX616" fmla="*/ 413385 w 430529"/>
                <a:gd name="connsiteY616" fmla="*/ 512921 h 621506"/>
                <a:gd name="connsiteX617" fmla="*/ 408622 w 430529"/>
                <a:gd name="connsiteY617" fmla="*/ 507206 h 621506"/>
                <a:gd name="connsiteX618" fmla="*/ 407194 w 430529"/>
                <a:gd name="connsiteY618" fmla="*/ 504825 h 621506"/>
                <a:gd name="connsiteX619" fmla="*/ 407194 w 430529"/>
                <a:gd name="connsiteY619" fmla="*/ 501967 h 621506"/>
                <a:gd name="connsiteX620" fmla="*/ 407670 w 430529"/>
                <a:gd name="connsiteY620" fmla="*/ 499110 h 621506"/>
                <a:gd name="connsiteX621" fmla="*/ 410527 w 430529"/>
                <a:gd name="connsiteY621" fmla="*/ 497205 h 621506"/>
                <a:gd name="connsiteX622" fmla="*/ 411004 w 430529"/>
                <a:gd name="connsiteY622" fmla="*/ 494824 h 621506"/>
                <a:gd name="connsiteX623" fmla="*/ 411956 w 430529"/>
                <a:gd name="connsiteY623" fmla="*/ 491966 h 621506"/>
                <a:gd name="connsiteX624" fmla="*/ 412909 w 430529"/>
                <a:gd name="connsiteY624" fmla="*/ 491490 h 621506"/>
                <a:gd name="connsiteX625" fmla="*/ 414338 w 430529"/>
                <a:gd name="connsiteY625" fmla="*/ 490061 h 621506"/>
                <a:gd name="connsiteX626" fmla="*/ 415766 w 430529"/>
                <a:gd name="connsiteY626" fmla="*/ 487680 h 621506"/>
                <a:gd name="connsiteX627" fmla="*/ 418147 w 430529"/>
                <a:gd name="connsiteY627" fmla="*/ 486251 h 621506"/>
                <a:gd name="connsiteX628" fmla="*/ 419576 w 430529"/>
                <a:gd name="connsiteY628" fmla="*/ 484822 h 621506"/>
                <a:gd name="connsiteX629" fmla="*/ 419576 w 430529"/>
                <a:gd name="connsiteY629" fmla="*/ 481013 h 621506"/>
                <a:gd name="connsiteX630" fmla="*/ 421005 w 430529"/>
                <a:gd name="connsiteY630" fmla="*/ 479584 h 621506"/>
                <a:gd name="connsiteX631" fmla="*/ 423863 w 430529"/>
                <a:gd name="connsiteY631" fmla="*/ 478631 h 621506"/>
                <a:gd name="connsiteX632" fmla="*/ 424339 w 430529"/>
                <a:gd name="connsiteY632" fmla="*/ 477679 h 621506"/>
                <a:gd name="connsiteX633" fmla="*/ 423386 w 430529"/>
                <a:gd name="connsiteY633" fmla="*/ 474821 h 621506"/>
                <a:gd name="connsiteX634" fmla="*/ 421957 w 430529"/>
                <a:gd name="connsiteY634" fmla="*/ 472440 h 621506"/>
                <a:gd name="connsiteX635" fmla="*/ 420529 w 430529"/>
                <a:gd name="connsiteY635" fmla="*/ 471011 h 621506"/>
                <a:gd name="connsiteX636" fmla="*/ 419100 w 430529"/>
                <a:gd name="connsiteY636" fmla="*/ 464344 h 621506"/>
                <a:gd name="connsiteX637" fmla="*/ 417195 w 430529"/>
                <a:gd name="connsiteY637" fmla="*/ 461010 h 621506"/>
                <a:gd name="connsiteX638" fmla="*/ 418147 w 430529"/>
                <a:gd name="connsiteY638" fmla="*/ 459581 h 621506"/>
                <a:gd name="connsiteX639" fmla="*/ 419100 w 430529"/>
                <a:gd name="connsiteY639" fmla="*/ 457676 h 621506"/>
                <a:gd name="connsiteX640" fmla="*/ 420529 w 430529"/>
                <a:gd name="connsiteY640" fmla="*/ 454342 h 621506"/>
                <a:gd name="connsiteX641" fmla="*/ 421005 w 430529"/>
                <a:gd name="connsiteY641" fmla="*/ 450532 h 621506"/>
                <a:gd name="connsiteX642" fmla="*/ 420529 w 430529"/>
                <a:gd name="connsiteY642" fmla="*/ 436245 h 621506"/>
                <a:gd name="connsiteX643" fmla="*/ 420529 w 430529"/>
                <a:gd name="connsiteY643" fmla="*/ 433388 h 621506"/>
                <a:gd name="connsiteX644" fmla="*/ 421957 w 430529"/>
                <a:gd name="connsiteY644" fmla="*/ 431482 h 621506"/>
                <a:gd name="connsiteX645" fmla="*/ 424339 w 430529"/>
                <a:gd name="connsiteY645" fmla="*/ 429101 h 621506"/>
                <a:gd name="connsiteX646" fmla="*/ 426244 w 430529"/>
                <a:gd name="connsiteY646" fmla="*/ 428149 h 621506"/>
                <a:gd name="connsiteX647" fmla="*/ 428149 w 430529"/>
                <a:gd name="connsiteY647" fmla="*/ 426720 h 621506"/>
                <a:gd name="connsiteX648" fmla="*/ 427672 w 430529"/>
                <a:gd name="connsiteY648" fmla="*/ 424339 h 621506"/>
                <a:gd name="connsiteX649" fmla="*/ 429101 w 430529"/>
                <a:gd name="connsiteY649" fmla="*/ 422434 h 62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Lst>
              <a:rect l="l" t="t" r="r" b="b"/>
              <a:pathLst>
                <a:path w="430529" h="621506">
                  <a:moveTo>
                    <a:pt x="430530" y="420529"/>
                  </a:moveTo>
                  <a:lnTo>
                    <a:pt x="425767" y="412432"/>
                  </a:lnTo>
                  <a:lnTo>
                    <a:pt x="421957" y="405765"/>
                  </a:lnTo>
                  <a:lnTo>
                    <a:pt x="418147" y="399097"/>
                  </a:lnTo>
                  <a:lnTo>
                    <a:pt x="413861" y="391477"/>
                  </a:lnTo>
                  <a:lnTo>
                    <a:pt x="411004" y="386715"/>
                  </a:lnTo>
                  <a:lnTo>
                    <a:pt x="407670" y="380524"/>
                  </a:lnTo>
                  <a:lnTo>
                    <a:pt x="404336" y="375285"/>
                  </a:lnTo>
                  <a:lnTo>
                    <a:pt x="400050" y="367665"/>
                  </a:lnTo>
                  <a:lnTo>
                    <a:pt x="396716" y="367665"/>
                  </a:lnTo>
                  <a:lnTo>
                    <a:pt x="391477" y="367189"/>
                  </a:lnTo>
                  <a:lnTo>
                    <a:pt x="387191" y="367189"/>
                  </a:lnTo>
                  <a:lnTo>
                    <a:pt x="383381" y="368617"/>
                  </a:lnTo>
                  <a:lnTo>
                    <a:pt x="378142" y="370999"/>
                  </a:lnTo>
                  <a:lnTo>
                    <a:pt x="375761" y="371475"/>
                  </a:lnTo>
                  <a:lnTo>
                    <a:pt x="374332" y="371475"/>
                  </a:lnTo>
                  <a:lnTo>
                    <a:pt x="372427" y="371475"/>
                  </a:lnTo>
                  <a:lnTo>
                    <a:pt x="370522" y="370522"/>
                  </a:lnTo>
                  <a:lnTo>
                    <a:pt x="367665" y="367665"/>
                  </a:lnTo>
                  <a:lnTo>
                    <a:pt x="365284" y="368617"/>
                  </a:lnTo>
                  <a:lnTo>
                    <a:pt x="363855" y="369570"/>
                  </a:lnTo>
                  <a:lnTo>
                    <a:pt x="363855" y="363855"/>
                  </a:lnTo>
                  <a:lnTo>
                    <a:pt x="363855" y="355282"/>
                  </a:lnTo>
                  <a:lnTo>
                    <a:pt x="363855" y="347663"/>
                  </a:lnTo>
                  <a:lnTo>
                    <a:pt x="363855" y="341471"/>
                  </a:lnTo>
                  <a:lnTo>
                    <a:pt x="364331" y="334327"/>
                  </a:lnTo>
                  <a:lnTo>
                    <a:pt x="364331" y="329565"/>
                  </a:lnTo>
                  <a:lnTo>
                    <a:pt x="365760" y="327660"/>
                  </a:lnTo>
                  <a:lnTo>
                    <a:pt x="366713" y="325279"/>
                  </a:lnTo>
                  <a:lnTo>
                    <a:pt x="365284" y="322421"/>
                  </a:lnTo>
                  <a:lnTo>
                    <a:pt x="365760" y="320040"/>
                  </a:lnTo>
                  <a:lnTo>
                    <a:pt x="366236" y="318135"/>
                  </a:lnTo>
                  <a:lnTo>
                    <a:pt x="367189" y="316230"/>
                  </a:lnTo>
                  <a:lnTo>
                    <a:pt x="365284" y="317182"/>
                  </a:lnTo>
                  <a:lnTo>
                    <a:pt x="364331" y="317659"/>
                  </a:lnTo>
                  <a:lnTo>
                    <a:pt x="362902" y="319088"/>
                  </a:lnTo>
                  <a:lnTo>
                    <a:pt x="360045" y="320992"/>
                  </a:lnTo>
                  <a:lnTo>
                    <a:pt x="358140" y="322897"/>
                  </a:lnTo>
                  <a:lnTo>
                    <a:pt x="355759" y="324326"/>
                  </a:lnTo>
                  <a:lnTo>
                    <a:pt x="352901" y="327660"/>
                  </a:lnTo>
                  <a:lnTo>
                    <a:pt x="350520" y="329565"/>
                  </a:lnTo>
                  <a:lnTo>
                    <a:pt x="347663" y="330517"/>
                  </a:lnTo>
                  <a:lnTo>
                    <a:pt x="343852" y="334327"/>
                  </a:lnTo>
                  <a:lnTo>
                    <a:pt x="340042" y="335280"/>
                  </a:lnTo>
                  <a:lnTo>
                    <a:pt x="330994" y="335756"/>
                  </a:lnTo>
                  <a:lnTo>
                    <a:pt x="321469" y="335756"/>
                  </a:lnTo>
                  <a:lnTo>
                    <a:pt x="312896" y="335756"/>
                  </a:lnTo>
                  <a:lnTo>
                    <a:pt x="311467" y="335756"/>
                  </a:lnTo>
                  <a:lnTo>
                    <a:pt x="311467" y="332422"/>
                  </a:lnTo>
                  <a:lnTo>
                    <a:pt x="311944" y="330041"/>
                  </a:lnTo>
                  <a:lnTo>
                    <a:pt x="309086" y="327660"/>
                  </a:lnTo>
                  <a:lnTo>
                    <a:pt x="308610" y="324802"/>
                  </a:lnTo>
                  <a:lnTo>
                    <a:pt x="308134" y="322897"/>
                  </a:lnTo>
                  <a:lnTo>
                    <a:pt x="306705" y="320516"/>
                  </a:lnTo>
                  <a:lnTo>
                    <a:pt x="304800" y="319088"/>
                  </a:lnTo>
                  <a:lnTo>
                    <a:pt x="301942" y="318135"/>
                  </a:lnTo>
                  <a:lnTo>
                    <a:pt x="297180" y="317182"/>
                  </a:lnTo>
                  <a:lnTo>
                    <a:pt x="290036" y="315754"/>
                  </a:lnTo>
                  <a:lnTo>
                    <a:pt x="283369" y="315277"/>
                  </a:lnTo>
                  <a:lnTo>
                    <a:pt x="276701" y="315754"/>
                  </a:lnTo>
                  <a:lnTo>
                    <a:pt x="280511" y="310515"/>
                  </a:lnTo>
                  <a:lnTo>
                    <a:pt x="284797" y="305752"/>
                  </a:lnTo>
                  <a:lnTo>
                    <a:pt x="284797" y="301466"/>
                  </a:lnTo>
                  <a:lnTo>
                    <a:pt x="281464" y="297656"/>
                  </a:lnTo>
                  <a:lnTo>
                    <a:pt x="279559" y="295275"/>
                  </a:lnTo>
                  <a:lnTo>
                    <a:pt x="276701" y="291941"/>
                  </a:lnTo>
                  <a:lnTo>
                    <a:pt x="273367" y="290036"/>
                  </a:lnTo>
                  <a:lnTo>
                    <a:pt x="271463" y="287179"/>
                  </a:lnTo>
                  <a:lnTo>
                    <a:pt x="271939" y="285274"/>
                  </a:lnTo>
                  <a:lnTo>
                    <a:pt x="271463" y="283845"/>
                  </a:lnTo>
                  <a:lnTo>
                    <a:pt x="270034" y="283369"/>
                  </a:lnTo>
                  <a:lnTo>
                    <a:pt x="269081" y="282416"/>
                  </a:lnTo>
                  <a:lnTo>
                    <a:pt x="267176" y="280988"/>
                  </a:lnTo>
                  <a:lnTo>
                    <a:pt x="265271" y="279559"/>
                  </a:lnTo>
                  <a:lnTo>
                    <a:pt x="265271" y="278130"/>
                  </a:lnTo>
                  <a:lnTo>
                    <a:pt x="264319" y="276225"/>
                  </a:lnTo>
                  <a:lnTo>
                    <a:pt x="262890" y="274320"/>
                  </a:lnTo>
                  <a:lnTo>
                    <a:pt x="262890" y="272891"/>
                  </a:lnTo>
                  <a:lnTo>
                    <a:pt x="261938" y="270510"/>
                  </a:lnTo>
                  <a:lnTo>
                    <a:pt x="260509" y="268605"/>
                  </a:lnTo>
                  <a:lnTo>
                    <a:pt x="259080" y="267176"/>
                  </a:lnTo>
                  <a:lnTo>
                    <a:pt x="257175" y="265747"/>
                  </a:lnTo>
                  <a:lnTo>
                    <a:pt x="257651" y="264319"/>
                  </a:lnTo>
                  <a:lnTo>
                    <a:pt x="258604" y="263842"/>
                  </a:lnTo>
                  <a:lnTo>
                    <a:pt x="259556" y="261938"/>
                  </a:lnTo>
                  <a:lnTo>
                    <a:pt x="259080" y="260509"/>
                  </a:lnTo>
                  <a:lnTo>
                    <a:pt x="257651" y="259556"/>
                  </a:lnTo>
                  <a:lnTo>
                    <a:pt x="255746" y="259080"/>
                  </a:lnTo>
                  <a:lnTo>
                    <a:pt x="253365" y="256222"/>
                  </a:lnTo>
                  <a:lnTo>
                    <a:pt x="251460" y="254794"/>
                  </a:lnTo>
                  <a:lnTo>
                    <a:pt x="250507" y="253841"/>
                  </a:lnTo>
                  <a:lnTo>
                    <a:pt x="249555" y="252889"/>
                  </a:lnTo>
                  <a:lnTo>
                    <a:pt x="250507" y="251936"/>
                  </a:lnTo>
                  <a:lnTo>
                    <a:pt x="250984" y="250984"/>
                  </a:lnTo>
                  <a:lnTo>
                    <a:pt x="251460" y="249555"/>
                  </a:lnTo>
                  <a:lnTo>
                    <a:pt x="250984" y="248126"/>
                  </a:lnTo>
                  <a:lnTo>
                    <a:pt x="250984" y="246697"/>
                  </a:lnTo>
                  <a:lnTo>
                    <a:pt x="251936" y="246697"/>
                  </a:lnTo>
                  <a:lnTo>
                    <a:pt x="253365" y="246697"/>
                  </a:lnTo>
                  <a:lnTo>
                    <a:pt x="254794" y="245745"/>
                  </a:lnTo>
                  <a:lnTo>
                    <a:pt x="256222" y="245745"/>
                  </a:lnTo>
                  <a:lnTo>
                    <a:pt x="258127" y="245269"/>
                  </a:lnTo>
                  <a:lnTo>
                    <a:pt x="259080" y="244316"/>
                  </a:lnTo>
                  <a:lnTo>
                    <a:pt x="259080" y="242888"/>
                  </a:lnTo>
                  <a:lnTo>
                    <a:pt x="258127" y="240030"/>
                  </a:lnTo>
                  <a:lnTo>
                    <a:pt x="256699" y="238601"/>
                  </a:lnTo>
                  <a:lnTo>
                    <a:pt x="256222" y="236696"/>
                  </a:lnTo>
                  <a:lnTo>
                    <a:pt x="257175" y="233363"/>
                  </a:lnTo>
                  <a:lnTo>
                    <a:pt x="258127" y="230981"/>
                  </a:lnTo>
                  <a:lnTo>
                    <a:pt x="260032" y="228600"/>
                  </a:lnTo>
                  <a:lnTo>
                    <a:pt x="266700" y="223361"/>
                  </a:lnTo>
                  <a:lnTo>
                    <a:pt x="272891" y="219551"/>
                  </a:lnTo>
                  <a:lnTo>
                    <a:pt x="275749" y="219551"/>
                  </a:lnTo>
                  <a:lnTo>
                    <a:pt x="277654" y="218122"/>
                  </a:lnTo>
                  <a:lnTo>
                    <a:pt x="279082" y="216217"/>
                  </a:lnTo>
                  <a:lnTo>
                    <a:pt x="279559" y="213836"/>
                  </a:lnTo>
                  <a:lnTo>
                    <a:pt x="279082" y="211931"/>
                  </a:lnTo>
                  <a:lnTo>
                    <a:pt x="278130" y="209074"/>
                  </a:lnTo>
                  <a:lnTo>
                    <a:pt x="276701" y="205740"/>
                  </a:lnTo>
                  <a:lnTo>
                    <a:pt x="275749" y="203835"/>
                  </a:lnTo>
                  <a:lnTo>
                    <a:pt x="276701" y="201454"/>
                  </a:lnTo>
                  <a:lnTo>
                    <a:pt x="278130" y="198120"/>
                  </a:lnTo>
                  <a:lnTo>
                    <a:pt x="281464" y="193357"/>
                  </a:lnTo>
                  <a:lnTo>
                    <a:pt x="284321" y="188119"/>
                  </a:lnTo>
                  <a:lnTo>
                    <a:pt x="284797" y="186690"/>
                  </a:lnTo>
                  <a:lnTo>
                    <a:pt x="285274" y="183356"/>
                  </a:lnTo>
                  <a:lnTo>
                    <a:pt x="286702" y="176689"/>
                  </a:lnTo>
                  <a:lnTo>
                    <a:pt x="287179" y="173355"/>
                  </a:lnTo>
                  <a:lnTo>
                    <a:pt x="286702" y="171926"/>
                  </a:lnTo>
                  <a:lnTo>
                    <a:pt x="287655" y="170974"/>
                  </a:lnTo>
                  <a:lnTo>
                    <a:pt x="289560" y="170021"/>
                  </a:lnTo>
                  <a:lnTo>
                    <a:pt x="293846" y="169069"/>
                  </a:lnTo>
                  <a:lnTo>
                    <a:pt x="297180" y="167164"/>
                  </a:lnTo>
                  <a:lnTo>
                    <a:pt x="301942" y="163354"/>
                  </a:lnTo>
                  <a:lnTo>
                    <a:pt x="305752" y="159544"/>
                  </a:lnTo>
                  <a:lnTo>
                    <a:pt x="309086" y="158115"/>
                  </a:lnTo>
                  <a:lnTo>
                    <a:pt x="314801" y="154781"/>
                  </a:lnTo>
                  <a:lnTo>
                    <a:pt x="318135" y="152400"/>
                  </a:lnTo>
                  <a:lnTo>
                    <a:pt x="319564" y="151924"/>
                  </a:lnTo>
                  <a:lnTo>
                    <a:pt x="322897" y="150019"/>
                  </a:lnTo>
                  <a:lnTo>
                    <a:pt x="329089" y="149542"/>
                  </a:lnTo>
                  <a:lnTo>
                    <a:pt x="333851" y="149066"/>
                  </a:lnTo>
                  <a:lnTo>
                    <a:pt x="336709" y="147638"/>
                  </a:lnTo>
                  <a:lnTo>
                    <a:pt x="340995" y="147161"/>
                  </a:lnTo>
                  <a:lnTo>
                    <a:pt x="343852" y="146209"/>
                  </a:lnTo>
                  <a:lnTo>
                    <a:pt x="346710" y="146209"/>
                  </a:lnTo>
                  <a:lnTo>
                    <a:pt x="352901" y="144780"/>
                  </a:lnTo>
                  <a:lnTo>
                    <a:pt x="354806" y="142875"/>
                  </a:lnTo>
                  <a:lnTo>
                    <a:pt x="356235" y="140970"/>
                  </a:lnTo>
                  <a:lnTo>
                    <a:pt x="358616" y="139065"/>
                  </a:lnTo>
                  <a:lnTo>
                    <a:pt x="361474" y="138589"/>
                  </a:lnTo>
                  <a:lnTo>
                    <a:pt x="364331" y="138589"/>
                  </a:lnTo>
                  <a:lnTo>
                    <a:pt x="367665" y="138589"/>
                  </a:lnTo>
                  <a:lnTo>
                    <a:pt x="371951" y="138113"/>
                  </a:lnTo>
                  <a:lnTo>
                    <a:pt x="374332" y="139541"/>
                  </a:lnTo>
                  <a:lnTo>
                    <a:pt x="374809" y="141446"/>
                  </a:lnTo>
                  <a:lnTo>
                    <a:pt x="377666" y="143351"/>
                  </a:lnTo>
                  <a:lnTo>
                    <a:pt x="379571" y="143351"/>
                  </a:lnTo>
                  <a:lnTo>
                    <a:pt x="381476" y="142875"/>
                  </a:lnTo>
                  <a:lnTo>
                    <a:pt x="383857" y="144304"/>
                  </a:lnTo>
                  <a:lnTo>
                    <a:pt x="385763" y="144304"/>
                  </a:lnTo>
                  <a:lnTo>
                    <a:pt x="386715" y="143351"/>
                  </a:lnTo>
                  <a:lnTo>
                    <a:pt x="387191" y="140970"/>
                  </a:lnTo>
                  <a:lnTo>
                    <a:pt x="385286" y="138589"/>
                  </a:lnTo>
                  <a:lnTo>
                    <a:pt x="382429" y="136207"/>
                  </a:lnTo>
                  <a:lnTo>
                    <a:pt x="380047" y="134779"/>
                  </a:lnTo>
                  <a:lnTo>
                    <a:pt x="379095" y="132874"/>
                  </a:lnTo>
                  <a:lnTo>
                    <a:pt x="377666" y="129064"/>
                  </a:lnTo>
                  <a:lnTo>
                    <a:pt x="375761" y="128111"/>
                  </a:lnTo>
                  <a:lnTo>
                    <a:pt x="374332" y="126682"/>
                  </a:lnTo>
                  <a:lnTo>
                    <a:pt x="372904" y="127159"/>
                  </a:lnTo>
                  <a:lnTo>
                    <a:pt x="371475" y="128111"/>
                  </a:lnTo>
                  <a:lnTo>
                    <a:pt x="369094" y="128588"/>
                  </a:lnTo>
                  <a:lnTo>
                    <a:pt x="367665" y="128588"/>
                  </a:lnTo>
                  <a:lnTo>
                    <a:pt x="361950" y="126206"/>
                  </a:lnTo>
                  <a:lnTo>
                    <a:pt x="360997" y="125730"/>
                  </a:lnTo>
                  <a:lnTo>
                    <a:pt x="364807" y="120015"/>
                  </a:lnTo>
                  <a:lnTo>
                    <a:pt x="371475" y="109061"/>
                  </a:lnTo>
                  <a:lnTo>
                    <a:pt x="375761" y="102394"/>
                  </a:lnTo>
                  <a:lnTo>
                    <a:pt x="381000" y="94774"/>
                  </a:lnTo>
                  <a:lnTo>
                    <a:pt x="383381" y="90964"/>
                  </a:lnTo>
                  <a:lnTo>
                    <a:pt x="383381" y="90488"/>
                  </a:lnTo>
                  <a:lnTo>
                    <a:pt x="383381" y="89535"/>
                  </a:lnTo>
                  <a:lnTo>
                    <a:pt x="382429" y="88106"/>
                  </a:lnTo>
                  <a:lnTo>
                    <a:pt x="380047" y="87630"/>
                  </a:lnTo>
                  <a:lnTo>
                    <a:pt x="377666" y="86201"/>
                  </a:lnTo>
                  <a:lnTo>
                    <a:pt x="375761" y="84296"/>
                  </a:lnTo>
                  <a:lnTo>
                    <a:pt x="373380" y="83820"/>
                  </a:lnTo>
                  <a:lnTo>
                    <a:pt x="371475" y="82391"/>
                  </a:lnTo>
                  <a:lnTo>
                    <a:pt x="368141" y="80963"/>
                  </a:lnTo>
                  <a:lnTo>
                    <a:pt x="366236" y="80010"/>
                  </a:lnTo>
                  <a:lnTo>
                    <a:pt x="363855" y="79534"/>
                  </a:lnTo>
                  <a:lnTo>
                    <a:pt x="361950" y="77629"/>
                  </a:lnTo>
                  <a:lnTo>
                    <a:pt x="354806" y="73342"/>
                  </a:lnTo>
                  <a:lnTo>
                    <a:pt x="352901" y="72866"/>
                  </a:lnTo>
                  <a:lnTo>
                    <a:pt x="350996" y="73342"/>
                  </a:lnTo>
                  <a:lnTo>
                    <a:pt x="348139" y="74295"/>
                  </a:lnTo>
                  <a:lnTo>
                    <a:pt x="345281" y="76676"/>
                  </a:lnTo>
                  <a:lnTo>
                    <a:pt x="341471" y="77152"/>
                  </a:lnTo>
                  <a:lnTo>
                    <a:pt x="338138" y="77152"/>
                  </a:lnTo>
                  <a:lnTo>
                    <a:pt x="336709" y="75724"/>
                  </a:lnTo>
                  <a:lnTo>
                    <a:pt x="334804" y="75247"/>
                  </a:lnTo>
                  <a:lnTo>
                    <a:pt x="332899" y="73342"/>
                  </a:lnTo>
                  <a:lnTo>
                    <a:pt x="329089" y="71914"/>
                  </a:lnTo>
                  <a:lnTo>
                    <a:pt x="326231" y="70961"/>
                  </a:lnTo>
                  <a:lnTo>
                    <a:pt x="324326" y="71438"/>
                  </a:lnTo>
                  <a:lnTo>
                    <a:pt x="322421" y="73819"/>
                  </a:lnTo>
                  <a:lnTo>
                    <a:pt x="320040" y="75724"/>
                  </a:lnTo>
                  <a:lnTo>
                    <a:pt x="318135" y="76676"/>
                  </a:lnTo>
                  <a:lnTo>
                    <a:pt x="315754" y="76676"/>
                  </a:lnTo>
                  <a:lnTo>
                    <a:pt x="312896" y="78581"/>
                  </a:lnTo>
                  <a:lnTo>
                    <a:pt x="310515" y="79534"/>
                  </a:lnTo>
                  <a:lnTo>
                    <a:pt x="307657" y="79534"/>
                  </a:lnTo>
                  <a:lnTo>
                    <a:pt x="304324" y="80486"/>
                  </a:lnTo>
                  <a:lnTo>
                    <a:pt x="300514" y="79057"/>
                  </a:lnTo>
                  <a:lnTo>
                    <a:pt x="297656" y="78105"/>
                  </a:lnTo>
                  <a:lnTo>
                    <a:pt x="296704" y="77629"/>
                  </a:lnTo>
                  <a:lnTo>
                    <a:pt x="295275" y="78105"/>
                  </a:lnTo>
                  <a:lnTo>
                    <a:pt x="293370" y="79057"/>
                  </a:lnTo>
                  <a:lnTo>
                    <a:pt x="290036" y="79534"/>
                  </a:lnTo>
                  <a:lnTo>
                    <a:pt x="287655" y="79534"/>
                  </a:lnTo>
                  <a:lnTo>
                    <a:pt x="285750" y="79057"/>
                  </a:lnTo>
                  <a:lnTo>
                    <a:pt x="284321" y="77152"/>
                  </a:lnTo>
                  <a:lnTo>
                    <a:pt x="281464" y="76200"/>
                  </a:lnTo>
                  <a:lnTo>
                    <a:pt x="278606" y="75247"/>
                  </a:lnTo>
                  <a:lnTo>
                    <a:pt x="277654" y="72866"/>
                  </a:lnTo>
                  <a:lnTo>
                    <a:pt x="278130" y="70961"/>
                  </a:lnTo>
                  <a:lnTo>
                    <a:pt x="279559" y="68580"/>
                  </a:lnTo>
                  <a:lnTo>
                    <a:pt x="278606" y="66199"/>
                  </a:lnTo>
                  <a:lnTo>
                    <a:pt x="277654" y="61913"/>
                  </a:lnTo>
                  <a:lnTo>
                    <a:pt x="277177" y="60007"/>
                  </a:lnTo>
                  <a:lnTo>
                    <a:pt x="276225" y="58579"/>
                  </a:lnTo>
                  <a:lnTo>
                    <a:pt x="274796" y="58102"/>
                  </a:lnTo>
                  <a:lnTo>
                    <a:pt x="271939" y="58579"/>
                  </a:lnTo>
                  <a:lnTo>
                    <a:pt x="268605" y="57150"/>
                  </a:lnTo>
                  <a:lnTo>
                    <a:pt x="266700" y="55721"/>
                  </a:lnTo>
                  <a:lnTo>
                    <a:pt x="265747" y="53816"/>
                  </a:lnTo>
                  <a:lnTo>
                    <a:pt x="266700" y="50482"/>
                  </a:lnTo>
                  <a:lnTo>
                    <a:pt x="266224" y="47625"/>
                  </a:lnTo>
                  <a:lnTo>
                    <a:pt x="264319" y="45720"/>
                  </a:lnTo>
                  <a:lnTo>
                    <a:pt x="262890" y="42863"/>
                  </a:lnTo>
                  <a:lnTo>
                    <a:pt x="260985" y="40957"/>
                  </a:lnTo>
                  <a:lnTo>
                    <a:pt x="258604" y="39529"/>
                  </a:lnTo>
                  <a:lnTo>
                    <a:pt x="256222" y="39529"/>
                  </a:lnTo>
                  <a:lnTo>
                    <a:pt x="254317" y="39052"/>
                  </a:lnTo>
                  <a:lnTo>
                    <a:pt x="252413" y="36671"/>
                  </a:lnTo>
                  <a:lnTo>
                    <a:pt x="250031" y="35719"/>
                  </a:lnTo>
                  <a:lnTo>
                    <a:pt x="247650" y="33338"/>
                  </a:lnTo>
                  <a:lnTo>
                    <a:pt x="243364" y="32385"/>
                  </a:lnTo>
                  <a:lnTo>
                    <a:pt x="241459" y="31432"/>
                  </a:lnTo>
                  <a:lnTo>
                    <a:pt x="240030" y="30004"/>
                  </a:lnTo>
                  <a:lnTo>
                    <a:pt x="238125" y="27146"/>
                  </a:lnTo>
                  <a:lnTo>
                    <a:pt x="238601" y="25717"/>
                  </a:lnTo>
                  <a:lnTo>
                    <a:pt x="237649" y="24765"/>
                  </a:lnTo>
                  <a:lnTo>
                    <a:pt x="237172" y="21907"/>
                  </a:lnTo>
                  <a:lnTo>
                    <a:pt x="235267" y="18097"/>
                  </a:lnTo>
                  <a:lnTo>
                    <a:pt x="233839" y="16192"/>
                  </a:lnTo>
                  <a:lnTo>
                    <a:pt x="232410" y="14764"/>
                  </a:lnTo>
                  <a:lnTo>
                    <a:pt x="230981" y="13335"/>
                  </a:lnTo>
                  <a:lnTo>
                    <a:pt x="228600" y="11430"/>
                  </a:lnTo>
                  <a:lnTo>
                    <a:pt x="226219" y="10001"/>
                  </a:lnTo>
                  <a:lnTo>
                    <a:pt x="223838" y="9049"/>
                  </a:lnTo>
                  <a:lnTo>
                    <a:pt x="223361" y="7144"/>
                  </a:lnTo>
                  <a:lnTo>
                    <a:pt x="222409" y="5715"/>
                  </a:lnTo>
                  <a:lnTo>
                    <a:pt x="221456" y="5715"/>
                  </a:lnTo>
                  <a:lnTo>
                    <a:pt x="219551" y="5715"/>
                  </a:lnTo>
                  <a:lnTo>
                    <a:pt x="217646" y="5239"/>
                  </a:lnTo>
                  <a:lnTo>
                    <a:pt x="215741" y="3810"/>
                  </a:lnTo>
                  <a:lnTo>
                    <a:pt x="213836" y="2857"/>
                  </a:lnTo>
                  <a:lnTo>
                    <a:pt x="210979" y="476"/>
                  </a:lnTo>
                  <a:lnTo>
                    <a:pt x="209550" y="0"/>
                  </a:lnTo>
                  <a:lnTo>
                    <a:pt x="208121" y="0"/>
                  </a:lnTo>
                  <a:lnTo>
                    <a:pt x="206216" y="2381"/>
                  </a:lnTo>
                  <a:lnTo>
                    <a:pt x="204311" y="3810"/>
                  </a:lnTo>
                  <a:lnTo>
                    <a:pt x="201930" y="3810"/>
                  </a:lnTo>
                  <a:lnTo>
                    <a:pt x="199549" y="4286"/>
                  </a:lnTo>
                  <a:lnTo>
                    <a:pt x="195739" y="2857"/>
                  </a:lnTo>
                  <a:lnTo>
                    <a:pt x="194310" y="2857"/>
                  </a:lnTo>
                  <a:lnTo>
                    <a:pt x="194310" y="4286"/>
                  </a:lnTo>
                  <a:lnTo>
                    <a:pt x="196691" y="5715"/>
                  </a:lnTo>
                  <a:lnTo>
                    <a:pt x="199072" y="7144"/>
                  </a:lnTo>
                  <a:lnTo>
                    <a:pt x="200025" y="9525"/>
                  </a:lnTo>
                  <a:lnTo>
                    <a:pt x="201454" y="12382"/>
                  </a:lnTo>
                  <a:lnTo>
                    <a:pt x="204788" y="15716"/>
                  </a:lnTo>
                  <a:lnTo>
                    <a:pt x="206692" y="17621"/>
                  </a:lnTo>
                  <a:lnTo>
                    <a:pt x="206692" y="18574"/>
                  </a:lnTo>
                  <a:lnTo>
                    <a:pt x="206216" y="20955"/>
                  </a:lnTo>
                  <a:lnTo>
                    <a:pt x="206216" y="22384"/>
                  </a:lnTo>
                  <a:lnTo>
                    <a:pt x="207169" y="30956"/>
                  </a:lnTo>
                  <a:lnTo>
                    <a:pt x="206216" y="31432"/>
                  </a:lnTo>
                  <a:lnTo>
                    <a:pt x="205264" y="31432"/>
                  </a:lnTo>
                  <a:lnTo>
                    <a:pt x="203835" y="31432"/>
                  </a:lnTo>
                  <a:lnTo>
                    <a:pt x="202882" y="30480"/>
                  </a:lnTo>
                  <a:lnTo>
                    <a:pt x="201930" y="30004"/>
                  </a:lnTo>
                  <a:lnTo>
                    <a:pt x="201454" y="30956"/>
                  </a:lnTo>
                  <a:lnTo>
                    <a:pt x="200501" y="34766"/>
                  </a:lnTo>
                  <a:lnTo>
                    <a:pt x="198120" y="42863"/>
                  </a:lnTo>
                  <a:lnTo>
                    <a:pt x="196215" y="50006"/>
                  </a:lnTo>
                  <a:lnTo>
                    <a:pt x="193834" y="52864"/>
                  </a:lnTo>
                  <a:lnTo>
                    <a:pt x="190500" y="56674"/>
                  </a:lnTo>
                  <a:lnTo>
                    <a:pt x="185738" y="62389"/>
                  </a:lnTo>
                  <a:lnTo>
                    <a:pt x="178594" y="70485"/>
                  </a:lnTo>
                  <a:lnTo>
                    <a:pt x="173355" y="74295"/>
                  </a:lnTo>
                  <a:lnTo>
                    <a:pt x="169545" y="77152"/>
                  </a:lnTo>
                  <a:lnTo>
                    <a:pt x="164782" y="80486"/>
                  </a:lnTo>
                  <a:lnTo>
                    <a:pt x="158591" y="84772"/>
                  </a:lnTo>
                  <a:lnTo>
                    <a:pt x="151924" y="87154"/>
                  </a:lnTo>
                  <a:lnTo>
                    <a:pt x="141922" y="90488"/>
                  </a:lnTo>
                  <a:lnTo>
                    <a:pt x="135255" y="93345"/>
                  </a:lnTo>
                  <a:lnTo>
                    <a:pt x="130492" y="94774"/>
                  </a:lnTo>
                  <a:lnTo>
                    <a:pt x="125254" y="96679"/>
                  </a:lnTo>
                  <a:lnTo>
                    <a:pt x="118586" y="99060"/>
                  </a:lnTo>
                  <a:lnTo>
                    <a:pt x="115729" y="100965"/>
                  </a:lnTo>
                  <a:lnTo>
                    <a:pt x="111442" y="106680"/>
                  </a:lnTo>
                  <a:lnTo>
                    <a:pt x="109061" y="109061"/>
                  </a:lnTo>
                  <a:lnTo>
                    <a:pt x="107156" y="111442"/>
                  </a:lnTo>
                  <a:lnTo>
                    <a:pt x="107156" y="112395"/>
                  </a:lnTo>
                  <a:lnTo>
                    <a:pt x="107156" y="112871"/>
                  </a:lnTo>
                  <a:lnTo>
                    <a:pt x="108109" y="113824"/>
                  </a:lnTo>
                  <a:lnTo>
                    <a:pt x="108109" y="115252"/>
                  </a:lnTo>
                  <a:lnTo>
                    <a:pt x="107156" y="115729"/>
                  </a:lnTo>
                  <a:lnTo>
                    <a:pt x="105727" y="115729"/>
                  </a:lnTo>
                  <a:lnTo>
                    <a:pt x="105251" y="115252"/>
                  </a:lnTo>
                  <a:lnTo>
                    <a:pt x="105251" y="114300"/>
                  </a:lnTo>
                  <a:lnTo>
                    <a:pt x="103822" y="112871"/>
                  </a:lnTo>
                  <a:lnTo>
                    <a:pt x="102870" y="112395"/>
                  </a:lnTo>
                  <a:lnTo>
                    <a:pt x="101917" y="112871"/>
                  </a:lnTo>
                  <a:lnTo>
                    <a:pt x="101917" y="113824"/>
                  </a:lnTo>
                  <a:lnTo>
                    <a:pt x="100013" y="119539"/>
                  </a:lnTo>
                  <a:lnTo>
                    <a:pt x="100013" y="122396"/>
                  </a:lnTo>
                  <a:lnTo>
                    <a:pt x="99060" y="123349"/>
                  </a:lnTo>
                  <a:lnTo>
                    <a:pt x="99536" y="125730"/>
                  </a:lnTo>
                  <a:lnTo>
                    <a:pt x="97631" y="127635"/>
                  </a:lnTo>
                  <a:lnTo>
                    <a:pt x="96679" y="130016"/>
                  </a:lnTo>
                  <a:lnTo>
                    <a:pt x="96202" y="131445"/>
                  </a:lnTo>
                  <a:lnTo>
                    <a:pt x="94774" y="132874"/>
                  </a:lnTo>
                  <a:lnTo>
                    <a:pt x="94297" y="134302"/>
                  </a:lnTo>
                  <a:lnTo>
                    <a:pt x="92869" y="138589"/>
                  </a:lnTo>
                  <a:lnTo>
                    <a:pt x="91440" y="141446"/>
                  </a:lnTo>
                  <a:lnTo>
                    <a:pt x="90488" y="144304"/>
                  </a:lnTo>
                  <a:lnTo>
                    <a:pt x="90488" y="146209"/>
                  </a:lnTo>
                  <a:lnTo>
                    <a:pt x="90964" y="147638"/>
                  </a:lnTo>
                  <a:lnTo>
                    <a:pt x="91440" y="148590"/>
                  </a:lnTo>
                  <a:lnTo>
                    <a:pt x="90488" y="150495"/>
                  </a:lnTo>
                  <a:lnTo>
                    <a:pt x="90488" y="151924"/>
                  </a:lnTo>
                  <a:lnTo>
                    <a:pt x="88582" y="152876"/>
                  </a:lnTo>
                  <a:lnTo>
                    <a:pt x="84296" y="155257"/>
                  </a:lnTo>
                  <a:lnTo>
                    <a:pt x="82867" y="157163"/>
                  </a:lnTo>
                  <a:lnTo>
                    <a:pt x="81915" y="159067"/>
                  </a:lnTo>
                  <a:lnTo>
                    <a:pt x="82391" y="160496"/>
                  </a:lnTo>
                  <a:lnTo>
                    <a:pt x="82391" y="161925"/>
                  </a:lnTo>
                  <a:lnTo>
                    <a:pt x="80486" y="162401"/>
                  </a:lnTo>
                  <a:lnTo>
                    <a:pt x="79534" y="163830"/>
                  </a:lnTo>
                  <a:lnTo>
                    <a:pt x="78581" y="165735"/>
                  </a:lnTo>
                  <a:lnTo>
                    <a:pt x="77152" y="166211"/>
                  </a:lnTo>
                  <a:lnTo>
                    <a:pt x="73342" y="165259"/>
                  </a:lnTo>
                  <a:lnTo>
                    <a:pt x="70485" y="165259"/>
                  </a:lnTo>
                  <a:lnTo>
                    <a:pt x="68580" y="164306"/>
                  </a:lnTo>
                  <a:lnTo>
                    <a:pt x="66199" y="161449"/>
                  </a:lnTo>
                  <a:lnTo>
                    <a:pt x="64294" y="159067"/>
                  </a:lnTo>
                  <a:lnTo>
                    <a:pt x="62389" y="155734"/>
                  </a:lnTo>
                  <a:lnTo>
                    <a:pt x="61913" y="151447"/>
                  </a:lnTo>
                  <a:lnTo>
                    <a:pt x="60007" y="150019"/>
                  </a:lnTo>
                  <a:lnTo>
                    <a:pt x="58102" y="148590"/>
                  </a:lnTo>
                  <a:lnTo>
                    <a:pt x="55245" y="149066"/>
                  </a:lnTo>
                  <a:lnTo>
                    <a:pt x="52388" y="149066"/>
                  </a:lnTo>
                  <a:lnTo>
                    <a:pt x="50959" y="148114"/>
                  </a:lnTo>
                  <a:lnTo>
                    <a:pt x="46672" y="146209"/>
                  </a:lnTo>
                  <a:lnTo>
                    <a:pt x="43339" y="144304"/>
                  </a:lnTo>
                  <a:lnTo>
                    <a:pt x="40957" y="142875"/>
                  </a:lnTo>
                  <a:lnTo>
                    <a:pt x="39052" y="143351"/>
                  </a:lnTo>
                  <a:lnTo>
                    <a:pt x="37624" y="144780"/>
                  </a:lnTo>
                  <a:lnTo>
                    <a:pt x="35719" y="147161"/>
                  </a:lnTo>
                  <a:lnTo>
                    <a:pt x="32385" y="148590"/>
                  </a:lnTo>
                  <a:lnTo>
                    <a:pt x="30956" y="148590"/>
                  </a:lnTo>
                  <a:lnTo>
                    <a:pt x="29527" y="147638"/>
                  </a:lnTo>
                  <a:lnTo>
                    <a:pt x="29051" y="146209"/>
                  </a:lnTo>
                  <a:lnTo>
                    <a:pt x="30480" y="144304"/>
                  </a:lnTo>
                  <a:lnTo>
                    <a:pt x="33814" y="140017"/>
                  </a:lnTo>
                  <a:lnTo>
                    <a:pt x="30004" y="140017"/>
                  </a:lnTo>
                  <a:lnTo>
                    <a:pt x="29051" y="138589"/>
                  </a:lnTo>
                  <a:lnTo>
                    <a:pt x="28575" y="137160"/>
                  </a:lnTo>
                  <a:lnTo>
                    <a:pt x="28099" y="135255"/>
                  </a:lnTo>
                  <a:lnTo>
                    <a:pt x="29051" y="133350"/>
                  </a:lnTo>
                  <a:lnTo>
                    <a:pt x="30480" y="132397"/>
                  </a:lnTo>
                  <a:lnTo>
                    <a:pt x="33338" y="133350"/>
                  </a:lnTo>
                  <a:lnTo>
                    <a:pt x="35242" y="133350"/>
                  </a:lnTo>
                  <a:lnTo>
                    <a:pt x="36671" y="131445"/>
                  </a:lnTo>
                  <a:lnTo>
                    <a:pt x="37624" y="130492"/>
                  </a:lnTo>
                  <a:lnTo>
                    <a:pt x="39052" y="130016"/>
                  </a:lnTo>
                  <a:lnTo>
                    <a:pt x="39529" y="129064"/>
                  </a:lnTo>
                  <a:lnTo>
                    <a:pt x="38100" y="126206"/>
                  </a:lnTo>
                  <a:lnTo>
                    <a:pt x="37624" y="124301"/>
                  </a:lnTo>
                  <a:lnTo>
                    <a:pt x="38100" y="123349"/>
                  </a:lnTo>
                  <a:lnTo>
                    <a:pt x="38100" y="121444"/>
                  </a:lnTo>
                  <a:lnTo>
                    <a:pt x="38100" y="120015"/>
                  </a:lnTo>
                  <a:lnTo>
                    <a:pt x="37147" y="119063"/>
                  </a:lnTo>
                  <a:lnTo>
                    <a:pt x="37147" y="117157"/>
                  </a:lnTo>
                  <a:lnTo>
                    <a:pt x="36671" y="116205"/>
                  </a:lnTo>
                  <a:lnTo>
                    <a:pt x="36195" y="114776"/>
                  </a:lnTo>
                  <a:lnTo>
                    <a:pt x="36195" y="113824"/>
                  </a:lnTo>
                  <a:lnTo>
                    <a:pt x="35242" y="113347"/>
                  </a:lnTo>
                  <a:lnTo>
                    <a:pt x="34766" y="112395"/>
                  </a:lnTo>
                  <a:lnTo>
                    <a:pt x="28575" y="116205"/>
                  </a:lnTo>
                  <a:lnTo>
                    <a:pt x="23336" y="120967"/>
                  </a:lnTo>
                  <a:lnTo>
                    <a:pt x="18574" y="124301"/>
                  </a:lnTo>
                  <a:lnTo>
                    <a:pt x="15240" y="129064"/>
                  </a:lnTo>
                  <a:lnTo>
                    <a:pt x="3810" y="140970"/>
                  </a:lnTo>
                  <a:lnTo>
                    <a:pt x="1905" y="143827"/>
                  </a:lnTo>
                  <a:lnTo>
                    <a:pt x="0" y="155734"/>
                  </a:lnTo>
                  <a:lnTo>
                    <a:pt x="1905" y="158591"/>
                  </a:lnTo>
                  <a:lnTo>
                    <a:pt x="4763" y="162877"/>
                  </a:lnTo>
                  <a:lnTo>
                    <a:pt x="8096" y="167640"/>
                  </a:lnTo>
                  <a:lnTo>
                    <a:pt x="6667" y="170021"/>
                  </a:lnTo>
                  <a:lnTo>
                    <a:pt x="5715" y="172402"/>
                  </a:lnTo>
                  <a:lnTo>
                    <a:pt x="13335" y="182880"/>
                  </a:lnTo>
                  <a:lnTo>
                    <a:pt x="15716" y="188119"/>
                  </a:lnTo>
                  <a:lnTo>
                    <a:pt x="15716" y="192405"/>
                  </a:lnTo>
                  <a:lnTo>
                    <a:pt x="13811" y="195263"/>
                  </a:lnTo>
                  <a:lnTo>
                    <a:pt x="11906" y="195739"/>
                  </a:lnTo>
                  <a:lnTo>
                    <a:pt x="8572" y="194310"/>
                  </a:lnTo>
                  <a:lnTo>
                    <a:pt x="6191" y="196215"/>
                  </a:lnTo>
                  <a:lnTo>
                    <a:pt x="5239" y="198596"/>
                  </a:lnTo>
                  <a:lnTo>
                    <a:pt x="6667" y="202406"/>
                  </a:lnTo>
                  <a:lnTo>
                    <a:pt x="9525" y="204788"/>
                  </a:lnTo>
                  <a:lnTo>
                    <a:pt x="18097" y="210026"/>
                  </a:lnTo>
                  <a:lnTo>
                    <a:pt x="41910" y="222409"/>
                  </a:lnTo>
                  <a:lnTo>
                    <a:pt x="45720" y="226219"/>
                  </a:lnTo>
                  <a:lnTo>
                    <a:pt x="49054" y="230981"/>
                  </a:lnTo>
                  <a:lnTo>
                    <a:pt x="53816" y="236220"/>
                  </a:lnTo>
                  <a:lnTo>
                    <a:pt x="58579" y="243840"/>
                  </a:lnTo>
                  <a:lnTo>
                    <a:pt x="59531" y="248126"/>
                  </a:lnTo>
                  <a:lnTo>
                    <a:pt x="66675" y="262414"/>
                  </a:lnTo>
                  <a:lnTo>
                    <a:pt x="69056" y="265271"/>
                  </a:lnTo>
                  <a:lnTo>
                    <a:pt x="73819" y="269557"/>
                  </a:lnTo>
                  <a:lnTo>
                    <a:pt x="79057" y="274796"/>
                  </a:lnTo>
                  <a:lnTo>
                    <a:pt x="81915" y="281464"/>
                  </a:lnTo>
                  <a:lnTo>
                    <a:pt x="87630" y="288607"/>
                  </a:lnTo>
                  <a:lnTo>
                    <a:pt x="88106" y="292894"/>
                  </a:lnTo>
                  <a:lnTo>
                    <a:pt x="90964" y="300514"/>
                  </a:lnTo>
                  <a:lnTo>
                    <a:pt x="93821" y="307181"/>
                  </a:lnTo>
                  <a:lnTo>
                    <a:pt x="98584" y="314325"/>
                  </a:lnTo>
                  <a:lnTo>
                    <a:pt x="101441" y="323850"/>
                  </a:lnTo>
                  <a:lnTo>
                    <a:pt x="104299" y="329089"/>
                  </a:lnTo>
                  <a:lnTo>
                    <a:pt x="107156" y="338614"/>
                  </a:lnTo>
                  <a:lnTo>
                    <a:pt x="110490" y="344329"/>
                  </a:lnTo>
                  <a:lnTo>
                    <a:pt x="122396" y="363855"/>
                  </a:lnTo>
                  <a:lnTo>
                    <a:pt x="125254" y="370046"/>
                  </a:lnTo>
                  <a:lnTo>
                    <a:pt x="125730" y="376238"/>
                  </a:lnTo>
                  <a:lnTo>
                    <a:pt x="126206" y="379095"/>
                  </a:lnTo>
                  <a:lnTo>
                    <a:pt x="137160" y="387667"/>
                  </a:lnTo>
                  <a:lnTo>
                    <a:pt x="140017" y="391954"/>
                  </a:lnTo>
                  <a:lnTo>
                    <a:pt x="142399" y="401002"/>
                  </a:lnTo>
                  <a:lnTo>
                    <a:pt x="142399" y="405289"/>
                  </a:lnTo>
                  <a:lnTo>
                    <a:pt x="145732" y="407194"/>
                  </a:lnTo>
                  <a:lnTo>
                    <a:pt x="146209" y="409099"/>
                  </a:lnTo>
                  <a:lnTo>
                    <a:pt x="147638" y="411004"/>
                  </a:lnTo>
                  <a:lnTo>
                    <a:pt x="153352" y="415290"/>
                  </a:lnTo>
                  <a:lnTo>
                    <a:pt x="155734" y="421481"/>
                  </a:lnTo>
                  <a:lnTo>
                    <a:pt x="160020" y="428149"/>
                  </a:lnTo>
                  <a:lnTo>
                    <a:pt x="162877" y="431482"/>
                  </a:lnTo>
                  <a:lnTo>
                    <a:pt x="164782" y="437197"/>
                  </a:lnTo>
                  <a:lnTo>
                    <a:pt x="167164" y="441484"/>
                  </a:lnTo>
                  <a:lnTo>
                    <a:pt x="173831" y="450056"/>
                  </a:lnTo>
                  <a:lnTo>
                    <a:pt x="175260" y="455295"/>
                  </a:lnTo>
                  <a:lnTo>
                    <a:pt x="172879" y="464820"/>
                  </a:lnTo>
                  <a:lnTo>
                    <a:pt x="170974" y="465772"/>
                  </a:lnTo>
                  <a:lnTo>
                    <a:pt x="169069" y="467201"/>
                  </a:lnTo>
                  <a:lnTo>
                    <a:pt x="171450" y="470059"/>
                  </a:lnTo>
                  <a:lnTo>
                    <a:pt x="171926" y="476250"/>
                  </a:lnTo>
                  <a:lnTo>
                    <a:pt x="175736" y="479584"/>
                  </a:lnTo>
                  <a:lnTo>
                    <a:pt x="177165" y="482917"/>
                  </a:lnTo>
                  <a:lnTo>
                    <a:pt x="181451" y="488632"/>
                  </a:lnTo>
                  <a:lnTo>
                    <a:pt x="183832" y="493395"/>
                  </a:lnTo>
                  <a:lnTo>
                    <a:pt x="190500" y="498634"/>
                  </a:lnTo>
                  <a:lnTo>
                    <a:pt x="197644" y="502444"/>
                  </a:lnTo>
                  <a:lnTo>
                    <a:pt x="202406" y="509111"/>
                  </a:lnTo>
                  <a:lnTo>
                    <a:pt x="206216" y="511969"/>
                  </a:lnTo>
                  <a:lnTo>
                    <a:pt x="209074" y="517207"/>
                  </a:lnTo>
                  <a:lnTo>
                    <a:pt x="211931" y="520065"/>
                  </a:lnTo>
                  <a:lnTo>
                    <a:pt x="230981" y="530066"/>
                  </a:lnTo>
                  <a:lnTo>
                    <a:pt x="237172" y="534829"/>
                  </a:lnTo>
                  <a:lnTo>
                    <a:pt x="244792" y="537210"/>
                  </a:lnTo>
                  <a:lnTo>
                    <a:pt x="255746" y="545782"/>
                  </a:lnTo>
                  <a:lnTo>
                    <a:pt x="259080" y="547211"/>
                  </a:lnTo>
                  <a:lnTo>
                    <a:pt x="270034" y="551021"/>
                  </a:lnTo>
                  <a:lnTo>
                    <a:pt x="274796" y="553879"/>
                  </a:lnTo>
                  <a:lnTo>
                    <a:pt x="285274" y="558165"/>
                  </a:lnTo>
                  <a:lnTo>
                    <a:pt x="290513" y="561499"/>
                  </a:lnTo>
                  <a:lnTo>
                    <a:pt x="301942" y="564832"/>
                  </a:lnTo>
                  <a:lnTo>
                    <a:pt x="305276" y="567214"/>
                  </a:lnTo>
                  <a:lnTo>
                    <a:pt x="308610" y="570547"/>
                  </a:lnTo>
                  <a:lnTo>
                    <a:pt x="313849" y="574834"/>
                  </a:lnTo>
                  <a:lnTo>
                    <a:pt x="319088" y="577215"/>
                  </a:lnTo>
                  <a:lnTo>
                    <a:pt x="322421" y="580072"/>
                  </a:lnTo>
                  <a:lnTo>
                    <a:pt x="325279" y="581977"/>
                  </a:lnTo>
                  <a:lnTo>
                    <a:pt x="333851" y="584835"/>
                  </a:lnTo>
                  <a:lnTo>
                    <a:pt x="337185" y="587692"/>
                  </a:lnTo>
                  <a:lnTo>
                    <a:pt x="338138" y="589597"/>
                  </a:lnTo>
                  <a:lnTo>
                    <a:pt x="339566" y="596265"/>
                  </a:lnTo>
                  <a:lnTo>
                    <a:pt x="340519" y="598646"/>
                  </a:lnTo>
                  <a:lnTo>
                    <a:pt x="350044" y="605314"/>
                  </a:lnTo>
                  <a:lnTo>
                    <a:pt x="353854" y="607219"/>
                  </a:lnTo>
                  <a:lnTo>
                    <a:pt x="358140" y="611505"/>
                  </a:lnTo>
                  <a:lnTo>
                    <a:pt x="369094" y="619125"/>
                  </a:lnTo>
                  <a:lnTo>
                    <a:pt x="371475" y="621506"/>
                  </a:lnTo>
                  <a:lnTo>
                    <a:pt x="372904" y="621030"/>
                  </a:lnTo>
                  <a:lnTo>
                    <a:pt x="376238" y="620554"/>
                  </a:lnTo>
                  <a:lnTo>
                    <a:pt x="379571" y="620554"/>
                  </a:lnTo>
                  <a:lnTo>
                    <a:pt x="383857" y="619125"/>
                  </a:lnTo>
                  <a:lnTo>
                    <a:pt x="388144" y="616744"/>
                  </a:lnTo>
                  <a:lnTo>
                    <a:pt x="391477" y="612934"/>
                  </a:lnTo>
                  <a:lnTo>
                    <a:pt x="392430" y="609124"/>
                  </a:lnTo>
                  <a:lnTo>
                    <a:pt x="392430" y="605790"/>
                  </a:lnTo>
                  <a:lnTo>
                    <a:pt x="391001" y="601980"/>
                  </a:lnTo>
                  <a:lnTo>
                    <a:pt x="391001" y="599122"/>
                  </a:lnTo>
                  <a:lnTo>
                    <a:pt x="392430" y="597694"/>
                  </a:lnTo>
                  <a:lnTo>
                    <a:pt x="396716" y="597217"/>
                  </a:lnTo>
                  <a:lnTo>
                    <a:pt x="400050" y="594836"/>
                  </a:lnTo>
                  <a:lnTo>
                    <a:pt x="402431" y="592455"/>
                  </a:lnTo>
                  <a:lnTo>
                    <a:pt x="402431" y="592455"/>
                  </a:lnTo>
                  <a:lnTo>
                    <a:pt x="402431" y="591026"/>
                  </a:lnTo>
                  <a:lnTo>
                    <a:pt x="401955" y="588169"/>
                  </a:lnTo>
                  <a:lnTo>
                    <a:pt x="400526" y="586264"/>
                  </a:lnTo>
                  <a:lnTo>
                    <a:pt x="398621" y="584835"/>
                  </a:lnTo>
                  <a:lnTo>
                    <a:pt x="397669" y="583406"/>
                  </a:lnTo>
                  <a:lnTo>
                    <a:pt x="398621" y="581977"/>
                  </a:lnTo>
                  <a:lnTo>
                    <a:pt x="402907" y="578644"/>
                  </a:lnTo>
                  <a:lnTo>
                    <a:pt x="404813" y="578167"/>
                  </a:lnTo>
                  <a:lnTo>
                    <a:pt x="405289" y="576263"/>
                  </a:lnTo>
                  <a:lnTo>
                    <a:pt x="406717" y="574834"/>
                  </a:lnTo>
                  <a:lnTo>
                    <a:pt x="410527" y="570071"/>
                  </a:lnTo>
                  <a:lnTo>
                    <a:pt x="412909" y="566738"/>
                  </a:lnTo>
                  <a:lnTo>
                    <a:pt x="415290" y="564832"/>
                  </a:lnTo>
                  <a:lnTo>
                    <a:pt x="418147" y="563404"/>
                  </a:lnTo>
                  <a:lnTo>
                    <a:pt x="419100" y="562451"/>
                  </a:lnTo>
                  <a:lnTo>
                    <a:pt x="418624" y="559117"/>
                  </a:lnTo>
                  <a:lnTo>
                    <a:pt x="418624" y="558641"/>
                  </a:lnTo>
                  <a:lnTo>
                    <a:pt x="418147" y="558641"/>
                  </a:lnTo>
                  <a:lnTo>
                    <a:pt x="417195" y="558165"/>
                  </a:lnTo>
                  <a:lnTo>
                    <a:pt x="416719" y="557213"/>
                  </a:lnTo>
                  <a:lnTo>
                    <a:pt x="418147" y="554831"/>
                  </a:lnTo>
                  <a:lnTo>
                    <a:pt x="418624" y="552926"/>
                  </a:lnTo>
                  <a:lnTo>
                    <a:pt x="418147" y="551497"/>
                  </a:lnTo>
                  <a:lnTo>
                    <a:pt x="418147" y="550069"/>
                  </a:lnTo>
                  <a:lnTo>
                    <a:pt x="419576" y="549116"/>
                  </a:lnTo>
                  <a:lnTo>
                    <a:pt x="420529" y="548640"/>
                  </a:lnTo>
                  <a:lnTo>
                    <a:pt x="418147" y="547688"/>
                  </a:lnTo>
                  <a:lnTo>
                    <a:pt x="415290" y="548164"/>
                  </a:lnTo>
                  <a:lnTo>
                    <a:pt x="415290" y="548164"/>
                  </a:lnTo>
                  <a:lnTo>
                    <a:pt x="413861" y="549116"/>
                  </a:lnTo>
                  <a:lnTo>
                    <a:pt x="412432" y="549116"/>
                  </a:lnTo>
                  <a:lnTo>
                    <a:pt x="410527" y="549116"/>
                  </a:lnTo>
                  <a:lnTo>
                    <a:pt x="408622" y="548640"/>
                  </a:lnTo>
                  <a:lnTo>
                    <a:pt x="407194" y="548164"/>
                  </a:lnTo>
                  <a:lnTo>
                    <a:pt x="406241" y="547211"/>
                  </a:lnTo>
                  <a:lnTo>
                    <a:pt x="404813" y="546735"/>
                  </a:lnTo>
                  <a:lnTo>
                    <a:pt x="403384" y="546735"/>
                  </a:lnTo>
                  <a:lnTo>
                    <a:pt x="403384" y="545782"/>
                  </a:lnTo>
                  <a:lnTo>
                    <a:pt x="404336" y="544354"/>
                  </a:lnTo>
                  <a:lnTo>
                    <a:pt x="404813" y="542449"/>
                  </a:lnTo>
                  <a:lnTo>
                    <a:pt x="404813" y="541496"/>
                  </a:lnTo>
                  <a:lnTo>
                    <a:pt x="403384" y="541020"/>
                  </a:lnTo>
                  <a:lnTo>
                    <a:pt x="401002" y="540067"/>
                  </a:lnTo>
                  <a:lnTo>
                    <a:pt x="398621" y="539115"/>
                  </a:lnTo>
                  <a:lnTo>
                    <a:pt x="397192" y="538639"/>
                  </a:lnTo>
                  <a:lnTo>
                    <a:pt x="396240" y="537686"/>
                  </a:lnTo>
                  <a:lnTo>
                    <a:pt x="395288" y="537210"/>
                  </a:lnTo>
                  <a:lnTo>
                    <a:pt x="394335" y="536257"/>
                  </a:lnTo>
                  <a:lnTo>
                    <a:pt x="393382" y="535305"/>
                  </a:lnTo>
                  <a:lnTo>
                    <a:pt x="391954" y="534352"/>
                  </a:lnTo>
                  <a:lnTo>
                    <a:pt x="391477" y="534352"/>
                  </a:lnTo>
                  <a:lnTo>
                    <a:pt x="391001" y="534352"/>
                  </a:lnTo>
                  <a:lnTo>
                    <a:pt x="391001" y="534829"/>
                  </a:lnTo>
                  <a:lnTo>
                    <a:pt x="391001" y="535781"/>
                  </a:lnTo>
                  <a:lnTo>
                    <a:pt x="391001" y="536257"/>
                  </a:lnTo>
                  <a:lnTo>
                    <a:pt x="391477" y="537210"/>
                  </a:lnTo>
                  <a:lnTo>
                    <a:pt x="391477" y="537686"/>
                  </a:lnTo>
                  <a:lnTo>
                    <a:pt x="391001" y="537686"/>
                  </a:lnTo>
                  <a:lnTo>
                    <a:pt x="390525" y="537686"/>
                  </a:lnTo>
                  <a:lnTo>
                    <a:pt x="390049" y="537210"/>
                  </a:lnTo>
                  <a:lnTo>
                    <a:pt x="389572" y="536734"/>
                  </a:lnTo>
                  <a:lnTo>
                    <a:pt x="388620" y="536257"/>
                  </a:lnTo>
                  <a:lnTo>
                    <a:pt x="387191" y="535781"/>
                  </a:lnTo>
                  <a:lnTo>
                    <a:pt x="385763" y="534829"/>
                  </a:lnTo>
                  <a:lnTo>
                    <a:pt x="385286" y="534352"/>
                  </a:lnTo>
                  <a:lnTo>
                    <a:pt x="385286" y="533876"/>
                  </a:lnTo>
                  <a:lnTo>
                    <a:pt x="385286" y="532447"/>
                  </a:lnTo>
                  <a:lnTo>
                    <a:pt x="385286" y="531019"/>
                  </a:lnTo>
                  <a:lnTo>
                    <a:pt x="385763" y="530066"/>
                  </a:lnTo>
                  <a:lnTo>
                    <a:pt x="386715" y="529590"/>
                  </a:lnTo>
                  <a:lnTo>
                    <a:pt x="387191" y="528161"/>
                  </a:lnTo>
                  <a:lnTo>
                    <a:pt x="388620" y="527685"/>
                  </a:lnTo>
                  <a:lnTo>
                    <a:pt x="390525" y="528638"/>
                  </a:lnTo>
                  <a:lnTo>
                    <a:pt x="391954" y="529590"/>
                  </a:lnTo>
                  <a:lnTo>
                    <a:pt x="392906" y="530066"/>
                  </a:lnTo>
                  <a:lnTo>
                    <a:pt x="391954" y="528161"/>
                  </a:lnTo>
                  <a:lnTo>
                    <a:pt x="390049" y="524351"/>
                  </a:lnTo>
                  <a:lnTo>
                    <a:pt x="388144" y="520541"/>
                  </a:lnTo>
                  <a:lnTo>
                    <a:pt x="387667" y="519589"/>
                  </a:lnTo>
                  <a:lnTo>
                    <a:pt x="388620" y="518636"/>
                  </a:lnTo>
                  <a:lnTo>
                    <a:pt x="390525" y="517684"/>
                  </a:lnTo>
                  <a:lnTo>
                    <a:pt x="391001" y="517207"/>
                  </a:lnTo>
                  <a:lnTo>
                    <a:pt x="391477" y="516731"/>
                  </a:lnTo>
                  <a:lnTo>
                    <a:pt x="392430" y="516255"/>
                  </a:lnTo>
                  <a:lnTo>
                    <a:pt x="393859" y="515779"/>
                  </a:lnTo>
                  <a:lnTo>
                    <a:pt x="394811" y="515302"/>
                  </a:lnTo>
                  <a:lnTo>
                    <a:pt x="396240" y="515302"/>
                  </a:lnTo>
                  <a:lnTo>
                    <a:pt x="398621" y="517684"/>
                  </a:lnTo>
                  <a:lnTo>
                    <a:pt x="401479" y="518636"/>
                  </a:lnTo>
                  <a:lnTo>
                    <a:pt x="404336" y="522446"/>
                  </a:lnTo>
                  <a:lnTo>
                    <a:pt x="406241" y="522922"/>
                  </a:lnTo>
                  <a:lnTo>
                    <a:pt x="407194" y="523399"/>
                  </a:lnTo>
                  <a:lnTo>
                    <a:pt x="409575" y="519589"/>
                  </a:lnTo>
                  <a:lnTo>
                    <a:pt x="411004" y="517207"/>
                  </a:lnTo>
                  <a:lnTo>
                    <a:pt x="413861" y="514350"/>
                  </a:lnTo>
                  <a:lnTo>
                    <a:pt x="413385" y="512921"/>
                  </a:lnTo>
                  <a:lnTo>
                    <a:pt x="408622" y="507206"/>
                  </a:lnTo>
                  <a:lnTo>
                    <a:pt x="407194" y="504825"/>
                  </a:lnTo>
                  <a:lnTo>
                    <a:pt x="407194" y="501967"/>
                  </a:lnTo>
                  <a:lnTo>
                    <a:pt x="407670" y="499110"/>
                  </a:lnTo>
                  <a:lnTo>
                    <a:pt x="410527" y="497205"/>
                  </a:lnTo>
                  <a:lnTo>
                    <a:pt x="411004" y="494824"/>
                  </a:lnTo>
                  <a:lnTo>
                    <a:pt x="411956" y="491966"/>
                  </a:lnTo>
                  <a:lnTo>
                    <a:pt x="412909" y="491490"/>
                  </a:lnTo>
                  <a:lnTo>
                    <a:pt x="414338" y="490061"/>
                  </a:lnTo>
                  <a:lnTo>
                    <a:pt x="415766" y="487680"/>
                  </a:lnTo>
                  <a:lnTo>
                    <a:pt x="418147" y="486251"/>
                  </a:lnTo>
                  <a:lnTo>
                    <a:pt x="419576" y="484822"/>
                  </a:lnTo>
                  <a:lnTo>
                    <a:pt x="419576" y="481013"/>
                  </a:lnTo>
                  <a:lnTo>
                    <a:pt x="421005" y="479584"/>
                  </a:lnTo>
                  <a:lnTo>
                    <a:pt x="423863" y="478631"/>
                  </a:lnTo>
                  <a:lnTo>
                    <a:pt x="424339" y="477679"/>
                  </a:lnTo>
                  <a:lnTo>
                    <a:pt x="423386" y="474821"/>
                  </a:lnTo>
                  <a:lnTo>
                    <a:pt x="421957" y="472440"/>
                  </a:lnTo>
                  <a:lnTo>
                    <a:pt x="420529" y="471011"/>
                  </a:lnTo>
                  <a:lnTo>
                    <a:pt x="419100" y="464344"/>
                  </a:lnTo>
                  <a:lnTo>
                    <a:pt x="417195" y="461010"/>
                  </a:lnTo>
                  <a:lnTo>
                    <a:pt x="418147" y="459581"/>
                  </a:lnTo>
                  <a:lnTo>
                    <a:pt x="419100" y="457676"/>
                  </a:lnTo>
                  <a:lnTo>
                    <a:pt x="420529" y="454342"/>
                  </a:lnTo>
                  <a:lnTo>
                    <a:pt x="421005" y="450532"/>
                  </a:lnTo>
                  <a:lnTo>
                    <a:pt x="420529" y="436245"/>
                  </a:lnTo>
                  <a:lnTo>
                    <a:pt x="420529" y="433388"/>
                  </a:lnTo>
                  <a:lnTo>
                    <a:pt x="421957" y="431482"/>
                  </a:lnTo>
                  <a:lnTo>
                    <a:pt x="424339" y="429101"/>
                  </a:lnTo>
                  <a:lnTo>
                    <a:pt x="426244" y="428149"/>
                  </a:lnTo>
                  <a:lnTo>
                    <a:pt x="428149" y="426720"/>
                  </a:lnTo>
                  <a:lnTo>
                    <a:pt x="427672" y="424339"/>
                  </a:lnTo>
                  <a:lnTo>
                    <a:pt x="429101" y="422434"/>
                  </a:lnTo>
                  <a:close/>
                </a:path>
              </a:pathLst>
            </a:custGeom>
            <a:grpFill/>
            <a:ln w="317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998C5323-9D3B-4863-BA20-C0473CB4DBA8}"/>
                </a:ext>
              </a:extLst>
            </p:cNvPr>
            <p:cNvSpPr/>
            <p:nvPr/>
          </p:nvSpPr>
          <p:spPr>
            <a:xfrm>
              <a:off x="2894171" y="3974305"/>
              <a:ext cx="198596" cy="81438"/>
            </a:xfrm>
            <a:custGeom>
              <a:avLst/>
              <a:gdLst>
                <a:gd name="connsiteX0" fmla="*/ 198596 w 198596"/>
                <a:gd name="connsiteY0" fmla="*/ 54293 h 81438"/>
                <a:gd name="connsiteX1" fmla="*/ 196215 w 198596"/>
                <a:gd name="connsiteY1" fmla="*/ 49054 h 81438"/>
                <a:gd name="connsiteX2" fmla="*/ 194310 w 198596"/>
                <a:gd name="connsiteY2" fmla="*/ 46196 h 81438"/>
                <a:gd name="connsiteX3" fmla="*/ 192881 w 198596"/>
                <a:gd name="connsiteY3" fmla="*/ 43339 h 81438"/>
                <a:gd name="connsiteX4" fmla="*/ 191929 w 198596"/>
                <a:gd name="connsiteY4" fmla="*/ 40957 h 81438"/>
                <a:gd name="connsiteX5" fmla="*/ 189547 w 198596"/>
                <a:gd name="connsiteY5" fmla="*/ 38576 h 81438"/>
                <a:gd name="connsiteX6" fmla="*/ 190500 w 198596"/>
                <a:gd name="connsiteY6" fmla="*/ 36195 h 81438"/>
                <a:gd name="connsiteX7" fmla="*/ 192405 w 198596"/>
                <a:gd name="connsiteY7" fmla="*/ 33338 h 81438"/>
                <a:gd name="connsiteX8" fmla="*/ 192881 w 198596"/>
                <a:gd name="connsiteY8" fmla="*/ 32861 h 81438"/>
                <a:gd name="connsiteX9" fmla="*/ 181928 w 198596"/>
                <a:gd name="connsiteY9" fmla="*/ 25241 h 81438"/>
                <a:gd name="connsiteX10" fmla="*/ 177165 w 198596"/>
                <a:gd name="connsiteY10" fmla="*/ 19050 h 81438"/>
                <a:gd name="connsiteX11" fmla="*/ 168592 w 198596"/>
                <a:gd name="connsiteY11" fmla="*/ 13335 h 81438"/>
                <a:gd name="connsiteX12" fmla="*/ 154305 w 198596"/>
                <a:gd name="connsiteY12" fmla="*/ 7620 h 81438"/>
                <a:gd name="connsiteX13" fmla="*/ 147638 w 198596"/>
                <a:gd name="connsiteY13" fmla="*/ 6668 h 81438"/>
                <a:gd name="connsiteX14" fmla="*/ 139541 w 198596"/>
                <a:gd name="connsiteY14" fmla="*/ 6668 h 81438"/>
                <a:gd name="connsiteX15" fmla="*/ 138113 w 198596"/>
                <a:gd name="connsiteY15" fmla="*/ 5715 h 81438"/>
                <a:gd name="connsiteX16" fmla="*/ 136684 w 198596"/>
                <a:gd name="connsiteY16" fmla="*/ 3810 h 81438"/>
                <a:gd name="connsiteX17" fmla="*/ 133350 w 198596"/>
                <a:gd name="connsiteY17" fmla="*/ 2857 h 81438"/>
                <a:gd name="connsiteX18" fmla="*/ 130016 w 198596"/>
                <a:gd name="connsiteY18" fmla="*/ 2857 h 81438"/>
                <a:gd name="connsiteX19" fmla="*/ 125254 w 198596"/>
                <a:gd name="connsiteY19" fmla="*/ 1429 h 81438"/>
                <a:gd name="connsiteX20" fmla="*/ 117634 w 198596"/>
                <a:gd name="connsiteY20" fmla="*/ 476 h 81438"/>
                <a:gd name="connsiteX21" fmla="*/ 115253 w 198596"/>
                <a:gd name="connsiteY21" fmla="*/ 1905 h 81438"/>
                <a:gd name="connsiteX22" fmla="*/ 112871 w 198596"/>
                <a:gd name="connsiteY22" fmla="*/ 4763 h 81438"/>
                <a:gd name="connsiteX23" fmla="*/ 108585 w 198596"/>
                <a:gd name="connsiteY23" fmla="*/ 8096 h 81438"/>
                <a:gd name="connsiteX24" fmla="*/ 106680 w 198596"/>
                <a:gd name="connsiteY24" fmla="*/ 8572 h 81438"/>
                <a:gd name="connsiteX25" fmla="*/ 104775 w 198596"/>
                <a:gd name="connsiteY25" fmla="*/ 9049 h 81438"/>
                <a:gd name="connsiteX26" fmla="*/ 99536 w 198596"/>
                <a:gd name="connsiteY26" fmla="*/ 13811 h 81438"/>
                <a:gd name="connsiteX27" fmla="*/ 85249 w 198596"/>
                <a:gd name="connsiteY27" fmla="*/ 18097 h 81438"/>
                <a:gd name="connsiteX28" fmla="*/ 80963 w 198596"/>
                <a:gd name="connsiteY28" fmla="*/ 20003 h 81438"/>
                <a:gd name="connsiteX29" fmla="*/ 75247 w 198596"/>
                <a:gd name="connsiteY29" fmla="*/ 24765 h 81438"/>
                <a:gd name="connsiteX30" fmla="*/ 67628 w 198596"/>
                <a:gd name="connsiteY30" fmla="*/ 27146 h 81438"/>
                <a:gd name="connsiteX31" fmla="*/ 62865 w 198596"/>
                <a:gd name="connsiteY31" fmla="*/ 28099 h 81438"/>
                <a:gd name="connsiteX32" fmla="*/ 57626 w 198596"/>
                <a:gd name="connsiteY32" fmla="*/ 28099 h 81438"/>
                <a:gd name="connsiteX33" fmla="*/ 50959 w 198596"/>
                <a:gd name="connsiteY33" fmla="*/ 26670 h 81438"/>
                <a:gd name="connsiteX34" fmla="*/ 45244 w 198596"/>
                <a:gd name="connsiteY34" fmla="*/ 20003 h 81438"/>
                <a:gd name="connsiteX35" fmla="*/ 42386 w 198596"/>
                <a:gd name="connsiteY35" fmla="*/ 18097 h 81438"/>
                <a:gd name="connsiteX36" fmla="*/ 40957 w 198596"/>
                <a:gd name="connsiteY36" fmla="*/ 16669 h 81438"/>
                <a:gd name="connsiteX37" fmla="*/ 39053 w 198596"/>
                <a:gd name="connsiteY37" fmla="*/ 15716 h 81438"/>
                <a:gd name="connsiteX38" fmla="*/ 39053 w 198596"/>
                <a:gd name="connsiteY38" fmla="*/ 16669 h 81438"/>
                <a:gd name="connsiteX39" fmla="*/ 41434 w 198596"/>
                <a:gd name="connsiteY39" fmla="*/ 19050 h 81438"/>
                <a:gd name="connsiteX40" fmla="*/ 43339 w 198596"/>
                <a:gd name="connsiteY40" fmla="*/ 21907 h 81438"/>
                <a:gd name="connsiteX41" fmla="*/ 41910 w 198596"/>
                <a:gd name="connsiteY41" fmla="*/ 22384 h 81438"/>
                <a:gd name="connsiteX42" fmla="*/ 39529 w 198596"/>
                <a:gd name="connsiteY42" fmla="*/ 21907 h 81438"/>
                <a:gd name="connsiteX43" fmla="*/ 33338 w 198596"/>
                <a:gd name="connsiteY43" fmla="*/ 22860 h 81438"/>
                <a:gd name="connsiteX44" fmla="*/ 31432 w 198596"/>
                <a:gd name="connsiteY44" fmla="*/ 21431 h 81438"/>
                <a:gd name="connsiteX45" fmla="*/ 27622 w 198596"/>
                <a:gd name="connsiteY45" fmla="*/ 19526 h 81438"/>
                <a:gd name="connsiteX46" fmla="*/ 28099 w 198596"/>
                <a:gd name="connsiteY46" fmla="*/ 15716 h 81438"/>
                <a:gd name="connsiteX47" fmla="*/ 29051 w 198596"/>
                <a:gd name="connsiteY47" fmla="*/ 14764 h 81438"/>
                <a:gd name="connsiteX48" fmla="*/ 29528 w 198596"/>
                <a:gd name="connsiteY48" fmla="*/ 13811 h 81438"/>
                <a:gd name="connsiteX49" fmla="*/ 29051 w 198596"/>
                <a:gd name="connsiteY49" fmla="*/ 12859 h 81438"/>
                <a:gd name="connsiteX50" fmla="*/ 26670 w 198596"/>
                <a:gd name="connsiteY50" fmla="*/ 13811 h 81438"/>
                <a:gd name="connsiteX51" fmla="*/ 24289 w 198596"/>
                <a:gd name="connsiteY51" fmla="*/ 13335 h 81438"/>
                <a:gd name="connsiteX52" fmla="*/ 22860 w 198596"/>
                <a:gd name="connsiteY52" fmla="*/ 9049 h 81438"/>
                <a:gd name="connsiteX53" fmla="*/ 23336 w 198596"/>
                <a:gd name="connsiteY53" fmla="*/ 7620 h 81438"/>
                <a:gd name="connsiteX54" fmla="*/ 22860 w 198596"/>
                <a:gd name="connsiteY54" fmla="*/ 6191 h 81438"/>
                <a:gd name="connsiteX55" fmla="*/ 18574 w 198596"/>
                <a:gd name="connsiteY55" fmla="*/ 2857 h 81438"/>
                <a:gd name="connsiteX56" fmla="*/ 16192 w 198596"/>
                <a:gd name="connsiteY56" fmla="*/ 953 h 81438"/>
                <a:gd name="connsiteX57" fmla="*/ 16192 w 198596"/>
                <a:gd name="connsiteY57" fmla="*/ 1429 h 81438"/>
                <a:gd name="connsiteX58" fmla="*/ 15716 w 198596"/>
                <a:gd name="connsiteY58" fmla="*/ 1905 h 81438"/>
                <a:gd name="connsiteX59" fmla="*/ 14764 w 198596"/>
                <a:gd name="connsiteY59" fmla="*/ 2381 h 81438"/>
                <a:gd name="connsiteX60" fmla="*/ 13811 w 198596"/>
                <a:gd name="connsiteY60" fmla="*/ 2857 h 81438"/>
                <a:gd name="connsiteX61" fmla="*/ 10954 w 198596"/>
                <a:gd name="connsiteY61" fmla="*/ 1429 h 81438"/>
                <a:gd name="connsiteX62" fmla="*/ 8096 w 198596"/>
                <a:gd name="connsiteY62" fmla="*/ 0 h 81438"/>
                <a:gd name="connsiteX63" fmla="*/ 6667 w 198596"/>
                <a:gd name="connsiteY63" fmla="*/ 476 h 81438"/>
                <a:gd name="connsiteX64" fmla="*/ 6191 w 198596"/>
                <a:gd name="connsiteY64" fmla="*/ 2381 h 81438"/>
                <a:gd name="connsiteX65" fmla="*/ 5239 w 198596"/>
                <a:gd name="connsiteY65" fmla="*/ 3334 h 81438"/>
                <a:gd name="connsiteX66" fmla="*/ 3810 w 198596"/>
                <a:gd name="connsiteY66" fmla="*/ 3810 h 81438"/>
                <a:gd name="connsiteX67" fmla="*/ 3334 w 198596"/>
                <a:gd name="connsiteY67" fmla="*/ 4286 h 81438"/>
                <a:gd name="connsiteX68" fmla="*/ 3334 w 198596"/>
                <a:gd name="connsiteY68" fmla="*/ 10954 h 81438"/>
                <a:gd name="connsiteX69" fmla="*/ 3334 w 198596"/>
                <a:gd name="connsiteY69" fmla="*/ 17145 h 81438"/>
                <a:gd name="connsiteX70" fmla="*/ 5239 w 198596"/>
                <a:gd name="connsiteY70" fmla="*/ 17145 h 81438"/>
                <a:gd name="connsiteX71" fmla="*/ 8572 w 198596"/>
                <a:gd name="connsiteY71" fmla="*/ 19526 h 81438"/>
                <a:gd name="connsiteX72" fmla="*/ 10001 w 198596"/>
                <a:gd name="connsiteY72" fmla="*/ 20955 h 81438"/>
                <a:gd name="connsiteX73" fmla="*/ 10478 w 198596"/>
                <a:gd name="connsiteY73" fmla="*/ 22384 h 81438"/>
                <a:gd name="connsiteX74" fmla="*/ 10001 w 198596"/>
                <a:gd name="connsiteY74" fmla="*/ 22860 h 81438"/>
                <a:gd name="connsiteX75" fmla="*/ 7620 w 198596"/>
                <a:gd name="connsiteY75" fmla="*/ 24289 h 81438"/>
                <a:gd name="connsiteX76" fmla="*/ 5239 w 198596"/>
                <a:gd name="connsiteY76" fmla="*/ 26194 h 81438"/>
                <a:gd name="connsiteX77" fmla="*/ 3810 w 198596"/>
                <a:gd name="connsiteY77" fmla="*/ 28575 h 81438"/>
                <a:gd name="connsiteX78" fmla="*/ 5715 w 198596"/>
                <a:gd name="connsiteY78" fmla="*/ 31909 h 81438"/>
                <a:gd name="connsiteX79" fmla="*/ 6191 w 198596"/>
                <a:gd name="connsiteY79" fmla="*/ 34290 h 81438"/>
                <a:gd name="connsiteX80" fmla="*/ 6191 w 198596"/>
                <a:gd name="connsiteY80" fmla="*/ 36671 h 81438"/>
                <a:gd name="connsiteX81" fmla="*/ 5715 w 198596"/>
                <a:gd name="connsiteY81" fmla="*/ 38100 h 81438"/>
                <a:gd name="connsiteX82" fmla="*/ 953 w 198596"/>
                <a:gd name="connsiteY82" fmla="*/ 40957 h 81438"/>
                <a:gd name="connsiteX83" fmla="*/ 0 w 198596"/>
                <a:gd name="connsiteY83" fmla="*/ 41910 h 81438"/>
                <a:gd name="connsiteX84" fmla="*/ 0 w 198596"/>
                <a:gd name="connsiteY84" fmla="*/ 42863 h 81438"/>
                <a:gd name="connsiteX85" fmla="*/ 2381 w 198596"/>
                <a:gd name="connsiteY85" fmla="*/ 44768 h 81438"/>
                <a:gd name="connsiteX86" fmla="*/ 3810 w 198596"/>
                <a:gd name="connsiteY86" fmla="*/ 46672 h 81438"/>
                <a:gd name="connsiteX87" fmla="*/ 4763 w 198596"/>
                <a:gd name="connsiteY87" fmla="*/ 49054 h 81438"/>
                <a:gd name="connsiteX88" fmla="*/ 4763 w 198596"/>
                <a:gd name="connsiteY88" fmla="*/ 50959 h 81438"/>
                <a:gd name="connsiteX89" fmla="*/ 5715 w 198596"/>
                <a:gd name="connsiteY89" fmla="*/ 50006 h 81438"/>
                <a:gd name="connsiteX90" fmla="*/ 5239 w 198596"/>
                <a:gd name="connsiteY90" fmla="*/ 45244 h 81438"/>
                <a:gd name="connsiteX91" fmla="*/ 8096 w 198596"/>
                <a:gd name="connsiteY91" fmla="*/ 43339 h 81438"/>
                <a:gd name="connsiteX92" fmla="*/ 11430 w 198596"/>
                <a:gd name="connsiteY92" fmla="*/ 42863 h 81438"/>
                <a:gd name="connsiteX93" fmla="*/ 16669 w 198596"/>
                <a:gd name="connsiteY93" fmla="*/ 43815 h 81438"/>
                <a:gd name="connsiteX94" fmla="*/ 22384 w 198596"/>
                <a:gd name="connsiteY94" fmla="*/ 44291 h 81438"/>
                <a:gd name="connsiteX95" fmla="*/ 26670 w 198596"/>
                <a:gd name="connsiteY95" fmla="*/ 42863 h 81438"/>
                <a:gd name="connsiteX96" fmla="*/ 27146 w 198596"/>
                <a:gd name="connsiteY96" fmla="*/ 45720 h 81438"/>
                <a:gd name="connsiteX97" fmla="*/ 29528 w 198596"/>
                <a:gd name="connsiteY97" fmla="*/ 47149 h 81438"/>
                <a:gd name="connsiteX98" fmla="*/ 31909 w 198596"/>
                <a:gd name="connsiteY98" fmla="*/ 46196 h 81438"/>
                <a:gd name="connsiteX99" fmla="*/ 36195 w 198596"/>
                <a:gd name="connsiteY99" fmla="*/ 46672 h 81438"/>
                <a:gd name="connsiteX100" fmla="*/ 40005 w 198596"/>
                <a:gd name="connsiteY100" fmla="*/ 48578 h 81438"/>
                <a:gd name="connsiteX101" fmla="*/ 44291 w 198596"/>
                <a:gd name="connsiteY101" fmla="*/ 49530 h 81438"/>
                <a:gd name="connsiteX102" fmla="*/ 45244 w 198596"/>
                <a:gd name="connsiteY102" fmla="*/ 51911 h 81438"/>
                <a:gd name="connsiteX103" fmla="*/ 45720 w 198596"/>
                <a:gd name="connsiteY103" fmla="*/ 53816 h 81438"/>
                <a:gd name="connsiteX104" fmla="*/ 51435 w 198596"/>
                <a:gd name="connsiteY104" fmla="*/ 63818 h 81438"/>
                <a:gd name="connsiteX105" fmla="*/ 56197 w 198596"/>
                <a:gd name="connsiteY105" fmla="*/ 65246 h 81438"/>
                <a:gd name="connsiteX106" fmla="*/ 59531 w 198596"/>
                <a:gd name="connsiteY106" fmla="*/ 67151 h 81438"/>
                <a:gd name="connsiteX107" fmla="*/ 61436 w 198596"/>
                <a:gd name="connsiteY107" fmla="*/ 67151 h 81438"/>
                <a:gd name="connsiteX108" fmla="*/ 62389 w 198596"/>
                <a:gd name="connsiteY108" fmla="*/ 65722 h 81438"/>
                <a:gd name="connsiteX109" fmla="*/ 62865 w 198596"/>
                <a:gd name="connsiteY109" fmla="*/ 60960 h 81438"/>
                <a:gd name="connsiteX110" fmla="*/ 63817 w 198596"/>
                <a:gd name="connsiteY110" fmla="*/ 59531 h 81438"/>
                <a:gd name="connsiteX111" fmla="*/ 66199 w 198596"/>
                <a:gd name="connsiteY111" fmla="*/ 58579 h 81438"/>
                <a:gd name="connsiteX112" fmla="*/ 67151 w 198596"/>
                <a:gd name="connsiteY112" fmla="*/ 57626 h 81438"/>
                <a:gd name="connsiteX113" fmla="*/ 68104 w 198596"/>
                <a:gd name="connsiteY113" fmla="*/ 63818 h 81438"/>
                <a:gd name="connsiteX114" fmla="*/ 72390 w 198596"/>
                <a:gd name="connsiteY114" fmla="*/ 72866 h 81438"/>
                <a:gd name="connsiteX115" fmla="*/ 72866 w 198596"/>
                <a:gd name="connsiteY115" fmla="*/ 78105 h 81438"/>
                <a:gd name="connsiteX116" fmla="*/ 74771 w 198596"/>
                <a:gd name="connsiteY116" fmla="*/ 80010 h 81438"/>
                <a:gd name="connsiteX117" fmla="*/ 80963 w 198596"/>
                <a:gd name="connsiteY117" fmla="*/ 80010 h 81438"/>
                <a:gd name="connsiteX118" fmla="*/ 88582 w 198596"/>
                <a:gd name="connsiteY118" fmla="*/ 78581 h 81438"/>
                <a:gd name="connsiteX119" fmla="*/ 90964 w 198596"/>
                <a:gd name="connsiteY119" fmla="*/ 76676 h 81438"/>
                <a:gd name="connsiteX120" fmla="*/ 91916 w 198596"/>
                <a:gd name="connsiteY120" fmla="*/ 74771 h 81438"/>
                <a:gd name="connsiteX121" fmla="*/ 93821 w 198596"/>
                <a:gd name="connsiteY121" fmla="*/ 73343 h 81438"/>
                <a:gd name="connsiteX122" fmla="*/ 100013 w 198596"/>
                <a:gd name="connsiteY122" fmla="*/ 72866 h 81438"/>
                <a:gd name="connsiteX123" fmla="*/ 101441 w 198596"/>
                <a:gd name="connsiteY123" fmla="*/ 72390 h 81438"/>
                <a:gd name="connsiteX124" fmla="*/ 103346 w 198596"/>
                <a:gd name="connsiteY124" fmla="*/ 70961 h 81438"/>
                <a:gd name="connsiteX125" fmla="*/ 102394 w 198596"/>
                <a:gd name="connsiteY125" fmla="*/ 67628 h 81438"/>
                <a:gd name="connsiteX126" fmla="*/ 100965 w 198596"/>
                <a:gd name="connsiteY126" fmla="*/ 65246 h 81438"/>
                <a:gd name="connsiteX127" fmla="*/ 94774 w 198596"/>
                <a:gd name="connsiteY127" fmla="*/ 59055 h 81438"/>
                <a:gd name="connsiteX128" fmla="*/ 91440 w 198596"/>
                <a:gd name="connsiteY128" fmla="*/ 54293 h 81438"/>
                <a:gd name="connsiteX129" fmla="*/ 90011 w 198596"/>
                <a:gd name="connsiteY129" fmla="*/ 53340 h 81438"/>
                <a:gd name="connsiteX130" fmla="*/ 88582 w 198596"/>
                <a:gd name="connsiteY130" fmla="*/ 51911 h 81438"/>
                <a:gd name="connsiteX131" fmla="*/ 88106 w 198596"/>
                <a:gd name="connsiteY131" fmla="*/ 50006 h 81438"/>
                <a:gd name="connsiteX132" fmla="*/ 88106 w 198596"/>
                <a:gd name="connsiteY132" fmla="*/ 47625 h 81438"/>
                <a:gd name="connsiteX133" fmla="*/ 90011 w 198596"/>
                <a:gd name="connsiteY133" fmla="*/ 46196 h 81438"/>
                <a:gd name="connsiteX134" fmla="*/ 91440 w 198596"/>
                <a:gd name="connsiteY134" fmla="*/ 45244 h 81438"/>
                <a:gd name="connsiteX135" fmla="*/ 97155 w 198596"/>
                <a:gd name="connsiteY135" fmla="*/ 44291 h 81438"/>
                <a:gd name="connsiteX136" fmla="*/ 99536 w 198596"/>
                <a:gd name="connsiteY136" fmla="*/ 42863 h 81438"/>
                <a:gd name="connsiteX137" fmla="*/ 112395 w 198596"/>
                <a:gd name="connsiteY137" fmla="*/ 34766 h 81438"/>
                <a:gd name="connsiteX138" fmla="*/ 110014 w 198596"/>
                <a:gd name="connsiteY138" fmla="*/ 33338 h 81438"/>
                <a:gd name="connsiteX139" fmla="*/ 111919 w 198596"/>
                <a:gd name="connsiteY139" fmla="*/ 30956 h 81438"/>
                <a:gd name="connsiteX140" fmla="*/ 112871 w 198596"/>
                <a:gd name="connsiteY140" fmla="*/ 28575 h 81438"/>
                <a:gd name="connsiteX141" fmla="*/ 114300 w 198596"/>
                <a:gd name="connsiteY141" fmla="*/ 26194 h 81438"/>
                <a:gd name="connsiteX142" fmla="*/ 118110 w 198596"/>
                <a:gd name="connsiteY142" fmla="*/ 24289 h 81438"/>
                <a:gd name="connsiteX143" fmla="*/ 118586 w 198596"/>
                <a:gd name="connsiteY143" fmla="*/ 23336 h 81438"/>
                <a:gd name="connsiteX144" fmla="*/ 120015 w 198596"/>
                <a:gd name="connsiteY144" fmla="*/ 21907 h 81438"/>
                <a:gd name="connsiteX145" fmla="*/ 122396 w 198596"/>
                <a:gd name="connsiteY145" fmla="*/ 20479 h 81438"/>
                <a:gd name="connsiteX146" fmla="*/ 129064 w 198596"/>
                <a:gd name="connsiteY146" fmla="*/ 20003 h 81438"/>
                <a:gd name="connsiteX147" fmla="*/ 134303 w 198596"/>
                <a:gd name="connsiteY147" fmla="*/ 20955 h 81438"/>
                <a:gd name="connsiteX148" fmla="*/ 138589 w 198596"/>
                <a:gd name="connsiteY148" fmla="*/ 23336 h 81438"/>
                <a:gd name="connsiteX149" fmla="*/ 142399 w 198596"/>
                <a:gd name="connsiteY149" fmla="*/ 26194 h 81438"/>
                <a:gd name="connsiteX150" fmla="*/ 145256 w 198596"/>
                <a:gd name="connsiteY150" fmla="*/ 27146 h 81438"/>
                <a:gd name="connsiteX151" fmla="*/ 147161 w 198596"/>
                <a:gd name="connsiteY151" fmla="*/ 29051 h 81438"/>
                <a:gd name="connsiteX152" fmla="*/ 148590 w 198596"/>
                <a:gd name="connsiteY152" fmla="*/ 29528 h 81438"/>
                <a:gd name="connsiteX153" fmla="*/ 150019 w 198596"/>
                <a:gd name="connsiteY153" fmla="*/ 30480 h 81438"/>
                <a:gd name="connsiteX154" fmla="*/ 153829 w 198596"/>
                <a:gd name="connsiteY154" fmla="*/ 33338 h 81438"/>
                <a:gd name="connsiteX155" fmla="*/ 155257 w 198596"/>
                <a:gd name="connsiteY155" fmla="*/ 39529 h 81438"/>
                <a:gd name="connsiteX156" fmla="*/ 156210 w 198596"/>
                <a:gd name="connsiteY156" fmla="*/ 40957 h 81438"/>
                <a:gd name="connsiteX157" fmla="*/ 157163 w 198596"/>
                <a:gd name="connsiteY157" fmla="*/ 42386 h 81438"/>
                <a:gd name="connsiteX158" fmla="*/ 158115 w 198596"/>
                <a:gd name="connsiteY158" fmla="*/ 42386 h 81438"/>
                <a:gd name="connsiteX159" fmla="*/ 158591 w 198596"/>
                <a:gd name="connsiteY159" fmla="*/ 40957 h 81438"/>
                <a:gd name="connsiteX160" fmla="*/ 158591 w 198596"/>
                <a:gd name="connsiteY160" fmla="*/ 40481 h 81438"/>
                <a:gd name="connsiteX161" fmla="*/ 158115 w 198596"/>
                <a:gd name="connsiteY161" fmla="*/ 38576 h 81438"/>
                <a:gd name="connsiteX162" fmla="*/ 159067 w 198596"/>
                <a:gd name="connsiteY162" fmla="*/ 39053 h 81438"/>
                <a:gd name="connsiteX163" fmla="*/ 160020 w 198596"/>
                <a:gd name="connsiteY163" fmla="*/ 40005 h 81438"/>
                <a:gd name="connsiteX164" fmla="*/ 163354 w 198596"/>
                <a:gd name="connsiteY164" fmla="*/ 40005 h 81438"/>
                <a:gd name="connsiteX165" fmla="*/ 163354 w 198596"/>
                <a:gd name="connsiteY165" fmla="*/ 40957 h 81438"/>
                <a:gd name="connsiteX166" fmla="*/ 164306 w 198596"/>
                <a:gd name="connsiteY166" fmla="*/ 41910 h 81438"/>
                <a:gd name="connsiteX167" fmla="*/ 165259 w 198596"/>
                <a:gd name="connsiteY167" fmla="*/ 41434 h 81438"/>
                <a:gd name="connsiteX168" fmla="*/ 166211 w 198596"/>
                <a:gd name="connsiteY168" fmla="*/ 40005 h 81438"/>
                <a:gd name="connsiteX169" fmla="*/ 168116 w 198596"/>
                <a:gd name="connsiteY169" fmla="*/ 38576 h 81438"/>
                <a:gd name="connsiteX170" fmla="*/ 169545 w 198596"/>
                <a:gd name="connsiteY170" fmla="*/ 41910 h 81438"/>
                <a:gd name="connsiteX171" fmla="*/ 170974 w 198596"/>
                <a:gd name="connsiteY171" fmla="*/ 44291 h 81438"/>
                <a:gd name="connsiteX172" fmla="*/ 176213 w 198596"/>
                <a:gd name="connsiteY172" fmla="*/ 48101 h 81438"/>
                <a:gd name="connsiteX173" fmla="*/ 179546 w 198596"/>
                <a:gd name="connsiteY173" fmla="*/ 50959 h 81438"/>
                <a:gd name="connsiteX174" fmla="*/ 177165 w 198596"/>
                <a:gd name="connsiteY174" fmla="*/ 50482 h 81438"/>
                <a:gd name="connsiteX175" fmla="*/ 173355 w 198596"/>
                <a:gd name="connsiteY175" fmla="*/ 47625 h 81438"/>
                <a:gd name="connsiteX176" fmla="*/ 170021 w 198596"/>
                <a:gd name="connsiteY176" fmla="*/ 45720 h 81438"/>
                <a:gd name="connsiteX177" fmla="*/ 167640 w 198596"/>
                <a:gd name="connsiteY177" fmla="*/ 42386 h 81438"/>
                <a:gd name="connsiteX178" fmla="*/ 166688 w 198596"/>
                <a:gd name="connsiteY178" fmla="*/ 42386 h 81438"/>
                <a:gd name="connsiteX179" fmla="*/ 165259 w 198596"/>
                <a:gd name="connsiteY179" fmla="*/ 44291 h 81438"/>
                <a:gd name="connsiteX180" fmla="*/ 161925 w 198596"/>
                <a:gd name="connsiteY180" fmla="*/ 47149 h 81438"/>
                <a:gd name="connsiteX181" fmla="*/ 162878 w 198596"/>
                <a:gd name="connsiteY181" fmla="*/ 50959 h 81438"/>
                <a:gd name="connsiteX182" fmla="*/ 161925 w 198596"/>
                <a:gd name="connsiteY182" fmla="*/ 52388 h 81438"/>
                <a:gd name="connsiteX183" fmla="*/ 160972 w 198596"/>
                <a:gd name="connsiteY183" fmla="*/ 53340 h 81438"/>
                <a:gd name="connsiteX184" fmla="*/ 159067 w 198596"/>
                <a:gd name="connsiteY184" fmla="*/ 53340 h 81438"/>
                <a:gd name="connsiteX185" fmla="*/ 157163 w 198596"/>
                <a:gd name="connsiteY185" fmla="*/ 53816 h 81438"/>
                <a:gd name="connsiteX186" fmla="*/ 158591 w 198596"/>
                <a:gd name="connsiteY186" fmla="*/ 59055 h 81438"/>
                <a:gd name="connsiteX187" fmla="*/ 165735 w 198596"/>
                <a:gd name="connsiteY187" fmla="*/ 70961 h 81438"/>
                <a:gd name="connsiteX188" fmla="*/ 173831 w 198596"/>
                <a:gd name="connsiteY188" fmla="*/ 80486 h 81438"/>
                <a:gd name="connsiteX189" fmla="*/ 174784 w 198596"/>
                <a:gd name="connsiteY189" fmla="*/ 81439 h 81438"/>
                <a:gd name="connsiteX190" fmla="*/ 177165 w 198596"/>
                <a:gd name="connsiteY190" fmla="*/ 74295 h 81438"/>
                <a:gd name="connsiteX191" fmla="*/ 179546 w 198596"/>
                <a:gd name="connsiteY191" fmla="*/ 72866 h 81438"/>
                <a:gd name="connsiteX192" fmla="*/ 180022 w 198596"/>
                <a:gd name="connsiteY192" fmla="*/ 70961 h 81438"/>
                <a:gd name="connsiteX193" fmla="*/ 179070 w 198596"/>
                <a:gd name="connsiteY193" fmla="*/ 66675 h 81438"/>
                <a:gd name="connsiteX194" fmla="*/ 179070 w 198596"/>
                <a:gd name="connsiteY194" fmla="*/ 65722 h 81438"/>
                <a:gd name="connsiteX195" fmla="*/ 179546 w 198596"/>
                <a:gd name="connsiteY195" fmla="*/ 65246 h 81438"/>
                <a:gd name="connsiteX196" fmla="*/ 180022 w 198596"/>
                <a:gd name="connsiteY196" fmla="*/ 65246 h 81438"/>
                <a:gd name="connsiteX197" fmla="*/ 180975 w 198596"/>
                <a:gd name="connsiteY197" fmla="*/ 65722 h 81438"/>
                <a:gd name="connsiteX198" fmla="*/ 182404 w 198596"/>
                <a:gd name="connsiteY198" fmla="*/ 67628 h 81438"/>
                <a:gd name="connsiteX199" fmla="*/ 183832 w 198596"/>
                <a:gd name="connsiteY199" fmla="*/ 70009 h 81438"/>
                <a:gd name="connsiteX200" fmla="*/ 184785 w 198596"/>
                <a:gd name="connsiteY200" fmla="*/ 70961 h 81438"/>
                <a:gd name="connsiteX201" fmla="*/ 186214 w 198596"/>
                <a:gd name="connsiteY201" fmla="*/ 70009 h 81438"/>
                <a:gd name="connsiteX202" fmla="*/ 192405 w 198596"/>
                <a:gd name="connsiteY202" fmla="*/ 65246 h 81438"/>
                <a:gd name="connsiteX203" fmla="*/ 191929 w 198596"/>
                <a:gd name="connsiteY203" fmla="*/ 63818 h 81438"/>
                <a:gd name="connsiteX204" fmla="*/ 192405 w 198596"/>
                <a:gd name="connsiteY204" fmla="*/ 60960 h 81438"/>
                <a:gd name="connsiteX205" fmla="*/ 194310 w 198596"/>
                <a:gd name="connsiteY205" fmla="*/ 58579 h 81438"/>
                <a:gd name="connsiteX206" fmla="*/ 196691 w 198596"/>
                <a:gd name="connsiteY206" fmla="*/ 57626 h 81438"/>
                <a:gd name="connsiteX207" fmla="*/ 197167 w 198596"/>
                <a:gd name="connsiteY207" fmla="*/ 56197 h 81438"/>
                <a:gd name="connsiteX208" fmla="*/ 198596 w 198596"/>
                <a:gd name="connsiteY208" fmla="*/ 54293 h 8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98596" h="81438">
                  <a:moveTo>
                    <a:pt x="198596" y="54293"/>
                  </a:moveTo>
                  <a:lnTo>
                    <a:pt x="196215" y="49054"/>
                  </a:lnTo>
                  <a:lnTo>
                    <a:pt x="194310" y="46196"/>
                  </a:lnTo>
                  <a:lnTo>
                    <a:pt x="192881" y="43339"/>
                  </a:lnTo>
                  <a:lnTo>
                    <a:pt x="191929" y="40957"/>
                  </a:lnTo>
                  <a:lnTo>
                    <a:pt x="189547" y="38576"/>
                  </a:lnTo>
                  <a:lnTo>
                    <a:pt x="190500" y="36195"/>
                  </a:lnTo>
                  <a:lnTo>
                    <a:pt x="192405" y="33338"/>
                  </a:lnTo>
                  <a:lnTo>
                    <a:pt x="192881" y="32861"/>
                  </a:lnTo>
                  <a:lnTo>
                    <a:pt x="181928" y="25241"/>
                  </a:lnTo>
                  <a:lnTo>
                    <a:pt x="177165" y="19050"/>
                  </a:lnTo>
                  <a:lnTo>
                    <a:pt x="168592" y="13335"/>
                  </a:lnTo>
                  <a:lnTo>
                    <a:pt x="154305" y="7620"/>
                  </a:lnTo>
                  <a:lnTo>
                    <a:pt x="147638" y="6668"/>
                  </a:lnTo>
                  <a:lnTo>
                    <a:pt x="139541" y="6668"/>
                  </a:lnTo>
                  <a:lnTo>
                    <a:pt x="138113" y="5715"/>
                  </a:lnTo>
                  <a:lnTo>
                    <a:pt x="136684" y="3810"/>
                  </a:lnTo>
                  <a:lnTo>
                    <a:pt x="133350" y="2857"/>
                  </a:lnTo>
                  <a:lnTo>
                    <a:pt x="130016" y="2857"/>
                  </a:lnTo>
                  <a:lnTo>
                    <a:pt x="125254" y="1429"/>
                  </a:lnTo>
                  <a:lnTo>
                    <a:pt x="117634" y="476"/>
                  </a:lnTo>
                  <a:lnTo>
                    <a:pt x="115253" y="1905"/>
                  </a:lnTo>
                  <a:lnTo>
                    <a:pt x="112871" y="4763"/>
                  </a:lnTo>
                  <a:lnTo>
                    <a:pt x="108585" y="8096"/>
                  </a:lnTo>
                  <a:lnTo>
                    <a:pt x="106680" y="8572"/>
                  </a:lnTo>
                  <a:lnTo>
                    <a:pt x="104775" y="9049"/>
                  </a:lnTo>
                  <a:lnTo>
                    <a:pt x="99536" y="13811"/>
                  </a:lnTo>
                  <a:lnTo>
                    <a:pt x="85249" y="18097"/>
                  </a:lnTo>
                  <a:lnTo>
                    <a:pt x="80963" y="20003"/>
                  </a:lnTo>
                  <a:lnTo>
                    <a:pt x="75247" y="24765"/>
                  </a:lnTo>
                  <a:lnTo>
                    <a:pt x="67628" y="27146"/>
                  </a:lnTo>
                  <a:lnTo>
                    <a:pt x="62865" y="28099"/>
                  </a:lnTo>
                  <a:lnTo>
                    <a:pt x="57626" y="28099"/>
                  </a:lnTo>
                  <a:lnTo>
                    <a:pt x="50959" y="26670"/>
                  </a:lnTo>
                  <a:lnTo>
                    <a:pt x="45244" y="20003"/>
                  </a:lnTo>
                  <a:lnTo>
                    <a:pt x="42386" y="18097"/>
                  </a:lnTo>
                  <a:lnTo>
                    <a:pt x="40957" y="16669"/>
                  </a:lnTo>
                  <a:lnTo>
                    <a:pt x="39053" y="15716"/>
                  </a:lnTo>
                  <a:lnTo>
                    <a:pt x="39053" y="16669"/>
                  </a:lnTo>
                  <a:lnTo>
                    <a:pt x="41434" y="19050"/>
                  </a:lnTo>
                  <a:lnTo>
                    <a:pt x="43339" y="21907"/>
                  </a:lnTo>
                  <a:lnTo>
                    <a:pt x="41910" y="22384"/>
                  </a:lnTo>
                  <a:lnTo>
                    <a:pt x="39529" y="21907"/>
                  </a:lnTo>
                  <a:lnTo>
                    <a:pt x="33338" y="22860"/>
                  </a:lnTo>
                  <a:lnTo>
                    <a:pt x="31432" y="21431"/>
                  </a:lnTo>
                  <a:lnTo>
                    <a:pt x="27622" y="19526"/>
                  </a:lnTo>
                  <a:lnTo>
                    <a:pt x="28099" y="15716"/>
                  </a:lnTo>
                  <a:lnTo>
                    <a:pt x="29051" y="14764"/>
                  </a:lnTo>
                  <a:lnTo>
                    <a:pt x="29528" y="13811"/>
                  </a:lnTo>
                  <a:lnTo>
                    <a:pt x="29051" y="12859"/>
                  </a:lnTo>
                  <a:lnTo>
                    <a:pt x="26670" y="13811"/>
                  </a:lnTo>
                  <a:lnTo>
                    <a:pt x="24289" y="13335"/>
                  </a:lnTo>
                  <a:lnTo>
                    <a:pt x="22860" y="9049"/>
                  </a:lnTo>
                  <a:lnTo>
                    <a:pt x="23336" y="7620"/>
                  </a:lnTo>
                  <a:lnTo>
                    <a:pt x="22860" y="6191"/>
                  </a:lnTo>
                  <a:lnTo>
                    <a:pt x="18574" y="2857"/>
                  </a:lnTo>
                  <a:lnTo>
                    <a:pt x="16192" y="953"/>
                  </a:lnTo>
                  <a:lnTo>
                    <a:pt x="16192" y="1429"/>
                  </a:lnTo>
                  <a:lnTo>
                    <a:pt x="15716" y="1905"/>
                  </a:lnTo>
                  <a:lnTo>
                    <a:pt x="14764" y="2381"/>
                  </a:lnTo>
                  <a:lnTo>
                    <a:pt x="13811" y="2857"/>
                  </a:lnTo>
                  <a:lnTo>
                    <a:pt x="10954" y="1429"/>
                  </a:lnTo>
                  <a:lnTo>
                    <a:pt x="8096" y="0"/>
                  </a:lnTo>
                  <a:lnTo>
                    <a:pt x="6667" y="476"/>
                  </a:lnTo>
                  <a:lnTo>
                    <a:pt x="6191" y="2381"/>
                  </a:lnTo>
                  <a:lnTo>
                    <a:pt x="5239" y="3334"/>
                  </a:lnTo>
                  <a:lnTo>
                    <a:pt x="3810" y="3810"/>
                  </a:lnTo>
                  <a:lnTo>
                    <a:pt x="3334" y="4286"/>
                  </a:lnTo>
                  <a:lnTo>
                    <a:pt x="3334" y="10954"/>
                  </a:lnTo>
                  <a:lnTo>
                    <a:pt x="3334" y="17145"/>
                  </a:lnTo>
                  <a:lnTo>
                    <a:pt x="5239" y="17145"/>
                  </a:lnTo>
                  <a:lnTo>
                    <a:pt x="8572" y="19526"/>
                  </a:lnTo>
                  <a:lnTo>
                    <a:pt x="10001" y="20955"/>
                  </a:lnTo>
                  <a:lnTo>
                    <a:pt x="10478" y="22384"/>
                  </a:lnTo>
                  <a:lnTo>
                    <a:pt x="10001" y="22860"/>
                  </a:lnTo>
                  <a:lnTo>
                    <a:pt x="7620" y="24289"/>
                  </a:lnTo>
                  <a:lnTo>
                    <a:pt x="5239" y="26194"/>
                  </a:lnTo>
                  <a:lnTo>
                    <a:pt x="3810" y="28575"/>
                  </a:lnTo>
                  <a:lnTo>
                    <a:pt x="5715" y="31909"/>
                  </a:lnTo>
                  <a:lnTo>
                    <a:pt x="6191" y="34290"/>
                  </a:lnTo>
                  <a:lnTo>
                    <a:pt x="6191" y="36671"/>
                  </a:lnTo>
                  <a:lnTo>
                    <a:pt x="5715" y="38100"/>
                  </a:lnTo>
                  <a:lnTo>
                    <a:pt x="953" y="40957"/>
                  </a:lnTo>
                  <a:lnTo>
                    <a:pt x="0" y="41910"/>
                  </a:lnTo>
                  <a:lnTo>
                    <a:pt x="0" y="42863"/>
                  </a:lnTo>
                  <a:lnTo>
                    <a:pt x="2381" y="44768"/>
                  </a:lnTo>
                  <a:lnTo>
                    <a:pt x="3810" y="46672"/>
                  </a:lnTo>
                  <a:lnTo>
                    <a:pt x="4763" y="49054"/>
                  </a:lnTo>
                  <a:lnTo>
                    <a:pt x="4763" y="50959"/>
                  </a:lnTo>
                  <a:lnTo>
                    <a:pt x="5715" y="50006"/>
                  </a:lnTo>
                  <a:lnTo>
                    <a:pt x="5239" y="45244"/>
                  </a:lnTo>
                  <a:lnTo>
                    <a:pt x="8096" y="43339"/>
                  </a:lnTo>
                  <a:lnTo>
                    <a:pt x="11430" y="42863"/>
                  </a:lnTo>
                  <a:lnTo>
                    <a:pt x="16669" y="43815"/>
                  </a:lnTo>
                  <a:lnTo>
                    <a:pt x="22384" y="44291"/>
                  </a:lnTo>
                  <a:lnTo>
                    <a:pt x="26670" y="42863"/>
                  </a:lnTo>
                  <a:lnTo>
                    <a:pt x="27146" y="45720"/>
                  </a:lnTo>
                  <a:lnTo>
                    <a:pt x="29528" y="47149"/>
                  </a:lnTo>
                  <a:lnTo>
                    <a:pt x="31909" y="46196"/>
                  </a:lnTo>
                  <a:lnTo>
                    <a:pt x="36195" y="46672"/>
                  </a:lnTo>
                  <a:lnTo>
                    <a:pt x="40005" y="48578"/>
                  </a:lnTo>
                  <a:lnTo>
                    <a:pt x="44291" y="49530"/>
                  </a:lnTo>
                  <a:lnTo>
                    <a:pt x="45244" y="51911"/>
                  </a:lnTo>
                  <a:lnTo>
                    <a:pt x="45720" y="53816"/>
                  </a:lnTo>
                  <a:lnTo>
                    <a:pt x="51435" y="63818"/>
                  </a:lnTo>
                  <a:lnTo>
                    <a:pt x="56197" y="65246"/>
                  </a:lnTo>
                  <a:lnTo>
                    <a:pt x="59531" y="67151"/>
                  </a:lnTo>
                  <a:lnTo>
                    <a:pt x="61436" y="67151"/>
                  </a:lnTo>
                  <a:lnTo>
                    <a:pt x="62389" y="65722"/>
                  </a:lnTo>
                  <a:lnTo>
                    <a:pt x="62865" y="60960"/>
                  </a:lnTo>
                  <a:lnTo>
                    <a:pt x="63817" y="59531"/>
                  </a:lnTo>
                  <a:lnTo>
                    <a:pt x="66199" y="58579"/>
                  </a:lnTo>
                  <a:lnTo>
                    <a:pt x="67151" y="57626"/>
                  </a:lnTo>
                  <a:lnTo>
                    <a:pt x="68104" y="63818"/>
                  </a:lnTo>
                  <a:lnTo>
                    <a:pt x="72390" y="72866"/>
                  </a:lnTo>
                  <a:lnTo>
                    <a:pt x="72866" y="78105"/>
                  </a:lnTo>
                  <a:lnTo>
                    <a:pt x="74771" y="80010"/>
                  </a:lnTo>
                  <a:lnTo>
                    <a:pt x="80963" y="80010"/>
                  </a:lnTo>
                  <a:lnTo>
                    <a:pt x="88582" y="78581"/>
                  </a:lnTo>
                  <a:lnTo>
                    <a:pt x="90964" y="76676"/>
                  </a:lnTo>
                  <a:lnTo>
                    <a:pt x="91916" y="74771"/>
                  </a:lnTo>
                  <a:lnTo>
                    <a:pt x="93821" y="73343"/>
                  </a:lnTo>
                  <a:lnTo>
                    <a:pt x="100013" y="72866"/>
                  </a:lnTo>
                  <a:lnTo>
                    <a:pt x="101441" y="72390"/>
                  </a:lnTo>
                  <a:lnTo>
                    <a:pt x="103346" y="70961"/>
                  </a:lnTo>
                  <a:lnTo>
                    <a:pt x="102394" y="67628"/>
                  </a:lnTo>
                  <a:lnTo>
                    <a:pt x="100965" y="65246"/>
                  </a:lnTo>
                  <a:lnTo>
                    <a:pt x="94774" y="59055"/>
                  </a:lnTo>
                  <a:lnTo>
                    <a:pt x="91440" y="54293"/>
                  </a:lnTo>
                  <a:lnTo>
                    <a:pt x="90011" y="53340"/>
                  </a:lnTo>
                  <a:lnTo>
                    <a:pt x="88582" y="51911"/>
                  </a:lnTo>
                  <a:lnTo>
                    <a:pt x="88106" y="50006"/>
                  </a:lnTo>
                  <a:lnTo>
                    <a:pt x="88106" y="47625"/>
                  </a:lnTo>
                  <a:lnTo>
                    <a:pt x="90011" y="46196"/>
                  </a:lnTo>
                  <a:lnTo>
                    <a:pt x="91440" y="45244"/>
                  </a:lnTo>
                  <a:lnTo>
                    <a:pt x="97155" y="44291"/>
                  </a:lnTo>
                  <a:lnTo>
                    <a:pt x="99536" y="42863"/>
                  </a:lnTo>
                  <a:lnTo>
                    <a:pt x="112395" y="34766"/>
                  </a:lnTo>
                  <a:lnTo>
                    <a:pt x="110014" y="33338"/>
                  </a:lnTo>
                  <a:lnTo>
                    <a:pt x="111919" y="30956"/>
                  </a:lnTo>
                  <a:lnTo>
                    <a:pt x="112871" y="28575"/>
                  </a:lnTo>
                  <a:lnTo>
                    <a:pt x="114300" y="26194"/>
                  </a:lnTo>
                  <a:lnTo>
                    <a:pt x="118110" y="24289"/>
                  </a:lnTo>
                  <a:lnTo>
                    <a:pt x="118586" y="23336"/>
                  </a:lnTo>
                  <a:lnTo>
                    <a:pt x="120015" y="21907"/>
                  </a:lnTo>
                  <a:lnTo>
                    <a:pt x="122396" y="20479"/>
                  </a:lnTo>
                  <a:lnTo>
                    <a:pt x="129064" y="20003"/>
                  </a:lnTo>
                  <a:lnTo>
                    <a:pt x="134303" y="20955"/>
                  </a:lnTo>
                  <a:lnTo>
                    <a:pt x="138589" y="23336"/>
                  </a:lnTo>
                  <a:lnTo>
                    <a:pt x="142399" y="26194"/>
                  </a:lnTo>
                  <a:lnTo>
                    <a:pt x="145256" y="27146"/>
                  </a:lnTo>
                  <a:lnTo>
                    <a:pt x="147161" y="29051"/>
                  </a:lnTo>
                  <a:lnTo>
                    <a:pt x="148590" y="29528"/>
                  </a:lnTo>
                  <a:lnTo>
                    <a:pt x="150019" y="30480"/>
                  </a:lnTo>
                  <a:lnTo>
                    <a:pt x="153829" y="33338"/>
                  </a:lnTo>
                  <a:lnTo>
                    <a:pt x="155257" y="39529"/>
                  </a:lnTo>
                  <a:lnTo>
                    <a:pt x="156210" y="40957"/>
                  </a:lnTo>
                  <a:lnTo>
                    <a:pt x="157163" y="42386"/>
                  </a:lnTo>
                  <a:lnTo>
                    <a:pt x="158115" y="42386"/>
                  </a:lnTo>
                  <a:lnTo>
                    <a:pt x="158591" y="40957"/>
                  </a:lnTo>
                  <a:lnTo>
                    <a:pt x="158591" y="40481"/>
                  </a:lnTo>
                  <a:lnTo>
                    <a:pt x="158115" y="38576"/>
                  </a:lnTo>
                  <a:lnTo>
                    <a:pt x="159067" y="39053"/>
                  </a:lnTo>
                  <a:lnTo>
                    <a:pt x="160020" y="40005"/>
                  </a:lnTo>
                  <a:lnTo>
                    <a:pt x="163354" y="40005"/>
                  </a:lnTo>
                  <a:lnTo>
                    <a:pt x="163354" y="40957"/>
                  </a:lnTo>
                  <a:lnTo>
                    <a:pt x="164306" y="41910"/>
                  </a:lnTo>
                  <a:lnTo>
                    <a:pt x="165259" y="41434"/>
                  </a:lnTo>
                  <a:lnTo>
                    <a:pt x="166211" y="40005"/>
                  </a:lnTo>
                  <a:lnTo>
                    <a:pt x="168116" y="38576"/>
                  </a:lnTo>
                  <a:lnTo>
                    <a:pt x="169545" y="41910"/>
                  </a:lnTo>
                  <a:lnTo>
                    <a:pt x="170974" y="44291"/>
                  </a:lnTo>
                  <a:lnTo>
                    <a:pt x="176213" y="48101"/>
                  </a:lnTo>
                  <a:lnTo>
                    <a:pt x="179546" y="50959"/>
                  </a:lnTo>
                  <a:lnTo>
                    <a:pt x="177165" y="50482"/>
                  </a:lnTo>
                  <a:lnTo>
                    <a:pt x="173355" y="47625"/>
                  </a:lnTo>
                  <a:lnTo>
                    <a:pt x="170021" y="45720"/>
                  </a:lnTo>
                  <a:lnTo>
                    <a:pt x="167640" y="42386"/>
                  </a:lnTo>
                  <a:lnTo>
                    <a:pt x="166688" y="42386"/>
                  </a:lnTo>
                  <a:lnTo>
                    <a:pt x="165259" y="44291"/>
                  </a:lnTo>
                  <a:lnTo>
                    <a:pt x="161925" y="47149"/>
                  </a:lnTo>
                  <a:lnTo>
                    <a:pt x="162878" y="50959"/>
                  </a:lnTo>
                  <a:lnTo>
                    <a:pt x="161925" y="52388"/>
                  </a:lnTo>
                  <a:lnTo>
                    <a:pt x="160972" y="53340"/>
                  </a:lnTo>
                  <a:lnTo>
                    <a:pt x="159067" y="53340"/>
                  </a:lnTo>
                  <a:lnTo>
                    <a:pt x="157163" y="53816"/>
                  </a:lnTo>
                  <a:lnTo>
                    <a:pt x="158591" y="59055"/>
                  </a:lnTo>
                  <a:lnTo>
                    <a:pt x="165735" y="70961"/>
                  </a:lnTo>
                  <a:lnTo>
                    <a:pt x="173831" y="80486"/>
                  </a:lnTo>
                  <a:lnTo>
                    <a:pt x="174784" y="81439"/>
                  </a:lnTo>
                  <a:lnTo>
                    <a:pt x="177165" y="74295"/>
                  </a:lnTo>
                  <a:lnTo>
                    <a:pt x="179546" y="72866"/>
                  </a:lnTo>
                  <a:lnTo>
                    <a:pt x="180022" y="70961"/>
                  </a:lnTo>
                  <a:lnTo>
                    <a:pt x="179070" y="66675"/>
                  </a:lnTo>
                  <a:lnTo>
                    <a:pt x="179070" y="65722"/>
                  </a:lnTo>
                  <a:lnTo>
                    <a:pt x="179546" y="65246"/>
                  </a:lnTo>
                  <a:lnTo>
                    <a:pt x="180022" y="65246"/>
                  </a:lnTo>
                  <a:lnTo>
                    <a:pt x="180975" y="65722"/>
                  </a:lnTo>
                  <a:lnTo>
                    <a:pt x="182404" y="67628"/>
                  </a:lnTo>
                  <a:lnTo>
                    <a:pt x="183832" y="70009"/>
                  </a:lnTo>
                  <a:lnTo>
                    <a:pt x="184785" y="70961"/>
                  </a:lnTo>
                  <a:lnTo>
                    <a:pt x="186214" y="70009"/>
                  </a:lnTo>
                  <a:lnTo>
                    <a:pt x="192405" y="65246"/>
                  </a:lnTo>
                  <a:lnTo>
                    <a:pt x="191929" y="63818"/>
                  </a:lnTo>
                  <a:lnTo>
                    <a:pt x="192405" y="60960"/>
                  </a:lnTo>
                  <a:lnTo>
                    <a:pt x="194310" y="58579"/>
                  </a:lnTo>
                  <a:lnTo>
                    <a:pt x="196691" y="57626"/>
                  </a:lnTo>
                  <a:lnTo>
                    <a:pt x="197167" y="56197"/>
                  </a:lnTo>
                  <a:lnTo>
                    <a:pt x="198596" y="54293"/>
                  </a:lnTo>
                  <a:close/>
                </a:path>
              </a:pathLst>
            </a:custGeom>
            <a:grpFill/>
            <a:ln w="317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F00643C6-56EC-48EA-9E12-384ECE30FD0E}"/>
                </a:ext>
              </a:extLst>
            </p:cNvPr>
            <p:cNvSpPr/>
            <p:nvPr/>
          </p:nvSpPr>
          <p:spPr>
            <a:xfrm>
              <a:off x="7485697" y="3392804"/>
              <a:ext cx="269081" cy="340518"/>
            </a:xfrm>
            <a:custGeom>
              <a:avLst/>
              <a:gdLst>
                <a:gd name="connsiteX0" fmla="*/ 144780 w 269081"/>
                <a:gd name="connsiteY0" fmla="*/ 11430 h 340518"/>
                <a:gd name="connsiteX1" fmla="*/ 144780 w 269081"/>
                <a:gd name="connsiteY1" fmla="*/ 15240 h 340518"/>
                <a:gd name="connsiteX2" fmla="*/ 144303 w 269081"/>
                <a:gd name="connsiteY2" fmla="*/ 18574 h 340518"/>
                <a:gd name="connsiteX3" fmla="*/ 144303 w 269081"/>
                <a:gd name="connsiteY3" fmla="*/ 22384 h 340518"/>
                <a:gd name="connsiteX4" fmla="*/ 143827 w 269081"/>
                <a:gd name="connsiteY4" fmla="*/ 24289 h 340518"/>
                <a:gd name="connsiteX5" fmla="*/ 145256 w 269081"/>
                <a:gd name="connsiteY5" fmla="*/ 25717 h 340518"/>
                <a:gd name="connsiteX6" fmla="*/ 147638 w 269081"/>
                <a:gd name="connsiteY6" fmla="*/ 26194 h 340518"/>
                <a:gd name="connsiteX7" fmla="*/ 148590 w 269081"/>
                <a:gd name="connsiteY7" fmla="*/ 26194 h 340518"/>
                <a:gd name="connsiteX8" fmla="*/ 149066 w 269081"/>
                <a:gd name="connsiteY8" fmla="*/ 25241 h 340518"/>
                <a:gd name="connsiteX9" fmla="*/ 149542 w 269081"/>
                <a:gd name="connsiteY9" fmla="*/ 23336 h 340518"/>
                <a:gd name="connsiteX10" fmla="*/ 150495 w 269081"/>
                <a:gd name="connsiteY10" fmla="*/ 21907 h 340518"/>
                <a:gd name="connsiteX11" fmla="*/ 151923 w 269081"/>
                <a:gd name="connsiteY11" fmla="*/ 20002 h 340518"/>
                <a:gd name="connsiteX12" fmla="*/ 153352 w 269081"/>
                <a:gd name="connsiteY12" fmla="*/ 9049 h 340518"/>
                <a:gd name="connsiteX13" fmla="*/ 153352 w 269081"/>
                <a:gd name="connsiteY13" fmla="*/ 5239 h 340518"/>
                <a:gd name="connsiteX14" fmla="*/ 153828 w 269081"/>
                <a:gd name="connsiteY14" fmla="*/ 952 h 340518"/>
                <a:gd name="connsiteX15" fmla="*/ 153352 w 269081"/>
                <a:gd name="connsiteY15" fmla="*/ 0 h 340518"/>
                <a:gd name="connsiteX16" fmla="*/ 152400 w 269081"/>
                <a:gd name="connsiteY16" fmla="*/ 0 h 340518"/>
                <a:gd name="connsiteX17" fmla="*/ 151447 w 269081"/>
                <a:gd name="connsiteY17" fmla="*/ 1429 h 340518"/>
                <a:gd name="connsiteX18" fmla="*/ 150019 w 269081"/>
                <a:gd name="connsiteY18" fmla="*/ 4286 h 340518"/>
                <a:gd name="connsiteX19" fmla="*/ 147161 w 269081"/>
                <a:gd name="connsiteY19" fmla="*/ 4763 h 340518"/>
                <a:gd name="connsiteX20" fmla="*/ 146209 w 269081"/>
                <a:gd name="connsiteY20" fmla="*/ 4286 h 340518"/>
                <a:gd name="connsiteX21" fmla="*/ 145256 w 269081"/>
                <a:gd name="connsiteY21" fmla="*/ 5239 h 340518"/>
                <a:gd name="connsiteX22" fmla="*/ 142398 w 269081"/>
                <a:gd name="connsiteY22" fmla="*/ 10477 h 340518"/>
                <a:gd name="connsiteX23" fmla="*/ 143827 w 269081"/>
                <a:gd name="connsiteY23" fmla="*/ 10477 h 340518"/>
                <a:gd name="connsiteX24" fmla="*/ 144780 w 269081"/>
                <a:gd name="connsiteY24" fmla="*/ 11430 h 340518"/>
                <a:gd name="connsiteX25" fmla="*/ 269081 w 269081"/>
                <a:gd name="connsiteY25" fmla="*/ 137636 h 340518"/>
                <a:gd name="connsiteX26" fmla="*/ 264795 w 269081"/>
                <a:gd name="connsiteY26" fmla="*/ 136207 h 340518"/>
                <a:gd name="connsiteX27" fmla="*/ 259556 w 269081"/>
                <a:gd name="connsiteY27" fmla="*/ 135255 h 340518"/>
                <a:gd name="connsiteX28" fmla="*/ 255746 w 269081"/>
                <a:gd name="connsiteY28" fmla="*/ 132397 h 340518"/>
                <a:gd name="connsiteX29" fmla="*/ 251936 w 269081"/>
                <a:gd name="connsiteY29" fmla="*/ 127635 h 340518"/>
                <a:gd name="connsiteX30" fmla="*/ 248126 w 269081"/>
                <a:gd name="connsiteY30" fmla="*/ 121444 h 340518"/>
                <a:gd name="connsiteX31" fmla="*/ 242411 w 269081"/>
                <a:gd name="connsiteY31" fmla="*/ 115729 h 340518"/>
                <a:gd name="connsiteX32" fmla="*/ 240982 w 269081"/>
                <a:gd name="connsiteY32" fmla="*/ 111919 h 340518"/>
                <a:gd name="connsiteX33" fmla="*/ 238601 w 269081"/>
                <a:gd name="connsiteY33" fmla="*/ 108585 h 340518"/>
                <a:gd name="connsiteX34" fmla="*/ 235744 w 269081"/>
                <a:gd name="connsiteY34" fmla="*/ 106204 h 340518"/>
                <a:gd name="connsiteX35" fmla="*/ 233839 w 269081"/>
                <a:gd name="connsiteY35" fmla="*/ 101917 h 340518"/>
                <a:gd name="connsiteX36" fmla="*/ 227171 w 269081"/>
                <a:gd name="connsiteY36" fmla="*/ 97631 h 340518"/>
                <a:gd name="connsiteX37" fmla="*/ 224314 w 269081"/>
                <a:gd name="connsiteY37" fmla="*/ 97631 h 340518"/>
                <a:gd name="connsiteX38" fmla="*/ 220503 w 269081"/>
                <a:gd name="connsiteY38" fmla="*/ 98584 h 340518"/>
                <a:gd name="connsiteX39" fmla="*/ 218122 w 269081"/>
                <a:gd name="connsiteY39" fmla="*/ 98584 h 340518"/>
                <a:gd name="connsiteX40" fmla="*/ 210978 w 269081"/>
                <a:gd name="connsiteY40" fmla="*/ 95250 h 340518"/>
                <a:gd name="connsiteX41" fmla="*/ 200977 w 269081"/>
                <a:gd name="connsiteY41" fmla="*/ 93821 h 340518"/>
                <a:gd name="connsiteX42" fmla="*/ 193834 w 269081"/>
                <a:gd name="connsiteY42" fmla="*/ 92392 h 340518"/>
                <a:gd name="connsiteX43" fmla="*/ 180498 w 269081"/>
                <a:gd name="connsiteY43" fmla="*/ 88106 h 340518"/>
                <a:gd name="connsiteX44" fmla="*/ 177165 w 269081"/>
                <a:gd name="connsiteY44" fmla="*/ 86201 h 340518"/>
                <a:gd name="connsiteX45" fmla="*/ 170021 w 269081"/>
                <a:gd name="connsiteY45" fmla="*/ 80010 h 340518"/>
                <a:gd name="connsiteX46" fmla="*/ 165259 w 269081"/>
                <a:gd name="connsiteY46" fmla="*/ 73342 h 340518"/>
                <a:gd name="connsiteX47" fmla="*/ 160496 w 269081"/>
                <a:gd name="connsiteY47" fmla="*/ 68580 h 340518"/>
                <a:gd name="connsiteX48" fmla="*/ 155257 w 269081"/>
                <a:gd name="connsiteY48" fmla="*/ 60007 h 340518"/>
                <a:gd name="connsiteX49" fmla="*/ 151923 w 269081"/>
                <a:gd name="connsiteY49" fmla="*/ 50482 h 340518"/>
                <a:gd name="connsiteX50" fmla="*/ 150495 w 269081"/>
                <a:gd name="connsiteY50" fmla="*/ 50482 h 340518"/>
                <a:gd name="connsiteX51" fmla="*/ 149066 w 269081"/>
                <a:gd name="connsiteY51" fmla="*/ 51911 h 340518"/>
                <a:gd name="connsiteX52" fmla="*/ 147638 w 269081"/>
                <a:gd name="connsiteY52" fmla="*/ 54292 h 340518"/>
                <a:gd name="connsiteX53" fmla="*/ 145256 w 269081"/>
                <a:gd name="connsiteY53" fmla="*/ 55721 h 340518"/>
                <a:gd name="connsiteX54" fmla="*/ 143351 w 269081"/>
                <a:gd name="connsiteY54" fmla="*/ 57150 h 340518"/>
                <a:gd name="connsiteX55" fmla="*/ 141922 w 269081"/>
                <a:gd name="connsiteY55" fmla="*/ 59055 h 340518"/>
                <a:gd name="connsiteX56" fmla="*/ 140494 w 269081"/>
                <a:gd name="connsiteY56" fmla="*/ 59531 h 340518"/>
                <a:gd name="connsiteX57" fmla="*/ 138589 w 269081"/>
                <a:gd name="connsiteY57" fmla="*/ 57626 h 340518"/>
                <a:gd name="connsiteX58" fmla="*/ 137160 w 269081"/>
                <a:gd name="connsiteY58" fmla="*/ 55245 h 340518"/>
                <a:gd name="connsiteX59" fmla="*/ 137636 w 269081"/>
                <a:gd name="connsiteY59" fmla="*/ 54769 h 340518"/>
                <a:gd name="connsiteX60" fmla="*/ 138589 w 269081"/>
                <a:gd name="connsiteY60" fmla="*/ 54769 h 340518"/>
                <a:gd name="connsiteX61" fmla="*/ 139065 w 269081"/>
                <a:gd name="connsiteY61" fmla="*/ 53816 h 340518"/>
                <a:gd name="connsiteX62" fmla="*/ 138589 w 269081"/>
                <a:gd name="connsiteY62" fmla="*/ 52388 h 340518"/>
                <a:gd name="connsiteX63" fmla="*/ 137160 w 269081"/>
                <a:gd name="connsiteY63" fmla="*/ 51911 h 340518"/>
                <a:gd name="connsiteX64" fmla="*/ 135731 w 269081"/>
                <a:gd name="connsiteY64" fmla="*/ 51911 h 340518"/>
                <a:gd name="connsiteX65" fmla="*/ 134302 w 269081"/>
                <a:gd name="connsiteY65" fmla="*/ 52864 h 340518"/>
                <a:gd name="connsiteX66" fmla="*/ 132873 w 269081"/>
                <a:gd name="connsiteY66" fmla="*/ 54292 h 340518"/>
                <a:gd name="connsiteX67" fmla="*/ 131921 w 269081"/>
                <a:gd name="connsiteY67" fmla="*/ 55721 h 340518"/>
                <a:gd name="connsiteX68" fmla="*/ 131921 w 269081"/>
                <a:gd name="connsiteY68" fmla="*/ 59055 h 340518"/>
                <a:gd name="connsiteX69" fmla="*/ 132397 w 269081"/>
                <a:gd name="connsiteY69" fmla="*/ 62389 h 340518"/>
                <a:gd name="connsiteX70" fmla="*/ 132397 w 269081"/>
                <a:gd name="connsiteY70" fmla="*/ 64294 h 340518"/>
                <a:gd name="connsiteX71" fmla="*/ 131445 w 269081"/>
                <a:gd name="connsiteY71" fmla="*/ 66199 h 340518"/>
                <a:gd name="connsiteX72" fmla="*/ 130969 w 269081"/>
                <a:gd name="connsiteY72" fmla="*/ 69056 h 340518"/>
                <a:gd name="connsiteX73" fmla="*/ 131445 w 269081"/>
                <a:gd name="connsiteY73" fmla="*/ 71438 h 340518"/>
                <a:gd name="connsiteX74" fmla="*/ 131921 w 269081"/>
                <a:gd name="connsiteY74" fmla="*/ 72866 h 340518"/>
                <a:gd name="connsiteX75" fmla="*/ 131921 w 269081"/>
                <a:gd name="connsiteY75" fmla="*/ 74295 h 340518"/>
                <a:gd name="connsiteX76" fmla="*/ 130492 w 269081"/>
                <a:gd name="connsiteY76" fmla="*/ 78105 h 340518"/>
                <a:gd name="connsiteX77" fmla="*/ 131921 w 269081"/>
                <a:gd name="connsiteY77" fmla="*/ 78581 h 340518"/>
                <a:gd name="connsiteX78" fmla="*/ 136207 w 269081"/>
                <a:gd name="connsiteY78" fmla="*/ 79057 h 340518"/>
                <a:gd name="connsiteX79" fmla="*/ 137636 w 269081"/>
                <a:gd name="connsiteY79" fmla="*/ 81439 h 340518"/>
                <a:gd name="connsiteX80" fmla="*/ 138589 w 269081"/>
                <a:gd name="connsiteY80" fmla="*/ 83344 h 340518"/>
                <a:gd name="connsiteX81" fmla="*/ 138113 w 269081"/>
                <a:gd name="connsiteY81" fmla="*/ 84296 h 340518"/>
                <a:gd name="connsiteX82" fmla="*/ 134778 w 269081"/>
                <a:gd name="connsiteY82" fmla="*/ 85249 h 340518"/>
                <a:gd name="connsiteX83" fmla="*/ 130969 w 269081"/>
                <a:gd name="connsiteY83" fmla="*/ 86201 h 340518"/>
                <a:gd name="connsiteX84" fmla="*/ 128111 w 269081"/>
                <a:gd name="connsiteY84" fmla="*/ 85725 h 340518"/>
                <a:gd name="connsiteX85" fmla="*/ 122872 w 269081"/>
                <a:gd name="connsiteY85" fmla="*/ 86677 h 340518"/>
                <a:gd name="connsiteX86" fmla="*/ 120015 w 269081"/>
                <a:gd name="connsiteY86" fmla="*/ 88582 h 340518"/>
                <a:gd name="connsiteX87" fmla="*/ 120967 w 269081"/>
                <a:gd name="connsiteY87" fmla="*/ 89535 h 340518"/>
                <a:gd name="connsiteX88" fmla="*/ 121920 w 269081"/>
                <a:gd name="connsiteY88" fmla="*/ 90488 h 340518"/>
                <a:gd name="connsiteX89" fmla="*/ 122396 w 269081"/>
                <a:gd name="connsiteY89" fmla="*/ 92869 h 340518"/>
                <a:gd name="connsiteX90" fmla="*/ 121444 w 269081"/>
                <a:gd name="connsiteY90" fmla="*/ 96202 h 340518"/>
                <a:gd name="connsiteX91" fmla="*/ 120015 w 269081"/>
                <a:gd name="connsiteY91" fmla="*/ 99536 h 340518"/>
                <a:gd name="connsiteX92" fmla="*/ 118110 w 269081"/>
                <a:gd name="connsiteY92" fmla="*/ 103822 h 340518"/>
                <a:gd name="connsiteX93" fmla="*/ 116205 w 269081"/>
                <a:gd name="connsiteY93" fmla="*/ 108585 h 340518"/>
                <a:gd name="connsiteX94" fmla="*/ 113347 w 269081"/>
                <a:gd name="connsiteY94" fmla="*/ 115729 h 340518"/>
                <a:gd name="connsiteX95" fmla="*/ 110966 w 269081"/>
                <a:gd name="connsiteY95" fmla="*/ 121444 h 340518"/>
                <a:gd name="connsiteX96" fmla="*/ 110490 w 269081"/>
                <a:gd name="connsiteY96" fmla="*/ 125254 h 340518"/>
                <a:gd name="connsiteX97" fmla="*/ 110490 w 269081"/>
                <a:gd name="connsiteY97" fmla="*/ 127635 h 340518"/>
                <a:gd name="connsiteX98" fmla="*/ 110014 w 269081"/>
                <a:gd name="connsiteY98" fmla="*/ 132874 h 340518"/>
                <a:gd name="connsiteX99" fmla="*/ 112395 w 269081"/>
                <a:gd name="connsiteY99" fmla="*/ 136684 h 340518"/>
                <a:gd name="connsiteX100" fmla="*/ 114300 w 269081"/>
                <a:gd name="connsiteY100" fmla="*/ 140017 h 340518"/>
                <a:gd name="connsiteX101" fmla="*/ 117157 w 269081"/>
                <a:gd name="connsiteY101" fmla="*/ 144780 h 340518"/>
                <a:gd name="connsiteX102" fmla="*/ 120015 w 269081"/>
                <a:gd name="connsiteY102" fmla="*/ 149542 h 340518"/>
                <a:gd name="connsiteX103" fmla="*/ 122872 w 269081"/>
                <a:gd name="connsiteY103" fmla="*/ 154305 h 340518"/>
                <a:gd name="connsiteX104" fmla="*/ 125253 w 269081"/>
                <a:gd name="connsiteY104" fmla="*/ 157639 h 340518"/>
                <a:gd name="connsiteX105" fmla="*/ 124301 w 269081"/>
                <a:gd name="connsiteY105" fmla="*/ 161449 h 340518"/>
                <a:gd name="connsiteX106" fmla="*/ 122872 w 269081"/>
                <a:gd name="connsiteY106" fmla="*/ 165259 h 340518"/>
                <a:gd name="connsiteX107" fmla="*/ 121444 w 269081"/>
                <a:gd name="connsiteY107" fmla="*/ 169069 h 340518"/>
                <a:gd name="connsiteX108" fmla="*/ 120015 w 269081"/>
                <a:gd name="connsiteY108" fmla="*/ 172879 h 340518"/>
                <a:gd name="connsiteX109" fmla="*/ 118586 w 269081"/>
                <a:gd name="connsiteY109" fmla="*/ 176689 h 340518"/>
                <a:gd name="connsiteX110" fmla="*/ 117157 w 269081"/>
                <a:gd name="connsiteY110" fmla="*/ 180499 h 340518"/>
                <a:gd name="connsiteX111" fmla="*/ 115728 w 269081"/>
                <a:gd name="connsiteY111" fmla="*/ 184309 h 340518"/>
                <a:gd name="connsiteX112" fmla="*/ 114300 w 269081"/>
                <a:gd name="connsiteY112" fmla="*/ 188119 h 340518"/>
                <a:gd name="connsiteX113" fmla="*/ 112871 w 269081"/>
                <a:gd name="connsiteY113" fmla="*/ 191929 h 340518"/>
                <a:gd name="connsiteX114" fmla="*/ 111442 w 269081"/>
                <a:gd name="connsiteY114" fmla="*/ 195739 h 340518"/>
                <a:gd name="connsiteX115" fmla="*/ 110014 w 269081"/>
                <a:gd name="connsiteY115" fmla="*/ 199549 h 340518"/>
                <a:gd name="connsiteX116" fmla="*/ 108585 w 269081"/>
                <a:gd name="connsiteY116" fmla="*/ 203359 h 340518"/>
                <a:gd name="connsiteX117" fmla="*/ 107156 w 269081"/>
                <a:gd name="connsiteY117" fmla="*/ 207169 h 340518"/>
                <a:gd name="connsiteX118" fmla="*/ 105727 w 269081"/>
                <a:gd name="connsiteY118" fmla="*/ 210979 h 340518"/>
                <a:gd name="connsiteX119" fmla="*/ 104298 w 269081"/>
                <a:gd name="connsiteY119" fmla="*/ 214789 h 340518"/>
                <a:gd name="connsiteX120" fmla="*/ 102870 w 269081"/>
                <a:gd name="connsiteY120" fmla="*/ 218599 h 340518"/>
                <a:gd name="connsiteX121" fmla="*/ 101441 w 269081"/>
                <a:gd name="connsiteY121" fmla="*/ 222409 h 340518"/>
                <a:gd name="connsiteX122" fmla="*/ 100013 w 269081"/>
                <a:gd name="connsiteY122" fmla="*/ 227171 h 340518"/>
                <a:gd name="connsiteX123" fmla="*/ 96202 w 269081"/>
                <a:gd name="connsiteY123" fmla="*/ 228600 h 340518"/>
                <a:gd name="connsiteX124" fmla="*/ 90488 w 269081"/>
                <a:gd name="connsiteY124" fmla="*/ 230505 h 340518"/>
                <a:gd name="connsiteX125" fmla="*/ 84772 w 269081"/>
                <a:gd name="connsiteY125" fmla="*/ 232410 h 340518"/>
                <a:gd name="connsiteX126" fmla="*/ 79057 w 269081"/>
                <a:gd name="connsiteY126" fmla="*/ 234315 h 340518"/>
                <a:gd name="connsiteX127" fmla="*/ 73342 w 269081"/>
                <a:gd name="connsiteY127" fmla="*/ 236220 h 340518"/>
                <a:gd name="connsiteX128" fmla="*/ 67627 w 269081"/>
                <a:gd name="connsiteY128" fmla="*/ 238125 h 340518"/>
                <a:gd name="connsiteX129" fmla="*/ 61913 w 269081"/>
                <a:gd name="connsiteY129" fmla="*/ 240030 h 340518"/>
                <a:gd name="connsiteX130" fmla="*/ 56197 w 269081"/>
                <a:gd name="connsiteY130" fmla="*/ 241935 h 340518"/>
                <a:gd name="connsiteX131" fmla="*/ 50482 w 269081"/>
                <a:gd name="connsiteY131" fmla="*/ 243840 h 340518"/>
                <a:gd name="connsiteX132" fmla="*/ 44767 w 269081"/>
                <a:gd name="connsiteY132" fmla="*/ 245745 h 340518"/>
                <a:gd name="connsiteX133" fmla="*/ 39052 w 269081"/>
                <a:gd name="connsiteY133" fmla="*/ 247650 h 340518"/>
                <a:gd name="connsiteX134" fmla="*/ 33338 w 269081"/>
                <a:gd name="connsiteY134" fmla="*/ 249555 h 340518"/>
                <a:gd name="connsiteX135" fmla="*/ 27622 w 269081"/>
                <a:gd name="connsiteY135" fmla="*/ 251460 h 340518"/>
                <a:gd name="connsiteX136" fmla="*/ 21907 w 269081"/>
                <a:gd name="connsiteY136" fmla="*/ 253365 h 340518"/>
                <a:gd name="connsiteX137" fmla="*/ 16192 w 269081"/>
                <a:gd name="connsiteY137" fmla="*/ 255270 h 340518"/>
                <a:gd name="connsiteX138" fmla="*/ 10477 w 269081"/>
                <a:gd name="connsiteY138" fmla="*/ 257175 h 340518"/>
                <a:gd name="connsiteX139" fmla="*/ 4763 w 269081"/>
                <a:gd name="connsiteY139" fmla="*/ 259080 h 340518"/>
                <a:gd name="connsiteX140" fmla="*/ 0 w 269081"/>
                <a:gd name="connsiteY140" fmla="*/ 260509 h 340518"/>
                <a:gd name="connsiteX141" fmla="*/ 1428 w 269081"/>
                <a:gd name="connsiteY141" fmla="*/ 263842 h 340518"/>
                <a:gd name="connsiteX142" fmla="*/ 2857 w 269081"/>
                <a:gd name="connsiteY142" fmla="*/ 267176 h 340518"/>
                <a:gd name="connsiteX143" fmla="*/ 4286 w 269081"/>
                <a:gd name="connsiteY143" fmla="*/ 270510 h 340518"/>
                <a:gd name="connsiteX144" fmla="*/ 5715 w 269081"/>
                <a:gd name="connsiteY144" fmla="*/ 273844 h 340518"/>
                <a:gd name="connsiteX145" fmla="*/ 7144 w 269081"/>
                <a:gd name="connsiteY145" fmla="*/ 277177 h 340518"/>
                <a:gd name="connsiteX146" fmla="*/ 8572 w 269081"/>
                <a:gd name="connsiteY146" fmla="*/ 280511 h 340518"/>
                <a:gd name="connsiteX147" fmla="*/ 10001 w 269081"/>
                <a:gd name="connsiteY147" fmla="*/ 283845 h 340518"/>
                <a:gd name="connsiteX148" fmla="*/ 11430 w 269081"/>
                <a:gd name="connsiteY148" fmla="*/ 287179 h 340518"/>
                <a:gd name="connsiteX149" fmla="*/ 12859 w 269081"/>
                <a:gd name="connsiteY149" fmla="*/ 290513 h 340518"/>
                <a:gd name="connsiteX150" fmla="*/ 14288 w 269081"/>
                <a:gd name="connsiteY150" fmla="*/ 293846 h 340518"/>
                <a:gd name="connsiteX151" fmla="*/ 15716 w 269081"/>
                <a:gd name="connsiteY151" fmla="*/ 297180 h 340518"/>
                <a:gd name="connsiteX152" fmla="*/ 17145 w 269081"/>
                <a:gd name="connsiteY152" fmla="*/ 300514 h 340518"/>
                <a:gd name="connsiteX153" fmla="*/ 18573 w 269081"/>
                <a:gd name="connsiteY153" fmla="*/ 303847 h 340518"/>
                <a:gd name="connsiteX154" fmla="*/ 20002 w 269081"/>
                <a:gd name="connsiteY154" fmla="*/ 307181 h 340518"/>
                <a:gd name="connsiteX155" fmla="*/ 21431 w 269081"/>
                <a:gd name="connsiteY155" fmla="*/ 310515 h 340518"/>
                <a:gd name="connsiteX156" fmla="*/ 22860 w 269081"/>
                <a:gd name="connsiteY156" fmla="*/ 313849 h 340518"/>
                <a:gd name="connsiteX157" fmla="*/ 24289 w 269081"/>
                <a:gd name="connsiteY157" fmla="*/ 317182 h 340518"/>
                <a:gd name="connsiteX158" fmla="*/ 26670 w 269081"/>
                <a:gd name="connsiteY158" fmla="*/ 318135 h 340518"/>
                <a:gd name="connsiteX159" fmla="*/ 28098 w 269081"/>
                <a:gd name="connsiteY159" fmla="*/ 321469 h 340518"/>
                <a:gd name="connsiteX160" fmla="*/ 30003 w 269081"/>
                <a:gd name="connsiteY160" fmla="*/ 326231 h 340518"/>
                <a:gd name="connsiteX161" fmla="*/ 31909 w 269081"/>
                <a:gd name="connsiteY161" fmla="*/ 330994 h 340518"/>
                <a:gd name="connsiteX162" fmla="*/ 33814 w 269081"/>
                <a:gd name="connsiteY162" fmla="*/ 335756 h 340518"/>
                <a:gd name="connsiteX163" fmla="*/ 35719 w 269081"/>
                <a:gd name="connsiteY163" fmla="*/ 340519 h 340518"/>
                <a:gd name="connsiteX164" fmla="*/ 42863 w 269081"/>
                <a:gd name="connsiteY164" fmla="*/ 338138 h 340518"/>
                <a:gd name="connsiteX165" fmla="*/ 53340 w 269081"/>
                <a:gd name="connsiteY165" fmla="*/ 336709 h 340518"/>
                <a:gd name="connsiteX166" fmla="*/ 59055 w 269081"/>
                <a:gd name="connsiteY166" fmla="*/ 333375 h 340518"/>
                <a:gd name="connsiteX167" fmla="*/ 65246 w 269081"/>
                <a:gd name="connsiteY167" fmla="*/ 330994 h 340518"/>
                <a:gd name="connsiteX168" fmla="*/ 69056 w 269081"/>
                <a:gd name="connsiteY168" fmla="*/ 328136 h 340518"/>
                <a:gd name="connsiteX169" fmla="*/ 79534 w 269081"/>
                <a:gd name="connsiteY169" fmla="*/ 327184 h 340518"/>
                <a:gd name="connsiteX170" fmla="*/ 86201 w 269081"/>
                <a:gd name="connsiteY170" fmla="*/ 327184 h 340518"/>
                <a:gd name="connsiteX171" fmla="*/ 89535 w 269081"/>
                <a:gd name="connsiteY171" fmla="*/ 328136 h 340518"/>
                <a:gd name="connsiteX172" fmla="*/ 93345 w 269081"/>
                <a:gd name="connsiteY172" fmla="*/ 329565 h 340518"/>
                <a:gd name="connsiteX173" fmla="*/ 103346 w 269081"/>
                <a:gd name="connsiteY173" fmla="*/ 327184 h 340518"/>
                <a:gd name="connsiteX174" fmla="*/ 107156 w 269081"/>
                <a:gd name="connsiteY174" fmla="*/ 322897 h 340518"/>
                <a:gd name="connsiteX175" fmla="*/ 110490 w 269081"/>
                <a:gd name="connsiteY175" fmla="*/ 317182 h 340518"/>
                <a:gd name="connsiteX176" fmla="*/ 110966 w 269081"/>
                <a:gd name="connsiteY176" fmla="*/ 315277 h 340518"/>
                <a:gd name="connsiteX177" fmla="*/ 110490 w 269081"/>
                <a:gd name="connsiteY177" fmla="*/ 312896 h 340518"/>
                <a:gd name="connsiteX178" fmla="*/ 109061 w 269081"/>
                <a:gd name="connsiteY178" fmla="*/ 310991 h 340518"/>
                <a:gd name="connsiteX179" fmla="*/ 109538 w 269081"/>
                <a:gd name="connsiteY179" fmla="*/ 308134 h 340518"/>
                <a:gd name="connsiteX180" fmla="*/ 117157 w 269081"/>
                <a:gd name="connsiteY180" fmla="*/ 299085 h 340518"/>
                <a:gd name="connsiteX181" fmla="*/ 121920 w 269081"/>
                <a:gd name="connsiteY181" fmla="*/ 297656 h 340518"/>
                <a:gd name="connsiteX182" fmla="*/ 134778 w 269081"/>
                <a:gd name="connsiteY182" fmla="*/ 295751 h 340518"/>
                <a:gd name="connsiteX183" fmla="*/ 143827 w 269081"/>
                <a:gd name="connsiteY183" fmla="*/ 295275 h 340518"/>
                <a:gd name="connsiteX184" fmla="*/ 147638 w 269081"/>
                <a:gd name="connsiteY184" fmla="*/ 293846 h 340518"/>
                <a:gd name="connsiteX185" fmla="*/ 153352 w 269081"/>
                <a:gd name="connsiteY185" fmla="*/ 287655 h 340518"/>
                <a:gd name="connsiteX186" fmla="*/ 156686 w 269081"/>
                <a:gd name="connsiteY186" fmla="*/ 272891 h 340518"/>
                <a:gd name="connsiteX187" fmla="*/ 162401 w 269081"/>
                <a:gd name="connsiteY187" fmla="*/ 267176 h 340518"/>
                <a:gd name="connsiteX188" fmla="*/ 166688 w 269081"/>
                <a:gd name="connsiteY188" fmla="*/ 264795 h 340518"/>
                <a:gd name="connsiteX189" fmla="*/ 174307 w 269081"/>
                <a:gd name="connsiteY189" fmla="*/ 262414 h 340518"/>
                <a:gd name="connsiteX190" fmla="*/ 182880 w 269081"/>
                <a:gd name="connsiteY190" fmla="*/ 260985 h 340518"/>
                <a:gd name="connsiteX191" fmla="*/ 191452 w 269081"/>
                <a:gd name="connsiteY191" fmla="*/ 260509 h 340518"/>
                <a:gd name="connsiteX192" fmla="*/ 193357 w 269081"/>
                <a:gd name="connsiteY192" fmla="*/ 260032 h 340518"/>
                <a:gd name="connsiteX193" fmla="*/ 195739 w 269081"/>
                <a:gd name="connsiteY193" fmla="*/ 258604 h 340518"/>
                <a:gd name="connsiteX194" fmla="*/ 194786 w 269081"/>
                <a:gd name="connsiteY194" fmla="*/ 254317 h 340518"/>
                <a:gd name="connsiteX195" fmla="*/ 193834 w 269081"/>
                <a:gd name="connsiteY195" fmla="*/ 250507 h 340518"/>
                <a:gd name="connsiteX196" fmla="*/ 193834 w 269081"/>
                <a:gd name="connsiteY196" fmla="*/ 244316 h 340518"/>
                <a:gd name="connsiteX197" fmla="*/ 192405 w 269081"/>
                <a:gd name="connsiteY197" fmla="*/ 238125 h 340518"/>
                <a:gd name="connsiteX198" fmla="*/ 192405 w 269081"/>
                <a:gd name="connsiteY198" fmla="*/ 235744 h 340518"/>
                <a:gd name="connsiteX199" fmla="*/ 193357 w 269081"/>
                <a:gd name="connsiteY199" fmla="*/ 231457 h 340518"/>
                <a:gd name="connsiteX200" fmla="*/ 195263 w 269081"/>
                <a:gd name="connsiteY200" fmla="*/ 226219 h 340518"/>
                <a:gd name="connsiteX201" fmla="*/ 196691 w 269081"/>
                <a:gd name="connsiteY201" fmla="*/ 220504 h 340518"/>
                <a:gd name="connsiteX202" fmla="*/ 197167 w 269081"/>
                <a:gd name="connsiteY202" fmla="*/ 216217 h 340518"/>
                <a:gd name="connsiteX203" fmla="*/ 200025 w 269081"/>
                <a:gd name="connsiteY203" fmla="*/ 212884 h 340518"/>
                <a:gd name="connsiteX204" fmla="*/ 205264 w 269081"/>
                <a:gd name="connsiteY204" fmla="*/ 204788 h 340518"/>
                <a:gd name="connsiteX205" fmla="*/ 207645 w 269081"/>
                <a:gd name="connsiteY205" fmla="*/ 204311 h 340518"/>
                <a:gd name="connsiteX206" fmla="*/ 210026 w 269081"/>
                <a:gd name="connsiteY206" fmla="*/ 203835 h 340518"/>
                <a:gd name="connsiteX207" fmla="*/ 209550 w 269081"/>
                <a:gd name="connsiteY207" fmla="*/ 207169 h 340518"/>
                <a:gd name="connsiteX208" fmla="*/ 208597 w 269081"/>
                <a:gd name="connsiteY208" fmla="*/ 210026 h 340518"/>
                <a:gd name="connsiteX209" fmla="*/ 210502 w 269081"/>
                <a:gd name="connsiteY209" fmla="*/ 210979 h 340518"/>
                <a:gd name="connsiteX210" fmla="*/ 213360 w 269081"/>
                <a:gd name="connsiteY210" fmla="*/ 211455 h 340518"/>
                <a:gd name="connsiteX211" fmla="*/ 217646 w 269081"/>
                <a:gd name="connsiteY211" fmla="*/ 210979 h 340518"/>
                <a:gd name="connsiteX212" fmla="*/ 219551 w 269081"/>
                <a:gd name="connsiteY212" fmla="*/ 207645 h 340518"/>
                <a:gd name="connsiteX213" fmla="*/ 224790 w 269081"/>
                <a:gd name="connsiteY213" fmla="*/ 197167 h 340518"/>
                <a:gd name="connsiteX214" fmla="*/ 231934 w 269081"/>
                <a:gd name="connsiteY214" fmla="*/ 186214 h 340518"/>
                <a:gd name="connsiteX215" fmla="*/ 237648 w 269081"/>
                <a:gd name="connsiteY215" fmla="*/ 180022 h 340518"/>
                <a:gd name="connsiteX216" fmla="*/ 245745 w 269081"/>
                <a:gd name="connsiteY216" fmla="*/ 174784 h 340518"/>
                <a:gd name="connsiteX217" fmla="*/ 248126 w 269081"/>
                <a:gd name="connsiteY217" fmla="*/ 172402 h 340518"/>
                <a:gd name="connsiteX218" fmla="*/ 252889 w 269081"/>
                <a:gd name="connsiteY218" fmla="*/ 162401 h 340518"/>
                <a:gd name="connsiteX219" fmla="*/ 257651 w 269081"/>
                <a:gd name="connsiteY219" fmla="*/ 156210 h 340518"/>
                <a:gd name="connsiteX220" fmla="*/ 258603 w 269081"/>
                <a:gd name="connsiteY220" fmla="*/ 152400 h 340518"/>
                <a:gd name="connsiteX221" fmla="*/ 262890 w 269081"/>
                <a:gd name="connsiteY221" fmla="*/ 146685 h 340518"/>
                <a:gd name="connsiteX222" fmla="*/ 263842 w 269081"/>
                <a:gd name="connsiteY222" fmla="*/ 143827 h 340518"/>
                <a:gd name="connsiteX223" fmla="*/ 264319 w 269081"/>
                <a:gd name="connsiteY223" fmla="*/ 139541 h 340518"/>
                <a:gd name="connsiteX224" fmla="*/ 269081 w 269081"/>
                <a:gd name="connsiteY224" fmla="*/ 137636 h 34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69081" h="340518">
                  <a:moveTo>
                    <a:pt x="144780" y="11430"/>
                  </a:moveTo>
                  <a:lnTo>
                    <a:pt x="144780" y="15240"/>
                  </a:lnTo>
                  <a:lnTo>
                    <a:pt x="144303" y="18574"/>
                  </a:lnTo>
                  <a:lnTo>
                    <a:pt x="144303" y="22384"/>
                  </a:lnTo>
                  <a:lnTo>
                    <a:pt x="143827" y="24289"/>
                  </a:lnTo>
                  <a:lnTo>
                    <a:pt x="145256" y="25717"/>
                  </a:lnTo>
                  <a:lnTo>
                    <a:pt x="147638" y="26194"/>
                  </a:lnTo>
                  <a:lnTo>
                    <a:pt x="148590" y="26194"/>
                  </a:lnTo>
                  <a:lnTo>
                    <a:pt x="149066" y="25241"/>
                  </a:lnTo>
                  <a:lnTo>
                    <a:pt x="149542" y="23336"/>
                  </a:lnTo>
                  <a:lnTo>
                    <a:pt x="150495" y="21907"/>
                  </a:lnTo>
                  <a:lnTo>
                    <a:pt x="151923" y="20002"/>
                  </a:lnTo>
                  <a:lnTo>
                    <a:pt x="153352" y="9049"/>
                  </a:lnTo>
                  <a:lnTo>
                    <a:pt x="153352" y="5239"/>
                  </a:lnTo>
                  <a:lnTo>
                    <a:pt x="153828" y="952"/>
                  </a:lnTo>
                  <a:lnTo>
                    <a:pt x="153352" y="0"/>
                  </a:lnTo>
                  <a:lnTo>
                    <a:pt x="152400" y="0"/>
                  </a:lnTo>
                  <a:lnTo>
                    <a:pt x="151447" y="1429"/>
                  </a:lnTo>
                  <a:lnTo>
                    <a:pt x="150019" y="4286"/>
                  </a:lnTo>
                  <a:lnTo>
                    <a:pt x="147161" y="4763"/>
                  </a:lnTo>
                  <a:lnTo>
                    <a:pt x="146209" y="4286"/>
                  </a:lnTo>
                  <a:lnTo>
                    <a:pt x="145256" y="5239"/>
                  </a:lnTo>
                  <a:lnTo>
                    <a:pt x="142398" y="10477"/>
                  </a:lnTo>
                  <a:lnTo>
                    <a:pt x="143827" y="10477"/>
                  </a:lnTo>
                  <a:lnTo>
                    <a:pt x="144780" y="11430"/>
                  </a:lnTo>
                  <a:close/>
                  <a:moveTo>
                    <a:pt x="269081" y="137636"/>
                  </a:moveTo>
                  <a:lnTo>
                    <a:pt x="264795" y="136207"/>
                  </a:lnTo>
                  <a:lnTo>
                    <a:pt x="259556" y="135255"/>
                  </a:lnTo>
                  <a:lnTo>
                    <a:pt x="255746" y="132397"/>
                  </a:lnTo>
                  <a:lnTo>
                    <a:pt x="251936" y="127635"/>
                  </a:lnTo>
                  <a:lnTo>
                    <a:pt x="248126" y="121444"/>
                  </a:lnTo>
                  <a:lnTo>
                    <a:pt x="242411" y="115729"/>
                  </a:lnTo>
                  <a:lnTo>
                    <a:pt x="240982" y="111919"/>
                  </a:lnTo>
                  <a:lnTo>
                    <a:pt x="238601" y="108585"/>
                  </a:lnTo>
                  <a:lnTo>
                    <a:pt x="235744" y="106204"/>
                  </a:lnTo>
                  <a:lnTo>
                    <a:pt x="233839" y="101917"/>
                  </a:lnTo>
                  <a:lnTo>
                    <a:pt x="227171" y="97631"/>
                  </a:lnTo>
                  <a:lnTo>
                    <a:pt x="224314" y="97631"/>
                  </a:lnTo>
                  <a:lnTo>
                    <a:pt x="220503" y="98584"/>
                  </a:lnTo>
                  <a:lnTo>
                    <a:pt x="218122" y="98584"/>
                  </a:lnTo>
                  <a:lnTo>
                    <a:pt x="210978" y="95250"/>
                  </a:lnTo>
                  <a:lnTo>
                    <a:pt x="200977" y="93821"/>
                  </a:lnTo>
                  <a:lnTo>
                    <a:pt x="193834" y="92392"/>
                  </a:lnTo>
                  <a:lnTo>
                    <a:pt x="180498" y="88106"/>
                  </a:lnTo>
                  <a:lnTo>
                    <a:pt x="177165" y="86201"/>
                  </a:lnTo>
                  <a:lnTo>
                    <a:pt x="170021" y="80010"/>
                  </a:lnTo>
                  <a:lnTo>
                    <a:pt x="165259" y="73342"/>
                  </a:lnTo>
                  <a:lnTo>
                    <a:pt x="160496" y="68580"/>
                  </a:lnTo>
                  <a:lnTo>
                    <a:pt x="155257" y="60007"/>
                  </a:lnTo>
                  <a:lnTo>
                    <a:pt x="151923" y="50482"/>
                  </a:lnTo>
                  <a:lnTo>
                    <a:pt x="150495" y="50482"/>
                  </a:lnTo>
                  <a:lnTo>
                    <a:pt x="149066" y="51911"/>
                  </a:lnTo>
                  <a:lnTo>
                    <a:pt x="147638" y="54292"/>
                  </a:lnTo>
                  <a:lnTo>
                    <a:pt x="145256" y="55721"/>
                  </a:lnTo>
                  <a:lnTo>
                    <a:pt x="143351" y="57150"/>
                  </a:lnTo>
                  <a:lnTo>
                    <a:pt x="141922" y="59055"/>
                  </a:lnTo>
                  <a:lnTo>
                    <a:pt x="140494" y="59531"/>
                  </a:lnTo>
                  <a:lnTo>
                    <a:pt x="138589" y="57626"/>
                  </a:lnTo>
                  <a:lnTo>
                    <a:pt x="137160" y="55245"/>
                  </a:lnTo>
                  <a:lnTo>
                    <a:pt x="137636" y="54769"/>
                  </a:lnTo>
                  <a:lnTo>
                    <a:pt x="138589" y="54769"/>
                  </a:lnTo>
                  <a:lnTo>
                    <a:pt x="139065" y="53816"/>
                  </a:lnTo>
                  <a:lnTo>
                    <a:pt x="138589" y="52388"/>
                  </a:lnTo>
                  <a:lnTo>
                    <a:pt x="137160" y="51911"/>
                  </a:lnTo>
                  <a:lnTo>
                    <a:pt x="135731" y="51911"/>
                  </a:lnTo>
                  <a:lnTo>
                    <a:pt x="134302" y="52864"/>
                  </a:lnTo>
                  <a:lnTo>
                    <a:pt x="132873" y="54292"/>
                  </a:lnTo>
                  <a:lnTo>
                    <a:pt x="131921" y="55721"/>
                  </a:lnTo>
                  <a:lnTo>
                    <a:pt x="131921" y="59055"/>
                  </a:lnTo>
                  <a:lnTo>
                    <a:pt x="132397" y="62389"/>
                  </a:lnTo>
                  <a:lnTo>
                    <a:pt x="132397" y="64294"/>
                  </a:lnTo>
                  <a:lnTo>
                    <a:pt x="131445" y="66199"/>
                  </a:lnTo>
                  <a:lnTo>
                    <a:pt x="130969" y="69056"/>
                  </a:lnTo>
                  <a:lnTo>
                    <a:pt x="131445" y="71438"/>
                  </a:lnTo>
                  <a:lnTo>
                    <a:pt x="131921" y="72866"/>
                  </a:lnTo>
                  <a:lnTo>
                    <a:pt x="131921" y="74295"/>
                  </a:lnTo>
                  <a:lnTo>
                    <a:pt x="130492" y="78105"/>
                  </a:lnTo>
                  <a:lnTo>
                    <a:pt x="131921" y="78581"/>
                  </a:lnTo>
                  <a:lnTo>
                    <a:pt x="136207" y="79057"/>
                  </a:lnTo>
                  <a:lnTo>
                    <a:pt x="137636" y="81439"/>
                  </a:lnTo>
                  <a:lnTo>
                    <a:pt x="138589" y="83344"/>
                  </a:lnTo>
                  <a:lnTo>
                    <a:pt x="138113" y="84296"/>
                  </a:lnTo>
                  <a:lnTo>
                    <a:pt x="134778" y="85249"/>
                  </a:lnTo>
                  <a:lnTo>
                    <a:pt x="130969" y="86201"/>
                  </a:lnTo>
                  <a:lnTo>
                    <a:pt x="128111" y="85725"/>
                  </a:lnTo>
                  <a:lnTo>
                    <a:pt x="122872" y="86677"/>
                  </a:lnTo>
                  <a:lnTo>
                    <a:pt x="120015" y="88582"/>
                  </a:lnTo>
                  <a:lnTo>
                    <a:pt x="120967" y="89535"/>
                  </a:lnTo>
                  <a:lnTo>
                    <a:pt x="121920" y="90488"/>
                  </a:lnTo>
                  <a:lnTo>
                    <a:pt x="122396" y="92869"/>
                  </a:lnTo>
                  <a:lnTo>
                    <a:pt x="121444" y="96202"/>
                  </a:lnTo>
                  <a:lnTo>
                    <a:pt x="120015" y="99536"/>
                  </a:lnTo>
                  <a:lnTo>
                    <a:pt x="118110" y="103822"/>
                  </a:lnTo>
                  <a:lnTo>
                    <a:pt x="116205" y="108585"/>
                  </a:lnTo>
                  <a:lnTo>
                    <a:pt x="113347" y="115729"/>
                  </a:lnTo>
                  <a:lnTo>
                    <a:pt x="110966" y="121444"/>
                  </a:lnTo>
                  <a:lnTo>
                    <a:pt x="110490" y="125254"/>
                  </a:lnTo>
                  <a:lnTo>
                    <a:pt x="110490" y="127635"/>
                  </a:lnTo>
                  <a:lnTo>
                    <a:pt x="110014" y="132874"/>
                  </a:lnTo>
                  <a:lnTo>
                    <a:pt x="112395" y="136684"/>
                  </a:lnTo>
                  <a:lnTo>
                    <a:pt x="114300" y="140017"/>
                  </a:lnTo>
                  <a:lnTo>
                    <a:pt x="117157" y="144780"/>
                  </a:lnTo>
                  <a:lnTo>
                    <a:pt x="120015" y="149542"/>
                  </a:lnTo>
                  <a:lnTo>
                    <a:pt x="122872" y="154305"/>
                  </a:lnTo>
                  <a:lnTo>
                    <a:pt x="125253" y="157639"/>
                  </a:lnTo>
                  <a:lnTo>
                    <a:pt x="124301" y="161449"/>
                  </a:lnTo>
                  <a:lnTo>
                    <a:pt x="122872" y="165259"/>
                  </a:lnTo>
                  <a:lnTo>
                    <a:pt x="121444" y="169069"/>
                  </a:lnTo>
                  <a:lnTo>
                    <a:pt x="120015" y="172879"/>
                  </a:lnTo>
                  <a:lnTo>
                    <a:pt x="118586" y="176689"/>
                  </a:lnTo>
                  <a:lnTo>
                    <a:pt x="117157" y="180499"/>
                  </a:lnTo>
                  <a:lnTo>
                    <a:pt x="115728" y="184309"/>
                  </a:lnTo>
                  <a:lnTo>
                    <a:pt x="114300" y="188119"/>
                  </a:lnTo>
                  <a:lnTo>
                    <a:pt x="112871" y="191929"/>
                  </a:lnTo>
                  <a:lnTo>
                    <a:pt x="111442" y="195739"/>
                  </a:lnTo>
                  <a:lnTo>
                    <a:pt x="110014" y="199549"/>
                  </a:lnTo>
                  <a:lnTo>
                    <a:pt x="108585" y="203359"/>
                  </a:lnTo>
                  <a:lnTo>
                    <a:pt x="107156" y="207169"/>
                  </a:lnTo>
                  <a:lnTo>
                    <a:pt x="105727" y="210979"/>
                  </a:lnTo>
                  <a:lnTo>
                    <a:pt x="104298" y="214789"/>
                  </a:lnTo>
                  <a:lnTo>
                    <a:pt x="102870" y="218599"/>
                  </a:lnTo>
                  <a:lnTo>
                    <a:pt x="101441" y="222409"/>
                  </a:lnTo>
                  <a:lnTo>
                    <a:pt x="100013" y="227171"/>
                  </a:lnTo>
                  <a:lnTo>
                    <a:pt x="96202" y="228600"/>
                  </a:lnTo>
                  <a:lnTo>
                    <a:pt x="90488" y="230505"/>
                  </a:lnTo>
                  <a:lnTo>
                    <a:pt x="84772" y="232410"/>
                  </a:lnTo>
                  <a:lnTo>
                    <a:pt x="79057" y="234315"/>
                  </a:lnTo>
                  <a:lnTo>
                    <a:pt x="73342" y="236220"/>
                  </a:lnTo>
                  <a:lnTo>
                    <a:pt x="67627" y="238125"/>
                  </a:lnTo>
                  <a:lnTo>
                    <a:pt x="61913" y="240030"/>
                  </a:lnTo>
                  <a:lnTo>
                    <a:pt x="56197" y="241935"/>
                  </a:lnTo>
                  <a:lnTo>
                    <a:pt x="50482" y="243840"/>
                  </a:lnTo>
                  <a:lnTo>
                    <a:pt x="44767" y="245745"/>
                  </a:lnTo>
                  <a:lnTo>
                    <a:pt x="39052" y="247650"/>
                  </a:lnTo>
                  <a:lnTo>
                    <a:pt x="33338" y="249555"/>
                  </a:lnTo>
                  <a:lnTo>
                    <a:pt x="27622" y="251460"/>
                  </a:lnTo>
                  <a:lnTo>
                    <a:pt x="21907" y="253365"/>
                  </a:lnTo>
                  <a:lnTo>
                    <a:pt x="16192" y="255270"/>
                  </a:lnTo>
                  <a:lnTo>
                    <a:pt x="10477" y="257175"/>
                  </a:lnTo>
                  <a:lnTo>
                    <a:pt x="4763" y="259080"/>
                  </a:lnTo>
                  <a:lnTo>
                    <a:pt x="0" y="260509"/>
                  </a:lnTo>
                  <a:lnTo>
                    <a:pt x="1428" y="263842"/>
                  </a:lnTo>
                  <a:lnTo>
                    <a:pt x="2857" y="267176"/>
                  </a:lnTo>
                  <a:lnTo>
                    <a:pt x="4286" y="270510"/>
                  </a:lnTo>
                  <a:lnTo>
                    <a:pt x="5715" y="273844"/>
                  </a:lnTo>
                  <a:lnTo>
                    <a:pt x="7144" y="277177"/>
                  </a:lnTo>
                  <a:lnTo>
                    <a:pt x="8572" y="280511"/>
                  </a:lnTo>
                  <a:lnTo>
                    <a:pt x="10001" y="283845"/>
                  </a:lnTo>
                  <a:lnTo>
                    <a:pt x="11430" y="287179"/>
                  </a:lnTo>
                  <a:lnTo>
                    <a:pt x="12859" y="290513"/>
                  </a:lnTo>
                  <a:lnTo>
                    <a:pt x="14288" y="293846"/>
                  </a:lnTo>
                  <a:lnTo>
                    <a:pt x="15716" y="297180"/>
                  </a:lnTo>
                  <a:lnTo>
                    <a:pt x="17145" y="300514"/>
                  </a:lnTo>
                  <a:lnTo>
                    <a:pt x="18573" y="303847"/>
                  </a:lnTo>
                  <a:lnTo>
                    <a:pt x="20002" y="307181"/>
                  </a:lnTo>
                  <a:lnTo>
                    <a:pt x="21431" y="310515"/>
                  </a:lnTo>
                  <a:lnTo>
                    <a:pt x="22860" y="313849"/>
                  </a:lnTo>
                  <a:lnTo>
                    <a:pt x="24289" y="317182"/>
                  </a:lnTo>
                  <a:lnTo>
                    <a:pt x="26670" y="318135"/>
                  </a:lnTo>
                  <a:lnTo>
                    <a:pt x="28098" y="321469"/>
                  </a:lnTo>
                  <a:lnTo>
                    <a:pt x="30003" y="326231"/>
                  </a:lnTo>
                  <a:lnTo>
                    <a:pt x="31909" y="330994"/>
                  </a:lnTo>
                  <a:lnTo>
                    <a:pt x="33814" y="335756"/>
                  </a:lnTo>
                  <a:lnTo>
                    <a:pt x="35719" y="340519"/>
                  </a:lnTo>
                  <a:lnTo>
                    <a:pt x="42863" y="338138"/>
                  </a:lnTo>
                  <a:lnTo>
                    <a:pt x="53340" y="336709"/>
                  </a:lnTo>
                  <a:lnTo>
                    <a:pt x="59055" y="333375"/>
                  </a:lnTo>
                  <a:lnTo>
                    <a:pt x="65246" y="330994"/>
                  </a:lnTo>
                  <a:lnTo>
                    <a:pt x="69056" y="328136"/>
                  </a:lnTo>
                  <a:lnTo>
                    <a:pt x="79534" y="327184"/>
                  </a:lnTo>
                  <a:lnTo>
                    <a:pt x="86201" y="327184"/>
                  </a:lnTo>
                  <a:lnTo>
                    <a:pt x="89535" y="328136"/>
                  </a:lnTo>
                  <a:lnTo>
                    <a:pt x="93345" y="329565"/>
                  </a:lnTo>
                  <a:lnTo>
                    <a:pt x="103346" y="327184"/>
                  </a:lnTo>
                  <a:lnTo>
                    <a:pt x="107156" y="322897"/>
                  </a:lnTo>
                  <a:lnTo>
                    <a:pt x="110490" y="317182"/>
                  </a:lnTo>
                  <a:lnTo>
                    <a:pt x="110966" y="315277"/>
                  </a:lnTo>
                  <a:lnTo>
                    <a:pt x="110490" y="312896"/>
                  </a:lnTo>
                  <a:lnTo>
                    <a:pt x="109061" y="310991"/>
                  </a:lnTo>
                  <a:lnTo>
                    <a:pt x="109538" y="308134"/>
                  </a:lnTo>
                  <a:lnTo>
                    <a:pt x="117157" y="299085"/>
                  </a:lnTo>
                  <a:lnTo>
                    <a:pt x="121920" y="297656"/>
                  </a:lnTo>
                  <a:lnTo>
                    <a:pt x="134778" y="295751"/>
                  </a:lnTo>
                  <a:lnTo>
                    <a:pt x="143827" y="295275"/>
                  </a:lnTo>
                  <a:lnTo>
                    <a:pt x="147638" y="293846"/>
                  </a:lnTo>
                  <a:lnTo>
                    <a:pt x="153352" y="287655"/>
                  </a:lnTo>
                  <a:lnTo>
                    <a:pt x="156686" y="272891"/>
                  </a:lnTo>
                  <a:lnTo>
                    <a:pt x="162401" y="267176"/>
                  </a:lnTo>
                  <a:lnTo>
                    <a:pt x="166688" y="264795"/>
                  </a:lnTo>
                  <a:lnTo>
                    <a:pt x="174307" y="262414"/>
                  </a:lnTo>
                  <a:lnTo>
                    <a:pt x="182880" y="260985"/>
                  </a:lnTo>
                  <a:lnTo>
                    <a:pt x="191452" y="260509"/>
                  </a:lnTo>
                  <a:lnTo>
                    <a:pt x="193357" y="260032"/>
                  </a:lnTo>
                  <a:lnTo>
                    <a:pt x="195739" y="258604"/>
                  </a:lnTo>
                  <a:lnTo>
                    <a:pt x="194786" y="254317"/>
                  </a:lnTo>
                  <a:lnTo>
                    <a:pt x="193834" y="250507"/>
                  </a:lnTo>
                  <a:lnTo>
                    <a:pt x="193834" y="244316"/>
                  </a:lnTo>
                  <a:lnTo>
                    <a:pt x="192405" y="238125"/>
                  </a:lnTo>
                  <a:lnTo>
                    <a:pt x="192405" y="235744"/>
                  </a:lnTo>
                  <a:lnTo>
                    <a:pt x="193357" y="231457"/>
                  </a:lnTo>
                  <a:lnTo>
                    <a:pt x="195263" y="226219"/>
                  </a:lnTo>
                  <a:lnTo>
                    <a:pt x="196691" y="220504"/>
                  </a:lnTo>
                  <a:lnTo>
                    <a:pt x="197167" y="216217"/>
                  </a:lnTo>
                  <a:lnTo>
                    <a:pt x="200025" y="212884"/>
                  </a:lnTo>
                  <a:lnTo>
                    <a:pt x="205264" y="204788"/>
                  </a:lnTo>
                  <a:lnTo>
                    <a:pt x="207645" y="204311"/>
                  </a:lnTo>
                  <a:lnTo>
                    <a:pt x="210026" y="203835"/>
                  </a:lnTo>
                  <a:lnTo>
                    <a:pt x="209550" y="207169"/>
                  </a:lnTo>
                  <a:lnTo>
                    <a:pt x="208597" y="210026"/>
                  </a:lnTo>
                  <a:lnTo>
                    <a:pt x="210502" y="210979"/>
                  </a:lnTo>
                  <a:lnTo>
                    <a:pt x="213360" y="211455"/>
                  </a:lnTo>
                  <a:lnTo>
                    <a:pt x="217646" y="210979"/>
                  </a:lnTo>
                  <a:lnTo>
                    <a:pt x="219551" y="207645"/>
                  </a:lnTo>
                  <a:lnTo>
                    <a:pt x="224790" y="197167"/>
                  </a:lnTo>
                  <a:lnTo>
                    <a:pt x="231934" y="186214"/>
                  </a:lnTo>
                  <a:lnTo>
                    <a:pt x="237648" y="180022"/>
                  </a:lnTo>
                  <a:lnTo>
                    <a:pt x="245745" y="174784"/>
                  </a:lnTo>
                  <a:lnTo>
                    <a:pt x="248126" y="172402"/>
                  </a:lnTo>
                  <a:lnTo>
                    <a:pt x="252889" y="162401"/>
                  </a:lnTo>
                  <a:lnTo>
                    <a:pt x="257651" y="156210"/>
                  </a:lnTo>
                  <a:lnTo>
                    <a:pt x="258603" y="152400"/>
                  </a:lnTo>
                  <a:lnTo>
                    <a:pt x="262890" y="146685"/>
                  </a:lnTo>
                  <a:lnTo>
                    <a:pt x="263842" y="143827"/>
                  </a:lnTo>
                  <a:lnTo>
                    <a:pt x="264319" y="139541"/>
                  </a:lnTo>
                  <a:lnTo>
                    <a:pt x="269081" y="137636"/>
                  </a:lnTo>
                  <a:close/>
                </a:path>
              </a:pathLst>
            </a:custGeom>
            <a:grpFill/>
            <a:ln w="317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8C14FDBA-CB51-40FE-912E-06A759BACFDD}"/>
                </a:ext>
              </a:extLst>
            </p:cNvPr>
            <p:cNvSpPr/>
            <p:nvPr/>
          </p:nvSpPr>
          <p:spPr>
            <a:xfrm>
              <a:off x="11384279" y="5499258"/>
              <a:ext cx="409099" cy="517684"/>
            </a:xfrm>
            <a:custGeom>
              <a:avLst/>
              <a:gdLst>
                <a:gd name="connsiteX0" fmla="*/ 56198 w 409099"/>
                <a:gd name="connsiteY0" fmla="*/ 506730 h 517684"/>
                <a:gd name="connsiteX1" fmla="*/ 55245 w 409099"/>
                <a:gd name="connsiteY1" fmla="*/ 505302 h 517684"/>
                <a:gd name="connsiteX2" fmla="*/ 52388 w 409099"/>
                <a:gd name="connsiteY2" fmla="*/ 504349 h 517684"/>
                <a:gd name="connsiteX3" fmla="*/ 52388 w 409099"/>
                <a:gd name="connsiteY3" fmla="*/ 502444 h 517684"/>
                <a:gd name="connsiteX4" fmla="*/ 55722 w 409099"/>
                <a:gd name="connsiteY4" fmla="*/ 502920 h 517684"/>
                <a:gd name="connsiteX5" fmla="*/ 55722 w 409099"/>
                <a:gd name="connsiteY5" fmla="*/ 501015 h 517684"/>
                <a:gd name="connsiteX6" fmla="*/ 49054 w 409099"/>
                <a:gd name="connsiteY6" fmla="*/ 493872 h 517684"/>
                <a:gd name="connsiteX7" fmla="*/ 43339 w 409099"/>
                <a:gd name="connsiteY7" fmla="*/ 493872 h 517684"/>
                <a:gd name="connsiteX8" fmla="*/ 42863 w 409099"/>
                <a:gd name="connsiteY8" fmla="*/ 498158 h 517684"/>
                <a:gd name="connsiteX9" fmla="*/ 44291 w 409099"/>
                <a:gd name="connsiteY9" fmla="*/ 502920 h 517684"/>
                <a:gd name="connsiteX10" fmla="*/ 42387 w 409099"/>
                <a:gd name="connsiteY10" fmla="*/ 504825 h 517684"/>
                <a:gd name="connsiteX11" fmla="*/ 42387 w 409099"/>
                <a:gd name="connsiteY11" fmla="*/ 507206 h 517684"/>
                <a:gd name="connsiteX12" fmla="*/ 39529 w 409099"/>
                <a:gd name="connsiteY12" fmla="*/ 508635 h 517684"/>
                <a:gd name="connsiteX13" fmla="*/ 38577 w 409099"/>
                <a:gd name="connsiteY13" fmla="*/ 510540 h 517684"/>
                <a:gd name="connsiteX14" fmla="*/ 38577 w 409099"/>
                <a:gd name="connsiteY14" fmla="*/ 512922 h 517684"/>
                <a:gd name="connsiteX15" fmla="*/ 35719 w 409099"/>
                <a:gd name="connsiteY15" fmla="*/ 515303 h 517684"/>
                <a:gd name="connsiteX16" fmla="*/ 35243 w 409099"/>
                <a:gd name="connsiteY16" fmla="*/ 517684 h 517684"/>
                <a:gd name="connsiteX17" fmla="*/ 36195 w 409099"/>
                <a:gd name="connsiteY17" fmla="*/ 517684 h 517684"/>
                <a:gd name="connsiteX18" fmla="*/ 40481 w 409099"/>
                <a:gd name="connsiteY18" fmla="*/ 516731 h 517684"/>
                <a:gd name="connsiteX19" fmla="*/ 44291 w 409099"/>
                <a:gd name="connsiteY19" fmla="*/ 513874 h 517684"/>
                <a:gd name="connsiteX20" fmla="*/ 45244 w 409099"/>
                <a:gd name="connsiteY20" fmla="*/ 513398 h 517684"/>
                <a:gd name="connsiteX21" fmla="*/ 48578 w 409099"/>
                <a:gd name="connsiteY21" fmla="*/ 513874 h 517684"/>
                <a:gd name="connsiteX22" fmla="*/ 52388 w 409099"/>
                <a:gd name="connsiteY22" fmla="*/ 511016 h 517684"/>
                <a:gd name="connsiteX23" fmla="*/ 58103 w 409099"/>
                <a:gd name="connsiteY23" fmla="*/ 510540 h 517684"/>
                <a:gd name="connsiteX24" fmla="*/ 60008 w 409099"/>
                <a:gd name="connsiteY24" fmla="*/ 509111 h 517684"/>
                <a:gd name="connsiteX25" fmla="*/ 60485 w 409099"/>
                <a:gd name="connsiteY25" fmla="*/ 507206 h 517684"/>
                <a:gd name="connsiteX26" fmla="*/ 60008 w 409099"/>
                <a:gd name="connsiteY26" fmla="*/ 505302 h 517684"/>
                <a:gd name="connsiteX27" fmla="*/ 56198 w 409099"/>
                <a:gd name="connsiteY27" fmla="*/ 506730 h 517684"/>
                <a:gd name="connsiteX28" fmla="*/ 260033 w 409099"/>
                <a:gd name="connsiteY28" fmla="*/ 269558 h 517684"/>
                <a:gd name="connsiteX29" fmla="*/ 256699 w 409099"/>
                <a:gd name="connsiteY29" fmla="*/ 269081 h 517684"/>
                <a:gd name="connsiteX30" fmla="*/ 259081 w 409099"/>
                <a:gd name="connsiteY30" fmla="*/ 268129 h 517684"/>
                <a:gd name="connsiteX31" fmla="*/ 262414 w 409099"/>
                <a:gd name="connsiteY31" fmla="*/ 265748 h 517684"/>
                <a:gd name="connsiteX32" fmla="*/ 262891 w 409099"/>
                <a:gd name="connsiteY32" fmla="*/ 264319 h 517684"/>
                <a:gd name="connsiteX33" fmla="*/ 264795 w 409099"/>
                <a:gd name="connsiteY33" fmla="*/ 261938 h 517684"/>
                <a:gd name="connsiteX34" fmla="*/ 265748 w 409099"/>
                <a:gd name="connsiteY34" fmla="*/ 260033 h 517684"/>
                <a:gd name="connsiteX35" fmla="*/ 262891 w 409099"/>
                <a:gd name="connsiteY35" fmla="*/ 260033 h 517684"/>
                <a:gd name="connsiteX36" fmla="*/ 262414 w 409099"/>
                <a:gd name="connsiteY36" fmla="*/ 258604 h 517684"/>
                <a:gd name="connsiteX37" fmla="*/ 260510 w 409099"/>
                <a:gd name="connsiteY37" fmla="*/ 258604 h 517684"/>
                <a:gd name="connsiteX38" fmla="*/ 259556 w 409099"/>
                <a:gd name="connsiteY38" fmla="*/ 259080 h 517684"/>
                <a:gd name="connsiteX39" fmla="*/ 258128 w 409099"/>
                <a:gd name="connsiteY39" fmla="*/ 259080 h 517684"/>
                <a:gd name="connsiteX40" fmla="*/ 255270 w 409099"/>
                <a:gd name="connsiteY40" fmla="*/ 258604 h 517684"/>
                <a:gd name="connsiteX41" fmla="*/ 255270 w 409099"/>
                <a:gd name="connsiteY41" fmla="*/ 260033 h 517684"/>
                <a:gd name="connsiteX42" fmla="*/ 256223 w 409099"/>
                <a:gd name="connsiteY42" fmla="*/ 261938 h 517684"/>
                <a:gd name="connsiteX43" fmla="*/ 253841 w 409099"/>
                <a:gd name="connsiteY43" fmla="*/ 262890 h 517684"/>
                <a:gd name="connsiteX44" fmla="*/ 252413 w 409099"/>
                <a:gd name="connsiteY44" fmla="*/ 265272 h 517684"/>
                <a:gd name="connsiteX45" fmla="*/ 252889 w 409099"/>
                <a:gd name="connsiteY45" fmla="*/ 266224 h 517684"/>
                <a:gd name="connsiteX46" fmla="*/ 251460 w 409099"/>
                <a:gd name="connsiteY46" fmla="*/ 268129 h 517684"/>
                <a:gd name="connsiteX47" fmla="*/ 248127 w 409099"/>
                <a:gd name="connsiteY47" fmla="*/ 269558 h 517684"/>
                <a:gd name="connsiteX48" fmla="*/ 250508 w 409099"/>
                <a:gd name="connsiteY48" fmla="*/ 266224 h 517684"/>
                <a:gd name="connsiteX49" fmla="*/ 250508 w 409099"/>
                <a:gd name="connsiteY49" fmla="*/ 263366 h 517684"/>
                <a:gd name="connsiteX50" fmla="*/ 252413 w 409099"/>
                <a:gd name="connsiteY50" fmla="*/ 260985 h 517684"/>
                <a:gd name="connsiteX51" fmla="*/ 250985 w 409099"/>
                <a:gd name="connsiteY51" fmla="*/ 259556 h 517684"/>
                <a:gd name="connsiteX52" fmla="*/ 251460 w 409099"/>
                <a:gd name="connsiteY52" fmla="*/ 258604 h 517684"/>
                <a:gd name="connsiteX53" fmla="*/ 253841 w 409099"/>
                <a:gd name="connsiteY53" fmla="*/ 257652 h 517684"/>
                <a:gd name="connsiteX54" fmla="*/ 255747 w 409099"/>
                <a:gd name="connsiteY54" fmla="*/ 254794 h 517684"/>
                <a:gd name="connsiteX55" fmla="*/ 253841 w 409099"/>
                <a:gd name="connsiteY55" fmla="*/ 255270 h 517684"/>
                <a:gd name="connsiteX56" fmla="*/ 251937 w 409099"/>
                <a:gd name="connsiteY56" fmla="*/ 256223 h 517684"/>
                <a:gd name="connsiteX57" fmla="*/ 248127 w 409099"/>
                <a:gd name="connsiteY57" fmla="*/ 257175 h 517684"/>
                <a:gd name="connsiteX58" fmla="*/ 246698 w 409099"/>
                <a:gd name="connsiteY58" fmla="*/ 257652 h 517684"/>
                <a:gd name="connsiteX59" fmla="*/ 240506 w 409099"/>
                <a:gd name="connsiteY59" fmla="*/ 262414 h 517684"/>
                <a:gd name="connsiteX60" fmla="*/ 236697 w 409099"/>
                <a:gd name="connsiteY60" fmla="*/ 264319 h 517684"/>
                <a:gd name="connsiteX61" fmla="*/ 232887 w 409099"/>
                <a:gd name="connsiteY61" fmla="*/ 266700 h 517684"/>
                <a:gd name="connsiteX62" fmla="*/ 229077 w 409099"/>
                <a:gd name="connsiteY62" fmla="*/ 269558 h 517684"/>
                <a:gd name="connsiteX63" fmla="*/ 225266 w 409099"/>
                <a:gd name="connsiteY63" fmla="*/ 269558 h 517684"/>
                <a:gd name="connsiteX64" fmla="*/ 223838 w 409099"/>
                <a:gd name="connsiteY64" fmla="*/ 265748 h 517684"/>
                <a:gd name="connsiteX65" fmla="*/ 223362 w 409099"/>
                <a:gd name="connsiteY65" fmla="*/ 261461 h 517684"/>
                <a:gd name="connsiteX66" fmla="*/ 222885 w 409099"/>
                <a:gd name="connsiteY66" fmla="*/ 256223 h 517684"/>
                <a:gd name="connsiteX67" fmla="*/ 220981 w 409099"/>
                <a:gd name="connsiteY67" fmla="*/ 251936 h 517684"/>
                <a:gd name="connsiteX68" fmla="*/ 216694 w 409099"/>
                <a:gd name="connsiteY68" fmla="*/ 250984 h 517684"/>
                <a:gd name="connsiteX69" fmla="*/ 213360 w 409099"/>
                <a:gd name="connsiteY69" fmla="*/ 249079 h 517684"/>
                <a:gd name="connsiteX70" fmla="*/ 211931 w 409099"/>
                <a:gd name="connsiteY70" fmla="*/ 247174 h 517684"/>
                <a:gd name="connsiteX71" fmla="*/ 210979 w 409099"/>
                <a:gd name="connsiteY71" fmla="*/ 244793 h 517684"/>
                <a:gd name="connsiteX72" fmla="*/ 210979 w 409099"/>
                <a:gd name="connsiteY72" fmla="*/ 242411 h 517684"/>
                <a:gd name="connsiteX73" fmla="*/ 211931 w 409099"/>
                <a:gd name="connsiteY73" fmla="*/ 240030 h 517684"/>
                <a:gd name="connsiteX74" fmla="*/ 219075 w 409099"/>
                <a:gd name="connsiteY74" fmla="*/ 239078 h 517684"/>
                <a:gd name="connsiteX75" fmla="*/ 215266 w 409099"/>
                <a:gd name="connsiteY75" fmla="*/ 238125 h 517684"/>
                <a:gd name="connsiteX76" fmla="*/ 210979 w 409099"/>
                <a:gd name="connsiteY76" fmla="*/ 238602 h 517684"/>
                <a:gd name="connsiteX77" fmla="*/ 208598 w 409099"/>
                <a:gd name="connsiteY77" fmla="*/ 239554 h 517684"/>
                <a:gd name="connsiteX78" fmla="*/ 202883 w 409099"/>
                <a:gd name="connsiteY78" fmla="*/ 243840 h 517684"/>
                <a:gd name="connsiteX79" fmla="*/ 196216 w 409099"/>
                <a:gd name="connsiteY79" fmla="*/ 249079 h 517684"/>
                <a:gd name="connsiteX80" fmla="*/ 191453 w 409099"/>
                <a:gd name="connsiteY80" fmla="*/ 256699 h 517684"/>
                <a:gd name="connsiteX81" fmla="*/ 190024 w 409099"/>
                <a:gd name="connsiteY81" fmla="*/ 266700 h 517684"/>
                <a:gd name="connsiteX82" fmla="*/ 187166 w 409099"/>
                <a:gd name="connsiteY82" fmla="*/ 276702 h 517684"/>
                <a:gd name="connsiteX83" fmla="*/ 185262 w 409099"/>
                <a:gd name="connsiteY83" fmla="*/ 280511 h 517684"/>
                <a:gd name="connsiteX84" fmla="*/ 181452 w 409099"/>
                <a:gd name="connsiteY84" fmla="*/ 285274 h 517684"/>
                <a:gd name="connsiteX85" fmla="*/ 178118 w 409099"/>
                <a:gd name="connsiteY85" fmla="*/ 287655 h 517684"/>
                <a:gd name="connsiteX86" fmla="*/ 176213 w 409099"/>
                <a:gd name="connsiteY86" fmla="*/ 288608 h 517684"/>
                <a:gd name="connsiteX87" fmla="*/ 171450 w 409099"/>
                <a:gd name="connsiteY87" fmla="*/ 289084 h 517684"/>
                <a:gd name="connsiteX88" fmla="*/ 169545 w 409099"/>
                <a:gd name="connsiteY88" fmla="*/ 290513 h 517684"/>
                <a:gd name="connsiteX89" fmla="*/ 167164 w 409099"/>
                <a:gd name="connsiteY89" fmla="*/ 297656 h 517684"/>
                <a:gd name="connsiteX90" fmla="*/ 165260 w 409099"/>
                <a:gd name="connsiteY90" fmla="*/ 301943 h 517684"/>
                <a:gd name="connsiteX91" fmla="*/ 163831 w 409099"/>
                <a:gd name="connsiteY91" fmla="*/ 306229 h 517684"/>
                <a:gd name="connsiteX92" fmla="*/ 162878 w 409099"/>
                <a:gd name="connsiteY92" fmla="*/ 310991 h 517684"/>
                <a:gd name="connsiteX93" fmla="*/ 161449 w 409099"/>
                <a:gd name="connsiteY93" fmla="*/ 314802 h 517684"/>
                <a:gd name="connsiteX94" fmla="*/ 162878 w 409099"/>
                <a:gd name="connsiteY94" fmla="*/ 315754 h 517684"/>
                <a:gd name="connsiteX95" fmla="*/ 163354 w 409099"/>
                <a:gd name="connsiteY95" fmla="*/ 317183 h 517684"/>
                <a:gd name="connsiteX96" fmla="*/ 161449 w 409099"/>
                <a:gd name="connsiteY96" fmla="*/ 317183 h 517684"/>
                <a:gd name="connsiteX97" fmla="*/ 160020 w 409099"/>
                <a:gd name="connsiteY97" fmla="*/ 317659 h 517684"/>
                <a:gd name="connsiteX98" fmla="*/ 159068 w 409099"/>
                <a:gd name="connsiteY98" fmla="*/ 318611 h 517684"/>
                <a:gd name="connsiteX99" fmla="*/ 153353 w 409099"/>
                <a:gd name="connsiteY99" fmla="*/ 326708 h 517684"/>
                <a:gd name="connsiteX100" fmla="*/ 153829 w 409099"/>
                <a:gd name="connsiteY100" fmla="*/ 330994 h 517684"/>
                <a:gd name="connsiteX101" fmla="*/ 153353 w 409099"/>
                <a:gd name="connsiteY101" fmla="*/ 333375 h 517684"/>
                <a:gd name="connsiteX102" fmla="*/ 152400 w 409099"/>
                <a:gd name="connsiteY102" fmla="*/ 334328 h 517684"/>
                <a:gd name="connsiteX103" fmla="*/ 152400 w 409099"/>
                <a:gd name="connsiteY103" fmla="*/ 331470 h 517684"/>
                <a:gd name="connsiteX104" fmla="*/ 152400 w 409099"/>
                <a:gd name="connsiteY104" fmla="*/ 329089 h 517684"/>
                <a:gd name="connsiteX105" fmla="*/ 150972 w 409099"/>
                <a:gd name="connsiteY105" fmla="*/ 327184 h 517684"/>
                <a:gd name="connsiteX106" fmla="*/ 146685 w 409099"/>
                <a:gd name="connsiteY106" fmla="*/ 332423 h 517684"/>
                <a:gd name="connsiteX107" fmla="*/ 143352 w 409099"/>
                <a:gd name="connsiteY107" fmla="*/ 335756 h 517684"/>
                <a:gd name="connsiteX108" fmla="*/ 142875 w 409099"/>
                <a:gd name="connsiteY108" fmla="*/ 337661 h 517684"/>
                <a:gd name="connsiteX109" fmla="*/ 143352 w 409099"/>
                <a:gd name="connsiteY109" fmla="*/ 340043 h 517684"/>
                <a:gd name="connsiteX110" fmla="*/ 140970 w 409099"/>
                <a:gd name="connsiteY110" fmla="*/ 337185 h 517684"/>
                <a:gd name="connsiteX111" fmla="*/ 139066 w 409099"/>
                <a:gd name="connsiteY111" fmla="*/ 337661 h 517684"/>
                <a:gd name="connsiteX112" fmla="*/ 135731 w 409099"/>
                <a:gd name="connsiteY112" fmla="*/ 339090 h 517684"/>
                <a:gd name="connsiteX113" fmla="*/ 136208 w 409099"/>
                <a:gd name="connsiteY113" fmla="*/ 340519 h 517684"/>
                <a:gd name="connsiteX114" fmla="*/ 138589 w 409099"/>
                <a:gd name="connsiteY114" fmla="*/ 342424 h 517684"/>
                <a:gd name="connsiteX115" fmla="*/ 136208 w 409099"/>
                <a:gd name="connsiteY115" fmla="*/ 340995 h 517684"/>
                <a:gd name="connsiteX116" fmla="*/ 133350 w 409099"/>
                <a:gd name="connsiteY116" fmla="*/ 340043 h 517684"/>
                <a:gd name="connsiteX117" fmla="*/ 130493 w 409099"/>
                <a:gd name="connsiteY117" fmla="*/ 340995 h 517684"/>
                <a:gd name="connsiteX118" fmla="*/ 128112 w 409099"/>
                <a:gd name="connsiteY118" fmla="*/ 342900 h 517684"/>
                <a:gd name="connsiteX119" fmla="*/ 130493 w 409099"/>
                <a:gd name="connsiteY119" fmla="*/ 343853 h 517684"/>
                <a:gd name="connsiteX120" fmla="*/ 131445 w 409099"/>
                <a:gd name="connsiteY120" fmla="*/ 345758 h 517684"/>
                <a:gd name="connsiteX121" fmla="*/ 130016 w 409099"/>
                <a:gd name="connsiteY121" fmla="*/ 344805 h 517684"/>
                <a:gd name="connsiteX122" fmla="*/ 128112 w 409099"/>
                <a:gd name="connsiteY122" fmla="*/ 344329 h 517684"/>
                <a:gd name="connsiteX123" fmla="*/ 126206 w 409099"/>
                <a:gd name="connsiteY123" fmla="*/ 345281 h 517684"/>
                <a:gd name="connsiteX124" fmla="*/ 124302 w 409099"/>
                <a:gd name="connsiteY124" fmla="*/ 347663 h 517684"/>
                <a:gd name="connsiteX125" fmla="*/ 122873 w 409099"/>
                <a:gd name="connsiteY125" fmla="*/ 348615 h 517684"/>
                <a:gd name="connsiteX126" fmla="*/ 121444 w 409099"/>
                <a:gd name="connsiteY126" fmla="*/ 349568 h 517684"/>
                <a:gd name="connsiteX127" fmla="*/ 118587 w 409099"/>
                <a:gd name="connsiteY127" fmla="*/ 352902 h 517684"/>
                <a:gd name="connsiteX128" fmla="*/ 113348 w 409099"/>
                <a:gd name="connsiteY128" fmla="*/ 356235 h 517684"/>
                <a:gd name="connsiteX129" fmla="*/ 115253 w 409099"/>
                <a:gd name="connsiteY129" fmla="*/ 357188 h 517684"/>
                <a:gd name="connsiteX130" fmla="*/ 114777 w 409099"/>
                <a:gd name="connsiteY130" fmla="*/ 357664 h 517684"/>
                <a:gd name="connsiteX131" fmla="*/ 112872 w 409099"/>
                <a:gd name="connsiteY131" fmla="*/ 357664 h 517684"/>
                <a:gd name="connsiteX132" fmla="*/ 112395 w 409099"/>
                <a:gd name="connsiteY132" fmla="*/ 359093 h 517684"/>
                <a:gd name="connsiteX133" fmla="*/ 112872 w 409099"/>
                <a:gd name="connsiteY133" fmla="*/ 360522 h 517684"/>
                <a:gd name="connsiteX134" fmla="*/ 110491 w 409099"/>
                <a:gd name="connsiteY134" fmla="*/ 360522 h 517684"/>
                <a:gd name="connsiteX135" fmla="*/ 106681 w 409099"/>
                <a:gd name="connsiteY135" fmla="*/ 362903 h 517684"/>
                <a:gd name="connsiteX136" fmla="*/ 101918 w 409099"/>
                <a:gd name="connsiteY136" fmla="*/ 364331 h 517684"/>
                <a:gd name="connsiteX137" fmla="*/ 95250 w 409099"/>
                <a:gd name="connsiteY137" fmla="*/ 367665 h 517684"/>
                <a:gd name="connsiteX138" fmla="*/ 90012 w 409099"/>
                <a:gd name="connsiteY138" fmla="*/ 370999 h 517684"/>
                <a:gd name="connsiteX139" fmla="*/ 89060 w 409099"/>
                <a:gd name="connsiteY139" fmla="*/ 372904 h 517684"/>
                <a:gd name="connsiteX140" fmla="*/ 90488 w 409099"/>
                <a:gd name="connsiteY140" fmla="*/ 376714 h 517684"/>
                <a:gd name="connsiteX141" fmla="*/ 89060 w 409099"/>
                <a:gd name="connsiteY141" fmla="*/ 376238 h 517684"/>
                <a:gd name="connsiteX142" fmla="*/ 86678 w 409099"/>
                <a:gd name="connsiteY142" fmla="*/ 374809 h 517684"/>
                <a:gd name="connsiteX143" fmla="*/ 84297 w 409099"/>
                <a:gd name="connsiteY143" fmla="*/ 375761 h 517684"/>
                <a:gd name="connsiteX144" fmla="*/ 78106 w 409099"/>
                <a:gd name="connsiteY144" fmla="*/ 380048 h 517684"/>
                <a:gd name="connsiteX145" fmla="*/ 77153 w 409099"/>
                <a:gd name="connsiteY145" fmla="*/ 380048 h 517684"/>
                <a:gd name="connsiteX146" fmla="*/ 72866 w 409099"/>
                <a:gd name="connsiteY146" fmla="*/ 379095 h 517684"/>
                <a:gd name="connsiteX147" fmla="*/ 66199 w 409099"/>
                <a:gd name="connsiteY147" fmla="*/ 381477 h 517684"/>
                <a:gd name="connsiteX148" fmla="*/ 63341 w 409099"/>
                <a:gd name="connsiteY148" fmla="*/ 383381 h 517684"/>
                <a:gd name="connsiteX149" fmla="*/ 57627 w 409099"/>
                <a:gd name="connsiteY149" fmla="*/ 389097 h 517684"/>
                <a:gd name="connsiteX150" fmla="*/ 51435 w 409099"/>
                <a:gd name="connsiteY150" fmla="*/ 394811 h 517684"/>
                <a:gd name="connsiteX151" fmla="*/ 45720 w 409099"/>
                <a:gd name="connsiteY151" fmla="*/ 400527 h 517684"/>
                <a:gd name="connsiteX152" fmla="*/ 46197 w 409099"/>
                <a:gd name="connsiteY152" fmla="*/ 404336 h 517684"/>
                <a:gd name="connsiteX153" fmla="*/ 47625 w 409099"/>
                <a:gd name="connsiteY153" fmla="*/ 405765 h 517684"/>
                <a:gd name="connsiteX154" fmla="*/ 48102 w 409099"/>
                <a:gd name="connsiteY154" fmla="*/ 407194 h 517684"/>
                <a:gd name="connsiteX155" fmla="*/ 46197 w 409099"/>
                <a:gd name="connsiteY155" fmla="*/ 405765 h 517684"/>
                <a:gd name="connsiteX156" fmla="*/ 43816 w 409099"/>
                <a:gd name="connsiteY156" fmla="*/ 404336 h 517684"/>
                <a:gd name="connsiteX157" fmla="*/ 40958 w 409099"/>
                <a:gd name="connsiteY157" fmla="*/ 406241 h 517684"/>
                <a:gd name="connsiteX158" fmla="*/ 36672 w 409099"/>
                <a:gd name="connsiteY158" fmla="*/ 410528 h 517684"/>
                <a:gd name="connsiteX159" fmla="*/ 33338 w 409099"/>
                <a:gd name="connsiteY159" fmla="*/ 411956 h 517684"/>
                <a:gd name="connsiteX160" fmla="*/ 32385 w 409099"/>
                <a:gd name="connsiteY160" fmla="*/ 413385 h 517684"/>
                <a:gd name="connsiteX161" fmla="*/ 32385 w 409099"/>
                <a:gd name="connsiteY161" fmla="*/ 414814 h 517684"/>
                <a:gd name="connsiteX162" fmla="*/ 33338 w 409099"/>
                <a:gd name="connsiteY162" fmla="*/ 416243 h 517684"/>
                <a:gd name="connsiteX163" fmla="*/ 33338 w 409099"/>
                <a:gd name="connsiteY163" fmla="*/ 418148 h 517684"/>
                <a:gd name="connsiteX164" fmla="*/ 32862 w 409099"/>
                <a:gd name="connsiteY164" fmla="*/ 420053 h 517684"/>
                <a:gd name="connsiteX165" fmla="*/ 30956 w 409099"/>
                <a:gd name="connsiteY165" fmla="*/ 414814 h 517684"/>
                <a:gd name="connsiteX166" fmla="*/ 23813 w 409099"/>
                <a:gd name="connsiteY166" fmla="*/ 420529 h 517684"/>
                <a:gd name="connsiteX167" fmla="*/ 22860 w 409099"/>
                <a:gd name="connsiteY167" fmla="*/ 421958 h 517684"/>
                <a:gd name="connsiteX168" fmla="*/ 23813 w 409099"/>
                <a:gd name="connsiteY168" fmla="*/ 423863 h 517684"/>
                <a:gd name="connsiteX169" fmla="*/ 25718 w 409099"/>
                <a:gd name="connsiteY169" fmla="*/ 425291 h 517684"/>
                <a:gd name="connsiteX170" fmla="*/ 23337 w 409099"/>
                <a:gd name="connsiteY170" fmla="*/ 425768 h 517684"/>
                <a:gd name="connsiteX171" fmla="*/ 21431 w 409099"/>
                <a:gd name="connsiteY171" fmla="*/ 423863 h 517684"/>
                <a:gd name="connsiteX172" fmla="*/ 18098 w 409099"/>
                <a:gd name="connsiteY172" fmla="*/ 426720 h 517684"/>
                <a:gd name="connsiteX173" fmla="*/ 18098 w 409099"/>
                <a:gd name="connsiteY173" fmla="*/ 429102 h 517684"/>
                <a:gd name="connsiteX174" fmla="*/ 18574 w 409099"/>
                <a:gd name="connsiteY174" fmla="*/ 431006 h 517684"/>
                <a:gd name="connsiteX175" fmla="*/ 21908 w 409099"/>
                <a:gd name="connsiteY175" fmla="*/ 432911 h 517684"/>
                <a:gd name="connsiteX176" fmla="*/ 24766 w 409099"/>
                <a:gd name="connsiteY176" fmla="*/ 433388 h 517684"/>
                <a:gd name="connsiteX177" fmla="*/ 25718 w 409099"/>
                <a:gd name="connsiteY177" fmla="*/ 433864 h 517684"/>
                <a:gd name="connsiteX178" fmla="*/ 22860 w 409099"/>
                <a:gd name="connsiteY178" fmla="*/ 434340 h 517684"/>
                <a:gd name="connsiteX179" fmla="*/ 21908 w 409099"/>
                <a:gd name="connsiteY179" fmla="*/ 434816 h 517684"/>
                <a:gd name="connsiteX180" fmla="*/ 21908 w 409099"/>
                <a:gd name="connsiteY180" fmla="*/ 436245 h 517684"/>
                <a:gd name="connsiteX181" fmla="*/ 23337 w 409099"/>
                <a:gd name="connsiteY181" fmla="*/ 438627 h 517684"/>
                <a:gd name="connsiteX182" fmla="*/ 20003 w 409099"/>
                <a:gd name="connsiteY182" fmla="*/ 437674 h 517684"/>
                <a:gd name="connsiteX183" fmla="*/ 15241 w 409099"/>
                <a:gd name="connsiteY183" fmla="*/ 434340 h 517684"/>
                <a:gd name="connsiteX184" fmla="*/ 13812 w 409099"/>
                <a:gd name="connsiteY184" fmla="*/ 434340 h 517684"/>
                <a:gd name="connsiteX185" fmla="*/ 13812 w 409099"/>
                <a:gd name="connsiteY185" fmla="*/ 436722 h 517684"/>
                <a:gd name="connsiteX186" fmla="*/ 15241 w 409099"/>
                <a:gd name="connsiteY186" fmla="*/ 438627 h 517684"/>
                <a:gd name="connsiteX187" fmla="*/ 10478 w 409099"/>
                <a:gd name="connsiteY187" fmla="*/ 438627 h 517684"/>
                <a:gd name="connsiteX188" fmla="*/ 9049 w 409099"/>
                <a:gd name="connsiteY188" fmla="*/ 441008 h 517684"/>
                <a:gd name="connsiteX189" fmla="*/ 8573 w 409099"/>
                <a:gd name="connsiteY189" fmla="*/ 444341 h 517684"/>
                <a:gd name="connsiteX190" fmla="*/ 13335 w 409099"/>
                <a:gd name="connsiteY190" fmla="*/ 444818 h 517684"/>
                <a:gd name="connsiteX191" fmla="*/ 17622 w 409099"/>
                <a:gd name="connsiteY191" fmla="*/ 443865 h 517684"/>
                <a:gd name="connsiteX192" fmla="*/ 11906 w 409099"/>
                <a:gd name="connsiteY192" fmla="*/ 446723 h 517684"/>
                <a:gd name="connsiteX193" fmla="*/ 10954 w 409099"/>
                <a:gd name="connsiteY193" fmla="*/ 448628 h 517684"/>
                <a:gd name="connsiteX194" fmla="*/ 11431 w 409099"/>
                <a:gd name="connsiteY194" fmla="*/ 451009 h 517684"/>
                <a:gd name="connsiteX195" fmla="*/ 18098 w 409099"/>
                <a:gd name="connsiteY195" fmla="*/ 451485 h 517684"/>
                <a:gd name="connsiteX196" fmla="*/ 16193 w 409099"/>
                <a:gd name="connsiteY196" fmla="*/ 452914 h 517684"/>
                <a:gd name="connsiteX197" fmla="*/ 12383 w 409099"/>
                <a:gd name="connsiteY197" fmla="*/ 453866 h 517684"/>
                <a:gd name="connsiteX198" fmla="*/ 1429 w 409099"/>
                <a:gd name="connsiteY198" fmla="*/ 455295 h 517684"/>
                <a:gd name="connsiteX199" fmla="*/ 477 w 409099"/>
                <a:gd name="connsiteY199" fmla="*/ 456248 h 517684"/>
                <a:gd name="connsiteX200" fmla="*/ 0 w 409099"/>
                <a:gd name="connsiteY200" fmla="*/ 459105 h 517684"/>
                <a:gd name="connsiteX201" fmla="*/ 477 w 409099"/>
                <a:gd name="connsiteY201" fmla="*/ 461486 h 517684"/>
                <a:gd name="connsiteX202" fmla="*/ 4763 w 409099"/>
                <a:gd name="connsiteY202" fmla="*/ 461010 h 517684"/>
                <a:gd name="connsiteX203" fmla="*/ 8573 w 409099"/>
                <a:gd name="connsiteY203" fmla="*/ 458153 h 517684"/>
                <a:gd name="connsiteX204" fmla="*/ 9049 w 409099"/>
                <a:gd name="connsiteY204" fmla="*/ 459581 h 517684"/>
                <a:gd name="connsiteX205" fmla="*/ 9049 w 409099"/>
                <a:gd name="connsiteY205" fmla="*/ 461010 h 517684"/>
                <a:gd name="connsiteX206" fmla="*/ 6191 w 409099"/>
                <a:gd name="connsiteY206" fmla="*/ 464344 h 517684"/>
                <a:gd name="connsiteX207" fmla="*/ 9049 w 409099"/>
                <a:gd name="connsiteY207" fmla="*/ 464820 h 517684"/>
                <a:gd name="connsiteX208" fmla="*/ 13335 w 409099"/>
                <a:gd name="connsiteY208" fmla="*/ 461963 h 517684"/>
                <a:gd name="connsiteX209" fmla="*/ 15241 w 409099"/>
                <a:gd name="connsiteY209" fmla="*/ 461010 h 517684"/>
                <a:gd name="connsiteX210" fmla="*/ 8097 w 409099"/>
                <a:gd name="connsiteY210" fmla="*/ 468630 h 517684"/>
                <a:gd name="connsiteX211" fmla="*/ 8573 w 409099"/>
                <a:gd name="connsiteY211" fmla="*/ 471488 h 517684"/>
                <a:gd name="connsiteX212" fmla="*/ 11906 w 409099"/>
                <a:gd name="connsiteY212" fmla="*/ 472440 h 517684"/>
                <a:gd name="connsiteX213" fmla="*/ 20956 w 409099"/>
                <a:gd name="connsiteY213" fmla="*/ 473393 h 517684"/>
                <a:gd name="connsiteX214" fmla="*/ 30004 w 409099"/>
                <a:gd name="connsiteY214" fmla="*/ 472916 h 517684"/>
                <a:gd name="connsiteX215" fmla="*/ 31433 w 409099"/>
                <a:gd name="connsiteY215" fmla="*/ 472440 h 517684"/>
                <a:gd name="connsiteX216" fmla="*/ 33814 w 409099"/>
                <a:gd name="connsiteY216" fmla="*/ 469106 h 517684"/>
                <a:gd name="connsiteX217" fmla="*/ 35243 w 409099"/>
                <a:gd name="connsiteY217" fmla="*/ 468630 h 517684"/>
                <a:gd name="connsiteX218" fmla="*/ 40006 w 409099"/>
                <a:gd name="connsiteY218" fmla="*/ 470535 h 517684"/>
                <a:gd name="connsiteX219" fmla="*/ 41435 w 409099"/>
                <a:gd name="connsiteY219" fmla="*/ 471964 h 517684"/>
                <a:gd name="connsiteX220" fmla="*/ 45720 w 409099"/>
                <a:gd name="connsiteY220" fmla="*/ 477679 h 517684"/>
                <a:gd name="connsiteX221" fmla="*/ 47625 w 409099"/>
                <a:gd name="connsiteY221" fmla="*/ 477679 h 517684"/>
                <a:gd name="connsiteX222" fmla="*/ 53816 w 409099"/>
                <a:gd name="connsiteY222" fmla="*/ 477203 h 517684"/>
                <a:gd name="connsiteX223" fmla="*/ 57627 w 409099"/>
                <a:gd name="connsiteY223" fmla="*/ 477679 h 517684"/>
                <a:gd name="connsiteX224" fmla="*/ 59056 w 409099"/>
                <a:gd name="connsiteY224" fmla="*/ 478631 h 517684"/>
                <a:gd name="connsiteX225" fmla="*/ 60485 w 409099"/>
                <a:gd name="connsiteY225" fmla="*/ 480060 h 517684"/>
                <a:gd name="connsiteX226" fmla="*/ 62389 w 409099"/>
                <a:gd name="connsiteY226" fmla="*/ 481489 h 517684"/>
                <a:gd name="connsiteX227" fmla="*/ 63341 w 409099"/>
                <a:gd name="connsiteY227" fmla="*/ 483394 h 517684"/>
                <a:gd name="connsiteX228" fmla="*/ 62866 w 409099"/>
                <a:gd name="connsiteY228" fmla="*/ 485775 h 517684"/>
                <a:gd name="connsiteX229" fmla="*/ 63818 w 409099"/>
                <a:gd name="connsiteY229" fmla="*/ 487680 h 517684"/>
                <a:gd name="connsiteX230" fmla="*/ 64770 w 409099"/>
                <a:gd name="connsiteY230" fmla="*/ 488633 h 517684"/>
                <a:gd name="connsiteX231" fmla="*/ 67628 w 409099"/>
                <a:gd name="connsiteY231" fmla="*/ 487680 h 517684"/>
                <a:gd name="connsiteX232" fmla="*/ 71438 w 409099"/>
                <a:gd name="connsiteY232" fmla="*/ 488633 h 517684"/>
                <a:gd name="connsiteX233" fmla="*/ 73343 w 409099"/>
                <a:gd name="connsiteY233" fmla="*/ 487680 h 517684"/>
                <a:gd name="connsiteX234" fmla="*/ 78106 w 409099"/>
                <a:gd name="connsiteY234" fmla="*/ 486728 h 517684"/>
                <a:gd name="connsiteX235" fmla="*/ 80487 w 409099"/>
                <a:gd name="connsiteY235" fmla="*/ 487204 h 517684"/>
                <a:gd name="connsiteX236" fmla="*/ 84773 w 409099"/>
                <a:gd name="connsiteY236" fmla="*/ 488633 h 517684"/>
                <a:gd name="connsiteX237" fmla="*/ 89060 w 409099"/>
                <a:gd name="connsiteY237" fmla="*/ 489585 h 517684"/>
                <a:gd name="connsiteX238" fmla="*/ 97156 w 409099"/>
                <a:gd name="connsiteY238" fmla="*/ 489109 h 517684"/>
                <a:gd name="connsiteX239" fmla="*/ 109062 w 409099"/>
                <a:gd name="connsiteY239" fmla="*/ 486252 h 517684"/>
                <a:gd name="connsiteX240" fmla="*/ 110491 w 409099"/>
                <a:gd name="connsiteY240" fmla="*/ 484823 h 517684"/>
                <a:gd name="connsiteX241" fmla="*/ 111443 w 409099"/>
                <a:gd name="connsiteY241" fmla="*/ 482918 h 517684"/>
                <a:gd name="connsiteX242" fmla="*/ 116681 w 409099"/>
                <a:gd name="connsiteY242" fmla="*/ 476727 h 517684"/>
                <a:gd name="connsiteX243" fmla="*/ 125731 w 409099"/>
                <a:gd name="connsiteY243" fmla="*/ 469583 h 517684"/>
                <a:gd name="connsiteX244" fmla="*/ 128588 w 409099"/>
                <a:gd name="connsiteY244" fmla="*/ 466249 h 517684"/>
                <a:gd name="connsiteX245" fmla="*/ 130969 w 409099"/>
                <a:gd name="connsiteY245" fmla="*/ 462439 h 517684"/>
                <a:gd name="connsiteX246" fmla="*/ 133827 w 409099"/>
                <a:gd name="connsiteY246" fmla="*/ 460534 h 517684"/>
                <a:gd name="connsiteX247" fmla="*/ 142399 w 409099"/>
                <a:gd name="connsiteY247" fmla="*/ 458629 h 517684"/>
                <a:gd name="connsiteX248" fmla="*/ 143828 w 409099"/>
                <a:gd name="connsiteY248" fmla="*/ 457677 h 517684"/>
                <a:gd name="connsiteX249" fmla="*/ 145733 w 409099"/>
                <a:gd name="connsiteY249" fmla="*/ 457200 h 517684"/>
                <a:gd name="connsiteX250" fmla="*/ 146210 w 409099"/>
                <a:gd name="connsiteY250" fmla="*/ 456248 h 517684"/>
                <a:gd name="connsiteX251" fmla="*/ 146210 w 409099"/>
                <a:gd name="connsiteY251" fmla="*/ 453866 h 517684"/>
                <a:gd name="connsiteX252" fmla="*/ 144781 w 409099"/>
                <a:gd name="connsiteY252" fmla="*/ 452438 h 517684"/>
                <a:gd name="connsiteX253" fmla="*/ 143352 w 409099"/>
                <a:gd name="connsiteY253" fmla="*/ 450533 h 517684"/>
                <a:gd name="connsiteX254" fmla="*/ 143352 w 409099"/>
                <a:gd name="connsiteY254" fmla="*/ 449104 h 517684"/>
                <a:gd name="connsiteX255" fmla="*/ 147162 w 409099"/>
                <a:gd name="connsiteY255" fmla="*/ 441960 h 517684"/>
                <a:gd name="connsiteX256" fmla="*/ 149543 w 409099"/>
                <a:gd name="connsiteY256" fmla="*/ 435769 h 517684"/>
                <a:gd name="connsiteX257" fmla="*/ 151448 w 409099"/>
                <a:gd name="connsiteY257" fmla="*/ 429102 h 517684"/>
                <a:gd name="connsiteX258" fmla="*/ 153353 w 409099"/>
                <a:gd name="connsiteY258" fmla="*/ 426244 h 517684"/>
                <a:gd name="connsiteX259" fmla="*/ 157639 w 409099"/>
                <a:gd name="connsiteY259" fmla="*/ 421481 h 517684"/>
                <a:gd name="connsiteX260" fmla="*/ 158116 w 409099"/>
                <a:gd name="connsiteY260" fmla="*/ 419100 h 517684"/>
                <a:gd name="connsiteX261" fmla="*/ 154306 w 409099"/>
                <a:gd name="connsiteY261" fmla="*/ 417195 h 517684"/>
                <a:gd name="connsiteX262" fmla="*/ 153353 w 409099"/>
                <a:gd name="connsiteY262" fmla="*/ 416243 h 517684"/>
                <a:gd name="connsiteX263" fmla="*/ 158591 w 409099"/>
                <a:gd name="connsiteY263" fmla="*/ 416243 h 517684"/>
                <a:gd name="connsiteX264" fmla="*/ 160497 w 409099"/>
                <a:gd name="connsiteY264" fmla="*/ 410052 h 517684"/>
                <a:gd name="connsiteX265" fmla="*/ 160973 w 409099"/>
                <a:gd name="connsiteY265" fmla="*/ 403384 h 517684"/>
                <a:gd name="connsiteX266" fmla="*/ 161449 w 409099"/>
                <a:gd name="connsiteY266" fmla="*/ 399574 h 517684"/>
                <a:gd name="connsiteX267" fmla="*/ 164306 w 409099"/>
                <a:gd name="connsiteY267" fmla="*/ 390525 h 517684"/>
                <a:gd name="connsiteX268" fmla="*/ 163354 w 409099"/>
                <a:gd name="connsiteY268" fmla="*/ 389573 h 517684"/>
                <a:gd name="connsiteX269" fmla="*/ 161925 w 409099"/>
                <a:gd name="connsiteY269" fmla="*/ 389097 h 517684"/>
                <a:gd name="connsiteX270" fmla="*/ 166212 w 409099"/>
                <a:gd name="connsiteY270" fmla="*/ 388620 h 517684"/>
                <a:gd name="connsiteX271" fmla="*/ 168116 w 409099"/>
                <a:gd name="connsiteY271" fmla="*/ 386715 h 517684"/>
                <a:gd name="connsiteX272" fmla="*/ 169069 w 409099"/>
                <a:gd name="connsiteY272" fmla="*/ 383858 h 517684"/>
                <a:gd name="connsiteX273" fmla="*/ 171450 w 409099"/>
                <a:gd name="connsiteY273" fmla="*/ 382905 h 517684"/>
                <a:gd name="connsiteX274" fmla="*/ 176213 w 409099"/>
                <a:gd name="connsiteY274" fmla="*/ 382905 h 517684"/>
                <a:gd name="connsiteX275" fmla="*/ 178118 w 409099"/>
                <a:gd name="connsiteY275" fmla="*/ 381953 h 517684"/>
                <a:gd name="connsiteX276" fmla="*/ 181452 w 409099"/>
                <a:gd name="connsiteY276" fmla="*/ 379572 h 517684"/>
                <a:gd name="connsiteX277" fmla="*/ 184310 w 409099"/>
                <a:gd name="connsiteY277" fmla="*/ 378143 h 517684"/>
                <a:gd name="connsiteX278" fmla="*/ 187166 w 409099"/>
                <a:gd name="connsiteY278" fmla="*/ 377190 h 517684"/>
                <a:gd name="connsiteX279" fmla="*/ 190500 w 409099"/>
                <a:gd name="connsiteY279" fmla="*/ 375761 h 517684"/>
                <a:gd name="connsiteX280" fmla="*/ 193835 w 409099"/>
                <a:gd name="connsiteY280" fmla="*/ 373856 h 517684"/>
                <a:gd name="connsiteX281" fmla="*/ 192406 w 409099"/>
                <a:gd name="connsiteY281" fmla="*/ 371475 h 517684"/>
                <a:gd name="connsiteX282" fmla="*/ 189548 w 409099"/>
                <a:gd name="connsiteY282" fmla="*/ 367665 h 517684"/>
                <a:gd name="connsiteX283" fmla="*/ 189072 w 409099"/>
                <a:gd name="connsiteY283" fmla="*/ 366236 h 517684"/>
                <a:gd name="connsiteX284" fmla="*/ 192881 w 409099"/>
                <a:gd name="connsiteY284" fmla="*/ 368618 h 517684"/>
                <a:gd name="connsiteX285" fmla="*/ 195263 w 409099"/>
                <a:gd name="connsiteY285" fmla="*/ 370999 h 517684"/>
                <a:gd name="connsiteX286" fmla="*/ 197644 w 409099"/>
                <a:gd name="connsiteY286" fmla="*/ 372904 h 517684"/>
                <a:gd name="connsiteX287" fmla="*/ 199549 w 409099"/>
                <a:gd name="connsiteY287" fmla="*/ 372428 h 517684"/>
                <a:gd name="connsiteX288" fmla="*/ 200502 w 409099"/>
                <a:gd name="connsiteY288" fmla="*/ 370999 h 517684"/>
                <a:gd name="connsiteX289" fmla="*/ 200978 w 409099"/>
                <a:gd name="connsiteY289" fmla="*/ 369094 h 517684"/>
                <a:gd name="connsiteX290" fmla="*/ 201931 w 409099"/>
                <a:gd name="connsiteY290" fmla="*/ 367665 h 517684"/>
                <a:gd name="connsiteX291" fmla="*/ 203835 w 409099"/>
                <a:gd name="connsiteY291" fmla="*/ 366713 h 517684"/>
                <a:gd name="connsiteX292" fmla="*/ 205264 w 409099"/>
                <a:gd name="connsiteY292" fmla="*/ 367189 h 517684"/>
                <a:gd name="connsiteX293" fmla="*/ 207169 w 409099"/>
                <a:gd name="connsiteY293" fmla="*/ 368618 h 517684"/>
                <a:gd name="connsiteX294" fmla="*/ 203360 w 409099"/>
                <a:gd name="connsiteY294" fmla="*/ 370999 h 517684"/>
                <a:gd name="connsiteX295" fmla="*/ 204312 w 409099"/>
                <a:gd name="connsiteY295" fmla="*/ 371475 h 517684"/>
                <a:gd name="connsiteX296" fmla="*/ 206216 w 409099"/>
                <a:gd name="connsiteY296" fmla="*/ 370999 h 517684"/>
                <a:gd name="connsiteX297" fmla="*/ 212885 w 409099"/>
                <a:gd name="connsiteY297" fmla="*/ 370047 h 517684"/>
                <a:gd name="connsiteX298" fmla="*/ 215266 w 409099"/>
                <a:gd name="connsiteY298" fmla="*/ 372428 h 517684"/>
                <a:gd name="connsiteX299" fmla="*/ 218599 w 409099"/>
                <a:gd name="connsiteY299" fmla="*/ 373380 h 517684"/>
                <a:gd name="connsiteX300" fmla="*/ 221933 w 409099"/>
                <a:gd name="connsiteY300" fmla="*/ 372904 h 517684"/>
                <a:gd name="connsiteX301" fmla="*/ 223362 w 409099"/>
                <a:gd name="connsiteY301" fmla="*/ 372428 h 517684"/>
                <a:gd name="connsiteX302" fmla="*/ 224314 w 409099"/>
                <a:gd name="connsiteY302" fmla="*/ 370999 h 517684"/>
                <a:gd name="connsiteX303" fmla="*/ 225266 w 409099"/>
                <a:gd name="connsiteY303" fmla="*/ 369094 h 517684"/>
                <a:gd name="connsiteX304" fmla="*/ 224791 w 409099"/>
                <a:gd name="connsiteY304" fmla="*/ 365284 h 517684"/>
                <a:gd name="connsiteX305" fmla="*/ 223838 w 409099"/>
                <a:gd name="connsiteY305" fmla="*/ 364331 h 517684"/>
                <a:gd name="connsiteX306" fmla="*/ 219552 w 409099"/>
                <a:gd name="connsiteY306" fmla="*/ 363379 h 517684"/>
                <a:gd name="connsiteX307" fmla="*/ 214789 w 409099"/>
                <a:gd name="connsiteY307" fmla="*/ 361950 h 517684"/>
                <a:gd name="connsiteX308" fmla="*/ 213360 w 409099"/>
                <a:gd name="connsiteY308" fmla="*/ 359569 h 517684"/>
                <a:gd name="connsiteX309" fmla="*/ 212885 w 409099"/>
                <a:gd name="connsiteY309" fmla="*/ 357664 h 517684"/>
                <a:gd name="connsiteX310" fmla="*/ 212408 w 409099"/>
                <a:gd name="connsiteY310" fmla="*/ 355759 h 517684"/>
                <a:gd name="connsiteX311" fmla="*/ 210979 w 409099"/>
                <a:gd name="connsiteY311" fmla="*/ 354806 h 517684"/>
                <a:gd name="connsiteX312" fmla="*/ 205264 w 409099"/>
                <a:gd name="connsiteY312" fmla="*/ 355759 h 517684"/>
                <a:gd name="connsiteX313" fmla="*/ 206693 w 409099"/>
                <a:gd name="connsiteY313" fmla="*/ 354806 h 517684"/>
                <a:gd name="connsiteX314" fmla="*/ 209074 w 409099"/>
                <a:gd name="connsiteY314" fmla="*/ 354330 h 517684"/>
                <a:gd name="connsiteX315" fmla="*/ 211456 w 409099"/>
                <a:gd name="connsiteY315" fmla="*/ 353378 h 517684"/>
                <a:gd name="connsiteX316" fmla="*/ 212885 w 409099"/>
                <a:gd name="connsiteY316" fmla="*/ 351473 h 517684"/>
                <a:gd name="connsiteX317" fmla="*/ 211456 w 409099"/>
                <a:gd name="connsiteY317" fmla="*/ 350044 h 517684"/>
                <a:gd name="connsiteX318" fmla="*/ 209550 w 409099"/>
                <a:gd name="connsiteY318" fmla="*/ 349568 h 517684"/>
                <a:gd name="connsiteX319" fmla="*/ 209550 w 409099"/>
                <a:gd name="connsiteY319" fmla="*/ 348615 h 517684"/>
                <a:gd name="connsiteX320" fmla="*/ 212885 w 409099"/>
                <a:gd name="connsiteY320" fmla="*/ 348139 h 517684"/>
                <a:gd name="connsiteX321" fmla="*/ 215741 w 409099"/>
                <a:gd name="connsiteY321" fmla="*/ 345758 h 517684"/>
                <a:gd name="connsiteX322" fmla="*/ 218599 w 409099"/>
                <a:gd name="connsiteY322" fmla="*/ 342900 h 517684"/>
                <a:gd name="connsiteX323" fmla="*/ 224791 w 409099"/>
                <a:gd name="connsiteY323" fmla="*/ 340519 h 517684"/>
                <a:gd name="connsiteX324" fmla="*/ 227172 w 409099"/>
                <a:gd name="connsiteY324" fmla="*/ 339090 h 517684"/>
                <a:gd name="connsiteX325" fmla="*/ 229553 w 409099"/>
                <a:gd name="connsiteY325" fmla="*/ 337185 h 517684"/>
                <a:gd name="connsiteX326" fmla="*/ 233839 w 409099"/>
                <a:gd name="connsiteY326" fmla="*/ 331470 h 517684"/>
                <a:gd name="connsiteX327" fmla="*/ 240506 w 409099"/>
                <a:gd name="connsiteY327" fmla="*/ 318135 h 517684"/>
                <a:gd name="connsiteX328" fmla="*/ 241935 w 409099"/>
                <a:gd name="connsiteY328" fmla="*/ 316230 h 517684"/>
                <a:gd name="connsiteX329" fmla="*/ 250508 w 409099"/>
                <a:gd name="connsiteY329" fmla="*/ 308134 h 517684"/>
                <a:gd name="connsiteX330" fmla="*/ 252413 w 409099"/>
                <a:gd name="connsiteY330" fmla="*/ 305753 h 517684"/>
                <a:gd name="connsiteX331" fmla="*/ 252413 w 409099"/>
                <a:gd name="connsiteY331" fmla="*/ 302419 h 517684"/>
                <a:gd name="connsiteX332" fmla="*/ 255270 w 409099"/>
                <a:gd name="connsiteY332" fmla="*/ 300514 h 517684"/>
                <a:gd name="connsiteX333" fmla="*/ 257652 w 409099"/>
                <a:gd name="connsiteY333" fmla="*/ 297180 h 517684"/>
                <a:gd name="connsiteX334" fmla="*/ 263366 w 409099"/>
                <a:gd name="connsiteY334" fmla="*/ 290989 h 517684"/>
                <a:gd name="connsiteX335" fmla="*/ 264319 w 409099"/>
                <a:gd name="connsiteY335" fmla="*/ 289560 h 517684"/>
                <a:gd name="connsiteX336" fmla="*/ 265748 w 409099"/>
                <a:gd name="connsiteY336" fmla="*/ 286703 h 517684"/>
                <a:gd name="connsiteX337" fmla="*/ 263366 w 409099"/>
                <a:gd name="connsiteY337" fmla="*/ 284322 h 517684"/>
                <a:gd name="connsiteX338" fmla="*/ 261938 w 409099"/>
                <a:gd name="connsiteY338" fmla="*/ 283369 h 517684"/>
                <a:gd name="connsiteX339" fmla="*/ 259081 w 409099"/>
                <a:gd name="connsiteY339" fmla="*/ 283845 h 517684"/>
                <a:gd name="connsiteX340" fmla="*/ 261938 w 409099"/>
                <a:gd name="connsiteY340" fmla="*/ 279559 h 517684"/>
                <a:gd name="connsiteX341" fmla="*/ 259556 w 409099"/>
                <a:gd name="connsiteY341" fmla="*/ 277178 h 517684"/>
                <a:gd name="connsiteX342" fmla="*/ 259081 w 409099"/>
                <a:gd name="connsiteY342" fmla="*/ 275749 h 517684"/>
                <a:gd name="connsiteX343" fmla="*/ 259081 w 409099"/>
                <a:gd name="connsiteY343" fmla="*/ 273844 h 517684"/>
                <a:gd name="connsiteX344" fmla="*/ 260033 w 409099"/>
                <a:gd name="connsiteY344" fmla="*/ 271463 h 517684"/>
                <a:gd name="connsiteX345" fmla="*/ 262414 w 409099"/>
                <a:gd name="connsiteY345" fmla="*/ 270034 h 517684"/>
                <a:gd name="connsiteX346" fmla="*/ 264795 w 409099"/>
                <a:gd name="connsiteY346" fmla="*/ 269558 h 517684"/>
                <a:gd name="connsiteX347" fmla="*/ 266700 w 409099"/>
                <a:gd name="connsiteY347" fmla="*/ 267653 h 517684"/>
                <a:gd name="connsiteX348" fmla="*/ 269081 w 409099"/>
                <a:gd name="connsiteY348" fmla="*/ 264795 h 517684"/>
                <a:gd name="connsiteX349" fmla="*/ 269081 w 409099"/>
                <a:gd name="connsiteY349" fmla="*/ 261461 h 517684"/>
                <a:gd name="connsiteX350" fmla="*/ 266224 w 409099"/>
                <a:gd name="connsiteY350" fmla="*/ 264319 h 517684"/>
                <a:gd name="connsiteX351" fmla="*/ 260033 w 409099"/>
                <a:gd name="connsiteY351" fmla="*/ 269558 h 517684"/>
                <a:gd name="connsiteX352" fmla="*/ 403385 w 409099"/>
                <a:gd name="connsiteY352" fmla="*/ 126206 h 517684"/>
                <a:gd name="connsiteX353" fmla="*/ 400527 w 409099"/>
                <a:gd name="connsiteY353" fmla="*/ 124302 h 517684"/>
                <a:gd name="connsiteX354" fmla="*/ 391478 w 409099"/>
                <a:gd name="connsiteY354" fmla="*/ 123825 h 517684"/>
                <a:gd name="connsiteX355" fmla="*/ 389573 w 409099"/>
                <a:gd name="connsiteY355" fmla="*/ 124778 h 517684"/>
                <a:gd name="connsiteX356" fmla="*/ 388144 w 409099"/>
                <a:gd name="connsiteY356" fmla="*/ 126206 h 517684"/>
                <a:gd name="connsiteX357" fmla="*/ 384810 w 409099"/>
                <a:gd name="connsiteY357" fmla="*/ 127635 h 517684"/>
                <a:gd name="connsiteX358" fmla="*/ 381953 w 409099"/>
                <a:gd name="connsiteY358" fmla="*/ 129540 h 517684"/>
                <a:gd name="connsiteX359" fmla="*/ 379095 w 409099"/>
                <a:gd name="connsiteY359" fmla="*/ 133350 h 517684"/>
                <a:gd name="connsiteX360" fmla="*/ 376238 w 409099"/>
                <a:gd name="connsiteY360" fmla="*/ 136684 h 517684"/>
                <a:gd name="connsiteX361" fmla="*/ 372904 w 409099"/>
                <a:gd name="connsiteY361" fmla="*/ 139065 h 517684"/>
                <a:gd name="connsiteX362" fmla="*/ 369094 w 409099"/>
                <a:gd name="connsiteY362" fmla="*/ 140494 h 517684"/>
                <a:gd name="connsiteX363" fmla="*/ 367189 w 409099"/>
                <a:gd name="connsiteY363" fmla="*/ 140494 h 517684"/>
                <a:gd name="connsiteX364" fmla="*/ 363379 w 409099"/>
                <a:gd name="connsiteY364" fmla="*/ 140018 h 517684"/>
                <a:gd name="connsiteX365" fmla="*/ 350044 w 409099"/>
                <a:gd name="connsiteY365" fmla="*/ 136208 h 517684"/>
                <a:gd name="connsiteX366" fmla="*/ 344806 w 409099"/>
                <a:gd name="connsiteY366" fmla="*/ 133827 h 517684"/>
                <a:gd name="connsiteX367" fmla="*/ 333852 w 409099"/>
                <a:gd name="connsiteY367" fmla="*/ 128111 h 517684"/>
                <a:gd name="connsiteX368" fmla="*/ 332423 w 409099"/>
                <a:gd name="connsiteY368" fmla="*/ 127635 h 517684"/>
                <a:gd name="connsiteX369" fmla="*/ 330518 w 409099"/>
                <a:gd name="connsiteY369" fmla="*/ 127635 h 517684"/>
                <a:gd name="connsiteX370" fmla="*/ 327660 w 409099"/>
                <a:gd name="connsiteY370" fmla="*/ 126683 h 517684"/>
                <a:gd name="connsiteX371" fmla="*/ 325279 w 409099"/>
                <a:gd name="connsiteY371" fmla="*/ 124778 h 517684"/>
                <a:gd name="connsiteX372" fmla="*/ 324803 w 409099"/>
                <a:gd name="connsiteY372" fmla="*/ 123825 h 517684"/>
                <a:gd name="connsiteX373" fmla="*/ 325756 w 409099"/>
                <a:gd name="connsiteY373" fmla="*/ 123349 h 517684"/>
                <a:gd name="connsiteX374" fmla="*/ 328137 w 409099"/>
                <a:gd name="connsiteY374" fmla="*/ 124302 h 517684"/>
                <a:gd name="connsiteX375" fmla="*/ 327660 w 409099"/>
                <a:gd name="connsiteY375" fmla="*/ 122397 h 517684"/>
                <a:gd name="connsiteX376" fmla="*/ 323374 w 409099"/>
                <a:gd name="connsiteY376" fmla="*/ 118586 h 517684"/>
                <a:gd name="connsiteX377" fmla="*/ 320993 w 409099"/>
                <a:gd name="connsiteY377" fmla="*/ 109538 h 517684"/>
                <a:gd name="connsiteX378" fmla="*/ 319564 w 409099"/>
                <a:gd name="connsiteY378" fmla="*/ 100013 h 517684"/>
                <a:gd name="connsiteX379" fmla="*/ 318612 w 409099"/>
                <a:gd name="connsiteY379" fmla="*/ 96679 h 517684"/>
                <a:gd name="connsiteX380" fmla="*/ 316706 w 409099"/>
                <a:gd name="connsiteY380" fmla="*/ 93822 h 517684"/>
                <a:gd name="connsiteX381" fmla="*/ 316231 w 409099"/>
                <a:gd name="connsiteY381" fmla="*/ 90964 h 517684"/>
                <a:gd name="connsiteX382" fmla="*/ 313373 w 409099"/>
                <a:gd name="connsiteY382" fmla="*/ 91440 h 517684"/>
                <a:gd name="connsiteX383" fmla="*/ 308135 w 409099"/>
                <a:gd name="connsiteY383" fmla="*/ 84773 h 517684"/>
                <a:gd name="connsiteX384" fmla="*/ 307181 w 409099"/>
                <a:gd name="connsiteY384" fmla="*/ 82391 h 517684"/>
                <a:gd name="connsiteX385" fmla="*/ 305753 w 409099"/>
                <a:gd name="connsiteY385" fmla="*/ 80486 h 517684"/>
                <a:gd name="connsiteX386" fmla="*/ 303848 w 409099"/>
                <a:gd name="connsiteY386" fmla="*/ 81439 h 517684"/>
                <a:gd name="connsiteX387" fmla="*/ 303372 w 409099"/>
                <a:gd name="connsiteY387" fmla="*/ 83344 h 517684"/>
                <a:gd name="connsiteX388" fmla="*/ 304800 w 409099"/>
                <a:gd name="connsiteY388" fmla="*/ 84773 h 517684"/>
                <a:gd name="connsiteX389" fmla="*/ 305753 w 409099"/>
                <a:gd name="connsiteY389" fmla="*/ 86202 h 517684"/>
                <a:gd name="connsiteX390" fmla="*/ 306706 w 409099"/>
                <a:gd name="connsiteY390" fmla="*/ 88106 h 517684"/>
                <a:gd name="connsiteX391" fmla="*/ 307181 w 409099"/>
                <a:gd name="connsiteY391" fmla="*/ 90488 h 517684"/>
                <a:gd name="connsiteX392" fmla="*/ 306706 w 409099"/>
                <a:gd name="connsiteY392" fmla="*/ 92869 h 517684"/>
                <a:gd name="connsiteX393" fmla="*/ 306706 w 409099"/>
                <a:gd name="connsiteY393" fmla="*/ 95250 h 517684"/>
                <a:gd name="connsiteX394" fmla="*/ 308610 w 409099"/>
                <a:gd name="connsiteY394" fmla="*/ 102394 h 517684"/>
                <a:gd name="connsiteX395" fmla="*/ 309087 w 409099"/>
                <a:gd name="connsiteY395" fmla="*/ 106680 h 517684"/>
                <a:gd name="connsiteX396" fmla="*/ 308135 w 409099"/>
                <a:gd name="connsiteY396" fmla="*/ 108109 h 517684"/>
                <a:gd name="connsiteX397" fmla="*/ 305277 w 409099"/>
                <a:gd name="connsiteY397" fmla="*/ 108585 h 517684"/>
                <a:gd name="connsiteX398" fmla="*/ 302895 w 409099"/>
                <a:gd name="connsiteY398" fmla="*/ 108109 h 517684"/>
                <a:gd name="connsiteX399" fmla="*/ 301466 w 409099"/>
                <a:gd name="connsiteY399" fmla="*/ 106204 h 517684"/>
                <a:gd name="connsiteX400" fmla="*/ 300991 w 409099"/>
                <a:gd name="connsiteY400" fmla="*/ 101918 h 517684"/>
                <a:gd name="connsiteX401" fmla="*/ 300038 w 409099"/>
                <a:gd name="connsiteY401" fmla="*/ 100013 h 517684"/>
                <a:gd name="connsiteX402" fmla="*/ 298133 w 409099"/>
                <a:gd name="connsiteY402" fmla="*/ 99060 h 517684"/>
                <a:gd name="connsiteX403" fmla="*/ 291466 w 409099"/>
                <a:gd name="connsiteY403" fmla="*/ 96679 h 517684"/>
                <a:gd name="connsiteX404" fmla="*/ 288131 w 409099"/>
                <a:gd name="connsiteY404" fmla="*/ 94298 h 517684"/>
                <a:gd name="connsiteX405" fmla="*/ 287179 w 409099"/>
                <a:gd name="connsiteY405" fmla="*/ 94774 h 517684"/>
                <a:gd name="connsiteX406" fmla="*/ 286227 w 409099"/>
                <a:gd name="connsiteY406" fmla="*/ 96679 h 517684"/>
                <a:gd name="connsiteX407" fmla="*/ 284798 w 409099"/>
                <a:gd name="connsiteY407" fmla="*/ 95250 h 517684"/>
                <a:gd name="connsiteX408" fmla="*/ 283369 w 409099"/>
                <a:gd name="connsiteY408" fmla="*/ 94298 h 517684"/>
                <a:gd name="connsiteX409" fmla="*/ 280512 w 409099"/>
                <a:gd name="connsiteY409" fmla="*/ 93822 h 517684"/>
                <a:gd name="connsiteX410" fmla="*/ 280512 w 409099"/>
                <a:gd name="connsiteY410" fmla="*/ 91916 h 517684"/>
                <a:gd name="connsiteX411" fmla="*/ 281464 w 409099"/>
                <a:gd name="connsiteY411" fmla="*/ 90964 h 517684"/>
                <a:gd name="connsiteX412" fmla="*/ 282416 w 409099"/>
                <a:gd name="connsiteY412" fmla="*/ 86202 h 517684"/>
                <a:gd name="connsiteX413" fmla="*/ 283845 w 409099"/>
                <a:gd name="connsiteY413" fmla="*/ 84773 h 517684"/>
                <a:gd name="connsiteX414" fmla="*/ 281464 w 409099"/>
                <a:gd name="connsiteY414" fmla="*/ 80010 h 517684"/>
                <a:gd name="connsiteX415" fmla="*/ 282416 w 409099"/>
                <a:gd name="connsiteY415" fmla="*/ 78105 h 517684"/>
                <a:gd name="connsiteX416" fmla="*/ 282416 w 409099"/>
                <a:gd name="connsiteY416" fmla="*/ 76200 h 517684"/>
                <a:gd name="connsiteX417" fmla="*/ 283369 w 409099"/>
                <a:gd name="connsiteY417" fmla="*/ 72866 h 517684"/>
                <a:gd name="connsiteX418" fmla="*/ 276702 w 409099"/>
                <a:gd name="connsiteY418" fmla="*/ 64294 h 517684"/>
                <a:gd name="connsiteX419" fmla="*/ 274797 w 409099"/>
                <a:gd name="connsiteY419" fmla="*/ 61436 h 517684"/>
                <a:gd name="connsiteX420" fmla="*/ 272416 w 409099"/>
                <a:gd name="connsiteY420" fmla="*/ 56674 h 517684"/>
                <a:gd name="connsiteX421" fmla="*/ 269558 w 409099"/>
                <a:gd name="connsiteY421" fmla="*/ 53340 h 517684"/>
                <a:gd name="connsiteX422" fmla="*/ 269558 w 409099"/>
                <a:gd name="connsiteY422" fmla="*/ 52388 h 517684"/>
                <a:gd name="connsiteX423" fmla="*/ 274320 w 409099"/>
                <a:gd name="connsiteY423" fmla="*/ 53340 h 517684"/>
                <a:gd name="connsiteX424" fmla="*/ 275749 w 409099"/>
                <a:gd name="connsiteY424" fmla="*/ 52864 h 517684"/>
                <a:gd name="connsiteX425" fmla="*/ 273368 w 409099"/>
                <a:gd name="connsiteY425" fmla="*/ 48102 h 517684"/>
                <a:gd name="connsiteX426" fmla="*/ 274320 w 409099"/>
                <a:gd name="connsiteY426" fmla="*/ 46673 h 517684"/>
                <a:gd name="connsiteX427" fmla="*/ 274797 w 409099"/>
                <a:gd name="connsiteY427" fmla="*/ 44768 h 517684"/>
                <a:gd name="connsiteX428" fmla="*/ 271939 w 409099"/>
                <a:gd name="connsiteY428" fmla="*/ 40005 h 517684"/>
                <a:gd name="connsiteX429" fmla="*/ 270510 w 409099"/>
                <a:gd name="connsiteY429" fmla="*/ 38577 h 517684"/>
                <a:gd name="connsiteX430" fmla="*/ 269558 w 409099"/>
                <a:gd name="connsiteY430" fmla="*/ 36672 h 517684"/>
                <a:gd name="connsiteX431" fmla="*/ 270035 w 409099"/>
                <a:gd name="connsiteY431" fmla="*/ 36672 h 517684"/>
                <a:gd name="connsiteX432" fmla="*/ 269558 w 409099"/>
                <a:gd name="connsiteY432" fmla="*/ 34766 h 517684"/>
                <a:gd name="connsiteX433" fmla="*/ 267653 w 409099"/>
                <a:gd name="connsiteY433" fmla="*/ 31909 h 517684"/>
                <a:gd name="connsiteX434" fmla="*/ 266224 w 409099"/>
                <a:gd name="connsiteY434" fmla="*/ 32385 h 517684"/>
                <a:gd name="connsiteX435" fmla="*/ 263366 w 409099"/>
                <a:gd name="connsiteY435" fmla="*/ 34290 h 517684"/>
                <a:gd name="connsiteX436" fmla="*/ 261462 w 409099"/>
                <a:gd name="connsiteY436" fmla="*/ 33814 h 517684"/>
                <a:gd name="connsiteX437" fmla="*/ 260510 w 409099"/>
                <a:gd name="connsiteY437" fmla="*/ 32385 h 517684"/>
                <a:gd name="connsiteX438" fmla="*/ 260033 w 409099"/>
                <a:gd name="connsiteY438" fmla="*/ 30480 h 517684"/>
                <a:gd name="connsiteX439" fmla="*/ 260510 w 409099"/>
                <a:gd name="connsiteY439" fmla="*/ 28575 h 517684"/>
                <a:gd name="connsiteX440" fmla="*/ 260033 w 409099"/>
                <a:gd name="connsiteY440" fmla="*/ 27623 h 517684"/>
                <a:gd name="connsiteX441" fmla="*/ 253841 w 409099"/>
                <a:gd name="connsiteY441" fmla="*/ 24289 h 517684"/>
                <a:gd name="connsiteX442" fmla="*/ 250985 w 409099"/>
                <a:gd name="connsiteY442" fmla="*/ 23336 h 517684"/>
                <a:gd name="connsiteX443" fmla="*/ 250031 w 409099"/>
                <a:gd name="connsiteY443" fmla="*/ 23813 h 517684"/>
                <a:gd name="connsiteX444" fmla="*/ 249079 w 409099"/>
                <a:gd name="connsiteY444" fmla="*/ 24765 h 517684"/>
                <a:gd name="connsiteX445" fmla="*/ 247650 w 409099"/>
                <a:gd name="connsiteY445" fmla="*/ 24289 h 517684"/>
                <a:gd name="connsiteX446" fmla="*/ 246222 w 409099"/>
                <a:gd name="connsiteY446" fmla="*/ 22384 h 517684"/>
                <a:gd name="connsiteX447" fmla="*/ 238602 w 409099"/>
                <a:gd name="connsiteY447" fmla="*/ 20003 h 517684"/>
                <a:gd name="connsiteX448" fmla="*/ 237649 w 409099"/>
                <a:gd name="connsiteY448" fmla="*/ 19527 h 517684"/>
                <a:gd name="connsiteX449" fmla="*/ 238125 w 409099"/>
                <a:gd name="connsiteY449" fmla="*/ 16193 h 517684"/>
                <a:gd name="connsiteX450" fmla="*/ 235744 w 409099"/>
                <a:gd name="connsiteY450" fmla="*/ 18098 h 517684"/>
                <a:gd name="connsiteX451" fmla="*/ 234316 w 409099"/>
                <a:gd name="connsiteY451" fmla="*/ 20003 h 517684"/>
                <a:gd name="connsiteX452" fmla="*/ 232410 w 409099"/>
                <a:gd name="connsiteY452" fmla="*/ 21431 h 517684"/>
                <a:gd name="connsiteX453" fmla="*/ 231935 w 409099"/>
                <a:gd name="connsiteY453" fmla="*/ 19527 h 517684"/>
                <a:gd name="connsiteX454" fmla="*/ 230981 w 409099"/>
                <a:gd name="connsiteY454" fmla="*/ 18098 h 517684"/>
                <a:gd name="connsiteX455" fmla="*/ 229077 w 409099"/>
                <a:gd name="connsiteY455" fmla="*/ 16193 h 517684"/>
                <a:gd name="connsiteX456" fmla="*/ 228600 w 409099"/>
                <a:gd name="connsiteY456" fmla="*/ 14288 h 517684"/>
                <a:gd name="connsiteX457" fmla="*/ 224791 w 409099"/>
                <a:gd name="connsiteY457" fmla="*/ 8097 h 517684"/>
                <a:gd name="connsiteX458" fmla="*/ 222885 w 409099"/>
                <a:gd name="connsiteY458" fmla="*/ 6191 h 517684"/>
                <a:gd name="connsiteX459" fmla="*/ 221456 w 409099"/>
                <a:gd name="connsiteY459" fmla="*/ 3810 h 517684"/>
                <a:gd name="connsiteX460" fmla="*/ 224314 w 409099"/>
                <a:gd name="connsiteY460" fmla="*/ 0 h 517684"/>
                <a:gd name="connsiteX461" fmla="*/ 218599 w 409099"/>
                <a:gd name="connsiteY461" fmla="*/ 0 h 517684"/>
                <a:gd name="connsiteX462" fmla="*/ 212885 w 409099"/>
                <a:gd name="connsiteY462" fmla="*/ 953 h 517684"/>
                <a:gd name="connsiteX463" fmla="*/ 218123 w 409099"/>
                <a:gd name="connsiteY463" fmla="*/ 7620 h 517684"/>
                <a:gd name="connsiteX464" fmla="*/ 223838 w 409099"/>
                <a:gd name="connsiteY464" fmla="*/ 13811 h 517684"/>
                <a:gd name="connsiteX465" fmla="*/ 226695 w 409099"/>
                <a:gd name="connsiteY465" fmla="*/ 17622 h 517684"/>
                <a:gd name="connsiteX466" fmla="*/ 229077 w 409099"/>
                <a:gd name="connsiteY466" fmla="*/ 21908 h 517684"/>
                <a:gd name="connsiteX467" fmla="*/ 229077 w 409099"/>
                <a:gd name="connsiteY467" fmla="*/ 26194 h 517684"/>
                <a:gd name="connsiteX468" fmla="*/ 226695 w 409099"/>
                <a:gd name="connsiteY468" fmla="*/ 29528 h 517684"/>
                <a:gd name="connsiteX469" fmla="*/ 228124 w 409099"/>
                <a:gd name="connsiteY469" fmla="*/ 30956 h 517684"/>
                <a:gd name="connsiteX470" fmla="*/ 230506 w 409099"/>
                <a:gd name="connsiteY470" fmla="*/ 34290 h 517684"/>
                <a:gd name="connsiteX471" fmla="*/ 231935 w 409099"/>
                <a:gd name="connsiteY471" fmla="*/ 34766 h 517684"/>
                <a:gd name="connsiteX472" fmla="*/ 232410 w 409099"/>
                <a:gd name="connsiteY472" fmla="*/ 35719 h 517684"/>
                <a:gd name="connsiteX473" fmla="*/ 232410 w 409099"/>
                <a:gd name="connsiteY473" fmla="*/ 37148 h 517684"/>
                <a:gd name="connsiteX474" fmla="*/ 233363 w 409099"/>
                <a:gd name="connsiteY474" fmla="*/ 38577 h 517684"/>
                <a:gd name="connsiteX475" fmla="*/ 235268 w 409099"/>
                <a:gd name="connsiteY475" fmla="*/ 40958 h 517684"/>
                <a:gd name="connsiteX476" fmla="*/ 236220 w 409099"/>
                <a:gd name="connsiteY476" fmla="*/ 40005 h 517684"/>
                <a:gd name="connsiteX477" fmla="*/ 238125 w 409099"/>
                <a:gd name="connsiteY477" fmla="*/ 36672 h 517684"/>
                <a:gd name="connsiteX478" fmla="*/ 239554 w 409099"/>
                <a:gd name="connsiteY478" fmla="*/ 35243 h 517684"/>
                <a:gd name="connsiteX479" fmla="*/ 240983 w 409099"/>
                <a:gd name="connsiteY479" fmla="*/ 33814 h 517684"/>
                <a:gd name="connsiteX480" fmla="*/ 242412 w 409099"/>
                <a:gd name="connsiteY480" fmla="*/ 33338 h 517684"/>
                <a:gd name="connsiteX481" fmla="*/ 243841 w 409099"/>
                <a:gd name="connsiteY481" fmla="*/ 33814 h 517684"/>
                <a:gd name="connsiteX482" fmla="*/ 243364 w 409099"/>
                <a:gd name="connsiteY482" fmla="*/ 35243 h 517684"/>
                <a:gd name="connsiteX483" fmla="*/ 242412 w 409099"/>
                <a:gd name="connsiteY483" fmla="*/ 36672 h 517684"/>
                <a:gd name="connsiteX484" fmla="*/ 238602 w 409099"/>
                <a:gd name="connsiteY484" fmla="*/ 39529 h 517684"/>
                <a:gd name="connsiteX485" fmla="*/ 236220 w 409099"/>
                <a:gd name="connsiteY485" fmla="*/ 42863 h 517684"/>
                <a:gd name="connsiteX486" fmla="*/ 254318 w 409099"/>
                <a:gd name="connsiteY486" fmla="*/ 67152 h 517684"/>
                <a:gd name="connsiteX487" fmla="*/ 255747 w 409099"/>
                <a:gd name="connsiteY487" fmla="*/ 69533 h 517684"/>
                <a:gd name="connsiteX488" fmla="*/ 258128 w 409099"/>
                <a:gd name="connsiteY488" fmla="*/ 74295 h 517684"/>
                <a:gd name="connsiteX489" fmla="*/ 259556 w 409099"/>
                <a:gd name="connsiteY489" fmla="*/ 75724 h 517684"/>
                <a:gd name="connsiteX490" fmla="*/ 260985 w 409099"/>
                <a:gd name="connsiteY490" fmla="*/ 75248 h 517684"/>
                <a:gd name="connsiteX491" fmla="*/ 261462 w 409099"/>
                <a:gd name="connsiteY491" fmla="*/ 73343 h 517684"/>
                <a:gd name="connsiteX492" fmla="*/ 260510 w 409099"/>
                <a:gd name="connsiteY492" fmla="*/ 71914 h 517684"/>
                <a:gd name="connsiteX493" fmla="*/ 255747 w 409099"/>
                <a:gd name="connsiteY493" fmla="*/ 66199 h 517684"/>
                <a:gd name="connsiteX494" fmla="*/ 252889 w 409099"/>
                <a:gd name="connsiteY494" fmla="*/ 61436 h 517684"/>
                <a:gd name="connsiteX495" fmla="*/ 252413 w 409099"/>
                <a:gd name="connsiteY495" fmla="*/ 59055 h 517684"/>
                <a:gd name="connsiteX496" fmla="*/ 252413 w 409099"/>
                <a:gd name="connsiteY496" fmla="*/ 57150 h 517684"/>
                <a:gd name="connsiteX497" fmla="*/ 254318 w 409099"/>
                <a:gd name="connsiteY497" fmla="*/ 61436 h 517684"/>
                <a:gd name="connsiteX498" fmla="*/ 256699 w 409099"/>
                <a:gd name="connsiteY498" fmla="*/ 65247 h 517684"/>
                <a:gd name="connsiteX499" fmla="*/ 264319 w 409099"/>
                <a:gd name="connsiteY499" fmla="*/ 70009 h 517684"/>
                <a:gd name="connsiteX500" fmla="*/ 265272 w 409099"/>
                <a:gd name="connsiteY500" fmla="*/ 70009 h 517684"/>
                <a:gd name="connsiteX501" fmla="*/ 264319 w 409099"/>
                <a:gd name="connsiteY501" fmla="*/ 68104 h 517684"/>
                <a:gd name="connsiteX502" fmla="*/ 264795 w 409099"/>
                <a:gd name="connsiteY502" fmla="*/ 66675 h 517684"/>
                <a:gd name="connsiteX503" fmla="*/ 266224 w 409099"/>
                <a:gd name="connsiteY503" fmla="*/ 67152 h 517684"/>
                <a:gd name="connsiteX504" fmla="*/ 269081 w 409099"/>
                <a:gd name="connsiteY504" fmla="*/ 70009 h 517684"/>
                <a:gd name="connsiteX505" fmla="*/ 269081 w 409099"/>
                <a:gd name="connsiteY505" fmla="*/ 71438 h 517684"/>
                <a:gd name="connsiteX506" fmla="*/ 267653 w 409099"/>
                <a:gd name="connsiteY506" fmla="*/ 73343 h 517684"/>
                <a:gd name="connsiteX507" fmla="*/ 267653 w 409099"/>
                <a:gd name="connsiteY507" fmla="*/ 75248 h 517684"/>
                <a:gd name="connsiteX508" fmla="*/ 269558 w 409099"/>
                <a:gd name="connsiteY508" fmla="*/ 76200 h 517684"/>
                <a:gd name="connsiteX509" fmla="*/ 270987 w 409099"/>
                <a:gd name="connsiteY509" fmla="*/ 78105 h 517684"/>
                <a:gd name="connsiteX510" fmla="*/ 271463 w 409099"/>
                <a:gd name="connsiteY510" fmla="*/ 80486 h 517684"/>
                <a:gd name="connsiteX511" fmla="*/ 270510 w 409099"/>
                <a:gd name="connsiteY511" fmla="*/ 82391 h 517684"/>
                <a:gd name="connsiteX512" fmla="*/ 269558 w 409099"/>
                <a:gd name="connsiteY512" fmla="*/ 83820 h 517684"/>
                <a:gd name="connsiteX513" fmla="*/ 264319 w 409099"/>
                <a:gd name="connsiteY513" fmla="*/ 79534 h 517684"/>
                <a:gd name="connsiteX514" fmla="*/ 262414 w 409099"/>
                <a:gd name="connsiteY514" fmla="*/ 80010 h 517684"/>
                <a:gd name="connsiteX515" fmla="*/ 269081 w 409099"/>
                <a:gd name="connsiteY515" fmla="*/ 89059 h 517684"/>
                <a:gd name="connsiteX516" fmla="*/ 270035 w 409099"/>
                <a:gd name="connsiteY516" fmla="*/ 90488 h 517684"/>
                <a:gd name="connsiteX517" fmla="*/ 271463 w 409099"/>
                <a:gd name="connsiteY517" fmla="*/ 94774 h 517684"/>
                <a:gd name="connsiteX518" fmla="*/ 272416 w 409099"/>
                <a:gd name="connsiteY518" fmla="*/ 97155 h 517684"/>
                <a:gd name="connsiteX519" fmla="*/ 274320 w 409099"/>
                <a:gd name="connsiteY519" fmla="*/ 98584 h 517684"/>
                <a:gd name="connsiteX520" fmla="*/ 276702 w 409099"/>
                <a:gd name="connsiteY520" fmla="*/ 99060 h 517684"/>
                <a:gd name="connsiteX521" fmla="*/ 279083 w 409099"/>
                <a:gd name="connsiteY521" fmla="*/ 98584 h 517684"/>
                <a:gd name="connsiteX522" fmla="*/ 281464 w 409099"/>
                <a:gd name="connsiteY522" fmla="*/ 97631 h 517684"/>
                <a:gd name="connsiteX523" fmla="*/ 283369 w 409099"/>
                <a:gd name="connsiteY523" fmla="*/ 97631 h 517684"/>
                <a:gd name="connsiteX524" fmla="*/ 288131 w 409099"/>
                <a:gd name="connsiteY524" fmla="*/ 102870 h 517684"/>
                <a:gd name="connsiteX525" fmla="*/ 285750 w 409099"/>
                <a:gd name="connsiteY525" fmla="*/ 102870 h 517684"/>
                <a:gd name="connsiteX526" fmla="*/ 283845 w 409099"/>
                <a:gd name="connsiteY526" fmla="*/ 103823 h 517684"/>
                <a:gd name="connsiteX527" fmla="*/ 281941 w 409099"/>
                <a:gd name="connsiteY527" fmla="*/ 105252 h 517684"/>
                <a:gd name="connsiteX528" fmla="*/ 281464 w 409099"/>
                <a:gd name="connsiteY528" fmla="*/ 107633 h 517684"/>
                <a:gd name="connsiteX529" fmla="*/ 279083 w 409099"/>
                <a:gd name="connsiteY529" fmla="*/ 102870 h 517684"/>
                <a:gd name="connsiteX530" fmla="*/ 277178 w 409099"/>
                <a:gd name="connsiteY530" fmla="*/ 101918 h 517684"/>
                <a:gd name="connsiteX531" fmla="*/ 276225 w 409099"/>
                <a:gd name="connsiteY531" fmla="*/ 102870 h 517684"/>
                <a:gd name="connsiteX532" fmla="*/ 279083 w 409099"/>
                <a:gd name="connsiteY532" fmla="*/ 109538 h 517684"/>
                <a:gd name="connsiteX533" fmla="*/ 280035 w 409099"/>
                <a:gd name="connsiteY533" fmla="*/ 111443 h 517684"/>
                <a:gd name="connsiteX534" fmla="*/ 281941 w 409099"/>
                <a:gd name="connsiteY534" fmla="*/ 111919 h 517684"/>
                <a:gd name="connsiteX535" fmla="*/ 280988 w 409099"/>
                <a:gd name="connsiteY535" fmla="*/ 113824 h 517684"/>
                <a:gd name="connsiteX536" fmla="*/ 280512 w 409099"/>
                <a:gd name="connsiteY536" fmla="*/ 116205 h 517684"/>
                <a:gd name="connsiteX537" fmla="*/ 280988 w 409099"/>
                <a:gd name="connsiteY537" fmla="*/ 118586 h 517684"/>
                <a:gd name="connsiteX538" fmla="*/ 284322 w 409099"/>
                <a:gd name="connsiteY538" fmla="*/ 125730 h 517684"/>
                <a:gd name="connsiteX539" fmla="*/ 287179 w 409099"/>
                <a:gd name="connsiteY539" fmla="*/ 130493 h 517684"/>
                <a:gd name="connsiteX540" fmla="*/ 285750 w 409099"/>
                <a:gd name="connsiteY540" fmla="*/ 130969 h 517684"/>
                <a:gd name="connsiteX541" fmla="*/ 284322 w 409099"/>
                <a:gd name="connsiteY541" fmla="*/ 131922 h 517684"/>
                <a:gd name="connsiteX542" fmla="*/ 282893 w 409099"/>
                <a:gd name="connsiteY542" fmla="*/ 133827 h 517684"/>
                <a:gd name="connsiteX543" fmla="*/ 284322 w 409099"/>
                <a:gd name="connsiteY543" fmla="*/ 138589 h 517684"/>
                <a:gd name="connsiteX544" fmla="*/ 283369 w 409099"/>
                <a:gd name="connsiteY544" fmla="*/ 141447 h 517684"/>
                <a:gd name="connsiteX545" fmla="*/ 280035 w 409099"/>
                <a:gd name="connsiteY545" fmla="*/ 146209 h 517684"/>
                <a:gd name="connsiteX546" fmla="*/ 278131 w 409099"/>
                <a:gd name="connsiteY546" fmla="*/ 154305 h 517684"/>
                <a:gd name="connsiteX547" fmla="*/ 277178 w 409099"/>
                <a:gd name="connsiteY547" fmla="*/ 161449 h 517684"/>
                <a:gd name="connsiteX548" fmla="*/ 276225 w 409099"/>
                <a:gd name="connsiteY548" fmla="*/ 168593 h 517684"/>
                <a:gd name="connsiteX549" fmla="*/ 275273 w 409099"/>
                <a:gd name="connsiteY549" fmla="*/ 170974 h 517684"/>
                <a:gd name="connsiteX550" fmla="*/ 271463 w 409099"/>
                <a:gd name="connsiteY550" fmla="*/ 174308 h 517684"/>
                <a:gd name="connsiteX551" fmla="*/ 269558 w 409099"/>
                <a:gd name="connsiteY551" fmla="*/ 175736 h 517684"/>
                <a:gd name="connsiteX552" fmla="*/ 268129 w 409099"/>
                <a:gd name="connsiteY552" fmla="*/ 176213 h 517684"/>
                <a:gd name="connsiteX553" fmla="*/ 266700 w 409099"/>
                <a:gd name="connsiteY553" fmla="*/ 176213 h 517684"/>
                <a:gd name="connsiteX554" fmla="*/ 258604 w 409099"/>
                <a:gd name="connsiteY554" fmla="*/ 178594 h 517684"/>
                <a:gd name="connsiteX555" fmla="*/ 250985 w 409099"/>
                <a:gd name="connsiteY555" fmla="*/ 182880 h 517684"/>
                <a:gd name="connsiteX556" fmla="*/ 249556 w 409099"/>
                <a:gd name="connsiteY556" fmla="*/ 184309 h 517684"/>
                <a:gd name="connsiteX557" fmla="*/ 248603 w 409099"/>
                <a:gd name="connsiteY557" fmla="*/ 185738 h 517684"/>
                <a:gd name="connsiteX558" fmla="*/ 248127 w 409099"/>
                <a:gd name="connsiteY558" fmla="*/ 187643 h 517684"/>
                <a:gd name="connsiteX559" fmla="*/ 248127 w 409099"/>
                <a:gd name="connsiteY559" fmla="*/ 189548 h 517684"/>
                <a:gd name="connsiteX560" fmla="*/ 248603 w 409099"/>
                <a:gd name="connsiteY560" fmla="*/ 191929 h 517684"/>
                <a:gd name="connsiteX561" fmla="*/ 249556 w 409099"/>
                <a:gd name="connsiteY561" fmla="*/ 193834 h 517684"/>
                <a:gd name="connsiteX562" fmla="*/ 253841 w 409099"/>
                <a:gd name="connsiteY562" fmla="*/ 197168 h 517684"/>
                <a:gd name="connsiteX563" fmla="*/ 260985 w 409099"/>
                <a:gd name="connsiteY563" fmla="*/ 199549 h 517684"/>
                <a:gd name="connsiteX564" fmla="*/ 268129 w 409099"/>
                <a:gd name="connsiteY564" fmla="*/ 202406 h 517684"/>
                <a:gd name="connsiteX565" fmla="*/ 271463 w 409099"/>
                <a:gd name="connsiteY565" fmla="*/ 206216 h 517684"/>
                <a:gd name="connsiteX566" fmla="*/ 275273 w 409099"/>
                <a:gd name="connsiteY566" fmla="*/ 209074 h 517684"/>
                <a:gd name="connsiteX567" fmla="*/ 279560 w 409099"/>
                <a:gd name="connsiteY567" fmla="*/ 210503 h 517684"/>
                <a:gd name="connsiteX568" fmla="*/ 283845 w 409099"/>
                <a:gd name="connsiteY568" fmla="*/ 210979 h 517684"/>
                <a:gd name="connsiteX569" fmla="*/ 290513 w 409099"/>
                <a:gd name="connsiteY569" fmla="*/ 214789 h 517684"/>
                <a:gd name="connsiteX570" fmla="*/ 295275 w 409099"/>
                <a:gd name="connsiteY570" fmla="*/ 221456 h 517684"/>
                <a:gd name="connsiteX571" fmla="*/ 297181 w 409099"/>
                <a:gd name="connsiteY571" fmla="*/ 224790 h 517684"/>
                <a:gd name="connsiteX572" fmla="*/ 298610 w 409099"/>
                <a:gd name="connsiteY572" fmla="*/ 228600 h 517684"/>
                <a:gd name="connsiteX573" fmla="*/ 296704 w 409099"/>
                <a:gd name="connsiteY573" fmla="*/ 237173 h 517684"/>
                <a:gd name="connsiteX574" fmla="*/ 295275 w 409099"/>
                <a:gd name="connsiteY574" fmla="*/ 241935 h 517684"/>
                <a:gd name="connsiteX575" fmla="*/ 290513 w 409099"/>
                <a:gd name="connsiteY575" fmla="*/ 250984 h 517684"/>
                <a:gd name="connsiteX576" fmla="*/ 284798 w 409099"/>
                <a:gd name="connsiteY576" fmla="*/ 259556 h 517684"/>
                <a:gd name="connsiteX577" fmla="*/ 279083 w 409099"/>
                <a:gd name="connsiteY577" fmla="*/ 265748 h 517684"/>
                <a:gd name="connsiteX578" fmla="*/ 278131 w 409099"/>
                <a:gd name="connsiteY578" fmla="*/ 267177 h 517684"/>
                <a:gd name="connsiteX579" fmla="*/ 277178 w 409099"/>
                <a:gd name="connsiteY579" fmla="*/ 268605 h 517684"/>
                <a:gd name="connsiteX580" fmla="*/ 277654 w 409099"/>
                <a:gd name="connsiteY580" fmla="*/ 269558 h 517684"/>
                <a:gd name="connsiteX581" fmla="*/ 278606 w 409099"/>
                <a:gd name="connsiteY581" fmla="*/ 270034 h 517684"/>
                <a:gd name="connsiteX582" fmla="*/ 281464 w 409099"/>
                <a:gd name="connsiteY582" fmla="*/ 270034 h 517684"/>
                <a:gd name="connsiteX583" fmla="*/ 284322 w 409099"/>
                <a:gd name="connsiteY583" fmla="*/ 268605 h 517684"/>
                <a:gd name="connsiteX584" fmla="*/ 283369 w 409099"/>
                <a:gd name="connsiteY584" fmla="*/ 267653 h 517684"/>
                <a:gd name="connsiteX585" fmla="*/ 283845 w 409099"/>
                <a:gd name="connsiteY585" fmla="*/ 266224 h 517684"/>
                <a:gd name="connsiteX586" fmla="*/ 284798 w 409099"/>
                <a:gd name="connsiteY586" fmla="*/ 265748 h 517684"/>
                <a:gd name="connsiteX587" fmla="*/ 285750 w 409099"/>
                <a:gd name="connsiteY587" fmla="*/ 266700 h 517684"/>
                <a:gd name="connsiteX588" fmla="*/ 284798 w 409099"/>
                <a:gd name="connsiteY588" fmla="*/ 268129 h 517684"/>
                <a:gd name="connsiteX589" fmla="*/ 284798 w 409099"/>
                <a:gd name="connsiteY589" fmla="*/ 273368 h 517684"/>
                <a:gd name="connsiteX590" fmla="*/ 284798 w 409099"/>
                <a:gd name="connsiteY590" fmla="*/ 274320 h 517684"/>
                <a:gd name="connsiteX591" fmla="*/ 285750 w 409099"/>
                <a:gd name="connsiteY591" fmla="*/ 274797 h 517684"/>
                <a:gd name="connsiteX592" fmla="*/ 290989 w 409099"/>
                <a:gd name="connsiteY592" fmla="*/ 272891 h 517684"/>
                <a:gd name="connsiteX593" fmla="*/ 294799 w 409099"/>
                <a:gd name="connsiteY593" fmla="*/ 273844 h 517684"/>
                <a:gd name="connsiteX594" fmla="*/ 295275 w 409099"/>
                <a:gd name="connsiteY594" fmla="*/ 275273 h 517684"/>
                <a:gd name="connsiteX595" fmla="*/ 295752 w 409099"/>
                <a:gd name="connsiteY595" fmla="*/ 278606 h 517684"/>
                <a:gd name="connsiteX596" fmla="*/ 296228 w 409099"/>
                <a:gd name="connsiteY596" fmla="*/ 280035 h 517684"/>
                <a:gd name="connsiteX597" fmla="*/ 299085 w 409099"/>
                <a:gd name="connsiteY597" fmla="*/ 281464 h 517684"/>
                <a:gd name="connsiteX598" fmla="*/ 301466 w 409099"/>
                <a:gd name="connsiteY598" fmla="*/ 280035 h 517684"/>
                <a:gd name="connsiteX599" fmla="*/ 303848 w 409099"/>
                <a:gd name="connsiteY599" fmla="*/ 278130 h 517684"/>
                <a:gd name="connsiteX600" fmla="*/ 311944 w 409099"/>
                <a:gd name="connsiteY600" fmla="*/ 272891 h 517684"/>
                <a:gd name="connsiteX601" fmla="*/ 317183 w 409099"/>
                <a:gd name="connsiteY601" fmla="*/ 269081 h 517684"/>
                <a:gd name="connsiteX602" fmla="*/ 321945 w 409099"/>
                <a:gd name="connsiteY602" fmla="*/ 264795 h 517684"/>
                <a:gd name="connsiteX603" fmla="*/ 324803 w 409099"/>
                <a:gd name="connsiteY603" fmla="*/ 261461 h 517684"/>
                <a:gd name="connsiteX604" fmla="*/ 326708 w 409099"/>
                <a:gd name="connsiteY604" fmla="*/ 257652 h 517684"/>
                <a:gd name="connsiteX605" fmla="*/ 331470 w 409099"/>
                <a:gd name="connsiteY605" fmla="*/ 251460 h 517684"/>
                <a:gd name="connsiteX606" fmla="*/ 333375 w 409099"/>
                <a:gd name="connsiteY606" fmla="*/ 247174 h 517684"/>
                <a:gd name="connsiteX607" fmla="*/ 335756 w 409099"/>
                <a:gd name="connsiteY607" fmla="*/ 243364 h 517684"/>
                <a:gd name="connsiteX608" fmla="*/ 339091 w 409099"/>
                <a:gd name="connsiteY608" fmla="*/ 239554 h 517684"/>
                <a:gd name="connsiteX609" fmla="*/ 343853 w 409099"/>
                <a:gd name="connsiteY609" fmla="*/ 234315 h 517684"/>
                <a:gd name="connsiteX610" fmla="*/ 346710 w 409099"/>
                <a:gd name="connsiteY610" fmla="*/ 228600 h 517684"/>
                <a:gd name="connsiteX611" fmla="*/ 349568 w 409099"/>
                <a:gd name="connsiteY611" fmla="*/ 226219 h 517684"/>
                <a:gd name="connsiteX612" fmla="*/ 351949 w 409099"/>
                <a:gd name="connsiteY612" fmla="*/ 223361 h 517684"/>
                <a:gd name="connsiteX613" fmla="*/ 356235 w 409099"/>
                <a:gd name="connsiteY613" fmla="*/ 213360 h 517684"/>
                <a:gd name="connsiteX614" fmla="*/ 360998 w 409099"/>
                <a:gd name="connsiteY614" fmla="*/ 203835 h 517684"/>
                <a:gd name="connsiteX615" fmla="*/ 356235 w 409099"/>
                <a:gd name="connsiteY615" fmla="*/ 200978 h 517684"/>
                <a:gd name="connsiteX616" fmla="*/ 355283 w 409099"/>
                <a:gd name="connsiteY616" fmla="*/ 199073 h 517684"/>
                <a:gd name="connsiteX617" fmla="*/ 355283 w 409099"/>
                <a:gd name="connsiteY617" fmla="*/ 196691 h 517684"/>
                <a:gd name="connsiteX618" fmla="*/ 355760 w 409099"/>
                <a:gd name="connsiteY618" fmla="*/ 191929 h 517684"/>
                <a:gd name="connsiteX619" fmla="*/ 358616 w 409099"/>
                <a:gd name="connsiteY619" fmla="*/ 188119 h 517684"/>
                <a:gd name="connsiteX620" fmla="*/ 360045 w 409099"/>
                <a:gd name="connsiteY620" fmla="*/ 186214 h 517684"/>
                <a:gd name="connsiteX621" fmla="*/ 361950 w 409099"/>
                <a:gd name="connsiteY621" fmla="*/ 184785 h 517684"/>
                <a:gd name="connsiteX622" fmla="*/ 367666 w 409099"/>
                <a:gd name="connsiteY622" fmla="*/ 181928 h 517684"/>
                <a:gd name="connsiteX623" fmla="*/ 371475 w 409099"/>
                <a:gd name="connsiteY623" fmla="*/ 180499 h 517684"/>
                <a:gd name="connsiteX624" fmla="*/ 375285 w 409099"/>
                <a:gd name="connsiteY624" fmla="*/ 180023 h 517684"/>
                <a:gd name="connsiteX625" fmla="*/ 379572 w 409099"/>
                <a:gd name="connsiteY625" fmla="*/ 180499 h 517684"/>
                <a:gd name="connsiteX626" fmla="*/ 383858 w 409099"/>
                <a:gd name="connsiteY626" fmla="*/ 181452 h 517684"/>
                <a:gd name="connsiteX627" fmla="*/ 385287 w 409099"/>
                <a:gd name="connsiteY627" fmla="*/ 182880 h 517684"/>
                <a:gd name="connsiteX628" fmla="*/ 386716 w 409099"/>
                <a:gd name="connsiteY628" fmla="*/ 186214 h 517684"/>
                <a:gd name="connsiteX629" fmla="*/ 387668 w 409099"/>
                <a:gd name="connsiteY629" fmla="*/ 186690 h 517684"/>
                <a:gd name="connsiteX630" fmla="*/ 389573 w 409099"/>
                <a:gd name="connsiteY630" fmla="*/ 182880 h 517684"/>
                <a:gd name="connsiteX631" fmla="*/ 389097 w 409099"/>
                <a:gd name="connsiteY631" fmla="*/ 180975 h 517684"/>
                <a:gd name="connsiteX632" fmla="*/ 388144 w 409099"/>
                <a:gd name="connsiteY632" fmla="*/ 179547 h 517684"/>
                <a:gd name="connsiteX633" fmla="*/ 388144 w 409099"/>
                <a:gd name="connsiteY633" fmla="*/ 178118 h 517684"/>
                <a:gd name="connsiteX634" fmla="*/ 389097 w 409099"/>
                <a:gd name="connsiteY634" fmla="*/ 171927 h 517684"/>
                <a:gd name="connsiteX635" fmla="*/ 390525 w 409099"/>
                <a:gd name="connsiteY635" fmla="*/ 166688 h 517684"/>
                <a:gd name="connsiteX636" fmla="*/ 394335 w 409099"/>
                <a:gd name="connsiteY636" fmla="*/ 165735 h 517684"/>
                <a:gd name="connsiteX637" fmla="*/ 397669 w 409099"/>
                <a:gd name="connsiteY637" fmla="*/ 163354 h 517684"/>
                <a:gd name="connsiteX638" fmla="*/ 400527 w 409099"/>
                <a:gd name="connsiteY638" fmla="*/ 160020 h 517684"/>
                <a:gd name="connsiteX639" fmla="*/ 401956 w 409099"/>
                <a:gd name="connsiteY639" fmla="*/ 155734 h 517684"/>
                <a:gd name="connsiteX640" fmla="*/ 402908 w 409099"/>
                <a:gd name="connsiteY640" fmla="*/ 146209 h 517684"/>
                <a:gd name="connsiteX641" fmla="*/ 404337 w 409099"/>
                <a:gd name="connsiteY641" fmla="*/ 136684 h 517684"/>
                <a:gd name="connsiteX642" fmla="*/ 406241 w 409099"/>
                <a:gd name="connsiteY642" fmla="*/ 132398 h 517684"/>
                <a:gd name="connsiteX643" fmla="*/ 408623 w 409099"/>
                <a:gd name="connsiteY643" fmla="*/ 128588 h 517684"/>
                <a:gd name="connsiteX644" fmla="*/ 409099 w 409099"/>
                <a:gd name="connsiteY644" fmla="*/ 126206 h 517684"/>
                <a:gd name="connsiteX645" fmla="*/ 407194 w 409099"/>
                <a:gd name="connsiteY645" fmla="*/ 124778 h 517684"/>
                <a:gd name="connsiteX646" fmla="*/ 403385 w 409099"/>
                <a:gd name="connsiteY646" fmla="*/ 126206 h 5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Lst>
              <a:rect l="l" t="t" r="r" b="b"/>
              <a:pathLst>
                <a:path w="409099" h="517684">
                  <a:moveTo>
                    <a:pt x="56198" y="506730"/>
                  </a:moveTo>
                  <a:lnTo>
                    <a:pt x="55245" y="505302"/>
                  </a:lnTo>
                  <a:lnTo>
                    <a:pt x="52388" y="504349"/>
                  </a:lnTo>
                  <a:lnTo>
                    <a:pt x="52388" y="502444"/>
                  </a:lnTo>
                  <a:lnTo>
                    <a:pt x="55722" y="502920"/>
                  </a:lnTo>
                  <a:lnTo>
                    <a:pt x="55722" y="501015"/>
                  </a:lnTo>
                  <a:lnTo>
                    <a:pt x="49054" y="493872"/>
                  </a:lnTo>
                  <a:lnTo>
                    <a:pt x="43339" y="493872"/>
                  </a:lnTo>
                  <a:lnTo>
                    <a:pt x="42863" y="498158"/>
                  </a:lnTo>
                  <a:lnTo>
                    <a:pt x="44291" y="502920"/>
                  </a:lnTo>
                  <a:lnTo>
                    <a:pt x="42387" y="504825"/>
                  </a:lnTo>
                  <a:lnTo>
                    <a:pt x="42387" y="507206"/>
                  </a:lnTo>
                  <a:lnTo>
                    <a:pt x="39529" y="508635"/>
                  </a:lnTo>
                  <a:lnTo>
                    <a:pt x="38577" y="510540"/>
                  </a:lnTo>
                  <a:lnTo>
                    <a:pt x="38577" y="512922"/>
                  </a:lnTo>
                  <a:lnTo>
                    <a:pt x="35719" y="515303"/>
                  </a:lnTo>
                  <a:lnTo>
                    <a:pt x="35243" y="517684"/>
                  </a:lnTo>
                  <a:lnTo>
                    <a:pt x="36195" y="517684"/>
                  </a:lnTo>
                  <a:lnTo>
                    <a:pt x="40481" y="516731"/>
                  </a:lnTo>
                  <a:lnTo>
                    <a:pt x="44291" y="513874"/>
                  </a:lnTo>
                  <a:lnTo>
                    <a:pt x="45244" y="513398"/>
                  </a:lnTo>
                  <a:lnTo>
                    <a:pt x="48578" y="513874"/>
                  </a:lnTo>
                  <a:lnTo>
                    <a:pt x="52388" y="511016"/>
                  </a:lnTo>
                  <a:lnTo>
                    <a:pt x="58103" y="510540"/>
                  </a:lnTo>
                  <a:lnTo>
                    <a:pt x="60008" y="509111"/>
                  </a:lnTo>
                  <a:lnTo>
                    <a:pt x="60485" y="507206"/>
                  </a:lnTo>
                  <a:lnTo>
                    <a:pt x="60008" y="505302"/>
                  </a:lnTo>
                  <a:lnTo>
                    <a:pt x="56198" y="506730"/>
                  </a:lnTo>
                  <a:close/>
                  <a:moveTo>
                    <a:pt x="260033" y="269558"/>
                  </a:moveTo>
                  <a:lnTo>
                    <a:pt x="256699" y="269081"/>
                  </a:lnTo>
                  <a:lnTo>
                    <a:pt x="259081" y="268129"/>
                  </a:lnTo>
                  <a:lnTo>
                    <a:pt x="262414" y="265748"/>
                  </a:lnTo>
                  <a:lnTo>
                    <a:pt x="262891" y="264319"/>
                  </a:lnTo>
                  <a:lnTo>
                    <a:pt x="264795" y="261938"/>
                  </a:lnTo>
                  <a:lnTo>
                    <a:pt x="265748" y="260033"/>
                  </a:lnTo>
                  <a:lnTo>
                    <a:pt x="262891" y="260033"/>
                  </a:lnTo>
                  <a:lnTo>
                    <a:pt x="262414" y="258604"/>
                  </a:lnTo>
                  <a:lnTo>
                    <a:pt x="260510" y="258604"/>
                  </a:lnTo>
                  <a:lnTo>
                    <a:pt x="259556" y="259080"/>
                  </a:lnTo>
                  <a:lnTo>
                    <a:pt x="258128" y="259080"/>
                  </a:lnTo>
                  <a:lnTo>
                    <a:pt x="255270" y="258604"/>
                  </a:lnTo>
                  <a:lnTo>
                    <a:pt x="255270" y="260033"/>
                  </a:lnTo>
                  <a:lnTo>
                    <a:pt x="256223" y="261938"/>
                  </a:lnTo>
                  <a:lnTo>
                    <a:pt x="253841" y="262890"/>
                  </a:lnTo>
                  <a:lnTo>
                    <a:pt x="252413" y="265272"/>
                  </a:lnTo>
                  <a:lnTo>
                    <a:pt x="252889" y="266224"/>
                  </a:lnTo>
                  <a:lnTo>
                    <a:pt x="251460" y="268129"/>
                  </a:lnTo>
                  <a:lnTo>
                    <a:pt x="248127" y="269558"/>
                  </a:lnTo>
                  <a:lnTo>
                    <a:pt x="250508" y="266224"/>
                  </a:lnTo>
                  <a:lnTo>
                    <a:pt x="250508" y="263366"/>
                  </a:lnTo>
                  <a:lnTo>
                    <a:pt x="252413" y="260985"/>
                  </a:lnTo>
                  <a:lnTo>
                    <a:pt x="250985" y="259556"/>
                  </a:lnTo>
                  <a:lnTo>
                    <a:pt x="251460" y="258604"/>
                  </a:lnTo>
                  <a:lnTo>
                    <a:pt x="253841" y="257652"/>
                  </a:lnTo>
                  <a:lnTo>
                    <a:pt x="255747" y="254794"/>
                  </a:lnTo>
                  <a:lnTo>
                    <a:pt x="253841" y="255270"/>
                  </a:lnTo>
                  <a:lnTo>
                    <a:pt x="251937" y="256223"/>
                  </a:lnTo>
                  <a:lnTo>
                    <a:pt x="248127" y="257175"/>
                  </a:lnTo>
                  <a:lnTo>
                    <a:pt x="246698" y="257652"/>
                  </a:lnTo>
                  <a:lnTo>
                    <a:pt x="240506" y="262414"/>
                  </a:lnTo>
                  <a:lnTo>
                    <a:pt x="236697" y="264319"/>
                  </a:lnTo>
                  <a:lnTo>
                    <a:pt x="232887" y="266700"/>
                  </a:lnTo>
                  <a:lnTo>
                    <a:pt x="229077" y="269558"/>
                  </a:lnTo>
                  <a:lnTo>
                    <a:pt x="225266" y="269558"/>
                  </a:lnTo>
                  <a:lnTo>
                    <a:pt x="223838" y="265748"/>
                  </a:lnTo>
                  <a:lnTo>
                    <a:pt x="223362" y="261461"/>
                  </a:lnTo>
                  <a:lnTo>
                    <a:pt x="222885" y="256223"/>
                  </a:lnTo>
                  <a:lnTo>
                    <a:pt x="220981" y="251936"/>
                  </a:lnTo>
                  <a:lnTo>
                    <a:pt x="216694" y="250984"/>
                  </a:lnTo>
                  <a:lnTo>
                    <a:pt x="213360" y="249079"/>
                  </a:lnTo>
                  <a:lnTo>
                    <a:pt x="211931" y="247174"/>
                  </a:lnTo>
                  <a:lnTo>
                    <a:pt x="210979" y="244793"/>
                  </a:lnTo>
                  <a:lnTo>
                    <a:pt x="210979" y="242411"/>
                  </a:lnTo>
                  <a:lnTo>
                    <a:pt x="211931" y="240030"/>
                  </a:lnTo>
                  <a:lnTo>
                    <a:pt x="219075" y="239078"/>
                  </a:lnTo>
                  <a:lnTo>
                    <a:pt x="215266" y="238125"/>
                  </a:lnTo>
                  <a:lnTo>
                    <a:pt x="210979" y="238602"/>
                  </a:lnTo>
                  <a:lnTo>
                    <a:pt x="208598" y="239554"/>
                  </a:lnTo>
                  <a:lnTo>
                    <a:pt x="202883" y="243840"/>
                  </a:lnTo>
                  <a:lnTo>
                    <a:pt x="196216" y="249079"/>
                  </a:lnTo>
                  <a:lnTo>
                    <a:pt x="191453" y="256699"/>
                  </a:lnTo>
                  <a:lnTo>
                    <a:pt x="190024" y="266700"/>
                  </a:lnTo>
                  <a:lnTo>
                    <a:pt x="187166" y="276702"/>
                  </a:lnTo>
                  <a:lnTo>
                    <a:pt x="185262" y="280511"/>
                  </a:lnTo>
                  <a:lnTo>
                    <a:pt x="181452" y="285274"/>
                  </a:lnTo>
                  <a:lnTo>
                    <a:pt x="178118" y="287655"/>
                  </a:lnTo>
                  <a:lnTo>
                    <a:pt x="176213" y="288608"/>
                  </a:lnTo>
                  <a:lnTo>
                    <a:pt x="171450" y="289084"/>
                  </a:lnTo>
                  <a:lnTo>
                    <a:pt x="169545" y="290513"/>
                  </a:lnTo>
                  <a:lnTo>
                    <a:pt x="167164" y="297656"/>
                  </a:lnTo>
                  <a:lnTo>
                    <a:pt x="165260" y="301943"/>
                  </a:lnTo>
                  <a:lnTo>
                    <a:pt x="163831" y="306229"/>
                  </a:lnTo>
                  <a:lnTo>
                    <a:pt x="162878" y="310991"/>
                  </a:lnTo>
                  <a:lnTo>
                    <a:pt x="161449" y="314802"/>
                  </a:lnTo>
                  <a:lnTo>
                    <a:pt x="162878" y="315754"/>
                  </a:lnTo>
                  <a:lnTo>
                    <a:pt x="163354" y="317183"/>
                  </a:lnTo>
                  <a:lnTo>
                    <a:pt x="161449" y="317183"/>
                  </a:lnTo>
                  <a:lnTo>
                    <a:pt x="160020" y="317659"/>
                  </a:lnTo>
                  <a:lnTo>
                    <a:pt x="159068" y="318611"/>
                  </a:lnTo>
                  <a:lnTo>
                    <a:pt x="153353" y="326708"/>
                  </a:lnTo>
                  <a:lnTo>
                    <a:pt x="153829" y="330994"/>
                  </a:lnTo>
                  <a:lnTo>
                    <a:pt x="153353" y="333375"/>
                  </a:lnTo>
                  <a:lnTo>
                    <a:pt x="152400" y="334328"/>
                  </a:lnTo>
                  <a:lnTo>
                    <a:pt x="152400" y="331470"/>
                  </a:lnTo>
                  <a:lnTo>
                    <a:pt x="152400" y="329089"/>
                  </a:lnTo>
                  <a:lnTo>
                    <a:pt x="150972" y="327184"/>
                  </a:lnTo>
                  <a:lnTo>
                    <a:pt x="146685" y="332423"/>
                  </a:lnTo>
                  <a:lnTo>
                    <a:pt x="143352" y="335756"/>
                  </a:lnTo>
                  <a:lnTo>
                    <a:pt x="142875" y="337661"/>
                  </a:lnTo>
                  <a:lnTo>
                    <a:pt x="143352" y="340043"/>
                  </a:lnTo>
                  <a:lnTo>
                    <a:pt x="140970" y="337185"/>
                  </a:lnTo>
                  <a:lnTo>
                    <a:pt x="139066" y="337661"/>
                  </a:lnTo>
                  <a:lnTo>
                    <a:pt x="135731" y="339090"/>
                  </a:lnTo>
                  <a:lnTo>
                    <a:pt x="136208" y="340519"/>
                  </a:lnTo>
                  <a:lnTo>
                    <a:pt x="138589" y="342424"/>
                  </a:lnTo>
                  <a:lnTo>
                    <a:pt x="136208" y="340995"/>
                  </a:lnTo>
                  <a:lnTo>
                    <a:pt x="133350" y="340043"/>
                  </a:lnTo>
                  <a:lnTo>
                    <a:pt x="130493" y="340995"/>
                  </a:lnTo>
                  <a:lnTo>
                    <a:pt x="128112" y="342900"/>
                  </a:lnTo>
                  <a:lnTo>
                    <a:pt x="130493" y="343853"/>
                  </a:lnTo>
                  <a:lnTo>
                    <a:pt x="131445" y="345758"/>
                  </a:lnTo>
                  <a:lnTo>
                    <a:pt x="130016" y="344805"/>
                  </a:lnTo>
                  <a:lnTo>
                    <a:pt x="128112" y="344329"/>
                  </a:lnTo>
                  <a:lnTo>
                    <a:pt x="126206" y="345281"/>
                  </a:lnTo>
                  <a:lnTo>
                    <a:pt x="124302" y="347663"/>
                  </a:lnTo>
                  <a:lnTo>
                    <a:pt x="122873" y="348615"/>
                  </a:lnTo>
                  <a:lnTo>
                    <a:pt x="121444" y="349568"/>
                  </a:lnTo>
                  <a:lnTo>
                    <a:pt x="118587" y="352902"/>
                  </a:lnTo>
                  <a:lnTo>
                    <a:pt x="113348" y="356235"/>
                  </a:lnTo>
                  <a:lnTo>
                    <a:pt x="115253" y="357188"/>
                  </a:lnTo>
                  <a:lnTo>
                    <a:pt x="114777" y="357664"/>
                  </a:lnTo>
                  <a:lnTo>
                    <a:pt x="112872" y="357664"/>
                  </a:lnTo>
                  <a:lnTo>
                    <a:pt x="112395" y="359093"/>
                  </a:lnTo>
                  <a:lnTo>
                    <a:pt x="112872" y="360522"/>
                  </a:lnTo>
                  <a:lnTo>
                    <a:pt x="110491" y="360522"/>
                  </a:lnTo>
                  <a:lnTo>
                    <a:pt x="106681" y="362903"/>
                  </a:lnTo>
                  <a:lnTo>
                    <a:pt x="101918" y="364331"/>
                  </a:lnTo>
                  <a:lnTo>
                    <a:pt x="95250" y="367665"/>
                  </a:lnTo>
                  <a:lnTo>
                    <a:pt x="90012" y="370999"/>
                  </a:lnTo>
                  <a:lnTo>
                    <a:pt x="89060" y="372904"/>
                  </a:lnTo>
                  <a:lnTo>
                    <a:pt x="90488" y="376714"/>
                  </a:lnTo>
                  <a:lnTo>
                    <a:pt x="89060" y="376238"/>
                  </a:lnTo>
                  <a:lnTo>
                    <a:pt x="86678" y="374809"/>
                  </a:lnTo>
                  <a:lnTo>
                    <a:pt x="84297" y="375761"/>
                  </a:lnTo>
                  <a:lnTo>
                    <a:pt x="78106" y="380048"/>
                  </a:lnTo>
                  <a:lnTo>
                    <a:pt x="77153" y="380048"/>
                  </a:lnTo>
                  <a:lnTo>
                    <a:pt x="72866" y="379095"/>
                  </a:lnTo>
                  <a:lnTo>
                    <a:pt x="66199" y="381477"/>
                  </a:lnTo>
                  <a:lnTo>
                    <a:pt x="63341" y="383381"/>
                  </a:lnTo>
                  <a:lnTo>
                    <a:pt x="57627" y="389097"/>
                  </a:lnTo>
                  <a:lnTo>
                    <a:pt x="51435" y="394811"/>
                  </a:lnTo>
                  <a:lnTo>
                    <a:pt x="45720" y="400527"/>
                  </a:lnTo>
                  <a:lnTo>
                    <a:pt x="46197" y="404336"/>
                  </a:lnTo>
                  <a:lnTo>
                    <a:pt x="47625" y="405765"/>
                  </a:lnTo>
                  <a:lnTo>
                    <a:pt x="48102" y="407194"/>
                  </a:lnTo>
                  <a:lnTo>
                    <a:pt x="46197" y="405765"/>
                  </a:lnTo>
                  <a:lnTo>
                    <a:pt x="43816" y="404336"/>
                  </a:lnTo>
                  <a:lnTo>
                    <a:pt x="40958" y="406241"/>
                  </a:lnTo>
                  <a:lnTo>
                    <a:pt x="36672" y="410528"/>
                  </a:lnTo>
                  <a:lnTo>
                    <a:pt x="33338" y="411956"/>
                  </a:lnTo>
                  <a:lnTo>
                    <a:pt x="32385" y="413385"/>
                  </a:lnTo>
                  <a:lnTo>
                    <a:pt x="32385" y="414814"/>
                  </a:lnTo>
                  <a:lnTo>
                    <a:pt x="33338" y="416243"/>
                  </a:lnTo>
                  <a:lnTo>
                    <a:pt x="33338" y="418148"/>
                  </a:lnTo>
                  <a:lnTo>
                    <a:pt x="32862" y="420053"/>
                  </a:lnTo>
                  <a:lnTo>
                    <a:pt x="30956" y="414814"/>
                  </a:lnTo>
                  <a:lnTo>
                    <a:pt x="23813" y="420529"/>
                  </a:lnTo>
                  <a:lnTo>
                    <a:pt x="22860" y="421958"/>
                  </a:lnTo>
                  <a:lnTo>
                    <a:pt x="23813" y="423863"/>
                  </a:lnTo>
                  <a:lnTo>
                    <a:pt x="25718" y="425291"/>
                  </a:lnTo>
                  <a:lnTo>
                    <a:pt x="23337" y="425768"/>
                  </a:lnTo>
                  <a:lnTo>
                    <a:pt x="21431" y="423863"/>
                  </a:lnTo>
                  <a:lnTo>
                    <a:pt x="18098" y="426720"/>
                  </a:lnTo>
                  <a:lnTo>
                    <a:pt x="18098" y="429102"/>
                  </a:lnTo>
                  <a:lnTo>
                    <a:pt x="18574" y="431006"/>
                  </a:lnTo>
                  <a:lnTo>
                    <a:pt x="21908" y="432911"/>
                  </a:lnTo>
                  <a:lnTo>
                    <a:pt x="24766" y="433388"/>
                  </a:lnTo>
                  <a:lnTo>
                    <a:pt x="25718" y="433864"/>
                  </a:lnTo>
                  <a:lnTo>
                    <a:pt x="22860" y="434340"/>
                  </a:lnTo>
                  <a:lnTo>
                    <a:pt x="21908" y="434816"/>
                  </a:lnTo>
                  <a:lnTo>
                    <a:pt x="21908" y="436245"/>
                  </a:lnTo>
                  <a:lnTo>
                    <a:pt x="23337" y="438627"/>
                  </a:lnTo>
                  <a:lnTo>
                    <a:pt x="20003" y="437674"/>
                  </a:lnTo>
                  <a:lnTo>
                    <a:pt x="15241" y="434340"/>
                  </a:lnTo>
                  <a:lnTo>
                    <a:pt x="13812" y="434340"/>
                  </a:lnTo>
                  <a:lnTo>
                    <a:pt x="13812" y="436722"/>
                  </a:lnTo>
                  <a:lnTo>
                    <a:pt x="15241" y="438627"/>
                  </a:lnTo>
                  <a:lnTo>
                    <a:pt x="10478" y="438627"/>
                  </a:lnTo>
                  <a:lnTo>
                    <a:pt x="9049" y="441008"/>
                  </a:lnTo>
                  <a:lnTo>
                    <a:pt x="8573" y="444341"/>
                  </a:lnTo>
                  <a:lnTo>
                    <a:pt x="13335" y="444818"/>
                  </a:lnTo>
                  <a:lnTo>
                    <a:pt x="17622" y="443865"/>
                  </a:lnTo>
                  <a:lnTo>
                    <a:pt x="11906" y="446723"/>
                  </a:lnTo>
                  <a:lnTo>
                    <a:pt x="10954" y="448628"/>
                  </a:lnTo>
                  <a:lnTo>
                    <a:pt x="11431" y="451009"/>
                  </a:lnTo>
                  <a:lnTo>
                    <a:pt x="18098" y="451485"/>
                  </a:lnTo>
                  <a:lnTo>
                    <a:pt x="16193" y="452914"/>
                  </a:lnTo>
                  <a:lnTo>
                    <a:pt x="12383" y="453866"/>
                  </a:lnTo>
                  <a:lnTo>
                    <a:pt x="1429" y="455295"/>
                  </a:lnTo>
                  <a:lnTo>
                    <a:pt x="477" y="456248"/>
                  </a:lnTo>
                  <a:lnTo>
                    <a:pt x="0" y="459105"/>
                  </a:lnTo>
                  <a:lnTo>
                    <a:pt x="477" y="461486"/>
                  </a:lnTo>
                  <a:lnTo>
                    <a:pt x="4763" y="461010"/>
                  </a:lnTo>
                  <a:lnTo>
                    <a:pt x="8573" y="458153"/>
                  </a:lnTo>
                  <a:lnTo>
                    <a:pt x="9049" y="459581"/>
                  </a:lnTo>
                  <a:lnTo>
                    <a:pt x="9049" y="461010"/>
                  </a:lnTo>
                  <a:lnTo>
                    <a:pt x="6191" y="464344"/>
                  </a:lnTo>
                  <a:lnTo>
                    <a:pt x="9049" y="464820"/>
                  </a:lnTo>
                  <a:lnTo>
                    <a:pt x="13335" y="461963"/>
                  </a:lnTo>
                  <a:lnTo>
                    <a:pt x="15241" y="461010"/>
                  </a:lnTo>
                  <a:lnTo>
                    <a:pt x="8097" y="468630"/>
                  </a:lnTo>
                  <a:lnTo>
                    <a:pt x="8573" y="471488"/>
                  </a:lnTo>
                  <a:lnTo>
                    <a:pt x="11906" y="472440"/>
                  </a:lnTo>
                  <a:lnTo>
                    <a:pt x="20956" y="473393"/>
                  </a:lnTo>
                  <a:lnTo>
                    <a:pt x="30004" y="472916"/>
                  </a:lnTo>
                  <a:lnTo>
                    <a:pt x="31433" y="472440"/>
                  </a:lnTo>
                  <a:lnTo>
                    <a:pt x="33814" y="469106"/>
                  </a:lnTo>
                  <a:lnTo>
                    <a:pt x="35243" y="468630"/>
                  </a:lnTo>
                  <a:lnTo>
                    <a:pt x="40006" y="470535"/>
                  </a:lnTo>
                  <a:lnTo>
                    <a:pt x="41435" y="471964"/>
                  </a:lnTo>
                  <a:lnTo>
                    <a:pt x="45720" y="477679"/>
                  </a:lnTo>
                  <a:lnTo>
                    <a:pt x="47625" y="477679"/>
                  </a:lnTo>
                  <a:lnTo>
                    <a:pt x="53816" y="477203"/>
                  </a:lnTo>
                  <a:lnTo>
                    <a:pt x="57627" y="477679"/>
                  </a:lnTo>
                  <a:lnTo>
                    <a:pt x="59056" y="478631"/>
                  </a:lnTo>
                  <a:lnTo>
                    <a:pt x="60485" y="480060"/>
                  </a:lnTo>
                  <a:lnTo>
                    <a:pt x="62389" y="481489"/>
                  </a:lnTo>
                  <a:lnTo>
                    <a:pt x="63341" y="483394"/>
                  </a:lnTo>
                  <a:lnTo>
                    <a:pt x="62866" y="485775"/>
                  </a:lnTo>
                  <a:lnTo>
                    <a:pt x="63818" y="487680"/>
                  </a:lnTo>
                  <a:lnTo>
                    <a:pt x="64770" y="488633"/>
                  </a:lnTo>
                  <a:lnTo>
                    <a:pt x="67628" y="487680"/>
                  </a:lnTo>
                  <a:lnTo>
                    <a:pt x="71438" y="488633"/>
                  </a:lnTo>
                  <a:lnTo>
                    <a:pt x="73343" y="487680"/>
                  </a:lnTo>
                  <a:lnTo>
                    <a:pt x="78106" y="486728"/>
                  </a:lnTo>
                  <a:lnTo>
                    <a:pt x="80487" y="487204"/>
                  </a:lnTo>
                  <a:lnTo>
                    <a:pt x="84773" y="488633"/>
                  </a:lnTo>
                  <a:lnTo>
                    <a:pt x="89060" y="489585"/>
                  </a:lnTo>
                  <a:lnTo>
                    <a:pt x="97156" y="489109"/>
                  </a:lnTo>
                  <a:lnTo>
                    <a:pt x="109062" y="486252"/>
                  </a:lnTo>
                  <a:lnTo>
                    <a:pt x="110491" y="484823"/>
                  </a:lnTo>
                  <a:lnTo>
                    <a:pt x="111443" y="482918"/>
                  </a:lnTo>
                  <a:lnTo>
                    <a:pt x="116681" y="476727"/>
                  </a:lnTo>
                  <a:lnTo>
                    <a:pt x="125731" y="469583"/>
                  </a:lnTo>
                  <a:lnTo>
                    <a:pt x="128588" y="466249"/>
                  </a:lnTo>
                  <a:lnTo>
                    <a:pt x="130969" y="462439"/>
                  </a:lnTo>
                  <a:lnTo>
                    <a:pt x="133827" y="460534"/>
                  </a:lnTo>
                  <a:lnTo>
                    <a:pt x="142399" y="458629"/>
                  </a:lnTo>
                  <a:lnTo>
                    <a:pt x="143828" y="457677"/>
                  </a:lnTo>
                  <a:lnTo>
                    <a:pt x="145733" y="457200"/>
                  </a:lnTo>
                  <a:lnTo>
                    <a:pt x="146210" y="456248"/>
                  </a:lnTo>
                  <a:lnTo>
                    <a:pt x="146210" y="453866"/>
                  </a:lnTo>
                  <a:lnTo>
                    <a:pt x="144781" y="452438"/>
                  </a:lnTo>
                  <a:lnTo>
                    <a:pt x="143352" y="450533"/>
                  </a:lnTo>
                  <a:lnTo>
                    <a:pt x="143352" y="449104"/>
                  </a:lnTo>
                  <a:lnTo>
                    <a:pt x="147162" y="441960"/>
                  </a:lnTo>
                  <a:lnTo>
                    <a:pt x="149543" y="435769"/>
                  </a:lnTo>
                  <a:lnTo>
                    <a:pt x="151448" y="429102"/>
                  </a:lnTo>
                  <a:lnTo>
                    <a:pt x="153353" y="426244"/>
                  </a:lnTo>
                  <a:lnTo>
                    <a:pt x="157639" y="421481"/>
                  </a:lnTo>
                  <a:lnTo>
                    <a:pt x="158116" y="419100"/>
                  </a:lnTo>
                  <a:lnTo>
                    <a:pt x="154306" y="417195"/>
                  </a:lnTo>
                  <a:lnTo>
                    <a:pt x="153353" y="416243"/>
                  </a:lnTo>
                  <a:lnTo>
                    <a:pt x="158591" y="416243"/>
                  </a:lnTo>
                  <a:lnTo>
                    <a:pt x="160497" y="410052"/>
                  </a:lnTo>
                  <a:lnTo>
                    <a:pt x="160973" y="403384"/>
                  </a:lnTo>
                  <a:lnTo>
                    <a:pt x="161449" y="399574"/>
                  </a:lnTo>
                  <a:lnTo>
                    <a:pt x="164306" y="390525"/>
                  </a:lnTo>
                  <a:lnTo>
                    <a:pt x="163354" y="389573"/>
                  </a:lnTo>
                  <a:lnTo>
                    <a:pt x="161925" y="389097"/>
                  </a:lnTo>
                  <a:lnTo>
                    <a:pt x="166212" y="388620"/>
                  </a:lnTo>
                  <a:lnTo>
                    <a:pt x="168116" y="386715"/>
                  </a:lnTo>
                  <a:lnTo>
                    <a:pt x="169069" y="383858"/>
                  </a:lnTo>
                  <a:lnTo>
                    <a:pt x="171450" y="382905"/>
                  </a:lnTo>
                  <a:lnTo>
                    <a:pt x="176213" y="382905"/>
                  </a:lnTo>
                  <a:lnTo>
                    <a:pt x="178118" y="381953"/>
                  </a:lnTo>
                  <a:lnTo>
                    <a:pt x="181452" y="379572"/>
                  </a:lnTo>
                  <a:lnTo>
                    <a:pt x="184310" y="378143"/>
                  </a:lnTo>
                  <a:lnTo>
                    <a:pt x="187166" y="377190"/>
                  </a:lnTo>
                  <a:lnTo>
                    <a:pt x="190500" y="375761"/>
                  </a:lnTo>
                  <a:lnTo>
                    <a:pt x="193835" y="373856"/>
                  </a:lnTo>
                  <a:lnTo>
                    <a:pt x="192406" y="371475"/>
                  </a:lnTo>
                  <a:lnTo>
                    <a:pt x="189548" y="367665"/>
                  </a:lnTo>
                  <a:lnTo>
                    <a:pt x="189072" y="366236"/>
                  </a:lnTo>
                  <a:lnTo>
                    <a:pt x="192881" y="368618"/>
                  </a:lnTo>
                  <a:lnTo>
                    <a:pt x="195263" y="370999"/>
                  </a:lnTo>
                  <a:lnTo>
                    <a:pt x="197644" y="372904"/>
                  </a:lnTo>
                  <a:lnTo>
                    <a:pt x="199549" y="372428"/>
                  </a:lnTo>
                  <a:lnTo>
                    <a:pt x="200502" y="370999"/>
                  </a:lnTo>
                  <a:lnTo>
                    <a:pt x="200978" y="369094"/>
                  </a:lnTo>
                  <a:lnTo>
                    <a:pt x="201931" y="367665"/>
                  </a:lnTo>
                  <a:lnTo>
                    <a:pt x="203835" y="366713"/>
                  </a:lnTo>
                  <a:lnTo>
                    <a:pt x="205264" y="367189"/>
                  </a:lnTo>
                  <a:lnTo>
                    <a:pt x="207169" y="368618"/>
                  </a:lnTo>
                  <a:lnTo>
                    <a:pt x="203360" y="370999"/>
                  </a:lnTo>
                  <a:lnTo>
                    <a:pt x="204312" y="371475"/>
                  </a:lnTo>
                  <a:lnTo>
                    <a:pt x="206216" y="370999"/>
                  </a:lnTo>
                  <a:lnTo>
                    <a:pt x="212885" y="370047"/>
                  </a:lnTo>
                  <a:lnTo>
                    <a:pt x="215266" y="372428"/>
                  </a:lnTo>
                  <a:lnTo>
                    <a:pt x="218599" y="373380"/>
                  </a:lnTo>
                  <a:lnTo>
                    <a:pt x="221933" y="372904"/>
                  </a:lnTo>
                  <a:lnTo>
                    <a:pt x="223362" y="372428"/>
                  </a:lnTo>
                  <a:lnTo>
                    <a:pt x="224314" y="370999"/>
                  </a:lnTo>
                  <a:lnTo>
                    <a:pt x="225266" y="369094"/>
                  </a:lnTo>
                  <a:lnTo>
                    <a:pt x="224791" y="365284"/>
                  </a:lnTo>
                  <a:lnTo>
                    <a:pt x="223838" y="364331"/>
                  </a:lnTo>
                  <a:lnTo>
                    <a:pt x="219552" y="363379"/>
                  </a:lnTo>
                  <a:lnTo>
                    <a:pt x="214789" y="361950"/>
                  </a:lnTo>
                  <a:lnTo>
                    <a:pt x="213360" y="359569"/>
                  </a:lnTo>
                  <a:lnTo>
                    <a:pt x="212885" y="357664"/>
                  </a:lnTo>
                  <a:lnTo>
                    <a:pt x="212408" y="355759"/>
                  </a:lnTo>
                  <a:lnTo>
                    <a:pt x="210979" y="354806"/>
                  </a:lnTo>
                  <a:lnTo>
                    <a:pt x="205264" y="355759"/>
                  </a:lnTo>
                  <a:lnTo>
                    <a:pt x="206693" y="354806"/>
                  </a:lnTo>
                  <a:lnTo>
                    <a:pt x="209074" y="354330"/>
                  </a:lnTo>
                  <a:lnTo>
                    <a:pt x="211456" y="353378"/>
                  </a:lnTo>
                  <a:lnTo>
                    <a:pt x="212885" y="351473"/>
                  </a:lnTo>
                  <a:lnTo>
                    <a:pt x="211456" y="350044"/>
                  </a:lnTo>
                  <a:lnTo>
                    <a:pt x="209550" y="349568"/>
                  </a:lnTo>
                  <a:lnTo>
                    <a:pt x="209550" y="348615"/>
                  </a:lnTo>
                  <a:lnTo>
                    <a:pt x="212885" y="348139"/>
                  </a:lnTo>
                  <a:lnTo>
                    <a:pt x="215741" y="345758"/>
                  </a:lnTo>
                  <a:lnTo>
                    <a:pt x="218599" y="342900"/>
                  </a:lnTo>
                  <a:lnTo>
                    <a:pt x="224791" y="340519"/>
                  </a:lnTo>
                  <a:lnTo>
                    <a:pt x="227172" y="339090"/>
                  </a:lnTo>
                  <a:lnTo>
                    <a:pt x="229553" y="337185"/>
                  </a:lnTo>
                  <a:lnTo>
                    <a:pt x="233839" y="331470"/>
                  </a:lnTo>
                  <a:lnTo>
                    <a:pt x="240506" y="318135"/>
                  </a:lnTo>
                  <a:lnTo>
                    <a:pt x="241935" y="316230"/>
                  </a:lnTo>
                  <a:lnTo>
                    <a:pt x="250508" y="308134"/>
                  </a:lnTo>
                  <a:lnTo>
                    <a:pt x="252413" y="305753"/>
                  </a:lnTo>
                  <a:lnTo>
                    <a:pt x="252413" y="302419"/>
                  </a:lnTo>
                  <a:lnTo>
                    <a:pt x="255270" y="300514"/>
                  </a:lnTo>
                  <a:lnTo>
                    <a:pt x="257652" y="297180"/>
                  </a:lnTo>
                  <a:lnTo>
                    <a:pt x="263366" y="290989"/>
                  </a:lnTo>
                  <a:lnTo>
                    <a:pt x="264319" y="289560"/>
                  </a:lnTo>
                  <a:lnTo>
                    <a:pt x="265748" y="286703"/>
                  </a:lnTo>
                  <a:lnTo>
                    <a:pt x="263366" y="284322"/>
                  </a:lnTo>
                  <a:lnTo>
                    <a:pt x="261938" y="283369"/>
                  </a:lnTo>
                  <a:lnTo>
                    <a:pt x="259081" y="283845"/>
                  </a:lnTo>
                  <a:lnTo>
                    <a:pt x="261938" y="279559"/>
                  </a:lnTo>
                  <a:lnTo>
                    <a:pt x="259556" y="277178"/>
                  </a:lnTo>
                  <a:lnTo>
                    <a:pt x="259081" y="275749"/>
                  </a:lnTo>
                  <a:lnTo>
                    <a:pt x="259081" y="273844"/>
                  </a:lnTo>
                  <a:lnTo>
                    <a:pt x="260033" y="271463"/>
                  </a:lnTo>
                  <a:lnTo>
                    <a:pt x="262414" y="270034"/>
                  </a:lnTo>
                  <a:lnTo>
                    <a:pt x="264795" y="269558"/>
                  </a:lnTo>
                  <a:lnTo>
                    <a:pt x="266700" y="267653"/>
                  </a:lnTo>
                  <a:lnTo>
                    <a:pt x="269081" y="264795"/>
                  </a:lnTo>
                  <a:lnTo>
                    <a:pt x="269081" y="261461"/>
                  </a:lnTo>
                  <a:lnTo>
                    <a:pt x="266224" y="264319"/>
                  </a:lnTo>
                  <a:lnTo>
                    <a:pt x="260033" y="269558"/>
                  </a:lnTo>
                  <a:close/>
                  <a:moveTo>
                    <a:pt x="403385" y="126206"/>
                  </a:moveTo>
                  <a:lnTo>
                    <a:pt x="400527" y="124302"/>
                  </a:lnTo>
                  <a:lnTo>
                    <a:pt x="391478" y="123825"/>
                  </a:lnTo>
                  <a:lnTo>
                    <a:pt x="389573" y="124778"/>
                  </a:lnTo>
                  <a:lnTo>
                    <a:pt x="388144" y="126206"/>
                  </a:lnTo>
                  <a:lnTo>
                    <a:pt x="384810" y="127635"/>
                  </a:lnTo>
                  <a:lnTo>
                    <a:pt x="381953" y="129540"/>
                  </a:lnTo>
                  <a:lnTo>
                    <a:pt x="379095" y="133350"/>
                  </a:lnTo>
                  <a:lnTo>
                    <a:pt x="376238" y="136684"/>
                  </a:lnTo>
                  <a:lnTo>
                    <a:pt x="372904" y="139065"/>
                  </a:lnTo>
                  <a:lnTo>
                    <a:pt x="369094" y="140494"/>
                  </a:lnTo>
                  <a:lnTo>
                    <a:pt x="367189" y="140494"/>
                  </a:lnTo>
                  <a:lnTo>
                    <a:pt x="363379" y="140018"/>
                  </a:lnTo>
                  <a:lnTo>
                    <a:pt x="350044" y="136208"/>
                  </a:lnTo>
                  <a:lnTo>
                    <a:pt x="344806" y="133827"/>
                  </a:lnTo>
                  <a:lnTo>
                    <a:pt x="333852" y="128111"/>
                  </a:lnTo>
                  <a:lnTo>
                    <a:pt x="332423" y="127635"/>
                  </a:lnTo>
                  <a:lnTo>
                    <a:pt x="330518" y="127635"/>
                  </a:lnTo>
                  <a:lnTo>
                    <a:pt x="327660" y="126683"/>
                  </a:lnTo>
                  <a:lnTo>
                    <a:pt x="325279" y="124778"/>
                  </a:lnTo>
                  <a:lnTo>
                    <a:pt x="324803" y="123825"/>
                  </a:lnTo>
                  <a:lnTo>
                    <a:pt x="325756" y="123349"/>
                  </a:lnTo>
                  <a:lnTo>
                    <a:pt x="328137" y="124302"/>
                  </a:lnTo>
                  <a:lnTo>
                    <a:pt x="327660" y="122397"/>
                  </a:lnTo>
                  <a:lnTo>
                    <a:pt x="323374" y="118586"/>
                  </a:lnTo>
                  <a:lnTo>
                    <a:pt x="320993" y="109538"/>
                  </a:lnTo>
                  <a:lnTo>
                    <a:pt x="319564" y="100013"/>
                  </a:lnTo>
                  <a:lnTo>
                    <a:pt x="318612" y="96679"/>
                  </a:lnTo>
                  <a:lnTo>
                    <a:pt x="316706" y="93822"/>
                  </a:lnTo>
                  <a:lnTo>
                    <a:pt x="316231" y="90964"/>
                  </a:lnTo>
                  <a:lnTo>
                    <a:pt x="313373" y="91440"/>
                  </a:lnTo>
                  <a:lnTo>
                    <a:pt x="308135" y="84773"/>
                  </a:lnTo>
                  <a:lnTo>
                    <a:pt x="307181" y="82391"/>
                  </a:lnTo>
                  <a:lnTo>
                    <a:pt x="305753" y="80486"/>
                  </a:lnTo>
                  <a:lnTo>
                    <a:pt x="303848" y="81439"/>
                  </a:lnTo>
                  <a:lnTo>
                    <a:pt x="303372" y="83344"/>
                  </a:lnTo>
                  <a:lnTo>
                    <a:pt x="304800" y="84773"/>
                  </a:lnTo>
                  <a:lnTo>
                    <a:pt x="305753" y="86202"/>
                  </a:lnTo>
                  <a:lnTo>
                    <a:pt x="306706" y="88106"/>
                  </a:lnTo>
                  <a:lnTo>
                    <a:pt x="307181" y="90488"/>
                  </a:lnTo>
                  <a:lnTo>
                    <a:pt x="306706" y="92869"/>
                  </a:lnTo>
                  <a:lnTo>
                    <a:pt x="306706" y="95250"/>
                  </a:lnTo>
                  <a:lnTo>
                    <a:pt x="308610" y="102394"/>
                  </a:lnTo>
                  <a:lnTo>
                    <a:pt x="309087" y="106680"/>
                  </a:lnTo>
                  <a:lnTo>
                    <a:pt x="308135" y="108109"/>
                  </a:lnTo>
                  <a:lnTo>
                    <a:pt x="305277" y="108585"/>
                  </a:lnTo>
                  <a:lnTo>
                    <a:pt x="302895" y="108109"/>
                  </a:lnTo>
                  <a:lnTo>
                    <a:pt x="301466" y="106204"/>
                  </a:lnTo>
                  <a:lnTo>
                    <a:pt x="300991" y="101918"/>
                  </a:lnTo>
                  <a:lnTo>
                    <a:pt x="300038" y="100013"/>
                  </a:lnTo>
                  <a:lnTo>
                    <a:pt x="298133" y="99060"/>
                  </a:lnTo>
                  <a:lnTo>
                    <a:pt x="291466" y="96679"/>
                  </a:lnTo>
                  <a:lnTo>
                    <a:pt x="288131" y="94298"/>
                  </a:lnTo>
                  <a:lnTo>
                    <a:pt x="287179" y="94774"/>
                  </a:lnTo>
                  <a:lnTo>
                    <a:pt x="286227" y="96679"/>
                  </a:lnTo>
                  <a:lnTo>
                    <a:pt x="284798" y="95250"/>
                  </a:lnTo>
                  <a:lnTo>
                    <a:pt x="283369" y="94298"/>
                  </a:lnTo>
                  <a:lnTo>
                    <a:pt x="280512" y="93822"/>
                  </a:lnTo>
                  <a:lnTo>
                    <a:pt x="280512" y="91916"/>
                  </a:lnTo>
                  <a:lnTo>
                    <a:pt x="281464" y="90964"/>
                  </a:lnTo>
                  <a:lnTo>
                    <a:pt x="282416" y="86202"/>
                  </a:lnTo>
                  <a:lnTo>
                    <a:pt x="283845" y="84773"/>
                  </a:lnTo>
                  <a:lnTo>
                    <a:pt x="281464" y="80010"/>
                  </a:lnTo>
                  <a:lnTo>
                    <a:pt x="282416" y="78105"/>
                  </a:lnTo>
                  <a:lnTo>
                    <a:pt x="282416" y="76200"/>
                  </a:lnTo>
                  <a:lnTo>
                    <a:pt x="283369" y="72866"/>
                  </a:lnTo>
                  <a:lnTo>
                    <a:pt x="276702" y="64294"/>
                  </a:lnTo>
                  <a:lnTo>
                    <a:pt x="274797" y="61436"/>
                  </a:lnTo>
                  <a:lnTo>
                    <a:pt x="272416" y="56674"/>
                  </a:lnTo>
                  <a:lnTo>
                    <a:pt x="269558" y="53340"/>
                  </a:lnTo>
                  <a:lnTo>
                    <a:pt x="269558" y="52388"/>
                  </a:lnTo>
                  <a:lnTo>
                    <a:pt x="274320" y="53340"/>
                  </a:lnTo>
                  <a:lnTo>
                    <a:pt x="275749" y="52864"/>
                  </a:lnTo>
                  <a:lnTo>
                    <a:pt x="273368" y="48102"/>
                  </a:lnTo>
                  <a:lnTo>
                    <a:pt x="274320" y="46673"/>
                  </a:lnTo>
                  <a:lnTo>
                    <a:pt x="274797" y="44768"/>
                  </a:lnTo>
                  <a:lnTo>
                    <a:pt x="271939" y="40005"/>
                  </a:lnTo>
                  <a:lnTo>
                    <a:pt x="270510" y="38577"/>
                  </a:lnTo>
                  <a:lnTo>
                    <a:pt x="269558" y="36672"/>
                  </a:lnTo>
                  <a:lnTo>
                    <a:pt x="270035" y="36672"/>
                  </a:lnTo>
                  <a:lnTo>
                    <a:pt x="269558" y="34766"/>
                  </a:lnTo>
                  <a:lnTo>
                    <a:pt x="267653" y="31909"/>
                  </a:lnTo>
                  <a:lnTo>
                    <a:pt x="266224" y="32385"/>
                  </a:lnTo>
                  <a:lnTo>
                    <a:pt x="263366" y="34290"/>
                  </a:lnTo>
                  <a:lnTo>
                    <a:pt x="261462" y="33814"/>
                  </a:lnTo>
                  <a:lnTo>
                    <a:pt x="260510" y="32385"/>
                  </a:lnTo>
                  <a:lnTo>
                    <a:pt x="260033" y="30480"/>
                  </a:lnTo>
                  <a:lnTo>
                    <a:pt x="260510" y="28575"/>
                  </a:lnTo>
                  <a:lnTo>
                    <a:pt x="260033" y="27623"/>
                  </a:lnTo>
                  <a:lnTo>
                    <a:pt x="253841" y="24289"/>
                  </a:lnTo>
                  <a:lnTo>
                    <a:pt x="250985" y="23336"/>
                  </a:lnTo>
                  <a:lnTo>
                    <a:pt x="250031" y="23813"/>
                  </a:lnTo>
                  <a:lnTo>
                    <a:pt x="249079" y="24765"/>
                  </a:lnTo>
                  <a:lnTo>
                    <a:pt x="247650" y="24289"/>
                  </a:lnTo>
                  <a:lnTo>
                    <a:pt x="246222" y="22384"/>
                  </a:lnTo>
                  <a:lnTo>
                    <a:pt x="238602" y="20003"/>
                  </a:lnTo>
                  <a:lnTo>
                    <a:pt x="237649" y="19527"/>
                  </a:lnTo>
                  <a:lnTo>
                    <a:pt x="238125" y="16193"/>
                  </a:lnTo>
                  <a:lnTo>
                    <a:pt x="235744" y="18098"/>
                  </a:lnTo>
                  <a:lnTo>
                    <a:pt x="234316" y="20003"/>
                  </a:lnTo>
                  <a:lnTo>
                    <a:pt x="232410" y="21431"/>
                  </a:lnTo>
                  <a:lnTo>
                    <a:pt x="231935" y="19527"/>
                  </a:lnTo>
                  <a:lnTo>
                    <a:pt x="230981" y="18098"/>
                  </a:lnTo>
                  <a:lnTo>
                    <a:pt x="229077" y="16193"/>
                  </a:lnTo>
                  <a:lnTo>
                    <a:pt x="228600" y="14288"/>
                  </a:lnTo>
                  <a:lnTo>
                    <a:pt x="224791" y="8097"/>
                  </a:lnTo>
                  <a:lnTo>
                    <a:pt x="222885" y="6191"/>
                  </a:lnTo>
                  <a:lnTo>
                    <a:pt x="221456" y="3810"/>
                  </a:lnTo>
                  <a:lnTo>
                    <a:pt x="224314" y="0"/>
                  </a:lnTo>
                  <a:lnTo>
                    <a:pt x="218599" y="0"/>
                  </a:lnTo>
                  <a:lnTo>
                    <a:pt x="212885" y="953"/>
                  </a:lnTo>
                  <a:lnTo>
                    <a:pt x="218123" y="7620"/>
                  </a:lnTo>
                  <a:lnTo>
                    <a:pt x="223838" y="13811"/>
                  </a:lnTo>
                  <a:lnTo>
                    <a:pt x="226695" y="17622"/>
                  </a:lnTo>
                  <a:lnTo>
                    <a:pt x="229077" y="21908"/>
                  </a:lnTo>
                  <a:lnTo>
                    <a:pt x="229077" y="26194"/>
                  </a:lnTo>
                  <a:lnTo>
                    <a:pt x="226695" y="29528"/>
                  </a:lnTo>
                  <a:lnTo>
                    <a:pt x="228124" y="30956"/>
                  </a:lnTo>
                  <a:lnTo>
                    <a:pt x="230506" y="34290"/>
                  </a:lnTo>
                  <a:lnTo>
                    <a:pt x="231935" y="34766"/>
                  </a:lnTo>
                  <a:lnTo>
                    <a:pt x="232410" y="35719"/>
                  </a:lnTo>
                  <a:lnTo>
                    <a:pt x="232410" y="37148"/>
                  </a:lnTo>
                  <a:lnTo>
                    <a:pt x="233363" y="38577"/>
                  </a:lnTo>
                  <a:lnTo>
                    <a:pt x="235268" y="40958"/>
                  </a:lnTo>
                  <a:lnTo>
                    <a:pt x="236220" y="40005"/>
                  </a:lnTo>
                  <a:lnTo>
                    <a:pt x="238125" y="36672"/>
                  </a:lnTo>
                  <a:lnTo>
                    <a:pt x="239554" y="35243"/>
                  </a:lnTo>
                  <a:lnTo>
                    <a:pt x="240983" y="33814"/>
                  </a:lnTo>
                  <a:lnTo>
                    <a:pt x="242412" y="33338"/>
                  </a:lnTo>
                  <a:lnTo>
                    <a:pt x="243841" y="33814"/>
                  </a:lnTo>
                  <a:lnTo>
                    <a:pt x="243364" y="35243"/>
                  </a:lnTo>
                  <a:lnTo>
                    <a:pt x="242412" y="36672"/>
                  </a:lnTo>
                  <a:lnTo>
                    <a:pt x="238602" y="39529"/>
                  </a:lnTo>
                  <a:lnTo>
                    <a:pt x="236220" y="42863"/>
                  </a:lnTo>
                  <a:lnTo>
                    <a:pt x="254318" y="67152"/>
                  </a:lnTo>
                  <a:lnTo>
                    <a:pt x="255747" y="69533"/>
                  </a:lnTo>
                  <a:lnTo>
                    <a:pt x="258128" y="74295"/>
                  </a:lnTo>
                  <a:lnTo>
                    <a:pt x="259556" y="75724"/>
                  </a:lnTo>
                  <a:lnTo>
                    <a:pt x="260985" y="75248"/>
                  </a:lnTo>
                  <a:lnTo>
                    <a:pt x="261462" y="73343"/>
                  </a:lnTo>
                  <a:lnTo>
                    <a:pt x="260510" y="71914"/>
                  </a:lnTo>
                  <a:lnTo>
                    <a:pt x="255747" y="66199"/>
                  </a:lnTo>
                  <a:lnTo>
                    <a:pt x="252889" y="61436"/>
                  </a:lnTo>
                  <a:lnTo>
                    <a:pt x="252413" y="59055"/>
                  </a:lnTo>
                  <a:lnTo>
                    <a:pt x="252413" y="57150"/>
                  </a:lnTo>
                  <a:lnTo>
                    <a:pt x="254318" y="61436"/>
                  </a:lnTo>
                  <a:lnTo>
                    <a:pt x="256699" y="65247"/>
                  </a:lnTo>
                  <a:lnTo>
                    <a:pt x="264319" y="70009"/>
                  </a:lnTo>
                  <a:lnTo>
                    <a:pt x="265272" y="70009"/>
                  </a:lnTo>
                  <a:lnTo>
                    <a:pt x="264319" y="68104"/>
                  </a:lnTo>
                  <a:lnTo>
                    <a:pt x="264795" y="66675"/>
                  </a:lnTo>
                  <a:lnTo>
                    <a:pt x="266224" y="67152"/>
                  </a:lnTo>
                  <a:lnTo>
                    <a:pt x="269081" y="70009"/>
                  </a:lnTo>
                  <a:lnTo>
                    <a:pt x="269081" y="71438"/>
                  </a:lnTo>
                  <a:lnTo>
                    <a:pt x="267653" y="73343"/>
                  </a:lnTo>
                  <a:lnTo>
                    <a:pt x="267653" y="75248"/>
                  </a:lnTo>
                  <a:lnTo>
                    <a:pt x="269558" y="76200"/>
                  </a:lnTo>
                  <a:lnTo>
                    <a:pt x="270987" y="78105"/>
                  </a:lnTo>
                  <a:lnTo>
                    <a:pt x="271463" y="80486"/>
                  </a:lnTo>
                  <a:lnTo>
                    <a:pt x="270510" y="82391"/>
                  </a:lnTo>
                  <a:lnTo>
                    <a:pt x="269558" y="83820"/>
                  </a:lnTo>
                  <a:lnTo>
                    <a:pt x="264319" y="79534"/>
                  </a:lnTo>
                  <a:lnTo>
                    <a:pt x="262414" y="80010"/>
                  </a:lnTo>
                  <a:lnTo>
                    <a:pt x="269081" y="89059"/>
                  </a:lnTo>
                  <a:lnTo>
                    <a:pt x="270035" y="90488"/>
                  </a:lnTo>
                  <a:lnTo>
                    <a:pt x="271463" y="94774"/>
                  </a:lnTo>
                  <a:lnTo>
                    <a:pt x="272416" y="97155"/>
                  </a:lnTo>
                  <a:lnTo>
                    <a:pt x="274320" y="98584"/>
                  </a:lnTo>
                  <a:lnTo>
                    <a:pt x="276702" y="99060"/>
                  </a:lnTo>
                  <a:lnTo>
                    <a:pt x="279083" y="98584"/>
                  </a:lnTo>
                  <a:lnTo>
                    <a:pt x="281464" y="97631"/>
                  </a:lnTo>
                  <a:lnTo>
                    <a:pt x="283369" y="97631"/>
                  </a:lnTo>
                  <a:lnTo>
                    <a:pt x="288131" y="102870"/>
                  </a:lnTo>
                  <a:lnTo>
                    <a:pt x="285750" y="102870"/>
                  </a:lnTo>
                  <a:lnTo>
                    <a:pt x="283845" y="103823"/>
                  </a:lnTo>
                  <a:lnTo>
                    <a:pt x="281941" y="105252"/>
                  </a:lnTo>
                  <a:lnTo>
                    <a:pt x="281464" y="107633"/>
                  </a:lnTo>
                  <a:lnTo>
                    <a:pt x="279083" y="102870"/>
                  </a:lnTo>
                  <a:lnTo>
                    <a:pt x="277178" y="101918"/>
                  </a:lnTo>
                  <a:lnTo>
                    <a:pt x="276225" y="102870"/>
                  </a:lnTo>
                  <a:lnTo>
                    <a:pt x="279083" y="109538"/>
                  </a:lnTo>
                  <a:lnTo>
                    <a:pt x="280035" y="111443"/>
                  </a:lnTo>
                  <a:lnTo>
                    <a:pt x="281941" y="111919"/>
                  </a:lnTo>
                  <a:lnTo>
                    <a:pt x="280988" y="113824"/>
                  </a:lnTo>
                  <a:lnTo>
                    <a:pt x="280512" y="116205"/>
                  </a:lnTo>
                  <a:lnTo>
                    <a:pt x="280988" y="118586"/>
                  </a:lnTo>
                  <a:lnTo>
                    <a:pt x="284322" y="125730"/>
                  </a:lnTo>
                  <a:lnTo>
                    <a:pt x="287179" y="130493"/>
                  </a:lnTo>
                  <a:lnTo>
                    <a:pt x="285750" y="130969"/>
                  </a:lnTo>
                  <a:lnTo>
                    <a:pt x="284322" y="131922"/>
                  </a:lnTo>
                  <a:lnTo>
                    <a:pt x="282893" y="133827"/>
                  </a:lnTo>
                  <a:lnTo>
                    <a:pt x="284322" y="138589"/>
                  </a:lnTo>
                  <a:lnTo>
                    <a:pt x="283369" y="141447"/>
                  </a:lnTo>
                  <a:lnTo>
                    <a:pt x="280035" y="146209"/>
                  </a:lnTo>
                  <a:lnTo>
                    <a:pt x="278131" y="154305"/>
                  </a:lnTo>
                  <a:lnTo>
                    <a:pt x="277178" y="161449"/>
                  </a:lnTo>
                  <a:lnTo>
                    <a:pt x="276225" y="168593"/>
                  </a:lnTo>
                  <a:lnTo>
                    <a:pt x="275273" y="170974"/>
                  </a:lnTo>
                  <a:lnTo>
                    <a:pt x="271463" y="174308"/>
                  </a:lnTo>
                  <a:lnTo>
                    <a:pt x="269558" y="175736"/>
                  </a:lnTo>
                  <a:lnTo>
                    <a:pt x="268129" y="176213"/>
                  </a:lnTo>
                  <a:lnTo>
                    <a:pt x="266700" y="176213"/>
                  </a:lnTo>
                  <a:lnTo>
                    <a:pt x="258604" y="178594"/>
                  </a:lnTo>
                  <a:lnTo>
                    <a:pt x="250985" y="182880"/>
                  </a:lnTo>
                  <a:lnTo>
                    <a:pt x="249556" y="184309"/>
                  </a:lnTo>
                  <a:lnTo>
                    <a:pt x="248603" y="185738"/>
                  </a:lnTo>
                  <a:lnTo>
                    <a:pt x="248127" y="187643"/>
                  </a:lnTo>
                  <a:lnTo>
                    <a:pt x="248127" y="189548"/>
                  </a:lnTo>
                  <a:lnTo>
                    <a:pt x="248603" y="191929"/>
                  </a:lnTo>
                  <a:lnTo>
                    <a:pt x="249556" y="193834"/>
                  </a:lnTo>
                  <a:lnTo>
                    <a:pt x="253841" y="197168"/>
                  </a:lnTo>
                  <a:lnTo>
                    <a:pt x="260985" y="199549"/>
                  </a:lnTo>
                  <a:lnTo>
                    <a:pt x="268129" y="202406"/>
                  </a:lnTo>
                  <a:lnTo>
                    <a:pt x="271463" y="206216"/>
                  </a:lnTo>
                  <a:lnTo>
                    <a:pt x="275273" y="209074"/>
                  </a:lnTo>
                  <a:lnTo>
                    <a:pt x="279560" y="210503"/>
                  </a:lnTo>
                  <a:lnTo>
                    <a:pt x="283845" y="210979"/>
                  </a:lnTo>
                  <a:lnTo>
                    <a:pt x="290513" y="214789"/>
                  </a:lnTo>
                  <a:lnTo>
                    <a:pt x="295275" y="221456"/>
                  </a:lnTo>
                  <a:lnTo>
                    <a:pt x="297181" y="224790"/>
                  </a:lnTo>
                  <a:lnTo>
                    <a:pt x="298610" y="228600"/>
                  </a:lnTo>
                  <a:lnTo>
                    <a:pt x="296704" y="237173"/>
                  </a:lnTo>
                  <a:lnTo>
                    <a:pt x="295275" y="241935"/>
                  </a:lnTo>
                  <a:lnTo>
                    <a:pt x="290513" y="250984"/>
                  </a:lnTo>
                  <a:lnTo>
                    <a:pt x="284798" y="259556"/>
                  </a:lnTo>
                  <a:lnTo>
                    <a:pt x="279083" y="265748"/>
                  </a:lnTo>
                  <a:lnTo>
                    <a:pt x="278131" y="267177"/>
                  </a:lnTo>
                  <a:lnTo>
                    <a:pt x="277178" y="268605"/>
                  </a:lnTo>
                  <a:lnTo>
                    <a:pt x="277654" y="269558"/>
                  </a:lnTo>
                  <a:lnTo>
                    <a:pt x="278606" y="270034"/>
                  </a:lnTo>
                  <a:lnTo>
                    <a:pt x="281464" y="270034"/>
                  </a:lnTo>
                  <a:lnTo>
                    <a:pt x="284322" y="268605"/>
                  </a:lnTo>
                  <a:lnTo>
                    <a:pt x="283369" y="267653"/>
                  </a:lnTo>
                  <a:lnTo>
                    <a:pt x="283845" y="266224"/>
                  </a:lnTo>
                  <a:lnTo>
                    <a:pt x="284798" y="265748"/>
                  </a:lnTo>
                  <a:lnTo>
                    <a:pt x="285750" y="266700"/>
                  </a:lnTo>
                  <a:lnTo>
                    <a:pt x="284798" y="268129"/>
                  </a:lnTo>
                  <a:lnTo>
                    <a:pt x="284798" y="273368"/>
                  </a:lnTo>
                  <a:lnTo>
                    <a:pt x="284798" y="274320"/>
                  </a:lnTo>
                  <a:lnTo>
                    <a:pt x="285750" y="274797"/>
                  </a:lnTo>
                  <a:lnTo>
                    <a:pt x="290989" y="272891"/>
                  </a:lnTo>
                  <a:lnTo>
                    <a:pt x="294799" y="273844"/>
                  </a:lnTo>
                  <a:lnTo>
                    <a:pt x="295275" y="275273"/>
                  </a:lnTo>
                  <a:lnTo>
                    <a:pt x="295752" y="278606"/>
                  </a:lnTo>
                  <a:lnTo>
                    <a:pt x="296228" y="280035"/>
                  </a:lnTo>
                  <a:lnTo>
                    <a:pt x="299085" y="281464"/>
                  </a:lnTo>
                  <a:lnTo>
                    <a:pt x="301466" y="280035"/>
                  </a:lnTo>
                  <a:lnTo>
                    <a:pt x="303848" y="278130"/>
                  </a:lnTo>
                  <a:lnTo>
                    <a:pt x="311944" y="272891"/>
                  </a:lnTo>
                  <a:lnTo>
                    <a:pt x="317183" y="269081"/>
                  </a:lnTo>
                  <a:lnTo>
                    <a:pt x="321945" y="264795"/>
                  </a:lnTo>
                  <a:lnTo>
                    <a:pt x="324803" y="261461"/>
                  </a:lnTo>
                  <a:lnTo>
                    <a:pt x="326708" y="257652"/>
                  </a:lnTo>
                  <a:lnTo>
                    <a:pt x="331470" y="251460"/>
                  </a:lnTo>
                  <a:lnTo>
                    <a:pt x="333375" y="247174"/>
                  </a:lnTo>
                  <a:lnTo>
                    <a:pt x="335756" y="243364"/>
                  </a:lnTo>
                  <a:lnTo>
                    <a:pt x="339091" y="239554"/>
                  </a:lnTo>
                  <a:lnTo>
                    <a:pt x="343853" y="234315"/>
                  </a:lnTo>
                  <a:lnTo>
                    <a:pt x="346710" y="228600"/>
                  </a:lnTo>
                  <a:lnTo>
                    <a:pt x="349568" y="226219"/>
                  </a:lnTo>
                  <a:lnTo>
                    <a:pt x="351949" y="223361"/>
                  </a:lnTo>
                  <a:lnTo>
                    <a:pt x="356235" y="213360"/>
                  </a:lnTo>
                  <a:lnTo>
                    <a:pt x="360998" y="203835"/>
                  </a:lnTo>
                  <a:lnTo>
                    <a:pt x="356235" y="200978"/>
                  </a:lnTo>
                  <a:lnTo>
                    <a:pt x="355283" y="199073"/>
                  </a:lnTo>
                  <a:lnTo>
                    <a:pt x="355283" y="196691"/>
                  </a:lnTo>
                  <a:lnTo>
                    <a:pt x="355760" y="191929"/>
                  </a:lnTo>
                  <a:lnTo>
                    <a:pt x="358616" y="188119"/>
                  </a:lnTo>
                  <a:lnTo>
                    <a:pt x="360045" y="186214"/>
                  </a:lnTo>
                  <a:lnTo>
                    <a:pt x="361950" y="184785"/>
                  </a:lnTo>
                  <a:lnTo>
                    <a:pt x="367666" y="181928"/>
                  </a:lnTo>
                  <a:lnTo>
                    <a:pt x="371475" y="180499"/>
                  </a:lnTo>
                  <a:lnTo>
                    <a:pt x="375285" y="180023"/>
                  </a:lnTo>
                  <a:lnTo>
                    <a:pt x="379572" y="180499"/>
                  </a:lnTo>
                  <a:lnTo>
                    <a:pt x="383858" y="181452"/>
                  </a:lnTo>
                  <a:lnTo>
                    <a:pt x="385287" y="182880"/>
                  </a:lnTo>
                  <a:lnTo>
                    <a:pt x="386716" y="186214"/>
                  </a:lnTo>
                  <a:lnTo>
                    <a:pt x="387668" y="186690"/>
                  </a:lnTo>
                  <a:lnTo>
                    <a:pt x="389573" y="182880"/>
                  </a:lnTo>
                  <a:lnTo>
                    <a:pt x="389097" y="180975"/>
                  </a:lnTo>
                  <a:lnTo>
                    <a:pt x="388144" y="179547"/>
                  </a:lnTo>
                  <a:lnTo>
                    <a:pt x="388144" y="178118"/>
                  </a:lnTo>
                  <a:lnTo>
                    <a:pt x="389097" y="171927"/>
                  </a:lnTo>
                  <a:lnTo>
                    <a:pt x="390525" y="166688"/>
                  </a:lnTo>
                  <a:lnTo>
                    <a:pt x="394335" y="165735"/>
                  </a:lnTo>
                  <a:lnTo>
                    <a:pt x="397669" y="163354"/>
                  </a:lnTo>
                  <a:lnTo>
                    <a:pt x="400527" y="160020"/>
                  </a:lnTo>
                  <a:lnTo>
                    <a:pt x="401956" y="155734"/>
                  </a:lnTo>
                  <a:lnTo>
                    <a:pt x="402908" y="146209"/>
                  </a:lnTo>
                  <a:lnTo>
                    <a:pt x="404337" y="136684"/>
                  </a:lnTo>
                  <a:lnTo>
                    <a:pt x="406241" y="132398"/>
                  </a:lnTo>
                  <a:lnTo>
                    <a:pt x="408623" y="128588"/>
                  </a:lnTo>
                  <a:lnTo>
                    <a:pt x="409099" y="126206"/>
                  </a:lnTo>
                  <a:lnTo>
                    <a:pt x="407194" y="124778"/>
                  </a:lnTo>
                  <a:lnTo>
                    <a:pt x="403385" y="126206"/>
                  </a:lnTo>
                  <a:close/>
                </a:path>
              </a:pathLst>
            </a:custGeom>
            <a:grpFill/>
            <a:ln w="317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9DB11F2F-AEB7-4580-BBC9-2775121935AE}"/>
                </a:ext>
              </a:extLst>
            </p:cNvPr>
            <p:cNvSpPr/>
            <p:nvPr/>
          </p:nvSpPr>
          <p:spPr>
            <a:xfrm>
              <a:off x="6118383" y="4873942"/>
              <a:ext cx="460534" cy="424338"/>
            </a:xfrm>
            <a:custGeom>
              <a:avLst/>
              <a:gdLst>
                <a:gd name="connsiteX0" fmla="*/ 454819 w 460534"/>
                <a:gd name="connsiteY0" fmla="*/ 22860 h 424338"/>
                <a:gd name="connsiteX1" fmla="*/ 451961 w 460534"/>
                <a:gd name="connsiteY1" fmla="*/ 20479 h 424338"/>
                <a:gd name="connsiteX2" fmla="*/ 449580 w 460534"/>
                <a:gd name="connsiteY2" fmla="*/ 20002 h 424338"/>
                <a:gd name="connsiteX3" fmla="*/ 442436 w 460534"/>
                <a:gd name="connsiteY3" fmla="*/ 19050 h 424338"/>
                <a:gd name="connsiteX4" fmla="*/ 427197 w 460534"/>
                <a:gd name="connsiteY4" fmla="*/ 17621 h 424338"/>
                <a:gd name="connsiteX5" fmla="*/ 425291 w 460534"/>
                <a:gd name="connsiteY5" fmla="*/ 18097 h 424338"/>
                <a:gd name="connsiteX6" fmla="*/ 419100 w 460534"/>
                <a:gd name="connsiteY6" fmla="*/ 19050 h 424338"/>
                <a:gd name="connsiteX7" fmla="*/ 411004 w 460534"/>
                <a:gd name="connsiteY7" fmla="*/ 20479 h 424338"/>
                <a:gd name="connsiteX8" fmla="*/ 403860 w 460534"/>
                <a:gd name="connsiteY8" fmla="*/ 21907 h 424338"/>
                <a:gd name="connsiteX9" fmla="*/ 396716 w 460534"/>
                <a:gd name="connsiteY9" fmla="*/ 23336 h 424338"/>
                <a:gd name="connsiteX10" fmla="*/ 386239 w 460534"/>
                <a:gd name="connsiteY10" fmla="*/ 25241 h 424338"/>
                <a:gd name="connsiteX11" fmla="*/ 370999 w 460534"/>
                <a:gd name="connsiteY11" fmla="*/ 28099 h 424338"/>
                <a:gd name="connsiteX12" fmla="*/ 360522 w 460534"/>
                <a:gd name="connsiteY12" fmla="*/ 30004 h 424338"/>
                <a:gd name="connsiteX13" fmla="*/ 348139 w 460534"/>
                <a:gd name="connsiteY13" fmla="*/ 32385 h 424338"/>
                <a:gd name="connsiteX14" fmla="*/ 340043 w 460534"/>
                <a:gd name="connsiteY14" fmla="*/ 33814 h 424338"/>
                <a:gd name="connsiteX15" fmla="*/ 330041 w 460534"/>
                <a:gd name="connsiteY15" fmla="*/ 35719 h 424338"/>
                <a:gd name="connsiteX16" fmla="*/ 328136 w 460534"/>
                <a:gd name="connsiteY16" fmla="*/ 35719 h 424338"/>
                <a:gd name="connsiteX17" fmla="*/ 325279 w 460534"/>
                <a:gd name="connsiteY17" fmla="*/ 34290 h 424338"/>
                <a:gd name="connsiteX18" fmla="*/ 319564 w 460534"/>
                <a:gd name="connsiteY18" fmla="*/ 34290 h 424338"/>
                <a:gd name="connsiteX19" fmla="*/ 312420 w 460534"/>
                <a:gd name="connsiteY19" fmla="*/ 35719 h 424338"/>
                <a:gd name="connsiteX20" fmla="*/ 307181 w 460534"/>
                <a:gd name="connsiteY20" fmla="*/ 36195 h 424338"/>
                <a:gd name="connsiteX21" fmla="*/ 302895 w 460534"/>
                <a:gd name="connsiteY21" fmla="*/ 35719 h 424338"/>
                <a:gd name="connsiteX22" fmla="*/ 299085 w 460534"/>
                <a:gd name="connsiteY22" fmla="*/ 33814 h 424338"/>
                <a:gd name="connsiteX23" fmla="*/ 294799 w 460534"/>
                <a:gd name="connsiteY23" fmla="*/ 31909 h 424338"/>
                <a:gd name="connsiteX24" fmla="*/ 288131 w 460534"/>
                <a:gd name="connsiteY24" fmla="*/ 30956 h 424338"/>
                <a:gd name="connsiteX25" fmla="*/ 278606 w 460534"/>
                <a:gd name="connsiteY25" fmla="*/ 31432 h 424338"/>
                <a:gd name="connsiteX26" fmla="*/ 269558 w 460534"/>
                <a:gd name="connsiteY26" fmla="*/ 30956 h 424338"/>
                <a:gd name="connsiteX27" fmla="*/ 260509 w 460534"/>
                <a:gd name="connsiteY27" fmla="*/ 29527 h 424338"/>
                <a:gd name="connsiteX28" fmla="*/ 253841 w 460534"/>
                <a:gd name="connsiteY28" fmla="*/ 29051 h 424338"/>
                <a:gd name="connsiteX29" fmla="*/ 250031 w 460534"/>
                <a:gd name="connsiteY29" fmla="*/ 29527 h 424338"/>
                <a:gd name="connsiteX30" fmla="*/ 246222 w 460534"/>
                <a:gd name="connsiteY30" fmla="*/ 28575 h 424338"/>
                <a:gd name="connsiteX31" fmla="*/ 241935 w 460534"/>
                <a:gd name="connsiteY31" fmla="*/ 27622 h 424338"/>
                <a:gd name="connsiteX32" fmla="*/ 238125 w 460534"/>
                <a:gd name="connsiteY32" fmla="*/ 25241 h 424338"/>
                <a:gd name="connsiteX33" fmla="*/ 233839 w 460534"/>
                <a:gd name="connsiteY33" fmla="*/ 20479 h 424338"/>
                <a:gd name="connsiteX34" fmla="*/ 230029 w 460534"/>
                <a:gd name="connsiteY34" fmla="*/ 16192 h 424338"/>
                <a:gd name="connsiteX35" fmla="*/ 229077 w 460534"/>
                <a:gd name="connsiteY35" fmla="*/ 15716 h 424338"/>
                <a:gd name="connsiteX36" fmla="*/ 228124 w 460534"/>
                <a:gd name="connsiteY36" fmla="*/ 15240 h 424338"/>
                <a:gd name="connsiteX37" fmla="*/ 227172 w 460534"/>
                <a:gd name="connsiteY37" fmla="*/ 14764 h 424338"/>
                <a:gd name="connsiteX38" fmla="*/ 217170 w 460534"/>
                <a:gd name="connsiteY38" fmla="*/ 14764 h 424338"/>
                <a:gd name="connsiteX39" fmla="*/ 208122 w 460534"/>
                <a:gd name="connsiteY39" fmla="*/ 14764 h 424338"/>
                <a:gd name="connsiteX40" fmla="*/ 202883 w 460534"/>
                <a:gd name="connsiteY40" fmla="*/ 14764 h 424338"/>
                <a:gd name="connsiteX41" fmla="*/ 189548 w 460534"/>
                <a:gd name="connsiteY41" fmla="*/ 14764 h 424338"/>
                <a:gd name="connsiteX42" fmla="*/ 176689 w 460534"/>
                <a:gd name="connsiteY42" fmla="*/ 14764 h 424338"/>
                <a:gd name="connsiteX43" fmla="*/ 163830 w 460534"/>
                <a:gd name="connsiteY43" fmla="*/ 14288 h 424338"/>
                <a:gd name="connsiteX44" fmla="*/ 150495 w 460534"/>
                <a:gd name="connsiteY44" fmla="*/ 14288 h 424338"/>
                <a:gd name="connsiteX45" fmla="*/ 137636 w 460534"/>
                <a:gd name="connsiteY45" fmla="*/ 14288 h 424338"/>
                <a:gd name="connsiteX46" fmla="*/ 124778 w 460534"/>
                <a:gd name="connsiteY46" fmla="*/ 14288 h 424338"/>
                <a:gd name="connsiteX47" fmla="*/ 111443 w 460534"/>
                <a:gd name="connsiteY47" fmla="*/ 14288 h 424338"/>
                <a:gd name="connsiteX48" fmla="*/ 98584 w 460534"/>
                <a:gd name="connsiteY48" fmla="*/ 14288 h 424338"/>
                <a:gd name="connsiteX49" fmla="*/ 91440 w 460534"/>
                <a:gd name="connsiteY49" fmla="*/ 14288 h 424338"/>
                <a:gd name="connsiteX50" fmla="*/ 85249 w 460534"/>
                <a:gd name="connsiteY50" fmla="*/ 14764 h 424338"/>
                <a:gd name="connsiteX51" fmla="*/ 78105 w 460534"/>
                <a:gd name="connsiteY51" fmla="*/ 15240 h 424338"/>
                <a:gd name="connsiteX52" fmla="*/ 77153 w 460534"/>
                <a:gd name="connsiteY52" fmla="*/ 14764 h 424338"/>
                <a:gd name="connsiteX53" fmla="*/ 75248 w 460534"/>
                <a:gd name="connsiteY53" fmla="*/ 14288 h 424338"/>
                <a:gd name="connsiteX54" fmla="*/ 74295 w 460534"/>
                <a:gd name="connsiteY54" fmla="*/ 13335 h 424338"/>
                <a:gd name="connsiteX55" fmla="*/ 70485 w 460534"/>
                <a:gd name="connsiteY55" fmla="*/ 10954 h 424338"/>
                <a:gd name="connsiteX56" fmla="*/ 67152 w 460534"/>
                <a:gd name="connsiteY56" fmla="*/ 9049 h 424338"/>
                <a:gd name="connsiteX57" fmla="*/ 62389 w 460534"/>
                <a:gd name="connsiteY57" fmla="*/ 5715 h 424338"/>
                <a:gd name="connsiteX58" fmla="*/ 59531 w 460534"/>
                <a:gd name="connsiteY58" fmla="*/ 2381 h 424338"/>
                <a:gd name="connsiteX59" fmla="*/ 57150 w 460534"/>
                <a:gd name="connsiteY59" fmla="*/ 1429 h 424338"/>
                <a:gd name="connsiteX60" fmla="*/ 52864 w 460534"/>
                <a:gd name="connsiteY60" fmla="*/ 476 h 424338"/>
                <a:gd name="connsiteX61" fmla="*/ 49530 w 460534"/>
                <a:gd name="connsiteY61" fmla="*/ 0 h 424338"/>
                <a:gd name="connsiteX62" fmla="*/ 47149 w 460534"/>
                <a:gd name="connsiteY62" fmla="*/ 0 h 424338"/>
                <a:gd name="connsiteX63" fmla="*/ 42386 w 460534"/>
                <a:gd name="connsiteY63" fmla="*/ 1429 h 424338"/>
                <a:gd name="connsiteX64" fmla="*/ 38577 w 460534"/>
                <a:gd name="connsiteY64" fmla="*/ 3334 h 424338"/>
                <a:gd name="connsiteX65" fmla="*/ 36195 w 460534"/>
                <a:gd name="connsiteY65" fmla="*/ 4763 h 424338"/>
                <a:gd name="connsiteX66" fmla="*/ 31909 w 460534"/>
                <a:gd name="connsiteY66" fmla="*/ 6667 h 424338"/>
                <a:gd name="connsiteX67" fmla="*/ 28099 w 460534"/>
                <a:gd name="connsiteY67" fmla="*/ 8572 h 424338"/>
                <a:gd name="connsiteX68" fmla="*/ 21908 w 460534"/>
                <a:gd name="connsiteY68" fmla="*/ 8096 h 424338"/>
                <a:gd name="connsiteX69" fmla="*/ 20479 w 460534"/>
                <a:gd name="connsiteY69" fmla="*/ 8572 h 424338"/>
                <a:gd name="connsiteX70" fmla="*/ 16669 w 460534"/>
                <a:gd name="connsiteY70" fmla="*/ 8096 h 424338"/>
                <a:gd name="connsiteX71" fmla="*/ 13335 w 460534"/>
                <a:gd name="connsiteY71" fmla="*/ 6667 h 424338"/>
                <a:gd name="connsiteX72" fmla="*/ 10002 w 460534"/>
                <a:gd name="connsiteY72" fmla="*/ 6667 h 424338"/>
                <a:gd name="connsiteX73" fmla="*/ 6191 w 460534"/>
                <a:gd name="connsiteY73" fmla="*/ 9049 h 424338"/>
                <a:gd name="connsiteX74" fmla="*/ 953 w 460534"/>
                <a:gd name="connsiteY74" fmla="*/ 9525 h 424338"/>
                <a:gd name="connsiteX75" fmla="*/ 0 w 460534"/>
                <a:gd name="connsiteY75" fmla="*/ 17145 h 424338"/>
                <a:gd name="connsiteX76" fmla="*/ 477 w 460534"/>
                <a:gd name="connsiteY76" fmla="*/ 27146 h 424338"/>
                <a:gd name="connsiteX77" fmla="*/ 1905 w 460534"/>
                <a:gd name="connsiteY77" fmla="*/ 35719 h 424338"/>
                <a:gd name="connsiteX78" fmla="*/ 7620 w 460534"/>
                <a:gd name="connsiteY78" fmla="*/ 44767 h 424338"/>
                <a:gd name="connsiteX79" fmla="*/ 10954 w 460534"/>
                <a:gd name="connsiteY79" fmla="*/ 51911 h 424338"/>
                <a:gd name="connsiteX80" fmla="*/ 12859 w 460534"/>
                <a:gd name="connsiteY80" fmla="*/ 54292 h 424338"/>
                <a:gd name="connsiteX81" fmla="*/ 20479 w 460534"/>
                <a:gd name="connsiteY81" fmla="*/ 61913 h 424338"/>
                <a:gd name="connsiteX82" fmla="*/ 25241 w 460534"/>
                <a:gd name="connsiteY82" fmla="*/ 67627 h 424338"/>
                <a:gd name="connsiteX83" fmla="*/ 44768 w 460534"/>
                <a:gd name="connsiteY83" fmla="*/ 106204 h 424338"/>
                <a:gd name="connsiteX84" fmla="*/ 49054 w 460534"/>
                <a:gd name="connsiteY84" fmla="*/ 111919 h 424338"/>
                <a:gd name="connsiteX85" fmla="*/ 53340 w 460534"/>
                <a:gd name="connsiteY85" fmla="*/ 123349 h 424338"/>
                <a:gd name="connsiteX86" fmla="*/ 59055 w 460534"/>
                <a:gd name="connsiteY86" fmla="*/ 137160 h 424338"/>
                <a:gd name="connsiteX87" fmla="*/ 71914 w 460534"/>
                <a:gd name="connsiteY87" fmla="*/ 156686 h 424338"/>
                <a:gd name="connsiteX88" fmla="*/ 73819 w 460534"/>
                <a:gd name="connsiteY88" fmla="*/ 161449 h 424338"/>
                <a:gd name="connsiteX89" fmla="*/ 76677 w 460534"/>
                <a:gd name="connsiteY89" fmla="*/ 167164 h 424338"/>
                <a:gd name="connsiteX90" fmla="*/ 88583 w 460534"/>
                <a:gd name="connsiteY90" fmla="*/ 181927 h 424338"/>
                <a:gd name="connsiteX91" fmla="*/ 93345 w 460534"/>
                <a:gd name="connsiteY91" fmla="*/ 191452 h 424338"/>
                <a:gd name="connsiteX92" fmla="*/ 95250 w 460534"/>
                <a:gd name="connsiteY92" fmla="*/ 200025 h 424338"/>
                <a:gd name="connsiteX93" fmla="*/ 95250 w 460534"/>
                <a:gd name="connsiteY93" fmla="*/ 203835 h 424338"/>
                <a:gd name="connsiteX94" fmla="*/ 94298 w 460534"/>
                <a:gd name="connsiteY94" fmla="*/ 208121 h 424338"/>
                <a:gd name="connsiteX95" fmla="*/ 93345 w 460534"/>
                <a:gd name="connsiteY95" fmla="*/ 207645 h 424338"/>
                <a:gd name="connsiteX96" fmla="*/ 92393 w 460534"/>
                <a:gd name="connsiteY96" fmla="*/ 206692 h 424338"/>
                <a:gd name="connsiteX97" fmla="*/ 91440 w 460534"/>
                <a:gd name="connsiteY97" fmla="*/ 209550 h 424338"/>
                <a:gd name="connsiteX98" fmla="*/ 91916 w 460534"/>
                <a:gd name="connsiteY98" fmla="*/ 213360 h 424338"/>
                <a:gd name="connsiteX99" fmla="*/ 93822 w 460534"/>
                <a:gd name="connsiteY99" fmla="*/ 220504 h 424338"/>
                <a:gd name="connsiteX100" fmla="*/ 93822 w 460534"/>
                <a:gd name="connsiteY100" fmla="*/ 227647 h 424338"/>
                <a:gd name="connsiteX101" fmla="*/ 94298 w 460534"/>
                <a:gd name="connsiteY101" fmla="*/ 233363 h 424338"/>
                <a:gd name="connsiteX102" fmla="*/ 93822 w 460534"/>
                <a:gd name="connsiteY102" fmla="*/ 248126 h 424338"/>
                <a:gd name="connsiteX103" fmla="*/ 94774 w 460534"/>
                <a:gd name="connsiteY103" fmla="*/ 253365 h 424338"/>
                <a:gd name="connsiteX104" fmla="*/ 99060 w 460534"/>
                <a:gd name="connsiteY104" fmla="*/ 265747 h 424338"/>
                <a:gd name="connsiteX105" fmla="*/ 103823 w 460534"/>
                <a:gd name="connsiteY105" fmla="*/ 274320 h 424338"/>
                <a:gd name="connsiteX106" fmla="*/ 106204 w 460534"/>
                <a:gd name="connsiteY106" fmla="*/ 282892 h 424338"/>
                <a:gd name="connsiteX107" fmla="*/ 105252 w 460534"/>
                <a:gd name="connsiteY107" fmla="*/ 290989 h 424338"/>
                <a:gd name="connsiteX108" fmla="*/ 105728 w 460534"/>
                <a:gd name="connsiteY108" fmla="*/ 294799 h 424338"/>
                <a:gd name="connsiteX109" fmla="*/ 106680 w 460534"/>
                <a:gd name="connsiteY109" fmla="*/ 300990 h 424338"/>
                <a:gd name="connsiteX110" fmla="*/ 106204 w 460534"/>
                <a:gd name="connsiteY110" fmla="*/ 308134 h 424338"/>
                <a:gd name="connsiteX111" fmla="*/ 109061 w 460534"/>
                <a:gd name="connsiteY111" fmla="*/ 316230 h 424338"/>
                <a:gd name="connsiteX112" fmla="*/ 110490 w 460534"/>
                <a:gd name="connsiteY112" fmla="*/ 329089 h 424338"/>
                <a:gd name="connsiteX113" fmla="*/ 114777 w 460534"/>
                <a:gd name="connsiteY113" fmla="*/ 332899 h 424338"/>
                <a:gd name="connsiteX114" fmla="*/ 116205 w 460534"/>
                <a:gd name="connsiteY114" fmla="*/ 336232 h 424338"/>
                <a:gd name="connsiteX115" fmla="*/ 117158 w 460534"/>
                <a:gd name="connsiteY115" fmla="*/ 339566 h 424338"/>
                <a:gd name="connsiteX116" fmla="*/ 115729 w 460534"/>
                <a:gd name="connsiteY116" fmla="*/ 341947 h 424338"/>
                <a:gd name="connsiteX117" fmla="*/ 116205 w 460534"/>
                <a:gd name="connsiteY117" fmla="*/ 346234 h 424338"/>
                <a:gd name="connsiteX118" fmla="*/ 119063 w 460534"/>
                <a:gd name="connsiteY118" fmla="*/ 353854 h 424338"/>
                <a:gd name="connsiteX119" fmla="*/ 121444 w 460534"/>
                <a:gd name="connsiteY119" fmla="*/ 363855 h 424338"/>
                <a:gd name="connsiteX120" fmla="*/ 123349 w 460534"/>
                <a:gd name="connsiteY120" fmla="*/ 367665 h 424338"/>
                <a:gd name="connsiteX121" fmla="*/ 136208 w 460534"/>
                <a:gd name="connsiteY121" fmla="*/ 389096 h 424338"/>
                <a:gd name="connsiteX122" fmla="*/ 141923 w 460534"/>
                <a:gd name="connsiteY122" fmla="*/ 395764 h 424338"/>
                <a:gd name="connsiteX123" fmla="*/ 145733 w 460534"/>
                <a:gd name="connsiteY123" fmla="*/ 398621 h 424338"/>
                <a:gd name="connsiteX124" fmla="*/ 157163 w 460534"/>
                <a:gd name="connsiteY124" fmla="*/ 409575 h 424338"/>
                <a:gd name="connsiteX125" fmla="*/ 160973 w 460534"/>
                <a:gd name="connsiteY125" fmla="*/ 412432 h 424338"/>
                <a:gd name="connsiteX126" fmla="*/ 161925 w 460534"/>
                <a:gd name="connsiteY126" fmla="*/ 411004 h 424338"/>
                <a:gd name="connsiteX127" fmla="*/ 166688 w 460534"/>
                <a:gd name="connsiteY127" fmla="*/ 407670 h 424338"/>
                <a:gd name="connsiteX128" fmla="*/ 169069 w 460534"/>
                <a:gd name="connsiteY128" fmla="*/ 407194 h 424338"/>
                <a:gd name="connsiteX129" fmla="*/ 170022 w 460534"/>
                <a:gd name="connsiteY129" fmla="*/ 407670 h 424338"/>
                <a:gd name="connsiteX130" fmla="*/ 171450 w 460534"/>
                <a:gd name="connsiteY130" fmla="*/ 406717 h 424338"/>
                <a:gd name="connsiteX131" fmla="*/ 172403 w 460534"/>
                <a:gd name="connsiteY131" fmla="*/ 404336 h 424338"/>
                <a:gd name="connsiteX132" fmla="*/ 172403 w 460534"/>
                <a:gd name="connsiteY132" fmla="*/ 402431 h 424338"/>
                <a:gd name="connsiteX133" fmla="*/ 173355 w 460534"/>
                <a:gd name="connsiteY133" fmla="*/ 399574 h 424338"/>
                <a:gd name="connsiteX134" fmla="*/ 174308 w 460534"/>
                <a:gd name="connsiteY134" fmla="*/ 398145 h 424338"/>
                <a:gd name="connsiteX135" fmla="*/ 175260 w 460534"/>
                <a:gd name="connsiteY135" fmla="*/ 394811 h 424338"/>
                <a:gd name="connsiteX136" fmla="*/ 177165 w 460534"/>
                <a:gd name="connsiteY136" fmla="*/ 392430 h 424338"/>
                <a:gd name="connsiteX137" fmla="*/ 181452 w 460534"/>
                <a:gd name="connsiteY137" fmla="*/ 391477 h 424338"/>
                <a:gd name="connsiteX138" fmla="*/ 184785 w 460534"/>
                <a:gd name="connsiteY138" fmla="*/ 392906 h 424338"/>
                <a:gd name="connsiteX139" fmla="*/ 186214 w 460534"/>
                <a:gd name="connsiteY139" fmla="*/ 394811 h 424338"/>
                <a:gd name="connsiteX140" fmla="*/ 186690 w 460534"/>
                <a:gd name="connsiteY140" fmla="*/ 397192 h 424338"/>
                <a:gd name="connsiteX141" fmla="*/ 188119 w 460534"/>
                <a:gd name="connsiteY141" fmla="*/ 398621 h 424338"/>
                <a:gd name="connsiteX142" fmla="*/ 190024 w 460534"/>
                <a:gd name="connsiteY142" fmla="*/ 398621 h 424338"/>
                <a:gd name="connsiteX143" fmla="*/ 191929 w 460534"/>
                <a:gd name="connsiteY143" fmla="*/ 400050 h 424338"/>
                <a:gd name="connsiteX144" fmla="*/ 192881 w 460534"/>
                <a:gd name="connsiteY144" fmla="*/ 402907 h 424338"/>
                <a:gd name="connsiteX145" fmla="*/ 192405 w 460534"/>
                <a:gd name="connsiteY145" fmla="*/ 405289 h 424338"/>
                <a:gd name="connsiteX146" fmla="*/ 191453 w 460534"/>
                <a:gd name="connsiteY146" fmla="*/ 406717 h 424338"/>
                <a:gd name="connsiteX147" fmla="*/ 191453 w 460534"/>
                <a:gd name="connsiteY147" fmla="*/ 408146 h 424338"/>
                <a:gd name="connsiteX148" fmla="*/ 192881 w 460534"/>
                <a:gd name="connsiteY148" fmla="*/ 410527 h 424338"/>
                <a:gd name="connsiteX149" fmla="*/ 193834 w 460534"/>
                <a:gd name="connsiteY149" fmla="*/ 412909 h 424338"/>
                <a:gd name="connsiteX150" fmla="*/ 194786 w 460534"/>
                <a:gd name="connsiteY150" fmla="*/ 415766 h 424338"/>
                <a:gd name="connsiteX151" fmla="*/ 200502 w 460534"/>
                <a:gd name="connsiteY151" fmla="*/ 417195 h 424338"/>
                <a:gd name="connsiteX152" fmla="*/ 203359 w 460534"/>
                <a:gd name="connsiteY152" fmla="*/ 418147 h 424338"/>
                <a:gd name="connsiteX153" fmla="*/ 208122 w 460534"/>
                <a:gd name="connsiteY153" fmla="*/ 418624 h 424338"/>
                <a:gd name="connsiteX154" fmla="*/ 212884 w 460534"/>
                <a:gd name="connsiteY154" fmla="*/ 419576 h 424338"/>
                <a:gd name="connsiteX155" fmla="*/ 217170 w 460534"/>
                <a:gd name="connsiteY155" fmla="*/ 421957 h 424338"/>
                <a:gd name="connsiteX156" fmla="*/ 224314 w 460534"/>
                <a:gd name="connsiteY156" fmla="*/ 422434 h 424338"/>
                <a:gd name="connsiteX157" fmla="*/ 233839 w 460534"/>
                <a:gd name="connsiteY157" fmla="*/ 421481 h 424338"/>
                <a:gd name="connsiteX158" fmla="*/ 241935 w 460534"/>
                <a:gd name="connsiteY158" fmla="*/ 421957 h 424338"/>
                <a:gd name="connsiteX159" fmla="*/ 248603 w 460534"/>
                <a:gd name="connsiteY159" fmla="*/ 423863 h 424338"/>
                <a:gd name="connsiteX160" fmla="*/ 253365 w 460534"/>
                <a:gd name="connsiteY160" fmla="*/ 424339 h 424338"/>
                <a:gd name="connsiteX161" fmla="*/ 256223 w 460534"/>
                <a:gd name="connsiteY161" fmla="*/ 422910 h 424338"/>
                <a:gd name="connsiteX162" fmla="*/ 257175 w 460534"/>
                <a:gd name="connsiteY162" fmla="*/ 421005 h 424338"/>
                <a:gd name="connsiteX163" fmla="*/ 256699 w 460534"/>
                <a:gd name="connsiteY163" fmla="*/ 418624 h 424338"/>
                <a:gd name="connsiteX164" fmla="*/ 258128 w 460534"/>
                <a:gd name="connsiteY164" fmla="*/ 416719 h 424338"/>
                <a:gd name="connsiteX165" fmla="*/ 261461 w 460534"/>
                <a:gd name="connsiteY165" fmla="*/ 416242 h 424338"/>
                <a:gd name="connsiteX166" fmla="*/ 263843 w 460534"/>
                <a:gd name="connsiteY166" fmla="*/ 414338 h 424338"/>
                <a:gd name="connsiteX167" fmla="*/ 266224 w 460534"/>
                <a:gd name="connsiteY167" fmla="*/ 411004 h 424338"/>
                <a:gd name="connsiteX168" fmla="*/ 270510 w 460534"/>
                <a:gd name="connsiteY168" fmla="*/ 408622 h 424338"/>
                <a:gd name="connsiteX169" fmla="*/ 277654 w 460534"/>
                <a:gd name="connsiteY169" fmla="*/ 406717 h 424338"/>
                <a:gd name="connsiteX170" fmla="*/ 280988 w 460534"/>
                <a:gd name="connsiteY170" fmla="*/ 406717 h 424338"/>
                <a:gd name="connsiteX171" fmla="*/ 280988 w 460534"/>
                <a:gd name="connsiteY171" fmla="*/ 401479 h 424338"/>
                <a:gd name="connsiteX172" fmla="*/ 280988 w 460534"/>
                <a:gd name="connsiteY172" fmla="*/ 385286 h 424338"/>
                <a:gd name="connsiteX173" fmla="*/ 280988 w 460534"/>
                <a:gd name="connsiteY173" fmla="*/ 369094 h 424338"/>
                <a:gd name="connsiteX174" fmla="*/ 280988 w 460534"/>
                <a:gd name="connsiteY174" fmla="*/ 352901 h 424338"/>
                <a:gd name="connsiteX175" fmla="*/ 280988 w 460534"/>
                <a:gd name="connsiteY175" fmla="*/ 336709 h 424338"/>
                <a:gd name="connsiteX176" fmla="*/ 280988 w 460534"/>
                <a:gd name="connsiteY176" fmla="*/ 320992 h 424338"/>
                <a:gd name="connsiteX177" fmla="*/ 280988 w 460534"/>
                <a:gd name="connsiteY177" fmla="*/ 304800 h 424338"/>
                <a:gd name="connsiteX178" fmla="*/ 280988 w 460534"/>
                <a:gd name="connsiteY178" fmla="*/ 289084 h 424338"/>
                <a:gd name="connsiteX179" fmla="*/ 280988 w 460534"/>
                <a:gd name="connsiteY179" fmla="*/ 273844 h 424338"/>
                <a:gd name="connsiteX180" fmla="*/ 280988 w 460534"/>
                <a:gd name="connsiteY180" fmla="*/ 272891 h 424338"/>
                <a:gd name="connsiteX181" fmla="*/ 280988 w 460534"/>
                <a:gd name="connsiteY181" fmla="*/ 265271 h 424338"/>
                <a:gd name="connsiteX182" fmla="*/ 280988 w 460534"/>
                <a:gd name="connsiteY182" fmla="*/ 255270 h 424338"/>
                <a:gd name="connsiteX183" fmla="*/ 280988 w 460534"/>
                <a:gd name="connsiteY183" fmla="*/ 244792 h 424338"/>
                <a:gd name="connsiteX184" fmla="*/ 280988 w 460534"/>
                <a:gd name="connsiteY184" fmla="*/ 234791 h 424338"/>
                <a:gd name="connsiteX185" fmla="*/ 280988 w 460534"/>
                <a:gd name="connsiteY185" fmla="*/ 224314 h 424338"/>
                <a:gd name="connsiteX186" fmla="*/ 280988 w 460534"/>
                <a:gd name="connsiteY186" fmla="*/ 214313 h 424338"/>
                <a:gd name="connsiteX187" fmla="*/ 280988 w 460534"/>
                <a:gd name="connsiteY187" fmla="*/ 204311 h 424338"/>
                <a:gd name="connsiteX188" fmla="*/ 280988 w 460534"/>
                <a:gd name="connsiteY188" fmla="*/ 194310 h 424338"/>
                <a:gd name="connsiteX189" fmla="*/ 280988 w 460534"/>
                <a:gd name="connsiteY189" fmla="*/ 183832 h 424338"/>
                <a:gd name="connsiteX190" fmla="*/ 280988 w 460534"/>
                <a:gd name="connsiteY190" fmla="*/ 175260 h 424338"/>
                <a:gd name="connsiteX191" fmla="*/ 288608 w 460534"/>
                <a:gd name="connsiteY191" fmla="*/ 175260 h 424338"/>
                <a:gd name="connsiteX192" fmla="*/ 298133 w 460534"/>
                <a:gd name="connsiteY192" fmla="*/ 175260 h 424338"/>
                <a:gd name="connsiteX193" fmla="*/ 309563 w 460534"/>
                <a:gd name="connsiteY193" fmla="*/ 175260 h 424338"/>
                <a:gd name="connsiteX194" fmla="*/ 314802 w 460534"/>
                <a:gd name="connsiteY194" fmla="*/ 175260 h 424338"/>
                <a:gd name="connsiteX195" fmla="*/ 314802 w 460534"/>
                <a:gd name="connsiteY195" fmla="*/ 174307 h 424338"/>
                <a:gd name="connsiteX196" fmla="*/ 314802 w 460534"/>
                <a:gd name="connsiteY196" fmla="*/ 167640 h 424338"/>
                <a:gd name="connsiteX197" fmla="*/ 314802 w 460534"/>
                <a:gd name="connsiteY197" fmla="*/ 153352 h 424338"/>
                <a:gd name="connsiteX198" fmla="*/ 314802 w 460534"/>
                <a:gd name="connsiteY198" fmla="*/ 139065 h 424338"/>
                <a:gd name="connsiteX199" fmla="*/ 314802 w 460534"/>
                <a:gd name="connsiteY199" fmla="*/ 124777 h 424338"/>
                <a:gd name="connsiteX200" fmla="*/ 314802 w 460534"/>
                <a:gd name="connsiteY200" fmla="*/ 110490 h 424338"/>
                <a:gd name="connsiteX201" fmla="*/ 314802 w 460534"/>
                <a:gd name="connsiteY201" fmla="*/ 96202 h 424338"/>
                <a:gd name="connsiteX202" fmla="*/ 314802 w 460534"/>
                <a:gd name="connsiteY202" fmla="*/ 81915 h 424338"/>
                <a:gd name="connsiteX203" fmla="*/ 314802 w 460534"/>
                <a:gd name="connsiteY203" fmla="*/ 67627 h 424338"/>
                <a:gd name="connsiteX204" fmla="*/ 314802 w 460534"/>
                <a:gd name="connsiteY204" fmla="*/ 53816 h 424338"/>
                <a:gd name="connsiteX205" fmla="*/ 314802 w 460534"/>
                <a:gd name="connsiteY205" fmla="*/ 46672 h 424338"/>
                <a:gd name="connsiteX206" fmla="*/ 323374 w 460534"/>
                <a:gd name="connsiteY206" fmla="*/ 46196 h 424338"/>
                <a:gd name="connsiteX207" fmla="*/ 333852 w 460534"/>
                <a:gd name="connsiteY207" fmla="*/ 44767 h 424338"/>
                <a:gd name="connsiteX208" fmla="*/ 350044 w 460534"/>
                <a:gd name="connsiteY208" fmla="*/ 42386 h 424338"/>
                <a:gd name="connsiteX209" fmla="*/ 365284 w 460534"/>
                <a:gd name="connsiteY209" fmla="*/ 39529 h 424338"/>
                <a:gd name="connsiteX210" fmla="*/ 375285 w 460534"/>
                <a:gd name="connsiteY210" fmla="*/ 38100 h 424338"/>
                <a:gd name="connsiteX211" fmla="*/ 387191 w 460534"/>
                <a:gd name="connsiteY211" fmla="*/ 35719 h 424338"/>
                <a:gd name="connsiteX212" fmla="*/ 391002 w 460534"/>
                <a:gd name="connsiteY212" fmla="*/ 35719 h 424338"/>
                <a:gd name="connsiteX213" fmla="*/ 392430 w 460534"/>
                <a:gd name="connsiteY213" fmla="*/ 35719 h 424338"/>
                <a:gd name="connsiteX214" fmla="*/ 393859 w 460534"/>
                <a:gd name="connsiteY214" fmla="*/ 36671 h 424338"/>
                <a:gd name="connsiteX215" fmla="*/ 399574 w 460534"/>
                <a:gd name="connsiteY215" fmla="*/ 43815 h 424338"/>
                <a:gd name="connsiteX216" fmla="*/ 402908 w 460534"/>
                <a:gd name="connsiteY216" fmla="*/ 49054 h 424338"/>
                <a:gd name="connsiteX217" fmla="*/ 403384 w 460534"/>
                <a:gd name="connsiteY217" fmla="*/ 51435 h 424338"/>
                <a:gd name="connsiteX218" fmla="*/ 404336 w 460534"/>
                <a:gd name="connsiteY218" fmla="*/ 51435 h 424338"/>
                <a:gd name="connsiteX219" fmla="*/ 405765 w 460534"/>
                <a:gd name="connsiteY219" fmla="*/ 51435 h 424338"/>
                <a:gd name="connsiteX220" fmla="*/ 407670 w 460534"/>
                <a:gd name="connsiteY220" fmla="*/ 50482 h 424338"/>
                <a:gd name="connsiteX221" fmla="*/ 412909 w 460534"/>
                <a:gd name="connsiteY221" fmla="*/ 44767 h 424338"/>
                <a:gd name="connsiteX222" fmla="*/ 414338 w 460534"/>
                <a:gd name="connsiteY222" fmla="*/ 43339 h 424338"/>
                <a:gd name="connsiteX223" fmla="*/ 417672 w 460534"/>
                <a:gd name="connsiteY223" fmla="*/ 40957 h 424338"/>
                <a:gd name="connsiteX224" fmla="*/ 421958 w 460534"/>
                <a:gd name="connsiteY224" fmla="*/ 38100 h 424338"/>
                <a:gd name="connsiteX225" fmla="*/ 426244 w 460534"/>
                <a:gd name="connsiteY225" fmla="*/ 36195 h 424338"/>
                <a:gd name="connsiteX226" fmla="*/ 430054 w 460534"/>
                <a:gd name="connsiteY226" fmla="*/ 34766 h 424338"/>
                <a:gd name="connsiteX227" fmla="*/ 431959 w 460534"/>
                <a:gd name="connsiteY227" fmla="*/ 35242 h 424338"/>
                <a:gd name="connsiteX228" fmla="*/ 433864 w 460534"/>
                <a:gd name="connsiteY228" fmla="*/ 36671 h 424338"/>
                <a:gd name="connsiteX229" fmla="*/ 435769 w 460534"/>
                <a:gd name="connsiteY229" fmla="*/ 37624 h 424338"/>
                <a:gd name="connsiteX230" fmla="*/ 444818 w 460534"/>
                <a:gd name="connsiteY230" fmla="*/ 30956 h 424338"/>
                <a:gd name="connsiteX231" fmla="*/ 448628 w 460534"/>
                <a:gd name="connsiteY231" fmla="*/ 29527 h 424338"/>
                <a:gd name="connsiteX232" fmla="*/ 459105 w 460534"/>
                <a:gd name="connsiteY232" fmla="*/ 28099 h 424338"/>
                <a:gd name="connsiteX233" fmla="*/ 460534 w 460534"/>
                <a:gd name="connsiteY233" fmla="*/ 28575 h 42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460534" h="424338">
                  <a:moveTo>
                    <a:pt x="454819" y="22860"/>
                  </a:moveTo>
                  <a:lnTo>
                    <a:pt x="451961" y="20479"/>
                  </a:lnTo>
                  <a:lnTo>
                    <a:pt x="449580" y="20002"/>
                  </a:lnTo>
                  <a:lnTo>
                    <a:pt x="442436" y="19050"/>
                  </a:lnTo>
                  <a:lnTo>
                    <a:pt x="427197" y="17621"/>
                  </a:lnTo>
                  <a:lnTo>
                    <a:pt x="425291" y="18097"/>
                  </a:lnTo>
                  <a:lnTo>
                    <a:pt x="419100" y="19050"/>
                  </a:lnTo>
                  <a:lnTo>
                    <a:pt x="411004" y="20479"/>
                  </a:lnTo>
                  <a:lnTo>
                    <a:pt x="403860" y="21907"/>
                  </a:lnTo>
                  <a:lnTo>
                    <a:pt x="396716" y="23336"/>
                  </a:lnTo>
                  <a:lnTo>
                    <a:pt x="386239" y="25241"/>
                  </a:lnTo>
                  <a:lnTo>
                    <a:pt x="370999" y="28099"/>
                  </a:lnTo>
                  <a:lnTo>
                    <a:pt x="360522" y="30004"/>
                  </a:lnTo>
                  <a:lnTo>
                    <a:pt x="348139" y="32385"/>
                  </a:lnTo>
                  <a:lnTo>
                    <a:pt x="340043" y="33814"/>
                  </a:lnTo>
                  <a:lnTo>
                    <a:pt x="330041" y="35719"/>
                  </a:lnTo>
                  <a:lnTo>
                    <a:pt x="328136" y="35719"/>
                  </a:lnTo>
                  <a:lnTo>
                    <a:pt x="325279" y="34290"/>
                  </a:lnTo>
                  <a:lnTo>
                    <a:pt x="319564" y="34290"/>
                  </a:lnTo>
                  <a:lnTo>
                    <a:pt x="312420" y="35719"/>
                  </a:lnTo>
                  <a:lnTo>
                    <a:pt x="307181" y="36195"/>
                  </a:lnTo>
                  <a:lnTo>
                    <a:pt x="302895" y="35719"/>
                  </a:lnTo>
                  <a:lnTo>
                    <a:pt x="299085" y="33814"/>
                  </a:lnTo>
                  <a:lnTo>
                    <a:pt x="294799" y="31909"/>
                  </a:lnTo>
                  <a:lnTo>
                    <a:pt x="288131" y="30956"/>
                  </a:lnTo>
                  <a:lnTo>
                    <a:pt x="278606" y="31432"/>
                  </a:lnTo>
                  <a:lnTo>
                    <a:pt x="269558" y="30956"/>
                  </a:lnTo>
                  <a:lnTo>
                    <a:pt x="260509" y="29527"/>
                  </a:lnTo>
                  <a:lnTo>
                    <a:pt x="253841" y="29051"/>
                  </a:lnTo>
                  <a:lnTo>
                    <a:pt x="250031" y="29527"/>
                  </a:lnTo>
                  <a:lnTo>
                    <a:pt x="246222" y="28575"/>
                  </a:lnTo>
                  <a:lnTo>
                    <a:pt x="241935" y="27622"/>
                  </a:lnTo>
                  <a:lnTo>
                    <a:pt x="238125" y="25241"/>
                  </a:lnTo>
                  <a:lnTo>
                    <a:pt x="233839" y="20479"/>
                  </a:lnTo>
                  <a:lnTo>
                    <a:pt x="230029" y="16192"/>
                  </a:lnTo>
                  <a:lnTo>
                    <a:pt x="229077" y="15716"/>
                  </a:lnTo>
                  <a:lnTo>
                    <a:pt x="228124" y="15240"/>
                  </a:lnTo>
                  <a:lnTo>
                    <a:pt x="227172" y="14764"/>
                  </a:lnTo>
                  <a:lnTo>
                    <a:pt x="217170" y="14764"/>
                  </a:lnTo>
                  <a:lnTo>
                    <a:pt x="208122" y="14764"/>
                  </a:lnTo>
                  <a:lnTo>
                    <a:pt x="202883" y="14764"/>
                  </a:lnTo>
                  <a:lnTo>
                    <a:pt x="189548" y="14764"/>
                  </a:lnTo>
                  <a:lnTo>
                    <a:pt x="176689" y="14764"/>
                  </a:lnTo>
                  <a:lnTo>
                    <a:pt x="163830" y="14288"/>
                  </a:lnTo>
                  <a:lnTo>
                    <a:pt x="150495" y="14288"/>
                  </a:lnTo>
                  <a:lnTo>
                    <a:pt x="137636" y="14288"/>
                  </a:lnTo>
                  <a:lnTo>
                    <a:pt x="124778" y="14288"/>
                  </a:lnTo>
                  <a:lnTo>
                    <a:pt x="111443" y="14288"/>
                  </a:lnTo>
                  <a:lnTo>
                    <a:pt x="98584" y="14288"/>
                  </a:lnTo>
                  <a:lnTo>
                    <a:pt x="91440" y="14288"/>
                  </a:lnTo>
                  <a:lnTo>
                    <a:pt x="85249" y="14764"/>
                  </a:lnTo>
                  <a:lnTo>
                    <a:pt x="78105" y="15240"/>
                  </a:lnTo>
                  <a:lnTo>
                    <a:pt x="77153" y="14764"/>
                  </a:lnTo>
                  <a:lnTo>
                    <a:pt x="75248" y="14288"/>
                  </a:lnTo>
                  <a:lnTo>
                    <a:pt x="74295" y="13335"/>
                  </a:lnTo>
                  <a:lnTo>
                    <a:pt x="70485" y="10954"/>
                  </a:lnTo>
                  <a:lnTo>
                    <a:pt x="67152" y="9049"/>
                  </a:lnTo>
                  <a:lnTo>
                    <a:pt x="62389" y="5715"/>
                  </a:lnTo>
                  <a:lnTo>
                    <a:pt x="59531" y="2381"/>
                  </a:lnTo>
                  <a:lnTo>
                    <a:pt x="57150" y="1429"/>
                  </a:lnTo>
                  <a:lnTo>
                    <a:pt x="52864" y="476"/>
                  </a:lnTo>
                  <a:lnTo>
                    <a:pt x="49530" y="0"/>
                  </a:lnTo>
                  <a:lnTo>
                    <a:pt x="47149" y="0"/>
                  </a:lnTo>
                  <a:lnTo>
                    <a:pt x="42386" y="1429"/>
                  </a:lnTo>
                  <a:lnTo>
                    <a:pt x="38577" y="3334"/>
                  </a:lnTo>
                  <a:lnTo>
                    <a:pt x="36195" y="4763"/>
                  </a:lnTo>
                  <a:lnTo>
                    <a:pt x="31909" y="6667"/>
                  </a:lnTo>
                  <a:lnTo>
                    <a:pt x="28099" y="8572"/>
                  </a:lnTo>
                  <a:lnTo>
                    <a:pt x="21908" y="8096"/>
                  </a:lnTo>
                  <a:lnTo>
                    <a:pt x="20479" y="8572"/>
                  </a:lnTo>
                  <a:lnTo>
                    <a:pt x="16669" y="8096"/>
                  </a:lnTo>
                  <a:lnTo>
                    <a:pt x="13335" y="6667"/>
                  </a:lnTo>
                  <a:lnTo>
                    <a:pt x="10002" y="6667"/>
                  </a:lnTo>
                  <a:lnTo>
                    <a:pt x="6191" y="9049"/>
                  </a:lnTo>
                  <a:lnTo>
                    <a:pt x="953" y="9525"/>
                  </a:lnTo>
                  <a:lnTo>
                    <a:pt x="0" y="17145"/>
                  </a:lnTo>
                  <a:lnTo>
                    <a:pt x="477" y="27146"/>
                  </a:lnTo>
                  <a:lnTo>
                    <a:pt x="1905" y="35719"/>
                  </a:lnTo>
                  <a:lnTo>
                    <a:pt x="7620" y="44767"/>
                  </a:lnTo>
                  <a:lnTo>
                    <a:pt x="10954" y="51911"/>
                  </a:lnTo>
                  <a:lnTo>
                    <a:pt x="12859" y="54292"/>
                  </a:lnTo>
                  <a:lnTo>
                    <a:pt x="20479" y="61913"/>
                  </a:lnTo>
                  <a:lnTo>
                    <a:pt x="25241" y="67627"/>
                  </a:lnTo>
                  <a:lnTo>
                    <a:pt x="44768" y="106204"/>
                  </a:lnTo>
                  <a:lnTo>
                    <a:pt x="49054" y="111919"/>
                  </a:lnTo>
                  <a:lnTo>
                    <a:pt x="53340" y="123349"/>
                  </a:lnTo>
                  <a:lnTo>
                    <a:pt x="59055" y="137160"/>
                  </a:lnTo>
                  <a:lnTo>
                    <a:pt x="71914" y="156686"/>
                  </a:lnTo>
                  <a:lnTo>
                    <a:pt x="73819" y="161449"/>
                  </a:lnTo>
                  <a:lnTo>
                    <a:pt x="76677" y="167164"/>
                  </a:lnTo>
                  <a:lnTo>
                    <a:pt x="88583" y="181927"/>
                  </a:lnTo>
                  <a:lnTo>
                    <a:pt x="93345" y="191452"/>
                  </a:lnTo>
                  <a:lnTo>
                    <a:pt x="95250" y="200025"/>
                  </a:lnTo>
                  <a:lnTo>
                    <a:pt x="95250" y="203835"/>
                  </a:lnTo>
                  <a:lnTo>
                    <a:pt x="94298" y="208121"/>
                  </a:lnTo>
                  <a:lnTo>
                    <a:pt x="93345" y="207645"/>
                  </a:lnTo>
                  <a:lnTo>
                    <a:pt x="92393" y="206692"/>
                  </a:lnTo>
                  <a:lnTo>
                    <a:pt x="91440" y="209550"/>
                  </a:lnTo>
                  <a:lnTo>
                    <a:pt x="91916" y="213360"/>
                  </a:lnTo>
                  <a:lnTo>
                    <a:pt x="93822" y="220504"/>
                  </a:lnTo>
                  <a:lnTo>
                    <a:pt x="93822" y="227647"/>
                  </a:lnTo>
                  <a:lnTo>
                    <a:pt x="94298" y="233363"/>
                  </a:lnTo>
                  <a:lnTo>
                    <a:pt x="93822" y="248126"/>
                  </a:lnTo>
                  <a:lnTo>
                    <a:pt x="94774" y="253365"/>
                  </a:lnTo>
                  <a:lnTo>
                    <a:pt x="99060" y="265747"/>
                  </a:lnTo>
                  <a:lnTo>
                    <a:pt x="103823" y="274320"/>
                  </a:lnTo>
                  <a:lnTo>
                    <a:pt x="106204" y="282892"/>
                  </a:lnTo>
                  <a:lnTo>
                    <a:pt x="105252" y="290989"/>
                  </a:lnTo>
                  <a:lnTo>
                    <a:pt x="105728" y="294799"/>
                  </a:lnTo>
                  <a:lnTo>
                    <a:pt x="106680" y="300990"/>
                  </a:lnTo>
                  <a:lnTo>
                    <a:pt x="106204" y="308134"/>
                  </a:lnTo>
                  <a:lnTo>
                    <a:pt x="109061" y="316230"/>
                  </a:lnTo>
                  <a:lnTo>
                    <a:pt x="110490" y="329089"/>
                  </a:lnTo>
                  <a:lnTo>
                    <a:pt x="114777" y="332899"/>
                  </a:lnTo>
                  <a:lnTo>
                    <a:pt x="116205" y="336232"/>
                  </a:lnTo>
                  <a:lnTo>
                    <a:pt x="117158" y="339566"/>
                  </a:lnTo>
                  <a:lnTo>
                    <a:pt x="115729" y="341947"/>
                  </a:lnTo>
                  <a:lnTo>
                    <a:pt x="116205" y="346234"/>
                  </a:lnTo>
                  <a:lnTo>
                    <a:pt x="119063" y="353854"/>
                  </a:lnTo>
                  <a:lnTo>
                    <a:pt x="121444" y="363855"/>
                  </a:lnTo>
                  <a:lnTo>
                    <a:pt x="123349" y="367665"/>
                  </a:lnTo>
                  <a:lnTo>
                    <a:pt x="136208" y="389096"/>
                  </a:lnTo>
                  <a:lnTo>
                    <a:pt x="141923" y="395764"/>
                  </a:lnTo>
                  <a:lnTo>
                    <a:pt x="145733" y="398621"/>
                  </a:lnTo>
                  <a:lnTo>
                    <a:pt x="157163" y="409575"/>
                  </a:lnTo>
                  <a:lnTo>
                    <a:pt x="160973" y="412432"/>
                  </a:lnTo>
                  <a:lnTo>
                    <a:pt x="161925" y="411004"/>
                  </a:lnTo>
                  <a:lnTo>
                    <a:pt x="166688" y="407670"/>
                  </a:lnTo>
                  <a:lnTo>
                    <a:pt x="169069" y="407194"/>
                  </a:lnTo>
                  <a:lnTo>
                    <a:pt x="170022" y="407670"/>
                  </a:lnTo>
                  <a:lnTo>
                    <a:pt x="171450" y="406717"/>
                  </a:lnTo>
                  <a:lnTo>
                    <a:pt x="172403" y="404336"/>
                  </a:lnTo>
                  <a:lnTo>
                    <a:pt x="172403" y="402431"/>
                  </a:lnTo>
                  <a:lnTo>
                    <a:pt x="173355" y="399574"/>
                  </a:lnTo>
                  <a:lnTo>
                    <a:pt x="174308" y="398145"/>
                  </a:lnTo>
                  <a:lnTo>
                    <a:pt x="175260" y="394811"/>
                  </a:lnTo>
                  <a:lnTo>
                    <a:pt x="177165" y="392430"/>
                  </a:lnTo>
                  <a:lnTo>
                    <a:pt x="181452" y="391477"/>
                  </a:lnTo>
                  <a:lnTo>
                    <a:pt x="184785" y="392906"/>
                  </a:lnTo>
                  <a:lnTo>
                    <a:pt x="186214" y="394811"/>
                  </a:lnTo>
                  <a:lnTo>
                    <a:pt x="186690" y="397192"/>
                  </a:lnTo>
                  <a:lnTo>
                    <a:pt x="188119" y="398621"/>
                  </a:lnTo>
                  <a:lnTo>
                    <a:pt x="190024" y="398621"/>
                  </a:lnTo>
                  <a:lnTo>
                    <a:pt x="191929" y="400050"/>
                  </a:lnTo>
                  <a:lnTo>
                    <a:pt x="192881" y="402907"/>
                  </a:lnTo>
                  <a:lnTo>
                    <a:pt x="192405" y="405289"/>
                  </a:lnTo>
                  <a:lnTo>
                    <a:pt x="191453" y="406717"/>
                  </a:lnTo>
                  <a:lnTo>
                    <a:pt x="191453" y="408146"/>
                  </a:lnTo>
                  <a:lnTo>
                    <a:pt x="192881" y="410527"/>
                  </a:lnTo>
                  <a:lnTo>
                    <a:pt x="193834" y="412909"/>
                  </a:lnTo>
                  <a:lnTo>
                    <a:pt x="194786" y="415766"/>
                  </a:lnTo>
                  <a:lnTo>
                    <a:pt x="200502" y="417195"/>
                  </a:lnTo>
                  <a:lnTo>
                    <a:pt x="203359" y="418147"/>
                  </a:lnTo>
                  <a:lnTo>
                    <a:pt x="208122" y="418624"/>
                  </a:lnTo>
                  <a:lnTo>
                    <a:pt x="212884" y="419576"/>
                  </a:lnTo>
                  <a:lnTo>
                    <a:pt x="217170" y="421957"/>
                  </a:lnTo>
                  <a:lnTo>
                    <a:pt x="224314" y="422434"/>
                  </a:lnTo>
                  <a:lnTo>
                    <a:pt x="233839" y="421481"/>
                  </a:lnTo>
                  <a:lnTo>
                    <a:pt x="241935" y="421957"/>
                  </a:lnTo>
                  <a:lnTo>
                    <a:pt x="248603" y="423863"/>
                  </a:lnTo>
                  <a:lnTo>
                    <a:pt x="253365" y="424339"/>
                  </a:lnTo>
                  <a:lnTo>
                    <a:pt x="256223" y="422910"/>
                  </a:lnTo>
                  <a:lnTo>
                    <a:pt x="257175" y="421005"/>
                  </a:lnTo>
                  <a:lnTo>
                    <a:pt x="256699" y="418624"/>
                  </a:lnTo>
                  <a:lnTo>
                    <a:pt x="258128" y="416719"/>
                  </a:lnTo>
                  <a:lnTo>
                    <a:pt x="261461" y="416242"/>
                  </a:lnTo>
                  <a:lnTo>
                    <a:pt x="263843" y="414338"/>
                  </a:lnTo>
                  <a:lnTo>
                    <a:pt x="266224" y="411004"/>
                  </a:lnTo>
                  <a:lnTo>
                    <a:pt x="270510" y="408622"/>
                  </a:lnTo>
                  <a:lnTo>
                    <a:pt x="277654" y="406717"/>
                  </a:lnTo>
                  <a:lnTo>
                    <a:pt x="280988" y="406717"/>
                  </a:lnTo>
                  <a:lnTo>
                    <a:pt x="280988" y="401479"/>
                  </a:lnTo>
                  <a:lnTo>
                    <a:pt x="280988" y="385286"/>
                  </a:lnTo>
                  <a:lnTo>
                    <a:pt x="280988" y="369094"/>
                  </a:lnTo>
                  <a:lnTo>
                    <a:pt x="280988" y="352901"/>
                  </a:lnTo>
                  <a:lnTo>
                    <a:pt x="280988" y="336709"/>
                  </a:lnTo>
                  <a:lnTo>
                    <a:pt x="280988" y="320992"/>
                  </a:lnTo>
                  <a:lnTo>
                    <a:pt x="280988" y="304800"/>
                  </a:lnTo>
                  <a:lnTo>
                    <a:pt x="280988" y="289084"/>
                  </a:lnTo>
                  <a:lnTo>
                    <a:pt x="280988" y="273844"/>
                  </a:lnTo>
                  <a:lnTo>
                    <a:pt x="280988" y="272891"/>
                  </a:lnTo>
                  <a:lnTo>
                    <a:pt x="280988" y="265271"/>
                  </a:lnTo>
                  <a:lnTo>
                    <a:pt x="280988" y="255270"/>
                  </a:lnTo>
                  <a:lnTo>
                    <a:pt x="280988" y="244792"/>
                  </a:lnTo>
                  <a:lnTo>
                    <a:pt x="280988" y="234791"/>
                  </a:lnTo>
                  <a:lnTo>
                    <a:pt x="280988" y="224314"/>
                  </a:lnTo>
                  <a:lnTo>
                    <a:pt x="280988" y="214313"/>
                  </a:lnTo>
                  <a:lnTo>
                    <a:pt x="280988" y="204311"/>
                  </a:lnTo>
                  <a:lnTo>
                    <a:pt x="280988" y="194310"/>
                  </a:lnTo>
                  <a:lnTo>
                    <a:pt x="280988" y="183832"/>
                  </a:lnTo>
                  <a:lnTo>
                    <a:pt x="280988" y="175260"/>
                  </a:lnTo>
                  <a:lnTo>
                    <a:pt x="288608" y="175260"/>
                  </a:lnTo>
                  <a:lnTo>
                    <a:pt x="298133" y="175260"/>
                  </a:lnTo>
                  <a:lnTo>
                    <a:pt x="309563" y="175260"/>
                  </a:lnTo>
                  <a:lnTo>
                    <a:pt x="314802" y="175260"/>
                  </a:lnTo>
                  <a:lnTo>
                    <a:pt x="314802" y="174307"/>
                  </a:lnTo>
                  <a:lnTo>
                    <a:pt x="314802" y="167640"/>
                  </a:lnTo>
                  <a:lnTo>
                    <a:pt x="314802" y="153352"/>
                  </a:lnTo>
                  <a:lnTo>
                    <a:pt x="314802" y="139065"/>
                  </a:lnTo>
                  <a:lnTo>
                    <a:pt x="314802" y="124777"/>
                  </a:lnTo>
                  <a:lnTo>
                    <a:pt x="314802" y="110490"/>
                  </a:lnTo>
                  <a:lnTo>
                    <a:pt x="314802" y="96202"/>
                  </a:lnTo>
                  <a:lnTo>
                    <a:pt x="314802" y="81915"/>
                  </a:lnTo>
                  <a:lnTo>
                    <a:pt x="314802" y="67627"/>
                  </a:lnTo>
                  <a:lnTo>
                    <a:pt x="314802" y="53816"/>
                  </a:lnTo>
                  <a:lnTo>
                    <a:pt x="314802" y="46672"/>
                  </a:lnTo>
                  <a:lnTo>
                    <a:pt x="323374" y="46196"/>
                  </a:lnTo>
                  <a:lnTo>
                    <a:pt x="333852" y="44767"/>
                  </a:lnTo>
                  <a:lnTo>
                    <a:pt x="350044" y="42386"/>
                  </a:lnTo>
                  <a:lnTo>
                    <a:pt x="365284" y="39529"/>
                  </a:lnTo>
                  <a:lnTo>
                    <a:pt x="375285" y="38100"/>
                  </a:lnTo>
                  <a:lnTo>
                    <a:pt x="387191" y="35719"/>
                  </a:lnTo>
                  <a:lnTo>
                    <a:pt x="391002" y="35719"/>
                  </a:lnTo>
                  <a:lnTo>
                    <a:pt x="392430" y="35719"/>
                  </a:lnTo>
                  <a:lnTo>
                    <a:pt x="393859" y="36671"/>
                  </a:lnTo>
                  <a:lnTo>
                    <a:pt x="399574" y="43815"/>
                  </a:lnTo>
                  <a:lnTo>
                    <a:pt x="402908" y="49054"/>
                  </a:lnTo>
                  <a:lnTo>
                    <a:pt x="403384" y="51435"/>
                  </a:lnTo>
                  <a:lnTo>
                    <a:pt x="404336" y="51435"/>
                  </a:lnTo>
                  <a:lnTo>
                    <a:pt x="405765" y="51435"/>
                  </a:lnTo>
                  <a:lnTo>
                    <a:pt x="407670" y="50482"/>
                  </a:lnTo>
                  <a:lnTo>
                    <a:pt x="412909" y="44767"/>
                  </a:lnTo>
                  <a:lnTo>
                    <a:pt x="414338" y="43339"/>
                  </a:lnTo>
                  <a:lnTo>
                    <a:pt x="417672" y="40957"/>
                  </a:lnTo>
                  <a:lnTo>
                    <a:pt x="421958" y="38100"/>
                  </a:lnTo>
                  <a:lnTo>
                    <a:pt x="426244" y="36195"/>
                  </a:lnTo>
                  <a:lnTo>
                    <a:pt x="430054" y="34766"/>
                  </a:lnTo>
                  <a:lnTo>
                    <a:pt x="431959" y="35242"/>
                  </a:lnTo>
                  <a:lnTo>
                    <a:pt x="433864" y="36671"/>
                  </a:lnTo>
                  <a:lnTo>
                    <a:pt x="435769" y="37624"/>
                  </a:lnTo>
                  <a:lnTo>
                    <a:pt x="444818" y="30956"/>
                  </a:lnTo>
                  <a:lnTo>
                    <a:pt x="448628" y="29527"/>
                  </a:lnTo>
                  <a:lnTo>
                    <a:pt x="459105" y="28099"/>
                  </a:lnTo>
                  <a:lnTo>
                    <a:pt x="460534" y="28575"/>
                  </a:lnTo>
                  <a:close/>
                </a:path>
              </a:pathLst>
            </a:custGeom>
            <a:grpFill/>
            <a:ln w="317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5D720930-C938-46A8-91CD-7A750EEA7AAB}"/>
                </a:ext>
              </a:extLst>
            </p:cNvPr>
            <p:cNvSpPr/>
            <p:nvPr/>
          </p:nvSpPr>
          <p:spPr>
            <a:xfrm>
              <a:off x="8442960" y="3246119"/>
              <a:ext cx="276225" cy="146685"/>
            </a:xfrm>
            <a:custGeom>
              <a:avLst/>
              <a:gdLst>
                <a:gd name="connsiteX0" fmla="*/ 275748 w 276225"/>
                <a:gd name="connsiteY0" fmla="*/ 130969 h 146685"/>
                <a:gd name="connsiteX1" fmla="*/ 274320 w 276225"/>
                <a:gd name="connsiteY1" fmla="*/ 126206 h 146685"/>
                <a:gd name="connsiteX2" fmla="*/ 270510 w 276225"/>
                <a:gd name="connsiteY2" fmla="*/ 120491 h 146685"/>
                <a:gd name="connsiteX3" fmla="*/ 270034 w 276225"/>
                <a:gd name="connsiteY3" fmla="*/ 119063 h 146685"/>
                <a:gd name="connsiteX4" fmla="*/ 271463 w 276225"/>
                <a:gd name="connsiteY4" fmla="*/ 109061 h 146685"/>
                <a:gd name="connsiteX5" fmla="*/ 272891 w 276225"/>
                <a:gd name="connsiteY5" fmla="*/ 103346 h 146685"/>
                <a:gd name="connsiteX6" fmla="*/ 274320 w 276225"/>
                <a:gd name="connsiteY6" fmla="*/ 100489 h 146685"/>
                <a:gd name="connsiteX7" fmla="*/ 275748 w 276225"/>
                <a:gd name="connsiteY7" fmla="*/ 96679 h 146685"/>
                <a:gd name="connsiteX8" fmla="*/ 275748 w 276225"/>
                <a:gd name="connsiteY8" fmla="*/ 94774 h 146685"/>
                <a:gd name="connsiteX9" fmla="*/ 275748 w 276225"/>
                <a:gd name="connsiteY9" fmla="*/ 93345 h 146685"/>
                <a:gd name="connsiteX10" fmla="*/ 274320 w 276225"/>
                <a:gd name="connsiteY10" fmla="*/ 92393 h 146685"/>
                <a:gd name="connsiteX11" fmla="*/ 271463 w 276225"/>
                <a:gd name="connsiteY11" fmla="*/ 91916 h 146685"/>
                <a:gd name="connsiteX12" fmla="*/ 268128 w 276225"/>
                <a:gd name="connsiteY12" fmla="*/ 91440 h 146685"/>
                <a:gd name="connsiteX13" fmla="*/ 265747 w 276225"/>
                <a:gd name="connsiteY13" fmla="*/ 91916 h 146685"/>
                <a:gd name="connsiteX14" fmla="*/ 259556 w 276225"/>
                <a:gd name="connsiteY14" fmla="*/ 93821 h 146685"/>
                <a:gd name="connsiteX15" fmla="*/ 257651 w 276225"/>
                <a:gd name="connsiteY15" fmla="*/ 94298 h 146685"/>
                <a:gd name="connsiteX16" fmla="*/ 255270 w 276225"/>
                <a:gd name="connsiteY16" fmla="*/ 93821 h 146685"/>
                <a:gd name="connsiteX17" fmla="*/ 252413 w 276225"/>
                <a:gd name="connsiteY17" fmla="*/ 93821 h 146685"/>
                <a:gd name="connsiteX18" fmla="*/ 246221 w 276225"/>
                <a:gd name="connsiteY18" fmla="*/ 93821 h 146685"/>
                <a:gd name="connsiteX19" fmla="*/ 241459 w 276225"/>
                <a:gd name="connsiteY19" fmla="*/ 93345 h 146685"/>
                <a:gd name="connsiteX20" fmla="*/ 237172 w 276225"/>
                <a:gd name="connsiteY20" fmla="*/ 90011 h 146685"/>
                <a:gd name="connsiteX21" fmla="*/ 234315 w 276225"/>
                <a:gd name="connsiteY21" fmla="*/ 88583 h 146685"/>
                <a:gd name="connsiteX22" fmla="*/ 230981 w 276225"/>
                <a:gd name="connsiteY22" fmla="*/ 87630 h 146685"/>
                <a:gd name="connsiteX23" fmla="*/ 228123 w 276225"/>
                <a:gd name="connsiteY23" fmla="*/ 86678 h 146685"/>
                <a:gd name="connsiteX24" fmla="*/ 227171 w 276225"/>
                <a:gd name="connsiteY24" fmla="*/ 84773 h 146685"/>
                <a:gd name="connsiteX25" fmla="*/ 226219 w 276225"/>
                <a:gd name="connsiteY25" fmla="*/ 84296 h 146685"/>
                <a:gd name="connsiteX26" fmla="*/ 223361 w 276225"/>
                <a:gd name="connsiteY26" fmla="*/ 83820 h 146685"/>
                <a:gd name="connsiteX27" fmla="*/ 221456 w 276225"/>
                <a:gd name="connsiteY27" fmla="*/ 84296 h 146685"/>
                <a:gd name="connsiteX28" fmla="*/ 220027 w 276225"/>
                <a:gd name="connsiteY28" fmla="*/ 89059 h 146685"/>
                <a:gd name="connsiteX29" fmla="*/ 219075 w 276225"/>
                <a:gd name="connsiteY29" fmla="*/ 89535 h 146685"/>
                <a:gd name="connsiteX30" fmla="*/ 216217 w 276225"/>
                <a:gd name="connsiteY30" fmla="*/ 90011 h 146685"/>
                <a:gd name="connsiteX31" fmla="*/ 213836 w 276225"/>
                <a:gd name="connsiteY31" fmla="*/ 89059 h 146685"/>
                <a:gd name="connsiteX32" fmla="*/ 210026 w 276225"/>
                <a:gd name="connsiteY32" fmla="*/ 86678 h 146685"/>
                <a:gd name="connsiteX33" fmla="*/ 208597 w 276225"/>
                <a:gd name="connsiteY33" fmla="*/ 84296 h 146685"/>
                <a:gd name="connsiteX34" fmla="*/ 207169 w 276225"/>
                <a:gd name="connsiteY34" fmla="*/ 83344 h 146685"/>
                <a:gd name="connsiteX35" fmla="*/ 205264 w 276225"/>
                <a:gd name="connsiteY35" fmla="*/ 84296 h 146685"/>
                <a:gd name="connsiteX36" fmla="*/ 205264 w 276225"/>
                <a:gd name="connsiteY36" fmla="*/ 87630 h 146685"/>
                <a:gd name="connsiteX37" fmla="*/ 204788 w 276225"/>
                <a:gd name="connsiteY37" fmla="*/ 90011 h 146685"/>
                <a:gd name="connsiteX38" fmla="*/ 202406 w 276225"/>
                <a:gd name="connsiteY38" fmla="*/ 90964 h 146685"/>
                <a:gd name="connsiteX39" fmla="*/ 200977 w 276225"/>
                <a:gd name="connsiteY39" fmla="*/ 90011 h 146685"/>
                <a:gd name="connsiteX40" fmla="*/ 200025 w 276225"/>
                <a:gd name="connsiteY40" fmla="*/ 88106 h 146685"/>
                <a:gd name="connsiteX41" fmla="*/ 197167 w 276225"/>
                <a:gd name="connsiteY41" fmla="*/ 82868 h 146685"/>
                <a:gd name="connsiteX42" fmla="*/ 194310 w 276225"/>
                <a:gd name="connsiteY42" fmla="*/ 79534 h 146685"/>
                <a:gd name="connsiteX43" fmla="*/ 191452 w 276225"/>
                <a:gd name="connsiteY43" fmla="*/ 77629 h 146685"/>
                <a:gd name="connsiteX44" fmla="*/ 182403 w 276225"/>
                <a:gd name="connsiteY44" fmla="*/ 77629 h 146685"/>
                <a:gd name="connsiteX45" fmla="*/ 175736 w 276225"/>
                <a:gd name="connsiteY45" fmla="*/ 76676 h 146685"/>
                <a:gd name="connsiteX46" fmla="*/ 172878 w 276225"/>
                <a:gd name="connsiteY46" fmla="*/ 76200 h 146685"/>
                <a:gd name="connsiteX47" fmla="*/ 171450 w 276225"/>
                <a:gd name="connsiteY47" fmla="*/ 73819 h 146685"/>
                <a:gd name="connsiteX48" fmla="*/ 172402 w 276225"/>
                <a:gd name="connsiteY48" fmla="*/ 70009 h 146685"/>
                <a:gd name="connsiteX49" fmla="*/ 173831 w 276225"/>
                <a:gd name="connsiteY49" fmla="*/ 66675 h 146685"/>
                <a:gd name="connsiteX50" fmla="*/ 173831 w 276225"/>
                <a:gd name="connsiteY50" fmla="*/ 66199 h 146685"/>
                <a:gd name="connsiteX51" fmla="*/ 172878 w 276225"/>
                <a:gd name="connsiteY51" fmla="*/ 65723 h 146685"/>
                <a:gd name="connsiteX52" fmla="*/ 170973 w 276225"/>
                <a:gd name="connsiteY52" fmla="*/ 65246 h 146685"/>
                <a:gd name="connsiteX53" fmla="*/ 163353 w 276225"/>
                <a:gd name="connsiteY53" fmla="*/ 67628 h 146685"/>
                <a:gd name="connsiteX54" fmla="*/ 161448 w 276225"/>
                <a:gd name="connsiteY54" fmla="*/ 67151 h 146685"/>
                <a:gd name="connsiteX55" fmla="*/ 160496 w 276225"/>
                <a:gd name="connsiteY55" fmla="*/ 66675 h 146685"/>
                <a:gd name="connsiteX56" fmla="*/ 158591 w 276225"/>
                <a:gd name="connsiteY56" fmla="*/ 65723 h 146685"/>
                <a:gd name="connsiteX57" fmla="*/ 157639 w 276225"/>
                <a:gd name="connsiteY57" fmla="*/ 64770 h 146685"/>
                <a:gd name="connsiteX58" fmla="*/ 156686 w 276225"/>
                <a:gd name="connsiteY58" fmla="*/ 63341 h 146685"/>
                <a:gd name="connsiteX59" fmla="*/ 150495 w 276225"/>
                <a:gd name="connsiteY59" fmla="*/ 60008 h 146685"/>
                <a:gd name="connsiteX60" fmla="*/ 148590 w 276225"/>
                <a:gd name="connsiteY60" fmla="*/ 58103 h 146685"/>
                <a:gd name="connsiteX61" fmla="*/ 145256 w 276225"/>
                <a:gd name="connsiteY61" fmla="*/ 55721 h 146685"/>
                <a:gd name="connsiteX62" fmla="*/ 142398 w 276225"/>
                <a:gd name="connsiteY62" fmla="*/ 54293 h 146685"/>
                <a:gd name="connsiteX63" fmla="*/ 140494 w 276225"/>
                <a:gd name="connsiteY63" fmla="*/ 49530 h 146685"/>
                <a:gd name="connsiteX64" fmla="*/ 138589 w 276225"/>
                <a:gd name="connsiteY64" fmla="*/ 45244 h 146685"/>
                <a:gd name="connsiteX65" fmla="*/ 138113 w 276225"/>
                <a:gd name="connsiteY65" fmla="*/ 42863 h 146685"/>
                <a:gd name="connsiteX66" fmla="*/ 135255 w 276225"/>
                <a:gd name="connsiteY66" fmla="*/ 41910 h 146685"/>
                <a:gd name="connsiteX67" fmla="*/ 132397 w 276225"/>
                <a:gd name="connsiteY67" fmla="*/ 40958 h 146685"/>
                <a:gd name="connsiteX68" fmla="*/ 127159 w 276225"/>
                <a:gd name="connsiteY68" fmla="*/ 42863 h 146685"/>
                <a:gd name="connsiteX69" fmla="*/ 123348 w 276225"/>
                <a:gd name="connsiteY69" fmla="*/ 44291 h 146685"/>
                <a:gd name="connsiteX70" fmla="*/ 120491 w 276225"/>
                <a:gd name="connsiteY70" fmla="*/ 44291 h 146685"/>
                <a:gd name="connsiteX71" fmla="*/ 116205 w 276225"/>
                <a:gd name="connsiteY71" fmla="*/ 40005 h 146685"/>
                <a:gd name="connsiteX72" fmla="*/ 112395 w 276225"/>
                <a:gd name="connsiteY72" fmla="*/ 34766 h 146685"/>
                <a:gd name="connsiteX73" fmla="*/ 108585 w 276225"/>
                <a:gd name="connsiteY73" fmla="*/ 30956 h 146685"/>
                <a:gd name="connsiteX74" fmla="*/ 105727 w 276225"/>
                <a:gd name="connsiteY74" fmla="*/ 28575 h 146685"/>
                <a:gd name="connsiteX75" fmla="*/ 100965 w 276225"/>
                <a:gd name="connsiteY75" fmla="*/ 28575 h 146685"/>
                <a:gd name="connsiteX76" fmla="*/ 95250 w 276225"/>
                <a:gd name="connsiteY76" fmla="*/ 26194 h 146685"/>
                <a:gd name="connsiteX77" fmla="*/ 88106 w 276225"/>
                <a:gd name="connsiteY77" fmla="*/ 20479 h 146685"/>
                <a:gd name="connsiteX78" fmla="*/ 82867 w 276225"/>
                <a:gd name="connsiteY78" fmla="*/ 16669 h 146685"/>
                <a:gd name="connsiteX79" fmla="*/ 73819 w 276225"/>
                <a:gd name="connsiteY79" fmla="*/ 11906 h 146685"/>
                <a:gd name="connsiteX80" fmla="*/ 71914 w 276225"/>
                <a:gd name="connsiteY80" fmla="*/ 10001 h 146685"/>
                <a:gd name="connsiteX81" fmla="*/ 70961 w 276225"/>
                <a:gd name="connsiteY81" fmla="*/ 8573 h 146685"/>
                <a:gd name="connsiteX82" fmla="*/ 70009 w 276225"/>
                <a:gd name="connsiteY82" fmla="*/ 5239 h 146685"/>
                <a:gd name="connsiteX83" fmla="*/ 68103 w 276225"/>
                <a:gd name="connsiteY83" fmla="*/ 2381 h 146685"/>
                <a:gd name="connsiteX84" fmla="*/ 61436 w 276225"/>
                <a:gd name="connsiteY84" fmla="*/ 953 h 146685"/>
                <a:gd name="connsiteX85" fmla="*/ 54292 w 276225"/>
                <a:gd name="connsiteY85" fmla="*/ 0 h 146685"/>
                <a:gd name="connsiteX86" fmla="*/ 46672 w 276225"/>
                <a:gd name="connsiteY86" fmla="*/ 1905 h 146685"/>
                <a:gd name="connsiteX87" fmla="*/ 40957 w 276225"/>
                <a:gd name="connsiteY87" fmla="*/ 10954 h 146685"/>
                <a:gd name="connsiteX88" fmla="*/ 38576 w 276225"/>
                <a:gd name="connsiteY88" fmla="*/ 12859 h 146685"/>
                <a:gd name="connsiteX89" fmla="*/ 36195 w 276225"/>
                <a:gd name="connsiteY89" fmla="*/ 12859 h 146685"/>
                <a:gd name="connsiteX90" fmla="*/ 34290 w 276225"/>
                <a:gd name="connsiteY90" fmla="*/ 10954 h 146685"/>
                <a:gd name="connsiteX91" fmla="*/ 32861 w 276225"/>
                <a:gd name="connsiteY91" fmla="*/ 8096 h 146685"/>
                <a:gd name="connsiteX92" fmla="*/ 31432 w 276225"/>
                <a:gd name="connsiteY92" fmla="*/ 7620 h 146685"/>
                <a:gd name="connsiteX93" fmla="*/ 29051 w 276225"/>
                <a:gd name="connsiteY93" fmla="*/ 8096 h 146685"/>
                <a:gd name="connsiteX94" fmla="*/ 27146 w 276225"/>
                <a:gd name="connsiteY94" fmla="*/ 9049 h 146685"/>
                <a:gd name="connsiteX95" fmla="*/ 26194 w 276225"/>
                <a:gd name="connsiteY95" fmla="*/ 10001 h 146685"/>
                <a:gd name="connsiteX96" fmla="*/ 21431 w 276225"/>
                <a:gd name="connsiteY96" fmla="*/ 14764 h 146685"/>
                <a:gd name="connsiteX97" fmla="*/ 19050 w 276225"/>
                <a:gd name="connsiteY97" fmla="*/ 16193 h 146685"/>
                <a:gd name="connsiteX98" fmla="*/ 17145 w 276225"/>
                <a:gd name="connsiteY98" fmla="*/ 18098 h 146685"/>
                <a:gd name="connsiteX99" fmla="*/ 11906 w 276225"/>
                <a:gd name="connsiteY99" fmla="*/ 24289 h 146685"/>
                <a:gd name="connsiteX100" fmla="*/ 9048 w 276225"/>
                <a:gd name="connsiteY100" fmla="*/ 30004 h 146685"/>
                <a:gd name="connsiteX101" fmla="*/ 7144 w 276225"/>
                <a:gd name="connsiteY101" fmla="*/ 35719 h 146685"/>
                <a:gd name="connsiteX102" fmla="*/ 7144 w 276225"/>
                <a:gd name="connsiteY102" fmla="*/ 39529 h 146685"/>
                <a:gd name="connsiteX103" fmla="*/ 6191 w 276225"/>
                <a:gd name="connsiteY103" fmla="*/ 43815 h 146685"/>
                <a:gd name="connsiteX104" fmla="*/ 4286 w 276225"/>
                <a:gd name="connsiteY104" fmla="*/ 46673 h 146685"/>
                <a:gd name="connsiteX105" fmla="*/ 2857 w 276225"/>
                <a:gd name="connsiteY105" fmla="*/ 47625 h 146685"/>
                <a:gd name="connsiteX106" fmla="*/ 1428 w 276225"/>
                <a:gd name="connsiteY106" fmla="*/ 51435 h 146685"/>
                <a:gd name="connsiteX107" fmla="*/ 0 w 276225"/>
                <a:gd name="connsiteY107" fmla="*/ 55721 h 146685"/>
                <a:gd name="connsiteX108" fmla="*/ 952 w 276225"/>
                <a:gd name="connsiteY108" fmla="*/ 57150 h 146685"/>
                <a:gd name="connsiteX109" fmla="*/ 3334 w 276225"/>
                <a:gd name="connsiteY109" fmla="*/ 59055 h 146685"/>
                <a:gd name="connsiteX110" fmla="*/ 6191 w 276225"/>
                <a:gd name="connsiteY110" fmla="*/ 60960 h 146685"/>
                <a:gd name="connsiteX111" fmla="*/ 9525 w 276225"/>
                <a:gd name="connsiteY111" fmla="*/ 63341 h 146685"/>
                <a:gd name="connsiteX112" fmla="*/ 12382 w 276225"/>
                <a:gd name="connsiteY112" fmla="*/ 65246 h 146685"/>
                <a:gd name="connsiteX113" fmla="*/ 14764 w 276225"/>
                <a:gd name="connsiteY113" fmla="*/ 65723 h 146685"/>
                <a:gd name="connsiteX114" fmla="*/ 15240 w 276225"/>
                <a:gd name="connsiteY114" fmla="*/ 64294 h 146685"/>
                <a:gd name="connsiteX115" fmla="*/ 16192 w 276225"/>
                <a:gd name="connsiteY115" fmla="*/ 63341 h 146685"/>
                <a:gd name="connsiteX116" fmla="*/ 18573 w 276225"/>
                <a:gd name="connsiteY116" fmla="*/ 63818 h 146685"/>
                <a:gd name="connsiteX117" fmla="*/ 21431 w 276225"/>
                <a:gd name="connsiteY117" fmla="*/ 65723 h 146685"/>
                <a:gd name="connsiteX118" fmla="*/ 22860 w 276225"/>
                <a:gd name="connsiteY118" fmla="*/ 67151 h 146685"/>
                <a:gd name="connsiteX119" fmla="*/ 23813 w 276225"/>
                <a:gd name="connsiteY119" fmla="*/ 68104 h 146685"/>
                <a:gd name="connsiteX120" fmla="*/ 29051 w 276225"/>
                <a:gd name="connsiteY120" fmla="*/ 70485 h 146685"/>
                <a:gd name="connsiteX121" fmla="*/ 32861 w 276225"/>
                <a:gd name="connsiteY121" fmla="*/ 72866 h 146685"/>
                <a:gd name="connsiteX122" fmla="*/ 38100 w 276225"/>
                <a:gd name="connsiteY122" fmla="*/ 75248 h 146685"/>
                <a:gd name="connsiteX123" fmla="*/ 39528 w 276225"/>
                <a:gd name="connsiteY123" fmla="*/ 77153 h 146685"/>
                <a:gd name="connsiteX124" fmla="*/ 40481 w 276225"/>
                <a:gd name="connsiteY124" fmla="*/ 78581 h 146685"/>
                <a:gd name="connsiteX125" fmla="*/ 42863 w 276225"/>
                <a:gd name="connsiteY125" fmla="*/ 80963 h 146685"/>
                <a:gd name="connsiteX126" fmla="*/ 49053 w 276225"/>
                <a:gd name="connsiteY126" fmla="*/ 85249 h 146685"/>
                <a:gd name="connsiteX127" fmla="*/ 53816 w 276225"/>
                <a:gd name="connsiteY127" fmla="*/ 88106 h 146685"/>
                <a:gd name="connsiteX128" fmla="*/ 58102 w 276225"/>
                <a:gd name="connsiteY128" fmla="*/ 90488 h 146685"/>
                <a:gd name="connsiteX129" fmla="*/ 61436 w 276225"/>
                <a:gd name="connsiteY129" fmla="*/ 92393 h 146685"/>
                <a:gd name="connsiteX130" fmla="*/ 62865 w 276225"/>
                <a:gd name="connsiteY130" fmla="*/ 91916 h 146685"/>
                <a:gd name="connsiteX131" fmla="*/ 64770 w 276225"/>
                <a:gd name="connsiteY131" fmla="*/ 91440 h 146685"/>
                <a:gd name="connsiteX132" fmla="*/ 66198 w 276225"/>
                <a:gd name="connsiteY132" fmla="*/ 90488 h 146685"/>
                <a:gd name="connsiteX133" fmla="*/ 67627 w 276225"/>
                <a:gd name="connsiteY133" fmla="*/ 90964 h 146685"/>
                <a:gd name="connsiteX134" fmla="*/ 70009 w 276225"/>
                <a:gd name="connsiteY134" fmla="*/ 92393 h 146685"/>
                <a:gd name="connsiteX135" fmla="*/ 76200 w 276225"/>
                <a:gd name="connsiteY135" fmla="*/ 96203 h 146685"/>
                <a:gd name="connsiteX136" fmla="*/ 81915 w 276225"/>
                <a:gd name="connsiteY136" fmla="*/ 99536 h 146685"/>
                <a:gd name="connsiteX137" fmla="*/ 87630 w 276225"/>
                <a:gd name="connsiteY137" fmla="*/ 99060 h 146685"/>
                <a:gd name="connsiteX138" fmla="*/ 89535 w 276225"/>
                <a:gd name="connsiteY138" fmla="*/ 99536 h 146685"/>
                <a:gd name="connsiteX139" fmla="*/ 90488 w 276225"/>
                <a:gd name="connsiteY139" fmla="*/ 102394 h 146685"/>
                <a:gd name="connsiteX140" fmla="*/ 91440 w 276225"/>
                <a:gd name="connsiteY140" fmla="*/ 105251 h 146685"/>
                <a:gd name="connsiteX141" fmla="*/ 98107 w 276225"/>
                <a:gd name="connsiteY141" fmla="*/ 106680 h 146685"/>
                <a:gd name="connsiteX142" fmla="*/ 102394 w 276225"/>
                <a:gd name="connsiteY142" fmla="*/ 107633 h 146685"/>
                <a:gd name="connsiteX143" fmla="*/ 107632 w 276225"/>
                <a:gd name="connsiteY143" fmla="*/ 109061 h 146685"/>
                <a:gd name="connsiteX144" fmla="*/ 110490 w 276225"/>
                <a:gd name="connsiteY144" fmla="*/ 110490 h 146685"/>
                <a:gd name="connsiteX145" fmla="*/ 112871 w 276225"/>
                <a:gd name="connsiteY145" fmla="*/ 109061 h 146685"/>
                <a:gd name="connsiteX146" fmla="*/ 113347 w 276225"/>
                <a:gd name="connsiteY146" fmla="*/ 107633 h 146685"/>
                <a:gd name="connsiteX147" fmla="*/ 115728 w 276225"/>
                <a:gd name="connsiteY147" fmla="*/ 107156 h 146685"/>
                <a:gd name="connsiteX148" fmla="*/ 119063 w 276225"/>
                <a:gd name="connsiteY148" fmla="*/ 107156 h 146685"/>
                <a:gd name="connsiteX149" fmla="*/ 125730 w 276225"/>
                <a:gd name="connsiteY149" fmla="*/ 109538 h 146685"/>
                <a:gd name="connsiteX150" fmla="*/ 128588 w 276225"/>
                <a:gd name="connsiteY150" fmla="*/ 110014 h 146685"/>
                <a:gd name="connsiteX151" fmla="*/ 130969 w 276225"/>
                <a:gd name="connsiteY151" fmla="*/ 108109 h 146685"/>
                <a:gd name="connsiteX152" fmla="*/ 135255 w 276225"/>
                <a:gd name="connsiteY152" fmla="*/ 107156 h 146685"/>
                <a:gd name="connsiteX153" fmla="*/ 137636 w 276225"/>
                <a:gd name="connsiteY153" fmla="*/ 106204 h 146685"/>
                <a:gd name="connsiteX154" fmla="*/ 142398 w 276225"/>
                <a:gd name="connsiteY154" fmla="*/ 108109 h 146685"/>
                <a:gd name="connsiteX155" fmla="*/ 150971 w 276225"/>
                <a:gd name="connsiteY155" fmla="*/ 111443 h 146685"/>
                <a:gd name="connsiteX156" fmla="*/ 155257 w 276225"/>
                <a:gd name="connsiteY156" fmla="*/ 112871 h 146685"/>
                <a:gd name="connsiteX157" fmla="*/ 156210 w 276225"/>
                <a:gd name="connsiteY157" fmla="*/ 114776 h 146685"/>
                <a:gd name="connsiteX158" fmla="*/ 156686 w 276225"/>
                <a:gd name="connsiteY158" fmla="*/ 116681 h 146685"/>
                <a:gd name="connsiteX159" fmla="*/ 156686 w 276225"/>
                <a:gd name="connsiteY159" fmla="*/ 120491 h 146685"/>
                <a:gd name="connsiteX160" fmla="*/ 157639 w 276225"/>
                <a:gd name="connsiteY160" fmla="*/ 122396 h 146685"/>
                <a:gd name="connsiteX161" fmla="*/ 166211 w 276225"/>
                <a:gd name="connsiteY161" fmla="*/ 126683 h 146685"/>
                <a:gd name="connsiteX162" fmla="*/ 169069 w 276225"/>
                <a:gd name="connsiteY162" fmla="*/ 128111 h 146685"/>
                <a:gd name="connsiteX163" fmla="*/ 171450 w 276225"/>
                <a:gd name="connsiteY163" fmla="*/ 128588 h 146685"/>
                <a:gd name="connsiteX164" fmla="*/ 172878 w 276225"/>
                <a:gd name="connsiteY164" fmla="*/ 129064 h 146685"/>
                <a:gd name="connsiteX165" fmla="*/ 173831 w 276225"/>
                <a:gd name="connsiteY165" fmla="*/ 129540 h 146685"/>
                <a:gd name="connsiteX166" fmla="*/ 174307 w 276225"/>
                <a:gd name="connsiteY166" fmla="*/ 131921 h 146685"/>
                <a:gd name="connsiteX167" fmla="*/ 174784 w 276225"/>
                <a:gd name="connsiteY167" fmla="*/ 132398 h 146685"/>
                <a:gd name="connsiteX168" fmla="*/ 176689 w 276225"/>
                <a:gd name="connsiteY168" fmla="*/ 132874 h 146685"/>
                <a:gd name="connsiteX169" fmla="*/ 178594 w 276225"/>
                <a:gd name="connsiteY169" fmla="*/ 133350 h 146685"/>
                <a:gd name="connsiteX170" fmla="*/ 183832 w 276225"/>
                <a:gd name="connsiteY170" fmla="*/ 130969 h 146685"/>
                <a:gd name="connsiteX171" fmla="*/ 187642 w 276225"/>
                <a:gd name="connsiteY171" fmla="*/ 129540 h 146685"/>
                <a:gd name="connsiteX172" fmla="*/ 190500 w 276225"/>
                <a:gd name="connsiteY172" fmla="*/ 130016 h 146685"/>
                <a:gd name="connsiteX173" fmla="*/ 192405 w 276225"/>
                <a:gd name="connsiteY173" fmla="*/ 131921 h 146685"/>
                <a:gd name="connsiteX174" fmla="*/ 192405 w 276225"/>
                <a:gd name="connsiteY174" fmla="*/ 134303 h 146685"/>
                <a:gd name="connsiteX175" fmla="*/ 193357 w 276225"/>
                <a:gd name="connsiteY175" fmla="*/ 136684 h 146685"/>
                <a:gd name="connsiteX176" fmla="*/ 195739 w 276225"/>
                <a:gd name="connsiteY176" fmla="*/ 138113 h 146685"/>
                <a:gd name="connsiteX177" fmla="*/ 197644 w 276225"/>
                <a:gd name="connsiteY177" fmla="*/ 138113 h 146685"/>
                <a:gd name="connsiteX178" fmla="*/ 202882 w 276225"/>
                <a:gd name="connsiteY178" fmla="*/ 136684 h 146685"/>
                <a:gd name="connsiteX179" fmla="*/ 206692 w 276225"/>
                <a:gd name="connsiteY179" fmla="*/ 137636 h 146685"/>
                <a:gd name="connsiteX180" fmla="*/ 210502 w 276225"/>
                <a:gd name="connsiteY180" fmla="*/ 138113 h 146685"/>
                <a:gd name="connsiteX181" fmla="*/ 214789 w 276225"/>
                <a:gd name="connsiteY181" fmla="*/ 139065 h 146685"/>
                <a:gd name="connsiteX182" fmla="*/ 216694 w 276225"/>
                <a:gd name="connsiteY182" fmla="*/ 140018 h 146685"/>
                <a:gd name="connsiteX183" fmla="*/ 220980 w 276225"/>
                <a:gd name="connsiteY183" fmla="*/ 141923 h 146685"/>
                <a:gd name="connsiteX184" fmla="*/ 226219 w 276225"/>
                <a:gd name="connsiteY184" fmla="*/ 144304 h 146685"/>
                <a:gd name="connsiteX185" fmla="*/ 228600 w 276225"/>
                <a:gd name="connsiteY185" fmla="*/ 143828 h 146685"/>
                <a:gd name="connsiteX186" fmla="*/ 237172 w 276225"/>
                <a:gd name="connsiteY186" fmla="*/ 140018 h 146685"/>
                <a:gd name="connsiteX187" fmla="*/ 237648 w 276225"/>
                <a:gd name="connsiteY187" fmla="*/ 140494 h 146685"/>
                <a:gd name="connsiteX188" fmla="*/ 239553 w 276225"/>
                <a:gd name="connsiteY188" fmla="*/ 144304 h 146685"/>
                <a:gd name="connsiteX189" fmla="*/ 242411 w 276225"/>
                <a:gd name="connsiteY189" fmla="*/ 145733 h 146685"/>
                <a:gd name="connsiteX190" fmla="*/ 246221 w 276225"/>
                <a:gd name="connsiteY190" fmla="*/ 146685 h 146685"/>
                <a:gd name="connsiteX191" fmla="*/ 250507 w 276225"/>
                <a:gd name="connsiteY191" fmla="*/ 144780 h 146685"/>
                <a:gd name="connsiteX192" fmla="*/ 253841 w 276225"/>
                <a:gd name="connsiteY192" fmla="*/ 145256 h 146685"/>
                <a:gd name="connsiteX193" fmla="*/ 258127 w 276225"/>
                <a:gd name="connsiteY193" fmla="*/ 145733 h 146685"/>
                <a:gd name="connsiteX194" fmla="*/ 261938 w 276225"/>
                <a:gd name="connsiteY194" fmla="*/ 144304 h 146685"/>
                <a:gd name="connsiteX195" fmla="*/ 265271 w 276225"/>
                <a:gd name="connsiteY195" fmla="*/ 144304 h 146685"/>
                <a:gd name="connsiteX196" fmla="*/ 270510 w 276225"/>
                <a:gd name="connsiteY196" fmla="*/ 146209 h 146685"/>
                <a:gd name="connsiteX197" fmla="*/ 271463 w 276225"/>
                <a:gd name="connsiteY197" fmla="*/ 145733 h 146685"/>
                <a:gd name="connsiteX198" fmla="*/ 272415 w 276225"/>
                <a:gd name="connsiteY198" fmla="*/ 144304 h 146685"/>
                <a:gd name="connsiteX199" fmla="*/ 274320 w 276225"/>
                <a:gd name="connsiteY199" fmla="*/ 138589 h 146685"/>
                <a:gd name="connsiteX200" fmla="*/ 276225 w 276225"/>
                <a:gd name="connsiteY200" fmla="*/ 133826 h 14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276225" h="146685">
                  <a:moveTo>
                    <a:pt x="275748" y="130969"/>
                  </a:moveTo>
                  <a:lnTo>
                    <a:pt x="274320" y="126206"/>
                  </a:lnTo>
                  <a:lnTo>
                    <a:pt x="270510" y="120491"/>
                  </a:lnTo>
                  <a:lnTo>
                    <a:pt x="270034" y="119063"/>
                  </a:lnTo>
                  <a:lnTo>
                    <a:pt x="271463" y="109061"/>
                  </a:lnTo>
                  <a:lnTo>
                    <a:pt x="272891" y="103346"/>
                  </a:lnTo>
                  <a:lnTo>
                    <a:pt x="274320" y="100489"/>
                  </a:lnTo>
                  <a:lnTo>
                    <a:pt x="275748" y="96679"/>
                  </a:lnTo>
                  <a:lnTo>
                    <a:pt x="275748" y="94774"/>
                  </a:lnTo>
                  <a:lnTo>
                    <a:pt x="275748" y="93345"/>
                  </a:lnTo>
                  <a:lnTo>
                    <a:pt x="274320" y="92393"/>
                  </a:lnTo>
                  <a:lnTo>
                    <a:pt x="271463" y="91916"/>
                  </a:lnTo>
                  <a:lnTo>
                    <a:pt x="268128" y="91440"/>
                  </a:lnTo>
                  <a:lnTo>
                    <a:pt x="265747" y="91916"/>
                  </a:lnTo>
                  <a:lnTo>
                    <a:pt x="259556" y="93821"/>
                  </a:lnTo>
                  <a:lnTo>
                    <a:pt x="257651" y="94298"/>
                  </a:lnTo>
                  <a:lnTo>
                    <a:pt x="255270" y="93821"/>
                  </a:lnTo>
                  <a:lnTo>
                    <a:pt x="252413" y="93821"/>
                  </a:lnTo>
                  <a:lnTo>
                    <a:pt x="246221" y="93821"/>
                  </a:lnTo>
                  <a:lnTo>
                    <a:pt x="241459" y="93345"/>
                  </a:lnTo>
                  <a:lnTo>
                    <a:pt x="237172" y="90011"/>
                  </a:lnTo>
                  <a:lnTo>
                    <a:pt x="234315" y="88583"/>
                  </a:lnTo>
                  <a:lnTo>
                    <a:pt x="230981" y="87630"/>
                  </a:lnTo>
                  <a:lnTo>
                    <a:pt x="228123" y="86678"/>
                  </a:lnTo>
                  <a:lnTo>
                    <a:pt x="227171" y="84773"/>
                  </a:lnTo>
                  <a:lnTo>
                    <a:pt x="226219" y="84296"/>
                  </a:lnTo>
                  <a:lnTo>
                    <a:pt x="223361" y="83820"/>
                  </a:lnTo>
                  <a:lnTo>
                    <a:pt x="221456" y="84296"/>
                  </a:lnTo>
                  <a:lnTo>
                    <a:pt x="220027" y="89059"/>
                  </a:lnTo>
                  <a:lnTo>
                    <a:pt x="219075" y="89535"/>
                  </a:lnTo>
                  <a:lnTo>
                    <a:pt x="216217" y="90011"/>
                  </a:lnTo>
                  <a:lnTo>
                    <a:pt x="213836" y="89059"/>
                  </a:lnTo>
                  <a:lnTo>
                    <a:pt x="210026" y="86678"/>
                  </a:lnTo>
                  <a:lnTo>
                    <a:pt x="208597" y="84296"/>
                  </a:lnTo>
                  <a:lnTo>
                    <a:pt x="207169" y="83344"/>
                  </a:lnTo>
                  <a:lnTo>
                    <a:pt x="205264" y="84296"/>
                  </a:lnTo>
                  <a:lnTo>
                    <a:pt x="205264" y="87630"/>
                  </a:lnTo>
                  <a:lnTo>
                    <a:pt x="204788" y="90011"/>
                  </a:lnTo>
                  <a:lnTo>
                    <a:pt x="202406" y="90964"/>
                  </a:lnTo>
                  <a:lnTo>
                    <a:pt x="200977" y="90011"/>
                  </a:lnTo>
                  <a:lnTo>
                    <a:pt x="200025" y="88106"/>
                  </a:lnTo>
                  <a:lnTo>
                    <a:pt x="197167" y="82868"/>
                  </a:lnTo>
                  <a:lnTo>
                    <a:pt x="194310" y="79534"/>
                  </a:lnTo>
                  <a:lnTo>
                    <a:pt x="191452" y="77629"/>
                  </a:lnTo>
                  <a:lnTo>
                    <a:pt x="182403" y="77629"/>
                  </a:lnTo>
                  <a:lnTo>
                    <a:pt x="175736" y="76676"/>
                  </a:lnTo>
                  <a:lnTo>
                    <a:pt x="172878" y="76200"/>
                  </a:lnTo>
                  <a:lnTo>
                    <a:pt x="171450" y="73819"/>
                  </a:lnTo>
                  <a:lnTo>
                    <a:pt x="172402" y="70009"/>
                  </a:lnTo>
                  <a:lnTo>
                    <a:pt x="173831" y="66675"/>
                  </a:lnTo>
                  <a:lnTo>
                    <a:pt x="173831" y="66199"/>
                  </a:lnTo>
                  <a:lnTo>
                    <a:pt x="172878" y="65723"/>
                  </a:lnTo>
                  <a:lnTo>
                    <a:pt x="170973" y="65246"/>
                  </a:lnTo>
                  <a:lnTo>
                    <a:pt x="163353" y="67628"/>
                  </a:lnTo>
                  <a:lnTo>
                    <a:pt x="161448" y="67151"/>
                  </a:lnTo>
                  <a:lnTo>
                    <a:pt x="160496" y="66675"/>
                  </a:lnTo>
                  <a:lnTo>
                    <a:pt x="158591" y="65723"/>
                  </a:lnTo>
                  <a:lnTo>
                    <a:pt x="157639" y="64770"/>
                  </a:lnTo>
                  <a:lnTo>
                    <a:pt x="156686" y="63341"/>
                  </a:lnTo>
                  <a:lnTo>
                    <a:pt x="150495" y="60008"/>
                  </a:lnTo>
                  <a:lnTo>
                    <a:pt x="148590" y="58103"/>
                  </a:lnTo>
                  <a:lnTo>
                    <a:pt x="145256" y="55721"/>
                  </a:lnTo>
                  <a:lnTo>
                    <a:pt x="142398" y="54293"/>
                  </a:lnTo>
                  <a:lnTo>
                    <a:pt x="140494" y="49530"/>
                  </a:lnTo>
                  <a:lnTo>
                    <a:pt x="138589" y="45244"/>
                  </a:lnTo>
                  <a:lnTo>
                    <a:pt x="138113" y="42863"/>
                  </a:lnTo>
                  <a:lnTo>
                    <a:pt x="135255" y="41910"/>
                  </a:lnTo>
                  <a:lnTo>
                    <a:pt x="132397" y="40958"/>
                  </a:lnTo>
                  <a:lnTo>
                    <a:pt x="127159" y="42863"/>
                  </a:lnTo>
                  <a:lnTo>
                    <a:pt x="123348" y="44291"/>
                  </a:lnTo>
                  <a:lnTo>
                    <a:pt x="120491" y="44291"/>
                  </a:lnTo>
                  <a:lnTo>
                    <a:pt x="116205" y="40005"/>
                  </a:lnTo>
                  <a:lnTo>
                    <a:pt x="112395" y="34766"/>
                  </a:lnTo>
                  <a:lnTo>
                    <a:pt x="108585" y="30956"/>
                  </a:lnTo>
                  <a:lnTo>
                    <a:pt x="105727" y="28575"/>
                  </a:lnTo>
                  <a:lnTo>
                    <a:pt x="100965" y="28575"/>
                  </a:lnTo>
                  <a:lnTo>
                    <a:pt x="95250" y="26194"/>
                  </a:lnTo>
                  <a:lnTo>
                    <a:pt x="88106" y="20479"/>
                  </a:lnTo>
                  <a:lnTo>
                    <a:pt x="82867" y="16669"/>
                  </a:lnTo>
                  <a:lnTo>
                    <a:pt x="73819" y="11906"/>
                  </a:lnTo>
                  <a:lnTo>
                    <a:pt x="71914" y="10001"/>
                  </a:lnTo>
                  <a:lnTo>
                    <a:pt x="70961" y="8573"/>
                  </a:lnTo>
                  <a:lnTo>
                    <a:pt x="70009" y="5239"/>
                  </a:lnTo>
                  <a:lnTo>
                    <a:pt x="68103" y="2381"/>
                  </a:lnTo>
                  <a:lnTo>
                    <a:pt x="61436" y="953"/>
                  </a:lnTo>
                  <a:lnTo>
                    <a:pt x="54292" y="0"/>
                  </a:lnTo>
                  <a:lnTo>
                    <a:pt x="46672" y="1905"/>
                  </a:lnTo>
                  <a:lnTo>
                    <a:pt x="40957" y="10954"/>
                  </a:lnTo>
                  <a:lnTo>
                    <a:pt x="38576" y="12859"/>
                  </a:lnTo>
                  <a:lnTo>
                    <a:pt x="36195" y="12859"/>
                  </a:lnTo>
                  <a:lnTo>
                    <a:pt x="34290" y="10954"/>
                  </a:lnTo>
                  <a:lnTo>
                    <a:pt x="32861" y="8096"/>
                  </a:lnTo>
                  <a:lnTo>
                    <a:pt x="31432" y="7620"/>
                  </a:lnTo>
                  <a:lnTo>
                    <a:pt x="29051" y="8096"/>
                  </a:lnTo>
                  <a:lnTo>
                    <a:pt x="27146" y="9049"/>
                  </a:lnTo>
                  <a:lnTo>
                    <a:pt x="26194" y="10001"/>
                  </a:lnTo>
                  <a:lnTo>
                    <a:pt x="21431" y="14764"/>
                  </a:lnTo>
                  <a:lnTo>
                    <a:pt x="19050" y="16193"/>
                  </a:lnTo>
                  <a:lnTo>
                    <a:pt x="17145" y="18098"/>
                  </a:lnTo>
                  <a:lnTo>
                    <a:pt x="11906" y="24289"/>
                  </a:lnTo>
                  <a:lnTo>
                    <a:pt x="9048" y="30004"/>
                  </a:lnTo>
                  <a:lnTo>
                    <a:pt x="7144" y="35719"/>
                  </a:lnTo>
                  <a:lnTo>
                    <a:pt x="7144" y="39529"/>
                  </a:lnTo>
                  <a:lnTo>
                    <a:pt x="6191" y="43815"/>
                  </a:lnTo>
                  <a:lnTo>
                    <a:pt x="4286" y="46673"/>
                  </a:lnTo>
                  <a:lnTo>
                    <a:pt x="2857" y="47625"/>
                  </a:lnTo>
                  <a:lnTo>
                    <a:pt x="1428" y="51435"/>
                  </a:lnTo>
                  <a:lnTo>
                    <a:pt x="0" y="55721"/>
                  </a:lnTo>
                  <a:lnTo>
                    <a:pt x="952" y="57150"/>
                  </a:lnTo>
                  <a:lnTo>
                    <a:pt x="3334" y="59055"/>
                  </a:lnTo>
                  <a:lnTo>
                    <a:pt x="6191" y="60960"/>
                  </a:lnTo>
                  <a:lnTo>
                    <a:pt x="9525" y="63341"/>
                  </a:lnTo>
                  <a:lnTo>
                    <a:pt x="12382" y="65246"/>
                  </a:lnTo>
                  <a:lnTo>
                    <a:pt x="14764" y="65723"/>
                  </a:lnTo>
                  <a:lnTo>
                    <a:pt x="15240" y="64294"/>
                  </a:lnTo>
                  <a:lnTo>
                    <a:pt x="16192" y="63341"/>
                  </a:lnTo>
                  <a:lnTo>
                    <a:pt x="18573" y="63818"/>
                  </a:lnTo>
                  <a:lnTo>
                    <a:pt x="21431" y="65723"/>
                  </a:lnTo>
                  <a:lnTo>
                    <a:pt x="22860" y="67151"/>
                  </a:lnTo>
                  <a:lnTo>
                    <a:pt x="23813" y="68104"/>
                  </a:lnTo>
                  <a:lnTo>
                    <a:pt x="29051" y="70485"/>
                  </a:lnTo>
                  <a:lnTo>
                    <a:pt x="32861" y="72866"/>
                  </a:lnTo>
                  <a:lnTo>
                    <a:pt x="38100" y="75248"/>
                  </a:lnTo>
                  <a:lnTo>
                    <a:pt x="39528" y="77153"/>
                  </a:lnTo>
                  <a:lnTo>
                    <a:pt x="40481" y="78581"/>
                  </a:lnTo>
                  <a:lnTo>
                    <a:pt x="42863" y="80963"/>
                  </a:lnTo>
                  <a:lnTo>
                    <a:pt x="49053" y="85249"/>
                  </a:lnTo>
                  <a:lnTo>
                    <a:pt x="53816" y="88106"/>
                  </a:lnTo>
                  <a:lnTo>
                    <a:pt x="58102" y="90488"/>
                  </a:lnTo>
                  <a:lnTo>
                    <a:pt x="61436" y="92393"/>
                  </a:lnTo>
                  <a:lnTo>
                    <a:pt x="62865" y="91916"/>
                  </a:lnTo>
                  <a:lnTo>
                    <a:pt x="64770" y="91440"/>
                  </a:lnTo>
                  <a:lnTo>
                    <a:pt x="66198" y="90488"/>
                  </a:lnTo>
                  <a:lnTo>
                    <a:pt x="67627" y="90964"/>
                  </a:lnTo>
                  <a:lnTo>
                    <a:pt x="70009" y="92393"/>
                  </a:lnTo>
                  <a:lnTo>
                    <a:pt x="76200" y="96203"/>
                  </a:lnTo>
                  <a:lnTo>
                    <a:pt x="81915" y="99536"/>
                  </a:lnTo>
                  <a:lnTo>
                    <a:pt x="87630" y="99060"/>
                  </a:lnTo>
                  <a:lnTo>
                    <a:pt x="89535" y="99536"/>
                  </a:lnTo>
                  <a:lnTo>
                    <a:pt x="90488" y="102394"/>
                  </a:lnTo>
                  <a:lnTo>
                    <a:pt x="91440" y="105251"/>
                  </a:lnTo>
                  <a:lnTo>
                    <a:pt x="98107" y="106680"/>
                  </a:lnTo>
                  <a:lnTo>
                    <a:pt x="102394" y="107633"/>
                  </a:lnTo>
                  <a:lnTo>
                    <a:pt x="107632" y="109061"/>
                  </a:lnTo>
                  <a:lnTo>
                    <a:pt x="110490" y="110490"/>
                  </a:lnTo>
                  <a:lnTo>
                    <a:pt x="112871" y="109061"/>
                  </a:lnTo>
                  <a:lnTo>
                    <a:pt x="113347" y="107633"/>
                  </a:lnTo>
                  <a:lnTo>
                    <a:pt x="115728" y="107156"/>
                  </a:lnTo>
                  <a:lnTo>
                    <a:pt x="119063" y="107156"/>
                  </a:lnTo>
                  <a:lnTo>
                    <a:pt x="125730" y="109538"/>
                  </a:lnTo>
                  <a:lnTo>
                    <a:pt x="128588" y="110014"/>
                  </a:lnTo>
                  <a:lnTo>
                    <a:pt x="130969" y="108109"/>
                  </a:lnTo>
                  <a:lnTo>
                    <a:pt x="135255" y="107156"/>
                  </a:lnTo>
                  <a:lnTo>
                    <a:pt x="137636" y="106204"/>
                  </a:lnTo>
                  <a:lnTo>
                    <a:pt x="142398" y="108109"/>
                  </a:lnTo>
                  <a:lnTo>
                    <a:pt x="150971" y="111443"/>
                  </a:lnTo>
                  <a:lnTo>
                    <a:pt x="155257" y="112871"/>
                  </a:lnTo>
                  <a:lnTo>
                    <a:pt x="156210" y="114776"/>
                  </a:lnTo>
                  <a:lnTo>
                    <a:pt x="156686" y="116681"/>
                  </a:lnTo>
                  <a:lnTo>
                    <a:pt x="156686" y="120491"/>
                  </a:lnTo>
                  <a:lnTo>
                    <a:pt x="157639" y="122396"/>
                  </a:lnTo>
                  <a:lnTo>
                    <a:pt x="166211" y="126683"/>
                  </a:lnTo>
                  <a:lnTo>
                    <a:pt x="169069" y="128111"/>
                  </a:lnTo>
                  <a:lnTo>
                    <a:pt x="171450" y="128588"/>
                  </a:lnTo>
                  <a:lnTo>
                    <a:pt x="172878" y="129064"/>
                  </a:lnTo>
                  <a:lnTo>
                    <a:pt x="173831" y="129540"/>
                  </a:lnTo>
                  <a:lnTo>
                    <a:pt x="174307" y="131921"/>
                  </a:lnTo>
                  <a:lnTo>
                    <a:pt x="174784" y="132398"/>
                  </a:lnTo>
                  <a:lnTo>
                    <a:pt x="176689" y="132874"/>
                  </a:lnTo>
                  <a:lnTo>
                    <a:pt x="178594" y="133350"/>
                  </a:lnTo>
                  <a:lnTo>
                    <a:pt x="183832" y="130969"/>
                  </a:lnTo>
                  <a:lnTo>
                    <a:pt x="187642" y="129540"/>
                  </a:lnTo>
                  <a:lnTo>
                    <a:pt x="190500" y="130016"/>
                  </a:lnTo>
                  <a:lnTo>
                    <a:pt x="192405" y="131921"/>
                  </a:lnTo>
                  <a:lnTo>
                    <a:pt x="192405" y="134303"/>
                  </a:lnTo>
                  <a:lnTo>
                    <a:pt x="193357" y="136684"/>
                  </a:lnTo>
                  <a:lnTo>
                    <a:pt x="195739" y="138113"/>
                  </a:lnTo>
                  <a:lnTo>
                    <a:pt x="197644" y="138113"/>
                  </a:lnTo>
                  <a:lnTo>
                    <a:pt x="202882" y="136684"/>
                  </a:lnTo>
                  <a:lnTo>
                    <a:pt x="206692" y="137636"/>
                  </a:lnTo>
                  <a:lnTo>
                    <a:pt x="210502" y="138113"/>
                  </a:lnTo>
                  <a:lnTo>
                    <a:pt x="214789" y="139065"/>
                  </a:lnTo>
                  <a:lnTo>
                    <a:pt x="216694" y="140018"/>
                  </a:lnTo>
                  <a:lnTo>
                    <a:pt x="220980" y="141923"/>
                  </a:lnTo>
                  <a:lnTo>
                    <a:pt x="226219" y="144304"/>
                  </a:lnTo>
                  <a:lnTo>
                    <a:pt x="228600" y="143828"/>
                  </a:lnTo>
                  <a:lnTo>
                    <a:pt x="237172" y="140018"/>
                  </a:lnTo>
                  <a:lnTo>
                    <a:pt x="237648" y="140494"/>
                  </a:lnTo>
                  <a:lnTo>
                    <a:pt x="239553" y="144304"/>
                  </a:lnTo>
                  <a:lnTo>
                    <a:pt x="242411" y="145733"/>
                  </a:lnTo>
                  <a:lnTo>
                    <a:pt x="246221" y="146685"/>
                  </a:lnTo>
                  <a:lnTo>
                    <a:pt x="250507" y="144780"/>
                  </a:lnTo>
                  <a:lnTo>
                    <a:pt x="253841" y="145256"/>
                  </a:lnTo>
                  <a:lnTo>
                    <a:pt x="258127" y="145733"/>
                  </a:lnTo>
                  <a:lnTo>
                    <a:pt x="261938" y="144304"/>
                  </a:lnTo>
                  <a:lnTo>
                    <a:pt x="265271" y="144304"/>
                  </a:lnTo>
                  <a:lnTo>
                    <a:pt x="270510" y="146209"/>
                  </a:lnTo>
                  <a:lnTo>
                    <a:pt x="271463" y="145733"/>
                  </a:lnTo>
                  <a:lnTo>
                    <a:pt x="272415" y="144304"/>
                  </a:lnTo>
                  <a:lnTo>
                    <a:pt x="274320" y="138589"/>
                  </a:lnTo>
                  <a:lnTo>
                    <a:pt x="276225" y="133826"/>
                  </a:lnTo>
                  <a:close/>
                </a:path>
              </a:pathLst>
            </a:custGeom>
            <a:grpFill/>
            <a:ln w="317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F742F5B3-AA13-4F9A-8BC5-B36321C7F864}"/>
                </a:ext>
              </a:extLst>
            </p:cNvPr>
            <p:cNvSpPr/>
            <p:nvPr/>
          </p:nvSpPr>
          <p:spPr>
            <a:xfrm>
              <a:off x="5890260" y="718660"/>
              <a:ext cx="885825" cy="1373504"/>
            </a:xfrm>
            <a:custGeom>
              <a:avLst/>
              <a:gdLst>
                <a:gd name="connsiteX0" fmla="*/ 195263 w 885825"/>
                <a:gd name="connsiteY0" fmla="*/ 62389 h 1373504"/>
                <a:gd name="connsiteX1" fmla="*/ 197167 w 885825"/>
                <a:gd name="connsiteY1" fmla="*/ 66199 h 1373504"/>
                <a:gd name="connsiteX2" fmla="*/ 194786 w 885825"/>
                <a:gd name="connsiteY2" fmla="*/ 70961 h 1373504"/>
                <a:gd name="connsiteX3" fmla="*/ 194310 w 885825"/>
                <a:gd name="connsiteY3" fmla="*/ 72866 h 1373504"/>
                <a:gd name="connsiteX4" fmla="*/ 194786 w 885825"/>
                <a:gd name="connsiteY4" fmla="*/ 75724 h 1373504"/>
                <a:gd name="connsiteX5" fmla="*/ 198120 w 885825"/>
                <a:gd name="connsiteY5" fmla="*/ 80010 h 1373504"/>
                <a:gd name="connsiteX6" fmla="*/ 200025 w 885825"/>
                <a:gd name="connsiteY6" fmla="*/ 83820 h 1373504"/>
                <a:gd name="connsiteX7" fmla="*/ 201453 w 885825"/>
                <a:gd name="connsiteY7" fmla="*/ 88582 h 1373504"/>
                <a:gd name="connsiteX8" fmla="*/ 203359 w 885825"/>
                <a:gd name="connsiteY8" fmla="*/ 91916 h 1373504"/>
                <a:gd name="connsiteX9" fmla="*/ 207645 w 885825"/>
                <a:gd name="connsiteY9" fmla="*/ 97155 h 1373504"/>
                <a:gd name="connsiteX10" fmla="*/ 210978 w 885825"/>
                <a:gd name="connsiteY10" fmla="*/ 104775 h 1373504"/>
                <a:gd name="connsiteX11" fmla="*/ 215265 w 885825"/>
                <a:gd name="connsiteY11" fmla="*/ 106204 h 1373504"/>
                <a:gd name="connsiteX12" fmla="*/ 221456 w 885825"/>
                <a:gd name="connsiteY12" fmla="*/ 102870 h 1373504"/>
                <a:gd name="connsiteX13" fmla="*/ 224790 w 885825"/>
                <a:gd name="connsiteY13" fmla="*/ 98584 h 1373504"/>
                <a:gd name="connsiteX14" fmla="*/ 223361 w 885825"/>
                <a:gd name="connsiteY14" fmla="*/ 92869 h 1373504"/>
                <a:gd name="connsiteX15" fmla="*/ 226695 w 885825"/>
                <a:gd name="connsiteY15" fmla="*/ 92393 h 1373504"/>
                <a:gd name="connsiteX16" fmla="*/ 236696 w 885825"/>
                <a:gd name="connsiteY16" fmla="*/ 92393 h 1373504"/>
                <a:gd name="connsiteX17" fmla="*/ 240506 w 885825"/>
                <a:gd name="connsiteY17" fmla="*/ 94297 h 1373504"/>
                <a:gd name="connsiteX18" fmla="*/ 238125 w 885825"/>
                <a:gd name="connsiteY18" fmla="*/ 98584 h 1373504"/>
                <a:gd name="connsiteX19" fmla="*/ 233839 w 885825"/>
                <a:gd name="connsiteY19" fmla="*/ 103346 h 1373504"/>
                <a:gd name="connsiteX20" fmla="*/ 234315 w 885825"/>
                <a:gd name="connsiteY20" fmla="*/ 106204 h 1373504"/>
                <a:gd name="connsiteX21" fmla="*/ 235267 w 885825"/>
                <a:gd name="connsiteY21" fmla="*/ 108585 h 1373504"/>
                <a:gd name="connsiteX22" fmla="*/ 237172 w 885825"/>
                <a:gd name="connsiteY22" fmla="*/ 112395 h 1373504"/>
                <a:gd name="connsiteX23" fmla="*/ 239553 w 885825"/>
                <a:gd name="connsiteY23" fmla="*/ 115729 h 1373504"/>
                <a:gd name="connsiteX24" fmla="*/ 240982 w 885825"/>
                <a:gd name="connsiteY24" fmla="*/ 116205 h 1373504"/>
                <a:gd name="connsiteX25" fmla="*/ 246697 w 885825"/>
                <a:gd name="connsiteY25" fmla="*/ 116205 h 1373504"/>
                <a:gd name="connsiteX26" fmla="*/ 250984 w 885825"/>
                <a:gd name="connsiteY26" fmla="*/ 116681 h 1373504"/>
                <a:gd name="connsiteX27" fmla="*/ 251936 w 885825"/>
                <a:gd name="connsiteY27" fmla="*/ 117634 h 1373504"/>
                <a:gd name="connsiteX28" fmla="*/ 249078 w 885825"/>
                <a:gd name="connsiteY28" fmla="*/ 120491 h 1373504"/>
                <a:gd name="connsiteX29" fmla="*/ 247650 w 885825"/>
                <a:gd name="connsiteY29" fmla="*/ 121444 h 1373504"/>
                <a:gd name="connsiteX30" fmla="*/ 222885 w 885825"/>
                <a:gd name="connsiteY30" fmla="*/ 115729 h 1373504"/>
                <a:gd name="connsiteX31" fmla="*/ 219551 w 885825"/>
                <a:gd name="connsiteY31" fmla="*/ 116681 h 1373504"/>
                <a:gd name="connsiteX32" fmla="*/ 216694 w 885825"/>
                <a:gd name="connsiteY32" fmla="*/ 118586 h 1373504"/>
                <a:gd name="connsiteX33" fmla="*/ 225266 w 885825"/>
                <a:gd name="connsiteY33" fmla="*/ 123825 h 1373504"/>
                <a:gd name="connsiteX34" fmla="*/ 233839 w 885825"/>
                <a:gd name="connsiteY34" fmla="*/ 127635 h 1373504"/>
                <a:gd name="connsiteX35" fmla="*/ 230028 w 885825"/>
                <a:gd name="connsiteY35" fmla="*/ 129064 h 1373504"/>
                <a:gd name="connsiteX36" fmla="*/ 229552 w 885825"/>
                <a:gd name="connsiteY36" fmla="*/ 132397 h 1373504"/>
                <a:gd name="connsiteX37" fmla="*/ 230505 w 885825"/>
                <a:gd name="connsiteY37" fmla="*/ 136208 h 1373504"/>
                <a:gd name="connsiteX38" fmla="*/ 233839 w 885825"/>
                <a:gd name="connsiteY38" fmla="*/ 139541 h 1373504"/>
                <a:gd name="connsiteX39" fmla="*/ 237172 w 885825"/>
                <a:gd name="connsiteY39" fmla="*/ 141922 h 1373504"/>
                <a:gd name="connsiteX40" fmla="*/ 243364 w 885825"/>
                <a:gd name="connsiteY40" fmla="*/ 144780 h 1373504"/>
                <a:gd name="connsiteX41" fmla="*/ 247650 w 885825"/>
                <a:gd name="connsiteY41" fmla="*/ 145733 h 1373504"/>
                <a:gd name="connsiteX42" fmla="*/ 253841 w 885825"/>
                <a:gd name="connsiteY42" fmla="*/ 153829 h 1373504"/>
                <a:gd name="connsiteX43" fmla="*/ 261461 w 885825"/>
                <a:gd name="connsiteY43" fmla="*/ 160972 h 1373504"/>
                <a:gd name="connsiteX44" fmla="*/ 266700 w 885825"/>
                <a:gd name="connsiteY44" fmla="*/ 163354 h 1373504"/>
                <a:gd name="connsiteX45" fmla="*/ 268128 w 885825"/>
                <a:gd name="connsiteY45" fmla="*/ 164783 h 1373504"/>
                <a:gd name="connsiteX46" fmla="*/ 269557 w 885825"/>
                <a:gd name="connsiteY46" fmla="*/ 167164 h 1373504"/>
                <a:gd name="connsiteX47" fmla="*/ 277653 w 885825"/>
                <a:gd name="connsiteY47" fmla="*/ 171926 h 1373504"/>
                <a:gd name="connsiteX48" fmla="*/ 294798 w 885825"/>
                <a:gd name="connsiteY48" fmla="*/ 171450 h 1373504"/>
                <a:gd name="connsiteX49" fmla="*/ 303371 w 885825"/>
                <a:gd name="connsiteY49" fmla="*/ 170021 h 1373504"/>
                <a:gd name="connsiteX50" fmla="*/ 310039 w 885825"/>
                <a:gd name="connsiteY50" fmla="*/ 169545 h 1373504"/>
                <a:gd name="connsiteX51" fmla="*/ 314325 w 885825"/>
                <a:gd name="connsiteY51" fmla="*/ 166688 h 1373504"/>
                <a:gd name="connsiteX52" fmla="*/ 318611 w 885825"/>
                <a:gd name="connsiteY52" fmla="*/ 162877 h 1373504"/>
                <a:gd name="connsiteX53" fmla="*/ 323373 w 885825"/>
                <a:gd name="connsiteY53" fmla="*/ 160496 h 1373504"/>
                <a:gd name="connsiteX54" fmla="*/ 328136 w 885825"/>
                <a:gd name="connsiteY54" fmla="*/ 159068 h 1373504"/>
                <a:gd name="connsiteX55" fmla="*/ 324802 w 885825"/>
                <a:gd name="connsiteY55" fmla="*/ 155734 h 1373504"/>
                <a:gd name="connsiteX56" fmla="*/ 320992 w 885825"/>
                <a:gd name="connsiteY56" fmla="*/ 153352 h 1373504"/>
                <a:gd name="connsiteX57" fmla="*/ 322421 w 885825"/>
                <a:gd name="connsiteY57" fmla="*/ 149543 h 1373504"/>
                <a:gd name="connsiteX58" fmla="*/ 323850 w 885825"/>
                <a:gd name="connsiteY58" fmla="*/ 146685 h 1373504"/>
                <a:gd name="connsiteX59" fmla="*/ 323373 w 885825"/>
                <a:gd name="connsiteY59" fmla="*/ 142875 h 1373504"/>
                <a:gd name="connsiteX60" fmla="*/ 321945 w 885825"/>
                <a:gd name="connsiteY60" fmla="*/ 139541 h 1373504"/>
                <a:gd name="connsiteX61" fmla="*/ 325755 w 885825"/>
                <a:gd name="connsiteY61" fmla="*/ 137160 h 1373504"/>
                <a:gd name="connsiteX62" fmla="*/ 329565 w 885825"/>
                <a:gd name="connsiteY62" fmla="*/ 135731 h 1373504"/>
                <a:gd name="connsiteX63" fmla="*/ 331470 w 885825"/>
                <a:gd name="connsiteY63" fmla="*/ 135731 h 1373504"/>
                <a:gd name="connsiteX64" fmla="*/ 332898 w 885825"/>
                <a:gd name="connsiteY64" fmla="*/ 136684 h 1373504"/>
                <a:gd name="connsiteX65" fmla="*/ 334327 w 885825"/>
                <a:gd name="connsiteY65" fmla="*/ 139541 h 1373504"/>
                <a:gd name="connsiteX66" fmla="*/ 336232 w 885825"/>
                <a:gd name="connsiteY66" fmla="*/ 141446 h 1373504"/>
                <a:gd name="connsiteX67" fmla="*/ 340519 w 885825"/>
                <a:gd name="connsiteY67" fmla="*/ 141922 h 1373504"/>
                <a:gd name="connsiteX68" fmla="*/ 344805 w 885825"/>
                <a:gd name="connsiteY68" fmla="*/ 139541 h 1373504"/>
                <a:gd name="connsiteX69" fmla="*/ 347663 w 885825"/>
                <a:gd name="connsiteY69" fmla="*/ 134302 h 1373504"/>
                <a:gd name="connsiteX70" fmla="*/ 350996 w 885825"/>
                <a:gd name="connsiteY70" fmla="*/ 130493 h 1373504"/>
                <a:gd name="connsiteX71" fmla="*/ 352901 w 885825"/>
                <a:gd name="connsiteY71" fmla="*/ 131445 h 1373504"/>
                <a:gd name="connsiteX72" fmla="*/ 353377 w 885825"/>
                <a:gd name="connsiteY72" fmla="*/ 135255 h 1373504"/>
                <a:gd name="connsiteX73" fmla="*/ 351948 w 885825"/>
                <a:gd name="connsiteY73" fmla="*/ 139541 h 1373504"/>
                <a:gd name="connsiteX74" fmla="*/ 349091 w 885825"/>
                <a:gd name="connsiteY74" fmla="*/ 143827 h 1373504"/>
                <a:gd name="connsiteX75" fmla="*/ 348615 w 885825"/>
                <a:gd name="connsiteY75" fmla="*/ 145256 h 1373504"/>
                <a:gd name="connsiteX76" fmla="*/ 349567 w 885825"/>
                <a:gd name="connsiteY76" fmla="*/ 147638 h 1373504"/>
                <a:gd name="connsiteX77" fmla="*/ 352425 w 885825"/>
                <a:gd name="connsiteY77" fmla="*/ 152400 h 1373504"/>
                <a:gd name="connsiteX78" fmla="*/ 354330 w 885825"/>
                <a:gd name="connsiteY78" fmla="*/ 153352 h 1373504"/>
                <a:gd name="connsiteX79" fmla="*/ 363378 w 885825"/>
                <a:gd name="connsiteY79" fmla="*/ 153352 h 1373504"/>
                <a:gd name="connsiteX80" fmla="*/ 372427 w 885825"/>
                <a:gd name="connsiteY80" fmla="*/ 151924 h 1373504"/>
                <a:gd name="connsiteX81" fmla="*/ 379571 w 885825"/>
                <a:gd name="connsiteY81" fmla="*/ 148590 h 1373504"/>
                <a:gd name="connsiteX82" fmla="*/ 389572 w 885825"/>
                <a:gd name="connsiteY82" fmla="*/ 140970 h 1373504"/>
                <a:gd name="connsiteX83" fmla="*/ 392430 w 885825"/>
                <a:gd name="connsiteY83" fmla="*/ 139541 h 1373504"/>
                <a:gd name="connsiteX84" fmla="*/ 401002 w 885825"/>
                <a:gd name="connsiteY84" fmla="*/ 139065 h 1373504"/>
                <a:gd name="connsiteX85" fmla="*/ 398145 w 885825"/>
                <a:gd name="connsiteY85" fmla="*/ 142875 h 1373504"/>
                <a:gd name="connsiteX86" fmla="*/ 389572 w 885825"/>
                <a:gd name="connsiteY86" fmla="*/ 150971 h 1373504"/>
                <a:gd name="connsiteX87" fmla="*/ 392430 w 885825"/>
                <a:gd name="connsiteY87" fmla="*/ 155258 h 1373504"/>
                <a:gd name="connsiteX88" fmla="*/ 399097 w 885825"/>
                <a:gd name="connsiteY88" fmla="*/ 158115 h 1373504"/>
                <a:gd name="connsiteX89" fmla="*/ 401955 w 885825"/>
                <a:gd name="connsiteY89" fmla="*/ 159068 h 1373504"/>
                <a:gd name="connsiteX90" fmla="*/ 408146 w 885825"/>
                <a:gd name="connsiteY90" fmla="*/ 158591 h 1373504"/>
                <a:gd name="connsiteX91" fmla="*/ 414338 w 885825"/>
                <a:gd name="connsiteY91" fmla="*/ 157163 h 1373504"/>
                <a:gd name="connsiteX92" fmla="*/ 408622 w 885825"/>
                <a:gd name="connsiteY92" fmla="*/ 160496 h 1373504"/>
                <a:gd name="connsiteX93" fmla="*/ 401002 w 885825"/>
                <a:gd name="connsiteY93" fmla="*/ 161925 h 1373504"/>
                <a:gd name="connsiteX94" fmla="*/ 379571 w 885825"/>
                <a:gd name="connsiteY94" fmla="*/ 161925 h 1373504"/>
                <a:gd name="connsiteX95" fmla="*/ 370046 w 885825"/>
                <a:gd name="connsiteY95" fmla="*/ 162877 h 1373504"/>
                <a:gd name="connsiteX96" fmla="*/ 366713 w 885825"/>
                <a:gd name="connsiteY96" fmla="*/ 163830 h 1373504"/>
                <a:gd name="connsiteX97" fmla="*/ 362426 w 885825"/>
                <a:gd name="connsiteY97" fmla="*/ 165735 h 1373504"/>
                <a:gd name="connsiteX98" fmla="*/ 362426 w 885825"/>
                <a:gd name="connsiteY98" fmla="*/ 168116 h 1373504"/>
                <a:gd name="connsiteX99" fmla="*/ 363855 w 885825"/>
                <a:gd name="connsiteY99" fmla="*/ 170974 h 1373504"/>
                <a:gd name="connsiteX100" fmla="*/ 357664 w 885825"/>
                <a:gd name="connsiteY100" fmla="*/ 170497 h 1373504"/>
                <a:gd name="connsiteX101" fmla="*/ 351472 w 885825"/>
                <a:gd name="connsiteY101" fmla="*/ 171450 h 1373504"/>
                <a:gd name="connsiteX102" fmla="*/ 339566 w 885825"/>
                <a:gd name="connsiteY102" fmla="*/ 176689 h 1373504"/>
                <a:gd name="connsiteX103" fmla="*/ 314325 w 885825"/>
                <a:gd name="connsiteY103" fmla="*/ 182404 h 1373504"/>
                <a:gd name="connsiteX104" fmla="*/ 316230 w 885825"/>
                <a:gd name="connsiteY104" fmla="*/ 187166 h 1373504"/>
                <a:gd name="connsiteX105" fmla="*/ 307181 w 885825"/>
                <a:gd name="connsiteY105" fmla="*/ 182404 h 1373504"/>
                <a:gd name="connsiteX106" fmla="*/ 303371 w 885825"/>
                <a:gd name="connsiteY106" fmla="*/ 180975 h 1373504"/>
                <a:gd name="connsiteX107" fmla="*/ 299561 w 885825"/>
                <a:gd name="connsiteY107" fmla="*/ 180975 h 1373504"/>
                <a:gd name="connsiteX108" fmla="*/ 297656 w 885825"/>
                <a:gd name="connsiteY108" fmla="*/ 181927 h 1373504"/>
                <a:gd name="connsiteX109" fmla="*/ 295751 w 885825"/>
                <a:gd name="connsiteY109" fmla="*/ 183356 h 1373504"/>
                <a:gd name="connsiteX110" fmla="*/ 294322 w 885825"/>
                <a:gd name="connsiteY110" fmla="*/ 185738 h 1373504"/>
                <a:gd name="connsiteX111" fmla="*/ 295275 w 885825"/>
                <a:gd name="connsiteY111" fmla="*/ 193834 h 1373504"/>
                <a:gd name="connsiteX112" fmla="*/ 296703 w 885825"/>
                <a:gd name="connsiteY112" fmla="*/ 196691 h 1373504"/>
                <a:gd name="connsiteX113" fmla="*/ 298132 w 885825"/>
                <a:gd name="connsiteY113" fmla="*/ 199072 h 1373504"/>
                <a:gd name="connsiteX114" fmla="*/ 303847 w 885825"/>
                <a:gd name="connsiteY114" fmla="*/ 203359 h 1373504"/>
                <a:gd name="connsiteX115" fmla="*/ 308134 w 885825"/>
                <a:gd name="connsiteY115" fmla="*/ 205264 h 1373504"/>
                <a:gd name="connsiteX116" fmla="*/ 325755 w 885825"/>
                <a:gd name="connsiteY116" fmla="*/ 205740 h 1373504"/>
                <a:gd name="connsiteX117" fmla="*/ 333851 w 885825"/>
                <a:gd name="connsiteY117" fmla="*/ 204788 h 1373504"/>
                <a:gd name="connsiteX118" fmla="*/ 342423 w 885825"/>
                <a:gd name="connsiteY118" fmla="*/ 202406 h 1373504"/>
                <a:gd name="connsiteX119" fmla="*/ 350996 w 885825"/>
                <a:gd name="connsiteY119" fmla="*/ 199072 h 1373504"/>
                <a:gd name="connsiteX120" fmla="*/ 359092 w 885825"/>
                <a:gd name="connsiteY120" fmla="*/ 198120 h 1373504"/>
                <a:gd name="connsiteX121" fmla="*/ 367189 w 885825"/>
                <a:gd name="connsiteY121" fmla="*/ 199549 h 1373504"/>
                <a:gd name="connsiteX122" fmla="*/ 375285 w 885825"/>
                <a:gd name="connsiteY122" fmla="*/ 199549 h 1373504"/>
                <a:gd name="connsiteX123" fmla="*/ 391477 w 885825"/>
                <a:gd name="connsiteY123" fmla="*/ 197168 h 1373504"/>
                <a:gd name="connsiteX124" fmla="*/ 401955 w 885825"/>
                <a:gd name="connsiteY124" fmla="*/ 194786 h 1373504"/>
                <a:gd name="connsiteX125" fmla="*/ 403860 w 885825"/>
                <a:gd name="connsiteY125" fmla="*/ 195739 h 1373504"/>
                <a:gd name="connsiteX126" fmla="*/ 405765 w 885825"/>
                <a:gd name="connsiteY126" fmla="*/ 200025 h 1373504"/>
                <a:gd name="connsiteX127" fmla="*/ 408146 w 885825"/>
                <a:gd name="connsiteY127" fmla="*/ 203359 h 1373504"/>
                <a:gd name="connsiteX128" fmla="*/ 393859 w 885825"/>
                <a:gd name="connsiteY128" fmla="*/ 203359 h 1373504"/>
                <a:gd name="connsiteX129" fmla="*/ 379571 w 885825"/>
                <a:gd name="connsiteY129" fmla="*/ 204311 h 1373504"/>
                <a:gd name="connsiteX130" fmla="*/ 335756 w 885825"/>
                <a:gd name="connsiteY130" fmla="*/ 210979 h 1373504"/>
                <a:gd name="connsiteX131" fmla="*/ 328136 w 885825"/>
                <a:gd name="connsiteY131" fmla="*/ 222885 h 1373504"/>
                <a:gd name="connsiteX132" fmla="*/ 324802 w 885825"/>
                <a:gd name="connsiteY132" fmla="*/ 221933 h 1373504"/>
                <a:gd name="connsiteX133" fmla="*/ 320992 w 885825"/>
                <a:gd name="connsiteY133" fmla="*/ 219551 h 1373504"/>
                <a:gd name="connsiteX134" fmla="*/ 317182 w 885825"/>
                <a:gd name="connsiteY134" fmla="*/ 219075 h 1373504"/>
                <a:gd name="connsiteX135" fmla="*/ 306705 w 885825"/>
                <a:gd name="connsiteY135" fmla="*/ 220027 h 1373504"/>
                <a:gd name="connsiteX136" fmla="*/ 305276 w 885825"/>
                <a:gd name="connsiteY136" fmla="*/ 221456 h 1373504"/>
                <a:gd name="connsiteX137" fmla="*/ 304323 w 885825"/>
                <a:gd name="connsiteY137" fmla="*/ 224314 h 1373504"/>
                <a:gd name="connsiteX138" fmla="*/ 304800 w 885825"/>
                <a:gd name="connsiteY138" fmla="*/ 229076 h 1373504"/>
                <a:gd name="connsiteX139" fmla="*/ 306228 w 885825"/>
                <a:gd name="connsiteY139" fmla="*/ 231934 h 1373504"/>
                <a:gd name="connsiteX140" fmla="*/ 309563 w 885825"/>
                <a:gd name="connsiteY140" fmla="*/ 236696 h 1373504"/>
                <a:gd name="connsiteX141" fmla="*/ 312896 w 885825"/>
                <a:gd name="connsiteY141" fmla="*/ 240506 h 1373504"/>
                <a:gd name="connsiteX142" fmla="*/ 316706 w 885825"/>
                <a:gd name="connsiteY142" fmla="*/ 243840 h 1373504"/>
                <a:gd name="connsiteX143" fmla="*/ 320992 w 885825"/>
                <a:gd name="connsiteY143" fmla="*/ 246221 h 1373504"/>
                <a:gd name="connsiteX144" fmla="*/ 329565 w 885825"/>
                <a:gd name="connsiteY144" fmla="*/ 249079 h 1373504"/>
                <a:gd name="connsiteX145" fmla="*/ 342900 w 885825"/>
                <a:gd name="connsiteY145" fmla="*/ 254794 h 1373504"/>
                <a:gd name="connsiteX146" fmla="*/ 357188 w 885825"/>
                <a:gd name="connsiteY146" fmla="*/ 269081 h 1373504"/>
                <a:gd name="connsiteX147" fmla="*/ 372903 w 885825"/>
                <a:gd name="connsiteY147" fmla="*/ 278130 h 1373504"/>
                <a:gd name="connsiteX148" fmla="*/ 377190 w 885825"/>
                <a:gd name="connsiteY148" fmla="*/ 279559 h 1373504"/>
                <a:gd name="connsiteX149" fmla="*/ 381000 w 885825"/>
                <a:gd name="connsiteY149" fmla="*/ 282416 h 1373504"/>
                <a:gd name="connsiteX150" fmla="*/ 384810 w 885825"/>
                <a:gd name="connsiteY150" fmla="*/ 286226 h 1373504"/>
                <a:gd name="connsiteX151" fmla="*/ 388620 w 885825"/>
                <a:gd name="connsiteY151" fmla="*/ 288608 h 1373504"/>
                <a:gd name="connsiteX152" fmla="*/ 396716 w 885825"/>
                <a:gd name="connsiteY152" fmla="*/ 290513 h 1373504"/>
                <a:gd name="connsiteX153" fmla="*/ 404813 w 885825"/>
                <a:gd name="connsiteY153" fmla="*/ 288608 h 1373504"/>
                <a:gd name="connsiteX154" fmla="*/ 409098 w 885825"/>
                <a:gd name="connsiteY154" fmla="*/ 284797 h 1373504"/>
                <a:gd name="connsiteX155" fmla="*/ 408146 w 885825"/>
                <a:gd name="connsiteY155" fmla="*/ 280511 h 1373504"/>
                <a:gd name="connsiteX156" fmla="*/ 406241 w 885825"/>
                <a:gd name="connsiteY156" fmla="*/ 276225 h 1373504"/>
                <a:gd name="connsiteX157" fmla="*/ 406241 w 885825"/>
                <a:gd name="connsiteY157" fmla="*/ 273844 h 1373504"/>
                <a:gd name="connsiteX158" fmla="*/ 411956 w 885825"/>
                <a:gd name="connsiteY158" fmla="*/ 268129 h 1373504"/>
                <a:gd name="connsiteX159" fmla="*/ 415766 w 885825"/>
                <a:gd name="connsiteY159" fmla="*/ 262890 h 1373504"/>
                <a:gd name="connsiteX160" fmla="*/ 413861 w 885825"/>
                <a:gd name="connsiteY160" fmla="*/ 260033 h 1373504"/>
                <a:gd name="connsiteX161" fmla="*/ 412432 w 885825"/>
                <a:gd name="connsiteY161" fmla="*/ 257175 h 1373504"/>
                <a:gd name="connsiteX162" fmla="*/ 419100 w 885825"/>
                <a:gd name="connsiteY162" fmla="*/ 249555 h 1373504"/>
                <a:gd name="connsiteX163" fmla="*/ 422434 w 885825"/>
                <a:gd name="connsiteY163" fmla="*/ 244793 h 1373504"/>
                <a:gd name="connsiteX164" fmla="*/ 428625 w 885825"/>
                <a:gd name="connsiteY164" fmla="*/ 232410 h 1373504"/>
                <a:gd name="connsiteX165" fmla="*/ 436245 w 885825"/>
                <a:gd name="connsiteY165" fmla="*/ 225266 h 1373504"/>
                <a:gd name="connsiteX166" fmla="*/ 446246 w 885825"/>
                <a:gd name="connsiteY166" fmla="*/ 224314 h 1373504"/>
                <a:gd name="connsiteX167" fmla="*/ 449103 w 885825"/>
                <a:gd name="connsiteY167" fmla="*/ 223361 h 1373504"/>
                <a:gd name="connsiteX168" fmla="*/ 451485 w 885825"/>
                <a:gd name="connsiteY168" fmla="*/ 219075 h 1373504"/>
                <a:gd name="connsiteX169" fmla="*/ 453866 w 885825"/>
                <a:gd name="connsiteY169" fmla="*/ 211455 h 1373504"/>
                <a:gd name="connsiteX170" fmla="*/ 455295 w 885825"/>
                <a:gd name="connsiteY170" fmla="*/ 203359 h 1373504"/>
                <a:gd name="connsiteX171" fmla="*/ 456247 w 885825"/>
                <a:gd name="connsiteY171" fmla="*/ 192405 h 1373504"/>
                <a:gd name="connsiteX172" fmla="*/ 455771 w 885825"/>
                <a:gd name="connsiteY172" fmla="*/ 189071 h 1373504"/>
                <a:gd name="connsiteX173" fmla="*/ 456247 w 885825"/>
                <a:gd name="connsiteY173" fmla="*/ 186690 h 1373504"/>
                <a:gd name="connsiteX174" fmla="*/ 461010 w 885825"/>
                <a:gd name="connsiteY174" fmla="*/ 184785 h 1373504"/>
                <a:gd name="connsiteX175" fmla="*/ 465772 w 885825"/>
                <a:gd name="connsiteY175" fmla="*/ 185261 h 1373504"/>
                <a:gd name="connsiteX176" fmla="*/ 469582 w 885825"/>
                <a:gd name="connsiteY176" fmla="*/ 185261 h 1373504"/>
                <a:gd name="connsiteX177" fmla="*/ 475297 w 885825"/>
                <a:gd name="connsiteY177" fmla="*/ 182404 h 1373504"/>
                <a:gd name="connsiteX178" fmla="*/ 475773 w 885825"/>
                <a:gd name="connsiteY178" fmla="*/ 178594 h 1373504"/>
                <a:gd name="connsiteX179" fmla="*/ 473869 w 885825"/>
                <a:gd name="connsiteY179" fmla="*/ 174784 h 1373504"/>
                <a:gd name="connsiteX180" fmla="*/ 474821 w 885825"/>
                <a:gd name="connsiteY180" fmla="*/ 170974 h 1373504"/>
                <a:gd name="connsiteX181" fmla="*/ 477202 w 885825"/>
                <a:gd name="connsiteY181" fmla="*/ 164783 h 1373504"/>
                <a:gd name="connsiteX182" fmla="*/ 480536 w 885825"/>
                <a:gd name="connsiteY182" fmla="*/ 160496 h 1373504"/>
                <a:gd name="connsiteX183" fmla="*/ 488156 w 885825"/>
                <a:gd name="connsiteY183" fmla="*/ 152876 h 1373504"/>
                <a:gd name="connsiteX184" fmla="*/ 496252 w 885825"/>
                <a:gd name="connsiteY184" fmla="*/ 146685 h 1373504"/>
                <a:gd name="connsiteX185" fmla="*/ 497681 w 885825"/>
                <a:gd name="connsiteY185" fmla="*/ 143827 h 1373504"/>
                <a:gd name="connsiteX186" fmla="*/ 498634 w 885825"/>
                <a:gd name="connsiteY186" fmla="*/ 142875 h 1373504"/>
                <a:gd name="connsiteX187" fmla="*/ 501967 w 885825"/>
                <a:gd name="connsiteY187" fmla="*/ 141922 h 1373504"/>
                <a:gd name="connsiteX188" fmla="*/ 522922 w 885825"/>
                <a:gd name="connsiteY188" fmla="*/ 140494 h 1373504"/>
                <a:gd name="connsiteX189" fmla="*/ 534352 w 885825"/>
                <a:gd name="connsiteY189" fmla="*/ 138113 h 1373504"/>
                <a:gd name="connsiteX190" fmla="*/ 547211 w 885825"/>
                <a:gd name="connsiteY190" fmla="*/ 137636 h 1373504"/>
                <a:gd name="connsiteX191" fmla="*/ 552450 w 885825"/>
                <a:gd name="connsiteY191" fmla="*/ 135731 h 1373504"/>
                <a:gd name="connsiteX192" fmla="*/ 557213 w 885825"/>
                <a:gd name="connsiteY192" fmla="*/ 132874 h 1373504"/>
                <a:gd name="connsiteX193" fmla="*/ 555784 w 885825"/>
                <a:gd name="connsiteY193" fmla="*/ 130493 h 1373504"/>
                <a:gd name="connsiteX194" fmla="*/ 554355 w 885825"/>
                <a:gd name="connsiteY194" fmla="*/ 128588 h 1373504"/>
                <a:gd name="connsiteX195" fmla="*/ 546735 w 885825"/>
                <a:gd name="connsiteY195" fmla="*/ 124301 h 1373504"/>
                <a:gd name="connsiteX196" fmla="*/ 534352 w 885825"/>
                <a:gd name="connsiteY196" fmla="*/ 120015 h 1373504"/>
                <a:gd name="connsiteX197" fmla="*/ 526732 w 885825"/>
                <a:gd name="connsiteY197" fmla="*/ 114300 h 1373504"/>
                <a:gd name="connsiteX198" fmla="*/ 535781 w 885825"/>
                <a:gd name="connsiteY198" fmla="*/ 108585 h 1373504"/>
                <a:gd name="connsiteX199" fmla="*/ 530542 w 885825"/>
                <a:gd name="connsiteY199" fmla="*/ 104775 h 1373504"/>
                <a:gd name="connsiteX200" fmla="*/ 525303 w 885825"/>
                <a:gd name="connsiteY200" fmla="*/ 102870 h 1373504"/>
                <a:gd name="connsiteX201" fmla="*/ 515302 w 885825"/>
                <a:gd name="connsiteY201" fmla="*/ 101441 h 1373504"/>
                <a:gd name="connsiteX202" fmla="*/ 513873 w 885825"/>
                <a:gd name="connsiteY202" fmla="*/ 102870 h 1373504"/>
                <a:gd name="connsiteX203" fmla="*/ 513873 w 885825"/>
                <a:gd name="connsiteY203" fmla="*/ 106680 h 1373504"/>
                <a:gd name="connsiteX204" fmla="*/ 506253 w 885825"/>
                <a:gd name="connsiteY204" fmla="*/ 108109 h 1373504"/>
                <a:gd name="connsiteX205" fmla="*/ 501491 w 885825"/>
                <a:gd name="connsiteY205" fmla="*/ 101441 h 1373504"/>
                <a:gd name="connsiteX206" fmla="*/ 492442 w 885825"/>
                <a:gd name="connsiteY206" fmla="*/ 99060 h 1373504"/>
                <a:gd name="connsiteX207" fmla="*/ 478631 w 885825"/>
                <a:gd name="connsiteY207" fmla="*/ 100489 h 1373504"/>
                <a:gd name="connsiteX208" fmla="*/ 474821 w 885825"/>
                <a:gd name="connsiteY208" fmla="*/ 98584 h 1373504"/>
                <a:gd name="connsiteX209" fmla="*/ 471488 w 885825"/>
                <a:gd name="connsiteY209" fmla="*/ 94297 h 1373504"/>
                <a:gd name="connsiteX210" fmla="*/ 467677 w 885825"/>
                <a:gd name="connsiteY210" fmla="*/ 92393 h 1373504"/>
                <a:gd name="connsiteX211" fmla="*/ 464344 w 885825"/>
                <a:gd name="connsiteY211" fmla="*/ 92393 h 1373504"/>
                <a:gd name="connsiteX212" fmla="*/ 465772 w 885825"/>
                <a:gd name="connsiteY212" fmla="*/ 90964 h 1373504"/>
                <a:gd name="connsiteX213" fmla="*/ 468630 w 885825"/>
                <a:gd name="connsiteY213" fmla="*/ 89535 h 1373504"/>
                <a:gd name="connsiteX214" fmla="*/ 469106 w 885825"/>
                <a:gd name="connsiteY214" fmla="*/ 87154 h 1373504"/>
                <a:gd name="connsiteX215" fmla="*/ 469582 w 885825"/>
                <a:gd name="connsiteY215" fmla="*/ 83344 h 1373504"/>
                <a:gd name="connsiteX216" fmla="*/ 469106 w 885825"/>
                <a:gd name="connsiteY216" fmla="*/ 80010 h 1373504"/>
                <a:gd name="connsiteX217" fmla="*/ 468153 w 885825"/>
                <a:gd name="connsiteY217" fmla="*/ 77629 h 1373504"/>
                <a:gd name="connsiteX218" fmla="*/ 466725 w 885825"/>
                <a:gd name="connsiteY218" fmla="*/ 75724 h 1373504"/>
                <a:gd name="connsiteX219" fmla="*/ 461010 w 885825"/>
                <a:gd name="connsiteY219" fmla="*/ 69532 h 1373504"/>
                <a:gd name="connsiteX220" fmla="*/ 454819 w 885825"/>
                <a:gd name="connsiteY220" fmla="*/ 67151 h 1373504"/>
                <a:gd name="connsiteX221" fmla="*/ 452438 w 885825"/>
                <a:gd name="connsiteY221" fmla="*/ 66675 h 1373504"/>
                <a:gd name="connsiteX222" fmla="*/ 450532 w 885825"/>
                <a:gd name="connsiteY222" fmla="*/ 67627 h 1373504"/>
                <a:gd name="connsiteX223" fmla="*/ 436721 w 885825"/>
                <a:gd name="connsiteY223" fmla="*/ 80010 h 1373504"/>
                <a:gd name="connsiteX224" fmla="*/ 430053 w 885825"/>
                <a:gd name="connsiteY224" fmla="*/ 83820 h 1373504"/>
                <a:gd name="connsiteX225" fmla="*/ 431482 w 885825"/>
                <a:gd name="connsiteY225" fmla="*/ 80486 h 1373504"/>
                <a:gd name="connsiteX226" fmla="*/ 431959 w 885825"/>
                <a:gd name="connsiteY226" fmla="*/ 76676 h 1373504"/>
                <a:gd name="connsiteX227" fmla="*/ 430530 w 885825"/>
                <a:gd name="connsiteY227" fmla="*/ 72866 h 1373504"/>
                <a:gd name="connsiteX228" fmla="*/ 431959 w 885825"/>
                <a:gd name="connsiteY228" fmla="*/ 70009 h 1373504"/>
                <a:gd name="connsiteX229" fmla="*/ 436245 w 885825"/>
                <a:gd name="connsiteY229" fmla="*/ 64770 h 1373504"/>
                <a:gd name="connsiteX230" fmla="*/ 439578 w 885825"/>
                <a:gd name="connsiteY230" fmla="*/ 59531 h 1373504"/>
                <a:gd name="connsiteX231" fmla="*/ 435292 w 885825"/>
                <a:gd name="connsiteY231" fmla="*/ 52388 h 1373504"/>
                <a:gd name="connsiteX232" fmla="*/ 430053 w 885825"/>
                <a:gd name="connsiteY232" fmla="*/ 48101 h 1373504"/>
                <a:gd name="connsiteX233" fmla="*/ 426244 w 885825"/>
                <a:gd name="connsiteY233" fmla="*/ 46196 h 1373504"/>
                <a:gd name="connsiteX234" fmla="*/ 413861 w 885825"/>
                <a:gd name="connsiteY234" fmla="*/ 41910 h 1373504"/>
                <a:gd name="connsiteX235" fmla="*/ 405289 w 885825"/>
                <a:gd name="connsiteY235" fmla="*/ 40481 h 1373504"/>
                <a:gd name="connsiteX236" fmla="*/ 403860 w 885825"/>
                <a:gd name="connsiteY236" fmla="*/ 41910 h 1373504"/>
                <a:gd name="connsiteX237" fmla="*/ 402431 w 885825"/>
                <a:gd name="connsiteY237" fmla="*/ 44291 h 1373504"/>
                <a:gd name="connsiteX238" fmla="*/ 400526 w 885825"/>
                <a:gd name="connsiteY238" fmla="*/ 45244 h 1373504"/>
                <a:gd name="connsiteX239" fmla="*/ 398621 w 885825"/>
                <a:gd name="connsiteY239" fmla="*/ 45244 h 1373504"/>
                <a:gd name="connsiteX240" fmla="*/ 389572 w 885825"/>
                <a:gd name="connsiteY240" fmla="*/ 36671 h 1373504"/>
                <a:gd name="connsiteX241" fmla="*/ 384810 w 885825"/>
                <a:gd name="connsiteY241" fmla="*/ 34290 h 1373504"/>
                <a:gd name="connsiteX242" fmla="*/ 380047 w 885825"/>
                <a:gd name="connsiteY242" fmla="*/ 34766 h 1373504"/>
                <a:gd name="connsiteX243" fmla="*/ 374809 w 885825"/>
                <a:gd name="connsiteY243" fmla="*/ 38100 h 1373504"/>
                <a:gd name="connsiteX244" fmla="*/ 373380 w 885825"/>
                <a:gd name="connsiteY244" fmla="*/ 42386 h 1373504"/>
                <a:gd name="connsiteX245" fmla="*/ 374809 w 885825"/>
                <a:gd name="connsiteY245" fmla="*/ 47625 h 1373504"/>
                <a:gd name="connsiteX246" fmla="*/ 370046 w 885825"/>
                <a:gd name="connsiteY246" fmla="*/ 51435 h 1373504"/>
                <a:gd name="connsiteX247" fmla="*/ 366236 w 885825"/>
                <a:gd name="connsiteY247" fmla="*/ 59055 h 1373504"/>
                <a:gd name="connsiteX248" fmla="*/ 365760 w 885825"/>
                <a:gd name="connsiteY248" fmla="*/ 60960 h 1373504"/>
                <a:gd name="connsiteX249" fmla="*/ 365284 w 885825"/>
                <a:gd name="connsiteY249" fmla="*/ 62865 h 1373504"/>
                <a:gd name="connsiteX250" fmla="*/ 366236 w 885825"/>
                <a:gd name="connsiteY250" fmla="*/ 70009 h 1373504"/>
                <a:gd name="connsiteX251" fmla="*/ 367189 w 885825"/>
                <a:gd name="connsiteY251" fmla="*/ 75247 h 1373504"/>
                <a:gd name="connsiteX252" fmla="*/ 372427 w 885825"/>
                <a:gd name="connsiteY252" fmla="*/ 88582 h 1373504"/>
                <a:gd name="connsiteX253" fmla="*/ 380047 w 885825"/>
                <a:gd name="connsiteY253" fmla="*/ 106204 h 1373504"/>
                <a:gd name="connsiteX254" fmla="*/ 382905 w 885825"/>
                <a:gd name="connsiteY254" fmla="*/ 116681 h 1373504"/>
                <a:gd name="connsiteX255" fmla="*/ 381000 w 885825"/>
                <a:gd name="connsiteY255" fmla="*/ 116205 h 1373504"/>
                <a:gd name="connsiteX256" fmla="*/ 366236 w 885825"/>
                <a:gd name="connsiteY256" fmla="*/ 102870 h 1373504"/>
                <a:gd name="connsiteX257" fmla="*/ 362902 w 885825"/>
                <a:gd name="connsiteY257" fmla="*/ 101918 h 1373504"/>
                <a:gd name="connsiteX258" fmla="*/ 359569 w 885825"/>
                <a:gd name="connsiteY258" fmla="*/ 97155 h 1373504"/>
                <a:gd name="connsiteX259" fmla="*/ 352425 w 885825"/>
                <a:gd name="connsiteY259" fmla="*/ 84296 h 1373504"/>
                <a:gd name="connsiteX260" fmla="*/ 345757 w 885825"/>
                <a:gd name="connsiteY260" fmla="*/ 73819 h 1373504"/>
                <a:gd name="connsiteX261" fmla="*/ 339090 w 885825"/>
                <a:gd name="connsiteY261" fmla="*/ 63818 h 1373504"/>
                <a:gd name="connsiteX262" fmla="*/ 331470 w 885825"/>
                <a:gd name="connsiteY262" fmla="*/ 56674 h 1373504"/>
                <a:gd name="connsiteX263" fmla="*/ 323373 w 885825"/>
                <a:gd name="connsiteY263" fmla="*/ 54293 h 1373504"/>
                <a:gd name="connsiteX264" fmla="*/ 316230 w 885825"/>
                <a:gd name="connsiteY264" fmla="*/ 60007 h 1373504"/>
                <a:gd name="connsiteX265" fmla="*/ 309563 w 885825"/>
                <a:gd name="connsiteY265" fmla="*/ 68104 h 1373504"/>
                <a:gd name="connsiteX266" fmla="*/ 304800 w 885825"/>
                <a:gd name="connsiteY266" fmla="*/ 70485 h 1373504"/>
                <a:gd name="connsiteX267" fmla="*/ 304323 w 885825"/>
                <a:gd name="connsiteY267" fmla="*/ 74295 h 1373504"/>
                <a:gd name="connsiteX268" fmla="*/ 303847 w 885825"/>
                <a:gd name="connsiteY268" fmla="*/ 78581 h 1373504"/>
                <a:gd name="connsiteX269" fmla="*/ 304323 w 885825"/>
                <a:gd name="connsiteY269" fmla="*/ 82391 h 1373504"/>
                <a:gd name="connsiteX270" fmla="*/ 305276 w 885825"/>
                <a:gd name="connsiteY270" fmla="*/ 85725 h 1373504"/>
                <a:gd name="connsiteX271" fmla="*/ 304323 w 885825"/>
                <a:gd name="connsiteY271" fmla="*/ 88582 h 1373504"/>
                <a:gd name="connsiteX272" fmla="*/ 301942 w 885825"/>
                <a:gd name="connsiteY272" fmla="*/ 89059 h 1373504"/>
                <a:gd name="connsiteX273" fmla="*/ 297656 w 885825"/>
                <a:gd name="connsiteY273" fmla="*/ 86201 h 1373504"/>
                <a:gd name="connsiteX274" fmla="*/ 293846 w 885825"/>
                <a:gd name="connsiteY274" fmla="*/ 81915 h 1373504"/>
                <a:gd name="connsiteX275" fmla="*/ 290036 w 885825"/>
                <a:gd name="connsiteY275" fmla="*/ 80010 h 1373504"/>
                <a:gd name="connsiteX276" fmla="*/ 284321 w 885825"/>
                <a:gd name="connsiteY276" fmla="*/ 79057 h 1373504"/>
                <a:gd name="connsiteX277" fmla="*/ 282892 w 885825"/>
                <a:gd name="connsiteY277" fmla="*/ 78105 h 1373504"/>
                <a:gd name="connsiteX278" fmla="*/ 280988 w 885825"/>
                <a:gd name="connsiteY278" fmla="*/ 70961 h 1373504"/>
                <a:gd name="connsiteX279" fmla="*/ 277177 w 885825"/>
                <a:gd name="connsiteY279" fmla="*/ 70009 h 1373504"/>
                <a:gd name="connsiteX280" fmla="*/ 254794 w 885825"/>
                <a:gd name="connsiteY280" fmla="*/ 71438 h 1373504"/>
                <a:gd name="connsiteX281" fmla="*/ 271463 w 885825"/>
                <a:gd name="connsiteY281" fmla="*/ 62389 h 1373504"/>
                <a:gd name="connsiteX282" fmla="*/ 296703 w 885825"/>
                <a:gd name="connsiteY282" fmla="*/ 60007 h 1373504"/>
                <a:gd name="connsiteX283" fmla="*/ 300990 w 885825"/>
                <a:gd name="connsiteY283" fmla="*/ 57150 h 1373504"/>
                <a:gd name="connsiteX284" fmla="*/ 301466 w 885825"/>
                <a:gd name="connsiteY284" fmla="*/ 56197 h 1373504"/>
                <a:gd name="connsiteX285" fmla="*/ 301466 w 885825"/>
                <a:gd name="connsiteY285" fmla="*/ 53816 h 1373504"/>
                <a:gd name="connsiteX286" fmla="*/ 300990 w 885825"/>
                <a:gd name="connsiteY286" fmla="*/ 51911 h 1373504"/>
                <a:gd name="connsiteX287" fmla="*/ 293370 w 885825"/>
                <a:gd name="connsiteY287" fmla="*/ 48577 h 1373504"/>
                <a:gd name="connsiteX288" fmla="*/ 273367 w 885825"/>
                <a:gd name="connsiteY288" fmla="*/ 50959 h 1373504"/>
                <a:gd name="connsiteX289" fmla="*/ 261461 w 885825"/>
                <a:gd name="connsiteY289" fmla="*/ 55245 h 1373504"/>
                <a:gd name="connsiteX290" fmla="*/ 256222 w 885825"/>
                <a:gd name="connsiteY290" fmla="*/ 55245 h 1373504"/>
                <a:gd name="connsiteX291" fmla="*/ 245269 w 885825"/>
                <a:gd name="connsiteY291" fmla="*/ 51911 h 1373504"/>
                <a:gd name="connsiteX292" fmla="*/ 243364 w 885825"/>
                <a:gd name="connsiteY292" fmla="*/ 53340 h 1373504"/>
                <a:gd name="connsiteX293" fmla="*/ 244316 w 885825"/>
                <a:gd name="connsiteY293" fmla="*/ 57150 h 1373504"/>
                <a:gd name="connsiteX294" fmla="*/ 245745 w 885825"/>
                <a:gd name="connsiteY294" fmla="*/ 60007 h 1373504"/>
                <a:gd name="connsiteX295" fmla="*/ 242888 w 885825"/>
                <a:gd name="connsiteY295" fmla="*/ 59531 h 1373504"/>
                <a:gd name="connsiteX296" fmla="*/ 239553 w 885825"/>
                <a:gd name="connsiteY296" fmla="*/ 58102 h 1373504"/>
                <a:gd name="connsiteX297" fmla="*/ 225742 w 885825"/>
                <a:gd name="connsiteY297" fmla="*/ 51911 h 1373504"/>
                <a:gd name="connsiteX298" fmla="*/ 213360 w 885825"/>
                <a:gd name="connsiteY298" fmla="*/ 53340 h 1373504"/>
                <a:gd name="connsiteX299" fmla="*/ 210026 w 885825"/>
                <a:gd name="connsiteY299" fmla="*/ 54293 h 1373504"/>
                <a:gd name="connsiteX300" fmla="*/ 207645 w 885825"/>
                <a:gd name="connsiteY300" fmla="*/ 59055 h 1373504"/>
                <a:gd name="connsiteX301" fmla="*/ 206692 w 885825"/>
                <a:gd name="connsiteY301" fmla="*/ 59531 h 1373504"/>
                <a:gd name="connsiteX302" fmla="*/ 203359 w 885825"/>
                <a:gd name="connsiteY302" fmla="*/ 56197 h 1373504"/>
                <a:gd name="connsiteX303" fmla="*/ 197167 w 885825"/>
                <a:gd name="connsiteY303" fmla="*/ 53340 h 1373504"/>
                <a:gd name="connsiteX304" fmla="*/ 195263 w 885825"/>
                <a:gd name="connsiteY304" fmla="*/ 53340 h 1373504"/>
                <a:gd name="connsiteX305" fmla="*/ 193357 w 885825"/>
                <a:gd name="connsiteY305" fmla="*/ 54293 h 1373504"/>
                <a:gd name="connsiteX306" fmla="*/ 190976 w 885825"/>
                <a:gd name="connsiteY306" fmla="*/ 56674 h 1373504"/>
                <a:gd name="connsiteX307" fmla="*/ 190976 w 885825"/>
                <a:gd name="connsiteY307" fmla="*/ 58579 h 1373504"/>
                <a:gd name="connsiteX308" fmla="*/ 195263 w 885825"/>
                <a:gd name="connsiteY308" fmla="*/ 62389 h 1373504"/>
                <a:gd name="connsiteX309" fmla="*/ 622459 w 885825"/>
                <a:gd name="connsiteY309" fmla="*/ 676275 h 1373504"/>
                <a:gd name="connsiteX310" fmla="*/ 625316 w 885825"/>
                <a:gd name="connsiteY310" fmla="*/ 674370 h 1373504"/>
                <a:gd name="connsiteX311" fmla="*/ 626269 w 885825"/>
                <a:gd name="connsiteY311" fmla="*/ 672465 h 1373504"/>
                <a:gd name="connsiteX312" fmla="*/ 626745 w 885825"/>
                <a:gd name="connsiteY312" fmla="*/ 670560 h 1373504"/>
                <a:gd name="connsiteX313" fmla="*/ 625316 w 885825"/>
                <a:gd name="connsiteY313" fmla="*/ 669131 h 1373504"/>
                <a:gd name="connsiteX314" fmla="*/ 621506 w 885825"/>
                <a:gd name="connsiteY314" fmla="*/ 671036 h 1373504"/>
                <a:gd name="connsiteX315" fmla="*/ 619125 w 885825"/>
                <a:gd name="connsiteY315" fmla="*/ 671036 h 1373504"/>
                <a:gd name="connsiteX316" fmla="*/ 611028 w 885825"/>
                <a:gd name="connsiteY316" fmla="*/ 677704 h 1373504"/>
                <a:gd name="connsiteX317" fmla="*/ 607219 w 885825"/>
                <a:gd name="connsiteY317" fmla="*/ 676751 h 1373504"/>
                <a:gd name="connsiteX318" fmla="*/ 597217 w 885825"/>
                <a:gd name="connsiteY318" fmla="*/ 678656 h 1373504"/>
                <a:gd name="connsiteX319" fmla="*/ 591978 w 885825"/>
                <a:gd name="connsiteY319" fmla="*/ 678180 h 1373504"/>
                <a:gd name="connsiteX320" fmla="*/ 589597 w 885825"/>
                <a:gd name="connsiteY320" fmla="*/ 681037 h 1373504"/>
                <a:gd name="connsiteX321" fmla="*/ 585788 w 885825"/>
                <a:gd name="connsiteY321" fmla="*/ 680561 h 1373504"/>
                <a:gd name="connsiteX322" fmla="*/ 583882 w 885825"/>
                <a:gd name="connsiteY322" fmla="*/ 681037 h 1373504"/>
                <a:gd name="connsiteX323" fmla="*/ 577691 w 885825"/>
                <a:gd name="connsiteY323" fmla="*/ 681037 h 1373504"/>
                <a:gd name="connsiteX324" fmla="*/ 579596 w 885825"/>
                <a:gd name="connsiteY324" fmla="*/ 683895 h 1373504"/>
                <a:gd name="connsiteX325" fmla="*/ 583406 w 885825"/>
                <a:gd name="connsiteY325" fmla="*/ 687229 h 1373504"/>
                <a:gd name="connsiteX326" fmla="*/ 590073 w 885825"/>
                <a:gd name="connsiteY326" fmla="*/ 690086 h 1373504"/>
                <a:gd name="connsiteX327" fmla="*/ 592455 w 885825"/>
                <a:gd name="connsiteY327" fmla="*/ 690562 h 1373504"/>
                <a:gd name="connsiteX328" fmla="*/ 596741 w 885825"/>
                <a:gd name="connsiteY328" fmla="*/ 690086 h 1373504"/>
                <a:gd name="connsiteX329" fmla="*/ 598170 w 885825"/>
                <a:gd name="connsiteY329" fmla="*/ 689134 h 1373504"/>
                <a:gd name="connsiteX330" fmla="*/ 600075 w 885825"/>
                <a:gd name="connsiteY330" fmla="*/ 687705 h 1373504"/>
                <a:gd name="connsiteX331" fmla="*/ 605790 w 885825"/>
                <a:gd name="connsiteY331" fmla="*/ 688658 h 1373504"/>
                <a:gd name="connsiteX332" fmla="*/ 607695 w 885825"/>
                <a:gd name="connsiteY332" fmla="*/ 687705 h 1373504"/>
                <a:gd name="connsiteX333" fmla="*/ 609123 w 885825"/>
                <a:gd name="connsiteY333" fmla="*/ 686276 h 1373504"/>
                <a:gd name="connsiteX334" fmla="*/ 613886 w 885825"/>
                <a:gd name="connsiteY334" fmla="*/ 684848 h 1373504"/>
                <a:gd name="connsiteX335" fmla="*/ 622459 w 885825"/>
                <a:gd name="connsiteY335" fmla="*/ 676275 h 1373504"/>
                <a:gd name="connsiteX336" fmla="*/ 633413 w 885825"/>
                <a:gd name="connsiteY336" fmla="*/ 691991 h 1373504"/>
                <a:gd name="connsiteX337" fmla="*/ 632936 w 885825"/>
                <a:gd name="connsiteY337" fmla="*/ 689610 h 1373504"/>
                <a:gd name="connsiteX338" fmla="*/ 632460 w 885825"/>
                <a:gd name="connsiteY338" fmla="*/ 686753 h 1373504"/>
                <a:gd name="connsiteX339" fmla="*/ 631031 w 885825"/>
                <a:gd name="connsiteY339" fmla="*/ 683895 h 1373504"/>
                <a:gd name="connsiteX340" fmla="*/ 630078 w 885825"/>
                <a:gd name="connsiteY340" fmla="*/ 682466 h 1373504"/>
                <a:gd name="connsiteX341" fmla="*/ 620077 w 885825"/>
                <a:gd name="connsiteY341" fmla="*/ 689134 h 1373504"/>
                <a:gd name="connsiteX342" fmla="*/ 617220 w 885825"/>
                <a:gd name="connsiteY342" fmla="*/ 688658 h 1373504"/>
                <a:gd name="connsiteX343" fmla="*/ 612457 w 885825"/>
                <a:gd name="connsiteY343" fmla="*/ 690562 h 1373504"/>
                <a:gd name="connsiteX344" fmla="*/ 609600 w 885825"/>
                <a:gd name="connsiteY344" fmla="*/ 692944 h 1373504"/>
                <a:gd name="connsiteX345" fmla="*/ 608647 w 885825"/>
                <a:gd name="connsiteY345" fmla="*/ 694849 h 1373504"/>
                <a:gd name="connsiteX346" fmla="*/ 608647 w 885825"/>
                <a:gd name="connsiteY346" fmla="*/ 696754 h 1373504"/>
                <a:gd name="connsiteX347" fmla="*/ 611505 w 885825"/>
                <a:gd name="connsiteY347" fmla="*/ 698659 h 1373504"/>
                <a:gd name="connsiteX348" fmla="*/ 614363 w 885825"/>
                <a:gd name="connsiteY348" fmla="*/ 697230 h 1373504"/>
                <a:gd name="connsiteX349" fmla="*/ 614839 w 885825"/>
                <a:gd name="connsiteY349" fmla="*/ 698183 h 1373504"/>
                <a:gd name="connsiteX350" fmla="*/ 614363 w 885825"/>
                <a:gd name="connsiteY350" fmla="*/ 701993 h 1373504"/>
                <a:gd name="connsiteX351" fmla="*/ 616267 w 885825"/>
                <a:gd name="connsiteY351" fmla="*/ 702945 h 1373504"/>
                <a:gd name="connsiteX352" fmla="*/ 620077 w 885825"/>
                <a:gd name="connsiteY352" fmla="*/ 701993 h 1373504"/>
                <a:gd name="connsiteX353" fmla="*/ 622459 w 885825"/>
                <a:gd name="connsiteY353" fmla="*/ 701040 h 1373504"/>
                <a:gd name="connsiteX354" fmla="*/ 621982 w 885825"/>
                <a:gd name="connsiteY354" fmla="*/ 699611 h 1373504"/>
                <a:gd name="connsiteX355" fmla="*/ 629126 w 885825"/>
                <a:gd name="connsiteY355" fmla="*/ 695325 h 1373504"/>
                <a:gd name="connsiteX356" fmla="*/ 633413 w 885825"/>
                <a:gd name="connsiteY356" fmla="*/ 691991 h 1373504"/>
                <a:gd name="connsiteX357" fmla="*/ 451009 w 885825"/>
                <a:gd name="connsiteY357" fmla="*/ 748189 h 1373504"/>
                <a:gd name="connsiteX358" fmla="*/ 455771 w 885825"/>
                <a:gd name="connsiteY358" fmla="*/ 747236 h 1373504"/>
                <a:gd name="connsiteX359" fmla="*/ 468630 w 885825"/>
                <a:gd name="connsiteY359" fmla="*/ 745808 h 1373504"/>
                <a:gd name="connsiteX360" fmla="*/ 469106 w 885825"/>
                <a:gd name="connsiteY360" fmla="*/ 744379 h 1373504"/>
                <a:gd name="connsiteX361" fmla="*/ 469106 w 885825"/>
                <a:gd name="connsiteY361" fmla="*/ 742474 h 1373504"/>
                <a:gd name="connsiteX362" fmla="*/ 472440 w 885825"/>
                <a:gd name="connsiteY362" fmla="*/ 738664 h 1373504"/>
                <a:gd name="connsiteX363" fmla="*/ 475773 w 885825"/>
                <a:gd name="connsiteY363" fmla="*/ 735330 h 1373504"/>
                <a:gd name="connsiteX364" fmla="*/ 480060 w 885825"/>
                <a:gd name="connsiteY364" fmla="*/ 732473 h 1373504"/>
                <a:gd name="connsiteX365" fmla="*/ 482441 w 885825"/>
                <a:gd name="connsiteY365" fmla="*/ 732949 h 1373504"/>
                <a:gd name="connsiteX366" fmla="*/ 487203 w 885825"/>
                <a:gd name="connsiteY366" fmla="*/ 731520 h 1373504"/>
                <a:gd name="connsiteX367" fmla="*/ 491014 w 885825"/>
                <a:gd name="connsiteY367" fmla="*/ 726281 h 1373504"/>
                <a:gd name="connsiteX368" fmla="*/ 496252 w 885825"/>
                <a:gd name="connsiteY368" fmla="*/ 722471 h 1373504"/>
                <a:gd name="connsiteX369" fmla="*/ 496728 w 885825"/>
                <a:gd name="connsiteY369" fmla="*/ 719614 h 1373504"/>
                <a:gd name="connsiteX370" fmla="*/ 492919 w 885825"/>
                <a:gd name="connsiteY370" fmla="*/ 717709 h 1373504"/>
                <a:gd name="connsiteX371" fmla="*/ 491014 w 885825"/>
                <a:gd name="connsiteY371" fmla="*/ 718185 h 1373504"/>
                <a:gd name="connsiteX372" fmla="*/ 490061 w 885825"/>
                <a:gd name="connsiteY372" fmla="*/ 719614 h 1373504"/>
                <a:gd name="connsiteX373" fmla="*/ 487203 w 885825"/>
                <a:gd name="connsiteY373" fmla="*/ 720090 h 1373504"/>
                <a:gd name="connsiteX374" fmla="*/ 484346 w 885825"/>
                <a:gd name="connsiteY374" fmla="*/ 716756 h 1373504"/>
                <a:gd name="connsiteX375" fmla="*/ 484346 w 885825"/>
                <a:gd name="connsiteY375" fmla="*/ 710089 h 1373504"/>
                <a:gd name="connsiteX376" fmla="*/ 482917 w 885825"/>
                <a:gd name="connsiteY376" fmla="*/ 705803 h 1373504"/>
                <a:gd name="connsiteX377" fmla="*/ 480060 w 885825"/>
                <a:gd name="connsiteY377" fmla="*/ 705803 h 1373504"/>
                <a:gd name="connsiteX378" fmla="*/ 477678 w 885825"/>
                <a:gd name="connsiteY378" fmla="*/ 710565 h 1373504"/>
                <a:gd name="connsiteX379" fmla="*/ 477202 w 885825"/>
                <a:gd name="connsiteY379" fmla="*/ 712470 h 1373504"/>
                <a:gd name="connsiteX380" fmla="*/ 478155 w 885825"/>
                <a:gd name="connsiteY380" fmla="*/ 715328 h 1373504"/>
                <a:gd name="connsiteX381" fmla="*/ 477202 w 885825"/>
                <a:gd name="connsiteY381" fmla="*/ 718185 h 1373504"/>
                <a:gd name="connsiteX382" fmla="*/ 474345 w 885825"/>
                <a:gd name="connsiteY382" fmla="*/ 717709 h 1373504"/>
                <a:gd name="connsiteX383" fmla="*/ 471488 w 885825"/>
                <a:gd name="connsiteY383" fmla="*/ 719614 h 1373504"/>
                <a:gd name="connsiteX384" fmla="*/ 469582 w 885825"/>
                <a:gd name="connsiteY384" fmla="*/ 722471 h 1373504"/>
                <a:gd name="connsiteX385" fmla="*/ 464820 w 885825"/>
                <a:gd name="connsiteY385" fmla="*/ 726758 h 1373504"/>
                <a:gd name="connsiteX386" fmla="*/ 464344 w 885825"/>
                <a:gd name="connsiteY386" fmla="*/ 728186 h 1373504"/>
                <a:gd name="connsiteX387" fmla="*/ 465296 w 885825"/>
                <a:gd name="connsiteY387" fmla="*/ 730568 h 1373504"/>
                <a:gd name="connsiteX388" fmla="*/ 464344 w 885825"/>
                <a:gd name="connsiteY388" fmla="*/ 732949 h 1373504"/>
                <a:gd name="connsiteX389" fmla="*/ 462439 w 885825"/>
                <a:gd name="connsiteY389" fmla="*/ 731044 h 1373504"/>
                <a:gd name="connsiteX390" fmla="*/ 461010 w 885825"/>
                <a:gd name="connsiteY390" fmla="*/ 731520 h 1373504"/>
                <a:gd name="connsiteX391" fmla="*/ 458628 w 885825"/>
                <a:gd name="connsiteY391" fmla="*/ 733901 h 1373504"/>
                <a:gd name="connsiteX392" fmla="*/ 454819 w 885825"/>
                <a:gd name="connsiteY392" fmla="*/ 732949 h 1373504"/>
                <a:gd name="connsiteX393" fmla="*/ 452914 w 885825"/>
                <a:gd name="connsiteY393" fmla="*/ 733901 h 1373504"/>
                <a:gd name="connsiteX394" fmla="*/ 451961 w 885825"/>
                <a:gd name="connsiteY394" fmla="*/ 737235 h 1373504"/>
                <a:gd name="connsiteX395" fmla="*/ 450532 w 885825"/>
                <a:gd name="connsiteY395" fmla="*/ 738187 h 1373504"/>
                <a:gd name="connsiteX396" fmla="*/ 449103 w 885825"/>
                <a:gd name="connsiteY396" fmla="*/ 739616 h 1373504"/>
                <a:gd name="connsiteX397" fmla="*/ 449103 w 885825"/>
                <a:gd name="connsiteY397" fmla="*/ 741998 h 1373504"/>
                <a:gd name="connsiteX398" fmla="*/ 444341 w 885825"/>
                <a:gd name="connsiteY398" fmla="*/ 742474 h 1373504"/>
                <a:gd name="connsiteX399" fmla="*/ 443389 w 885825"/>
                <a:gd name="connsiteY399" fmla="*/ 743903 h 1373504"/>
                <a:gd name="connsiteX400" fmla="*/ 445770 w 885825"/>
                <a:gd name="connsiteY400" fmla="*/ 746760 h 1373504"/>
                <a:gd name="connsiteX401" fmla="*/ 451009 w 885825"/>
                <a:gd name="connsiteY401" fmla="*/ 748189 h 1373504"/>
                <a:gd name="connsiteX402" fmla="*/ 442436 w 885825"/>
                <a:gd name="connsiteY402" fmla="*/ 759619 h 1373504"/>
                <a:gd name="connsiteX403" fmla="*/ 444341 w 885825"/>
                <a:gd name="connsiteY403" fmla="*/ 756761 h 1373504"/>
                <a:gd name="connsiteX404" fmla="*/ 443389 w 885825"/>
                <a:gd name="connsiteY404" fmla="*/ 752951 h 1373504"/>
                <a:gd name="connsiteX405" fmla="*/ 441960 w 885825"/>
                <a:gd name="connsiteY405" fmla="*/ 750094 h 1373504"/>
                <a:gd name="connsiteX406" fmla="*/ 439578 w 885825"/>
                <a:gd name="connsiteY406" fmla="*/ 750094 h 1373504"/>
                <a:gd name="connsiteX407" fmla="*/ 437197 w 885825"/>
                <a:gd name="connsiteY407" fmla="*/ 747712 h 1373504"/>
                <a:gd name="connsiteX408" fmla="*/ 434340 w 885825"/>
                <a:gd name="connsiteY408" fmla="*/ 746284 h 1373504"/>
                <a:gd name="connsiteX409" fmla="*/ 430530 w 885825"/>
                <a:gd name="connsiteY409" fmla="*/ 746760 h 1373504"/>
                <a:gd name="connsiteX410" fmla="*/ 428625 w 885825"/>
                <a:gd name="connsiteY410" fmla="*/ 747712 h 1373504"/>
                <a:gd name="connsiteX411" fmla="*/ 424339 w 885825"/>
                <a:gd name="connsiteY411" fmla="*/ 744379 h 1373504"/>
                <a:gd name="connsiteX412" fmla="*/ 423863 w 885825"/>
                <a:gd name="connsiteY412" fmla="*/ 744855 h 1373504"/>
                <a:gd name="connsiteX413" fmla="*/ 423863 w 885825"/>
                <a:gd name="connsiteY413" fmla="*/ 745808 h 1373504"/>
                <a:gd name="connsiteX414" fmla="*/ 422910 w 885825"/>
                <a:gd name="connsiteY414" fmla="*/ 748189 h 1373504"/>
                <a:gd name="connsiteX415" fmla="*/ 419576 w 885825"/>
                <a:gd name="connsiteY415" fmla="*/ 748189 h 1373504"/>
                <a:gd name="connsiteX416" fmla="*/ 416242 w 885825"/>
                <a:gd name="connsiteY416" fmla="*/ 749618 h 1373504"/>
                <a:gd name="connsiteX417" fmla="*/ 415290 w 885825"/>
                <a:gd name="connsiteY417" fmla="*/ 751046 h 1373504"/>
                <a:gd name="connsiteX418" fmla="*/ 420052 w 885825"/>
                <a:gd name="connsiteY418" fmla="*/ 753428 h 1373504"/>
                <a:gd name="connsiteX419" fmla="*/ 421005 w 885825"/>
                <a:gd name="connsiteY419" fmla="*/ 754856 h 1373504"/>
                <a:gd name="connsiteX420" fmla="*/ 420052 w 885825"/>
                <a:gd name="connsiteY420" fmla="*/ 756761 h 1373504"/>
                <a:gd name="connsiteX421" fmla="*/ 410527 w 885825"/>
                <a:gd name="connsiteY421" fmla="*/ 755809 h 1373504"/>
                <a:gd name="connsiteX422" fmla="*/ 407670 w 885825"/>
                <a:gd name="connsiteY422" fmla="*/ 758190 h 1373504"/>
                <a:gd name="connsiteX423" fmla="*/ 407670 w 885825"/>
                <a:gd name="connsiteY423" fmla="*/ 760095 h 1373504"/>
                <a:gd name="connsiteX424" fmla="*/ 406717 w 885825"/>
                <a:gd name="connsiteY424" fmla="*/ 762953 h 1373504"/>
                <a:gd name="connsiteX425" fmla="*/ 407670 w 885825"/>
                <a:gd name="connsiteY425" fmla="*/ 768668 h 1373504"/>
                <a:gd name="connsiteX426" fmla="*/ 406717 w 885825"/>
                <a:gd name="connsiteY426" fmla="*/ 772001 h 1373504"/>
                <a:gd name="connsiteX427" fmla="*/ 402431 w 885825"/>
                <a:gd name="connsiteY427" fmla="*/ 773430 h 1373504"/>
                <a:gd name="connsiteX428" fmla="*/ 401478 w 885825"/>
                <a:gd name="connsiteY428" fmla="*/ 774383 h 1373504"/>
                <a:gd name="connsiteX429" fmla="*/ 401478 w 885825"/>
                <a:gd name="connsiteY429" fmla="*/ 775811 h 1373504"/>
                <a:gd name="connsiteX430" fmla="*/ 406717 w 885825"/>
                <a:gd name="connsiteY430" fmla="*/ 775811 h 1373504"/>
                <a:gd name="connsiteX431" fmla="*/ 410527 w 885825"/>
                <a:gd name="connsiteY431" fmla="*/ 777240 h 1373504"/>
                <a:gd name="connsiteX432" fmla="*/ 410527 w 885825"/>
                <a:gd name="connsiteY432" fmla="*/ 779145 h 1373504"/>
                <a:gd name="connsiteX433" fmla="*/ 413385 w 885825"/>
                <a:gd name="connsiteY433" fmla="*/ 778193 h 1373504"/>
                <a:gd name="connsiteX434" fmla="*/ 419100 w 885825"/>
                <a:gd name="connsiteY434" fmla="*/ 772001 h 1373504"/>
                <a:gd name="connsiteX435" fmla="*/ 424815 w 885825"/>
                <a:gd name="connsiteY435" fmla="*/ 768191 h 1373504"/>
                <a:gd name="connsiteX436" fmla="*/ 427672 w 885825"/>
                <a:gd name="connsiteY436" fmla="*/ 770573 h 1373504"/>
                <a:gd name="connsiteX437" fmla="*/ 434816 w 885825"/>
                <a:gd name="connsiteY437" fmla="*/ 770096 h 1373504"/>
                <a:gd name="connsiteX438" fmla="*/ 441007 w 885825"/>
                <a:gd name="connsiteY438" fmla="*/ 768668 h 1373504"/>
                <a:gd name="connsiteX439" fmla="*/ 440055 w 885825"/>
                <a:gd name="connsiteY439" fmla="*/ 763905 h 1373504"/>
                <a:gd name="connsiteX440" fmla="*/ 441007 w 885825"/>
                <a:gd name="connsiteY440" fmla="*/ 760571 h 1373504"/>
                <a:gd name="connsiteX441" fmla="*/ 442436 w 885825"/>
                <a:gd name="connsiteY441" fmla="*/ 759619 h 1373504"/>
                <a:gd name="connsiteX442" fmla="*/ 453390 w 885825"/>
                <a:gd name="connsiteY442" fmla="*/ 33814 h 1373504"/>
                <a:gd name="connsiteX443" fmla="*/ 471011 w 885825"/>
                <a:gd name="connsiteY443" fmla="*/ 35719 h 1373504"/>
                <a:gd name="connsiteX444" fmla="*/ 466725 w 885825"/>
                <a:gd name="connsiteY444" fmla="*/ 39052 h 1373504"/>
                <a:gd name="connsiteX445" fmla="*/ 462439 w 885825"/>
                <a:gd name="connsiteY445" fmla="*/ 41434 h 1373504"/>
                <a:gd name="connsiteX446" fmla="*/ 451009 w 885825"/>
                <a:gd name="connsiteY446" fmla="*/ 44291 h 1373504"/>
                <a:gd name="connsiteX447" fmla="*/ 451961 w 885825"/>
                <a:gd name="connsiteY447" fmla="*/ 47625 h 1373504"/>
                <a:gd name="connsiteX448" fmla="*/ 453390 w 885825"/>
                <a:gd name="connsiteY448" fmla="*/ 49530 h 1373504"/>
                <a:gd name="connsiteX449" fmla="*/ 456723 w 885825"/>
                <a:gd name="connsiteY449" fmla="*/ 52388 h 1373504"/>
                <a:gd name="connsiteX450" fmla="*/ 466725 w 885825"/>
                <a:gd name="connsiteY450" fmla="*/ 57150 h 1373504"/>
                <a:gd name="connsiteX451" fmla="*/ 474345 w 885825"/>
                <a:gd name="connsiteY451" fmla="*/ 59055 h 1373504"/>
                <a:gd name="connsiteX452" fmla="*/ 490061 w 885825"/>
                <a:gd name="connsiteY452" fmla="*/ 60007 h 1373504"/>
                <a:gd name="connsiteX453" fmla="*/ 498157 w 885825"/>
                <a:gd name="connsiteY453" fmla="*/ 60007 h 1373504"/>
                <a:gd name="connsiteX454" fmla="*/ 507206 w 885825"/>
                <a:gd name="connsiteY454" fmla="*/ 58579 h 1373504"/>
                <a:gd name="connsiteX455" fmla="*/ 514826 w 885825"/>
                <a:gd name="connsiteY455" fmla="*/ 55721 h 1373504"/>
                <a:gd name="connsiteX456" fmla="*/ 526256 w 885825"/>
                <a:gd name="connsiteY456" fmla="*/ 56197 h 1373504"/>
                <a:gd name="connsiteX457" fmla="*/ 537210 w 885825"/>
                <a:gd name="connsiteY457" fmla="*/ 58102 h 1373504"/>
                <a:gd name="connsiteX458" fmla="*/ 533876 w 885825"/>
                <a:gd name="connsiteY458" fmla="*/ 61436 h 1373504"/>
                <a:gd name="connsiteX459" fmla="*/ 529590 w 885825"/>
                <a:gd name="connsiteY459" fmla="*/ 62865 h 1373504"/>
                <a:gd name="connsiteX460" fmla="*/ 527209 w 885825"/>
                <a:gd name="connsiteY460" fmla="*/ 67151 h 1373504"/>
                <a:gd name="connsiteX461" fmla="*/ 516731 w 885825"/>
                <a:gd name="connsiteY461" fmla="*/ 67151 h 1373504"/>
                <a:gd name="connsiteX462" fmla="*/ 511016 w 885825"/>
                <a:gd name="connsiteY462" fmla="*/ 66675 h 1373504"/>
                <a:gd name="connsiteX463" fmla="*/ 504348 w 885825"/>
                <a:gd name="connsiteY463" fmla="*/ 67151 h 1373504"/>
                <a:gd name="connsiteX464" fmla="*/ 501967 w 885825"/>
                <a:gd name="connsiteY464" fmla="*/ 68580 h 1373504"/>
                <a:gd name="connsiteX465" fmla="*/ 499586 w 885825"/>
                <a:gd name="connsiteY465" fmla="*/ 70485 h 1373504"/>
                <a:gd name="connsiteX466" fmla="*/ 507206 w 885825"/>
                <a:gd name="connsiteY466" fmla="*/ 74771 h 1373504"/>
                <a:gd name="connsiteX467" fmla="*/ 514826 w 885825"/>
                <a:gd name="connsiteY467" fmla="*/ 78105 h 1373504"/>
                <a:gd name="connsiteX468" fmla="*/ 523875 w 885825"/>
                <a:gd name="connsiteY468" fmla="*/ 80010 h 1373504"/>
                <a:gd name="connsiteX469" fmla="*/ 536257 w 885825"/>
                <a:gd name="connsiteY469" fmla="*/ 81439 h 1373504"/>
                <a:gd name="connsiteX470" fmla="*/ 537686 w 885825"/>
                <a:gd name="connsiteY470" fmla="*/ 83820 h 1373504"/>
                <a:gd name="connsiteX471" fmla="*/ 539591 w 885825"/>
                <a:gd name="connsiteY471" fmla="*/ 84772 h 1373504"/>
                <a:gd name="connsiteX472" fmla="*/ 575310 w 885825"/>
                <a:gd name="connsiteY472" fmla="*/ 86201 h 1373504"/>
                <a:gd name="connsiteX473" fmla="*/ 607695 w 885825"/>
                <a:gd name="connsiteY473" fmla="*/ 83820 h 1373504"/>
                <a:gd name="connsiteX474" fmla="*/ 601980 w 885825"/>
                <a:gd name="connsiteY474" fmla="*/ 90011 h 1373504"/>
                <a:gd name="connsiteX475" fmla="*/ 605314 w 885825"/>
                <a:gd name="connsiteY475" fmla="*/ 94774 h 1373504"/>
                <a:gd name="connsiteX476" fmla="*/ 609123 w 885825"/>
                <a:gd name="connsiteY476" fmla="*/ 97155 h 1373504"/>
                <a:gd name="connsiteX477" fmla="*/ 638175 w 885825"/>
                <a:gd name="connsiteY477" fmla="*/ 99060 h 1373504"/>
                <a:gd name="connsiteX478" fmla="*/ 644366 w 885825"/>
                <a:gd name="connsiteY478" fmla="*/ 100013 h 1373504"/>
                <a:gd name="connsiteX479" fmla="*/ 650557 w 885825"/>
                <a:gd name="connsiteY479" fmla="*/ 98584 h 1373504"/>
                <a:gd name="connsiteX480" fmla="*/ 654844 w 885825"/>
                <a:gd name="connsiteY480" fmla="*/ 94774 h 1373504"/>
                <a:gd name="connsiteX481" fmla="*/ 659130 w 885825"/>
                <a:gd name="connsiteY481" fmla="*/ 91916 h 1373504"/>
                <a:gd name="connsiteX482" fmla="*/ 671513 w 885825"/>
                <a:gd name="connsiteY482" fmla="*/ 87154 h 1373504"/>
                <a:gd name="connsiteX483" fmla="*/ 674846 w 885825"/>
                <a:gd name="connsiteY483" fmla="*/ 87154 h 1373504"/>
                <a:gd name="connsiteX484" fmla="*/ 685323 w 885825"/>
                <a:gd name="connsiteY484" fmla="*/ 89535 h 1373504"/>
                <a:gd name="connsiteX485" fmla="*/ 688657 w 885825"/>
                <a:gd name="connsiteY485" fmla="*/ 89059 h 1373504"/>
                <a:gd name="connsiteX486" fmla="*/ 702469 w 885825"/>
                <a:gd name="connsiteY486" fmla="*/ 84772 h 1373504"/>
                <a:gd name="connsiteX487" fmla="*/ 705326 w 885825"/>
                <a:gd name="connsiteY487" fmla="*/ 81915 h 1373504"/>
                <a:gd name="connsiteX488" fmla="*/ 711517 w 885825"/>
                <a:gd name="connsiteY488" fmla="*/ 72866 h 1373504"/>
                <a:gd name="connsiteX489" fmla="*/ 714851 w 885825"/>
                <a:gd name="connsiteY489" fmla="*/ 68580 h 1373504"/>
                <a:gd name="connsiteX490" fmla="*/ 721995 w 885825"/>
                <a:gd name="connsiteY490" fmla="*/ 63818 h 1373504"/>
                <a:gd name="connsiteX491" fmla="*/ 751046 w 885825"/>
                <a:gd name="connsiteY491" fmla="*/ 49530 h 1373504"/>
                <a:gd name="connsiteX492" fmla="*/ 754856 w 885825"/>
                <a:gd name="connsiteY492" fmla="*/ 46196 h 1373504"/>
                <a:gd name="connsiteX493" fmla="*/ 752951 w 885825"/>
                <a:gd name="connsiteY493" fmla="*/ 34290 h 1373504"/>
                <a:gd name="connsiteX494" fmla="*/ 748665 w 885825"/>
                <a:gd name="connsiteY494" fmla="*/ 29051 h 1373504"/>
                <a:gd name="connsiteX495" fmla="*/ 743426 w 885825"/>
                <a:gd name="connsiteY495" fmla="*/ 26194 h 1373504"/>
                <a:gd name="connsiteX496" fmla="*/ 729139 w 885825"/>
                <a:gd name="connsiteY496" fmla="*/ 24765 h 1373504"/>
                <a:gd name="connsiteX497" fmla="*/ 708660 w 885825"/>
                <a:gd name="connsiteY497" fmla="*/ 24765 h 1373504"/>
                <a:gd name="connsiteX498" fmla="*/ 705802 w 885825"/>
                <a:gd name="connsiteY498" fmla="*/ 23813 h 1373504"/>
                <a:gd name="connsiteX499" fmla="*/ 702945 w 885825"/>
                <a:gd name="connsiteY499" fmla="*/ 21907 h 1373504"/>
                <a:gd name="connsiteX500" fmla="*/ 696277 w 885825"/>
                <a:gd name="connsiteY500" fmla="*/ 20002 h 1373504"/>
                <a:gd name="connsiteX501" fmla="*/ 677227 w 885825"/>
                <a:gd name="connsiteY501" fmla="*/ 16669 h 1373504"/>
                <a:gd name="connsiteX502" fmla="*/ 672941 w 885825"/>
                <a:gd name="connsiteY502" fmla="*/ 14764 h 1373504"/>
                <a:gd name="connsiteX503" fmla="*/ 671036 w 885825"/>
                <a:gd name="connsiteY503" fmla="*/ 14764 h 1373504"/>
                <a:gd name="connsiteX504" fmla="*/ 666750 w 885825"/>
                <a:gd name="connsiteY504" fmla="*/ 16192 h 1373504"/>
                <a:gd name="connsiteX505" fmla="*/ 664369 w 885825"/>
                <a:gd name="connsiteY505" fmla="*/ 15240 h 1373504"/>
                <a:gd name="connsiteX506" fmla="*/ 659606 w 885825"/>
                <a:gd name="connsiteY506" fmla="*/ 10477 h 1373504"/>
                <a:gd name="connsiteX507" fmla="*/ 655796 w 885825"/>
                <a:gd name="connsiteY507" fmla="*/ 10001 h 1373504"/>
                <a:gd name="connsiteX508" fmla="*/ 655320 w 885825"/>
                <a:gd name="connsiteY508" fmla="*/ 12382 h 1373504"/>
                <a:gd name="connsiteX509" fmla="*/ 653891 w 885825"/>
                <a:gd name="connsiteY509" fmla="*/ 14288 h 1373504"/>
                <a:gd name="connsiteX510" fmla="*/ 650557 w 885825"/>
                <a:gd name="connsiteY510" fmla="*/ 14764 h 1373504"/>
                <a:gd name="connsiteX511" fmla="*/ 643890 w 885825"/>
                <a:gd name="connsiteY511" fmla="*/ 13811 h 1373504"/>
                <a:gd name="connsiteX512" fmla="*/ 637698 w 885825"/>
                <a:gd name="connsiteY512" fmla="*/ 18574 h 1373504"/>
                <a:gd name="connsiteX513" fmla="*/ 634841 w 885825"/>
                <a:gd name="connsiteY513" fmla="*/ 21431 h 1373504"/>
                <a:gd name="connsiteX514" fmla="*/ 623411 w 885825"/>
                <a:gd name="connsiteY514" fmla="*/ 23813 h 1373504"/>
                <a:gd name="connsiteX515" fmla="*/ 615315 w 885825"/>
                <a:gd name="connsiteY515" fmla="*/ 23336 h 1373504"/>
                <a:gd name="connsiteX516" fmla="*/ 619125 w 885825"/>
                <a:gd name="connsiteY516" fmla="*/ 13335 h 1373504"/>
                <a:gd name="connsiteX517" fmla="*/ 620077 w 885825"/>
                <a:gd name="connsiteY517" fmla="*/ 8572 h 1373504"/>
                <a:gd name="connsiteX518" fmla="*/ 622459 w 885825"/>
                <a:gd name="connsiteY518" fmla="*/ 5239 h 1373504"/>
                <a:gd name="connsiteX519" fmla="*/ 620077 w 885825"/>
                <a:gd name="connsiteY519" fmla="*/ 3334 h 1373504"/>
                <a:gd name="connsiteX520" fmla="*/ 611981 w 885825"/>
                <a:gd name="connsiteY520" fmla="*/ 1429 h 1373504"/>
                <a:gd name="connsiteX521" fmla="*/ 608171 w 885825"/>
                <a:gd name="connsiteY521" fmla="*/ 1905 h 1373504"/>
                <a:gd name="connsiteX522" fmla="*/ 604838 w 885825"/>
                <a:gd name="connsiteY522" fmla="*/ 4763 h 1373504"/>
                <a:gd name="connsiteX523" fmla="*/ 600551 w 885825"/>
                <a:gd name="connsiteY523" fmla="*/ 6191 h 1373504"/>
                <a:gd name="connsiteX524" fmla="*/ 596265 w 885825"/>
                <a:gd name="connsiteY524" fmla="*/ 5715 h 1373504"/>
                <a:gd name="connsiteX525" fmla="*/ 592931 w 885825"/>
                <a:gd name="connsiteY525" fmla="*/ 6667 h 1373504"/>
                <a:gd name="connsiteX526" fmla="*/ 591978 w 885825"/>
                <a:gd name="connsiteY526" fmla="*/ 9525 h 1373504"/>
                <a:gd name="connsiteX527" fmla="*/ 592931 w 885825"/>
                <a:gd name="connsiteY527" fmla="*/ 13811 h 1373504"/>
                <a:gd name="connsiteX528" fmla="*/ 592931 w 885825"/>
                <a:gd name="connsiteY528" fmla="*/ 22860 h 1373504"/>
                <a:gd name="connsiteX529" fmla="*/ 590550 w 885825"/>
                <a:gd name="connsiteY529" fmla="*/ 30480 h 1373504"/>
                <a:gd name="connsiteX530" fmla="*/ 587692 w 885825"/>
                <a:gd name="connsiteY530" fmla="*/ 33814 h 1373504"/>
                <a:gd name="connsiteX531" fmla="*/ 584359 w 885825"/>
                <a:gd name="connsiteY531" fmla="*/ 32861 h 1373504"/>
                <a:gd name="connsiteX532" fmla="*/ 574357 w 885825"/>
                <a:gd name="connsiteY532" fmla="*/ 27146 h 1373504"/>
                <a:gd name="connsiteX533" fmla="*/ 570547 w 885825"/>
                <a:gd name="connsiteY533" fmla="*/ 26670 h 1373504"/>
                <a:gd name="connsiteX534" fmla="*/ 567690 w 885825"/>
                <a:gd name="connsiteY534" fmla="*/ 25241 h 1373504"/>
                <a:gd name="connsiteX535" fmla="*/ 566261 w 885825"/>
                <a:gd name="connsiteY535" fmla="*/ 20479 h 1373504"/>
                <a:gd name="connsiteX536" fmla="*/ 562451 w 885825"/>
                <a:gd name="connsiteY536" fmla="*/ 18574 h 1373504"/>
                <a:gd name="connsiteX537" fmla="*/ 543877 w 885825"/>
                <a:gd name="connsiteY537" fmla="*/ 19050 h 1373504"/>
                <a:gd name="connsiteX538" fmla="*/ 540544 w 885825"/>
                <a:gd name="connsiteY538" fmla="*/ 18097 h 1373504"/>
                <a:gd name="connsiteX539" fmla="*/ 533400 w 885825"/>
                <a:gd name="connsiteY539" fmla="*/ 14288 h 1373504"/>
                <a:gd name="connsiteX540" fmla="*/ 525780 w 885825"/>
                <a:gd name="connsiteY540" fmla="*/ 8572 h 1373504"/>
                <a:gd name="connsiteX541" fmla="*/ 521970 w 885825"/>
                <a:gd name="connsiteY541" fmla="*/ 6191 h 1373504"/>
                <a:gd name="connsiteX542" fmla="*/ 513397 w 885825"/>
                <a:gd name="connsiteY542" fmla="*/ 3810 h 1373504"/>
                <a:gd name="connsiteX543" fmla="*/ 504825 w 885825"/>
                <a:gd name="connsiteY543" fmla="*/ 476 h 1373504"/>
                <a:gd name="connsiteX544" fmla="*/ 501015 w 885825"/>
                <a:gd name="connsiteY544" fmla="*/ 0 h 1373504"/>
                <a:gd name="connsiteX545" fmla="*/ 497205 w 885825"/>
                <a:gd name="connsiteY545" fmla="*/ 1429 h 1373504"/>
                <a:gd name="connsiteX546" fmla="*/ 499586 w 885825"/>
                <a:gd name="connsiteY546" fmla="*/ 6191 h 1373504"/>
                <a:gd name="connsiteX547" fmla="*/ 502444 w 885825"/>
                <a:gd name="connsiteY547" fmla="*/ 10001 h 1373504"/>
                <a:gd name="connsiteX548" fmla="*/ 503396 w 885825"/>
                <a:gd name="connsiteY548" fmla="*/ 11906 h 1373504"/>
                <a:gd name="connsiteX549" fmla="*/ 502920 w 885825"/>
                <a:gd name="connsiteY549" fmla="*/ 14288 h 1373504"/>
                <a:gd name="connsiteX550" fmla="*/ 501015 w 885825"/>
                <a:gd name="connsiteY550" fmla="*/ 19526 h 1373504"/>
                <a:gd name="connsiteX551" fmla="*/ 494823 w 885825"/>
                <a:gd name="connsiteY551" fmla="*/ 17621 h 1373504"/>
                <a:gd name="connsiteX552" fmla="*/ 486727 w 885825"/>
                <a:gd name="connsiteY552" fmla="*/ 11906 h 1373504"/>
                <a:gd name="connsiteX553" fmla="*/ 484346 w 885825"/>
                <a:gd name="connsiteY553" fmla="*/ 10954 h 1373504"/>
                <a:gd name="connsiteX554" fmla="*/ 481489 w 885825"/>
                <a:gd name="connsiteY554" fmla="*/ 11430 h 1373504"/>
                <a:gd name="connsiteX555" fmla="*/ 480536 w 885825"/>
                <a:gd name="connsiteY555" fmla="*/ 13811 h 1373504"/>
                <a:gd name="connsiteX556" fmla="*/ 481489 w 885825"/>
                <a:gd name="connsiteY556" fmla="*/ 16669 h 1373504"/>
                <a:gd name="connsiteX557" fmla="*/ 487203 w 885825"/>
                <a:gd name="connsiteY557" fmla="*/ 22860 h 1373504"/>
                <a:gd name="connsiteX558" fmla="*/ 493395 w 885825"/>
                <a:gd name="connsiteY558" fmla="*/ 24765 h 1373504"/>
                <a:gd name="connsiteX559" fmla="*/ 486727 w 885825"/>
                <a:gd name="connsiteY559" fmla="*/ 28575 h 1373504"/>
                <a:gd name="connsiteX560" fmla="*/ 480060 w 885825"/>
                <a:gd name="connsiteY560" fmla="*/ 26670 h 1373504"/>
                <a:gd name="connsiteX561" fmla="*/ 473869 w 885825"/>
                <a:gd name="connsiteY561" fmla="*/ 23813 h 1373504"/>
                <a:gd name="connsiteX562" fmla="*/ 467677 w 885825"/>
                <a:gd name="connsiteY562" fmla="*/ 22384 h 1373504"/>
                <a:gd name="connsiteX563" fmla="*/ 444341 w 885825"/>
                <a:gd name="connsiteY563" fmla="*/ 24289 h 1373504"/>
                <a:gd name="connsiteX564" fmla="*/ 438626 w 885825"/>
                <a:gd name="connsiteY564" fmla="*/ 26670 h 1373504"/>
                <a:gd name="connsiteX565" fmla="*/ 445770 w 885825"/>
                <a:gd name="connsiteY565" fmla="*/ 30480 h 1373504"/>
                <a:gd name="connsiteX566" fmla="*/ 453390 w 885825"/>
                <a:gd name="connsiteY566" fmla="*/ 33814 h 1373504"/>
                <a:gd name="connsiteX567" fmla="*/ 330517 w 885825"/>
                <a:gd name="connsiteY567" fmla="*/ 792004 h 1373504"/>
                <a:gd name="connsiteX568" fmla="*/ 329565 w 885825"/>
                <a:gd name="connsiteY568" fmla="*/ 791051 h 1373504"/>
                <a:gd name="connsiteX569" fmla="*/ 324802 w 885825"/>
                <a:gd name="connsiteY569" fmla="*/ 790575 h 1373504"/>
                <a:gd name="connsiteX570" fmla="*/ 322897 w 885825"/>
                <a:gd name="connsiteY570" fmla="*/ 793433 h 1373504"/>
                <a:gd name="connsiteX571" fmla="*/ 318611 w 885825"/>
                <a:gd name="connsiteY571" fmla="*/ 796766 h 1373504"/>
                <a:gd name="connsiteX572" fmla="*/ 319564 w 885825"/>
                <a:gd name="connsiteY572" fmla="*/ 799624 h 1373504"/>
                <a:gd name="connsiteX573" fmla="*/ 323373 w 885825"/>
                <a:gd name="connsiteY573" fmla="*/ 801529 h 1373504"/>
                <a:gd name="connsiteX574" fmla="*/ 326707 w 885825"/>
                <a:gd name="connsiteY574" fmla="*/ 801053 h 1373504"/>
                <a:gd name="connsiteX575" fmla="*/ 330994 w 885825"/>
                <a:gd name="connsiteY575" fmla="*/ 798671 h 1373504"/>
                <a:gd name="connsiteX576" fmla="*/ 332898 w 885825"/>
                <a:gd name="connsiteY576" fmla="*/ 799148 h 1373504"/>
                <a:gd name="connsiteX577" fmla="*/ 333375 w 885825"/>
                <a:gd name="connsiteY577" fmla="*/ 801053 h 1373504"/>
                <a:gd name="connsiteX578" fmla="*/ 336232 w 885825"/>
                <a:gd name="connsiteY578" fmla="*/ 802481 h 1373504"/>
                <a:gd name="connsiteX579" fmla="*/ 340995 w 885825"/>
                <a:gd name="connsiteY579" fmla="*/ 802958 h 1373504"/>
                <a:gd name="connsiteX580" fmla="*/ 347663 w 885825"/>
                <a:gd name="connsiteY580" fmla="*/ 802481 h 1373504"/>
                <a:gd name="connsiteX581" fmla="*/ 351948 w 885825"/>
                <a:gd name="connsiteY581" fmla="*/ 799148 h 1373504"/>
                <a:gd name="connsiteX582" fmla="*/ 353377 w 885825"/>
                <a:gd name="connsiteY582" fmla="*/ 792480 h 1373504"/>
                <a:gd name="connsiteX583" fmla="*/ 351472 w 885825"/>
                <a:gd name="connsiteY583" fmla="*/ 789146 h 1373504"/>
                <a:gd name="connsiteX584" fmla="*/ 347186 w 885825"/>
                <a:gd name="connsiteY584" fmla="*/ 782955 h 1373504"/>
                <a:gd name="connsiteX585" fmla="*/ 346234 w 885825"/>
                <a:gd name="connsiteY585" fmla="*/ 780574 h 1373504"/>
                <a:gd name="connsiteX586" fmla="*/ 344805 w 885825"/>
                <a:gd name="connsiteY586" fmla="*/ 779145 h 1373504"/>
                <a:gd name="connsiteX587" fmla="*/ 343852 w 885825"/>
                <a:gd name="connsiteY587" fmla="*/ 778669 h 1373504"/>
                <a:gd name="connsiteX588" fmla="*/ 341471 w 885825"/>
                <a:gd name="connsiteY588" fmla="*/ 779145 h 1373504"/>
                <a:gd name="connsiteX589" fmla="*/ 341471 w 885825"/>
                <a:gd name="connsiteY589" fmla="*/ 785336 h 1373504"/>
                <a:gd name="connsiteX590" fmla="*/ 335756 w 885825"/>
                <a:gd name="connsiteY590" fmla="*/ 784384 h 1373504"/>
                <a:gd name="connsiteX591" fmla="*/ 334803 w 885825"/>
                <a:gd name="connsiteY591" fmla="*/ 785812 h 1373504"/>
                <a:gd name="connsiteX592" fmla="*/ 335280 w 885825"/>
                <a:gd name="connsiteY592" fmla="*/ 788194 h 1373504"/>
                <a:gd name="connsiteX593" fmla="*/ 333851 w 885825"/>
                <a:gd name="connsiteY593" fmla="*/ 791528 h 1373504"/>
                <a:gd name="connsiteX594" fmla="*/ 330517 w 885825"/>
                <a:gd name="connsiteY594" fmla="*/ 792004 h 1373504"/>
                <a:gd name="connsiteX595" fmla="*/ 466725 w 885825"/>
                <a:gd name="connsiteY595" fmla="*/ 15240 h 1373504"/>
                <a:gd name="connsiteX596" fmla="*/ 459105 w 885825"/>
                <a:gd name="connsiteY596" fmla="*/ 11430 h 1373504"/>
                <a:gd name="connsiteX597" fmla="*/ 451485 w 885825"/>
                <a:gd name="connsiteY597" fmla="*/ 10477 h 1373504"/>
                <a:gd name="connsiteX598" fmla="*/ 448627 w 885825"/>
                <a:gd name="connsiteY598" fmla="*/ 12382 h 1373504"/>
                <a:gd name="connsiteX599" fmla="*/ 447198 w 885825"/>
                <a:gd name="connsiteY599" fmla="*/ 15716 h 1373504"/>
                <a:gd name="connsiteX600" fmla="*/ 459581 w 885825"/>
                <a:gd name="connsiteY600" fmla="*/ 19050 h 1373504"/>
                <a:gd name="connsiteX601" fmla="*/ 466725 w 885825"/>
                <a:gd name="connsiteY601" fmla="*/ 15240 h 1373504"/>
                <a:gd name="connsiteX602" fmla="*/ 641032 w 885825"/>
                <a:gd name="connsiteY602" fmla="*/ 676751 h 1373504"/>
                <a:gd name="connsiteX603" fmla="*/ 640556 w 885825"/>
                <a:gd name="connsiteY603" fmla="*/ 675799 h 1373504"/>
                <a:gd name="connsiteX604" fmla="*/ 638651 w 885825"/>
                <a:gd name="connsiteY604" fmla="*/ 674846 h 1373504"/>
                <a:gd name="connsiteX605" fmla="*/ 635794 w 885825"/>
                <a:gd name="connsiteY605" fmla="*/ 676275 h 1373504"/>
                <a:gd name="connsiteX606" fmla="*/ 634841 w 885825"/>
                <a:gd name="connsiteY606" fmla="*/ 679133 h 1373504"/>
                <a:gd name="connsiteX607" fmla="*/ 634841 w 885825"/>
                <a:gd name="connsiteY607" fmla="*/ 683895 h 1373504"/>
                <a:gd name="connsiteX608" fmla="*/ 636270 w 885825"/>
                <a:gd name="connsiteY608" fmla="*/ 686276 h 1373504"/>
                <a:gd name="connsiteX609" fmla="*/ 640080 w 885825"/>
                <a:gd name="connsiteY609" fmla="*/ 688181 h 1373504"/>
                <a:gd name="connsiteX610" fmla="*/ 646747 w 885825"/>
                <a:gd name="connsiteY610" fmla="*/ 685800 h 1373504"/>
                <a:gd name="connsiteX611" fmla="*/ 648652 w 885825"/>
                <a:gd name="connsiteY611" fmla="*/ 680561 h 1373504"/>
                <a:gd name="connsiteX612" fmla="*/ 644366 w 885825"/>
                <a:gd name="connsiteY612" fmla="*/ 677704 h 1373504"/>
                <a:gd name="connsiteX613" fmla="*/ 641032 w 885825"/>
                <a:gd name="connsiteY613" fmla="*/ 676751 h 1373504"/>
                <a:gd name="connsiteX614" fmla="*/ 676751 w 885825"/>
                <a:gd name="connsiteY614" fmla="*/ 206693 h 1373504"/>
                <a:gd name="connsiteX615" fmla="*/ 665321 w 885825"/>
                <a:gd name="connsiteY615" fmla="*/ 200977 h 1373504"/>
                <a:gd name="connsiteX616" fmla="*/ 653891 w 885825"/>
                <a:gd name="connsiteY616" fmla="*/ 196215 h 1373504"/>
                <a:gd name="connsiteX617" fmla="*/ 641985 w 885825"/>
                <a:gd name="connsiteY617" fmla="*/ 198596 h 1373504"/>
                <a:gd name="connsiteX618" fmla="*/ 635317 w 885825"/>
                <a:gd name="connsiteY618" fmla="*/ 197644 h 1373504"/>
                <a:gd name="connsiteX619" fmla="*/ 623411 w 885825"/>
                <a:gd name="connsiteY619" fmla="*/ 191452 h 1373504"/>
                <a:gd name="connsiteX620" fmla="*/ 616267 w 885825"/>
                <a:gd name="connsiteY620" fmla="*/ 189071 h 1373504"/>
                <a:gd name="connsiteX621" fmla="*/ 617696 w 885825"/>
                <a:gd name="connsiteY621" fmla="*/ 181927 h 1373504"/>
                <a:gd name="connsiteX622" fmla="*/ 624840 w 885825"/>
                <a:gd name="connsiteY622" fmla="*/ 179546 h 1373504"/>
                <a:gd name="connsiteX623" fmla="*/ 627697 w 885825"/>
                <a:gd name="connsiteY623" fmla="*/ 177641 h 1373504"/>
                <a:gd name="connsiteX624" fmla="*/ 624364 w 885825"/>
                <a:gd name="connsiteY624" fmla="*/ 174784 h 1373504"/>
                <a:gd name="connsiteX625" fmla="*/ 616267 w 885825"/>
                <a:gd name="connsiteY625" fmla="*/ 170974 h 1373504"/>
                <a:gd name="connsiteX626" fmla="*/ 611981 w 885825"/>
                <a:gd name="connsiteY626" fmla="*/ 170021 h 1373504"/>
                <a:gd name="connsiteX627" fmla="*/ 603409 w 885825"/>
                <a:gd name="connsiteY627" fmla="*/ 170974 h 1373504"/>
                <a:gd name="connsiteX628" fmla="*/ 593884 w 885825"/>
                <a:gd name="connsiteY628" fmla="*/ 172879 h 1373504"/>
                <a:gd name="connsiteX629" fmla="*/ 588645 w 885825"/>
                <a:gd name="connsiteY629" fmla="*/ 171926 h 1373504"/>
                <a:gd name="connsiteX630" fmla="*/ 585311 w 885825"/>
                <a:gd name="connsiteY630" fmla="*/ 158591 h 1373504"/>
                <a:gd name="connsiteX631" fmla="*/ 579596 w 885825"/>
                <a:gd name="connsiteY631" fmla="*/ 146209 h 1373504"/>
                <a:gd name="connsiteX632" fmla="*/ 569595 w 885825"/>
                <a:gd name="connsiteY632" fmla="*/ 146685 h 1373504"/>
                <a:gd name="connsiteX633" fmla="*/ 564832 w 885825"/>
                <a:gd name="connsiteY633" fmla="*/ 144780 h 1373504"/>
                <a:gd name="connsiteX634" fmla="*/ 559594 w 885825"/>
                <a:gd name="connsiteY634" fmla="*/ 144780 h 1373504"/>
                <a:gd name="connsiteX635" fmla="*/ 545782 w 885825"/>
                <a:gd name="connsiteY635" fmla="*/ 147638 h 1373504"/>
                <a:gd name="connsiteX636" fmla="*/ 522446 w 885825"/>
                <a:gd name="connsiteY636" fmla="*/ 150971 h 1373504"/>
                <a:gd name="connsiteX637" fmla="*/ 517684 w 885825"/>
                <a:gd name="connsiteY637" fmla="*/ 153829 h 1373504"/>
                <a:gd name="connsiteX638" fmla="*/ 522446 w 885825"/>
                <a:gd name="connsiteY638" fmla="*/ 158591 h 1373504"/>
                <a:gd name="connsiteX639" fmla="*/ 528638 w 885825"/>
                <a:gd name="connsiteY639" fmla="*/ 158115 h 1373504"/>
                <a:gd name="connsiteX640" fmla="*/ 527685 w 885825"/>
                <a:gd name="connsiteY640" fmla="*/ 165259 h 1373504"/>
                <a:gd name="connsiteX641" fmla="*/ 536257 w 885825"/>
                <a:gd name="connsiteY641" fmla="*/ 170497 h 1373504"/>
                <a:gd name="connsiteX642" fmla="*/ 538163 w 885825"/>
                <a:gd name="connsiteY642" fmla="*/ 176689 h 1373504"/>
                <a:gd name="connsiteX643" fmla="*/ 544830 w 885825"/>
                <a:gd name="connsiteY643" fmla="*/ 184309 h 1373504"/>
                <a:gd name="connsiteX644" fmla="*/ 551021 w 885825"/>
                <a:gd name="connsiteY644" fmla="*/ 188119 h 1373504"/>
                <a:gd name="connsiteX645" fmla="*/ 566261 w 885825"/>
                <a:gd name="connsiteY645" fmla="*/ 194310 h 1373504"/>
                <a:gd name="connsiteX646" fmla="*/ 564832 w 885825"/>
                <a:gd name="connsiteY646" fmla="*/ 194786 h 1373504"/>
                <a:gd name="connsiteX647" fmla="*/ 558641 w 885825"/>
                <a:gd name="connsiteY647" fmla="*/ 202406 h 1373504"/>
                <a:gd name="connsiteX648" fmla="*/ 555307 w 885825"/>
                <a:gd name="connsiteY648" fmla="*/ 205264 h 1373504"/>
                <a:gd name="connsiteX649" fmla="*/ 552450 w 885825"/>
                <a:gd name="connsiteY649" fmla="*/ 209550 h 1373504"/>
                <a:gd name="connsiteX650" fmla="*/ 550545 w 885825"/>
                <a:gd name="connsiteY650" fmla="*/ 216218 h 1373504"/>
                <a:gd name="connsiteX651" fmla="*/ 539591 w 885825"/>
                <a:gd name="connsiteY651" fmla="*/ 220027 h 1373504"/>
                <a:gd name="connsiteX652" fmla="*/ 541496 w 885825"/>
                <a:gd name="connsiteY652" fmla="*/ 227647 h 1373504"/>
                <a:gd name="connsiteX653" fmla="*/ 545782 w 885825"/>
                <a:gd name="connsiteY653" fmla="*/ 229076 h 1373504"/>
                <a:gd name="connsiteX654" fmla="*/ 573405 w 885825"/>
                <a:gd name="connsiteY654" fmla="*/ 225266 h 1373504"/>
                <a:gd name="connsiteX655" fmla="*/ 580072 w 885825"/>
                <a:gd name="connsiteY655" fmla="*/ 224790 h 1373504"/>
                <a:gd name="connsiteX656" fmla="*/ 586740 w 885825"/>
                <a:gd name="connsiteY656" fmla="*/ 222885 h 1373504"/>
                <a:gd name="connsiteX657" fmla="*/ 591502 w 885825"/>
                <a:gd name="connsiteY657" fmla="*/ 220027 h 1373504"/>
                <a:gd name="connsiteX658" fmla="*/ 593407 w 885825"/>
                <a:gd name="connsiteY658" fmla="*/ 220027 h 1373504"/>
                <a:gd name="connsiteX659" fmla="*/ 599122 w 885825"/>
                <a:gd name="connsiteY659" fmla="*/ 221456 h 1373504"/>
                <a:gd name="connsiteX660" fmla="*/ 601503 w 885825"/>
                <a:gd name="connsiteY660" fmla="*/ 220980 h 1373504"/>
                <a:gd name="connsiteX661" fmla="*/ 602932 w 885825"/>
                <a:gd name="connsiteY661" fmla="*/ 221933 h 1373504"/>
                <a:gd name="connsiteX662" fmla="*/ 601027 w 885825"/>
                <a:gd name="connsiteY662" fmla="*/ 224790 h 1373504"/>
                <a:gd name="connsiteX663" fmla="*/ 592931 w 885825"/>
                <a:gd name="connsiteY663" fmla="*/ 230029 h 1373504"/>
                <a:gd name="connsiteX664" fmla="*/ 594360 w 885825"/>
                <a:gd name="connsiteY664" fmla="*/ 234791 h 1373504"/>
                <a:gd name="connsiteX665" fmla="*/ 593884 w 885825"/>
                <a:gd name="connsiteY665" fmla="*/ 236696 h 1373504"/>
                <a:gd name="connsiteX666" fmla="*/ 592455 w 885825"/>
                <a:gd name="connsiteY666" fmla="*/ 237649 h 1373504"/>
                <a:gd name="connsiteX667" fmla="*/ 596741 w 885825"/>
                <a:gd name="connsiteY667" fmla="*/ 240983 h 1373504"/>
                <a:gd name="connsiteX668" fmla="*/ 605314 w 885825"/>
                <a:gd name="connsiteY668" fmla="*/ 240506 h 1373504"/>
                <a:gd name="connsiteX669" fmla="*/ 608647 w 885825"/>
                <a:gd name="connsiteY669" fmla="*/ 238125 h 1373504"/>
                <a:gd name="connsiteX670" fmla="*/ 611981 w 885825"/>
                <a:gd name="connsiteY670" fmla="*/ 234791 h 1373504"/>
                <a:gd name="connsiteX671" fmla="*/ 615315 w 885825"/>
                <a:gd name="connsiteY671" fmla="*/ 232886 h 1373504"/>
                <a:gd name="connsiteX672" fmla="*/ 624840 w 885825"/>
                <a:gd name="connsiteY672" fmla="*/ 233363 h 1373504"/>
                <a:gd name="connsiteX673" fmla="*/ 629126 w 885825"/>
                <a:gd name="connsiteY673" fmla="*/ 231934 h 1373504"/>
                <a:gd name="connsiteX674" fmla="*/ 636746 w 885825"/>
                <a:gd name="connsiteY674" fmla="*/ 227647 h 1373504"/>
                <a:gd name="connsiteX675" fmla="*/ 640556 w 885825"/>
                <a:gd name="connsiteY675" fmla="*/ 225266 h 1373504"/>
                <a:gd name="connsiteX676" fmla="*/ 644366 w 885825"/>
                <a:gd name="connsiteY676" fmla="*/ 220980 h 1373504"/>
                <a:gd name="connsiteX677" fmla="*/ 648176 w 885825"/>
                <a:gd name="connsiteY677" fmla="*/ 215741 h 1373504"/>
                <a:gd name="connsiteX678" fmla="*/ 650557 w 885825"/>
                <a:gd name="connsiteY678" fmla="*/ 213836 h 1373504"/>
                <a:gd name="connsiteX679" fmla="*/ 676751 w 885825"/>
                <a:gd name="connsiteY679" fmla="*/ 206693 h 1373504"/>
                <a:gd name="connsiteX680" fmla="*/ 709136 w 885825"/>
                <a:gd name="connsiteY680" fmla="*/ 652939 h 1373504"/>
                <a:gd name="connsiteX681" fmla="*/ 700088 w 885825"/>
                <a:gd name="connsiteY681" fmla="*/ 650558 h 1373504"/>
                <a:gd name="connsiteX682" fmla="*/ 694372 w 885825"/>
                <a:gd name="connsiteY682" fmla="*/ 653415 h 1373504"/>
                <a:gd name="connsiteX683" fmla="*/ 690563 w 885825"/>
                <a:gd name="connsiteY683" fmla="*/ 656273 h 1373504"/>
                <a:gd name="connsiteX684" fmla="*/ 690563 w 885825"/>
                <a:gd name="connsiteY684" fmla="*/ 657225 h 1373504"/>
                <a:gd name="connsiteX685" fmla="*/ 696277 w 885825"/>
                <a:gd name="connsiteY685" fmla="*/ 658178 h 1373504"/>
                <a:gd name="connsiteX686" fmla="*/ 699611 w 885825"/>
                <a:gd name="connsiteY686" fmla="*/ 661987 h 1373504"/>
                <a:gd name="connsiteX687" fmla="*/ 705802 w 885825"/>
                <a:gd name="connsiteY687" fmla="*/ 662464 h 1373504"/>
                <a:gd name="connsiteX688" fmla="*/ 706755 w 885825"/>
                <a:gd name="connsiteY688" fmla="*/ 661987 h 1373504"/>
                <a:gd name="connsiteX689" fmla="*/ 713898 w 885825"/>
                <a:gd name="connsiteY689" fmla="*/ 661035 h 1373504"/>
                <a:gd name="connsiteX690" fmla="*/ 718661 w 885825"/>
                <a:gd name="connsiteY690" fmla="*/ 659606 h 1373504"/>
                <a:gd name="connsiteX691" fmla="*/ 719138 w 885825"/>
                <a:gd name="connsiteY691" fmla="*/ 656749 h 1373504"/>
                <a:gd name="connsiteX692" fmla="*/ 716756 w 885825"/>
                <a:gd name="connsiteY692" fmla="*/ 657225 h 1373504"/>
                <a:gd name="connsiteX693" fmla="*/ 712470 w 885825"/>
                <a:gd name="connsiteY693" fmla="*/ 652939 h 1373504"/>
                <a:gd name="connsiteX694" fmla="*/ 709136 w 885825"/>
                <a:gd name="connsiteY694" fmla="*/ 652939 h 1373504"/>
                <a:gd name="connsiteX695" fmla="*/ 870109 w 885825"/>
                <a:gd name="connsiteY695" fmla="*/ 688658 h 1373504"/>
                <a:gd name="connsiteX696" fmla="*/ 864394 w 885825"/>
                <a:gd name="connsiteY696" fmla="*/ 687229 h 1373504"/>
                <a:gd name="connsiteX697" fmla="*/ 857250 w 885825"/>
                <a:gd name="connsiteY697" fmla="*/ 687229 h 1373504"/>
                <a:gd name="connsiteX698" fmla="*/ 856773 w 885825"/>
                <a:gd name="connsiteY698" fmla="*/ 686276 h 1373504"/>
                <a:gd name="connsiteX699" fmla="*/ 857726 w 885825"/>
                <a:gd name="connsiteY699" fmla="*/ 682466 h 1373504"/>
                <a:gd name="connsiteX700" fmla="*/ 852011 w 885825"/>
                <a:gd name="connsiteY700" fmla="*/ 677704 h 1373504"/>
                <a:gd name="connsiteX701" fmla="*/ 848201 w 885825"/>
                <a:gd name="connsiteY701" fmla="*/ 678180 h 1373504"/>
                <a:gd name="connsiteX702" fmla="*/ 842486 w 885825"/>
                <a:gd name="connsiteY702" fmla="*/ 681514 h 1373504"/>
                <a:gd name="connsiteX703" fmla="*/ 840581 w 885825"/>
                <a:gd name="connsiteY703" fmla="*/ 681037 h 1373504"/>
                <a:gd name="connsiteX704" fmla="*/ 840105 w 885825"/>
                <a:gd name="connsiteY704" fmla="*/ 679609 h 1373504"/>
                <a:gd name="connsiteX705" fmla="*/ 837247 w 885825"/>
                <a:gd name="connsiteY705" fmla="*/ 677228 h 1373504"/>
                <a:gd name="connsiteX706" fmla="*/ 829151 w 885825"/>
                <a:gd name="connsiteY706" fmla="*/ 675323 h 1373504"/>
                <a:gd name="connsiteX707" fmla="*/ 826770 w 885825"/>
                <a:gd name="connsiteY707" fmla="*/ 673418 h 1373504"/>
                <a:gd name="connsiteX708" fmla="*/ 823436 w 885825"/>
                <a:gd name="connsiteY708" fmla="*/ 669131 h 1373504"/>
                <a:gd name="connsiteX709" fmla="*/ 819626 w 885825"/>
                <a:gd name="connsiteY709" fmla="*/ 667226 h 1373504"/>
                <a:gd name="connsiteX710" fmla="*/ 810577 w 885825"/>
                <a:gd name="connsiteY710" fmla="*/ 667226 h 1373504"/>
                <a:gd name="connsiteX711" fmla="*/ 807720 w 885825"/>
                <a:gd name="connsiteY711" fmla="*/ 668655 h 1373504"/>
                <a:gd name="connsiteX712" fmla="*/ 802957 w 885825"/>
                <a:gd name="connsiteY712" fmla="*/ 673894 h 1373504"/>
                <a:gd name="connsiteX713" fmla="*/ 798671 w 885825"/>
                <a:gd name="connsiteY713" fmla="*/ 682466 h 1373504"/>
                <a:gd name="connsiteX714" fmla="*/ 797242 w 885825"/>
                <a:gd name="connsiteY714" fmla="*/ 689610 h 1373504"/>
                <a:gd name="connsiteX715" fmla="*/ 792956 w 885825"/>
                <a:gd name="connsiteY715" fmla="*/ 692944 h 1373504"/>
                <a:gd name="connsiteX716" fmla="*/ 792003 w 885825"/>
                <a:gd name="connsiteY716" fmla="*/ 695325 h 1373504"/>
                <a:gd name="connsiteX717" fmla="*/ 789146 w 885825"/>
                <a:gd name="connsiteY717" fmla="*/ 704850 h 1373504"/>
                <a:gd name="connsiteX718" fmla="*/ 788194 w 885825"/>
                <a:gd name="connsiteY718" fmla="*/ 702469 h 1373504"/>
                <a:gd name="connsiteX719" fmla="*/ 788194 w 885825"/>
                <a:gd name="connsiteY719" fmla="*/ 698183 h 1373504"/>
                <a:gd name="connsiteX720" fmla="*/ 789146 w 885825"/>
                <a:gd name="connsiteY720" fmla="*/ 693420 h 1373504"/>
                <a:gd name="connsiteX721" fmla="*/ 789622 w 885825"/>
                <a:gd name="connsiteY721" fmla="*/ 684848 h 1373504"/>
                <a:gd name="connsiteX722" fmla="*/ 792003 w 885825"/>
                <a:gd name="connsiteY722" fmla="*/ 679133 h 1373504"/>
                <a:gd name="connsiteX723" fmla="*/ 790098 w 885825"/>
                <a:gd name="connsiteY723" fmla="*/ 676751 h 1373504"/>
                <a:gd name="connsiteX724" fmla="*/ 782955 w 885825"/>
                <a:gd name="connsiteY724" fmla="*/ 679133 h 1373504"/>
                <a:gd name="connsiteX725" fmla="*/ 779621 w 885825"/>
                <a:gd name="connsiteY725" fmla="*/ 678180 h 1373504"/>
                <a:gd name="connsiteX726" fmla="*/ 781526 w 885825"/>
                <a:gd name="connsiteY726" fmla="*/ 675799 h 1373504"/>
                <a:gd name="connsiteX727" fmla="*/ 792480 w 885825"/>
                <a:gd name="connsiteY727" fmla="*/ 671036 h 1373504"/>
                <a:gd name="connsiteX728" fmla="*/ 794385 w 885825"/>
                <a:gd name="connsiteY728" fmla="*/ 669131 h 1373504"/>
                <a:gd name="connsiteX729" fmla="*/ 796290 w 885825"/>
                <a:gd name="connsiteY729" fmla="*/ 666274 h 1373504"/>
                <a:gd name="connsiteX730" fmla="*/ 796766 w 885825"/>
                <a:gd name="connsiteY730" fmla="*/ 659606 h 1373504"/>
                <a:gd name="connsiteX731" fmla="*/ 788194 w 885825"/>
                <a:gd name="connsiteY731" fmla="*/ 655320 h 1373504"/>
                <a:gd name="connsiteX732" fmla="*/ 777240 w 885825"/>
                <a:gd name="connsiteY732" fmla="*/ 654368 h 1373504"/>
                <a:gd name="connsiteX733" fmla="*/ 774382 w 885825"/>
                <a:gd name="connsiteY733" fmla="*/ 652939 h 1373504"/>
                <a:gd name="connsiteX734" fmla="*/ 769620 w 885825"/>
                <a:gd name="connsiteY734" fmla="*/ 652462 h 1373504"/>
                <a:gd name="connsiteX735" fmla="*/ 760571 w 885825"/>
                <a:gd name="connsiteY735" fmla="*/ 658178 h 1373504"/>
                <a:gd name="connsiteX736" fmla="*/ 757238 w 885825"/>
                <a:gd name="connsiteY736" fmla="*/ 661035 h 1373504"/>
                <a:gd name="connsiteX737" fmla="*/ 758190 w 885825"/>
                <a:gd name="connsiteY737" fmla="*/ 663416 h 1373504"/>
                <a:gd name="connsiteX738" fmla="*/ 767715 w 885825"/>
                <a:gd name="connsiteY738" fmla="*/ 668655 h 1373504"/>
                <a:gd name="connsiteX739" fmla="*/ 767239 w 885825"/>
                <a:gd name="connsiteY739" fmla="*/ 670084 h 1373504"/>
                <a:gd name="connsiteX740" fmla="*/ 759142 w 885825"/>
                <a:gd name="connsiteY740" fmla="*/ 670084 h 1373504"/>
                <a:gd name="connsiteX741" fmla="*/ 754856 w 885825"/>
                <a:gd name="connsiteY741" fmla="*/ 673894 h 1373504"/>
                <a:gd name="connsiteX742" fmla="*/ 753427 w 885825"/>
                <a:gd name="connsiteY742" fmla="*/ 677704 h 1373504"/>
                <a:gd name="connsiteX743" fmla="*/ 751046 w 885825"/>
                <a:gd name="connsiteY743" fmla="*/ 681990 h 1373504"/>
                <a:gd name="connsiteX744" fmla="*/ 748189 w 885825"/>
                <a:gd name="connsiteY744" fmla="*/ 687705 h 1373504"/>
                <a:gd name="connsiteX745" fmla="*/ 737235 w 885825"/>
                <a:gd name="connsiteY745" fmla="*/ 693420 h 1373504"/>
                <a:gd name="connsiteX746" fmla="*/ 734377 w 885825"/>
                <a:gd name="connsiteY746" fmla="*/ 693896 h 1373504"/>
                <a:gd name="connsiteX747" fmla="*/ 734377 w 885825"/>
                <a:gd name="connsiteY747" fmla="*/ 691039 h 1373504"/>
                <a:gd name="connsiteX748" fmla="*/ 734853 w 885825"/>
                <a:gd name="connsiteY748" fmla="*/ 688181 h 1373504"/>
                <a:gd name="connsiteX749" fmla="*/ 735806 w 885825"/>
                <a:gd name="connsiteY749" fmla="*/ 685324 h 1373504"/>
                <a:gd name="connsiteX750" fmla="*/ 736282 w 885825"/>
                <a:gd name="connsiteY750" fmla="*/ 680085 h 1373504"/>
                <a:gd name="connsiteX751" fmla="*/ 733425 w 885825"/>
                <a:gd name="connsiteY751" fmla="*/ 678180 h 1373504"/>
                <a:gd name="connsiteX752" fmla="*/ 737235 w 885825"/>
                <a:gd name="connsiteY752" fmla="*/ 673894 h 1373504"/>
                <a:gd name="connsiteX753" fmla="*/ 739140 w 885825"/>
                <a:gd name="connsiteY753" fmla="*/ 666750 h 1373504"/>
                <a:gd name="connsiteX754" fmla="*/ 736759 w 885825"/>
                <a:gd name="connsiteY754" fmla="*/ 661511 h 1373504"/>
                <a:gd name="connsiteX755" fmla="*/ 731520 w 885825"/>
                <a:gd name="connsiteY755" fmla="*/ 662940 h 1373504"/>
                <a:gd name="connsiteX756" fmla="*/ 721995 w 885825"/>
                <a:gd name="connsiteY756" fmla="*/ 671036 h 1373504"/>
                <a:gd name="connsiteX757" fmla="*/ 713898 w 885825"/>
                <a:gd name="connsiteY757" fmla="*/ 680561 h 1373504"/>
                <a:gd name="connsiteX758" fmla="*/ 696277 w 885825"/>
                <a:gd name="connsiteY758" fmla="*/ 698183 h 1373504"/>
                <a:gd name="connsiteX759" fmla="*/ 694372 w 885825"/>
                <a:gd name="connsiteY759" fmla="*/ 704374 h 1373504"/>
                <a:gd name="connsiteX760" fmla="*/ 687228 w 885825"/>
                <a:gd name="connsiteY760" fmla="*/ 710565 h 1373504"/>
                <a:gd name="connsiteX761" fmla="*/ 681514 w 885825"/>
                <a:gd name="connsiteY761" fmla="*/ 712470 h 1373504"/>
                <a:gd name="connsiteX762" fmla="*/ 679609 w 885825"/>
                <a:gd name="connsiteY762" fmla="*/ 710565 h 1373504"/>
                <a:gd name="connsiteX763" fmla="*/ 680085 w 885825"/>
                <a:gd name="connsiteY763" fmla="*/ 706279 h 1373504"/>
                <a:gd name="connsiteX764" fmla="*/ 685323 w 885825"/>
                <a:gd name="connsiteY764" fmla="*/ 699611 h 1373504"/>
                <a:gd name="connsiteX765" fmla="*/ 687228 w 885825"/>
                <a:gd name="connsiteY765" fmla="*/ 689610 h 1373504"/>
                <a:gd name="connsiteX766" fmla="*/ 689610 w 885825"/>
                <a:gd name="connsiteY766" fmla="*/ 685800 h 1373504"/>
                <a:gd name="connsiteX767" fmla="*/ 696277 w 885825"/>
                <a:gd name="connsiteY767" fmla="*/ 678656 h 1373504"/>
                <a:gd name="connsiteX768" fmla="*/ 702945 w 885825"/>
                <a:gd name="connsiteY768" fmla="*/ 671989 h 1373504"/>
                <a:gd name="connsiteX769" fmla="*/ 706755 w 885825"/>
                <a:gd name="connsiteY769" fmla="*/ 669608 h 1373504"/>
                <a:gd name="connsiteX770" fmla="*/ 706278 w 885825"/>
                <a:gd name="connsiteY770" fmla="*/ 667226 h 1373504"/>
                <a:gd name="connsiteX771" fmla="*/ 704373 w 885825"/>
                <a:gd name="connsiteY771" fmla="*/ 666274 h 1373504"/>
                <a:gd name="connsiteX772" fmla="*/ 702469 w 885825"/>
                <a:gd name="connsiteY772" fmla="*/ 666274 h 1373504"/>
                <a:gd name="connsiteX773" fmla="*/ 699611 w 885825"/>
                <a:gd name="connsiteY773" fmla="*/ 664369 h 1373504"/>
                <a:gd name="connsiteX774" fmla="*/ 694848 w 885825"/>
                <a:gd name="connsiteY774" fmla="*/ 663893 h 1373504"/>
                <a:gd name="connsiteX775" fmla="*/ 692944 w 885825"/>
                <a:gd name="connsiteY775" fmla="*/ 665321 h 1373504"/>
                <a:gd name="connsiteX776" fmla="*/ 691039 w 885825"/>
                <a:gd name="connsiteY776" fmla="*/ 668179 h 1373504"/>
                <a:gd name="connsiteX777" fmla="*/ 689134 w 885825"/>
                <a:gd name="connsiteY777" fmla="*/ 668655 h 1373504"/>
                <a:gd name="connsiteX778" fmla="*/ 685800 w 885825"/>
                <a:gd name="connsiteY778" fmla="*/ 666750 h 1373504"/>
                <a:gd name="connsiteX779" fmla="*/ 681514 w 885825"/>
                <a:gd name="connsiteY779" fmla="*/ 663416 h 1373504"/>
                <a:gd name="connsiteX780" fmla="*/ 674370 w 885825"/>
                <a:gd name="connsiteY780" fmla="*/ 660559 h 1373504"/>
                <a:gd name="connsiteX781" fmla="*/ 671989 w 885825"/>
                <a:gd name="connsiteY781" fmla="*/ 658654 h 1373504"/>
                <a:gd name="connsiteX782" fmla="*/ 668178 w 885825"/>
                <a:gd name="connsiteY782" fmla="*/ 659130 h 1373504"/>
                <a:gd name="connsiteX783" fmla="*/ 661035 w 885825"/>
                <a:gd name="connsiteY783" fmla="*/ 665798 h 1373504"/>
                <a:gd name="connsiteX784" fmla="*/ 654844 w 885825"/>
                <a:gd name="connsiteY784" fmla="*/ 669608 h 1373504"/>
                <a:gd name="connsiteX785" fmla="*/ 654844 w 885825"/>
                <a:gd name="connsiteY785" fmla="*/ 672941 h 1373504"/>
                <a:gd name="connsiteX786" fmla="*/ 659606 w 885825"/>
                <a:gd name="connsiteY786" fmla="*/ 674846 h 1373504"/>
                <a:gd name="connsiteX787" fmla="*/ 660082 w 885825"/>
                <a:gd name="connsiteY787" fmla="*/ 677704 h 1373504"/>
                <a:gd name="connsiteX788" fmla="*/ 657701 w 885825"/>
                <a:gd name="connsiteY788" fmla="*/ 678180 h 1373504"/>
                <a:gd name="connsiteX789" fmla="*/ 655320 w 885825"/>
                <a:gd name="connsiteY789" fmla="*/ 680085 h 1373504"/>
                <a:gd name="connsiteX790" fmla="*/ 646747 w 885825"/>
                <a:gd name="connsiteY790" fmla="*/ 691039 h 1373504"/>
                <a:gd name="connsiteX791" fmla="*/ 641985 w 885825"/>
                <a:gd name="connsiteY791" fmla="*/ 691515 h 1373504"/>
                <a:gd name="connsiteX792" fmla="*/ 633889 w 885825"/>
                <a:gd name="connsiteY792" fmla="*/ 696278 h 1373504"/>
                <a:gd name="connsiteX793" fmla="*/ 624364 w 885825"/>
                <a:gd name="connsiteY793" fmla="*/ 705803 h 1373504"/>
                <a:gd name="connsiteX794" fmla="*/ 622459 w 885825"/>
                <a:gd name="connsiteY794" fmla="*/ 708184 h 1373504"/>
                <a:gd name="connsiteX795" fmla="*/ 621030 w 885825"/>
                <a:gd name="connsiteY795" fmla="*/ 714375 h 1373504"/>
                <a:gd name="connsiteX796" fmla="*/ 621982 w 885825"/>
                <a:gd name="connsiteY796" fmla="*/ 716756 h 1373504"/>
                <a:gd name="connsiteX797" fmla="*/ 624840 w 885825"/>
                <a:gd name="connsiteY797" fmla="*/ 719614 h 1373504"/>
                <a:gd name="connsiteX798" fmla="*/ 623411 w 885825"/>
                <a:gd name="connsiteY798" fmla="*/ 721995 h 1373504"/>
                <a:gd name="connsiteX799" fmla="*/ 620077 w 885825"/>
                <a:gd name="connsiteY799" fmla="*/ 721519 h 1373504"/>
                <a:gd name="connsiteX800" fmla="*/ 617220 w 885825"/>
                <a:gd name="connsiteY800" fmla="*/ 719137 h 1373504"/>
                <a:gd name="connsiteX801" fmla="*/ 612934 w 885825"/>
                <a:gd name="connsiteY801" fmla="*/ 714851 h 1373504"/>
                <a:gd name="connsiteX802" fmla="*/ 610552 w 885825"/>
                <a:gd name="connsiteY802" fmla="*/ 706755 h 1373504"/>
                <a:gd name="connsiteX803" fmla="*/ 609123 w 885825"/>
                <a:gd name="connsiteY803" fmla="*/ 702469 h 1373504"/>
                <a:gd name="connsiteX804" fmla="*/ 606266 w 885825"/>
                <a:gd name="connsiteY804" fmla="*/ 700087 h 1373504"/>
                <a:gd name="connsiteX805" fmla="*/ 600551 w 885825"/>
                <a:gd name="connsiteY805" fmla="*/ 698183 h 1373504"/>
                <a:gd name="connsiteX806" fmla="*/ 591502 w 885825"/>
                <a:gd name="connsiteY806" fmla="*/ 700564 h 1373504"/>
                <a:gd name="connsiteX807" fmla="*/ 590073 w 885825"/>
                <a:gd name="connsiteY807" fmla="*/ 704374 h 1373504"/>
                <a:gd name="connsiteX808" fmla="*/ 588169 w 885825"/>
                <a:gd name="connsiteY808" fmla="*/ 705326 h 1373504"/>
                <a:gd name="connsiteX809" fmla="*/ 584835 w 885825"/>
                <a:gd name="connsiteY809" fmla="*/ 702469 h 1373504"/>
                <a:gd name="connsiteX810" fmla="*/ 579120 w 885825"/>
                <a:gd name="connsiteY810" fmla="*/ 704374 h 1373504"/>
                <a:gd name="connsiteX811" fmla="*/ 577215 w 885825"/>
                <a:gd name="connsiteY811" fmla="*/ 703421 h 1373504"/>
                <a:gd name="connsiteX812" fmla="*/ 570071 w 885825"/>
                <a:gd name="connsiteY812" fmla="*/ 707231 h 1373504"/>
                <a:gd name="connsiteX813" fmla="*/ 561975 w 885825"/>
                <a:gd name="connsiteY813" fmla="*/ 705326 h 1373504"/>
                <a:gd name="connsiteX814" fmla="*/ 555784 w 885825"/>
                <a:gd name="connsiteY814" fmla="*/ 706755 h 1373504"/>
                <a:gd name="connsiteX815" fmla="*/ 555307 w 885825"/>
                <a:gd name="connsiteY815" fmla="*/ 708184 h 1373504"/>
                <a:gd name="connsiteX816" fmla="*/ 557213 w 885825"/>
                <a:gd name="connsiteY816" fmla="*/ 710089 h 1373504"/>
                <a:gd name="connsiteX817" fmla="*/ 564356 w 885825"/>
                <a:gd name="connsiteY817" fmla="*/ 714851 h 1373504"/>
                <a:gd name="connsiteX818" fmla="*/ 571023 w 885825"/>
                <a:gd name="connsiteY818" fmla="*/ 716756 h 1373504"/>
                <a:gd name="connsiteX819" fmla="*/ 573881 w 885825"/>
                <a:gd name="connsiteY819" fmla="*/ 720566 h 1373504"/>
                <a:gd name="connsiteX820" fmla="*/ 576739 w 885825"/>
                <a:gd name="connsiteY820" fmla="*/ 731044 h 1373504"/>
                <a:gd name="connsiteX821" fmla="*/ 575310 w 885825"/>
                <a:gd name="connsiteY821" fmla="*/ 732473 h 1373504"/>
                <a:gd name="connsiteX822" fmla="*/ 570071 w 885825"/>
                <a:gd name="connsiteY822" fmla="*/ 728186 h 1373504"/>
                <a:gd name="connsiteX823" fmla="*/ 563403 w 885825"/>
                <a:gd name="connsiteY823" fmla="*/ 725329 h 1373504"/>
                <a:gd name="connsiteX824" fmla="*/ 558165 w 885825"/>
                <a:gd name="connsiteY824" fmla="*/ 720566 h 1373504"/>
                <a:gd name="connsiteX825" fmla="*/ 551973 w 885825"/>
                <a:gd name="connsiteY825" fmla="*/ 721043 h 1373504"/>
                <a:gd name="connsiteX826" fmla="*/ 549116 w 885825"/>
                <a:gd name="connsiteY826" fmla="*/ 727710 h 1373504"/>
                <a:gd name="connsiteX827" fmla="*/ 544830 w 885825"/>
                <a:gd name="connsiteY827" fmla="*/ 727710 h 1373504"/>
                <a:gd name="connsiteX828" fmla="*/ 542925 w 885825"/>
                <a:gd name="connsiteY828" fmla="*/ 725805 h 1373504"/>
                <a:gd name="connsiteX829" fmla="*/ 538639 w 885825"/>
                <a:gd name="connsiteY829" fmla="*/ 726281 h 1373504"/>
                <a:gd name="connsiteX830" fmla="*/ 531019 w 885825"/>
                <a:gd name="connsiteY830" fmla="*/ 725805 h 1373504"/>
                <a:gd name="connsiteX831" fmla="*/ 528638 w 885825"/>
                <a:gd name="connsiteY831" fmla="*/ 729615 h 1373504"/>
                <a:gd name="connsiteX832" fmla="*/ 528161 w 885825"/>
                <a:gd name="connsiteY832" fmla="*/ 739140 h 1373504"/>
                <a:gd name="connsiteX833" fmla="*/ 529114 w 885825"/>
                <a:gd name="connsiteY833" fmla="*/ 742950 h 1373504"/>
                <a:gd name="connsiteX834" fmla="*/ 532447 w 885825"/>
                <a:gd name="connsiteY834" fmla="*/ 745808 h 1373504"/>
                <a:gd name="connsiteX835" fmla="*/ 535305 w 885825"/>
                <a:gd name="connsiteY835" fmla="*/ 748665 h 1373504"/>
                <a:gd name="connsiteX836" fmla="*/ 535305 w 885825"/>
                <a:gd name="connsiteY836" fmla="*/ 749618 h 1373504"/>
                <a:gd name="connsiteX837" fmla="*/ 526732 w 885825"/>
                <a:gd name="connsiteY837" fmla="*/ 748189 h 1373504"/>
                <a:gd name="connsiteX838" fmla="*/ 516731 w 885825"/>
                <a:gd name="connsiteY838" fmla="*/ 758666 h 1373504"/>
                <a:gd name="connsiteX839" fmla="*/ 513873 w 885825"/>
                <a:gd name="connsiteY839" fmla="*/ 760571 h 1373504"/>
                <a:gd name="connsiteX840" fmla="*/ 511969 w 885825"/>
                <a:gd name="connsiteY840" fmla="*/ 761048 h 1373504"/>
                <a:gd name="connsiteX841" fmla="*/ 511492 w 885825"/>
                <a:gd name="connsiteY841" fmla="*/ 759619 h 1373504"/>
                <a:gd name="connsiteX842" fmla="*/ 519589 w 885825"/>
                <a:gd name="connsiteY842" fmla="*/ 748665 h 1373504"/>
                <a:gd name="connsiteX843" fmla="*/ 521494 w 885825"/>
                <a:gd name="connsiteY843" fmla="*/ 743903 h 1373504"/>
                <a:gd name="connsiteX844" fmla="*/ 521494 w 885825"/>
                <a:gd name="connsiteY844" fmla="*/ 740093 h 1373504"/>
                <a:gd name="connsiteX845" fmla="*/ 523398 w 885825"/>
                <a:gd name="connsiteY845" fmla="*/ 728662 h 1373504"/>
                <a:gd name="connsiteX846" fmla="*/ 522446 w 885825"/>
                <a:gd name="connsiteY846" fmla="*/ 725329 h 1373504"/>
                <a:gd name="connsiteX847" fmla="*/ 521494 w 885825"/>
                <a:gd name="connsiteY847" fmla="*/ 723900 h 1373504"/>
                <a:gd name="connsiteX848" fmla="*/ 518160 w 885825"/>
                <a:gd name="connsiteY848" fmla="*/ 724853 h 1373504"/>
                <a:gd name="connsiteX849" fmla="*/ 515778 w 885825"/>
                <a:gd name="connsiteY849" fmla="*/ 726758 h 1373504"/>
                <a:gd name="connsiteX850" fmla="*/ 512921 w 885825"/>
                <a:gd name="connsiteY850" fmla="*/ 727710 h 1373504"/>
                <a:gd name="connsiteX851" fmla="*/ 509111 w 885825"/>
                <a:gd name="connsiteY851" fmla="*/ 731044 h 1373504"/>
                <a:gd name="connsiteX852" fmla="*/ 505777 w 885825"/>
                <a:gd name="connsiteY852" fmla="*/ 737235 h 1373504"/>
                <a:gd name="connsiteX853" fmla="*/ 501491 w 885825"/>
                <a:gd name="connsiteY853" fmla="*/ 750570 h 1373504"/>
                <a:gd name="connsiteX854" fmla="*/ 498157 w 885825"/>
                <a:gd name="connsiteY854" fmla="*/ 755333 h 1373504"/>
                <a:gd name="connsiteX855" fmla="*/ 498157 w 885825"/>
                <a:gd name="connsiteY855" fmla="*/ 750570 h 1373504"/>
                <a:gd name="connsiteX856" fmla="*/ 500063 w 885825"/>
                <a:gd name="connsiteY856" fmla="*/ 743903 h 1373504"/>
                <a:gd name="connsiteX857" fmla="*/ 501015 w 885825"/>
                <a:gd name="connsiteY857" fmla="*/ 733901 h 1373504"/>
                <a:gd name="connsiteX858" fmla="*/ 499586 w 885825"/>
                <a:gd name="connsiteY858" fmla="*/ 732473 h 1373504"/>
                <a:gd name="connsiteX859" fmla="*/ 482917 w 885825"/>
                <a:gd name="connsiteY859" fmla="*/ 735806 h 1373504"/>
                <a:gd name="connsiteX860" fmla="*/ 477678 w 885825"/>
                <a:gd name="connsiteY860" fmla="*/ 741045 h 1373504"/>
                <a:gd name="connsiteX861" fmla="*/ 476726 w 885825"/>
                <a:gd name="connsiteY861" fmla="*/ 743426 h 1373504"/>
                <a:gd name="connsiteX862" fmla="*/ 476726 w 885825"/>
                <a:gd name="connsiteY862" fmla="*/ 745808 h 1373504"/>
                <a:gd name="connsiteX863" fmla="*/ 476250 w 885825"/>
                <a:gd name="connsiteY863" fmla="*/ 747236 h 1373504"/>
                <a:gd name="connsiteX864" fmla="*/ 472440 w 885825"/>
                <a:gd name="connsiteY864" fmla="*/ 749618 h 1373504"/>
                <a:gd name="connsiteX865" fmla="*/ 468630 w 885825"/>
                <a:gd name="connsiteY865" fmla="*/ 750094 h 1373504"/>
                <a:gd name="connsiteX866" fmla="*/ 465296 w 885825"/>
                <a:gd name="connsiteY866" fmla="*/ 750094 h 1373504"/>
                <a:gd name="connsiteX867" fmla="*/ 463391 w 885825"/>
                <a:gd name="connsiteY867" fmla="*/ 751999 h 1373504"/>
                <a:gd name="connsiteX868" fmla="*/ 463867 w 885825"/>
                <a:gd name="connsiteY868" fmla="*/ 755333 h 1373504"/>
                <a:gd name="connsiteX869" fmla="*/ 468153 w 885825"/>
                <a:gd name="connsiteY869" fmla="*/ 758666 h 1373504"/>
                <a:gd name="connsiteX870" fmla="*/ 473869 w 885825"/>
                <a:gd name="connsiteY870" fmla="*/ 761048 h 1373504"/>
                <a:gd name="connsiteX871" fmla="*/ 471964 w 885825"/>
                <a:gd name="connsiteY871" fmla="*/ 762476 h 1373504"/>
                <a:gd name="connsiteX872" fmla="*/ 464820 w 885825"/>
                <a:gd name="connsiteY872" fmla="*/ 762000 h 1373504"/>
                <a:gd name="connsiteX873" fmla="*/ 459105 w 885825"/>
                <a:gd name="connsiteY873" fmla="*/ 759619 h 1373504"/>
                <a:gd name="connsiteX874" fmla="*/ 455771 w 885825"/>
                <a:gd name="connsiteY874" fmla="*/ 755333 h 1373504"/>
                <a:gd name="connsiteX875" fmla="*/ 452914 w 885825"/>
                <a:gd name="connsiteY875" fmla="*/ 753428 h 1373504"/>
                <a:gd name="connsiteX876" fmla="*/ 451961 w 885825"/>
                <a:gd name="connsiteY876" fmla="*/ 753904 h 1373504"/>
                <a:gd name="connsiteX877" fmla="*/ 449580 w 885825"/>
                <a:gd name="connsiteY877" fmla="*/ 756285 h 1373504"/>
                <a:gd name="connsiteX878" fmla="*/ 445770 w 885825"/>
                <a:gd name="connsiteY878" fmla="*/ 762953 h 1373504"/>
                <a:gd name="connsiteX879" fmla="*/ 445770 w 885825"/>
                <a:gd name="connsiteY879" fmla="*/ 768668 h 1373504"/>
                <a:gd name="connsiteX880" fmla="*/ 447198 w 885825"/>
                <a:gd name="connsiteY880" fmla="*/ 771525 h 1373504"/>
                <a:gd name="connsiteX881" fmla="*/ 446722 w 885825"/>
                <a:gd name="connsiteY881" fmla="*/ 772954 h 1373504"/>
                <a:gd name="connsiteX882" fmla="*/ 433388 w 885825"/>
                <a:gd name="connsiteY882" fmla="*/ 776287 h 1373504"/>
                <a:gd name="connsiteX883" fmla="*/ 428148 w 885825"/>
                <a:gd name="connsiteY883" fmla="*/ 782003 h 1373504"/>
                <a:gd name="connsiteX884" fmla="*/ 426244 w 885825"/>
                <a:gd name="connsiteY884" fmla="*/ 789146 h 1373504"/>
                <a:gd name="connsiteX885" fmla="*/ 422910 w 885825"/>
                <a:gd name="connsiteY885" fmla="*/ 793909 h 1373504"/>
                <a:gd name="connsiteX886" fmla="*/ 413861 w 885825"/>
                <a:gd name="connsiteY886" fmla="*/ 800100 h 1373504"/>
                <a:gd name="connsiteX887" fmla="*/ 405289 w 885825"/>
                <a:gd name="connsiteY887" fmla="*/ 800576 h 1373504"/>
                <a:gd name="connsiteX888" fmla="*/ 397192 w 885825"/>
                <a:gd name="connsiteY888" fmla="*/ 803910 h 1373504"/>
                <a:gd name="connsiteX889" fmla="*/ 394811 w 885825"/>
                <a:gd name="connsiteY889" fmla="*/ 805815 h 1373504"/>
                <a:gd name="connsiteX890" fmla="*/ 392430 w 885825"/>
                <a:gd name="connsiteY890" fmla="*/ 809149 h 1373504"/>
                <a:gd name="connsiteX891" fmla="*/ 392906 w 885825"/>
                <a:gd name="connsiteY891" fmla="*/ 811530 h 1373504"/>
                <a:gd name="connsiteX892" fmla="*/ 394811 w 885825"/>
                <a:gd name="connsiteY892" fmla="*/ 812959 h 1373504"/>
                <a:gd name="connsiteX893" fmla="*/ 415766 w 885825"/>
                <a:gd name="connsiteY893" fmla="*/ 813435 h 1373504"/>
                <a:gd name="connsiteX894" fmla="*/ 423386 w 885825"/>
                <a:gd name="connsiteY894" fmla="*/ 812006 h 1373504"/>
                <a:gd name="connsiteX895" fmla="*/ 425291 w 885825"/>
                <a:gd name="connsiteY895" fmla="*/ 812483 h 1373504"/>
                <a:gd name="connsiteX896" fmla="*/ 426244 w 885825"/>
                <a:gd name="connsiteY896" fmla="*/ 813435 h 1373504"/>
                <a:gd name="connsiteX897" fmla="*/ 428625 w 885825"/>
                <a:gd name="connsiteY897" fmla="*/ 814387 h 1373504"/>
                <a:gd name="connsiteX898" fmla="*/ 428148 w 885825"/>
                <a:gd name="connsiteY898" fmla="*/ 815816 h 1373504"/>
                <a:gd name="connsiteX899" fmla="*/ 425767 w 885825"/>
                <a:gd name="connsiteY899" fmla="*/ 815816 h 1373504"/>
                <a:gd name="connsiteX900" fmla="*/ 421005 w 885825"/>
                <a:gd name="connsiteY900" fmla="*/ 816769 h 1373504"/>
                <a:gd name="connsiteX901" fmla="*/ 412909 w 885825"/>
                <a:gd name="connsiteY901" fmla="*/ 819150 h 1373504"/>
                <a:gd name="connsiteX902" fmla="*/ 408146 w 885825"/>
                <a:gd name="connsiteY902" fmla="*/ 820103 h 1373504"/>
                <a:gd name="connsiteX903" fmla="*/ 405289 w 885825"/>
                <a:gd name="connsiteY903" fmla="*/ 820103 h 1373504"/>
                <a:gd name="connsiteX904" fmla="*/ 396716 w 885825"/>
                <a:gd name="connsiteY904" fmla="*/ 817245 h 1373504"/>
                <a:gd name="connsiteX905" fmla="*/ 388620 w 885825"/>
                <a:gd name="connsiteY905" fmla="*/ 818198 h 1373504"/>
                <a:gd name="connsiteX906" fmla="*/ 382428 w 885825"/>
                <a:gd name="connsiteY906" fmla="*/ 822484 h 1373504"/>
                <a:gd name="connsiteX907" fmla="*/ 381476 w 885825"/>
                <a:gd name="connsiteY907" fmla="*/ 824389 h 1373504"/>
                <a:gd name="connsiteX908" fmla="*/ 384334 w 885825"/>
                <a:gd name="connsiteY908" fmla="*/ 832485 h 1373504"/>
                <a:gd name="connsiteX909" fmla="*/ 386239 w 885825"/>
                <a:gd name="connsiteY909" fmla="*/ 834866 h 1373504"/>
                <a:gd name="connsiteX910" fmla="*/ 388620 w 885825"/>
                <a:gd name="connsiteY910" fmla="*/ 835343 h 1373504"/>
                <a:gd name="connsiteX911" fmla="*/ 388144 w 885825"/>
                <a:gd name="connsiteY911" fmla="*/ 837248 h 1373504"/>
                <a:gd name="connsiteX912" fmla="*/ 385763 w 885825"/>
                <a:gd name="connsiteY912" fmla="*/ 838676 h 1373504"/>
                <a:gd name="connsiteX913" fmla="*/ 383857 w 885825"/>
                <a:gd name="connsiteY913" fmla="*/ 840581 h 1373504"/>
                <a:gd name="connsiteX914" fmla="*/ 385763 w 885825"/>
                <a:gd name="connsiteY914" fmla="*/ 847725 h 1373504"/>
                <a:gd name="connsiteX915" fmla="*/ 383857 w 885825"/>
                <a:gd name="connsiteY915" fmla="*/ 847249 h 1373504"/>
                <a:gd name="connsiteX916" fmla="*/ 379095 w 885825"/>
                <a:gd name="connsiteY916" fmla="*/ 839153 h 1373504"/>
                <a:gd name="connsiteX917" fmla="*/ 377190 w 885825"/>
                <a:gd name="connsiteY917" fmla="*/ 829151 h 1373504"/>
                <a:gd name="connsiteX918" fmla="*/ 376238 w 885825"/>
                <a:gd name="connsiteY918" fmla="*/ 828199 h 1373504"/>
                <a:gd name="connsiteX919" fmla="*/ 375285 w 885825"/>
                <a:gd name="connsiteY919" fmla="*/ 827723 h 1373504"/>
                <a:gd name="connsiteX920" fmla="*/ 370046 w 885825"/>
                <a:gd name="connsiteY920" fmla="*/ 830580 h 1373504"/>
                <a:gd name="connsiteX921" fmla="*/ 363378 w 885825"/>
                <a:gd name="connsiteY921" fmla="*/ 831533 h 1373504"/>
                <a:gd name="connsiteX922" fmla="*/ 357664 w 885825"/>
                <a:gd name="connsiteY922" fmla="*/ 835343 h 1373504"/>
                <a:gd name="connsiteX923" fmla="*/ 351948 w 885825"/>
                <a:gd name="connsiteY923" fmla="*/ 837248 h 1373504"/>
                <a:gd name="connsiteX924" fmla="*/ 350996 w 885825"/>
                <a:gd name="connsiteY924" fmla="*/ 839153 h 1373504"/>
                <a:gd name="connsiteX925" fmla="*/ 353377 w 885825"/>
                <a:gd name="connsiteY925" fmla="*/ 841058 h 1373504"/>
                <a:gd name="connsiteX926" fmla="*/ 361950 w 885825"/>
                <a:gd name="connsiteY926" fmla="*/ 842010 h 1373504"/>
                <a:gd name="connsiteX927" fmla="*/ 362426 w 885825"/>
                <a:gd name="connsiteY927" fmla="*/ 844391 h 1373504"/>
                <a:gd name="connsiteX928" fmla="*/ 358616 w 885825"/>
                <a:gd name="connsiteY928" fmla="*/ 845820 h 1373504"/>
                <a:gd name="connsiteX929" fmla="*/ 354806 w 885825"/>
                <a:gd name="connsiteY929" fmla="*/ 846296 h 1373504"/>
                <a:gd name="connsiteX930" fmla="*/ 350520 w 885825"/>
                <a:gd name="connsiteY930" fmla="*/ 843915 h 1373504"/>
                <a:gd name="connsiteX931" fmla="*/ 345757 w 885825"/>
                <a:gd name="connsiteY931" fmla="*/ 843439 h 1373504"/>
                <a:gd name="connsiteX932" fmla="*/ 342900 w 885825"/>
                <a:gd name="connsiteY932" fmla="*/ 844391 h 1373504"/>
                <a:gd name="connsiteX933" fmla="*/ 334327 w 885825"/>
                <a:gd name="connsiteY933" fmla="*/ 852964 h 1373504"/>
                <a:gd name="connsiteX934" fmla="*/ 335280 w 885825"/>
                <a:gd name="connsiteY934" fmla="*/ 856298 h 1373504"/>
                <a:gd name="connsiteX935" fmla="*/ 333851 w 885825"/>
                <a:gd name="connsiteY935" fmla="*/ 860584 h 1373504"/>
                <a:gd name="connsiteX936" fmla="*/ 336232 w 885825"/>
                <a:gd name="connsiteY936" fmla="*/ 861060 h 1373504"/>
                <a:gd name="connsiteX937" fmla="*/ 342423 w 885825"/>
                <a:gd name="connsiteY937" fmla="*/ 860108 h 1373504"/>
                <a:gd name="connsiteX938" fmla="*/ 351472 w 885825"/>
                <a:gd name="connsiteY938" fmla="*/ 855345 h 1373504"/>
                <a:gd name="connsiteX939" fmla="*/ 352901 w 885825"/>
                <a:gd name="connsiteY939" fmla="*/ 857250 h 1373504"/>
                <a:gd name="connsiteX940" fmla="*/ 350996 w 885825"/>
                <a:gd name="connsiteY940" fmla="*/ 858679 h 1373504"/>
                <a:gd name="connsiteX941" fmla="*/ 348615 w 885825"/>
                <a:gd name="connsiteY941" fmla="*/ 861536 h 1373504"/>
                <a:gd name="connsiteX942" fmla="*/ 349567 w 885825"/>
                <a:gd name="connsiteY942" fmla="*/ 864394 h 1373504"/>
                <a:gd name="connsiteX943" fmla="*/ 353377 w 885825"/>
                <a:gd name="connsiteY943" fmla="*/ 867728 h 1373504"/>
                <a:gd name="connsiteX944" fmla="*/ 358140 w 885825"/>
                <a:gd name="connsiteY944" fmla="*/ 869633 h 1373504"/>
                <a:gd name="connsiteX945" fmla="*/ 363855 w 885825"/>
                <a:gd name="connsiteY945" fmla="*/ 868204 h 1373504"/>
                <a:gd name="connsiteX946" fmla="*/ 364807 w 885825"/>
                <a:gd name="connsiteY946" fmla="*/ 869633 h 1373504"/>
                <a:gd name="connsiteX947" fmla="*/ 360997 w 885825"/>
                <a:gd name="connsiteY947" fmla="*/ 873919 h 1373504"/>
                <a:gd name="connsiteX948" fmla="*/ 361473 w 885825"/>
                <a:gd name="connsiteY948" fmla="*/ 879634 h 1373504"/>
                <a:gd name="connsiteX949" fmla="*/ 360045 w 885825"/>
                <a:gd name="connsiteY949" fmla="*/ 879634 h 1373504"/>
                <a:gd name="connsiteX950" fmla="*/ 357188 w 885825"/>
                <a:gd name="connsiteY950" fmla="*/ 873919 h 1373504"/>
                <a:gd name="connsiteX951" fmla="*/ 355282 w 885825"/>
                <a:gd name="connsiteY951" fmla="*/ 872490 h 1373504"/>
                <a:gd name="connsiteX952" fmla="*/ 350996 w 885825"/>
                <a:gd name="connsiteY952" fmla="*/ 872014 h 1373504"/>
                <a:gd name="connsiteX953" fmla="*/ 345281 w 885825"/>
                <a:gd name="connsiteY953" fmla="*/ 867728 h 1373504"/>
                <a:gd name="connsiteX954" fmla="*/ 340042 w 885825"/>
                <a:gd name="connsiteY954" fmla="*/ 866775 h 1373504"/>
                <a:gd name="connsiteX955" fmla="*/ 332898 w 885825"/>
                <a:gd name="connsiteY955" fmla="*/ 871061 h 1373504"/>
                <a:gd name="connsiteX956" fmla="*/ 326707 w 885825"/>
                <a:gd name="connsiteY956" fmla="*/ 877729 h 1373504"/>
                <a:gd name="connsiteX957" fmla="*/ 325278 w 885825"/>
                <a:gd name="connsiteY957" fmla="*/ 880586 h 1373504"/>
                <a:gd name="connsiteX958" fmla="*/ 322421 w 885825"/>
                <a:gd name="connsiteY958" fmla="*/ 882968 h 1373504"/>
                <a:gd name="connsiteX959" fmla="*/ 322421 w 885825"/>
                <a:gd name="connsiteY959" fmla="*/ 884396 h 1373504"/>
                <a:gd name="connsiteX960" fmla="*/ 323850 w 885825"/>
                <a:gd name="connsiteY960" fmla="*/ 885349 h 1373504"/>
                <a:gd name="connsiteX961" fmla="*/ 327184 w 885825"/>
                <a:gd name="connsiteY961" fmla="*/ 884873 h 1373504"/>
                <a:gd name="connsiteX962" fmla="*/ 335280 w 885825"/>
                <a:gd name="connsiteY962" fmla="*/ 884873 h 1373504"/>
                <a:gd name="connsiteX963" fmla="*/ 351472 w 885825"/>
                <a:gd name="connsiteY963" fmla="*/ 885349 h 1373504"/>
                <a:gd name="connsiteX964" fmla="*/ 356235 w 885825"/>
                <a:gd name="connsiteY964" fmla="*/ 885825 h 1373504"/>
                <a:gd name="connsiteX965" fmla="*/ 355759 w 885825"/>
                <a:gd name="connsiteY965" fmla="*/ 888206 h 1373504"/>
                <a:gd name="connsiteX966" fmla="*/ 333851 w 885825"/>
                <a:gd name="connsiteY966" fmla="*/ 888683 h 1373504"/>
                <a:gd name="connsiteX967" fmla="*/ 328136 w 885825"/>
                <a:gd name="connsiteY967" fmla="*/ 889635 h 1373504"/>
                <a:gd name="connsiteX968" fmla="*/ 323850 w 885825"/>
                <a:gd name="connsiteY968" fmla="*/ 891540 h 1373504"/>
                <a:gd name="connsiteX969" fmla="*/ 319564 w 885825"/>
                <a:gd name="connsiteY969" fmla="*/ 890587 h 1373504"/>
                <a:gd name="connsiteX970" fmla="*/ 314801 w 885825"/>
                <a:gd name="connsiteY970" fmla="*/ 893445 h 1373504"/>
                <a:gd name="connsiteX971" fmla="*/ 311467 w 885825"/>
                <a:gd name="connsiteY971" fmla="*/ 892969 h 1373504"/>
                <a:gd name="connsiteX972" fmla="*/ 308610 w 885825"/>
                <a:gd name="connsiteY972" fmla="*/ 895826 h 1373504"/>
                <a:gd name="connsiteX973" fmla="*/ 303847 w 885825"/>
                <a:gd name="connsiteY973" fmla="*/ 902018 h 1373504"/>
                <a:gd name="connsiteX974" fmla="*/ 301466 w 885825"/>
                <a:gd name="connsiteY974" fmla="*/ 902018 h 1373504"/>
                <a:gd name="connsiteX975" fmla="*/ 298609 w 885825"/>
                <a:gd name="connsiteY975" fmla="*/ 903446 h 1373504"/>
                <a:gd name="connsiteX976" fmla="*/ 296227 w 885825"/>
                <a:gd name="connsiteY976" fmla="*/ 905351 h 1373504"/>
                <a:gd name="connsiteX977" fmla="*/ 298132 w 885825"/>
                <a:gd name="connsiteY977" fmla="*/ 908685 h 1373504"/>
                <a:gd name="connsiteX978" fmla="*/ 305276 w 885825"/>
                <a:gd name="connsiteY978" fmla="*/ 910590 h 1373504"/>
                <a:gd name="connsiteX979" fmla="*/ 306705 w 885825"/>
                <a:gd name="connsiteY979" fmla="*/ 912019 h 1373504"/>
                <a:gd name="connsiteX980" fmla="*/ 300990 w 885825"/>
                <a:gd name="connsiteY980" fmla="*/ 912495 h 1373504"/>
                <a:gd name="connsiteX981" fmla="*/ 295275 w 885825"/>
                <a:gd name="connsiteY981" fmla="*/ 912019 h 1373504"/>
                <a:gd name="connsiteX982" fmla="*/ 291941 w 885825"/>
                <a:gd name="connsiteY982" fmla="*/ 914876 h 1373504"/>
                <a:gd name="connsiteX983" fmla="*/ 289560 w 885825"/>
                <a:gd name="connsiteY983" fmla="*/ 916305 h 1373504"/>
                <a:gd name="connsiteX984" fmla="*/ 284797 w 885825"/>
                <a:gd name="connsiteY984" fmla="*/ 917258 h 1373504"/>
                <a:gd name="connsiteX985" fmla="*/ 281464 w 885825"/>
                <a:gd name="connsiteY985" fmla="*/ 920591 h 1373504"/>
                <a:gd name="connsiteX986" fmla="*/ 280988 w 885825"/>
                <a:gd name="connsiteY986" fmla="*/ 926306 h 1373504"/>
                <a:gd name="connsiteX987" fmla="*/ 278130 w 885825"/>
                <a:gd name="connsiteY987" fmla="*/ 926306 h 1373504"/>
                <a:gd name="connsiteX988" fmla="*/ 276701 w 885825"/>
                <a:gd name="connsiteY988" fmla="*/ 932498 h 1373504"/>
                <a:gd name="connsiteX989" fmla="*/ 278606 w 885825"/>
                <a:gd name="connsiteY989" fmla="*/ 943928 h 1373504"/>
                <a:gd name="connsiteX990" fmla="*/ 286702 w 885825"/>
                <a:gd name="connsiteY990" fmla="*/ 943451 h 1373504"/>
                <a:gd name="connsiteX991" fmla="*/ 289084 w 885825"/>
                <a:gd name="connsiteY991" fmla="*/ 942499 h 1373504"/>
                <a:gd name="connsiteX992" fmla="*/ 291941 w 885825"/>
                <a:gd name="connsiteY992" fmla="*/ 942499 h 1373504"/>
                <a:gd name="connsiteX993" fmla="*/ 298132 w 885825"/>
                <a:gd name="connsiteY993" fmla="*/ 941070 h 1373504"/>
                <a:gd name="connsiteX994" fmla="*/ 308134 w 885825"/>
                <a:gd name="connsiteY994" fmla="*/ 938689 h 1373504"/>
                <a:gd name="connsiteX995" fmla="*/ 310039 w 885825"/>
                <a:gd name="connsiteY995" fmla="*/ 940118 h 1373504"/>
                <a:gd name="connsiteX996" fmla="*/ 306228 w 885825"/>
                <a:gd name="connsiteY996" fmla="*/ 942975 h 1373504"/>
                <a:gd name="connsiteX997" fmla="*/ 300990 w 885825"/>
                <a:gd name="connsiteY997" fmla="*/ 944404 h 1373504"/>
                <a:gd name="connsiteX998" fmla="*/ 298132 w 885825"/>
                <a:gd name="connsiteY998" fmla="*/ 946785 h 1373504"/>
                <a:gd name="connsiteX999" fmla="*/ 288131 w 885825"/>
                <a:gd name="connsiteY999" fmla="*/ 946785 h 1373504"/>
                <a:gd name="connsiteX1000" fmla="*/ 267652 w 885825"/>
                <a:gd name="connsiteY1000" fmla="*/ 951548 h 1373504"/>
                <a:gd name="connsiteX1001" fmla="*/ 268128 w 885825"/>
                <a:gd name="connsiteY1001" fmla="*/ 953453 h 1373504"/>
                <a:gd name="connsiteX1002" fmla="*/ 274320 w 885825"/>
                <a:gd name="connsiteY1002" fmla="*/ 956310 h 1373504"/>
                <a:gd name="connsiteX1003" fmla="*/ 276225 w 885825"/>
                <a:gd name="connsiteY1003" fmla="*/ 959644 h 1373504"/>
                <a:gd name="connsiteX1004" fmla="*/ 274320 w 885825"/>
                <a:gd name="connsiteY1004" fmla="*/ 960596 h 1373504"/>
                <a:gd name="connsiteX1005" fmla="*/ 268605 w 885825"/>
                <a:gd name="connsiteY1005" fmla="*/ 960120 h 1373504"/>
                <a:gd name="connsiteX1006" fmla="*/ 264319 w 885825"/>
                <a:gd name="connsiteY1006" fmla="*/ 962978 h 1373504"/>
                <a:gd name="connsiteX1007" fmla="*/ 262414 w 885825"/>
                <a:gd name="connsiteY1007" fmla="*/ 968216 h 1373504"/>
                <a:gd name="connsiteX1008" fmla="*/ 252889 w 885825"/>
                <a:gd name="connsiteY1008" fmla="*/ 978217 h 1373504"/>
                <a:gd name="connsiteX1009" fmla="*/ 250507 w 885825"/>
                <a:gd name="connsiteY1009" fmla="*/ 981551 h 1373504"/>
                <a:gd name="connsiteX1010" fmla="*/ 248126 w 885825"/>
                <a:gd name="connsiteY1010" fmla="*/ 986314 h 1373504"/>
                <a:gd name="connsiteX1011" fmla="*/ 245269 w 885825"/>
                <a:gd name="connsiteY1011" fmla="*/ 992981 h 1373504"/>
                <a:gd name="connsiteX1012" fmla="*/ 245745 w 885825"/>
                <a:gd name="connsiteY1012" fmla="*/ 997744 h 1373504"/>
                <a:gd name="connsiteX1013" fmla="*/ 248126 w 885825"/>
                <a:gd name="connsiteY1013" fmla="*/ 999649 h 1373504"/>
                <a:gd name="connsiteX1014" fmla="*/ 250507 w 885825"/>
                <a:gd name="connsiteY1014" fmla="*/ 999173 h 1373504"/>
                <a:gd name="connsiteX1015" fmla="*/ 252889 w 885825"/>
                <a:gd name="connsiteY1015" fmla="*/ 1000125 h 1373504"/>
                <a:gd name="connsiteX1016" fmla="*/ 253841 w 885825"/>
                <a:gd name="connsiteY1016" fmla="*/ 1002506 h 1373504"/>
                <a:gd name="connsiteX1017" fmla="*/ 255746 w 885825"/>
                <a:gd name="connsiteY1017" fmla="*/ 1002983 h 1373504"/>
                <a:gd name="connsiteX1018" fmla="*/ 259080 w 885825"/>
                <a:gd name="connsiteY1018" fmla="*/ 1002506 h 1373504"/>
                <a:gd name="connsiteX1019" fmla="*/ 266223 w 885825"/>
                <a:gd name="connsiteY1019" fmla="*/ 998696 h 1373504"/>
                <a:gd name="connsiteX1020" fmla="*/ 269557 w 885825"/>
                <a:gd name="connsiteY1020" fmla="*/ 995839 h 1373504"/>
                <a:gd name="connsiteX1021" fmla="*/ 272891 w 885825"/>
                <a:gd name="connsiteY1021" fmla="*/ 994410 h 1373504"/>
                <a:gd name="connsiteX1022" fmla="*/ 266700 w 885825"/>
                <a:gd name="connsiteY1022" fmla="*/ 1001078 h 1373504"/>
                <a:gd name="connsiteX1023" fmla="*/ 259080 w 885825"/>
                <a:gd name="connsiteY1023" fmla="*/ 1007269 h 1373504"/>
                <a:gd name="connsiteX1024" fmla="*/ 252413 w 885825"/>
                <a:gd name="connsiteY1024" fmla="*/ 1008221 h 1373504"/>
                <a:gd name="connsiteX1025" fmla="*/ 249555 w 885825"/>
                <a:gd name="connsiteY1025" fmla="*/ 1004887 h 1373504"/>
                <a:gd name="connsiteX1026" fmla="*/ 247173 w 885825"/>
                <a:gd name="connsiteY1026" fmla="*/ 1002983 h 1373504"/>
                <a:gd name="connsiteX1027" fmla="*/ 224314 w 885825"/>
                <a:gd name="connsiteY1027" fmla="*/ 1013936 h 1373504"/>
                <a:gd name="connsiteX1028" fmla="*/ 219551 w 885825"/>
                <a:gd name="connsiteY1028" fmla="*/ 1017746 h 1373504"/>
                <a:gd name="connsiteX1029" fmla="*/ 218122 w 885825"/>
                <a:gd name="connsiteY1029" fmla="*/ 1022033 h 1373504"/>
                <a:gd name="connsiteX1030" fmla="*/ 218122 w 885825"/>
                <a:gd name="connsiteY1030" fmla="*/ 1026319 h 1373504"/>
                <a:gd name="connsiteX1031" fmla="*/ 221456 w 885825"/>
                <a:gd name="connsiteY1031" fmla="*/ 1025366 h 1373504"/>
                <a:gd name="connsiteX1032" fmla="*/ 227171 w 885825"/>
                <a:gd name="connsiteY1032" fmla="*/ 1022985 h 1373504"/>
                <a:gd name="connsiteX1033" fmla="*/ 229552 w 885825"/>
                <a:gd name="connsiteY1033" fmla="*/ 1022985 h 1373504"/>
                <a:gd name="connsiteX1034" fmla="*/ 225742 w 885825"/>
                <a:gd name="connsiteY1034" fmla="*/ 1026795 h 1373504"/>
                <a:gd name="connsiteX1035" fmla="*/ 219075 w 885825"/>
                <a:gd name="connsiteY1035" fmla="*/ 1030129 h 1373504"/>
                <a:gd name="connsiteX1036" fmla="*/ 215265 w 885825"/>
                <a:gd name="connsiteY1036" fmla="*/ 1030605 h 1373504"/>
                <a:gd name="connsiteX1037" fmla="*/ 210502 w 885825"/>
                <a:gd name="connsiteY1037" fmla="*/ 1033939 h 1373504"/>
                <a:gd name="connsiteX1038" fmla="*/ 205264 w 885825"/>
                <a:gd name="connsiteY1038" fmla="*/ 1035844 h 1373504"/>
                <a:gd name="connsiteX1039" fmla="*/ 201930 w 885825"/>
                <a:gd name="connsiteY1039" fmla="*/ 1040606 h 1373504"/>
                <a:gd name="connsiteX1040" fmla="*/ 192881 w 885825"/>
                <a:gd name="connsiteY1040" fmla="*/ 1044892 h 1373504"/>
                <a:gd name="connsiteX1041" fmla="*/ 181451 w 885825"/>
                <a:gd name="connsiteY1041" fmla="*/ 1057751 h 1373504"/>
                <a:gd name="connsiteX1042" fmla="*/ 173831 w 885825"/>
                <a:gd name="connsiteY1042" fmla="*/ 1062990 h 1373504"/>
                <a:gd name="connsiteX1043" fmla="*/ 171450 w 885825"/>
                <a:gd name="connsiteY1043" fmla="*/ 1068705 h 1373504"/>
                <a:gd name="connsiteX1044" fmla="*/ 169069 w 885825"/>
                <a:gd name="connsiteY1044" fmla="*/ 1072039 h 1373504"/>
                <a:gd name="connsiteX1045" fmla="*/ 163830 w 885825"/>
                <a:gd name="connsiteY1045" fmla="*/ 1074896 h 1373504"/>
                <a:gd name="connsiteX1046" fmla="*/ 160496 w 885825"/>
                <a:gd name="connsiteY1046" fmla="*/ 1078706 h 1373504"/>
                <a:gd name="connsiteX1047" fmla="*/ 159067 w 885825"/>
                <a:gd name="connsiteY1047" fmla="*/ 1083469 h 1373504"/>
                <a:gd name="connsiteX1048" fmla="*/ 160020 w 885825"/>
                <a:gd name="connsiteY1048" fmla="*/ 1084898 h 1373504"/>
                <a:gd name="connsiteX1049" fmla="*/ 161925 w 885825"/>
                <a:gd name="connsiteY1049" fmla="*/ 1083945 h 1373504"/>
                <a:gd name="connsiteX1050" fmla="*/ 165735 w 885825"/>
                <a:gd name="connsiteY1050" fmla="*/ 1083945 h 1373504"/>
                <a:gd name="connsiteX1051" fmla="*/ 168116 w 885825"/>
                <a:gd name="connsiteY1051" fmla="*/ 1088231 h 1373504"/>
                <a:gd name="connsiteX1052" fmla="*/ 170021 w 885825"/>
                <a:gd name="connsiteY1052" fmla="*/ 1090613 h 1373504"/>
                <a:gd name="connsiteX1053" fmla="*/ 170973 w 885825"/>
                <a:gd name="connsiteY1053" fmla="*/ 1093470 h 1373504"/>
                <a:gd name="connsiteX1054" fmla="*/ 175260 w 885825"/>
                <a:gd name="connsiteY1054" fmla="*/ 1093946 h 1373504"/>
                <a:gd name="connsiteX1055" fmla="*/ 184785 w 885825"/>
                <a:gd name="connsiteY1055" fmla="*/ 1090613 h 1373504"/>
                <a:gd name="connsiteX1056" fmla="*/ 205264 w 885825"/>
                <a:gd name="connsiteY1056" fmla="*/ 1080135 h 1373504"/>
                <a:gd name="connsiteX1057" fmla="*/ 209073 w 885825"/>
                <a:gd name="connsiteY1057" fmla="*/ 1076325 h 1373504"/>
                <a:gd name="connsiteX1058" fmla="*/ 206216 w 885825"/>
                <a:gd name="connsiteY1058" fmla="*/ 1073467 h 1373504"/>
                <a:gd name="connsiteX1059" fmla="*/ 204311 w 885825"/>
                <a:gd name="connsiteY1059" fmla="*/ 1072515 h 1373504"/>
                <a:gd name="connsiteX1060" fmla="*/ 209550 w 885825"/>
                <a:gd name="connsiteY1060" fmla="*/ 1068705 h 1373504"/>
                <a:gd name="connsiteX1061" fmla="*/ 214313 w 885825"/>
                <a:gd name="connsiteY1061" fmla="*/ 1066324 h 1373504"/>
                <a:gd name="connsiteX1062" fmla="*/ 217646 w 885825"/>
                <a:gd name="connsiteY1062" fmla="*/ 1065371 h 1373504"/>
                <a:gd name="connsiteX1063" fmla="*/ 221932 w 885825"/>
                <a:gd name="connsiteY1063" fmla="*/ 1066800 h 1373504"/>
                <a:gd name="connsiteX1064" fmla="*/ 222885 w 885825"/>
                <a:gd name="connsiteY1064" fmla="*/ 1067753 h 1373504"/>
                <a:gd name="connsiteX1065" fmla="*/ 217170 w 885825"/>
                <a:gd name="connsiteY1065" fmla="*/ 1070610 h 1373504"/>
                <a:gd name="connsiteX1066" fmla="*/ 212884 w 885825"/>
                <a:gd name="connsiteY1066" fmla="*/ 1073467 h 1373504"/>
                <a:gd name="connsiteX1067" fmla="*/ 214313 w 885825"/>
                <a:gd name="connsiteY1067" fmla="*/ 1074420 h 1373504"/>
                <a:gd name="connsiteX1068" fmla="*/ 217646 w 885825"/>
                <a:gd name="connsiteY1068" fmla="*/ 1074420 h 1373504"/>
                <a:gd name="connsiteX1069" fmla="*/ 219075 w 885825"/>
                <a:gd name="connsiteY1069" fmla="*/ 1076325 h 1373504"/>
                <a:gd name="connsiteX1070" fmla="*/ 220027 w 885825"/>
                <a:gd name="connsiteY1070" fmla="*/ 1078230 h 1373504"/>
                <a:gd name="connsiteX1071" fmla="*/ 215265 w 885825"/>
                <a:gd name="connsiteY1071" fmla="*/ 1080611 h 1373504"/>
                <a:gd name="connsiteX1072" fmla="*/ 211455 w 885825"/>
                <a:gd name="connsiteY1072" fmla="*/ 1082992 h 1373504"/>
                <a:gd name="connsiteX1073" fmla="*/ 205740 w 885825"/>
                <a:gd name="connsiteY1073" fmla="*/ 1083945 h 1373504"/>
                <a:gd name="connsiteX1074" fmla="*/ 200025 w 885825"/>
                <a:gd name="connsiteY1074" fmla="*/ 1086326 h 1373504"/>
                <a:gd name="connsiteX1075" fmla="*/ 198120 w 885825"/>
                <a:gd name="connsiteY1075" fmla="*/ 1087755 h 1373504"/>
                <a:gd name="connsiteX1076" fmla="*/ 196215 w 885825"/>
                <a:gd name="connsiteY1076" fmla="*/ 1091565 h 1373504"/>
                <a:gd name="connsiteX1077" fmla="*/ 197167 w 885825"/>
                <a:gd name="connsiteY1077" fmla="*/ 1092517 h 1373504"/>
                <a:gd name="connsiteX1078" fmla="*/ 199072 w 885825"/>
                <a:gd name="connsiteY1078" fmla="*/ 1096328 h 1373504"/>
                <a:gd name="connsiteX1079" fmla="*/ 197167 w 885825"/>
                <a:gd name="connsiteY1079" fmla="*/ 1096328 h 1373504"/>
                <a:gd name="connsiteX1080" fmla="*/ 193357 w 885825"/>
                <a:gd name="connsiteY1080" fmla="*/ 1097280 h 1373504"/>
                <a:gd name="connsiteX1081" fmla="*/ 184785 w 885825"/>
                <a:gd name="connsiteY1081" fmla="*/ 1096328 h 1373504"/>
                <a:gd name="connsiteX1082" fmla="*/ 179546 w 885825"/>
                <a:gd name="connsiteY1082" fmla="*/ 1097280 h 1373504"/>
                <a:gd name="connsiteX1083" fmla="*/ 175736 w 885825"/>
                <a:gd name="connsiteY1083" fmla="*/ 1098233 h 1373504"/>
                <a:gd name="connsiteX1084" fmla="*/ 173831 w 885825"/>
                <a:gd name="connsiteY1084" fmla="*/ 1100614 h 1373504"/>
                <a:gd name="connsiteX1085" fmla="*/ 172402 w 885825"/>
                <a:gd name="connsiteY1085" fmla="*/ 1100138 h 1373504"/>
                <a:gd name="connsiteX1086" fmla="*/ 170973 w 885825"/>
                <a:gd name="connsiteY1086" fmla="*/ 1095851 h 1373504"/>
                <a:gd name="connsiteX1087" fmla="*/ 169545 w 885825"/>
                <a:gd name="connsiteY1087" fmla="*/ 1095375 h 1373504"/>
                <a:gd name="connsiteX1088" fmla="*/ 167640 w 885825"/>
                <a:gd name="connsiteY1088" fmla="*/ 1093470 h 1373504"/>
                <a:gd name="connsiteX1089" fmla="*/ 162877 w 885825"/>
                <a:gd name="connsiteY1089" fmla="*/ 1088231 h 1373504"/>
                <a:gd name="connsiteX1090" fmla="*/ 159544 w 885825"/>
                <a:gd name="connsiteY1090" fmla="*/ 1089184 h 1373504"/>
                <a:gd name="connsiteX1091" fmla="*/ 156686 w 885825"/>
                <a:gd name="connsiteY1091" fmla="*/ 1090613 h 1373504"/>
                <a:gd name="connsiteX1092" fmla="*/ 150019 w 885825"/>
                <a:gd name="connsiteY1092" fmla="*/ 1091565 h 1373504"/>
                <a:gd name="connsiteX1093" fmla="*/ 144303 w 885825"/>
                <a:gd name="connsiteY1093" fmla="*/ 1097280 h 1373504"/>
                <a:gd name="connsiteX1094" fmla="*/ 141922 w 885825"/>
                <a:gd name="connsiteY1094" fmla="*/ 1097280 h 1373504"/>
                <a:gd name="connsiteX1095" fmla="*/ 141446 w 885825"/>
                <a:gd name="connsiteY1095" fmla="*/ 1095375 h 1373504"/>
                <a:gd name="connsiteX1096" fmla="*/ 144303 w 885825"/>
                <a:gd name="connsiteY1096" fmla="*/ 1092041 h 1373504"/>
                <a:gd name="connsiteX1097" fmla="*/ 143351 w 885825"/>
                <a:gd name="connsiteY1097" fmla="*/ 1090613 h 1373504"/>
                <a:gd name="connsiteX1098" fmla="*/ 133350 w 885825"/>
                <a:gd name="connsiteY1098" fmla="*/ 1087755 h 1373504"/>
                <a:gd name="connsiteX1099" fmla="*/ 127635 w 885825"/>
                <a:gd name="connsiteY1099" fmla="*/ 1089184 h 1373504"/>
                <a:gd name="connsiteX1100" fmla="*/ 124301 w 885825"/>
                <a:gd name="connsiteY1100" fmla="*/ 1090136 h 1373504"/>
                <a:gd name="connsiteX1101" fmla="*/ 118110 w 885825"/>
                <a:gd name="connsiteY1101" fmla="*/ 1093470 h 1373504"/>
                <a:gd name="connsiteX1102" fmla="*/ 116681 w 885825"/>
                <a:gd name="connsiteY1102" fmla="*/ 1095375 h 1373504"/>
                <a:gd name="connsiteX1103" fmla="*/ 117634 w 885825"/>
                <a:gd name="connsiteY1103" fmla="*/ 1098233 h 1373504"/>
                <a:gd name="connsiteX1104" fmla="*/ 120967 w 885825"/>
                <a:gd name="connsiteY1104" fmla="*/ 1099185 h 1373504"/>
                <a:gd name="connsiteX1105" fmla="*/ 124777 w 885825"/>
                <a:gd name="connsiteY1105" fmla="*/ 1099185 h 1373504"/>
                <a:gd name="connsiteX1106" fmla="*/ 126206 w 885825"/>
                <a:gd name="connsiteY1106" fmla="*/ 1101090 h 1373504"/>
                <a:gd name="connsiteX1107" fmla="*/ 126206 w 885825"/>
                <a:gd name="connsiteY1107" fmla="*/ 1103948 h 1373504"/>
                <a:gd name="connsiteX1108" fmla="*/ 124301 w 885825"/>
                <a:gd name="connsiteY1108" fmla="*/ 1105376 h 1373504"/>
                <a:gd name="connsiteX1109" fmla="*/ 113823 w 885825"/>
                <a:gd name="connsiteY1109" fmla="*/ 1106805 h 1373504"/>
                <a:gd name="connsiteX1110" fmla="*/ 110966 w 885825"/>
                <a:gd name="connsiteY1110" fmla="*/ 1109663 h 1373504"/>
                <a:gd name="connsiteX1111" fmla="*/ 110014 w 885825"/>
                <a:gd name="connsiteY1111" fmla="*/ 1113473 h 1373504"/>
                <a:gd name="connsiteX1112" fmla="*/ 112871 w 885825"/>
                <a:gd name="connsiteY1112" fmla="*/ 1117759 h 1373504"/>
                <a:gd name="connsiteX1113" fmla="*/ 116205 w 885825"/>
                <a:gd name="connsiteY1113" fmla="*/ 1119664 h 1373504"/>
                <a:gd name="connsiteX1114" fmla="*/ 125253 w 885825"/>
                <a:gd name="connsiteY1114" fmla="*/ 1128236 h 1373504"/>
                <a:gd name="connsiteX1115" fmla="*/ 125730 w 885825"/>
                <a:gd name="connsiteY1115" fmla="*/ 1130141 h 1373504"/>
                <a:gd name="connsiteX1116" fmla="*/ 115252 w 885825"/>
                <a:gd name="connsiteY1116" fmla="*/ 1123950 h 1373504"/>
                <a:gd name="connsiteX1117" fmla="*/ 111919 w 885825"/>
                <a:gd name="connsiteY1117" fmla="*/ 1122521 h 1373504"/>
                <a:gd name="connsiteX1118" fmla="*/ 108109 w 885825"/>
                <a:gd name="connsiteY1118" fmla="*/ 1117283 h 1373504"/>
                <a:gd name="connsiteX1119" fmla="*/ 100013 w 885825"/>
                <a:gd name="connsiteY1119" fmla="*/ 1116330 h 1373504"/>
                <a:gd name="connsiteX1120" fmla="*/ 95726 w 885825"/>
                <a:gd name="connsiteY1120" fmla="*/ 1116806 h 1373504"/>
                <a:gd name="connsiteX1121" fmla="*/ 92869 w 885825"/>
                <a:gd name="connsiteY1121" fmla="*/ 1116330 h 1373504"/>
                <a:gd name="connsiteX1122" fmla="*/ 90011 w 885825"/>
                <a:gd name="connsiteY1122" fmla="*/ 1116806 h 1373504"/>
                <a:gd name="connsiteX1123" fmla="*/ 83820 w 885825"/>
                <a:gd name="connsiteY1123" fmla="*/ 1121092 h 1373504"/>
                <a:gd name="connsiteX1124" fmla="*/ 70961 w 885825"/>
                <a:gd name="connsiteY1124" fmla="*/ 1124426 h 1373504"/>
                <a:gd name="connsiteX1125" fmla="*/ 68580 w 885825"/>
                <a:gd name="connsiteY1125" fmla="*/ 1125855 h 1373504"/>
                <a:gd name="connsiteX1126" fmla="*/ 68103 w 885825"/>
                <a:gd name="connsiteY1126" fmla="*/ 1127284 h 1373504"/>
                <a:gd name="connsiteX1127" fmla="*/ 63341 w 885825"/>
                <a:gd name="connsiteY1127" fmla="*/ 1133475 h 1373504"/>
                <a:gd name="connsiteX1128" fmla="*/ 61913 w 885825"/>
                <a:gd name="connsiteY1128" fmla="*/ 1137285 h 1373504"/>
                <a:gd name="connsiteX1129" fmla="*/ 63341 w 885825"/>
                <a:gd name="connsiteY1129" fmla="*/ 1138238 h 1373504"/>
                <a:gd name="connsiteX1130" fmla="*/ 71438 w 885825"/>
                <a:gd name="connsiteY1130" fmla="*/ 1136809 h 1373504"/>
                <a:gd name="connsiteX1131" fmla="*/ 74295 w 885825"/>
                <a:gd name="connsiteY1131" fmla="*/ 1135380 h 1373504"/>
                <a:gd name="connsiteX1132" fmla="*/ 78581 w 885825"/>
                <a:gd name="connsiteY1132" fmla="*/ 1135380 h 1373504"/>
                <a:gd name="connsiteX1133" fmla="*/ 84296 w 885825"/>
                <a:gd name="connsiteY1133" fmla="*/ 1137285 h 1373504"/>
                <a:gd name="connsiteX1134" fmla="*/ 106203 w 885825"/>
                <a:gd name="connsiteY1134" fmla="*/ 1133951 h 1373504"/>
                <a:gd name="connsiteX1135" fmla="*/ 108109 w 885825"/>
                <a:gd name="connsiteY1135" fmla="*/ 1135856 h 1373504"/>
                <a:gd name="connsiteX1136" fmla="*/ 98107 w 885825"/>
                <a:gd name="connsiteY1136" fmla="*/ 1136333 h 1373504"/>
                <a:gd name="connsiteX1137" fmla="*/ 89059 w 885825"/>
                <a:gd name="connsiteY1137" fmla="*/ 1138714 h 1373504"/>
                <a:gd name="connsiteX1138" fmla="*/ 88582 w 885825"/>
                <a:gd name="connsiteY1138" fmla="*/ 1140142 h 1373504"/>
                <a:gd name="connsiteX1139" fmla="*/ 89059 w 885825"/>
                <a:gd name="connsiteY1139" fmla="*/ 1142048 h 1373504"/>
                <a:gd name="connsiteX1140" fmla="*/ 94773 w 885825"/>
                <a:gd name="connsiteY1140" fmla="*/ 1143476 h 1373504"/>
                <a:gd name="connsiteX1141" fmla="*/ 93345 w 885825"/>
                <a:gd name="connsiteY1141" fmla="*/ 1144429 h 1373504"/>
                <a:gd name="connsiteX1142" fmla="*/ 90488 w 885825"/>
                <a:gd name="connsiteY1142" fmla="*/ 1145381 h 1373504"/>
                <a:gd name="connsiteX1143" fmla="*/ 87630 w 885825"/>
                <a:gd name="connsiteY1143" fmla="*/ 1145858 h 1373504"/>
                <a:gd name="connsiteX1144" fmla="*/ 80486 w 885825"/>
                <a:gd name="connsiteY1144" fmla="*/ 1142524 h 1373504"/>
                <a:gd name="connsiteX1145" fmla="*/ 69532 w 885825"/>
                <a:gd name="connsiteY1145" fmla="*/ 1141095 h 1373504"/>
                <a:gd name="connsiteX1146" fmla="*/ 62389 w 885825"/>
                <a:gd name="connsiteY1146" fmla="*/ 1140619 h 1373504"/>
                <a:gd name="connsiteX1147" fmla="*/ 58102 w 885825"/>
                <a:gd name="connsiteY1147" fmla="*/ 1141571 h 1373504"/>
                <a:gd name="connsiteX1148" fmla="*/ 51911 w 885825"/>
                <a:gd name="connsiteY1148" fmla="*/ 1142048 h 1373504"/>
                <a:gd name="connsiteX1149" fmla="*/ 49053 w 885825"/>
                <a:gd name="connsiteY1149" fmla="*/ 1142048 h 1373504"/>
                <a:gd name="connsiteX1150" fmla="*/ 46196 w 885825"/>
                <a:gd name="connsiteY1150" fmla="*/ 1143476 h 1373504"/>
                <a:gd name="connsiteX1151" fmla="*/ 44767 w 885825"/>
                <a:gd name="connsiteY1151" fmla="*/ 1146810 h 1373504"/>
                <a:gd name="connsiteX1152" fmla="*/ 42386 w 885825"/>
                <a:gd name="connsiteY1152" fmla="*/ 1148715 h 1373504"/>
                <a:gd name="connsiteX1153" fmla="*/ 40957 w 885825"/>
                <a:gd name="connsiteY1153" fmla="*/ 1150620 h 1373504"/>
                <a:gd name="connsiteX1154" fmla="*/ 41434 w 885825"/>
                <a:gd name="connsiteY1154" fmla="*/ 1152525 h 1373504"/>
                <a:gd name="connsiteX1155" fmla="*/ 45720 w 885825"/>
                <a:gd name="connsiteY1155" fmla="*/ 1152049 h 1373504"/>
                <a:gd name="connsiteX1156" fmla="*/ 52388 w 885825"/>
                <a:gd name="connsiteY1156" fmla="*/ 1150144 h 1373504"/>
                <a:gd name="connsiteX1157" fmla="*/ 60484 w 885825"/>
                <a:gd name="connsiteY1157" fmla="*/ 1149191 h 1373504"/>
                <a:gd name="connsiteX1158" fmla="*/ 58102 w 885825"/>
                <a:gd name="connsiteY1158" fmla="*/ 1151573 h 1373504"/>
                <a:gd name="connsiteX1159" fmla="*/ 56673 w 885825"/>
                <a:gd name="connsiteY1159" fmla="*/ 1152525 h 1373504"/>
                <a:gd name="connsiteX1160" fmla="*/ 43815 w 885825"/>
                <a:gd name="connsiteY1160" fmla="*/ 1155383 h 1373504"/>
                <a:gd name="connsiteX1161" fmla="*/ 39528 w 885825"/>
                <a:gd name="connsiteY1161" fmla="*/ 1155383 h 1373504"/>
                <a:gd name="connsiteX1162" fmla="*/ 37623 w 885825"/>
                <a:gd name="connsiteY1162" fmla="*/ 1153954 h 1373504"/>
                <a:gd name="connsiteX1163" fmla="*/ 36195 w 885825"/>
                <a:gd name="connsiteY1163" fmla="*/ 1152525 h 1373504"/>
                <a:gd name="connsiteX1164" fmla="*/ 33814 w 885825"/>
                <a:gd name="connsiteY1164" fmla="*/ 1152049 h 1373504"/>
                <a:gd name="connsiteX1165" fmla="*/ 30003 w 885825"/>
                <a:gd name="connsiteY1165" fmla="*/ 1153478 h 1373504"/>
                <a:gd name="connsiteX1166" fmla="*/ 27146 w 885825"/>
                <a:gd name="connsiteY1166" fmla="*/ 1153954 h 1373504"/>
                <a:gd name="connsiteX1167" fmla="*/ 20955 w 885825"/>
                <a:gd name="connsiteY1167" fmla="*/ 1157288 h 1373504"/>
                <a:gd name="connsiteX1168" fmla="*/ 19050 w 885825"/>
                <a:gd name="connsiteY1168" fmla="*/ 1161098 h 1373504"/>
                <a:gd name="connsiteX1169" fmla="*/ 17145 w 885825"/>
                <a:gd name="connsiteY1169" fmla="*/ 1162526 h 1373504"/>
                <a:gd name="connsiteX1170" fmla="*/ 14764 w 885825"/>
                <a:gd name="connsiteY1170" fmla="*/ 1165384 h 1373504"/>
                <a:gd name="connsiteX1171" fmla="*/ 12382 w 885825"/>
                <a:gd name="connsiteY1171" fmla="*/ 1165384 h 1373504"/>
                <a:gd name="connsiteX1172" fmla="*/ 10477 w 885825"/>
                <a:gd name="connsiteY1172" fmla="*/ 1163479 h 1373504"/>
                <a:gd name="connsiteX1173" fmla="*/ 7144 w 885825"/>
                <a:gd name="connsiteY1173" fmla="*/ 1164908 h 1373504"/>
                <a:gd name="connsiteX1174" fmla="*/ 5715 w 885825"/>
                <a:gd name="connsiteY1174" fmla="*/ 1172051 h 1373504"/>
                <a:gd name="connsiteX1175" fmla="*/ 8096 w 885825"/>
                <a:gd name="connsiteY1175" fmla="*/ 1175861 h 1373504"/>
                <a:gd name="connsiteX1176" fmla="*/ 11906 w 885825"/>
                <a:gd name="connsiteY1176" fmla="*/ 1176814 h 1373504"/>
                <a:gd name="connsiteX1177" fmla="*/ 19050 w 885825"/>
                <a:gd name="connsiteY1177" fmla="*/ 1176338 h 1373504"/>
                <a:gd name="connsiteX1178" fmla="*/ 25717 w 885825"/>
                <a:gd name="connsiteY1178" fmla="*/ 1177290 h 1373504"/>
                <a:gd name="connsiteX1179" fmla="*/ 41434 w 885825"/>
                <a:gd name="connsiteY1179" fmla="*/ 1181100 h 1373504"/>
                <a:gd name="connsiteX1180" fmla="*/ 50482 w 885825"/>
                <a:gd name="connsiteY1180" fmla="*/ 1181100 h 1373504"/>
                <a:gd name="connsiteX1181" fmla="*/ 60007 w 885825"/>
                <a:gd name="connsiteY1181" fmla="*/ 1179195 h 1373504"/>
                <a:gd name="connsiteX1182" fmla="*/ 61436 w 885825"/>
                <a:gd name="connsiteY1182" fmla="*/ 1180148 h 1373504"/>
                <a:gd name="connsiteX1183" fmla="*/ 52388 w 885825"/>
                <a:gd name="connsiteY1183" fmla="*/ 1183481 h 1373504"/>
                <a:gd name="connsiteX1184" fmla="*/ 37147 w 885825"/>
                <a:gd name="connsiteY1184" fmla="*/ 1184434 h 1373504"/>
                <a:gd name="connsiteX1185" fmla="*/ 29527 w 885825"/>
                <a:gd name="connsiteY1185" fmla="*/ 1182529 h 1373504"/>
                <a:gd name="connsiteX1186" fmla="*/ 18573 w 885825"/>
                <a:gd name="connsiteY1186" fmla="*/ 1178719 h 1373504"/>
                <a:gd name="connsiteX1187" fmla="*/ 6667 w 885825"/>
                <a:gd name="connsiteY1187" fmla="*/ 1179195 h 1373504"/>
                <a:gd name="connsiteX1188" fmla="*/ 2381 w 885825"/>
                <a:gd name="connsiteY1188" fmla="*/ 1178242 h 1373504"/>
                <a:gd name="connsiteX1189" fmla="*/ 476 w 885825"/>
                <a:gd name="connsiteY1189" fmla="*/ 1179195 h 1373504"/>
                <a:gd name="connsiteX1190" fmla="*/ 0 w 885825"/>
                <a:gd name="connsiteY1190" fmla="*/ 1183005 h 1373504"/>
                <a:gd name="connsiteX1191" fmla="*/ 476 w 885825"/>
                <a:gd name="connsiteY1191" fmla="*/ 1188244 h 1373504"/>
                <a:gd name="connsiteX1192" fmla="*/ 2857 w 885825"/>
                <a:gd name="connsiteY1192" fmla="*/ 1191578 h 1373504"/>
                <a:gd name="connsiteX1193" fmla="*/ 6191 w 885825"/>
                <a:gd name="connsiteY1193" fmla="*/ 1193006 h 1373504"/>
                <a:gd name="connsiteX1194" fmla="*/ 8572 w 885825"/>
                <a:gd name="connsiteY1194" fmla="*/ 1196816 h 1373504"/>
                <a:gd name="connsiteX1195" fmla="*/ 11906 w 885825"/>
                <a:gd name="connsiteY1195" fmla="*/ 1198721 h 1373504"/>
                <a:gd name="connsiteX1196" fmla="*/ 14288 w 885825"/>
                <a:gd name="connsiteY1196" fmla="*/ 1199674 h 1373504"/>
                <a:gd name="connsiteX1197" fmla="*/ 11430 w 885825"/>
                <a:gd name="connsiteY1197" fmla="*/ 1201103 h 1373504"/>
                <a:gd name="connsiteX1198" fmla="*/ 8572 w 885825"/>
                <a:gd name="connsiteY1198" fmla="*/ 1201103 h 1373504"/>
                <a:gd name="connsiteX1199" fmla="*/ 2857 w 885825"/>
                <a:gd name="connsiteY1199" fmla="*/ 1202531 h 1373504"/>
                <a:gd name="connsiteX1200" fmla="*/ 2381 w 885825"/>
                <a:gd name="connsiteY1200" fmla="*/ 1205389 h 1373504"/>
                <a:gd name="connsiteX1201" fmla="*/ 3334 w 885825"/>
                <a:gd name="connsiteY1201" fmla="*/ 1212056 h 1373504"/>
                <a:gd name="connsiteX1202" fmla="*/ 6191 w 885825"/>
                <a:gd name="connsiteY1202" fmla="*/ 1215390 h 1373504"/>
                <a:gd name="connsiteX1203" fmla="*/ 13811 w 885825"/>
                <a:gd name="connsiteY1203" fmla="*/ 1219676 h 1373504"/>
                <a:gd name="connsiteX1204" fmla="*/ 18097 w 885825"/>
                <a:gd name="connsiteY1204" fmla="*/ 1220153 h 1373504"/>
                <a:gd name="connsiteX1205" fmla="*/ 24765 w 885825"/>
                <a:gd name="connsiteY1205" fmla="*/ 1217771 h 1373504"/>
                <a:gd name="connsiteX1206" fmla="*/ 39528 w 885825"/>
                <a:gd name="connsiteY1206" fmla="*/ 1216819 h 1373504"/>
                <a:gd name="connsiteX1207" fmla="*/ 50006 w 885825"/>
                <a:gd name="connsiteY1207" fmla="*/ 1218724 h 1373504"/>
                <a:gd name="connsiteX1208" fmla="*/ 53816 w 885825"/>
                <a:gd name="connsiteY1208" fmla="*/ 1217771 h 1373504"/>
                <a:gd name="connsiteX1209" fmla="*/ 55721 w 885825"/>
                <a:gd name="connsiteY1209" fmla="*/ 1213009 h 1373504"/>
                <a:gd name="connsiteX1210" fmla="*/ 57626 w 885825"/>
                <a:gd name="connsiteY1210" fmla="*/ 1210628 h 1373504"/>
                <a:gd name="connsiteX1211" fmla="*/ 58578 w 885825"/>
                <a:gd name="connsiteY1211" fmla="*/ 1211104 h 1373504"/>
                <a:gd name="connsiteX1212" fmla="*/ 58102 w 885825"/>
                <a:gd name="connsiteY1212" fmla="*/ 1213485 h 1373504"/>
                <a:gd name="connsiteX1213" fmla="*/ 59531 w 885825"/>
                <a:gd name="connsiteY1213" fmla="*/ 1214438 h 1373504"/>
                <a:gd name="connsiteX1214" fmla="*/ 64294 w 885825"/>
                <a:gd name="connsiteY1214" fmla="*/ 1215390 h 1373504"/>
                <a:gd name="connsiteX1215" fmla="*/ 69532 w 885825"/>
                <a:gd name="connsiteY1215" fmla="*/ 1216819 h 1373504"/>
                <a:gd name="connsiteX1216" fmla="*/ 77152 w 885825"/>
                <a:gd name="connsiteY1216" fmla="*/ 1216342 h 1373504"/>
                <a:gd name="connsiteX1217" fmla="*/ 80486 w 885825"/>
                <a:gd name="connsiteY1217" fmla="*/ 1215390 h 1373504"/>
                <a:gd name="connsiteX1218" fmla="*/ 81439 w 885825"/>
                <a:gd name="connsiteY1218" fmla="*/ 1213485 h 1373504"/>
                <a:gd name="connsiteX1219" fmla="*/ 80486 w 885825"/>
                <a:gd name="connsiteY1219" fmla="*/ 1209675 h 1373504"/>
                <a:gd name="connsiteX1220" fmla="*/ 82391 w 885825"/>
                <a:gd name="connsiteY1220" fmla="*/ 1204913 h 1373504"/>
                <a:gd name="connsiteX1221" fmla="*/ 86201 w 885825"/>
                <a:gd name="connsiteY1221" fmla="*/ 1201579 h 1373504"/>
                <a:gd name="connsiteX1222" fmla="*/ 86677 w 885825"/>
                <a:gd name="connsiteY1222" fmla="*/ 1202531 h 1373504"/>
                <a:gd name="connsiteX1223" fmla="*/ 82867 w 885825"/>
                <a:gd name="connsiteY1223" fmla="*/ 1208723 h 1373504"/>
                <a:gd name="connsiteX1224" fmla="*/ 84772 w 885825"/>
                <a:gd name="connsiteY1224" fmla="*/ 1212533 h 1373504"/>
                <a:gd name="connsiteX1225" fmla="*/ 91440 w 885825"/>
                <a:gd name="connsiteY1225" fmla="*/ 1213009 h 1373504"/>
                <a:gd name="connsiteX1226" fmla="*/ 89535 w 885825"/>
                <a:gd name="connsiteY1226" fmla="*/ 1214914 h 1373504"/>
                <a:gd name="connsiteX1227" fmla="*/ 72390 w 885825"/>
                <a:gd name="connsiteY1227" fmla="*/ 1219200 h 1373504"/>
                <a:gd name="connsiteX1228" fmla="*/ 72390 w 885825"/>
                <a:gd name="connsiteY1228" fmla="*/ 1223010 h 1373504"/>
                <a:gd name="connsiteX1229" fmla="*/ 73342 w 885825"/>
                <a:gd name="connsiteY1229" fmla="*/ 1225391 h 1373504"/>
                <a:gd name="connsiteX1230" fmla="*/ 71914 w 885825"/>
                <a:gd name="connsiteY1230" fmla="*/ 1225867 h 1373504"/>
                <a:gd name="connsiteX1231" fmla="*/ 70009 w 885825"/>
                <a:gd name="connsiteY1231" fmla="*/ 1223963 h 1373504"/>
                <a:gd name="connsiteX1232" fmla="*/ 69532 w 885825"/>
                <a:gd name="connsiteY1232" fmla="*/ 1220629 h 1373504"/>
                <a:gd name="connsiteX1233" fmla="*/ 67151 w 885825"/>
                <a:gd name="connsiteY1233" fmla="*/ 1218248 h 1373504"/>
                <a:gd name="connsiteX1234" fmla="*/ 62865 w 885825"/>
                <a:gd name="connsiteY1234" fmla="*/ 1216342 h 1373504"/>
                <a:gd name="connsiteX1235" fmla="*/ 57150 w 885825"/>
                <a:gd name="connsiteY1235" fmla="*/ 1216819 h 1373504"/>
                <a:gd name="connsiteX1236" fmla="*/ 50482 w 885825"/>
                <a:gd name="connsiteY1236" fmla="*/ 1219676 h 1373504"/>
                <a:gd name="connsiteX1237" fmla="*/ 46196 w 885825"/>
                <a:gd name="connsiteY1237" fmla="*/ 1219676 h 1373504"/>
                <a:gd name="connsiteX1238" fmla="*/ 35719 w 885825"/>
                <a:gd name="connsiteY1238" fmla="*/ 1217771 h 1373504"/>
                <a:gd name="connsiteX1239" fmla="*/ 19526 w 885825"/>
                <a:gd name="connsiteY1239" fmla="*/ 1221105 h 1373504"/>
                <a:gd name="connsiteX1240" fmla="*/ 11906 w 885825"/>
                <a:gd name="connsiteY1240" fmla="*/ 1221581 h 1373504"/>
                <a:gd name="connsiteX1241" fmla="*/ 8572 w 885825"/>
                <a:gd name="connsiteY1241" fmla="*/ 1221105 h 1373504"/>
                <a:gd name="connsiteX1242" fmla="*/ 5239 w 885825"/>
                <a:gd name="connsiteY1242" fmla="*/ 1220153 h 1373504"/>
                <a:gd name="connsiteX1243" fmla="*/ 2381 w 885825"/>
                <a:gd name="connsiteY1243" fmla="*/ 1222058 h 1373504"/>
                <a:gd name="connsiteX1244" fmla="*/ 2857 w 885825"/>
                <a:gd name="connsiteY1244" fmla="*/ 1227296 h 1373504"/>
                <a:gd name="connsiteX1245" fmla="*/ 2381 w 885825"/>
                <a:gd name="connsiteY1245" fmla="*/ 1231106 h 1373504"/>
                <a:gd name="connsiteX1246" fmla="*/ 3810 w 885825"/>
                <a:gd name="connsiteY1246" fmla="*/ 1238726 h 1373504"/>
                <a:gd name="connsiteX1247" fmla="*/ 6191 w 885825"/>
                <a:gd name="connsiteY1247" fmla="*/ 1242536 h 1373504"/>
                <a:gd name="connsiteX1248" fmla="*/ 10477 w 885825"/>
                <a:gd name="connsiteY1248" fmla="*/ 1245870 h 1373504"/>
                <a:gd name="connsiteX1249" fmla="*/ 17621 w 885825"/>
                <a:gd name="connsiteY1249" fmla="*/ 1243489 h 1373504"/>
                <a:gd name="connsiteX1250" fmla="*/ 22384 w 885825"/>
                <a:gd name="connsiteY1250" fmla="*/ 1239679 h 1373504"/>
                <a:gd name="connsiteX1251" fmla="*/ 24289 w 885825"/>
                <a:gd name="connsiteY1251" fmla="*/ 1240155 h 1373504"/>
                <a:gd name="connsiteX1252" fmla="*/ 20955 w 885825"/>
                <a:gd name="connsiteY1252" fmla="*/ 1243489 h 1373504"/>
                <a:gd name="connsiteX1253" fmla="*/ 8096 w 885825"/>
                <a:gd name="connsiteY1253" fmla="*/ 1250633 h 1373504"/>
                <a:gd name="connsiteX1254" fmla="*/ 7144 w 885825"/>
                <a:gd name="connsiteY1254" fmla="*/ 1252538 h 1373504"/>
                <a:gd name="connsiteX1255" fmla="*/ 8572 w 885825"/>
                <a:gd name="connsiteY1255" fmla="*/ 1259681 h 1373504"/>
                <a:gd name="connsiteX1256" fmla="*/ 11906 w 885825"/>
                <a:gd name="connsiteY1256" fmla="*/ 1264920 h 1373504"/>
                <a:gd name="connsiteX1257" fmla="*/ 16192 w 885825"/>
                <a:gd name="connsiteY1257" fmla="*/ 1267301 h 1373504"/>
                <a:gd name="connsiteX1258" fmla="*/ 21431 w 885825"/>
                <a:gd name="connsiteY1258" fmla="*/ 1267301 h 1373504"/>
                <a:gd name="connsiteX1259" fmla="*/ 24289 w 885825"/>
                <a:gd name="connsiteY1259" fmla="*/ 1267301 h 1373504"/>
                <a:gd name="connsiteX1260" fmla="*/ 25241 w 885825"/>
                <a:gd name="connsiteY1260" fmla="*/ 1268730 h 1373504"/>
                <a:gd name="connsiteX1261" fmla="*/ 18573 w 885825"/>
                <a:gd name="connsiteY1261" fmla="*/ 1271588 h 1373504"/>
                <a:gd name="connsiteX1262" fmla="*/ 14764 w 885825"/>
                <a:gd name="connsiteY1262" fmla="*/ 1271588 h 1373504"/>
                <a:gd name="connsiteX1263" fmla="*/ 10953 w 885825"/>
                <a:gd name="connsiteY1263" fmla="*/ 1270635 h 1373504"/>
                <a:gd name="connsiteX1264" fmla="*/ 9048 w 885825"/>
                <a:gd name="connsiteY1264" fmla="*/ 1270635 h 1373504"/>
                <a:gd name="connsiteX1265" fmla="*/ 8096 w 885825"/>
                <a:gd name="connsiteY1265" fmla="*/ 1272540 h 1373504"/>
                <a:gd name="connsiteX1266" fmla="*/ 9525 w 885825"/>
                <a:gd name="connsiteY1266" fmla="*/ 1275874 h 1373504"/>
                <a:gd name="connsiteX1267" fmla="*/ 8572 w 885825"/>
                <a:gd name="connsiteY1267" fmla="*/ 1279684 h 1373504"/>
                <a:gd name="connsiteX1268" fmla="*/ 6191 w 885825"/>
                <a:gd name="connsiteY1268" fmla="*/ 1283494 h 1373504"/>
                <a:gd name="connsiteX1269" fmla="*/ 5715 w 885825"/>
                <a:gd name="connsiteY1269" fmla="*/ 1288733 h 1373504"/>
                <a:gd name="connsiteX1270" fmla="*/ 5715 w 885825"/>
                <a:gd name="connsiteY1270" fmla="*/ 1292066 h 1373504"/>
                <a:gd name="connsiteX1271" fmla="*/ 7144 w 885825"/>
                <a:gd name="connsiteY1271" fmla="*/ 1293495 h 1373504"/>
                <a:gd name="connsiteX1272" fmla="*/ 8572 w 885825"/>
                <a:gd name="connsiteY1272" fmla="*/ 1293495 h 1373504"/>
                <a:gd name="connsiteX1273" fmla="*/ 10001 w 885825"/>
                <a:gd name="connsiteY1273" fmla="*/ 1291114 h 1373504"/>
                <a:gd name="connsiteX1274" fmla="*/ 10953 w 885825"/>
                <a:gd name="connsiteY1274" fmla="*/ 1290161 h 1373504"/>
                <a:gd name="connsiteX1275" fmla="*/ 13811 w 885825"/>
                <a:gd name="connsiteY1275" fmla="*/ 1287780 h 1373504"/>
                <a:gd name="connsiteX1276" fmla="*/ 18573 w 885825"/>
                <a:gd name="connsiteY1276" fmla="*/ 1284446 h 1373504"/>
                <a:gd name="connsiteX1277" fmla="*/ 20478 w 885825"/>
                <a:gd name="connsiteY1277" fmla="*/ 1280160 h 1373504"/>
                <a:gd name="connsiteX1278" fmla="*/ 25241 w 885825"/>
                <a:gd name="connsiteY1278" fmla="*/ 1274921 h 1373504"/>
                <a:gd name="connsiteX1279" fmla="*/ 28575 w 885825"/>
                <a:gd name="connsiteY1279" fmla="*/ 1273969 h 1373504"/>
                <a:gd name="connsiteX1280" fmla="*/ 30956 w 885825"/>
                <a:gd name="connsiteY1280" fmla="*/ 1271588 h 1373504"/>
                <a:gd name="connsiteX1281" fmla="*/ 31909 w 885825"/>
                <a:gd name="connsiteY1281" fmla="*/ 1267301 h 1373504"/>
                <a:gd name="connsiteX1282" fmla="*/ 33814 w 885825"/>
                <a:gd name="connsiteY1282" fmla="*/ 1264444 h 1373504"/>
                <a:gd name="connsiteX1283" fmla="*/ 38576 w 885825"/>
                <a:gd name="connsiteY1283" fmla="*/ 1260158 h 1373504"/>
                <a:gd name="connsiteX1284" fmla="*/ 40481 w 885825"/>
                <a:gd name="connsiteY1284" fmla="*/ 1257300 h 1373504"/>
                <a:gd name="connsiteX1285" fmla="*/ 47148 w 885825"/>
                <a:gd name="connsiteY1285" fmla="*/ 1253490 h 1373504"/>
                <a:gd name="connsiteX1286" fmla="*/ 62865 w 885825"/>
                <a:gd name="connsiteY1286" fmla="*/ 1249204 h 1373504"/>
                <a:gd name="connsiteX1287" fmla="*/ 69532 w 885825"/>
                <a:gd name="connsiteY1287" fmla="*/ 1248728 h 1373504"/>
                <a:gd name="connsiteX1288" fmla="*/ 68103 w 885825"/>
                <a:gd name="connsiteY1288" fmla="*/ 1250633 h 1373504"/>
                <a:gd name="connsiteX1289" fmla="*/ 62389 w 885825"/>
                <a:gd name="connsiteY1289" fmla="*/ 1252061 h 1373504"/>
                <a:gd name="connsiteX1290" fmla="*/ 60007 w 885825"/>
                <a:gd name="connsiteY1290" fmla="*/ 1253966 h 1373504"/>
                <a:gd name="connsiteX1291" fmla="*/ 58102 w 885825"/>
                <a:gd name="connsiteY1291" fmla="*/ 1256348 h 1373504"/>
                <a:gd name="connsiteX1292" fmla="*/ 53340 w 885825"/>
                <a:gd name="connsiteY1292" fmla="*/ 1267301 h 1373504"/>
                <a:gd name="connsiteX1293" fmla="*/ 53340 w 885825"/>
                <a:gd name="connsiteY1293" fmla="*/ 1264444 h 1373504"/>
                <a:gd name="connsiteX1294" fmla="*/ 54769 w 885825"/>
                <a:gd name="connsiteY1294" fmla="*/ 1256824 h 1373504"/>
                <a:gd name="connsiteX1295" fmla="*/ 52864 w 885825"/>
                <a:gd name="connsiteY1295" fmla="*/ 1254442 h 1373504"/>
                <a:gd name="connsiteX1296" fmla="*/ 47148 w 885825"/>
                <a:gd name="connsiteY1296" fmla="*/ 1257300 h 1373504"/>
                <a:gd name="connsiteX1297" fmla="*/ 40005 w 885825"/>
                <a:gd name="connsiteY1297" fmla="*/ 1263491 h 1373504"/>
                <a:gd name="connsiteX1298" fmla="*/ 38576 w 885825"/>
                <a:gd name="connsiteY1298" fmla="*/ 1266825 h 1373504"/>
                <a:gd name="connsiteX1299" fmla="*/ 38576 w 885825"/>
                <a:gd name="connsiteY1299" fmla="*/ 1268730 h 1373504"/>
                <a:gd name="connsiteX1300" fmla="*/ 37147 w 885825"/>
                <a:gd name="connsiteY1300" fmla="*/ 1271111 h 1373504"/>
                <a:gd name="connsiteX1301" fmla="*/ 34766 w 885825"/>
                <a:gd name="connsiteY1301" fmla="*/ 1273969 h 1373504"/>
                <a:gd name="connsiteX1302" fmla="*/ 27622 w 885825"/>
                <a:gd name="connsiteY1302" fmla="*/ 1280160 h 1373504"/>
                <a:gd name="connsiteX1303" fmla="*/ 25717 w 885825"/>
                <a:gd name="connsiteY1303" fmla="*/ 1282541 h 1373504"/>
                <a:gd name="connsiteX1304" fmla="*/ 26670 w 885825"/>
                <a:gd name="connsiteY1304" fmla="*/ 1285399 h 1373504"/>
                <a:gd name="connsiteX1305" fmla="*/ 29051 w 885825"/>
                <a:gd name="connsiteY1305" fmla="*/ 1285875 h 1373504"/>
                <a:gd name="connsiteX1306" fmla="*/ 33338 w 885825"/>
                <a:gd name="connsiteY1306" fmla="*/ 1284923 h 1373504"/>
                <a:gd name="connsiteX1307" fmla="*/ 36671 w 885825"/>
                <a:gd name="connsiteY1307" fmla="*/ 1284923 h 1373504"/>
                <a:gd name="connsiteX1308" fmla="*/ 41910 w 885825"/>
                <a:gd name="connsiteY1308" fmla="*/ 1283970 h 1373504"/>
                <a:gd name="connsiteX1309" fmla="*/ 41910 w 885825"/>
                <a:gd name="connsiteY1309" fmla="*/ 1284446 h 1373504"/>
                <a:gd name="connsiteX1310" fmla="*/ 34290 w 885825"/>
                <a:gd name="connsiteY1310" fmla="*/ 1288256 h 1373504"/>
                <a:gd name="connsiteX1311" fmla="*/ 30003 w 885825"/>
                <a:gd name="connsiteY1311" fmla="*/ 1288733 h 1373504"/>
                <a:gd name="connsiteX1312" fmla="*/ 26670 w 885825"/>
                <a:gd name="connsiteY1312" fmla="*/ 1292542 h 1373504"/>
                <a:gd name="connsiteX1313" fmla="*/ 20002 w 885825"/>
                <a:gd name="connsiteY1313" fmla="*/ 1291114 h 1373504"/>
                <a:gd name="connsiteX1314" fmla="*/ 18097 w 885825"/>
                <a:gd name="connsiteY1314" fmla="*/ 1289685 h 1373504"/>
                <a:gd name="connsiteX1315" fmla="*/ 16192 w 885825"/>
                <a:gd name="connsiteY1315" fmla="*/ 1289685 h 1373504"/>
                <a:gd name="connsiteX1316" fmla="*/ 13811 w 885825"/>
                <a:gd name="connsiteY1316" fmla="*/ 1292542 h 1373504"/>
                <a:gd name="connsiteX1317" fmla="*/ 10477 w 885825"/>
                <a:gd name="connsiteY1317" fmla="*/ 1293019 h 1373504"/>
                <a:gd name="connsiteX1318" fmla="*/ 8572 w 885825"/>
                <a:gd name="connsiteY1318" fmla="*/ 1296829 h 1373504"/>
                <a:gd name="connsiteX1319" fmla="*/ 6667 w 885825"/>
                <a:gd name="connsiteY1319" fmla="*/ 1302544 h 1373504"/>
                <a:gd name="connsiteX1320" fmla="*/ 4763 w 885825"/>
                <a:gd name="connsiteY1320" fmla="*/ 1313974 h 1373504"/>
                <a:gd name="connsiteX1321" fmla="*/ 6191 w 885825"/>
                <a:gd name="connsiteY1321" fmla="*/ 1317308 h 1373504"/>
                <a:gd name="connsiteX1322" fmla="*/ 12859 w 885825"/>
                <a:gd name="connsiteY1322" fmla="*/ 1317308 h 1373504"/>
                <a:gd name="connsiteX1323" fmla="*/ 16669 w 885825"/>
                <a:gd name="connsiteY1323" fmla="*/ 1315403 h 1373504"/>
                <a:gd name="connsiteX1324" fmla="*/ 20002 w 885825"/>
                <a:gd name="connsiteY1324" fmla="*/ 1311116 h 1373504"/>
                <a:gd name="connsiteX1325" fmla="*/ 23336 w 885825"/>
                <a:gd name="connsiteY1325" fmla="*/ 1310164 h 1373504"/>
                <a:gd name="connsiteX1326" fmla="*/ 25241 w 885825"/>
                <a:gd name="connsiteY1326" fmla="*/ 1309211 h 1373504"/>
                <a:gd name="connsiteX1327" fmla="*/ 29527 w 885825"/>
                <a:gd name="connsiteY1327" fmla="*/ 1308259 h 1373504"/>
                <a:gd name="connsiteX1328" fmla="*/ 35242 w 885825"/>
                <a:gd name="connsiteY1328" fmla="*/ 1305401 h 1373504"/>
                <a:gd name="connsiteX1329" fmla="*/ 40005 w 885825"/>
                <a:gd name="connsiteY1329" fmla="*/ 1301591 h 1373504"/>
                <a:gd name="connsiteX1330" fmla="*/ 44291 w 885825"/>
                <a:gd name="connsiteY1330" fmla="*/ 1299210 h 1373504"/>
                <a:gd name="connsiteX1331" fmla="*/ 48577 w 885825"/>
                <a:gd name="connsiteY1331" fmla="*/ 1297781 h 1373504"/>
                <a:gd name="connsiteX1332" fmla="*/ 49053 w 885825"/>
                <a:gd name="connsiteY1332" fmla="*/ 1298258 h 1373504"/>
                <a:gd name="connsiteX1333" fmla="*/ 45244 w 885825"/>
                <a:gd name="connsiteY1333" fmla="*/ 1300163 h 1373504"/>
                <a:gd name="connsiteX1334" fmla="*/ 41434 w 885825"/>
                <a:gd name="connsiteY1334" fmla="*/ 1303496 h 1373504"/>
                <a:gd name="connsiteX1335" fmla="*/ 36195 w 885825"/>
                <a:gd name="connsiteY1335" fmla="*/ 1306830 h 1373504"/>
                <a:gd name="connsiteX1336" fmla="*/ 32861 w 885825"/>
                <a:gd name="connsiteY1336" fmla="*/ 1310164 h 1373504"/>
                <a:gd name="connsiteX1337" fmla="*/ 32385 w 885825"/>
                <a:gd name="connsiteY1337" fmla="*/ 1313498 h 1373504"/>
                <a:gd name="connsiteX1338" fmla="*/ 33338 w 885825"/>
                <a:gd name="connsiteY1338" fmla="*/ 1315879 h 1373504"/>
                <a:gd name="connsiteX1339" fmla="*/ 32861 w 885825"/>
                <a:gd name="connsiteY1339" fmla="*/ 1318260 h 1373504"/>
                <a:gd name="connsiteX1340" fmla="*/ 30956 w 885825"/>
                <a:gd name="connsiteY1340" fmla="*/ 1320165 h 1373504"/>
                <a:gd name="connsiteX1341" fmla="*/ 30956 w 885825"/>
                <a:gd name="connsiteY1341" fmla="*/ 1322070 h 1373504"/>
                <a:gd name="connsiteX1342" fmla="*/ 35242 w 885825"/>
                <a:gd name="connsiteY1342" fmla="*/ 1325880 h 1373504"/>
                <a:gd name="connsiteX1343" fmla="*/ 38100 w 885825"/>
                <a:gd name="connsiteY1343" fmla="*/ 1327785 h 1373504"/>
                <a:gd name="connsiteX1344" fmla="*/ 45720 w 885825"/>
                <a:gd name="connsiteY1344" fmla="*/ 1324451 h 1373504"/>
                <a:gd name="connsiteX1345" fmla="*/ 47148 w 885825"/>
                <a:gd name="connsiteY1345" fmla="*/ 1325404 h 1373504"/>
                <a:gd name="connsiteX1346" fmla="*/ 41910 w 885825"/>
                <a:gd name="connsiteY1346" fmla="*/ 1328261 h 1373504"/>
                <a:gd name="connsiteX1347" fmla="*/ 39528 w 885825"/>
                <a:gd name="connsiteY1347" fmla="*/ 1331595 h 1373504"/>
                <a:gd name="connsiteX1348" fmla="*/ 38100 w 885825"/>
                <a:gd name="connsiteY1348" fmla="*/ 1331595 h 1373504"/>
                <a:gd name="connsiteX1349" fmla="*/ 30003 w 885825"/>
                <a:gd name="connsiteY1349" fmla="*/ 1327309 h 1373504"/>
                <a:gd name="connsiteX1350" fmla="*/ 21907 w 885825"/>
                <a:gd name="connsiteY1350" fmla="*/ 1324451 h 1373504"/>
                <a:gd name="connsiteX1351" fmla="*/ 20002 w 885825"/>
                <a:gd name="connsiteY1351" fmla="*/ 1326356 h 1373504"/>
                <a:gd name="connsiteX1352" fmla="*/ 19050 w 885825"/>
                <a:gd name="connsiteY1352" fmla="*/ 1333976 h 1373504"/>
                <a:gd name="connsiteX1353" fmla="*/ 19050 w 885825"/>
                <a:gd name="connsiteY1353" fmla="*/ 1338739 h 1373504"/>
                <a:gd name="connsiteX1354" fmla="*/ 21431 w 885825"/>
                <a:gd name="connsiteY1354" fmla="*/ 1343978 h 1373504"/>
                <a:gd name="connsiteX1355" fmla="*/ 25717 w 885825"/>
                <a:gd name="connsiteY1355" fmla="*/ 1348740 h 1373504"/>
                <a:gd name="connsiteX1356" fmla="*/ 34766 w 885825"/>
                <a:gd name="connsiteY1356" fmla="*/ 1353026 h 1373504"/>
                <a:gd name="connsiteX1357" fmla="*/ 37623 w 885825"/>
                <a:gd name="connsiteY1357" fmla="*/ 1355884 h 1373504"/>
                <a:gd name="connsiteX1358" fmla="*/ 49053 w 885825"/>
                <a:gd name="connsiteY1358" fmla="*/ 1361123 h 1373504"/>
                <a:gd name="connsiteX1359" fmla="*/ 52388 w 885825"/>
                <a:gd name="connsiteY1359" fmla="*/ 1361599 h 1373504"/>
                <a:gd name="connsiteX1360" fmla="*/ 56673 w 885825"/>
                <a:gd name="connsiteY1360" fmla="*/ 1361123 h 1373504"/>
                <a:gd name="connsiteX1361" fmla="*/ 58102 w 885825"/>
                <a:gd name="connsiteY1361" fmla="*/ 1361123 h 1373504"/>
                <a:gd name="connsiteX1362" fmla="*/ 58578 w 885825"/>
                <a:gd name="connsiteY1362" fmla="*/ 1362551 h 1373504"/>
                <a:gd name="connsiteX1363" fmla="*/ 59055 w 885825"/>
                <a:gd name="connsiteY1363" fmla="*/ 1363028 h 1373504"/>
                <a:gd name="connsiteX1364" fmla="*/ 56197 w 885825"/>
                <a:gd name="connsiteY1364" fmla="*/ 1365409 h 1373504"/>
                <a:gd name="connsiteX1365" fmla="*/ 54292 w 885825"/>
                <a:gd name="connsiteY1365" fmla="*/ 1367790 h 1373504"/>
                <a:gd name="connsiteX1366" fmla="*/ 55721 w 885825"/>
                <a:gd name="connsiteY1366" fmla="*/ 1369219 h 1373504"/>
                <a:gd name="connsiteX1367" fmla="*/ 60484 w 885825"/>
                <a:gd name="connsiteY1367" fmla="*/ 1370648 h 1373504"/>
                <a:gd name="connsiteX1368" fmla="*/ 61913 w 885825"/>
                <a:gd name="connsiteY1368" fmla="*/ 1370171 h 1373504"/>
                <a:gd name="connsiteX1369" fmla="*/ 61913 w 885825"/>
                <a:gd name="connsiteY1369" fmla="*/ 1367790 h 1373504"/>
                <a:gd name="connsiteX1370" fmla="*/ 62865 w 885825"/>
                <a:gd name="connsiteY1370" fmla="*/ 1366838 h 1373504"/>
                <a:gd name="connsiteX1371" fmla="*/ 65246 w 885825"/>
                <a:gd name="connsiteY1371" fmla="*/ 1366838 h 1373504"/>
                <a:gd name="connsiteX1372" fmla="*/ 66675 w 885825"/>
                <a:gd name="connsiteY1372" fmla="*/ 1367314 h 1373504"/>
                <a:gd name="connsiteX1373" fmla="*/ 66198 w 885825"/>
                <a:gd name="connsiteY1373" fmla="*/ 1368266 h 1373504"/>
                <a:gd name="connsiteX1374" fmla="*/ 66198 w 885825"/>
                <a:gd name="connsiteY1374" fmla="*/ 1369219 h 1373504"/>
                <a:gd name="connsiteX1375" fmla="*/ 66675 w 885825"/>
                <a:gd name="connsiteY1375" fmla="*/ 1370648 h 1373504"/>
                <a:gd name="connsiteX1376" fmla="*/ 70009 w 885825"/>
                <a:gd name="connsiteY1376" fmla="*/ 1373029 h 1373504"/>
                <a:gd name="connsiteX1377" fmla="*/ 76676 w 885825"/>
                <a:gd name="connsiteY1377" fmla="*/ 1372076 h 1373504"/>
                <a:gd name="connsiteX1378" fmla="*/ 85725 w 885825"/>
                <a:gd name="connsiteY1378" fmla="*/ 1373505 h 1373504"/>
                <a:gd name="connsiteX1379" fmla="*/ 99536 w 885825"/>
                <a:gd name="connsiteY1379" fmla="*/ 1370648 h 1373504"/>
                <a:gd name="connsiteX1380" fmla="*/ 105251 w 885825"/>
                <a:gd name="connsiteY1380" fmla="*/ 1367314 h 1373504"/>
                <a:gd name="connsiteX1381" fmla="*/ 109538 w 885825"/>
                <a:gd name="connsiteY1381" fmla="*/ 1367314 h 1373504"/>
                <a:gd name="connsiteX1382" fmla="*/ 114300 w 885825"/>
                <a:gd name="connsiteY1382" fmla="*/ 1363504 h 1373504"/>
                <a:gd name="connsiteX1383" fmla="*/ 121444 w 885825"/>
                <a:gd name="connsiteY1383" fmla="*/ 1359694 h 1373504"/>
                <a:gd name="connsiteX1384" fmla="*/ 135255 w 885825"/>
                <a:gd name="connsiteY1384" fmla="*/ 1346359 h 1373504"/>
                <a:gd name="connsiteX1385" fmla="*/ 143827 w 885825"/>
                <a:gd name="connsiteY1385" fmla="*/ 1341120 h 1373504"/>
                <a:gd name="connsiteX1386" fmla="*/ 144303 w 885825"/>
                <a:gd name="connsiteY1386" fmla="*/ 1339215 h 1373504"/>
                <a:gd name="connsiteX1387" fmla="*/ 145732 w 885825"/>
                <a:gd name="connsiteY1387" fmla="*/ 1337786 h 1373504"/>
                <a:gd name="connsiteX1388" fmla="*/ 148590 w 885825"/>
                <a:gd name="connsiteY1388" fmla="*/ 1337310 h 1373504"/>
                <a:gd name="connsiteX1389" fmla="*/ 150971 w 885825"/>
                <a:gd name="connsiteY1389" fmla="*/ 1334453 h 1373504"/>
                <a:gd name="connsiteX1390" fmla="*/ 148114 w 885825"/>
                <a:gd name="connsiteY1390" fmla="*/ 1332071 h 1373504"/>
                <a:gd name="connsiteX1391" fmla="*/ 156210 w 885825"/>
                <a:gd name="connsiteY1391" fmla="*/ 1328261 h 1373504"/>
                <a:gd name="connsiteX1392" fmla="*/ 158591 w 885825"/>
                <a:gd name="connsiteY1392" fmla="*/ 1327785 h 1373504"/>
                <a:gd name="connsiteX1393" fmla="*/ 160020 w 885825"/>
                <a:gd name="connsiteY1393" fmla="*/ 1326356 h 1373504"/>
                <a:gd name="connsiteX1394" fmla="*/ 161448 w 885825"/>
                <a:gd name="connsiteY1394" fmla="*/ 1324451 h 1373504"/>
                <a:gd name="connsiteX1395" fmla="*/ 159067 w 885825"/>
                <a:gd name="connsiteY1395" fmla="*/ 1321594 h 1373504"/>
                <a:gd name="connsiteX1396" fmla="*/ 156686 w 885825"/>
                <a:gd name="connsiteY1396" fmla="*/ 1319213 h 1373504"/>
                <a:gd name="connsiteX1397" fmla="*/ 159544 w 885825"/>
                <a:gd name="connsiteY1397" fmla="*/ 1318736 h 1373504"/>
                <a:gd name="connsiteX1398" fmla="*/ 165259 w 885825"/>
                <a:gd name="connsiteY1398" fmla="*/ 1323023 h 1373504"/>
                <a:gd name="connsiteX1399" fmla="*/ 166688 w 885825"/>
                <a:gd name="connsiteY1399" fmla="*/ 1326356 h 1373504"/>
                <a:gd name="connsiteX1400" fmla="*/ 170497 w 885825"/>
                <a:gd name="connsiteY1400" fmla="*/ 1325880 h 1373504"/>
                <a:gd name="connsiteX1401" fmla="*/ 174784 w 885825"/>
                <a:gd name="connsiteY1401" fmla="*/ 1323023 h 1373504"/>
                <a:gd name="connsiteX1402" fmla="*/ 178117 w 885825"/>
                <a:gd name="connsiteY1402" fmla="*/ 1323975 h 1373504"/>
                <a:gd name="connsiteX1403" fmla="*/ 179070 w 885825"/>
                <a:gd name="connsiteY1403" fmla="*/ 1322546 h 1373504"/>
                <a:gd name="connsiteX1404" fmla="*/ 180498 w 885825"/>
                <a:gd name="connsiteY1404" fmla="*/ 1321594 h 1373504"/>
                <a:gd name="connsiteX1405" fmla="*/ 186690 w 885825"/>
                <a:gd name="connsiteY1405" fmla="*/ 1310640 h 1373504"/>
                <a:gd name="connsiteX1406" fmla="*/ 187642 w 885825"/>
                <a:gd name="connsiteY1406" fmla="*/ 1305878 h 1373504"/>
                <a:gd name="connsiteX1407" fmla="*/ 187166 w 885825"/>
                <a:gd name="connsiteY1407" fmla="*/ 1302544 h 1373504"/>
                <a:gd name="connsiteX1408" fmla="*/ 185738 w 885825"/>
                <a:gd name="connsiteY1408" fmla="*/ 1302067 h 1373504"/>
                <a:gd name="connsiteX1409" fmla="*/ 185261 w 885825"/>
                <a:gd name="connsiteY1409" fmla="*/ 1298734 h 1373504"/>
                <a:gd name="connsiteX1410" fmla="*/ 188595 w 885825"/>
                <a:gd name="connsiteY1410" fmla="*/ 1297781 h 1373504"/>
                <a:gd name="connsiteX1411" fmla="*/ 190976 w 885825"/>
                <a:gd name="connsiteY1411" fmla="*/ 1295400 h 1373504"/>
                <a:gd name="connsiteX1412" fmla="*/ 189547 w 885825"/>
                <a:gd name="connsiteY1412" fmla="*/ 1290161 h 1373504"/>
                <a:gd name="connsiteX1413" fmla="*/ 191452 w 885825"/>
                <a:gd name="connsiteY1413" fmla="*/ 1286828 h 1373504"/>
                <a:gd name="connsiteX1414" fmla="*/ 191928 w 885825"/>
                <a:gd name="connsiteY1414" fmla="*/ 1291114 h 1373504"/>
                <a:gd name="connsiteX1415" fmla="*/ 192881 w 885825"/>
                <a:gd name="connsiteY1415" fmla="*/ 1294924 h 1373504"/>
                <a:gd name="connsiteX1416" fmla="*/ 192881 w 885825"/>
                <a:gd name="connsiteY1416" fmla="*/ 1303496 h 1373504"/>
                <a:gd name="connsiteX1417" fmla="*/ 193357 w 885825"/>
                <a:gd name="connsiteY1417" fmla="*/ 1305401 h 1373504"/>
                <a:gd name="connsiteX1418" fmla="*/ 196691 w 885825"/>
                <a:gd name="connsiteY1418" fmla="*/ 1310164 h 1373504"/>
                <a:gd name="connsiteX1419" fmla="*/ 200025 w 885825"/>
                <a:gd name="connsiteY1419" fmla="*/ 1315879 h 1373504"/>
                <a:gd name="connsiteX1420" fmla="*/ 203835 w 885825"/>
                <a:gd name="connsiteY1420" fmla="*/ 1316355 h 1373504"/>
                <a:gd name="connsiteX1421" fmla="*/ 205740 w 885825"/>
                <a:gd name="connsiteY1421" fmla="*/ 1316831 h 1373504"/>
                <a:gd name="connsiteX1422" fmla="*/ 209073 w 885825"/>
                <a:gd name="connsiteY1422" fmla="*/ 1317784 h 1373504"/>
                <a:gd name="connsiteX1423" fmla="*/ 210502 w 885825"/>
                <a:gd name="connsiteY1423" fmla="*/ 1317784 h 1373504"/>
                <a:gd name="connsiteX1424" fmla="*/ 218598 w 885825"/>
                <a:gd name="connsiteY1424" fmla="*/ 1319689 h 1373504"/>
                <a:gd name="connsiteX1425" fmla="*/ 219075 w 885825"/>
                <a:gd name="connsiteY1425" fmla="*/ 1321594 h 1373504"/>
                <a:gd name="connsiteX1426" fmla="*/ 219075 w 885825"/>
                <a:gd name="connsiteY1426" fmla="*/ 1323023 h 1373504"/>
                <a:gd name="connsiteX1427" fmla="*/ 221932 w 885825"/>
                <a:gd name="connsiteY1427" fmla="*/ 1329214 h 1373504"/>
                <a:gd name="connsiteX1428" fmla="*/ 224314 w 885825"/>
                <a:gd name="connsiteY1428" fmla="*/ 1330166 h 1373504"/>
                <a:gd name="connsiteX1429" fmla="*/ 227647 w 885825"/>
                <a:gd name="connsiteY1429" fmla="*/ 1328738 h 1373504"/>
                <a:gd name="connsiteX1430" fmla="*/ 230028 w 885825"/>
                <a:gd name="connsiteY1430" fmla="*/ 1323975 h 1373504"/>
                <a:gd name="connsiteX1431" fmla="*/ 231457 w 885825"/>
                <a:gd name="connsiteY1431" fmla="*/ 1316831 h 1373504"/>
                <a:gd name="connsiteX1432" fmla="*/ 232886 w 885825"/>
                <a:gd name="connsiteY1432" fmla="*/ 1310164 h 1373504"/>
                <a:gd name="connsiteX1433" fmla="*/ 230981 w 885825"/>
                <a:gd name="connsiteY1433" fmla="*/ 1303020 h 1373504"/>
                <a:gd name="connsiteX1434" fmla="*/ 229076 w 885825"/>
                <a:gd name="connsiteY1434" fmla="*/ 1296829 h 1373504"/>
                <a:gd name="connsiteX1435" fmla="*/ 229076 w 885825"/>
                <a:gd name="connsiteY1435" fmla="*/ 1294924 h 1373504"/>
                <a:gd name="connsiteX1436" fmla="*/ 234315 w 885825"/>
                <a:gd name="connsiteY1436" fmla="*/ 1289685 h 1373504"/>
                <a:gd name="connsiteX1437" fmla="*/ 235744 w 885825"/>
                <a:gd name="connsiteY1437" fmla="*/ 1285399 h 1373504"/>
                <a:gd name="connsiteX1438" fmla="*/ 237648 w 885825"/>
                <a:gd name="connsiteY1438" fmla="*/ 1281113 h 1373504"/>
                <a:gd name="connsiteX1439" fmla="*/ 239553 w 885825"/>
                <a:gd name="connsiteY1439" fmla="*/ 1279684 h 1373504"/>
                <a:gd name="connsiteX1440" fmla="*/ 242411 w 885825"/>
                <a:gd name="connsiteY1440" fmla="*/ 1279208 h 1373504"/>
                <a:gd name="connsiteX1441" fmla="*/ 245745 w 885825"/>
                <a:gd name="connsiteY1441" fmla="*/ 1278255 h 1373504"/>
                <a:gd name="connsiteX1442" fmla="*/ 250031 w 885825"/>
                <a:gd name="connsiteY1442" fmla="*/ 1275398 h 1373504"/>
                <a:gd name="connsiteX1443" fmla="*/ 253841 w 885825"/>
                <a:gd name="connsiteY1443" fmla="*/ 1271588 h 1373504"/>
                <a:gd name="connsiteX1444" fmla="*/ 256698 w 885825"/>
                <a:gd name="connsiteY1444" fmla="*/ 1268254 h 1373504"/>
                <a:gd name="connsiteX1445" fmla="*/ 257651 w 885825"/>
                <a:gd name="connsiteY1445" fmla="*/ 1261586 h 1373504"/>
                <a:gd name="connsiteX1446" fmla="*/ 257651 w 885825"/>
                <a:gd name="connsiteY1446" fmla="*/ 1258253 h 1373504"/>
                <a:gd name="connsiteX1447" fmla="*/ 259080 w 885825"/>
                <a:gd name="connsiteY1447" fmla="*/ 1255871 h 1373504"/>
                <a:gd name="connsiteX1448" fmla="*/ 260509 w 885825"/>
                <a:gd name="connsiteY1448" fmla="*/ 1251109 h 1373504"/>
                <a:gd name="connsiteX1449" fmla="*/ 259556 w 885825"/>
                <a:gd name="connsiteY1449" fmla="*/ 1246346 h 1373504"/>
                <a:gd name="connsiteX1450" fmla="*/ 255746 w 885825"/>
                <a:gd name="connsiteY1450" fmla="*/ 1239203 h 1373504"/>
                <a:gd name="connsiteX1451" fmla="*/ 251460 w 885825"/>
                <a:gd name="connsiteY1451" fmla="*/ 1228725 h 1373504"/>
                <a:gd name="connsiteX1452" fmla="*/ 250984 w 885825"/>
                <a:gd name="connsiteY1452" fmla="*/ 1223010 h 1373504"/>
                <a:gd name="connsiteX1453" fmla="*/ 252889 w 885825"/>
                <a:gd name="connsiteY1453" fmla="*/ 1222058 h 1373504"/>
                <a:gd name="connsiteX1454" fmla="*/ 256698 w 885825"/>
                <a:gd name="connsiteY1454" fmla="*/ 1221105 h 1373504"/>
                <a:gd name="connsiteX1455" fmla="*/ 263842 w 885825"/>
                <a:gd name="connsiteY1455" fmla="*/ 1220629 h 1373504"/>
                <a:gd name="connsiteX1456" fmla="*/ 264795 w 885825"/>
                <a:gd name="connsiteY1456" fmla="*/ 1220153 h 1373504"/>
                <a:gd name="connsiteX1457" fmla="*/ 265747 w 885825"/>
                <a:gd name="connsiteY1457" fmla="*/ 1217771 h 1373504"/>
                <a:gd name="connsiteX1458" fmla="*/ 267176 w 885825"/>
                <a:gd name="connsiteY1458" fmla="*/ 1214438 h 1373504"/>
                <a:gd name="connsiteX1459" fmla="*/ 269081 w 885825"/>
                <a:gd name="connsiteY1459" fmla="*/ 1212056 h 1373504"/>
                <a:gd name="connsiteX1460" fmla="*/ 270510 w 885825"/>
                <a:gd name="connsiteY1460" fmla="*/ 1208723 h 1373504"/>
                <a:gd name="connsiteX1461" fmla="*/ 270986 w 885825"/>
                <a:gd name="connsiteY1461" fmla="*/ 1205389 h 1373504"/>
                <a:gd name="connsiteX1462" fmla="*/ 266700 w 885825"/>
                <a:gd name="connsiteY1462" fmla="*/ 1200626 h 1373504"/>
                <a:gd name="connsiteX1463" fmla="*/ 260985 w 885825"/>
                <a:gd name="connsiteY1463" fmla="*/ 1195864 h 1373504"/>
                <a:gd name="connsiteX1464" fmla="*/ 257175 w 885825"/>
                <a:gd name="connsiteY1464" fmla="*/ 1194435 h 1373504"/>
                <a:gd name="connsiteX1465" fmla="*/ 250507 w 885825"/>
                <a:gd name="connsiteY1465" fmla="*/ 1190149 h 1373504"/>
                <a:gd name="connsiteX1466" fmla="*/ 245745 w 885825"/>
                <a:gd name="connsiteY1466" fmla="*/ 1186815 h 1373504"/>
                <a:gd name="connsiteX1467" fmla="*/ 248602 w 885825"/>
                <a:gd name="connsiteY1467" fmla="*/ 1173480 h 1373504"/>
                <a:gd name="connsiteX1468" fmla="*/ 250507 w 885825"/>
                <a:gd name="connsiteY1468" fmla="*/ 1163479 h 1373504"/>
                <a:gd name="connsiteX1469" fmla="*/ 250984 w 885825"/>
                <a:gd name="connsiteY1469" fmla="*/ 1161098 h 1373504"/>
                <a:gd name="connsiteX1470" fmla="*/ 250984 w 885825"/>
                <a:gd name="connsiteY1470" fmla="*/ 1157288 h 1373504"/>
                <a:gd name="connsiteX1471" fmla="*/ 244316 w 885825"/>
                <a:gd name="connsiteY1471" fmla="*/ 1141095 h 1373504"/>
                <a:gd name="connsiteX1472" fmla="*/ 244792 w 885825"/>
                <a:gd name="connsiteY1472" fmla="*/ 1137285 h 1373504"/>
                <a:gd name="connsiteX1473" fmla="*/ 245269 w 885825"/>
                <a:gd name="connsiteY1473" fmla="*/ 1133951 h 1373504"/>
                <a:gd name="connsiteX1474" fmla="*/ 244792 w 885825"/>
                <a:gd name="connsiteY1474" fmla="*/ 1128236 h 1373504"/>
                <a:gd name="connsiteX1475" fmla="*/ 244316 w 885825"/>
                <a:gd name="connsiteY1475" fmla="*/ 1123474 h 1373504"/>
                <a:gd name="connsiteX1476" fmla="*/ 245269 w 885825"/>
                <a:gd name="connsiteY1476" fmla="*/ 1122045 h 1373504"/>
                <a:gd name="connsiteX1477" fmla="*/ 248126 w 885825"/>
                <a:gd name="connsiteY1477" fmla="*/ 1119188 h 1373504"/>
                <a:gd name="connsiteX1478" fmla="*/ 245745 w 885825"/>
                <a:gd name="connsiteY1478" fmla="*/ 1114901 h 1373504"/>
                <a:gd name="connsiteX1479" fmla="*/ 245745 w 885825"/>
                <a:gd name="connsiteY1479" fmla="*/ 1114425 h 1373504"/>
                <a:gd name="connsiteX1480" fmla="*/ 240982 w 885825"/>
                <a:gd name="connsiteY1480" fmla="*/ 1103471 h 1373504"/>
                <a:gd name="connsiteX1481" fmla="*/ 248126 w 885825"/>
                <a:gd name="connsiteY1481" fmla="*/ 1092994 h 1373504"/>
                <a:gd name="connsiteX1482" fmla="*/ 246697 w 885825"/>
                <a:gd name="connsiteY1482" fmla="*/ 1087279 h 1373504"/>
                <a:gd name="connsiteX1483" fmla="*/ 250984 w 885825"/>
                <a:gd name="connsiteY1483" fmla="*/ 1083469 h 1373504"/>
                <a:gd name="connsiteX1484" fmla="*/ 258603 w 885825"/>
                <a:gd name="connsiteY1484" fmla="*/ 1074420 h 1373504"/>
                <a:gd name="connsiteX1485" fmla="*/ 262890 w 885825"/>
                <a:gd name="connsiteY1485" fmla="*/ 1069181 h 1373504"/>
                <a:gd name="connsiteX1486" fmla="*/ 263842 w 885825"/>
                <a:gd name="connsiteY1486" fmla="*/ 1068229 h 1373504"/>
                <a:gd name="connsiteX1487" fmla="*/ 267176 w 885825"/>
                <a:gd name="connsiteY1487" fmla="*/ 1065848 h 1373504"/>
                <a:gd name="connsiteX1488" fmla="*/ 273844 w 885825"/>
                <a:gd name="connsiteY1488" fmla="*/ 1062990 h 1373504"/>
                <a:gd name="connsiteX1489" fmla="*/ 280988 w 885825"/>
                <a:gd name="connsiteY1489" fmla="*/ 1061561 h 1373504"/>
                <a:gd name="connsiteX1490" fmla="*/ 284321 w 885825"/>
                <a:gd name="connsiteY1490" fmla="*/ 1061561 h 1373504"/>
                <a:gd name="connsiteX1491" fmla="*/ 297180 w 885825"/>
                <a:gd name="connsiteY1491" fmla="*/ 1063466 h 1373504"/>
                <a:gd name="connsiteX1492" fmla="*/ 307181 w 885825"/>
                <a:gd name="connsiteY1492" fmla="*/ 1064895 h 1373504"/>
                <a:gd name="connsiteX1493" fmla="*/ 308610 w 885825"/>
                <a:gd name="connsiteY1493" fmla="*/ 1063466 h 1373504"/>
                <a:gd name="connsiteX1494" fmla="*/ 310515 w 885825"/>
                <a:gd name="connsiteY1494" fmla="*/ 1060609 h 1373504"/>
                <a:gd name="connsiteX1495" fmla="*/ 313372 w 885825"/>
                <a:gd name="connsiteY1495" fmla="*/ 1056323 h 1373504"/>
                <a:gd name="connsiteX1496" fmla="*/ 313372 w 885825"/>
                <a:gd name="connsiteY1496" fmla="*/ 1051560 h 1373504"/>
                <a:gd name="connsiteX1497" fmla="*/ 312420 w 885825"/>
                <a:gd name="connsiteY1497" fmla="*/ 1044416 h 1373504"/>
                <a:gd name="connsiteX1498" fmla="*/ 310991 w 885825"/>
                <a:gd name="connsiteY1498" fmla="*/ 1040130 h 1373504"/>
                <a:gd name="connsiteX1499" fmla="*/ 303847 w 885825"/>
                <a:gd name="connsiteY1499" fmla="*/ 1037273 h 1373504"/>
                <a:gd name="connsiteX1500" fmla="*/ 296227 w 885825"/>
                <a:gd name="connsiteY1500" fmla="*/ 1033462 h 1373504"/>
                <a:gd name="connsiteX1501" fmla="*/ 305752 w 885825"/>
                <a:gd name="connsiteY1501" fmla="*/ 1021556 h 1373504"/>
                <a:gd name="connsiteX1502" fmla="*/ 312420 w 885825"/>
                <a:gd name="connsiteY1502" fmla="*/ 1013460 h 1373504"/>
                <a:gd name="connsiteX1503" fmla="*/ 320516 w 885825"/>
                <a:gd name="connsiteY1503" fmla="*/ 1001078 h 1373504"/>
                <a:gd name="connsiteX1504" fmla="*/ 322897 w 885825"/>
                <a:gd name="connsiteY1504" fmla="*/ 995839 h 1373504"/>
                <a:gd name="connsiteX1505" fmla="*/ 324802 w 885825"/>
                <a:gd name="connsiteY1505" fmla="*/ 993934 h 1373504"/>
                <a:gd name="connsiteX1506" fmla="*/ 327184 w 885825"/>
                <a:gd name="connsiteY1506" fmla="*/ 974884 h 1373504"/>
                <a:gd name="connsiteX1507" fmla="*/ 328613 w 885825"/>
                <a:gd name="connsiteY1507" fmla="*/ 969645 h 1373504"/>
                <a:gd name="connsiteX1508" fmla="*/ 330041 w 885825"/>
                <a:gd name="connsiteY1508" fmla="*/ 966787 h 1373504"/>
                <a:gd name="connsiteX1509" fmla="*/ 330041 w 885825"/>
                <a:gd name="connsiteY1509" fmla="*/ 963930 h 1373504"/>
                <a:gd name="connsiteX1510" fmla="*/ 329089 w 885825"/>
                <a:gd name="connsiteY1510" fmla="*/ 959168 h 1373504"/>
                <a:gd name="connsiteX1511" fmla="*/ 326707 w 885825"/>
                <a:gd name="connsiteY1511" fmla="*/ 948214 h 1373504"/>
                <a:gd name="connsiteX1512" fmla="*/ 339566 w 885825"/>
                <a:gd name="connsiteY1512" fmla="*/ 946785 h 1373504"/>
                <a:gd name="connsiteX1513" fmla="*/ 343852 w 885825"/>
                <a:gd name="connsiteY1513" fmla="*/ 945833 h 1373504"/>
                <a:gd name="connsiteX1514" fmla="*/ 347663 w 885825"/>
                <a:gd name="connsiteY1514" fmla="*/ 944404 h 1373504"/>
                <a:gd name="connsiteX1515" fmla="*/ 355282 w 885825"/>
                <a:gd name="connsiteY1515" fmla="*/ 941070 h 1373504"/>
                <a:gd name="connsiteX1516" fmla="*/ 359092 w 885825"/>
                <a:gd name="connsiteY1516" fmla="*/ 938212 h 1373504"/>
                <a:gd name="connsiteX1517" fmla="*/ 357188 w 885825"/>
                <a:gd name="connsiteY1517" fmla="*/ 927735 h 1373504"/>
                <a:gd name="connsiteX1518" fmla="*/ 361950 w 885825"/>
                <a:gd name="connsiteY1518" fmla="*/ 924401 h 1373504"/>
                <a:gd name="connsiteX1519" fmla="*/ 372903 w 885825"/>
                <a:gd name="connsiteY1519" fmla="*/ 912019 h 1373504"/>
                <a:gd name="connsiteX1520" fmla="*/ 384810 w 885825"/>
                <a:gd name="connsiteY1520" fmla="*/ 900112 h 1373504"/>
                <a:gd name="connsiteX1521" fmla="*/ 390525 w 885825"/>
                <a:gd name="connsiteY1521" fmla="*/ 895826 h 1373504"/>
                <a:gd name="connsiteX1522" fmla="*/ 391001 w 885825"/>
                <a:gd name="connsiteY1522" fmla="*/ 893445 h 1373504"/>
                <a:gd name="connsiteX1523" fmla="*/ 391477 w 885825"/>
                <a:gd name="connsiteY1523" fmla="*/ 890111 h 1373504"/>
                <a:gd name="connsiteX1524" fmla="*/ 389096 w 885825"/>
                <a:gd name="connsiteY1524" fmla="*/ 884396 h 1373504"/>
                <a:gd name="connsiteX1525" fmla="*/ 386239 w 885825"/>
                <a:gd name="connsiteY1525" fmla="*/ 881062 h 1373504"/>
                <a:gd name="connsiteX1526" fmla="*/ 381000 w 885825"/>
                <a:gd name="connsiteY1526" fmla="*/ 874395 h 1373504"/>
                <a:gd name="connsiteX1527" fmla="*/ 383381 w 885825"/>
                <a:gd name="connsiteY1527" fmla="*/ 869633 h 1373504"/>
                <a:gd name="connsiteX1528" fmla="*/ 387191 w 885825"/>
                <a:gd name="connsiteY1528" fmla="*/ 868680 h 1373504"/>
                <a:gd name="connsiteX1529" fmla="*/ 392430 w 885825"/>
                <a:gd name="connsiteY1529" fmla="*/ 866775 h 1373504"/>
                <a:gd name="connsiteX1530" fmla="*/ 396240 w 885825"/>
                <a:gd name="connsiteY1530" fmla="*/ 862965 h 1373504"/>
                <a:gd name="connsiteX1531" fmla="*/ 396716 w 885825"/>
                <a:gd name="connsiteY1531" fmla="*/ 862489 h 1373504"/>
                <a:gd name="connsiteX1532" fmla="*/ 403384 w 885825"/>
                <a:gd name="connsiteY1532" fmla="*/ 847249 h 1373504"/>
                <a:gd name="connsiteX1533" fmla="*/ 416719 w 885825"/>
                <a:gd name="connsiteY1533" fmla="*/ 839629 h 1373504"/>
                <a:gd name="connsiteX1534" fmla="*/ 421957 w 885825"/>
                <a:gd name="connsiteY1534" fmla="*/ 835343 h 1373504"/>
                <a:gd name="connsiteX1535" fmla="*/ 430053 w 885825"/>
                <a:gd name="connsiteY1535" fmla="*/ 838676 h 1373504"/>
                <a:gd name="connsiteX1536" fmla="*/ 441960 w 885825"/>
                <a:gd name="connsiteY1536" fmla="*/ 843439 h 1373504"/>
                <a:gd name="connsiteX1537" fmla="*/ 447198 w 885825"/>
                <a:gd name="connsiteY1537" fmla="*/ 836295 h 1373504"/>
                <a:gd name="connsiteX1538" fmla="*/ 449103 w 885825"/>
                <a:gd name="connsiteY1538" fmla="*/ 833437 h 1373504"/>
                <a:gd name="connsiteX1539" fmla="*/ 451009 w 885825"/>
                <a:gd name="connsiteY1539" fmla="*/ 829628 h 1373504"/>
                <a:gd name="connsiteX1540" fmla="*/ 450532 w 885825"/>
                <a:gd name="connsiteY1540" fmla="*/ 822960 h 1373504"/>
                <a:gd name="connsiteX1541" fmla="*/ 450056 w 885825"/>
                <a:gd name="connsiteY1541" fmla="*/ 813911 h 1373504"/>
                <a:gd name="connsiteX1542" fmla="*/ 450532 w 885825"/>
                <a:gd name="connsiteY1542" fmla="*/ 810578 h 1373504"/>
                <a:gd name="connsiteX1543" fmla="*/ 455295 w 885825"/>
                <a:gd name="connsiteY1543" fmla="*/ 809149 h 1373504"/>
                <a:gd name="connsiteX1544" fmla="*/ 457676 w 885825"/>
                <a:gd name="connsiteY1544" fmla="*/ 808673 h 1373504"/>
                <a:gd name="connsiteX1545" fmla="*/ 471011 w 885825"/>
                <a:gd name="connsiteY1545" fmla="*/ 812483 h 1373504"/>
                <a:gd name="connsiteX1546" fmla="*/ 474345 w 885825"/>
                <a:gd name="connsiteY1546" fmla="*/ 812483 h 1373504"/>
                <a:gd name="connsiteX1547" fmla="*/ 480536 w 885825"/>
                <a:gd name="connsiteY1547" fmla="*/ 812959 h 1373504"/>
                <a:gd name="connsiteX1548" fmla="*/ 487680 w 885825"/>
                <a:gd name="connsiteY1548" fmla="*/ 814387 h 1373504"/>
                <a:gd name="connsiteX1549" fmla="*/ 502444 w 885825"/>
                <a:gd name="connsiteY1549" fmla="*/ 818674 h 1373504"/>
                <a:gd name="connsiteX1550" fmla="*/ 508635 w 885825"/>
                <a:gd name="connsiteY1550" fmla="*/ 820579 h 1373504"/>
                <a:gd name="connsiteX1551" fmla="*/ 511969 w 885825"/>
                <a:gd name="connsiteY1551" fmla="*/ 821055 h 1373504"/>
                <a:gd name="connsiteX1552" fmla="*/ 514826 w 885825"/>
                <a:gd name="connsiteY1552" fmla="*/ 819150 h 1373504"/>
                <a:gd name="connsiteX1553" fmla="*/ 521017 w 885825"/>
                <a:gd name="connsiteY1553" fmla="*/ 813911 h 1373504"/>
                <a:gd name="connsiteX1554" fmla="*/ 511969 w 885825"/>
                <a:gd name="connsiteY1554" fmla="*/ 810101 h 1373504"/>
                <a:gd name="connsiteX1555" fmla="*/ 518160 w 885825"/>
                <a:gd name="connsiteY1555" fmla="*/ 806291 h 1373504"/>
                <a:gd name="connsiteX1556" fmla="*/ 521494 w 885825"/>
                <a:gd name="connsiteY1556" fmla="*/ 802481 h 1373504"/>
                <a:gd name="connsiteX1557" fmla="*/ 524351 w 885825"/>
                <a:gd name="connsiteY1557" fmla="*/ 797719 h 1373504"/>
                <a:gd name="connsiteX1558" fmla="*/ 525303 w 885825"/>
                <a:gd name="connsiteY1558" fmla="*/ 792004 h 1373504"/>
                <a:gd name="connsiteX1559" fmla="*/ 524827 w 885825"/>
                <a:gd name="connsiteY1559" fmla="*/ 789146 h 1373504"/>
                <a:gd name="connsiteX1560" fmla="*/ 522922 w 885825"/>
                <a:gd name="connsiteY1560" fmla="*/ 787241 h 1373504"/>
                <a:gd name="connsiteX1561" fmla="*/ 517207 w 885825"/>
                <a:gd name="connsiteY1561" fmla="*/ 782003 h 1373504"/>
                <a:gd name="connsiteX1562" fmla="*/ 530066 w 885825"/>
                <a:gd name="connsiteY1562" fmla="*/ 781050 h 1373504"/>
                <a:gd name="connsiteX1563" fmla="*/ 534352 w 885825"/>
                <a:gd name="connsiteY1563" fmla="*/ 781050 h 1373504"/>
                <a:gd name="connsiteX1564" fmla="*/ 536257 w 885825"/>
                <a:gd name="connsiteY1564" fmla="*/ 779145 h 1373504"/>
                <a:gd name="connsiteX1565" fmla="*/ 543401 w 885825"/>
                <a:gd name="connsiteY1565" fmla="*/ 779145 h 1373504"/>
                <a:gd name="connsiteX1566" fmla="*/ 549592 w 885825"/>
                <a:gd name="connsiteY1566" fmla="*/ 781050 h 1373504"/>
                <a:gd name="connsiteX1567" fmla="*/ 551021 w 885825"/>
                <a:gd name="connsiteY1567" fmla="*/ 780098 h 1373504"/>
                <a:gd name="connsiteX1568" fmla="*/ 551973 w 885825"/>
                <a:gd name="connsiteY1568" fmla="*/ 778669 h 1373504"/>
                <a:gd name="connsiteX1569" fmla="*/ 549592 w 885825"/>
                <a:gd name="connsiteY1569" fmla="*/ 772478 h 1373504"/>
                <a:gd name="connsiteX1570" fmla="*/ 550069 w 885825"/>
                <a:gd name="connsiteY1570" fmla="*/ 771049 h 1373504"/>
                <a:gd name="connsiteX1571" fmla="*/ 552926 w 885825"/>
                <a:gd name="connsiteY1571" fmla="*/ 769144 h 1373504"/>
                <a:gd name="connsiteX1572" fmla="*/ 557213 w 885825"/>
                <a:gd name="connsiteY1572" fmla="*/ 767715 h 1373504"/>
                <a:gd name="connsiteX1573" fmla="*/ 563880 w 885825"/>
                <a:gd name="connsiteY1573" fmla="*/ 767715 h 1373504"/>
                <a:gd name="connsiteX1574" fmla="*/ 568166 w 885825"/>
                <a:gd name="connsiteY1574" fmla="*/ 767715 h 1373504"/>
                <a:gd name="connsiteX1575" fmla="*/ 569119 w 885825"/>
                <a:gd name="connsiteY1575" fmla="*/ 767715 h 1373504"/>
                <a:gd name="connsiteX1576" fmla="*/ 575786 w 885825"/>
                <a:gd name="connsiteY1576" fmla="*/ 774859 h 1373504"/>
                <a:gd name="connsiteX1577" fmla="*/ 581501 w 885825"/>
                <a:gd name="connsiteY1577" fmla="*/ 781526 h 1373504"/>
                <a:gd name="connsiteX1578" fmla="*/ 584359 w 885825"/>
                <a:gd name="connsiteY1578" fmla="*/ 784384 h 1373504"/>
                <a:gd name="connsiteX1579" fmla="*/ 591978 w 885825"/>
                <a:gd name="connsiteY1579" fmla="*/ 792480 h 1373504"/>
                <a:gd name="connsiteX1580" fmla="*/ 594836 w 885825"/>
                <a:gd name="connsiteY1580" fmla="*/ 797243 h 1373504"/>
                <a:gd name="connsiteX1581" fmla="*/ 595789 w 885825"/>
                <a:gd name="connsiteY1581" fmla="*/ 800576 h 1373504"/>
                <a:gd name="connsiteX1582" fmla="*/ 598646 w 885825"/>
                <a:gd name="connsiteY1582" fmla="*/ 800576 h 1373504"/>
                <a:gd name="connsiteX1583" fmla="*/ 609123 w 885825"/>
                <a:gd name="connsiteY1583" fmla="*/ 802005 h 1373504"/>
                <a:gd name="connsiteX1584" fmla="*/ 618172 w 885825"/>
                <a:gd name="connsiteY1584" fmla="*/ 803434 h 1373504"/>
                <a:gd name="connsiteX1585" fmla="*/ 620553 w 885825"/>
                <a:gd name="connsiteY1585" fmla="*/ 805339 h 1373504"/>
                <a:gd name="connsiteX1586" fmla="*/ 626745 w 885825"/>
                <a:gd name="connsiteY1586" fmla="*/ 804862 h 1373504"/>
                <a:gd name="connsiteX1587" fmla="*/ 631507 w 885825"/>
                <a:gd name="connsiteY1587" fmla="*/ 802958 h 1373504"/>
                <a:gd name="connsiteX1588" fmla="*/ 639603 w 885825"/>
                <a:gd name="connsiteY1588" fmla="*/ 801053 h 1373504"/>
                <a:gd name="connsiteX1589" fmla="*/ 641985 w 885825"/>
                <a:gd name="connsiteY1589" fmla="*/ 798195 h 1373504"/>
                <a:gd name="connsiteX1590" fmla="*/ 644842 w 885825"/>
                <a:gd name="connsiteY1590" fmla="*/ 795337 h 1373504"/>
                <a:gd name="connsiteX1591" fmla="*/ 649605 w 885825"/>
                <a:gd name="connsiteY1591" fmla="*/ 795814 h 1373504"/>
                <a:gd name="connsiteX1592" fmla="*/ 654844 w 885825"/>
                <a:gd name="connsiteY1592" fmla="*/ 798195 h 1373504"/>
                <a:gd name="connsiteX1593" fmla="*/ 661035 w 885825"/>
                <a:gd name="connsiteY1593" fmla="*/ 801053 h 1373504"/>
                <a:gd name="connsiteX1594" fmla="*/ 666273 w 885825"/>
                <a:gd name="connsiteY1594" fmla="*/ 802481 h 1373504"/>
                <a:gd name="connsiteX1595" fmla="*/ 673417 w 885825"/>
                <a:gd name="connsiteY1595" fmla="*/ 804386 h 1373504"/>
                <a:gd name="connsiteX1596" fmla="*/ 676751 w 885825"/>
                <a:gd name="connsiteY1596" fmla="*/ 807244 h 1373504"/>
                <a:gd name="connsiteX1597" fmla="*/ 681514 w 885825"/>
                <a:gd name="connsiteY1597" fmla="*/ 808196 h 1373504"/>
                <a:gd name="connsiteX1598" fmla="*/ 686276 w 885825"/>
                <a:gd name="connsiteY1598" fmla="*/ 805339 h 1373504"/>
                <a:gd name="connsiteX1599" fmla="*/ 689134 w 885825"/>
                <a:gd name="connsiteY1599" fmla="*/ 797719 h 1373504"/>
                <a:gd name="connsiteX1600" fmla="*/ 691515 w 885825"/>
                <a:gd name="connsiteY1600" fmla="*/ 794385 h 1373504"/>
                <a:gd name="connsiteX1601" fmla="*/ 695325 w 885825"/>
                <a:gd name="connsiteY1601" fmla="*/ 792004 h 1373504"/>
                <a:gd name="connsiteX1602" fmla="*/ 699611 w 885825"/>
                <a:gd name="connsiteY1602" fmla="*/ 791051 h 1373504"/>
                <a:gd name="connsiteX1603" fmla="*/ 702945 w 885825"/>
                <a:gd name="connsiteY1603" fmla="*/ 790575 h 1373504"/>
                <a:gd name="connsiteX1604" fmla="*/ 705326 w 885825"/>
                <a:gd name="connsiteY1604" fmla="*/ 788670 h 1373504"/>
                <a:gd name="connsiteX1605" fmla="*/ 708660 w 885825"/>
                <a:gd name="connsiteY1605" fmla="*/ 784384 h 1373504"/>
                <a:gd name="connsiteX1606" fmla="*/ 709136 w 885825"/>
                <a:gd name="connsiteY1606" fmla="*/ 779145 h 1373504"/>
                <a:gd name="connsiteX1607" fmla="*/ 708660 w 885825"/>
                <a:gd name="connsiteY1607" fmla="*/ 770096 h 1373504"/>
                <a:gd name="connsiteX1608" fmla="*/ 709136 w 885825"/>
                <a:gd name="connsiteY1608" fmla="*/ 767239 h 1373504"/>
                <a:gd name="connsiteX1609" fmla="*/ 711994 w 885825"/>
                <a:gd name="connsiteY1609" fmla="*/ 762000 h 1373504"/>
                <a:gd name="connsiteX1610" fmla="*/ 715803 w 885825"/>
                <a:gd name="connsiteY1610" fmla="*/ 748665 h 1373504"/>
                <a:gd name="connsiteX1611" fmla="*/ 717709 w 885825"/>
                <a:gd name="connsiteY1611" fmla="*/ 744855 h 1373504"/>
                <a:gd name="connsiteX1612" fmla="*/ 719614 w 885825"/>
                <a:gd name="connsiteY1612" fmla="*/ 742474 h 1373504"/>
                <a:gd name="connsiteX1613" fmla="*/ 722471 w 885825"/>
                <a:gd name="connsiteY1613" fmla="*/ 741045 h 1373504"/>
                <a:gd name="connsiteX1614" fmla="*/ 727710 w 885825"/>
                <a:gd name="connsiteY1614" fmla="*/ 736759 h 1373504"/>
                <a:gd name="connsiteX1615" fmla="*/ 735330 w 885825"/>
                <a:gd name="connsiteY1615" fmla="*/ 728662 h 1373504"/>
                <a:gd name="connsiteX1616" fmla="*/ 737235 w 885825"/>
                <a:gd name="connsiteY1616" fmla="*/ 728186 h 1373504"/>
                <a:gd name="connsiteX1617" fmla="*/ 742473 w 885825"/>
                <a:gd name="connsiteY1617" fmla="*/ 727710 h 1373504"/>
                <a:gd name="connsiteX1618" fmla="*/ 749141 w 885825"/>
                <a:gd name="connsiteY1618" fmla="*/ 728186 h 1373504"/>
                <a:gd name="connsiteX1619" fmla="*/ 754856 w 885825"/>
                <a:gd name="connsiteY1619" fmla="*/ 729615 h 1373504"/>
                <a:gd name="connsiteX1620" fmla="*/ 755332 w 885825"/>
                <a:gd name="connsiteY1620" fmla="*/ 729615 h 1373504"/>
                <a:gd name="connsiteX1621" fmla="*/ 758190 w 885825"/>
                <a:gd name="connsiteY1621" fmla="*/ 728662 h 1373504"/>
                <a:gd name="connsiteX1622" fmla="*/ 762952 w 885825"/>
                <a:gd name="connsiteY1622" fmla="*/ 726281 h 1373504"/>
                <a:gd name="connsiteX1623" fmla="*/ 771048 w 885825"/>
                <a:gd name="connsiteY1623" fmla="*/ 721519 h 1373504"/>
                <a:gd name="connsiteX1624" fmla="*/ 776288 w 885825"/>
                <a:gd name="connsiteY1624" fmla="*/ 720090 h 1373504"/>
                <a:gd name="connsiteX1625" fmla="*/ 781050 w 885825"/>
                <a:gd name="connsiteY1625" fmla="*/ 720090 h 1373504"/>
                <a:gd name="connsiteX1626" fmla="*/ 786289 w 885825"/>
                <a:gd name="connsiteY1626" fmla="*/ 725329 h 1373504"/>
                <a:gd name="connsiteX1627" fmla="*/ 793909 w 885825"/>
                <a:gd name="connsiteY1627" fmla="*/ 731520 h 1373504"/>
                <a:gd name="connsiteX1628" fmla="*/ 798671 w 885825"/>
                <a:gd name="connsiteY1628" fmla="*/ 734378 h 1373504"/>
                <a:gd name="connsiteX1629" fmla="*/ 812006 w 885825"/>
                <a:gd name="connsiteY1629" fmla="*/ 740093 h 1373504"/>
                <a:gd name="connsiteX1630" fmla="*/ 823436 w 885825"/>
                <a:gd name="connsiteY1630" fmla="*/ 743903 h 1373504"/>
                <a:gd name="connsiteX1631" fmla="*/ 830103 w 885825"/>
                <a:gd name="connsiteY1631" fmla="*/ 755809 h 1373504"/>
                <a:gd name="connsiteX1632" fmla="*/ 826770 w 885825"/>
                <a:gd name="connsiteY1632" fmla="*/ 760571 h 1373504"/>
                <a:gd name="connsiteX1633" fmla="*/ 825341 w 885825"/>
                <a:gd name="connsiteY1633" fmla="*/ 762000 h 1373504"/>
                <a:gd name="connsiteX1634" fmla="*/ 819626 w 885825"/>
                <a:gd name="connsiteY1634" fmla="*/ 766762 h 1373504"/>
                <a:gd name="connsiteX1635" fmla="*/ 813435 w 885825"/>
                <a:gd name="connsiteY1635" fmla="*/ 773430 h 1373504"/>
                <a:gd name="connsiteX1636" fmla="*/ 812959 w 885825"/>
                <a:gd name="connsiteY1636" fmla="*/ 776764 h 1373504"/>
                <a:gd name="connsiteX1637" fmla="*/ 814864 w 885825"/>
                <a:gd name="connsiteY1637" fmla="*/ 780098 h 1373504"/>
                <a:gd name="connsiteX1638" fmla="*/ 817245 w 885825"/>
                <a:gd name="connsiteY1638" fmla="*/ 782479 h 1373504"/>
                <a:gd name="connsiteX1639" fmla="*/ 822484 w 885825"/>
                <a:gd name="connsiteY1639" fmla="*/ 781050 h 1373504"/>
                <a:gd name="connsiteX1640" fmla="*/ 824389 w 885825"/>
                <a:gd name="connsiteY1640" fmla="*/ 779621 h 1373504"/>
                <a:gd name="connsiteX1641" fmla="*/ 825817 w 885825"/>
                <a:gd name="connsiteY1641" fmla="*/ 778193 h 1373504"/>
                <a:gd name="connsiteX1642" fmla="*/ 830580 w 885825"/>
                <a:gd name="connsiteY1642" fmla="*/ 767715 h 1373504"/>
                <a:gd name="connsiteX1643" fmla="*/ 832009 w 885825"/>
                <a:gd name="connsiteY1643" fmla="*/ 766286 h 1373504"/>
                <a:gd name="connsiteX1644" fmla="*/ 847248 w 885825"/>
                <a:gd name="connsiteY1644" fmla="*/ 762476 h 1373504"/>
                <a:gd name="connsiteX1645" fmla="*/ 852964 w 885825"/>
                <a:gd name="connsiteY1645" fmla="*/ 760571 h 1373504"/>
                <a:gd name="connsiteX1646" fmla="*/ 856297 w 885825"/>
                <a:gd name="connsiteY1646" fmla="*/ 758190 h 1373504"/>
                <a:gd name="connsiteX1647" fmla="*/ 857726 w 885825"/>
                <a:gd name="connsiteY1647" fmla="*/ 756285 h 1373504"/>
                <a:gd name="connsiteX1648" fmla="*/ 858678 w 885825"/>
                <a:gd name="connsiteY1648" fmla="*/ 753904 h 1373504"/>
                <a:gd name="connsiteX1649" fmla="*/ 859631 w 885825"/>
                <a:gd name="connsiteY1649" fmla="*/ 751523 h 1373504"/>
                <a:gd name="connsiteX1650" fmla="*/ 860107 w 885825"/>
                <a:gd name="connsiteY1650" fmla="*/ 749141 h 1373504"/>
                <a:gd name="connsiteX1651" fmla="*/ 858678 w 885825"/>
                <a:gd name="connsiteY1651" fmla="*/ 746284 h 1373504"/>
                <a:gd name="connsiteX1652" fmla="*/ 859155 w 885825"/>
                <a:gd name="connsiteY1652" fmla="*/ 745808 h 1373504"/>
                <a:gd name="connsiteX1653" fmla="*/ 860584 w 885825"/>
                <a:gd name="connsiteY1653" fmla="*/ 745808 h 1373504"/>
                <a:gd name="connsiteX1654" fmla="*/ 865822 w 885825"/>
                <a:gd name="connsiteY1654" fmla="*/ 748665 h 1373504"/>
                <a:gd name="connsiteX1655" fmla="*/ 873919 w 885825"/>
                <a:gd name="connsiteY1655" fmla="*/ 751999 h 1373504"/>
                <a:gd name="connsiteX1656" fmla="*/ 879634 w 885825"/>
                <a:gd name="connsiteY1656" fmla="*/ 752475 h 1373504"/>
                <a:gd name="connsiteX1657" fmla="*/ 882015 w 885825"/>
                <a:gd name="connsiteY1657" fmla="*/ 751999 h 1373504"/>
                <a:gd name="connsiteX1658" fmla="*/ 883444 w 885825"/>
                <a:gd name="connsiteY1658" fmla="*/ 750570 h 1373504"/>
                <a:gd name="connsiteX1659" fmla="*/ 884396 w 885825"/>
                <a:gd name="connsiteY1659" fmla="*/ 747712 h 1373504"/>
                <a:gd name="connsiteX1660" fmla="*/ 884396 w 885825"/>
                <a:gd name="connsiteY1660" fmla="*/ 744855 h 1373504"/>
                <a:gd name="connsiteX1661" fmla="*/ 882491 w 885825"/>
                <a:gd name="connsiteY1661" fmla="*/ 736759 h 1373504"/>
                <a:gd name="connsiteX1662" fmla="*/ 877252 w 885825"/>
                <a:gd name="connsiteY1662" fmla="*/ 735806 h 1373504"/>
                <a:gd name="connsiteX1663" fmla="*/ 872966 w 885825"/>
                <a:gd name="connsiteY1663" fmla="*/ 736283 h 1373504"/>
                <a:gd name="connsiteX1664" fmla="*/ 869156 w 885825"/>
                <a:gd name="connsiteY1664" fmla="*/ 735806 h 1373504"/>
                <a:gd name="connsiteX1665" fmla="*/ 867251 w 885825"/>
                <a:gd name="connsiteY1665" fmla="*/ 740093 h 1373504"/>
                <a:gd name="connsiteX1666" fmla="*/ 866298 w 885825"/>
                <a:gd name="connsiteY1666" fmla="*/ 739616 h 1373504"/>
                <a:gd name="connsiteX1667" fmla="*/ 864870 w 885825"/>
                <a:gd name="connsiteY1667" fmla="*/ 733425 h 1373504"/>
                <a:gd name="connsiteX1668" fmla="*/ 861060 w 885825"/>
                <a:gd name="connsiteY1668" fmla="*/ 731996 h 1373504"/>
                <a:gd name="connsiteX1669" fmla="*/ 859155 w 885825"/>
                <a:gd name="connsiteY1669" fmla="*/ 733425 h 1373504"/>
                <a:gd name="connsiteX1670" fmla="*/ 858202 w 885825"/>
                <a:gd name="connsiteY1670" fmla="*/ 739140 h 1373504"/>
                <a:gd name="connsiteX1671" fmla="*/ 855821 w 885825"/>
                <a:gd name="connsiteY1671" fmla="*/ 741045 h 1373504"/>
                <a:gd name="connsiteX1672" fmla="*/ 852488 w 885825"/>
                <a:gd name="connsiteY1672" fmla="*/ 740093 h 1373504"/>
                <a:gd name="connsiteX1673" fmla="*/ 845820 w 885825"/>
                <a:gd name="connsiteY1673" fmla="*/ 740569 h 1373504"/>
                <a:gd name="connsiteX1674" fmla="*/ 842486 w 885825"/>
                <a:gd name="connsiteY1674" fmla="*/ 739616 h 1373504"/>
                <a:gd name="connsiteX1675" fmla="*/ 840581 w 885825"/>
                <a:gd name="connsiteY1675" fmla="*/ 737711 h 1373504"/>
                <a:gd name="connsiteX1676" fmla="*/ 840105 w 885825"/>
                <a:gd name="connsiteY1676" fmla="*/ 735330 h 1373504"/>
                <a:gd name="connsiteX1677" fmla="*/ 840105 w 885825"/>
                <a:gd name="connsiteY1677" fmla="*/ 731996 h 1373504"/>
                <a:gd name="connsiteX1678" fmla="*/ 841057 w 885825"/>
                <a:gd name="connsiteY1678" fmla="*/ 727710 h 1373504"/>
                <a:gd name="connsiteX1679" fmla="*/ 839628 w 885825"/>
                <a:gd name="connsiteY1679" fmla="*/ 725805 h 1373504"/>
                <a:gd name="connsiteX1680" fmla="*/ 812482 w 885825"/>
                <a:gd name="connsiteY1680" fmla="*/ 718661 h 1373504"/>
                <a:gd name="connsiteX1681" fmla="*/ 811530 w 885825"/>
                <a:gd name="connsiteY1681" fmla="*/ 715328 h 1373504"/>
                <a:gd name="connsiteX1682" fmla="*/ 850582 w 885825"/>
                <a:gd name="connsiteY1682" fmla="*/ 718185 h 1373504"/>
                <a:gd name="connsiteX1683" fmla="*/ 862013 w 885825"/>
                <a:gd name="connsiteY1683" fmla="*/ 716280 h 1373504"/>
                <a:gd name="connsiteX1684" fmla="*/ 869156 w 885825"/>
                <a:gd name="connsiteY1684" fmla="*/ 711994 h 1373504"/>
                <a:gd name="connsiteX1685" fmla="*/ 885348 w 885825"/>
                <a:gd name="connsiteY1685" fmla="*/ 707231 h 1373504"/>
                <a:gd name="connsiteX1686" fmla="*/ 885825 w 885825"/>
                <a:gd name="connsiteY1686" fmla="*/ 702945 h 1373504"/>
                <a:gd name="connsiteX1687" fmla="*/ 884872 w 885825"/>
                <a:gd name="connsiteY1687" fmla="*/ 699611 h 1373504"/>
                <a:gd name="connsiteX1688" fmla="*/ 870109 w 885825"/>
                <a:gd name="connsiteY1688" fmla="*/ 688658 h 1373504"/>
                <a:gd name="connsiteX1689" fmla="*/ 314325 w 885825"/>
                <a:gd name="connsiteY1689" fmla="*/ 827723 h 1373504"/>
                <a:gd name="connsiteX1690" fmla="*/ 317659 w 885825"/>
                <a:gd name="connsiteY1690" fmla="*/ 828675 h 1373504"/>
                <a:gd name="connsiteX1691" fmla="*/ 327184 w 885825"/>
                <a:gd name="connsiteY1691" fmla="*/ 827723 h 1373504"/>
                <a:gd name="connsiteX1692" fmla="*/ 337185 w 885825"/>
                <a:gd name="connsiteY1692" fmla="*/ 821531 h 1373504"/>
                <a:gd name="connsiteX1693" fmla="*/ 340995 w 885825"/>
                <a:gd name="connsiteY1693" fmla="*/ 822960 h 1373504"/>
                <a:gd name="connsiteX1694" fmla="*/ 342900 w 885825"/>
                <a:gd name="connsiteY1694" fmla="*/ 822484 h 1373504"/>
                <a:gd name="connsiteX1695" fmla="*/ 345757 w 885825"/>
                <a:gd name="connsiteY1695" fmla="*/ 821055 h 1373504"/>
                <a:gd name="connsiteX1696" fmla="*/ 349091 w 885825"/>
                <a:gd name="connsiteY1696" fmla="*/ 817245 h 1373504"/>
                <a:gd name="connsiteX1697" fmla="*/ 350996 w 885825"/>
                <a:gd name="connsiteY1697" fmla="*/ 816769 h 1373504"/>
                <a:gd name="connsiteX1698" fmla="*/ 350996 w 885825"/>
                <a:gd name="connsiteY1698" fmla="*/ 820103 h 1373504"/>
                <a:gd name="connsiteX1699" fmla="*/ 354330 w 885825"/>
                <a:gd name="connsiteY1699" fmla="*/ 821055 h 1373504"/>
                <a:gd name="connsiteX1700" fmla="*/ 362902 w 885825"/>
                <a:gd name="connsiteY1700" fmla="*/ 818674 h 1373504"/>
                <a:gd name="connsiteX1701" fmla="*/ 365760 w 885825"/>
                <a:gd name="connsiteY1701" fmla="*/ 815340 h 1373504"/>
                <a:gd name="connsiteX1702" fmla="*/ 368141 w 885825"/>
                <a:gd name="connsiteY1702" fmla="*/ 815340 h 1373504"/>
                <a:gd name="connsiteX1703" fmla="*/ 369570 w 885825"/>
                <a:gd name="connsiteY1703" fmla="*/ 816293 h 1373504"/>
                <a:gd name="connsiteX1704" fmla="*/ 370998 w 885825"/>
                <a:gd name="connsiteY1704" fmla="*/ 816769 h 1373504"/>
                <a:gd name="connsiteX1705" fmla="*/ 372903 w 885825"/>
                <a:gd name="connsiteY1705" fmla="*/ 815816 h 1373504"/>
                <a:gd name="connsiteX1706" fmla="*/ 375285 w 885825"/>
                <a:gd name="connsiteY1706" fmla="*/ 812006 h 1373504"/>
                <a:gd name="connsiteX1707" fmla="*/ 380047 w 885825"/>
                <a:gd name="connsiteY1707" fmla="*/ 807720 h 1373504"/>
                <a:gd name="connsiteX1708" fmla="*/ 384810 w 885825"/>
                <a:gd name="connsiteY1708" fmla="*/ 805815 h 1373504"/>
                <a:gd name="connsiteX1709" fmla="*/ 391001 w 885825"/>
                <a:gd name="connsiteY1709" fmla="*/ 802005 h 1373504"/>
                <a:gd name="connsiteX1710" fmla="*/ 391953 w 885825"/>
                <a:gd name="connsiteY1710" fmla="*/ 797243 h 1373504"/>
                <a:gd name="connsiteX1711" fmla="*/ 389572 w 885825"/>
                <a:gd name="connsiteY1711" fmla="*/ 792004 h 1373504"/>
                <a:gd name="connsiteX1712" fmla="*/ 387667 w 885825"/>
                <a:gd name="connsiteY1712" fmla="*/ 789623 h 1373504"/>
                <a:gd name="connsiteX1713" fmla="*/ 384334 w 885825"/>
                <a:gd name="connsiteY1713" fmla="*/ 787718 h 1373504"/>
                <a:gd name="connsiteX1714" fmla="*/ 382428 w 885825"/>
                <a:gd name="connsiteY1714" fmla="*/ 788194 h 1373504"/>
                <a:gd name="connsiteX1715" fmla="*/ 381000 w 885825"/>
                <a:gd name="connsiteY1715" fmla="*/ 789146 h 1373504"/>
                <a:gd name="connsiteX1716" fmla="*/ 378619 w 885825"/>
                <a:gd name="connsiteY1716" fmla="*/ 789623 h 1373504"/>
                <a:gd name="connsiteX1717" fmla="*/ 377666 w 885825"/>
                <a:gd name="connsiteY1717" fmla="*/ 792004 h 1373504"/>
                <a:gd name="connsiteX1718" fmla="*/ 377666 w 885825"/>
                <a:gd name="connsiteY1718" fmla="*/ 795337 h 1373504"/>
                <a:gd name="connsiteX1719" fmla="*/ 375761 w 885825"/>
                <a:gd name="connsiteY1719" fmla="*/ 797243 h 1373504"/>
                <a:gd name="connsiteX1720" fmla="*/ 375285 w 885825"/>
                <a:gd name="connsiteY1720" fmla="*/ 799148 h 1373504"/>
                <a:gd name="connsiteX1721" fmla="*/ 370046 w 885825"/>
                <a:gd name="connsiteY1721" fmla="*/ 801053 h 1373504"/>
                <a:gd name="connsiteX1722" fmla="*/ 365284 w 885825"/>
                <a:gd name="connsiteY1722" fmla="*/ 806768 h 1373504"/>
                <a:gd name="connsiteX1723" fmla="*/ 364807 w 885825"/>
                <a:gd name="connsiteY1723" fmla="*/ 806291 h 1373504"/>
                <a:gd name="connsiteX1724" fmla="*/ 365760 w 885825"/>
                <a:gd name="connsiteY1724" fmla="*/ 802958 h 1373504"/>
                <a:gd name="connsiteX1725" fmla="*/ 370522 w 885825"/>
                <a:gd name="connsiteY1725" fmla="*/ 796290 h 1373504"/>
                <a:gd name="connsiteX1726" fmla="*/ 370522 w 885825"/>
                <a:gd name="connsiteY1726" fmla="*/ 791051 h 1373504"/>
                <a:gd name="connsiteX1727" fmla="*/ 370046 w 885825"/>
                <a:gd name="connsiteY1727" fmla="*/ 785812 h 1373504"/>
                <a:gd name="connsiteX1728" fmla="*/ 367665 w 885825"/>
                <a:gd name="connsiteY1728" fmla="*/ 782479 h 1373504"/>
                <a:gd name="connsiteX1729" fmla="*/ 366713 w 885825"/>
                <a:gd name="connsiteY1729" fmla="*/ 778669 h 1373504"/>
                <a:gd name="connsiteX1730" fmla="*/ 372903 w 885825"/>
                <a:gd name="connsiteY1730" fmla="*/ 773430 h 1373504"/>
                <a:gd name="connsiteX1731" fmla="*/ 377190 w 885825"/>
                <a:gd name="connsiteY1731" fmla="*/ 767239 h 1373504"/>
                <a:gd name="connsiteX1732" fmla="*/ 377666 w 885825"/>
                <a:gd name="connsiteY1732" fmla="*/ 763905 h 1373504"/>
                <a:gd name="connsiteX1733" fmla="*/ 374809 w 885825"/>
                <a:gd name="connsiteY1733" fmla="*/ 762000 h 1373504"/>
                <a:gd name="connsiteX1734" fmla="*/ 371951 w 885825"/>
                <a:gd name="connsiteY1734" fmla="*/ 762000 h 1373504"/>
                <a:gd name="connsiteX1735" fmla="*/ 369570 w 885825"/>
                <a:gd name="connsiteY1735" fmla="*/ 763429 h 1373504"/>
                <a:gd name="connsiteX1736" fmla="*/ 364331 w 885825"/>
                <a:gd name="connsiteY1736" fmla="*/ 769620 h 1373504"/>
                <a:gd name="connsiteX1737" fmla="*/ 360997 w 885825"/>
                <a:gd name="connsiteY1737" fmla="*/ 772001 h 1373504"/>
                <a:gd name="connsiteX1738" fmla="*/ 355282 w 885825"/>
                <a:gd name="connsiteY1738" fmla="*/ 777240 h 1373504"/>
                <a:gd name="connsiteX1739" fmla="*/ 353853 w 885825"/>
                <a:gd name="connsiteY1739" fmla="*/ 781050 h 1373504"/>
                <a:gd name="connsiteX1740" fmla="*/ 353853 w 885825"/>
                <a:gd name="connsiteY1740" fmla="*/ 784384 h 1373504"/>
                <a:gd name="connsiteX1741" fmla="*/ 356711 w 885825"/>
                <a:gd name="connsiteY1741" fmla="*/ 784860 h 1373504"/>
                <a:gd name="connsiteX1742" fmla="*/ 358140 w 885825"/>
                <a:gd name="connsiteY1742" fmla="*/ 787241 h 1373504"/>
                <a:gd name="connsiteX1743" fmla="*/ 355759 w 885825"/>
                <a:gd name="connsiteY1743" fmla="*/ 791051 h 1373504"/>
                <a:gd name="connsiteX1744" fmla="*/ 353377 w 885825"/>
                <a:gd name="connsiteY1744" fmla="*/ 802005 h 1373504"/>
                <a:gd name="connsiteX1745" fmla="*/ 342423 w 885825"/>
                <a:gd name="connsiteY1745" fmla="*/ 812483 h 1373504"/>
                <a:gd name="connsiteX1746" fmla="*/ 325278 w 885825"/>
                <a:gd name="connsiteY1746" fmla="*/ 814864 h 1373504"/>
                <a:gd name="connsiteX1747" fmla="*/ 320040 w 885825"/>
                <a:gd name="connsiteY1747" fmla="*/ 818198 h 1373504"/>
                <a:gd name="connsiteX1748" fmla="*/ 313848 w 885825"/>
                <a:gd name="connsiteY1748" fmla="*/ 822960 h 1373504"/>
                <a:gd name="connsiteX1749" fmla="*/ 314325 w 885825"/>
                <a:gd name="connsiteY1749" fmla="*/ 827723 h 1373504"/>
                <a:gd name="connsiteX1750" fmla="*/ 844391 w 885825"/>
                <a:gd name="connsiteY1750" fmla="*/ 726281 h 1373504"/>
                <a:gd name="connsiteX1751" fmla="*/ 842486 w 885825"/>
                <a:gd name="connsiteY1751" fmla="*/ 731044 h 1373504"/>
                <a:gd name="connsiteX1752" fmla="*/ 841057 w 885825"/>
                <a:gd name="connsiteY1752" fmla="*/ 733425 h 1373504"/>
                <a:gd name="connsiteX1753" fmla="*/ 842010 w 885825"/>
                <a:gd name="connsiteY1753" fmla="*/ 734854 h 1373504"/>
                <a:gd name="connsiteX1754" fmla="*/ 848677 w 885825"/>
                <a:gd name="connsiteY1754" fmla="*/ 732949 h 1373504"/>
                <a:gd name="connsiteX1755" fmla="*/ 852011 w 885825"/>
                <a:gd name="connsiteY1755" fmla="*/ 730568 h 1373504"/>
                <a:gd name="connsiteX1756" fmla="*/ 850106 w 885825"/>
                <a:gd name="connsiteY1756" fmla="*/ 728662 h 1373504"/>
                <a:gd name="connsiteX1757" fmla="*/ 847248 w 885825"/>
                <a:gd name="connsiteY1757" fmla="*/ 726758 h 1373504"/>
                <a:gd name="connsiteX1758" fmla="*/ 844391 w 885825"/>
                <a:gd name="connsiteY1758" fmla="*/ 726281 h 1373504"/>
                <a:gd name="connsiteX1759" fmla="*/ 196215 w 885825"/>
                <a:gd name="connsiteY1759" fmla="*/ 138113 h 1373504"/>
                <a:gd name="connsiteX1760" fmla="*/ 198120 w 885825"/>
                <a:gd name="connsiteY1760" fmla="*/ 141446 h 1373504"/>
                <a:gd name="connsiteX1761" fmla="*/ 207645 w 885825"/>
                <a:gd name="connsiteY1761" fmla="*/ 154781 h 1373504"/>
                <a:gd name="connsiteX1762" fmla="*/ 210502 w 885825"/>
                <a:gd name="connsiteY1762" fmla="*/ 156210 h 1373504"/>
                <a:gd name="connsiteX1763" fmla="*/ 216217 w 885825"/>
                <a:gd name="connsiteY1763" fmla="*/ 156210 h 1373504"/>
                <a:gd name="connsiteX1764" fmla="*/ 223361 w 885825"/>
                <a:gd name="connsiteY1764" fmla="*/ 160020 h 1373504"/>
                <a:gd name="connsiteX1765" fmla="*/ 229076 w 885825"/>
                <a:gd name="connsiteY1765" fmla="*/ 164306 h 1373504"/>
                <a:gd name="connsiteX1766" fmla="*/ 236220 w 885825"/>
                <a:gd name="connsiteY1766" fmla="*/ 171926 h 1373504"/>
                <a:gd name="connsiteX1767" fmla="*/ 241459 w 885825"/>
                <a:gd name="connsiteY1767" fmla="*/ 171450 h 1373504"/>
                <a:gd name="connsiteX1768" fmla="*/ 239553 w 885825"/>
                <a:gd name="connsiteY1768" fmla="*/ 166211 h 1373504"/>
                <a:gd name="connsiteX1769" fmla="*/ 235267 w 885825"/>
                <a:gd name="connsiteY1769" fmla="*/ 160972 h 1373504"/>
                <a:gd name="connsiteX1770" fmla="*/ 233839 w 885825"/>
                <a:gd name="connsiteY1770" fmla="*/ 158591 h 1373504"/>
                <a:gd name="connsiteX1771" fmla="*/ 231934 w 885825"/>
                <a:gd name="connsiteY1771" fmla="*/ 156686 h 1373504"/>
                <a:gd name="connsiteX1772" fmla="*/ 224790 w 885825"/>
                <a:gd name="connsiteY1772" fmla="*/ 153829 h 1373504"/>
                <a:gd name="connsiteX1773" fmla="*/ 218122 w 885825"/>
                <a:gd name="connsiteY1773" fmla="*/ 148590 h 1373504"/>
                <a:gd name="connsiteX1774" fmla="*/ 212407 w 885825"/>
                <a:gd name="connsiteY1774" fmla="*/ 149066 h 1373504"/>
                <a:gd name="connsiteX1775" fmla="*/ 211931 w 885825"/>
                <a:gd name="connsiteY1775" fmla="*/ 143827 h 1373504"/>
                <a:gd name="connsiteX1776" fmla="*/ 208597 w 885825"/>
                <a:gd name="connsiteY1776" fmla="*/ 141446 h 1373504"/>
                <a:gd name="connsiteX1777" fmla="*/ 206216 w 885825"/>
                <a:gd name="connsiteY1777" fmla="*/ 138113 h 1373504"/>
                <a:gd name="connsiteX1778" fmla="*/ 208597 w 885825"/>
                <a:gd name="connsiteY1778" fmla="*/ 135255 h 1373504"/>
                <a:gd name="connsiteX1779" fmla="*/ 207645 w 885825"/>
                <a:gd name="connsiteY1779" fmla="*/ 132874 h 1373504"/>
                <a:gd name="connsiteX1780" fmla="*/ 201930 w 885825"/>
                <a:gd name="connsiteY1780" fmla="*/ 125730 h 1373504"/>
                <a:gd name="connsiteX1781" fmla="*/ 195739 w 885825"/>
                <a:gd name="connsiteY1781" fmla="*/ 122872 h 1373504"/>
                <a:gd name="connsiteX1782" fmla="*/ 188595 w 885825"/>
                <a:gd name="connsiteY1782" fmla="*/ 121920 h 1373504"/>
                <a:gd name="connsiteX1783" fmla="*/ 188595 w 885825"/>
                <a:gd name="connsiteY1783" fmla="*/ 126682 h 1373504"/>
                <a:gd name="connsiteX1784" fmla="*/ 190976 w 885825"/>
                <a:gd name="connsiteY1784" fmla="*/ 132874 h 1373504"/>
                <a:gd name="connsiteX1785" fmla="*/ 196215 w 885825"/>
                <a:gd name="connsiteY1785" fmla="*/ 138113 h 137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Lst>
              <a:rect l="l" t="t" r="r" b="b"/>
              <a:pathLst>
                <a:path w="885825" h="1373504">
                  <a:moveTo>
                    <a:pt x="195263" y="62389"/>
                  </a:moveTo>
                  <a:lnTo>
                    <a:pt x="197167" y="66199"/>
                  </a:lnTo>
                  <a:lnTo>
                    <a:pt x="194786" y="70961"/>
                  </a:lnTo>
                  <a:lnTo>
                    <a:pt x="194310" y="72866"/>
                  </a:lnTo>
                  <a:lnTo>
                    <a:pt x="194786" y="75724"/>
                  </a:lnTo>
                  <a:lnTo>
                    <a:pt x="198120" y="80010"/>
                  </a:lnTo>
                  <a:lnTo>
                    <a:pt x="200025" y="83820"/>
                  </a:lnTo>
                  <a:lnTo>
                    <a:pt x="201453" y="88582"/>
                  </a:lnTo>
                  <a:lnTo>
                    <a:pt x="203359" y="91916"/>
                  </a:lnTo>
                  <a:lnTo>
                    <a:pt x="207645" y="97155"/>
                  </a:lnTo>
                  <a:lnTo>
                    <a:pt x="210978" y="104775"/>
                  </a:lnTo>
                  <a:lnTo>
                    <a:pt x="215265" y="106204"/>
                  </a:lnTo>
                  <a:lnTo>
                    <a:pt x="221456" y="102870"/>
                  </a:lnTo>
                  <a:lnTo>
                    <a:pt x="224790" y="98584"/>
                  </a:lnTo>
                  <a:lnTo>
                    <a:pt x="223361" y="92869"/>
                  </a:lnTo>
                  <a:lnTo>
                    <a:pt x="226695" y="92393"/>
                  </a:lnTo>
                  <a:lnTo>
                    <a:pt x="236696" y="92393"/>
                  </a:lnTo>
                  <a:lnTo>
                    <a:pt x="240506" y="94297"/>
                  </a:lnTo>
                  <a:lnTo>
                    <a:pt x="238125" y="98584"/>
                  </a:lnTo>
                  <a:lnTo>
                    <a:pt x="233839" y="103346"/>
                  </a:lnTo>
                  <a:lnTo>
                    <a:pt x="234315" y="106204"/>
                  </a:lnTo>
                  <a:lnTo>
                    <a:pt x="235267" y="108585"/>
                  </a:lnTo>
                  <a:lnTo>
                    <a:pt x="237172" y="112395"/>
                  </a:lnTo>
                  <a:lnTo>
                    <a:pt x="239553" y="115729"/>
                  </a:lnTo>
                  <a:lnTo>
                    <a:pt x="240982" y="116205"/>
                  </a:lnTo>
                  <a:lnTo>
                    <a:pt x="246697" y="116205"/>
                  </a:lnTo>
                  <a:lnTo>
                    <a:pt x="250984" y="116681"/>
                  </a:lnTo>
                  <a:lnTo>
                    <a:pt x="251936" y="117634"/>
                  </a:lnTo>
                  <a:lnTo>
                    <a:pt x="249078" y="120491"/>
                  </a:lnTo>
                  <a:lnTo>
                    <a:pt x="247650" y="121444"/>
                  </a:lnTo>
                  <a:lnTo>
                    <a:pt x="222885" y="115729"/>
                  </a:lnTo>
                  <a:lnTo>
                    <a:pt x="219551" y="116681"/>
                  </a:lnTo>
                  <a:lnTo>
                    <a:pt x="216694" y="118586"/>
                  </a:lnTo>
                  <a:lnTo>
                    <a:pt x="225266" y="123825"/>
                  </a:lnTo>
                  <a:lnTo>
                    <a:pt x="233839" y="127635"/>
                  </a:lnTo>
                  <a:lnTo>
                    <a:pt x="230028" y="129064"/>
                  </a:lnTo>
                  <a:lnTo>
                    <a:pt x="229552" y="132397"/>
                  </a:lnTo>
                  <a:lnTo>
                    <a:pt x="230505" y="136208"/>
                  </a:lnTo>
                  <a:lnTo>
                    <a:pt x="233839" y="139541"/>
                  </a:lnTo>
                  <a:lnTo>
                    <a:pt x="237172" y="141922"/>
                  </a:lnTo>
                  <a:lnTo>
                    <a:pt x="243364" y="144780"/>
                  </a:lnTo>
                  <a:lnTo>
                    <a:pt x="247650" y="145733"/>
                  </a:lnTo>
                  <a:lnTo>
                    <a:pt x="253841" y="153829"/>
                  </a:lnTo>
                  <a:lnTo>
                    <a:pt x="261461" y="160972"/>
                  </a:lnTo>
                  <a:lnTo>
                    <a:pt x="266700" y="163354"/>
                  </a:lnTo>
                  <a:lnTo>
                    <a:pt x="268128" y="164783"/>
                  </a:lnTo>
                  <a:lnTo>
                    <a:pt x="269557" y="167164"/>
                  </a:lnTo>
                  <a:lnTo>
                    <a:pt x="277653" y="171926"/>
                  </a:lnTo>
                  <a:lnTo>
                    <a:pt x="294798" y="171450"/>
                  </a:lnTo>
                  <a:lnTo>
                    <a:pt x="303371" y="170021"/>
                  </a:lnTo>
                  <a:lnTo>
                    <a:pt x="310039" y="169545"/>
                  </a:lnTo>
                  <a:lnTo>
                    <a:pt x="314325" y="166688"/>
                  </a:lnTo>
                  <a:lnTo>
                    <a:pt x="318611" y="162877"/>
                  </a:lnTo>
                  <a:lnTo>
                    <a:pt x="323373" y="160496"/>
                  </a:lnTo>
                  <a:lnTo>
                    <a:pt x="328136" y="159068"/>
                  </a:lnTo>
                  <a:lnTo>
                    <a:pt x="324802" y="155734"/>
                  </a:lnTo>
                  <a:lnTo>
                    <a:pt x="320992" y="153352"/>
                  </a:lnTo>
                  <a:lnTo>
                    <a:pt x="322421" y="149543"/>
                  </a:lnTo>
                  <a:lnTo>
                    <a:pt x="323850" y="146685"/>
                  </a:lnTo>
                  <a:lnTo>
                    <a:pt x="323373" y="142875"/>
                  </a:lnTo>
                  <a:lnTo>
                    <a:pt x="321945" y="139541"/>
                  </a:lnTo>
                  <a:lnTo>
                    <a:pt x="325755" y="137160"/>
                  </a:lnTo>
                  <a:lnTo>
                    <a:pt x="329565" y="135731"/>
                  </a:lnTo>
                  <a:lnTo>
                    <a:pt x="331470" y="135731"/>
                  </a:lnTo>
                  <a:lnTo>
                    <a:pt x="332898" y="136684"/>
                  </a:lnTo>
                  <a:lnTo>
                    <a:pt x="334327" y="139541"/>
                  </a:lnTo>
                  <a:lnTo>
                    <a:pt x="336232" y="141446"/>
                  </a:lnTo>
                  <a:lnTo>
                    <a:pt x="340519" y="141922"/>
                  </a:lnTo>
                  <a:lnTo>
                    <a:pt x="344805" y="139541"/>
                  </a:lnTo>
                  <a:lnTo>
                    <a:pt x="347663" y="134302"/>
                  </a:lnTo>
                  <a:lnTo>
                    <a:pt x="350996" y="130493"/>
                  </a:lnTo>
                  <a:lnTo>
                    <a:pt x="352901" y="131445"/>
                  </a:lnTo>
                  <a:lnTo>
                    <a:pt x="353377" y="135255"/>
                  </a:lnTo>
                  <a:lnTo>
                    <a:pt x="351948" y="139541"/>
                  </a:lnTo>
                  <a:lnTo>
                    <a:pt x="349091" y="143827"/>
                  </a:lnTo>
                  <a:lnTo>
                    <a:pt x="348615" y="145256"/>
                  </a:lnTo>
                  <a:lnTo>
                    <a:pt x="349567" y="147638"/>
                  </a:lnTo>
                  <a:lnTo>
                    <a:pt x="352425" y="152400"/>
                  </a:lnTo>
                  <a:lnTo>
                    <a:pt x="354330" y="153352"/>
                  </a:lnTo>
                  <a:lnTo>
                    <a:pt x="363378" y="153352"/>
                  </a:lnTo>
                  <a:lnTo>
                    <a:pt x="372427" y="151924"/>
                  </a:lnTo>
                  <a:lnTo>
                    <a:pt x="379571" y="148590"/>
                  </a:lnTo>
                  <a:lnTo>
                    <a:pt x="389572" y="140970"/>
                  </a:lnTo>
                  <a:lnTo>
                    <a:pt x="392430" y="139541"/>
                  </a:lnTo>
                  <a:lnTo>
                    <a:pt x="401002" y="139065"/>
                  </a:lnTo>
                  <a:lnTo>
                    <a:pt x="398145" y="142875"/>
                  </a:lnTo>
                  <a:lnTo>
                    <a:pt x="389572" y="150971"/>
                  </a:lnTo>
                  <a:lnTo>
                    <a:pt x="392430" y="155258"/>
                  </a:lnTo>
                  <a:lnTo>
                    <a:pt x="399097" y="158115"/>
                  </a:lnTo>
                  <a:lnTo>
                    <a:pt x="401955" y="159068"/>
                  </a:lnTo>
                  <a:lnTo>
                    <a:pt x="408146" y="158591"/>
                  </a:lnTo>
                  <a:lnTo>
                    <a:pt x="414338" y="157163"/>
                  </a:lnTo>
                  <a:lnTo>
                    <a:pt x="408622" y="160496"/>
                  </a:lnTo>
                  <a:lnTo>
                    <a:pt x="401002" y="161925"/>
                  </a:lnTo>
                  <a:lnTo>
                    <a:pt x="379571" y="161925"/>
                  </a:lnTo>
                  <a:lnTo>
                    <a:pt x="370046" y="162877"/>
                  </a:lnTo>
                  <a:lnTo>
                    <a:pt x="366713" y="163830"/>
                  </a:lnTo>
                  <a:lnTo>
                    <a:pt x="362426" y="165735"/>
                  </a:lnTo>
                  <a:lnTo>
                    <a:pt x="362426" y="168116"/>
                  </a:lnTo>
                  <a:lnTo>
                    <a:pt x="363855" y="170974"/>
                  </a:lnTo>
                  <a:lnTo>
                    <a:pt x="357664" y="170497"/>
                  </a:lnTo>
                  <a:lnTo>
                    <a:pt x="351472" y="171450"/>
                  </a:lnTo>
                  <a:lnTo>
                    <a:pt x="339566" y="176689"/>
                  </a:lnTo>
                  <a:lnTo>
                    <a:pt x="314325" y="182404"/>
                  </a:lnTo>
                  <a:lnTo>
                    <a:pt x="316230" y="187166"/>
                  </a:lnTo>
                  <a:lnTo>
                    <a:pt x="307181" y="182404"/>
                  </a:lnTo>
                  <a:lnTo>
                    <a:pt x="303371" y="180975"/>
                  </a:lnTo>
                  <a:lnTo>
                    <a:pt x="299561" y="180975"/>
                  </a:lnTo>
                  <a:lnTo>
                    <a:pt x="297656" y="181927"/>
                  </a:lnTo>
                  <a:lnTo>
                    <a:pt x="295751" y="183356"/>
                  </a:lnTo>
                  <a:lnTo>
                    <a:pt x="294322" y="185738"/>
                  </a:lnTo>
                  <a:lnTo>
                    <a:pt x="295275" y="193834"/>
                  </a:lnTo>
                  <a:lnTo>
                    <a:pt x="296703" y="196691"/>
                  </a:lnTo>
                  <a:lnTo>
                    <a:pt x="298132" y="199072"/>
                  </a:lnTo>
                  <a:lnTo>
                    <a:pt x="303847" y="203359"/>
                  </a:lnTo>
                  <a:lnTo>
                    <a:pt x="308134" y="205264"/>
                  </a:lnTo>
                  <a:lnTo>
                    <a:pt x="325755" y="205740"/>
                  </a:lnTo>
                  <a:lnTo>
                    <a:pt x="333851" y="204788"/>
                  </a:lnTo>
                  <a:lnTo>
                    <a:pt x="342423" y="202406"/>
                  </a:lnTo>
                  <a:lnTo>
                    <a:pt x="350996" y="199072"/>
                  </a:lnTo>
                  <a:lnTo>
                    <a:pt x="359092" y="198120"/>
                  </a:lnTo>
                  <a:lnTo>
                    <a:pt x="367189" y="199549"/>
                  </a:lnTo>
                  <a:lnTo>
                    <a:pt x="375285" y="199549"/>
                  </a:lnTo>
                  <a:lnTo>
                    <a:pt x="391477" y="197168"/>
                  </a:lnTo>
                  <a:lnTo>
                    <a:pt x="401955" y="194786"/>
                  </a:lnTo>
                  <a:lnTo>
                    <a:pt x="403860" y="195739"/>
                  </a:lnTo>
                  <a:lnTo>
                    <a:pt x="405765" y="200025"/>
                  </a:lnTo>
                  <a:lnTo>
                    <a:pt x="408146" y="203359"/>
                  </a:lnTo>
                  <a:lnTo>
                    <a:pt x="393859" y="203359"/>
                  </a:lnTo>
                  <a:lnTo>
                    <a:pt x="379571" y="204311"/>
                  </a:lnTo>
                  <a:lnTo>
                    <a:pt x="335756" y="210979"/>
                  </a:lnTo>
                  <a:lnTo>
                    <a:pt x="328136" y="222885"/>
                  </a:lnTo>
                  <a:lnTo>
                    <a:pt x="324802" y="221933"/>
                  </a:lnTo>
                  <a:lnTo>
                    <a:pt x="320992" y="219551"/>
                  </a:lnTo>
                  <a:lnTo>
                    <a:pt x="317182" y="219075"/>
                  </a:lnTo>
                  <a:lnTo>
                    <a:pt x="306705" y="220027"/>
                  </a:lnTo>
                  <a:lnTo>
                    <a:pt x="305276" y="221456"/>
                  </a:lnTo>
                  <a:lnTo>
                    <a:pt x="304323" y="224314"/>
                  </a:lnTo>
                  <a:lnTo>
                    <a:pt x="304800" y="229076"/>
                  </a:lnTo>
                  <a:lnTo>
                    <a:pt x="306228" y="231934"/>
                  </a:lnTo>
                  <a:lnTo>
                    <a:pt x="309563" y="236696"/>
                  </a:lnTo>
                  <a:lnTo>
                    <a:pt x="312896" y="240506"/>
                  </a:lnTo>
                  <a:lnTo>
                    <a:pt x="316706" y="243840"/>
                  </a:lnTo>
                  <a:lnTo>
                    <a:pt x="320992" y="246221"/>
                  </a:lnTo>
                  <a:lnTo>
                    <a:pt x="329565" y="249079"/>
                  </a:lnTo>
                  <a:lnTo>
                    <a:pt x="342900" y="254794"/>
                  </a:lnTo>
                  <a:lnTo>
                    <a:pt x="357188" y="269081"/>
                  </a:lnTo>
                  <a:lnTo>
                    <a:pt x="372903" y="278130"/>
                  </a:lnTo>
                  <a:lnTo>
                    <a:pt x="377190" y="279559"/>
                  </a:lnTo>
                  <a:lnTo>
                    <a:pt x="381000" y="282416"/>
                  </a:lnTo>
                  <a:lnTo>
                    <a:pt x="384810" y="286226"/>
                  </a:lnTo>
                  <a:lnTo>
                    <a:pt x="388620" y="288608"/>
                  </a:lnTo>
                  <a:lnTo>
                    <a:pt x="396716" y="290513"/>
                  </a:lnTo>
                  <a:lnTo>
                    <a:pt x="404813" y="288608"/>
                  </a:lnTo>
                  <a:lnTo>
                    <a:pt x="409098" y="284797"/>
                  </a:lnTo>
                  <a:lnTo>
                    <a:pt x="408146" y="280511"/>
                  </a:lnTo>
                  <a:lnTo>
                    <a:pt x="406241" y="276225"/>
                  </a:lnTo>
                  <a:lnTo>
                    <a:pt x="406241" y="273844"/>
                  </a:lnTo>
                  <a:lnTo>
                    <a:pt x="411956" y="268129"/>
                  </a:lnTo>
                  <a:lnTo>
                    <a:pt x="415766" y="262890"/>
                  </a:lnTo>
                  <a:lnTo>
                    <a:pt x="413861" y="260033"/>
                  </a:lnTo>
                  <a:lnTo>
                    <a:pt x="412432" y="257175"/>
                  </a:lnTo>
                  <a:lnTo>
                    <a:pt x="419100" y="249555"/>
                  </a:lnTo>
                  <a:lnTo>
                    <a:pt x="422434" y="244793"/>
                  </a:lnTo>
                  <a:lnTo>
                    <a:pt x="428625" y="232410"/>
                  </a:lnTo>
                  <a:lnTo>
                    <a:pt x="436245" y="225266"/>
                  </a:lnTo>
                  <a:lnTo>
                    <a:pt x="446246" y="224314"/>
                  </a:lnTo>
                  <a:lnTo>
                    <a:pt x="449103" y="223361"/>
                  </a:lnTo>
                  <a:lnTo>
                    <a:pt x="451485" y="219075"/>
                  </a:lnTo>
                  <a:lnTo>
                    <a:pt x="453866" y="211455"/>
                  </a:lnTo>
                  <a:lnTo>
                    <a:pt x="455295" y="203359"/>
                  </a:lnTo>
                  <a:lnTo>
                    <a:pt x="456247" y="192405"/>
                  </a:lnTo>
                  <a:lnTo>
                    <a:pt x="455771" y="189071"/>
                  </a:lnTo>
                  <a:lnTo>
                    <a:pt x="456247" y="186690"/>
                  </a:lnTo>
                  <a:lnTo>
                    <a:pt x="461010" y="184785"/>
                  </a:lnTo>
                  <a:lnTo>
                    <a:pt x="465772" y="185261"/>
                  </a:lnTo>
                  <a:lnTo>
                    <a:pt x="469582" y="185261"/>
                  </a:lnTo>
                  <a:lnTo>
                    <a:pt x="475297" y="182404"/>
                  </a:lnTo>
                  <a:lnTo>
                    <a:pt x="475773" y="178594"/>
                  </a:lnTo>
                  <a:lnTo>
                    <a:pt x="473869" y="174784"/>
                  </a:lnTo>
                  <a:lnTo>
                    <a:pt x="474821" y="170974"/>
                  </a:lnTo>
                  <a:lnTo>
                    <a:pt x="477202" y="164783"/>
                  </a:lnTo>
                  <a:lnTo>
                    <a:pt x="480536" y="160496"/>
                  </a:lnTo>
                  <a:lnTo>
                    <a:pt x="488156" y="152876"/>
                  </a:lnTo>
                  <a:lnTo>
                    <a:pt x="496252" y="146685"/>
                  </a:lnTo>
                  <a:lnTo>
                    <a:pt x="497681" y="143827"/>
                  </a:lnTo>
                  <a:lnTo>
                    <a:pt x="498634" y="142875"/>
                  </a:lnTo>
                  <a:lnTo>
                    <a:pt x="501967" y="141922"/>
                  </a:lnTo>
                  <a:lnTo>
                    <a:pt x="522922" y="140494"/>
                  </a:lnTo>
                  <a:lnTo>
                    <a:pt x="534352" y="138113"/>
                  </a:lnTo>
                  <a:lnTo>
                    <a:pt x="547211" y="137636"/>
                  </a:lnTo>
                  <a:lnTo>
                    <a:pt x="552450" y="135731"/>
                  </a:lnTo>
                  <a:lnTo>
                    <a:pt x="557213" y="132874"/>
                  </a:lnTo>
                  <a:lnTo>
                    <a:pt x="555784" y="130493"/>
                  </a:lnTo>
                  <a:lnTo>
                    <a:pt x="554355" y="128588"/>
                  </a:lnTo>
                  <a:lnTo>
                    <a:pt x="546735" y="124301"/>
                  </a:lnTo>
                  <a:lnTo>
                    <a:pt x="534352" y="120015"/>
                  </a:lnTo>
                  <a:lnTo>
                    <a:pt x="526732" y="114300"/>
                  </a:lnTo>
                  <a:lnTo>
                    <a:pt x="535781" y="108585"/>
                  </a:lnTo>
                  <a:lnTo>
                    <a:pt x="530542" y="104775"/>
                  </a:lnTo>
                  <a:lnTo>
                    <a:pt x="525303" y="102870"/>
                  </a:lnTo>
                  <a:lnTo>
                    <a:pt x="515302" y="101441"/>
                  </a:lnTo>
                  <a:lnTo>
                    <a:pt x="513873" y="102870"/>
                  </a:lnTo>
                  <a:lnTo>
                    <a:pt x="513873" y="106680"/>
                  </a:lnTo>
                  <a:lnTo>
                    <a:pt x="506253" y="108109"/>
                  </a:lnTo>
                  <a:lnTo>
                    <a:pt x="501491" y="101441"/>
                  </a:lnTo>
                  <a:lnTo>
                    <a:pt x="492442" y="99060"/>
                  </a:lnTo>
                  <a:lnTo>
                    <a:pt x="478631" y="100489"/>
                  </a:lnTo>
                  <a:lnTo>
                    <a:pt x="474821" y="98584"/>
                  </a:lnTo>
                  <a:lnTo>
                    <a:pt x="471488" y="94297"/>
                  </a:lnTo>
                  <a:lnTo>
                    <a:pt x="467677" y="92393"/>
                  </a:lnTo>
                  <a:lnTo>
                    <a:pt x="464344" y="92393"/>
                  </a:lnTo>
                  <a:lnTo>
                    <a:pt x="465772" y="90964"/>
                  </a:lnTo>
                  <a:lnTo>
                    <a:pt x="468630" y="89535"/>
                  </a:lnTo>
                  <a:lnTo>
                    <a:pt x="469106" y="87154"/>
                  </a:lnTo>
                  <a:lnTo>
                    <a:pt x="469582" y="83344"/>
                  </a:lnTo>
                  <a:lnTo>
                    <a:pt x="469106" y="80010"/>
                  </a:lnTo>
                  <a:lnTo>
                    <a:pt x="468153" y="77629"/>
                  </a:lnTo>
                  <a:lnTo>
                    <a:pt x="466725" y="75724"/>
                  </a:lnTo>
                  <a:lnTo>
                    <a:pt x="461010" y="69532"/>
                  </a:lnTo>
                  <a:lnTo>
                    <a:pt x="454819" y="67151"/>
                  </a:lnTo>
                  <a:lnTo>
                    <a:pt x="452438" y="66675"/>
                  </a:lnTo>
                  <a:lnTo>
                    <a:pt x="450532" y="67627"/>
                  </a:lnTo>
                  <a:lnTo>
                    <a:pt x="436721" y="80010"/>
                  </a:lnTo>
                  <a:lnTo>
                    <a:pt x="430053" y="83820"/>
                  </a:lnTo>
                  <a:lnTo>
                    <a:pt x="431482" y="80486"/>
                  </a:lnTo>
                  <a:lnTo>
                    <a:pt x="431959" y="76676"/>
                  </a:lnTo>
                  <a:lnTo>
                    <a:pt x="430530" y="72866"/>
                  </a:lnTo>
                  <a:lnTo>
                    <a:pt x="431959" y="70009"/>
                  </a:lnTo>
                  <a:lnTo>
                    <a:pt x="436245" y="64770"/>
                  </a:lnTo>
                  <a:lnTo>
                    <a:pt x="439578" y="59531"/>
                  </a:lnTo>
                  <a:lnTo>
                    <a:pt x="435292" y="52388"/>
                  </a:lnTo>
                  <a:lnTo>
                    <a:pt x="430053" y="48101"/>
                  </a:lnTo>
                  <a:lnTo>
                    <a:pt x="426244" y="46196"/>
                  </a:lnTo>
                  <a:lnTo>
                    <a:pt x="413861" y="41910"/>
                  </a:lnTo>
                  <a:lnTo>
                    <a:pt x="405289" y="40481"/>
                  </a:lnTo>
                  <a:lnTo>
                    <a:pt x="403860" y="41910"/>
                  </a:lnTo>
                  <a:lnTo>
                    <a:pt x="402431" y="44291"/>
                  </a:lnTo>
                  <a:lnTo>
                    <a:pt x="400526" y="45244"/>
                  </a:lnTo>
                  <a:lnTo>
                    <a:pt x="398621" y="45244"/>
                  </a:lnTo>
                  <a:lnTo>
                    <a:pt x="389572" y="36671"/>
                  </a:lnTo>
                  <a:lnTo>
                    <a:pt x="384810" y="34290"/>
                  </a:lnTo>
                  <a:lnTo>
                    <a:pt x="380047" y="34766"/>
                  </a:lnTo>
                  <a:lnTo>
                    <a:pt x="374809" y="38100"/>
                  </a:lnTo>
                  <a:lnTo>
                    <a:pt x="373380" y="42386"/>
                  </a:lnTo>
                  <a:lnTo>
                    <a:pt x="374809" y="47625"/>
                  </a:lnTo>
                  <a:lnTo>
                    <a:pt x="370046" y="51435"/>
                  </a:lnTo>
                  <a:lnTo>
                    <a:pt x="366236" y="59055"/>
                  </a:lnTo>
                  <a:lnTo>
                    <a:pt x="365760" y="60960"/>
                  </a:lnTo>
                  <a:lnTo>
                    <a:pt x="365284" y="62865"/>
                  </a:lnTo>
                  <a:lnTo>
                    <a:pt x="366236" y="70009"/>
                  </a:lnTo>
                  <a:lnTo>
                    <a:pt x="367189" y="75247"/>
                  </a:lnTo>
                  <a:lnTo>
                    <a:pt x="372427" y="88582"/>
                  </a:lnTo>
                  <a:lnTo>
                    <a:pt x="380047" y="106204"/>
                  </a:lnTo>
                  <a:lnTo>
                    <a:pt x="382905" y="116681"/>
                  </a:lnTo>
                  <a:lnTo>
                    <a:pt x="381000" y="116205"/>
                  </a:lnTo>
                  <a:lnTo>
                    <a:pt x="366236" y="102870"/>
                  </a:lnTo>
                  <a:lnTo>
                    <a:pt x="362902" y="101918"/>
                  </a:lnTo>
                  <a:lnTo>
                    <a:pt x="359569" y="97155"/>
                  </a:lnTo>
                  <a:lnTo>
                    <a:pt x="352425" y="84296"/>
                  </a:lnTo>
                  <a:lnTo>
                    <a:pt x="345757" y="73819"/>
                  </a:lnTo>
                  <a:lnTo>
                    <a:pt x="339090" y="63818"/>
                  </a:lnTo>
                  <a:lnTo>
                    <a:pt x="331470" y="56674"/>
                  </a:lnTo>
                  <a:lnTo>
                    <a:pt x="323373" y="54293"/>
                  </a:lnTo>
                  <a:lnTo>
                    <a:pt x="316230" y="60007"/>
                  </a:lnTo>
                  <a:lnTo>
                    <a:pt x="309563" y="68104"/>
                  </a:lnTo>
                  <a:lnTo>
                    <a:pt x="304800" y="70485"/>
                  </a:lnTo>
                  <a:lnTo>
                    <a:pt x="304323" y="74295"/>
                  </a:lnTo>
                  <a:lnTo>
                    <a:pt x="303847" y="78581"/>
                  </a:lnTo>
                  <a:lnTo>
                    <a:pt x="304323" y="82391"/>
                  </a:lnTo>
                  <a:lnTo>
                    <a:pt x="305276" y="85725"/>
                  </a:lnTo>
                  <a:lnTo>
                    <a:pt x="304323" y="88582"/>
                  </a:lnTo>
                  <a:lnTo>
                    <a:pt x="301942" y="89059"/>
                  </a:lnTo>
                  <a:lnTo>
                    <a:pt x="297656" y="86201"/>
                  </a:lnTo>
                  <a:lnTo>
                    <a:pt x="293846" y="81915"/>
                  </a:lnTo>
                  <a:lnTo>
                    <a:pt x="290036" y="80010"/>
                  </a:lnTo>
                  <a:lnTo>
                    <a:pt x="284321" y="79057"/>
                  </a:lnTo>
                  <a:lnTo>
                    <a:pt x="282892" y="78105"/>
                  </a:lnTo>
                  <a:lnTo>
                    <a:pt x="280988" y="70961"/>
                  </a:lnTo>
                  <a:lnTo>
                    <a:pt x="277177" y="70009"/>
                  </a:lnTo>
                  <a:lnTo>
                    <a:pt x="254794" y="71438"/>
                  </a:lnTo>
                  <a:lnTo>
                    <a:pt x="271463" y="62389"/>
                  </a:lnTo>
                  <a:lnTo>
                    <a:pt x="296703" y="60007"/>
                  </a:lnTo>
                  <a:lnTo>
                    <a:pt x="300990" y="57150"/>
                  </a:lnTo>
                  <a:lnTo>
                    <a:pt x="301466" y="56197"/>
                  </a:lnTo>
                  <a:lnTo>
                    <a:pt x="301466" y="53816"/>
                  </a:lnTo>
                  <a:lnTo>
                    <a:pt x="300990" y="51911"/>
                  </a:lnTo>
                  <a:lnTo>
                    <a:pt x="293370" y="48577"/>
                  </a:lnTo>
                  <a:lnTo>
                    <a:pt x="273367" y="50959"/>
                  </a:lnTo>
                  <a:lnTo>
                    <a:pt x="261461" y="55245"/>
                  </a:lnTo>
                  <a:lnTo>
                    <a:pt x="256222" y="55245"/>
                  </a:lnTo>
                  <a:lnTo>
                    <a:pt x="245269" y="51911"/>
                  </a:lnTo>
                  <a:lnTo>
                    <a:pt x="243364" y="53340"/>
                  </a:lnTo>
                  <a:lnTo>
                    <a:pt x="244316" y="57150"/>
                  </a:lnTo>
                  <a:lnTo>
                    <a:pt x="245745" y="60007"/>
                  </a:lnTo>
                  <a:lnTo>
                    <a:pt x="242888" y="59531"/>
                  </a:lnTo>
                  <a:lnTo>
                    <a:pt x="239553" y="58102"/>
                  </a:lnTo>
                  <a:lnTo>
                    <a:pt x="225742" y="51911"/>
                  </a:lnTo>
                  <a:lnTo>
                    <a:pt x="213360" y="53340"/>
                  </a:lnTo>
                  <a:lnTo>
                    <a:pt x="210026" y="54293"/>
                  </a:lnTo>
                  <a:lnTo>
                    <a:pt x="207645" y="59055"/>
                  </a:lnTo>
                  <a:lnTo>
                    <a:pt x="206692" y="59531"/>
                  </a:lnTo>
                  <a:lnTo>
                    <a:pt x="203359" y="56197"/>
                  </a:lnTo>
                  <a:lnTo>
                    <a:pt x="197167" y="53340"/>
                  </a:lnTo>
                  <a:lnTo>
                    <a:pt x="195263" y="53340"/>
                  </a:lnTo>
                  <a:lnTo>
                    <a:pt x="193357" y="54293"/>
                  </a:lnTo>
                  <a:lnTo>
                    <a:pt x="190976" y="56674"/>
                  </a:lnTo>
                  <a:lnTo>
                    <a:pt x="190976" y="58579"/>
                  </a:lnTo>
                  <a:lnTo>
                    <a:pt x="195263" y="62389"/>
                  </a:lnTo>
                  <a:close/>
                  <a:moveTo>
                    <a:pt x="622459" y="676275"/>
                  </a:moveTo>
                  <a:lnTo>
                    <a:pt x="625316" y="674370"/>
                  </a:lnTo>
                  <a:lnTo>
                    <a:pt x="626269" y="672465"/>
                  </a:lnTo>
                  <a:lnTo>
                    <a:pt x="626745" y="670560"/>
                  </a:lnTo>
                  <a:lnTo>
                    <a:pt x="625316" y="669131"/>
                  </a:lnTo>
                  <a:lnTo>
                    <a:pt x="621506" y="671036"/>
                  </a:lnTo>
                  <a:lnTo>
                    <a:pt x="619125" y="671036"/>
                  </a:lnTo>
                  <a:lnTo>
                    <a:pt x="611028" y="677704"/>
                  </a:lnTo>
                  <a:lnTo>
                    <a:pt x="607219" y="676751"/>
                  </a:lnTo>
                  <a:lnTo>
                    <a:pt x="597217" y="678656"/>
                  </a:lnTo>
                  <a:lnTo>
                    <a:pt x="591978" y="678180"/>
                  </a:lnTo>
                  <a:lnTo>
                    <a:pt x="589597" y="681037"/>
                  </a:lnTo>
                  <a:lnTo>
                    <a:pt x="585788" y="680561"/>
                  </a:lnTo>
                  <a:lnTo>
                    <a:pt x="583882" y="681037"/>
                  </a:lnTo>
                  <a:lnTo>
                    <a:pt x="577691" y="681037"/>
                  </a:lnTo>
                  <a:lnTo>
                    <a:pt x="579596" y="683895"/>
                  </a:lnTo>
                  <a:lnTo>
                    <a:pt x="583406" y="687229"/>
                  </a:lnTo>
                  <a:lnTo>
                    <a:pt x="590073" y="690086"/>
                  </a:lnTo>
                  <a:lnTo>
                    <a:pt x="592455" y="690562"/>
                  </a:lnTo>
                  <a:lnTo>
                    <a:pt x="596741" y="690086"/>
                  </a:lnTo>
                  <a:lnTo>
                    <a:pt x="598170" y="689134"/>
                  </a:lnTo>
                  <a:lnTo>
                    <a:pt x="600075" y="687705"/>
                  </a:lnTo>
                  <a:lnTo>
                    <a:pt x="605790" y="688658"/>
                  </a:lnTo>
                  <a:lnTo>
                    <a:pt x="607695" y="687705"/>
                  </a:lnTo>
                  <a:lnTo>
                    <a:pt x="609123" y="686276"/>
                  </a:lnTo>
                  <a:lnTo>
                    <a:pt x="613886" y="684848"/>
                  </a:lnTo>
                  <a:lnTo>
                    <a:pt x="622459" y="676275"/>
                  </a:lnTo>
                  <a:close/>
                  <a:moveTo>
                    <a:pt x="633413" y="691991"/>
                  </a:moveTo>
                  <a:lnTo>
                    <a:pt x="632936" y="689610"/>
                  </a:lnTo>
                  <a:lnTo>
                    <a:pt x="632460" y="686753"/>
                  </a:lnTo>
                  <a:lnTo>
                    <a:pt x="631031" y="683895"/>
                  </a:lnTo>
                  <a:lnTo>
                    <a:pt x="630078" y="682466"/>
                  </a:lnTo>
                  <a:lnTo>
                    <a:pt x="620077" y="689134"/>
                  </a:lnTo>
                  <a:lnTo>
                    <a:pt x="617220" y="688658"/>
                  </a:lnTo>
                  <a:lnTo>
                    <a:pt x="612457" y="690562"/>
                  </a:lnTo>
                  <a:lnTo>
                    <a:pt x="609600" y="692944"/>
                  </a:lnTo>
                  <a:lnTo>
                    <a:pt x="608647" y="694849"/>
                  </a:lnTo>
                  <a:lnTo>
                    <a:pt x="608647" y="696754"/>
                  </a:lnTo>
                  <a:lnTo>
                    <a:pt x="611505" y="698659"/>
                  </a:lnTo>
                  <a:lnTo>
                    <a:pt x="614363" y="697230"/>
                  </a:lnTo>
                  <a:lnTo>
                    <a:pt x="614839" y="698183"/>
                  </a:lnTo>
                  <a:lnTo>
                    <a:pt x="614363" y="701993"/>
                  </a:lnTo>
                  <a:lnTo>
                    <a:pt x="616267" y="702945"/>
                  </a:lnTo>
                  <a:lnTo>
                    <a:pt x="620077" y="701993"/>
                  </a:lnTo>
                  <a:lnTo>
                    <a:pt x="622459" y="701040"/>
                  </a:lnTo>
                  <a:lnTo>
                    <a:pt x="621982" y="699611"/>
                  </a:lnTo>
                  <a:lnTo>
                    <a:pt x="629126" y="695325"/>
                  </a:lnTo>
                  <a:lnTo>
                    <a:pt x="633413" y="691991"/>
                  </a:lnTo>
                  <a:close/>
                  <a:moveTo>
                    <a:pt x="451009" y="748189"/>
                  </a:moveTo>
                  <a:lnTo>
                    <a:pt x="455771" y="747236"/>
                  </a:lnTo>
                  <a:lnTo>
                    <a:pt x="468630" y="745808"/>
                  </a:lnTo>
                  <a:lnTo>
                    <a:pt x="469106" y="744379"/>
                  </a:lnTo>
                  <a:lnTo>
                    <a:pt x="469106" y="742474"/>
                  </a:lnTo>
                  <a:lnTo>
                    <a:pt x="472440" y="738664"/>
                  </a:lnTo>
                  <a:lnTo>
                    <a:pt x="475773" y="735330"/>
                  </a:lnTo>
                  <a:lnTo>
                    <a:pt x="480060" y="732473"/>
                  </a:lnTo>
                  <a:lnTo>
                    <a:pt x="482441" y="732949"/>
                  </a:lnTo>
                  <a:lnTo>
                    <a:pt x="487203" y="731520"/>
                  </a:lnTo>
                  <a:lnTo>
                    <a:pt x="491014" y="726281"/>
                  </a:lnTo>
                  <a:lnTo>
                    <a:pt x="496252" y="722471"/>
                  </a:lnTo>
                  <a:lnTo>
                    <a:pt x="496728" y="719614"/>
                  </a:lnTo>
                  <a:lnTo>
                    <a:pt x="492919" y="717709"/>
                  </a:lnTo>
                  <a:lnTo>
                    <a:pt x="491014" y="718185"/>
                  </a:lnTo>
                  <a:lnTo>
                    <a:pt x="490061" y="719614"/>
                  </a:lnTo>
                  <a:lnTo>
                    <a:pt x="487203" y="720090"/>
                  </a:lnTo>
                  <a:lnTo>
                    <a:pt x="484346" y="716756"/>
                  </a:lnTo>
                  <a:lnTo>
                    <a:pt x="484346" y="710089"/>
                  </a:lnTo>
                  <a:lnTo>
                    <a:pt x="482917" y="705803"/>
                  </a:lnTo>
                  <a:lnTo>
                    <a:pt x="480060" y="705803"/>
                  </a:lnTo>
                  <a:lnTo>
                    <a:pt x="477678" y="710565"/>
                  </a:lnTo>
                  <a:lnTo>
                    <a:pt x="477202" y="712470"/>
                  </a:lnTo>
                  <a:lnTo>
                    <a:pt x="478155" y="715328"/>
                  </a:lnTo>
                  <a:lnTo>
                    <a:pt x="477202" y="718185"/>
                  </a:lnTo>
                  <a:lnTo>
                    <a:pt x="474345" y="717709"/>
                  </a:lnTo>
                  <a:lnTo>
                    <a:pt x="471488" y="719614"/>
                  </a:lnTo>
                  <a:lnTo>
                    <a:pt x="469582" y="722471"/>
                  </a:lnTo>
                  <a:lnTo>
                    <a:pt x="464820" y="726758"/>
                  </a:lnTo>
                  <a:lnTo>
                    <a:pt x="464344" y="728186"/>
                  </a:lnTo>
                  <a:lnTo>
                    <a:pt x="465296" y="730568"/>
                  </a:lnTo>
                  <a:lnTo>
                    <a:pt x="464344" y="732949"/>
                  </a:lnTo>
                  <a:lnTo>
                    <a:pt x="462439" y="731044"/>
                  </a:lnTo>
                  <a:lnTo>
                    <a:pt x="461010" y="731520"/>
                  </a:lnTo>
                  <a:lnTo>
                    <a:pt x="458628" y="733901"/>
                  </a:lnTo>
                  <a:lnTo>
                    <a:pt x="454819" y="732949"/>
                  </a:lnTo>
                  <a:lnTo>
                    <a:pt x="452914" y="733901"/>
                  </a:lnTo>
                  <a:lnTo>
                    <a:pt x="451961" y="737235"/>
                  </a:lnTo>
                  <a:lnTo>
                    <a:pt x="450532" y="738187"/>
                  </a:lnTo>
                  <a:lnTo>
                    <a:pt x="449103" y="739616"/>
                  </a:lnTo>
                  <a:lnTo>
                    <a:pt x="449103" y="741998"/>
                  </a:lnTo>
                  <a:lnTo>
                    <a:pt x="444341" y="742474"/>
                  </a:lnTo>
                  <a:lnTo>
                    <a:pt x="443389" y="743903"/>
                  </a:lnTo>
                  <a:lnTo>
                    <a:pt x="445770" y="746760"/>
                  </a:lnTo>
                  <a:lnTo>
                    <a:pt x="451009" y="748189"/>
                  </a:lnTo>
                  <a:close/>
                  <a:moveTo>
                    <a:pt x="442436" y="759619"/>
                  </a:moveTo>
                  <a:lnTo>
                    <a:pt x="444341" y="756761"/>
                  </a:lnTo>
                  <a:lnTo>
                    <a:pt x="443389" y="752951"/>
                  </a:lnTo>
                  <a:lnTo>
                    <a:pt x="441960" y="750094"/>
                  </a:lnTo>
                  <a:lnTo>
                    <a:pt x="439578" y="750094"/>
                  </a:lnTo>
                  <a:lnTo>
                    <a:pt x="437197" y="747712"/>
                  </a:lnTo>
                  <a:lnTo>
                    <a:pt x="434340" y="746284"/>
                  </a:lnTo>
                  <a:lnTo>
                    <a:pt x="430530" y="746760"/>
                  </a:lnTo>
                  <a:lnTo>
                    <a:pt x="428625" y="747712"/>
                  </a:lnTo>
                  <a:lnTo>
                    <a:pt x="424339" y="744379"/>
                  </a:lnTo>
                  <a:lnTo>
                    <a:pt x="423863" y="744855"/>
                  </a:lnTo>
                  <a:lnTo>
                    <a:pt x="423863" y="745808"/>
                  </a:lnTo>
                  <a:lnTo>
                    <a:pt x="422910" y="748189"/>
                  </a:lnTo>
                  <a:lnTo>
                    <a:pt x="419576" y="748189"/>
                  </a:lnTo>
                  <a:lnTo>
                    <a:pt x="416242" y="749618"/>
                  </a:lnTo>
                  <a:lnTo>
                    <a:pt x="415290" y="751046"/>
                  </a:lnTo>
                  <a:lnTo>
                    <a:pt x="420052" y="753428"/>
                  </a:lnTo>
                  <a:lnTo>
                    <a:pt x="421005" y="754856"/>
                  </a:lnTo>
                  <a:lnTo>
                    <a:pt x="420052" y="756761"/>
                  </a:lnTo>
                  <a:lnTo>
                    <a:pt x="410527" y="755809"/>
                  </a:lnTo>
                  <a:lnTo>
                    <a:pt x="407670" y="758190"/>
                  </a:lnTo>
                  <a:lnTo>
                    <a:pt x="407670" y="760095"/>
                  </a:lnTo>
                  <a:lnTo>
                    <a:pt x="406717" y="762953"/>
                  </a:lnTo>
                  <a:lnTo>
                    <a:pt x="407670" y="768668"/>
                  </a:lnTo>
                  <a:lnTo>
                    <a:pt x="406717" y="772001"/>
                  </a:lnTo>
                  <a:lnTo>
                    <a:pt x="402431" y="773430"/>
                  </a:lnTo>
                  <a:lnTo>
                    <a:pt x="401478" y="774383"/>
                  </a:lnTo>
                  <a:lnTo>
                    <a:pt x="401478" y="775811"/>
                  </a:lnTo>
                  <a:lnTo>
                    <a:pt x="406717" y="775811"/>
                  </a:lnTo>
                  <a:lnTo>
                    <a:pt x="410527" y="777240"/>
                  </a:lnTo>
                  <a:lnTo>
                    <a:pt x="410527" y="779145"/>
                  </a:lnTo>
                  <a:lnTo>
                    <a:pt x="413385" y="778193"/>
                  </a:lnTo>
                  <a:lnTo>
                    <a:pt x="419100" y="772001"/>
                  </a:lnTo>
                  <a:lnTo>
                    <a:pt x="424815" y="768191"/>
                  </a:lnTo>
                  <a:lnTo>
                    <a:pt x="427672" y="770573"/>
                  </a:lnTo>
                  <a:lnTo>
                    <a:pt x="434816" y="770096"/>
                  </a:lnTo>
                  <a:lnTo>
                    <a:pt x="441007" y="768668"/>
                  </a:lnTo>
                  <a:lnTo>
                    <a:pt x="440055" y="763905"/>
                  </a:lnTo>
                  <a:lnTo>
                    <a:pt x="441007" y="760571"/>
                  </a:lnTo>
                  <a:lnTo>
                    <a:pt x="442436" y="759619"/>
                  </a:lnTo>
                  <a:close/>
                  <a:moveTo>
                    <a:pt x="453390" y="33814"/>
                  </a:moveTo>
                  <a:lnTo>
                    <a:pt x="471011" y="35719"/>
                  </a:lnTo>
                  <a:lnTo>
                    <a:pt x="466725" y="39052"/>
                  </a:lnTo>
                  <a:lnTo>
                    <a:pt x="462439" y="41434"/>
                  </a:lnTo>
                  <a:lnTo>
                    <a:pt x="451009" y="44291"/>
                  </a:lnTo>
                  <a:lnTo>
                    <a:pt x="451961" y="47625"/>
                  </a:lnTo>
                  <a:lnTo>
                    <a:pt x="453390" y="49530"/>
                  </a:lnTo>
                  <a:lnTo>
                    <a:pt x="456723" y="52388"/>
                  </a:lnTo>
                  <a:lnTo>
                    <a:pt x="466725" y="57150"/>
                  </a:lnTo>
                  <a:lnTo>
                    <a:pt x="474345" y="59055"/>
                  </a:lnTo>
                  <a:lnTo>
                    <a:pt x="490061" y="60007"/>
                  </a:lnTo>
                  <a:lnTo>
                    <a:pt x="498157" y="60007"/>
                  </a:lnTo>
                  <a:lnTo>
                    <a:pt x="507206" y="58579"/>
                  </a:lnTo>
                  <a:lnTo>
                    <a:pt x="514826" y="55721"/>
                  </a:lnTo>
                  <a:lnTo>
                    <a:pt x="526256" y="56197"/>
                  </a:lnTo>
                  <a:lnTo>
                    <a:pt x="537210" y="58102"/>
                  </a:lnTo>
                  <a:lnTo>
                    <a:pt x="533876" y="61436"/>
                  </a:lnTo>
                  <a:lnTo>
                    <a:pt x="529590" y="62865"/>
                  </a:lnTo>
                  <a:lnTo>
                    <a:pt x="527209" y="67151"/>
                  </a:lnTo>
                  <a:lnTo>
                    <a:pt x="516731" y="67151"/>
                  </a:lnTo>
                  <a:lnTo>
                    <a:pt x="511016" y="66675"/>
                  </a:lnTo>
                  <a:lnTo>
                    <a:pt x="504348" y="67151"/>
                  </a:lnTo>
                  <a:lnTo>
                    <a:pt x="501967" y="68580"/>
                  </a:lnTo>
                  <a:lnTo>
                    <a:pt x="499586" y="70485"/>
                  </a:lnTo>
                  <a:lnTo>
                    <a:pt x="507206" y="74771"/>
                  </a:lnTo>
                  <a:lnTo>
                    <a:pt x="514826" y="78105"/>
                  </a:lnTo>
                  <a:lnTo>
                    <a:pt x="523875" y="80010"/>
                  </a:lnTo>
                  <a:lnTo>
                    <a:pt x="536257" y="81439"/>
                  </a:lnTo>
                  <a:lnTo>
                    <a:pt x="537686" y="83820"/>
                  </a:lnTo>
                  <a:lnTo>
                    <a:pt x="539591" y="84772"/>
                  </a:lnTo>
                  <a:lnTo>
                    <a:pt x="575310" y="86201"/>
                  </a:lnTo>
                  <a:lnTo>
                    <a:pt x="607695" y="83820"/>
                  </a:lnTo>
                  <a:lnTo>
                    <a:pt x="601980" y="90011"/>
                  </a:lnTo>
                  <a:lnTo>
                    <a:pt x="605314" y="94774"/>
                  </a:lnTo>
                  <a:lnTo>
                    <a:pt x="609123" y="97155"/>
                  </a:lnTo>
                  <a:lnTo>
                    <a:pt x="638175" y="99060"/>
                  </a:lnTo>
                  <a:lnTo>
                    <a:pt x="644366" y="100013"/>
                  </a:lnTo>
                  <a:lnTo>
                    <a:pt x="650557" y="98584"/>
                  </a:lnTo>
                  <a:lnTo>
                    <a:pt x="654844" y="94774"/>
                  </a:lnTo>
                  <a:lnTo>
                    <a:pt x="659130" y="91916"/>
                  </a:lnTo>
                  <a:lnTo>
                    <a:pt x="671513" y="87154"/>
                  </a:lnTo>
                  <a:lnTo>
                    <a:pt x="674846" y="87154"/>
                  </a:lnTo>
                  <a:lnTo>
                    <a:pt x="685323" y="89535"/>
                  </a:lnTo>
                  <a:lnTo>
                    <a:pt x="688657" y="89059"/>
                  </a:lnTo>
                  <a:lnTo>
                    <a:pt x="702469" y="84772"/>
                  </a:lnTo>
                  <a:lnTo>
                    <a:pt x="705326" y="81915"/>
                  </a:lnTo>
                  <a:lnTo>
                    <a:pt x="711517" y="72866"/>
                  </a:lnTo>
                  <a:lnTo>
                    <a:pt x="714851" y="68580"/>
                  </a:lnTo>
                  <a:lnTo>
                    <a:pt x="721995" y="63818"/>
                  </a:lnTo>
                  <a:lnTo>
                    <a:pt x="751046" y="49530"/>
                  </a:lnTo>
                  <a:lnTo>
                    <a:pt x="754856" y="46196"/>
                  </a:lnTo>
                  <a:lnTo>
                    <a:pt x="752951" y="34290"/>
                  </a:lnTo>
                  <a:lnTo>
                    <a:pt x="748665" y="29051"/>
                  </a:lnTo>
                  <a:lnTo>
                    <a:pt x="743426" y="26194"/>
                  </a:lnTo>
                  <a:lnTo>
                    <a:pt x="729139" y="24765"/>
                  </a:lnTo>
                  <a:lnTo>
                    <a:pt x="708660" y="24765"/>
                  </a:lnTo>
                  <a:lnTo>
                    <a:pt x="705802" y="23813"/>
                  </a:lnTo>
                  <a:lnTo>
                    <a:pt x="702945" y="21907"/>
                  </a:lnTo>
                  <a:lnTo>
                    <a:pt x="696277" y="20002"/>
                  </a:lnTo>
                  <a:lnTo>
                    <a:pt x="677227" y="16669"/>
                  </a:lnTo>
                  <a:lnTo>
                    <a:pt x="672941" y="14764"/>
                  </a:lnTo>
                  <a:lnTo>
                    <a:pt x="671036" y="14764"/>
                  </a:lnTo>
                  <a:lnTo>
                    <a:pt x="666750" y="16192"/>
                  </a:lnTo>
                  <a:lnTo>
                    <a:pt x="664369" y="15240"/>
                  </a:lnTo>
                  <a:lnTo>
                    <a:pt x="659606" y="10477"/>
                  </a:lnTo>
                  <a:lnTo>
                    <a:pt x="655796" y="10001"/>
                  </a:lnTo>
                  <a:lnTo>
                    <a:pt x="655320" y="12382"/>
                  </a:lnTo>
                  <a:lnTo>
                    <a:pt x="653891" y="14288"/>
                  </a:lnTo>
                  <a:lnTo>
                    <a:pt x="650557" y="14764"/>
                  </a:lnTo>
                  <a:lnTo>
                    <a:pt x="643890" y="13811"/>
                  </a:lnTo>
                  <a:lnTo>
                    <a:pt x="637698" y="18574"/>
                  </a:lnTo>
                  <a:lnTo>
                    <a:pt x="634841" y="21431"/>
                  </a:lnTo>
                  <a:lnTo>
                    <a:pt x="623411" y="23813"/>
                  </a:lnTo>
                  <a:lnTo>
                    <a:pt x="615315" y="23336"/>
                  </a:lnTo>
                  <a:lnTo>
                    <a:pt x="619125" y="13335"/>
                  </a:lnTo>
                  <a:lnTo>
                    <a:pt x="620077" y="8572"/>
                  </a:lnTo>
                  <a:lnTo>
                    <a:pt x="622459" y="5239"/>
                  </a:lnTo>
                  <a:lnTo>
                    <a:pt x="620077" y="3334"/>
                  </a:lnTo>
                  <a:lnTo>
                    <a:pt x="611981" y="1429"/>
                  </a:lnTo>
                  <a:lnTo>
                    <a:pt x="608171" y="1905"/>
                  </a:lnTo>
                  <a:lnTo>
                    <a:pt x="604838" y="4763"/>
                  </a:lnTo>
                  <a:lnTo>
                    <a:pt x="600551" y="6191"/>
                  </a:lnTo>
                  <a:lnTo>
                    <a:pt x="596265" y="5715"/>
                  </a:lnTo>
                  <a:lnTo>
                    <a:pt x="592931" y="6667"/>
                  </a:lnTo>
                  <a:lnTo>
                    <a:pt x="591978" y="9525"/>
                  </a:lnTo>
                  <a:lnTo>
                    <a:pt x="592931" y="13811"/>
                  </a:lnTo>
                  <a:lnTo>
                    <a:pt x="592931" y="22860"/>
                  </a:lnTo>
                  <a:lnTo>
                    <a:pt x="590550" y="30480"/>
                  </a:lnTo>
                  <a:lnTo>
                    <a:pt x="587692" y="33814"/>
                  </a:lnTo>
                  <a:lnTo>
                    <a:pt x="584359" y="32861"/>
                  </a:lnTo>
                  <a:lnTo>
                    <a:pt x="574357" y="27146"/>
                  </a:lnTo>
                  <a:lnTo>
                    <a:pt x="570547" y="26670"/>
                  </a:lnTo>
                  <a:lnTo>
                    <a:pt x="567690" y="25241"/>
                  </a:lnTo>
                  <a:lnTo>
                    <a:pt x="566261" y="20479"/>
                  </a:lnTo>
                  <a:lnTo>
                    <a:pt x="562451" y="18574"/>
                  </a:lnTo>
                  <a:lnTo>
                    <a:pt x="543877" y="19050"/>
                  </a:lnTo>
                  <a:lnTo>
                    <a:pt x="540544" y="18097"/>
                  </a:lnTo>
                  <a:lnTo>
                    <a:pt x="533400" y="14288"/>
                  </a:lnTo>
                  <a:lnTo>
                    <a:pt x="525780" y="8572"/>
                  </a:lnTo>
                  <a:lnTo>
                    <a:pt x="521970" y="6191"/>
                  </a:lnTo>
                  <a:lnTo>
                    <a:pt x="513397" y="3810"/>
                  </a:lnTo>
                  <a:lnTo>
                    <a:pt x="504825" y="476"/>
                  </a:lnTo>
                  <a:lnTo>
                    <a:pt x="501015" y="0"/>
                  </a:lnTo>
                  <a:lnTo>
                    <a:pt x="497205" y="1429"/>
                  </a:lnTo>
                  <a:lnTo>
                    <a:pt x="499586" y="6191"/>
                  </a:lnTo>
                  <a:lnTo>
                    <a:pt x="502444" y="10001"/>
                  </a:lnTo>
                  <a:lnTo>
                    <a:pt x="503396" y="11906"/>
                  </a:lnTo>
                  <a:lnTo>
                    <a:pt x="502920" y="14288"/>
                  </a:lnTo>
                  <a:lnTo>
                    <a:pt x="501015" y="19526"/>
                  </a:lnTo>
                  <a:lnTo>
                    <a:pt x="494823" y="17621"/>
                  </a:lnTo>
                  <a:lnTo>
                    <a:pt x="486727" y="11906"/>
                  </a:lnTo>
                  <a:lnTo>
                    <a:pt x="484346" y="10954"/>
                  </a:lnTo>
                  <a:lnTo>
                    <a:pt x="481489" y="11430"/>
                  </a:lnTo>
                  <a:lnTo>
                    <a:pt x="480536" y="13811"/>
                  </a:lnTo>
                  <a:lnTo>
                    <a:pt x="481489" y="16669"/>
                  </a:lnTo>
                  <a:lnTo>
                    <a:pt x="487203" y="22860"/>
                  </a:lnTo>
                  <a:lnTo>
                    <a:pt x="493395" y="24765"/>
                  </a:lnTo>
                  <a:lnTo>
                    <a:pt x="486727" y="28575"/>
                  </a:lnTo>
                  <a:lnTo>
                    <a:pt x="480060" y="26670"/>
                  </a:lnTo>
                  <a:lnTo>
                    <a:pt x="473869" y="23813"/>
                  </a:lnTo>
                  <a:lnTo>
                    <a:pt x="467677" y="22384"/>
                  </a:lnTo>
                  <a:lnTo>
                    <a:pt x="444341" y="24289"/>
                  </a:lnTo>
                  <a:lnTo>
                    <a:pt x="438626" y="26670"/>
                  </a:lnTo>
                  <a:lnTo>
                    <a:pt x="445770" y="30480"/>
                  </a:lnTo>
                  <a:lnTo>
                    <a:pt x="453390" y="33814"/>
                  </a:lnTo>
                  <a:close/>
                  <a:moveTo>
                    <a:pt x="330517" y="792004"/>
                  </a:moveTo>
                  <a:lnTo>
                    <a:pt x="329565" y="791051"/>
                  </a:lnTo>
                  <a:lnTo>
                    <a:pt x="324802" y="790575"/>
                  </a:lnTo>
                  <a:lnTo>
                    <a:pt x="322897" y="793433"/>
                  </a:lnTo>
                  <a:lnTo>
                    <a:pt x="318611" y="796766"/>
                  </a:lnTo>
                  <a:lnTo>
                    <a:pt x="319564" y="799624"/>
                  </a:lnTo>
                  <a:lnTo>
                    <a:pt x="323373" y="801529"/>
                  </a:lnTo>
                  <a:lnTo>
                    <a:pt x="326707" y="801053"/>
                  </a:lnTo>
                  <a:lnTo>
                    <a:pt x="330994" y="798671"/>
                  </a:lnTo>
                  <a:lnTo>
                    <a:pt x="332898" y="799148"/>
                  </a:lnTo>
                  <a:lnTo>
                    <a:pt x="333375" y="801053"/>
                  </a:lnTo>
                  <a:lnTo>
                    <a:pt x="336232" y="802481"/>
                  </a:lnTo>
                  <a:lnTo>
                    <a:pt x="340995" y="802958"/>
                  </a:lnTo>
                  <a:lnTo>
                    <a:pt x="347663" y="802481"/>
                  </a:lnTo>
                  <a:lnTo>
                    <a:pt x="351948" y="799148"/>
                  </a:lnTo>
                  <a:lnTo>
                    <a:pt x="353377" y="792480"/>
                  </a:lnTo>
                  <a:lnTo>
                    <a:pt x="351472" y="789146"/>
                  </a:lnTo>
                  <a:lnTo>
                    <a:pt x="347186" y="782955"/>
                  </a:lnTo>
                  <a:lnTo>
                    <a:pt x="346234" y="780574"/>
                  </a:lnTo>
                  <a:lnTo>
                    <a:pt x="344805" y="779145"/>
                  </a:lnTo>
                  <a:lnTo>
                    <a:pt x="343852" y="778669"/>
                  </a:lnTo>
                  <a:lnTo>
                    <a:pt x="341471" y="779145"/>
                  </a:lnTo>
                  <a:lnTo>
                    <a:pt x="341471" y="785336"/>
                  </a:lnTo>
                  <a:lnTo>
                    <a:pt x="335756" y="784384"/>
                  </a:lnTo>
                  <a:lnTo>
                    <a:pt x="334803" y="785812"/>
                  </a:lnTo>
                  <a:lnTo>
                    <a:pt x="335280" y="788194"/>
                  </a:lnTo>
                  <a:lnTo>
                    <a:pt x="333851" y="791528"/>
                  </a:lnTo>
                  <a:lnTo>
                    <a:pt x="330517" y="792004"/>
                  </a:lnTo>
                  <a:close/>
                  <a:moveTo>
                    <a:pt x="466725" y="15240"/>
                  </a:moveTo>
                  <a:lnTo>
                    <a:pt x="459105" y="11430"/>
                  </a:lnTo>
                  <a:lnTo>
                    <a:pt x="451485" y="10477"/>
                  </a:lnTo>
                  <a:lnTo>
                    <a:pt x="448627" y="12382"/>
                  </a:lnTo>
                  <a:lnTo>
                    <a:pt x="447198" y="15716"/>
                  </a:lnTo>
                  <a:lnTo>
                    <a:pt x="459581" y="19050"/>
                  </a:lnTo>
                  <a:lnTo>
                    <a:pt x="466725" y="15240"/>
                  </a:lnTo>
                  <a:close/>
                  <a:moveTo>
                    <a:pt x="641032" y="676751"/>
                  </a:moveTo>
                  <a:lnTo>
                    <a:pt x="640556" y="675799"/>
                  </a:lnTo>
                  <a:lnTo>
                    <a:pt x="638651" y="674846"/>
                  </a:lnTo>
                  <a:lnTo>
                    <a:pt x="635794" y="676275"/>
                  </a:lnTo>
                  <a:lnTo>
                    <a:pt x="634841" y="679133"/>
                  </a:lnTo>
                  <a:lnTo>
                    <a:pt x="634841" y="683895"/>
                  </a:lnTo>
                  <a:lnTo>
                    <a:pt x="636270" y="686276"/>
                  </a:lnTo>
                  <a:lnTo>
                    <a:pt x="640080" y="688181"/>
                  </a:lnTo>
                  <a:lnTo>
                    <a:pt x="646747" y="685800"/>
                  </a:lnTo>
                  <a:lnTo>
                    <a:pt x="648652" y="680561"/>
                  </a:lnTo>
                  <a:lnTo>
                    <a:pt x="644366" y="677704"/>
                  </a:lnTo>
                  <a:lnTo>
                    <a:pt x="641032" y="676751"/>
                  </a:lnTo>
                  <a:close/>
                  <a:moveTo>
                    <a:pt x="676751" y="206693"/>
                  </a:moveTo>
                  <a:lnTo>
                    <a:pt x="665321" y="200977"/>
                  </a:lnTo>
                  <a:lnTo>
                    <a:pt x="653891" y="196215"/>
                  </a:lnTo>
                  <a:lnTo>
                    <a:pt x="641985" y="198596"/>
                  </a:lnTo>
                  <a:lnTo>
                    <a:pt x="635317" y="197644"/>
                  </a:lnTo>
                  <a:lnTo>
                    <a:pt x="623411" y="191452"/>
                  </a:lnTo>
                  <a:lnTo>
                    <a:pt x="616267" y="189071"/>
                  </a:lnTo>
                  <a:lnTo>
                    <a:pt x="617696" y="181927"/>
                  </a:lnTo>
                  <a:lnTo>
                    <a:pt x="624840" y="179546"/>
                  </a:lnTo>
                  <a:lnTo>
                    <a:pt x="627697" y="177641"/>
                  </a:lnTo>
                  <a:lnTo>
                    <a:pt x="624364" y="174784"/>
                  </a:lnTo>
                  <a:lnTo>
                    <a:pt x="616267" y="170974"/>
                  </a:lnTo>
                  <a:lnTo>
                    <a:pt x="611981" y="170021"/>
                  </a:lnTo>
                  <a:lnTo>
                    <a:pt x="603409" y="170974"/>
                  </a:lnTo>
                  <a:lnTo>
                    <a:pt x="593884" y="172879"/>
                  </a:lnTo>
                  <a:lnTo>
                    <a:pt x="588645" y="171926"/>
                  </a:lnTo>
                  <a:lnTo>
                    <a:pt x="585311" y="158591"/>
                  </a:lnTo>
                  <a:lnTo>
                    <a:pt x="579596" y="146209"/>
                  </a:lnTo>
                  <a:lnTo>
                    <a:pt x="569595" y="146685"/>
                  </a:lnTo>
                  <a:lnTo>
                    <a:pt x="564832" y="144780"/>
                  </a:lnTo>
                  <a:lnTo>
                    <a:pt x="559594" y="144780"/>
                  </a:lnTo>
                  <a:lnTo>
                    <a:pt x="545782" y="147638"/>
                  </a:lnTo>
                  <a:lnTo>
                    <a:pt x="522446" y="150971"/>
                  </a:lnTo>
                  <a:lnTo>
                    <a:pt x="517684" y="153829"/>
                  </a:lnTo>
                  <a:lnTo>
                    <a:pt x="522446" y="158591"/>
                  </a:lnTo>
                  <a:lnTo>
                    <a:pt x="528638" y="158115"/>
                  </a:lnTo>
                  <a:lnTo>
                    <a:pt x="527685" y="165259"/>
                  </a:lnTo>
                  <a:lnTo>
                    <a:pt x="536257" y="170497"/>
                  </a:lnTo>
                  <a:lnTo>
                    <a:pt x="538163" y="176689"/>
                  </a:lnTo>
                  <a:lnTo>
                    <a:pt x="544830" y="184309"/>
                  </a:lnTo>
                  <a:lnTo>
                    <a:pt x="551021" y="188119"/>
                  </a:lnTo>
                  <a:lnTo>
                    <a:pt x="566261" y="194310"/>
                  </a:lnTo>
                  <a:lnTo>
                    <a:pt x="564832" y="194786"/>
                  </a:lnTo>
                  <a:lnTo>
                    <a:pt x="558641" y="202406"/>
                  </a:lnTo>
                  <a:lnTo>
                    <a:pt x="555307" y="205264"/>
                  </a:lnTo>
                  <a:lnTo>
                    <a:pt x="552450" y="209550"/>
                  </a:lnTo>
                  <a:lnTo>
                    <a:pt x="550545" y="216218"/>
                  </a:lnTo>
                  <a:lnTo>
                    <a:pt x="539591" y="220027"/>
                  </a:lnTo>
                  <a:lnTo>
                    <a:pt x="541496" y="227647"/>
                  </a:lnTo>
                  <a:lnTo>
                    <a:pt x="545782" y="229076"/>
                  </a:lnTo>
                  <a:lnTo>
                    <a:pt x="573405" y="225266"/>
                  </a:lnTo>
                  <a:lnTo>
                    <a:pt x="580072" y="224790"/>
                  </a:lnTo>
                  <a:lnTo>
                    <a:pt x="586740" y="222885"/>
                  </a:lnTo>
                  <a:lnTo>
                    <a:pt x="591502" y="220027"/>
                  </a:lnTo>
                  <a:lnTo>
                    <a:pt x="593407" y="220027"/>
                  </a:lnTo>
                  <a:lnTo>
                    <a:pt x="599122" y="221456"/>
                  </a:lnTo>
                  <a:lnTo>
                    <a:pt x="601503" y="220980"/>
                  </a:lnTo>
                  <a:lnTo>
                    <a:pt x="602932" y="221933"/>
                  </a:lnTo>
                  <a:lnTo>
                    <a:pt x="601027" y="224790"/>
                  </a:lnTo>
                  <a:lnTo>
                    <a:pt x="592931" y="230029"/>
                  </a:lnTo>
                  <a:lnTo>
                    <a:pt x="594360" y="234791"/>
                  </a:lnTo>
                  <a:lnTo>
                    <a:pt x="593884" y="236696"/>
                  </a:lnTo>
                  <a:lnTo>
                    <a:pt x="592455" y="237649"/>
                  </a:lnTo>
                  <a:lnTo>
                    <a:pt x="596741" y="240983"/>
                  </a:lnTo>
                  <a:lnTo>
                    <a:pt x="605314" y="240506"/>
                  </a:lnTo>
                  <a:lnTo>
                    <a:pt x="608647" y="238125"/>
                  </a:lnTo>
                  <a:lnTo>
                    <a:pt x="611981" y="234791"/>
                  </a:lnTo>
                  <a:lnTo>
                    <a:pt x="615315" y="232886"/>
                  </a:lnTo>
                  <a:lnTo>
                    <a:pt x="624840" y="233363"/>
                  </a:lnTo>
                  <a:lnTo>
                    <a:pt x="629126" y="231934"/>
                  </a:lnTo>
                  <a:lnTo>
                    <a:pt x="636746" y="227647"/>
                  </a:lnTo>
                  <a:lnTo>
                    <a:pt x="640556" y="225266"/>
                  </a:lnTo>
                  <a:lnTo>
                    <a:pt x="644366" y="220980"/>
                  </a:lnTo>
                  <a:lnTo>
                    <a:pt x="648176" y="215741"/>
                  </a:lnTo>
                  <a:lnTo>
                    <a:pt x="650557" y="213836"/>
                  </a:lnTo>
                  <a:lnTo>
                    <a:pt x="676751" y="206693"/>
                  </a:lnTo>
                  <a:close/>
                  <a:moveTo>
                    <a:pt x="709136" y="652939"/>
                  </a:moveTo>
                  <a:lnTo>
                    <a:pt x="700088" y="650558"/>
                  </a:lnTo>
                  <a:lnTo>
                    <a:pt x="694372" y="653415"/>
                  </a:lnTo>
                  <a:lnTo>
                    <a:pt x="690563" y="656273"/>
                  </a:lnTo>
                  <a:lnTo>
                    <a:pt x="690563" y="657225"/>
                  </a:lnTo>
                  <a:lnTo>
                    <a:pt x="696277" y="658178"/>
                  </a:lnTo>
                  <a:lnTo>
                    <a:pt x="699611" y="661987"/>
                  </a:lnTo>
                  <a:lnTo>
                    <a:pt x="705802" y="662464"/>
                  </a:lnTo>
                  <a:lnTo>
                    <a:pt x="706755" y="661987"/>
                  </a:lnTo>
                  <a:lnTo>
                    <a:pt x="713898" y="661035"/>
                  </a:lnTo>
                  <a:lnTo>
                    <a:pt x="718661" y="659606"/>
                  </a:lnTo>
                  <a:lnTo>
                    <a:pt x="719138" y="656749"/>
                  </a:lnTo>
                  <a:lnTo>
                    <a:pt x="716756" y="657225"/>
                  </a:lnTo>
                  <a:lnTo>
                    <a:pt x="712470" y="652939"/>
                  </a:lnTo>
                  <a:lnTo>
                    <a:pt x="709136" y="652939"/>
                  </a:lnTo>
                  <a:close/>
                  <a:moveTo>
                    <a:pt x="870109" y="688658"/>
                  </a:moveTo>
                  <a:lnTo>
                    <a:pt x="864394" y="687229"/>
                  </a:lnTo>
                  <a:lnTo>
                    <a:pt x="857250" y="687229"/>
                  </a:lnTo>
                  <a:lnTo>
                    <a:pt x="856773" y="686276"/>
                  </a:lnTo>
                  <a:lnTo>
                    <a:pt x="857726" y="682466"/>
                  </a:lnTo>
                  <a:lnTo>
                    <a:pt x="852011" y="677704"/>
                  </a:lnTo>
                  <a:lnTo>
                    <a:pt x="848201" y="678180"/>
                  </a:lnTo>
                  <a:lnTo>
                    <a:pt x="842486" y="681514"/>
                  </a:lnTo>
                  <a:lnTo>
                    <a:pt x="840581" y="681037"/>
                  </a:lnTo>
                  <a:lnTo>
                    <a:pt x="840105" y="679609"/>
                  </a:lnTo>
                  <a:lnTo>
                    <a:pt x="837247" y="677228"/>
                  </a:lnTo>
                  <a:lnTo>
                    <a:pt x="829151" y="675323"/>
                  </a:lnTo>
                  <a:lnTo>
                    <a:pt x="826770" y="673418"/>
                  </a:lnTo>
                  <a:lnTo>
                    <a:pt x="823436" y="669131"/>
                  </a:lnTo>
                  <a:lnTo>
                    <a:pt x="819626" y="667226"/>
                  </a:lnTo>
                  <a:lnTo>
                    <a:pt x="810577" y="667226"/>
                  </a:lnTo>
                  <a:lnTo>
                    <a:pt x="807720" y="668655"/>
                  </a:lnTo>
                  <a:lnTo>
                    <a:pt x="802957" y="673894"/>
                  </a:lnTo>
                  <a:lnTo>
                    <a:pt x="798671" y="682466"/>
                  </a:lnTo>
                  <a:lnTo>
                    <a:pt x="797242" y="689610"/>
                  </a:lnTo>
                  <a:lnTo>
                    <a:pt x="792956" y="692944"/>
                  </a:lnTo>
                  <a:lnTo>
                    <a:pt x="792003" y="695325"/>
                  </a:lnTo>
                  <a:lnTo>
                    <a:pt x="789146" y="704850"/>
                  </a:lnTo>
                  <a:lnTo>
                    <a:pt x="788194" y="702469"/>
                  </a:lnTo>
                  <a:lnTo>
                    <a:pt x="788194" y="698183"/>
                  </a:lnTo>
                  <a:lnTo>
                    <a:pt x="789146" y="693420"/>
                  </a:lnTo>
                  <a:lnTo>
                    <a:pt x="789622" y="684848"/>
                  </a:lnTo>
                  <a:lnTo>
                    <a:pt x="792003" y="679133"/>
                  </a:lnTo>
                  <a:lnTo>
                    <a:pt x="790098" y="676751"/>
                  </a:lnTo>
                  <a:lnTo>
                    <a:pt x="782955" y="679133"/>
                  </a:lnTo>
                  <a:lnTo>
                    <a:pt x="779621" y="678180"/>
                  </a:lnTo>
                  <a:lnTo>
                    <a:pt x="781526" y="675799"/>
                  </a:lnTo>
                  <a:lnTo>
                    <a:pt x="792480" y="671036"/>
                  </a:lnTo>
                  <a:lnTo>
                    <a:pt x="794385" y="669131"/>
                  </a:lnTo>
                  <a:lnTo>
                    <a:pt x="796290" y="666274"/>
                  </a:lnTo>
                  <a:lnTo>
                    <a:pt x="796766" y="659606"/>
                  </a:lnTo>
                  <a:lnTo>
                    <a:pt x="788194" y="655320"/>
                  </a:lnTo>
                  <a:lnTo>
                    <a:pt x="777240" y="654368"/>
                  </a:lnTo>
                  <a:lnTo>
                    <a:pt x="774382" y="652939"/>
                  </a:lnTo>
                  <a:lnTo>
                    <a:pt x="769620" y="652462"/>
                  </a:lnTo>
                  <a:lnTo>
                    <a:pt x="760571" y="658178"/>
                  </a:lnTo>
                  <a:lnTo>
                    <a:pt x="757238" y="661035"/>
                  </a:lnTo>
                  <a:lnTo>
                    <a:pt x="758190" y="663416"/>
                  </a:lnTo>
                  <a:lnTo>
                    <a:pt x="767715" y="668655"/>
                  </a:lnTo>
                  <a:lnTo>
                    <a:pt x="767239" y="670084"/>
                  </a:lnTo>
                  <a:lnTo>
                    <a:pt x="759142" y="670084"/>
                  </a:lnTo>
                  <a:lnTo>
                    <a:pt x="754856" y="673894"/>
                  </a:lnTo>
                  <a:lnTo>
                    <a:pt x="753427" y="677704"/>
                  </a:lnTo>
                  <a:lnTo>
                    <a:pt x="751046" y="681990"/>
                  </a:lnTo>
                  <a:lnTo>
                    <a:pt x="748189" y="687705"/>
                  </a:lnTo>
                  <a:lnTo>
                    <a:pt x="737235" y="693420"/>
                  </a:lnTo>
                  <a:lnTo>
                    <a:pt x="734377" y="693896"/>
                  </a:lnTo>
                  <a:lnTo>
                    <a:pt x="734377" y="691039"/>
                  </a:lnTo>
                  <a:lnTo>
                    <a:pt x="734853" y="688181"/>
                  </a:lnTo>
                  <a:lnTo>
                    <a:pt x="735806" y="685324"/>
                  </a:lnTo>
                  <a:lnTo>
                    <a:pt x="736282" y="680085"/>
                  </a:lnTo>
                  <a:lnTo>
                    <a:pt x="733425" y="678180"/>
                  </a:lnTo>
                  <a:lnTo>
                    <a:pt x="737235" y="673894"/>
                  </a:lnTo>
                  <a:lnTo>
                    <a:pt x="739140" y="666750"/>
                  </a:lnTo>
                  <a:lnTo>
                    <a:pt x="736759" y="661511"/>
                  </a:lnTo>
                  <a:lnTo>
                    <a:pt x="731520" y="662940"/>
                  </a:lnTo>
                  <a:lnTo>
                    <a:pt x="721995" y="671036"/>
                  </a:lnTo>
                  <a:lnTo>
                    <a:pt x="713898" y="680561"/>
                  </a:lnTo>
                  <a:lnTo>
                    <a:pt x="696277" y="698183"/>
                  </a:lnTo>
                  <a:lnTo>
                    <a:pt x="694372" y="704374"/>
                  </a:lnTo>
                  <a:lnTo>
                    <a:pt x="687228" y="710565"/>
                  </a:lnTo>
                  <a:lnTo>
                    <a:pt x="681514" y="712470"/>
                  </a:lnTo>
                  <a:lnTo>
                    <a:pt x="679609" y="710565"/>
                  </a:lnTo>
                  <a:lnTo>
                    <a:pt x="680085" y="706279"/>
                  </a:lnTo>
                  <a:lnTo>
                    <a:pt x="685323" y="699611"/>
                  </a:lnTo>
                  <a:lnTo>
                    <a:pt x="687228" y="689610"/>
                  </a:lnTo>
                  <a:lnTo>
                    <a:pt x="689610" y="685800"/>
                  </a:lnTo>
                  <a:lnTo>
                    <a:pt x="696277" y="678656"/>
                  </a:lnTo>
                  <a:lnTo>
                    <a:pt x="702945" y="671989"/>
                  </a:lnTo>
                  <a:lnTo>
                    <a:pt x="706755" y="669608"/>
                  </a:lnTo>
                  <a:lnTo>
                    <a:pt x="706278" y="667226"/>
                  </a:lnTo>
                  <a:lnTo>
                    <a:pt x="704373" y="666274"/>
                  </a:lnTo>
                  <a:lnTo>
                    <a:pt x="702469" y="666274"/>
                  </a:lnTo>
                  <a:lnTo>
                    <a:pt x="699611" y="664369"/>
                  </a:lnTo>
                  <a:lnTo>
                    <a:pt x="694848" y="663893"/>
                  </a:lnTo>
                  <a:lnTo>
                    <a:pt x="692944" y="665321"/>
                  </a:lnTo>
                  <a:lnTo>
                    <a:pt x="691039" y="668179"/>
                  </a:lnTo>
                  <a:lnTo>
                    <a:pt x="689134" y="668655"/>
                  </a:lnTo>
                  <a:lnTo>
                    <a:pt x="685800" y="666750"/>
                  </a:lnTo>
                  <a:lnTo>
                    <a:pt x="681514" y="663416"/>
                  </a:lnTo>
                  <a:lnTo>
                    <a:pt x="674370" y="660559"/>
                  </a:lnTo>
                  <a:lnTo>
                    <a:pt x="671989" y="658654"/>
                  </a:lnTo>
                  <a:lnTo>
                    <a:pt x="668178" y="659130"/>
                  </a:lnTo>
                  <a:lnTo>
                    <a:pt x="661035" y="665798"/>
                  </a:lnTo>
                  <a:lnTo>
                    <a:pt x="654844" y="669608"/>
                  </a:lnTo>
                  <a:lnTo>
                    <a:pt x="654844" y="672941"/>
                  </a:lnTo>
                  <a:lnTo>
                    <a:pt x="659606" y="674846"/>
                  </a:lnTo>
                  <a:lnTo>
                    <a:pt x="660082" y="677704"/>
                  </a:lnTo>
                  <a:lnTo>
                    <a:pt x="657701" y="678180"/>
                  </a:lnTo>
                  <a:lnTo>
                    <a:pt x="655320" y="680085"/>
                  </a:lnTo>
                  <a:lnTo>
                    <a:pt x="646747" y="691039"/>
                  </a:lnTo>
                  <a:lnTo>
                    <a:pt x="641985" y="691515"/>
                  </a:lnTo>
                  <a:lnTo>
                    <a:pt x="633889" y="696278"/>
                  </a:lnTo>
                  <a:lnTo>
                    <a:pt x="624364" y="705803"/>
                  </a:lnTo>
                  <a:lnTo>
                    <a:pt x="622459" y="708184"/>
                  </a:lnTo>
                  <a:lnTo>
                    <a:pt x="621030" y="714375"/>
                  </a:lnTo>
                  <a:lnTo>
                    <a:pt x="621982" y="716756"/>
                  </a:lnTo>
                  <a:lnTo>
                    <a:pt x="624840" y="719614"/>
                  </a:lnTo>
                  <a:lnTo>
                    <a:pt x="623411" y="721995"/>
                  </a:lnTo>
                  <a:lnTo>
                    <a:pt x="620077" y="721519"/>
                  </a:lnTo>
                  <a:lnTo>
                    <a:pt x="617220" y="719137"/>
                  </a:lnTo>
                  <a:lnTo>
                    <a:pt x="612934" y="714851"/>
                  </a:lnTo>
                  <a:lnTo>
                    <a:pt x="610552" y="706755"/>
                  </a:lnTo>
                  <a:lnTo>
                    <a:pt x="609123" y="702469"/>
                  </a:lnTo>
                  <a:lnTo>
                    <a:pt x="606266" y="700087"/>
                  </a:lnTo>
                  <a:lnTo>
                    <a:pt x="600551" y="698183"/>
                  </a:lnTo>
                  <a:lnTo>
                    <a:pt x="591502" y="700564"/>
                  </a:lnTo>
                  <a:lnTo>
                    <a:pt x="590073" y="704374"/>
                  </a:lnTo>
                  <a:lnTo>
                    <a:pt x="588169" y="705326"/>
                  </a:lnTo>
                  <a:lnTo>
                    <a:pt x="584835" y="702469"/>
                  </a:lnTo>
                  <a:lnTo>
                    <a:pt x="579120" y="704374"/>
                  </a:lnTo>
                  <a:lnTo>
                    <a:pt x="577215" y="703421"/>
                  </a:lnTo>
                  <a:lnTo>
                    <a:pt x="570071" y="707231"/>
                  </a:lnTo>
                  <a:lnTo>
                    <a:pt x="561975" y="705326"/>
                  </a:lnTo>
                  <a:lnTo>
                    <a:pt x="555784" y="706755"/>
                  </a:lnTo>
                  <a:lnTo>
                    <a:pt x="555307" y="708184"/>
                  </a:lnTo>
                  <a:lnTo>
                    <a:pt x="557213" y="710089"/>
                  </a:lnTo>
                  <a:lnTo>
                    <a:pt x="564356" y="714851"/>
                  </a:lnTo>
                  <a:lnTo>
                    <a:pt x="571023" y="716756"/>
                  </a:lnTo>
                  <a:lnTo>
                    <a:pt x="573881" y="720566"/>
                  </a:lnTo>
                  <a:lnTo>
                    <a:pt x="576739" y="731044"/>
                  </a:lnTo>
                  <a:lnTo>
                    <a:pt x="575310" y="732473"/>
                  </a:lnTo>
                  <a:lnTo>
                    <a:pt x="570071" y="728186"/>
                  </a:lnTo>
                  <a:lnTo>
                    <a:pt x="563403" y="725329"/>
                  </a:lnTo>
                  <a:lnTo>
                    <a:pt x="558165" y="720566"/>
                  </a:lnTo>
                  <a:lnTo>
                    <a:pt x="551973" y="721043"/>
                  </a:lnTo>
                  <a:lnTo>
                    <a:pt x="549116" y="727710"/>
                  </a:lnTo>
                  <a:lnTo>
                    <a:pt x="544830" y="727710"/>
                  </a:lnTo>
                  <a:lnTo>
                    <a:pt x="542925" y="725805"/>
                  </a:lnTo>
                  <a:lnTo>
                    <a:pt x="538639" y="726281"/>
                  </a:lnTo>
                  <a:lnTo>
                    <a:pt x="531019" y="725805"/>
                  </a:lnTo>
                  <a:lnTo>
                    <a:pt x="528638" y="729615"/>
                  </a:lnTo>
                  <a:lnTo>
                    <a:pt x="528161" y="739140"/>
                  </a:lnTo>
                  <a:lnTo>
                    <a:pt x="529114" y="742950"/>
                  </a:lnTo>
                  <a:lnTo>
                    <a:pt x="532447" y="745808"/>
                  </a:lnTo>
                  <a:lnTo>
                    <a:pt x="535305" y="748665"/>
                  </a:lnTo>
                  <a:lnTo>
                    <a:pt x="535305" y="749618"/>
                  </a:lnTo>
                  <a:lnTo>
                    <a:pt x="526732" y="748189"/>
                  </a:lnTo>
                  <a:lnTo>
                    <a:pt x="516731" y="758666"/>
                  </a:lnTo>
                  <a:lnTo>
                    <a:pt x="513873" y="760571"/>
                  </a:lnTo>
                  <a:lnTo>
                    <a:pt x="511969" y="761048"/>
                  </a:lnTo>
                  <a:lnTo>
                    <a:pt x="511492" y="759619"/>
                  </a:lnTo>
                  <a:lnTo>
                    <a:pt x="519589" y="748665"/>
                  </a:lnTo>
                  <a:lnTo>
                    <a:pt x="521494" y="743903"/>
                  </a:lnTo>
                  <a:lnTo>
                    <a:pt x="521494" y="740093"/>
                  </a:lnTo>
                  <a:lnTo>
                    <a:pt x="523398" y="728662"/>
                  </a:lnTo>
                  <a:lnTo>
                    <a:pt x="522446" y="725329"/>
                  </a:lnTo>
                  <a:lnTo>
                    <a:pt x="521494" y="723900"/>
                  </a:lnTo>
                  <a:lnTo>
                    <a:pt x="518160" y="724853"/>
                  </a:lnTo>
                  <a:lnTo>
                    <a:pt x="515778" y="726758"/>
                  </a:lnTo>
                  <a:lnTo>
                    <a:pt x="512921" y="727710"/>
                  </a:lnTo>
                  <a:lnTo>
                    <a:pt x="509111" y="731044"/>
                  </a:lnTo>
                  <a:lnTo>
                    <a:pt x="505777" y="737235"/>
                  </a:lnTo>
                  <a:lnTo>
                    <a:pt x="501491" y="750570"/>
                  </a:lnTo>
                  <a:lnTo>
                    <a:pt x="498157" y="755333"/>
                  </a:lnTo>
                  <a:lnTo>
                    <a:pt x="498157" y="750570"/>
                  </a:lnTo>
                  <a:lnTo>
                    <a:pt x="500063" y="743903"/>
                  </a:lnTo>
                  <a:lnTo>
                    <a:pt x="501015" y="733901"/>
                  </a:lnTo>
                  <a:lnTo>
                    <a:pt x="499586" y="732473"/>
                  </a:lnTo>
                  <a:lnTo>
                    <a:pt x="482917" y="735806"/>
                  </a:lnTo>
                  <a:lnTo>
                    <a:pt x="477678" y="741045"/>
                  </a:lnTo>
                  <a:lnTo>
                    <a:pt x="476726" y="743426"/>
                  </a:lnTo>
                  <a:lnTo>
                    <a:pt x="476726" y="745808"/>
                  </a:lnTo>
                  <a:lnTo>
                    <a:pt x="476250" y="747236"/>
                  </a:lnTo>
                  <a:lnTo>
                    <a:pt x="472440" y="749618"/>
                  </a:lnTo>
                  <a:lnTo>
                    <a:pt x="468630" y="750094"/>
                  </a:lnTo>
                  <a:lnTo>
                    <a:pt x="465296" y="750094"/>
                  </a:lnTo>
                  <a:lnTo>
                    <a:pt x="463391" y="751999"/>
                  </a:lnTo>
                  <a:lnTo>
                    <a:pt x="463867" y="755333"/>
                  </a:lnTo>
                  <a:lnTo>
                    <a:pt x="468153" y="758666"/>
                  </a:lnTo>
                  <a:lnTo>
                    <a:pt x="473869" y="761048"/>
                  </a:lnTo>
                  <a:lnTo>
                    <a:pt x="471964" y="762476"/>
                  </a:lnTo>
                  <a:lnTo>
                    <a:pt x="464820" y="762000"/>
                  </a:lnTo>
                  <a:lnTo>
                    <a:pt x="459105" y="759619"/>
                  </a:lnTo>
                  <a:lnTo>
                    <a:pt x="455771" y="755333"/>
                  </a:lnTo>
                  <a:lnTo>
                    <a:pt x="452914" y="753428"/>
                  </a:lnTo>
                  <a:lnTo>
                    <a:pt x="451961" y="753904"/>
                  </a:lnTo>
                  <a:lnTo>
                    <a:pt x="449580" y="756285"/>
                  </a:lnTo>
                  <a:lnTo>
                    <a:pt x="445770" y="762953"/>
                  </a:lnTo>
                  <a:lnTo>
                    <a:pt x="445770" y="768668"/>
                  </a:lnTo>
                  <a:lnTo>
                    <a:pt x="447198" y="771525"/>
                  </a:lnTo>
                  <a:lnTo>
                    <a:pt x="446722" y="772954"/>
                  </a:lnTo>
                  <a:lnTo>
                    <a:pt x="433388" y="776287"/>
                  </a:lnTo>
                  <a:lnTo>
                    <a:pt x="428148" y="782003"/>
                  </a:lnTo>
                  <a:lnTo>
                    <a:pt x="426244" y="789146"/>
                  </a:lnTo>
                  <a:lnTo>
                    <a:pt x="422910" y="793909"/>
                  </a:lnTo>
                  <a:lnTo>
                    <a:pt x="413861" y="800100"/>
                  </a:lnTo>
                  <a:lnTo>
                    <a:pt x="405289" y="800576"/>
                  </a:lnTo>
                  <a:lnTo>
                    <a:pt x="397192" y="803910"/>
                  </a:lnTo>
                  <a:lnTo>
                    <a:pt x="394811" y="805815"/>
                  </a:lnTo>
                  <a:lnTo>
                    <a:pt x="392430" y="809149"/>
                  </a:lnTo>
                  <a:lnTo>
                    <a:pt x="392906" y="811530"/>
                  </a:lnTo>
                  <a:lnTo>
                    <a:pt x="394811" y="812959"/>
                  </a:lnTo>
                  <a:lnTo>
                    <a:pt x="415766" y="813435"/>
                  </a:lnTo>
                  <a:lnTo>
                    <a:pt x="423386" y="812006"/>
                  </a:lnTo>
                  <a:lnTo>
                    <a:pt x="425291" y="812483"/>
                  </a:lnTo>
                  <a:lnTo>
                    <a:pt x="426244" y="813435"/>
                  </a:lnTo>
                  <a:lnTo>
                    <a:pt x="428625" y="814387"/>
                  </a:lnTo>
                  <a:lnTo>
                    <a:pt x="428148" y="815816"/>
                  </a:lnTo>
                  <a:lnTo>
                    <a:pt x="425767" y="815816"/>
                  </a:lnTo>
                  <a:lnTo>
                    <a:pt x="421005" y="816769"/>
                  </a:lnTo>
                  <a:lnTo>
                    <a:pt x="412909" y="819150"/>
                  </a:lnTo>
                  <a:lnTo>
                    <a:pt x="408146" y="820103"/>
                  </a:lnTo>
                  <a:lnTo>
                    <a:pt x="405289" y="820103"/>
                  </a:lnTo>
                  <a:lnTo>
                    <a:pt x="396716" y="817245"/>
                  </a:lnTo>
                  <a:lnTo>
                    <a:pt x="388620" y="818198"/>
                  </a:lnTo>
                  <a:lnTo>
                    <a:pt x="382428" y="822484"/>
                  </a:lnTo>
                  <a:lnTo>
                    <a:pt x="381476" y="824389"/>
                  </a:lnTo>
                  <a:lnTo>
                    <a:pt x="384334" y="832485"/>
                  </a:lnTo>
                  <a:lnTo>
                    <a:pt x="386239" y="834866"/>
                  </a:lnTo>
                  <a:lnTo>
                    <a:pt x="388620" y="835343"/>
                  </a:lnTo>
                  <a:lnTo>
                    <a:pt x="388144" y="837248"/>
                  </a:lnTo>
                  <a:lnTo>
                    <a:pt x="385763" y="838676"/>
                  </a:lnTo>
                  <a:lnTo>
                    <a:pt x="383857" y="840581"/>
                  </a:lnTo>
                  <a:lnTo>
                    <a:pt x="385763" y="847725"/>
                  </a:lnTo>
                  <a:lnTo>
                    <a:pt x="383857" y="847249"/>
                  </a:lnTo>
                  <a:lnTo>
                    <a:pt x="379095" y="839153"/>
                  </a:lnTo>
                  <a:lnTo>
                    <a:pt x="377190" y="829151"/>
                  </a:lnTo>
                  <a:lnTo>
                    <a:pt x="376238" y="828199"/>
                  </a:lnTo>
                  <a:lnTo>
                    <a:pt x="375285" y="827723"/>
                  </a:lnTo>
                  <a:lnTo>
                    <a:pt x="370046" y="830580"/>
                  </a:lnTo>
                  <a:lnTo>
                    <a:pt x="363378" y="831533"/>
                  </a:lnTo>
                  <a:lnTo>
                    <a:pt x="357664" y="835343"/>
                  </a:lnTo>
                  <a:lnTo>
                    <a:pt x="351948" y="837248"/>
                  </a:lnTo>
                  <a:lnTo>
                    <a:pt x="350996" y="839153"/>
                  </a:lnTo>
                  <a:lnTo>
                    <a:pt x="353377" y="841058"/>
                  </a:lnTo>
                  <a:lnTo>
                    <a:pt x="361950" y="842010"/>
                  </a:lnTo>
                  <a:lnTo>
                    <a:pt x="362426" y="844391"/>
                  </a:lnTo>
                  <a:lnTo>
                    <a:pt x="358616" y="845820"/>
                  </a:lnTo>
                  <a:lnTo>
                    <a:pt x="354806" y="846296"/>
                  </a:lnTo>
                  <a:lnTo>
                    <a:pt x="350520" y="843915"/>
                  </a:lnTo>
                  <a:lnTo>
                    <a:pt x="345757" y="843439"/>
                  </a:lnTo>
                  <a:lnTo>
                    <a:pt x="342900" y="844391"/>
                  </a:lnTo>
                  <a:lnTo>
                    <a:pt x="334327" y="852964"/>
                  </a:lnTo>
                  <a:lnTo>
                    <a:pt x="335280" y="856298"/>
                  </a:lnTo>
                  <a:lnTo>
                    <a:pt x="333851" y="860584"/>
                  </a:lnTo>
                  <a:lnTo>
                    <a:pt x="336232" y="861060"/>
                  </a:lnTo>
                  <a:lnTo>
                    <a:pt x="342423" y="860108"/>
                  </a:lnTo>
                  <a:lnTo>
                    <a:pt x="351472" y="855345"/>
                  </a:lnTo>
                  <a:lnTo>
                    <a:pt x="352901" y="857250"/>
                  </a:lnTo>
                  <a:lnTo>
                    <a:pt x="350996" y="858679"/>
                  </a:lnTo>
                  <a:lnTo>
                    <a:pt x="348615" y="861536"/>
                  </a:lnTo>
                  <a:lnTo>
                    <a:pt x="349567" y="864394"/>
                  </a:lnTo>
                  <a:lnTo>
                    <a:pt x="353377" y="867728"/>
                  </a:lnTo>
                  <a:lnTo>
                    <a:pt x="358140" y="869633"/>
                  </a:lnTo>
                  <a:lnTo>
                    <a:pt x="363855" y="868204"/>
                  </a:lnTo>
                  <a:lnTo>
                    <a:pt x="364807" y="869633"/>
                  </a:lnTo>
                  <a:lnTo>
                    <a:pt x="360997" y="873919"/>
                  </a:lnTo>
                  <a:lnTo>
                    <a:pt x="361473" y="879634"/>
                  </a:lnTo>
                  <a:lnTo>
                    <a:pt x="360045" y="879634"/>
                  </a:lnTo>
                  <a:lnTo>
                    <a:pt x="357188" y="873919"/>
                  </a:lnTo>
                  <a:lnTo>
                    <a:pt x="355282" y="872490"/>
                  </a:lnTo>
                  <a:lnTo>
                    <a:pt x="350996" y="872014"/>
                  </a:lnTo>
                  <a:lnTo>
                    <a:pt x="345281" y="867728"/>
                  </a:lnTo>
                  <a:lnTo>
                    <a:pt x="340042" y="866775"/>
                  </a:lnTo>
                  <a:lnTo>
                    <a:pt x="332898" y="871061"/>
                  </a:lnTo>
                  <a:lnTo>
                    <a:pt x="326707" y="877729"/>
                  </a:lnTo>
                  <a:lnTo>
                    <a:pt x="325278" y="880586"/>
                  </a:lnTo>
                  <a:lnTo>
                    <a:pt x="322421" y="882968"/>
                  </a:lnTo>
                  <a:lnTo>
                    <a:pt x="322421" y="884396"/>
                  </a:lnTo>
                  <a:lnTo>
                    <a:pt x="323850" y="885349"/>
                  </a:lnTo>
                  <a:lnTo>
                    <a:pt x="327184" y="884873"/>
                  </a:lnTo>
                  <a:lnTo>
                    <a:pt x="335280" y="884873"/>
                  </a:lnTo>
                  <a:lnTo>
                    <a:pt x="351472" y="885349"/>
                  </a:lnTo>
                  <a:lnTo>
                    <a:pt x="356235" y="885825"/>
                  </a:lnTo>
                  <a:lnTo>
                    <a:pt x="355759" y="888206"/>
                  </a:lnTo>
                  <a:lnTo>
                    <a:pt x="333851" y="888683"/>
                  </a:lnTo>
                  <a:lnTo>
                    <a:pt x="328136" y="889635"/>
                  </a:lnTo>
                  <a:lnTo>
                    <a:pt x="323850" y="891540"/>
                  </a:lnTo>
                  <a:lnTo>
                    <a:pt x="319564" y="890587"/>
                  </a:lnTo>
                  <a:lnTo>
                    <a:pt x="314801" y="893445"/>
                  </a:lnTo>
                  <a:lnTo>
                    <a:pt x="311467" y="892969"/>
                  </a:lnTo>
                  <a:lnTo>
                    <a:pt x="308610" y="895826"/>
                  </a:lnTo>
                  <a:lnTo>
                    <a:pt x="303847" y="902018"/>
                  </a:lnTo>
                  <a:lnTo>
                    <a:pt x="301466" y="902018"/>
                  </a:lnTo>
                  <a:lnTo>
                    <a:pt x="298609" y="903446"/>
                  </a:lnTo>
                  <a:lnTo>
                    <a:pt x="296227" y="905351"/>
                  </a:lnTo>
                  <a:lnTo>
                    <a:pt x="298132" y="908685"/>
                  </a:lnTo>
                  <a:lnTo>
                    <a:pt x="305276" y="910590"/>
                  </a:lnTo>
                  <a:lnTo>
                    <a:pt x="306705" y="912019"/>
                  </a:lnTo>
                  <a:lnTo>
                    <a:pt x="300990" y="912495"/>
                  </a:lnTo>
                  <a:lnTo>
                    <a:pt x="295275" y="912019"/>
                  </a:lnTo>
                  <a:lnTo>
                    <a:pt x="291941" y="914876"/>
                  </a:lnTo>
                  <a:lnTo>
                    <a:pt x="289560" y="916305"/>
                  </a:lnTo>
                  <a:lnTo>
                    <a:pt x="284797" y="917258"/>
                  </a:lnTo>
                  <a:lnTo>
                    <a:pt x="281464" y="920591"/>
                  </a:lnTo>
                  <a:lnTo>
                    <a:pt x="280988" y="926306"/>
                  </a:lnTo>
                  <a:lnTo>
                    <a:pt x="278130" y="926306"/>
                  </a:lnTo>
                  <a:lnTo>
                    <a:pt x="276701" y="932498"/>
                  </a:lnTo>
                  <a:lnTo>
                    <a:pt x="278606" y="943928"/>
                  </a:lnTo>
                  <a:lnTo>
                    <a:pt x="286702" y="943451"/>
                  </a:lnTo>
                  <a:lnTo>
                    <a:pt x="289084" y="942499"/>
                  </a:lnTo>
                  <a:lnTo>
                    <a:pt x="291941" y="942499"/>
                  </a:lnTo>
                  <a:lnTo>
                    <a:pt x="298132" y="941070"/>
                  </a:lnTo>
                  <a:lnTo>
                    <a:pt x="308134" y="938689"/>
                  </a:lnTo>
                  <a:lnTo>
                    <a:pt x="310039" y="940118"/>
                  </a:lnTo>
                  <a:lnTo>
                    <a:pt x="306228" y="942975"/>
                  </a:lnTo>
                  <a:lnTo>
                    <a:pt x="300990" y="944404"/>
                  </a:lnTo>
                  <a:lnTo>
                    <a:pt x="298132" y="946785"/>
                  </a:lnTo>
                  <a:lnTo>
                    <a:pt x="288131" y="946785"/>
                  </a:lnTo>
                  <a:lnTo>
                    <a:pt x="267652" y="951548"/>
                  </a:lnTo>
                  <a:lnTo>
                    <a:pt x="268128" y="953453"/>
                  </a:lnTo>
                  <a:lnTo>
                    <a:pt x="274320" y="956310"/>
                  </a:lnTo>
                  <a:lnTo>
                    <a:pt x="276225" y="959644"/>
                  </a:lnTo>
                  <a:lnTo>
                    <a:pt x="274320" y="960596"/>
                  </a:lnTo>
                  <a:lnTo>
                    <a:pt x="268605" y="960120"/>
                  </a:lnTo>
                  <a:lnTo>
                    <a:pt x="264319" y="962978"/>
                  </a:lnTo>
                  <a:lnTo>
                    <a:pt x="262414" y="968216"/>
                  </a:lnTo>
                  <a:lnTo>
                    <a:pt x="252889" y="978217"/>
                  </a:lnTo>
                  <a:lnTo>
                    <a:pt x="250507" y="981551"/>
                  </a:lnTo>
                  <a:lnTo>
                    <a:pt x="248126" y="986314"/>
                  </a:lnTo>
                  <a:lnTo>
                    <a:pt x="245269" y="992981"/>
                  </a:lnTo>
                  <a:lnTo>
                    <a:pt x="245745" y="997744"/>
                  </a:lnTo>
                  <a:lnTo>
                    <a:pt x="248126" y="999649"/>
                  </a:lnTo>
                  <a:lnTo>
                    <a:pt x="250507" y="999173"/>
                  </a:lnTo>
                  <a:lnTo>
                    <a:pt x="252889" y="1000125"/>
                  </a:lnTo>
                  <a:lnTo>
                    <a:pt x="253841" y="1002506"/>
                  </a:lnTo>
                  <a:lnTo>
                    <a:pt x="255746" y="1002983"/>
                  </a:lnTo>
                  <a:lnTo>
                    <a:pt x="259080" y="1002506"/>
                  </a:lnTo>
                  <a:lnTo>
                    <a:pt x="266223" y="998696"/>
                  </a:lnTo>
                  <a:lnTo>
                    <a:pt x="269557" y="995839"/>
                  </a:lnTo>
                  <a:lnTo>
                    <a:pt x="272891" y="994410"/>
                  </a:lnTo>
                  <a:lnTo>
                    <a:pt x="266700" y="1001078"/>
                  </a:lnTo>
                  <a:lnTo>
                    <a:pt x="259080" y="1007269"/>
                  </a:lnTo>
                  <a:lnTo>
                    <a:pt x="252413" y="1008221"/>
                  </a:lnTo>
                  <a:lnTo>
                    <a:pt x="249555" y="1004887"/>
                  </a:lnTo>
                  <a:lnTo>
                    <a:pt x="247173" y="1002983"/>
                  </a:lnTo>
                  <a:lnTo>
                    <a:pt x="224314" y="1013936"/>
                  </a:lnTo>
                  <a:lnTo>
                    <a:pt x="219551" y="1017746"/>
                  </a:lnTo>
                  <a:lnTo>
                    <a:pt x="218122" y="1022033"/>
                  </a:lnTo>
                  <a:lnTo>
                    <a:pt x="218122" y="1026319"/>
                  </a:lnTo>
                  <a:lnTo>
                    <a:pt x="221456" y="1025366"/>
                  </a:lnTo>
                  <a:lnTo>
                    <a:pt x="227171" y="1022985"/>
                  </a:lnTo>
                  <a:lnTo>
                    <a:pt x="229552" y="1022985"/>
                  </a:lnTo>
                  <a:lnTo>
                    <a:pt x="225742" y="1026795"/>
                  </a:lnTo>
                  <a:lnTo>
                    <a:pt x="219075" y="1030129"/>
                  </a:lnTo>
                  <a:lnTo>
                    <a:pt x="215265" y="1030605"/>
                  </a:lnTo>
                  <a:lnTo>
                    <a:pt x="210502" y="1033939"/>
                  </a:lnTo>
                  <a:lnTo>
                    <a:pt x="205264" y="1035844"/>
                  </a:lnTo>
                  <a:lnTo>
                    <a:pt x="201930" y="1040606"/>
                  </a:lnTo>
                  <a:lnTo>
                    <a:pt x="192881" y="1044892"/>
                  </a:lnTo>
                  <a:lnTo>
                    <a:pt x="181451" y="1057751"/>
                  </a:lnTo>
                  <a:lnTo>
                    <a:pt x="173831" y="1062990"/>
                  </a:lnTo>
                  <a:lnTo>
                    <a:pt x="171450" y="1068705"/>
                  </a:lnTo>
                  <a:lnTo>
                    <a:pt x="169069" y="1072039"/>
                  </a:lnTo>
                  <a:lnTo>
                    <a:pt x="163830" y="1074896"/>
                  </a:lnTo>
                  <a:lnTo>
                    <a:pt x="160496" y="1078706"/>
                  </a:lnTo>
                  <a:lnTo>
                    <a:pt x="159067" y="1083469"/>
                  </a:lnTo>
                  <a:lnTo>
                    <a:pt x="160020" y="1084898"/>
                  </a:lnTo>
                  <a:lnTo>
                    <a:pt x="161925" y="1083945"/>
                  </a:lnTo>
                  <a:lnTo>
                    <a:pt x="165735" y="1083945"/>
                  </a:lnTo>
                  <a:lnTo>
                    <a:pt x="168116" y="1088231"/>
                  </a:lnTo>
                  <a:lnTo>
                    <a:pt x="170021" y="1090613"/>
                  </a:lnTo>
                  <a:lnTo>
                    <a:pt x="170973" y="1093470"/>
                  </a:lnTo>
                  <a:lnTo>
                    <a:pt x="175260" y="1093946"/>
                  </a:lnTo>
                  <a:lnTo>
                    <a:pt x="184785" y="1090613"/>
                  </a:lnTo>
                  <a:lnTo>
                    <a:pt x="205264" y="1080135"/>
                  </a:lnTo>
                  <a:lnTo>
                    <a:pt x="209073" y="1076325"/>
                  </a:lnTo>
                  <a:lnTo>
                    <a:pt x="206216" y="1073467"/>
                  </a:lnTo>
                  <a:lnTo>
                    <a:pt x="204311" y="1072515"/>
                  </a:lnTo>
                  <a:lnTo>
                    <a:pt x="209550" y="1068705"/>
                  </a:lnTo>
                  <a:lnTo>
                    <a:pt x="214313" y="1066324"/>
                  </a:lnTo>
                  <a:lnTo>
                    <a:pt x="217646" y="1065371"/>
                  </a:lnTo>
                  <a:lnTo>
                    <a:pt x="221932" y="1066800"/>
                  </a:lnTo>
                  <a:lnTo>
                    <a:pt x="222885" y="1067753"/>
                  </a:lnTo>
                  <a:lnTo>
                    <a:pt x="217170" y="1070610"/>
                  </a:lnTo>
                  <a:lnTo>
                    <a:pt x="212884" y="1073467"/>
                  </a:lnTo>
                  <a:lnTo>
                    <a:pt x="214313" y="1074420"/>
                  </a:lnTo>
                  <a:lnTo>
                    <a:pt x="217646" y="1074420"/>
                  </a:lnTo>
                  <a:lnTo>
                    <a:pt x="219075" y="1076325"/>
                  </a:lnTo>
                  <a:lnTo>
                    <a:pt x="220027" y="1078230"/>
                  </a:lnTo>
                  <a:lnTo>
                    <a:pt x="215265" y="1080611"/>
                  </a:lnTo>
                  <a:lnTo>
                    <a:pt x="211455" y="1082992"/>
                  </a:lnTo>
                  <a:lnTo>
                    <a:pt x="205740" y="1083945"/>
                  </a:lnTo>
                  <a:lnTo>
                    <a:pt x="200025" y="1086326"/>
                  </a:lnTo>
                  <a:lnTo>
                    <a:pt x="198120" y="1087755"/>
                  </a:lnTo>
                  <a:lnTo>
                    <a:pt x="196215" y="1091565"/>
                  </a:lnTo>
                  <a:lnTo>
                    <a:pt x="197167" y="1092517"/>
                  </a:lnTo>
                  <a:lnTo>
                    <a:pt x="199072" y="1096328"/>
                  </a:lnTo>
                  <a:lnTo>
                    <a:pt x="197167" y="1096328"/>
                  </a:lnTo>
                  <a:lnTo>
                    <a:pt x="193357" y="1097280"/>
                  </a:lnTo>
                  <a:lnTo>
                    <a:pt x="184785" y="1096328"/>
                  </a:lnTo>
                  <a:lnTo>
                    <a:pt x="179546" y="1097280"/>
                  </a:lnTo>
                  <a:lnTo>
                    <a:pt x="175736" y="1098233"/>
                  </a:lnTo>
                  <a:lnTo>
                    <a:pt x="173831" y="1100614"/>
                  </a:lnTo>
                  <a:lnTo>
                    <a:pt x="172402" y="1100138"/>
                  </a:lnTo>
                  <a:lnTo>
                    <a:pt x="170973" y="1095851"/>
                  </a:lnTo>
                  <a:lnTo>
                    <a:pt x="169545" y="1095375"/>
                  </a:lnTo>
                  <a:lnTo>
                    <a:pt x="167640" y="1093470"/>
                  </a:lnTo>
                  <a:lnTo>
                    <a:pt x="162877" y="1088231"/>
                  </a:lnTo>
                  <a:lnTo>
                    <a:pt x="159544" y="1089184"/>
                  </a:lnTo>
                  <a:lnTo>
                    <a:pt x="156686" y="1090613"/>
                  </a:lnTo>
                  <a:lnTo>
                    <a:pt x="150019" y="1091565"/>
                  </a:lnTo>
                  <a:lnTo>
                    <a:pt x="144303" y="1097280"/>
                  </a:lnTo>
                  <a:lnTo>
                    <a:pt x="141922" y="1097280"/>
                  </a:lnTo>
                  <a:lnTo>
                    <a:pt x="141446" y="1095375"/>
                  </a:lnTo>
                  <a:lnTo>
                    <a:pt x="144303" y="1092041"/>
                  </a:lnTo>
                  <a:lnTo>
                    <a:pt x="143351" y="1090613"/>
                  </a:lnTo>
                  <a:lnTo>
                    <a:pt x="133350" y="1087755"/>
                  </a:lnTo>
                  <a:lnTo>
                    <a:pt x="127635" y="1089184"/>
                  </a:lnTo>
                  <a:lnTo>
                    <a:pt x="124301" y="1090136"/>
                  </a:lnTo>
                  <a:lnTo>
                    <a:pt x="118110" y="1093470"/>
                  </a:lnTo>
                  <a:lnTo>
                    <a:pt x="116681" y="1095375"/>
                  </a:lnTo>
                  <a:lnTo>
                    <a:pt x="117634" y="1098233"/>
                  </a:lnTo>
                  <a:lnTo>
                    <a:pt x="120967" y="1099185"/>
                  </a:lnTo>
                  <a:lnTo>
                    <a:pt x="124777" y="1099185"/>
                  </a:lnTo>
                  <a:lnTo>
                    <a:pt x="126206" y="1101090"/>
                  </a:lnTo>
                  <a:lnTo>
                    <a:pt x="126206" y="1103948"/>
                  </a:lnTo>
                  <a:lnTo>
                    <a:pt x="124301" y="1105376"/>
                  </a:lnTo>
                  <a:lnTo>
                    <a:pt x="113823" y="1106805"/>
                  </a:lnTo>
                  <a:lnTo>
                    <a:pt x="110966" y="1109663"/>
                  </a:lnTo>
                  <a:lnTo>
                    <a:pt x="110014" y="1113473"/>
                  </a:lnTo>
                  <a:lnTo>
                    <a:pt x="112871" y="1117759"/>
                  </a:lnTo>
                  <a:lnTo>
                    <a:pt x="116205" y="1119664"/>
                  </a:lnTo>
                  <a:lnTo>
                    <a:pt x="125253" y="1128236"/>
                  </a:lnTo>
                  <a:lnTo>
                    <a:pt x="125730" y="1130141"/>
                  </a:lnTo>
                  <a:lnTo>
                    <a:pt x="115252" y="1123950"/>
                  </a:lnTo>
                  <a:lnTo>
                    <a:pt x="111919" y="1122521"/>
                  </a:lnTo>
                  <a:lnTo>
                    <a:pt x="108109" y="1117283"/>
                  </a:lnTo>
                  <a:lnTo>
                    <a:pt x="100013" y="1116330"/>
                  </a:lnTo>
                  <a:lnTo>
                    <a:pt x="95726" y="1116806"/>
                  </a:lnTo>
                  <a:lnTo>
                    <a:pt x="92869" y="1116330"/>
                  </a:lnTo>
                  <a:lnTo>
                    <a:pt x="90011" y="1116806"/>
                  </a:lnTo>
                  <a:lnTo>
                    <a:pt x="83820" y="1121092"/>
                  </a:lnTo>
                  <a:lnTo>
                    <a:pt x="70961" y="1124426"/>
                  </a:lnTo>
                  <a:lnTo>
                    <a:pt x="68580" y="1125855"/>
                  </a:lnTo>
                  <a:lnTo>
                    <a:pt x="68103" y="1127284"/>
                  </a:lnTo>
                  <a:lnTo>
                    <a:pt x="63341" y="1133475"/>
                  </a:lnTo>
                  <a:lnTo>
                    <a:pt x="61913" y="1137285"/>
                  </a:lnTo>
                  <a:lnTo>
                    <a:pt x="63341" y="1138238"/>
                  </a:lnTo>
                  <a:lnTo>
                    <a:pt x="71438" y="1136809"/>
                  </a:lnTo>
                  <a:lnTo>
                    <a:pt x="74295" y="1135380"/>
                  </a:lnTo>
                  <a:lnTo>
                    <a:pt x="78581" y="1135380"/>
                  </a:lnTo>
                  <a:lnTo>
                    <a:pt x="84296" y="1137285"/>
                  </a:lnTo>
                  <a:lnTo>
                    <a:pt x="106203" y="1133951"/>
                  </a:lnTo>
                  <a:lnTo>
                    <a:pt x="108109" y="1135856"/>
                  </a:lnTo>
                  <a:lnTo>
                    <a:pt x="98107" y="1136333"/>
                  </a:lnTo>
                  <a:lnTo>
                    <a:pt x="89059" y="1138714"/>
                  </a:lnTo>
                  <a:lnTo>
                    <a:pt x="88582" y="1140142"/>
                  </a:lnTo>
                  <a:lnTo>
                    <a:pt x="89059" y="1142048"/>
                  </a:lnTo>
                  <a:lnTo>
                    <a:pt x="94773" y="1143476"/>
                  </a:lnTo>
                  <a:lnTo>
                    <a:pt x="93345" y="1144429"/>
                  </a:lnTo>
                  <a:lnTo>
                    <a:pt x="90488" y="1145381"/>
                  </a:lnTo>
                  <a:lnTo>
                    <a:pt x="87630" y="1145858"/>
                  </a:lnTo>
                  <a:lnTo>
                    <a:pt x="80486" y="1142524"/>
                  </a:lnTo>
                  <a:lnTo>
                    <a:pt x="69532" y="1141095"/>
                  </a:lnTo>
                  <a:lnTo>
                    <a:pt x="62389" y="1140619"/>
                  </a:lnTo>
                  <a:lnTo>
                    <a:pt x="58102" y="1141571"/>
                  </a:lnTo>
                  <a:lnTo>
                    <a:pt x="51911" y="1142048"/>
                  </a:lnTo>
                  <a:lnTo>
                    <a:pt x="49053" y="1142048"/>
                  </a:lnTo>
                  <a:lnTo>
                    <a:pt x="46196" y="1143476"/>
                  </a:lnTo>
                  <a:lnTo>
                    <a:pt x="44767" y="1146810"/>
                  </a:lnTo>
                  <a:lnTo>
                    <a:pt x="42386" y="1148715"/>
                  </a:lnTo>
                  <a:lnTo>
                    <a:pt x="40957" y="1150620"/>
                  </a:lnTo>
                  <a:lnTo>
                    <a:pt x="41434" y="1152525"/>
                  </a:lnTo>
                  <a:lnTo>
                    <a:pt x="45720" y="1152049"/>
                  </a:lnTo>
                  <a:lnTo>
                    <a:pt x="52388" y="1150144"/>
                  </a:lnTo>
                  <a:lnTo>
                    <a:pt x="60484" y="1149191"/>
                  </a:lnTo>
                  <a:lnTo>
                    <a:pt x="58102" y="1151573"/>
                  </a:lnTo>
                  <a:lnTo>
                    <a:pt x="56673" y="1152525"/>
                  </a:lnTo>
                  <a:lnTo>
                    <a:pt x="43815" y="1155383"/>
                  </a:lnTo>
                  <a:lnTo>
                    <a:pt x="39528" y="1155383"/>
                  </a:lnTo>
                  <a:lnTo>
                    <a:pt x="37623" y="1153954"/>
                  </a:lnTo>
                  <a:lnTo>
                    <a:pt x="36195" y="1152525"/>
                  </a:lnTo>
                  <a:lnTo>
                    <a:pt x="33814" y="1152049"/>
                  </a:lnTo>
                  <a:lnTo>
                    <a:pt x="30003" y="1153478"/>
                  </a:lnTo>
                  <a:lnTo>
                    <a:pt x="27146" y="1153954"/>
                  </a:lnTo>
                  <a:lnTo>
                    <a:pt x="20955" y="1157288"/>
                  </a:lnTo>
                  <a:lnTo>
                    <a:pt x="19050" y="1161098"/>
                  </a:lnTo>
                  <a:lnTo>
                    <a:pt x="17145" y="1162526"/>
                  </a:lnTo>
                  <a:lnTo>
                    <a:pt x="14764" y="1165384"/>
                  </a:lnTo>
                  <a:lnTo>
                    <a:pt x="12382" y="1165384"/>
                  </a:lnTo>
                  <a:lnTo>
                    <a:pt x="10477" y="1163479"/>
                  </a:lnTo>
                  <a:lnTo>
                    <a:pt x="7144" y="1164908"/>
                  </a:lnTo>
                  <a:lnTo>
                    <a:pt x="5715" y="1172051"/>
                  </a:lnTo>
                  <a:lnTo>
                    <a:pt x="8096" y="1175861"/>
                  </a:lnTo>
                  <a:lnTo>
                    <a:pt x="11906" y="1176814"/>
                  </a:lnTo>
                  <a:lnTo>
                    <a:pt x="19050" y="1176338"/>
                  </a:lnTo>
                  <a:lnTo>
                    <a:pt x="25717" y="1177290"/>
                  </a:lnTo>
                  <a:lnTo>
                    <a:pt x="41434" y="1181100"/>
                  </a:lnTo>
                  <a:lnTo>
                    <a:pt x="50482" y="1181100"/>
                  </a:lnTo>
                  <a:lnTo>
                    <a:pt x="60007" y="1179195"/>
                  </a:lnTo>
                  <a:lnTo>
                    <a:pt x="61436" y="1180148"/>
                  </a:lnTo>
                  <a:lnTo>
                    <a:pt x="52388" y="1183481"/>
                  </a:lnTo>
                  <a:lnTo>
                    <a:pt x="37147" y="1184434"/>
                  </a:lnTo>
                  <a:lnTo>
                    <a:pt x="29527" y="1182529"/>
                  </a:lnTo>
                  <a:lnTo>
                    <a:pt x="18573" y="1178719"/>
                  </a:lnTo>
                  <a:lnTo>
                    <a:pt x="6667" y="1179195"/>
                  </a:lnTo>
                  <a:lnTo>
                    <a:pt x="2381" y="1178242"/>
                  </a:lnTo>
                  <a:lnTo>
                    <a:pt x="476" y="1179195"/>
                  </a:lnTo>
                  <a:lnTo>
                    <a:pt x="0" y="1183005"/>
                  </a:lnTo>
                  <a:lnTo>
                    <a:pt x="476" y="1188244"/>
                  </a:lnTo>
                  <a:lnTo>
                    <a:pt x="2857" y="1191578"/>
                  </a:lnTo>
                  <a:lnTo>
                    <a:pt x="6191" y="1193006"/>
                  </a:lnTo>
                  <a:lnTo>
                    <a:pt x="8572" y="1196816"/>
                  </a:lnTo>
                  <a:lnTo>
                    <a:pt x="11906" y="1198721"/>
                  </a:lnTo>
                  <a:lnTo>
                    <a:pt x="14288" y="1199674"/>
                  </a:lnTo>
                  <a:lnTo>
                    <a:pt x="11430" y="1201103"/>
                  </a:lnTo>
                  <a:lnTo>
                    <a:pt x="8572" y="1201103"/>
                  </a:lnTo>
                  <a:lnTo>
                    <a:pt x="2857" y="1202531"/>
                  </a:lnTo>
                  <a:lnTo>
                    <a:pt x="2381" y="1205389"/>
                  </a:lnTo>
                  <a:lnTo>
                    <a:pt x="3334" y="1212056"/>
                  </a:lnTo>
                  <a:lnTo>
                    <a:pt x="6191" y="1215390"/>
                  </a:lnTo>
                  <a:lnTo>
                    <a:pt x="13811" y="1219676"/>
                  </a:lnTo>
                  <a:lnTo>
                    <a:pt x="18097" y="1220153"/>
                  </a:lnTo>
                  <a:lnTo>
                    <a:pt x="24765" y="1217771"/>
                  </a:lnTo>
                  <a:lnTo>
                    <a:pt x="39528" y="1216819"/>
                  </a:lnTo>
                  <a:lnTo>
                    <a:pt x="50006" y="1218724"/>
                  </a:lnTo>
                  <a:lnTo>
                    <a:pt x="53816" y="1217771"/>
                  </a:lnTo>
                  <a:lnTo>
                    <a:pt x="55721" y="1213009"/>
                  </a:lnTo>
                  <a:lnTo>
                    <a:pt x="57626" y="1210628"/>
                  </a:lnTo>
                  <a:lnTo>
                    <a:pt x="58578" y="1211104"/>
                  </a:lnTo>
                  <a:lnTo>
                    <a:pt x="58102" y="1213485"/>
                  </a:lnTo>
                  <a:lnTo>
                    <a:pt x="59531" y="1214438"/>
                  </a:lnTo>
                  <a:lnTo>
                    <a:pt x="64294" y="1215390"/>
                  </a:lnTo>
                  <a:lnTo>
                    <a:pt x="69532" y="1216819"/>
                  </a:lnTo>
                  <a:lnTo>
                    <a:pt x="77152" y="1216342"/>
                  </a:lnTo>
                  <a:lnTo>
                    <a:pt x="80486" y="1215390"/>
                  </a:lnTo>
                  <a:lnTo>
                    <a:pt x="81439" y="1213485"/>
                  </a:lnTo>
                  <a:lnTo>
                    <a:pt x="80486" y="1209675"/>
                  </a:lnTo>
                  <a:lnTo>
                    <a:pt x="82391" y="1204913"/>
                  </a:lnTo>
                  <a:lnTo>
                    <a:pt x="86201" y="1201579"/>
                  </a:lnTo>
                  <a:lnTo>
                    <a:pt x="86677" y="1202531"/>
                  </a:lnTo>
                  <a:lnTo>
                    <a:pt x="82867" y="1208723"/>
                  </a:lnTo>
                  <a:lnTo>
                    <a:pt x="84772" y="1212533"/>
                  </a:lnTo>
                  <a:lnTo>
                    <a:pt x="91440" y="1213009"/>
                  </a:lnTo>
                  <a:lnTo>
                    <a:pt x="89535" y="1214914"/>
                  </a:lnTo>
                  <a:lnTo>
                    <a:pt x="72390" y="1219200"/>
                  </a:lnTo>
                  <a:lnTo>
                    <a:pt x="72390" y="1223010"/>
                  </a:lnTo>
                  <a:lnTo>
                    <a:pt x="73342" y="1225391"/>
                  </a:lnTo>
                  <a:lnTo>
                    <a:pt x="71914" y="1225867"/>
                  </a:lnTo>
                  <a:lnTo>
                    <a:pt x="70009" y="1223963"/>
                  </a:lnTo>
                  <a:lnTo>
                    <a:pt x="69532" y="1220629"/>
                  </a:lnTo>
                  <a:lnTo>
                    <a:pt x="67151" y="1218248"/>
                  </a:lnTo>
                  <a:lnTo>
                    <a:pt x="62865" y="1216342"/>
                  </a:lnTo>
                  <a:lnTo>
                    <a:pt x="57150" y="1216819"/>
                  </a:lnTo>
                  <a:lnTo>
                    <a:pt x="50482" y="1219676"/>
                  </a:lnTo>
                  <a:lnTo>
                    <a:pt x="46196" y="1219676"/>
                  </a:lnTo>
                  <a:lnTo>
                    <a:pt x="35719" y="1217771"/>
                  </a:lnTo>
                  <a:lnTo>
                    <a:pt x="19526" y="1221105"/>
                  </a:lnTo>
                  <a:lnTo>
                    <a:pt x="11906" y="1221581"/>
                  </a:lnTo>
                  <a:lnTo>
                    <a:pt x="8572" y="1221105"/>
                  </a:lnTo>
                  <a:lnTo>
                    <a:pt x="5239" y="1220153"/>
                  </a:lnTo>
                  <a:lnTo>
                    <a:pt x="2381" y="1222058"/>
                  </a:lnTo>
                  <a:lnTo>
                    <a:pt x="2857" y="1227296"/>
                  </a:lnTo>
                  <a:lnTo>
                    <a:pt x="2381" y="1231106"/>
                  </a:lnTo>
                  <a:lnTo>
                    <a:pt x="3810" y="1238726"/>
                  </a:lnTo>
                  <a:lnTo>
                    <a:pt x="6191" y="1242536"/>
                  </a:lnTo>
                  <a:lnTo>
                    <a:pt x="10477" y="1245870"/>
                  </a:lnTo>
                  <a:lnTo>
                    <a:pt x="17621" y="1243489"/>
                  </a:lnTo>
                  <a:lnTo>
                    <a:pt x="22384" y="1239679"/>
                  </a:lnTo>
                  <a:lnTo>
                    <a:pt x="24289" y="1240155"/>
                  </a:lnTo>
                  <a:lnTo>
                    <a:pt x="20955" y="1243489"/>
                  </a:lnTo>
                  <a:lnTo>
                    <a:pt x="8096" y="1250633"/>
                  </a:lnTo>
                  <a:lnTo>
                    <a:pt x="7144" y="1252538"/>
                  </a:lnTo>
                  <a:lnTo>
                    <a:pt x="8572" y="1259681"/>
                  </a:lnTo>
                  <a:lnTo>
                    <a:pt x="11906" y="1264920"/>
                  </a:lnTo>
                  <a:lnTo>
                    <a:pt x="16192" y="1267301"/>
                  </a:lnTo>
                  <a:lnTo>
                    <a:pt x="21431" y="1267301"/>
                  </a:lnTo>
                  <a:lnTo>
                    <a:pt x="24289" y="1267301"/>
                  </a:lnTo>
                  <a:lnTo>
                    <a:pt x="25241" y="1268730"/>
                  </a:lnTo>
                  <a:lnTo>
                    <a:pt x="18573" y="1271588"/>
                  </a:lnTo>
                  <a:lnTo>
                    <a:pt x="14764" y="1271588"/>
                  </a:lnTo>
                  <a:lnTo>
                    <a:pt x="10953" y="1270635"/>
                  </a:lnTo>
                  <a:lnTo>
                    <a:pt x="9048" y="1270635"/>
                  </a:lnTo>
                  <a:lnTo>
                    <a:pt x="8096" y="1272540"/>
                  </a:lnTo>
                  <a:lnTo>
                    <a:pt x="9525" y="1275874"/>
                  </a:lnTo>
                  <a:lnTo>
                    <a:pt x="8572" y="1279684"/>
                  </a:lnTo>
                  <a:lnTo>
                    <a:pt x="6191" y="1283494"/>
                  </a:lnTo>
                  <a:lnTo>
                    <a:pt x="5715" y="1288733"/>
                  </a:lnTo>
                  <a:lnTo>
                    <a:pt x="5715" y="1292066"/>
                  </a:lnTo>
                  <a:lnTo>
                    <a:pt x="7144" y="1293495"/>
                  </a:lnTo>
                  <a:lnTo>
                    <a:pt x="8572" y="1293495"/>
                  </a:lnTo>
                  <a:lnTo>
                    <a:pt x="10001" y="1291114"/>
                  </a:lnTo>
                  <a:lnTo>
                    <a:pt x="10953" y="1290161"/>
                  </a:lnTo>
                  <a:lnTo>
                    <a:pt x="13811" y="1287780"/>
                  </a:lnTo>
                  <a:lnTo>
                    <a:pt x="18573" y="1284446"/>
                  </a:lnTo>
                  <a:lnTo>
                    <a:pt x="20478" y="1280160"/>
                  </a:lnTo>
                  <a:lnTo>
                    <a:pt x="25241" y="1274921"/>
                  </a:lnTo>
                  <a:lnTo>
                    <a:pt x="28575" y="1273969"/>
                  </a:lnTo>
                  <a:lnTo>
                    <a:pt x="30956" y="1271588"/>
                  </a:lnTo>
                  <a:lnTo>
                    <a:pt x="31909" y="1267301"/>
                  </a:lnTo>
                  <a:lnTo>
                    <a:pt x="33814" y="1264444"/>
                  </a:lnTo>
                  <a:lnTo>
                    <a:pt x="38576" y="1260158"/>
                  </a:lnTo>
                  <a:lnTo>
                    <a:pt x="40481" y="1257300"/>
                  </a:lnTo>
                  <a:lnTo>
                    <a:pt x="47148" y="1253490"/>
                  </a:lnTo>
                  <a:lnTo>
                    <a:pt x="62865" y="1249204"/>
                  </a:lnTo>
                  <a:lnTo>
                    <a:pt x="69532" y="1248728"/>
                  </a:lnTo>
                  <a:lnTo>
                    <a:pt x="68103" y="1250633"/>
                  </a:lnTo>
                  <a:lnTo>
                    <a:pt x="62389" y="1252061"/>
                  </a:lnTo>
                  <a:lnTo>
                    <a:pt x="60007" y="1253966"/>
                  </a:lnTo>
                  <a:lnTo>
                    <a:pt x="58102" y="1256348"/>
                  </a:lnTo>
                  <a:lnTo>
                    <a:pt x="53340" y="1267301"/>
                  </a:lnTo>
                  <a:lnTo>
                    <a:pt x="53340" y="1264444"/>
                  </a:lnTo>
                  <a:lnTo>
                    <a:pt x="54769" y="1256824"/>
                  </a:lnTo>
                  <a:lnTo>
                    <a:pt x="52864" y="1254442"/>
                  </a:lnTo>
                  <a:lnTo>
                    <a:pt x="47148" y="1257300"/>
                  </a:lnTo>
                  <a:lnTo>
                    <a:pt x="40005" y="1263491"/>
                  </a:lnTo>
                  <a:lnTo>
                    <a:pt x="38576" y="1266825"/>
                  </a:lnTo>
                  <a:lnTo>
                    <a:pt x="38576" y="1268730"/>
                  </a:lnTo>
                  <a:lnTo>
                    <a:pt x="37147" y="1271111"/>
                  </a:lnTo>
                  <a:lnTo>
                    <a:pt x="34766" y="1273969"/>
                  </a:lnTo>
                  <a:lnTo>
                    <a:pt x="27622" y="1280160"/>
                  </a:lnTo>
                  <a:lnTo>
                    <a:pt x="25717" y="1282541"/>
                  </a:lnTo>
                  <a:lnTo>
                    <a:pt x="26670" y="1285399"/>
                  </a:lnTo>
                  <a:lnTo>
                    <a:pt x="29051" y="1285875"/>
                  </a:lnTo>
                  <a:lnTo>
                    <a:pt x="33338" y="1284923"/>
                  </a:lnTo>
                  <a:lnTo>
                    <a:pt x="36671" y="1284923"/>
                  </a:lnTo>
                  <a:lnTo>
                    <a:pt x="41910" y="1283970"/>
                  </a:lnTo>
                  <a:lnTo>
                    <a:pt x="41910" y="1284446"/>
                  </a:lnTo>
                  <a:lnTo>
                    <a:pt x="34290" y="1288256"/>
                  </a:lnTo>
                  <a:lnTo>
                    <a:pt x="30003" y="1288733"/>
                  </a:lnTo>
                  <a:lnTo>
                    <a:pt x="26670" y="1292542"/>
                  </a:lnTo>
                  <a:lnTo>
                    <a:pt x="20002" y="1291114"/>
                  </a:lnTo>
                  <a:lnTo>
                    <a:pt x="18097" y="1289685"/>
                  </a:lnTo>
                  <a:lnTo>
                    <a:pt x="16192" y="1289685"/>
                  </a:lnTo>
                  <a:lnTo>
                    <a:pt x="13811" y="1292542"/>
                  </a:lnTo>
                  <a:lnTo>
                    <a:pt x="10477" y="1293019"/>
                  </a:lnTo>
                  <a:lnTo>
                    <a:pt x="8572" y="1296829"/>
                  </a:lnTo>
                  <a:lnTo>
                    <a:pt x="6667" y="1302544"/>
                  </a:lnTo>
                  <a:lnTo>
                    <a:pt x="4763" y="1313974"/>
                  </a:lnTo>
                  <a:lnTo>
                    <a:pt x="6191" y="1317308"/>
                  </a:lnTo>
                  <a:lnTo>
                    <a:pt x="12859" y="1317308"/>
                  </a:lnTo>
                  <a:lnTo>
                    <a:pt x="16669" y="1315403"/>
                  </a:lnTo>
                  <a:lnTo>
                    <a:pt x="20002" y="1311116"/>
                  </a:lnTo>
                  <a:lnTo>
                    <a:pt x="23336" y="1310164"/>
                  </a:lnTo>
                  <a:lnTo>
                    <a:pt x="25241" y="1309211"/>
                  </a:lnTo>
                  <a:lnTo>
                    <a:pt x="29527" y="1308259"/>
                  </a:lnTo>
                  <a:lnTo>
                    <a:pt x="35242" y="1305401"/>
                  </a:lnTo>
                  <a:lnTo>
                    <a:pt x="40005" y="1301591"/>
                  </a:lnTo>
                  <a:lnTo>
                    <a:pt x="44291" y="1299210"/>
                  </a:lnTo>
                  <a:lnTo>
                    <a:pt x="48577" y="1297781"/>
                  </a:lnTo>
                  <a:lnTo>
                    <a:pt x="49053" y="1298258"/>
                  </a:lnTo>
                  <a:lnTo>
                    <a:pt x="45244" y="1300163"/>
                  </a:lnTo>
                  <a:lnTo>
                    <a:pt x="41434" y="1303496"/>
                  </a:lnTo>
                  <a:lnTo>
                    <a:pt x="36195" y="1306830"/>
                  </a:lnTo>
                  <a:lnTo>
                    <a:pt x="32861" y="1310164"/>
                  </a:lnTo>
                  <a:lnTo>
                    <a:pt x="32385" y="1313498"/>
                  </a:lnTo>
                  <a:lnTo>
                    <a:pt x="33338" y="1315879"/>
                  </a:lnTo>
                  <a:lnTo>
                    <a:pt x="32861" y="1318260"/>
                  </a:lnTo>
                  <a:lnTo>
                    <a:pt x="30956" y="1320165"/>
                  </a:lnTo>
                  <a:lnTo>
                    <a:pt x="30956" y="1322070"/>
                  </a:lnTo>
                  <a:lnTo>
                    <a:pt x="35242" y="1325880"/>
                  </a:lnTo>
                  <a:lnTo>
                    <a:pt x="38100" y="1327785"/>
                  </a:lnTo>
                  <a:lnTo>
                    <a:pt x="45720" y="1324451"/>
                  </a:lnTo>
                  <a:lnTo>
                    <a:pt x="47148" y="1325404"/>
                  </a:lnTo>
                  <a:lnTo>
                    <a:pt x="41910" y="1328261"/>
                  </a:lnTo>
                  <a:lnTo>
                    <a:pt x="39528" y="1331595"/>
                  </a:lnTo>
                  <a:lnTo>
                    <a:pt x="38100" y="1331595"/>
                  </a:lnTo>
                  <a:lnTo>
                    <a:pt x="30003" y="1327309"/>
                  </a:lnTo>
                  <a:lnTo>
                    <a:pt x="21907" y="1324451"/>
                  </a:lnTo>
                  <a:lnTo>
                    <a:pt x="20002" y="1326356"/>
                  </a:lnTo>
                  <a:lnTo>
                    <a:pt x="19050" y="1333976"/>
                  </a:lnTo>
                  <a:lnTo>
                    <a:pt x="19050" y="1338739"/>
                  </a:lnTo>
                  <a:lnTo>
                    <a:pt x="21431" y="1343978"/>
                  </a:lnTo>
                  <a:lnTo>
                    <a:pt x="25717" y="1348740"/>
                  </a:lnTo>
                  <a:lnTo>
                    <a:pt x="34766" y="1353026"/>
                  </a:lnTo>
                  <a:lnTo>
                    <a:pt x="37623" y="1355884"/>
                  </a:lnTo>
                  <a:lnTo>
                    <a:pt x="49053" y="1361123"/>
                  </a:lnTo>
                  <a:lnTo>
                    <a:pt x="52388" y="1361599"/>
                  </a:lnTo>
                  <a:lnTo>
                    <a:pt x="56673" y="1361123"/>
                  </a:lnTo>
                  <a:lnTo>
                    <a:pt x="58102" y="1361123"/>
                  </a:lnTo>
                  <a:lnTo>
                    <a:pt x="58578" y="1362551"/>
                  </a:lnTo>
                  <a:lnTo>
                    <a:pt x="59055" y="1363028"/>
                  </a:lnTo>
                  <a:lnTo>
                    <a:pt x="56197" y="1365409"/>
                  </a:lnTo>
                  <a:lnTo>
                    <a:pt x="54292" y="1367790"/>
                  </a:lnTo>
                  <a:lnTo>
                    <a:pt x="55721" y="1369219"/>
                  </a:lnTo>
                  <a:lnTo>
                    <a:pt x="60484" y="1370648"/>
                  </a:lnTo>
                  <a:lnTo>
                    <a:pt x="61913" y="1370171"/>
                  </a:lnTo>
                  <a:lnTo>
                    <a:pt x="61913" y="1367790"/>
                  </a:lnTo>
                  <a:lnTo>
                    <a:pt x="62865" y="1366838"/>
                  </a:lnTo>
                  <a:lnTo>
                    <a:pt x="65246" y="1366838"/>
                  </a:lnTo>
                  <a:lnTo>
                    <a:pt x="66675" y="1367314"/>
                  </a:lnTo>
                  <a:lnTo>
                    <a:pt x="66198" y="1368266"/>
                  </a:lnTo>
                  <a:lnTo>
                    <a:pt x="66198" y="1369219"/>
                  </a:lnTo>
                  <a:lnTo>
                    <a:pt x="66675" y="1370648"/>
                  </a:lnTo>
                  <a:lnTo>
                    <a:pt x="70009" y="1373029"/>
                  </a:lnTo>
                  <a:lnTo>
                    <a:pt x="76676" y="1372076"/>
                  </a:lnTo>
                  <a:lnTo>
                    <a:pt x="85725" y="1373505"/>
                  </a:lnTo>
                  <a:lnTo>
                    <a:pt x="99536" y="1370648"/>
                  </a:lnTo>
                  <a:lnTo>
                    <a:pt x="105251" y="1367314"/>
                  </a:lnTo>
                  <a:lnTo>
                    <a:pt x="109538" y="1367314"/>
                  </a:lnTo>
                  <a:lnTo>
                    <a:pt x="114300" y="1363504"/>
                  </a:lnTo>
                  <a:lnTo>
                    <a:pt x="121444" y="1359694"/>
                  </a:lnTo>
                  <a:lnTo>
                    <a:pt x="135255" y="1346359"/>
                  </a:lnTo>
                  <a:lnTo>
                    <a:pt x="143827" y="1341120"/>
                  </a:lnTo>
                  <a:lnTo>
                    <a:pt x="144303" y="1339215"/>
                  </a:lnTo>
                  <a:lnTo>
                    <a:pt x="145732" y="1337786"/>
                  </a:lnTo>
                  <a:lnTo>
                    <a:pt x="148590" y="1337310"/>
                  </a:lnTo>
                  <a:lnTo>
                    <a:pt x="150971" y="1334453"/>
                  </a:lnTo>
                  <a:lnTo>
                    <a:pt x="148114" y="1332071"/>
                  </a:lnTo>
                  <a:lnTo>
                    <a:pt x="156210" y="1328261"/>
                  </a:lnTo>
                  <a:lnTo>
                    <a:pt x="158591" y="1327785"/>
                  </a:lnTo>
                  <a:lnTo>
                    <a:pt x="160020" y="1326356"/>
                  </a:lnTo>
                  <a:lnTo>
                    <a:pt x="161448" y="1324451"/>
                  </a:lnTo>
                  <a:lnTo>
                    <a:pt x="159067" y="1321594"/>
                  </a:lnTo>
                  <a:lnTo>
                    <a:pt x="156686" y="1319213"/>
                  </a:lnTo>
                  <a:lnTo>
                    <a:pt x="159544" y="1318736"/>
                  </a:lnTo>
                  <a:lnTo>
                    <a:pt x="165259" y="1323023"/>
                  </a:lnTo>
                  <a:lnTo>
                    <a:pt x="166688" y="1326356"/>
                  </a:lnTo>
                  <a:lnTo>
                    <a:pt x="170497" y="1325880"/>
                  </a:lnTo>
                  <a:lnTo>
                    <a:pt x="174784" y="1323023"/>
                  </a:lnTo>
                  <a:lnTo>
                    <a:pt x="178117" y="1323975"/>
                  </a:lnTo>
                  <a:lnTo>
                    <a:pt x="179070" y="1322546"/>
                  </a:lnTo>
                  <a:lnTo>
                    <a:pt x="180498" y="1321594"/>
                  </a:lnTo>
                  <a:lnTo>
                    <a:pt x="186690" y="1310640"/>
                  </a:lnTo>
                  <a:lnTo>
                    <a:pt x="187642" y="1305878"/>
                  </a:lnTo>
                  <a:lnTo>
                    <a:pt x="187166" y="1302544"/>
                  </a:lnTo>
                  <a:lnTo>
                    <a:pt x="185738" y="1302067"/>
                  </a:lnTo>
                  <a:lnTo>
                    <a:pt x="185261" y="1298734"/>
                  </a:lnTo>
                  <a:lnTo>
                    <a:pt x="188595" y="1297781"/>
                  </a:lnTo>
                  <a:lnTo>
                    <a:pt x="190976" y="1295400"/>
                  </a:lnTo>
                  <a:lnTo>
                    <a:pt x="189547" y="1290161"/>
                  </a:lnTo>
                  <a:lnTo>
                    <a:pt x="191452" y="1286828"/>
                  </a:lnTo>
                  <a:lnTo>
                    <a:pt x="191928" y="1291114"/>
                  </a:lnTo>
                  <a:lnTo>
                    <a:pt x="192881" y="1294924"/>
                  </a:lnTo>
                  <a:lnTo>
                    <a:pt x="192881" y="1303496"/>
                  </a:lnTo>
                  <a:lnTo>
                    <a:pt x="193357" y="1305401"/>
                  </a:lnTo>
                  <a:lnTo>
                    <a:pt x="196691" y="1310164"/>
                  </a:lnTo>
                  <a:lnTo>
                    <a:pt x="200025" y="1315879"/>
                  </a:lnTo>
                  <a:lnTo>
                    <a:pt x="203835" y="1316355"/>
                  </a:lnTo>
                  <a:lnTo>
                    <a:pt x="205740" y="1316831"/>
                  </a:lnTo>
                  <a:lnTo>
                    <a:pt x="209073" y="1317784"/>
                  </a:lnTo>
                  <a:lnTo>
                    <a:pt x="210502" y="1317784"/>
                  </a:lnTo>
                  <a:lnTo>
                    <a:pt x="218598" y="1319689"/>
                  </a:lnTo>
                  <a:lnTo>
                    <a:pt x="219075" y="1321594"/>
                  </a:lnTo>
                  <a:lnTo>
                    <a:pt x="219075" y="1323023"/>
                  </a:lnTo>
                  <a:lnTo>
                    <a:pt x="221932" y="1329214"/>
                  </a:lnTo>
                  <a:lnTo>
                    <a:pt x="224314" y="1330166"/>
                  </a:lnTo>
                  <a:lnTo>
                    <a:pt x="227647" y="1328738"/>
                  </a:lnTo>
                  <a:lnTo>
                    <a:pt x="230028" y="1323975"/>
                  </a:lnTo>
                  <a:lnTo>
                    <a:pt x="231457" y="1316831"/>
                  </a:lnTo>
                  <a:lnTo>
                    <a:pt x="232886" y="1310164"/>
                  </a:lnTo>
                  <a:lnTo>
                    <a:pt x="230981" y="1303020"/>
                  </a:lnTo>
                  <a:lnTo>
                    <a:pt x="229076" y="1296829"/>
                  </a:lnTo>
                  <a:lnTo>
                    <a:pt x="229076" y="1294924"/>
                  </a:lnTo>
                  <a:lnTo>
                    <a:pt x="234315" y="1289685"/>
                  </a:lnTo>
                  <a:lnTo>
                    <a:pt x="235744" y="1285399"/>
                  </a:lnTo>
                  <a:lnTo>
                    <a:pt x="237648" y="1281113"/>
                  </a:lnTo>
                  <a:lnTo>
                    <a:pt x="239553" y="1279684"/>
                  </a:lnTo>
                  <a:lnTo>
                    <a:pt x="242411" y="1279208"/>
                  </a:lnTo>
                  <a:lnTo>
                    <a:pt x="245745" y="1278255"/>
                  </a:lnTo>
                  <a:lnTo>
                    <a:pt x="250031" y="1275398"/>
                  </a:lnTo>
                  <a:lnTo>
                    <a:pt x="253841" y="1271588"/>
                  </a:lnTo>
                  <a:lnTo>
                    <a:pt x="256698" y="1268254"/>
                  </a:lnTo>
                  <a:lnTo>
                    <a:pt x="257651" y="1261586"/>
                  </a:lnTo>
                  <a:lnTo>
                    <a:pt x="257651" y="1258253"/>
                  </a:lnTo>
                  <a:lnTo>
                    <a:pt x="259080" y="1255871"/>
                  </a:lnTo>
                  <a:lnTo>
                    <a:pt x="260509" y="1251109"/>
                  </a:lnTo>
                  <a:lnTo>
                    <a:pt x="259556" y="1246346"/>
                  </a:lnTo>
                  <a:lnTo>
                    <a:pt x="255746" y="1239203"/>
                  </a:lnTo>
                  <a:lnTo>
                    <a:pt x="251460" y="1228725"/>
                  </a:lnTo>
                  <a:lnTo>
                    <a:pt x="250984" y="1223010"/>
                  </a:lnTo>
                  <a:lnTo>
                    <a:pt x="252889" y="1222058"/>
                  </a:lnTo>
                  <a:lnTo>
                    <a:pt x="256698" y="1221105"/>
                  </a:lnTo>
                  <a:lnTo>
                    <a:pt x="263842" y="1220629"/>
                  </a:lnTo>
                  <a:lnTo>
                    <a:pt x="264795" y="1220153"/>
                  </a:lnTo>
                  <a:lnTo>
                    <a:pt x="265747" y="1217771"/>
                  </a:lnTo>
                  <a:lnTo>
                    <a:pt x="267176" y="1214438"/>
                  </a:lnTo>
                  <a:lnTo>
                    <a:pt x="269081" y="1212056"/>
                  </a:lnTo>
                  <a:lnTo>
                    <a:pt x="270510" y="1208723"/>
                  </a:lnTo>
                  <a:lnTo>
                    <a:pt x="270986" y="1205389"/>
                  </a:lnTo>
                  <a:lnTo>
                    <a:pt x="266700" y="1200626"/>
                  </a:lnTo>
                  <a:lnTo>
                    <a:pt x="260985" y="1195864"/>
                  </a:lnTo>
                  <a:lnTo>
                    <a:pt x="257175" y="1194435"/>
                  </a:lnTo>
                  <a:lnTo>
                    <a:pt x="250507" y="1190149"/>
                  </a:lnTo>
                  <a:lnTo>
                    <a:pt x="245745" y="1186815"/>
                  </a:lnTo>
                  <a:lnTo>
                    <a:pt x="248602" y="1173480"/>
                  </a:lnTo>
                  <a:lnTo>
                    <a:pt x="250507" y="1163479"/>
                  </a:lnTo>
                  <a:lnTo>
                    <a:pt x="250984" y="1161098"/>
                  </a:lnTo>
                  <a:lnTo>
                    <a:pt x="250984" y="1157288"/>
                  </a:lnTo>
                  <a:lnTo>
                    <a:pt x="244316" y="1141095"/>
                  </a:lnTo>
                  <a:lnTo>
                    <a:pt x="244792" y="1137285"/>
                  </a:lnTo>
                  <a:lnTo>
                    <a:pt x="245269" y="1133951"/>
                  </a:lnTo>
                  <a:lnTo>
                    <a:pt x="244792" y="1128236"/>
                  </a:lnTo>
                  <a:lnTo>
                    <a:pt x="244316" y="1123474"/>
                  </a:lnTo>
                  <a:lnTo>
                    <a:pt x="245269" y="1122045"/>
                  </a:lnTo>
                  <a:lnTo>
                    <a:pt x="248126" y="1119188"/>
                  </a:lnTo>
                  <a:lnTo>
                    <a:pt x="245745" y="1114901"/>
                  </a:lnTo>
                  <a:lnTo>
                    <a:pt x="245745" y="1114425"/>
                  </a:lnTo>
                  <a:lnTo>
                    <a:pt x="240982" y="1103471"/>
                  </a:lnTo>
                  <a:lnTo>
                    <a:pt x="248126" y="1092994"/>
                  </a:lnTo>
                  <a:lnTo>
                    <a:pt x="246697" y="1087279"/>
                  </a:lnTo>
                  <a:lnTo>
                    <a:pt x="250984" y="1083469"/>
                  </a:lnTo>
                  <a:lnTo>
                    <a:pt x="258603" y="1074420"/>
                  </a:lnTo>
                  <a:lnTo>
                    <a:pt x="262890" y="1069181"/>
                  </a:lnTo>
                  <a:lnTo>
                    <a:pt x="263842" y="1068229"/>
                  </a:lnTo>
                  <a:lnTo>
                    <a:pt x="267176" y="1065848"/>
                  </a:lnTo>
                  <a:lnTo>
                    <a:pt x="273844" y="1062990"/>
                  </a:lnTo>
                  <a:lnTo>
                    <a:pt x="280988" y="1061561"/>
                  </a:lnTo>
                  <a:lnTo>
                    <a:pt x="284321" y="1061561"/>
                  </a:lnTo>
                  <a:lnTo>
                    <a:pt x="297180" y="1063466"/>
                  </a:lnTo>
                  <a:lnTo>
                    <a:pt x="307181" y="1064895"/>
                  </a:lnTo>
                  <a:lnTo>
                    <a:pt x="308610" y="1063466"/>
                  </a:lnTo>
                  <a:lnTo>
                    <a:pt x="310515" y="1060609"/>
                  </a:lnTo>
                  <a:lnTo>
                    <a:pt x="313372" y="1056323"/>
                  </a:lnTo>
                  <a:lnTo>
                    <a:pt x="313372" y="1051560"/>
                  </a:lnTo>
                  <a:lnTo>
                    <a:pt x="312420" y="1044416"/>
                  </a:lnTo>
                  <a:lnTo>
                    <a:pt x="310991" y="1040130"/>
                  </a:lnTo>
                  <a:lnTo>
                    <a:pt x="303847" y="1037273"/>
                  </a:lnTo>
                  <a:lnTo>
                    <a:pt x="296227" y="1033462"/>
                  </a:lnTo>
                  <a:lnTo>
                    <a:pt x="305752" y="1021556"/>
                  </a:lnTo>
                  <a:lnTo>
                    <a:pt x="312420" y="1013460"/>
                  </a:lnTo>
                  <a:lnTo>
                    <a:pt x="320516" y="1001078"/>
                  </a:lnTo>
                  <a:lnTo>
                    <a:pt x="322897" y="995839"/>
                  </a:lnTo>
                  <a:lnTo>
                    <a:pt x="324802" y="993934"/>
                  </a:lnTo>
                  <a:lnTo>
                    <a:pt x="327184" y="974884"/>
                  </a:lnTo>
                  <a:lnTo>
                    <a:pt x="328613" y="969645"/>
                  </a:lnTo>
                  <a:lnTo>
                    <a:pt x="330041" y="966787"/>
                  </a:lnTo>
                  <a:lnTo>
                    <a:pt x="330041" y="963930"/>
                  </a:lnTo>
                  <a:lnTo>
                    <a:pt x="329089" y="959168"/>
                  </a:lnTo>
                  <a:lnTo>
                    <a:pt x="326707" y="948214"/>
                  </a:lnTo>
                  <a:lnTo>
                    <a:pt x="339566" y="946785"/>
                  </a:lnTo>
                  <a:lnTo>
                    <a:pt x="343852" y="945833"/>
                  </a:lnTo>
                  <a:lnTo>
                    <a:pt x="347663" y="944404"/>
                  </a:lnTo>
                  <a:lnTo>
                    <a:pt x="355282" y="941070"/>
                  </a:lnTo>
                  <a:lnTo>
                    <a:pt x="359092" y="938212"/>
                  </a:lnTo>
                  <a:lnTo>
                    <a:pt x="357188" y="927735"/>
                  </a:lnTo>
                  <a:lnTo>
                    <a:pt x="361950" y="924401"/>
                  </a:lnTo>
                  <a:lnTo>
                    <a:pt x="372903" y="912019"/>
                  </a:lnTo>
                  <a:lnTo>
                    <a:pt x="384810" y="900112"/>
                  </a:lnTo>
                  <a:lnTo>
                    <a:pt x="390525" y="895826"/>
                  </a:lnTo>
                  <a:lnTo>
                    <a:pt x="391001" y="893445"/>
                  </a:lnTo>
                  <a:lnTo>
                    <a:pt x="391477" y="890111"/>
                  </a:lnTo>
                  <a:lnTo>
                    <a:pt x="389096" y="884396"/>
                  </a:lnTo>
                  <a:lnTo>
                    <a:pt x="386239" y="881062"/>
                  </a:lnTo>
                  <a:lnTo>
                    <a:pt x="381000" y="874395"/>
                  </a:lnTo>
                  <a:lnTo>
                    <a:pt x="383381" y="869633"/>
                  </a:lnTo>
                  <a:lnTo>
                    <a:pt x="387191" y="868680"/>
                  </a:lnTo>
                  <a:lnTo>
                    <a:pt x="392430" y="866775"/>
                  </a:lnTo>
                  <a:lnTo>
                    <a:pt x="396240" y="862965"/>
                  </a:lnTo>
                  <a:lnTo>
                    <a:pt x="396716" y="862489"/>
                  </a:lnTo>
                  <a:lnTo>
                    <a:pt x="403384" y="847249"/>
                  </a:lnTo>
                  <a:lnTo>
                    <a:pt x="416719" y="839629"/>
                  </a:lnTo>
                  <a:lnTo>
                    <a:pt x="421957" y="835343"/>
                  </a:lnTo>
                  <a:lnTo>
                    <a:pt x="430053" y="838676"/>
                  </a:lnTo>
                  <a:lnTo>
                    <a:pt x="441960" y="843439"/>
                  </a:lnTo>
                  <a:lnTo>
                    <a:pt x="447198" y="836295"/>
                  </a:lnTo>
                  <a:lnTo>
                    <a:pt x="449103" y="833437"/>
                  </a:lnTo>
                  <a:lnTo>
                    <a:pt x="451009" y="829628"/>
                  </a:lnTo>
                  <a:lnTo>
                    <a:pt x="450532" y="822960"/>
                  </a:lnTo>
                  <a:lnTo>
                    <a:pt x="450056" y="813911"/>
                  </a:lnTo>
                  <a:lnTo>
                    <a:pt x="450532" y="810578"/>
                  </a:lnTo>
                  <a:lnTo>
                    <a:pt x="455295" y="809149"/>
                  </a:lnTo>
                  <a:lnTo>
                    <a:pt x="457676" y="808673"/>
                  </a:lnTo>
                  <a:lnTo>
                    <a:pt x="471011" y="812483"/>
                  </a:lnTo>
                  <a:lnTo>
                    <a:pt x="474345" y="812483"/>
                  </a:lnTo>
                  <a:lnTo>
                    <a:pt x="480536" y="812959"/>
                  </a:lnTo>
                  <a:lnTo>
                    <a:pt x="487680" y="814387"/>
                  </a:lnTo>
                  <a:lnTo>
                    <a:pt x="502444" y="818674"/>
                  </a:lnTo>
                  <a:lnTo>
                    <a:pt x="508635" y="820579"/>
                  </a:lnTo>
                  <a:lnTo>
                    <a:pt x="511969" y="821055"/>
                  </a:lnTo>
                  <a:lnTo>
                    <a:pt x="514826" y="819150"/>
                  </a:lnTo>
                  <a:lnTo>
                    <a:pt x="521017" y="813911"/>
                  </a:lnTo>
                  <a:lnTo>
                    <a:pt x="511969" y="810101"/>
                  </a:lnTo>
                  <a:lnTo>
                    <a:pt x="518160" y="806291"/>
                  </a:lnTo>
                  <a:lnTo>
                    <a:pt x="521494" y="802481"/>
                  </a:lnTo>
                  <a:lnTo>
                    <a:pt x="524351" y="797719"/>
                  </a:lnTo>
                  <a:lnTo>
                    <a:pt x="525303" y="792004"/>
                  </a:lnTo>
                  <a:lnTo>
                    <a:pt x="524827" y="789146"/>
                  </a:lnTo>
                  <a:lnTo>
                    <a:pt x="522922" y="787241"/>
                  </a:lnTo>
                  <a:lnTo>
                    <a:pt x="517207" y="782003"/>
                  </a:lnTo>
                  <a:lnTo>
                    <a:pt x="530066" y="781050"/>
                  </a:lnTo>
                  <a:lnTo>
                    <a:pt x="534352" y="781050"/>
                  </a:lnTo>
                  <a:lnTo>
                    <a:pt x="536257" y="779145"/>
                  </a:lnTo>
                  <a:lnTo>
                    <a:pt x="543401" y="779145"/>
                  </a:lnTo>
                  <a:lnTo>
                    <a:pt x="549592" y="781050"/>
                  </a:lnTo>
                  <a:lnTo>
                    <a:pt x="551021" y="780098"/>
                  </a:lnTo>
                  <a:lnTo>
                    <a:pt x="551973" y="778669"/>
                  </a:lnTo>
                  <a:lnTo>
                    <a:pt x="549592" y="772478"/>
                  </a:lnTo>
                  <a:lnTo>
                    <a:pt x="550069" y="771049"/>
                  </a:lnTo>
                  <a:lnTo>
                    <a:pt x="552926" y="769144"/>
                  </a:lnTo>
                  <a:lnTo>
                    <a:pt x="557213" y="767715"/>
                  </a:lnTo>
                  <a:lnTo>
                    <a:pt x="563880" y="767715"/>
                  </a:lnTo>
                  <a:lnTo>
                    <a:pt x="568166" y="767715"/>
                  </a:lnTo>
                  <a:lnTo>
                    <a:pt x="569119" y="767715"/>
                  </a:lnTo>
                  <a:lnTo>
                    <a:pt x="575786" y="774859"/>
                  </a:lnTo>
                  <a:lnTo>
                    <a:pt x="581501" y="781526"/>
                  </a:lnTo>
                  <a:lnTo>
                    <a:pt x="584359" y="784384"/>
                  </a:lnTo>
                  <a:lnTo>
                    <a:pt x="591978" y="792480"/>
                  </a:lnTo>
                  <a:lnTo>
                    <a:pt x="594836" y="797243"/>
                  </a:lnTo>
                  <a:lnTo>
                    <a:pt x="595789" y="800576"/>
                  </a:lnTo>
                  <a:lnTo>
                    <a:pt x="598646" y="800576"/>
                  </a:lnTo>
                  <a:lnTo>
                    <a:pt x="609123" y="802005"/>
                  </a:lnTo>
                  <a:lnTo>
                    <a:pt x="618172" y="803434"/>
                  </a:lnTo>
                  <a:lnTo>
                    <a:pt x="620553" y="805339"/>
                  </a:lnTo>
                  <a:lnTo>
                    <a:pt x="626745" y="804862"/>
                  </a:lnTo>
                  <a:lnTo>
                    <a:pt x="631507" y="802958"/>
                  </a:lnTo>
                  <a:lnTo>
                    <a:pt x="639603" y="801053"/>
                  </a:lnTo>
                  <a:lnTo>
                    <a:pt x="641985" y="798195"/>
                  </a:lnTo>
                  <a:lnTo>
                    <a:pt x="644842" y="795337"/>
                  </a:lnTo>
                  <a:lnTo>
                    <a:pt x="649605" y="795814"/>
                  </a:lnTo>
                  <a:lnTo>
                    <a:pt x="654844" y="798195"/>
                  </a:lnTo>
                  <a:lnTo>
                    <a:pt x="661035" y="801053"/>
                  </a:lnTo>
                  <a:lnTo>
                    <a:pt x="666273" y="802481"/>
                  </a:lnTo>
                  <a:lnTo>
                    <a:pt x="673417" y="804386"/>
                  </a:lnTo>
                  <a:lnTo>
                    <a:pt x="676751" y="807244"/>
                  </a:lnTo>
                  <a:lnTo>
                    <a:pt x="681514" y="808196"/>
                  </a:lnTo>
                  <a:lnTo>
                    <a:pt x="686276" y="805339"/>
                  </a:lnTo>
                  <a:lnTo>
                    <a:pt x="689134" y="797719"/>
                  </a:lnTo>
                  <a:lnTo>
                    <a:pt x="691515" y="794385"/>
                  </a:lnTo>
                  <a:lnTo>
                    <a:pt x="695325" y="792004"/>
                  </a:lnTo>
                  <a:lnTo>
                    <a:pt x="699611" y="791051"/>
                  </a:lnTo>
                  <a:lnTo>
                    <a:pt x="702945" y="790575"/>
                  </a:lnTo>
                  <a:lnTo>
                    <a:pt x="705326" y="788670"/>
                  </a:lnTo>
                  <a:lnTo>
                    <a:pt x="708660" y="784384"/>
                  </a:lnTo>
                  <a:lnTo>
                    <a:pt x="709136" y="779145"/>
                  </a:lnTo>
                  <a:lnTo>
                    <a:pt x="708660" y="770096"/>
                  </a:lnTo>
                  <a:lnTo>
                    <a:pt x="709136" y="767239"/>
                  </a:lnTo>
                  <a:lnTo>
                    <a:pt x="711994" y="762000"/>
                  </a:lnTo>
                  <a:lnTo>
                    <a:pt x="715803" y="748665"/>
                  </a:lnTo>
                  <a:lnTo>
                    <a:pt x="717709" y="744855"/>
                  </a:lnTo>
                  <a:lnTo>
                    <a:pt x="719614" y="742474"/>
                  </a:lnTo>
                  <a:lnTo>
                    <a:pt x="722471" y="741045"/>
                  </a:lnTo>
                  <a:lnTo>
                    <a:pt x="727710" y="736759"/>
                  </a:lnTo>
                  <a:lnTo>
                    <a:pt x="735330" y="728662"/>
                  </a:lnTo>
                  <a:lnTo>
                    <a:pt x="737235" y="728186"/>
                  </a:lnTo>
                  <a:lnTo>
                    <a:pt x="742473" y="727710"/>
                  </a:lnTo>
                  <a:lnTo>
                    <a:pt x="749141" y="728186"/>
                  </a:lnTo>
                  <a:lnTo>
                    <a:pt x="754856" y="729615"/>
                  </a:lnTo>
                  <a:lnTo>
                    <a:pt x="755332" y="729615"/>
                  </a:lnTo>
                  <a:lnTo>
                    <a:pt x="758190" y="728662"/>
                  </a:lnTo>
                  <a:lnTo>
                    <a:pt x="762952" y="726281"/>
                  </a:lnTo>
                  <a:lnTo>
                    <a:pt x="771048" y="721519"/>
                  </a:lnTo>
                  <a:lnTo>
                    <a:pt x="776288" y="720090"/>
                  </a:lnTo>
                  <a:lnTo>
                    <a:pt x="781050" y="720090"/>
                  </a:lnTo>
                  <a:lnTo>
                    <a:pt x="786289" y="725329"/>
                  </a:lnTo>
                  <a:lnTo>
                    <a:pt x="793909" y="731520"/>
                  </a:lnTo>
                  <a:lnTo>
                    <a:pt x="798671" y="734378"/>
                  </a:lnTo>
                  <a:lnTo>
                    <a:pt x="812006" y="740093"/>
                  </a:lnTo>
                  <a:lnTo>
                    <a:pt x="823436" y="743903"/>
                  </a:lnTo>
                  <a:lnTo>
                    <a:pt x="830103" y="755809"/>
                  </a:lnTo>
                  <a:lnTo>
                    <a:pt x="826770" y="760571"/>
                  </a:lnTo>
                  <a:lnTo>
                    <a:pt x="825341" y="762000"/>
                  </a:lnTo>
                  <a:lnTo>
                    <a:pt x="819626" y="766762"/>
                  </a:lnTo>
                  <a:lnTo>
                    <a:pt x="813435" y="773430"/>
                  </a:lnTo>
                  <a:lnTo>
                    <a:pt x="812959" y="776764"/>
                  </a:lnTo>
                  <a:lnTo>
                    <a:pt x="814864" y="780098"/>
                  </a:lnTo>
                  <a:lnTo>
                    <a:pt x="817245" y="782479"/>
                  </a:lnTo>
                  <a:lnTo>
                    <a:pt x="822484" y="781050"/>
                  </a:lnTo>
                  <a:lnTo>
                    <a:pt x="824389" y="779621"/>
                  </a:lnTo>
                  <a:lnTo>
                    <a:pt x="825817" y="778193"/>
                  </a:lnTo>
                  <a:lnTo>
                    <a:pt x="830580" y="767715"/>
                  </a:lnTo>
                  <a:lnTo>
                    <a:pt x="832009" y="766286"/>
                  </a:lnTo>
                  <a:lnTo>
                    <a:pt x="847248" y="762476"/>
                  </a:lnTo>
                  <a:lnTo>
                    <a:pt x="852964" y="760571"/>
                  </a:lnTo>
                  <a:lnTo>
                    <a:pt x="856297" y="758190"/>
                  </a:lnTo>
                  <a:lnTo>
                    <a:pt x="857726" y="756285"/>
                  </a:lnTo>
                  <a:lnTo>
                    <a:pt x="858678" y="753904"/>
                  </a:lnTo>
                  <a:lnTo>
                    <a:pt x="859631" y="751523"/>
                  </a:lnTo>
                  <a:lnTo>
                    <a:pt x="860107" y="749141"/>
                  </a:lnTo>
                  <a:lnTo>
                    <a:pt x="858678" y="746284"/>
                  </a:lnTo>
                  <a:lnTo>
                    <a:pt x="859155" y="745808"/>
                  </a:lnTo>
                  <a:lnTo>
                    <a:pt x="860584" y="745808"/>
                  </a:lnTo>
                  <a:lnTo>
                    <a:pt x="865822" y="748665"/>
                  </a:lnTo>
                  <a:lnTo>
                    <a:pt x="873919" y="751999"/>
                  </a:lnTo>
                  <a:lnTo>
                    <a:pt x="879634" y="752475"/>
                  </a:lnTo>
                  <a:lnTo>
                    <a:pt x="882015" y="751999"/>
                  </a:lnTo>
                  <a:lnTo>
                    <a:pt x="883444" y="750570"/>
                  </a:lnTo>
                  <a:lnTo>
                    <a:pt x="884396" y="747712"/>
                  </a:lnTo>
                  <a:lnTo>
                    <a:pt x="884396" y="744855"/>
                  </a:lnTo>
                  <a:lnTo>
                    <a:pt x="882491" y="736759"/>
                  </a:lnTo>
                  <a:lnTo>
                    <a:pt x="877252" y="735806"/>
                  </a:lnTo>
                  <a:lnTo>
                    <a:pt x="872966" y="736283"/>
                  </a:lnTo>
                  <a:lnTo>
                    <a:pt x="869156" y="735806"/>
                  </a:lnTo>
                  <a:lnTo>
                    <a:pt x="867251" y="740093"/>
                  </a:lnTo>
                  <a:lnTo>
                    <a:pt x="866298" y="739616"/>
                  </a:lnTo>
                  <a:lnTo>
                    <a:pt x="864870" y="733425"/>
                  </a:lnTo>
                  <a:lnTo>
                    <a:pt x="861060" y="731996"/>
                  </a:lnTo>
                  <a:lnTo>
                    <a:pt x="859155" y="733425"/>
                  </a:lnTo>
                  <a:lnTo>
                    <a:pt x="858202" y="739140"/>
                  </a:lnTo>
                  <a:lnTo>
                    <a:pt x="855821" y="741045"/>
                  </a:lnTo>
                  <a:lnTo>
                    <a:pt x="852488" y="740093"/>
                  </a:lnTo>
                  <a:lnTo>
                    <a:pt x="845820" y="740569"/>
                  </a:lnTo>
                  <a:lnTo>
                    <a:pt x="842486" y="739616"/>
                  </a:lnTo>
                  <a:lnTo>
                    <a:pt x="840581" y="737711"/>
                  </a:lnTo>
                  <a:lnTo>
                    <a:pt x="840105" y="735330"/>
                  </a:lnTo>
                  <a:lnTo>
                    <a:pt x="840105" y="731996"/>
                  </a:lnTo>
                  <a:lnTo>
                    <a:pt x="841057" y="727710"/>
                  </a:lnTo>
                  <a:lnTo>
                    <a:pt x="839628" y="725805"/>
                  </a:lnTo>
                  <a:lnTo>
                    <a:pt x="812482" y="718661"/>
                  </a:lnTo>
                  <a:lnTo>
                    <a:pt x="811530" y="715328"/>
                  </a:lnTo>
                  <a:lnTo>
                    <a:pt x="850582" y="718185"/>
                  </a:lnTo>
                  <a:lnTo>
                    <a:pt x="862013" y="716280"/>
                  </a:lnTo>
                  <a:lnTo>
                    <a:pt x="869156" y="711994"/>
                  </a:lnTo>
                  <a:lnTo>
                    <a:pt x="885348" y="707231"/>
                  </a:lnTo>
                  <a:lnTo>
                    <a:pt x="885825" y="702945"/>
                  </a:lnTo>
                  <a:lnTo>
                    <a:pt x="884872" y="699611"/>
                  </a:lnTo>
                  <a:lnTo>
                    <a:pt x="870109" y="688658"/>
                  </a:lnTo>
                  <a:close/>
                  <a:moveTo>
                    <a:pt x="314325" y="827723"/>
                  </a:moveTo>
                  <a:lnTo>
                    <a:pt x="317659" y="828675"/>
                  </a:lnTo>
                  <a:lnTo>
                    <a:pt x="327184" y="827723"/>
                  </a:lnTo>
                  <a:lnTo>
                    <a:pt x="337185" y="821531"/>
                  </a:lnTo>
                  <a:lnTo>
                    <a:pt x="340995" y="822960"/>
                  </a:lnTo>
                  <a:lnTo>
                    <a:pt x="342900" y="822484"/>
                  </a:lnTo>
                  <a:lnTo>
                    <a:pt x="345757" y="821055"/>
                  </a:lnTo>
                  <a:lnTo>
                    <a:pt x="349091" y="817245"/>
                  </a:lnTo>
                  <a:lnTo>
                    <a:pt x="350996" y="816769"/>
                  </a:lnTo>
                  <a:lnTo>
                    <a:pt x="350996" y="820103"/>
                  </a:lnTo>
                  <a:lnTo>
                    <a:pt x="354330" y="821055"/>
                  </a:lnTo>
                  <a:lnTo>
                    <a:pt x="362902" y="818674"/>
                  </a:lnTo>
                  <a:lnTo>
                    <a:pt x="365760" y="815340"/>
                  </a:lnTo>
                  <a:lnTo>
                    <a:pt x="368141" y="815340"/>
                  </a:lnTo>
                  <a:lnTo>
                    <a:pt x="369570" y="816293"/>
                  </a:lnTo>
                  <a:lnTo>
                    <a:pt x="370998" y="816769"/>
                  </a:lnTo>
                  <a:lnTo>
                    <a:pt x="372903" y="815816"/>
                  </a:lnTo>
                  <a:lnTo>
                    <a:pt x="375285" y="812006"/>
                  </a:lnTo>
                  <a:lnTo>
                    <a:pt x="380047" y="807720"/>
                  </a:lnTo>
                  <a:lnTo>
                    <a:pt x="384810" y="805815"/>
                  </a:lnTo>
                  <a:lnTo>
                    <a:pt x="391001" y="802005"/>
                  </a:lnTo>
                  <a:lnTo>
                    <a:pt x="391953" y="797243"/>
                  </a:lnTo>
                  <a:lnTo>
                    <a:pt x="389572" y="792004"/>
                  </a:lnTo>
                  <a:lnTo>
                    <a:pt x="387667" y="789623"/>
                  </a:lnTo>
                  <a:lnTo>
                    <a:pt x="384334" y="787718"/>
                  </a:lnTo>
                  <a:lnTo>
                    <a:pt x="382428" y="788194"/>
                  </a:lnTo>
                  <a:lnTo>
                    <a:pt x="381000" y="789146"/>
                  </a:lnTo>
                  <a:lnTo>
                    <a:pt x="378619" y="789623"/>
                  </a:lnTo>
                  <a:lnTo>
                    <a:pt x="377666" y="792004"/>
                  </a:lnTo>
                  <a:lnTo>
                    <a:pt x="377666" y="795337"/>
                  </a:lnTo>
                  <a:lnTo>
                    <a:pt x="375761" y="797243"/>
                  </a:lnTo>
                  <a:lnTo>
                    <a:pt x="375285" y="799148"/>
                  </a:lnTo>
                  <a:lnTo>
                    <a:pt x="370046" y="801053"/>
                  </a:lnTo>
                  <a:lnTo>
                    <a:pt x="365284" y="806768"/>
                  </a:lnTo>
                  <a:lnTo>
                    <a:pt x="364807" y="806291"/>
                  </a:lnTo>
                  <a:lnTo>
                    <a:pt x="365760" y="802958"/>
                  </a:lnTo>
                  <a:lnTo>
                    <a:pt x="370522" y="796290"/>
                  </a:lnTo>
                  <a:lnTo>
                    <a:pt x="370522" y="791051"/>
                  </a:lnTo>
                  <a:lnTo>
                    <a:pt x="370046" y="785812"/>
                  </a:lnTo>
                  <a:lnTo>
                    <a:pt x="367665" y="782479"/>
                  </a:lnTo>
                  <a:lnTo>
                    <a:pt x="366713" y="778669"/>
                  </a:lnTo>
                  <a:lnTo>
                    <a:pt x="372903" y="773430"/>
                  </a:lnTo>
                  <a:lnTo>
                    <a:pt x="377190" y="767239"/>
                  </a:lnTo>
                  <a:lnTo>
                    <a:pt x="377666" y="763905"/>
                  </a:lnTo>
                  <a:lnTo>
                    <a:pt x="374809" y="762000"/>
                  </a:lnTo>
                  <a:lnTo>
                    <a:pt x="371951" y="762000"/>
                  </a:lnTo>
                  <a:lnTo>
                    <a:pt x="369570" y="763429"/>
                  </a:lnTo>
                  <a:lnTo>
                    <a:pt x="364331" y="769620"/>
                  </a:lnTo>
                  <a:lnTo>
                    <a:pt x="360997" y="772001"/>
                  </a:lnTo>
                  <a:lnTo>
                    <a:pt x="355282" y="777240"/>
                  </a:lnTo>
                  <a:lnTo>
                    <a:pt x="353853" y="781050"/>
                  </a:lnTo>
                  <a:lnTo>
                    <a:pt x="353853" y="784384"/>
                  </a:lnTo>
                  <a:lnTo>
                    <a:pt x="356711" y="784860"/>
                  </a:lnTo>
                  <a:lnTo>
                    <a:pt x="358140" y="787241"/>
                  </a:lnTo>
                  <a:lnTo>
                    <a:pt x="355759" y="791051"/>
                  </a:lnTo>
                  <a:lnTo>
                    <a:pt x="353377" y="802005"/>
                  </a:lnTo>
                  <a:lnTo>
                    <a:pt x="342423" y="812483"/>
                  </a:lnTo>
                  <a:lnTo>
                    <a:pt x="325278" y="814864"/>
                  </a:lnTo>
                  <a:lnTo>
                    <a:pt x="320040" y="818198"/>
                  </a:lnTo>
                  <a:lnTo>
                    <a:pt x="313848" y="822960"/>
                  </a:lnTo>
                  <a:lnTo>
                    <a:pt x="314325" y="827723"/>
                  </a:lnTo>
                  <a:close/>
                  <a:moveTo>
                    <a:pt x="844391" y="726281"/>
                  </a:moveTo>
                  <a:lnTo>
                    <a:pt x="842486" y="731044"/>
                  </a:lnTo>
                  <a:lnTo>
                    <a:pt x="841057" y="733425"/>
                  </a:lnTo>
                  <a:lnTo>
                    <a:pt x="842010" y="734854"/>
                  </a:lnTo>
                  <a:lnTo>
                    <a:pt x="848677" y="732949"/>
                  </a:lnTo>
                  <a:lnTo>
                    <a:pt x="852011" y="730568"/>
                  </a:lnTo>
                  <a:lnTo>
                    <a:pt x="850106" y="728662"/>
                  </a:lnTo>
                  <a:lnTo>
                    <a:pt x="847248" y="726758"/>
                  </a:lnTo>
                  <a:lnTo>
                    <a:pt x="844391" y="726281"/>
                  </a:lnTo>
                  <a:close/>
                  <a:moveTo>
                    <a:pt x="196215" y="138113"/>
                  </a:moveTo>
                  <a:lnTo>
                    <a:pt x="198120" y="141446"/>
                  </a:lnTo>
                  <a:lnTo>
                    <a:pt x="207645" y="154781"/>
                  </a:lnTo>
                  <a:lnTo>
                    <a:pt x="210502" y="156210"/>
                  </a:lnTo>
                  <a:lnTo>
                    <a:pt x="216217" y="156210"/>
                  </a:lnTo>
                  <a:lnTo>
                    <a:pt x="223361" y="160020"/>
                  </a:lnTo>
                  <a:lnTo>
                    <a:pt x="229076" y="164306"/>
                  </a:lnTo>
                  <a:lnTo>
                    <a:pt x="236220" y="171926"/>
                  </a:lnTo>
                  <a:lnTo>
                    <a:pt x="241459" y="171450"/>
                  </a:lnTo>
                  <a:lnTo>
                    <a:pt x="239553" y="166211"/>
                  </a:lnTo>
                  <a:lnTo>
                    <a:pt x="235267" y="160972"/>
                  </a:lnTo>
                  <a:lnTo>
                    <a:pt x="233839" y="158591"/>
                  </a:lnTo>
                  <a:lnTo>
                    <a:pt x="231934" y="156686"/>
                  </a:lnTo>
                  <a:lnTo>
                    <a:pt x="224790" y="153829"/>
                  </a:lnTo>
                  <a:lnTo>
                    <a:pt x="218122" y="148590"/>
                  </a:lnTo>
                  <a:lnTo>
                    <a:pt x="212407" y="149066"/>
                  </a:lnTo>
                  <a:lnTo>
                    <a:pt x="211931" y="143827"/>
                  </a:lnTo>
                  <a:lnTo>
                    <a:pt x="208597" y="141446"/>
                  </a:lnTo>
                  <a:lnTo>
                    <a:pt x="206216" y="138113"/>
                  </a:lnTo>
                  <a:lnTo>
                    <a:pt x="208597" y="135255"/>
                  </a:lnTo>
                  <a:lnTo>
                    <a:pt x="207645" y="132874"/>
                  </a:lnTo>
                  <a:lnTo>
                    <a:pt x="201930" y="125730"/>
                  </a:lnTo>
                  <a:lnTo>
                    <a:pt x="195739" y="122872"/>
                  </a:lnTo>
                  <a:lnTo>
                    <a:pt x="188595" y="121920"/>
                  </a:lnTo>
                  <a:lnTo>
                    <a:pt x="188595" y="126682"/>
                  </a:lnTo>
                  <a:lnTo>
                    <a:pt x="190976" y="132874"/>
                  </a:lnTo>
                  <a:lnTo>
                    <a:pt x="196215" y="138113"/>
                  </a:lnTo>
                  <a:close/>
                </a:path>
              </a:pathLst>
            </a:custGeom>
            <a:grpFill/>
            <a:ln w="317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55EB3E5D-8DD9-4456-AE81-6212C4BD271F}"/>
                </a:ext>
              </a:extLst>
            </p:cNvPr>
            <p:cNvSpPr/>
            <p:nvPr/>
          </p:nvSpPr>
          <p:spPr>
            <a:xfrm>
              <a:off x="5833586" y="2306002"/>
              <a:ext cx="130968" cy="121443"/>
            </a:xfrm>
            <a:custGeom>
              <a:avLst/>
              <a:gdLst>
                <a:gd name="connsiteX0" fmla="*/ 130969 w 130968"/>
                <a:gd name="connsiteY0" fmla="*/ 7620 h 121443"/>
                <a:gd name="connsiteX1" fmla="*/ 126206 w 130968"/>
                <a:gd name="connsiteY1" fmla="*/ 6667 h 121443"/>
                <a:gd name="connsiteX2" fmla="*/ 123349 w 130968"/>
                <a:gd name="connsiteY2" fmla="*/ 5239 h 121443"/>
                <a:gd name="connsiteX3" fmla="*/ 121444 w 130968"/>
                <a:gd name="connsiteY3" fmla="*/ 2857 h 121443"/>
                <a:gd name="connsiteX4" fmla="*/ 118110 w 130968"/>
                <a:gd name="connsiteY4" fmla="*/ 0 h 121443"/>
                <a:gd name="connsiteX5" fmla="*/ 109538 w 130968"/>
                <a:gd name="connsiteY5" fmla="*/ 476 h 121443"/>
                <a:gd name="connsiteX6" fmla="*/ 102394 w 130968"/>
                <a:gd name="connsiteY6" fmla="*/ 1429 h 121443"/>
                <a:gd name="connsiteX7" fmla="*/ 92393 w 130968"/>
                <a:gd name="connsiteY7" fmla="*/ 1905 h 121443"/>
                <a:gd name="connsiteX8" fmla="*/ 86201 w 130968"/>
                <a:gd name="connsiteY8" fmla="*/ 3334 h 121443"/>
                <a:gd name="connsiteX9" fmla="*/ 74771 w 130968"/>
                <a:gd name="connsiteY9" fmla="*/ 8096 h 121443"/>
                <a:gd name="connsiteX10" fmla="*/ 71914 w 130968"/>
                <a:gd name="connsiteY10" fmla="*/ 10477 h 121443"/>
                <a:gd name="connsiteX11" fmla="*/ 69056 w 130968"/>
                <a:gd name="connsiteY11" fmla="*/ 15716 h 121443"/>
                <a:gd name="connsiteX12" fmla="*/ 59055 w 130968"/>
                <a:gd name="connsiteY12" fmla="*/ 21907 h 121443"/>
                <a:gd name="connsiteX13" fmla="*/ 53340 w 130968"/>
                <a:gd name="connsiteY13" fmla="*/ 24289 h 121443"/>
                <a:gd name="connsiteX14" fmla="*/ 51911 w 130968"/>
                <a:gd name="connsiteY14" fmla="*/ 23336 h 121443"/>
                <a:gd name="connsiteX15" fmla="*/ 49530 w 130968"/>
                <a:gd name="connsiteY15" fmla="*/ 22860 h 121443"/>
                <a:gd name="connsiteX16" fmla="*/ 47625 w 130968"/>
                <a:gd name="connsiteY16" fmla="*/ 26194 h 121443"/>
                <a:gd name="connsiteX17" fmla="*/ 46672 w 130968"/>
                <a:gd name="connsiteY17" fmla="*/ 29051 h 121443"/>
                <a:gd name="connsiteX18" fmla="*/ 42863 w 130968"/>
                <a:gd name="connsiteY18" fmla="*/ 45720 h 121443"/>
                <a:gd name="connsiteX19" fmla="*/ 40005 w 130968"/>
                <a:gd name="connsiteY19" fmla="*/ 51911 h 121443"/>
                <a:gd name="connsiteX20" fmla="*/ 36195 w 130968"/>
                <a:gd name="connsiteY20" fmla="*/ 57150 h 121443"/>
                <a:gd name="connsiteX21" fmla="*/ 30480 w 130968"/>
                <a:gd name="connsiteY21" fmla="*/ 63341 h 121443"/>
                <a:gd name="connsiteX22" fmla="*/ 27622 w 130968"/>
                <a:gd name="connsiteY22" fmla="*/ 65246 h 121443"/>
                <a:gd name="connsiteX23" fmla="*/ 26194 w 130968"/>
                <a:gd name="connsiteY23" fmla="*/ 66199 h 121443"/>
                <a:gd name="connsiteX24" fmla="*/ 24289 w 130968"/>
                <a:gd name="connsiteY24" fmla="*/ 69056 h 121443"/>
                <a:gd name="connsiteX25" fmla="*/ 22860 w 130968"/>
                <a:gd name="connsiteY25" fmla="*/ 72866 h 121443"/>
                <a:gd name="connsiteX26" fmla="*/ 21907 w 130968"/>
                <a:gd name="connsiteY26" fmla="*/ 74771 h 121443"/>
                <a:gd name="connsiteX27" fmla="*/ 28099 w 130968"/>
                <a:gd name="connsiteY27" fmla="*/ 80963 h 121443"/>
                <a:gd name="connsiteX28" fmla="*/ 29051 w 130968"/>
                <a:gd name="connsiteY28" fmla="*/ 82867 h 121443"/>
                <a:gd name="connsiteX29" fmla="*/ 30003 w 130968"/>
                <a:gd name="connsiteY29" fmla="*/ 83820 h 121443"/>
                <a:gd name="connsiteX30" fmla="*/ 23813 w 130968"/>
                <a:gd name="connsiteY30" fmla="*/ 84296 h 121443"/>
                <a:gd name="connsiteX31" fmla="*/ 26194 w 130968"/>
                <a:gd name="connsiteY31" fmla="*/ 86201 h 121443"/>
                <a:gd name="connsiteX32" fmla="*/ 29527 w 130968"/>
                <a:gd name="connsiteY32" fmla="*/ 87630 h 121443"/>
                <a:gd name="connsiteX33" fmla="*/ 31909 w 130968"/>
                <a:gd name="connsiteY33" fmla="*/ 88106 h 121443"/>
                <a:gd name="connsiteX34" fmla="*/ 32861 w 130968"/>
                <a:gd name="connsiteY34" fmla="*/ 89535 h 121443"/>
                <a:gd name="connsiteX35" fmla="*/ 30480 w 130968"/>
                <a:gd name="connsiteY35" fmla="*/ 90011 h 121443"/>
                <a:gd name="connsiteX36" fmla="*/ 28099 w 130968"/>
                <a:gd name="connsiteY36" fmla="*/ 90011 h 121443"/>
                <a:gd name="connsiteX37" fmla="*/ 19526 w 130968"/>
                <a:gd name="connsiteY37" fmla="*/ 84772 h 121443"/>
                <a:gd name="connsiteX38" fmla="*/ 14764 w 130968"/>
                <a:gd name="connsiteY38" fmla="*/ 83820 h 121443"/>
                <a:gd name="connsiteX39" fmla="*/ 8096 w 130968"/>
                <a:gd name="connsiteY39" fmla="*/ 84296 h 121443"/>
                <a:gd name="connsiteX40" fmla="*/ 6668 w 130968"/>
                <a:gd name="connsiteY40" fmla="*/ 84772 h 121443"/>
                <a:gd name="connsiteX41" fmla="*/ 4763 w 130968"/>
                <a:gd name="connsiteY41" fmla="*/ 86201 h 121443"/>
                <a:gd name="connsiteX42" fmla="*/ 7144 w 130968"/>
                <a:gd name="connsiteY42" fmla="*/ 88582 h 121443"/>
                <a:gd name="connsiteX43" fmla="*/ 9525 w 130968"/>
                <a:gd name="connsiteY43" fmla="*/ 90011 h 121443"/>
                <a:gd name="connsiteX44" fmla="*/ 13335 w 130968"/>
                <a:gd name="connsiteY44" fmla="*/ 90011 h 121443"/>
                <a:gd name="connsiteX45" fmla="*/ 17621 w 130968"/>
                <a:gd name="connsiteY45" fmla="*/ 91916 h 121443"/>
                <a:gd name="connsiteX46" fmla="*/ 23813 w 130968"/>
                <a:gd name="connsiteY46" fmla="*/ 90488 h 121443"/>
                <a:gd name="connsiteX47" fmla="*/ 28099 w 130968"/>
                <a:gd name="connsiteY47" fmla="*/ 92392 h 121443"/>
                <a:gd name="connsiteX48" fmla="*/ 30956 w 130968"/>
                <a:gd name="connsiteY48" fmla="*/ 92869 h 121443"/>
                <a:gd name="connsiteX49" fmla="*/ 33814 w 130968"/>
                <a:gd name="connsiteY49" fmla="*/ 93821 h 121443"/>
                <a:gd name="connsiteX50" fmla="*/ 36195 w 130968"/>
                <a:gd name="connsiteY50" fmla="*/ 94297 h 121443"/>
                <a:gd name="connsiteX51" fmla="*/ 37147 w 130968"/>
                <a:gd name="connsiteY51" fmla="*/ 93821 h 121443"/>
                <a:gd name="connsiteX52" fmla="*/ 36671 w 130968"/>
                <a:gd name="connsiteY52" fmla="*/ 90964 h 121443"/>
                <a:gd name="connsiteX53" fmla="*/ 38576 w 130968"/>
                <a:gd name="connsiteY53" fmla="*/ 89535 h 121443"/>
                <a:gd name="connsiteX54" fmla="*/ 40481 w 130968"/>
                <a:gd name="connsiteY54" fmla="*/ 89059 h 121443"/>
                <a:gd name="connsiteX55" fmla="*/ 41434 w 130968"/>
                <a:gd name="connsiteY55" fmla="*/ 90011 h 121443"/>
                <a:gd name="connsiteX56" fmla="*/ 43339 w 130968"/>
                <a:gd name="connsiteY56" fmla="*/ 91440 h 121443"/>
                <a:gd name="connsiteX57" fmla="*/ 44768 w 130968"/>
                <a:gd name="connsiteY57" fmla="*/ 91440 h 121443"/>
                <a:gd name="connsiteX58" fmla="*/ 49053 w 130968"/>
                <a:gd name="connsiteY58" fmla="*/ 88106 h 121443"/>
                <a:gd name="connsiteX59" fmla="*/ 50006 w 130968"/>
                <a:gd name="connsiteY59" fmla="*/ 88582 h 121443"/>
                <a:gd name="connsiteX60" fmla="*/ 50959 w 130968"/>
                <a:gd name="connsiteY60" fmla="*/ 89535 h 121443"/>
                <a:gd name="connsiteX61" fmla="*/ 50959 w 130968"/>
                <a:gd name="connsiteY61" fmla="*/ 90488 h 121443"/>
                <a:gd name="connsiteX62" fmla="*/ 50959 w 130968"/>
                <a:gd name="connsiteY62" fmla="*/ 91440 h 121443"/>
                <a:gd name="connsiteX63" fmla="*/ 51911 w 130968"/>
                <a:gd name="connsiteY63" fmla="*/ 91916 h 121443"/>
                <a:gd name="connsiteX64" fmla="*/ 55245 w 130968"/>
                <a:gd name="connsiteY64" fmla="*/ 91916 h 121443"/>
                <a:gd name="connsiteX65" fmla="*/ 56674 w 130968"/>
                <a:gd name="connsiteY65" fmla="*/ 90011 h 121443"/>
                <a:gd name="connsiteX66" fmla="*/ 58102 w 130968"/>
                <a:gd name="connsiteY66" fmla="*/ 89059 h 121443"/>
                <a:gd name="connsiteX67" fmla="*/ 59055 w 130968"/>
                <a:gd name="connsiteY67" fmla="*/ 89535 h 121443"/>
                <a:gd name="connsiteX68" fmla="*/ 59531 w 130968"/>
                <a:gd name="connsiteY68" fmla="*/ 91440 h 121443"/>
                <a:gd name="connsiteX69" fmla="*/ 60484 w 130968"/>
                <a:gd name="connsiteY69" fmla="*/ 94297 h 121443"/>
                <a:gd name="connsiteX70" fmla="*/ 64294 w 130968"/>
                <a:gd name="connsiteY70" fmla="*/ 97155 h 121443"/>
                <a:gd name="connsiteX71" fmla="*/ 67627 w 130968"/>
                <a:gd name="connsiteY71" fmla="*/ 98107 h 121443"/>
                <a:gd name="connsiteX72" fmla="*/ 71438 w 130968"/>
                <a:gd name="connsiteY72" fmla="*/ 97631 h 121443"/>
                <a:gd name="connsiteX73" fmla="*/ 72866 w 130968"/>
                <a:gd name="connsiteY73" fmla="*/ 97155 h 121443"/>
                <a:gd name="connsiteX74" fmla="*/ 73819 w 130968"/>
                <a:gd name="connsiteY74" fmla="*/ 97631 h 121443"/>
                <a:gd name="connsiteX75" fmla="*/ 74771 w 130968"/>
                <a:gd name="connsiteY75" fmla="*/ 99060 h 121443"/>
                <a:gd name="connsiteX76" fmla="*/ 77152 w 130968"/>
                <a:gd name="connsiteY76" fmla="*/ 100965 h 121443"/>
                <a:gd name="connsiteX77" fmla="*/ 81915 w 130968"/>
                <a:gd name="connsiteY77" fmla="*/ 102394 h 121443"/>
                <a:gd name="connsiteX78" fmla="*/ 83344 w 130968"/>
                <a:gd name="connsiteY78" fmla="*/ 103346 h 121443"/>
                <a:gd name="connsiteX79" fmla="*/ 84296 w 130968"/>
                <a:gd name="connsiteY79" fmla="*/ 104775 h 121443"/>
                <a:gd name="connsiteX80" fmla="*/ 83820 w 130968"/>
                <a:gd name="connsiteY80" fmla="*/ 106680 h 121443"/>
                <a:gd name="connsiteX81" fmla="*/ 81439 w 130968"/>
                <a:gd name="connsiteY81" fmla="*/ 110966 h 121443"/>
                <a:gd name="connsiteX82" fmla="*/ 80963 w 130968"/>
                <a:gd name="connsiteY82" fmla="*/ 112395 h 121443"/>
                <a:gd name="connsiteX83" fmla="*/ 81439 w 130968"/>
                <a:gd name="connsiteY83" fmla="*/ 112871 h 121443"/>
                <a:gd name="connsiteX84" fmla="*/ 80963 w 130968"/>
                <a:gd name="connsiteY84" fmla="*/ 113824 h 121443"/>
                <a:gd name="connsiteX85" fmla="*/ 78105 w 130968"/>
                <a:gd name="connsiteY85" fmla="*/ 116681 h 121443"/>
                <a:gd name="connsiteX86" fmla="*/ 77628 w 130968"/>
                <a:gd name="connsiteY86" fmla="*/ 117634 h 121443"/>
                <a:gd name="connsiteX87" fmla="*/ 78581 w 130968"/>
                <a:gd name="connsiteY87" fmla="*/ 119539 h 121443"/>
                <a:gd name="connsiteX88" fmla="*/ 79534 w 130968"/>
                <a:gd name="connsiteY88" fmla="*/ 120967 h 121443"/>
                <a:gd name="connsiteX89" fmla="*/ 79534 w 130968"/>
                <a:gd name="connsiteY89" fmla="*/ 120967 h 121443"/>
                <a:gd name="connsiteX90" fmla="*/ 81439 w 130968"/>
                <a:gd name="connsiteY90" fmla="*/ 121444 h 121443"/>
                <a:gd name="connsiteX91" fmla="*/ 83344 w 130968"/>
                <a:gd name="connsiteY91" fmla="*/ 121444 h 121443"/>
                <a:gd name="connsiteX92" fmla="*/ 86677 w 130968"/>
                <a:gd name="connsiteY92" fmla="*/ 121444 h 121443"/>
                <a:gd name="connsiteX93" fmla="*/ 90011 w 130968"/>
                <a:gd name="connsiteY93" fmla="*/ 121444 h 121443"/>
                <a:gd name="connsiteX94" fmla="*/ 91916 w 130968"/>
                <a:gd name="connsiteY94" fmla="*/ 114776 h 121443"/>
                <a:gd name="connsiteX95" fmla="*/ 90488 w 130968"/>
                <a:gd name="connsiteY95" fmla="*/ 112871 h 121443"/>
                <a:gd name="connsiteX96" fmla="*/ 88582 w 130968"/>
                <a:gd name="connsiteY96" fmla="*/ 111919 h 121443"/>
                <a:gd name="connsiteX97" fmla="*/ 86677 w 130968"/>
                <a:gd name="connsiteY97" fmla="*/ 111442 h 121443"/>
                <a:gd name="connsiteX98" fmla="*/ 85725 w 130968"/>
                <a:gd name="connsiteY98" fmla="*/ 110490 h 121443"/>
                <a:gd name="connsiteX99" fmla="*/ 85249 w 130968"/>
                <a:gd name="connsiteY99" fmla="*/ 109538 h 121443"/>
                <a:gd name="connsiteX100" fmla="*/ 85725 w 130968"/>
                <a:gd name="connsiteY100" fmla="*/ 109061 h 121443"/>
                <a:gd name="connsiteX101" fmla="*/ 88106 w 130968"/>
                <a:gd name="connsiteY101" fmla="*/ 109061 h 121443"/>
                <a:gd name="connsiteX102" fmla="*/ 89059 w 130968"/>
                <a:gd name="connsiteY102" fmla="*/ 108585 h 121443"/>
                <a:gd name="connsiteX103" fmla="*/ 94774 w 130968"/>
                <a:gd name="connsiteY103" fmla="*/ 104299 h 121443"/>
                <a:gd name="connsiteX104" fmla="*/ 94774 w 130968"/>
                <a:gd name="connsiteY104" fmla="*/ 103346 h 121443"/>
                <a:gd name="connsiteX105" fmla="*/ 93821 w 130968"/>
                <a:gd name="connsiteY105" fmla="*/ 102870 h 121443"/>
                <a:gd name="connsiteX106" fmla="*/ 92869 w 130968"/>
                <a:gd name="connsiteY106" fmla="*/ 102394 h 121443"/>
                <a:gd name="connsiteX107" fmla="*/ 92393 w 130968"/>
                <a:gd name="connsiteY107" fmla="*/ 101441 h 121443"/>
                <a:gd name="connsiteX108" fmla="*/ 92393 w 130968"/>
                <a:gd name="connsiteY108" fmla="*/ 100489 h 121443"/>
                <a:gd name="connsiteX109" fmla="*/ 95250 w 130968"/>
                <a:gd name="connsiteY109" fmla="*/ 94774 h 121443"/>
                <a:gd name="connsiteX110" fmla="*/ 96202 w 130968"/>
                <a:gd name="connsiteY110" fmla="*/ 92392 h 121443"/>
                <a:gd name="connsiteX111" fmla="*/ 96202 w 130968"/>
                <a:gd name="connsiteY111" fmla="*/ 90488 h 121443"/>
                <a:gd name="connsiteX112" fmla="*/ 96202 w 130968"/>
                <a:gd name="connsiteY112" fmla="*/ 88582 h 121443"/>
                <a:gd name="connsiteX113" fmla="*/ 94297 w 130968"/>
                <a:gd name="connsiteY113" fmla="*/ 85725 h 121443"/>
                <a:gd name="connsiteX114" fmla="*/ 92393 w 130968"/>
                <a:gd name="connsiteY114" fmla="*/ 83344 h 121443"/>
                <a:gd name="connsiteX115" fmla="*/ 92393 w 130968"/>
                <a:gd name="connsiteY115" fmla="*/ 81439 h 121443"/>
                <a:gd name="connsiteX116" fmla="*/ 90964 w 130968"/>
                <a:gd name="connsiteY116" fmla="*/ 80486 h 121443"/>
                <a:gd name="connsiteX117" fmla="*/ 87630 w 130968"/>
                <a:gd name="connsiteY117" fmla="*/ 75724 h 121443"/>
                <a:gd name="connsiteX118" fmla="*/ 87630 w 130968"/>
                <a:gd name="connsiteY118" fmla="*/ 73819 h 121443"/>
                <a:gd name="connsiteX119" fmla="*/ 89535 w 130968"/>
                <a:gd name="connsiteY119" fmla="*/ 72390 h 121443"/>
                <a:gd name="connsiteX120" fmla="*/ 92393 w 130968"/>
                <a:gd name="connsiteY120" fmla="*/ 71438 h 121443"/>
                <a:gd name="connsiteX121" fmla="*/ 93345 w 130968"/>
                <a:gd name="connsiteY121" fmla="*/ 70485 h 121443"/>
                <a:gd name="connsiteX122" fmla="*/ 95250 w 130968"/>
                <a:gd name="connsiteY122" fmla="*/ 70009 h 121443"/>
                <a:gd name="connsiteX123" fmla="*/ 99536 w 130968"/>
                <a:gd name="connsiteY123" fmla="*/ 71438 h 121443"/>
                <a:gd name="connsiteX124" fmla="*/ 101441 w 130968"/>
                <a:gd name="connsiteY124" fmla="*/ 72390 h 121443"/>
                <a:gd name="connsiteX125" fmla="*/ 101918 w 130968"/>
                <a:gd name="connsiteY125" fmla="*/ 71914 h 121443"/>
                <a:gd name="connsiteX126" fmla="*/ 103822 w 130968"/>
                <a:gd name="connsiteY126" fmla="*/ 70485 h 121443"/>
                <a:gd name="connsiteX127" fmla="*/ 107156 w 130968"/>
                <a:gd name="connsiteY127" fmla="*/ 70485 h 121443"/>
                <a:gd name="connsiteX128" fmla="*/ 114776 w 130968"/>
                <a:gd name="connsiteY128" fmla="*/ 68104 h 121443"/>
                <a:gd name="connsiteX129" fmla="*/ 115728 w 130968"/>
                <a:gd name="connsiteY129" fmla="*/ 66675 h 121443"/>
                <a:gd name="connsiteX130" fmla="*/ 116681 w 130968"/>
                <a:gd name="connsiteY130" fmla="*/ 65246 h 121443"/>
                <a:gd name="connsiteX131" fmla="*/ 116681 w 130968"/>
                <a:gd name="connsiteY131" fmla="*/ 64770 h 121443"/>
                <a:gd name="connsiteX132" fmla="*/ 113824 w 130968"/>
                <a:gd name="connsiteY132" fmla="*/ 62389 h 121443"/>
                <a:gd name="connsiteX133" fmla="*/ 113824 w 130968"/>
                <a:gd name="connsiteY133" fmla="*/ 61436 h 121443"/>
                <a:gd name="connsiteX134" fmla="*/ 114300 w 130968"/>
                <a:gd name="connsiteY134" fmla="*/ 60484 h 121443"/>
                <a:gd name="connsiteX135" fmla="*/ 115252 w 130968"/>
                <a:gd name="connsiteY135" fmla="*/ 59531 h 121443"/>
                <a:gd name="connsiteX136" fmla="*/ 117157 w 130968"/>
                <a:gd name="connsiteY136" fmla="*/ 59055 h 121443"/>
                <a:gd name="connsiteX137" fmla="*/ 119063 w 130968"/>
                <a:gd name="connsiteY137" fmla="*/ 58102 h 121443"/>
                <a:gd name="connsiteX138" fmla="*/ 123349 w 130968"/>
                <a:gd name="connsiteY138" fmla="*/ 54769 h 121443"/>
                <a:gd name="connsiteX139" fmla="*/ 124777 w 130968"/>
                <a:gd name="connsiteY139" fmla="*/ 51911 h 121443"/>
                <a:gd name="connsiteX140" fmla="*/ 125253 w 130968"/>
                <a:gd name="connsiteY140" fmla="*/ 49054 h 121443"/>
                <a:gd name="connsiteX141" fmla="*/ 125253 w 130968"/>
                <a:gd name="connsiteY141" fmla="*/ 46672 h 121443"/>
                <a:gd name="connsiteX142" fmla="*/ 124301 w 130968"/>
                <a:gd name="connsiteY142" fmla="*/ 44767 h 121443"/>
                <a:gd name="connsiteX143" fmla="*/ 123349 w 130968"/>
                <a:gd name="connsiteY143" fmla="*/ 43815 h 121443"/>
                <a:gd name="connsiteX144" fmla="*/ 121920 w 130968"/>
                <a:gd name="connsiteY144" fmla="*/ 43815 h 121443"/>
                <a:gd name="connsiteX145" fmla="*/ 119063 w 130968"/>
                <a:gd name="connsiteY145" fmla="*/ 43815 h 121443"/>
                <a:gd name="connsiteX146" fmla="*/ 116205 w 130968"/>
                <a:gd name="connsiteY146" fmla="*/ 42863 h 121443"/>
                <a:gd name="connsiteX147" fmla="*/ 114776 w 130968"/>
                <a:gd name="connsiteY147" fmla="*/ 41434 h 121443"/>
                <a:gd name="connsiteX148" fmla="*/ 114300 w 130968"/>
                <a:gd name="connsiteY148" fmla="*/ 40005 h 121443"/>
                <a:gd name="connsiteX149" fmla="*/ 114776 w 130968"/>
                <a:gd name="connsiteY149" fmla="*/ 39052 h 121443"/>
                <a:gd name="connsiteX150" fmla="*/ 114776 w 130968"/>
                <a:gd name="connsiteY150" fmla="*/ 38100 h 121443"/>
                <a:gd name="connsiteX151" fmla="*/ 114300 w 130968"/>
                <a:gd name="connsiteY151" fmla="*/ 37147 h 121443"/>
                <a:gd name="connsiteX152" fmla="*/ 114300 w 130968"/>
                <a:gd name="connsiteY152" fmla="*/ 36195 h 121443"/>
                <a:gd name="connsiteX153" fmla="*/ 115728 w 130968"/>
                <a:gd name="connsiteY153" fmla="*/ 35242 h 121443"/>
                <a:gd name="connsiteX154" fmla="*/ 124777 w 130968"/>
                <a:gd name="connsiteY154" fmla="*/ 35242 h 121443"/>
                <a:gd name="connsiteX155" fmla="*/ 125253 w 130968"/>
                <a:gd name="connsiteY155" fmla="*/ 34290 h 121443"/>
                <a:gd name="connsiteX156" fmla="*/ 125730 w 130968"/>
                <a:gd name="connsiteY156" fmla="*/ 30004 h 121443"/>
                <a:gd name="connsiteX157" fmla="*/ 128111 w 130968"/>
                <a:gd name="connsiteY157" fmla="*/ 23336 h 121443"/>
                <a:gd name="connsiteX158" fmla="*/ 130016 w 130968"/>
                <a:gd name="connsiteY158" fmla="*/ 19526 h 121443"/>
                <a:gd name="connsiteX159" fmla="*/ 130493 w 130968"/>
                <a:gd name="connsiteY159" fmla="*/ 18097 h 121443"/>
                <a:gd name="connsiteX160" fmla="*/ 130493 w 130968"/>
                <a:gd name="connsiteY160" fmla="*/ 9525 h 121443"/>
                <a:gd name="connsiteX161" fmla="*/ 130969 w 130968"/>
                <a:gd name="connsiteY161" fmla="*/ 7620 h 121443"/>
                <a:gd name="connsiteX162" fmla="*/ 83344 w 130968"/>
                <a:gd name="connsiteY162" fmla="*/ 46672 h 121443"/>
                <a:gd name="connsiteX163" fmla="*/ 73343 w 130968"/>
                <a:gd name="connsiteY163" fmla="*/ 54769 h 121443"/>
                <a:gd name="connsiteX164" fmla="*/ 67151 w 130968"/>
                <a:gd name="connsiteY164" fmla="*/ 52864 h 121443"/>
                <a:gd name="connsiteX165" fmla="*/ 57626 w 130968"/>
                <a:gd name="connsiteY165" fmla="*/ 50482 h 121443"/>
                <a:gd name="connsiteX166" fmla="*/ 56674 w 130968"/>
                <a:gd name="connsiteY166" fmla="*/ 49530 h 121443"/>
                <a:gd name="connsiteX167" fmla="*/ 57626 w 130968"/>
                <a:gd name="connsiteY167" fmla="*/ 47625 h 121443"/>
                <a:gd name="connsiteX168" fmla="*/ 58578 w 130968"/>
                <a:gd name="connsiteY168" fmla="*/ 46672 h 121443"/>
                <a:gd name="connsiteX169" fmla="*/ 58578 w 130968"/>
                <a:gd name="connsiteY169" fmla="*/ 45720 h 121443"/>
                <a:gd name="connsiteX170" fmla="*/ 58578 w 130968"/>
                <a:gd name="connsiteY170" fmla="*/ 42386 h 121443"/>
                <a:gd name="connsiteX171" fmla="*/ 58102 w 130968"/>
                <a:gd name="connsiteY171" fmla="*/ 40481 h 121443"/>
                <a:gd name="connsiteX172" fmla="*/ 58102 w 130968"/>
                <a:gd name="connsiteY172" fmla="*/ 37624 h 121443"/>
                <a:gd name="connsiteX173" fmla="*/ 60484 w 130968"/>
                <a:gd name="connsiteY173" fmla="*/ 37624 h 121443"/>
                <a:gd name="connsiteX174" fmla="*/ 63818 w 130968"/>
                <a:gd name="connsiteY174" fmla="*/ 35719 h 121443"/>
                <a:gd name="connsiteX175" fmla="*/ 63818 w 130968"/>
                <a:gd name="connsiteY175" fmla="*/ 32861 h 121443"/>
                <a:gd name="connsiteX176" fmla="*/ 60960 w 130968"/>
                <a:gd name="connsiteY176" fmla="*/ 30480 h 121443"/>
                <a:gd name="connsiteX177" fmla="*/ 59531 w 130968"/>
                <a:gd name="connsiteY177" fmla="*/ 28099 h 121443"/>
                <a:gd name="connsiteX178" fmla="*/ 58578 w 130968"/>
                <a:gd name="connsiteY178" fmla="*/ 25717 h 121443"/>
                <a:gd name="connsiteX179" fmla="*/ 57626 w 130968"/>
                <a:gd name="connsiteY179" fmla="*/ 23813 h 121443"/>
                <a:gd name="connsiteX180" fmla="*/ 60484 w 130968"/>
                <a:gd name="connsiteY180" fmla="*/ 21907 h 121443"/>
                <a:gd name="connsiteX181" fmla="*/ 64294 w 130968"/>
                <a:gd name="connsiteY181" fmla="*/ 19050 h 121443"/>
                <a:gd name="connsiteX182" fmla="*/ 68103 w 130968"/>
                <a:gd name="connsiteY182" fmla="*/ 17145 h 121443"/>
                <a:gd name="connsiteX183" fmla="*/ 68580 w 130968"/>
                <a:gd name="connsiteY183" fmla="*/ 18097 h 121443"/>
                <a:gd name="connsiteX184" fmla="*/ 69056 w 130968"/>
                <a:gd name="connsiteY184" fmla="*/ 24289 h 121443"/>
                <a:gd name="connsiteX185" fmla="*/ 69532 w 130968"/>
                <a:gd name="connsiteY185" fmla="*/ 25717 h 121443"/>
                <a:gd name="connsiteX186" fmla="*/ 70485 w 130968"/>
                <a:gd name="connsiteY186" fmla="*/ 26670 h 121443"/>
                <a:gd name="connsiteX187" fmla="*/ 73819 w 130968"/>
                <a:gd name="connsiteY187" fmla="*/ 27146 h 121443"/>
                <a:gd name="connsiteX188" fmla="*/ 77628 w 130968"/>
                <a:gd name="connsiteY188" fmla="*/ 26670 h 121443"/>
                <a:gd name="connsiteX189" fmla="*/ 78105 w 130968"/>
                <a:gd name="connsiteY189" fmla="*/ 28099 h 121443"/>
                <a:gd name="connsiteX190" fmla="*/ 76676 w 130968"/>
                <a:gd name="connsiteY190" fmla="*/ 29527 h 121443"/>
                <a:gd name="connsiteX191" fmla="*/ 76200 w 130968"/>
                <a:gd name="connsiteY191" fmla="*/ 30480 h 121443"/>
                <a:gd name="connsiteX192" fmla="*/ 76200 w 130968"/>
                <a:gd name="connsiteY192" fmla="*/ 33814 h 121443"/>
                <a:gd name="connsiteX193" fmla="*/ 76200 w 130968"/>
                <a:gd name="connsiteY193" fmla="*/ 34766 h 121443"/>
                <a:gd name="connsiteX194" fmla="*/ 77152 w 130968"/>
                <a:gd name="connsiteY194" fmla="*/ 36195 h 121443"/>
                <a:gd name="connsiteX195" fmla="*/ 83344 w 130968"/>
                <a:gd name="connsiteY195" fmla="*/ 37147 h 121443"/>
                <a:gd name="connsiteX196" fmla="*/ 84296 w 130968"/>
                <a:gd name="connsiteY196" fmla="*/ 39052 h 121443"/>
                <a:gd name="connsiteX197" fmla="*/ 84296 w 130968"/>
                <a:gd name="connsiteY197" fmla="*/ 42386 h 121443"/>
                <a:gd name="connsiteX198" fmla="*/ 83344 w 130968"/>
                <a:gd name="connsiteY198" fmla="*/ 46672 h 121443"/>
                <a:gd name="connsiteX199" fmla="*/ 22384 w 130968"/>
                <a:gd name="connsiteY199" fmla="*/ 93345 h 121443"/>
                <a:gd name="connsiteX200" fmla="*/ 18097 w 130968"/>
                <a:gd name="connsiteY200" fmla="*/ 95250 h 121443"/>
                <a:gd name="connsiteX201" fmla="*/ 12382 w 130968"/>
                <a:gd name="connsiteY201" fmla="*/ 94774 h 121443"/>
                <a:gd name="connsiteX202" fmla="*/ 8096 w 130968"/>
                <a:gd name="connsiteY202" fmla="*/ 93345 h 121443"/>
                <a:gd name="connsiteX203" fmla="*/ 2381 w 130968"/>
                <a:gd name="connsiteY203" fmla="*/ 93821 h 121443"/>
                <a:gd name="connsiteX204" fmla="*/ 0 w 130968"/>
                <a:gd name="connsiteY204" fmla="*/ 94297 h 121443"/>
                <a:gd name="connsiteX205" fmla="*/ 952 w 130968"/>
                <a:gd name="connsiteY205" fmla="*/ 98107 h 121443"/>
                <a:gd name="connsiteX206" fmla="*/ 1905 w 130968"/>
                <a:gd name="connsiteY206" fmla="*/ 99536 h 121443"/>
                <a:gd name="connsiteX207" fmla="*/ 2857 w 130968"/>
                <a:gd name="connsiteY207" fmla="*/ 100489 h 121443"/>
                <a:gd name="connsiteX208" fmla="*/ 4286 w 130968"/>
                <a:gd name="connsiteY208" fmla="*/ 100489 h 121443"/>
                <a:gd name="connsiteX209" fmla="*/ 5715 w 130968"/>
                <a:gd name="connsiteY209" fmla="*/ 99536 h 121443"/>
                <a:gd name="connsiteX210" fmla="*/ 8096 w 130968"/>
                <a:gd name="connsiteY210" fmla="*/ 98584 h 121443"/>
                <a:gd name="connsiteX211" fmla="*/ 11430 w 130968"/>
                <a:gd name="connsiteY211" fmla="*/ 99060 h 121443"/>
                <a:gd name="connsiteX212" fmla="*/ 13811 w 130968"/>
                <a:gd name="connsiteY212" fmla="*/ 100013 h 121443"/>
                <a:gd name="connsiteX213" fmla="*/ 14764 w 130968"/>
                <a:gd name="connsiteY213" fmla="*/ 100965 h 121443"/>
                <a:gd name="connsiteX214" fmla="*/ 16193 w 130968"/>
                <a:gd name="connsiteY214" fmla="*/ 101917 h 121443"/>
                <a:gd name="connsiteX215" fmla="*/ 18574 w 130968"/>
                <a:gd name="connsiteY215" fmla="*/ 101917 h 121443"/>
                <a:gd name="connsiteX216" fmla="*/ 23336 w 130968"/>
                <a:gd name="connsiteY216" fmla="*/ 100013 h 121443"/>
                <a:gd name="connsiteX217" fmla="*/ 27622 w 130968"/>
                <a:gd name="connsiteY217" fmla="*/ 97155 h 121443"/>
                <a:gd name="connsiteX218" fmla="*/ 29051 w 130968"/>
                <a:gd name="connsiteY218" fmla="*/ 95250 h 121443"/>
                <a:gd name="connsiteX219" fmla="*/ 29527 w 130968"/>
                <a:gd name="connsiteY219" fmla="*/ 93345 h 121443"/>
                <a:gd name="connsiteX220" fmla="*/ 25718 w 130968"/>
                <a:gd name="connsiteY220" fmla="*/ 94297 h 121443"/>
                <a:gd name="connsiteX221" fmla="*/ 22384 w 130968"/>
                <a:gd name="connsiteY221" fmla="*/ 93345 h 121443"/>
                <a:gd name="connsiteX222" fmla="*/ 83344 w 130968"/>
                <a:gd name="connsiteY222" fmla="*/ 40481 h 121443"/>
                <a:gd name="connsiteX223" fmla="*/ 81439 w 130968"/>
                <a:gd name="connsiteY223" fmla="*/ 39529 h 121443"/>
                <a:gd name="connsiteX224" fmla="*/ 78581 w 130968"/>
                <a:gd name="connsiteY224" fmla="*/ 39052 h 121443"/>
                <a:gd name="connsiteX225" fmla="*/ 74771 w 130968"/>
                <a:gd name="connsiteY225" fmla="*/ 40481 h 121443"/>
                <a:gd name="connsiteX226" fmla="*/ 69056 w 130968"/>
                <a:gd name="connsiteY226" fmla="*/ 43339 h 121443"/>
                <a:gd name="connsiteX227" fmla="*/ 61913 w 130968"/>
                <a:gd name="connsiteY227" fmla="*/ 48577 h 121443"/>
                <a:gd name="connsiteX228" fmla="*/ 62389 w 130968"/>
                <a:gd name="connsiteY228" fmla="*/ 49530 h 121443"/>
                <a:gd name="connsiteX229" fmla="*/ 64294 w 130968"/>
                <a:gd name="connsiteY229" fmla="*/ 50482 h 121443"/>
                <a:gd name="connsiteX230" fmla="*/ 70485 w 130968"/>
                <a:gd name="connsiteY230" fmla="*/ 51911 h 121443"/>
                <a:gd name="connsiteX231" fmla="*/ 72866 w 130968"/>
                <a:gd name="connsiteY231" fmla="*/ 51911 h 121443"/>
                <a:gd name="connsiteX232" fmla="*/ 74295 w 130968"/>
                <a:gd name="connsiteY232" fmla="*/ 50959 h 121443"/>
                <a:gd name="connsiteX233" fmla="*/ 76676 w 130968"/>
                <a:gd name="connsiteY233" fmla="*/ 48577 h 121443"/>
                <a:gd name="connsiteX234" fmla="*/ 80963 w 130968"/>
                <a:gd name="connsiteY234" fmla="*/ 46196 h 121443"/>
                <a:gd name="connsiteX235" fmla="*/ 82868 w 130968"/>
                <a:gd name="connsiteY235" fmla="*/ 44291 h 121443"/>
                <a:gd name="connsiteX236" fmla="*/ 83820 w 130968"/>
                <a:gd name="connsiteY236" fmla="*/ 42863 h 121443"/>
                <a:gd name="connsiteX237" fmla="*/ 83820 w 130968"/>
                <a:gd name="connsiteY237" fmla="*/ 41434 h 121443"/>
                <a:gd name="connsiteX238" fmla="*/ 83344 w 130968"/>
                <a:gd name="connsiteY238" fmla="*/ 40481 h 12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130968" h="121443">
                  <a:moveTo>
                    <a:pt x="130969" y="7620"/>
                  </a:moveTo>
                  <a:lnTo>
                    <a:pt x="126206" y="6667"/>
                  </a:lnTo>
                  <a:lnTo>
                    <a:pt x="123349" y="5239"/>
                  </a:lnTo>
                  <a:lnTo>
                    <a:pt x="121444" y="2857"/>
                  </a:lnTo>
                  <a:lnTo>
                    <a:pt x="118110" y="0"/>
                  </a:lnTo>
                  <a:lnTo>
                    <a:pt x="109538" y="476"/>
                  </a:lnTo>
                  <a:lnTo>
                    <a:pt x="102394" y="1429"/>
                  </a:lnTo>
                  <a:lnTo>
                    <a:pt x="92393" y="1905"/>
                  </a:lnTo>
                  <a:lnTo>
                    <a:pt x="86201" y="3334"/>
                  </a:lnTo>
                  <a:lnTo>
                    <a:pt x="74771" y="8096"/>
                  </a:lnTo>
                  <a:lnTo>
                    <a:pt x="71914" y="10477"/>
                  </a:lnTo>
                  <a:lnTo>
                    <a:pt x="69056" y="15716"/>
                  </a:lnTo>
                  <a:lnTo>
                    <a:pt x="59055" y="21907"/>
                  </a:lnTo>
                  <a:lnTo>
                    <a:pt x="53340" y="24289"/>
                  </a:lnTo>
                  <a:lnTo>
                    <a:pt x="51911" y="23336"/>
                  </a:lnTo>
                  <a:lnTo>
                    <a:pt x="49530" y="22860"/>
                  </a:lnTo>
                  <a:lnTo>
                    <a:pt x="47625" y="26194"/>
                  </a:lnTo>
                  <a:lnTo>
                    <a:pt x="46672" y="29051"/>
                  </a:lnTo>
                  <a:lnTo>
                    <a:pt x="42863" y="45720"/>
                  </a:lnTo>
                  <a:lnTo>
                    <a:pt x="40005" y="51911"/>
                  </a:lnTo>
                  <a:lnTo>
                    <a:pt x="36195" y="57150"/>
                  </a:lnTo>
                  <a:lnTo>
                    <a:pt x="30480" y="63341"/>
                  </a:lnTo>
                  <a:lnTo>
                    <a:pt x="27622" y="65246"/>
                  </a:lnTo>
                  <a:lnTo>
                    <a:pt x="26194" y="66199"/>
                  </a:lnTo>
                  <a:lnTo>
                    <a:pt x="24289" y="69056"/>
                  </a:lnTo>
                  <a:lnTo>
                    <a:pt x="22860" y="72866"/>
                  </a:lnTo>
                  <a:lnTo>
                    <a:pt x="21907" y="74771"/>
                  </a:lnTo>
                  <a:lnTo>
                    <a:pt x="28099" y="80963"/>
                  </a:lnTo>
                  <a:lnTo>
                    <a:pt x="29051" y="82867"/>
                  </a:lnTo>
                  <a:lnTo>
                    <a:pt x="30003" y="83820"/>
                  </a:lnTo>
                  <a:lnTo>
                    <a:pt x="23813" y="84296"/>
                  </a:lnTo>
                  <a:lnTo>
                    <a:pt x="26194" y="86201"/>
                  </a:lnTo>
                  <a:lnTo>
                    <a:pt x="29527" y="87630"/>
                  </a:lnTo>
                  <a:lnTo>
                    <a:pt x="31909" y="88106"/>
                  </a:lnTo>
                  <a:lnTo>
                    <a:pt x="32861" y="89535"/>
                  </a:lnTo>
                  <a:lnTo>
                    <a:pt x="30480" y="90011"/>
                  </a:lnTo>
                  <a:lnTo>
                    <a:pt x="28099" y="90011"/>
                  </a:lnTo>
                  <a:lnTo>
                    <a:pt x="19526" y="84772"/>
                  </a:lnTo>
                  <a:lnTo>
                    <a:pt x="14764" y="83820"/>
                  </a:lnTo>
                  <a:lnTo>
                    <a:pt x="8096" y="84296"/>
                  </a:lnTo>
                  <a:lnTo>
                    <a:pt x="6668" y="84772"/>
                  </a:lnTo>
                  <a:lnTo>
                    <a:pt x="4763" y="86201"/>
                  </a:lnTo>
                  <a:lnTo>
                    <a:pt x="7144" y="88582"/>
                  </a:lnTo>
                  <a:lnTo>
                    <a:pt x="9525" y="90011"/>
                  </a:lnTo>
                  <a:lnTo>
                    <a:pt x="13335" y="90011"/>
                  </a:lnTo>
                  <a:lnTo>
                    <a:pt x="17621" y="91916"/>
                  </a:lnTo>
                  <a:lnTo>
                    <a:pt x="23813" y="90488"/>
                  </a:lnTo>
                  <a:lnTo>
                    <a:pt x="28099" y="92392"/>
                  </a:lnTo>
                  <a:lnTo>
                    <a:pt x="30956" y="92869"/>
                  </a:lnTo>
                  <a:lnTo>
                    <a:pt x="33814" y="93821"/>
                  </a:lnTo>
                  <a:lnTo>
                    <a:pt x="36195" y="94297"/>
                  </a:lnTo>
                  <a:lnTo>
                    <a:pt x="37147" y="93821"/>
                  </a:lnTo>
                  <a:lnTo>
                    <a:pt x="36671" y="90964"/>
                  </a:lnTo>
                  <a:lnTo>
                    <a:pt x="38576" y="89535"/>
                  </a:lnTo>
                  <a:lnTo>
                    <a:pt x="40481" y="89059"/>
                  </a:lnTo>
                  <a:lnTo>
                    <a:pt x="41434" y="90011"/>
                  </a:lnTo>
                  <a:lnTo>
                    <a:pt x="43339" y="91440"/>
                  </a:lnTo>
                  <a:lnTo>
                    <a:pt x="44768" y="91440"/>
                  </a:lnTo>
                  <a:lnTo>
                    <a:pt x="49053" y="88106"/>
                  </a:lnTo>
                  <a:lnTo>
                    <a:pt x="50006" y="88582"/>
                  </a:lnTo>
                  <a:lnTo>
                    <a:pt x="50959" y="89535"/>
                  </a:lnTo>
                  <a:lnTo>
                    <a:pt x="50959" y="90488"/>
                  </a:lnTo>
                  <a:lnTo>
                    <a:pt x="50959" y="91440"/>
                  </a:lnTo>
                  <a:lnTo>
                    <a:pt x="51911" y="91916"/>
                  </a:lnTo>
                  <a:lnTo>
                    <a:pt x="55245" y="91916"/>
                  </a:lnTo>
                  <a:lnTo>
                    <a:pt x="56674" y="90011"/>
                  </a:lnTo>
                  <a:lnTo>
                    <a:pt x="58102" y="89059"/>
                  </a:lnTo>
                  <a:lnTo>
                    <a:pt x="59055" y="89535"/>
                  </a:lnTo>
                  <a:lnTo>
                    <a:pt x="59531" y="91440"/>
                  </a:lnTo>
                  <a:lnTo>
                    <a:pt x="60484" y="94297"/>
                  </a:lnTo>
                  <a:lnTo>
                    <a:pt x="64294" y="97155"/>
                  </a:lnTo>
                  <a:lnTo>
                    <a:pt x="67627" y="98107"/>
                  </a:lnTo>
                  <a:lnTo>
                    <a:pt x="71438" y="97631"/>
                  </a:lnTo>
                  <a:lnTo>
                    <a:pt x="72866" y="97155"/>
                  </a:lnTo>
                  <a:lnTo>
                    <a:pt x="73819" y="97631"/>
                  </a:lnTo>
                  <a:lnTo>
                    <a:pt x="74771" y="99060"/>
                  </a:lnTo>
                  <a:lnTo>
                    <a:pt x="77152" y="100965"/>
                  </a:lnTo>
                  <a:lnTo>
                    <a:pt x="81915" y="102394"/>
                  </a:lnTo>
                  <a:lnTo>
                    <a:pt x="83344" y="103346"/>
                  </a:lnTo>
                  <a:lnTo>
                    <a:pt x="84296" y="104775"/>
                  </a:lnTo>
                  <a:lnTo>
                    <a:pt x="83820" y="106680"/>
                  </a:lnTo>
                  <a:lnTo>
                    <a:pt x="81439" y="110966"/>
                  </a:lnTo>
                  <a:lnTo>
                    <a:pt x="80963" y="112395"/>
                  </a:lnTo>
                  <a:lnTo>
                    <a:pt x="81439" y="112871"/>
                  </a:lnTo>
                  <a:lnTo>
                    <a:pt x="80963" y="113824"/>
                  </a:lnTo>
                  <a:lnTo>
                    <a:pt x="78105" y="116681"/>
                  </a:lnTo>
                  <a:lnTo>
                    <a:pt x="77628" y="117634"/>
                  </a:lnTo>
                  <a:lnTo>
                    <a:pt x="78581" y="119539"/>
                  </a:lnTo>
                  <a:lnTo>
                    <a:pt x="79534" y="120967"/>
                  </a:lnTo>
                  <a:lnTo>
                    <a:pt x="79534" y="120967"/>
                  </a:lnTo>
                  <a:lnTo>
                    <a:pt x="81439" y="121444"/>
                  </a:lnTo>
                  <a:lnTo>
                    <a:pt x="83344" y="121444"/>
                  </a:lnTo>
                  <a:lnTo>
                    <a:pt x="86677" y="121444"/>
                  </a:lnTo>
                  <a:lnTo>
                    <a:pt x="90011" y="121444"/>
                  </a:lnTo>
                  <a:lnTo>
                    <a:pt x="91916" y="114776"/>
                  </a:lnTo>
                  <a:lnTo>
                    <a:pt x="90488" y="112871"/>
                  </a:lnTo>
                  <a:lnTo>
                    <a:pt x="88582" y="111919"/>
                  </a:lnTo>
                  <a:lnTo>
                    <a:pt x="86677" y="111442"/>
                  </a:lnTo>
                  <a:lnTo>
                    <a:pt x="85725" y="110490"/>
                  </a:lnTo>
                  <a:lnTo>
                    <a:pt x="85249" y="109538"/>
                  </a:lnTo>
                  <a:lnTo>
                    <a:pt x="85725" y="109061"/>
                  </a:lnTo>
                  <a:lnTo>
                    <a:pt x="88106" y="109061"/>
                  </a:lnTo>
                  <a:lnTo>
                    <a:pt x="89059" y="108585"/>
                  </a:lnTo>
                  <a:lnTo>
                    <a:pt x="94774" y="104299"/>
                  </a:lnTo>
                  <a:lnTo>
                    <a:pt x="94774" y="103346"/>
                  </a:lnTo>
                  <a:lnTo>
                    <a:pt x="93821" y="102870"/>
                  </a:lnTo>
                  <a:lnTo>
                    <a:pt x="92869" y="102394"/>
                  </a:lnTo>
                  <a:lnTo>
                    <a:pt x="92393" y="101441"/>
                  </a:lnTo>
                  <a:lnTo>
                    <a:pt x="92393" y="100489"/>
                  </a:lnTo>
                  <a:lnTo>
                    <a:pt x="95250" y="94774"/>
                  </a:lnTo>
                  <a:lnTo>
                    <a:pt x="96202" y="92392"/>
                  </a:lnTo>
                  <a:lnTo>
                    <a:pt x="96202" y="90488"/>
                  </a:lnTo>
                  <a:lnTo>
                    <a:pt x="96202" y="88582"/>
                  </a:lnTo>
                  <a:lnTo>
                    <a:pt x="94297" y="85725"/>
                  </a:lnTo>
                  <a:lnTo>
                    <a:pt x="92393" y="83344"/>
                  </a:lnTo>
                  <a:lnTo>
                    <a:pt x="92393" y="81439"/>
                  </a:lnTo>
                  <a:lnTo>
                    <a:pt x="90964" y="80486"/>
                  </a:lnTo>
                  <a:lnTo>
                    <a:pt x="87630" y="75724"/>
                  </a:lnTo>
                  <a:lnTo>
                    <a:pt x="87630" y="73819"/>
                  </a:lnTo>
                  <a:lnTo>
                    <a:pt x="89535" y="72390"/>
                  </a:lnTo>
                  <a:lnTo>
                    <a:pt x="92393" y="71438"/>
                  </a:lnTo>
                  <a:lnTo>
                    <a:pt x="93345" y="70485"/>
                  </a:lnTo>
                  <a:lnTo>
                    <a:pt x="95250" y="70009"/>
                  </a:lnTo>
                  <a:lnTo>
                    <a:pt x="99536" y="71438"/>
                  </a:lnTo>
                  <a:lnTo>
                    <a:pt x="101441" y="72390"/>
                  </a:lnTo>
                  <a:lnTo>
                    <a:pt x="101918" y="71914"/>
                  </a:lnTo>
                  <a:lnTo>
                    <a:pt x="103822" y="70485"/>
                  </a:lnTo>
                  <a:lnTo>
                    <a:pt x="107156" y="70485"/>
                  </a:lnTo>
                  <a:lnTo>
                    <a:pt x="114776" y="68104"/>
                  </a:lnTo>
                  <a:lnTo>
                    <a:pt x="115728" y="66675"/>
                  </a:lnTo>
                  <a:lnTo>
                    <a:pt x="116681" y="65246"/>
                  </a:lnTo>
                  <a:lnTo>
                    <a:pt x="116681" y="64770"/>
                  </a:lnTo>
                  <a:lnTo>
                    <a:pt x="113824" y="62389"/>
                  </a:lnTo>
                  <a:lnTo>
                    <a:pt x="113824" y="61436"/>
                  </a:lnTo>
                  <a:lnTo>
                    <a:pt x="114300" y="60484"/>
                  </a:lnTo>
                  <a:lnTo>
                    <a:pt x="115252" y="59531"/>
                  </a:lnTo>
                  <a:lnTo>
                    <a:pt x="117157" y="59055"/>
                  </a:lnTo>
                  <a:lnTo>
                    <a:pt x="119063" y="58102"/>
                  </a:lnTo>
                  <a:lnTo>
                    <a:pt x="123349" y="54769"/>
                  </a:lnTo>
                  <a:lnTo>
                    <a:pt x="124777" y="51911"/>
                  </a:lnTo>
                  <a:lnTo>
                    <a:pt x="125253" y="49054"/>
                  </a:lnTo>
                  <a:lnTo>
                    <a:pt x="125253" y="46672"/>
                  </a:lnTo>
                  <a:lnTo>
                    <a:pt x="124301" y="44767"/>
                  </a:lnTo>
                  <a:lnTo>
                    <a:pt x="123349" y="43815"/>
                  </a:lnTo>
                  <a:lnTo>
                    <a:pt x="121920" y="43815"/>
                  </a:lnTo>
                  <a:lnTo>
                    <a:pt x="119063" y="43815"/>
                  </a:lnTo>
                  <a:lnTo>
                    <a:pt x="116205" y="42863"/>
                  </a:lnTo>
                  <a:lnTo>
                    <a:pt x="114776" y="41434"/>
                  </a:lnTo>
                  <a:lnTo>
                    <a:pt x="114300" y="40005"/>
                  </a:lnTo>
                  <a:lnTo>
                    <a:pt x="114776" y="39052"/>
                  </a:lnTo>
                  <a:lnTo>
                    <a:pt x="114776" y="38100"/>
                  </a:lnTo>
                  <a:lnTo>
                    <a:pt x="114300" y="37147"/>
                  </a:lnTo>
                  <a:lnTo>
                    <a:pt x="114300" y="36195"/>
                  </a:lnTo>
                  <a:lnTo>
                    <a:pt x="115728" y="35242"/>
                  </a:lnTo>
                  <a:lnTo>
                    <a:pt x="124777" y="35242"/>
                  </a:lnTo>
                  <a:lnTo>
                    <a:pt x="125253" y="34290"/>
                  </a:lnTo>
                  <a:lnTo>
                    <a:pt x="125730" y="30004"/>
                  </a:lnTo>
                  <a:lnTo>
                    <a:pt x="128111" y="23336"/>
                  </a:lnTo>
                  <a:lnTo>
                    <a:pt x="130016" y="19526"/>
                  </a:lnTo>
                  <a:lnTo>
                    <a:pt x="130493" y="18097"/>
                  </a:lnTo>
                  <a:lnTo>
                    <a:pt x="130493" y="9525"/>
                  </a:lnTo>
                  <a:lnTo>
                    <a:pt x="130969" y="7620"/>
                  </a:lnTo>
                  <a:close/>
                  <a:moveTo>
                    <a:pt x="83344" y="46672"/>
                  </a:moveTo>
                  <a:lnTo>
                    <a:pt x="73343" y="54769"/>
                  </a:lnTo>
                  <a:lnTo>
                    <a:pt x="67151" y="52864"/>
                  </a:lnTo>
                  <a:lnTo>
                    <a:pt x="57626" y="50482"/>
                  </a:lnTo>
                  <a:lnTo>
                    <a:pt x="56674" y="49530"/>
                  </a:lnTo>
                  <a:lnTo>
                    <a:pt x="57626" y="47625"/>
                  </a:lnTo>
                  <a:lnTo>
                    <a:pt x="58578" y="46672"/>
                  </a:lnTo>
                  <a:lnTo>
                    <a:pt x="58578" y="45720"/>
                  </a:lnTo>
                  <a:lnTo>
                    <a:pt x="58578" y="42386"/>
                  </a:lnTo>
                  <a:lnTo>
                    <a:pt x="58102" y="40481"/>
                  </a:lnTo>
                  <a:lnTo>
                    <a:pt x="58102" y="37624"/>
                  </a:lnTo>
                  <a:lnTo>
                    <a:pt x="60484" y="37624"/>
                  </a:lnTo>
                  <a:lnTo>
                    <a:pt x="63818" y="35719"/>
                  </a:lnTo>
                  <a:lnTo>
                    <a:pt x="63818" y="32861"/>
                  </a:lnTo>
                  <a:lnTo>
                    <a:pt x="60960" y="30480"/>
                  </a:lnTo>
                  <a:lnTo>
                    <a:pt x="59531" y="28099"/>
                  </a:lnTo>
                  <a:lnTo>
                    <a:pt x="58578" y="25717"/>
                  </a:lnTo>
                  <a:lnTo>
                    <a:pt x="57626" y="23813"/>
                  </a:lnTo>
                  <a:lnTo>
                    <a:pt x="60484" y="21907"/>
                  </a:lnTo>
                  <a:lnTo>
                    <a:pt x="64294" y="19050"/>
                  </a:lnTo>
                  <a:lnTo>
                    <a:pt x="68103" y="17145"/>
                  </a:lnTo>
                  <a:lnTo>
                    <a:pt x="68580" y="18097"/>
                  </a:lnTo>
                  <a:lnTo>
                    <a:pt x="69056" y="24289"/>
                  </a:lnTo>
                  <a:lnTo>
                    <a:pt x="69532" y="25717"/>
                  </a:lnTo>
                  <a:lnTo>
                    <a:pt x="70485" y="26670"/>
                  </a:lnTo>
                  <a:lnTo>
                    <a:pt x="73819" y="27146"/>
                  </a:lnTo>
                  <a:lnTo>
                    <a:pt x="77628" y="26670"/>
                  </a:lnTo>
                  <a:lnTo>
                    <a:pt x="78105" y="28099"/>
                  </a:lnTo>
                  <a:lnTo>
                    <a:pt x="76676" y="29527"/>
                  </a:lnTo>
                  <a:lnTo>
                    <a:pt x="76200" y="30480"/>
                  </a:lnTo>
                  <a:lnTo>
                    <a:pt x="76200" y="33814"/>
                  </a:lnTo>
                  <a:lnTo>
                    <a:pt x="76200" y="34766"/>
                  </a:lnTo>
                  <a:lnTo>
                    <a:pt x="77152" y="36195"/>
                  </a:lnTo>
                  <a:lnTo>
                    <a:pt x="83344" y="37147"/>
                  </a:lnTo>
                  <a:lnTo>
                    <a:pt x="84296" y="39052"/>
                  </a:lnTo>
                  <a:lnTo>
                    <a:pt x="84296" y="42386"/>
                  </a:lnTo>
                  <a:lnTo>
                    <a:pt x="83344" y="46672"/>
                  </a:lnTo>
                  <a:close/>
                  <a:moveTo>
                    <a:pt x="22384" y="93345"/>
                  </a:moveTo>
                  <a:lnTo>
                    <a:pt x="18097" y="95250"/>
                  </a:lnTo>
                  <a:lnTo>
                    <a:pt x="12382" y="94774"/>
                  </a:lnTo>
                  <a:lnTo>
                    <a:pt x="8096" y="93345"/>
                  </a:lnTo>
                  <a:lnTo>
                    <a:pt x="2381" y="93821"/>
                  </a:lnTo>
                  <a:lnTo>
                    <a:pt x="0" y="94297"/>
                  </a:lnTo>
                  <a:lnTo>
                    <a:pt x="952" y="98107"/>
                  </a:lnTo>
                  <a:lnTo>
                    <a:pt x="1905" y="99536"/>
                  </a:lnTo>
                  <a:lnTo>
                    <a:pt x="2857" y="100489"/>
                  </a:lnTo>
                  <a:lnTo>
                    <a:pt x="4286" y="100489"/>
                  </a:lnTo>
                  <a:lnTo>
                    <a:pt x="5715" y="99536"/>
                  </a:lnTo>
                  <a:lnTo>
                    <a:pt x="8096" y="98584"/>
                  </a:lnTo>
                  <a:lnTo>
                    <a:pt x="11430" y="99060"/>
                  </a:lnTo>
                  <a:lnTo>
                    <a:pt x="13811" y="100013"/>
                  </a:lnTo>
                  <a:lnTo>
                    <a:pt x="14764" y="100965"/>
                  </a:lnTo>
                  <a:lnTo>
                    <a:pt x="16193" y="101917"/>
                  </a:lnTo>
                  <a:lnTo>
                    <a:pt x="18574" y="101917"/>
                  </a:lnTo>
                  <a:lnTo>
                    <a:pt x="23336" y="100013"/>
                  </a:lnTo>
                  <a:lnTo>
                    <a:pt x="27622" y="97155"/>
                  </a:lnTo>
                  <a:lnTo>
                    <a:pt x="29051" y="95250"/>
                  </a:lnTo>
                  <a:lnTo>
                    <a:pt x="29527" y="93345"/>
                  </a:lnTo>
                  <a:lnTo>
                    <a:pt x="25718" y="94297"/>
                  </a:lnTo>
                  <a:lnTo>
                    <a:pt x="22384" y="93345"/>
                  </a:lnTo>
                  <a:close/>
                  <a:moveTo>
                    <a:pt x="83344" y="40481"/>
                  </a:moveTo>
                  <a:lnTo>
                    <a:pt x="81439" y="39529"/>
                  </a:lnTo>
                  <a:lnTo>
                    <a:pt x="78581" y="39052"/>
                  </a:lnTo>
                  <a:lnTo>
                    <a:pt x="74771" y="40481"/>
                  </a:lnTo>
                  <a:lnTo>
                    <a:pt x="69056" y="43339"/>
                  </a:lnTo>
                  <a:lnTo>
                    <a:pt x="61913" y="48577"/>
                  </a:lnTo>
                  <a:lnTo>
                    <a:pt x="62389" y="49530"/>
                  </a:lnTo>
                  <a:lnTo>
                    <a:pt x="64294" y="50482"/>
                  </a:lnTo>
                  <a:lnTo>
                    <a:pt x="70485" y="51911"/>
                  </a:lnTo>
                  <a:lnTo>
                    <a:pt x="72866" y="51911"/>
                  </a:lnTo>
                  <a:lnTo>
                    <a:pt x="74295" y="50959"/>
                  </a:lnTo>
                  <a:lnTo>
                    <a:pt x="76676" y="48577"/>
                  </a:lnTo>
                  <a:lnTo>
                    <a:pt x="80963" y="46196"/>
                  </a:lnTo>
                  <a:lnTo>
                    <a:pt x="82868" y="44291"/>
                  </a:lnTo>
                  <a:lnTo>
                    <a:pt x="83820" y="42863"/>
                  </a:lnTo>
                  <a:lnTo>
                    <a:pt x="83820" y="41434"/>
                  </a:lnTo>
                  <a:lnTo>
                    <a:pt x="83344" y="40481"/>
                  </a:lnTo>
                  <a:close/>
                </a:path>
              </a:pathLst>
            </a:custGeom>
            <a:grpFill/>
            <a:ln w="317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9B054951-FF81-4F98-B06F-F26BA4EA7819}"/>
                </a:ext>
              </a:extLst>
            </p:cNvPr>
            <p:cNvSpPr/>
            <p:nvPr/>
          </p:nvSpPr>
          <p:spPr>
            <a:xfrm>
              <a:off x="2738437" y="3790949"/>
              <a:ext cx="152876" cy="146208"/>
            </a:xfrm>
            <a:custGeom>
              <a:avLst/>
              <a:gdLst>
                <a:gd name="connsiteX0" fmla="*/ 145732 w 152876"/>
                <a:gd name="connsiteY0" fmla="*/ 4286 h 146208"/>
                <a:gd name="connsiteX1" fmla="*/ 147161 w 152876"/>
                <a:gd name="connsiteY1" fmla="*/ 4763 h 146208"/>
                <a:gd name="connsiteX2" fmla="*/ 147161 w 152876"/>
                <a:gd name="connsiteY2" fmla="*/ 7620 h 146208"/>
                <a:gd name="connsiteX3" fmla="*/ 148114 w 152876"/>
                <a:gd name="connsiteY3" fmla="*/ 7144 h 146208"/>
                <a:gd name="connsiteX4" fmla="*/ 150495 w 152876"/>
                <a:gd name="connsiteY4" fmla="*/ 2857 h 146208"/>
                <a:gd name="connsiteX5" fmla="*/ 151447 w 152876"/>
                <a:gd name="connsiteY5" fmla="*/ 1905 h 146208"/>
                <a:gd name="connsiteX6" fmla="*/ 152400 w 152876"/>
                <a:gd name="connsiteY6" fmla="*/ 476 h 146208"/>
                <a:gd name="connsiteX7" fmla="*/ 143828 w 152876"/>
                <a:gd name="connsiteY7" fmla="*/ 0 h 146208"/>
                <a:gd name="connsiteX8" fmla="*/ 139541 w 152876"/>
                <a:gd name="connsiteY8" fmla="*/ 953 h 146208"/>
                <a:gd name="connsiteX9" fmla="*/ 137636 w 152876"/>
                <a:gd name="connsiteY9" fmla="*/ 3334 h 146208"/>
                <a:gd name="connsiteX10" fmla="*/ 136207 w 152876"/>
                <a:gd name="connsiteY10" fmla="*/ 4286 h 146208"/>
                <a:gd name="connsiteX11" fmla="*/ 134779 w 152876"/>
                <a:gd name="connsiteY11" fmla="*/ 3810 h 146208"/>
                <a:gd name="connsiteX12" fmla="*/ 131921 w 152876"/>
                <a:gd name="connsiteY12" fmla="*/ 4763 h 146208"/>
                <a:gd name="connsiteX13" fmla="*/ 128111 w 152876"/>
                <a:gd name="connsiteY13" fmla="*/ 6668 h 146208"/>
                <a:gd name="connsiteX14" fmla="*/ 124778 w 152876"/>
                <a:gd name="connsiteY14" fmla="*/ 7620 h 146208"/>
                <a:gd name="connsiteX15" fmla="*/ 121444 w 152876"/>
                <a:gd name="connsiteY15" fmla="*/ 7144 h 146208"/>
                <a:gd name="connsiteX16" fmla="*/ 120491 w 152876"/>
                <a:gd name="connsiteY16" fmla="*/ 7620 h 146208"/>
                <a:gd name="connsiteX17" fmla="*/ 120015 w 152876"/>
                <a:gd name="connsiteY17" fmla="*/ 8096 h 146208"/>
                <a:gd name="connsiteX18" fmla="*/ 119539 w 152876"/>
                <a:gd name="connsiteY18" fmla="*/ 8572 h 146208"/>
                <a:gd name="connsiteX19" fmla="*/ 118110 w 152876"/>
                <a:gd name="connsiteY19" fmla="*/ 9049 h 146208"/>
                <a:gd name="connsiteX20" fmla="*/ 116681 w 152876"/>
                <a:gd name="connsiteY20" fmla="*/ 9049 h 146208"/>
                <a:gd name="connsiteX21" fmla="*/ 115253 w 152876"/>
                <a:gd name="connsiteY21" fmla="*/ 8096 h 146208"/>
                <a:gd name="connsiteX22" fmla="*/ 114300 w 152876"/>
                <a:gd name="connsiteY22" fmla="*/ 9525 h 146208"/>
                <a:gd name="connsiteX23" fmla="*/ 114300 w 152876"/>
                <a:gd name="connsiteY23" fmla="*/ 10954 h 146208"/>
                <a:gd name="connsiteX24" fmla="*/ 113347 w 152876"/>
                <a:gd name="connsiteY24" fmla="*/ 11430 h 146208"/>
                <a:gd name="connsiteX25" fmla="*/ 111919 w 152876"/>
                <a:gd name="connsiteY25" fmla="*/ 10954 h 146208"/>
                <a:gd name="connsiteX26" fmla="*/ 110014 w 152876"/>
                <a:gd name="connsiteY26" fmla="*/ 11430 h 146208"/>
                <a:gd name="connsiteX27" fmla="*/ 108109 w 152876"/>
                <a:gd name="connsiteY27" fmla="*/ 12859 h 146208"/>
                <a:gd name="connsiteX28" fmla="*/ 105251 w 152876"/>
                <a:gd name="connsiteY28" fmla="*/ 13335 h 146208"/>
                <a:gd name="connsiteX29" fmla="*/ 101441 w 152876"/>
                <a:gd name="connsiteY29" fmla="*/ 12382 h 146208"/>
                <a:gd name="connsiteX30" fmla="*/ 98584 w 152876"/>
                <a:gd name="connsiteY30" fmla="*/ 10478 h 146208"/>
                <a:gd name="connsiteX31" fmla="*/ 96679 w 152876"/>
                <a:gd name="connsiteY31" fmla="*/ 7620 h 146208"/>
                <a:gd name="connsiteX32" fmla="*/ 94297 w 152876"/>
                <a:gd name="connsiteY32" fmla="*/ 7144 h 146208"/>
                <a:gd name="connsiteX33" fmla="*/ 90011 w 152876"/>
                <a:gd name="connsiteY33" fmla="*/ 9049 h 146208"/>
                <a:gd name="connsiteX34" fmla="*/ 88106 w 152876"/>
                <a:gd name="connsiteY34" fmla="*/ 11430 h 146208"/>
                <a:gd name="connsiteX35" fmla="*/ 87630 w 152876"/>
                <a:gd name="connsiteY35" fmla="*/ 12859 h 146208"/>
                <a:gd name="connsiteX36" fmla="*/ 88106 w 152876"/>
                <a:gd name="connsiteY36" fmla="*/ 14288 h 146208"/>
                <a:gd name="connsiteX37" fmla="*/ 87154 w 152876"/>
                <a:gd name="connsiteY37" fmla="*/ 15240 h 146208"/>
                <a:gd name="connsiteX38" fmla="*/ 85249 w 152876"/>
                <a:gd name="connsiteY38" fmla="*/ 15716 h 146208"/>
                <a:gd name="connsiteX39" fmla="*/ 83820 w 152876"/>
                <a:gd name="connsiteY39" fmla="*/ 17145 h 146208"/>
                <a:gd name="connsiteX40" fmla="*/ 82868 w 152876"/>
                <a:gd name="connsiteY40" fmla="*/ 20003 h 146208"/>
                <a:gd name="connsiteX41" fmla="*/ 82868 w 152876"/>
                <a:gd name="connsiteY41" fmla="*/ 21907 h 146208"/>
                <a:gd name="connsiteX42" fmla="*/ 83344 w 152876"/>
                <a:gd name="connsiteY42" fmla="*/ 23336 h 146208"/>
                <a:gd name="connsiteX43" fmla="*/ 82391 w 152876"/>
                <a:gd name="connsiteY43" fmla="*/ 24289 h 146208"/>
                <a:gd name="connsiteX44" fmla="*/ 80010 w 152876"/>
                <a:gd name="connsiteY44" fmla="*/ 24765 h 146208"/>
                <a:gd name="connsiteX45" fmla="*/ 77153 w 152876"/>
                <a:gd name="connsiteY45" fmla="*/ 27146 h 146208"/>
                <a:gd name="connsiteX46" fmla="*/ 73819 w 152876"/>
                <a:gd name="connsiteY46" fmla="*/ 30956 h 146208"/>
                <a:gd name="connsiteX47" fmla="*/ 70485 w 152876"/>
                <a:gd name="connsiteY47" fmla="*/ 33814 h 146208"/>
                <a:gd name="connsiteX48" fmla="*/ 67151 w 152876"/>
                <a:gd name="connsiteY48" fmla="*/ 35243 h 146208"/>
                <a:gd name="connsiteX49" fmla="*/ 65246 w 152876"/>
                <a:gd name="connsiteY49" fmla="*/ 37147 h 146208"/>
                <a:gd name="connsiteX50" fmla="*/ 65246 w 152876"/>
                <a:gd name="connsiteY50" fmla="*/ 39053 h 146208"/>
                <a:gd name="connsiteX51" fmla="*/ 65246 w 152876"/>
                <a:gd name="connsiteY51" fmla="*/ 39529 h 146208"/>
                <a:gd name="connsiteX52" fmla="*/ 64770 w 152876"/>
                <a:gd name="connsiteY52" fmla="*/ 39529 h 146208"/>
                <a:gd name="connsiteX53" fmla="*/ 63818 w 152876"/>
                <a:gd name="connsiteY53" fmla="*/ 40005 h 146208"/>
                <a:gd name="connsiteX54" fmla="*/ 57150 w 152876"/>
                <a:gd name="connsiteY54" fmla="*/ 35719 h 146208"/>
                <a:gd name="connsiteX55" fmla="*/ 55245 w 152876"/>
                <a:gd name="connsiteY55" fmla="*/ 32861 h 146208"/>
                <a:gd name="connsiteX56" fmla="*/ 53816 w 152876"/>
                <a:gd name="connsiteY56" fmla="*/ 33338 h 146208"/>
                <a:gd name="connsiteX57" fmla="*/ 51911 w 152876"/>
                <a:gd name="connsiteY57" fmla="*/ 34766 h 146208"/>
                <a:gd name="connsiteX58" fmla="*/ 49054 w 152876"/>
                <a:gd name="connsiteY58" fmla="*/ 38100 h 146208"/>
                <a:gd name="connsiteX59" fmla="*/ 45720 w 152876"/>
                <a:gd name="connsiteY59" fmla="*/ 42386 h 146208"/>
                <a:gd name="connsiteX60" fmla="*/ 44291 w 152876"/>
                <a:gd name="connsiteY60" fmla="*/ 42863 h 146208"/>
                <a:gd name="connsiteX61" fmla="*/ 36195 w 152876"/>
                <a:gd name="connsiteY61" fmla="*/ 42386 h 146208"/>
                <a:gd name="connsiteX62" fmla="*/ 31909 w 152876"/>
                <a:gd name="connsiteY62" fmla="*/ 42863 h 146208"/>
                <a:gd name="connsiteX63" fmla="*/ 30956 w 152876"/>
                <a:gd name="connsiteY63" fmla="*/ 43339 h 146208"/>
                <a:gd name="connsiteX64" fmla="*/ 30480 w 152876"/>
                <a:gd name="connsiteY64" fmla="*/ 44768 h 146208"/>
                <a:gd name="connsiteX65" fmla="*/ 30956 w 152876"/>
                <a:gd name="connsiteY65" fmla="*/ 47149 h 146208"/>
                <a:gd name="connsiteX66" fmla="*/ 31909 w 152876"/>
                <a:gd name="connsiteY66" fmla="*/ 54769 h 146208"/>
                <a:gd name="connsiteX67" fmla="*/ 32385 w 152876"/>
                <a:gd name="connsiteY67" fmla="*/ 58103 h 146208"/>
                <a:gd name="connsiteX68" fmla="*/ 31909 w 152876"/>
                <a:gd name="connsiteY68" fmla="*/ 59055 h 146208"/>
                <a:gd name="connsiteX69" fmla="*/ 30004 w 152876"/>
                <a:gd name="connsiteY69" fmla="*/ 59055 h 146208"/>
                <a:gd name="connsiteX70" fmla="*/ 27146 w 152876"/>
                <a:gd name="connsiteY70" fmla="*/ 59531 h 146208"/>
                <a:gd name="connsiteX71" fmla="*/ 25718 w 152876"/>
                <a:gd name="connsiteY71" fmla="*/ 60960 h 146208"/>
                <a:gd name="connsiteX72" fmla="*/ 25241 w 152876"/>
                <a:gd name="connsiteY72" fmla="*/ 62389 h 146208"/>
                <a:gd name="connsiteX73" fmla="*/ 25241 w 152876"/>
                <a:gd name="connsiteY73" fmla="*/ 64294 h 146208"/>
                <a:gd name="connsiteX74" fmla="*/ 24289 w 152876"/>
                <a:gd name="connsiteY74" fmla="*/ 66675 h 146208"/>
                <a:gd name="connsiteX75" fmla="*/ 22384 w 152876"/>
                <a:gd name="connsiteY75" fmla="*/ 68104 h 146208"/>
                <a:gd name="connsiteX76" fmla="*/ 20479 w 152876"/>
                <a:gd name="connsiteY76" fmla="*/ 68580 h 146208"/>
                <a:gd name="connsiteX77" fmla="*/ 10954 w 152876"/>
                <a:gd name="connsiteY77" fmla="*/ 69056 h 146208"/>
                <a:gd name="connsiteX78" fmla="*/ 10954 w 152876"/>
                <a:gd name="connsiteY78" fmla="*/ 70009 h 146208"/>
                <a:gd name="connsiteX79" fmla="*/ 9049 w 152876"/>
                <a:gd name="connsiteY79" fmla="*/ 70961 h 146208"/>
                <a:gd name="connsiteX80" fmla="*/ 8096 w 152876"/>
                <a:gd name="connsiteY80" fmla="*/ 70961 h 146208"/>
                <a:gd name="connsiteX81" fmla="*/ 5715 w 152876"/>
                <a:gd name="connsiteY81" fmla="*/ 68580 h 146208"/>
                <a:gd name="connsiteX82" fmla="*/ 4286 w 152876"/>
                <a:gd name="connsiteY82" fmla="*/ 66675 h 146208"/>
                <a:gd name="connsiteX83" fmla="*/ 2857 w 152876"/>
                <a:gd name="connsiteY83" fmla="*/ 66675 h 146208"/>
                <a:gd name="connsiteX84" fmla="*/ 0 w 152876"/>
                <a:gd name="connsiteY84" fmla="*/ 69532 h 146208"/>
                <a:gd name="connsiteX85" fmla="*/ 0 w 152876"/>
                <a:gd name="connsiteY85" fmla="*/ 71438 h 146208"/>
                <a:gd name="connsiteX86" fmla="*/ 7144 w 152876"/>
                <a:gd name="connsiteY86" fmla="*/ 76200 h 146208"/>
                <a:gd name="connsiteX87" fmla="*/ 16193 w 152876"/>
                <a:gd name="connsiteY87" fmla="*/ 84772 h 146208"/>
                <a:gd name="connsiteX88" fmla="*/ 18574 w 152876"/>
                <a:gd name="connsiteY88" fmla="*/ 87154 h 146208"/>
                <a:gd name="connsiteX89" fmla="*/ 28099 w 152876"/>
                <a:gd name="connsiteY89" fmla="*/ 93345 h 146208"/>
                <a:gd name="connsiteX90" fmla="*/ 31432 w 152876"/>
                <a:gd name="connsiteY90" fmla="*/ 96679 h 146208"/>
                <a:gd name="connsiteX91" fmla="*/ 34766 w 152876"/>
                <a:gd name="connsiteY91" fmla="*/ 102870 h 146208"/>
                <a:gd name="connsiteX92" fmla="*/ 40957 w 152876"/>
                <a:gd name="connsiteY92" fmla="*/ 110966 h 146208"/>
                <a:gd name="connsiteX93" fmla="*/ 58103 w 152876"/>
                <a:gd name="connsiteY93" fmla="*/ 124778 h 146208"/>
                <a:gd name="connsiteX94" fmla="*/ 62389 w 152876"/>
                <a:gd name="connsiteY94" fmla="*/ 129064 h 146208"/>
                <a:gd name="connsiteX95" fmla="*/ 65246 w 152876"/>
                <a:gd name="connsiteY95" fmla="*/ 132874 h 146208"/>
                <a:gd name="connsiteX96" fmla="*/ 65246 w 152876"/>
                <a:gd name="connsiteY96" fmla="*/ 133826 h 146208"/>
                <a:gd name="connsiteX97" fmla="*/ 66199 w 152876"/>
                <a:gd name="connsiteY97" fmla="*/ 133826 h 146208"/>
                <a:gd name="connsiteX98" fmla="*/ 66675 w 152876"/>
                <a:gd name="connsiteY98" fmla="*/ 133350 h 146208"/>
                <a:gd name="connsiteX99" fmla="*/ 67151 w 152876"/>
                <a:gd name="connsiteY99" fmla="*/ 132874 h 146208"/>
                <a:gd name="connsiteX100" fmla="*/ 68580 w 152876"/>
                <a:gd name="connsiteY100" fmla="*/ 130969 h 146208"/>
                <a:gd name="connsiteX101" fmla="*/ 69532 w 152876"/>
                <a:gd name="connsiteY101" fmla="*/ 130016 h 146208"/>
                <a:gd name="connsiteX102" fmla="*/ 70961 w 152876"/>
                <a:gd name="connsiteY102" fmla="*/ 130016 h 146208"/>
                <a:gd name="connsiteX103" fmla="*/ 72390 w 152876"/>
                <a:gd name="connsiteY103" fmla="*/ 130969 h 146208"/>
                <a:gd name="connsiteX104" fmla="*/ 78105 w 152876"/>
                <a:gd name="connsiteY104" fmla="*/ 132874 h 146208"/>
                <a:gd name="connsiteX105" fmla="*/ 84772 w 152876"/>
                <a:gd name="connsiteY105" fmla="*/ 135255 h 146208"/>
                <a:gd name="connsiteX106" fmla="*/ 93821 w 152876"/>
                <a:gd name="connsiteY106" fmla="*/ 138589 h 146208"/>
                <a:gd name="connsiteX107" fmla="*/ 97631 w 152876"/>
                <a:gd name="connsiteY107" fmla="*/ 136684 h 146208"/>
                <a:gd name="connsiteX108" fmla="*/ 100965 w 152876"/>
                <a:gd name="connsiteY108" fmla="*/ 135255 h 146208"/>
                <a:gd name="connsiteX109" fmla="*/ 103346 w 152876"/>
                <a:gd name="connsiteY109" fmla="*/ 135255 h 146208"/>
                <a:gd name="connsiteX110" fmla="*/ 108109 w 152876"/>
                <a:gd name="connsiteY110" fmla="*/ 137160 h 146208"/>
                <a:gd name="connsiteX111" fmla="*/ 110966 w 152876"/>
                <a:gd name="connsiteY111" fmla="*/ 137636 h 146208"/>
                <a:gd name="connsiteX112" fmla="*/ 112871 w 152876"/>
                <a:gd name="connsiteY112" fmla="*/ 137636 h 146208"/>
                <a:gd name="connsiteX113" fmla="*/ 116205 w 152876"/>
                <a:gd name="connsiteY113" fmla="*/ 140494 h 146208"/>
                <a:gd name="connsiteX114" fmla="*/ 118110 w 152876"/>
                <a:gd name="connsiteY114" fmla="*/ 142399 h 146208"/>
                <a:gd name="connsiteX115" fmla="*/ 118586 w 152876"/>
                <a:gd name="connsiteY115" fmla="*/ 143828 h 146208"/>
                <a:gd name="connsiteX116" fmla="*/ 119539 w 152876"/>
                <a:gd name="connsiteY116" fmla="*/ 144780 h 146208"/>
                <a:gd name="connsiteX117" fmla="*/ 121920 w 152876"/>
                <a:gd name="connsiteY117" fmla="*/ 144780 h 146208"/>
                <a:gd name="connsiteX118" fmla="*/ 128111 w 152876"/>
                <a:gd name="connsiteY118" fmla="*/ 146209 h 146208"/>
                <a:gd name="connsiteX119" fmla="*/ 131921 w 152876"/>
                <a:gd name="connsiteY119" fmla="*/ 145732 h 146208"/>
                <a:gd name="connsiteX120" fmla="*/ 135255 w 152876"/>
                <a:gd name="connsiteY120" fmla="*/ 144304 h 146208"/>
                <a:gd name="connsiteX121" fmla="*/ 137160 w 152876"/>
                <a:gd name="connsiteY121" fmla="*/ 142399 h 146208"/>
                <a:gd name="connsiteX122" fmla="*/ 137636 w 152876"/>
                <a:gd name="connsiteY122" fmla="*/ 139541 h 146208"/>
                <a:gd name="connsiteX123" fmla="*/ 135255 w 152876"/>
                <a:gd name="connsiteY123" fmla="*/ 139065 h 146208"/>
                <a:gd name="connsiteX124" fmla="*/ 133350 w 152876"/>
                <a:gd name="connsiteY124" fmla="*/ 136684 h 146208"/>
                <a:gd name="connsiteX125" fmla="*/ 130969 w 152876"/>
                <a:gd name="connsiteY125" fmla="*/ 132397 h 146208"/>
                <a:gd name="connsiteX126" fmla="*/ 129540 w 152876"/>
                <a:gd name="connsiteY126" fmla="*/ 126682 h 146208"/>
                <a:gd name="connsiteX127" fmla="*/ 130016 w 152876"/>
                <a:gd name="connsiteY127" fmla="*/ 124778 h 146208"/>
                <a:gd name="connsiteX128" fmla="*/ 130969 w 152876"/>
                <a:gd name="connsiteY128" fmla="*/ 122396 h 146208"/>
                <a:gd name="connsiteX129" fmla="*/ 132874 w 152876"/>
                <a:gd name="connsiteY129" fmla="*/ 120015 h 146208"/>
                <a:gd name="connsiteX130" fmla="*/ 133826 w 152876"/>
                <a:gd name="connsiteY130" fmla="*/ 118110 h 146208"/>
                <a:gd name="connsiteX131" fmla="*/ 137160 w 152876"/>
                <a:gd name="connsiteY131" fmla="*/ 115729 h 146208"/>
                <a:gd name="connsiteX132" fmla="*/ 136684 w 152876"/>
                <a:gd name="connsiteY132" fmla="*/ 112871 h 146208"/>
                <a:gd name="connsiteX133" fmla="*/ 135255 w 152876"/>
                <a:gd name="connsiteY133" fmla="*/ 109538 h 146208"/>
                <a:gd name="connsiteX134" fmla="*/ 133826 w 152876"/>
                <a:gd name="connsiteY134" fmla="*/ 109538 h 146208"/>
                <a:gd name="connsiteX135" fmla="*/ 132397 w 152876"/>
                <a:gd name="connsiteY135" fmla="*/ 109061 h 146208"/>
                <a:gd name="connsiteX136" fmla="*/ 130969 w 152876"/>
                <a:gd name="connsiteY136" fmla="*/ 108109 h 146208"/>
                <a:gd name="connsiteX137" fmla="*/ 131445 w 152876"/>
                <a:gd name="connsiteY137" fmla="*/ 106680 h 146208"/>
                <a:gd name="connsiteX138" fmla="*/ 132874 w 152876"/>
                <a:gd name="connsiteY138" fmla="*/ 105251 h 146208"/>
                <a:gd name="connsiteX139" fmla="*/ 132874 w 152876"/>
                <a:gd name="connsiteY139" fmla="*/ 103822 h 146208"/>
                <a:gd name="connsiteX140" fmla="*/ 132874 w 152876"/>
                <a:gd name="connsiteY140" fmla="*/ 100965 h 146208"/>
                <a:gd name="connsiteX141" fmla="*/ 134779 w 152876"/>
                <a:gd name="connsiteY141" fmla="*/ 100965 h 146208"/>
                <a:gd name="connsiteX142" fmla="*/ 135255 w 152876"/>
                <a:gd name="connsiteY142" fmla="*/ 101918 h 146208"/>
                <a:gd name="connsiteX143" fmla="*/ 135731 w 152876"/>
                <a:gd name="connsiteY143" fmla="*/ 101918 h 146208"/>
                <a:gd name="connsiteX144" fmla="*/ 136207 w 152876"/>
                <a:gd name="connsiteY144" fmla="*/ 94774 h 146208"/>
                <a:gd name="connsiteX145" fmla="*/ 136684 w 152876"/>
                <a:gd name="connsiteY145" fmla="*/ 92869 h 146208"/>
                <a:gd name="connsiteX146" fmla="*/ 136207 w 152876"/>
                <a:gd name="connsiteY146" fmla="*/ 90964 h 146208"/>
                <a:gd name="connsiteX147" fmla="*/ 134779 w 152876"/>
                <a:gd name="connsiteY147" fmla="*/ 88582 h 146208"/>
                <a:gd name="connsiteX148" fmla="*/ 133350 w 152876"/>
                <a:gd name="connsiteY148" fmla="*/ 85249 h 146208"/>
                <a:gd name="connsiteX149" fmla="*/ 134779 w 152876"/>
                <a:gd name="connsiteY149" fmla="*/ 83344 h 146208"/>
                <a:gd name="connsiteX150" fmla="*/ 136207 w 152876"/>
                <a:gd name="connsiteY150" fmla="*/ 82868 h 146208"/>
                <a:gd name="connsiteX151" fmla="*/ 138113 w 152876"/>
                <a:gd name="connsiteY151" fmla="*/ 81439 h 146208"/>
                <a:gd name="connsiteX152" fmla="*/ 139065 w 152876"/>
                <a:gd name="connsiteY152" fmla="*/ 78105 h 146208"/>
                <a:gd name="connsiteX153" fmla="*/ 139541 w 152876"/>
                <a:gd name="connsiteY153" fmla="*/ 79534 h 146208"/>
                <a:gd name="connsiteX154" fmla="*/ 139065 w 152876"/>
                <a:gd name="connsiteY154" fmla="*/ 82391 h 146208"/>
                <a:gd name="connsiteX155" fmla="*/ 138113 w 152876"/>
                <a:gd name="connsiteY155" fmla="*/ 84772 h 146208"/>
                <a:gd name="connsiteX156" fmla="*/ 138113 w 152876"/>
                <a:gd name="connsiteY156" fmla="*/ 86678 h 146208"/>
                <a:gd name="connsiteX157" fmla="*/ 139065 w 152876"/>
                <a:gd name="connsiteY157" fmla="*/ 88582 h 146208"/>
                <a:gd name="connsiteX158" fmla="*/ 140018 w 152876"/>
                <a:gd name="connsiteY158" fmla="*/ 88582 h 146208"/>
                <a:gd name="connsiteX159" fmla="*/ 141922 w 152876"/>
                <a:gd name="connsiteY159" fmla="*/ 88106 h 146208"/>
                <a:gd name="connsiteX160" fmla="*/ 141446 w 152876"/>
                <a:gd name="connsiteY160" fmla="*/ 84772 h 146208"/>
                <a:gd name="connsiteX161" fmla="*/ 140494 w 152876"/>
                <a:gd name="connsiteY161" fmla="*/ 81915 h 146208"/>
                <a:gd name="connsiteX162" fmla="*/ 141446 w 152876"/>
                <a:gd name="connsiteY162" fmla="*/ 70009 h 146208"/>
                <a:gd name="connsiteX163" fmla="*/ 139541 w 152876"/>
                <a:gd name="connsiteY163" fmla="*/ 57150 h 146208"/>
                <a:gd name="connsiteX164" fmla="*/ 141922 w 152876"/>
                <a:gd name="connsiteY164" fmla="*/ 42863 h 146208"/>
                <a:gd name="connsiteX165" fmla="*/ 144780 w 152876"/>
                <a:gd name="connsiteY165" fmla="*/ 33814 h 146208"/>
                <a:gd name="connsiteX166" fmla="*/ 147161 w 152876"/>
                <a:gd name="connsiteY166" fmla="*/ 31909 h 146208"/>
                <a:gd name="connsiteX167" fmla="*/ 149543 w 152876"/>
                <a:gd name="connsiteY167" fmla="*/ 28575 h 146208"/>
                <a:gd name="connsiteX168" fmla="*/ 151924 w 152876"/>
                <a:gd name="connsiteY168" fmla="*/ 24765 h 146208"/>
                <a:gd name="connsiteX169" fmla="*/ 152876 w 152876"/>
                <a:gd name="connsiteY169" fmla="*/ 22384 h 146208"/>
                <a:gd name="connsiteX170" fmla="*/ 149066 w 152876"/>
                <a:gd name="connsiteY170" fmla="*/ 8572 h 146208"/>
                <a:gd name="connsiteX171" fmla="*/ 147638 w 152876"/>
                <a:gd name="connsiteY171" fmla="*/ 8096 h 146208"/>
                <a:gd name="connsiteX172" fmla="*/ 146685 w 152876"/>
                <a:gd name="connsiteY172" fmla="*/ 8096 h 146208"/>
                <a:gd name="connsiteX173" fmla="*/ 145256 w 152876"/>
                <a:gd name="connsiteY173" fmla="*/ 6191 h 146208"/>
                <a:gd name="connsiteX174" fmla="*/ 146209 w 152876"/>
                <a:gd name="connsiteY174" fmla="*/ 4763 h 146208"/>
                <a:gd name="connsiteX175" fmla="*/ 145732 w 152876"/>
                <a:gd name="connsiteY175" fmla="*/ 4286 h 146208"/>
                <a:gd name="connsiteX176" fmla="*/ 96203 w 152876"/>
                <a:gd name="connsiteY176" fmla="*/ 135255 h 146208"/>
                <a:gd name="connsiteX177" fmla="*/ 94774 w 152876"/>
                <a:gd name="connsiteY177" fmla="*/ 135731 h 146208"/>
                <a:gd name="connsiteX178" fmla="*/ 92869 w 152876"/>
                <a:gd name="connsiteY178" fmla="*/ 136207 h 146208"/>
                <a:gd name="connsiteX179" fmla="*/ 91440 w 152876"/>
                <a:gd name="connsiteY179" fmla="*/ 135731 h 146208"/>
                <a:gd name="connsiteX180" fmla="*/ 89059 w 152876"/>
                <a:gd name="connsiteY180" fmla="*/ 135731 h 146208"/>
                <a:gd name="connsiteX181" fmla="*/ 85725 w 152876"/>
                <a:gd name="connsiteY181" fmla="*/ 134779 h 146208"/>
                <a:gd name="connsiteX182" fmla="*/ 80486 w 152876"/>
                <a:gd name="connsiteY182" fmla="*/ 133350 h 146208"/>
                <a:gd name="connsiteX183" fmla="*/ 75247 w 152876"/>
                <a:gd name="connsiteY183" fmla="*/ 131445 h 146208"/>
                <a:gd name="connsiteX184" fmla="*/ 71438 w 152876"/>
                <a:gd name="connsiteY184" fmla="*/ 130016 h 146208"/>
                <a:gd name="connsiteX185" fmla="*/ 69056 w 152876"/>
                <a:gd name="connsiteY185" fmla="*/ 129064 h 146208"/>
                <a:gd name="connsiteX186" fmla="*/ 67151 w 152876"/>
                <a:gd name="connsiteY186" fmla="*/ 128111 h 146208"/>
                <a:gd name="connsiteX187" fmla="*/ 65722 w 152876"/>
                <a:gd name="connsiteY187" fmla="*/ 127159 h 146208"/>
                <a:gd name="connsiteX188" fmla="*/ 64294 w 152876"/>
                <a:gd name="connsiteY188" fmla="*/ 125730 h 146208"/>
                <a:gd name="connsiteX189" fmla="*/ 62865 w 152876"/>
                <a:gd name="connsiteY189" fmla="*/ 123825 h 146208"/>
                <a:gd name="connsiteX190" fmla="*/ 61436 w 152876"/>
                <a:gd name="connsiteY190" fmla="*/ 121444 h 146208"/>
                <a:gd name="connsiteX191" fmla="*/ 60007 w 152876"/>
                <a:gd name="connsiteY191" fmla="*/ 118586 h 146208"/>
                <a:gd name="connsiteX192" fmla="*/ 59531 w 152876"/>
                <a:gd name="connsiteY192" fmla="*/ 116205 h 146208"/>
                <a:gd name="connsiteX193" fmla="*/ 59055 w 152876"/>
                <a:gd name="connsiteY193" fmla="*/ 114776 h 146208"/>
                <a:gd name="connsiteX194" fmla="*/ 58579 w 152876"/>
                <a:gd name="connsiteY194" fmla="*/ 114300 h 146208"/>
                <a:gd name="connsiteX195" fmla="*/ 58103 w 152876"/>
                <a:gd name="connsiteY195" fmla="*/ 113824 h 146208"/>
                <a:gd name="connsiteX196" fmla="*/ 57626 w 152876"/>
                <a:gd name="connsiteY196" fmla="*/ 113347 h 146208"/>
                <a:gd name="connsiteX197" fmla="*/ 57626 w 152876"/>
                <a:gd name="connsiteY197" fmla="*/ 112871 h 146208"/>
                <a:gd name="connsiteX198" fmla="*/ 57626 w 152876"/>
                <a:gd name="connsiteY198" fmla="*/ 111919 h 146208"/>
                <a:gd name="connsiteX199" fmla="*/ 57626 w 152876"/>
                <a:gd name="connsiteY199" fmla="*/ 110014 h 146208"/>
                <a:gd name="connsiteX200" fmla="*/ 57150 w 152876"/>
                <a:gd name="connsiteY200" fmla="*/ 107156 h 146208"/>
                <a:gd name="connsiteX201" fmla="*/ 57150 w 152876"/>
                <a:gd name="connsiteY201" fmla="*/ 104299 h 146208"/>
                <a:gd name="connsiteX202" fmla="*/ 57150 w 152876"/>
                <a:gd name="connsiteY202" fmla="*/ 102394 h 146208"/>
                <a:gd name="connsiteX203" fmla="*/ 57626 w 152876"/>
                <a:gd name="connsiteY203" fmla="*/ 101441 h 146208"/>
                <a:gd name="connsiteX204" fmla="*/ 58579 w 152876"/>
                <a:gd name="connsiteY204" fmla="*/ 99536 h 146208"/>
                <a:gd name="connsiteX205" fmla="*/ 60007 w 152876"/>
                <a:gd name="connsiteY205" fmla="*/ 99060 h 146208"/>
                <a:gd name="connsiteX206" fmla="*/ 61436 w 152876"/>
                <a:gd name="connsiteY206" fmla="*/ 99060 h 146208"/>
                <a:gd name="connsiteX207" fmla="*/ 62865 w 152876"/>
                <a:gd name="connsiteY207" fmla="*/ 99536 h 146208"/>
                <a:gd name="connsiteX208" fmla="*/ 65246 w 152876"/>
                <a:gd name="connsiteY208" fmla="*/ 100489 h 146208"/>
                <a:gd name="connsiteX209" fmla="*/ 68104 w 152876"/>
                <a:gd name="connsiteY209" fmla="*/ 101918 h 146208"/>
                <a:gd name="connsiteX210" fmla="*/ 70485 w 152876"/>
                <a:gd name="connsiteY210" fmla="*/ 103822 h 146208"/>
                <a:gd name="connsiteX211" fmla="*/ 72866 w 152876"/>
                <a:gd name="connsiteY211" fmla="*/ 105728 h 146208"/>
                <a:gd name="connsiteX212" fmla="*/ 75724 w 152876"/>
                <a:gd name="connsiteY212" fmla="*/ 107156 h 146208"/>
                <a:gd name="connsiteX213" fmla="*/ 79057 w 152876"/>
                <a:gd name="connsiteY213" fmla="*/ 109538 h 146208"/>
                <a:gd name="connsiteX214" fmla="*/ 83344 w 152876"/>
                <a:gd name="connsiteY214" fmla="*/ 113824 h 146208"/>
                <a:gd name="connsiteX215" fmla="*/ 87630 w 152876"/>
                <a:gd name="connsiteY215" fmla="*/ 118586 h 146208"/>
                <a:gd name="connsiteX216" fmla="*/ 90964 w 152876"/>
                <a:gd name="connsiteY216" fmla="*/ 122396 h 146208"/>
                <a:gd name="connsiteX217" fmla="*/ 92869 w 152876"/>
                <a:gd name="connsiteY217" fmla="*/ 125254 h 146208"/>
                <a:gd name="connsiteX218" fmla="*/ 94297 w 152876"/>
                <a:gd name="connsiteY218" fmla="*/ 127635 h 146208"/>
                <a:gd name="connsiteX219" fmla="*/ 95250 w 152876"/>
                <a:gd name="connsiteY219" fmla="*/ 129540 h 146208"/>
                <a:gd name="connsiteX220" fmla="*/ 95726 w 152876"/>
                <a:gd name="connsiteY220" fmla="*/ 131445 h 146208"/>
                <a:gd name="connsiteX221" fmla="*/ 96203 w 152876"/>
                <a:gd name="connsiteY221" fmla="*/ 132874 h 146208"/>
                <a:gd name="connsiteX222" fmla="*/ 96203 w 152876"/>
                <a:gd name="connsiteY222" fmla="*/ 135255 h 14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152876" h="146208">
                  <a:moveTo>
                    <a:pt x="145732" y="4286"/>
                  </a:moveTo>
                  <a:lnTo>
                    <a:pt x="147161" y="4763"/>
                  </a:lnTo>
                  <a:lnTo>
                    <a:pt x="147161" y="7620"/>
                  </a:lnTo>
                  <a:lnTo>
                    <a:pt x="148114" y="7144"/>
                  </a:lnTo>
                  <a:lnTo>
                    <a:pt x="150495" y="2857"/>
                  </a:lnTo>
                  <a:lnTo>
                    <a:pt x="151447" y="1905"/>
                  </a:lnTo>
                  <a:lnTo>
                    <a:pt x="152400" y="476"/>
                  </a:lnTo>
                  <a:lnTo>
                    <a:pt x="143828" y="0"/>
                  </a:lnTo>
                  <a:lnTo>
                    <a:pt x="139541" y="953"/>
                  </a:lnTo>
                  <a:lnTo>
                    <a:pt x="137636" y="3334"/>
                  </a:lnTo>
                  <a:lnTo>
                    <a:pt x="136207" y="4286"/>
                  </a:lnTo>
                  <a:lnTo>
                    <a:pt x="134779" y="3810"/>
                  </a:lnTo>
                  <a:lnTo>
                    <a:pt x="131921" y="4763"/>
                  </a:lnTo>
                  <a:lnTo>
                    <a:pt x="128111" y="6668"/>
                  </a:lnTo>
                  <a:lnTo>
                    <a:pt x="124778" y="7620"/>
                  </a:lnTo>
                  <a:lnTo>
                    <a:pt x="121444" y="7144"/>
                  </a:lnTo>
                  <a:lnTo>
                    <a:pt x="120491" y="7620"/>
                  </a:lnTo>
                  <a:lnTo>
                    <a:pt x="120015" y="8096"/>
                  </a:lnTo>
                  <a:lnTo>
                    <a:pt x="119539" y="8572"/>
                  </a:lnTo>
                  <a:lnTo>
                    <a:pt x="118110" y="9049"/>
                  </a:lnTo>
                  <a:lnTo>
                    <a:pt x="116681" y="9049"/>
                  </a:lnTo>
                  <a:lnTo>
                    <a:pt x="115253" y="8096"/>
                  </a:lnTo>
                  <a:lnTo>
                    <a:pt x="114300" y="9525"/>
                  </a:lnTo>
                  <a:lnTo>
                    <a:pt x="114300" y="10954"/>
                  </a:lnTo>
                  <a:lnTo>
                    <a:pt x="113347" y="11430"/>
                  </a:lnTo>
                  <a:lnTo>
                    <a:pt x="111919" y="10954"/>
                  </a:lnTo>
                  <a:lnTo>
                    <a:pt x="110014" y="11430"/>
                  </a:lnTo>
                  <a:lnTo>
                    <a:pt x="108109" y="12859"/>
                  </a:lnTo>
                  <a:lnTo>
                    <a:pt x="105251" y="13335"/>
                  </a:lnTo>
                  <a:lnTo>
                    <a:pt x="101441" y="12382"/>
                  </a:lnTo>
                  <a:lnTo>
                    <a:pt x="98584" y="10478"/>
                  </a:lnTo>
                  <a:lnTo>
                    <a:pt x="96679" y="7620"/>
                  </a:lnTo>
                  <a:lnTo>
                    <a:pt x="94297" y="7144"/>
                  </a:lnTo>
                  <a:lnTo>
                    <a:pt x="90011" y="9049"/>
                  </a:lnTo>
                  <a:lnTo>
                    <a:pt x="88106" y="11430"/>
                  </a:lnTo>
                  <a:lnTo>
                    <a:pt x="87630" y="12859"/>
                  </a:lnTo>
                  <a:lnTo>
                    <a:pt x="88106" y="14288"/>
                  </a:lnTo>
                  <a:lnTo>
                    <a:pt x="87154" y="15240"/>
                  </a:lnTo>
                  <a:lnTo>
                    <a:pt x="85249" y="15716"/>
                  </a:lnTo>
                  <a:lnTo>
                    <a:pt x="83820" y="17145"/>
                  </a:lnTo>
                  <a:lnTo>
                    <a:pt x="82868" y="20003"/>
                  </a:lnTo>
                  <a:lnTo>
                    <a:pt x="82868" y="21907"/>
                  </a:lnTo>
                  <a:lnTo>
                    <a:pt x="83344" y="23336"/>
                  </a:lnTo>
                  <a:lnTo>
                    <a:pt x="82391" y="24289"/>
                  </a:lnTo>
                  <a:lnTo>
                    <a:pt x="80010" y="24765"/>
                  </a:lnTo>
                  <a:lnTo>
                    <a:pt x="77153" y="27146"/>
                  </a:lnTo>
                  <a:lnTo>
                    <a:pt x="73819" y="30956"/>
                  </a:lnTo>
                  <a:lnTo>
                    <a:pt x="70485" y="33814"/>
                  </a:lnTo>
                  <a:lnTo>
                    <a:pt x="67151" y="35243"/>
                  </a:lnTo>
                  <a:lnTo>
                    <a:pt x="65246" y="37147"/>
                  </a:lnTo>
                  <a:lnTo>
                    <a:pt x="65246" y="39053"/>
                  </a:lnTo>
                  <a:lnTo>
                    <a:pt x="65246" y="39529"/>
                  </a:lnTo>
                  <a:lnTo>
                    <a:pt x="64770" y="39529"/>
                  </a:lnTo>
                  <a:lnTo>
                    <a:pt x="63818" y="40005"/>
                  </a:lnTo>
                  <a:lnTo>
                    <a:pt x="57150" y="35719"/>
                  </a:lnTo>
                  <a:lnTo>
                    <a:pt x="55245" y="32861"/>
                  </a:lnTo>
                  <a:lnTo>
                    <a:pt x="53816" y="33338"/>
                  </a:lnTo>
                  <a:lnTo>
                    <a:pt x="51911" y="34766"/>
                  </a:lnTo>
                  <a:lnTo>
                    <a:pt x="49054" y="38100"/>
                  </a:lnTo>
                  <a:lnTo>
                    <a:pt x="45720" y="42386"/>
                  </a:lnTo>
                  <a:lnTo>
                    <a:pt x="44291" y="42863"/>
                  </a:lnTo>
                  <a:lnTo>
                    <a:pt x="36195" y="42386"/>
                  </a:lnTo>
                  <a:lnTo>
                    <a:pt x="31909" y="42863"/>
                  </a:lnTo>
                  <a:lnTo>
                    <a:pt x="30956" y="43339"/>
                  </a:lnTo>
                  <a:lnTo>
                    <a:pt x="30480" y="44768"/>
                  </a:lnTo>
                  <a:lnTo>
                    <a:pt x="30956" y="47149"/>
                  </a:lnTo>
                  <a:lnTo>
                    <a:pt x="31909" y="54769"/>
                  </a:lnTo>
                  <a:lnTo>
                    <a:pt x="32385" y="58103"/>
                  </a:lnTo>
                  <a:lnTo>
                    <a:pt x="31909" y="59055"/>
                  </a:lnTo>
                  <a:lnTo>
                    <a:pt x="30004" y="59055"/>
                  </a:lnTo>
                  <a:lnTo>
                    <a:pt x="27146" y="59531"/>
                  </a:lnTo>
                  <a:lnTo>
                    <a:pt x="25718" y="60960"/>
                  </a:lnTo>
                  <a:lnTo>
                    <a:pt x="25241" y="62389"/>
                  </a:lnTo>
                  <a:lnTo>
                    <a:pt x="25241" y="64294"/>
                  </a:lnTo>
                  <a:lnTo>
                    <a:pt x="24289" y="66675"/>
                  </a:lnTo>
                  <a:lnTo>
                    <a:pt x="22384" y="68104"/>
                  </a:lnTo>
                  <a:lnTo>
                    <a:pt x="20479" y="68580"/>
                  </a:lnTo>
                  <a:lnTo>
                    <a:pt x="10954" y="69056"/>
                  </a:lnTo>
                  <a:lnTo>
                    <a:pt x="10954" y="70009"/>
                  </a:lnTo>
                  <a:lnTo>
                    <a:pt x="9049" y="70961"/>
                  </a:lnTo>
                  <a:lnTo>
                    <a:pt x="8096" y="70961"/>
                  </a:lnTo>
                  <a:lnTo>
                    <a:pt x="5715" y="68580"/>
                  </a:lnTo>
                  <a:lnTo>
                    <a:pt x="4286" y="66675"/>
                  </a:lnTo>
                  <a:lnTo>
                    <a:pt x="2857" y="66675"/>
                  </a:lnTo>
                  <a:lnTo>
                    <a:pt x="0" y="69532"/>
                  </a:lnTo>
                  <a:lnTo>
                    <a:pt x="0" y="71438"/>
                  </a:lnTo>
                  <a:lnTo>
                    <a:pt x="7144" y="76200"/>
                  </a:lnTo>
                  <a:lnTo>
                    <a:pt x="16193" y="84772"/>
                  </a:lnTo>
                  <a:lnTo>
                    <a:pt x="18574" y="87154"/>
                  </a:lnTo>
                  <a:lnTo>
                    <a:pt x="28099" y="93345"/>
                  </a:lnTo>
                  <a:lnTo>
                    <a:pt x="31432" y="96679"/>
                  </a:lnTo>
                  <a:lnTo>
                    <a:pt x="34766" y="102870"/>
                  </a:lnTo>
                  <a:lnTo>
                    <a:pt x="40957" y="110966"/>
                  </a:lnTo>
                  <a:lnTo>
                    <a:pt x="58103" y="124778"/>
                  </a:lnTo>
                  <a:lnTo>
                    <a:pt x="62389" y="129064"/>
                  </a:lnTo>
                  <a:lnTo>
                    <a:pt x="65246" y="132874"/>
                  </a:lnTo>
                  <a:lnTo>
                    <a:pt x="65246" y="133826"/>
                  </a:lnTo>
                  <a:lnTo>
                    <a:pt x="66199" y="133826"/>
                  </a:lnTo>
                  <a:lnTo>
                    <a:pt x="66675" y="133350"/>
                  </a:lnTo>
                  <a:lnTo>
                    <a:pt x="67151" y="132874"/>
                  </a:lnTo>
                  <a:lnTo>
                    <a:pt x="68580" y="130969"/>
                  </a:lnTo>
                  <a:lnTo>
                    <a:pt x="69532" y="130016"/>
                  </a:lnTo>
                  <a:lnTo>
                    <a:pt x="70961" y="130016"/>
                  </a:lnTo>
                  <a:lnTo>
                    <a:pt x="72390" y="130969"/>
                  </a:lnTo>
                  <a:lnTo>
                    <a:pt x="78105" y="132874"/>
                  </a:lnTo>
                  <a:lnTo>
                    <a:pt x="84772" y="135255"/>
                  </a:lnTo>
                  <a:lnTo>
                    <a:pt x="93821" y="138589"/>
                  </a:lnTo>
                  <a:lnTo>
                    <a:pt x="97631" y="136684"/>
                  </a:lnTo>
                  <a:lnTo>
                    <a:pt x="100965" y="135255"/>
                  </a:lnTo>
                  <a:lnTo>
                    <a:pt x="103346" y="135255"/>
                  </a:lnTo>
                  <a:lnTo>
                    <a:pt x="108109" y="137160"/>
                  </a:lnTo>
                  <a:lnTo>
                    <a:pt x="110966" y="137636"/>
                  </a:lnTo>
                  <a:lnTo>
                    <a:pt x="112871" y="137636"/>
                  </a:lnTo>
                  <a:lnTo>
                    <a:pt x="116205" y="140494"/>
                  </a:lnTo>
                  <a:lnTo>
                    <a:pt x="118110" y="142399"/>
                  </a:lnTo>
                  <a:lnTo>
                    <a:pt x="118586" y="143828"/>
                  </a:lnTo>
                  <a:lnTo>
                    <a:pt x="119539" y="144780"/>
                  </a:lnTo>
                  <a:lnTo>
                    <a:pt x="121920" y="144780"/>
                  </a:lnTo>
                  <a:lnTo>
                    <a:pt x="128111" y="146209"/>
                  </a:lnTo>
                  <a:lnTo>
                    <a:pt x="131921" y="145732"/>
                  </a:lnTo>
                  <a:lnTo>
                    <a:pt x="135255" y="144304"/>
                  </a:lnTo>
                  <a:lnTo>
                    <a:pt x="137160" y="142399"/>
                  </a:lnTo>
                  <a:lnTo>
                    <a:pt x="137636" y="139541"/>
                  </a:lnTo>
                  <a:lnTo>
                    <a:pt x="135255" y="139065"/>
                  </a:lnTo>
                  <a:lnTo>
                    <a:pt x="133350" y="136684"/>
                  </a:lnTo>
                  <a:lnTo>
                    <a:pt x="130969" y="132397"/>
                  </a:lnTo>
                  <a:lnTo>
                    <a:pt x="129540" y="126682"/>
                  </a:lnTo>
                  <a:lnTo>
                    <a:pt x="130016" y="124778"/>
                  </a:lnTo>
                  <a:lnTo>
                    <a:pt x="130969" y="122396"/>
                  </a:lnTo>
                  <a:lnTo>
                    <a:pt x="132874" y="120015"/>
                  </a:lnTo>
                  <a:lnTo>
                    <a:pt x="133826" y="118110"/>
                  </a:lnTo>
                  <a:lnTo>
                    <a:pt x="137160" y="115729"/>
                  </a:lnTo>
                  <a:lnTo>
                    <a:pt x="136684" y="112871"/>
                  </a:lnTo>
                  <a:lnTo>
                    <a:pt x="135255" y="109538"/>
                  </a:lnTo>
                  <a:lnTo>
                    <a:pt x="133826" y="109538"/>
                  </a:lnTo>
                  <a:lnTo>
                    <a:pt x="132397" y="109061"/>
                  </a:lnTo>
                  <a:lnTo>
                    <a:pt x="130969" y="108109"/>
                  </a:lnTo>
                  <a:lnTo>
                    <a:pt x="131445" y="106680"/>
                  </a:lnTo>
                  <a:lnTo>
                    <a:pt x="132874" y="105251"/>
                  </a:lnTo>
                  <a:lnTo>
                    <a:pt x="132874" y="103822"/>
                  </a:lnTo>
                  <a:lnTo>
                    <a:pt x="132874" y="100965"/>
                  </a:lnTo>
                  <a:lnTo>
                    <a:pt x="134779" y="100965"/>
                  </a:lnTo>
                  <a:lnTo>
                    <a:pt x="135255" y="101918"/>
                  </a:lnTo>
                  <a:lnTo>
                    <a:pt x="135731" y="101918"/>
                  </a:lnTo>
                  <a:lnTo>
                    <a:pt x="136207" y="94774"/>
                  </a:lnTo>
                  <a:lnTo>
                    <a:pt x="136684" y="92869"/>
                  </a:lnTo>
                  <a:lnTo>
                    <a:pt x="136207" y="90964"/>
                  </a:lnTo>
                  <a:lnTo>
                    <a:pt x="134779" y="88582"/>
                  </a:lnTo>
                  <a:lnTo>
                    <a:pt x="133350" y="85249"/>
                  </a:lnTo>
                  <a:lnTo>
                    <a:pt x="134779" y="83344"/>
                  </a:lnTo>
                  <a:lnTo>
                    <a:pt x="136207" y="82868"/>
                  </a:lnTo>
                  <a:lnTo>
                    <a:pt x="138113" y="81439"/>
                  </a:lnTo>
                  <a:lnTo>
                    <a:pt x="139065" y="78105"/>
                  </a:lnTo>
                  <a:lnTo>
                    <a:pt x="139541" y="79534"/>
                  </a:lnTo>
                  <a:lnTo>
                    <a:pt x="139065" y="82391"/>
                  </a:lnTo>
                  <a:lnTo>
                    <a:pt x="138113" y="84772"/>
                  </a:lnTo>
                  <a:lnTo>
                    <a:pt x="138113" y="86678"/>
                  </a:lnTo>
                  <a:lnTo>
                    <a:pt x="139065" y="88582"/>
                  </a:lnTo>
                  <a:lnTo>
                    <a:pt x="140018" y="88582"/>
                  </a:lnTo>
                  <a:lnTo>
                    <a:pt x="141922" y="88106"/>
                  </a:lnTo>
                  <a:lnTo>
                    <a:pt x="141446" y="84772"/>
                  </a:lnTo>
                  <a:lnTo>
                    <a:pt x="140494" y="81915"/>
                  </a:lnTo>
                  <a:lnTo>
                    <a:pt x="141446" y="70009"/>
                  </a:lnTo>
                  <a:lnTo>
                    <a:pt x="139541" y="57150"/>
                  </a:lnTo>
                  <a:lnTo>
                    <a:pt x="141922" y="42863"/>
                  </a:lnTo>
                  <a:lnTo>
                    <a:pt x="144780" y="33814"/>
                  </a:lnTo>
                  <a:lnTo>
                    <a:pt x="147161" y="31909"/>
                  </a:lnTo>
                  <a:lnTo>
                    <a:pt x="149543" y="28575"/>
                  </a:lnTo>
                  <a:lnTo>
                    <a:pt x="151924" y="24765"/>
                  </a:lnTo>
                  <a:lnTo>
                    <a:pt x="152876" y="22384"/>
                  </a:lnTo>
                  <a:lnTo>
                    <a:pt x="149066" y="8572"/>
                  </a:lnTo>
                  <a:lnTo>
                    <a:pt x="147638" y="8096"/>
                  </a:lnTo>
                  <a:lnTo>
                    <a:pt x="146685" y="8096"/>
                  </a:lnTo>
                  <a:lnTo>
                    <a:pt x="145256" y="6191"/>
                  </a:lnTo>
                  <a:lnTo>
                    <a:pt x="146209" y="4763"/>
                  </a:lnTo>
                  <a:lnTo>
                    <a:pt x="145732" y="4286"/>
                  </a:lnTo>
                  <a:close/>
                  <a:moveTo>
                    <a:pt x="96203" y="135255"/>
                  </a:moveTo>
                  <a:lnTo>
                    <a:pt x="94774" y="135731"/>
                  </a:lnTo>
                  <a:lnTo>
                    <a:pt x="92869" y="136207"/>
                  </a:lnTo>
                  <a:lnTo>
                    <a:pt x="91440" y="135731"/>
                  </a:lnTo>
                  <a:lnTo>
                    <a:pt x="89059" y="135731"/>
                  </a:lnTo>
                  <a:lnTo>
                    <a:pt x="85725" y="134779"/>
                  </a:lnTo>
                  <a:lnTo>
                    <a:pt x="80486" y="133350"/>
                  </a:lnTo>
                  <a:lnTo>
                    <a:pt x="75247" y="131445"/>
                  </a:lnTo>
                  <a:lnTo>
                    <a:pt x="71438" y="130016"/>
                  </a:lnTo>
                  <a:lnTo>
                    <a:pt x="69056" y="129064"/>
                  </a:lnTo>
                  <a:lnTo>
                    <a:pt x="67151" y="128111"/>
                  </a:lnTo>
                  <a:lnTo>
                    <a:pt x="65722" y="127159"/>
                  </a:lnTo>
                  <a:lnTo>
                    <a:pt x="64294" y="125730"/>
                  </a:lnTo>
                  <a:lnTo>
                    <a:pt x="62865" y="123825"/>
                  </a:lnTo>
                  <a:lnTo>
                    <a:pt x="61436" y="121444"/>
                  </a:lnTo>
                  <a:lnTo>
                    <a:pt x="60007" y="118586"/>
                  </a:lnTo>
                  <a:lnTo>
                    <a:pt x="59531" y="116205"/>
                  </a:lnTo>
                  <a:lnTo>
                    <a:pt x="59055" y="114776"/>
                  </a:lnTo>
                  <a:lnTo>
                    <a:pt x="58579" y="114300"/>
                  </a:lnTo>
                  <a:lnTo>
                    <a:pt x="58103" y="113824"/>
                  </a:lnTo>
                  <a:lnTo>
                    <a:pt x="57626" y="113347"/>
                  </a:lnTo>
                  <a:lnTo>
                    <a:pt x="57626" y="112871"/>
                  </a:lnTo>
                  <a:lnTo>
                    <a:pt x="57626" y="111919"/>
                  </a:lnTo>
                  <a:lnTo>
                    <a:pt x="57626" y="110014"/>
                  </a:lnTo>
                  <a:lnTo>
                    <a:pt x="57150" y="107156"/>
                  </a:lnTo>
                  <a:lnTo>
                    <a:pt x="57150" y="104299"/>
                  </a:lnTo>
                  <a:lnTo>
                    <a:pt x="57150" y="102394"/>
                  </a:lnTo>
                  <a:lnTo>
                    <a:pt x="57626" y="101441"/>
                  </a:lnTo>
                  <a:lnTo>
                    <a:pt x="58579" y="99536"/>
                  </a:lnTo>
                  <a:lnTo>
                    <a:pt x="60007" y="99060"/>
                  </a:lnTo>
                  <a:lnTo>
                    <a:pt x="61436" y="99060"/>
                  </a:lnTo>
                  <a:lnTo>
                    <a:pt x="62865" y="99536"/>
                  </a:lnTo>
                  <a:lnTo>
                    <a:pt x="65246" y="100489"/>
                  </a:lnTo>
                  <a:lnTo>
                    <a:pt x="68104" y="101918"/>
                  </a:lnTo>
                  <a:lnTo>
                    <a:pt x="70485" y="103822"/>
                  </a:lnTo>
                  <a:lnTo>
                    <a:pt x="72866" y="105728"/>
                  </a:lnTo>
                  <a:lnTo>
                    <a:pt x="75724" y="107156"/>
                  </a:lnTo>
                  <a:lnTo>
                    <a:pt x="79057" y="109538"/>
                  </a:lnTo>
                  <a:lnTo>
                    <a:pt x="83344" y="113824"/>
                  </a:lnTo>
                  <a:lnTo>
                    <a:pt x="87630" y="118586"/>
                  </a:lnTo>
                  <a:lnTo>
                    <a:pt x="90964" y="122396"/>
                  </a:lnTo>
                  <a:lnTo>
                    <a:pt x="92869" y="125254"/>
                  </a:lnTo>
                  <a:lnTo>
                    <a:pt x="94297" y="127635"/>
                  </a:lnTo>
                  <a:lnTo>
                    <a:pt x="95250" y="129540"/>
                  </a:lnTo>
                  <a:lnTo>
                    <a:pt x="95726" y="131445"/>
                  </a:lnTo>
                  <a:lnTo>
                    <a:pt x="96203" y="132874"/>
                  </a:lnTo>
                  <a:lnTo>
                    <a:pt x="96203" y="135255"/>
                  </a:lnTo>
                  <a:close/>
                </a:path>
              </a:pathLst>
            </a:custGeom>
            <a:grpFill/>
            <a:ln w="317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F08A8076-3ECF-4B15-91E1-67C6A060F398}"/>
                </a:ext>
              </a:extLst>
            </p:cNvPr>
            <p:cNvSpPr/>
            <p:nvPr/>
          </p:nvSpPr>
          <p:spPr>
            <a:xfrm>
              <a:off x="5810726" y="3830478"/>
              <a:ext cx="410051" cy="325755"/>
            </a:xfrm>
            <a:custGeom>
              <a:avLst/>
              <a:gdLst>
                <a:gd name="connsiteX0" fmla="*/ 154781 w 410051"/>
                <a:gd name="connsiteY0" fmla="*/ 316230 h 325755"/>
                <a:gd name="connsiteX1" fmla="*/ 151924 w 410051"/>
                <a:gd name="connsiteY1" fmla="*/ 320516 h 325755"/>
                <a:gd name="connsiteX2" fmla="*/ 154305 w 410051"/>
                <a:gd name="connsiteY2" fmla="*/ 320993 h 325755"/>
                <a:gd name="connsiteX3" fmla="*/ 157639 w 410051"/>
                <a:gd name="connsiteY3" fmla="*/ 320040 h 325755"/>
                <a:gd name="connsiteX4" fmla="*/ 158591 w 410051"/>
                <a:gd name="connsiteY4" fmla="*/ 317659 h 325755"/>
                <a:gd name="connsiteX5" fmla="*/ 156686 w 410051"/>
                <a:gd name="connsiteY5" fmla="*/ 317183 h 325755"/>
                <a:gd name="connsiteX6" fmla="*/ 154781 w 410051"/>
                <a:gd name="connsiteY6" fmla="*/ 316230 h 325755"/>
                <a:gd name="connsiteX7" fmla="*/ 406241 w 410051"/>
                <a:gd name="connsiteY7" fmla="*/ 58579 h 325755"/>
                <a:gd name="connsiteX8" fmla="*/ 405289 w 410051"/>
                <a:gd name="connsiteY8" fmla="*/ 56674 h 325755"/>
                <a:gd name="connsiteX9" fmla="*/ 405289 w 410051"/>
                <a:gd name="connsiteY9" fmla="*/ 56197 h 325755"/>
                <a:gd name="connsiteX10" fmla="*/ 403384 w 410051"/>
                <a:gd name="connsiteY10" fmla="*/ 53816 h 325755"/>
                <a:gd name="connsiteX11" fmla="*/ 400050 w 410051"/>
                <a:gd name="connsiteY11" fmla="*/ 52388 h 325755"/>
                <a:gd name="connsiteX12" fmla="*/ 395288 w 410051"/>
                <a:gd name="connsiteY12" fmla="*/ 51911 h 325755"/>
                <a:gd name="connsiteX13" fmla="*/ 392906 w 410051"/>
                <a:gd name="connsiteY13" fmla="*/ 50959 h 325755"/>
                <a:gd name="connsiteX14" fmla="*/ 392430 w 410051"/>
                <a:gd name="connsiteY14" fmla="*/ 48578 h 325755"/>
                <a:gd name="connsiteX15" fmla="*/ 391954 w 410051"/>
                <a:gd name="connsiteY15" fmla="*/ 47149 h 325755"/>
                <a:gd name="connsiteX16" fmla="*/ 391478 w 410051"/>
                <a:gd name="connsiteY16" fmla="*/ 45720 h 325755"/>
                <a:gd name="connsiteX17" fmla="*/ 391001 w 410051"/>
                <a:gd name="connsiteY17" fmla="*/ 42863 h 325755"/>
                <a:gd name="connsiteX18" fmla="*/ 387668 w 410051"/>
                <a:gd name="connsiteY18" fmla="*/ 27146 h 325755"/>
                <a:gd name="connsiteX19" fmla="*/ 383381 w 410051"/>
                <a:gd name="connsiteY19" fmla="*/ 20955 h 325755"/>
                <a:gd name="connsiteX20" fmla="*/ 377666 w 410051"/>
                <a:gd name="connsiteY20" fmla="*/ 12859 h 325755"/>
                <a:gd name="connsiteX21" fmla="*/ 372428 w 410051"/>
                <a:gd name="connsiteY21" fmla="*/ 5715 h 325755"/>
                <a:gd name="connsiteX22" fmla="*/ 366236 w 410051"/>
                <a:gd name="connsiteY22" fmla="*/ 5715 h 325755"/>
                <a:gd name="connsiteX23" fmla="*/ 362903 w 410051"/>
                <a:gd name="connsiteY23" fmla="*/ 6668 h 325755"/>
                <a:gd name="connsiteX24" fmla="*/ 358616 w 410051"/>
                <a:gd name="connsiteY24" fmla="*/ 10001 h 325755"/>
                <a:gd name="connsiteX25" fmla="*/ 353854 w 410051"/>
                <a:gd name="connsiteY25" fmla="*/ 11430 h 325755"/>
                <a:gd name="connsiteX26" fmla="*/ 347663 w 410051"/>
                <a:gd name="connsiteY26" fmla="*/ 14288 h 325755"/>
                <a:gd name="connsiteX27" fmla="*/ 343853 w 410051"/>
                <a:gd name="connsiteY27" fmla="*/ 16669 h 325755"/>
                <a:gd name="connsiteX28" fmla="*/ 340043 w 410051"/>
                <a:gd name="connsiteY28" fmla="*/ 18574 h 325755"/>
                <a:gd name="connsiteX29" fmla="*/ 335280 w 410051"/>
                <a:gd name="connsiteY29" fmla="*/ 22860 h 325755"/>
                <a:gd name="connsiteX30" fmla="*/ 333851 w 410051"/>
                <a:gd name="connsiteY30" fmla="*/ 26194 h 325755"/>
                <a:gd name="connsiteX31" fmla="*/ 329089 w 410051"/>
                <a:gd name="connsiteY31" fmla="*/ 26670 h 325755"/>
                <a:gd name="connsiteX32" fmla="*/ 322422 w 410051"/>
                <a:gd name="connsiteY32" fmla="*/ 26194 h 325755"/>
                <a:gd name="connsiteX33" fmla="*/ 318135 w 410051"/>
                <a:gd name="connsiteY33" fmla="*/ 22860 h 325755"/>
                <a:gd name="connsiteX34" fmla="*/ 308134 w 410051"/>
                <a:gd name="connsiteY34" fmla="*/ 19050 h 325755"/>
                <a:gd name="connsiteX35" fmla="*/ 301466 w 410051"/>
                <a:gd name="connsiteY35" fmla="*/ 17621 h 325755"/>
                <a:gd name="connsiteX36" fmla="*/ 298609 w 410051"/>
                <a:gd name="connsiteY36" fmla="*/ 17145 h 325755"/>
                <a:gd name="connsiteX37" fmla="*/ 283369 w 410051"/>
                <a:gd name="connsiteY37" fmla="*/ 16669 h 325755"/>
                <a:gd name="connsiteX38" fmla="*/ 266700 w 410051"/>
                <a:gd name="connsiteY38" fmla="*/ 18097 h 325755"/>
                <a:gd name="connsiteX39" fmla="*/ 258128 w 410051"/>
                <a:gd name="connsiteY39" fmla="*/ 20003 h 325755"/>
                <a:gd name="connsiteX40" fmla="*/ 256699 w 410051"/>
                <a:gd name="connsiteY40" fmla="*/ 20479 h 325755"/>
                <a:gd name="connsiteX41" fmla="*/ 251936 w 410051"/>
                <a:gd name="connsiteY41" fmla="*/ 22860 h 325755"/>
                <a:gd name="connsiteX42" fmla="*/ 248126 w 410051"/>
                <a:gd name="connsiteY42" fmla="*/ 25241 h 325755"/>
                <a:gd name="connsiteX43" fmla="*/ 237649 w 410051"/>
                <a:gd name="connsiteY43" fmla="*/ 36195 h 325755"/>
                <a:gd name="connsiteX44" fmla="*/ 223361 w 410051"/>
                <a:gd name="connsiteY44" fmla="*/ 35719 h 325755"/>
                <a:gd name="connsiteX45" fmla="*/ 215265 w 410051"/>
                <a:gd name="connsiteY45" fmla="*/ 34290 h 325755"/>
                <a:gd name="connsiteX46" fmla="*/ 208122 w 410051"/>
                <a:gd name="connsiteY46" fmla="*/ 32385 h 325755"/>
                <a:gd name="connsiteX47" fmla="*/ 198120 w 410051"/>
                <a:gd name="connsiteY47" fmla="*/ 27146 h 325755"/>
                <a:gd name="connsiteX48" fmla="*/ 185738 w 410051"/>
                <a:gd name="connsiteY48" fmla="*/ 19050 h 325755"/>
                <a:gd name="connsiteX49" fmla="*/ 180975 w 410051"/>
                <a:gd name="connsiteY49" fmla="*/ 18097 h 325755"/>
                <a:gd name="connsiteX50" fmla="*/ 176689 w 410051"/>
                <a:gd name="connsiteY50" fmla="*/ 17621 h 325755"/>
                <a:gd name="connsiteX51" fmla="*/ 175260 w 410051"/>
                <a:gd name="connsiteY51" fmla="*/ 17621 h 325755"/>
                <a:gd name="connsiteX52" fmla="*/ 160497 w 410051"/>
                <a:gd name="connsiteY52" fmla="*/ 25718 h 325755"/>
                <a:gd name="connsiteX53" fmla="*/ 157639 w 410051"/>
                <a:gd name="connsiteY53" fmla="*/ 25718 h 325755"/>
                <a:gd name="connsiteX54" fmla="*/ 154305 w 410051"/>
                <a:gd name="connsiteY54" fmla="*/ 26670 h 325755"/>
                <a:gd name="connsiteX55" fmla="*/ 151924 w 410051"/>
                <a:gd name="connsiteY55" fmla="*/ 28575 h 325755"/>
                <a:gd name="connsiteX56" fmla="*/ 150019 w 410051"/>
                <a:gd name="connsiteY56" fmla="*/ 29528 h 325755"/>
                <a:gd name="connsiteX57" fmla="*/ 148114 w 410051"/>
                <a:gd name="connsiteY57" fmla="*/ 29528 h 325755"/>
                <a:gd name="connsiteX58" fmla="*/ 145732 w 410051"/>
                <a:gd name="connsiteY58" fmla="*/ 29051 h 325755"/>
                <a:gd name="connsiteX59" fmla="*/ 143351 w 410051"/>
                <a:gd name="connsiteY59" fmla="*/ 27622 h 325755"/>
                <a:gd name="connsiteX60" fmla="*/ 140970 w 410051"/>
                <a:gd name="connsiteY60" fmla="*/ 25241 h 325755"/>
                <a:gd name="connsiteX61" fmla="*/ 134779 w 410051"/>
                <a:gd name="connsiteY61" fmla="*/ 16669 h 325755"/>
                <a:gd name="connsiteX62" fmla="*/ 133350 w 410051"/>
                <a:gd name="connsiteY62" fmla="*/ 15240 h 325755"/>
                <a:gd name="connsiteX63" fmla="*/ 130969 w 410051"/>
                <a:gd name="connsiteY63" fmla="*/ 12859 h 325755"/>
                <a:gd name="connsiteX64" fmla="*/ 126682 w 410051"/>
                <a:gd name="connsiteY64" fmla="*/ 9049 h 325755"/>
                <a:gd name="connsiteX65" fmla="*/ 123825 w 410051"/>
                <a:gd name="connsiteY65" fmla="*/ 7144 h 325755"/>
                <a:gd name="connsiteX66" fmla="*/ 121920 w 410051"/>
                <a:gd name="connsiteY66" fmla="*/ 6668 h 325755"/>
                <a:gd name="connsiteX67" fmla="*/ 120015 w 410051"/>
                <a:gd name="connsiteY67" fmla="*/ 7144 h 325755"/>
                <a:gd name="connsiteX68" fmla="*/ 108109 w 410051"/>
                <a:gd name="connsiteY68" fmla="*/ 3810 h 325755"/>
                <a:gd name="connsiteX69" fmla="*/ 96203 w 410051"/>
                <a:gd name="connsiteY69" fmla="*/ 0 h 325755"/>
                <a:gd name="connsiteX70" fmla="*/ 93822 w 410051"/>
                <a:gd name="connsiteY70" fmla="*/ 476 h 325755"/>
                <a:gd name="connsiteX71" fmla="*/ 91916 w 410051"/>
                <a:gd name="connsiteY71" fmla="*/ 1429 h 325755"/>
                <a:gd name="connsiteX72" fmla="*/ 87630 w 410051"/>
                <a:gd name="connsiteY72" fmla="*/ 4286 h 325755"/>
                <a:gd name="connsiteX73" fmla="*/ 82868 w 410051"/>
                <a:gd name="connsiteY73" fmla="*/ 4763 h 325755"/>
                <a:gd name="connsiteX74" fmla="*/ 76676 w 410051"/>
                <a:gd name="connsiteY74" fmla="*/ 4763 h 325755"/>
                <a:gd name="connsiteX75" fmla="*/ 73343 w 410051"/>
                <a:gd name="connsiteY75" fmla="*/ 4286 h 325755"/>
                <a:gd name="connsiteX76" fmla="*/ 68104 w 410051"/>
                <a:gd name="connsiteY76" fmla="*/ 5239 h 325755"/>
                <a:gd name="connsiteX77" fmla="*/ 64294 w 410051"/>
                <a:gd name="connsiteY77" fmla="*/ 6191 h 325755"/>
                <a:gd name="connsiteX78" fmla="*/ 59531 w 410051"/>
                <a:gd name="connsiteY78" fmla="*/ 8096 h 325755"/>
                <a:gd name="connsiteX79" fmla="*/ 53340 w 410051"/>
                <a:gd name="connsiteY79" fmla="*/ 13335 h 325755"/>
                <a:gd name="connsiteX80" fmla="*/ 51435 w 410051"/>
                <a:gd name="connsiteY80" fmla="*/ 13811 h 325755"/>
                <a:gd name="connsiteX81" fmla="*/ 50006 w 410051"/>
                <a:gd name="connsiteY81" fmla="*/ 14764 h 325755"/>
                <a:gd name="connsiteX82" fmla="*/ 48101 w 410051"/>
                <a:gd name="connsiteY82" fmla="*/ 28575 h 325755"/>
                <a:gd name="connsiteX83" fmla="*/ 46673 w 410051"/>
                <a:gd name="connsiteY83" fmla="*/ 32861 h 325755"/>
                <a:gd name="connsiteX84" fmla="*/ 43815 w 410051"/>
                <a:gd name="connsiteY84" fmla="*/ 38100 h 325755"/>
                <a:gd name="connsiteX85" fmla="*/ 37624 w 410051"/>
                <a:gd name="connsiteY85" fmla="*/ 43339 h 325755"/>
                <a:gd name="connsiteX86" fmla="*/ 33338 w 410051"/>
                <a:gd name="connsiteY86" fmla="*/ 46672 h 325755"/>
                <a:gd name="connsiteX87" fmla="*/ 33338 w 410051"/>
                <a:gd name="connsiteY87" fmla="*/ 50959 h 325755"/>
                <a:gd name="connsiteX88" fmla="*/ 32861 w 410051"/>
                <a:gd name="connsiteY88" fmla="*/ 58103 h 325755"/>
                <a:gd name="connsiteX89" fmla="*/ 32861 w 410051"/>
                <a:gd name="connsiteY89" fmla="*/ 62865 h 325755"/>
                <a:gd name="connsiteX90" fmla="*/ 33338 w 410051"/>
                <a:gd name="connsiteY90" fmla="*/ 66199 h 325755"/>
                <a:gd name="connsiteX91" fmla="*/ 32861 w 410051"/>
                <a:gd name="connsiteY91" fmla="*/ 67628 h 325755"/>
                <a:gd name="connsiteX92" fmla="*/ 32385 w 410051"/>
                <a:gd name="connsiteY92" fmla="*/ 69056 h 325755"/>
                <a:gd name="connsiteX93" fmla="*/ 32385 w 410051"/>
                <a:gd name="connsiteY93" fmla="*/ 70961 h 325755"/>
                <a:gd name="connsiteX94" fmla="*/ 33338 w 410051"/>
                <a:gd name="connsiteY94" fmla="*/ 71914 h 325755"/>
                <a:gd name="connsiteX95" fmla="*/ 33814 w 410051"/>
                <a:gd name="connsiteY95" fmla="*/ 73343 h 325755"/>
                <a:gd name="connsiteX96" fmla="*/ 33338 w 410051"/>
                <a:gd name="connsiteY96" fmla="*/ 74295 h 325755"/>
                <a:gd name="connsiteX97" fmla="*/ 31432 w 410051"/>
                <a:gd name="connsiteY97" fmla="*/ 75724 h 325755"/>
                <a:gd name="connsiteX98" fmla="*/ 30004 w 410051"/>
                <a:gd name="connsiteY98" fmla="*/ 78105 h 325755"/>
                <a:gd name="connsiteX99" fmla="*/ 27623 w 410051"/>
                <a:gd name="connsiteY99" fmla="*/ 82391 h 325755"/>
                <a:gd name="connsiteX100" fmla="*/ 27623 w 410051"/>
                <a:gd name="connsiteY100" fmla="*/ 85725 h 325755"/>
                <a:gd name="connsiteX101" fmla="*/ 32861 w 410051"/>
                <a:gd name="connsiteY101" fmla="*/ 93345 h 325755"/>
                <a:gd name="connsiteX102" fmla="*/ 33338 w 410051"/>
                <a:gd name="connsiteY102" fmla="*/ 94297 h 325755"/>
                <a:gd name="connsiteX103" fmla="*/ 34766 w 410051"/>
                <a:gd name="connsiteY103" fmla="*/ 95250 h 325755"/>
                <a:gd name="connsiteX104" fmla="*/ 35719 w 410051"/>
                <a:gd name="connsiteY104" fmla="*/ 96679 h 325755"/>
                <a:gd name="connsiteX105" fmla="*/ 36195 w 410051"/>
                <a:gd name="connsiteY105" fmla="*/ 100489 h 325755"/>
                <a:gd name="connsiteX106" fmla="*/ 36672 w 410051"/>
                <a:gd name="connsiteY106" fmla="*/ 104775 h 325755"/>
                <a:gd name="connsiteX107" fmla="*/ 37148 w 410051"/>
                <a:gd name="connsiteY107" fmla="*/ 107633 h 325755"/>
                <a:gd name="connsiteX108" fmla="*/ 39529 w 410051"/>
                <a:gd name="connsiteY108" fmla="*/ 111443 h 325755"/>
                <a:gd name="connsiteX109" fmla="*/ 39529 w 410051"/>
                <a:gd name="connsiteY109" fmla="*/ 112871 h 325755"/>
                <a:gd name="connsiteX110" fmla="*/ 37624 w 410051"/>
                <a:gd name="connsiteY110" fmla="*/ 118586 h 325755"/>
                <a:gd name="connsiteX111" fmla="*/ 37148 w 410051"/>
                <a:gd name="connsiteY111" fmla="*/ 119063 h 325755"/>
                <a:gd name="connsiteX112" fmla="*/ 36672 w 410051"/>
                <a:gd name="connsiteY112" fmla="*/ 119063 h 325755"/>
                <a:gd name="connsiteX113" fmla="*/ 33814 w 410051"/>
                <a:gd name="connsiteY113" fmla="*/ 118586 h 325755"/>
                <a:gd name="connsiteX114" fmla="*/ 32861 w 410051"/>
                <a:gd name="connsiteY114" fmla="*/ 119063 h 325755"/>
                <a:gd name="connsiteX115" fmla="*/ 31432 w 410051"/>
                <a:gd name="connsiteY115" fmla="*/ 120968 h 325755"/>
                <a:gd name="connsiteX116" fmla="*/ 30480 w 410051"/>
                <a:gd name="connsiteY116" fmla="*/ 122872 h 325755"/>
                <a:gd name="connsiteX117" fmla="*/ 30480 w 410051"/>
                <a:gd name="connsiteY117" fmla="*/ 123825 h 325755"/>
                <a:gd name="connsiteX118" fmla="*/ 32861 w 410051"/>
                <a:gd name="connsiteY118" fmla="*/ 127635 h 325755"/>
                <a:gd name="connsiteX119" fmla="*/ 31432 w 410051"/>
                <a:gd name="connsiteY119" fmla="*/ 132874 h 325755"/>
                <a:gd name="connsiteX120" fmla="*/ 30004 w 410051"/>
                <a:gd name="connsiteY120" fmla="*/ 136208 h 325755"/>
                <a:gd name="connsiteX121" fmla="*/ 27147 w 410051"/>
                <a:gd name="connsiteY121" fmla="*/ 138113 h 325755"/>
                <a:gd name="connsiteX122" fmla="*/ 24765 w 410051"/>
                <a:gd name="connsiteY122" fmla="*/ 138589 h 325755"/>
                <a:gd name="connsiteX123" fmla="*/ 22860 w 410051"/>
                <a:gd name="connsiteY123" fmla="*/ 139541 h 325755"/>
                <a:gd name="connsiteX124" fmla="*/ 21907 w 410051"/>
                <a:gd name="connsiteY124" fmla="*/ 140494 h 325755"/>
                <a:gd name="connsiteX125" fmla="*/ 21907 w 410051"/>
                <a:gd name="connsiteY125" fmla="*/ 144304 h 325755"/>
                <a:gd name="connsiteX126" fmla="*/ 18098 w 410051"/>
                <a:gd name="connsiteY126" fmla="*/ 147638 h 325755"/>
                <a:gd name="connsiteX127" fmla="*/ 16193 w 410051"/>
                <a:gd name="connsiteY127" fmla="*/ 150019 h 325755"/>
                <a:gd name="connsiteX128" fmla="*/ 15240 w 410051"/>
                <a:gd name="connsiteY128" fmla="*/ 151447 h 325755"/>
                <a:gd name="connsiteX129" fmla="*/ 15716 w 410051"/>
                <a:gd name="connsiteY129" fmla="*/ 155734 h 325755"/>
                <a:gd name="connsiteX130" fmla="*/ 14288 w 410051"/>
                <a:gd name="connsiteY130" fmla="*/ 160020 h 325755"/>
                <a:gd name="connsiteX131" fmla="*/ 11906 w 410051"/>
                <a:gd name="connsiteY131" fmla="*/ 163354 h 325755"/>
                <a:gd name="connsiteX132" fmla="*/ 7144 w 410051"/>
                <a:gd name="connsiteY132" fmla="*/ 164306 h 325755"/>
                <a:gd name="connsiteX133" fmla="*/ 2857 w 410051"/>
                <a:gd name="connsiteY133" fmla="*/ 164783 h 325755"/>
                <a:gd name="connsiteX134" fmla="*/ 1429 w 410051"/>
                <a:gd name="connsiteY134" fmla="*/ 173831 h 325755"/>
                <a:gd name="connsiteX135" fmla="*/ 1429 w 410051"/>
                <a:gd name="connsiteY135" fmla="*/ 179546 h 325755"/>
                <a:gd name="connsiteX136" fmla="*/ 953 w 410051"/>
                <a:gd name="connsiteY136" fmla="*/ 185261 h 325755"/>
                <a:gd name="connsiteX137" fmla="*/ 476 w 410051"/>
                <a:gd name="connsiteY137" fmla="*/ 187643 h 325755"/>
                <a:gd name="connsiteX138" fmla="*/ 953 w 410051"/>
                <a:gd name="connsiteY138" fmla="*/ 190976 h 325755"/>
                <a:gd name="connsiteX139" fmla="*/ 476 w 410051"/>
                <a:gd name="connsiteY139" fmla="*/ 198596 h 325755"/>
                <a:gd name="connsiteX140" fmla="*/ 0 w 410051"/>
                <a:gd name="connsiteY140" fmla="*/ 204311 h 325755"/>
                <a:gd name="connsiteX141" fmla="*/ 953 w 410051"/>
                <a:gd name="connsiteY141" fmla="*/ 205740 h 325755"/>
                <a:gd name="connsiteX142" fmla="*/ 1429 w 410051"/>
                <a:gd name="connsiteY142" fmla="*/ 209074 h 325755"/>
                <a:gd name="connsiteX143" fmla="*/ 1429 w 410051"/>
                <a:gd name="connsiteY143" fmla="*/ 212884 h 325755"/>
                <a:gd name="connsiteX144" fmla="*/ 2381 w 410051"/>
                <a:gd name="connsiteY144" fmla="*/ 215265 h 325755"/>
                <a:gd name="connsiteX145" fmla="*/ 3334 w 410051"/>
                <a:gd name="connsiteY145" fmla="*/ 217646 h 325755"/>
                <a:gd name="connsiteX146" fmla="*/ 3334 w 410051"/>
                <a:gd name="connsiteY146" fmla="*/ 218599 h 325755"/>
                <a:gd name="connsiteX147" fmla="*/ 2857 w 410051"/>
                <a:gd name="connsiteY147" fmla="*/ 219075 h 325755"/>
                <a:gd name="connsiteX148" fmla="*/ 2381 w 410051"/>
                <a:gd name="connsiteY148" fmla="*/ 220028 h 325755"/>
                <a:gd name="connsiteX149" fmla="*/ 2381 w 410051"/>
                <a:gd name="connsiteY149" fmla="*/ 228600 h 325755"/>
                <a:gd name="connsiteX150" fmla="*/ 2381 w 410051"/>
                <a:gd name="connsiteY150" fmla="*/ 230981 h 325755"/>
                <a:gd name="connsiteX151" fmla="*/ 1905 w 410051"/>
                <a:gd name="connsiteY151" fmla="*/ 232410 h 325755"/>
                <a:gd name="connsiteX152" fmla="*/ 953 w 410051"/>
                <a:gd name="connsiteY152" fmla="*/ 233839 h 325755"/>
                <a:gd name="connsiteX153" fmla="*/ 1429 w 410051"/>
                <a:gd name="connsiteY153" fmla="*/ 238125 h 325755"/>
                <a:gd name="connsiteX154" fmla="*/ 2381 w 410051"/>
                <a:gd name="connsiteY154" fmla="*/ 240983 h 325755"/>
                <a:gd name="connsiteX155" fmla="*/ 3334 w 410051"/>
                <a:gd name="connsiteY155" fmla="*/ 242888 h 325755"/>
                <a:gd name="connsiteX156" fmla="*/ 2857 w 410051"/>
                <a:gd name="connsiteY156" fmla="*/ 244793 h 325755"/>
                <a:gd name="connsiteX157" fmla="*/ 2381 w 410051"/>
                <a:gd name="connsiteY157" fmla="*/ 247174 h 325755"/>
                <a:gd name="connsiteX158" fmla="*/ 1429 w 410051"/>
                <a:gd name="connsiteY158" fmla="*/ 252889 h 325755"/>
                <a:gd name="connsiteX159" fmla="*/ 1429 w 410051"/>
                <a:gd name="connsiteY159" fmla="*/ 254794 h 325755"/>
                <a:gd name="connsiteX160" fmla="*/ 3810 w 410051"/>
                <a:gd name="connsiteY160" fmla="*/ 254794 h 325755"/>
                <a:gd name="connsiteX161" fmla="*/ 22860 w 410051"/>
                <a:gd name="connsiteY161" fmla="*/ 254318 h 325755"/>
                <a:gd name="connsiteX162" fmla="*/ 26194 w 410051"/>
                <a:gd name="connsiteY162" fmla="*/ 250031 h 325755"/>
                <a:gd name="connsiteX163" fmla="*/ 28575 w 410051"/>
                <a:gd name="connsiteY163" fmla="*/ 250031 h 325755"/>
                <a:gd name="connsiteX164" fmla="*/ 35719 w 410051"/>
                <a:gd name="connsiteY164" fmla="*/ 247650 h 325755"/>
                <a:gd name="connsiteX165" fmla="*/ 36672 w 410051"/>
                <a:gd name="connsiteY165" fmla="*/ 248126 h 325755"/>
                <a:gd name="connsiteX166" fmla="*/ 29528 w 410051"/>
                <a:gd name="connsiteY166" fmla="*/ 251936 h 325755"/>
                <a:gd name="connsiteX167" fmla="*/ 27623 w 410051"/>
                <a:gd name="connsiteY167" fmla="*/ 252413 h 325755"/>
                <a:gd name="connsiteX168" fmla="*/ 26194 w 410051"/>
                <a:gd name="connsiteY168" fmla="*/ 253365 h 325755"/>
                <a:gd name="connsiteX169" fmla="*/ 27623 w 410051"/>
                <a:gd name="connsiteY169" fmla="*/ 253841 h 325755"/>
                <a:gd name="connsiteX170" fmla="*/ 49530 w 410051"/>
                <a:gd name="connsiteY170" fmla="*/ 253841 h 325755"/>
                <a:gd name="connsiteX171" fmla="*/ 60007 w 410051"/>
                <a:gd name="connsiteY171" fmla="*/ 255746 h 325755"/>
                <a:gd name="connsiteX172" fmla="*/ 66675 w 410051"/>
                <a:gd name="connsiteY172" fmla="*/ 260033 h 325755"/>
                <a:gd name="connsiteX173" fmla="*/ 74295 w 410051"/>
                <a:gd name="connsiteY173" fmla="*/ 266700 h 325755"/>
                <a:gd name="connsiteX174" fmla="*/ 80486 w 410051"/>
                <a:gd name="connsiteY174" fmla="*/ 274320 h 325755"/>
                <a:gd name="connsiteX175" fmla="*/ 82391 w 410051"/>
                <a:gd name="connsiteY175" fmla="*/ 275272 h 325755"/>
                <a:gd name="connsiteX176" fmla="*/ 82868 w 410051"/>
                <a:gd name="connsiteY176" fmla="*/ 276701 h 325755"/>
                <a:gd name="connsiteX177" fmla="*/ 82868 w 410051"/>
                <a:gd name="connsiteY177" fmla="*/ 279559 h 325755"/>
                <a:gd name="connsiteX178" fmla="*/ 84773 w 410051"/>
                <a:gd name="connsiteY178" fmla="*/ 280988 h 325755"/>
                <a:gd name="connsiteX179" fmla="*/ 88106 w 410051"/>
                <a:gd name="connsiteY179" fmla="*/ 279559 h 325755"/>
                <a:gd name="connsiteX180" fmla="*/ 89059 w 410051"/>
                <a:gd name="connsiteY180" fmla="*/ 277654 h 325755"/>
                <a:gd name="connsiteX181" fmla="*/ 90011 w 410051"/>
                <a:gd name="connsiteY181" fmla="*/ 277178 h 325755"/>
                <a:gd name="connsiteX182" fmla="*/ 90011 w 410051"/>
                <a:gd name="connsiteY182" fmla="*/ 279083 h 325755"/>
                <a:gd name="connsiteX183" fmla="*/ 90964 w 410051"/>
                <a:gd name="connsiteY183" fmla="*/ 280035 h 325755"/>
                <a:gd name="connsiteX184" fmla="*/ 93345 w 410051"/>
                <a:gd name="connsiteY184" fmla="*/ 280035 h 325755"/>
                <a:gd name="connsiteX185" fmla="*/ 94774 w 410051"/>
                <a:gd name="connsiteY185" fmla="*/ 280511 h 325755"/>
                <a:gd name="connsiteX186" fmla="*/ 92869 w 410051"/>
                <a:gd name="connsiteY186" fmla="*/ 281940 h 325755"/>
                <a:gd name="connsiteX187" fmla="*/ 89535 w 410051"/>
                <a:gd name="connsiteY187" fmla="*/ 281940 h 325755"/>
                <a:gd name="connsiteX188" fmla="*/ 87154 w 410051"/>
                <a:gd name="connsiteY188" fmla="*/ 281940 h 325755"/>
                <a:gd name="connsiteX189" fmla="*/ 86678 w 410051"/>
                <a:gd name="connsiteY189" fmla="*/ 283369 h 325755"/>
                <a:gd name="connsiteX190" fmla="*/ 87630 w 410051"/>
                <a:gd name="connsiteY190" fmla="*/ 285274 h 325755"/>
                <a:gd name="connsiteX191" fmla="*/ 92869 w 410051"/>
                <a:gd name="connsiteY191" fmla="*/ 288131 h 325755"/>
                <a:gd name="connsiteX192" fmla="*/ 98584 w 410051"/>
                <a:gd name="connsiteY192" fmla="*/ 285750 h 325755"/>
                <a:gd name="connsiteX193" fmla="*/ 98107 w 410051"/>
                <a:gd name="connsiteY193" fmla="*/ 287179 h 325755"/>
                <a:gd name="connsiteX194" fmla="*/ 97155 w 410051"/>
                <a:gd name="connsiteY194" fmla="*/ 288608 h 325755"/>
                <a:gd name="connsiteX195" fmla="*/ 95250 w 410051"/>
                <a:gd name="connsiteY195" fmla="*/ 289084 h 325755"/>
                <a:gd name="connsiteX196" fmla="*/ 92869 w 410051"/>
                <a:gd name="connsiteY196" fmla="*/ 290036 h 325755"/>
                <a:gd name="connsiteX197" fmla="*/ 92869 w 410051"/>
                <a:gd name="connsiteY197" fmla="*/ 292894 h 325755"/>
                <a:gd name="connsiteX198" fmla="*/ 92869 w 410051"/>
                <a:gd name="connsiteY198" fmla="*/ 295275 h 325755"/>
                <a:gd name="connsiteX199" fmla="*/ 93345 w 410051"/>
                <a:gd name="connsiteY199" fmla="*/ 295751 h 325755"/>
                <a:gd name="connsiteX200" fmla="*/ 96203 w 410051"/>
                <a:gd name="connsiteY200" fmla="*/ 296228 h 325755"/>
                <a:gd name="connsiteX201" fmla="*/ 95250 w 410051"/>
                <a:gd name="connsiteY201" fmla="*/ 297180 h 325755"/>
                <a:gd name="connsiteX202" fmla="*/ 93822 w 410051"/>
                <a:gd name="connsiteY202" fmla="*/ 296704 h 325755"/>
                <a:gd name="connsiteX203" fmla="*/ 93345 w 410051"/>
                <a:gd name="connsiteY203" fmla="*/ 297180 h 325755"/>
                <a:gd name="connsiteX204" fmla="*/ 95726 w 410051"/>
                <a:gd name="connsiteY204" fmla="*/ 303371 h 325755"/>
                <a:gd name="connsiteX205" fmla="*/ 97155 w 410051"/>
                <a:gd name="connsiteY205" fmla="*/ 307181 h 325755"/>
                <a:gd name="connsiteX206" fmla="*/ 99060 w 410051"/>
                <a:gd name="connsiteY206" fmla="*/ 310515 h 325755"/>
                <a:gd name="connsiteX207" fmla="*/ 100013 w 410051"/>
                <a:gd name="connsiteY207" fmla="*/ 313372 h 325755"/>
                <a:gd name="connsiteX208" fmla="*/ 107156 w 410051"/>
                <a:gd name="connsiteY208" fmla="*/ 320040 h 325755"/>
                <a:gd name="connsiteX209" fmla="*/ 110966 w 410051"/>
                <a:gd name="connsiteY209" fmla="*/ 322421 h 325755"/>
                <a:gd name="connsiteX210" fmla="*/ 113348 w 410051"/>
                <a:gd name="connsiteY210" fmla="*/ 323850 h 325755"/>
                <a:gd name="connsiteX211" fmla="*/ 117157 w 410051"/>
                <a:gd name="connsiteY211" fmla="*/ 325279 h 325755"/>
                <a:gd name="connsiteX212" fmla="*/ 120491 w 410051"/>
                <a:gd name="connsiteY212" fmla="*/ 325755 h 325755"/>
                <a:gd name="connsiteX213" fmla="*/ 121444 w 410051"/>
                <a:gd name="connsiteY213" fmla="*/ 325279 h 325755"/>
                <a:gd name="connsiteX214" fmla="*/ 121920 w 410051"/>
                <a:gd name="connsiteY214" fmla="*/ 321945 h 325755"/>
                <a:gd name="connsiteX215" fmla="*/ 123825 w 410051"/>
                <a:gd name="connsiteY215" fmla="*/ 320516 h 325755"/>
                <a:gd name="connsiteX216" fmla="*/ 123825 w 410051"/>
                <a:gd name="connsiteY216" fmla="*/ 322421 h 325755"/>
                <a:gd name="connsiteX217" fmla="*/ 123349 w 410051"/>
                <a:gd name="connsiteY217" fmla="*/ 323850 h 325755"/>
                <a:gd name="connsiteX218" fmla="*/ 123825 w 410051"/>
                <a:gd name="connsiteY218" fmla="*/ 324803 h 325755"/>
                <a:gd name="connsiteX219" fmla="*/ 125254 w 410051"/>
                <a:gd name="connsiteY219" fmla="*/ 324803 h 325755"/>
                <a:gd name="connsiteX220" fmla="*/ 130969 w 410051"/>
                <a:gd name="connsiteY220" fmla="*/ 323850 h 325755"/>
                <a:gd name="connsiteX221" fmla="*/ 132398 w 410051"/>
                <a:gd name="connsiteY221" fmla="*/ 323850 h 325755"/>
                <a:gd name="connsiteX222" fmla="*/ 134303 w 410051"/>
                <a:gd name="connsiteY222" fmla="*/ 323374 h 325755"/>
                <a:gd name="connsiteX223" fmla="*/ 135255 w 410051"/>
                <a:gd name="connsiteY223" fmla="*/ 318611 h 325755"/>
                <a:gd name="connsiteX224" fmla="*/ 136207 w 410051"/>
                <a:gd name="connsiteY224" fmla="*/ 319088 h 325755"/>
                <a:gd name="connsiteX225" fmla="*/ 136684 w 410051"/>
                <a:gd name="connsiteY225" fmla="*/ 321945 h 325755"/>
                <a:gd name="connsiteX226" fmla="*/ 137160 w 410051"/>
                <a:gd name="connsiteY226" fmla="*/ 323374 h 325755"/>
                <a:gd name="connsiteX227" fmla="*/ 140018 w 410051"/>
                <a:gd name="connsiteY227" fmla="*/ 323374 h 325755"/>
                <a:gd name="connsiteX228" fmla="*/ 141447 w 410051"/>
                <a:gd name="connsiteY228" fmla="*/ 323374 h 325755"/>
                <a:gd name="connsiteX229" fmla="*/ 144780 w 410051"/>
                <a:gd name="connsiteY229" fmla="*/ 322421 h 325755"/>
                <a:gd name="connsiteX230" fmla="*/ 142399 w 410051"/>
                <a:gd name="connsiteY230" fmla="*/ 319088 h 325755"/>
                <a:gd name="connsiteX231" fmla="*/ 142399 w 410051"/>
                <a:gd name="connsiteY231" fmla="*/ 314801 h 325755"/>
                <a:gd name="connsiteX232" fmla="*/ 142399 w 410051"/>
                <a:gd name="connsiteY232" fmla="*/ 312896 h 325755"/>
                <a:gd name="connsiteX233" fmla="*/ 141923 w 410051"/>
                <a:gd name="connsiteY233" fmla="*/ 310515 h 325755"/>
                <a:gd name="connsiteX234" fmla="*/ 142399 w 410051"/>
                <a:gd name="connsiteY234" fmla="*/ 310515 h 325755"/>
                <a:gd name="connsiteX235" fmla="*/ 143828 w 410051"/>
                <a:gd name="connsiteY235" fmla="*/ 313372 h 325755"/>
                <a:gd name="connsiteX236" fmla="*/ 144304 w 410051"/>
                <a:gd name="connsiteY236" fmla="*/ 317659 h 325755"/>
                <a:gd name="connsiteX237" fmla="*/ 145256 w 410051"/>
                <a:gd name="connsiteY237" fmla="*/ 320516 h 325755"/>
                <a:gd name="connsiteX238" fmla="*/ 147161 w 410051"/>
                <a:gd name="connsiteY238" fmla="*/ 322421 h 325755"/>
                <a:gd name="connsiteX239" fmla="*/ 150019 w 410051"/>
                <a:gd name="connsiteY239" fmla="*/ 322421 h 325755"/>
                <a:gd name="connsiteX240" fmla="*/ 154781 w 410051"/>
                <a:gd name="connsiteY240" fmla="*/ 318611 h 325755"/>
                <a:gd name="connsiteX241" fmla="*/ 155257 w 410051"/>
                <a:gd name="connsiteY241" fmla="*/ 315278 h 325755"/>
                <a:gd name="connsiteX242" fmla="*/ 152400 w 410051"/>
                <a:gd name="connsiteY242" fmla="*/ 312896 h 325755"/>
                <a:gd name="connsiteX243" fmla="*/ 151924 w 410051"/>
                <a:gd name="connsiteY243" fmla="*/ 311944 h 325755"/>
                <a:gd name="connsiteX244" fmla="*/ 154305 w 410051"/>
                <a:gd name="connsiteY244" fmla="*/ 312896 h 325755"/>
                <a:gd name="connsiteX245" fmla="*/ 156210 w 410051"/>
                <a:gd name="connsiteY245" fmla="*/ 315278 h 325755"/>
                <a:gd name="connsiteX246" fmla="*/ 159068 w 410051"/>
                <a:gd name="connsiteY246" fmla="*/ 317659 h 325755"/>
                <a:gd name="connsiteX247" fmla="*/ 165259 w 410051"/>
                <a:gd name="connsiteY247" fmla="*/ 317183 h 325755"/>
                <a:gd name="connsiteX248" fmla="*/ 167164 w 410051"/>
                <a:gd name="connsiteY248" fmla="*/ 315754 h 325755"/>
                <a:gd name="connsiteX249" fmla="*/ 167640 w 410051"/>
                <a:gd name="connsiteY249" fmla="*/ 313849 h 325755"/>
                <a:gd name="connsiteX250" fmla="*/ 168116 w 410051"/>
                <a:gd name="connsiteY250" fmla="*/ 313372 h 325755"/>
                <a:gd name="connsiteX251" fmla="*/ 169069 w 410051"/>
                <a:gd name="connsiteY251" fmla="*/ 316706 h 325755"/>
                <a:gd name="connsiteX252" fmla="*/ 171926 w 410051"/>
                <a:gd name="connsiteY252" fmla="*/ 318135 h 325755"/>
                <a:gd name="connsiteX253" fmla="*/ 177165 w 410051"/>
                <a:gd name="connsiteY253" fmla="*/ 318135 h 325755"/>
                <a:gd name="connsiteX254" fmla="*/ 184785 w 410051"/>
                <a:gd name="connsiteY254" fmla="*/ 317183 h 325755"/>
                <a:gd name="connsiteX255" fmla="*/ 193834 w 410051"/>
                <a:gd name="connsiteY255" fmla="*/ 317183 h 325755"/>
                <a:gd name="connsiteX256" fmla="*/ 194786 w 410051"/>
                <a:gd name="connsiteY256" fmla="*/ 313849 h 325755"/>
                <a:gd name="connsiteX257" fmla="*/ 191453 w 410051"/>
                <a:gd name="connsiteY257" fmla="*/ 305276 h 325755"/>
                <a:gd name="connsiteX258" fmla="*/ 191929 w 410051"/>
                <a:gd name="connsiteY258" fmla="*/ 304800 h 325755"/>
                <a:gd name="connsiteX259" fmla="*/ 194786 w 410051"/>
                <a:gd name="connsiteY259" fmla="*/ 308134 h 325755"/>
                <a:gd name="connsiteX260" fmla="*/ 196691 w 410051"/>
                <a:gd name="connsiteY260" fmla="*/ 308610 h 325755"/>
                <a:gd name="connsiteX261" fmla="*/ 198120 w 410051"/>
                <a:gd name="connsiteY261" fmla="*/ 310991 h 325755"/>
                <a:gd name="connsiteX262" fmla="*/ 200978 w 410051"/>
                <a:gd name="connsiteY262" fmla="*/ 311944 h 325755"/>
                <a:gd name="connsiteX263" fmla="*/ 201930 w 410051"/>
                <a:gd name="connsiteY263" fmla="*/ 310991 h 325755"/>
                <a:gd name="connsiteX264" fmla="*/ 202406 w 410051"/>
                <a:gd name="connsiteY264" fmla="*/ 310991 h 325755"/>
                <a:gd name="connsiteX265" fmla="*/ 203359 w 410051"/>
                <a:gd name="connsiteY265" fmla="*/ 308610 h 325755"/>
                <a:gd name="connsiteX266" fmla="*/ 205264 w 410051"/>
                <a:gd name="connsiteY266" fmla="*/ 305276 h 325755"/>
                <a:gd name="connsiteX267" fmla="*/ 207645 w 410051"/>
                <a:gd name="connsiteY267" fmla="*/ 301466 h 325755"/>
                <a:gd name="connsiteX268" fmla="*/ 210503 w 410051"/>
                <a:gd name="connsiteY268" fmla="*/ 296228 h 325755"/>
                <a:gd name="connsiteX269" fmla="*/ 212407 w 410051"/>
                <a:gd name="connsiteY269" fmla="*/ 287179 h 325755"/>
                <a:gd name="connsiteX270" fmla="*/ 213836 w 410051"/>
                <a:gd name="connsiteY270" fmla="*/ 281464 h 325755"/>
                <a:gd name="connsiteX271" fmla="*/ 215265 w 410051"/>
                <a:gd name="connsiteY271" fmla="*/ 276225 h 325755"/>
                <a:gd name="connsiteX272" fmla="*/ 217170 w 410051"/>
                <a:gd name="connsiteY272" fmla="*/ 271463 h 325755"/>
                <a:gd name="connsiteX273" fmla="*/ 219551 w 410051"/>
                <a:gd name="connsiteY273" fmla="*/ 268605 h 325755"/>
                <a:gd name="connsiteX274" fmla="*/ 225743 w 410051"/>
                <a:gd name="connsiteY274" fmla="*/ 262414 h 325755"/>
                <a:gd name="connsiteX275" fmla="*/ 230505 w 410051"/>
                <a:gd name="connsiteY275" fmla="*/ 258128 h 325755"/>
                <a:gd name="connsiteX276" fmla="*/ 232886 w 410051"/>
                <a:gd name="connsiteY276" fmla="*/ 256222 h 325755"/>
                <a:gd name="connsiteX277" fmla="*/ 234315 w 410051"/>
                <a:gd name="connsiteY277" fmla="*/ 254794 h 325755"/>
                <a:gd name="connsiteX278" fmla="*/ 237173 w 410051"/>
                <a:gd name="connsiteY278" fmla="*/ 252889 h 325755"/>
                <a:gd name="connsiteX279" fmla="*/ 240030 w 410051"/>
                <a:gd name="connsiteY279" fmla="*/ 250984 h 325755"/>
                <a:gd name="connsiteX280" fmla="*/ 242411 w 410051"/>
                <a:gd name="connsiteY280" fmla="*/ 247174 h 325755"/>
                <a:gd name="connsiteX281" fmla="*/ 244316 w 410051"/>
                <a:gd name="connsiteY281" fmla="*/ 243364 h 325755"/>
                <a:gd name="connsiteX282" fmla="*/ 245745 w 410051"/>
                <a:gd name="connsiteY282" fmla="*/ 242411 h 325755"/>
                <a:gd name="connsiteX283" fmla="*/ 247650 w 410051"/>
                <a:gd name="connsiteY283" fmla="*/ 241935 h 325755"/>
                <a:gd name="connsiteX284" fmla="*/ 253365 w 410051"/>
                <a:gd name="connsiteY284" fmla="*/ 238125 h 325755"/>
                <a:gd name="connsiteX285" fmla="*/ 256699 w 410051"/>
                <a:gd name="connsiteY285" fmla="*/ 235744 h 325755"/>
                <a:gd name="connsiteX286" fmla="*/ 257651 w 410051"/>
                <a:gd name="connsiteY286" fmla="*/ 237172 h 325755"/>
                <a:gd name="connsiteX287" fmla="*/ 258128 w 410051"/>
                <a:gd name="connsiteY287" fmla="*/ 238601 h 325755"/>
                <a:gd name="connsiteX288" fmla="*/ 258604 w 410051"/>
                <a:gd name="connsiteY288" fmla="*/ 239078 h 325755"/>
                <a:gd name="connsiteX289" fmla="*/ 261461 w 410051"/>
                <a:gd name="connsiteY289" fmla="*/ 239554 h 325755"/>
                <a:gd name="connsiteX290" fmla="*/ 265748 w 410051"/>
                <a:gd name="connsiteY290" fmla="*/ 239554 h 325755"/>
                <a:gd name="connsiteX291" fmla="*/ 268129 w 410051"/>
                <a:gd name="connsiteY291" fmla="*/ 239078 h 325755"/>
                <a:gd name="connsiteX292" fmla="*/ 269557 w 410051"/>
                <a:gd name="connsiteY292" fmla="*/ 237649 h 325755"/>
                <a:gd name="connsiteX293" fmla="*/ 270986 w 410051"/>
                <a:gd name="connsiteY293" fmla="*/ 233839 h 325755"/>
                <a:gd name="connsiteX294" fmla="*/ 271939 w 410051"/>
                <a:gd name="connsiteY294" fmla="*/ 233363 h 325755"/>
                <a:gd name="connsiteX295" fmla="*/ 272891 w 410051"/>
                <a:gd name="connsiteY295" fmla="*/ 233363 h 325755"/>
                <a:gd name="connsiteX296" fmla="*/ 277178 w 410051"/>
                <a:gd name="connsiteY296" fmla="*/ 235744 h 325755"/>
                <a:gd name="connsiteX297" fmla="*/ 280988 w 410051"/>
                <a:gd name="connsiteY297" fmla="*/ 239554 h 325755"/>
                <a:gd name="connsiteX298" fmla="*/ 284798 w 410051"/>
                <a:gd name="connsiteY298" fmla="*/ 242888 h 325755"/>
                <a:gd name="connsiteX299" fmla="*/ 286703 w 410051"/>
                <a:gd name="connsiteY299" fmla="*/ 244316 h 325755"/>
                <a:gd name="connsiteX300" fmla="*/ 287655 w 410051"/>
                <a:gd name="connsiteY300" fmla="*/ 245745 h 325755"/>
                <a:gd name="connsiteX301" fmla="*/ 289084 w 410051"/>
                <a:gd name="connsiteY301" fmla="*/ 252413 h 325755"/>
                <a:gd name="connsiteX302" fmla="*/ 290036 w 410051"/>
                <a:gd name="connsiteY302" fmla="*/ 253841 h 325755"/>
                <a:gd name="connsiteX303" fmla="*/ 291465 w 410051"/>
                <a:gd name="connsiteY303" fmla="*/ 254318 h 325755"/>
                <a:gd name="connsiteX304" fmla="*/ 294323 w 410051"/>
                <a:gd name="connsiteY304" fmla="*/ 253841 h 325755"/>
                <a:gd name="connsiteX305" fmla="*/ 297180 w 410051"/>
                <a:gd name="connsiteY305" fmla="*/ 252889 h 325755"/>
                <a:gd name="connsiteX306" fmla="*/ 300038 w 410051"/>
                <a:gd name="connsiteY306" fmla="*/ 251460 h 325755"/>
                <a:gd name="connsiteX307" fmla="*/ 302419 w 410051"/>
                <a:gd name="connsiteY307" fmla="*/ 249555 h 325755"/>
                <a:gd name="connsiteX308" fmla="*/ 304324 w 410051"/>
                <a:gd name="connsiteY308" fmla="*/ 247650 h 325755"/>
                <a:gd name="connsiteX309" fmla="*/ 305276 w 410051"/>
                <a:gd name="connsiteY309" fmla="*/ 246221 h 325755"/>
                <a:gd name="connsiteX310" fmla="*/ 305753 w 410051"/>
                <a:gd name="connsiteY310" fmla="*/ 240983 h 325755"/>
                <a:gd name="connsiteX311" fmla="*/ 306229 w 410051"/>
                <a:gd name="connsiteY311" fmla="*/ 240030 h 325755"/>
                <a:gd name="connsiteX312" fmla="*/ 309086 w 410051"/>
                <a:gd name="connsiteY312" fmla="*/ 238125 h 325755"/>
                <a:gd name="connsiteX313" fmla="*/ 313373 w 410051"/>
                <a:gd name="connsiteY313" fmla="*/ 234791 h 325755"/>
                <a:gd name="connsiteX314" fmla="*/ 315754 w 410051"/>
                <a:gd name="connsiteY314" fmla="*/ 232886 h 325755"/>
                <a:gd name="connsiteX315" fmla="*/ 315754 w 410051"/>
                <a:gd name="connsiteY315" fmla="*/ 231934 h 325755"/>
                <a:gd name="connsiteX316" fmla="*/ 314325 w 410051"/>
                <a:gd name="connsiteY316" fmla="*/ 229553 h 325755"/>
                <a:gd name="connsiteX317" fmla="*/ 312897 w 410051"/>
                <a:gd name="connsiteY317" fmla="*/ 227171 h 325755"/>
                <a:gd name="connsiteX318" fmla="*/ 314325 w 410051"/>
                <a:gd name="connsiteY318" fmla="*/ 224790 h 325755"/>
                <a:gd name="connsiteX319" fmla="*/ 315754 w 410051"/>
                <a:gd name="connsiteY319" fmla="*/ 222885 h 325755"/>
                <a:gd name="connsiteX320" fmla="*/ 321469 w 410051"/>
                <a:gd name="connsiteY320" fmla="*/ 216694 h 325755"/>
                <a:gd name="connsiteX321" fmla="*/ 321469 w 410051"/>
                <a:gd name="connsiteY321" fmla="*/ 214789 h 325755"/>
                <a:gd name="connsiteX322" fmla="*/ 321945 w 410051"/>
                <a:gd name="connsiteY322" fmla="*/ 212408 h 325755"/>
                <a:gd name="connsiteX323" fmla="*/ 326231 w 410051"/>
                <a:gd name="connsiteY323" fmla="*/ 205264 h 325755"/>
                <a:gd name="connsiteX324" fmla="*/ 328613 w 410051"/>
                <a:gd name="connsiteY324" fmla="*/ 195739 h 325755"/>
                <a:gd name="connsiteX325" fmla="*/ 328613 w 410051"/>
                <a:gd name="connsiteY325" fmla="*/ 193834 h 325755"/>
                <a:gd name="connsiteX326" fmla="*/ 331470 w 410051"/>
                <a:gd name="connsiteY326" fmla="*/ 189071 h 325755"/>
                <a:gd name="connsiteX327" fmla="*/ 334804 w 410051"/>
                <a:gd name="connsiteY327" fmla="*/ 183356 h 325755"/>
                <a:gd name="connsiteX328" fmla="*/ 340995 w 410051"/>
                <a:gd name="connsiteY328" fmla="*/ 182404 h 325755"/>
                <a:gd name="connsiteX329" fmla="*/ 343376 w 410051"/>
                <a:gd name="connsiteY329" fmla="*/ 180975 h 325755"/>
                <a:gd name="connsiteX330" fmla="*/ 346234 w 410051"/>
                <a:gd name="connsiteY330" fmla="*/ 178118 h 325755"/>
                <a:gd name="connsiteX331" fmla="*/ 348139 w 410051"/>
                <a:gd name="connsiteY331" fmla="*/ 175736 h 325755"/>
                <a:gd name="connsiteX332" fmla="*/ 349091 w 410051"/>
                <a:gd name="connsiteY332" fmla="*/ 173355 h 325755"/>
                <a:gd name="connsiteX333" fmla="*/ 349568 w 410051"/>
                <a:gd name="connsiteY333" fmla="*/ 169069 h 325755"/>
                <a:gd name="connsiteX334" fmla="*/ 350520 w 410051"/>
                <a:gd name="connsiteY334" fmla="*/ 163830 h 325755"/>
                <a:gd name="connsiteX335" fmla="*/ 350997 w 410051"/>
                <a:gd name="connsiteY335" fmla="*/ 159544 h 325755"/>
                <a:gd name="connsiteX336" fmla="*/ 352901 w 410051"/>
                <a:gd name="connsiteY336" fmla="*/ 155258 h 325755"/>
                <a:gd name="connsiteX337" fmla="*/ 355759 w 410051"/>
                <a:gd name="connsiteY337" fmla="*/ 153353 h 325755"/>
                <a:gd name="connsiteX338" fmla="*/ 360998 w 410051"/>
                <a:gd name="connsiteY338" fmla="*/ 151447 h 325755"/>
                <a:gd name="connsiteX339" fmla="*/ 361950 w 410051"/>
                <a:gd name="connsiteY339" fmla="*/ 150495 h 325755"/>
                <a:gd name="connsiteX340" fmla="*/ 362903 w 410051"/>
                <a:gd name="connsiteY340" fmla="*/ 147638 h 325755"/>
                <a:gd name="connsiteX341" fmla="*/ 363379 w 410051"/>
                <a:gd name="connsiteY341" fmla="*/ 141922 h 325755"/>
                <a:gd name="connsiteX342" fmla="*/ 363379 w 410051"/>
                <a:gd name="connsiteY342" fmla="*/ 138589 h 325755"/>
                <a:gd name="connsiteX343" fmla="*/ 363379 w 410051"/>
                <a:gd name="connsiteY343" fmla="*/ 137160 h 325755"/>
                <a:gd name="connsiteX344" fmla="*/ 363855 w 410051"/>
                <a:gd name="connsiteY344" fmla="*/ 134779 h 325755"/>
                <a:gd name="connsiteX345" fmla="*/ 368618 w 410051"/>
                <a:gd name="connsiteY345" fmla="*/ 130016 h 325755"/>
                <a:gd name="connsiteX346" fmla="*/ 370999 w 410051"/>
                <a:gd name="connsiteY346" fmla="*/ 122872 h 325755"/>
                <a:gd name="connsiteX347" fmla="*/ 372904 w 410051"/>
                <a:gd name="connsiteY347" fmla="*/ 115253 h 325755"/>
                <a:gd name="connsiteX348" fmla="*/ 378619 w 410051"/>
                <a:gd name="connsiteY348" fmla="*/ 106204 h 325755"/>
                <a:gd name="connsiteX349" fmla="*/ 385286 w 410051"/>
                <a:gd name="connsiteY349" fmla="*/ 97155 h 325755"/>
                <a:gd name="connsiteX350" fmla="*/ 388144 w 410051"/>
                <a:gd name="connsiteY350" fmla="*/ 94774 h 325755"/>
                <a:gd name="connsiteX351" fmla="*/ 390525 w 410051"/>
                <a:gd name="connsiteY351" fmla="*/ 93821 h 325755"/>
                <a:gd name="connsiteX352" fmla="*/ 393382 w 410051"/>
                <a:gd name="connsiteY352" fmla="*/ 93821 h 325755"/>
                <a:gd name="connsiteX353" fmla="*/ 395288 w 410051"/>
                <a:gd name="connsiteY353" fmla="*/ 93345 h 325755"/>
                <a:gd name="connsiteX354" fmla="*/ 402431 w 410051"/>
                <a:gd name="connsiteY354" fmla="*/ 89059 h 325755"/>
                <a:gd name="connsiteX355" fmla="*/ 405289 w 410051"/>
                <a:gd name="connsiteY355" fmla="*/ 87630 h 325755"/>
                <a:gd name="connsiteX356" fmla="*/ 407670 w 410051"/>
                <a:gd name="connsiteY356" fmla="*/ 86201 h 325755"/>
                <a:gd name="connsiteX357" fmla="*/ 408147 w 410051"/>
                <a:gd name="connsiteY357" fmla="*/ 84772 h 325755"/>
                <a:gd name="connsiteX358" fmla="*/ 408147 w 410051"/>
                <a:gd name="connsiteY358" fmla="*/ 82868 h 325755"/>
                <a:gd name="connsiteX359" fmla="*/ 407670 w 410051"/>
                <a:gd name="connsiteY359" fmla="*/ 78105 h 325755"/>
                <a:gd name="connsiteX360" fmla="*/ 409099 w 410051"/>
                <a:gd name="connsiteY360" fmla="*/ 74771 h 325755"/>
                <a:gd name="connsiteX361" fmla="*/ 409575 w 410051"/>
                <a:gd name="connsiteY361" fmla="*/ 69533 h 325755"/>
                <a:gd name="connsiteX362" fmla="*/ 410051 w 410051"/>
                <a:gd name="connsiteY362" fmla="*/ 65246 h 325755"/>
                <a:gd name="connsiteX363" fmla="*/ 406241 w 410051"/>
                <a:gd name="connsiteY363" fmla="*/ 58579 h 3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410051" h="325755">
                  <a:moveTo>
                    <a:pt x="154781" y="316230"/>
                  </a:moveTo>
                  <a:lnTo>
                    <a:pt x="151924" y="320516"/>
                  </a:lnTo>
                  <a:lnTo>
                    <a:pt x="154305" y="320993"/>
                  </a:lnTo>
                  <a:lnTo>
                    <a:pt x="157639" y="320040"/>
                  </a:lnTo>
                  <a:lnTo>
                    <a:pt x="158591" y="317659"/>
                  </a:lnTo>
                  <a:lnTo>
                    <a:pt x="156686" y="317183"/>
                  </a:lnTo>
                  <a:lnTo>
                    <a:pt x="154781" y="316230"/>
                  </a:lnTo>
                  <a:close/>
                  <a:moveTo>
                    <a:pt x="406241" y="58579"/>
                  </a:moveTo>
                  <a:lnTo>
                    <a:pt x="405289" y="56674"/>
                  </a:lnTo>
                  <a:lnTo>
                    <a:pt x="405289" y="56197"/>
                  </a:lnTo>
                  <a:lnTo>
                    <a:pt x="403384" y="53816"/>
                  </a:lnTo>
                  <a:lnTo>
                    <a:pt x="400050" y="52388"/>
                  </a:lnTo>
                  <a:lnTo>
                    <a:pt x="395288" y="51911"/>
                  </a:lnTo>
                  <a:lnTo>
                    <a:pt x="392906" y="50959"/>
                  </a:lnTo>
                  <a:lnTo>
                    <a:pt x="392430" y="48578"/>
                  </a:lnTo>
                  <a:lnTo>
                    <a:pt x="391954" y="47149"/>
                  </a:lnTo>
                  <a:lnTo>
                    <a:pt x="391478" y="45720"/>
                  </a:lnTo>
                  <a:lnTo>
                    <a:pt x="391001" y="42863"/>
                  </a:lnTo>
                  <a:lnTo>
                    <a:pt x="387668" y="27146"/>
                  </a:lnTo>
                  <a:lnTo>
                    <a:pt x="383381" y="20955"/>
                  </a:lnTo>
                  <a:lnTo>
                    <a:pt x="377666" y="12859"/>
                  </a:lnTo>
                  <a:lnTo>
                    <a:pt x="372428" y="5715"/>
                  </a:lnTo>
                  <a:lnTo>
                    <a:pt x="366236" y="5715"/>
                  </a:lnTo>
                  <a:lnTo>
                    <a:pt x="362903" y="6668"/>
                  </a:lnTo>
                  <a:lnTo>
                    <a:pt x="358616" y="10001"/>
                  </a:lnTo>
                  <a:lnTo>
                    <a:pt x="353854" y="11430"/>
                  </a:lnTo>
                  <a:lnTo>
                    <a:pt x="347663" y="14288"/>
                  </a:lnTo>
                  <a:lnTo>
                    <a:pt x="343853" y="16669"/>
                  </a:lnTo>
                  <a:lnTo>
                    <a:pt x="340043" y="18574"/>
                  </a:lnTo>
                  <a:lnTo>
                    <a:pt x="335280" y="22860"/>
                  </a:lnTo>
                  <a:lnTo>
                    <a:pt x="333851" y="26194"/>
                  </a:lnTo>
                  <a:lnTo>
                    <a:pt x="329089" y="26670"/>
                  </a:lnTo>
                  <a:lnTo>
                    <a:pt x="322422" y="26194"/>
                  </a:lnTo>
                  <a:lnTo>
                    <a:pt x="318135" y="22860"/>
                  </a:lnTo>
                  <a:lnTo>
                    <a:pt x="308134" y="19050"/>
                  </a:lnTo>
                  <a:lnTo>
                    <a:pt x="301466" y="17621"/>
                  </a:lnTo>
                  <a:lnTo>
                    <a:pt x="298609" y="17145"/>
                  </a:lnTo>
                  <a:lnTo>
                    <a:pt x="283369" y="16669"/>
                  </a:lnTo>
                  <a:lnTo>
                    <a:pt x="266700" y="18097"/>
                  </a:lnTo>
                  <a:lnTo>
                    <a:pt x="258128" y="20003"/>
                  </a:lnTo>
                  <a:lnTo>
                    <a:pt x="256699" y="20479"/>
                  </a:lnTo>
                  <a:lnTo>
                    <a:pt x="251936" y="22860"/>
                  </a:lnTo>
                  <a:lnTo>
                    <a:pt x="248126" y="25241"/>
                  </a:lnTo>
                  <a:lnTo>
                    <a:pt x="237649" y="36195"/>
                  </a:lnTo>
                  <a:lnTo>
                    <a:pt x="223361" y="35719"/>
                  </a:lnTo>
                  <a:lnTo>
                    <a:pt x="215265" y="34290"/>
                  </a:lnTo>
                  <a:lnTo>
                    <a:pt x="208122" y="32385"/>
                  </a:lnTo>
                  <a:lnTo>
                    <a:pt x="198120" y="27146"/>
                  </a:lnTo>
                  <a:lnTo>
                    <a:pt x="185738" y="19050"/>
                  </a:lnTo>
                  <a:lnTo>
                    <a:pt x="180975" y="18097"/>
                  </a:lnTo>
                  <a:lnTo>
                    <a:pt x="176689" y="17621"/>
                  </a:lnTo>
                  <a:lnTo>
                    <a:pt x="175260" y="17621"/>
                  </a:lnTo>
                  <a:lnTo>
                    <a:pt x="160497" y="25718"/>
                  </a:lnTo>
                  <a:lnTo>
                    <a:pt x="157639" y="25718"/>
                  </a:lnTo>
                  <a:lnTo>
                    <a:pt x="154305" y="26670"/>
                  </a:lnTo>
                  <a:lnTo>
                    <a:pt x="151924" y="28575"/>
                  </a:lnTo>
                  <a:lnTo>
                    <a:pt x="150019" y="29528"/>
                  </a:lnTo>
                  <a:lnTo>
                    <a:pt x="148114" y="29528"/>
                  </a:lnTo>
                  <a:lnTo>
                    <a:pt x="145732" y="29051"/>
                  </a:lnTo>
                  <a:lnTo>
                    <a:pt x="143351" y="27622"/>
                  </a:lnTo>
                  <a:lnTo>
                    <a:pt x="140970" y="25241"/>
                  </a:lnTo>
                  <a:lnTo>
                    <a:pt x="134779" y="16669"/>
                  </a:lnTo>
                  <a:lnTo>
                    <a:pt x="133350" y="15240"/>
                  </a:lnTo>
                  <a:lnTo>
                    <a:pt x="130969" y="12859"/>
                  </a:lnTo>
                  <a:lnTo>
                    <a:pt x="126682" y="9049"/>
                  </a:lnTo>
                  <a:lnTo>
                    <a:pt x="123825" y="7144"/>
                  </a:lnTo>
                  <a:lnTo>
                    <a:pt x="121920" y="6668"/>
                  </a:lnTo>
                  <a:lnTo>
                    <a:pt x="120015" y="7144"/>
                  </a:lnTo>
                  <a:lnTo>
                    <a:pt x="108109" y="3810"/>
                  </a:lnTo>
                  <a:lnTo>
                    <a:pt x="96203" y="0"/>
                  </a:lnTo>
                  <a:lnTo>
                    <a:pt x="93822" y="476"/>
                  </a:lnTo>
                  <a:lnTo>
                    <a:pt x="91916" y="1429"/>
                  </a:lnTo>
                  <a:lnTo>
                    <a:pt x="87630" y="4286"/>
                  </a:lnTo>
                  <a:lnTo>
                    <a:pt x="82868" y="4763"/>
                  </a:lnTo>
                  <a:lnTo>
                    <a:pt x="76676" y="4763"/>
                  </a:lnTo>
                  <a:lnTo>
                    <a:pt x="73343" y="4286"/>
                  </a:lnTo>
                  <a:lnTo>
                    <a:pt x="68104" y="5239"/>
                  </a:lnTo>
                  <a:lnTo>
                    <a:pt x="64294" y="6191"/>
                  </a:lnTo>
                  <a:lnTo>
                    <a:pt x="59531" y="8096"/>
                  </a:lnTo>
                  <a:lnTo>
                    <a:pt x="53340" y="13335"/>
                  </a:lnTo>
                  <a:lnTo>
                    <a:pt x="51435" y="13811"/>
                  </a:lnTo>
                  <a:lnTo>
                    <a:pt x="50006" y="14764"/>
                  </a:lnTo>
                  <a:lnTo>
                    <a:pt x="48101" y="28575"/>
                  </a:lnTo>
                  <a:lnTo>
                    <a:pt x="46673" y="32861"/>
                  </a:lnTo>
                  <a:lnTo>
                    <a:pt x="43815" y="38100"/>
                  </a:lnTo>
                  <a:lnTo>
                    <a:pt x="37624" y="43339"/>
                  </a:lnTo>
                  <a:lnTo>
                    <a:pt x="33338" y="46672"/>
                  </a:lnTo>
                  <a:lnTo>
                    <a:pt x="33338" y="50959"/>
                  </a:lnTo>
                  <a:lnTo>
                    <a:pt x="32861" y="58103"/>
                  </a:lnTo>
                  <a:lnTo>
                    <a:pt x="32861" y="62865"/>
                  </a:lnTo>
                  <a:lnTo>
                    <a:pt x="33338" y="66199"/>
                  </a:lnTo>
                  <a:lnTo>
                    <a:pt x="32861" y="67628"/>
                  </a:lnTo>
                  <a:lnTo>
                    <a:pt x="32385" y="69056"/>
                  </a:lnTo>
                  <a:lnTo>
                    <a:pt x="32385" y="70961"/>
                  </a:lnTo>
                  <a:lnTo>
                    <a:pt x="33338" y="71914"/>
                  </a:lnTo>
                  <a:lnTo>
                    <a:pt x="33814" y="73343"/>
                  </a:lnTo>
                  <a:lnTo>
                    <a:pt x="33338" y="74295"/>
                  </a:lnTo>
                  <a:lnTo>
                    <a:pt x="31432" y="75724"/>
                  </a:lnTo>
                  <a:lnTo>
                    <a:pt x="30004" y="78105"/>
                  </a:lnTo>
                  <a:lnTo>
                    <a:pt x="27623" y="82391"/>
                  </a:lnTo>
                  <a:lnTo>
                    <a:pt x="27623" y="85725"/>
                  </a:lnTo>
                  <a:lnTo>
                    <a:pt x="32861" y="93345"/>
                  </a:lnTo>
                  <a:lnTo>
                    <a:pt x="33338" y="94297"/>
                  </a:lnTo>
                  <a:lnTo>
                    <a:pt x="34766" y="95250"/>
                  </a:lnTo>
                  <a:lnTo>
                    <a:pt x="35719" y="96679"/>
                  </a:lnTo>
                  <a:lnTo>
                    <a:pt x="36195" y="100489"/>
                  </a:lnTo>
                  <a:lnTo>
                    <a:pt x="36672" y="104775"/>
                  </a:lnTo>
                  <a:lnTo>
                    <a:pt x="37148" y="107633"/>
                  </a:lnTo>
                  <a:lnTo>
                    <a:pt x="39529" y="111443"/>
                  </a:lnTo>
                  <a:lnTo>
                    <a:pt x="39529" y="112871"/>
                  </a:lnTo>
                  <a:lnTo>
                    <a:pt x="37624" y="118586"/>
                  </a:lnTo>
                  <a:lnTo>
                    <a:pt x="37148" y="119063"/>
                  </a:lnTo>
                  <a:lnTo>
                    <a:pt x="36672" y="119063"/>
                  </a:lnTo>
                  <a:lnTo>
                    <a:pt x="33814" y="118586"/>
                  </a:lnTo>
                  <a:lnTo>
                    <a:pt x="32861" y="119063"/>
                  </a:lnTo>
                  <a:lnTo>
                    <a:pt x="31432" y="120968"/>
                  </a:lnTo>
                  <a:lnTo>
                    <a:pt x="30480" y="122872"/>
                  </a:lnTo>
                  <a:lnTo>
                    <a:pt x="30480" y="123825"/>
                  </a:lnTo>
                  <a:lnTo>
                    <a:pt x="32861" y="127635"/>
                  </a:lnTo>
                  <a:lnTo>
                    <a:pt x="31432" y="132874"/>
                  </a:lnTo>
                  <a:lnTo>
                    <a:pt x="30004" y="136208"/>
                  </a:lnTo>
                  <a:lnTo>
                    <a:pt x="27147" y="138113"/>
                  </a:lnTo>
                  <a:lnTo>
                    <a:pt x="24765" y="138589"/>
                  </a:lnTo>
                  <a:lnTo>
                    <a:pt x="22860" y="139541"/>
                  </a:lnTo>
                  <a:lnTo>
                    <a:pt x="21907" y="140494"/>
                  </a:lnTo>
                  <a:lnTo>
                    <a:pt x="21907" y="144304"/>
                  </a:lnTo>
                  <a:lnTo>
                    <a:pt x="18098" y="147638"/>
                  </a:lnTo>
                  <a:lnTo>
                    <a:pt x="16193" y="150019"/>
                  </a:lnTo>
                  <a:lnTo>
                    <a:pt x="15240" y="151447"/>
                  </a:lnTo>
                  <a:lnTo>
                    <a:pt x="15716" y="155734"/>
                  </a:lnTo>
                  <a:lnTo>
                    <a:pt x="14288" y="160020"/>
                  </a:lnTo>
                  <a:lnTo>
                    <a:pt x="11906" y="163354"/>
                  </a:lnTo>
                  <a:lnTo>
                    <a:pt x="7144" y="164306"/>
                  </a:lnTo>
                  <a:lnTo>
                    <a:pt x="2857" y="164783"/>
                  </a:lnTo>
                  <a:lnTo>
                    <a:pt x="1429" y="173831"/>
                  </a:lnTo>
                  <a:lnTo>
                    <a:pt x="1429" y="179546"/>
                  </a:lnTo>
                  <a:lnTo>
                    <a:pt x="953" y="185261"/>
                  </a:lnTo>
                  <a:lnTo>
                    <a:pt x="476" y="187643"/>
                  </a:lnTo>
                  <a:lnTo>
                    <a:pt x="953" y="190976"/>
                  </a:lnTo>
                  <a:lnTo>
                    <a:pt x="476" y="198596"/>
                  </a:lnTo>
                  <a:lnTo>
                    <a:pt x="0" y="204311"/>
                  </a:lnTo>
                  <a:lnTo>
                    <a:pt x="953" y="205740"/>
                  </a:lnTo>
                  <a:lnTo>
                    <a:pt x="1429" y="209074"/>
                  </a:lnTo>
                  <a:lnTo>
                    <a:pt x="1429" y="212884"/>
                  </a:lnTo>
                  <a:lnTo>
                    <a:pt x="2381" y="215265"/>
                  </a:lnTo>
                  <a:lnTo>
                    <a:pt x="3334" y="217646"/>
                  </a:lnTo>
                  <a:lnTo>
                    <a:pt x="3334" y="218599"/>
                  </a:lnTo>
                  <a:lnTo>
                    <a:pt x="2857" y="219075"/>
                  </a:lnTo>
                  <a:lnTo>
                    <a:pt x="2381" y="220028"/>
                  </a:lnTo>
                  <a:lnTo>
                    <a:pt x="2381" y="228600"/>
                  </a:lnTo>
                  <a:lnTo>
                    <a:pt x="2381" y="230981"/>
                  </a:lnTo>
                  <a:lnTo>
                    <a:pt x="1905" y="232410"/>
                  </a:lnTo>
                  <a:lnTo>
                    <a:pt x="953" y="233839"/>
                  </a:lnTo>
                  <a:lnTo>
                    <a:pt x="1429" y="238125"/>
                  </a:lnTo>
                  <a:lnTo>
                    <a:pt x="2381" y="240983"/>
                  </a:lnTo>
                  <a:lnTo>
                    <a:pt x="3334" y="242888"/>
                  </a:lnTo>
                  <a:lnTo>
                    <a:pt x="2857" y="244793"/>
                  </a:lnTo>
                  <a:lnTo>
                    <a:pt x="2381" y="247174"/>
                  </a:lnTo>
                  <a:lnTo>
                    <a:pt x="1429" y="252889"/>
                  </a:lnTo>
                  <a:lnTo>
                    <a:pt x="1429" y="254794"/>
                  </a:lnTo>
                  <a:lnTo>
                    <a:pt x="3810" y="254794"/>
                  </a:lnTo>
                  <a:lnTo>
                    <a:pt x="22860" y="254318"/>
                  </a:lnTo>
                  <a:lnTo>
                    <a:pt x="26194" y="250031"/>
                  </a:lnTo>
                  <a:lnTo>
                    <a:pt x="28575" y="250031"/>
                  </a:lnTo>
                  <a:lnTo>
                    <a:pt x="35719" y="247650"/>
                  </a:lnTo>
                  <a:lnTo>
                    <a:pt x="36672" y="248126"/>
                  </a:lnTo>
                  <a:lnTo>
                    <a:pt x="29528" y="251936"/>
                  </a:lnTo>
                  <a:lnTo>
                    <a:pt x="27623" y="252413"/>
                  </a:lnTo>
                  <a:lnTo>
                    <a:pt x="26194" y="253365"/>
                  </a:lnTo>
                  <a:lnTo>
                    <a:pt x="27623" y="253841"/>
                  </a:lnTo>
                  <a:lnTo>
                    <a:pt x="49530" y="253841"/>
                  </a:lnTo>
                  <a:lnTo>
                    <a:pt x="60007" y="255746"/>
                  </a:lnTo>
                  <a:lnTo>
                    <a:pt x="66675" y="260033"/>
                  </a:lnTo>
                  <a:lnTo>
                    <a:pt x="74295" y="266700"/>
                  </a:lnTo>
                  <a:lnTo>
                    <a:pt x="80486" y="274320"/>
                  </a:lnTo>
                  <a:lnTo>
                    <a:pt x="82391" y="275272"/>
                  </a:lnTo>
                  <a:lnTo>
                    <a:pt x="82868" y="276701"/>
                  </a:lnTo>
                  <a:lnTo>
                    <a:pt x="82868" y="279559"/>
                  </a:lnTo>
                  <a:lnTo>
                    <a:pt x="84773" y="280988"/>
                  </a:lnTo>
                  <a:lnTo>
                    <a:pt x="88106" y="279559"/>
                  </a:lnTo>
                  <a:lnTo>
                    <a:pt x="89059" y="277654"/>
                  </a:lnTo>
                  <a:lnTo>
                    <a:pt x="90011" y="277178"/>
                  </a:lnTo>
                  <a:lnTo>
                    <a:pt x="90011" y="279083"/>
                  </a:lnTo>
                  <a:lnTo>
                    <a:pt x="90964" y="280035"/>
                  </a:lnTo>
                  <a:lnTo>
                    <a:pt x="93345" y="280035"/>
                  </a:lnTo>
                  <a:lnTo>
                    <a:pt x="94774" y="280511"/>
                  </a:lnTo>
                  <a:lnTo>
                    <a:pt x="92869" y="281940"/>
                  </a:lnTo>
                  <a:lnTo>
                    <a:pt x="89535" y="281940"/>
                  </a:lnTo>
                  <a:lnTo>
                    <a:pt x="87154" y="281940"/>
                  </a:lnTo>
                  <a:lnTo>
                    <a:pt x="86678" y="283369"/>
                  </a:lnTo>
                  <a:lnTo>
                    <a:pt x="87630" y="285274"/>
                  </a:lnTo>
                  <a:lnTo>
                    <a:pt x="92869" y="288131"/>
                  </a:lnTo>
                  <a:lnTo>
                    <a:pt x="98584" y="285750"/>
                  </a:lnTo>
                  <a:lnTo>
                    <a:pt x="98107" y="287179"/>
                  </a:lnTo>
                  <a:lnTo>
                    <a:pt x="97155" y="288608"/>
                  </a:lnTo>
                  <a:lnTo>
                    <a:pt x="95250" y="289084"/>
                  </a:lnTo>
                  <a:lnTo>
                    <a:pt x="92869" y="290036"/>
                  </a:lnTo>
                  <a:lnTo>
                    <a:pt x="92869" y="292894"/>
                  </a:lnTo>
                  <a:lnTo>
                    <a:pt x="92869" y="295275"/>
                  </a:lnTo>
                  <a:lnTo>
                    <a:pt x="93345" y="295751"/>
                  </a:lnTo>
                  <a:lnTo>
                    <a:pt x="96203" y="296228"/>
                  </a:lnTo>
                  <a:lnTo>
                    <a:pt x="95250" y="297180"/>
                  </a:lnTo>
                  <a:lnTo>
                    <a:pt x="93822" y="296704"/>
                  </a:lnTo>
                  <a:lnTo>
                    <a:pt x="93345" y="297180"/>
                  </a:lnTo>
                  <a:lnTo>
                    <a:pt x="95726" y="303371"/>
                  </a:lnTo>
                  <a:lnTo>
                    <a:pt x="97155" y="307181"/>
                  </a:lnTo>
                  <a:lnTo>
                    <a:pt x="99060" y="310515"/>
                  </a:lnTo>
                  <a:lnTo>
                    <a:pt x="100013" y="313372"/>
                  </a:lnTo>
                  <a:lnTo>
                    <a:pt x="107156" y="320040"/>
                  </a:lnTo>
                  <a:lnTo>
                    <a:pt x="110966" y="322421"/>
                  </a:lnTo>
                  <a:lnTo>
                    <a:pt x="113348" y="323850"/>
                  </a:lnTo>
                  <a:lnTo>
                    <a:pt x="117157" y="325279"/>
                  </a:lnTo>
                  <a:lnTo>
                    <a:pt x="120491" y="325755"/>
                  </a:lnTo>
                  <a:lnTo>
                    <a:pt x="121444" y="325279"/>
                  </a:lnTo>
                  <a:lnTo>
                    <a:pt x="121920" y="321945"/>
                  </a:lnTo>
                  <a:lnTo>
                    <a:pt x="123825" y="320516"/>
                  </a:lnTo>
                  <a:lnTo>
                    <a:pt x="123825" y="322421"/>
                  </a:lnTo>
                  <a:lnTo>
                    <a:pt x="123349" y="323850"/>
                  </a:lnTo>
                  <a:lnTo>
                    <a:pt x="123825" y="324803"/>
                  </a:lnTo>
                  <a:lnTo>
                    <a:pt x="125254" y="324803"/>
                  </a:lnTo>
                  <a:lnTo>
                    <a:pt x="130969" y="323850"/>
                  </a:lnTo>
                  <a:lnTo>
                    <a:pt x="132398" y="323850"/>
                  </a:lnTo>
                  <a:lnTo>
                    <a:pt x="134303" y="323374"/>
                  </a:lnTo>
                  <a:lnTo>
                    <a:pt x="135255" y="318611"/>
                  </a:lnTo>
                  <a:lnTo>
                    <a:pt x="136207" y="319088"/>
                  </a:lnTo>
                  <a:lnTo>
                    <a:pt x="136684" y="321945"/>
                  </a:lnTo>
                  <a:lnTo>
                    <a:pt x="137160" y="323374"/>
                  </a:lnTo>
                  <a:lnTo>
                    <a:pt x="140018" y="323374"/>
                  </a:lnTo>
                  <a:lnTo>
                    <a:pt x="141447" y="323374"/>
                  </a:lnTo>
                  <a:lnTo>
                    <a:pt x="144780" y="322421"/>
                  </a:lnTo>
                  <a:lnTo>
                    <a:pt x="142399" y="319088"/>
                  </a:lnTo>
                  <a:lnTo>
                    <a:pt x="142399" y="314801"/>
                  </a:lnTo>
                  <a:lnTo>
                    <a:pt x="142399" y="312896"/>
                  </a:lnTo>
                  <a:lnTo>
                    <a:pt x="141923" y="310515"/>
                  </a:lnTo>
                  <a:lnTo>
                    <a:pt x="142399" y="310515"/>
                  </a:lnTo>
                  <a:lnTo>
                    <a:pt x="143828" y="313372"/>
                  </a:lnTo>
                  <a:lnTo>
                    <a:pt x="144304" y="317659"/>
                  </a:lnTo>
                  <a:lnTo>
                    <a:pt x="145256" y="320516"/>
                  </a:lnTo>
                  <a:lnTo>
                    <a:pt x="147161" y="322421"/>
                  </a:lnTo>
                  <a:lnTo>
                    <a:pt x="150019" y="322421"/>
                  </a:lnTo>
                  <a:lnTo>
                    <a:pt x="154781" y="318611"/>
                  </a:lnTo>
                  <a:lnTo>
                    <a:pt x="155257" y="315278"/>
                  </a:lnTo>
                  <a:lnTo>
                    <a:pt x="152400" y="312896"/>
                  </a:lnTo>
                  <a:lnTo>
                    <a:pt x="151924" y="311944"/>
                  </a:lnTo>
                  <a:lnTo>
                    <a:pt x="154305" y="312896"/>
                  </a:lnTo>
                  <a:lnTo>
                    <a:pt x="156210" y="315278"/>
                  </a:lnTo>
                  <a:lnTo>
                    <a:pt x="159068" y="317659"/>
                  </a:lnTo>
                  <a:lnTo>
                    <a:pt x="165259" y="317183"/>
                  </a:lnTo>
                  <a:lnTo>
                    <a:pt x="167164" y="315754"/>
                  </a:lnTo>
                  <a:lnTo>
                    <a:pt x="167640" y="313849"/>
                  </a:lnTo>
                  <a:lnTo>
                    <a:pt x="168116" y="313372"/>
                  </a:lnTo>
                  <a:lnTo>
                    <a:pt x="169069" y="316706"/>
                  </a:lnTo>
                  <a:lnTo>
                    <a:pt x="171926" y="318135"/>
                  </a:lnTo>
                  <a:lnTo>
                    <a:pt x="177165" y="318135"/>
                  </a:lnTo>
                  <a:lnTo>
                    <a:pt x="184785" y="317183"/>
                  </a:lnTo>
                  <a:lnTo>
                    <a:pt x="193834" y="317183"/>
                  </a:lnTo>
                  <a:lnTo>
                    <a:pt x="194786" y="313849"/>
                  </a:lnTo>
                  <a:lnTo>
                    <a:pt x="191453" y="305276"/>
                  </a:lnTo>
                  <a:lnTo>
                    <a:pt x="191929" y="304800"/>
                  </a:lnTo>
                  <a:lnTo>
                    <a:pt x="194786" y="308134"/>
                  </a:lnTo>
                  <a:lnTo>
                    <a:pt x="196691" y="308610"/>
                  </a:lnTo>
                  <a:lnTo>
                    <a:pt x="198120" y="310991"/>
                  </a:lnTo>
                  <a:lnTo>
                    <a:pt x="200978" y="311944"/>
                  </a:lnTo>
                  <a:lnTo>
                    <a:pt x="201930" y="310991"/>
                  </a:lnTo>
                  <a:lnTo>
                    <a:pt x="202406" y="310991"/>
                  </a:lnTo>
                  <a:lnTo>
                    <a:pt x="203359" y="308610"/>
                  </a:lnTo>
                  <a:lnTo>
                    <a:pt x="205264" y="305276"/>
                  </a:lnTo>
                  <a:lnTo>
                    <a:pt x="207645" y="301466"/>
                  </a:lnTo>
                  <a:lnTo>
                    <a:pt x="210503" y="296228"/>
                  </a:lnTo>
                  <a:lnTo>
                    <a:pt x="212407" y="287179"/>
                  </a:lnTo>
                  <a:lnTo>
                    <a:pt x="213836" y="281464"/>
                  </a:lnTo>
                  <a:lnTo>
                    <a:pt x="215265" y="276225"/>
                  </a:lnTo>
                  <a:lnTo>
                    <a:pt x="217170" y="271463"/>
                  </a:lnTo>
                  <a:lnTo>
                    <a:pt x="219551" y="268605"/>
                  </a:lnTo>
                  <a:lnTo>
                    <a:pt x="225743" y="262414"/>
                  </a:lnTo>
                  <a:lnTo>
                    <a:pt x="230505" y="258128"/>
                  </a:lnTo>
                  <a:lnTo>
                    <a:pt x="232886" y="256222"/>
                  </a:lnTo>
                  <a:lnTo>
                    <a:pt x="234315" y="254794"/>
                  </a:lnTo>
                  <a:lnTo>
                    <a:pt x="237173" y="252889"/>
                  </a:lnTo>
                  <a:lnTo>
                    <a:pt x="240030" y="250984"/>
                  </a:lnTo>
                  <a:lnTo>
                    <a:pt x="242411" y="247174"/>
                  </a:lnTo>
                  <a:lnTo>
                    <a:pt x="244316" y="243364"/>
                  </a:lnTo>
                  <a:lnTo>
                    <a:pt x="245745" y="242411"/>
                  </a:lnTo>
                  <a:lnTo>
                    <a:pt x="247650" y="241935"/>
                  </a:lnTo>
                  <a:lnTo>
                    <a:pt x="253365" y="238125"/>
                  </a:lnTo>
                  <a:lnTo>
                    <a:pt x="256699" y="235744"/>
                  </a:lnTo>
                  <a:lnTo>
                    <a:pt x="257651" y="237172"/>
                  </a:lnTo>
                  <a:lnTo>
                    <a:pt x="258128" y="238601"/>
                  </a:lnTo>
                  <a:lnTo>
                    <a:pt x="258604" y="239078"/>
                  </a:lnTo>
                  <a:lnTo>
                    <a:pt x="261461" y="239554"/>
                  </a:lnTo>
                  <a:lnTo>
                    <a:pt x="265748" y="239554"/>
                  </a:lnTo>
                  <a:lnTo>
                    <a:pt x="268129" y="239078"/>
                  </a:lnTo>
                  <a:lnTo>
                    <a:pt x="269557" y="237649"/>
                  </a:lnTo>
                  <a:lnTo>
                    <a:pt x="270986" y="233839"/>
                  </a:lnTo>
                  <a:lnTo>
                    <a:pt x="271939" y="233363"/>
                  </a:lnTo>
                  <a:lnTo>
                    <a:pt x="272891" y="233363"/>
                  </a:lnTo>
                  <a:lnTo>
                    <a:pt x="277178" y="235744"/>
                  </a:lnTo>
                  <a:lnTo>
                    <a:pt x="280988" y="239554"/>
                  </a:lnTo>
                  <a:lnTo>
                    <a:pt x="284798" y="242888"/>
                  </a:lnTo>
                  <a:lnTo>
                    <a:pt x="286703" y="244316"/>
                  </a:lnTo>
                  <a:lnTo>
                    <a:pt x="287655" y="245745"/>
                  </a:lnTo>
                  <a:lnTo>
                    <a:pt x="289084" y="252413"/>
                  </a:lnTo>
                  <a:lnTo>
                    <a:pt x="290036" y="253841"/>
                  </a:lnTo>
                  <a:lnTo>
                    <a:pt x="291465" y="254318"/>
                  </a:lnTo>
                  <a:lnTo>
                    <a:pt x="294323" y="253841"/>
                  </a:lnTo>
                  <a:lnTo>
                    <a:pt x="297180" y="252889"/>
                  </a:lnTo>
                  <a:lnTo>
                    <a:pt x="300038" y="251460"/>
                  </a:lnTo>
                  <a:lnTo>
                    <a:pt x="302419" y="249555"/>
                  </a:lnTo>
                  <a:lnTo>
                    <a:pt x="304324" y="247650"/>
                  </a:lnTo>
                  <a:lnTo>
                    <a:pt x="305276" y="246221"/>
                  </a:lnTo>
                  <a:lnTo>
                    <a:pt x="305753" y="240983"/>
                  </a:lnTo>
                  <a:lnTo>
                    <a:pt x="306229" y="240030"/>
                  </a:lnTo>
                  <a:lnTo>
                    <a:pt x="309086" y="238125"/>
                  </a:lnTo>
                  <a:lnTo>
                    <a:pt x="313373" y="234791"/>
                  </a:lnTo>
                  <a:lnTo>
                    <a:pt x="315754" y="232886"/>
                  </a:lnTo>
                  <a:lnTo>
                    <a:pt x="315754" y="231934"/>
                  </a:lnTo>
                  <a:lnTo>
                    <a:pt x="314325" y="229553"/>
                  </a:lnTo>
                  <a:lnTo>
                    <a:pt x="312897" y="227171"/>
                  </a:lnTo>
                  <a:lnTo>
                    <a:pt x="314325" y="224790"/>
                  </a:lnTo>
                  <a:lnTo>
                    <a:pt x="315754" y="222885"/>
                  </a:lnTo>
                  <a:lnTo>
                    <a:pt x="321469" y="216694"/>
                  </a:lnTo>
                  <a:lnTo>
                    <a:pt x="321469" y="214789"/>
                  </a:lnTo>
                  <a:lnTo>
                    <a:pt x="321945" y="212408"/>
                  </a:lnTo>
                  <a:lnTo>
                    <a:pt x="326231" y="205264"/>
                  </a:lnTo>
                  <a:lnTo>
                    <a:pt x="328613" y="195739"/>
                  </a:lnTo>
                  <a:lnTo>
                    <a:pt x="328613" y="193834"/>
                  </a:lnTo>
                  <a:lnTo>
                    <a:pt x="331470" y="189071"/>
                  </a:lnTo>
                  <a:lnTo>
                    <a:pt x="334804" y="183356"/>
                  </a:lnTo>
                  <a:lnTo>
                    <a:pt x="340995" y="182404"/>
                  </a:lnTo>
                  <a:lnTo>
                    <a:pt x="343376" y="180975"/>
                  </a:lnTo>
                  <a:lnTo>
                    <a:pt x="346234" y="178118"/>
                  </a:lnTo>
                  <a:lnTo>
                    <a:pt x="348139" y="175736"/>
                  </a:lnTo>
                  <a:lnTo>
                    <a:pt x="349091" y="173355"/>
                  </a:lnTo>
                  <a:lnTo>
                    <a:pt x="349568" y="169069"/>
                  </a:lnTo>
                  <a:lnTo>
                    <a:pt x="350520" y="163830"/>
                  </a:lnTo>
                  <a:lnTo>
                    <a:pt x="350997" y="159544"/>
                  </a:lnTo>
                  <a:lnTo>
                    <a:pt x="352901" y="155258"/>
                  </a:lnTo>
                  <a:lnTo>
                    <a:pt x="355759" y="153353"/>
                  </a:lnTo>
                  <a:lnTo>
                    <a:pt x="360998" y="151447"/>
                  </a:lnTo>
                  <a:lnTo>
                    <a:pt x="361950" y="150495"/>
                  </a:lnTo>
                  <a:lnTo>
                    <a:pt x="362903" y="147638"/>
                  </a:lnTo>
                  <a:lnTo>
                    <a:pt x="363379" y="141922"/>
                  </a:lnTo>
                  <a:lnTo>
                    <a:pt x="363379" y="138589"/>
                  </a:lnTo>
                  <a:lnTo>
                    <a:pt x="363379" y="137160"/>
                  </a:lnTo>
                  <a:lnTo>
                    <a:pt x="363855" y="134779"/>
                  </a:lnTo>
                  <a:lnTo>
                    <a:pt x="368618" y="130016"/>
                  </a:lnTo>
                  <a:lnTo>
                    <a:pt x="370999" y="122872"/>
                  </a:lnTo>
                  <a:lnTo>
                    <a:pt x="372904" y="115253"/>
                  </a:lnTo>
                  <a:lnTo>
                    <a:pt x="378619" y="106204"/>
                  </a:lnTo>
                  <a:lnTo>
                    <a:pt x="385286" y="97155"/>
                  </a:lnTo>
                  <a:lnTo>
                    <a:pt x="388144" y="94774"/>
                  </a:lnTo>
                  <a:lnTo>
                    <a:pt x="390525" y="93821"/>
                  </a:lnTo>
                  <a:lnTo>
                    <a:pt x="393382" y="93821"/>
                  </a:lnTo>
                  <a:lnTo>
                    <a:pt x="395288" y="93345"/>
                  </a:lnTo>
                  <a:lnTo>
                    <a:pt x="402431" y="89059"/>
                  </a:lnTo>
                  <a:lnTo>
                    <a:pt x="405289" y="87630"/>
                  </a:lnTo>
                  <a:lnTo>
                    <a:pt x="407670" y="86201"/>
                  </a:lnTo>
                  <a:lnTo>
                    <a:pt x="408147" y="84772"/>
                  </a:lnTo>
                  <a:lnTo>
                    <a:pt x="408147" y="82868"/>
                  </a:lnTo>
                  <a:lnTo>
                    <a:pt x="407670" y="78105"/>
                  </a:lnTo>
                  <a:lnTo>
                    <a:pt x="409099" y="74771"/>
                  </a:lnTo>
                  <a:lnTo>
                    <a:pt x="409575" y="69533"/>
                  </a:lnTo>
                  <a:lnTo>
                    <a:pt x="410051" y="65246"/>
                  </a:lnTo>
                  <a:lnTo>
                    <a:pt x="406241" y="58579"/>
                  </a:lnTo>
                  <a:close/>
                </a:path>
              </a:pathLst>
            </a:custGeom>
            <a:grpFill/>
            <a:ln w="317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FBE74080-2886-485B-BCDC-A216598623D0}"/>
                </a:ext>
              </a:extLst>
            </p:cNvPr>
            <p:cNvSpPr/>
            <p:nvPr/>
          </p:nvSpPr>
          <p:spPr>
            <a:xfrm>
              <a:off x="5725001" y="3494721"/>
              <a:ext cx="537686" cy="410051"/>
            </a:xfrm>
            <a:custGeom>
              <a:avLst/>
              <a:gdLst>
                <a:gd name="connsiteX0" fmla="*/ 536734 w 537686"/>
                <a:gd name="connsiteY0" fmla="*/ 110014 h 410051"/>
                <a:gd name="connsiteX1" fmla="*/ 527685 w 537686"/>
                <a:gd name="connsiteY1" fmla="*/ 100489 h 410051"/>
                <a:gd name="connsiteX2" fmla="*/ 524828 w 537686"/>
                <a:gd name="connsiteY2" fmla="*/ 98108 h 410051"/>
                <a:gd name="connsiteX3" fmla="*/ 523399 w 537686"/>
                <a:gd name="connsiteY3" fmla="*/ 93345 h 410051"/>
                <a:gd name="connsiteX4" fmla="*/ 525780 w 537686"/>
                <a:gd name="connsiteY4" fmla="*/ 90488 h 410051"/>
                <a:gd name="connsiteX5" fmla="*/ 514826 w 537686"/>
                <a:gd name="connsiteY5" fmla="*/ 74295 h 410051"/>
                <a:gd name="connsiteX6" fmla="*/ 512445 w 537686"/>
                <a:gd name="connsiteY6" fmla="*/ 72390 h 410051"/>
                <a:gd name="connsiteX7" fmla="*/ 511016 w 537686"/>
                <a:gd name="connsiteY7" fmla="*/ 70485 h 410051"/>
                <a:gd name="connsiteX8" fmla="*/ 511016 w 537686"/>
                <a:gd name="connsiteY8" fmla="*/ 67628 h 410051"/>
                <a:gd name="connsiteX9" fmla="*/ 511016 w 537686"/>
                <a:gd name="connsiteY9" fmla="*/ 56197 h 410051"/>
                <a:gd name="connsiteX10" fmla="*/ 508159 w 537686"/>
                <a:gd name="connsiteY10" fmla="*/ 39053 h 410051"/>
                <a:gd name="connsiteX11" fmla="*/ 504349 w 537686"/>
                <a:gd name="connsiteY11" fmla="*/ 18574 h 410051"/>
                <a:gd name="connsiteX12" fmla="*/ 504349 w 537686"/>
                <a:gd name="connsiteY12" fmla="*/ 18574 h 410051"/>
                <a:gd name="connsiteX13" fmla="*/ 489585 w 537686"/>
                <a:gd name="connsiteY13" fmla="*/ 26194 h 410051"/>
                <a:gd name="connsiteX14" fmla="*/ 478631 w 537686"/>
                <a:gd name="connsiteY14" fmla="*/ 31909 h 410051"/>
                <a:gd name="connsiteX15" fmla="*/ 478155 w 537686"/>
                <a:gd name="connsiteY15" fmla="*/ 31909 h 410051"/>
                <a:gd name="connsiteX16" fmla="*/ 477679 w 537686"/>
                <a:gd name="connsiteY16" fmla="*/ 31433 h 410051"/>
                <a:gd name="connsiteX17" fmla="*/ 466249 w 537686"/>
                <a:gd name="connsiteY17" fmla="*/ 21908 h 410051"/>
                <a:gd name="connsiteX18" fmla="*/ 457200 w 537686"/>
                <a:gd name="connsiteY18" fmla="*/ 14288 h 410051"/>
                <a:gd name="connsiteX19" fmla="*/ 453390 w 537686"/>
                <a:gd name="connsiteY19" fmla="*/ 11906 h 410051"/>
                <a:gd name="connsiteX20" fmla="*/ 436245 w 537686"/>
                <a:gd name="connsiteY20" fmla="*/ 8096 h 410051"/>
                <a:gd name="connsiteX21" fmla="*/ 419576 w 537686"/>
                <a:gd name="connsiteY21" fmla="*/ 4286 h 410051"/>
                <a:gd name="connsiteX22" fmla="*/ 401955 w 537686"/>
                <a:gd name="connsiteY22" fmla="*/ 0 h 410051"/>
                <a:gd name="connsiteX23" fmla="*/ 384334 w 537686"/>
                <a:gd name="connsiteY23" fmla="*/ 10954 h 410051"/>
                <a:gd name="connsiteX24" fmla="*/ 366713 w 537686"/>
                <a:gd name="connsiteY24" fmla="*/ 21431 h 410051"/>
                <a:gd name="connsiteX25" fmla="*/ 349091 w 537686"/>
                <a:gd name="connsiteY25" fmla="*/ 32385 h 410051"/>
                <a:gd name="connsiteX26" fmla="*/ 331470 w 537686"/>
                <a:gd name="connsiteY26" fmla="*/ 43339 h 410051"/>
                <a:gd name="connsiteX27" fmla="*/ 313849 w 537686"/>
                <a:gd name="connsiteY27" fmla="*/ 53816 h 410051"/>
                <a:gd name="connsiteX28" fmla="*/ 296228 w 537686"/>
                <a:gd name="connsiteY28" fmla="*/ 64770 h 410051"/>
                <a:gd name="connsiteX29" fmla="*/ 278606 w 537686"/>
                <a:gd name="connsiteY29" fmla="*/ 75247 h 410051"/>
                <a:gd name="connsiteX30" fmla="*/ 260985 w 537686"/>
                <a:gd name="connsiteY30" fmla="*/ 86201 h 410051"/>
                <a:gd name="connsiteX31" fmla="*/ 249079 w 537686"/>
                <a:gd name="connsiteY31" fmla="*/ 93345 h 410051"/>
                <a:gd name="connsiteX32" fmla="*/ 241935 w 537686"/>
                <a:gd name="connsiteY32" fmla="*/ 99536 h 410051"/>
                <a:gd name="connsiteX33" fmla="*/ 232410 w 537686"/>
                <a:gd name="connsiteY33" fmla="*/ 107156 h 410051"/>
                <a:gd name="connsiteX34" fmla="*/ 223361 w 537686"/>
                <a:gd name="connsiteY34" fmla="*/ 115253 h 410051"/>
                <a:gd name="connsiteX35" fmla="*/ 216694 w 537686"/>
                <a:gd name="connsiteY35" fmla="*/ 121444 h 410051"/>
                <a:gd name="connsiteX36" fmla="*/ 207645 w 537686"/>
                <a:gd name="connsiteY36" fmla="*/ 129064 h 410051"/>
                <a:gd name="connsiteX37" fmla="*/ 203359 w 537686"/>
                <a:gd name="connsiteY37" fmla="*/ 133350 h 410051"/>
                <a:gd name="connsiteX38" fmla="*/ 193357 w 537686"/>
                <a:gd name="connsiteY38" fmla="*/ 141922 h 410051"/>
                <a:gd name="connsiteX39" fmla="*/ 190024 w 537686"/>
                <a:gd name="connsiteY39" fmla="*/ 143828 h 410051"/>
                <a:gd name="connsiteX40" fmla="*/ 176689 w 537686"/>
                <a:gd name="connsiteY40" fmla="*/ 146209 h 410051"/>
                <a:gd name="connsiteX41" fmla="*/ 164782 w 537686"/>
                <a:gd name="connsiteY41" fmla="*/ 148590 h 410051"/>
                <a:gd name="connsiteX42" fmla="*/ 153353 w 537686"/>
                <a:gd name="connsiteY42" fmla="*/ 150971 h 410051"/>
                <a:gd name="connsiteX43" fmla="*/ 145732 w 537686"/>
                <a:gd name="connsiteY43" fmla="*/ 152400 h 410051"/>
                <a:gd name="connsiteX44" fmla="*/ 138589 w 537686"/>
                <a:gd name="connsiteY44" fmla="*/ 153829 h 410051"/>
                <a:gd name="connsiteX45" fmla="*/ 138589 w 537686"/>
                <a:gd name="connsiteY45" fmla="*/ 160020 h 410051"/>
                <a:gd name="connsiteX46" fmla="*/ 138589 w 537686"/>
                <a:gd name="connsiteY46" fmla="*/ 169069 h 410051"/>
                <a:gd name="connsiteX47" fmla="*/ 138589 w 537686"/>
                <a:gd name="connsiteY47" fmla="*/ 179070 h 410051"/>
                <a:gd name="connsiteX48" fmla="*/ 138589 w 537686"/>
                <a:gd name="connsiteY48" fmla="*/ 188595 h 410051"/>
                <a:gd name="connsiteX49" fmla="*/ 138589 w 537686"/>
                <a:gd name="connsiteY49" fmla="*/ 199549 h 410051"/>
                <a:gd name="connsiteX50" fmla="*/ 138589 w 537686"/>
                <a:gd name="connsiteY50" fmla="*/ 208121 h 410051"/>
                <a:gd name="connsiteX51" fmla="*/ 138589 w 537686"/>
                <a:gd name="connsiteY51" fmla="*/ 218122 h 410051"/>
                <a:gd name="connsiteX52" fmla="*/ 138589 w 537686"/>
                <a:gd name="connsiteY52" fmla="*/ 228124 h 410051"/>
                <a:gd name="connsiteX53" fmla="*/ 137636 w 537686"/>
                <a:gd name="connsiteY53" fmla="*/ 229553 h 410051"/>
                <a:gd name="connsiteX54" fmla="*/ 137160 w 537686"/>
                <a:gd name="connsiteY54" fmla="*/ 235268 h 410051"/>
                <a:gd name="connsiteX55" fmla="*/ 136684 w 537686"/>
                <a:gd name="connsiteY55" fmla="*/ 242411 h 410051"/>
                <a:gd name="connsiteX56" fmla="*/ 134779 w 537686"/>
                <a:gd name="connsiteY56" fmla="*/ 250031 h 410051"/>
                <a:gd name="connsiteX57" fmla="*/ 130969 w 537686"/>
                <a:gd name="connsiteY57" fmla="*/ 255746 h 410051"/>
                <a:gd name="connsiteX58" fmla="*/ 130016 w 537686"/>
                <a:gd name="connsiteY58" fmla="*/ 261461 h 410051"/>
                <a:gd name="connsiteX59" fmla="*/ 129064 w 537686"/>
                <a:gd name="connsiteY59" fmla="*/ 264319 h 410051"/>
                <a:gd name="connsiteX60" fmla="*/ 127635 w 537686"/>
                <a:gd name="connsiteY60" fmla="*/ 266224 h 410051"/>
                <a:gd name="connsiteX61" fmla="*/ 127159 w 537686"/>
                <a:gd name="connsiteY61" fmla="*/ 268129 h 410051"/>
                <a:gd name="connsiteX62" fmla="*/ 126682 w 537686"/>
                <a:gd name="connsiteY62" fmla="*/ 270986 h 410051"/>
                <a:gd name="connsiteX63" fmla="*/ 125254 w 537686"/>
                <a:gd name="connsiteY63" fmla="*/ 272891 h 410051"/>
                <a:gd name="connsiteX64" fmla="*/ 124301 w 537686"/>
                <a:gd name="connsiteY64" fmla="*/ 273844 h 410051"/>
                <a:gd name="connsiteX65" fmla="*/ 120968 w 537686"/>
                <a:gd name="connsiteY65" fmla="*/ 274796 h 410051"/>
                <a:gd name="connsiteX66" fmla="*/ 114300 w 537686"/>
                <a:gd name="connsiteY66" fmla="*/ 280511 h 410051"/>
                <a:gd name="connsiteX67" fmla="*/ 113824 w 537686"/>
                <a:gd name="connsiteY67" fmla="*/ 284797 h 410051"/>
                <a:gd name="connsiteX68" fmla="*/ 106680 w 537686"/>
                <a:gd name="connsiteY68" fmla="*/ 283369 h 410051"/>
                <a:gd name="connsiteX69" fmla="*/ 98584 w 537686"/>
                <a:gd name="connsiteY69" fmla="*/ 282416 h 410051"/>
                <a:gd name="connsiteX70" fmla="*/ 97631 w 537686"/>
                <a:gd name="connsiteY70" fmla="*/ 282416 h 410051"/>
                <a:gd name="connsiteX71" fmla="*/ 97155 w 537686"/>
                <a:gd name="connsiteY71" fmla="*/ 282893 h 410051"/>
                <a:gd name="connsiteX72" fmla="*/ 96679 w 537686"/>
                <a:gd name="connsiteY72" fmla="*/ 285274 h 410051"/>
                <a:gd name="connsiteX73" fmla="*/ 86201 w 537686"/>
                <a:gd name="connsiteY73" fmla="*/ 285750 h 410051"/>
                <a:gd name="connsiteX74" fmla="*/ 77153 w 537686"/>
                <a:gd name="connsiteY74" fmla="*/ 285750 h 410051"/>
                <a:gd name="connsiteX75" fmla="*/ 65723 w 537686"/>
                <a:gd name="connsiteY75" fmla="*/ 286226 h 410051"/>
                <a:gd name="connsiteX76" fmla="*/ 57626 w 537686"/>
                <a:gd name="connsiteY76" fmla="*/ 286703 h 410051"/>
                <a:gd name="connsiteX77" fmla="*/ 48101 w 537686"/>
                <a:gd name="connsiteY77" fmla="*/ 287179 h 410051"/>
                <a:gd name="connsiteX78" fmla="*/ 39053 w 537686"/>
                <a:gd name="connsiteY78" fmla="*/ 287655 h 410051"/>
                <a:gd name="connsiteX79" fmla="*/ 32861 w 537686"/>
                <a:gd name="connsiteY79" fmla="*/ 292418 h 410051"/>
                <a:gd name="connsiteX80" fmla="*/ 27147 w 537686"/>
                <a:gd name="connsiteY80" fmla="*/ 297180 h 410051"/>
                <a:gd name="connsiteX81" fmla="*/ 26670 w 537686"/>
                <a:gd name="connsiteY81" fmla="*/ 297656 h 410051"/>
                <a:gd name="connsiteX82" fmla="*/ 19050 w 537686"/>
                <a:gd name="connsiteY82" fmla="*/ 298609 h 410051"/>
                <a:gd name="connsiteX83" fmla="*/ 9525 w 537686"/>
                <a:gd name="connsiteY83" fmla="*/ 297656 h 410051"/>
                <a:gd name="connsiteX84" fmla="*/ 4286 w 537686"/>
                <a:gd name="connsiteY84" fmla="*/ 297656 h 410051"/>
                <a:gd name="connsiteX85" fmla="*/ 2381 w 537686"/>
                <a:gd name="connsiteY85" fmla="*/ 298133 h 410051"/>
                <a:gd name="connsiteX86" fmla="*/ 1905 w 537686"/>
                <a:gd name="connsiteY86" fmla="*/ 300038 h 410051"/>
                <a:gd name="connsiteX87" fmla="*/ 1429 w 537686"/>
                <a:gd name="connsiteY87" fmla="*/ 301466 h 410051"/>
                <a:gd name="connsiteX88" fmla="*/ 1429 w 537686"/>
                <a:gd name="connsiteY88" fmla="*/ 304324 h 410051"/>
                <a:gd name="connsiteX89" fmla="*/ 953 w 537686"/>
                <a:gd name="connsiteY89" fmla="*/ 309086 h 410051"/>
                <a:gd name="connsiteX90" fmla="*/ 0 w 537686"/>
                <a:gd name="connsiteY90" fmla="*/ 314325 h 410051"/>
                <a:gd name="connsiteX91" fmla="*/ 3334 w 537686"/>
                <a:gd name="connsiteY91" fmla="*/ 317659 h 410051"/>
                <a:gd name="connsiteX92" fmla="*/ 6668 w 537686"/>
                <a:gd name="connsiteY92" fmla="*/ 321469 h 410051"/>
                <a:gd name="connsiteX93" fmla="*/ 7620 w 537686"/>
                <a:gd name="connsiteY93" fmla="*/ 322897 h 410051"/>
                <a:gd name="connsiteX94" fmla="*/ 6668 w 537686"/>
                <a:gd name="connsiteY94" fmla="*/ 326708 h 410051"/>
                <a:gd name="connsiteX95" fmla="*/ 7144 w 537686"/>
                <a:gd name="connsiteY95" fmla="*/ 328613 h 410051"/>
                <a:gd name="connsiteX96" fmla="*/ 9049 w 537686"/>
                <a:gd name="connsiteY96" fmla="*/ 332422 h 410051"/>
                <a:gd name="connsiteX97" fmla="*/ 12382 w 537686"/>
                <a:gd name="connsiteY97" fmla="*/ 336709 h 410051"/>
                <a:gd name="connsiteX98" fmla="*/ 15716 w 537686"/>
                <a:gd name="connsiteY98" fmla="*/ 341471 h 410051"/>
                <a:gd name="connsiteX99" fmla="*/ 18098 w 537686"/>
                <a:gd name="connsiteY99" fmla="*/ 341947 h 410051"/>
                <a:gd name="connsiteX100" fmla="*/ 20003 w 537686"/>
                <a:gd name="connsiteY100" fmla="*/ 342424 h 410051"/>
                <a:gd name="connsiteX101" fmla="*/ 21431 w 537686"/>
                <a:gd name="connsiteY101" fmla="*/ 343376 h 410051"/>
                <a:gd name="connsiteX102" fmla="*/ 23336 w 537686"/>
                <a:gd name="connsiteY102" fmla="*/ 343853 h 410051"/>
                <a:gd name="connsiteX103" fmla="*/ 25241 w 537686"/>
                <a:gd name="connsiteY103" fmla="*/ 344329 h 410051"/>
                <a:gd name="connsiteX104" fmla="*/ 26670 w 537686"/>
                <a:gd name="connsiteY104" fmla="*/ 345758 h 410051"/>
                <a:gd name="connsiteX105" fmla="*/ 28099 w 537686"/>
                <a:gd name="connsiteY105" fmla="*/ 346710 h 410051"/>
                <a:gd name="connsiteX106" fmla="*/ 29051 w 537686"/>
                <a:gd name="connsiteY106" fmla="*/ 349568 h 410051"/>
                <a:gd name="connsiteX107" fmla="*/ 32861 w 537686"/>
                <a:gd name="connsiteY107" fmla="*/ 351472 h 410051"/>
                <a:gd name="connsiteX108" fmla="*/ 35243 w 537686"/>
                <a:gd name="connsiteY108" fmla="*/ 353378 h 410051"/>
                <a:gd name="connsiteX109" fmla="*/ 34290 w 537686"/>
                <a:gd name="connsiteY109" fmla="*/ 354330 h 410051"/>
                <a:gd name="connsiteX110" fmla="*/ 31432 w 537686"/>
                <a:gd name="connsiteY110" fmla="*/ 353854 h 410051"/>
                <a:gd name="connsiteX111" fmla="*/ 28099 w 537686"/>
                <a:gd name="connsiteY111" fmla="*/ 352901 h 410051"/>
                <a:gd name="connsiteX112" fmla="*/ 27623 w 537686"/>
                <a:gd name="connsiteY112" fmla="*/ 354330 h 410051"/>
                <a:gd name="connsiteX113" fmla="*/ 27623 w 537686"/>
                <a:gd name="connsiteY113" fmla="*/ 359569 h 410051"/>
                <a:gd name="connsiteX114" fmla="*/ 28099 w 537686"/>
                <a:gd name="connsiteY114" fmla="*/ 363855 h 410051"/>
                <a:gd name="connsiteX115" fmla="*/ 29051 w 537686"/>
                <a:gd name="connsiteY115" fmla="*/ 364808 h 410051"/>
                <a:gd name="connsiteX116" fmla="*/ 31909 w 537686"/>
                <a:gd name="connsiteY116" fmla="*/ 365284 h 410051"/>
                <a:gd name="connsiteX117" fmla="*/ 39053 w 537686"/>
                <a:gd name="connsiteY117" fmla="*/ 370999 h 410051"/>
                <a:gd name="connsiteX118" fmla="*/ 45720 w 537686"/>
                <a:gd name="connsiteY118" fmla="*/ 376238 h 410051"/>
                <a:gd name="connsiteX119" fmla="*/ 47625 w 537686"/>
                <a:gd name="connsiteY119" fmla="*/ 377666 h 410051"/>
                <a:gd name="connsiteX120" fmla="*/ 51435 w 537686"/>
                <a:gd name="connsiteY120" fmla="*/ 378619 h 410051"/>
                <a:gd name="connsiteX121" fmla="*/ 55722 w 537686"/>
                <a:gd name="connsiteY121" fmla="*/ 378619 h 410051"/>
                <a:gd name="connsiteX122" fmla="*/ 57150 w 537686"/>
                <a:gd name="connsiteY122" fmla="*/ 378143 h 410051"/>
                <a:gd name="connsiteX123" fmla="*/ 60960 w 537686"/>
                <a:gd name="connsiteY123" fmla="*/ 375285 h 410051"/>
                <a:gd name="connsiteX124" fmla="*/ 63341 w 537686"/>
                <a:gd name="connsiteY124" fmla="*/ 375285 h 410051"/>
                <a:gd name="connsiteX125" fmla="*/ 65247 w 537686"/>
                <a:gd name="connsiteY125" fmla="*/ 375285 h 410051"/>
                <a:gd name="connsiteX126" fmla="*/ 66199 w 537686"/>
                <a:gd name="connsiteY126" fmla="*/ 375761 h 410051"/>
                <a:gd name="connsiteX127" fmla="*/ 68104 w 537686"/>
                <a:gd name="connsiteY127" fmla="*/ 377666 h 410051"/>
                <a:gd name="connsiteX128" fmla="*/ 70009 w 537686"/>
                <a:gd name="connsiteY128" fmla="*/ 381000 h 410051"/>
                <a:gd name="connsiteX129" fmla="*/ 70485 w 537686"/>
                <a:gd name="connsiteY129" fmla="*/ 383858 h 410051"/>
                <a:gd name="connsiteX130" fmla="*/ 70009 w 537686"/>
                <a:gd name="connsiteY130" fmla="*/ 384810 h 410051"/>
                <a:gd name="connsiteX131" fmla="*/ 69532 w 537686"/>
                <a:gd name="connsiteY131" fmla="*/ 385286 h 410051"/>
                <a:gd name="connsiteX132" fmla="*/ 66199 w 537686"/>
                <a:gd name="connsiteY132" fmla="*/ 386239 h 410051"/>
                <a:gd name="connsiteX133" fmla="*/ 64770 w 537686"/>
                <a:gd name="connsiteY133" fmla="*/ 386715 h 410051"/>
                <a:gd name="connsiteX134" fmla="*/ 64770 w 537686"/>
                <a:gd name="connsiteY134" fmla="*/ 387191 h 410051"/>
                <a:gd name="connsiteX135" fmla="*/ 65247 w 537686"/>
                <a:gd name="connsiteY135" fmla="*/ 389096 h 410051"/>
                <a:gd name="connsiteX136" fmla="*/ 65723 w 537686"/>
                <a:gd name="connsiteY136" fmla="*/ 390049 h 410051"/>
                <a:gd name="connsiteX137" fmla="*/ 69056 w 537686"/>
                <a:gd name="connsiteY137" fmla="*/ 394811 h 410051"/>
                <a:gd name="connsiteX138" fmla="*/ 74295 w 537686"/>
                <a:gd name="connsiteY138" fmla="*/ 401479 h 410051"/>
                <a:gd name="connsiteX139" fmla="*/ 75724 w 537686"/>
                <a:gd name="connsiteY139" fmla="*/ 402908 h 410051"/>
                <a:gd name="connsiteX140" fmla="*/ 76676 w 537686"/>
                <a:gd name="connsiteY140" fmla="*/ 399574 h 410051"/>
                <a:gd name="connsiteX141" fmla="*/ 74772 w 537686"/>
                <a:gd name="connsiteY141" fmla="*/ 392906 h 410051"/>
                <a:gd name="connsiteX142" fmla="*/ 75248 w 537686"/>
                <a:gd name="connsiteY142" fmla="*/ 391954 h 410051"/>
                <a:gd name="connsiteX143" fmla="*/ 78581 w 537686"/>
                <a:gd name="connsiteY143" fmla="*/ 390525 h 410051"/>
                <a:gd name="connsiteX144" fmla="*/ 82868 w 537686"/>
                <a:gd name="connsiteY144" fmla="*/ 389572 h 410051"/>
                <a:gd name="connsiteX145" fmla="*/ 84773 w 537686"/>
                <a:gd name="connsiteY145" fmla="*/ 389572 h 410051"/>
                <a:gd name="connsiteX146" fmla="*/ 85725 w 537686"/>
                <a:gd name="connsiteY146" fmla="*/ 388620 h 410051"/>
                <a:gd name="connsiteX147" fmla="*/ 87630 w 537686"/>
                <a:gd name="connsiteY147" fmla="*/ 387668 h 410051"/>
                <a:gd name="connsiteX148" fmla="*/ 90011 w 537686"/>
                <a:gd name="connsiteY148" fmla="*/ 386239 h 410051"/>
                <a:gd name="connsiteX149" fmla="*/ 91440 w 537686"/>
                <a:gd name="connsiteY149" fmla="*/ 386715 h 410051"/>
                <a:gd name="connsiteX150" fmla="*/ 92393 w 537686"/>
                <a:gd name="connsiteY150" fmla="*/ 387191 h 410051"/>
                <a:gd name="connsiteX151" fmla="*/ 101918 w 537686"/>
                <a:gd name="connsiteY151" fmla="*/ 395288 h 410051"/>
                <a:gd name="connsiteX152" fmla="*/ 105728 w 537686"/>
                <a:gd name="connsiteY152" fmla="*/ 399574 h 410051"/>
                <a:gd name="connsiteX153" fmla="*/ 106680 w 537686"/>
                <a:gd name="connsiteY153" fmla="*/ 401955 h 410051"/>
                <a:gd name="connsiteX154" fmla="*/ 109061 w 537686"/>
                <a:gd name="connsiteY154" fmla="*/ 403384 h 410051"/>
                <a:gd name="connsiteX155" fmla="*/ 111919 w 537686"/>
                <a:gd name="connsiteY155" fmla="*/ 404336 h 410051"/>
                <a:gd name="connsiteX156" fmla="*/ 114776 w 537686"/>
                <a:gd name="connsiteY156" fmla="*/ 406718 h 410051"/>
                <a:gd name="connsiteX157" fmla="*/ 117157 w 537686"/>
                <a:gd name="connsiteY157" fmla="*/ 410051 h 410051"/>
                <a:gd name="connsiteX158" fmla="*/ 119063 w 537686"/>
                <a:gd name="connsiteY158" fmla="*/ 408622 h 410051"/>
                <a:gd name="connsiteX159" fmla="*/ 119063 w 537686"/>
                <a:gd name="connsiteY159" fmla="*/ 407670 h 410051"/>
                <a:gd name="connsiteX160" fmla="*/ 118586 w 537686"/>
                <a:gd name="connsiteY160" fmla="*/ 406241 h 410051"/>
                <a:gd name="connsiteX161" fmla="*/ 117634 w 537686"/>
                <a:gd name="connsiteY161" fmla="*/ 405289 h 410051"/>
                <a:gd name="connsiteX162" fmla="*/ 117634 w 537686"/>
                <a:gd name="connsiteY162" fmla="*/ 403384 h 410051"/>
                <a:gd name="connsiteX163" fmla="*/ 117634 w 537686"/>
                <a:gd name="connsiteY163" fmla="*/ 401955 h 410051"/>
                <a:gd name="connsiteX164" fmla="*/ 118586 w 537686"/>
                <a:gd name="connsiteY164" fmla="*/ 400526 h 410051"/>
                <a:gd name="connsiteX165" fmla="*/ 118110 w 537686"/>
                <a:gd name="connsiteY165" fmla="*/ 397193 h 410051"/>
                <a:gd name="connsiteX166" fmla="*/ 118110 w 537686"/>
                <a:gd name="connsiteY166" fmla="*/ 392430 h 410051"/>
                <a:gd name="connsiteX167" fmla="*/ 118586 w 537686"/>
                <a:gd name="connsiteY167" fmla="*/ 385763 h 410051"/>
                <a:gd name="connsiteX168" fmla="*/ 118586 w 537686"/>
                <a:gd name="connsiteY168" fmla="*/ 381476 h 410051"/>
                <a:gd name="connsiteX169" fmla="*/ 122873 w 537686"/>
                <a:gd name="connsiteY169" fmla="*/ 378143 h 410051"/>
                <a:gd name="connsiteX170" fmla="*/ 129064 w 537686"/>
                <a:gd name="connsiteY170" fmla="*/ 372904 h 410051"/>
                <a:gd name="connsiteX171" fmla="*/ 131922 w 537686"/>
                <a:gd name="connsiteY171" fmla="*/ 367665 h 410051"/>
                <a:gd name="connsiteX172" fmla="*/ 133826 w 537686"/>
                <a:gd name="connsiteY172" fmla="*/ 363379 h 410051"/>
                <a:gd name="connsiteX173" fmla="*/ 135731 w 537686"/>
                <a:gd name="connsiteY173" fmla="*/ 349568 h 410051"/>
                <a:gd name="connsiteX174" fmla="*/ 137160 w 537686"/>
                <a:gd name="connsiteY174" fmla="*/ 349091 h 410051"/>
                <a:gd name="connsiteX175" fmla="*/ 139065 w 537686"/>
                <a:gd name="connsiteY175" fmla="*/ 348139 h 410051"/>
                <a:gd name="connsiteX176" fmla="*/ 145256 w 537686"/>
                <a:gd name="connsiteY176" fmla="*/ 343376 h 410051"/>
                <a:gd name="connsiteX177" fmla="*/ 149543 w 537686"/>
                <a:gd name="connsiteY177" fmla="*/ 341471 h 410051"/>
                <a:gd name="connsiteX178" fmla="*/ 153353 w 537686"/>
                <a:gd name="connsiteY178" fmla="*/ 340519 h 410051"/>
                <a:gd name="connsiteX179" fmla="*/ 158591 w 537686"/>
                <a:gd name="connsiteY179" fmla="*/ 339566 h 410051"/>
                <a:gd name="connsiteX180" fmla="*/ 161925 w 537686"/>
                <a:gd name="connsiteY180" fmla="*/ 340043 h 410051"/>
                <a:gd name="connsiteX181" fmla="*/ 168116 w 537686"/>
                <a:gd name="connsiteY181" fmla="*/ 340043 h 410051"/>
                <a:gd name="connsiteX182" fmla="*/ 172879 w 537686"/>
                <a:gd name="connsiteY182" fmla="*/ 339566 h 410051"/>
                <a:gd name="connsiteX183" fmla="*/ 177165 w 537686"/>
                <a:gd name="connsiteY183" fmla="*/ 336709 h 410051"/>
                <a:gd name="connsiteX184" fmla="*/ 179070 w 537686"/>
                <a:gd name="connsiteY184" fmla="*/ 336233 h 410051"/>
                <a:gd name="connsiteX185" fmla="*/ 181451 w 537686"/>
                <a:gd name="connsiteY185" fmla="*/ 335756 h 410051"/>
                <a:gd name="connsiteX186" fmla="*/ 193357 w 537686"/>
                <a:gd name="connsiteY186" fmla="*/ 339090 h 410051"/>
                <a:gd name="connsiteX187" fmla="*/ 204788 w 537686"/>
                <a:gd name="connsiteY187" fmla="*/ 342900 h 410051"/>
                <a:gd name="connsiteX188" fmla="*/ 207169 w 537686"/>
                <a:gd name="connsiteY188" fmla="*/ 342424 h 410051"/>
                <a:gd name="connsiteX189" fmla="*/ 209074 w 537686"/>
                <a:gd name="connsiteY189" fmla="*/ 342900 h 410051"/>
                <a:gd name="connsiteX190" fmla="*/ 211931 w 537686"/>
                <a:gd name="connsiteY190" fmla="*/ 344805 h 410051"/>
                <a:gd name="connsiteX191" fmla="*/ 216218 w 537686"/>
                <a:gd name="connsiteY191" fmla="*/ 348615 h 410051"/>
                <a:gd name="connsiteX192" fmla="*/ 218599 w 537686"/>
                <a:gd name="connsiteY192" fmla="*/ 351472 h 410051"/>
                <a:gd name="connsiteX193" fmla="*/ 220028 w 537686"/>
                <a:gd name="connsiteY193" fmla="*/ 352901 h 410051"/>
                <a:gd name="connsiteX194" fmla="*/ 226219 w 537686"/>
                <a:gd name="connsiteY194" fmla="*/ 361950 h 410051"/>
                <a:gd name="connsiteX195" fmla="*/ 228124 w 537686"/>
                <a:gd name="connsiteY195" fmla="*/ 363855 h 410051"/>
                <a:gd name="connsiteX196" fmla="*/ 230505 w 537686"/>
                <a:gd name="connsiteY196" fmla="*/ 365284 h 410051"/>
                <a:gd name="connsiteX197" fmla="*/ 232886 w 537686"/>
                <a:gd name="connsiteY197" fmla="*/ 365760 h 410051"/>
                <a:gd name="connsiteX198" fmla="*/ 234791 w 537686"/>
                <a:gd name="connsiteY198" fmla="*/ 365284 h 410051"/>
                <a:gd name="connsiteX199" fmla="*/ 236220 w 537686"/>
                <a:gd name="connsiteY199" fmla="*/ 364331 h 410051"/>
                <a:gd name="connsiteX200" fmla="*/ 238601 w 537686"/>
                <a:gd name="connsiteY200" fmla="*/ 362426 h 410051"/>
                <a:gd name="connsiteX201" fmla="*/ 241935 w 537686"/>
                <a:gd name="connsiteY201" fmla="*/ 361474 h 410051"/>
                <a:gd name="connsiteX202" fmla="*/ 244793 w 537686"/>
                <a:gd name="connsiteY202" fmla="*/ 361950 h 410051"/>
                <a:gd name="connsiteX203" fmla="*/ 259556 w 537686"/>
                <a:gd name="connsiteY203" fmla="*/ 353854 h 410051"/>
                <a:gd name="connsiteX204" fmla="*/ 260985 w 537686"/>
                <a:gd name="connsiteY204" fmla="*/ 353854 h 410051"/>
                <a:gd name="connsiteX205" fmla="*/ 265272 w 537686"/>
                <a:gd name="connsiteY205" fmla="*/ 354330 h 410051"/>
                <a:gd name="connsiteX206" fmla="*/ 270034 w 537686"/>
                <a:gd name="connsiteY206" fmla="*/ 355283 h 410051"/>
                <a:gd name="connsiteX207" fmla="*/ 282416 w 537686"/>
                <a:gd name="connsiteY207" fmla="*/ 363379 h 410051"/>
                <a:gd name="connsiteX208" fmla="*/ 292418 w 537686"/>
                <a:gd name="connsiteY208" fmla="*/ 368618 h 410051"/>
                <a:gd name="connsiteX209" fmla="*/ 299561 w 537686"/>
                <a:gd name="connsiteY209" fmla="*/ 370046 h 410051"/>
                <a:gd name="connsiteX210" fmla="*/ 307657 w 537686"/>
                <a:gd name="connsiteY210" fmla="*/ 371475 h 410051"/>
                <a:gd name="connsiteX211" fmla="*/ 321945 w 537686"/>
                <a:gd name="connsiteY211" fmla="*/ 371951 h 410051"/>
                <a:gd name="connsiteX212" fmla="*/ 332423 w 537686"/>
                <a:gd name="connsiteY212" fmla="*/ 360997 h 410051"/>
                <a:gd name="connsiteX213" fmla="*/ 336232 w 537686"/>
                <a:gd name="connsiteY213" fmla="*/ 358616 h 410051"/>
                <a:gd name="connsiteX214" fmla="*/ 340995 w 537686"/>
                <a:gd name="connsiteY214" fmla="*/ 356235 h 410051"/>
                <a:gd name="connsiteX215" fmla="*/ 342424 w 537686"/>
                <a:gd name="connsiteY215" fmla="*/ 355759 h 410051"/>
                <a:gd name="connsiteX216" fmla="*/ 350997 w 537686"/>
                <a:gd name="connsiteY216" fmla="*/ 354330 h 410051"/>
                <a:gd name="connsiteX217" fmla="*/ 367665 w 537686"/>
                <a:gd name="connsiteY217" fmla="*/ 352901 h 410051"/>
                <a:gd name="connsiteX218" fmla="*/ 382905 w 537686"/>
                <a:gd name="connsiteY218" fmla="*/ 353378 h 410051"/>
                <a:gd name="connsiteX219" fmla="*/ 385763 w 537686"/>
                <a:gd name="connsiteY219" fmla="*/ 353854 h 410051"/>
                <a:gd name="connsiteX220" fmla="*/ 392430 w 537686"/>
                <a:gd name="connsiteY220" fmla="*/ 355283 h 410051"/>
                <a:gd name="connsiteX221" fmla="*/ 402431 w 537686"/>
                <a:gd name="connsiteY221" fmla="*/ 359093 h 410051"/>
                <a:gd name="connsiteX222" fmla="*/ 406718 w 537686"/>
                <a:gd name="connsiteY222" fmla="*/ 362426 h 410051"/>
                <a:gd name="connsiteX223" fmla="*/ 413861 w 537686"/>
                <a:gd name="connsiteY223" fmla="*/ 362903 h 410051"/>
                <a:gd name="connsiteX224" fmla="*/ 418624 w 537686"/>
                <a:gd name="connsiteY224" fmla="*/ 362426 h 410051"/>
                <a:gd name="connsiteX225" fmla="*/ 420053 w 537686"/>
                <a:gd name="connsiteY225" fmla="*/ 358616 h 410051"/>
                <a:gd name="connsiteX226" fmla="*/ 425291 w 537686"/>
                <a:gd name="connsiteY226" fmla="*/ 354330 h 410051"/>
                <a:gd name="connsiteX227" fmla="*/ 428625 w 537686"/>
                <a:gd name="connsiteY227" fmla="*/ 352425 h 410051"/>
                <a:gd name="connsiteX228" fmla="*/ 432435 w 537686"/>
                <a:gd name="connsiteY228" fmla="*/ 350044 h 410051"/>
                <a:gd name="connsiteX229" fmla="*/ 438626 w 537686"/>
                <a:gd name="connsiteY229" fmla="*/ 347186 h 410051"/>
                <a:gd name="connsiteX230" fmla="*/ 443389 w 537686"/>
                <a:gd name="connsiteY230" fmla="*/ 345758 h 410051"/>
                <a:gd name="connsiteX231" fmla="*/ 447675 w 537686"/>
                <a:gd name="connsiteY231" fmla="*/ 342424 h 410051"/>
                <a:gd name="connsiteX232" fmla="*/ 451485 w 537686"/>
                <a:gd name="connsiteY232" fmla="*/ 341471 h 410051"/>
                <a:gd name="connsiteX233" fmla="*/ 457676 w 537686"/>
                <a:gd name="connsiteY233" fmla="*/ 341471 h 410051"/>
                <a:gd name="connsiteX234" fmla="*/ 453866 w 537686"/>
                <a:gd name="connsiteY234" fmla="*/ 326708 h 410051"/>
                <a:gd name="connsiteX235" fmla="*/ 451961 w 537686"/>
                <a:gd name="connsiteY235" fmla="*/ 318135 h 410051"/>
                <a:gd name="connsiteX236" fmla="*/ 454343 w 537686"/>
                <a:gd name="connsiteY236" fmla="*/ 315754 h 410051"/>
                <a:gd name="connsiteX237" fmla="*/ 458629 w 537686"/>
                <a:gd name="connsiteY237" fmla="*/ 309563 h 410051"/>
                <a:gd name="connsiteX238" fmla="*/ 464344 w 537686"/>
                <a:gd name="connsiteY238" fmla="*/ 298133 h 410051"/>
                <a:gd name="connsiteX239" fmla="*/ 477203 w 537686"/>
                <a:gd name="connsiteY239" fmla="*/ 280511 h 410051"/>
                <a:gd name="connsiteX240" fmla="*/ 483394 w 537686"/>
                <a:gd name="connsiteY240" fmla="*/ 270986 h 410051"/>
                <a:gd name="connsiteX241" fmla="*/ 496253 w 537686"/>
                <a:gd name="connsiteY241" fmla="*/ 257651 h 410051"/>
                <a:gd name="connsiteX242" fmla="*/ 511969 w 537686"/>
                <a:gd name="connsiteY242" fmla="*/ 240506 h 410051"/>
                <a:gd name="connsiteX243" fmla="*/ 521018 w 537686"/>
                <a:gd name="connsiteY243" fmla="*/ 231458 h 410051"/>
                <a:gd name="connsiteX244" fmla="*/ 522447 w 537686"/>
                <a:gd name="connsiteY244" fmla="*/ 213836 h 410051"/>
                <a:gd name="connsiteX245" fmla="*/ 523875 w 537686"/>
                <a:gd name="connsiteY245" fmla="*/ 195739 h 410051"/>
                <a:gd name="connsiteX246" fmla="*/ 525304 w 537686"/>
                <a:gd name="connsiteY246" fmla="*/ 181928 h 410051"/>
                <a:gd name="connsiteX247" fmla="*/ 526732 w 537686"/>
                <a:gd name="connsiteY247" fmla="*/ 165259 h 410051"/>
                <a:gd name="connsiteX248" fmla="*/ 527685 w 537686"/>
                <a:gd name="connsiteY248" fmla="*/ 151447 h 410051"/>
                <a:gd name="connsiteX249" fmla="*/ 528638 w 537686"/>
                <a:gd name="connsiteY249" fmla="*/ 141446 h 410051"/>
                <a:gd name="connsiteX250" fmla="*/ 530067 w 537686"/>
                <a:gd name="connsiteY250" fmla="*/ 127159 h 410051"/>
                <a:gd name="connsiteX251" fmla="*/ 531019 w 537686"/>
                <a:gd name="connsiteY251" fmla="*/ 124301 h 410051"/>
                <a:gd name="connsiteX252" fmla="*/ 537210 w 537686"/>
                <a:gd name="connsiteY252" fmla="*/ 113347 h 410051"/>
                <a:gd name="connsiteX253" fmla="*/ 537686 w 537686"/>
                <a:gd name="connsiteY253" fmla="*/ 111919 h 41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537686" h="410051">
                  <a:moveTo>
                    <a:pt x="536734" y="110014"/>
                  </a:moveTo>
                  <a:lnTo>
                    <a:pt x="527685" y="100489"/>
                  </a:lnTo>
                  <a:lnTo>
                    <a:pt x="524828" y="98108"/>
                  </a:lnTo>
                  <a:lnTo>
                    <a:pt x="523399" y="93345"/>
                  </a:lnTo>
                  <a:lnTo>
                    <a:pt x="525780" y="90488"/>
                  </a:lnTo>
                  <a:lnTo>
                    <a:pt x="514826" y="74295"/>
                  </a:lnTo>
                  <a:lnTo>
                    <a:pt x="512445" y="72390"/>
                  </a:lnTo>
                  <a:lnTo>
                    <a:pt x="511016" y="70485"/>
                  </a:lnTo>
                  <a:lnTo>
                    <a:pt x="511016" y="67628"/>
                  </a:lnTo>
                  <a:lnTo>
                    <a:pt x="511016" y="56197"/>
                  </a:lnTo>
                  <a:lnTo>
                    <a:pt x="508159" y="39053"/>
                  </a:lnTo>
                  <a:lnTo>
                    <a:pt x="504349" y="18574"/>
                  </a:lnTo>
                  <a:lnTo>
                    <a:pt x="504349" y="18574"/>
                  </a:lnTo>
                  <a:lnTo>
                    <a:pt x="489585" y="26194"/>
                  </a:lnTo>
                  <a:lnTo>
                    <a:pt x="478631" y="31909"/>
                  </a:lnTo>
                  <a:lnTo>
                    <a:pt x="478155" y="31909"/>
                  </a:lnTo>
                  <a:lnTo>
                    <a:pt x="477679" y="31433"/>
                  </a:lnTo>
                  <a:lnTo>
                    <a:pt x="466249" y="21908"/>
                  </a:lnTo>
                  <a:lnTo>
                    <a:pt x="457200" y="14288"/>
                  </a:lnTo>
                  <a:lnTo>
                    <a:pt x="453390" y="11906"/>
                  </a:lnTo>
                  <a:lnTo>
                    <a:pt x="436245" y="8096"/>
                  </a:lnTo>
                  <a:lnTo>
                    <a:pt x="419576" y="4286"/>
                  </a:lnTo>
                  <a:lnTo>
                    <a:pt x="401955" y="0"/>
                  </a:lnTo>
                  <a:lnTo>
                    <a:pt x="384334" y="10954"/>
                  </a:lnTo>
                  <a:lnTo>
                    <a:pt x="366713" y="21431"/>
                  </a:lnTo>
                  <a:lnTo>
                    <a:pt x="349091" y="32385"/>
                  </a:lnTo>
                  <a:lnTo>
                    <a:pt x="331470" y="43339"/>
                  </a:lnTo>
                  <a:lnTo>
                    <a:pt x="313849" y="53816"/>
                  </a:lnTo>
                  <a:lnTo>
                    <a:pt x="296228" y="64770"/>
                  </a:lnTo>
                  <a:lnTo>
                    <a:pt x="278606" y="75247"/>
                  </a:lnTo>
                  <a:lnTo>
                    <a:pt x="260985" y="86201"/>
                  </a:lnTo>
                  <a:lnTo>
                    <a:pt x="249079" y="93345"/>
                  </a:lnTo>
                  <a:lnTo>
                    <a:pt x="241935" y="99536"/>
                  </a:lnTo>
                  <a:lnTo>
                    <a:pt x="232410" y="107156"/>
                  </a:lnTo>
                  <a:lnTo>
                    <a:pt x="223361" y="115253"/>
                  </a:lnTo>
                  <a:lnTo>
                    <a:pt x="216694" y="121444"/>
                  </a:lnTo>
                  <a:lnTo>
                    <a:pt x="207645" y="129064"/>
                  </a:lnTo>
                  <a:lnTo>
                    <a:pt x="203359" y="133350"/>
                  </a:lnTo>
                  <a:lnTo>
                    <a:pt x="193357" y="141922"/>
                  </a:lnTo>
                  <a:lnTo>
                    <a:pt x="190024" y="143828"/>
                  </a:lnTo>
                  <a:lnTo>
                    <a:pt x="176689" y="146209"/>
                  </a:lnTo>
                  <a:lnTo>
                    <a:pt x="164782" y="148590"/>
                  </a:lnTo>
                  <a:lnTo>
                    <a:pt x="153353" y="150971"/>
                  </a:lnTo>
                  <a:lnTo>
                    <a:pt x="145732" y="152400"/>
                  </a:lnTo>
                  <a:lnTo>
                    <a:pt x="138589" y="153829"/>
                  </a:lnTo>
                  <a:lnTo>
                    <a:pt x="138589" y="160020"/>
                  </a:lnTo>
                  <a:lnTo>
                    <a:pt x="138589" y="169069"/>
                  </a:lnTo>
                  <a:lnTo>
                    <a:pt x="138589" y="179070"/>
                  </a:lnTo>
                  <a:lnTo>
                    <a:pt x="138589" y="188595"/>
                  </a:lnTo>
                  <a:lnTo>
                    <a:pt x="138589" y="199549"/>
                  </a:lnTo>
                  <a:lnTo>
                    <a:pt x="138589" y="208121"/>
                  </a:lnTo>
                  <a:lnTo>
                    <a:pt x="138589" y="218122"/>
                  </a:lnTo>
                  <a:lnTo>
                    <a:pt x="138589" y="228124"/>
                  </a:lnTo>
                  <a:lnTo>
                    <a:pt x="137636" y="229553"/>
                  </a:lnTo>
                  <a:lnTo>
                    <a:pt x="137160" y="235268"/>
                  </a:lnTo>
                  <a:lnTo>
                    <a:pt x="136684" y="242411"/>
                  </a:lnTo>
                  <a:lnTo>
                    <a:pt x="134779" y="250031"/>
                  </a:lnTo>
                  <a:lnTo>
                    <a:pt x="130969" y="255746"/>
                  </a:lnTo>
                  <a:lnTo>
                    <a:pt x="130016" y="261461"/>
                  </a:lnTo>
                  <a:lnTo>
                    <a:pt x="129064" y="264319"/>
                  </a:lnTo>
                  <a:lnTo>
                    <a:pt x="127635" y="266224"/>
                  </a:lnTo>
                  <a:lnTo>
                    <a:pt x="127159" y="268129"/>
                  </a:lnTo>
                  <a:lnTo>
                    <a:pt x="126682" y="270986"/>
                  </a:lnTo>
                  <a:lnTo>
                    <a:pt x="125254" y="272891"/>
                  </a:lnTo>
                  <a:lnTo>
                    <a:pt x="124301" y="273844"/>
                  </a:lnTo>
                  <a:lnTo>
                    <a:pt x="120968" y="274796"/>
                  </a:lnTo>
                  <a:lnTo>
                    <a:pt x="114300" y="280511"/>
                  </a:lnTo>
                  <a:lnTo>
                    <a:pt x="113824" y="284797"/>
                  </a:lnTo>
                  <a:lnTo>
                    <a:pt x="106680" y="283369"/>
                  </a:lnTo>
                  <a:lnTo>
                    <a:pt x="98584" y="282416"/>
                  </a:lnTo>
                  <a:lnTo>
                    <a:pt x="97631" y="282416"/>
                  </a:lnTo>
                  <a:lnTo>
                    <a:pt x="97155" y="282893"/>
                  </a:lnTo>
                  <a:lnTo>
                    <a:pt x="96679" y="285274"/>
                  </a:lnTo>
                  <a:lnTo>
                    <a:pt x="86201" y="285750"/>
                  </a:lnTo>
                  <a:lnTo>
                    <a:pt x="77153" y="285750"/>
                  </a:lnTo>
                  <a:lnTo>
                    <a:pt x="65723" y="286226"/>
                  </a:lnTo>
                  <a:lnTo>
                    <a:pt x="57626" y="286703"/>
                  </a:lnTo>
                  <a:lnTo>
                    <a:pt x="48101" y="287179"/>
                  </a:lnTo>
                  <a:lnTo>
                    <a:pt x="39053" y="287655"/>
                  </a:lnTo>
                  <a:lnTo>
                    <a:pt x="32861" y="292418"/>
                  </a:lnTo>
                  <a:lnTo>
                    <a:pt x="27147" y="297180"/>
                  </a:lnTo>
                  <a:lnTo>
                    <a:pt x="26670" y="297656"/>
                  </a:lnTo>
                  <a:lnTo>
                    <a:pt x="19050" y="298609"/>
                  </a:lnTo>
                  <a:lnTo>
                    <a:pt x="9525" y="297656"/>
                  </a:lnTo>
                  <a:lnTo>
                    <a:pt x="4286" y="297656"/>
                  </a:lnTo>
                  <a:lnTo>
                    <a:pt x="2381" y="298133"/>
                  </a:lnTo>
                  <a:lnTo>
                    <a:pt x="1905" y="300038"/>
                  </a:lnTo>
                  <a:lnTo>
                    <a:pt x="1429" y="301466"/>
                  </a:lnTo>
                  <a:lnTo>
                    <a:pt x="1429" y="304324"/>
                  </a:lnTo>
                  <a:lnTo>
                    <a:pt x="953" y="309086"/>
                  </a:lnTo>
                  <a:lnTo>
                    <a:pt x="0" y="314325"/>
                  </a:lnTo>
                  <a:lnTo>
                    <a:pt x="3334" y="317659"/>
                  </a:lnTo>
                  <a:lnTo>
                    <a:pt x="6668" y="321469"/>
                  </a:lnTo>
                  <a:lnTo>
                    <a:pt x="7620" y="322897"/>
                  </a:lnTo>
                  <a:lnTo>
                    <a:pt x="6668" y="326708"/>
                  </a:lnTo>
                  <a:lnTo>
                    <a:pt x="7144" y="328613"/>
                  </a:lnTo>
                  <a:lnTo>
                    <a:pt x="9049" y="332422"/>
                  </a:lnTo>
                  <a:lnTo>
                    <a:pt x="12382" y="336709"/>
                  </a:lnTo>
                  <a:lnTo>
                    <a:pt x="15716" y="341471"/>
                  </a:lnTo>
                  <a:lnTo>
                    <a:pt x="18098" y="341947"/>
                  </a:lnTo>
                  <a:lnTo>
                    <a:pt x="20003" y="342424"/>
                  </a:lnTo>
                  <a:lnTo>
                    <a:pt x="21431" y="343376"/>
                  </a:lnTo>
                  <a:lnTo>
                    <a:pt x="23336" y="343853"/>
                  </a:lnTo>
                  <a:lnTo>
                    <a:pt x="25241" y="344329"/>
                  </a:lnTo>
                  <a:lnTo>
                    <a:pt x="26670" y="345758"/>
                  </a:lnTo>
                  <a:lnTo>
                    <a:pt x="28099" y="346710"/>
                  </a:lnTo>
                  <a:lnTo>
                    <a:pt x="29051" y="349568"/>
                  </a:lnTo>
                  <a:lnTo>
                    <a:pt x="32861" y="351472"/>
                  </a:lnTo>
                  <a:lnTo>
                    <a:pt x="35243" y="353378"/>
                  </a:lnTo>
                  <a:lnTo>
                    <a:pt x="34290" y="354330"/>
                  </a:lnTo>
                  <a:lnTo>
                    <a:pt x="31432" y="353854"/>
                  </a:lnTo>
                  <a:lnTo>
                    <a:pt x="28099" y="352901"/>
                  </a:lnTo>
                  <a:lnTo>
                    <a:pt x="27623" y="354330"/>
                  </a:lnTo>
                  <a:lnTo>
                    <a:pt x="27623" y="359569"/>
                  </a:lnTo>
                  <a:lnTo>
                    <a:pt x="28099" y="363855"/>
                  </a:lnTo>
                  <a:lnTo>
                    <a:pt x="29051" y="364808"/>
                  </a:lnTo>
                  <a:lnTo>
                    <a:pt x="31909" y="365284"/>
                  </a:lnTo>
                  <a:lnTo>
                    <a:pt x="39053" y="370999"/>
                  </a:lnTo>
                  <a:lnTo>
                    <a:pt x="45720" y="376238"/>
                  </a:lnTo>
                  <a:lnTo>
                    <a:pt x="47625" y="377666"/>
                  </a:lnTo>
                  <a:lnTo>
                    <a:pt x="51435" y="378619"/>
                  </a:lnTo>
                  <a:lnTo>
                    <a:pt x="55722" y="378619"/>
                  </a:lnTo>
                  <a:lnTo>
                    <a:pt x="57150" y="378143"/>
                  </a:lnTo>
                  <a:lnTo>
                    <a:pt x="60960" y="375285"/>
                  </a:lnTo>
                  <a:lnTo>
                    <a:pt x="63341" y="375285"/>
                  </a:lnTo>
                  <a:lnTo>
                    <a:pt x="65247" y="375285"/>
                  </a:lnTo>
                  <a:lnTo>
                    <a:pt x="66199" y="375761"/>
                  </a:lnTo>
                  <a:lnTo>
                    <a:pt x="68104" y="377666"/>
                  </a:lnTo>
                  <a:lnTo>
                    <a:pt x="70009" y="381000"/>
                  </a:lnTo>
                  <a:lnTo>
                    <a:pt x="70485" y="383858"/>
                  </a:lnTo>
                  <a:lnTo>
                    <a:pt x="70009" y="384810"/>
                  </a:lnTo>
                  <a:lnTo>
                    <a:pt x="69532" y="385286"/>
                  </a:lnTo>
                  <a:lnTo>
                    <a:pt x="66199" y="386239"/>
                  </a:lnTo>
                  <a:lnTo>
                    <a:pt x="64770" y="386715"/>
                  </a:lnTo>
                  <a:lnTo>
                    <a:pt x="64770" y="387191"/>
                  </a:lnTo>
                  <a:lnTo>
                    <a:pt x="65247" y="389096"/>
                  </a:lnTo>
                  <a:lnTo>
                    <a:pt x="65723" y="390049"/>
                  </a:lnTo>
                  <a:lnTo>
                    <a:pt x="69056" y="394811"/>
                  </a:lnTo>
                  <a:lnTo>
                    <a:pt x="74295" y="401479"/>
                  </a:lnTo>
                  <a:lnTo>
                    <a:pt x="75724" y="402908"/>
                  </a:lnTo>
                  <a:lnTo>
                    <a:pt x="76676" y="399574"/>
                  </a:lnTo>
                  <a:lnTo>
                    <a:pt x="74772" y="392906"/>
                  </a:lnTo>
                  <a:lnTo>
                    <a:pt x="75248" y="391954"/>
                  </a:lnTo>
                  <a:lnTo>
                    <a:pt x="78581" y="390525"/>
                  </a:lnTo>
                  <a:lnTo>
                    <a:pt x="82868" y="389572"/>
                  </a:lnTo>
                  <a:lnTo>
                    <a:pt x="84773" y="389572"/>
                  </a:lnTo>
                  <a:lnTo>
                    <a:pt x="85725" y="388620"/>
                  </a:lnTo>
                  <a:lnTo>
                    <a:pt x="87630" y="387668"/>
                  </a:lnTo>
                  <a:lnTo>
                    <a:pt x="90011" y="386239"/>
                  </a:lnTo>
                  <a:lnTo>
                    <a:pt x="91440" y="386715"/>
                  </a:lnTo>
                  <a:lnTo>
                    <a:pt x="92393" y="387191"/>
                  </a:lnTo>
                  <a:lnTo>
                    <a:pt x="101918" y="395288"/>
                  </a:lnTo>
                  <a:lnTo>
                    <a:pt x="105728" y="399574"/>
                  </a:lnTo>
                  <a:lnTo>
                    <a:pt x="106680" y="401955"/>
                  </a:lnTo>
                  <a:lnTo>
                    <a:pt x="109061" y="403384"/>
                  </a:lnTo>
                  <a:lnTo>
                    <a:pt x="111919" y="404336"/>
                  </a:lnTo>
                  <a:lnTo>
                    <a:pt x="114776" y="406718"/>
                  </a:lnTo>
                  <a:lnTo>
                    <a:pt x="117157" y="410051"/>
                  </a:lnTo>
                  <a:lnTo>
                    <a:pt x="119063" y="408622"/>
                  </a:lnTo>
                  <a:lnTo>
                    <a:pt x="119063" y="407670"/>
                  </a:lnTo>
                  <a:lnTo>
                    <a:pt x="118586" y="406241"/>
                  </a:lnTo>
                  <a:lnTo>
                    <a:pt x="117634" y="405289"/>
                  </a:lnTo>
                  <a:lnTo>
                    <a:pt x="117634" y="403384"/>
                  </a:lnTo>
                  <a:lnTo>
                    <a:pt x="117634" y="401955"/>
                  </a:lnTo>
                  <a:lnTo>
                    <a:pt x="118586" y="400526"/>
                  </a:lnTo>
                  <a:lnTo>
                    <a:pt x="118110" y="397193"/>
                  </a:lnTo>
                  <a:lnTo>
                    <a:pt x="118110" y="392430"/>
                  </a:lnTo>
                  <a:lnTo>
                    <a:pt x="118586" y="385763"/>
                  </a:lnTo>
                  <a:lnTo>
                    <a:pt x="118586" y="381476"/>
                  </a:lnTo>
                  <a:lnTo>
                    <a:pt x="122873" y="378143"/>
                  </a:lnTo>
                  <a:lnTo>
                    <a:pt x="129064" y="372904"/>
                  </a:lnTo>
                  <a:lnTo>
                    <a:pt x="131922" y="367665"/>
                  </a:lnTo>
                  <a:lnTo>
                    <a:pt x="133826" y="363379"/>
                  </a:lnTo>
                  <a:lnTo>
                    <a:pt x="135731" y="349568"/>
                  </a:lnTo>
                  <a:lnTo>
                    <a:pt x="137160" y="349091"/>
                  </a:lnTo>
                  <a:lnTo>
                    <a:pt x="139065" y="348139"/>
                  </a:lnTo>
                  <a:lnTo>
                    <a:pt x="145256" y="343376"/>
                  </a:lnTo>
                  <a:lnTo>
                    <a:pt x="149543" y="341471"/>
                  </a:lnTo>
                  <a:lnTo>
                    <a:pt x="153353" y="340519"/>
                  </a:lnTo>
                  <a:lnTo>
                    <a:pt x="158591" y="339566"/>
                  </a:lnTo>
                  <a:lnTo>
                    <a:pt x="161925" y="340043"/>
                  </a:lnTo>
                  <a:lnTo>
                    <a:pt x="168116" y="340043"/>
                  </a:lnTo>
                  <a:lnTo>
                    <a:pt x="172879" y="339566"/>
                  </a:lnTo>
                  <a:lnTo>
                    <a:pt x="177165" y="336709"/>
                  </a:lnTo>
                  <a:lnTo>
                    <a:pt x="179070" y="336233"/>
                  </a:lnTo>
                  <a:lnTo>
                    <a:pt x="181451" y="335756"/>
                  </a:lnTo>
                  <a:lnTo>
                    <a:pt x="193357" y="339090"/>
                  </a:lnTo>
                  <a:lnTo>
                    <a:pt x="204788" y="342900"/>
                  </a:lnTo>
                  <a:lnTo>
                    <a:pt x="207169" y="342424"/>
                  </a:lnTo>
                  <a:lnTo>
                    <a:pt x="209074" y="342900"/>
                  </a:lnTo>
                  <a:lnTo>
                    <a:pt x="211931" y="344805"/>
                  </a:lnTo>
                  <a:lnTo>
                    <a:pt x="216218" y="348615"/>
                  </a:lnTo>
                  <a:lnTo>
                    <a:pt x="218599" y="351472"/>
                  </a:lnTo>
                  <a:lnTo>
                    <a:pt x="220028" y="352901"/>
                  </a:lnTo>
                  <a:lnTo>
                    <a:pt x="226219" y="361950"/>
                  </a:lnTo>
                  <a:lnTo>
                    <a:pt x="228124" y="363855"/>
                  </a:lnTo>
                  <a:lnTo>
                    <a:pt x="230505" y="365284"/>
                  </a:lnTo>
                  <a:lnTo>
                    <a:pt x="232886" y="365760"/>
                  </a:lnTo>
                  <a:lnTo>
                    <a:pt x="234791" y="365284"/>
                  </a:lnTo>
                  <a:lnTo>
                    <a:pt x="236220" y="364331"/>
                  </a:lnTo>
                  <a:lnTo>
                    <a:pt x="238601" y="362426"/>
                  </a:lnTo>
                  <a:lnTo>
                    <a:pt x="241935" y="361474"/>
                  </a:lnTo>
                  <a:lnTo>
                    <a:pt x="244793" y="361950"/>
                  </a:lnTo>
                  <a:lnTo>
                    <a:pt x="259556" y="353854"/>
                  </a:lnTo>
                  <a:lnTo>
                    <a:pt x="260985" y="353854"/>
                  </a:lnTo>
                  <a:lnTo>
                    <a:pt x="265272" y="354330"/>
                  </a:lnTo>
                  <a:lnTo>
                    <a:pt x="270034" y="355283"/>
                  </a:lnTo>
                  <a:lnTo>
                    <a:pt x="282416" y="363379"/>
                  </a:lnTo>
                  <a:lnTo>
                    <a:pt x="292418" y="368618"/>
                  </a:lnTo>
                  <a:lnTo>
                    <a:pt x="299561" y="370046"/>
                  </a:lnTo>
                  <a:lnTo>
                    <a:pt x="307657" y="371475"/>
                  </a:lnTo>
                  <a:lnTo>
                    <a:pt x="321945" y="371951"/>
                  </a:lnTo>
                  <a:lnTo>
                    <a:pt x="332423" y="360997"/>
                  </a:lnTo>
                  <a:lnTo>
                    <a:pt x="336232" y="358616"/>
                  </a:lnTo>
                  <a:lnTo>
                    <a:pt x="340995" y="356235"/>
                  </a:lnTo>
                  <a:lnTo>
                    <a:pt x="342424" y="355759"/>
                  </a:lnTo>
                  <a:lnTo>
                    <a:pt x="350997" y="354330"/>
                  </a:lnTo>
                  <a:lnTo>
                    <a:pt x="367665" y="352901"/>
                  </a:lnTo>
                  <a:lnTo>
                    <a:pt x="382905" y="353378"/>
                  </a:lnTo>
                  <a:lnTo>
                    <a:pt x="385763" y="353854"/>
                  </a:lnTo>
                  <a:lnTo>
                    <a:pt x="392430" y="355283"/>
                  </a:lnTo>
                  <a:lnTo>
                    <a:pt x="402431" y="359093"/>
                  </a:lnTo>
                  <a:lnTo>
                    <a:pt x="406718" y="362426"/>
                  </a:lnTo>
                  <a:lnTo>
                    <a:pt x="413861" y="362903"/>
                  </a:lnTo>
                  <a:lnTo>
                    <a:pt x="418624" y="362426"/>
                  </a:lnTo>
                  <a:lnTo>
                    <a:pt x="420053" y="358616"/>
                  </a:lnTo>
                  <a:lnTo>
                    <a:pt x="425291" y="354330"/>
                  </a:lnTo>
                  <a:lnTo>
                    <a:pt x="428625" y="352425"/>
                  </a:lnTo>
                  <a:lnTo>
                    <a:pt x="432435" y="350044"/>
                  </a:lnTo>
                  <a:lnTo>
                    <a:pt x="438626" y="347186"/>
                  </a:lnTo>
                  <a:lnTo>
                    <a:pt x="443389" y="345758"/>
                  </a:lnTo>
                  <a:lnTo>
                    <a:pt x="447675" y="342424"/>
                  </a:lnTo>
                  <a:lnTo>
                    <a:pt x="451485" y="341471"/>
                  </a:lnTo>
                  <a:lnTo>
                    <a:pt x="457676" y="341471"/>
                  </a:lnTo>
                  <a:lnTo>
                    <a:pt x="453866" y="326708"/>
                  </a:lnTo>
                  <a:lnTo>
                    <a:pt x="451961" y="318135"/>
                  </a:lnTo>
                  <a:lnTo>
                    <a:pt x="454343" y="315754"/>
                  </a:lnTo>
                  <a:lnTo>
                    <a:pt x="458629" y="309563"/>
                  </a:lnTo>
                  <a:lnTo>
                    <a:pt x="464344" y="298133"/>
                  </a:lnTo>
                  <a:lnTo>
                    <a:pt x="477203" y="280511"/>
                  </a:lnTo>
                  <a:lnTo>
                    <a:pt x="483394" y="270986"/>
                  </a:lnTo>
                  <a:lnTo>
                    <a:pt x="496253" y="257651"/>
                  </a:lnTo>
                  <a:lnTo>
                    <a:pt x="511969" y="240506"/>
                  </a:lnTo>
                  <a:lnTo>
                    <a:pt x="521018" y="231458"/>
                  </a:lnTo>
                  <a:lnTo>
                    <a:pt x="522447" y="213836"/>
                  </a:lnTo>
                  <a:lnTo>
                    <a:pt x="523875" y="195739"/>
                  </a:lnTo>
                  <a:lnTo>
                    <a:pt x="525304" y="181928"/>
                  </a:lnTo>
                  <a:lnTo>
                    <a:pt x="526732" y="165259"/>
                  </a:lnTo>
                  <a:lnTo>
                    <a:pt x="527685" y="151447"/>
                  </a:lnTo>
                  <a:lnTo>
                    <a:pt x="528638" y="141446"/>
                  </a:lnTo>
                  <a:lnTo>
                    <a:pt x="530067" y="127159"/>
                  </a:lnTo>
                  <a:lnTo>
                    <a:pt x="531019" y="124301"/>
                  </a:lnTo>
                  <a:lnTo>
                    <a:pt x="537210" y="113347"/>
                  </a:lnTo>
                  <a:lnTo>
                    <a:pt x="537686" y="111919"/>
                  </a:lnTo>
                  <a:close/>
                </a:path>
              </a:pathLst>
            </a:custGeom>
            <a:grpFill/>
            <a:ln w="317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2F3E8D5E-37CE-4BC6-A255-06701BC11A57}"/>
                </a:ext>
              </a:extLst>
            </p:cNvPr>
            <p:cNvSpPr/>
            <p:nvPr/>
          </p:nvSpPr>
          <p:spPr>
            <a:xfrm>
              <a:off x="11299983" y="4983479"/>
              <a:ext cx="100489" cy="78581"/>
            </a:xfrm>
            <a:custGeom>
              <a:avLst/>
              <a:gdLst>
                <a:gd name="connsiteX0" fmla="*/ 95250 w 100489"/>
                <a:gd name="connsiteY0" fmla="*/ 66675 h 78581"/>
                <a:gd name="connsiteX1" fmla="*/ 90964 w 100489"/>
                <a:gd name="connsiteY1" fmla="*/ 64294 h 78581"/>
                <a:gd name="connsiteX2" fmla="*/ 87631 w 100489"/>
                <a:gd name="connsiteY2" fmla="*/ 61436 h 78581"/>
                <a:gd name="connsiteX3" fmla="*/ 84296 w 100489"/>
                <a:gd name="connsiteY3" fmla="*/ 58102 h 78581"/>
                <a:gd name="connsiteX4" fmla="*/ 77629 w 100489"/>
                <a:gd name="connsiteY4" fmla="*/ 52864 h 78581"/>
                <a:gd name="connsiteX5" fmla="*/ 69056 w 100489"/>
                <a:gd name="connsiteY5" fmla="*/ 47625 h 78581"/>
                <a:gd name="connsiteX6" fmla="*/ 65246 w 100489"/>
                <a:gd name="connsiteY6" fmla="*/ 46196 h 78581"/>
                <a:gd name="connsiteX7" fmla="*/ 62865 w 100489"/>
                <a:gd name="connsiteY7" fmla="*/ 44291 h 78581"/>
                <a:gd name="connsiteX8" fmla="*/ 60960 w 100489"/>
                <a:gd name="connsiteY8" fmla="*/ 43339 h 78581"/>
                <a:gd name="connsiteX9" fmla="*/ 59531 w 100489"/>
                <a:gd name="connsiteY9" fmla="*/ 41434 h 78581"/>
                <a:gd name="connsiteX10" fmla="*/ 55721 w 100489"/>
                <a:gd name="connsiteY10" fmla="*/ 40005 h 78581"/>
                <a:gd name="connsiteX11" fmla="*/ 52864 w 100489"/>
                <a:gd name="connsiteY11" fmla="*/ 37147 h 78581"/>
                <a:gd name="connsiteX12" fmla="*/ 48102 w 100489"/>
                <a:gd name="connsiteY12" fmla="*/ 33814 h 78581"/>
                <a:gd name="connsiteX13" fmla="*/ 47149 w 100489"/>
                <a:gd name="connsiteY13" fmla="*/ 32385 h 78581"/>
                <a:gd name="connsiteX14" fmla="*/ 46673 w 100489"/>
                <a:gd name="connsiteY14" fmla="*/ 30004 h 78581"/>
                <a:gd name="connsiteX15" fmla="*/ 45720 w 100489"/>
                <a:gd name="connsiteY15" fmla="*/ 28575 h 78581"/>
                <a:gd name="connsiteX16" fmla="*/ 43339 w 100489"/>
                <a:gd name="connsiteY16" fmla="*/ 26670 h 78581"/>
                <a:gd name="connsiteX17" fmla="*/ 41434 w 100489"/>
                <a:gd name="connsiteY17" fmla="*/ 24289 h 78581"/>
                <a:gd name="connsiteX18" fmla="*/ 39529 w 100489"/>
                <a:gd name="connsiteY18" fmla="*/ 22384 h 78581"/>
                <a:gd name="connsiteX19" fmla="*/ 36671 w 100489"/>
                <a:gd name="connsiteY19" fmla="*/ 21431 h 78581"/>
                <a:gd name="connsiteX20" fmla="*/ 31909 w 100489"/>
                <a:gd name="connsiteY20" fmla="*/ 19050 h 78581"/>
                <a:gd name="connsiteX21" fmla="*/ 18574 w 100489"/>
                <a:gd name="connsiteY21" fmla="*/ 8572 h 78581"/>
                <a:gd name="connsiteX22" fmla="*/ 13335 w 100489"/>
                <a:gd name="connsiteY22" fmla="*/ 5239 h 78581"/>
                <a:gd name="connsiteX23" fmla="*/ 9049 w 100489"/>
                <a:gd name="connsiteY23" fmla="*/ 6191 h 78581"/>
                <a:gd name="connsiteX24" fmla="*/ 5239 w 100489"/>
                <a:gd name="connsiteY24" fmla="*/ 3810 h 78581"/>
                <a:gd name="connsiteX25" fmla="*/ 477 w 100489"/>
                <a:gd name="connsiteY25" fmla="*/ 0 h 78581"/>
                <a:gd name="connsiteX26" fmla="*/ 0 w 100489"/>
                <a:gd name="connsiteY26" fmla="*/ 952 h 78581"/>
                <a:gd name="connsiteX27" fmla="*/ 0 w 100489"/>
                <a:gd name="connsiteY27" fmla="*/ 2857 h 78581"/>
                <a:gd name="connsiteX28" fmla="*/ 952 w 100489"/>
                <a:gd name="connsiteY28" fmla="*/ 4286 h 78581"/>
                <a:gd name="connsiteX29" fmla="*/ 2858 w 100489"/>
                <a:gd name="connsiteY29" fmla="*/ 5239 h 78581"/>
                <a:gd name="connsiteX30" fmla="*/ 3810 w 100489"/>
                <a:gd name="connsiteY30" fmla="*/ 6667 h 78581"/>
                <a:gd name="connsiteX31" fmla="*/ 3810 w 100489"/>
                <a:gd name="connsiteY31" fmla="*/ 9049 h 78581"/>
                <a:gd name="connsiteX32" fmla="*/ 4287 w 100489"/>
                <a:gd name="connsiteY32" fmla="*/ 11430 h 78581"/>
                <a:gd name="connsiteX33" fmla="*/ 9049 w 100489"/>
                <a:gd name="connsiteY33" fmla="*/ 16669 h 78581"/>
                <a:gd name="connsiteX34" fmla="*/ 10954 w 100489"/>
                <a:gd name="connsiteY34" fmla="*/ 20479 h 78581"/>
                <a:gd name="connsiteX35" fmla="*/ 13812 w 100489"/>
                <a:gd name="connsiteY35" fmla="*/ 23813 h 78581"/>
                <a:gd name="connsiteX36" fmla="*/ 17145 w 100489"/>
                <a:gd name="connsiteY36" fmla="*/ 26670 h 78581"/>
                <a:gd name="connsiteX37" fmla="*/ 20479 w 100489"/>
                <a:gd name="connsiteY37" fmla="*/ 29527 h 78581"/>
                <a:gd name="connsiteX38" fmla="*/ 27146 w 100489"/>
                <a:gd name="connsiteY38" fmla="*/ 36671 h 78581"/>
                <a:gd name="connsiteX39" fmla="*/ 29527 w 100489"/>
                <a:gd name="connsiteY39" fmla="*/ 40005 h 78581"/>
                <a:gd name="connsiteX40" fmla="*/ 32385 w 100489"/>
                <a:gd name="connsiteY40" fmla="*/ 41434 h 78581"/>
                <a:gd name="connsiteX41" fmla="*/ 40481 w 100489"/>
                <a:gd name="connsiteY41" fmla="*/ 48577 h 78581"/>
                <a:gd name="connsiteX42" fmla="*/ 43339 w 100489"/>
                <a:gd name="connsiteY42" fmla="*/ 50482 h 78581"/>
                <a:gd name="connsiteX43" fmla="*/ 46673 w 100489"/>
                <a:gd name="connsiteY43" fmla="*/ 51911 h 78581"/>
                <a:gd name="connsiteX44" fmla="*/ 53340 w 100489"/>
                <a:gd name="connsiteY44" fmla="*/ 55721 h 78581"/>
                <a:gd name="connsiteX45" fmla="*/ 57627 w 100489"/>
                <a:gd name="connsiteY45" fmla="*/ 57626 h 78581"/>
                <a:gd name="connsiteX46" fmla="*/ 60484 w 100489"/>
                <a:gd name="connsiteY46" fmla="*/ 60484 h 78581"/>
                <a:gd name="connsiteX47" fmla="*/ 64294 w 100489"/>
                <a:gd name="connsiteY47" fmla="*/ 62389 h 78581"/>
                <a:gd name="connsiteX48" fmla="*/ 70009 w 100489"/>
                <a:gd name="connsiteY48" fmla="*/ 64294 h 78581"/>
                <a:gd name="connsiteX49" fmla="*/ 70962 w 100489"/>
                <a:gd name="connsiteY49" fmla="*/ 65246 h 78581"/>
                <a:gd name="connsiteX50" fmla="*/ 71438 w 100489"/>
                <a:gd name="connsiteY50" fmla="*/ 67151 h 78581"/>
                <a:gd name="connsiteX51" fmla="*/ 72390 w 100489"/>
                <a:gd name="connsiteY51" fmla="*/ 68580 h 78581"/>
                <a:gd name="connsiteX52" fmla="*/ 76200 w 100489"/>
                <a:gd name="connsiteY52" fmla="*/ 70961 h 78581"/>
                <a:gd name="connsiteX53" fmla="*/ 80487 w 100489"/>
                <a:gd name="connsiteY53" fmla="*/ 72390 h 78581"/>
                <a:gd name="connsiteX54" fmla="*/ 81439 w 100489"/>
                <a:gd name="connsiteY54" fmla="*/ 73819 h 78581"/>
                <a:gd name="connsiteX55" fmla="*/ 82391 w 100489"/>
                <a:gd name="connsiteY55" fmla="*/ 74771 h 78581"/>
                <a:gd name="connsiteX56" fmla="*/ 84296 w 100489"/>
                <a:gd name="connsiteY56" fmla="*/ 74295 h 78581"/>
                <a:gd name="connsiteX57" fmla="*/ 85725 w 100489"/>
                <a:gd name="connsiteY57" fmla="*/ 74771 h 78581"/>
                <a:gd name="connsiteX58" fmla="*/ 92869 w 100489"/>
                <a:gd name="connsiteY58" fmla="*/ 78581 h 78581"/>
                <a:gd name="connsiteX59" fmla="*/ 94774 w 100489"/>
                <a:gd name="connsiteY59" fmla="*/ 77629 h 78581"/>
                <a:gd name="connsiteX60" fmla="*/ 97156 w 100489"/>
                <a:gd name="connsiteY60" fmla="*/ 77629 h 78581"/>
                <a:gd name="connsiteX61" fmla="*/ 99537 w 100489"/>
                <a:gd name="connsiteY61" fmla="*/ 76676 h 78581"/>
                <a:gd name="connsiteX62" fmla="*/ 100489 w 100489"/>
                <a:gd name="connsiteY62" fmla="*/ 74295 h 78581"/>
                <a:gd name="connsiteX63" fmla="*/ 98584 w 100489"/>
                <a:gd name="connsiteY63" fmla="*/ 68104 h 78581"/>
                <a:gd name="connsiteX64" fmla="*/ 95250 w 100489"/>
                <a:gd name="connsiteY64" fmla="*/ 66675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0489" h="78581">
                  <a:moveTo>
                    <a:pt x="95250" y="66675"/>
                  </a:moveTo>
                  <a:lnTo>
                    <a:pt x="90964" y="64294"/>
                  </a:lnTo>
                  <a:lnTo>
                    <a:pt x="87631" y="61436"/>
                  </a:lnTo>
                  <a:lnTo>
                    <a:pt x="84296" y="58102"/>
                  </a:lnTo>
                  <a:lnTo>
                    <a:pt x="77629" y="52864"/>
                  </a:lnTo>
                  <a:lnTo>
                    <a:pt x="69056" y="47625"/>
                  </a:lnTo>
                  <a:lnTo>
                    <a:pt x="65246" y="46196"/>
                  </a:lnTo>
                  <a:lnTo>
                    <a:pt x="62865" y="44291"/>
                  </a:lnTo>
                  <a:lnTo>
                    <a:pt x="60960" y="43339"/>
                  </a:lnTo>
                  <a:lnTo>
                    <a:pt x="59531" y="41434"/>
                  </a:lnTo>
                  <a:lnTo>
                    <a:pt x="55721" y="40005"/>
                  </a:lnTo>
                  <a:lnTo>
                    <a:pt x="52864" y="37147"/>
                  </a:lnTo>
                  <a:lnTo>
                    <a:pt x="48102" y="33814"/>
                  </a:lnTo>
                  <a:lnTo>
                    <a:pt x="47149" y="32385"/>
                  </a:lnTo>
                  <a:lnTo>
                    <a:pt x="46673" y="30004"/>
                  </a:lnTo>
                  <a:lnTo>
                    <a:pt x="45720" y="28575"/>
                  </a:lnTo>
                  <a:lnTo>
                    <a:pt x="43339" y="26670"/>
                  </a:lnTo>
                  <a:lnTo>
                    <a:pt x="41434" y="24289"/>
                  </a:lnTo>
                  <a:lnTo>
                    <a:pt x="39529" y="22384"/>
                  </a:lnTo>
                  <a:lnTo>
                    <a:pt x="36671" y="21431"/>
                  </a:lnTo>
                  <a:lnTo>
                    <a:pt x="31909" y="19050"/>
                  </a:lnTo>
                  <a:lnTo>
                    <a:pt x="18574" y="8572"/>
                  </a:lnTo>
                  <a:lnTo>
                    <a:pt x="13335" y="5239"/>
                  </a:lnTo>
                  <a:lnTo>
                    <a:pt x="9049" y="6191"/>
                  </a:lnTo>
                  <a:lnTo>
                    <a:pt x="5239" y="3810"/>
                  </a:lnTo>
                  <a:lnTo>
                    <a:pt x="477" y="0"/>
                  </a:lnTo>
                  <a:lnTo>
                    <a:pt x="0" y="952"/>
                  </a:lnTo>
                  <a:lnTo>
                    <a:pt x="0" y="2857"/>
                  </a:lnTo>
                  <a:lnTo>
                    <a:pt x="952" y="4286"/>
                  </a:lnTo>
                  <a:lnTo>
                    <a:pt x="2858" y="5239"/>
                  </a:lnTo>
                  <a:lnTo>
                    <a:pt x="3810" y="6667"/>
                  </a:lnTo>
                  <a:lnTo>
                    <a:pt x="3810" y="9049"/>
                  </a:lnTo>
                  <a:lnTo>
                    <a:pt x="4287" y="11430"/>
                  </a:lnTo>
                  <a:lnTo>
                    <a:pt x="9049" y="16669"/>
                  </a:lnTo>
                  <a:lnTo>
                    <a:pt x="10954" y="20479"/>
                  </a:lnTo>
                  <a:lnTo>
                    <a:pt x="13812" y="23813"/>
                  </a:lnTo>
                  <a:lnTo>
                    <a:pt x="17145" y="26670"/>
                  </a:lnTo>
                  <a:lnTo>
                    <a:pt x="20479" y="29527"/>
                  </a:lnTo>
                  <a:lnTo>
                    <a:pt x="27146" y="36671"/>
                  </a:lnTo>
                  <a:lnTo>
                    <a:pt x="29527" y="40005"/>
                  </a:lnTo>
                  <a:lnTo>
                    <a:pt x="32385" y="41434"/>
                  </a:lnTo>
                  <a:lnTo>
                    <a:pt x="40481" y="48577"/>
                  </a:lnTo>
                  <a:lnTo>
                    <a:pt x="43339" y="50482"/>
                  </a:lnTo>
                  <a:lnTo>
                    <a:pt x="46673" y="51911"/>
                  </a:lnTo>
                  <a:lnTo>
                    <a:pt x="53340" y="55721"/>
                  </a:lnTo>
                  <a:lnTo>
                    <a:pt x="57627" y="57626"/>
                  </a:lnTo>
                  <a:lnTo>
                    <a:pt x="60484" y="60484"/>
                  </a:lnTo>
                  <a:lnTo>
                    <a:pt x="64294" y="62389"/>
                  </a:lnTo>
                  <a:lnTo>
                    <a:pt x="70009" y="64294"/>
                  </a:lnTo>
                  <a:lnTo>
                    <a:pt x="70962" y="65246"/>
                  </a:lnTo>
                  <a:lnTo>
                    <a:pt x="71438" y="67151"/>
                  </a:lnTo>
                  <a:lnTo>
                    <a:pt x="72390" y="68580"/>
                  </a:lnTo>
                  <a:lnTo>
                    <a:pt x="76200" y="70961"/>
                  </a:lnTo>
                  <a:lnTo>
                    <a:pt x="80487" y="72390"/>
                  </a:lnTo>
                  <a:lnTo>
                    <a:pt x="81439" y="73819"/>
                  </a:lnTo>
                  <a:lnTo>
                    <a:pt x="82391" y="74771"/>
                  </a:lnTo>
                  <a:lnTo>
                    <a:pt x="84296" y="74295"/>
                  </a:lnTo>
                  <a:lnTo>
                    <a:pt x="85725" y="74771"/>
                  </a:lnTo>
                  <a:lnTo>
                    <a:pt x="92869" y="78581"/>
                  </a:lnTo>
                  <a:lnTo>
                    <a:pt x="94774" y="77629"/>
                  </a:lnTo>
                  <a:lnTo>
                    <a:pt x="97156" y="77629"/>
                  </a:lnTo>
                  <a:lnTo>
                    <a:pt x="99537" y="76676"/>
                  </a:lnTo>
                  <a:lnTo>
                    <a:pt x="100489" y="74295"/>
                  </a:lnTo>
                  <a:lnTo>
                    <a:pt x="98584" y="68104"/>
                  </a:lnTo>
                  <a:lnTo>
                    <a:pt x="95250" y="66675"/>
                  </a:lnTo>
                  <a:close/>
                </a:path>
              </a:pathLst>
            </a:custGeom>
            <a:grpFill/>
            <a:ln w="317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05462890-A137-4C95-8FC8-2E11F0D26A4E}"/>
                </a:ext>
              </a:extLst>
            </p:cNvPr>
            <p:cNvSpPr/>
            <p:nvPr/>
          </p:nvSpPr>
          <p:spPr>
            <a:xfrm>
              <a:off x="6747986" y="4651533"/>
              <a:ext cx="360997" cy="571500"/>
            </a:xfrm>
            <a:custGeom>
              <a:avLst/>
              <a:gdLst>
                <a:gd name="connsiteX0" fmla="*/ 360521 w 360997"/>
                <a:gd name="connsiteY0" fmla="*/ 141922 h 571500"/>
                <a:gd name="connsiteX1" fmla="*/ 360521 w 360997"/>
                <a:gd name="connsiteY1" fmla="*/ 139541 h 571500"/>
                <a:gd name="connsiteX2" fmla="*/ 360045 w 360997"/>
                <a:gd name="connsiteY2" fmla="*/ 138589 h 571500"/>
                <a:gd name="connsiteX3" fmla="*/ 360521 w 360997"/>
                <a:gd name="connsiteY3" fmla="*/ 136207 h 571500"/>
                <a:gd name="connsiteX4" fmla="*/ 358616 w 360997"/>
                <a:gd name="connsiteY4" fmla="*/ 134779 h 571500"/>
                <a:gd name="connsiteX5" fmla="*/ 357188 w 360997"/>
                <a:gd name="connsiteY5" fmla="*/ 134779 h 571500"/>
                <a:gd name="connsiteX6" fmla="*/ 354330 w 360997"/>
                <a:gd name="connsiteY6" fmla="*/ 138589 h 571500"/>
                <a:gd name="connsiteX7" fmla="*/ 354330 w 360997"/>
                <a:gd name="connsiteY7" fmla="*/ 135731 h 571500"/>
                <a:gd name="connsiteX8" fmla="*/ 354330 w 360997"/>
                <a:gd name="connsiteY8" fmla="*/ 133826 h 571500"/>
                <a:gd name="connsiteX9" fmla="*/ 356711 w 360997"/>
                <a:gd name="connsiteY9" fmla="*/ 130016 h 571500"/>
                <a:gd name="connsiteX10" fmla="*/ 356711 w 360997"/>
                <a:gd name="connsiteY10" fmla="*/ 127635 h 571500"/>
                <a:gd name="connsiteX11" fmla="*/ 354806 w 360997"/>
                <a:gd name="connsiteY11" fmla="*/ 127159 h 571500"/>
                <a:gd name="connsiteX12" fmla="*/ 352901 w 360997"/>
                <a:gd name="connsiteY12" fmla="*/ 126206 h 571500"/>
                <a:gd name="connsiteX13" fmla="*/ 352901 w 360997"/>
                <a:gd name="connsiteY13" fmla="*/ 124301 h 571500"/>
                <a:gd name="connsiteX14" fmla="*/ 352425 w 360997"/>
                <a:gd name="connsiteY14" fmla="*/ 114776 h 571500"/>
                <a:gd name="connsiteX15" fmla="*/ 351472 w 360997"/>
                <a:gd name="connsiteY15" fmla="*/ 107156 h 571500"/>
                <a:gd name="connsiteX16" fmla="*/ 351472 w 360997"/>
                <a:gd name="connsiteY16" fmla="*/ 104299 h 571500"/>
                <a:gd name="connsiteX17" fmla="*/ 350996 w 360997"/>
                <a:gd name="connsiteY17" fmla="*/ 101917 h 571500"/>
                <a:gd name="connsiteX18" fmla="*/ 352425 w 360997"/>
                <a:gd name="connsiteY18" fmla="*/ 99060 h 571500"/>
                <a:gd name="connsiteX19" fmla="*/ 351472 w 360997"/>
                <a:gd name="connsiteY19" fmla="*/ 96203 h 571500"/>
                <a:gd name="connsiteX20" fmla="*/ 351949 w 360997"/>
                <a:gd name="connsiteY20" fmla="*/ 93821 h 571500"/>
                <a:gd name="connsiteX21" fmla="*/ 351472 w 360997"/>
                <a:gd name="connsiteY21" fmla="*/ 90011 h 571500"/>
                <a:gd name="connsiteX22" fmla="*/ 351949 w 360997"/>
                <a:gd name="connsiteY22" fmla="*/ 88106 h 571500"/>
                <a:gd name="connsiteX23" fmla="*/ 351949 w 360997"/>
                <a:gd name="connsiteY23" fmla="*/ 85725 h 571500"/>
                <a:gd name="connsiteX24" fmla="*/ 347186 w 360997"/>
                <a:gd name="connsiteY24" fmla="*/ 85725 h 571500"/>
                <a:gd name="connsiteX25" fmla="*/ 347186 w 360997"/>
                <a:gd name="connsiteY25" fmla="*/ 83820 h 571500"/>
                <a:gd name="connsiteX26" fmla="*/ 347663 w 360997"/>
                <a:gd name="connsiteY26" fmla="*/ 82867 h 571500"/>
                <a:gd name="connsiteX27" fmla="*/ 351472 w 360997"/>
                <a:gd name="connsiteY27" fmla="*/ 80010 h 571500"/>
                <a:gd name="connsiteX28" fmla="*/ 351949 w 360997"/>
                <a:gd name="connsiteY28" fmla="*/ 77629 h 571500"/>
                <a:gd name="connsiteX29" fmla="*/ 352425 w 360997"/>
                <a:gd name="connsiteY29" fmla="*/ 73819 h 571500"/>
                <a:gd name="connsiteX30" fmla="*/ 350996 w 360997"/>
                <a:gd name="connsiteY30" fmla="*/ 70009 h 571500"/>
                <a:gd name="connsiteX31" fmla="*/ 349091 w 360997"/>
                <a:gd name="connsiteY31" fmla="*/ 68580 h 571500"/>
                <a:gd name="connsiteX32" fmla="*/ 350044 w 360997"/>
                <a:gd name="connsiteY32" fmla="*/ 65246 h 571500"/>
                <a:gd name="connsiteX33" fmla="*/ 349568 w 360997"/>
                <a:gd name="connsiteY33" fmla="*/ 62865 h 571500"/>
                <a:gd name="connsiteX34" fmla="*/ 349568 w 360997"/>
                <a:gd name="connsiteY34" fmla="*/ 56197 h 571500"/>
                <a:gd name="connsiteX35" fmla="*/ 350520 w 360997"/>
                <a:gd name="connsiteY35" fmla="*/ 51911 h 571500"/>
                <a:gd name="connsiteX36" fmla="*/ 350044 w 360997"/>
                <a:gd name="connsiteY36" fmla="*/ 50006 h 571500"/>
                <a:gd name="connsiteX37" fmla="*/ 349091 w 360997"/>
                <a:gd name="connsiteY37" fmla="*/ 46672 h 571500"/>
                <a:gd name="connsiteX38" fmla="*/ 347186 w 360997"/>
                <a:gd name="connsiteY38" fmla="*/ 40481 h 571500"/>
                <a:gd name="connsiteX39" fmla="*/ 348139 w 360997"/>
                <a:gd name="connsiteY39" fmla="*/ 33338 h 571500"/>
                <a:gd name="connsiteX40" fmla="*/ 346234 w 360997"/>
                <a:gd name="connsiteY40" fmla="*/ 29051 h 571500"/>
                <a:gd name="connsiteX41" fmla="*/ 346710 w 360997"/>
                <a:gd name="connsiteY41" fmla="*/ 27146 h 571500"/>
                <a:gd name="connsiteX42" fmla="*/ 349091 w 360997"/>
                <a:gd name="connsiteY42" fmla="*/ 24289 h 571500"/>
                <a:gd name="connsiteX43" fmla="*/ 350996 w 360997"/>
                <a:gd name="connsiteY43" fmla="*/ 20003 h 571500"/>
                <a:gd name="connsiteX44" fmla="*/ 350520 w 360997"/>
                <a:gd name="connsiteY44" fmla="*/ 19050 h 571500"/>
                <a:gd name="connsiteX45" fmla="*/ 349568 w 360997"/>
                <a:gd name="connsiteY45" fmla="*/ 18097 h 571500"/>
                <a:gd name="connsiteX46" fmla="*/ 350044 w 360997"/>
                <a:gd name="connsiteY46" fmla="*/ 15716 h 571500"/>
                <a:gd name="connsiteX47" fmla="*/ 352901 w 360997"/>
                <a:gd name="connsiteY47" fmla="*/ 12382 h 571500"/>
                <a:gd name="connsiteX48" fmla="*/ 349091 w 360997"/>
                <a:gd name="connsiteY48" fmla="*/ 10001 h 571500"/>
                <a:gd name="connsiteX49" fmla="*/ 351472 w 360997"/>
                <a:gd name="connsiteY49" fmla="*/ 8572 h 571500"/>
                <a:gd name="connsiteX50" fmla="*/ 353377 w 360997"/>
                <a:gd name="connsiteY50" fmla="*/ 6667 h 571500"/>
                <a:gd name="connsiteX51" fmla="*/ 350044 w 360997"/>
                <a:gd name="connsiteY51" fmla="*/ 3334 h 571500"/>
                <a:gd name="connsiteX52" fmla="*/ 348139 w 360997"/>
                <a:gd name="connsiteY52" fmla="*/ 0 h 571500"/>
                <a:gd name="connsiteX53" fmla="*/ 344328 w 360997"/>
                <a:gd name="connsiteY53" fmla="*/ 2857 h 571500"/>
                <a:gd name="connsiteX54" fmla="*/ 338138 w 360997"/>
                <a:gd name="connsiteY54" fmla="*/ 7144 h 571500"/>
                <a:gd name="connsiteX55" fmla="*/ 331946 w 360997"/>
                <a:gd name="connsiteY55" fmla="*/ 11906 h 571500"/>
                <a:gd name="connsiteX56" fmla="*/ 326231 w 360997"/>
                <a:gd name="connsiteY56" fmla="*/ 14764 h 571500"/>
                <a:gd name="connsiteX57" fmla="*/ 321945 w 360997"/>
                <a:gd name="connsiteY57" fmla="*/ 16669 h 571500"/>
                <a:gd name="connsiteX58" fmla="*/ 317659 w 360997"/>
                <a:gd name="connsiteY58" fmla="*/ 17145 h 571500"/>
                <a:gd name="connsiteX59" fmla="*/ 313372 w 360997"/>
                <a:gd name="connsiteY59" fmla="*/ 19050 h 571500"/>
                <a:gd name="connsiteX60" fmla="*/ 309563 w 360997"/>
                <a:gd name="connsiteY60" fmla="*/ 21907 h 571500"/>
                <a:gd name="connsiteX61" fmla="*/ 304324 w 360997"/>
                <a:gd name="connsiteY61" fmla="*/ 23813 h 571500"/>
                <a:gd name="connsiteX62" fmla="*/ 298132 w 360997"/>
                <a:gd name="connsiteY62" fmla="*/ 23813 h 571500"/>
                <a:gd name="connsiteX63" fmla="*/ 291465 w 360997"/>
                <a:gd name="connsiteY63" fmla="*/ 25717 h 571500"/>
                <a:gd name="connsiteX64" fmla="*/ 284797 w 360997"/>
                <a:gd name="connsiteY64" fmla="*/ 29528 h 571500"/>
                <a:gd name="connsiteX65" fmla="*/ 280988 w 360997"/>
                <a:gd name="connsiteY65" fmla="*/ 31909 h 571500"/>
                <a:gd name="connsiteX66" fmla="*/ 275272 w 360997"/>
                <a:gd name="connsiteY66" fmla="*/ 28575 h 571500"/>
                <a:gd name="connsiteX67" fmla="*/ 270510 w 360997"/>
                <a:gd name="connsiteY67" fmla="*/ 27622 h 571500"/>
                <a:gd name="connsiteX68" fmla="*/ 264795 w 360997"/>
                <a:gd name="connsiteY68" fmla="*/ 27622 h 571500"/>
                <a:gd name="connsiteX69" fmla="*/ 261938 w 360997"/>
                <a:gd name="connsiteY69" fmla="*/ 28099 h 571500"/>
                <a:gd name="connsiteX70" fmla="*/ 260509 w 360997"/>
                <a:gd name="connsiteY70" fmla="*/ 28575 h 571500"/>
                <a:gd name="connsiteX71" fmla="*/ 259556 w 360997"/>
                <a:gd name="connsiteY71" fmla="*/ 30956 h 571500"/>
                <a:gd name="connsiteX72" fmla="*/ 258603 w 360997"/>
                <a:gd name="connsiteY72" fmla="*/ 34290 h 571500"/>
                <a:gd name="connsiteX73" fmla="*/ 255270 w 360997"/>
                <a:gd name="connsiteY73" fmla="*/ 37624 h 571500"/>
                <a:gd name="connsiteX74" fmla="*/ 249078 w 360997"/>
                <a:gd name="connsiteY74" fmla="*/ 40957 h 571500"/>
                <a:gd name="connsiteX75" fmla="*/ 242888 w 360997"/>
                <a:gd name="connsiteY75" fmla="*/ 41910 h 571500"/>
                <a:gd name="connsiteX76" fmla="*/ 237649 w 360997"/>
                <a:gd name="connsiteY76" fmla="*/ 41434 h 571500"/>
                <a:gd name="connsiteX77" fmla="*/ 234315 w 360997"/>
                <a:gd name="connsiteY77" fmla="*/ 40005 h 571500"/>
                <a:gd name="connsiteX78" fmla="*/ 232410 w 360997"/>
                <a:gd name="connsiteY78" fmla="*/ 38100 h 571500"/>
                <a:gd name="connsiteX79" fmla="*/ 229552 w 360997"/>
                <a:gd name="connsiteY79" fmla="*/ 37147 h 571500"/>
                <a:gd name="connsiteX80" fmla="*/ 226219 w 360997"/>
                <a:gd name="connsiteY80" fmla="*/ 37624 h 571500"/>
                <a:gd name="connsiteX81" fmla="*/ 222409 w 360997"/>
                <a:gd name="connsiteY81" fmla="*/ 38576 h 571500"/>
                <a:gd name="connsiteX82" fmla="*/ 219551 w 360997"/>
                <a:gd name="connsiteY82" fmla="*/ 41434 h 571500"/>
                <a:gd name="connsiteX83" fmla="*/ 213836 w 360997"/>
                <a:gd name="connsiteY83" fmla="*/ 42386 h 571500"/>
                <a:gd name="connsiteX84" fmla="*/ 206693 w 360997"/>
                <a:gd name="connsiteY84" fmla="*/ 41910 h 571500"/>
                <a:gd name="connsiteX85" fmla="*/ 202882 w 360997"/>
                <a:gd name="connsiteY85" fmla="*/ 40957 h 571500"/>
                <a:gd name="connsiteX86" fmla="*/ 202406 w 360997"/>
                <a:gd name="connsiteY86" fmla="*/ 38576 h 571500"/>
                <a:gd name="connsiteX87" fmla="*/ 199072 w 360997"/>
                <a:gd name="connsiteY87" fmla="*/ 36195 h 571500"/>
                <a:gd name="connsiteX88" fmla="*/ 193357 w 360997"/>
                <a:gd name="connsiteY88" fmla="*/ 33338 h 571500"/>
                <a:gd name="connsiteX89" fmla="*/ 189071 w 360997"/>
                <a:gd name="connsiteY89" fmla="*/ 33338 h 571500"/>
                <a:gd name="connsiteX90" fmla="*/ 186214 w 360997"/>
                <a:gd name="connsiteY90" fmla="*/ 36195 h 571500"/>
                <a:gd name="connsiteX91" fmla="*/ 183832 w 360997"/>
                <a:gd name="connsiteY91" fmla="*/ 37624 h 571500"/>
                <a:gd name="connsiteX92" fmla="*/ 181451 w 360997"/>
                <a:gd name="connsiteY92" fmla="*/ 38576 h 571500"/>
                <a:gd name="connsiteX93" fmla="*/ 179546 w 360997"/>
                <a:gd name="connsiteY93" fmla="*/ 38576 h 571500"/>
                <a:gd name="connsiteX94" fmla="*/ 177641 w 360997"/>
                <a:gd name="connsiteY94" fmla="*/ 38100 h 571500"/>
                <a:gd name="connsiteX95" fmla="*/ 176689 w 360997"/>
                <a:gd name="connsiteY95" fmla="*/ 37624 h 571500"/>
                <a:gd name="connsiteX96" fmla="*/ 168593 w 360997"/>
                <a:gd name="connsiteY96" fmla="*/ 37624 h 571500"/>
                <a:gd name="connsiteX97" fmla="*/ 160972 w 360997"/>
                <a:gd name="connsiteY97" fmla="*/ 37624 h 571500"/>
                <a:gd name="connsiteX98" fmla="*/ 160972 w 360997"/>
                <a:gd name="connsiteY98" fmla="*/ 37624 h 571500"/>
                <a:gd name="connsiteX99" fmla="*/ 160972 w 360997"/>
                <a:gd name="connsiteY99" fmla="*/ 42863 h 571500"/>
                <a:gd name="connsiteX100" fmla="*/ 160020 w 360997"/>
                <a:gd name="connsiteY100" fmla="*/ 47625 h 571500"/>
                <a:gd name="connsiteX101" fmla="*/ 158591 w 360997"/>
                <a:gd name="connsiteY101" fmla="*/ 51435 h 571500"/>
                <a:gd name="connsiteX102" fmla="*/ 157639 w 360997"/>
                <a:gd name="connsiteY102" fmla="*/ 53816 h 571500"/>
                <a:gd name="connsiteX103" fmla="*/ 156686 w 360997"/>
                <a:gd name="connsiteY103" fmla="*/ 53816 h 571500"/>
                <a:gd name="connsiteX104" fmla="*/ 155257 w 360997"/>
                <a:gd name="connsiteY104" fmla="*/ 55245 h 571500"/>
                <a:gd name="connsiteX105" fmla="*/ 152876 w 360997"/>
                <a:gd name="connsiteY105" fmla="*/ 57150 h 571500"/>
                <a:gd name="connsiteX106" fmla="*/ 152400 w 360997"/>
                <a:gd name="connsiteY106" fmla="*/ 58579 h 571500"/>
                <a:gd name="connsiteX107" fmla="*/ 152400 w 360997"/>
                <a:gd name="connsiteY107" fmla="*/ 59531 h 571500"/>
                <a:gd name="connsiteX108" fmla="*/ 152876 w 360997"/>
                <a:gd name="connsiteY108" fmla="*/ 61436 h 571500"/>
                <a:gd name="connsiteX109" fmla="*/ 152400 w 360997"/>
                <a:gd name="connsiteY109" fmla="*/ 64294 h 571500"/>
                <a:gd name="connsiteX110" fmla="*/ 152400 w 360997"/>
                <a:gd name="connsiteY110" fmla="*/ 65722 h 571500"/>
                <a:gd name="connsiteX111" fmla="*/ 151924 w 360997"/>
                <a:gd name="connsiteY111" fmla="*/ 66199 h 571500"/>
                <a:gd name="connsiteX112" fmla="*/ 155257 w 360997"/>
                <a:gd name="connsiteY112" fmla="*/ 73819 h 571500"/>
                <a:gd name="connsiteX113" fmla="*/ 155734 w 360997"/>
                <a:gd name="connsiteY113" fmla="*/ 78105 h 571500"/>
                <a:gd name="connsiteX114" fmla="*/ 154781 w 360997"/>
                <a:gd name="connsiteY114" fmla="*/ 81439 h 571500"/>
                <a:gd name="connsiteX115" fmla="*/ 154781 w 360997"/>
                <a:gd name="connsiteY115" fmla="*/ 84772 h 571500"/>
                <a:gd name="connsiteX116" fmla="*/ 155734 w 360997"/>
                <a:gd name="connsiteY116" fmla="*/ 87630 h 571500"/>
                <a:gd name="connsiteX117" fmla="*/ 155734 w 360997"/>
                <a:gd name="connsiteY117" fmla="*/ 90964 h 571500"/>
                <a:gd name="connsiteX118" fmla="*/ 155734 w 360997"/>
                <a:gd name="connsiteY118" fmla="*/ 94774 h 571500"/>
                <a:gd name="connsiteX119" fmla="*/ 155734 w 360997"/>
                <a:gd name="connsiteY119" fmla="*/ 97631 h 571500"/>
                <a:gd name="connsiteX120" fmla="*/ 157163 w 360997"/>
                <a:gd name="connsiteY120" fmla="*/ 98584 h 571500"/>
                <a:gd name="connsiteX121" fmla="*/ 157639 w 360997"/>
                <a:gd name="connsiteY121" fmla="*/ 101917 h 571500"/>
                <a:gd name="connsiteX122" fmla="*/ 157639 w 360997"/>
                <a:gd name="connsiteY122" fmla="*/ 103822 h 571500"/>
                <a:gd name="connsiteX123" fmla="*/ 159068 w 360997"/>
                <a:gd name="connsiteY123" fmla="*/ 104775 h 571500"/>
                <a:gd name="connsiteX124" fmla="*/ 162877 w 360997"/>
                <a:gd name="connsiteY124" fmla="*/ 108109 h 571500"/>
                <a:gd name="connsiteX125" fmla="*/ 170974 w 360997"/>
                <a:gd name="connsiteY125" fmla="*/ 116681 h 571500"/>
                <a:gd name="connsiteX126" fmla="*/ 175260 w 360997"/>
                <a:gd name="connsiteY126" fmla="*/ 122396 h 571500"/>
                <a:gd name="connsiteX127" fmla="*/ 179070 w 360997"/>
                <a:gd name="connsiteY127" fmla="*/ 127159 h 571500"/>
                <a:gd name="connsiteX128" fmla="*/ 185738 w 360997"/>
                <a:gd name="connsiteY128" fmla="*/ 136207 h 571500"/>
                <a:gd name="connsiteX129" fmla="*/ 190976 w 360997"/>
                <a:gd name="connsiteY129" fmla="*/ 143351 h 571500"/>
                <a:gd name="connsiteX130" fmla="*/ 191928 w 360997"/>
                <a:gd name="connsiteY130" fmla="*/ 150019 h 571500"/>
                <a:gd name="connsiteX131" fmla="*/ 192881 w 360997"/>
                <a:gd name="connsiteY131" fmla="*/ 150971 h 571500"/>
                <a:gd name="connsiteX132" fmla="*/ 190976 w 360997"/>
                <a:gd name="connsiteY132" fmla="*/ 155734 h 571500"/>
                <a:gd name="connsiteX133" fmla="*/ 189547 w 360997"/>
                <a:gd name="connsiteY133" fmla="*/ 163830 h 571500"/>
                <a:gd name="connsiteX134" fmla="*/ 190500 w 360997"/>
                <a:gd name="connsiteY134" fmla="*/ 169069 h 571500"/>
                <a:gd name="connsiteX135" fmla="*/ 190500 w 360997"/>
                <a:gd name="connsiteY135" fmla="*/ 178117 h 571500"/>
                <a:gd name="connsiteX136" fmla="*/ 189071 w 360997"/>
                <a:gd name="connsiteY136" fmla="*/ 187642 h 571500"/>
                <a:gd name="connsiteX137" fmla="*/ 188119 w 360997"/>
                <a:gd name="connsiteY137" fmla="*/ 190976 h 571500"/>
                <a:gd name="connsiteX138" fmla="*/ 186690 w 360997"/>
                <a:gd name="connsiteY138" fmla="*/ 192405 h 571500"/>
                <a:gd name="connsiteX139" fmla="*/ 182880 w 360997"/>
                <a:gd name="connsiteY139" fmla="*/ 193357 h 571500"/>
                <a:gd name="connsiteX140" fmla="*/ 174784 w 360997"/>
                <a:gd name="connsiteY140" fmla="*/ 194310 h 571500"/>
                <a:gd name="connsiteX141" fmla="*/ 173355 w 360997"/>
                <a:gd name="connsiteY141" fmla="*/ 195739 h 571500"/>
                <a:gd name="connsiteX142" fmla="*/ 172402 w 360997"/>
                <a:gd name="connsiteY142" fmla="*/ 197644 h 571500"/>
                <a:gd name="connsiteX143" fmla="*/ 170497 w 360997"/>
                <a:gd name="connsiteY143" fmla="*/ 201930 h 571500"/>
                <a:gd name="connsiteX144" fmla="*/ 168593 w 360997"/>
                <a:gd name="connsiteY144" fmla="*/ 206216 h 571500"/>
                <a:gd name="connsiteX145" fmla="*/ 168116 w 360997"/>
                <a:gd name="connsiteY145" fmla="*/ 208121 h 571500"/>
                <a:gd name="connsiteX146" fmla="*/ 168593 w 360997"/>
                <a:gd name="connsiteY146" fmla="*/ 208597 h 571500"/>
                <a:gd name="connsiteX147" fmla="*/ 170021 w 360997"/>
                <a:gd name="connsiteY147" fmla="*/ 210979 h 571500"/>
                <a:gd name="connsiteX148" fmla="*/ 171926 w 360997"/>
                <a:gd name="connsiteY148" fmla="*/ 216694 h 571500"/>
                <a:gd name="connsiteX149" fmla="*/ 172402 w 360997"/>
                <a:gd name="connsiteY149" fmla="*/ 226695 h 571500"/>
                <a:gd name="connsiteX150" fmla="*/ 171450 w 360997"/>
                <a:gd name="connsiteY150" fmla="*/ 227647 h 571500"/>
                <a:gd name="connsiteX151" fmla="*/ 169069 w 360997"/>
                <a:gd name="connsiteY151" fmla="*/ 228124 h 571500"/>
                <a:gd name="connsiteX152" fmla="*/ 166688 w 360997"/>
                <a:gd name="connsiteY152" fmla="*/ 227647 h 571500"/>
                <a:gd name="connsiteX153" fmla="*/ 165735 w 360997"/>
                <a:gd name="connsiteY153" fmla="*/ 227171 h 571500"/>
                <a:gd name="connsiteX154" fmla="*/ 164782 w 360997"/>
                <a:gd name="connsiteY154" fmla="*/ 226219 h 571500"/>
                <a:gd name="connsiteX155" fmla="*/ 163830 w 360997"/>
                <a:gd name="connsiteY155" fmla="*/ 223838 h 571500"/>
                <a:gd name="connsiteX156" fmla="*/ 165735 w 360997"/>
                <a:gd name="connsiteY156" fmla="*/ 222409 h 571500"/>
                <a:gd name="connsiteX157" fmla="*/ 166211 w 360997"/>
                <a:gd name="connsiteY157" fmla="*/ 220028 h 571500"/>
                <a:gd name="connsiteX158" fmla="*/ 165259 w 360997"/>
                <a:gd name="connsiteY158" fmla="*/ 217646 h 571500"/>
                <a:gd name="connsiteX159" fmla="*/ 162877 w 360997"/>
                <a:gd name="connsiteY159" fmla="*/ 217170 h 571500"/>
                <a:gd name="connsiteX160" fmla="*/ 160020 w 360997"/>
                <a:gd name="connsiteY160" fmla="*/ 215265 h 571500"/>
                <a:gd name="connsiteX161" fmla="*/ 154305 w 360997"/>
                <a:gd name="connsiteY161" fmla="*/ 208597 h 571500"/>
                <a:gd name="connsiteX162" fmla="*/ 149066 w 360997"/>
                <a:gd name="connsiteY162" fmla="*/ 203835 h 571500"/>
                <a:gd name="connsiteX163" fmla="*/ 146209 w 360997"/>
                <a:gd name="connsiteY163" fmla="*/ 200025 h 571500"/>
                <a:gd name="connsiteX164" fmla="*/ 143351 w 360997"/>
                <a:gd name="connsiteY164" fmla="*/ 198596 h 571500"/>
                <a:gd name="connsiteX165" fmla="*/ 142399 w 360997"/>
                <a:gd name="connsiteY165" fmla="*/ 197644 h 571500"/>
                <a:gd name="connsiteX166" fmla="*/ 141922 w 360997"/>
                <a:gd name="connsiteY166" fmla="*/ 195739 h 571500"/>
                <a:gd name="connsiteX167" fmla="*/ 141922 w 360997"/>
                <a:gd name="connsiteY167" fmla="*/ 193357 h 571500"/>
                <a:gd name="connsiteX168" fmla="*/ 141922 w 360997"/>
                <a:gd name="connsiteY168" fmla="*/ 191453 h 571500"/>
                <a:gd name="connsiteX169" fmla="*/ 140970 w 360997"/>
                <a:gd name="connsiteY169" fmla="*/ 189547 h 571500"/>
                <a:gd name="connsiteX170" fmla="*/ 138113 w 360997"/>
                <a:gd name="connsiteY170" fmla="*/ 186690 h 571500"/>
                <a:gd name="connsiteX171" fmla="*/ 136684 w 360997"/>
                <a:gd name="connsiteY171" fmla="*/ 185261 h 571500"/>
                <a:gd name="connsiteX172" fmla="*/ 136684 w 360997"/>
                <a:gd name="connsiteY172" fmla="*/ 182880 h 571500"/>
                <a:gd name="connsiteX173" fmla="*/ 138113 w 360997"/>
                <a:gd name="connsiteY173" fmla="*/ 180975 h 571500"/>
                <a:gd name="connsiteX174" fmla="*/ 140494 w 360997"/>
                <a:gd name="connsiteY174" fmla="*/ 178594 h 571500"/>
                <a:gd name="connsiteX175" fmla="*/ 142399 w 360997"/>
                <a:gd name="connsiteY175" fmla="*/ 173831 h 571500"/>
                <a:gd name="connsiteX176" fmla="*/ 143351 w 360997"/>
                <a:gd name="connsiteY176" fmla="*/ 170974 h 571500"/>
                <a:gd name="connsiteX177" fmla="*/ 146685 w 360997"/>
                <a:gd name="connsiteY177" fmla="*/ 164782 h 571500"/>
                <a:gd name="connsiteX178" fmla="*/ 147161 w 360997"/>
                <a:gd name="connsiteY178" fmla="*/ 159544 h 571500"/>
                <a:gd name="connsiteX179" fmla="*/ 147161 w 360997"/>
                <a:gd name="connsiteY179" fmla="*/ 155257 h 571500"/>
                <a:gd name="connsiteX180" fmla="*/ 147161 w 360997"/>
                <a:gd name="connsiteY180" fmla="*/ 151924 h 571500"/>
                <a:gd name="connsiteX181" fmla="*/ 146209 w 360997"/>
                <a:gd name="connsiteY181" fmla="*/ 145256 h 571500"/>
                <a:gd name="connsiteX182" fmla="*/ 145732 w 360997"/>
                <a:gd name="connsiteY182" fmla="*/ 140970 h 571500"/>
                <a:gd name="connsiteX183" fmla="*/ 140970 w 360997"/>
                <a:gd name="connsiteY183" fmla="*/ 134779 h 571500"/>
                <a:gd name="connsiteX184" fmla="*/ 139541 w 360997"/>
                <a:gd name="connsiteY184" fmla="*/ 134303 h 571500"/>
                <a:gd name="connsiteX185" fmla="*/ 135255 w 360997"/>
                <a:gd name="connsiteY185" fmla="*/ 134779 h 571500"/>
                <a:gd name="connsiteX186" fmla="*/ 131921 w 360997"/>
                <a:gd name="connsiteY186" fmla="*/ 135731 h 571500"/>
                <a:gd name="connsiteX187" fmla="*/ 130016 w 360997"/>
                <a:gd name="connsiteY187" fmla="*/ 136684 h 571500"/>
                <a:gd name="connsiteX188" fmla="*/ 127159 w 360997"/>
                <a:gd name="connsiteY188" fmla="*/ 137160 h 571500"/>
                <a:gd name="connsiteX189" fmla="*/ 120015 w 360997"/>
                <a:gd name="connsiteY189" fmla="*/ 138113 h 571500"/>
                <a:gd name="connsiteX190" fmla="*/ 118110 w 360997"/>
                <a:gd name="connsiteY190" fmla="*/ 138589 h 571500"/>
                <a:gd name="connsiteX191" fmla="*/ 116681 w 360997"/>
                <a:gd name="connsiteY191" fmla="*/ 139541 h 571500"/>
                <a:gd name="connsiteX192" fmla="*/ 116205 w 360997"/>
                <a:gd name="connsiteY192" fmla="*/ 139541 h 571500"/>
                <a:gd name="connsiteX193" fmla="*/ 111443 w 360997"/>
                <a:gd name="connsiteY193" fmla="*/ 135255 h 571500"/>
                <a:gd name="connsiteX194" fmla="*/ 107632 w 360997"/>
                <a:gd name="connsiteY194" fmla="*/ 130016 h 571500"/>
                <a:gd name="connsiteX195" fmla="*/ 102394 w 360997"/>
                <a:gd name="connsiteY195" fmla="*/ 121920 h 571500"/>
                <a:gd name="connsiteX196" fmla="*/ 100965 w 360997"/>
                <a:gd name="connsiteY196" fmla="*/ 120491 h 571500"/>
                <a:gd name="connsiteX197" fmla="*/ 93821 w 360997"/>
                <a:gd name="connsiteY197" fmla="*/ 123349 h 571500"/>
                <a:gd name="connsiteX198" fmla="*/ 90011 w 360997"/>
                <a:gd name="connsiteY198" fmla="*/ 124301 h 571500"/>
                <a:gd name="connsiteX199" fmla="*/ 79057 w 360997"/>
                <a:gd name="connsiteY199" fmla="*/ 128111 h 571500"/>
                <a:gd name="connsiteX200" fmla="*/ 69532 w 360997"/>
                <a:gd name="connsiteY200" fmla="*/ 131445 h 571500"/>
                <a:gd name="connsiteX201" fmla="*/ 67151 w 360997"/>
                <a:gd name="connsiteY201" fmla="*/ 131921 h 571500"/>
                <a:gd name="connsiteX202" fmla="*/ 62389 w 360997"/>
                <a:gd name="connsiteY202" fmla="*/ 133350 h 571500"/>
                <a:gd name="connsiteX203" fmla="*/ 59531 w 360997"/>
                <a:gd name="connsiteY203" fmla="*/ 134303 h 571500"/>
                <a:gd name="connsiteX204" fmla="*/ 50959 w 360997"/>
                <a:gd name="connsiteY204" fmla="*/ 137160 h 571500"/>
                <a:gd name="connsiteX205" fmla="*/ 47625 w 360997"/>
                <a:gd name="connsiteY205" fmla="*/ 138589 h 571500"/>
                <a:gd name="connsiteX206" fmla="*/ 44768 w 360997"/>
                <a:gd name="connsiteY206" fmla="*/ 140017 h 571500"/>
                <a:gd name="connsiteX207" fmla="*/ 37624 w 360997"/>
                <a:gd name="connsiteY207" fmla="*/ 141922 h 571500"/>
                <a:gd name="connsiteX208" fmla="*/ 30956 w 360997"/>
                <a:gd name="connsiteY208" fmla="*/ 143828 h 571500"/>
                <a:gd name="connsiteX209" fmla="*/ 23336 w 360997"/>
                <a:gd name="connsiteY209" fmla="*/ 146209 h 571500"/>
                <a:gd name="connsiteX210" fmla="*/ 15240 w 360997"/>
                <a:gd name="connsiteY210" fmla="*/ 148114 h 571500"/>
                <a:gd name="connsiteX211" fmla="*/ 10477 w 360997"/>
                <a:gd name="connsiteY211" fmla="*/ 150019 h 571500"/>
                <a:gd name="connsiteX212" fmla="*/ 7620 w 360997"/>
                <a:gd name="connsiteY212" fmla="*/ 151447 h 571500"/>
                <a:gd name="connsiteX213" fmla="*/ 0 w 360997"/>
                <a:gd name="connsiteY213" fmla="*/ 154305 h 571500"/>
                <a:gd name="connsiteX214" fmla="*/ 0 w 360997"/>
                <a:gd name="connsiteY214" fmla="*/ 154781 h 571500"/>
                <a:gd name="connsiteX215" fmla="*/ 0 w 360997"/>
                <a:gd name="connsiteY215" fmla="*/ 156686 h 571500"/>
                <a:gd name="connsiteX216" fmla="*/ 952 w 360997"/>
                <a:gd name="connsiteY216" fmla="*/ 160972 h 571500"/>
                <a:gd name="connsiteX217" fmla="*/ 2857 w 360997"/>
                <a:gd name="connsiteY217" fmla="*/ 164306 h 571500"/>
                <a:gd name="connsiteX218" fmla="*/ 4286 w 360997"/>
                <a:gd name="connsiteY218" fmla="*/ 166688 h 571500"/>
                <a:gd name="connsiteX219" fmla="*/ 5239 w 360997"/>
                <a:gd name="connsiteY219" fmla="*/ 171926 h 571500"/>
                <a:gd name="connsiteX220" fmla="*/ 5715 w 360997"/>
                <a:gd name="connsiteY220" fmla="*/ 176689 h 571500"/>
                <a:gd name="connsiteX221" fmla="*/ 5715 w 360997"/>
                <a:gd name="connsiteY221" fmla="*/ 181928 h 571500"/>
                <a:gd name="connsiteX222" fmla="*/ 6191 w 360997"/>
                <a:gd name="connsiteY222" fmla="*/ 188119 h 571500"/>
                <a:gd name="connsiteX223" fmla="*/ 7144 w 360997"/>
                <a:gd name="connsiteY223" fmla="*/ 188595 h 571500"/>
                <a:gd name="connsiteX224" fmla="*/ 13811 w 360997"/>
                <a:gd name="connsiteY224" fmla="*/ 189071 h 571500"/>
                <a:gd name="connsiteX225" fmla="*/ 24289 w 360997"/>
                <a:gd name="connsiteY225" fmla="*/ 189547 h 571500"/>
                <a:gd name="connsiteX226" fmla="*/ 34290 w 360997"/>
                <a:gd name="connsiteY226" fmla="*/ 189547 h 571500"/>
                <a:gd name="connsiteX227" fmla="*/ 40957 w 360997"/>
                <a:gd name="connsiteY227" fmla="*/ 194310 h 571500"/>
                <a:gd name="connsiteX228" fmla="*/ 42863 w 360997"/>
                <a:gd name="connsiteY228" fmla="*/ 195263 h 571500"/>
                <a:gd name="connsiteX229" fmla="*/ 49530 w 360997"/>
                <a:gd name="connsiteY229" fmla="*/ 196215 h 571500"/>
                <a:gd name="connsiteX230" fmla="*/ 58102 w 360997"/>
                <a:gd name="connsiteY230" fmla="*/ 203835 h 571500"/>
                <a:gd name="connsiteX231" fmla="*/ 68580 w 360997"/>
                <a:gd name="connsiteY231" fmla="*/ 204311 h 571500"/>
                <a:gd name="connsiteX232" fmla="*/ 75724 w 360997"/>
                <a:gd name="connsiteY232" fmla="*/ 206692 h 571500"/>
                <a:gd name="connsiteX233" fmla="*/ 81915 w 360997"/>
                <a:gd name="connsiteY233" fmla="*/ 209074 h 571500"/>
                <a:gd name="connsiteX234" fmla="*/ 85725 w 360997"/>
                <a:gd name="connsiteY234" fmla="*/ 212407 h 571500"/>
                <a:gd name="connsiteX235" fmla="*/ 88106 w 360997"/>
                <a:gd name="connsiteY235" fmla="*/ 212884 h 571500"/>
                <a:gd name="connsiteX236" fmla="*/ 90964 w 360997"/>
                <a:gd name="connsiteY236" fmla="*/ 213360 h 571500"/>
                <a:gd name="connsiteX237" fmla="*/ 92393 w 360997"/>
                <a:gd name="connsiteY237" fmla="*/ 213360 h 571500"/>
                <a:gd name="connsiteX238" fmla="*/ 92393 w 360997"/>
                <a:gd name="connsiteY238" fmla="*/ 215741 h 571500"/>
                <a:gd name="connsiteX239" fmla="*/ 90011 w 360997"/>
                <a:gd name="connsiteY239" fmla="*/ 219551 h 571500"/>
                <a:gd name="connsiteX240" fmla="*/ 90488 w 360997"/>
                <a:gd name="connsiteY240" fmla="*/ 224790 h 571500"/>
                <a:gd name="connsiteX241" fmla="*/ 93345 w 360997"/>
                <a:gd name="connsiteY241" fmla="*/ 231934 h 571500"/>
                <a:gd name="connsiteX242" fmla="*/ 93821 w 360997"/>
                <a:gd name="connsiteY242" fmla="*/ 238601 h 571500"/>
                <a:gd name="connsiteX243" fmla="*/ 92869 w 360997"/>
                <a:gd name="connsiteY243" fmla="*/ 250031 h 571500"/>
                <a:gd name="connsiteX244" fmla="*/ 92869 w 360997"/>
                <a:gd name="connsiteY244" fmla="*/ 260985 h 571500"/>
                <a:gd name="connsiteX245" fmla="*/ 93345 w 360997"/>
                <a:gd name="connsiteY245" fmla="*/ 264795 h 571500"/>
                <a:gd name="connsiteX246" fmla="*/ 93821 w 360997"/>
                <a:gd name="connsiteY246" fmla="*/ 267653 h 571500"/>
                <a:gd name="connsiteX247" fmla="*/ 94297 w 360997"/>
                <a:gd name="connsiteY247" fmla="*/ 269081 h 571500"/>
                <a:gd name="connsiteX248" fmla="*/ 94297 w 360997"/>
                <a:gd name="connsiteY248" fmla="*/ 270510 h 571500"/>
                <a:gd name="connsiteX249" fmla="*/ 92393 w 360997"/>
                <a:gd name="connsiteY249" fmla="*/ 275272 h 571500"/>
                <a:gd name="connsiteX250" fmla="*/ 90964 w 360997"/>
                <a:gd name="connsiteY250" fmla="*/ 280035 h 571500"/>
                <a:gd name="connsiteX251" fmla="*/ 90964 w 360997"/>
                <a:gd name="connsiteY251" fmla="*/ 281940 h 571500"/>
                <a:gd name="connsiteX252" fmla="*/ 90488 w 360997"/>
                <a:gd name="connsiteY252" fmla="*/ 283369 h 571500"/>
                <a:gd name="connsiteX253" fmla="*/ 89535 w 360997"/>
                <a:gd name="connsiteY253" fmla="*/ 284321 h 571500"/>
                <a:gd name="connsiteX254" fmla="*/ 84772 w 360997"/>
                <a:gd name="connsiteY254" fmla="*/ 286703 h 571500"/>
                <a:gd name="connsiteX255" fmla="*/ 84296 w 360997"/>
                <a:gd name="connsiteY255" fmla="*/ 288131 h 571500"/>
                <a:gd name="connsiteX256" fmla="*/ 84296 w 360997"/>
                <a:gd name="connsiteY256" fmla="*/ 290513 h 571500"/>
                <a:gd name="connsiteX257" fmla="*/ 84772 w 360997"/>
                <a:gd name="connsiteY257" fmla="*/ 292894 h 571500"/>
                <a:gd name="connsiteX258" fmla="*/ 86201 w 360997"/>
                <a:gd name="connsiteY258" fmla="*/ 293370 h 571500"/>
                <a:gd name="connsiteX259" fmla="*/ 88582 w 360997"/>
                <a:gd name="connsiteY259" fmla="*/ 294799 h 571500"/>
                <a:gd name="connsiteX260" fmla="*/ 89059 w 360997"/>
                <a:gd name="connsiteY260" fmla="*/ 296228 h 571500"/>
                <a:gd name="connsiteX261" fmla="*/ 89059 w 360997"/>
                <a:gd name="connsiteY261" fmla="*/ 298132 h 571500"/>
                <a:gd name="connsiteX262" fmla="*/ 88582 w 360997"/>
                <a:gd name="connsiteY262" fmla="*/ 300990 h 571500"/>
                <a:gd name="connsiteX263" fmla="*/ 86677 w 360997"/>
                <a:gd name="connsiteY263" fmla="*/ 306229 h 571500"/>
                <a:gd name="connsiteX264" fmla="*/ 88582 w 360997"/>
                <a:gd name="connsiteY264" fmla="*/ 312420 h 571500"/>
                <a:gd name="connsiteX265" fmla="*/ 90488 w 360997"/>
                <a:gd name="connsiteY265" fmla="*/ 316230 h 571500"/>
                <a:gd name="connsiteX266" fmla="*/ 93345 w 360997"/>
                <a:gd name="connsiteY266" fmla="*/ 320516 h 571500"/>
                <a:gd name="connsiteX267" fmla="*/ 94774 w 360997"/>
                <a:gd name="connsiteY267" fmla="*/ 323374 h 571500"/>
                <a:gd name="connsiteX268" fmla="*/ 94297 w 360997"/>
                <a:gd name="connsiteY268" fmla="*/ 325279 h 571500"/>
                <a:gd name="connsiteX269" fmla="*/ 94297 w 360997"/>
                <a:gd name="connsiteY269" fmla="*/ 327184 h 571500"/>
                <a:gd name="connsiteX270" fmla="*/ 90011 w 360997"/>
                <a:gd name="connsiteY270" fmla="*/ 335280 h 571500"/>
                <a:gd name="connsiteX271" fmla="*/ 86677 w 360997"/>
                <a:gd name="connsiteY271" fmla="*/ 340042 h 571500"/>
                <a:gd name="connsiteX272" fmla="*/ 83344 w 360997"/>
                <a:gd name="connsiteY272" fmla="*/ 345757 h 571500"/>
                <a:gd name="connsiteX273" fmla="*/ 78105 w 360997"/>
                <a:gd name="connsiteY273" fmla="*/ 349091 h 571500"/>
                <a:gd name="connsiteX274" fmla="*/ 77152 w 360997"/>
                <a:gd name="connsiteY274" fmla="*/ 350520 h 571500"/>
                <a:gd name="connsiteX275" fmla="*/ 76676 w 360997"/>
                <a:gd name="connsiteY275" fmla="*/ 352425 h 571500"/>
                <a:gd name="connsiteX276" fmla="*/ 76676 w 360997"/>
                <a:gd name="connsiteY276" fmla="*/ 356711 h 571500"/>
                <a:gd name="connsiteX277" fmla="*/ 76676 w 360997"/>
                <a:gd name="connsiteY277" fmla="*/ 360997 h 571500"/>
                <a:gd name="connsiteX278" fmla="*/ 72390 w 360997"/>
                <a:gd name="connsiteY278" fmla="*/ 367665 h 571500"/>
                <a:gd name="connsiteX279" fmla="*/ 74771 w 360997"/>
                <a:gd name="connsiteY279" fmla="*/ 372904 h 571500"/>
                <a:gd name="connsiteX280" fmla="*/ 74295 w 360997"/>
                <a:gd name="connsiteY280" fmla="*/ 373380 h 571500"/>
                <a:gd name="connsiteX281" fmla="*/ 72866 w 360997"/>
                <a:gd name="connsiteY281" fmla="*/ 374332 h 571500"/>
                <a:gd name="connsiteX282" fmla="*/ 67151 w 360997"/>
                <a:gd name="connsiteY282" fmla="*/ 381000 h 571500"/>
                <a:gd name="connsiteX283" fmla="*/ 60960 w 360997"/>
                <a:gd name="connsiteY283" fmla="*/ 387191 h 571500"/>
                <a:gd name="connsiteX284" fmla="*/ 56197 w 360997"/>
                <a:gd name="connsiteY284" fmla="*/ 391954 h 571500"/>
                <a:gd name="connsiteX285" fmla="*/ 51435 w 360997"/>
                <a:gd name="connsiteY285" fmla="*/ 397192 h 571500"/>
                <a:gd name="connsiteX286" fmla="*/ 45720 w 360997"/>
                <a:gd name="connsiteY286" fmla="*/ 403384 h 571500"/>
                <a:gd name="connsiteX287" fmla="*/ 40957 w 360997"/>
                <a:gd name="connsiteY287" fmla="*/ 408146 h 571500"/>
                <a:gd name="connsiteX288" fmla="*/ 36195 w 360997"/>
                <a:gd name="connsiteY288" fmla="*/ 411956 h 571500"/>
                <a:gd name="connsiteX289" fmla="*/ 36195 w 360997"/>
                <a:gd name="connsiteY289" fmla="*/ 413861 h 571500"/>
                <a:gd name="connsiteX290" fmla="*/ 36671 w 360997"/>
                <a:gd name="connsiteY290" fmla="*/ 414814 h 571500"/>
                <a:gd name="connsiteX291" fmla="*/ 38100 w 360997"/>
                <a:gd name="connsiteY291" fmla="*/ 419576 h 571500"/>
                <a:gd name="connsiteX292" fmla="*/ 40481 w 360997"/>
                <a:gd name="connsiteY292" fmla="*/ 427196 h 571500"/>
                <a:gd name="connsiteX293" fmla="*/ 42386 w 360997"/>
                <a:gd name="connsiteY293" fmla="*/ 433864 h 571500"/>
                <a:gd name="connsiteX294" fmla="*/ 44291 w 360997"/>
                <a:gd name="connsiteY294" fmla="*/ 442913 h 571500"/>
                <a:gd name="connsiteX295" fmla="*/ 44291 w 360997"/>
                <a:gd name="connsiteY295" fmla="*/ 448151 h 571500"/>
                <a:gd name="connsiteX296" fmla="*/ 44768 w 360997"/>
                <a:gd name="connsiteY296" fmla="*/ 450056 h 571500"/>
                <a:gd name="connsiteX297" fmla="*/ 46672 w 360997"/>
                <a:gd name="connsiteY297" fmla="*/ 452914 h 571500"/>
                <a:gd name="connsiteX298" fmla="*/ 49053 w 360997"/>
                <a:gd name="connsiteY298" fmla="*/ 457200 h 571500"/>
                <a:gd name="connsiteX299" fmla="*/ 50006 w 360997"/>
                <a:gd name="connsiteY299" fmla="*/ 459581 h 571500"/>
                <a:gd name="connsiteX300" fmla="*/ 50959 w 360997"/>
                <a:gd name="connsiteY300" fmla="*/ 461486 h 571500"/>
                <a:gd name="connsiteX301" fmla="*/ 53340 w 360997"/>
                <a:gd name="connsiteY301" fmla="*/ 464820 h 571500"/>
                <a:gd name="connsiteX302" fmla="*/ 55721 w 360997"/>
                <a:gd name="connsiteY302" fmla="*/ 470059 h 571500"/>
                <a:gd name="connsiteX303" fmla="*/ 57150 w 360997"/>
                <a:gd name="connsiteY303" fmla="*/ 477203 h 571500"/>
                <a:gd name="connsiteX304" fmla="*/ 58578 w 360997"/>
                <a:gd name="connsiteY304" fmla="*/ 480536 h 571500"/>
                <a:gd name="connsiteX305" fmla="*/ 59055 w 360997"/>
                <a:gd name="connsiteY305" fmla="*/ 481965 h 571500"/>
                <a:gd name="connsiteX306" fmla="*/ 60007 w 360997"/>
                <a:gd name="connsiteY306" fmla="*/ 485299 h 571500"/>
                <a:gd name="connsiteX307" fmla="*/ 59531 w 360997"/>
                <a:gd name="connsiteY307" fmla="*/ 491490 h 571500"/>
                <a:gd name="connsiteX308" fmla="*/ 60007 w 360997"/>
                <a:gd name="connsiteY308" fmla="*/ 498634 h 571500"/>
                <a:gd name="connsiteX309" fmla="*/ 60007 w 360997"/>
                <a:gd name="connsiteY309" fmla="*/ 507206 h 571500"/>
                <a:gd name="connsiteX310" fmla="*/ 60007 w 360997"/>
                <a:gd name="connsiteY310" fmla="*/ 513874 h 571500"/>
                <a:gd name="connsiteX311" fmla="*/ 59531 w 360997"/>
                <a:gd name="connsiteY311" fmla="*/ 517207 h 571500"/>
                <a:gd name="connsiteX312" fmla="*/ 60007 w 360997"/>
                <a:gd name="connsiteY312" fmla="*/ 527209 h 571500"/>
                <a:gd name="connsiteX313" fmla="*/ 57626 w 360997"/>
                <a:gd name="connsiteY313" fmla="*/ 531971 h 571500"/>
                <a:gd name="connsiteX314" fmla="*/ 58102 w 360997"/>
                <a:gd name="connsiteY314" fmla="*/ 536257 h 571500"/>
                <a:gd name="connsiteX315" fmla="*/ 58578 w 360997"/>
                <a:gd name="connsiteY315" fmla="*/ 538639 h 571500"/>
                <a:gd name="connsiteX316" fmla="*/ 59055 w 360997"/>
                <a:gd name="connsiteY316" fmla="*/ 539115 h 571500"/>
                <a:gd name="connsiteX317" fmla="*/ 62389 w 360997"/>
                <a:gd name="connsiteY317" fmla="*/ 541020 h 571500"/>
                <a:gd name="connsiteX318" fmla="*/ 62865 w 360997"/>
                <a:gd name="connsiteY318" fmla="*/ 544354 h 571500"/>
                <a:gd name="connsiteX319" fmla="*/ 62389 w 360997"/>
                <a:gd name="connsiteY319" fmla="*/ 548164 h 571500"/>
                <a:gd name="connsiteX320" fmla="*/ 61913 w 360997"/>
                <a:gd name="connsiteY320" fmla="*/ 550545 h 571500"/>
                <a:gd name="connsiteX321" fmla="*/ 61913 w 360997"/>
                <a:gd name="connsiteY321" fmla="*/ 552926 h 571500"/>
                <a:gd name="connsiteX322" fmla="*/ 62865 w 360997"/>
                <a:gd name="connsiteY322" fmla="*/ 556260 h 571500"/>
                <a:gd name="connsiteX323" fmla="*/ 63818 w 360997"/>
                <a:gd name="connsiteY323" fmla="*/ 559117 h 571500"/>
                <a:gd name="connsiteX324" fmla="*/ 64294 w 360997"/>
                <a:gd name="connsiteY324" fmla="*/ 570547 h 571500"/>
                <a:gd name="connsiteX325" fmla="*/ 67151 w 360997"/>
                <a:gd name="connsiteY325" fmla="*/ 570071 h 571500"/>
                <a:gd name="connsiteX326" fmla="*/ 72390 w 360997"/>
                <a:gd name="connsiteY326" fmla="*/ 571500 h 571500"/>
                <a:gd name="connsiteX327" fmla="*/ 76676 w 360997"/>
                <a:gd name="connsiteY327" fmla="*/ 571024 h 571500"/>
                <a:gd name="connsiteX328" fmla="*/ 80486 w 360997"/>
                <a:gd name="connsiteY328" fmla="*/ 571024 h 571500"/>
                <a:gd name="connsiteX329" fmla="*/ 86677 w 360997"/>
                <a:gd name="connsiteY329" fmla="*/ 571024 h 571500"/>
                <a:gd name="connsiteX330" fmla="*/ 90488 w 360997"/>
                <a:gd name="connsiteY330" fmla="*/ 571024 h 571500"/>
                <a:gd name="connsiteX331" fmla="*/ 90488 w 360997"/>
                <a:gd name="connsiteY331" fmla="*/ 570071 h 571500"/>
                <a:gd name="connsiteX332" fmla="*/ 91916 w 360997"/>
                <a:gd name="connsiteY332" fmla="*/ 549116 h 571500"/>
                <a:gd name="connsiteX333" fmla="*/ 92869 w 360997"/>
                <a:gd name="connsiteY333" fmla="*/ 543401 h 571500"/>
                <a:gd name="connsiteX334" fmla="*/ 91440 w 360997"/>
                <a:gd name="connsiteY334" fmla="*/ 543401 h 571500"/>
                <a:gd name="connsiteX335" fmla="*/ 90488 w 360997"/>
                <a:gd name="connsiteY335" fmla="*/ 544830 h 571500"/>
                <a:gd name="connsiteX336" fmla="*/ 89059 w 360997"/>
                <a:gd name="connsiteY336" fmla="*/ 550069 h 571500"/>
                <a:gd name="connsiteX337" fmla="*/ 87630 w 360997"/>
                <a:gd name="connsiteY337" fmla="*/ 549116 h 571500"/>
                <a:gd name="connsiteX338" fmla="*/ 86677 w 360997"/>
                <a:gd name="connsiteY338" fmla="*/ 547688 h 571500"/>
                <a:gd name="connsiteX339" fmla="*/ 84296 w 360997"/>
                <a:gd name="connsiteY339" fmla="*/ 545782 h 571500"/>
                <a:gd name="connsiteX340" fmla="*/ 82391 w 360997"/>
                <a:gd name="connsiteY340" fmla="*/ 543401 h 571500"/>
                <a:gd name="connsiteX341" fmla="*/ 80486 w 360997"/>
                <a:gd name="connsiteY341" fmla="*/ 540544 h 571500"/>
                <a:gd name="connsiteX342" fmla="*/ 82391 w 360997"/>
                <a:gd name="connsiteY342" fmla="*/ 536734 h 571500"/>
                <a:gd name="connsiteX343" fmla="*/ 84772 w 360997"/>
                <a:gd name="connsiteY343" fmla="*/ 533876 h 571500"/>
                <a:gd name="connsiteX344" fmla="*/ 87153 w 360997"/>
                <a:gd name="connsiteY344" fmla="*/ 527209 h 571500"/>
                <a:gd name="connsiteX345" fmla="*/ 92869 w 360997"/>
                <a:gd name="connsiteY345" fmla="*/ 521970 h 571500"/>
                <a:gd name="connsiteX346" fmla="*/ 106203 w 360997"/>
                <a:gd name="connsiteY346" fmla="*/ 513874 h 571500"/>
                <a:gd name="connsiteX347" fmla="*/ 112395 w 360997"/>
                <a:gd name="connsiteY347" fmla="*/ 511016 h 571500"/>
                <a:gd name="connsiteX348" fmla="*/ 122872 w 360997"/>
                <a:gd name="connsiteY348" fmla="*/ 506730 h 571500"/>
                <a:gd name="connsiteX349" fmla="*/ 149066 w 360997"/>
                <a:gd name="connsiteY349" fmla="*/ 498157 h 571500"/>
                <a:gd name="connsiteX350" fmla="*/ 161925 w 360997"/>
                <a:gd name="connsiteY350" fmla="*/ 491966 h 571500"/>
                <a:gd name="connsiteX351" fmla="*/ 167640 w 360997"/>
                <a:gd name="connsiteY351" fmla="*/ 488156 h 571500"/>
                <a:gd name="connsiteX352" fmla="*/ 170974 w 360997"/>
                <a:gd name="connsiteY352" fmla="*/ 483870 h 571500"/>
                <a:gd name="connsiteX353" fmla="*/ 177165 w 360997"/>
                <a:gd name="connsiteY353" fmla="*/ 474821 h 571500"/>
                <a:gd name="connsiteX354" fmla="*/ 179070 w 360997"/>
                <a:gd name="connsiteY354" fmla="*/ 471011 h 571500"/>
                <a:gd name="connsiteX355" fmla="*/ 180975 w 360997"/>
                <a:gd name="connsiteY355" fmla="*/ 462439 h 571500"/>
                <a:gd name="connsiteX356" fmla="*/ 180022 w 360997"/>
                <a:gd name="connsiteY356" fmla="*/ 461010 h 571500"/>
                <a:gd name="connsiteX357" fmla="*/ 179070 w 360997"/>
                <a:gd name="connsiteY357" fmla="*/ 461010 h 571500"/>
                <a:gd name="connsiteX358" fmla="*/ 178118 w 360997"/>
                <a:gd name="connsiteY358" fmla="*/ 463391 h 571500"/>
                <a:gd name="connsiteX359" fmla="*/ 175736 w 360997"/>
                <a:gd name="connsiteY359" fmla="*/ 462915 h 571500"/>
                <a:gd name="connsiteX360" fmla="*/ 174784 w 360997"/>
                <a:gd name="connsiteY360" fmla="*/ 461486 h 571500"/>
                <a:gd name="connsiteX361" fmla="*/ 175260 w 360997"/>
                <a:gd name="connsiteY361" fmla="*/ 458153 h 571500"/>
                <a:gd name="connsiteX362" fmla="*/ 179070 w 360997"/>
                <a:gd name="connsiteY362" fmla="*/ 439579 h 571500"/>
                <a:gd name="connsiteX363" fmla="*/ 181927 w 360997"/>
                <a:gd name="connsiteY363" fmla="*/ 431959 h 571500"/>
                <a:gd name="connsiteX364" fmla="*/ 179546 w 360997"/>
                <a:gd name="connsiteY364" fmla="*/ 425291 h 571500"/>
                <a:gd name="connsiteX365" fmla="*/ 179070 w 360997"/>
                <a:gd name="connsiteY365" fmla="*/ 421005 h 571500"/>
                <a:gd name="connsiteX366" fmla="*/ 180975 w 360997"/>
                <a:gd name="connsiteY366" fmla="*/ 411004 h 571500"/>
                <a:gd name="connsiteX367" fmla="*/ 180975 w 360997"/>
                <a:gd name="connsiteY367" fmla="*/ 408622 h 571500"/>
                <a:gd name="connsiteX368" fmla="*/ 180499 w 360997"/>
                <a:gd name="connsiteY368" fmla="*/ 406717 h 571500"/>
                <a:gd name="connsiteX369" fmla="*/ 179546 w 360997"/>
                <a:gd name="connsiteY369" fmla="*/ 404336 h 571500"/>
                <a:gd name="connsiteX370" fmla="*/ 179070 w 360997"/>
                <a:gd name="connsiteY370" fmla="*/ 402431 h 571500"/>
                <a:gd name="connsiteX371" fmla="*/ 178118 w 360997"/>
                <a:gd name="connsiteY371" fmla="*/ 401955 h 571500"/>
                <a:gd name="connsiteX372" fmla="*/ 176689 w 360997"/>
                <a:gd name="connsiteY372" fmla="*/ 403860 h 571500"/>
                <a:gd name="connsiteX373" fmla="*/ 176213 w 360997"/>
                <a:gd name="connsiteY373" fmla="*/ 409099 h 571500"/>
                <a:gd name="connsiteX374" fmla="*/ 176213 w 360997"/>
                <a:gd name="connsiteY374" fmla="*/ 411956 h 571500"/>
                <a:gd name="connsiteX375" fmla="*/ 175260 w 360997"/>
                <a:gd name="connsiteY375" fmla="*/ 413861 h 571500"/>
                <a:gd name="connsiteX376" fmla="*/ 172878 w 360997"/>
                <a:gd name="connsiteY376" fmla="*/ 411956 h 571500"/>
                <a:gd name="connsiteX377" fmla="*/ 173355 w 360997"/>
                <a:gd name="connsiteY377" fmla="*/ 407194 h 571500"/>
                <a:gd name="connsiteX378" fmla="*/ 173355 w 360997"/>
                <a:gd name="connsiteY378" fmla="*/ 399097 h 571500"/>
                <a:gd name="connsiteX379" fmla="*/ 171450 w 360997"/>
                <a:gd name="connsiteY379" fmla="*/ 389572 h 571500"/>
                <a:gd name="connsiteX380" fmla="*/ 171450 w 360997"/>
                <a:gd name="connsiteY380" fmla="*/ 385763 h 571500"/>
                <a:gd name="connsiteX381" fmla="*/ 166688 w 360997"/>
                <a:gd name="connsiteY381" fmla="*/ 376714 h 571500"/>
                <a:gd name="connsiteX382" fmla="*/ 166211 w 360997"/>
                <a:gd name="connsiteY382" fmla="*/ 369570 h 571500"/>
                <a:gd name="connsiteX383" fmla="*/ 161925 w 360997"/>
                <a:gd name="connsiteY383" fmla="*/ 355759 h 571500"/>
                <a:gd name="connsiteX384" fmla="*/ 158115 w 360997"/>
                <a:gd name="connsiteY384" fmla="*/ 350996 h 571500"/>
                <a:gd name="connsiteX385" fmla="*/ 154305 w 360997"/>
                <a:gd name="connsiteY385" fmla="*/ 347186 h 571500"/>
                <a:gd name="connsiteX386" fmla="*/ 152400 w 360997"/>
                <a:gd name="connsiteY386" fmla="*/ 344329 h 571500"/>
                <a:gd name="connsiteX387" fmla="*/ 151924 w 360997"/>
                <a:gd name="connsiteY387" fmla="*/ 341947 h 571500"/>
                <a:gd name="connsiteX388" fmla="*/ 153828 w 360997"/>
                <a:gd name="connsiteY388" fmla="*/ 330994 h 571500"/>
                <a:gd name="connsiteX389" fmla="*/ 153828 w 360997"/>
                <a:gd name="connsiteY389" fmla="*/ 325279 h 571500"/>
                <a:gd name="connsiteX390" fmla="*/ 153828 w 360997"/>
                <a:gd name="connsiteY390" fmla="*/ 321469 h 571500"/>
                <a:gd name="connsiteX391" fmla="*/ 152400 w 360997"/>
                <a:gd name="connsiteY391" fmla="*/ 319564 h 571500"/>
                <a:gd name="connsiteX392" fmla="*/ 150495 w 360997"/>
                <a:gd name="connsiteY392" fmla="*/ 317182 h 571500"/>
                <a:gd name="connsiteX393" fmla="*/ 152876 w 360997"/>
                <a:gd name="connsiteY393" fmla="*/ 317659 h 571500"/>
                <a:gd name="connsiteX394" fmla="*/ 157163 w 360997"/>
                <a:gd name="connsiteY394" fmla="*/ 321469 h 571500"/>
                <a:gd name="connsiteX395" fmla="*/ 158591 w 360997"/>
                <a:gd name="connsiteY395" fmla="*/ 321469 h 571500"/>
                <a:gd name="connsiteX396" fmla="*/ 160496 w 360997"/>
                <a:gd name="connsiteY396" fmla="*/ 320992 h 571500"/>
                <a:gd name="connsiteX397" fmla="*/ 174784 w 360997"/>
                <a:gd name="connsiteY397" fmla="*/ 310039 h 571500"/>
                <a:gd name="connsiteX398" fmla="*/ 184309 w 360997"/>
                <a:gd name="connsiteY398" fmla="*/ 298609 h 571500"/>
                <a:gd name="connsiteX399" fmla="*/ 191452 w 360997"/>
                <a:gd name="connsiteY399" fmla="*/ 292417 h 571500"/>
                <a:gd name="connsiteX400" fmla="*/ 195739 w 360997"/>
                <a:gd name="connsiteY400" fmla="*/ 289560 h 571500"/>
                <a:gd name="connsiteX401" fmla="*/ 200501 w 360997"/>
                <a:gd name="connsiteY401" fmla="*/ 287179 h 571500"/>
                <a:gd name="connsiteX402" fmla="*/ 202406 w 360997"/>
                <a:gd name="connsiteY402" fmla="*/ 288131 h 571500"/>
                <a:gd name="connsiteX403" fmla="*/ 204311 w 360997"/>
                <a:gd name="connsiteY403" fmla="*/ 288131 h 571500"/>
                <a:gd name="connsiteX404" fmla="*/ 205264 w 360997"/>
                <a:gd name="connsiteY404" fmla="*/ 282892 h 571500"/>
                <a:gd name="connsiteX405" fmla="*/ 207645 w 360997"/>
                <a:gd name="connsiteY405" fmla="*/ 285750 h 571500"/>
                <a:gd name="connsiteX406" fmla="*/ 210026 w 360997"/>
                <a:gd name="connsiteY406" fmla="*/ 284797 h 571500"/>
                <a:gd name="connsiteX407" fmla="*/ 210502 w 360997"/>
                <a:gd name="connsiteY407" fmla="*/ 281940 h 571500"/>
                <a:gd name="connsiteX408" fmla="*/ 213360 w 360997"/>
                <a:gd name="connsiteY408" fmla="*/ 278130 h 571500"/>
                <a:gd name="connsiteX409" fmla="*/ 214789 w 360997"/>
                <a:gd name="connsiteY409" fmla="*/ 276225 h 571500"/>
                <a:gd name="connsiteX410" fmla="*/ 221932 w 360997"/>
                <a:gd name="connsiteY410" fmla="*/ 268605 h 571500"/>
                <a:gd name="connsiteX411" fmla="*/ 227171 w 360997"/>
                <a:gd name="connsiteY411" fmla="*/ 262414 h 571500"/>
                <a:gd name="connsiteX412" fmla="*/ 227647 w 360997"/>
                <a:gd name="connsiteY412" fmla="*/ 260985 h 571500"/>
                <a:gd name="connsiteX413" fmla="*/ 228124 w 360997"/>
                <a:gd name="connsiteY413" fmla="*/ 257651 h 571500"/>
                <a:gd name="connsiteX414" fmla="*/ 230505 w 360997"/>
                <a:gd name="connsiteY414" fmla="*/ 255746 h 571500"/>
                <a:gd name="connsiteX415" fmla="*/ 231934 w 360997"/>
                <a:gd name="connsiteY415" fmla="*/ 254794 h 571500"/>
                <a:gd name="connsiteX416" fmla="*/ 238601 w 360997"/>
                <a:gd name="connsiteY416" fmla="*/ 249079 h 571500"/>
                <a:gd name="connsiteX417" fmla="*/ 247650 w 360997"/>
                <a:gd name="connsiteY417" fmla="*/ 243364 h 571500"/>
                <a:gd name="connsiteX418" fmla="*/ 259080 w 360997"/>
                <a:gd name="connsiteY418" fmla="*/ 237172 h 571500"/>
                <a:gd name="connsiteX419" fmla="*/ 266224 w 360997"/>
                <a:gd name="connsiteY419" fmla="*/ 234315 h 571500"/>
                <a:gd name="connsiteX420" fmla="*/ 267176 w 360997"/>
                <a:gd name="connsiteY420" fmla="*/ 232886 h 571500"/>
                <a:gd name="connsiteX421" fmla="*/ 269557 w 360997"/>
                <a:gd name="connsiteY421" fmla="*/ 231934 h 571500"/>
                <a:gd name="connsiteX422" fmla="*/ 277177 w 360997"/>
                <a:gd name="connsiteY422" fmla="*/ 229076 h 571500"/>
                <a:gd name="connsiteX423" fmla="*/ 285750 w 360997"/>
                <a:gd name="connsiteY423" fmla="*/ 226219 h 571500"/>
                <a:gd name="connsiteX424" fmla="*/ 287178 w 360997"/>
                <a:gd name="connsiteY424" fmla="*/ 225266 h 571500"/>
                <a:gd name="connsiteX425" fmla="*/ 288607 w 360997"/>
                <a:gd name="connsiteY425" fmla="*/ 224790 h 571500"/>
                <a:gd name="connsiteX426" fmla="*/ 290036 w 360997"/>
                <a:gd name="connsiteY426" fmla="*/ 225266 h 571500"/>
                <a:gd name="connsiteX427" fmla="*/ 294322 w 360997"/>
                <a:gd name="connsiteY427" fmla="*/ 224790 h 571500"/>
                <a:gd name="connsiteX428" fmla="*/ 297180 w 360997"/>
                <a:gd name="connsiteY428" fmla="*/ 223361 h 571500"/>
                <a:gd name="connsiteX429" fmla="*/ 301466 w 360997"/>
                <a:gd name="connsiteY429" fmla="*/ 222409 h 571500"/>
                <a:gd name="connsiteX430" fmla="*/ 304800 w 360997"/>
                <a:gd name="connsiteY430" fmla="*/ 218122 h 571500"/>
                <a:gd name="connsiteX431" fmla="*/ 306705 w 360997"/>
                <a:gd name="connsiteY431" fmla="*/ 216217 h 571500"/>
                <a:gd name="connsiteX432" fmla="*/ 319564 w 360997"/>
                <a:gd name="connsiteY432" fmla="*/ 209074 h 571500"/>
                <a:gd name="connsiteX433" fmla="*/ 324326 w 360997"/>
                <a:gd name="connsiteY433" fmla="*/ 205264 h 571500"/>
                <a:gd name="connsiteX434" fmla="*/ 327184 w 360997"/>
                <a:gd name="connsiteY434" fmla="*/ 203835 h 571500"/>
                <a:gd name="connsiteX435" fmla="*/ 325278 w 360997"/>
                <a:gd name="connsiteY435" fmla="*/ 199072 h 571500"/>
                <a:gd name="connsiteX436" fmla="*/ 327660 w 360997"/>
                <a:gd name="connsiteY436" fmla="*/ 197644 h 571500"/>
                <a:gd name="connsiteX437" fmla="*/ 331946 w 360997"/>
                <a:gd name="connsiteY437" fmla="*/ 196691 h 571500"/>
                <a:gd name="connsiteX438" fmla="*/ 335756 w 360997"/>
                <a:gd name="connsiteY438" fmla="*/ 190976 h 571500"/>
                <a:gd name="connsiteX439" fmla="*/ 336232 w 360997"/>
                <a:gd name="connsiteY439" fmla="*/ 189547 h 571500"/>
                <a:gd name="connsiteX440" fmla="*/ 336232 w 360997"/>
                <a:gd name="connsiteY440" fmla="*/ 188119 h 571500"/>
                <a:gd name="connsiteX441" fmla="*/ 339566 w 360997"/>
                <a:gd name="connsiteY441" fmla="*/ 184309 h 571500"/>
                <a:gd name="connsiteX442" fmla="*/ 343376 w 360997"/>
                <a:gd name="connsiteY442" fmla="*/ 180975 h 571500"/>
                <a:gd name="connsiteX443" fmla="*/ 351472 w 360997"/>
                <a:gd name="connsiteY443" fmla="*/ 170974 h 571500"/>
                <a:gd name="connsiteX444" fmla="*/ 354806 w 360997"/>
                <a:gd name="connsiteY444" fmla="*/ 163354 h 571500"/>
                <a:gd name="connsiteX445" fmla="*/ 354806 w 360997"/>
                <a:gd name="connsiteY445" fmla="*/ 160972 h 571500"/>
                <a:gd name="connsiteX446" fmla="*/ 353377 w 360997"/>
                <a:gd name="connsiteY446" fmla="*/ 158591 h 571500"/>
                <a:gd name="connsiteX447" fmla="*/ 354330 w 360997"/>
                <a:gd name="connsiteY447" fmla="*/ 157163 h 571500"/>
                <a:gd name="connsiteX448" fmla="*/ 356235 w 360997"/>
                <a:gd name="connsiteY448" fmla="*/ 156686 h 571500"/>
                <a:gd name="connsiteX449" fmla="*/ 355759 w 360997"/>
                <a:gd name="connsiteY449" fmla="*/ 154781 h 571500"/>
                <a:gd name="connsiteX450" fmla="*/ 356235 w 360997"/>
                <a:gd name="connsiteY450" fmla="*/ 151924 h 571500"/>
                <a:gd name="connsiteX451" fmla="*/ 359093 w 360997"/>
                <a:gd name="connsiteY451" fmla="*/ 149066 h 571500"/>
                <a:gd name="connsiteX452" fmla="*/ 360997 w 360997"/>
                <a:gd name="connsiteY452" fmla="*/ 147161 h 571500"/>
                <a:gd name="connsiteX453" fmla="*/ 360997 w 360997"/>
                <a:gd name="connsiteY453" fmla="*/ 14478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60997" h="571500">
                  <a:moveTo>
                    <a:pt x="360521" y="141922"/>
                  </a:moveTo>
                  <a:lnTo>
                    <a:pt x="360521" y="139541"/>
                  </a:lnTo>
                  <a:lnTo>
                    <a:pt x="360045" y="138589"/>
                  </a:lnTo>
                  <a:lnTo>
                    <a:pt x="360521" y="136207"/>
                  </a:lnTo>
                  <a:lnTo>
                    <a:pt x="358616" y="134779"/>
                  </a:lnTo>
                  <a:lnTo>
                    <a:pt x="357188" y="134779"/>
                  </a:lnTo>
                  <a:lnTo>
                    <a:pt x="354330" y="138589"/>
                  </a:lnTo>
                  <a:lnTo>
                    <a:pt x="354330" y="135731"/>
                  </a:lnTo>
                  <a:lnTo>
                    <a:pt x="354330" y="133826"/>
                  </a:lnTo>
                  <a:lnTo>
                    <a:pt x="356711" y="130016"/>
                  </a:lnTo>
                  <a:lnTo>
                    <a:pt x="356711" y="127635"/>
                  </a:lnTo>
                  <a:lnTo>
                    <a:pt x="354806" y="127159"/>
                  </a:lnTo>
                  <a:lnTo>
                    <a:pt x="352901" y="126206"/>
                  </a:lnTo>
                  <a:lnTo>
                    <a:pt x="352901" y="124301"/>
                  </a:lnTo>
                  <a:lnTo>
                    <a:pt x="352425" y="114776"/>
                  </a:lnTo>
                  <a:lnTo>
                    <a:pt x="351472" y="107156"/>
                  </a:lnTo>
                  <a:lnTo>
                    <a:pt x="351472" y="104299"/>
                  </a:lnTo>
                  <a:lnTo>
                    <a:pt x="350996" y="101917"/>
                  </a:lnTo>
                  <a:lnTo>
                    <a:pt x="352425" y="99060"/>
                  </a:lnTo>
                  <a:lnTo>
                    <a:pt x="351472" y="96203"/>
                  </a:lnTo>
                  <a:lnTo>
                    <a:pt x="351949" y="93821"/>
                  </a:lnTo>
                  <a:lnTo>
                    <a:pt x="351472" y="90011"/>
                  </a:lnTo>
                  <a:lnTo>
                    <a:pt x="351949" y="88106"/>
                  </a:lnTo>
                  <a:lnTo>
                    <a:pt x="351949" y="85725"/>
                  </a:lnTo>
                  <a:lnTo>
                    <a:pt x="347186" y="85725"/>
                  </a:lnTo>
                  <a:lnTo>
                    <a:pt x="347186" y="83820"/>
                  </a:lnTo>
                  <a:lnTo>
                    <a:pt x="347663" y="82867"/>
                  </a:lnTo>
                  <a:lnTo>
                    <a:pt x="351472" y="80010"/>
                  </a:lnTo>
                  <a:lnTo>
                    <a:pt x="351949" y="77629"/>
                  </a:lnTo>
                  <a:lnTo>
                    <a:pt x="352425" y="73819"/>
                  </a:lnTo>
                  <a:lnTo>
                    <a:pt x="350996" y="70009"/>
                  </a:lnTo>
                  <a:lnTo>
                    <a:pt x="349091" y="68580"/>
                  </a:lnTo>
                  <a:lnTo>
                    <a:pt x="350044" y="65246"/>
                  </a:lnTo>
                  <a:lnTo>
                    <a:pt x="349568" y="62865"/>
                  </a:lnTo>
                  <a:lnTo>
                    <a:pt x="349568" y="56197"/>
                  </a:lnTo>
                  <a:lnTo>
                    <a:pt x="350520" y="51911"/>
                  </a:lnTo>
                  <a:lnTo>
                    <a:pt x="350044" y="50006"/>
                  </a:lnTo>
                  <a:lnTo>
                    <a:pt x="349091" y="46672"/>
                  </a:lnTo>
                  <a:lnTo>
                    <a:pt x="347186" y="40481"/>
                  </a:lnTo>
                  <a:lnTo>
                    <a:pt x="348139" y="33338"/>
                  </a:lnTo>
                  <a:lnTo>
                    <a:pt x="346234" y="29051"/>
                  </a:lnTo>
                  <a:lnTo>
                    <a:pt x="346710" y="27146"/>
                  </a:lnTo>
                  <a:lnTo>
                    <a:pt x="349091" y="24289"/>
                  </a:lnTo>
                  <a:lnTo>
                    <a:pt x="350996" y="20003"/>
                  </a:lnTo>
                  <a:lnTo>
                    <a:pt x="350520" y="19050"/>
                  </a:lnTo>
                  <a:lnTo>
                    <a:pt x="349568" y="18097"/>
                  </a:lnTo>
                  <a:lnTo>
                    <a:pt x="350044" y="15716"/>
                  </a:lnTo>
                  <a:lnTo>
                    <a:pt x="352901" y="12382"/>
                  </a:lnTo>
                  <a:lnTo>
                    <a:pt x="349091" y="10001"/>
                  </a:lnTo>
                  <a:lnTo>
                    <a:pt x="351472" y="8572"/>
                  </a:lnTo>
                  <a:lnTo>
                    <a:pt x="353377" y="6667"/>
                  </a:lnTo>
                  <a:lnTo>
                    <a:pt x="350044" y="3334"/>
                  </a:lnTo>
                  <a:lnTo>
                    <a:pt x="348139" y="0"/>
                  </a:lnTo>
                  <a:lnTo>
                    <a:pt x="344328" y="2857"/>
                  </a:lnTo>
                  <a:lnTo>
                    <a:pt x="338138" y="7144"/>
                  </a:lnTo>
                  <a:lnTo>
                    <a:pt x="331946" y="11906"/>
                  </a:lnTo>
                  <a:lnTo>
                    <a:pt x="326231" y="14764"/>
                  </a:lnTo>
                  <a:lnTo>
                    <a:pt x="321945" y="16669"/>
                  </a:lnTo>
                  <a:lnTo>
                    <a:pt x="317659" y="17145"/>
                  </a:lnTo>
                  <a:lnTo>
                    <a:pt x="313372" y="19050"/>
                  </a:lnTo>
                  <a:lnTo>
                    <a:pt x="309563" y="21907"/>
                  </a:lnTo>
                  <a:lnTo>
                    <a:pt x="304324" y="23813"/>
                  </a:lnTo>
                  <a:lnTo>
                    <a:pt x="298132" y="23813"/>
                  </a:lnTo>
                  <a:lnTo>
                    <a:pt x="291465" y="25717"/>
                  </a:lnTo>
                  <a:lnTo>
                    <a:pt x="284797" y="29528"/>
                  </a:lnTo>
                  <a:lnTo>
                    <a:pt x="280988" y="31909"/>
                  </a:lnTo>
                  <a:lnTo>
                    <a:pt x="275272" y="28575"/>
                  </a:lnTo>
                  <a:lnTo>
                    <a:pt x="270510" y="27622"/>
                  </a:lnTo>
                  <a:lnTo>
                    <a:pt x="264795" y="27622"/>
                  </a:lnTo>
                  <a:lnTo>
                    <a:pt x="261938" y="28099"/>
                  </a:lnTo>
                  <a:lnTo>
                    <a:pt x="260509" y="28575"/>
                  </a:lnTo>
                  <a:lnTo>
                    <a:pt x="259556" y="30956"/>
                  </a:lnTo>
                  <a:lnTo>
                    <a:pt x="258603" y="34290"/>
                  </a:lnTo>
                  <a:lnTo>
                    <a:pt x="255270" y="37624"/>
                  </a:lnTo>
                  <a:lnTo>
                    <a:pt x="249078" y="40957"/>
                  </a:lnTo>
                  <a:lnTo>
                    <a:pt x="242888" y="41910"/>
                  </a:lnTo>
                  <a:lnTo>
                    <a:pt x="237649" y="41434"/>
                  </a:lnTo>
                  <a:lnTo>
                    <a:pt x="234315" y="40005"/>
                  </a:lnTo>
                  <a:lnTo>
                    <a:pt x="232410" y="38100"/>
                  </a:lnTo>
                  <a:lnTo>
                    <a:pt x="229552" y="37147"/>
                  </a:lnTo>
                  <a:lnTo>
                    <a:pt x="226219" y="37624"/>
                  </a:lnTo>
                  <a:lnTo>
                    <a:pt x="222409" y="38576"/>
                  </a:lnTo>
                  <a:lnTo>
                    <a:pt x="219551" y="41434"/>
                  </a:lnTo>
                  <a:lnTo>
                    <a:pt x="213836" y="42386"/>
                  </a:lnTo>
                  <a:lnTo>
                    <a:pt x="206693" y="41910"/>
                  </a:lnTo>
                  <a:lnTo>
                    <a:pt x="202882" y="40957"/>
                  </a:lnTo>
                  <a:lnTo>
                    <a:pt x="202406" y="38576"/>
                  </a:lnTo>
                  <a:lnTo>
                    <a:pt x="199072" y="36195"/>
                  </a:lnTo>
                  <a:lnTo>
                    <a:pt x="193357" y="33338"/>
                  </a:lnTo>
                  <a:lnTo>
                    <a:pt x="189071" y="33338"/>
                  </a:lnTo>
                  <a:lnTo>
                    <a:pt x="186214" y="36195"/>
                  </a:lnTo>
                  <a:lnTo>
                    <a:pt x="183832" y="37624"/>
                  </a:lnTo>
                  <a:lnTo>
                    <a:pt x="181451" y="38576"/>
                  </a:lnTo>
                  <a:lnTo>
                    <a:pt x="179546" y="38576"/>
                  </a:lnTo>
                  <a:lnTo>
                    <a:pt x="177641" y="38100"/>
                  </a:lnTo>
                  <a:lnTo>
                    <a:pt x="176689" y="37624"/>
                  </a:lnTo>
                  <a:lnTo>
                    <a:pt x="168593" y="37624"/>
                  </a:lnTo>
                  <a:lnTo>
                    <a:pt x="160972" y="37624"/>
                  </a:lnTo>
                  <a:lnTo>
                    <a:pt x="160972" y="37624"/>
                  </a:lnTo>
                  <a:lnTo>
                    <a:pt x="160972" y="42863"/>
                  </a:lnTo>
                  <a:lnTo>
                    <a:pt x="160020" y="47625"/>
                  </a:lnTo>
                  <a:lnTo>
                    <a:pt x="158591" y="51435"/>
                  </a:lnTo>
                  <a:lnTo>
                    <a:pt x="157639" y="53816"/>
                  </a:lnTo>
                  <a:lnTo>
                    <a:pt x="156686" y="53816"/>
                  </a:lnTo>
                  <a:lnTo>
                    <a:pt x="155257" y="55245"/>
                  </a:lnTo>
                  <a:lnTo>
                    <a:pt x="152876" y="57150"/>
                  </a:lnTo>
                  <a:lnTo>
                    <a:pt x="152400" y="58579"/>
                  </a:lnTo>
                  <a:lnTo>
                    <a:pt x="152400" y="59531"/>
                  </a:lnTo>
                  <a:lnTo>
                    <a:pt x="152876" y="61436"/>
                  </a:lnTo>
                  <a:lnTo>
                    <a:pt x="152400" y="64294"/>
                  </a:lnTo>
                  <a:lnTo>
                    <a:pt x="152400" y="65722"/>
                  </a:lnTo>
                  <a:lnTo>
                    <a:pt x="151924" y="66199"/>
                  </a:lnTo>
                  <a:lnTo>
                    <a:pt x="155257" y="73819"/>
                  </a:lnTo>
                  <a:lnTo>
                    <a:pt x="155734" y="78105"/>
                  </a:lnTo>
                  <a:lnTo>
                    <a:pt x="154781" y="81439"/>
                  </a:lnTo>
                  <a:lnTo>
                    <a:pt x="154781" y="84772"/>
                  </a:lnTo>
                  <a:lnTo>
                    <a:pt x="155734" y="87630"/>
                  </a:lnTo>
                  <a:lnTo>
                    <a:pt x="155734" y="90964"/>
                  </a:lnTo>
                  <a:lnTo>
                    <a:pt x="155734" y="94774"/>
                  </a:lnTo>
                  <a:lnTo>
                    <a:pt x="155734" y="97631"/>
                  </a:lnTo>
                  <a:lnTo>
                    <a:pt x="157163" y="98584"/>
                  </a:lnTo>
                  <a:lnTo>
                    <a:pt x="157639" y="101917"/>
                  </a:lnTo>
                  <a:lnTo>
                    <a:pt x="157639" y="103822"/>
                  </a:lnTo>
                  <a:lnTo>
                    <a:pt x="159068" y="104775"/>
                  </a:lnTo>
                  <a:lnTo>
                    <a:pt x="162877" y="108109"/>
                  </a:lnTo>
                  <a:lnTo>
                    <a:pt x="170974" y="116681"/>
                  </a:lnTo>
                  <a:lnTo>
                    <a:pt x="175260" y="122396"/>
                  </a:lnTo>
                  <a:lnTo>
                    <a:pt x="179070" y="127159"/>
                  </a:lnTo>
                  <a:lnTo>
                    <a:pt x="185738" y="136207"/>
                  </a:lnTo>
                  <a:lnTo>
                    <a:pt x="190976" y="143351"/>
                  </a:lnTo>
                  <a:lnTo>
                    <a:pt x="191928" y="150019"/>
                  </a:lnTo>
                  <a:lnTo>
                    <a:pt x="192881" y="150971"/>
                  </a:lnTo>
                  <a:lnTo>
                    <a:pt x="190976" y="155734"/>
                  </a:lnTo>
                  <a:lnTo>
                    <a:pt x="189547" y="163830"/>
                  </a:lnTo>
                  <a:lnTo>
                    <a:pt x="190500" y="169069"/>
                  </a:lnTo>
                  <a:lnTo>
                    <a:pt x="190500" y="178117"/>
                  </a:lnTo>
                  <a:lnTo>
                    <a:pt x="189071" y="187642"/>
                  </a:lnTo>
                  <a:lnTo>
                    <a:pt x="188119" y="190976"/>
                  </a:lnTo>
                  <a:lnTo>
                    <a:pt x="186690" y="192405"/>
                  </a:lnTo>
                  <a:lnTo>
                    <a:pt x="182880" y="193357"/>
                  </a:lnTo>
                  <a:lnTo>
                    <a:pt x="174784" y="194310"/>
                  </a:lnTo>
                  <a:lnTo>
                    <a:pt x="173355" y="195739"/>
                  </a:lnTo>
                  <a:lnTo>
                    <a:pt x="172402" y="197644"/>
                  </a:lnTo>
                  <a:lnTo>
                    <a:pt x="170497" y="201930"/>
                  </a:lnTo>
                  <a:lnTo>
                    <a:pt x="168593" y="206216"/>
                  </a:lnTo>
                  <a:lnTo>
                    <a:pt x="168116" y="208121"/>
                  </a:lnTo>
                  <a:lnTo>
                    <a:pt x="168593" y="208597"/>
                  </a:lnTo>
                  <a:lnTo>
                    <a:pt x="170021" y="210979"/>
                  </a:lnTo>
                  <a:lnTo>
                    <a:pt x="171926" y="216694"/>
                  </a:lnTo>
                  <a:lnTo>
                    <a:pt x="172402" y="226695"/>
                  </a:lnTo>
                  <a:lnTo>
                    <a:pt x="171450" y="227647"/>
                  </a:lnTo>
                  <a:lnTo>
                    <a:pt x="169069" y="228124"/>
                  </a:lnTo>
                  <a:lnTo>
                    <a:pt x="166688" y="227647"/>
                  </a:lnTo>
                  <a:lnTo>
                    <a:pt x="165735" y="227171"/>
                  </a:lnTo>
                  <a:lnTo>
                    <a:pt x="164782" y="226219"/>
                  </a:lnTo>
                  <a:lnTo>
                    <a:pt x="163830" y="223838"/>
                  </a:lnTo>
                  <a:lnTo>
                    <a:pt x="165735" y="222409"/>
                  </a:lnTo>
                  <a:lnTo>
                    <a:pt x="166211" y="220028"/>
                  </a:lnTo>
                  <a:lnTo>
                    <a:pt x="165259" y="217646"/>
                  </a:lnTo>
                  <a:lnTo>
                    <a:pt x="162877" y="217170"/>
                  </a:lnTo>
                  <a:lnTo>
                    <a:pt x="160020" y="215265"/>
                  </a:lnTo>
                  <a:lnTo>
                    <a:pt x="154305" y="208597"/>
                  </a:lnTo>
                  <a:lnTo>
                    <a:pt x="149066" y="203835"/>
                  </a:lnTo>
                  <a:lnTo>
                    <a:pt x="146209" y="200025"/>
                  </a:lnTo>
                  <a:lnTo>
                    <a:pt x="143351" y="198596"/>
                  </a:lnTo>
                  <a:lnTo>
                    <a:pt x="142399" y="197644"/>
                  </a:lnTo>
                  <a:lnTo>
                    <a:pt x="141922" y="195739"/>
                  </a:lnTo>
                  <a:lnTo>
                    <a:pt x="141922" y="193357"/>
                  </a:lnTo>
                  <a:lnTo>
                    <a:pt x="141922" y="191453"/>
                  </a:lnTo>
                  <a:lnTo>
                    <a:pt x="140970" y="189547"/>
                  </a:lnTo>
                  <a:lnTo>
                    <a:pt x="138113" y="186690"/>
                  </a:lnTo>
                  <a:lnTo>
                    <a:pt x="136684" y="185261"/>
                  </a:lnTo>
                  <a:lnTo>
                    <a:pt x="136684" y="182880"/>
                  </a:lnTo>
                  <a:lnTo>
                    <a:pt x="138113" y="180975"/>
                  </a:lnTo>
                  <a:lnTo>
                    <a:pt x="140494" y="178594"/>
                  </a:lnTo>
                  <a:lnTo>
                    <a:pt x="142399" y="173831"/>
                  </a:lnTo>
                  <a:lnTo>
                    <a:pt x="143351" y="170974"/>
                  </a:lnTo>
                  <a:lnTo>
                    <a:pt x="146685" y="164782"/>
                  </a:lnTo>
                  <a:lnTo>
                    <a:pt x="147161" y="159544"/>
                  </a:lnTo>
                  <a:lnTo>
                    <a:pt x="147161" y="155257"/>
                  </a:lnTo>
                  <a:lnTo>
                    <a:pt x="147161" y="151924"/>
                  </a:lnTo>
                  <a:lnTo>
                    <a:pt x="146209" y="145256"/>
                  </a:lnTo>
                  <a:lnTo>
                    <a:pt x="145732" y="140970"/>
                  </a:lnTo>
                  <a:lnTo>
                    <a:pt x="140970" y="134779"/>
                  </a:lnTo>
                  <a:lnTo>
                    <a:pt x="139541" y="134303"/>
                  </a:lnTo>
                  <a:lnTo>
                    <a:pt x="135255" y="134779"/>
                  </a:lnTo>
                  <a:lnTo>
                    <a:pt x="131921" y="135731"/>
                  </a:lnTo>
                  <a:lnTo>
                    <a:pt x="130016" y="136684"/>
                  </a:lnTo>
                  <a:lnTo>
                    <a:pt x="127159" y="137160"/>
                  </a:lnTo>
                  <a:lnTo>
                    <a:pt x="120015" y="138113"/>
                  </a:lnTo>
                  <a:lnTo>
                    <a:pt x="118110" y="138589"/>
                  </a:lnTo>
                  <a:lnTo>
                    <a:pt x="116681" y="139541"/>
                  </a:lnTo>
                  <a:lnTo>
                    <a:pt x="116205" y="139541"/>
                  </a:lnTo>
                  <a:lnTo>
                    <a:pt x="111443" y="135255"/>
                  </a:lnTo>
                  <a:lnTo>
                    <a:pt x="107632" y="130016"/>
                  </a:lnTo>
                  <a:lnTo>
                    <a:pt x="102394" y="121920"/>
                  </a:lnTo>
                  <a:lnTo>
                    <a:pt x="100965" y="120491"/>
                  </a:lnTo>
                  <a:lnTo>
                    <a:pt x="93821" y="123349"/>
                  </a:lnTo>
                  <a:lnTo>
                    <a:pt x="90011" y="124301"/>
                  </a:lnTo>
                  <a:lnTo>
                    <a:pt x="79057" y="128111"/>
                  </a:lnTo>
                  <a:lnTo>
                    <a:pt x="69532" y="131445"/>
                  </a:lnTo>
                  <a:lnTo>
                    <a:pt x="67151" y="131921"/>
                  </a:lnTo>
                  <a:lnTo>
                    <a:pt x="62389" y="133350"/>
                  </a:lnTo>
                  <a:lnTo>
                    <a:pt x="59531" y="134303"/>
                  </a:lnTo>
                  <a:lnTo>
                    <a:pt x="50959" y="137160"/>
                  </a:lnTo>
                  <a:lnTo>
                    <a:pt x="47625" y="138589"/>
                  </a:lnTo>
                  <a:lnTo>
                    <a:pt x="44768" y="140017"/>
                  </a:lnTo>
                  <a:lnTo>
                    <a:pt x="37624" y="141922"/>
                  </a:lnTo>
                  <a:lnTo>
                    <a:pt x="30956" y="143828"/>
                  </a:lnTo>
                  <a:lnTo>
                    <a:pt x="23336" y="146209"/>
                  </a:lnTo>
                  <a:lnTo>
                    <a:pt x="15240" y="148114"/>
                  </a:lnTo>
                  <a:lnTo>
                    <a:pt x="10477" y="150019"/>
                  </a:lnTo>
                  <a:lnTo>
                    <a:pt x="7620" y="151447"/>
                  </a:lnTo>
                  <a:lnTo>
                    <a:pt x="0" y="154305"/>
                  </a:lnTo>
                  <a:lnTo>
                    <a:pt x="0" y="154781"/>
                  </a:lnTo>
                  <a:lnTo>
                    <a:pt x="0" y="156686"/>
                  </a:lnTo>
                  <a:lnTo>
                    <a:pt x="952" y="160972"/>
                  </a:lnTo>
                  <a:lnTo>
                    <a:pt x="2857" y="164306"/>
                  </a:lnTo>
                  <a:lnTo>
                    <a:pt x="4286" y="166688"/>
                  </a:lnTo>
                  <a:lnTo>
                    <a:pt x="5239" y="171926"/>
                  </a:lnTo>
                  <a:lnTo>
                    <a:pt x="5715" y="176689"/>
                  </a:lnTo>
                  <a:lnTo>
                    <a:pt x="5715" y="181928"/>
                  </a:lnTo>
                  <a:lnTo>
                    <a:pt x="6191" y="188119"/>
                  </a:lnTo>
                  <a:lnTo>
                    <a:pt x="7144" y="188595"/>
                  </a:lnTo>
                  <a:lnTo>
                    <a:pt x="13811" y="189071"/>
                  </a:lnTo>
                  <a:lnTo>
                    <a:pt x="24289" y="189547"/>
                  </a:lnTo>
                  <a:lnTo>
                    <a:pt x="34290" y="189547"/>
                  </a:lnTo>
                  <a:lnTo>
                    <a:pt x="40957" y="194310"/>
                  </a:lnTo>
                  <a:lnTo>
                    <a:pt x="42863" y="195263"/>
                  </a:lnTo>
                  <a:lnTo>
                    <a:pt x="49530" y="196215"/>
                  </a:lnTo>
                  <a:lnTo>
                    <a:pt x="58102" y="203835"/>
                  </a:lnTo>
                  <a:lnTo>
                    <a:pt x="68580" y="204311"/>
                  </a:lnTo>
                  <a:lnTo>
                    <a:pt x="75724" y="206692"/>
                  </a:lnTo>
                  <a:lnTo>
                    <a:pt x="81915" y="209074"/>
                  </a:lnTo>
                  <a:lnTo>
                    <a:pt x="85725" y="212407"/>
                  </a:lnTo>
                  <a:lnTo>
                    <a:pt x="88106" y="212884"/>
                  </a:lnTo>
                  <a:lnTo>
                    <a:pt x="90964" y="213360"/>
                  </a:lnTo>
                  <a:lnTo>
                    <a:pt x="92393" y="213360"/>
                  </a:lnTo>
                  <a:lnTo>
                    <a:pt x="92393" y="215741"/>
                  </a:lnTo>
                  <a:lnTo>
                    <a:pt x="90011" y="219551"/>
                  </a:lnTo>
                  <a:lnTo>
                    <a:pt x="90488" y="224790"/>
                  </a:lnTo>
                  <a:lnTo>
                    <a:pt x="93345" y="231934"/>
                  </a:lnTo>
                  <a:lnTo>
                    <a:pt x="93821" y="238601"/>
                  </a:lnTo>
                  <a:lnTo>
                    <a:pt x="92869" y="250031"/>
                  </a:lnTo>
                  <a:lnTo>
                    <a:pt x="92869" y="260985"/>
                  </a:lnTo>
                  <a:lnTo>
                    <a:pt x="93345" y="264795"/>
                  </a:lnTo>
                  <a:lnTo>
                    <a:pt x="93821" y="267653"/>
                  </a:lnTo>
                  <a:lnTo>
                    <a:pt x="94297" y="269081"/>
                  </a:lnTo>
                  <a:lnTo>
                    <a:pt x="94297" y="270510"/>
                  </a:lnTo>
                  <a:lnTo>
                    <a:pt x="92393" y="275272"/>
                  </a:lnTo>
                  <a:lnTo>
                    <a:pt x="90964" y="280035"/>
                  </a:lnTo>
                  <a:lnTo>
                    <a:pt x="90964" y="281940"/>
                  </a:lnTo>
                  <a:lnTo>
                    <a:pt x="90488" y="283369"/>
                  </a:lnTo>
                  <a:lnTo>
                    <a:pt x="89535" y="284321"/>
                  </a:lnTo>
                  <a:lnTo>
                    <a:pt x="84772" y="286703"/>
                  </a:lnTo>
                  <a:lnTo>
                    <a:pt x="84296" y="288131"/>
                  </a:lnTo>
                  <a:lnTo>
                    <a:pt x="84296" y="290513"/>
                  </a:lnTo>
                  <a:lnTo>
                    <a:pt x="84772" y="292894"/>
                  </a:lnTo>
                  <a:lnTo>
                    <a:pt x="86201" y="293370"/>
                  </a:lnTo>
                  <a:lnTo>
                    <a:pt x="88582" y="294799"/>
                  </a:lnTo>
                  <a:lnTo>
                    <a:pt x="89059" y="296228"/>
                  </a:lnTo>
                  <a:lnTo>
                    <a:pt x="89059" y="298132"/>
                  </a:lnTo>
                  <a:lnTo>
                    <a:pt x="88582" y="300990"/>
                  </a:lnTo>
                  <a:lnTo>
                    <a:pt x="86677" y="306229"/>
                  </a:lnTo>
                  <a:lnTo>
                    <a:pt x="88582" y="312420"/>
                  </a:lnTo>
                  <a:lnTo>
                    <a:pt x="90488" y="316230"/>
                  </a:lnTo>
                  <a:lnTo>
                    <a:pt x="93345" y="320516"/>
                  </a:lnTo>
                  <a:lnTo>
                    <a:pt x="94774" y="323374"/>
                  </a:lnTo>
                  <a:lnTo>
                    <a:pt x="94297" y="325279"/>
                  </a:lnTo>
                  <a:lnTo>
                    <a:pt x="94297" y="327184"/>
                  </a:lnTo>
                  <a:lnTo>
                    <a:pt x="90011" y="335280"/>
                  </a:lnTo>
                  <a:lnTo>
                    <a:pt x="86677" y="340042"/>
                  </a:lnTo>
                  <a:lnTo>
                    <a:pt x="83344" y="345757"/>
                  </a:lnTo>
                  <a:lnTo>
                    <a:pt x="78105" y="349091"/>
                  </a:lnTo>
                  <a:lnTo>
                    <a:pt x="77152" y="350520"/>
                  </a:lnTo>
                  <a:lnTo>
                    <a:pt x="76676" y="352425"/>
                  </a:lnTo>
                  <a:lnTo>
                    <a:pt x="76676" y="356711"/>
                  </a:lnTo>
                  <a:lnTo>
                    <a:pt x="76676" y="360997"/>
                  </a:lnTo>
                  <a:lnTo>
                    <a:pt x="72390" y="367665"/>
                  </a:lnTo>
                  <a:lnTo>
                    <a:pt x="74771" y="372904"/>
                  </a:lnTo>
                  <a:lnTo>
                    <a:pt x="74295" y="373380"/>
                  </a:lnTo>
                  <a:lnTo>
                    <a:pt x="72866" y="374332"/>
                  </a:lnTo>
                  <a:lnTo>
                    <a:pt x="67151" y="381000"/>
                  </a:lnTo>
                  <a:lnTo>
                    <a:pt x="60960" y="387191"/>
                  </a:lnTo>
                  <a:lnTo>
                    <a:pt x="56197" y="391954"/>
                  </a:lnTo>
                  <a:lnTo>
                    <a:pt x="51435" y="397192"/>
                  </a:lnTo>
                  <a:lnTo>
                    <a:pt x="45720" y="403384"/>
                  </a:lnTo>
                  <a:lnTo>
                    <a:pt x="40957" y="408146"/>
                  </a:lnTo>
                  <a:lnTo>
                    <a:pt x="36195" y="411956"/>
                  </a:lnTo>
                  <a:lnTo>
                    <a:pt x="36195" y="413861"/>
                  </a:lnTo>
                  <a:lnTo>
                    <a:pt x="36671" y="414814"/>
                  </a:lnTo>
                  <a:lnTo>
                    <a:pt x="38100" y="419576"/>
                  </a:lnTo>
                  <a:lnTo>
                    <a:pt x="40481" y="427196"/>
                  </a:lnTo>
                  <a:lnTo>
                    <a:pt x="42386" y="433864"/>
                  </a:lnTo>
                  <a:lnTo>
                    <a:pt x="44291" y="442913"/>
                  </a:lnTo>
                  <a:lnTo>
                    <a:pt x="44291" y="448151"/>
                  </a:lnTo>
                  <a:lnTo>
                    <a:pt x="44768" y="450056"/>
                  </a:lnTo>
                  <a:lnTo>
                    <a:pt x="46672" y="452914"/>
                  </a:lnTo>
                  <a:lnTo>
                    <a:pt x="49053" y="457200"/>
                  </a:lnTo>
                  <a:lnTo>
                    <a:pt x="50006" y="459581"/>
                  </a:lnTo>
                  <a:lnTo>
                    <a:pt x="50959" y="461486"/>
                  </a:lnTo>
                  <a:lnTo>
                    <a:pt x="53340" y="464820"/>
                  </a:lnTo>
                  <a:lnTo>
                    <a:pt x="55721" y="470059"/>
                  </a:lnTo>
                  <a:lnTo>
                    <a:pt x="57150" y="477203"/>
                  </a:lnTo>
                  <a:lnTo>
                    <a:pt x="58578" y="480536"/>
                  </a:lnTo>
                  <a:lnTo>
                    <a:pt x="59055" y="481965"/>
                  </a:lnTo>
                  <a:lnTo>
                    <a:pt x="60007" y="485299"/>
                  </a:lnTo>
                  <a:lnTo>
                    <a:pt x="59531" y="491490"/>
                  </a:lnTo>
                  <a:lnTo>
                    <a:pt x="60007" y="498634"/>
                  </a:lnTo>
                  <a:lnTo>
                    <a:pt x="60007" y="507206"/>
                  </a:lnTo>
                  <a:lnTo>
                    <a:pt x="60007" y="513874"/>
                  </a:lnTo>
                  <a:lnTo>
                    <a:pt x="59531" y="517207"/>
                  </a:lnTo>
                  <a:lnTo>
                    <a:pt x="60007" y="527209"/>
                  </a:lnTo>
                  <a:lnTo>
                    <a:pt x="57626" y="531971"/>
                  </a:lnTo>
                  <a:lnTo>
                    <a:pt x="58102" y="536257"/>
                  </a:lnTo>
                  <a:lnTo>
                    <a:pt x="58578" y="538639"/>
                  </a:lnTo>
                  <a:lnTo>
                    <a:pt x="59055" y="539115"/>
                  </a:lnTo>
                  <a:lnTo>
                    <a:pt x="62389" y="541020"/>
                  </a:lnTo>
                  <a:lnTo>
                    <a:pt x="62865" y="544354"/>
                  </a:lnTo>
                  <a:lnTo>
                    <a:pt x="62389" y="548164"/>
                  </a:lnTo>
                  <a:lnTo>
                    <a:pt x="61913" y="550545"/>
                  </a:lnTo>
                  <a:lnTo>
                    <a:pt x="61913" y="552926"/>
                  </a:lnTo>
                  <a:lnTo>
                    <a:pt x="62865" y="556260"/>
                  </a:lnTo>
                  <a:lnTo>
                    <a:pt x="63818" y="559117"/>
                  </a:lnTo>
                  <a:lnTo>
                    <a:pt x="64294" y="570547"/>
                  </a:lnTo>
                  <a:lnTo>
                    <a:pt x="67151" y="570071"/>
                  </a:lnTo>
                  <a:lnTo>
                    <a:pt x="72390" y="571500"/>
                  </a:lnTo>
                  <a:lnTo>
                    <a:pt x="76676" y="571024"/>
                  </a:lnTo>
                  <a:lnTo>
                    <a:pt x="80486" y="571024"/>
                  </a:lnTo>
                  <a:lnTo>
                    <a:pt x="86677" y="571024"/>
                  </a:lnTo>
                  <a:lnTo>
                    <a:pt x="90488" y="571024"/>
                  </a:lnTo>
                  <a:lnTo>
                    <a:pt x="90488" y="570071"/>
                  </a:lnTo>
                  <a:lnTo>
                    <a:pt x="91916" y="549116"/>
                  </a:lnTo>
                  <a:lnTo>
                    <a:pt x="92869" y="543401"/>
                  </a:lnTo>
                  <a:lnTo>
                    <a:pt x="91440" y="543401"/>
                  </a:lnTo>
                  <a:lnTo>
                    <a:pt x="90488" y="544830"/>
                  </a:lnTo>
                  <a:lnTo>
                    <a:pt x="89059" y="550069"/>
                  </a:lnTo>
                  <a:lnTo>
                    <a:pt x="87630" y="549116"/>
                  </a:lnTo>
                  <a:lnTo>
                    <a:pt x="86677" y="547688"/>
                  </a:lnTo>
                  <a:lnTo>
                    <a:pt x="84296" y="545782"/>
                  </a:lnTo>
                  <a:lnTo>
                    <a:pt x="82391" y="543401"/>
                  </a:lnTo>
                  <a:lnTo>
                    <a:pt x="80486" y="540544"/>
                  </a:lnTo>
                  <a:lnTo>
                    <a:pt x="82391" y="536734"/>
                  </a:lnTo>
                  <a:lnTo>
                    <a:pt x="84772" y="533876"/>
                  </a:lnTo>
                  <a:lnTo>
                    <a:pt x="87153" y="527209"/>
                  </a:lnTo>
                  <a:lnTo>
                    <a:pt x="92869" y="521970"/>
                  </a:lnTo>
                  <a:lnTo>
                    <a:pt x="106203" y="513874"/>
                  </a:lnTo>
                  <a:lnTo>
                    <a:pt x="112395" y="511016"/>
                  </a:lnTo>
                  <a:lnTo>
                    <a:pt x="122872" y="506730"/>
                  </a:lnTo>
                  <a:lnTo>
                    <a:pt x="149066" y="498157"/>
                  </a:lnTo>
                  <a:lnTo>
                    <a:pt x="161925" y="491966"/>
                  </a:lnTo>
                  <a:lnTo>
                    <a:pt x="167640" y="488156"/>
                  </a:lnTo>
                  <a:lnTo>
                    <a:pt x="170974" y="483870"/>
                  </a:lnTo>
                  <a:lnTo>
                    <a:pt x="177165" y="474821"/>
                  </a:lnTo>
                  <a:lnTo>
                    <a:pt x="179070" y="471011"/>
                  </a:lnTo>
                  <a:lnTo>
                    <a:pt x="180975" y="462439"/>
                  </a:lnTo>
                  <a:lnTo>
                    <a:pt x="180022" y="461010"/>
                  </a:lnTo>
                  <a:lnTo>
                    <a:pt x="179070" y="461010"/>
                  </a:lnTo>
                  <a:lnTo>
                    <a:pt x="178118" y="463391"/>
                  </a:lnTo>
                  <a:lnTo>
                    <a:pt x="175736" y="462915"/>
                  </a:lnTo>
                  <a:lnTo>
                    <a:pt x="174784" y="461486"/>
                  </a:lnTo>
                  <a:lnTo>
                    <a:pt x="175260" y="458153"/>
                  </a:lnTo>
                  <a:lnTo>
                    <a:pt x="179070" y="439579"/>
                  </a:lnTo>
                  <a:lnTo>
                    <a:pt x="181927" y="431959"/>
                  </a:lnTo>
                  <a:lnTo>
                    <a:pt x="179546" y="425291"/>
                  </a:lnTo>
                  <a:lnTo>
                    <a:pt x="179070" y="421005"/>
                  </a:lnTo>
                  <a:lnTo>
                    <a:pt x="180975" y="411004"/>
                  </a:lnTo>
                  <a:lnTo>
                    <a:pt x="180975" y="408622"/>
                  </a:lnTo>
                  <a:lnTo>
                    <a:pt x="180499" y="406717"/>
                  </a:lnTo>
                  <a:lnTo>
                    <a:pt x="179546" y="404336"/>
                  </a:lnTo>
                  <a:lnTo>
                    <a:pt x="179070" y="402431"/>
                  </a:lnTo>
                  <a:lnTo>
                    <a:pt x="178118" y="401955"/>
                  </a:lnTo>
                  <a:lnTo>
                    <a:pt x="176689" y="403860"/>
                  </a:lnTo>
                  <a:lnTo>
                    <a:pt x="176213" y="409099"/>
                  </a:lnTo>
                  <a:lnTo>
                    <a:pt x="176213" y="411956"/>
                  </a:lnTo>
                  <a:lnTo>
                    <a:pt x="175260" y="413861"/>
                  </a:lnTo>
                  <a:lnTo>
                    <a:pt x="172878" y="411956"/>
                  </a:lnTo>
                  <a:lnTo>
                    <a:pt x="173355" y="407194"/>
                  </a:lnTo>
                  <a:lnTo>
                    <a:pt x="173355" y="399097"/>
                  </a:lnTo>
                  <a:lnTo>
                    <a:pt x="171450" y="389572"/>
                  </a:lnTo>
                  <a:lnTo>
                    <a:pt x="171450" y="385763"/>
                  </a:lnTo>
                  <a:lnTo>
                    <a:pt x="166688" y="376714"/>
                  </a:lnTo>
                  <a:lnTo>
                    <a:pt x="166211" y="369570"/>
                  </a:lnTo>
                  <a:lnTo>
                    <a:pt x="161925" y="355759"/>
                  </a:lnTo>
                  <a:lnTo>
                    <a:pt x="158115" y="350996"/>
                  </a:lnTo>
                  <a:lnTo>
                    <a:pt x="154305" y="347186"/>
                  </a:lnTo>
                  <a:lnTo>
                    <a:pt x="152400" y="344329"/>
                  </a:lnTo>
                  <a:lnTo>
                    <a:pt x="151924" y="341947"/>
                  </a:lnTo>
                  <a:lnTo>
                    <a:pt x="153828" y="330994"/>
                  </a:lnTo>
                  <a:lnTo>
                    <a:pt x="153828" y="325279"/>
                  </a:lnTo>
                  <a:lnTo>
                    <a:pt x="153828" y="321469"/>
                  </a:lnTo>
                  <a:lnTo>
                    <a:pt x="152400" y="319564"/>
                  </a:lnTo>
                  <a:lnTo>
                    <a:pt x="150495" y="317182"/>
                  </a:lnTo>
                  <a:lnTo>
                    <a:pt x="152876" y="317659"/>
                  </a:lnTo>
                  <a:lnTo>
                    <a:pt x="157163" y="321469"/>
                  </a:lnTo>
                  <a:lnTo>
                    <a:pt x="158591" y="321469"/>
                  </a:lnTo>
                  <a:lnTo>
                    <a:pt x="160496" y="320992"/>
                  </a:lnTo>
                  <a:lnTo>
                    <a:pt x="174784" y="310039"/>
                  </a:lnTo>
                  <a:lnTo>
                    <a:pt x="184309" y="298609"/>
                  </a:lnTo>
                  <a:lnTo>
                    <a:pt x="191452" y="292417"/>
                  </a:lnTo>
                  <a:lnTo>
                    <a:pt x="195739" y="289560"/>
                  </a:lnTo>
                  <a:lnTo>
                    <a:pt x="200501" y="287179"/>
                  </a:lnTo>
                  <a:lnTo>
                    <a:pt x="202406" y="288131"/>
                  </a:lnTo>
                  <a:lnTo>
                    <a:pt x="204311" y="288131"/>
                  </a:lnTo>
                  <a:lnTo>
                    <a:pt x="205264" y="282892"/>
                  </a:lnTo>
                  <a:lnTo>
                    <a:pt x="207645" y="285750"/>
                  </a:lnTo>
                  <a:lnTo>
                    <a:pt x="210026" y="284797"/>
                  </a:lnTo>
                  <a:lnTo>
                    <a:pt x="210502" y="281940"/>
                  </a:lnTo>
                  <a:lnTo>
                    <a:pt x="213360" y="278130"/>
                  </a:lnTo>
                  <a:lnTo>
                    <a:pt x="214789" y="276225"/>
                  </a:lnTo>
                  <a:lnTo>
                    <a:pt x="221932" y="268605"/>
                  </a:lnTo>
                  <a:lnTo>
                    <a:pt x="227171" y="262414"/>
                  </a:lnTo>
                  <a:lnTo>
                    <a:pt x="227647" y="260985"/>
                  </a:lnTo>
                  <a:lnTo>
                    <a:pt x="228124" y="257651"/>
                  </a:lnTo>
                  <a:lnTo>
                    <a:pt x="230505" y="255746"/>
                  </a:lnTo>
                  <a:lnTo>
                    <a:pt x="231934" y="254794"/>
                  </a:lnTo>
                  <a:lnTo>
                    <a:pt x="238601" y="249079"/>
                  </a:lnTo>
                  <a:lnTo>
                    <a:pt x="247650" y="243364"/>
                  </a:lnTo>
                  <a:lnTo>
                    <a:pt x="259080" y="237172"/>
                  </a:lnTo>
                  <a:lnTo>
                    <a:pt x="266224" y="234315"/>
                  </a:lnTo>
                  <a:lnTo>
                    <a:pt x="267176" y="232886"/>
                  </a:lnTo>
                  <a:lnTo>
                    <a:pt x="269557" y="231934"/>
                  </a:lnTo>
                  <a:lnTo>
                    <a:pt x="277177" y="229076"/>
                  </a:lnTo>
                  <a:lnTo>
                    <a:pt x="285750" y="226219"/>
                  </a:lnTo>
                  <a:lnTo>
                    <a:pt x="287178" y="225266"/>
                  </a:lnTo>
                  <a:lnTo>
                    <a:pt x="288607" y="224790"/>
                  </a:lnTo>
                  <a:lnTo>
                    <a:pt x="290036" y="225266"/>
                  </a:lnTo>
                  <a:lnTo>
                    <a:pt x="294322" y="224790"/>
                  </a:lnTo>
                  <a:lnTo>
                    <a:pt x="297180" y="223361"/>
                  </a:lnTo>
                  <a:lnTo>
                    <a:pt x="301466" y="222409"/>
                  </a:lnTo>
                  <a:lnTo>
                    <a:pt x="304800" y="218122"/>
                  </a:lnTo>
                  <a:lnTo>
                    <a:pt x="306705" y="216217"/>
                  </a:lnTo>
                  <a:lnTo>
                    <a:pt x="319564" y="209074"/>
                  </a:lnTo>
                  <a:lnTo>
                    <a:pt x="324326" y="205264"/>
                  </a:lnTo>
                  <a:lnTo>
                    <a:pt x="327184" y="203835"/>
                  </a:lnTo>
                  <a:lnTo>
                    <a:pt x="325278" y="199072"/>
                  </a:lnTo>
                  <a:lnTo>
                    <a:pt x="327660" y="197644"/>
                  </a:lnTo>
                  <a:lnTo>
                    <a:pt x="331946" y="196691"/>
                  </a:lnTo>
                  <a:lnTo>
                    <a:pt x="335756" y="190976"/>
                  </a:lnTo>
                  <a:lnTo>
                    <a:pt x="336232" y="189547"/>
                  </a:lnTo>
                  <a:lnTo>
                    <a:pt x="336232" y="188119"/>
                  </a:lnTo>
                  <a:lnTo>
                    <a:pt x="339566" y="184309"/>
                  </a:lnTo>
                  <a:lnTo>
                    <a:pt x="343376" y="180975"/>
                  </a:lnTo>
                  <a:lnTo>
                    <a:pt x="351472" y="170974"/>
                  </a:lnTo>
                  <a:lnTo>
                    <a:pt x="354806" y="163354"/>
                  </a:lnTo>
                  <a:lnTo>
                    <a:pt x="354806" y="160972"/>
                  </a:lnTo>
                  <a:lnTo>
                    <a:pt x="353377" y="158591"/>
                  </a:lnTo>
                  <a:lnTo>
                    <a:pt x="354330" y="157163"/>
                  </a:lnTo>
                  <a:lnTo>
                    <a:pt x="356235" y="156686"/>
                  </a:lnTo>
                  <a:lnTo>
                    <a:pt x="355759" y="154781"/>
                  </a:lnTo>
                  <a:lnTo>
                    <a:pt x="356235" y="151924"/>
                  </a:lnTo>
                  <a:lnTo>
                    <a:pt x="359093" y="149066"/>
                  </a:lnTo>
                  <a:lnTo>
                    <a:pt x="360997" y="147161"/>
                  </a:lnTo>
                  <a:lnTo>
                    <a:pt x="360997" y="144780"/>
                  </a:lnTo>
                  <a:close/>
                </a:path>
              </a:pathLst>
            </a:custGeom>
            <a:grpFill/>
            <a:ln w="317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1DD60286-B644-4560-B790-A787CEC31549}"/>
                </a:ext>
              </a:extLst>
            </p:cNvPr>
            <p:cNvSpPr/>
            <p:nvPr/>
          </p:nvSpPr>
          <p:spPr>
            <a:xfrm>
              <a:off x="8853011" y="3314699"/>
              <a:ext cx="310514" cy="646747"/>
            </a:xfrm>
            <a:custGeom>
              <a:avLst/>
              <a:gdLst>
                <a:gd name="connsiteX0" fmla="*/ 307181 w 310514"/>
                <a:gd name="connsiteY0" fmla="*/ 243840 h 646747"/>
                <a:gd name="connsiteX1" fmla="*/ 307181 w 310514"/>
                <a:gd name="connsiteY1" fmla="*/ 242888 h 646747"/>
                <a:gd name="connsiteX2" fmla="*/ 306705 w 310514"/>
                <a:gd name="connsiteY2" fmla="*/ 242411 h 646747"/>
                <a:gd name="connsiteX3" fmla="*/ 305276 w 310514"/>
                <a:gd name="connsiteY3" fmla="*/ 241935 h 646747"/>
                <a:gd name="connsiteX4" fmla="*/ 303371 w 310514"/>
                <a:gd name="connsiteY4" fmla="*/ 242411 h 646747"/>
                <a:gd name="connsiteX5" fmla="*/ 297180 w 310514"/>
                <a:gd name="connsiteY5" fmla="*/ 245269 h 646747"/>
                <a:gd name="connsiteX6" fmla="*/ 291941 w 310514"/>
                <a:gd name="connsiteY6" fmla="*/ 250507 h 646747"/>
                <a:gd name="connsiteX7" fmla="*/ 289560 w 310514"/>
                <a:gd name="connsiteY7" fmla="*/ 251460 h 646747"/>
                <a:gd name="connsiteX8" fmla="*/ 287178 w 310514"/>
                <a:gd name="connsiteY8" fmla="*/ 251936 h 646747"/>
                <a:gd name="connsiteX9" fmla="*/ 284321 w 310514"/>
                <a:gd name="connsiteY9" fmla="*/ 250984 h 646747"/>
                <a:gd name="connsiteX10" fmla="*/ 280988 w 310514"/>
                <a:gd name="connsiteY10" fmla="*/ 250507 h 646747"/>
                <a:gd name="connsiteX11" fmla="*/ 276225 w 310514"/>
                <a:gd name="connsiteY11" fmla="*/ 251936 h 646747"/>
                <a:gd name="connsiteX12" fmla="*/ 273844 w 310514"/>
                <a:gd name="connsiteY12" fmla="*/ 251460 h 646747"/>
                <a:gd name="connsiteX13" fmla="*/ 272891 w 310514"/>
                <a:gd name="connsiteY13" fmla="*/ 250507 h 646747"/>
                <a:gd name="connsiteX14" fmla="*/ 271939 w 310514"/>
                <a:gd name="connsiteY14" fmla="*/ 249079 h 646747"/>
                <a:gd name="connsiteX15" fmla="*/ 272415 w 310514"/>
                <a:gd name="connsiteY15" fmla="*/ 247174 h 646747"/>
                <a:gd name="connsiteX16" fmla="*/ 271939 w 310514"/>
                <a:gd name="connsiteY16" fmla="*/ 245745 h 646747"/>
                <a:gd name="connsiteX17" fmla="*/ 270034 w 310514"/>
                <a:gd name="connsiteY17" fmla="*/ 244793 h 646747"/>
                <a:gd name="connsiteX18" fmla="*/ 267652 w 310514"/>
                <a:gd name="connsiteY18" fmla="*/ 244316 h 646747"/>
                <a:gd name="connsiteX19" fmla="*/ 266224 w 310514"/>
                <a:gd name="connsiteY19" fmla="*/ 242411 h 646747"/>
                <a:gd name="connsiteX20" fmla="*/ 265747 w 310514"/>
                <a:gd name="connsiteY20" fmla="*/ 240030 h 646747"/>
                <a:gd name="connsiteX21" fmla="*/ 266224 w 310514"/>
                <a:gd name="connsiteY21" fmla="*/ 237172 h 646747"/>
                <a:gd name="connsiteX22" fmla="*/ 266700 w 310514"/>
                <a:gd name="connsiteY22" fmla="*/ 234315 h 646747"/>
                <a:gd name="connsiteX23" fmla="*/ 265747 w 310514"/>
                <a:gd name="connsiteY23" fmla="*/ 232886 h 646747"/>
                <a:gd name="connsiteX24" fmla="*/ 262414 w 310514"/>
                <a:gd name="connsiteY24" fmla="*/ 231934 h 646747"/>
                <a:gd name="connsiteX25" fmla="*/ 254318 w 310514"/>
                <a:gd name="connsiteY25" fmla="*/ 230505 h 646747"/>
                <a:gd name="connsiteX26" fmla="*/ 247174 w 310514"/>
                <a:gd name="connsiteY26" fmla="*/ 229553 h 646747"/>
                <a:gd name="connsiteX27" fmla="*/ 244316 w 310514"/>
                <a:gd name="connsiteY27" fmla="*/ 230029 h 646747"/>
                <a:gd name="connsiteX28" fmla="*/ 241935 w 310514"/>
                <a:gd name="connsiteY28" fmla="*/ 229553 h 646747"/>
                <a:gd name="connsiteX29" fmla="*/ 240506 w 310514"/>
                <a:gd name="connsiteY29" fmla="*/ 229076 h 646747"/>
                <a:gd name="connsiteX30" fmla="*/ 240030 w 310514"/>
                <a:gd name="connsiteY30" fmla="*/ 228124 h 646747"/>
                <a:gd name="connsiteX31" fmla="*/ 240030 w 310514"/>
                <a:gd name="connsiteY31" fmla="*/ 226695 h 646747"/>
                <a:gd name="connsiteX32" fmla="*/ 240982 w 310514"/>
                <a:gd name="connsiteY32" fmla="*/ 223361 h 646747"/>
                <a:gd name="connsiteX33" fmla="*/ 242411 w 310514"/>
                <a:gd name="connsiteY33" fmla="*/ 220028 h 646747"/>
                <a:gd name="connsiteX34" fmla="*/ 245745 w 310514"/>
                <a:gd name="connsiteY34" fmla="*/ 215741 h 646747"/>
                <a:gd name="connsiteX35" fmla="*/ 245745 w 310514"/>
                <a:gd name="connsiteY35" fmla="*/ 212407 h 646747"/>
                <a:gd name="connsiteX36" fmla="*/ 245745 w 310514"/>
                <a:gd name="connsiteY36" fmla="*/ 208597 h 646747"/>
                <a:gd name="connsiteX37" fmla="*/ 247174 w 310514"/>
                <a:gd name="connsiteY37" fmla="*/ 203835 h 646747"/>
                <a:gd name="connsiteX38" fmla="*/ 250031 w 310514"/>
                <a:gd name="connsiteY38" fmla="*/ 200025 h 646747"/>
                <a:gd name="connsiteX39" fmla="*/ 251460 w 310514"/>
                <a:gd name="connsiteY39" fmla="*/ 199072 h 646747"/>
                <a:gd name="connsiteX40" fmla="*/ 250984 w 310514"/>
                <a:gd name="connsiteY40" fmla="*/ 197644 h 646747"/>
                <a:gd name="connsiteX41" fmla="*/ 250031 w 310514"/>
                <a:gd name="connsiteY41" fmla="*/ 196215 h 646747"/>
                <a:gd name="connsiteX42" fmla="*/ 248602 w 310514"/>
                <a:gd name="connsiteY42" fmla="*/ 195263 h 646747"/>
                <a:gd name="connsiteX43" fmla="*/ 245745 w 310514"/>
                <a:gd name="connsiteY43" fmla="*/ 194310 h 646747"/>
                <a:gd name="connsiteX44" fmla="*/ 241459 w 310514"/>
                <a:gd name="connsiteY44" fmla="*/ 193834 h 646747"/>
                <a:gd name="connsiteX45" fmla="*/ 235744 w 310514"/>
                <a:gd name="connsiteY45" fmla="*/ 192881 h 646747"/>
                <a:gd name="connsiteX46" fmla="*/ 229076 w 310514"/>
                <a:gd name="connsiteY46" fmla="*/ 190500 h 646747"/>
                <a:gd name="connsiteX47" fmla="*/ 230028 w 310514"/>
                <a:gd name="connsiteY47" fmla="*/ 186214 h 646747"/>
                <a:gd name="connsiteX48" fmla="*/ 230028 w 310514"/>
                <a:gd name="connsiteY48" fmla="*/ 183832 h 646747"/>
                <a:gd name="connsiteX49" fmla="*/ 229076 w 310514"/>
                <a:gd name="connsiteY49" fmla="*/ 181928 h 646747"/>
                <a:gd name="connsiteX50" fmla="*/ 227647 w 310514"/>
                <a:gd name="connsiteY50" fmla="*/ 180499 h 646747"/>
                <a:gd name="connsiteX51" fmla="*/ 226695 w 310514"/>
                <a:gd name="connsiteY51" fmla="*/ 179070 h 646747"/>
                <a:gd name="connsiteX52" fmla="*/ 227647 w 310514"/>
                <a:gd name="connsiteY52" fmla="*/ 175260 h 646747"/>
                <a:gd name="connsiteX53" fmla="*/ 226219 w 310514"/>
                <a:gd name="connsiteY53" fmla="*/ 171450 h 646747"/>
                <a:gd name="connsiteX54" fmla="*/ 224314 w 310514"/>
                <a:gd name="connsiteY54" fmla="*/ 170021 h 646747"/>
                <a:gd name="connsiteX55" fmla="*/ 222409 w 310514"/>
                <a:gd name="connsiteY55" fmla="*/ 168116 h 646747"/>
                <a:gd name="connsiteX56" fmla="*/ 222409 w 310514"/>
                <a:gd name="connsiteY56" fmla="*/ 165735 h 646747"/>
                <a:gd name="connsiteX57" fmla="*/ 223361 w 310514"/>
                <a:gd name="connsiteY57" fmla="*/ 163830 h 646747"/>
                <a:gd name="connsiteX58" fmla="*/ 227647 w 310514"/>
                <a:gd name="connsiteY58" fmla="*/ 159544 h 646747"/>
                <a:gd name="connsiteX59" fmla="*/ 227647 w 310514"/>
                <a:gd name="connsiteY59" fmla="*/ 158591 h 646747"/>
                <a:gd name="connsiteX60" fmla="*/ 226695 w 310514"/>
                <a:gd name="connsiteY60" fmla="*/ 158591 h 646747"/>
                <a:gd name="connsiteX61" fmla="*/ 225266 w 310514"/>
                <a:gd name="connsiteY61" fmla="*/ 158591 h 646747"/>
                <a:gd name="connsiteX62" fmla="*/ 219075 w 310514"/>
                <a:gd name="connsiteY62" fmla="*/ 160020 h 646747"/>
                <a:gd name="connsiteX63" fmla="*/ 218599 w 310514"/>
                <a:gd name="connsiteY63" fmla="*/ 159068 h 646747"/>
                <a:gd name="connsiteX64" fmla="*/ 216218 w 310514"/>
                <a:gd name="connsiteY64" fmla="*/ 158591 h 646747"/>
                <a:gd name="connsiteX65" fmla="*/ 211931 w 310514"/>
                <a:gd name="connsiteY65" fmla="*/ 158591 h 646747"/>
                <a:gd name="connsiteX66" fmla="*/ 206693 w 310514"/>
                <a:gd name="connsiteY66" fmla="*/ 159068 h 646747"/>
                <a:gd name="connsiteX67" fmla="*/ 200025 w 310514"/>
                <a:gd name="connsiteY67" fmla="*/ 160496 h 646747"/>
                <a:gd name="connsiteX68" fmla="*/ 193834 w 310514"/>
                <a:gd name="connsiteY68" fmla="*/ 163354 h 646747"/>
                <a:gd name="connsiteX69" fmla="*/ 190976 w 310514"/>
                <a:gd name="connsiteY69" fmla="*/ 165259 h 646747"/>
                <a:gd name="connsiteX70" fmla="*/ 188595 w 310514"/>
                <a:gd name="connsiteY70" fmla="*/ 166688 h 646747"/>
                <a:gd name="connsiteX71" fmla="*/ 186690 w 310514"/>
                <a:gd name="connsiteY71" fmla="*/ 167164 h 646747"/>
                <a:gd name="connsiteX72" fmla="*/ 184309 w 310514"/>
                <a:gd name="connsiteY72" fmla="*/ 166211 h 646747"/>
                <a:gd name="connsiteX73" fmla="*/ 184309 w 310514"/>
                <a:gd name="connsiteY73" fmla="*/ 163354 h 646747"/>
                <a:gd name="connsiteX74" fmla="*/ 188595 w 310514"/>
                <a:gd name="connsiteY74" fmla="*/ 158115 h 646747"/>
                <a:gd name="connsiteX75" fmla="*/ 189071 w 310514"/>
                <a:gd name="connsiteY75" fmla="*/ 154781 h 646747"/>
                <a:gd name="connsiteX76" fmla="*/ 187643 w 310514"/>
                <a:gd name="connsiteY76" fmla="*/ 151924 h 646747"/>
                <a:gd name="connsiteX77" fmla="*/ 187643 w 310514"/>
                <a:gd name="connsiteY77" fmla="*/ 149543 h 646747"/>
                <a:gd name="connsiteX78" fmla="*/ 186214 w 310514"/>
                <a:gd name="connsiteY78" fmla="*/ 148114 h 646747"/>
                <a:gd name="connsiteX79" fmla="*/ 184309 w 310514"/>
                <a:gd name="connsiteY79" fmla="*/ 147161 h 646747"/>
                <a:gd name="connsiteX80" fmla="*/ 183356 w 310514"/>
                <a:gd name="connsiteY80" fmla="*/ 145256 h 646747"/>
                <a:gd name="connsiteX81" fmla="*/ 183356 w 310514"/>
                <a:gd name="connsiteY81" fmla="*/ 140494 h 646747"/>
                <a:gd name="connsiteX82" fmla="*/ 185261 w 310514"/>
                <a:gd name="connsiteY82" fmla="*/ 135255 h 646747"/>
                <a:gd name="connsiteX83" fmla="*/ 188119 w 310514"/>
                <a:gd name="connsiteY83" fmla="*/ 133826 h 646747"/>
                <a:gd name="connsiteX84" fmla="*/ 190024 w 310514"/>
                <a:gd name="connsiteY84" fmla="*/ 132874 h 646747"/>
                <a:gd name="connsiteX85" fmla="*/ 190500 w 310514"/>
                <a:gd name="connsiteY85" fmla="*/ 131921 h 646747"/>
                <a:gd name="connsiteX86" fmla="*/ 189547 w 310514"/>
                <a:gd name="connsiteY86" fmla="*/ 128111 h 646747"/>
                <a:gd name="connsiteX87" fmla="*/ 189547 w 310514"/>
                <a:gd name="connsiteY87" fmla="*/ 125730 h 646747"/>
                <a:gd name="connsiteX88" fmla="*/ 191452 w 310514"/>
                <a:gd name="connsiteY88" fmla="*/ 121444 h 646747"/>
                <a:gd name="connsiteX89" fmla="*/ 193357 w 310514"/>
                <a:gd name="connsiteY89" fmla="*/ 118110 h 646747"/>
                <a:gd name="connsiteX90" fmla="*/ 196691 w 310514"/>
                <a:gd name="connsiteY90" fmla="*/ 118586 h 646747"/>
                <a:gd name="connsiteX91" fmla="*/ 198120 w 310514"/>
                <a:gd name="connsiteY91" fmla="*/ 117634 h 646747"/>
                <a:gd name="connsiteX92" fmla="*/ 199549 w 310514"/>
                <a:gd name="connsiteY92" fmla="*/ 116681 h 646747"/>
                <a:gd name="connsiteX93" fmla="*/ 201453 w 310514"/>
                <a:gd name="connsiteY93" fmla="*/ 114776 h 646747"/>
                <a:gd name="connsiteX94" fmla="*/ 202882 w 310514"/>
                <a:gd name="connsiteY94" fmla="*/ 112395 h 646747"/>
                <a:gd name="connsiteX95" fmla="*/ 204311 w 310514"/>
                <a:gd name="connsiteY95" fmla="*/ 106680 h 646747"/>
                <a:gd name="connsiteX96" fmla="*/ 205264 w 310514"/>
                <a:gd name="connsiteY96" fmla="*/ 105728 h 646747"/>
                <a:gd name="connsiteX97" fmla="*/ 209550 w 310514"/>
                <a:gd name="connsiteY97" fmla="*/ 106680 h 646747"/>
                <a:gd name="connsiteX98" fmla="*/ 210978 w 310514"/>
                <a:gd name="connsiteY98" fmla="*/ 106204 h 646747"/>
                <a:gd name="connsiteX99" fmla="*/ 213360 w 310514"/>
                <a:gd name="connsiteY99" fmla="*/ 102870 h 646747"/>
                <a:gd name="connsiteX100" fmla="*/ 215741 w 310514"/>
                <a:gd name="connsiteY100" fmla="*/ 99060 h 646747"/>
                <a:gd name="connsiteX101" fmla="*/ 219075 w 310514"/>
                <a:gd name="connsiteY101" fmla="*/ 97631 h 646747"/>
                <a:gd name="connsiteX102" fmla="*/ 221456 w 310514"/>
                <a:gd name="connsiteY102" fmla="*/ 97631 h 646747"/>
                <a:gd name="connsiteX103" fmla="*/ 222409 w 310514"/>
                <a:gd name="connsiteY103" fmla="*/ 96203 h 646747"/>
                <a:gd name="connsiteX104" fmla="*/ 222409 w 310514"/>
                <a:gd name="connsiteY104" fmla="*/ 94297 h 646747"/>
                <a:gd name="connsiteX105" fmla="*/ 220027 w 310514"/>
                <a:gd name="connsiteY105" fmla="*/ 91440 h 646747"/>
                <a:gd name="connsiteX106" fmla="*/ 219075 w 310514"/>
                <a:gd name="connsiteY106" fmla="*/ 89059 h 646747"/>
                <a:gd name="connsiteX107" fmla="*/ 219551 w 310514"/>
                <a:gd name="connsiteY107" fmla="*/ 87630 h 646747"/>
                <a:gd name="connsiteX108" fmla="*/ 222885 w 310514"/>
                <a:gd name="connsiteY108" fmla="*/ 86678 h 646747"/>
                <a:gd name="connsiteX109" fmla="*/ 223838 w 310514"/>
                <a:gd name="connsiteY109" fmla="*/ 84772 h 646747"/>
                <a:gd name="connsiteX110" fmla="*/ 223361 w 310514"/>
                <a:gd name="connsiteY110" fmla="*/ 80963 h 646747"/>
                <a:gd name="connsiteX111" fmla="*/ 224790 w 310514"/>
                <a:gd name="connsiteY111" fmla="*/ 76200 h 646747"/>
                <a:gd name="connsiteX112" fmla="*/ 225743 w 310514"/>
                <a:gd name="connsiteY112" fmla="*/ 70485 h 646747"/>
                <a:gd name="connsiteX113" fmla="*/ 226219 w 310514"/>
                <a:gd name="connsiteY113" fmla="*/ 66199 h 646747"/>
                <a:gd name="connsiteX114" fmla="*/ 226219 w 310514"/>
                <a:gd name="connsiteY114" fmla="*/ 62865 h 646747"/>
                <a:gd name="connsiteX115" fmla="*/ 225743 w 310514"/>
                <a:gd name="connsiteY115" fmla="*/ 59531 h 646747"/>
                <a:gd name="connsiteX116" fmla="*/ 225266 w 310514"/>
                <a:gd name="connsiteY116" fmla="*/ 53340 h 646747"/>
                <a:gd name="connsiteX117" fmla="*/ 223838 w 310514"/>
                <a:gd name="connsiteY117" fmla="*/ 48101 h 646747"/>
                <a:gd name="connsiteX118" fmla="*/ 224314 w 310514"/>
                <a:gd name="connsiteY118" fmla="*/ 46196 h 646747"/>
                <a:gd name="connsiteX119" fmla="*/ 224314 w 310514"/>
                <a:gd name="connsiteY119" fmla="*/ 40005 h 646747"/>
                <a:gd name="connsiteX120" fmla="*/ 223361 w 310514"/>
                <a:gd name="connsiteY120" fmla="*/ 34766 h 646747"/>
                <a:gd name="connsiteX121" fmla="*/ 221456 w 310514"/>
                <a:gd name="connsiteY121" fmla="*/ 33814 h 646747"/>
                <a:gd name="connsiteX122" fmla="*/ 218122 w 310514"/>
                <a:gd name="connsiteY122" fmla="*/ 31909 h 646747"/>
                <a:gd name="connsiteX123" fmla="*/ 216218 w 310514"/>
                <a:gd name="connsiteY123" fmla="*/ 31432 h 646747"/>
                <a:gd name="connsiteX124" fmla="*/ 214789 w 310514"/>
                <a:gd name="connsiteY124" fmla="*/ 31909 h 646747"/>
                <a:gd name="connsiteX125" fmla="*/ 214313 w 310514"/>
                <a:gd name="connsiteY125" fmla="*/ 33814 h 646747"/>
                <a:gd name="connsiteX126" fmla="*/ 212884 w 310514"/>
                <a:gd name="connsiteY126" fmla="*/ 35719 h 646747"/>
                <a:gd name="connsiteX127" fmla="*/ 210978 w 310514"/>
                <a:gd name="connsiteY127" fmla="*/ 35243 h 646747"/>
                <a:gd name="connsiteX128" fmla="*/ 210026 w 310514"/>
                <a:gd name="connsiteY128" fmla="*/ 33338 h 646747"/>
                <a:gd name="connsiteX129" fmla="*/ 209074 w 310514"/>
                <a:gd name="connsiteY129" fmla="*/ 30956 h 646747"/>
                <a:gd name="connsiteX130" fmla="*/ 205264 w 310514"/>
                <a:gd name="connsiteY130" fmla="*/ 20003 h 646747"/>
                <a:gd name="connsiteX131" fmla="*/ 204788 w 310514"/>
                <a:gd name="connsiteY131" fmla="*/ 16669 h 646747"/>
                <a:gd name="connsiteX132" fmla="*/ 204311 w 310514"/>
                <a:gd name="connsiteY132" fmla="*/ 13335 h 646747"/>
                <a:gd name="connsiteX133" fmla="*/ 202882 w 310514"/>
                <a:gd name="connsiteY133" fmla="*/ 11906 h 646747"/>
                <a:gd name="connsiteX134" fmla="*/ 201453 w 310514"/>
                <a:gd name="connsiteY134" fmla="*/ 10954 h 646747"/>
                <a:gd name="connsiteX135" fmla="*/ 198596 w 310514"/>
                <a:gd name="connsiteY135" fmla="*/ 7144 h 646747"/>
                <a:gd name="connsiteX136" fmla="*/ 197168 w 310514"/>
                <a:gd name="connsiteY136" fmla="*/ 5715 h 646747"/>
                <a:gd name="connsiteX137" fmla="*/ 196215 w 310514"/>
                <a:gd name="connsiteY137" fmla="*/ 5239 h 646747"/>
                <a:gd name="connsiteX138" fmla="*/ 194786 w 310514"/>
                <a:gd name="connsiteY138" fmla="*/ 5715 h 646747"/>
                <a:gd name="connsiteX139" fmla="*/ 193357 w 310514"/>
                <a:gd name="connsiteY139" fmla="*/ 5715 h 646747"/>
                <a:gd name="connsiteX140" fmla="*/ 191928 w 310514"/>
                <a:gd name="connsiteY140" fmla="*/ 3810 h 646747"/>
                <a:gd name="connsiteX141" fmla="*/ 190500 w 310514"/>
                <a:gd name="connsiteY141" fmla="*/ 1429 h 646747"/>
                <a:gd name="connsiteX142" fmla="*/ 189071 w 310514"/>
                <a:gd name="connsiteY142" fmla="*/ 476 h 646747"/>
                <a:gd name="connsiteX143" fmla="*/ 187166 w 310514"/>
                <a:gd name="connsiteY143" fmla="*/ 0 h 646747"/>
                <a:gd name="connsiteX144" fmla="*/ 185261 w 310514"/>
                <a:gd name="connsiteY144" fmla="*/ 476 h 646747"/>
                <a:gd name="connsiteX145" fmla="*/ 183832 w 310514"/>
                <a:gd name="connsiteY145" fmla="*/ 2381 h 646747"/>
                <a:gd name="connsiteX146" fmla="*/ 182880 w 310514"/>
                <a:gd name="connsiteY146" fmla="*/ 3334 h 646747"/>
                <a:gd name="connsiteX147" fmla="*/ 181451 w 310514"/>
                <a:gd name="connsiteY147" fmla="*/ 5715 h 646747"/>
                <a:gd name="connsiteX148" fmla="*/ 179070 w 310514"/>
                <a:gd name="connsiteY148" fmla="*/ 9525 h 646747"/>
                <a:gd name="connsiteX149" fmla="*/ 178118 w 310514"/>
                <a:gd name="connsiteY149" fmla="*/ 10954 h 646747"/>
                <a:gd name="connsiteX150" fmla="*/ 177641 w 310514"/>
                <a:gd name="connsiteY150" fmla="*/ 13335 h 646747"/>
                <a:gd name="connsiteX151" fmla="*/ 177165 w 310514"/>
                <a:gd name="connsiteY151" fmla="*/ 15716 h 646747"/>
                <a:gd name="connsiteX152" fmla="*/ 178594 w 310514"/>
                <a:gd name="connsiteY152" fmla="*/ 17621 h 646747"/>
                <a:gd name="connsiteX153" fmla="*/ 178594 w 310514"/>
                <a:gd name="connsiteY153" fmla="*/ 19526 h 646747"/>
                <a:gd name="connsiteX154" fmla="*/ 178118 w 310514"/>
                <a:gd name="connsiteY154" fmla="*/ 20955 h 646747"/>
                <a:gd name="connsiteX155" fmla="*/ 177165 w 310514"/>
                <a:gd name="connsiteY155" fmla="*/ 21907 h 646747"/>
                <a:gd name="connsiteX156" fmla="*/ 174307 w 310514"/>
                <a:gd name="connsiteY156" fmla="*/ 22384 h 646747"/>
                <a:gd name="connsiteX157" fmla="*/ 171926 w 310514"/>
                <a:gd name="connsiteY157" fmla="*/ 24289 h 646747"/>
                <a:gd name="connsiteX158" fmla="*/ 168116 w 310514"/>
                <a:gd name="connsiteY158" fmla="*/ 27146 h 646747"/>
                <a:gd name="connsiteX159" fmla="*/ 165259 w 310514"/>
                <a:gd name="connsiteY159" fmla="*/ 29528 h 646747"/>
                <a:gd name="connsiteX160" fmla="*/ 162877 w 310514"/>
                <a:gd name="connsiteY160" fmla="*/ 31432 h 646747"/>
                <a:gd name="connsiteX161" fmla="*/ 161925 w 310514"/>
                <a:gd name="connsiteY161" fmla="*/ 33338 h 646747"/>
                <a:gd name="connsiteX162" fmla="*/ 161925 w 310514"/>
                <a:gd name="connsiteY162" fmla="*/ 35719 h 646747"/>
                <a:gd name="connsiteX163" fmla="*/ 162401 w 310514"/>
                <a:gd name="connsiteY163" fmla="*/ 38576 h 646747"/>
                <a:gd name="connsiteX164" fmla="*/ 169069 w 310514"/>
                <a:gd name="connsiteY164" fmla="*/ 48578 h 646747"/>
                <a:gd name="connsiteX165" fmla="*/ 169069 w 310514"/>
                <a:gd name="connsiteY165" fmla="*/ 50482 h 646747"/>
                <a:gd name="connsiteX166" fmla="*/ 166688 w 310514"/>
                <a:gd name="connsiteY166" fmla="*/ 50959 h 646747"/>
                <a:gd name="connsiteX167" fmla="*/ 163830 w 310514"/>
                <a:gd name="connsiteY167" fmla="*/ 50006 h 646747"/>
                <a:gd name="connsiteX168" fmla="*/ 161449 w 310514"/>
                <a:gd name="connsiteY168" fmla="*/ 48578 h 646747"/>
                <a:gd name="connsiteX169" fmla="*/ 158591 w 310514"/>
                <a:gd name="connsiteY169" fmla="*/ 44291 h 646747"/>
                <a:gd name="connsiteX170" fmla="*/ 156210 w 310514"/>
                <a:gd name="connsiteY170" fmla="*/ 42863 h 646747"/>
                <a:gd name="connsiteX171" fmla="*/ 153828 w 310514"/>
                <a:gd name="connsiteY171" fmla="*/ 42386 h 646747"/>
                <a:gd name="connsiteX172" fmla="*/ 140494 w 310514"/>
                <a:gd name="connsiteY172" fmla="*/ 44768 h 646747"/>
                <a:gd name="connsiteX173" fmla="*/ 137636 w 310514"/>
                <a:gd name="connsiteY173" fmla="*/ 45244 h 646747"/>
                <a:gd name="connsiteX174" fmla="*/ 133350 w 310514"/>
                <a:gd name="connsiteY174" fmla="*/ 46672 h 646747"/>
                <a:gd name="connsiteX175" fmla="*/ 130493 w 310514"/>
                <a:gd name="connsiteY175" fmla="*/ 50006 h 646747"/>
                <a:gd name="connsiteX176" fmla="*/ 128111 w 310514"/>
                <a:gd name="connsiteY176" fmla="*/ 52864 h 646747"/>
                <a:gd name="connsiteX177" fmla="*/ 125730 w 310514"/>
                <a:gd name="connsiteY177" fmla="*/ 53816 h 646747"/>
                <a:gd name="connsiteX178" fmla="*/ 122396 w 310514"/>
                <a:gd name="connsiteY178" fmla="*/ 56197 h 646747"/>
                <a:gd name="connsiteX179" fmla="*/ 112871 w 310514"/>
                <a:gd name="connsiteY179" fmla="*/ 63341 h 646747"/>
                <a:gd name="connsiteX180" fmla="*/ 107632 w 310514"/>
                <a:gd name="connsiteY180" fmla="*/ 66199 h 646747"/>
                <a:gd name="connsiteX181" fmla="*/ 104299 w 310514"/>
                <a:gd name="connsiteY181" fmla="*/ 67151 h 646747"/>
                <a:gd name="connsiteX182" fmla="*/ 101918 w 310514"/>
                <a:gd name="connsiteY182" fmla="*/ 68580 h 646747"/>
                <a:gd name="connsiteX183" fmla="*/ 100489 w 310514"/>
                <a:gd name="connsiteY183" fmla="*/ 70961 h 646747"/>
                <a:gd name="connsiteX184" fmla="*/ 99536 w 310514"/>
                <a:gd name="connsiteY184" fmla="*/ 72866 h 646747"/>
                <a:gd name="connsiteX185" fmla="*/ 99060 w 310514"/>
                <a:gd name="connsiteY185" fmla="*/ 77629 h 646747"/>
                <a:gd name="connsiteX186" fmla="*/ 99536 w 310514"/>
                <a:gd name="connsiteY186" fmla="*/ 83344 h 646747"/>
                <a:gd name="connsiteX187" fmla="*/ 100965 w 310514"/>
                <a:gd name="connsiteY187" fmla="*/ 87154 h 646747"/>
                <a:gd name="connsiteX188" fmla="*/ 101441 w 310514"/>
                <a:gd name="connsiteY188" fmla="*/ 88106 h 646747"/>
                <a:gd name="connsiteX189" fmla="*/ 101441 w 310514"/>
                <a:gd name="connsiteY189" fmla="*/ 89059 h 646747"/>
                <a:gd name="connsiteX190" fmla="*/ 100013 w 310514"/>
                <a:gd name="connsiteY190" fmla="*/ 90964 h 646747"/>
                <a:gd name="connsiteX191" fmla="*/ 98107 w 310514"/>
                <a:gd name="connsiteY191" fmla="*/ 92393 h 646747"/>
                <a:gd name="connsiteX192" fmla="*/ 97155 w 310514"/>
                <a:gd name="connsiteY192" fmla="*/ 93345 h 646747"/>
                <a:gd name="connsiteX193" fmla="*/ 96202 w 310514"/>
                <a:gd name="connsiteY193" fmla="*/ 98584 h 646747"/>
                <a:gd name="connsiteX194" fmla="*/ 94774 w 310514"/>
                <a:gd name="connsiteY194" fmla="*/ 100965 h 646747"/>
                <a:gd name="connsiteX195" fmla="*/ 91916 w 310514"/>
                <a:gd name="connsiteY195" fmla="*/ 104775 h 646747"/>
                <a:gd name="connsiteX196" fmla="*/ 89535 w 310514"/>
                <a:gd name="connsiteY196" fmla="*/ 107632 h 646747"/>
                <a:gd name="connsiteX197" fmla="*/ 85725 w 310514"/>
                <a:gd name="connsiteY197" fmla="*/ 110014 h 646747"/>
                <a:gd name="connsiteX198" fmla="*/ 84296 w 310514"/>
                <a:gd name="connsiteY198" fmla="*/ 111919 h 646747"/>
                <a:gd name="connsiteX199" fmla="*/ 82868 w 310514"/>
                <a:gd name="connsiteY199" fmla="*/ 115253 h 646747"/>
                <a:gd name="connsiteX200" fmla="*/ 81915 w 310514"/>
                <a:gd name="connsiteY200" fmla="*/ 118110 h 646747"/>
                <a:gd name="connsiteX201" fmla="*/ 81915 w 310514"/>
                <a:gd name="connsiteY201" fmla="*/ 119063 h 646747"/>
                <a:gd name="connsiteX202" fmla="*/ 82391 w 310514"/>
                <a:gd name="connsiteY202" fmla="*/ 120015 h 646747"/>
                <a:gd name="connsiteX203" fmla="*/ 84296 w 310514"/>
                <a:gd name="connsiteY203" fmla="*/ 120968 h 646747"/>
                <a:gd name="connsiteX204" fmla="*/ 86201 w 310514"/>
                <a:gd name="connsiteY204" fmla="*/ 121920 h 646747"/>
                <a:gd name="connsiteX205" fmla="*/ 87153 w 310514"/>
                <a:gd name="connsiteY205" fmla="*/ 123349 h 646747"/>
                <a:gd name="connsiteX206" fmla="*/ 87153 w 310514"/>
                <a:gd name="connsiteY206" fmla="*/ 125254 h 646747"/>
                <a:gd name="connsiteX207" fmla="*/ 85725 w 310514"/>
                <a:gd name="connsiteY207" fmla="*/ 129540 h 646747"/>
                <a:gd name="connsiteX208" fmla="*/ 82868 w 310514"/>
                <a:gd name="connsiteY208" fmla="*/ 135255 h 646747"/>
                <a:gd name="connsiteX209" fmla="*/ 80010 w 310514"/>
                <a:gd name="connsiteY209" fmla="*/ 140018 h 646747"/>
                <a:gd name="connsiteX210" fmla="*/ 76676 w 310514"/>
                <a:gd name="connsiteY210" fmla="*/ 144304 h 646747"/>
                <a:gd name="connsiteX211" fmla="*/ 75724 w 310514"/>
                <a:gd name="connsiteY211" fmla="*/ 145732 h 646747"/>
                <a:gd name="connsiteX212" fmla="*/ 72866 w 310514"/>
                <a:gd name="connsiteY212" fmla="*/ 150971 h 646747"/>
                <a:gd name="connsiteX213" fmla="*/ 70485 w 310514"/>
                <a:gd name="connsiteY213" fmla="*/ 158591 h 646747"/>
                <a:gd name="connsiteX214" fmla="*/ 68580 w 310514"/>
                <a:gd name="connsiteY214" fmla="*/ 163830 h 646747"/>
                <a:gd name="connsiteX215" fmla="*/ 67151 w 310514"/>
                <a:gd name="connsiteY215" fmla="*/ 167164 h 646747"/>
                <a:gd name="connsiteX216" fmla="*/ 65246 w 310514"/>
                <a:gd name="connsiteY216" fmla="*/ 167164 h 646747"/>
                <a:gd name="connsiteX217" fmla="*/ 62865 w 310514"/>
                <a:gd name="connsiteY217" fmla="*/ 166211 h 646747"/>
                <a:gd name="connsiteX218" fmla="*/ 57626 w 310514"/>
                <a:gd name="connsiteY218" fmla="*/ 164782 h 646747"/>
                <a:gd name="connsiteX219" fmla="*/ 54293 w 310514"/>
                <a:gd name="connsiteY219" fmla="*/ 163830 h 646747"/>
                <a:gd name="connsiteX220" fmla="*/ 51911 w 310514"/>
                <a:gd name="connsiteY220" fmla="*/ 162878 h 646747"/>
                <a:gd name="connsiteX221" fmla="*/ 50006 w 310514"/>
                <a:gd name="connsiteY221" fmla="*/ 162878 h 646747"/>
                <a:gd name="connsiteX222" fmla="*/ 47625 w 310514"/>
                <a:gd name="connsiteY222" fmla="*/ 163354 h 646747"/>
                <a:gd name="connsiteX223" fmla="*/ 45244 w 310514"/>
                <a:gd name="connsiteY223" fmla="*/ 163830 h 646747"/>
                <a:gd name="connsiteX224" fmla="*/ 43815 w 310514"/>
                <a:gd name="connsiteY224" fmla="*/ 163354 h 646747"/>
                <a:gd name="connsiteX225" fmla="*/ 40481 w 310514"/>
                <a:gd name="connsiteY225" fmla="*/ 160496 h 646747"/>
                <a:gd name="connsiteX226" fmla="*/ 39528 w 310514"/>
                <a:gd name="connsiteY226" fmla="*/ 160972 h 646747"/>
                <a:gd name="connsiteX227" fmla="*/ 39052 w 310514"/>
                <a:gd name="connsiteY227" fmla="*/ 162401 h 646747"/>
                <a:gd name="connsiteX228" fmla="*/ 41434 w 310514"/>
                <a:gd name="connsiteY228" fmla="*/ 170974 h 646747"/>
                <a:gd name="connsiteX229" fmla="*/ 42863 w 310514"/>
                <a:gd name="connsiteY229" fmla="*/ 174307 h 646747"/>
                <a:gd name="connsiteX230" fmla="*/ 42863 w 310514"/>
                <a:gd name="connsiteY230" fmla="*/ 179546 h 646747"/>
                <a:gd name="connsiteX231" fmla="*/ 42386 w 310514"/>
                <a:gd name="connsiteY231" fmla="*/ 186214 h 646747"/>
                <a:gd name="connsiteX232" fmla="*/ 41434 w 310514"/>
                <a:gd name="connsiteY232" fmla="*/ 193357 h 646747"/>
                <a:gd name="connsiteX233" fmla="*/ 40957 w 310514"/>
                <a:gd name="connsiteY233" fmla="*/ 195263 h 646747"/>
                <a:gd name="connsiteX234" fmla="*/ 39528 w 310514"/>
                <a:gd name="connsiteY234" fmla="*/ 197168 h 646747"/>
                <a:gd name="connsiteX235" fmla="*/ 37624 w 310514"/>
                <a:gd name="connsiteY235" fmla="*/ 197644 h 646747"/>
                <a:gd name="connsiteX236" fmla="*/ 35719 w 310514"/>
                <a:gd name="connsiteY236" fmla="*/ 196691 h 646747"/>
                <a:gd name="connsiteX237" fmla="*/ 34290 w 310514"/>
                <a:gd name="connsiteY237" fmla="*/ 196691 h 646747"/>
                <a:gd name="connsiteX238" fmla="*/ 33814 w 310514"/>
                <a:gd name="connsiteY238" fmla="*/ 198120 h 646747"/>
                <a:gd name="connsiteX239" fmla="*/ 34290 w 310514"/>
                <a:gd name="connsiteY239" fmla="*/ 201454 h 646747"/>
                <a:gd name="connsiteX240" fmla="*/ 32861 w 310514"/>
                <a:gd name="connsiteY240" fmla="*/ 205264 h 646747"/>
                <a:gd name="connsiteX241" fmla="*/ 31432 w 310514"/>
                <a:gd name="connsiteY241" fmla="*/ 208597 h 646747"/>
                <a:gd name="connsiteX242" fmla="*/ 31909 w 310514"/>
                <a:gd name="connsiteY242" fmla="*/ 211455 h 646747"/>
                <a:gd name="connsiteX243" fmla="*/ 32385 w 310514"/>
                <a:gd name="connsiteY243" fmla="*/ 214313 h 646747"/>
                <a:gd name="connsiteX244" fmla="*/ 34290 w 310514"/>
                <a:gd name="connsiteY244" fmla="*/ 220980 h 646747"/>
                <a:gd name="connsiteX245" fmla="*/ 34290 w 310514"/>
                <a:gd name="connsiteY245" fmla="*/ 223361 h 646747"/>
                <a:gd name="connsiteX246" fmla="*/ 33814 w 310514"/>
                <a:gd name="connsiteY246" fmla="*/ 225743 h 646747"/>
                <a:gd name="connsiteX247" fmla="*/ 32861 w 310514"/>
                <a:gd name="connsiteY247" fmla="*/ 226695 h 646747"/>
                <a:gd name="connsiteX248" fmla="*/ 30956 w 310514"/>
                <a:gd name="connsiteY248" fmla="*/ 226695 h 646747"/>
                <a:gd name="connsiteX249" fmla="*/ 30003 w 310514"/>
                <a:gd name="connsiteY249" fmla="*/ 227647 h 646747"/>
                <a:gd name="connsiteX250" fmla="*/ 29051 w 310514"/>
                <a:gd name="connsiteY250" fmla="*/ 229076 h 646747"/>
                <a:gd name="connsiteX251" fmla="*/ 27146 w 310514"/>
                <a:gd name="connsiteY251" fmla="*/ 234315 h 646747"/>
                <a:gd name="connsiteX252" fmla="*/ 25241 w 310514"/>
                <a:gd name="connsiteY252" fmla="*/ 234791 h 646747"/>
                <a:gd name="connsiteX253" fmla="*/ 23336 w 310514"/>
                <a:gd name="connsiteY253" fmla="*/ 233839 h 646747"/>
                <a:gd name="connsiteX254" fmla="*/ 20478 w 310514"/>
                <a:gd name="connsiteY254" fmla="*/ 230505 h 646747"/>
                <a:gd name="connsiteX255" fmla="*/ 18574 w 310514"/>
                <a:gd name="connsiteY255" fmla="*/ 229553 h 646747"/>
                <a:gd name="connsiteX256" fmla="*/ 17621 w 310514"/>
                <a:gd name="connsiteY256" fmla="*/ 229553 h 646747"/>
                <a:gd name="connsiteX257" fmla="*/ 17145 w 310514"/>
                <a:gd name="connsiteY257" fmla="*/ 230505 h 646747"/>
                <a:gd name="connsiteX258" fmla="*/ 16193 w 310514"/>
                <a:gd name="connsiteY258" fmla="*/ 232410 h 646747"/>
                <a:gd name="connsiteX259" fmla="*/ 15240 w 310514"/>
                <a:gd name="connsiteY259" fmla="*/ 233839 h 646747"/>
                <a:gd name="connsiteX260" fmla="*/ 13335 w 310514"/>
                <a:gd name="connsiteY260" fmla="*/ 234791 h 646747"/>
                <a:gd name="connsiteX261" fmla="*/ 13811 w 310514"/>
                <a:gd name="connsiteY261" fmla="*/ 236220 h 646747"/>
                <a:gd name="connsiteX262" fmla="*/ 13811 w 310514"/>
                <a:gd name="connsiteY262" fmla="*/ 247650 h 646747"/>
                <a:gd name="connsiteX263" fmla="*/ 14288 w 310514"/>
                <a:gd name="connsiteY263" fmla="*/ 252413 h 646747"/>
                <a:gd name="connsiteX264" fmla="*/ 15240 w 310514"/>
                <a:gd name="connsiteY264" fmla="*/ 256699 h 646747"/>
                <a:gd name="connsiteX265" fmla="*/ 15240 w 310514"/>
                <a:gd name="connsiteY265" fmla="*/ 258128 h 646747"/>
                <a:gd name="connsiteX266" fmla="*/ 14288 w 310514"/>
                <a:gd name="connsiteY266" fmla="*/ 259556 h 646747"/>
                <a:gd name="connsiteX267" fmla="*/ 13335 w 310514"/>
                <a:gd name="connsiteY267" fmla="*/ 260032 h 646747"/>
                <a:gd name="connsiteX268" fmla="*/ 12382 w 310514"/>
                <a:gd name="connsiteY268" fmla="*/ 258128 h 646747"/>
                <a:gd name="connsiteX269" fmla="*/ 10001 w 310514"/>
                <a:gd name="connsiteY269" fmla="*/ 256699 h 646747"/>
                <a:gd name="connsiteX270" fmla="*/ 6668 w 310514"/>
                <a:gd name="connsiteY270" fmla="*/ 255270 h 646747"/>
                <a:gd name="connsiteX271" fmla="*/ 5239 w 310514"/>
                <a:gd name="connsiteY271" fmla="*/ 254318 h 646747"/>
                <a:gd name="connsiteX272" fmla="*/ 3334 w 310514"/>
                <a:gd name="connsiteY272" fmla="*/ 254794 h 646747"/>
                <a:gd name="connsiteX273" fmla="*/ 952 w 310514"/>
                <a:gd name="connsiteY273" fmla="*/ 257175 h 646747"/>
                <a:gd name="connsiteX274" fmla="*/ 0 w 310514"/>
                <a:gd name="connsiteY274" fmla="*/ 259556 h 646747"/>
                <a:gd name="connsiteX275" fmla="*/ 476 w 310514"/>
                <a:gd name="connsiteY275" fmla="*/ 262890 h 646747"/>
                <a:gd name="connsiteX276" fmla="*/ 1428 w 310514"/>
                <a:gd name="connsiteY276" fmla="*/ 266224 h 646747"/>
                <a:gd name="connsiteX277" fmla="*/ 3334 w 310514"/>
                <a:gd name="connsiteY277" fmla="*/ 268129 h 646747"/>
                <a:gd name="connsiteX278" fmla="*/ 3334 w 310514"/>
                <a:gd name="connsiteY278" fmla="*/ 270034 h 646747"/>
                <a:gd name="connsiteX279" fmla="*/ 3810 w 310514"/>
                <a:gd name="connsiteY279" fmla="*/ 272415 h 646747"/>
                <a:gd name="connsiteX280" fmla="*/ 4763 w 310514"/>
                <a:gd name="connsiteY280" fmla="*/ 274796 h 646747"/>
                <a:gd name="connsiteX281" fmla="*/ 5239 w 310514"/>
                <a:gd name="connsiteY281" fmla="*/ 277178 h 646747"/>
                <a:gd name="connsiteX282" fmla="*/ 7144 w 310514"/>
                <a:gd name="connsiteY282" fmla="*/ 279559 h 646747"/>
                <a:gd name="connsiteX283" fmla="*/ 14764 w 310514"/>
                <a:gd name="connsiteY283" fmla="*/ 288131 h 646747"/>
                <a:gd name="connsiteX284" fmla="*/ 18574 w 310514"/>
                <a:gd name="connsiteY284" fmla="*/ 294322 h 646747"/>
                <a:gd name="connsiteX285" fmla="*/ 19050 w 310514"/>
                <a:gd name="connsiteY285" fmla="*/ 288607 h 646747"/>
                <a:gd name="connsiteX286" fmla="*/ 18097 w 310514"/>
                <a:gd name="connsiteY286" fmla="*/ 284797 h 646747"/>
                <a:gd name="connsiteX287" fmla="*/ 19050 w 310514"/>
                <a:gd name="connsiteY287" fmla="*/ 284797 h 646747"/>
                <a:gd name="connsiteX288" fmla="*/ 20955 w 310514"/>
                <a:gd name="connsiteY288" fmla="*/ 288131 h 646747"/>
                <a:gd name="connsiteX289" fmla="*/ 23336 w 310514"/>
                <a:gd name="connsiteY289" fmla="*/ 290036 h 646747"/>
                <a:gd name="connsiteX290" fmla="*/ 24765 w 310514"/>
                <a:gd name="connsiteY290" fmla="*/ 292418 h 646747"/>
                <a:gd name="connsiteX291" fmla="*/ 24289 w 310514"/>
                <a:gd name="connsiteY291" fmla="*/ 293846 h 646747"/>
                <a:gd name="connsiteX292" fmla="*/ 23336 w 310514"/>
                <a:gd name="connsiteY292" fmla="*/ 294322 h 646747"/>
                <a:gd name="connsiteX293" fmla="*/ 21431 w 310514"/>
                <a:gd name="connsiteY293" fmla="*/ 296704 h 646747"/>
                <a:gd name="connsiteX294" fmla="*/ 22860 w 310514"/>
                <a:gd name="connsiteY294" fmla="*/ 297656 h 646747"/>
                <a:gd name="connsiteX295" fmla="*/ 24765 w 310514"/>
                <a:gd name="connsiteY295" fmla="*/ 298609 h 646747"/>
                <a:gd name="connsiteX296" fmla="*/ 28575 w 310514"/>
                <a:gd name="connsiteY296" fmla="*/ 293846 h 646747"/>
                <a:gd name="connsiteX297" fmla="*/ 29527 w 310514"/>
                <a:gd name="connsiteY297" fmla="*/ 291941 h 646747"/>
                <a:gd name="connsiteX298" fmla="*/ 30003 w 310514"/>
                <a:gd name="connsiteY298" fmla="*/ 290036 h 646747"/>
                <a:gd name="connsiteX299" fmla="*/ 30956 w 310514"/>
                <a:gd name="connsiteY299" fmla="*/ 290989 h 646747"/>
                <a:gd name="connsiteX300" fmla="*/ 29051 w 310514"/>
                <a:gd name="connsiteY300" fmla="*/ 297656 h 646747"/>
                <a:gd name="connsiteX301" fmla="*/ 30956 w 310514"/>
                <a:gd name="connsiteY301" fmla="*/ 297656 h 646747"/>
                <a:gd name="connsiteX302" fmla="*/ 31909 w 310514"/>
                <a:gd name="connsiteY302" fmla="*/ 298132 h 646747"/>
                <a:gd name="connsiteX303" fmla="*/ 30003 w 310514"/>
                <a:gd name="connsiteY303" fmla="*/ 300038 h 646747"/>
                <a:gd name="connsiteX304" fmla="*/ 28575 w 310514"/>
                <a:gd name="connsiteY304" fmla="*/ 301943 h 646747"/>
                <a:gd name="connsiteX305" fmla="*/ 32861 w 310514"/>
                <a:gd name="connsiteY305" fmla="*/ 309563 h 646747"/>
                <a:gd name="connsiteX306" fmla="*/ 34766 w 310514"/>
                <a:gd name="connsiteY306" fmla="*/ 309563 h 646747"/>
                <a:gd name="connsiteX307" fmla="*/ 35243 w 310514"/>
                <a:gd name="connsiteY307" fmla="*/ 308134 h 646747"/>
                <a:gd name="connsiteX308" fmla="*/ 33814 w 310514"/>
                <a:gd name="connsiteY308" fmla="*/ 303371 h 646747"/>
                <a:gd name="connsiteX309" fmla="*/ 37147 w 310514"/>
                <a:gd name="connsiteY309" fmla="*/ 302419 h 646747"/>
                <a:gd name="connsiteX310" fmla="*/ 40957 w 310514"/>
                <a:gd name="connsiteY310" fmla="*/ 302895 h 646747"/>
                <a:gd name="connsiteX311" fmla="*/ 42386 w 310514"/>
                <a:gd name="connsiteY311" fmla="*/ 303371 h 646747"/>
                <a:gd name="connsiteX312" fmla="*/ 43339 w 310514"/>
                <a:gd name="connsiteY312" fmla="*/ 304324 h 646747"/>
                <a:gd name="connsiteX313" fmla="*/ 48101 w 310514"/>
                <a:gd name="connsiteY313" fmla="*/ 307657 h 646747"/>
                <a:gd name="connsiteX314" fmla="*/ 52388 w 310514"/>
                <a:gd name="connsiteY314" fmla="*/ 307657 h 646747"/>
                <a:gd name="connsiteX315" fmla="*/ 50959 w 310514"/>
                <a:gd name="connsiteY315" fmla="*/ 309563 h 646747"/>
                <a:gd name="connsiteX316" fmla="*/ 49530 w 310514"/>
                <a:gd name="connsiteY316" fmla="*/ 312420 h 646747"/>
                <a:gd name="connsiteX317" fmla="*/ 51435 w 310514"/>
                <a:gd name="connsiteY317" fmla="*/ 313849 h 646747"/>
                <a:gd name="connsiteX318" fmla="*/ 53816 w 310514"/>
                <a:gd name="connsiteY318" fmla="*/ 315278 h 646747"/>
                <a:gd name="connsiteX319" fmla="*/ 54769 w 310514"/>
                <a:gd name="connsiteY319" fmla="*/ 317182 h 646747"/>
                <a:gd name="connsiteX320" fmla="*/ 55245 w 310514"/>
                <a:gd name="connsiteY320" fmla="*/ 318611 h 646747"/>
                <a:gd name="connsiteX321" fmla="*/ 57626 w 310514"/>
                <a:gd name="connsiteY321" fmla="*/ 321469 h 646747"/>
                <a:gd name="connsiteX322" fmla="*/ 59055 w 310514"/>
                <a:gd name="connsiteY322" fmla="*/ 322421 h 646747"/>
                <a:gd name="connsiteX323" fmla="*/ 61436 w 310514"/>
                <a:gd name="connsiteY323" fmla="*/ 323374 h 646747"/>
                <a:gd name="connsiteX324" fmla="*/ 62865 w 310514"/>
                <a:gd name="connsiteY324" fmla="*/ 324803 h 646747"/>
                <a:gd name="connsiteX325" fmla="*/ 61436 w 310514"/>
                <a:gd name="connsiteY325" fmla="*/ 328613 h 646747"/>
                <a:gd name="connsiteX326" fmla="*/ 59055 w 310514"/>
                <a:gd name="connsiteY326" fmla="*/ 330518 h 646747"/>
                <a:gd name="connsiteX327" fmla="*/ 57150 w 310514"/>
                <a:gd name="connsiteY327" fmla="*/ 331470 h 646747"/>
                <a:gd name="connsiteX328" fmla="*/ 53816 w 310514"/>
                <a:gd name="connsiteY328" fmla="*/ 330518 h 646747"/>
                <a:gd name="connsiteX329" fmla="*/ 48577 w 310514"/>
                <a:gd name="connsiteY329" fmla="*/ 325755 h 646747"/>
                <a:gd name="connsiteX330" fmla="*/ 47149 w 310514"/>
                <a:gd name="connsiteY330" fmla="*/ 325755 h 646747"/>
                <a:gd name="connsiteX331" fmla="*/ 45720 w 310514"/>
                <a:gd name="connsiteY331" fmla="*/ 326707 h 646747"/>
                <a:gd name="connsiteX332" fmla="*/ 49530 w 310514"/>
                <a:gd name="connsiteY332" fmla="*/ 332899 h 646747"/>
                <a:gd name="connsiteX333" fmla="*/ 53340 w 310514"/>
                <a:gd name="connsiteY333" fmla="*/ 338614 h 646747"/>
                <a:gd name="connsiteX334" fmla="*/ 56674 w 310514"/>
                <a:gd name="connsiteY334" fmla="*/ 340995 h 646747"/>
                <a:gd name="connsiteX335" fmla="*/ 60960 w 310514"/>
                <a:gd name="connsiteY335" fmla="*/ 342900 h 646747"/>
                <a:gd name="connsiteX336" fmla="*/ 61913 w 310514"/>
                <a:gd name="connsiteY336" fmla="*/ 340995 h 646747"/>
                <a:gd name="connsiteX337" fmla="*/ 61913 w 310514"/>
                <a:gd name="connsiteY337" fmla="*/ 339566 h 646747"/>
                <a:gd name="connsiteX338" fmla="*/ 60960 w 310514"/>
                <a:gd name="connsiteY338" fmla="*/ 334328 h 646747"/>
                <a:gd name="connsiteX339" fmla="*/ 62865 w 310514"/>
                <a:gd name="connsiteY339" fmla="*/ 332899 h 646747"/>
                <a:gd name="connsiteX340" fmla="*/ 63341 w 310514"/>
                <a:gd name="connsiteY340" fmla="*/ 330041 h 646747"/>
                <a:gd name="connsiteX341" fmla="*/ 64294 w 310514"/>
                <a:gd name="connsiteY341" fmla="*/ 329565 h 646747"/>
                <a:gd name="connsiteX342" fmla="*/ 64294 w 310514"/>
                <a:gd name="connsiteY342" fmla="*/ 334328 h 646747"/>
                <a:gd name="connsiteX343" fmla="*/ 65246 w 310514"/>
                <a:gd name="connsiteY343" fmla="*/ 342900 h 646747"/>
                <a:gd name="connsiteX344" fmla="*/ 66199 w 310514"/>
                <a:gd name="connsiteY344" fmla="*/ 344329 h 646747"/>
                <a:gd name="connsiteX345" fmla="*/ 71438 w 310514"/>
                <a:gd name="connsiteY345" fmla="*/ 348139 h 646747"/>
                <a:gd name="connsiteX346" fmla="*/ 69056 w 310514"/>
                <a:gd name="connsiteY346" fmla="*/ 348615 h 646747"/>
                <a:gd name="connsiteX347" fmla="*/ 71914 w 310514"/>
                <a:gd name="connsiteY347" fmla="*/ 352901 h 646747"/>
                <a:gd name="connsiteX348" fmla="*/ 72390 w 310514"/>
                <a:gd name="connsiteY348" fmla="*/ 356235 h 646747"/>
                <a:gd name="connsiteX349" fmla="*/ 78105 w 310514"/>
                <a:gd name="connsiteY349" fmla="*/ 366713 h 646747"/>
                <a:gd name="connsiteX350" fmla="*/ 80486 w 310514"/>
                <a:gd name="connsiteY350" fmla="*/ 379571 h 646747"/>
                <a:gd name="connsiteX351" fmla="*/ 82868 w 310514"/>
                <a:gd name="connsiteY351" fmla="*/ 383857 h 646747"/>
                <a:gd name="connsiteX352" fmla="*/ 83820 w 310514"/>
                <a:gd name="connsiteY352" fmla="*/ 388144 h 646747"/>
                <a:gd name="connsiteX353" fmla="*/ 82868 w 310514"/>
                <a:gd name="connsiteY353" fmla="*/ 397193 h 646747"/>
                <a:gd name="connsiteX354" fmla="*/ 80486 w 310514"/>
                <a:gd name="connsiteY354" fmla="*/ 401955 h 646747"/>
                <a:gd name="connsiteX355" fmla="*/ 79534 w 310514"/>
                <a:gd name="connsiteY355" fmla="*/ 402907 h 646747"/>
                <a:gd name="connsiteX356" fmla="*/ 79057 w 310514"/>
                <a:gd name="connsiteY356" fmla="*/ 409099 h 646747"/>
                <a:gd name="connsiteX357" fmla="*/ 77152 w 310514"/>
                <a:gd name="connsiteY357" fmla="*/ 411956 h 646747"/>
                <a:gd name="connsiteX358" fmla="*/ 75724 w 310514"/>
                <a:gd name="connsiteY358" fmla="*/ 420053 h 646747"/>
                <a:gd name="connsiteX359" fmla="*/ 74771 w 310514"/>
                <a:gd name="connsiteY359" fmla="*/ 422434 h 646747"/>
                <a:gd name="connsiteX360" fmla="*/ 72866 w 310514"/>
                <a:gd name="connsiteY360" fmla="*/ 424339 h 646747"/>
                <a:gd name="connsiteX361" fmla="*/ 70961 w 310514"/>
                <a:gd name="connsiteY361" fmla="*/ 437674 h 646747"/>
                <a:gd name="connsiteX362" fmla="*/ 71438 w 310514"/>
                <a:gd name="connsiteY362" fmla="*/ 441484 h 646747"/>
                <a:gd name="connsiteX363" fmla="*/ 73819 w 310514"/>
                <a:gd name="connsiteY363" fmla="*/ 441960 h 646747"/>
                <a:gd name="connsiteX364" fmla="*/ 78581 w 310514"/>
                <a:gd name="connsiteY364" fmla="*/ 439103 h 646747"/>
                <a:gd name="connsiteX365" fmla="*/ 80486 w 310514"/>
                <a:gd name="connsiteY365" fmla="*/ 435769 h 646747"/>
                <a:gd name="connsiteX366" fmla="*/ 83820 w 310514"/>
                <a:gd name="connsiteY366" fmla="*/ 432435 h 646747"/>
                <a:gd name="connsiteX367" fmla="*/ 85725 w 310514"/>
                <a:gd name="connsiteY367" fmla="*/ 431959 h 646747"/>
                <a:gd name="connsiteX368" fmla="*/ 86677 w 310514"/>
                <a:gd name="connsiteY368" fmla="*/ 431006 h 646747"/>
                <a:gd name="connsiteX369" fmla="*/ 87153 w 310514"/>
                <a:gd name="connsiteY369" fmla="*/ 428149 h 646747"/>
                <a:gd name="connsiteX370" fmla="*/ 88106 w 310514"/>
                <a:gd name="connsiteY370" fmla="*/ 425291 h 646747"/>
                <a:gd name="connsiteX371" fmla="*/ 88582 w 310514"/>
                <a:gd name="connsiteY371" fmla="*/ 427196 h 646747"/>
                <a:gd name="connsiteX372" fmla="*/ 88582 w 310514"/>
                <a:gd name="connsiteY372" fmla="*/ 429101 h 646747"/>
                <a:gd name="connsiteX373" fmla="*/ 87153 w 310514"/>
                <a:gd name="connsiteY373" fmla="*/ 434340 h 646747"/>
                <a:gd name="connsiteX374" fmla="*/ 87153 w 310514"/>
                <a:gd name="connsiteY374" fmla="*/ 438150 h 646747"/>
                <a:gd name="connsiteX375" fmla="*/ 86201 w 310514"/>
                <a:gd name="connsiteY375" fmla="*/ 440531 h 646747"/>
                <a:gd name="connsiteX376" fmla="*/ 86201 w 310514"/>
                <a:gd name="connsiteY376" fmla="*/ 443389 h 646747"/>
                <a:gd name="connsiteX377" fmla="*/ 86201 w 310514"/>
                <a:gd name="connsiteY377" fmla="*/ 446246 h 646747"/>
                <a:gd name="connsiteX378" fmla="*/ 90964 w 310514"/>
                <a:gd name="connsiteY378" fmla="*/ 443865 h 646747"/>
                <a:gd name="connsiteX379" fmla="*/ 92869 w 310514"/>
                <a:gd name="connsiteY379" fmla="*/ 441960 h 646747"/>
                <a:gd name="connsiteX380" fmla="*/ 93345 w 310514"/>
                <a:gd name="connsiteY380" fmla="*/ 439579 h 646747"/>
                <a:gd name="connsiteX381" fmla="*/ 94297 w 310514"/>
                <a:gd name="connsiteY381" fmla="*/ 436721 h 646747"/>
                <a:gd name="connsiteX382" fmla="*/ 94297 w 310514"/>
                <a:gd name="connsiteY382" fmla="*/ 438150 h 646747"/>
                <a:gd name="connsiteX383" fmla="*/ 93821 w 310514"/>
                <a:gd name="connsiteY383" fmla="*/ 440055 h 646747"/>
                <a:gd name="connsiteX384" fmla="*/ 94297 w 310514"/>
                <a:gd name="connsiteY384" fmla="*/ 441960 h 646747"/>
                <a:gd name="connsiteX385" fmla="*/ 94297 w 310514"/>
                <a:gd name="connsiteY385" fmla="*/ 443865 h 646747"/>
                <a:gd name="connsiteX386" fmla="*/ 96202 w 310514"/>
                <a:gd name="connsiteY386" fmla="*/ 449580 h 646747"/>
                <a:gd name="connsiteX387" fmla="*/ 100965 w 310514"/>
                <a:gd name="connsiteY387" fmla="*/ 448628 h 646747"/>
                <a:gd name="connsiteX388" fmla="*/ 104299 w 310514"/>
                <a:gd name="connsiteY388" fmla="*/ 449104 h 646747"/>
                <a:gd name="connsiteX389" fmla="*/ 105727 w 310514"/>
                <a:gd name="connsiteY389" fmla="*/ 447199 h 646747"/>
                <a:gd name="connsiteX390" fmla="*/ 109538 w 310514"/>
                <a:gd name="connsiteY390" fmla="*/ 441960 h 646747"/>
                <a:gd name="connsiteX391" fmla="*/ 110014 w 310514"/>
                <a:gd name="connsiteY391" fmla="*/ 439579 h 646747"/>
                <a:gd name="connsiteX392" fmla="*/ 110490 w 310514"/>
                <a:gd name="connsiteY392" fmla="*/ 443389 h 646747"/>
                <a:gd name="connsiteX393" fmla="*/ 108585 w 310514"/>
                <a:gd name="connsiteY393" fmla="*/ 447199 h 646747"/>
                <a:gd name="connsiteX394" fmla="*/ 108585 w 310514"/>
                <a:gd name="connsiteY394" fmla="*/ 451485 h 646747"/>
                <a:gd name="connsiteX395" fmla="*/ 110014 w 310514"/>
                <a:gd name="connsiteY395" fmla="*/ 452438 h 646747"/>
                <a:gd name="connsiteX396" fmla="*/ 111443 w 310514"/>
                <a:gd name="connsiteY396" fmla="*/ 452438 h 646747"/>
                <a:gd name="connsiteX397" fmla="*/ 117157 w 310514"/>
                <a:gd name="connsiteY397" fmla="*/ 448628 h 646747"/>
                <a:gd name="connsiteX398" fmla="*/ 121444 w 310514"/>
                <a:gd name="connsiteY398" fmla="*/ 443865 h 646747"/>
                <a:gd name="connsiteX399" fmla="*/ 122396 w 310514"/>
                <a:gd name="connsiteY399" fmla="*/ 440531 h 646747"/>
                <a:gd name="connsiteX400" fmla="*/ 124301 w 310514"/>
                <a:gd name="connsiteY400" fmla="*/ 437197 h 646747"/>
                <a:gd name="connsiteX401" fmla="*/ 132874 w 310514"/>
                <a:gd name="connsiteY401" fmla="*/ 434340 h 646747"/>
                <a:gd name="connsiteX402" fmla="*/ 133350 w 310514"/>
                <a:gd name="connsiteY402" fmla="*/ 433388 h 646747"/>
                <a:gd name="connsiteX403" fmla="*/ 133826 w 310514"/>
                <a:gd name="connsiteY403" fmla="*/ 431482 h 646747"/>
                <a:gd name="connsiteX404" fmla="*/ 135255 w 310514"/>
                <a:gd name="connsiteY404" fmla="*/ 431006 h 646747"/>
                <a:gd name="connsiteX405" fmla="*/ 137160 w 310514"/>
                <a:gd name="connsiteY405" fmla="*/ 431482 h 646747"/>
                <a:gd name="connsiteX406" fmla="*/ 142399 w 310514"/>
                <a:gd name="connsiteY406" fmla="*/ 429101 h 646747"/>
                <a:gd name="connsiteX407" fmla="*/ 143351 w 310514"/>
                <a:gd name="connsiteY407" fmla="*/ 428149 h 646747"/>
                <a:gd name="connsiteX408" fmla="*/ 140494 w 310514"/>
                <a:gd name="connsiteY408" fmla="*/ 423863 h 646747"/>
                <a:gd name="connsiteX409" fmla="*/ 140494 w 310514"/>
                <a:gd name="connsiteY409" fmla="*/ 421481 h 646747"/>
                <a:gd name="connsiteX410" fmla="*/ 139065 w 310514"/>
                <a:gd name="connsiteY410" fmla="*/ 416719 h 646747"/>
                <a:gd name="connsiteX411" fmla="*/ 140018 w 310514"/>
                <a:gd name="connsiteY411" fmla="*/ 416243 h 646747"/>
                <a:gd name="connsiteX412" fmla="*/ 140970 w 310514"/>
                <a:gd name="connsiteY412" fmla="*/ 416719 h 646747"/>
                <a:gd name="connsiteX413" fmla="*/ 141446 w 310514"/>
                <a:gd name="connsiteY413" fmla="*/ 420529 h 646747"/>
                <a:gd name="connsiteX414" fmla="*/ 141922 w 310514"/>
                <a:gd name="connsiteY414" fmla="*/ 422910 h 646747"/>
                <a:gd name="connsiteX415" fmla="*/ 144780 w 310514"/>
                <a:gd name="connsiteY415" fmla="*/ 425291 h 646747"/>
                <a:gd name="connsiteX416" fmla="*/ 147161 w 310514"/>
                <a:gd name="connsiteY416" fmla="*/ 425768 h 646747"/>
                <a:gd name="connsiteX417" fmla="*/ 149543 w 310514"/>
                <a:gd name="connsiteY417" fmla="*/ 425291 h 646747"/>
                <a:gd name="connsiteX418" fmla="*/ 153352 w 310514"/>
                <a:gd name="connsiteY418" fmla="*/ 423386 h 646747"/>
                <a:gd name="connsiteX419" fmla="*/ 158115 w 310514"/>
                <a:gd name="connsiteY419" fmla="*/ 418147 h 646747"/>
                <a:gd name="connsiteX420" fmla="*/ 159544 w 310514"/>
                <a:gd name="connsiteY420" fmla="*/ 415766 h 646747"/>
                <a:gd name="connsiteX421" fmla="*/ 160972 w 310514"/>
                <a:gd name="connsiteY421" fmla="*/ 411004 h 646747"/>
                <a:gd name="connsiteX422" fmla="*/ 162877 w 310514"/>
                <a:gd name="connsiteY422" fmla="*/ 407194 h 646747"/>
                <a:gd name="connsiteX423" fmla="*/ 160972 w 310514"/>
                <a:gd name="connsiteY423" fmla="*/ 401479 h 646747"/>
                <a:gd name="connsiteX424" fmla="*/ 162877 w 310514"/>
                <a:gd name="connsiteY424" fmla="*/ 398145 h 646747"/>
                <a:gd name="connsiteX425" fmla="*/ 161925 w 310514"/>
                <a:gd name="connsiteY425" fmla="*/ 396716 h 646747"/>
                <a:gd name="connsiteX426" fmla="*/ 160972 w 310514"/>
                <a:gd name="connsiteY426" fmla="*/ 394811 h 646747"/>
                <a:gd name="connsiteX427" fmla="*/ 164782 w 310514"/>
                <a:gd name="connsiteY427" fmla="*/ 397669 h 646747"/>
                <a:gd name="connsiteX428" fmla="*/ 168116 w 310514"/>
                <a:gd name="connsiteY428" fmla="*/ 401479 h 646747"/>
                <a:gd name="connsiteX429" fmla="*/ 169069 w 310514"/>
                <a:gd name="connsiteY429" fmla="*/ 402907 h 646747"/>
                <a:gd name="connsiteX430" fmla="*/ 172402 w 310514"/>
                <a:gd name="connsiteY430" fmla="*/ 405289 h 646747"/>
                <a:gd name="connsiteX431" fmla="*/ 171450 w 310514"/>
                <a:gd name="connsiteY431" fmla="*/ 406241 h 646747"/>
                <a:gd name="connsiteX432" fmla="*/ 172402 w 310514"/>
                <a:gd name="connsiteY432" fmla="*/ 411956 h 646747"/>
                <a:gd name="connsiteX433" fmla="*/ 174307 w 310514"/>
                <a:gd name="connsiteY433" fmla="*/ 417195 h 646747"/>
                <a:gd name="connsiteX434" fmla="*/ 176689 w 310514"/>
                <a:gd name="connsiteY434" fmla="*/ 419576 h 646747"/>
                <a:gd name="connsiteX435" fmla="*/ 178118 w 310514"/>
                <a:gd name="connsiteY435" fmla="*/ 424815 h 646747"/>
                <a:gd name="connsiteX436" fmla="*/ 182403 w 310514"/>
                <a:gd name="connsiteY436" fmla="*/ 424815 h 646747"/>
                <a:gd name="connsiteX437" fmla="*/ 186214 w 310514"/>
                <a:gd name="connsiteY437" fmla="*/ 424339 h 646747"/>
                <a:gd name="connsiteX438" fmla="*/ 187643 w 310514"/>
                <a:gd name="connsiteY438" fmla="*/ 423863 h 646747"/>
                <a:gd name="connsiteX439" fmla="*/ 189547 w 310514"/>
                <a:gd name="connsiteY439" fmla="*/ 423386 h 646747"/>
                <a:gd name="connsiteX440" fmla="*/ 187643 w 310514"/>
                <a:gd name="connsiteY440" fmla="*/ 424815 h 646747"/>
                <a:gd name="connsiteX441" fmla="*/ 186690 w 310514"/>
                <a:gd name="connsiteY441" fmla="*/ 427196 h 646747"/>
                <a:gd name="connsiteX442" fmla="*/ 186690 w 310514"/>
                <a:gd name="connsiteY442" fmla="*/ 434340 h 646747"/>
                <a:gd name="connsiteX443" fmla="*/ 185738 w 310514"/>
                <a:gd name="connsiteY443" fmla="*/ 438150 h 646747"/>
                <a:gd name="connsiteX444" fmla="*/ 184785 w 310514"/>
                <a:gd name="connsiteY444" fmla="*/ 442436 h 646747"/>
                <a:gd name="connsiteX445" fmla="*/ 189071 w 310514"/>
                <a:gd name="connsiteY445" fmla="*/ 447199 h 646747"/>
                <a:gd name="connsiteX446" fmla="*/ 191452 w 310514"/>
                <a:gd name="connsiteY446" fmla="*/ 462439 h 646747"/>
                <a:gd name="connsiteX447" fmla="*/ 190500 w 310514"/>
                <a:gd name="connsiteY447" fmla="*/ 466725 h 646747"/>
                <a:gd name="connsiteX448" fmla="*/ 192405 w 310514"/>
                <a:gd name="connsiteY448" fmla="*/ 471011 h 646747"/>
                <a:gd name="connsiteX449" fmla="*/ 192881 w 310514"/>
                <a:gd name="connsiteY449" fmla="*/ 481965 h 646747"/>
                <a:gd name="connsiteX450" fmla="*/ 194786 w 310514"/>
                <a:gd name="connsiteY450" fmla="*/ 486251 h 646747"/>
                <a:gd name="connsiteX451" fmla="*/ 197168 w 310514"/>
                <a:gd name="connsiteY451" fmla="*/ 485299 h 646747"/>
                <a:gd name="connsiteX452" fmla="*/ 200025 w 310514"/>
                <a:gd name="connsiteY452" fmla="*/ 489109 h 646747"/>
                <a:gd name="connsiteX453" fmla="*/ 197168 w 310514"/>
                <a:gd name="connsiteY453" fmla="*/ 487680 h 646747"/>
                <a:gd name="connsiteX454" fmla="*/ 196691 w 310514"/>
                <a:gd name="connsiteY454" fmla="*/ 489109 h 646747"/>
                <a:gd name="connsiteX455" fmla="*/ 199072 w 310514"/>
                <a:gd name="connsiteY455" fmla="*/ 495776 h 646747"/>
                <a:gd name="connsiteX456" fmla="*/ 200025 w 310514"/>
                <a:gd name="connsiteY456" fmla="*/ 500063 h 646747"/>
                <a:gd name="connsiteX457" fmla="*/ 203359 w 310514"/>
                <a:gd name="connsiteY457" fmla="*/ 505778 h 646747"/>
                <a:gd name="connsiteX458" fmla="*/ 202406 w 310514"/>
                <a:gd name="connsiteY458" fmla="*/ 511969 h 646747"/>
                <a:gd name="connsiteX459" fmla="*/ 203359 w 310514"/>
                <a:gd name="connsiteY459" fmla="*/ 514826 h 646747"/>
                <a:gd name="connsiteX460" fmla="*/ 203835 w 310514"/>
                <a:gd name="connsiteY460" fmla="*/ 521018 h 646747"/>
                <a:gd name="connsiteX461" fmla="*/ 205264 w 310514"/>
                <a:gd name="connsiteY461" fmla="*/ 523399 h 646747"/>
                <a:gd name="connsiteX462" fmla="*/ 207169 w 310514"/>
                <a:gd name="connsiteY462" fmla="*/ 511969 h 646747"/>
                <a:gd name="connsiteX463" fmla="*/ 208597 w 310514"/>
                <a:gd name="connsiteY463" fmla="*/ 513397 h 646747"/>
                <a:gd name="connsiteX464" fmla="*/ 209074 w 310514"/>
                <a:gd name="connsiteY464" fmla="*/ 516731 h 646747"/>
                <a:gd name="connsiteX465" fmla="*/ 209074 w 310514"/>
                <a:gd name="connsiteY465" fmla="*/ 520541 h 646747"/>
                <a:gd name="connsiteX466" fmla="*/ 215265 w 310514"/>
                <a:gd name="connsiteY466" fmla="*/ 529114 h 646747"/>
                <a:gd name="connsiteX467" fmla="*/ 217646 w 310514"/>
                <a:gd name="connsiteY467" fmla="*/ 535781 h 646747"/>
                <a:gd name="connsiteX468" fmla="*/ 220503 w 310514"/>
                <a:gd name="connsiteY468" fmla="*/ 540068 h 646747"/>
                <a:gd name="connsiteX469" fmla="*/ 220980 w 310514"/>
                <a:gd name="connsiteY469" fmla="*/ 546259 h 646747"/>
                <a:gd name="connsiteX470" fmla="*/ 222409 w 310514"/>
                <a:gd name="connsiteY470" fmla="*/ 551021 h 646747"/>
                <a:gd name="connsiteX471" fmla="*/ 222409 w 310514"/>
                <a:gd name="connsiteY471" fmla="*/ 553879 h 646747"/>
                <a:gd name="connsiteX472" fmla="*/ 223361 w 310514"/>
                <a:gd name="connsiteY472" fmla="*/ 557689 h 646747"/>
                <a:gd name="connsiteX473" fmla="*/ 223361 w 310514"/>
                <a:gd name="connsiteY473" fmla="*/ 561975 h 646747"/>
                <a:gd name="connsiteX474" fmla="*/ 221932 w 310514"/>
                <a:gd name="connsiteY474" fmla="*/ 565309 h 646747"/>
                <a:gd name="connsiteX475" fmla="*/ 223838 w 310514"/>
                <a:gd name="connsiteY475" fmla="*/ 568643 h 646747"/>
                <a:gd name="connsiteX476" fmla="*/ 221932 w 310514"/>
                <a:gd name="connsiteY476" fmla="*/ 570071 h 646747"/>
                <a:gd name="connsiteX477" fmla="*/ 221456 w 310514"/>
                <a:gd name="connsiteY477" fmla="*/ 571976 h 646747"/>
                <a:gd name="connsiteX478" fmla="*/ 222409 w 310514"/>
                <a:gd name="connsiteY478" fmla="*/ 572453 h 646747"/>
                <a:gd name="connsiteX479" fmla="*/ 224790 w 310514"/>
                <a:gd name="connsiteY479" fmla="*/ 572453 h 646747"/>
                <a:gd name="connsiteX480" fmla="*/ 223838 w 310514"/>
                <a:gd name="connsiteY480" fmla="*/ 575786 h 646747"/>
                <a:gd name="connsiteX481" fmla="*/ 224790 w 310514"/>
                <a:gd name="connsiteY481" fmla="*/ 578644 h 646747"/>
                <a:gd name="connsiteX482" fmla="*/ 224790 w 310514"/>
                <a:gd name="connsiteY482" fmla="*/ 581501 h 646747"/>
                <a:gd name="connsiteX483" fmla="*/ 223361 w 310514"/>
                <a:gd name="connsiteY483" fmla="*/ 582930 h 646747"/>
                <a:gd name="connsiteX484" fmla="*/ 223361 w 310514"/>
                <a:gd name="connsiteY484" fmla="*/ 584359 h 646747"/>
                <a:gd name="connsiteX485" fmla="*/ 222885 w 310514"/>
                <a:gd name="connsiteY485" fmla="*/ 586740 h 646747"/>
                <a:gd name="connsiteX486" fmla="*/ 223361 w 310514"/>
                <a:gd name="connsiteY486" fmla="*/ 589121 h 646747"/>
                <a:gd name="connsiteX487" fmla="*/ 225266 w 310514"/>
                <a:gd name="connsiteY487" fmla="*/ 589597 h 646747"/>
                <a:gd name="connsiteX488" fmla="*/ 229076 w 310514"/>
                <a:gd name="connsiteY488" fmla="*/ 587693 h 646747"/>
                <a:gd name="connsiteX489" fmla="*/ 230505 w 310514"/>
                <a:gd name="connsiteY489" fmla="*/ 589121 h 646747"/>
                <a:gd name="connsiteX490" fmla="*/ 231934 w 310514"/>
                <a:gd name="connsiteY490" fmla="*/ 589597 h 646747"/>
                <a:gd name="connsiteX491" fmla="*/ 229076 w 310514"/>
                <a:gd name="connsiteY491" fmla="*/ 591503 h 646747"/>
                <a:gd name="connsiteX492" fmla="*/ 227171 w 310514"/>
                <a:gd name="connsiteY492" fmla="*/ 593884 h 646747"/>
                <a:gd name="connsiteX493" fmla="*/ 227171 w 310514"/>
                <a:gd name="connsiteY493" fmla="*/ 596265 h 646747"/>
                <a:gd name="connsiteX494" fmla="*/ 226695 w 310514"/>
                <a:gd name="connsiteY494" fmla="*/ 599122 h 646747"/>
                <a:gd name="connsiteX495" fmla="*/ 226695 w 310514"/>
                <a:gd name="connsiteY495" fmla="*/ 602932 h 646747"/>
                <a:gd name="connsiteX496" fmla="*/ 227171 w 310514"/>
                <a:gd name="connsiteY496" fmla="*/ 605790 h 646747"/>
                <a:gd name="connsiteX497" fmla="*/ 225266 w 310514"/>
                <a:gd name="connsiteY497" fmla="*/ 609600 h 646747"/>
                <a:gd name="connsiteX498" fmla="*/ 224790 w 310514"/>
                <a:gd name="connsiteY498" fmla="*/ 614363 h 646747"/>
                <a:gd name="connsiteX499" fmla="*/ 222409 w 310514"/>
                <a:gd name="connsiteY499" fmla="*/ 618649 h 646747"/>
                <a:gd name="connsiteX500" fmla="*/ 220027 w 310514"/>
                <a:gd name="connsiteY500" fmla="*/ 622935 h 646747"/>
                <a:gd name="connsiteX501" fmla="*/ 219075 w 310514"/>
                <a:gd name="connsiteY501" fmla="*/ 623888 h 646747"/>
                <a:gd name="connsiteX502" fmla="*/ 217646 w 310514"/>
                <a:gd name="connsiteY502" fmla="*/ 625316 h 646747"/>
                <a:gd name="connsiteX503" fmla="*/ 219551 w 310514"/>
                <a:gd name="connsiteY503" fmla="*/ 636270 h 646747"/>
                <a:gd name="connsiteX504" fmla="*/ 218599 w 310514"/>
                <a:gd name="connsiteY504" fmla="*/ 641985 h 646747"/>
                <a:gd name="connsiteX505" fmla="*/ 219551 w 310514"/>
                <a:gd name="connsiteY505" fmla="*/ 644366 h 646747"/>
                <a:gd name="connsiteX506" fmla="*/ 220980 w 310514"/>
                <a:gd name="connsiteY506" fmla="*/ 646747 h 646747"/>
                <a:gd name="connsiteX507" fmla="*/ 224314 w 310514"/>
                <a:gd name="connsiteY507" fmla="*/ 641985 h 646747"/>
                <a:gd name="connsiteX508" fmla="*/ 225743 w 310514"/>
                <a:gd name="connsiteY508" fmla="*/ 641509 h 646747"/>
                <a:gd name="connsiteX509" fmla="*/ 226219 w 310514"/>
                <a:gd name="connsiteY509" fmla="*/ 639128 h 646747"/>
                <a:gd name="connsiteX510" fmla="*/ 227171 w 310514"/>
                <a:gd name="connsiteY510" fmla="*/ 636270 h 646747"/>
                <a:gd name="connsiteX511" fmla="*/ 228124 w 310514"/>
                <a:gd name="connsiteY511" fmla="*/ 633413 h 646747"/>
                <a:gd name="connsiteX512" fmla="*/ 228600 w 310514"/>
                <a:gd name="connsiteY512" fmla="*/ 629126 h 646747"/>
                <a:gd name="connsiteX513" fmla="*/ 228124 w 310514"/>
                <a:gd name="connsiteY513" fmla="*/ 626745 h 646747"/>
                <a:gd name="connsiteX514" fmla="*/ 228124 w 310514"/>
                <a:gd name="connsiteY514" fmla="*/ 625316 h 646747"/>
                <a:gd name="connsiteX515" fmla="*/ 229076 w 310514"/>
                <a:gd name="connsiteY515" fmla="*/ 623888 h 646747"/>
                <a:gd name="connsiteX516" fmla="*/ 232410 w 310514"/>
                <a:gd name="connsiteY516" fmla="*/ 621030 h 646747"/>
                <a:gd name="connsiteX517" fmla="*/ 237172 w 310514"/>
                <a:gd name="connsiteY517" fmla="*/ 616744 h 646747"/>
                <a:gd name="connsiteX518" fmla="*/ 242888 w 310514"/>
                <a:gd name="connsiteY518" fmla="*/ 610553 h 646747"/>
                <a:gd name="connsiteX519" fmla="*/ 248602 w 310514"/>
                <a:gd name="connsiteY519" fmla="*/ 601028 h 646747"/>
                <a:gd name="connsiteX520" fmla="*/ 251460 w 310514"/>
                <a:gd name="connsiteY520" fmla="*/ 595313 h 646747"/>
                <a:gd name="connsiteX521" fmla="*/ 252889 w 310514"/>
                <a:gd name="connsiteY521" fmla="*/ 593407 h 646747"/>
                <a:gd name="connsiteX522" fmla="*/ 254318 w 310514"/>
                <a:gd name="connsiteY522" fmla="*/ 592931 h 646747"/>
                <a:gd name="connsiteX523" fmla="*/ 256222 w 310514"/>
                <a:gd name="connsiteY523" fmla="*/ 591026 h 646747"/>
                <a:gd name="connsiteX524" fmla="*/ 257651 w 310514"/>
                <a:gd name="connsiteY524" fmla="*/ 589121 h 646747"/>
                <a:gd name="connsiteX525" fmla="*/ 257651 w 310514"/>
                <a:gd name="connsiteY525" fmla="*/ 588169 h 646747"/>
                <a:gd name="connsiteX526" fmla="*/ 254318 w 310514"/>
                <a:gd name="connsiteY526" fmla="*/ 577691 h 646747"/>
                <a:gd name="connsiteX527" fmla="*/ 252413 w 310514"/>
                <a:gd name="connsiteY527" fmla="*/ 574357 h 646747"/>
                <a:gd name="connsiteX528" fmla="*/ 251460 w 310514"/>
                <a:gd name="connsiteY528" fmla="*/ 570071 h 646747"/>
                <a:gd name="connsiteX529" fmla="*/ 250984 w 310514"/>
                <a:gd name="connsiteY529" fmla="*/ 567214 h 646747"/>
                <a:gd name="connsiteX530" fmla="*/ 250031 w 310514"/>
                <a:gd name="connsiteY530" fmla="*/ 564356 h 646747"/>
                <a:gd name="connsiteX531" fmla="*/ 250507 w 310514"/>
                <a:gd name="connsiteY531" fmla="*/ 561975 h 646747"/>
                <a:gd name="connsiteX532" fmla="*/ 249555 w 310514"/>
                <a:gd name="connsiteY532" fmla="*/ 560546 h 646747"/>
                <a:gd name="connsiteX533" fmla="*/ 247174 w 310514"/>
                <a:gd name="connsiteY533" fmla="*/ 558641 h 646747"/>
                <a:gd name="connsiteX534" fmla="*/ 244316 w 310514"/>
                <a:gd name="connsiteY534" fmla="*/ 555784 h 646747"/>
                <a:gd name="connsiteX535" fmla="*/ 242888 w 310514"/>
                <a:gd name="connsiteY535" fmla="*/ 551021 h 646747"/>
                <a:gd name="connsiteX536" fmla="*/ 242888 w 310514"/>
                <a:gd name="connsiteY536" fmla="*/ 548164 h 646747"/>
                <a:gd name="connsiteX537" fmla="*/ 240982 w 310514"/>
                <a:gd name="connsiteY537" fmla="*/ 545782 h 646747"/>
                <a:gd name="connsiteX538" fmla="*/ 240506 w 310514"/>
                <a:gd name="connsiteY538" fmla="*/ 543401 h 646747"/>
                <a:gd name="connsiteX539" fmla="*/ 241459 w 310514"/>
                <a:gd name="connsiteY539" fmla="*/ 541020 h 646747"/>
                <a:gd name="connsiteX540" fmla="*/ 242888 w 310514"/>
                <a:gd name="connsiteY540" fmla="*/ 539115 h 646747"/>
                <a:gd name="connsiteX541" fmla="*/ 242888 w 310514"/>
                <a:gd name="connsiteY541" fmla="*/ 530066 h 646747"/>
                <a:gd name="connsiteX542" fmla="*/ 242411 w 310514"/>
                <a:gd name="connsiteY542" fmla="*/ 527209 h 646747"/>
                <a:gd name="connsiteX543" fmla="*/ 241935 w 310514"/>
                <a:gd name="connsiteY543" fmla="*/ 522446 h 646747"/>
                <a:gd name="connsiteX544" fmla="*/ 240030 w 310514"/>
                <a:gd name="connsiteY544" fmla="*/ 518636 h 646747"/>
                <a:gd name="connsiteX545" fmla="*/ 237649 w 310514"/>
                <a:gd name="connsiteY545" fmla="*/ 514350 h 646747"/>
                <a:gd name="connsiteX546" fmla="*/ 234791 w 310514"/>
                <a:gd name="connsiteY546" fmla="*/ 511016 h 646747"/>
                <a:gd name="connsiteX547" fmla="*/ 227647 w 310514"/>
                <a:gd name="connsiteY547" fmla="*/ 504825 h 646747"/>
                <a:gd name="connsiteX548" fmla="*/ 222409 w 310514"/>
                <a:gd name="connsiteY548" fmla="*/ 500539 h 646747"/>
                <a:gd name="connsiteX549" fmla="*/ 220027 w 310514"/>
                <a:gd name="connsiteY549" fmla="*/ 496729 h 646747"/>
                <a:gd name="connsiteX550" fmla="*/ 216694 w 310514"/>
                <a:gd name="connsiteY550" fmla="*/ 492443 h 646747"/>
                <a:gd name="connsiteX551" fmla="*/ 214313 w 310514"/>
                <a:gd name="connsiteY551" fmla="*/ 489109 h 646747"/>
                <a:gd name="connsiteX552" fmla="*/ 211455 w 310514"/>
                <a:gd name="connsiteY552" fmla="*/ 484822 h 646747"/>
                <a:gd name="connsiteX553" fmla="*/ 210026 w 310514"/>
                <a:gd name="connsiteY553" fmla="*/ 479107 h 646747"/>
                <a:gd name="connsiteX554" fmla="*/ 209074 w 310514"/>
                <a:gd name="connsiteY554" fmla="*/ 473393 h 646747"/>
                <a:gd name="connsiteX555" fmla="*/ 209550 w 310514"/>
                <a:gd name="connsiteY555" fmla="*/ 471488 h 646747"/>
                <a:gd name="connsiteX556" fmla="*/ 210978 w 310514"/>
                <a:gd name="connsiteY556" fmla="*/ 470059 h 646747"/>
                <a:gd name="connsiteX557" fmla="*/ 212884 w 310514"/>
                <a:gd name="connsiteY557" fmla="*/ 469106 h 646747"/>
                <a:gd name="connsiteX558" fmla="*/ 214313 w 310514"/>
                <a:gd name="connsiteY558" fmla="*/ 468630 h 646747"/>
                <a:gd name="connsiteX559" fmla="*/ 218599 w 310514"/>
                <a:gd name="connsiteY559" fmla="*/ 465772 h 646747"/>
                <a:gd name="connsiteX560" fmla="*/ 221456 w 310514"/>
                <a:gd name="connsiteY560" fmla="*/ 465772 h 646747"/>
                <a:gd name="connsiteX561" fmla="*/ 221932 w 310514"/>
                <a:gd name="connsiteY561" fmla="*/ 465296 h 646747"/>
                <a:gd name="connsiteX562" fmla="*/ 222409 w 310514"/>
                <a:gd name="connsiteY562" fmla="*/ 463868 h 646747"/>
                <a:gd name="connsiteX563" fmla="*/ 221932 w 310514"/>
                <a:gd name="connsiteY563" fmla="*/ 458629 h 646747"/>
                <a:gd name="connsiteX564" fmla="*/ 221932 w 310514"/>
                <a:gd name="connsiteY564" fmla="*/ 451485 h 646747"/>
                <a:gd name="connsiteX565" fmla="*/ 222409 w 310514"/>
                <a:gd name="connsiteY565" fmla="*/ 445770 h 646747"/>
                <a:gd name="connsiteX566" fmla="*/ 222885 w 310514"/>
                <a:gd name="connsiteY566" fmla="*/ 441960 h 646747"/>
                <a:gd name="connsiteX567" fmla="*/ 230505 w 310514"/>
                <a:gd name="connsiteY567" fmla="*/ 437674 h 646747"/>
                <a:gd name="connsiteX568" fmla="*/ 231934 w 310514"/>
                <a:gd name="connsiteY568" fmla="*/ 435769 h 646747"/>
                <a:gd name="connsiteX569" fmla="*/ 232886 w 310514"/>
                <a:gd name="connsiteY569" fmla="*/ 433864 h 646747"/>
                <a:gd name="connsiteX570" fmla="*/ 232886 w 310514"/>
                <a:gd name="connsiteY570" fmla="*/ 431959 h 646747"/>
                <a:gd name="connsiteX571" fmla="*/ 232410 w 310514"/>
                <a:gd name="connsiteY571" fmla="*/ 430530 h 646747"/>
                <a:gd name="connsiteX572" fmla="*/ 231457 w 310514"/>
                <a:gd name="connsiteY572" fmla="*/ 429578 h 646747"/>
                <a:gd name="connsiteX573" fmla="*/ 226695 w 310514"/>
                <a:gd name="connsiteY573" fmla="*/ 433388 h 646747"/>
                <a:gd name="connsiteX574" fmla="*/ 225743 w 310514"/>
                <a:gd name="connsiteY574" fmla="*/ 432435 h 646747"/>
                <a:gd name="connsiteX575" fmla="*/ 223361 w 310514"/>
                <a:gd name="connsiteY575" fmla="*/ 426244 h 646747"/>
                <a:gd name="connsiteX576" fmla="*/ 222409 w 310514"/>
                <a:gd name="connsiteY576" fmla="*/ 424339 h 646747"/>
                <a:gd name="connsiteX577" fmla="*/ 220980 w 310514"/>
                <a:gd name="connsiteY577" fmla="*/ 421957 h 646747"/>
                <a:gd name="connsiteX578" fmla="*/ 219551 w 310514"/>
                <a:gd name="connsiteY578" fmla="*/ 418624 h 646747"/>
                <a:gd name="connsiteX579" fmla="*/ 219551 w 310514"/>
                <a:gd name="connsiteY579" fmla="*/ 412909 h 646747"/>
                <a:gd name="connsiteX580" fmla="*/ 218599 w 310514"/>
                <a:gd name="connsiteY580" fmla="*/ 410051 h 646747"/>
                <a:gd name="connsiteX581" fmla="*/ 212407 w 310514"/>
                <a:gd name="connsiteY581" fmla="*/ 404336 h 646747"/>
                <a:gd name="connsiteX582" fmla="*/ 209550 w 310514"/>
                <a:gd name="connsiteY582" fmla="*/ 401003 h 646747"/>
                <a:gd name="connsiteX583" fmla="*/ 205740 w 310514"/>
                <a:gd name="connsiteY583" fmla="*/ 396240 h 646747"/>
                <a:gd name="connsiteX584" fmla="*/ 200977 w 310514"/>
                <a:gd name="connsiteY584" fmla="*/ 390525 h 646747"/>
                <a:gd name="connsiteX585" fmla="*/ 196215 w 310514"/>
                <a:gd name="connsiteY585" fmla="*/ 385286 h 646747"/>
                <a:gd name="connsiteX586" fmla="*/ 193834 w 310514"/>
                <a:gd name="connsiteY586" fmla="*/ 381953 h 646747"/>
                <a:gd name="connsiteX587" fmla="*/ 192881 w 310514"/>
                <a:gd name="connsiteY587" fmla="*/ 381000 h 646747"/>
                <a:gd name="connsiteX588" fmla="*/ 192405 w 310514"/>
                <a:gd name="connsiteY588" fmla="*/ 379571 h 646747"/>
                <a:gd name="connsiteX589" fmla="*/ 193834 w 310514"/>
                <a:gd name="connsiteY589" fmla="*/ 376238 h 646747"/>
                <a:gd name="connsiteX590" fmla="*/ 193357 w 310514"/>
                <a:gd name="connsiteY590" fmla="*/ 372904 h 646747"/>
                <a:gd name="connsiteX591" fmla="*/ 190976 w 310514"/>
                <a:gd name="connsiteY591" fmla="*/ 368141 h 646747"/>
                <a:gd name="connsiteX592" fmla="*/ 190024 w 310514"/>
                <a:gd name="connsiteY592" fmla="*/ 365284 h 646747"/>
                <a:gd name="connsiteX593" fmla="*/ 190500 w 310514"/>
                <a:gd name="connsiteY593" fmla="*/ 364331 h 646747"/>
                <a:gd name="connsiteX594" fmla="*/ 189547 w 310514"/>
                <a:gd name="connsiteY594" fmla="*/ 363855 h 646747"/>
                <a:gd name="connsiteX595" fmla="*/ 187166 w 310514"/>
                <a:gd name="connsiteY595" fmla="*/ 364331 h 646747"/>
                <a:gd name="connsiteX596" fmla="*/ 184785 w 310514"/>
                <a:gd name="connsiteY596" fmla="*/ 361950 h 646747"/>
                <a:gd name="connsiteX597" fmla="*/ 182403 w 310514"/>
                <a:gd name="connsiteY597" fmla="*/ 357188 h 646747"/>
                <a:gd name="connsiteX598" fmla="*/ 182403 w 310514"/>
                <a:gd name="connsiteY598" fmla="*/ 356235 h 646747"/>
                <a:gd name="connsiteX599" fmla="*/ 183356 w 310514"/>
                <a:gd name="connsiteY599" fmla="*/ 356235 h 646747"/>
                <a:gd name="connsiteX600" fmla="*/ 186214 w 310514"/>
                <a:gd name="connsiteY600" fmla="*/ 357188 h 646747"/>
                <a:gd name="connsiteX601" fmla="*/ 187166 w 310514"/>
                <a:gd name="connsiteY601" fmla="*/ 357188 h 646747"/>
                <a:gd name="connsiteX602" fmla="*/ 189071 w 310514"/>
                <a:gd name="connsiteY602" fmla="*/ 356235 h 646747"/>
                <a:gd name="connsiteX603" fmla="*/ 192405 w 310514"/>
                <a:gd name="connsiteY603" fmla="*/ 355282 h 646747"/>
                <a:gd name="connsiteX604" fmla="*/ 194310 w 310514"/>
                <a:gd name="connsiteY604" fmla="*/ 354806 h 646747"/>
                <a:gd name="connsiteX605" fmla="*/ 194786 w 310514"/>
                <a:gd name="connsiteY605" fmla="*/ 354330 h 646747"/>
                <a:gd name="connsiteX606" fmla="*/ 195263 w 310514"/>
                <a:gd name="connsiteY606" fmla="*/ 353378 h 646747"/>
                <a:gd name="connsiteX607" fmla="*/ 193834 w 310514"/>
                <a:gd name="connsiteY607" fmla="*/ 342424 h 646747"/>
                <a:gd name="connsiteX608" fmla="*/ 194310 w 310514"/>
                <a:gd name="connsiteY608" fmla="*/ 340043 h 646747"/>
                <a:gd name="connsiteX609" fmla="*/ 197168 w 310514"/>
                <a:gd name="connsiteY609" fmla="*/ 335280 h 646747"/>
                <a:gd name="connsiteX610" fmla="*/ 196691 w 310514"/>
                <a:gd name="connsiteY610" fmla="*/ 330518 h 646747"/>
                <a:gd name="connsiteX611" fmla="*/ 197644 w 310514"/>
                <a:gd name="connsiteY611" fmla="*/ 323850 h 646747"/>
                <a:gd name="connsiteX612" fmla="*/ 200977 w 310514"/>
                <a:gd name="connsiteY612" fmla="*/ 319088 h 646747"/>
                <a:gd name="connsiteX613" fmla="*/ 203359 w 310514"/>
                <a:gd name="connsiteY613" fmla="*/ 317182 h 646747"/>
                <a:gd name="connsiteX614" fmla="*/ 204311 w 310514"/>
                <a:gd name="connsiteY614" fmla="*/ 313849 h 646747"/>
                <a:gd name="connsiteX615" fmla="*/ 205264 w 310514"/>
                <a:gd name="connsiteY615" fmla="*/ 313372 h 646747"/>
                <a:gd name="connsiteX616" fmla="*/ 207169 w 310514"/>
                <a:gd name="connsiteY616" fmla="*/ 313849 h 646747"/>
                <a:gd name="connsiteX617" fmla="*/ 211455 w 310514"/>
                <a:gd name="connsiteY617" fmla="*/ 316230 h 646747"/>
                <a:gd name="connsiteX618" fmla="*/ 213360 w 310514"/>
                <a:gd name="connsiteY618" fmla="*/ 316230 h 646747"/>
                <a:gd name="connsiteX619" fmla="*/ 216218 w 310514"/>
                <a:gd name="connsiteY619" fmla="*/ 316230 h 646747"/>
                <a:gd name="connsiteX620" fmla="*/ 219075 w 310514"/>
                <a:gd name="connsiteY620" fmla="*/ 316230 h 646747"/>
                <a:gd name="connsiteX621" fmla="*/ 220503 w 310514"/>
                <a:gd name="connsiteY621" fmla="*/ 315754 h 646747"/>
                <a:gd name="connsiteX622" fmla="*/ 229552 w 310514"/>
                <a:gd name="connsiteY622" fmla="*/ 313372 h 646747"/>
                <a:gd name="connsiteX623" fmla="*/ 231457 w 310514"/>
                <a:gd name="connsiteY623" fmla="*/ 312896 h 646747"/>
                <a:gd name="connsiteX624" fmla="*/ 233363 w 310514"/>
                <a:gd name="connsiteY624" fmla="*/ 313372 h 646747"/>
                <a:gd name="connsiteX625" fmla="*/ 234791 w 310514"/>
                <a:gd name="connsiteY625" fmla="*/ 313372 h 646747"/>
                <a:gd name="connsiteX626" fmla="*/ 236220 w 310514"/>
                <a:gd name="connsiteY626" fmla="*/ 312420 h 646747"/>
                <a:gd name="connsiteX627" fmla="*/ 237172 w 310514"/>
                <a:gd name="connsiteY627" fmla="*/ 310515 h 646747"/>
                <a:gd name="connsiteX628" fmla="*/ 238125 w 310514"/>
                <a:gd name="connsiteY628" fmla="*/ 304324 h 646747"/>
                <a:gd name="connsiteX629" fmla="*/ 238601 w 310514"/>
                <a:gd name="connsiteY629" fmla="*/ 303371 h 646747"/>
                <a:gd name="connsiteX630" fmla="*/ 239553 w 310514"/>
                <a:gd name="connsiteY630" fmla="*/ 302419 h 646747"/>
                <a:gd name="connsiteX631" fmla="*/ 241459 w 310514"/>
                <a:gd name="connsiteY631" fmla="*/ 301943 h 646747"/>
                <a:gd name="connsiteX632" fmla="*/ 243840 w 310514"/>
                <a:gd name="connsiteY632" fmla="*/ 301943 h 646747"/>
                <a:gd name="connsiteX633" fmla="*/ 246697 w 310514"/>
                <a:gd name="connsiteY633" fmla="*/ 303371 h 646747"/>
                <a:gd name="connsiteX634" fmla="*/ 248602 w 310514"/>
                <a:gd name="connsiteY634" fmla="*/ 303371 h 646747"/>
                <a:gd name="connsiteX635" fmla="*/ 250507 w 310514"/>
                <a:gd name="connsiteY635" fmla="*/ 302895 h 646747"/>
                <a:gd name="connsiteX636" fmla="*/ 252413 w 310514"/>
                <a:gd name="connsiteY636" fmla="*/ 301943 h 646747"/>
                <a:gd name="connsiteX637" fmla="*/ 253365 w 310514"/>
                <a:gd name="connsiteY637" fmla="*/ 300990 h 646747"/>
                <a:gd name="connsiteX638" fmla="*/ 253841 w 310514"/>
                <a:gd name="connsiteY638" fmla="*/ 299561 h 646747"/>
                <a:gd name="connsiteX639" fmla="*/ 253365 w 310514"/>
                <a:gd name="connsiteY639" fmla="*/ 297180 h 646747"/>
                <a:gd name="connsiteX640" fmla="*/ 251936 w 310514"/>
                <a:gd name="connsiteY640" fmla="*/ 293846 h 646747"/>
                <a:gd name="connsiteX641" fmla="*/ 252413 w 310514"/>
                <a:gd name="connsiteY641" fmla="*/ 293370 h 646747"/>
                <a:gd name="connsiteX642" fmla="*/ 254794 w 310514"/>
                <a:gd name="connsiteY642" fmla="*/ 293846 h 646747"/>
                <a:gd name="connsiteX643" fmla="*/ 258603 w 310514"/>
                <a:gd name="connsiteY643" fmla="*/ 294799 h 646747"/>
                <a:gd name="connsiteX644" fmla="*/ 261461 w 310514"/>
                <a:gd name="connsiteY644" fmla="*/ 294799 h 646747"/>
                <a:gd name="connsiteX645" fmla="*/ 263366 w 310514"/>
                <a:gd name="connsiteY645" fmla="*/ 294322 h 646747"/>
                <a:gd name="connsiteX646" fmla="*/ 265271 w 310514"/>
                <a:gd name="connsiteY646" fmla="*/ 292894 h 646747"/>
                <a:gd name="connsiteX647" fmla="*/ 267652 w 310514"/>
                <a:gd name="connsiteY647" fmla="*/ 291465 h 646747"/>
                <a:gd name="connsiteX648" fmla="*/ 270034 w 310514"/>
                <a:gd name="connsiteY648" fmla="*/ 291941 h 646747"/>
                <a:gd name="connsiteX649" fmla="*/ 271939 w 310514"/>
                <a:gd name="connsiteY649" fmla="*/ 293370 h 646747"/>
                <a:gd name="connsiteX650" fmla="*/ 275749 w 310514"/>
                <a:gd name="connsiteY650" fmla="*/ 295751 h 646747"/>
                <a:gd name="connsiteX651" fmla="*/ 276225 w 310514"/>
                <a:gd name="connsiteY651" fmla="*/ 293846 h 646747"/>
                <a:gd name="connsiteX652" fmla="*/ 278130 w 310514"/>
                <a:gd name="connsiteY652" fmla="*/ 286226 h 646747"/>
                <a:gd name="connsiteX653" fmla="*/ 280511 w 310514"/>
                <a:gd name="connsiteY653" fmla="*/ 281464 h 646747"/>
                <a:gd name="connsiteX654" fmla="*/ 282893 w 310514"/>
                <a:gd name="connsiteY654" fmla="*/ 279082 h 646747"/>
                <a:gd name="connsiteX655" fmla="*/ 285750 w 310514"/>
                <a:gd name="connsiteY655" fmla="*/ 278130 h 646747"/>
                <a:gd name="connsiteX656" fmla="*/ 288607 w 310514"/>
                <a:gd name="connsiteY656" fmla="*/ 278606 h 646747"/>
                <a:gd name="connsiteX657" fmla="*/ 290989 w 310514"/>
                <a:gd name="connsiteY657" fmla="*/ 278130 h 646747"/>
                <a:gd name="connsiteX658" fmla="*/ 292894 w 310514"/>
                <a:gd name="connsiteY658" fmla="*/ 276701 h 646747"/>
                <a:gd name="connsiteX659" fmla="*/ 292894 w 310514"/>
                <a:gd name="connsiteY659" fmla="*/ 276225 h 646747"/>
                <a:gd name="connsiteX660" fmla="*/ 290513 w 310514"/>
                <a:gd name="connsiteY660" fmla="*/ 276225 h 646747"/>
                <a:gd name="connsiteX661" fmla="*/ 289560 w 310514"/>
                <a:gd name="connsiteY661" fmla="*/ 274796 h 646747"/>
                <a:gd name="connsiteX662" fmla="*/ 290036 w 310514"/>
                <a:gd name="connsiteY662" fmla="*/ 272415 h 646747"/>
                <a:gd name="connsiteX663" fmla="*/ 290989 w 310514"/>
                <a:gd name="connsiteY663" fmla="*/ 270986 h 646747"/>
                <a:gd name="connsiteX664" fmla="*/ 292418 w 310514"/>
                <a:gd name="connsiteY664" fmla="*/ 270034 h 646747"/>
                <a:gd name="connsiteX665" fmla="*/ 293846 w 310514"/>
                <a:gd name="connsiteY665" fmla="*/ 267653 h 646747"/>
                <a:gd name="connsiteX666" fmla="*/ 295275 w 310514"/>
                <a:gd name="connsiteY666" fmla="*/ 263366 h 646747"/>
                <a:gd name="connsiteX667" fmla="*/ 297180 w 310514"/>
                <a:gd name="connsiteY667" fmla="*/ 260985 h 646747"/>
                <a:gd name="connsiteX668" fmla="*/ 299085 w 310514"/>
                <a:gd name="connsiteY668" fmla="*/ 260985 h 646747"/>
                <a:gd name="connsiteX669" fmla="*/ 302895 w 310514"/>
                <a:gd name="connsiteY669" fmla="*/ 259080 h 646747"/>
                <a:gd name="connsiteX670" fmla="*/ 308134 w 310514"/>
                <a:gd name="connsiteY670" fmla="*/ 255270 h 646747"/>
                <a:gd name="connsiteX671" fmla="*/ 310039 w 310514"/>
                <a:gd name="connsiteY671" fmla="*/ 251936 h 646747"/>
                <a:gd name="connsiteX672" fmla="*/ 310515 w 310514"/>
                <a:gd name="connsiteY672" fmla="*/ 251460 h 646747"/>
                <a:gd name="connsiteX673" fmla="*/ 307181 w 310514"/>
                <a:gd name="connsiteY673" fmla="*/ 243840 h 64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310514" h="646747">
                  <a:moveTo>
                    <a:pt x="307181" y="243840"/>
                  </a:moveTo>
                  <a:lnTo>
                    <a:pt x="307181" y="242888"/>
                  </a:lnTo>
                  <a:lnTo>
                    <a:pt x="306705" y="242411"/>
                  </a:lnTo>
                  <a:lnTo>
                    <a:pt x="305276" y="241935"/>
                  </a:lnTo>
                  <a:lnTo>
                    <a:pt x="303371" y="242411"/>
                  </a:lnTo>
                  <a:lnTo>
                    <a:pt x="297180" y="245269"/>
                  </a:lnTo>
                  <a:lnTo>
                    <a:pt x="291941" y="250507"/>
                  </a:lnTo>
                  <a:lnTo>
                    <a:pt x="289560" y="251460"/>
                  </a:lnTo>
                  <a:lnTo>
                    <a:pt x="287178" y="251936"/>
                  </a:lnTo>
                  <a:lnTo>
                    <a:pt x="284321" y="250984"/>
                  </a:lnTo>
                  <a:lnTo>
                    <a:pt x="280988" y="250507"/>
                  </a:lnTo>
                  <a:lnTo>
                    <a:pt x="276225" y="251936"/>
                  </a:lnTo>
                  <a:lnTo>
                    <a:pt x="273844" y="251460"/>
                  </a:lnTo>
                  <a:lnTo>
                    <a:pt x="272891" y="250507"/>
                  </a:lnTo>
                  <a:lnTo>
                    <a:pt x="271939" y="249079"/>
                  </a:lnTo>
                  <a:lnTo>
                    <a:pt x="272415" y="247174"/>
                  </a:lnTo>
                  <a:lnTo>
                    <a:pt x="271939" y="245745"/>
                  </a:lnTo>
                  <a:lnTo>
                    <a:pt x="270034" y="244793"/>
                  </a:lnTo>
                  <a:lnTo>
                    <a:pt x="267652" y="244316"/>
                  </a:lnTo>
                  <a:lnTo>
                    <a:pt x="266224" y="242411"/>
                  </a:lnTo>
                  <a:lnTo>
                    <a:pt x="265747" y="240030"/>
                  </a:lnTo>
                  <a:lnTo>
                    <a:pt x="266224" y="237172"/>
                  </a:lnTo>
                  <a:lnTo>
                    <a:pt x="266700" y="234315"/>
                  </a:lnTo>
                  <a:lnTo>
                    <a:pt x="265747" y="232886"/>
                  </a:lnTo>
                  <a:lnTo>
                    <a:pt x="262414" y="231934"/>
                  </a:lnTo>
                  <a:lnTo>
                    <a:pt x="254318" y="230505"/>
                  </a:lnTo>
                  <a:lnTo>
                    <a:pt x="247174" y="229553"/>
                  </a:lnTo>
                  <a:lnTo>
                    <a:pt x="244316" y="230029"/>
                  </a:lnTo>
                  <a:lnTo>
                    <a:pt x="241935" y="229553"/>
                  </a:lnTo>
                  <a:lnTo>
                    <a:pt x="240506" y="229076"/>
                  </a:lnTo>
                  <a:lnTo>
                    <a:pt x="240030" y="228124"/>
                  </a:lnTo>
                  <a:lnTo>
                    <a:pt x="240030" y="226695"/>
                  </a:lnTo>
                  <a:lnTo>
                    <a:pt x="240982" y="223361"/>
                  </a:lnTo>
                  <a:lnTo>
                    <a:pt x="242411" y="220028"/>
                  </a:lnTo>
                  <a:lnTo>
                    <a:pt x="245745" y="215741"/>
                  </a:lnTo>
                  <a:lnTo>
                    <a:pt x="245745" y="212407"/>
                  </a:lnTo>
                  <a:lnTo>
                    <a:pt x="245745" y="208597"/>
                  </a:lnTo>
                  <a:lnTo>
                    <a:pt x="247174" y="203835"/>
                  </a:lnTo>
                  <a:lnTo>
                    <a:pt x="250031" y="200025"/>
                  </a:lnTo>
                  <a:lnTo>
                    <a:pt x="251460" y="199072"/>
                  </a:lnTo>
                  <a:lnTo>
                    <a:pt x="250984" y="197644"/>
                  </a:lnTo>
                  <a:lnTo>
                    <a:pt x="250031" y="196215"/>
                  </a:lnTo>
                  <a:lnTo>
                    <a:pt x="248602" y="195263"/>
                  </a:lnTo>
                  <a:lnTo>
                    <a:pt x="245745" y="194310"/>
                  </a:lnTo>
                  <a:lnTo>
                    <a:pt x="241459" y="193834"/>
                  </a:lnTo>
                  <a:lnTo>
                    <a:pt x="235744" y="192881"/>
                  </a:lnTo>
                  <a:lnTo>
                    <a:pt x="229076" y="190500"/>
                  </a:lnTo>
                  <a:lnTo>
                    <a:pt x="230028" y="186214"/>
                  </a:lnTo>
                  <a:lnTo>
                    <a:pt x="230028" y="183832"/>
                  </a:lnTo>
                  <a:lnTo>
                    <a:pt x="229076" y="181928"/>
                  </a:lnTo>
                  <a:lnTo>
                    <a:pt x="227647" y="180499"/>
                  </a:lnTo>
                  <a:lnTo>
                    <a:pt x="226695" y="179070"/>
                  </a:lnTo>
                  <a:lnTo>
                    <a:pt x="227647" y="175260"/>
                  </a:lnTo>
                  <a:lnTo>
                    <a:pt x="226219" y="171450"/>
                  </a:lnTo>
                  <a:lnTo>
                    <a:pt x="224314" y="170021"/>
                  </a:lnTo>
                  <a:lnTo>
                    <a:pt x="222409" y="168116"/>
                  </a:lnTo>
                  <a:lnTo>
                    <a:pt x="222409" y="165735"/>
                  </a:lnTo>
                  <a:lnTo>
                    <a:pt x="223361" y="163830"/>
                  </a:lnTo>
                  <a:lnTo>
                    <a:pt x="227647" y="159544"/>
                  </a:lnTo>
                  <a:lnTo>
                    <a:pt x="227647" y="158591"/>
                  </a:lnTo>
                  <a:lnTo>
                    <a:pt x="226695" y="158591"/>
                  </a:lnTo>
                  <a:lnTo>
                    <a:pt x="225266" y="158591"/>
                  </a:lnTo>
                  <a:lnTo>
                    <a:pt x="219075" y="160020"/>
                  </a:lnTo>
                  <a:lnTo>
                    <a:pt x="218599" y="159068"/>
                  </a:lnTo>
                  <a:lnTo>
                    <a:pt x="216218" y="158591"/>
                  </a:lnTo>
                  <a:lnTo>
                    <a:pt x="211931" y="158591"/>
                  </a:lnTo>
                  <a:lnTo>
                    <a:pt x="206693" y="159068"/>
                  </a:lnTo>
                  <a:lnTo>
                    <a:pt x="200025" y="160496"/>
                  </a:lnTo>
                  <a:lnTo>
                    <a:pt x="193834" y="163354"/>
                  </a:lnTo>
                  <a:lnTo>
                    <a:pt x="190976" y="165259"/>
                  </a:lnTo>
                  <a:lnTo>
                    <a:pt x="188595" y="166688"/>
                  </a:lnTo>
                  <a:lnTo>
                    <a:pt x="186690" y="167164"/>
                  </a:lnTo>
                  <a:lnTo>
                    <a:pt x="184309" y="166211"/>
                  </a:lnTo>
                  <a:lnTo>
                    <a:pt x="184309" y="163354"/>
                  </a:lnTo>
                  <a:lnTo>
                    <a:pt x="188595" y="158115"/>
                  </a:lnTo>
                  <a:lnTo>
                    <a:pt x="189071" y="154781"/>
                  </a:lnTo>
                  <a:lnTo>
                    <a:pt x="187643" y="151924"/>
                  </a:lnTo>
                  <a:lnTo>
                    <a:pt x="187643" y="149543"/>
                  </a:lnTo>
                  <a:lnTo>
                    <a:pt x="186214" y="148114"/>
                  </a:lnTo>
                  <a:lnTo>
                    <a:pt x="184309" y="147161"/>
                  </a:lnTo>
                  <a:lnTo>
                    <a:pt x="183356" y="145256"/>
                  </a:lnTo>
                  <a:lnTo>
                    <a:pt x="183356" y="140494"/>
                  </a:lnTo>
                  <a:lnTo>
                    <a:pt x="185261" y="135255"/>
                  </a:lnTo>
                  <a:lnTo>
                    <a:pt x="188119" y="133826"/>
                  </a:lnTo>
                  <a:lnTo>
                    <a:pt x="190024" y="132874"/>
                  </a:lnTo>
                  <a:lnTo>
                    <a:pt x="190500" y="131921"/>
                  </a:lnTo>
                  <a:lnTo>
                    <a:pt x="189547" y="128111"/>
                  </a:lnTo>
                  <a:lnTo>
                    <a:pt x="189547" y="125730"/>
                  </a:lnTo>
                  <a:lnTo>
                    <a:pt x="191452" y="121444"/>
                  </a:lnTo>
                  <a:lnTo>
                    <a:pt x="193357" y="118110"/>
                  </a:lnTo>
                  <a:lnTo>
                    <a:pt x="196691" y="118586"/>
                  </a:lnTo>
                  <a:lnTo>
                    <a:pt x="198120" y="117634"/>
                  </a:lnTo>
                  <a:lnTo>
                    <a:pt x="199549" y="116681"/>
                  </a:lnTo>
                  <a:lnTo>
                    <a:pt x="201453" y="114776"/>
                  </a:lnTo>
                  <a:lnTo>
                    <a:pt x="202882" y="112395"/>
                  </a:lnTo>
                  <a:lnTo>
                    <a:pt x="204311" y="106680"/>
                  </a:lnTo>
                  <a:lnTo>
                    <a:pt x="205264" y="105728"/>
                  </a:lnTo>
                  <a:lnTo>
                    <a:pt x="209550" y="106680"/>
                  </a:lnTo>
                  <a:lnTo>
                    <a:pt x="210978" y="106204"/>
                  </a:lnTo>
                  <a:lnTo>
                    <a:pt x="213360" y="102870"/>
                  </a:lnTo>
                  <a:lnTo>
                    <a:pt x="215741" y="99060"/>
                  </a:lnTo>
                  <a:lnTo>
                    <a:pt x="219075" y="97631"/>
                  </a:lnTo>
                  <a:lnTo>
                    <a:pt x="221456" y="97631"/>
                  </a:lnTo>
                  <a:lnTo>
                    <a:pt x="222409" y="96203"/>
                  </a:lnTo>
                  <a:lnTo>
                    <a:pt x="222409" y="94297"/>
                  </a:lnTo>
                  <a:lnTo>
                    <a:pt x="220027" y="91440"/>
                  </a:lnTo>
                  <a:lnTo>
                    <a:pt x="219075" y="89059"/>
                  </a:lnTo>
                  <a:lnTo>
                    <a:pt x="219551" y="87630"/>
                  </a:lnTo>
                  <a:lnTo>
                    <a:pt x="222885" y="86678"/>
                  </a:lnTo>
                  <a:lnTo>
                    <a:pt x="223838" y="84772"/>
                  </a:lnTo>
                  <a:lnTo>
                    <a:pt x="223361" y="80963"/>
                  </a:lnTo>
                  <a:lnTo>
                    <a:pt x="224790" y="76200"/>
                  </a:lnTo>
                  <a:lnTo>
                    <a:pt x="225743" y="70485"/>
                  </a:lnTo>
                  <a:lnTo>
                    <a:pt x="226219" y="66199"/>
                  </a:lnTo>
                  <a:lnTo>
                    <a:pt x="226219" y="62865"/>
                  </a:lnTo>
                  <a:lnTo>
                    <a:pt x="225743" y="59531"/>
                  </a:lnTo>
                  <a:lnTo>
                    <a:pt x="225266" y="53340"/>
                  </a:lnTo>
                  <a:lnTo>
                    <a:pt x="223838" y="48101"/>
                  </a:lnTo>
                  <a:lnTo>
                    <a:pt x="224314" y="46196"/>
                  </a:lnTo>
                  <a:lnTo>
                    <a:pt x="224314" y="40005"/>
                  </a:lnTo>
                  <a:lnTo>
                    <a:pt x="223361" y="34766"/>
                  </a:lnTo>
                  <a:lnTo>
                    <a:pt x="221456" y="33814"/>
                  </a:lnTo>
                  <a:lnTo>
                    <a:pt x="218122" y="31909"/>
                  </a:lnTo>
                  <a:lnTo>
                    <a:pt x="216218" y="31432"/>
                  </a:lnTo>
                  <a:lnTo>
                    <a:pt x="214789" y="31909"/>
                  </a:lnTo>
                  <a:lnTo>
                    <a:pt x="214313" y="33814"/>
                  </a:lnTo>
                  <a:lnTo>
                    <a:pt x="212884" y="35719"/>
                  </a:lnTo>
                  <a:lnTo>
                    <a:pt x="210978" y="35243"/>
                  </a:lnTo>
                  <a:lnTo>
                    <a:pt x="210026" y="33338"/>
                  </a:lnTo>
                  <a:lnTo>
                    <a:pt x="209074" y="30956"/>
                  </a:lnTo>
                  <a:lnTo>
                    <a:pt x="205264" y="20003"/>
                  </a:lnTo>
                  <a:lnTo>
                    <a:pt x="204788" y="16669"/>
                  </a:lnTo>
                  <a:lnTo>
                    <a:pt x="204311" y="13335"/>
                  </a:lnTo>
                  <a:lnTo>
                    <a:pt x="202882" y="11906"/>
                  </a:lnTo>
                  <a:lnTo>
                    <a:pt x="201453" y="10954"/>
                  </a:lnTo>
                  <a:lnTo>
                    <a:pt x="198596" y="7144"/>
                  </a:lnTo>
                  <a:lnTo>
                    <a:pt x="197168" y="5715"/>
                  </a:lnTo>
                  <a:lnTo>
                    <a:pt x="196215" y="5239"/>
                  </a:lnTo>
                  <a:lnTo>
                    <a:pt x="194786" y="5715"/>
                  </a:lnTo>
                  <a:lnTo>
                    <a:pt x="193357" y="5715"/>
                  </a:lnTo>
                  <a:lnTo>
                    <a:pt x="191928" y="3810"/>
                  </a:lnTo>
                  <a:lnTo>
                    <a:pt x="190500" y="1429"/>
                  </a:lnTo>
                  <a:lnTo>
                    <a:pt x="189071" y="476"/>
                  </a:lnTo>
                  <a:lnTo>
                    <a:pt x="187166" y="0"/>
                  </a:lnTo>
                  <a:lnTo>
                    <a:pt x="185261" y="476"/>
                  </a:lnTo>
                  <a:lnTo>
                    <a:pt x="183832" y="2381"/>
                  </a:lnTo>
                  <a:lnTo>
                    <a:pt x="182880" y="3334"/>
                  </a:lnTo>
                  <a:lnTo>
                    <a:pt x="181451" y="5715"/>
                  </a:lnTo>
                  <a:lnTo>
                    <a:pt x="179070" y="9525"/>
                  </a:lnTo>
                  <a:lnTo>
                    <a:pt x="178118" y="10954"/>
                  </a:lnTo>
                  <a:lnTo>
                    <a:pt x="177641" y="13335"/>
                  </a:lnTo>
                  <a:lnTo>
                    <a:pt x="177165" y="15716"/>
                  </a:lnTo>
                  <a:lnTo>
                    <a:pt x="178594" y="17621"/>
                  </a:lnTo>
                  <a:lnTo>
                    <a:pt x="178594" y="19526"/>
                  </a:lnTo>
                  <a:lnTo>
                    <a:pt x="178118" y="20955"/>
                  </a:lnTo>
                  <a:lnTo>
                    <a:pt x="177165" y="21907"/>
                  </a:lnTo>
                  <a:lnTo>
                    <a:pt x="174307" y="22384"/>
                  </a:lnTo>
                  <a:lnTo>
                    <a:pt x="171926" y="24289"/>
                  </a:lnTo>
                  <a:lnTo>
                    <a:pt x="168116" y="27146"/>
                  </a:lnTo>
                  <a:lnTo>
                    <a:pt x="165259" y="29528"/>
                  </a:lnTo>
                  <a:lnTo>
                    <a:pt x="162877" y="31432"/>
                  </a:lnTo>
                  <a:lnTo>
                    <a:pt x="161925" y="33338"/>
                  </a:lnTo>
                  <a:lnTo>
                    <a:pt x="161925" y="35719"/>
                  </a:lnTo>
                  <a:lnTo>
                    <a:pt x="162401" y="38576"/>
                  </a:lnTo>
                  <a:lnTo>
                    <a:pt x="169069" y="48578"/>
                  </a:lnTo>
                  <a:lnTo>
                    <a:pt x="169069" y="50482"/>
                  </a:lnTo>
                  <a:lnTo>
                    <a:pt x="166688" y="50959"/>
                  </a:lnTo>
                  <a:lnTo>
                    <a:pt x="163830" y="50006"/>
                  </a:lnTo>
                  <a:lnTo>
                    <a:pt x="161449" y="48578"/>
                  </a:lnTo>
                  <a:lnTo>
                    <a:pt x="158591" y="44291"/>
                  </a:lnTo>
                  <a:lnTo>
                    <a:pt x="156210" y="42863"/>
                  </a:lnTo>
                  <a:lnTo>
                    <a:pt x="153828" y="42386"/>
                  </a:lnTo>
                  <a:lnTo>
                    <a:pt x="140494" y="44768"/>
                  </a:lnTo>
                  <a:lnTo>
                    <a:pt x="137636" y="45244"/>
                  </a:lnTo>
                  <a:lnTo>
                    <a:pt x="133350" y="46672"/>
                  </a:lnTo>
                  <a:lnTo>
                    <a:pt x="130493" y="50006"/>
                  </a:lnTo>
                  <a:lnTo>
                    <a:pt x="128111" y="52864"/>
                  </a:lnTo>
                  <a:lnTo>
                    <a:pt x="125730" y="53816"/>
                  </a:lnTo>
                  <a:lnTo>
                    <a:pt x="122396" y="56197"/>
                  </a:lnTo>
                  <a:lnTo>
                    <a:pt x="112871" y="63341"/>
                  </a:lnTo>
                  <a:lnTo>
                    <a:pt x="107632" y="66199"/>
                  </a:lnTo>
                  <a:lnTo>
                    <a:pt x="104299" y="67151"/>
                  </a:lnTo>
                  <a:lnTo>
                    <a:pt x="101918" y="68580"/>
                  </a:lnTo>
                  <a:lnTo>
                    <a:pt x="100489" y="70961"/>
                  </a:lnTo>
                  <a:lnTo>
                    <a:pt x="99536" y="72866"/>
                  </a:lnTo>
                  <a:lnTo>
                    <a:pt x="99060" y="77629"/>
                  </a:lnTo>
                  <a:lnTo>
                    <a:pt x="99536" y="83344"/>
                  </a:lnTo>
                  <a:lnTo>
                    <a:pt x="100965" y="87154"/>
                  </a:lnTo>
                  <a:lnTo>
                    <a:pt x="101441" y="88106"/>
                  </a:lnTo>
                  <a:lnTo>
                    <a:pt x="101441" y="89059"/>
                  </a:lnTo>
                  <a:lnTo>
                    <a:pt x="100013" y="90964"/>
                  </a:lnTo>
                  <a:lnTo>
                    <a:pt x="98107" y="92393"/>
                  </a:lnTo>
                  <a:lnTo>
                    <a:pt x="97155" y="93345"/>
                  </a:lnTo>
                  <a:lnTo>
                    <a:pt x="96202" y="98584"/>
                  </a:lnTo>
                  <a:lnTo>
                    <a:pt x="94774" y="100965"/>
                  </a:lnTo>
                  <a:lnTo>
                    <a:pt x="91916" y="104775"/>
                  </a:lnTo>
                  <a:lnTo>
                    <a:pt x="89535" y="107632"/>
                  </a:lnTo>
                  <a:lnTo>
                    <a:pt x="85725" y="110014"/>
                  </a:lnTo>
                  <a:lnTo>
                    <a:pt x="84296" y="111919"/>
                  </a:lnTo>
                  <a:lnTo>
                    <a:pt x="82868" y="115253"/>
                  </a:lnTo>
                  <a:lnTo>
                    <a:pt x="81915" y="118110"/>
                  </a:lnTo>
                  <a:lnTo>
                    <a:pt x="81915" y="119063"/>
                  </a:lnTo>
                  <a:lnTo>
                    <a:pt x="82391" y="120015"/>
                  </a:lnTo>
                  <a:lnTo>
                    <a:pt x="84296" y="120968"/>
                  </a:lnTo>
                  <a:lnTo>
                    <a:pt x="86201" y="121920"/>
                  </a:lnTo>
                  <a:lnTo>
                    <a:pt x="87153" y="123349"/>
                  </a:lnTo>
                  <a:lnTo>
                    <a:pt x="87153" y="125254"/>
                  </a:lnTo>
                  <a:lnTo>
                    <a:pt x="85725" y="129540"/>
                  </a:lnTo>
                  <a:lnTo>
                    <a:pt x="82868" y="135255"/>
                  </a:lnTo>
                  <a:lnTo>
                    <a:pt x="80010" y="140018"/>
                  </a:lnTo>
                  <a:lnTo>
                    <a:pt x="76676" y="144304"/>
                  </a:lnTo>
                  <a:lnTo>
                    <a:pt x="75724" y="145732"/>
                  </a:lnTo>
                  <a:lnTo>
                    <a:pt x="72866" y="150971"/>
                  </a:lnTo>
                  <a:lnTo>
                    <a:pt x="70485" y="158591"/>
                  </a:lnTo>
                  <a:lnTo>
                    <a:pt x="68580" y="163830"/>
                  </a:lnTo>
                  <a:lnTo>
                    <a:pt x="67151" y="167164"/>
                  </a:lnTo>
                  <a:lnTo>
                    <a:pt x="65246" y="167164"/>
                  </a:lnTo>
                  <a:lnTo>
                    <a:pt x="62865" y="166211"/>
                  </a:lnTo>
                  <a:lnTo>
                    <a:pt x="57626" y="164782"/>
                  </a:lnTo>
                  <a:lnTo>
                    <a:pt x="54293" y="163830"/>
                  </a:lnTo>
                  <a:lnTo>
                    <a:pt x="51911" y="162878"/>
                  </a:lnTo>
                  <a:lnTo>
                    <a:pt x="50006" y="162878"/>
                  </a:lnTo>
                  <a:lnTo>
                    <a:pt x="47625" y="163354"/>
                  </a:lnTo>
                  <a:lnTo>
                    <a:pt x="45244" y="163830"/>
                  </a:lnTo>
                  <a:lnTo>
                    <a:pt x="43815" y="163354"/>
                  </a:lnTo>
                  <a:lnTo>
                    <a:pt x="40481" y="160496"/>
                  </a:lnTo>
                  <a:lnTo>
                    <a:pt x="39528" y="160972"/>
                  </a:lnTo>
                  <a:lnTo>
                    <a:pt x="39052" y="162401"/>
                  </a:lnTo>
                  <a:lnTo>
                    <a:pt x="41434" y="170974"/>
                  </a:lnTo>
                  <a:lnTo>
                    <a:pt x="42863" y="174307"/>
                  </a:lnTo>
                  <a:lnTo>
                    <a:pt x="42863" y="179546"/>
                  </a:lnTo>
                  <a:lnTo>
                    <a:pt x="42386" y="186214"/>
                  </a:lnTo>
                  <a:lnTo>
                    <a:pt x="41434" y="193357"/>
                  </a:lnTo>
                  <a:lnTo>
                    <a:pt x="40957" y="195263"/>
                  </a:lnTo>
                  <a:lnTo>
                    <a:pt x="39528" y="197168"/>
                  </a:lnTo>
                  <a:lnTo>
                    <a:pt x="37624" y="197644"/>
                  </a:lnTo>
                  <a:lnTo>
                    <a:pt x="35719" y="196691"/>
                  </a:lnTo>
                  <a:lnTo>
                    <a:pt x="34290" y="196691"/>
                  </a:lnTo>
                  <a:lnTo>
                    <a:pt x="33814" y="198120"/>
                  </a:lnTo>
                  <a:lnTo>
                    <a:pt x="34290" y="201454"/>
                  </a:lnTo>
                  <a:lnTo>
                    <a:pt x="32861" y="205264"/>
                  </a:lnTo>
                  <a:lnTo>
                    <a:pt x="31432" y="208597"/>
                  </a:lnTo>
                  <a:lnTo>
                    <a:pt x="31909" y="211455"/>
                  </a:lnTo>
                  <a:lnTo>
                    <a:pt x="32385" y="214313"/>
                  </a:lnTo>
                  <a:lnTo>
                    <a:pt x="34290" y="220980"/>
                  </a:lnTo>
                  <a:lnTo>
                    <a:pt x="34290" y="223361"/>
                  </a:lnTo>
                  <a:lnTo>
                    <a:pt x="33814" y="225743"/>
                  </a:lnTo>
                  <a:lnTo>
                    <a:pt x="32861" y="226695"/>
                  </a:lnTo>
                  <a:lnTo>
                    <a:pt x="30956" y="226695"/>
                  </a:lnTo>
                  <a:lnTo>
                    <a:pt x="30003" y="227647"/>
                  </a:lnTo>
                  <a:lnTo>
                    <a:pt x="29051" y="229076"/>
                  </a:lnTo>
                  <a:lnTo>
                    <a:pt x="27146" y="234315"/>
                  </a:lnTo>
                  <a:lnTo>
                    <a:pt x="25241" y="234791"/>
                  </a:lnTo>
                  <a:lnTo>
                    <a:pt x="23336" y="233839"/>
                  </a:lnTo>
                  <a:lnTo>
                    <a:pt x="20478" y="230505"/>
                  </a:lnTo>
                  <a:lnTo>
                    <a:pt x="18574" y="229553"/>
                  </a:lnTo>
                  <a:lnTo>
                    <a:pt x="17621" y="229553"/>
                  </a:lnTo>
                  <a:lnTo>
                    <a:pt x="17145" y="230505"/>
                  </a:lnTo>
                  <a:lnTo>
                    <a:pt x="16193" y="232410"/>
                  </a:lnTo>
                  <a:lnTo>
                    <a:pt x="15240" y="233839"/>
                  </a:lnTo>
                  <a:lnTo>
                    <a:pt x="13335" y="234791"/>
                  </a:lnTo>
                  <a:lnTo>
                    <a:pt x="13811" y="236220"/>
                  </a:lnTo>
                  <a:lnTo>
                    <a:pt x="13811" y="247650"/>
                  </a:lnTo>
                  <a:lnTo>
                    <a:pt x="14288" y="252413"/>
                  </a:lnTo>
                  <a:lnTo>
                    <a:pt x="15240" y="256699"/>
                  </a:lnTo>
                  <a:lnTo>
                    <a:pt x="15240" y="258128"/>
                  </a:lnTo>
                  <a:lnTo>
                    <a:pt x="14288" y="259556"/>
                  </a:lnTo>
                  <a:lnTo>
                    <a:pt x="13335" y="260032"/>
                  </a:lnTo>
                  <a:lnTo>
                    <a:pt x="12382" y="258128"/>
                  </a:lnTo>
                  <a:lnTo>
                    <a:pt x="10001" y="256699"/>
                  </a:lnTo>
                  <a:lnTo>
                    <a:pt x="6668" y="255270"/>
                  </a:lnTo>
                  <a:lnTo>
                    <a:pt x="5239" y="254318"/>
                  </a:lnTo>
                  <a:lnTo>
                    <a:pt x="3334" y="254794"/>
                  </a:lnTo>
                  <a:lnTo>
                    <a:pt x="952" y="257175"/>
                  </a:lnTo>
                  <a:lnTo>
                    <a:pt x="0" y="259556"/>
                  </a:lnTo>
                  <a:lnTo>
                    <a:pt x="476" y="262890"/>
                  </a:lnTo>
                  <a:lnTo>
                    <a:pt x="1428" y="266224"/>
                  </a:lnTo>
                  <a:lnTo>
                    <a:pt x="3334" y="268129"/>
                  </a:lnTo>
                  <a:lnTo>
                    <a:pt x="3334" y="270034"/>
                  </a:lnTo>
                  <a:lnTo>
                    <a:pt x="3810" y="272415"/>
                  </a:lnTo>
                  <a:lnTo>
                    <a:pt x="4763" y="274796"/>
                  </a:lnTo>
                  <a:lnTo>
                    <a:pt x="5239" y="277178"/>
                  </a:lnTo>
                  <a:lnTo>
                    <a:pt x="7144" y="279559"/>
                  </a:lnTo>
                  <a:lnTo>
                    <a:pt x="14764" y="288131"/>
                  </a:lnTo>
                  <a:lnTo>
                    <a:pt x="18574" y="294322"/>
                  </a:lnTo>
                  <a:lnTo>
                    <a:pt x="19050" y="288607"/>
                  </a:lnTo>
                  <a:lnTo>
                    <a:pt x="18097" y="284797"/>
                  </a:lnTo>
                  <a:lnTo>
                    <a:pt x="19050" y="284797"/>
                  </a:lnTo>
                  <a:lnTo>
                    <a:pt x="20955" y="288131"/>
                  </a:lnTo>
                  <a:lnTo>
                    <a:pt x="23336" y="290036"/>
                  </a:lnTo>
                  <a:lnTo>
                    <a:pt x="24765" y="292418"/>
                  </a:lnTo>
                  <a:lnTo>
                    <a:pt x="24289" y="293846"/>
                  </a:lnTo>
                  <a:lnTo>
                    <a:pt x="23336" y="294322"/>
                  </a:lnTo>
                  <a:lnTo>
                    <a:pt x="21431" y="296704"/>
                  </a:lnTo>
                  <a:lnTo>
                    <a:pt x="22860" y="297656"/>
                  </a:lnTo>
                  <a:lnTo>
                    <a:pt x="24765" y="298609"/>
                  </a:lnTo>
                  <a:lnTo>
                    <a:pt x="28575" y="293846"/>
                  </a:lnTo>
                  <a:lnTo>
                    <a:pt x="29527" y="291941"/>
                  </a:lnTo>
                  <a:lnTo>
                    <a:pt x="30003" y="290036"/>
                  </a:lnTo>
                  <a:lnTo>
                    <a:pt x="30956" y="290989"/>
                  </a:lnTo>
                  <a:lnTo>
                    <a:pt x="29051" y="297656"/>
                  </a:lnTo>
                  <a:lnTo>
                    <a:pt x="30956" y="297656"/>
                  </a:lnTo>
                  <a:lnTo>
                    <a:pt x="31909" y="298132"/>
                  </a:lnTo>
                  <a:lnTo>
                    <a:pt x="30003" y="300038"/>
                  </a:lnTo>
                  <a:lnTo>
                    <a:pt x="28575" y="301943"/>
                  </a:lnTo>
                  <a:lnTo>
                    <a:pt x="32861" y="309563"/>
                  </a:lnTo>
                  <a:lnTo>
                    <a:pt x="34766" y="309563"/>
                  </a:lnTo>
                  <a:lnTo>
                    <a:pt x="35243" y="308134"/>
                  </a:lnTo>
                  <a:lnTo>
                    <a:pt x="33814" y="303371"/>
                  </a:lnTo>
                  <a:lnTo>
                    <a:pt x="37147" y="302419"/>
                  </a:lnTo>
                  <a:lnTo>
                    <a:pt x="40957" y="302895"/>
                  </a:lnTo>
                  <a:lnTo>
                    <a:pt x="42386" y="303371"/>
                  </a:lnTo>
                  <a:lnTo>
                    <a:pt x="43339" y="304324"/>
                  </a:lnTo>
                  <a:lnTo>
                    <a:pt x="48101" y="307657"/>
                  </a:lnTo>
                  <a:lnTo>
                    <a:pt x="52388" y="307657"/>
                  </a:lnTo>
                  <a:lnTo>
                    <a:pt x="50959" y="309563"/>
                  </a:lnTo>
                  <a:lnTo>
                    <a:pt x="49530" y="312420"/>
                  </a:lnTo>
                  <a:lnTo>
                    <a:pt x="51435" y="313849"/>
                  </a:lnTo>
                  <a:lnTo>
                    <a:pt x="53816" y="315278"/>
                  </a:lnTo>
                  <a:lnTo>
                    <a:pt x="54769" y="317182"/>
                  </a:lnTo>
                  <a:lnTo>
                    <a:pt x="55245" y="318611"/>
                  </a:lnTo>
                  <a:lnTo>
                    <a:pt x="57626" y="321469"/>
                  </a:lnTo>
                  <a:lnTo>
                    <a:pt x="59055" y="322421"/>
                  </a:lnTo>
                  <a:lnTo>
                    <a:pt x="61436" y="323374"/>
                  </a:lnTo>
                  <a:lnTo>
                    <a:pt x="62865" y="324803"/>
                  </a:lnTo>
                  <a:lnTo>
                    <a:pt x="61436" y="328613"/>
                  </a:lnTo>
                  <a:lnTo>
                    <a:pt x="59055" y="330518"/>
                  </a:lnTo>
                  <a:lnTo>
                    <a:pt x="57150" y="331470"/>
                  </a:lnTo>
                  <a:lnTo>
                    <a:pt x="53816" y="330518"/>
                  </a:lnTo>
                  <a:lnTo>
                    <a:pt x="48577" y="325755"/>
                  </a:lnTo>
                  <a:lnTo>
                    <a:pt x="47149" y="325755"/>
                  </a:lnTo>
                  <a:lnTo>
                    <a:pt x="45720" y="326707"/>
                  </a:lnTo>
                  <a:lnTo>
                    <a:pt x="49530" y="332899"/>
                  </a:lnTo>
                  <a:lnTo>
                    <a:pt x="53340" y="338614"/>
                  </a:lnTo>
                  <a:lnTo>
                    <a:pt x="56674" y="340995"/>
                  </a:lnTo>
                  <a:lnTo>
                    <a:pt x="60960" y="342900"/>
                  </a:lnTo>
                  <a:lnTo>
                    <a:pt x="61913" y="340995"/>
                  </a:lnTo>
                  <a:lnTo>
                    <a:pt x="61913" y="339566"/>
                  </a:lnTo>
                  <a:lnTo>
                    <a:pt x="60960" y="334328"/>
                  </a:lnTo>
                  <a:lnTo>
                    <a:pt x="62865" y="332899"/>
                  </a:lnTo>
                  <a:lnTo>
                    <a:pt x="63341" y="330041"/>
                  </a:lnTo>
                  <a:lnTo>
                    <a:pt x="64294" y="329565"/>
                  </a:lnTo>
                  <a:lnTo>
                    <a:pt x="64294" y="334328"/>
                  </a:lnTo>
                  <a:lnTo>
                    <a:pt x="65246" y="342900"/>
                  </a:lnTo>
                  <a:lnTo>
                    <a:pt x="66199" y="344329"/>
                  </a:lnTo>
                  <a:lnTo>
                    <a:pt x="71438" y="348139"/>
                  </a:lnTo>
                  <a:lnTo>
                    <a:pt x="69056" y="348615"/>
                  </a:lnTo>
                  <a:lnTo>
                    <a:pt x="71914" y="352901"/>
                  </a:lnTo>
                  <a:lnTo>
                    <a:pt x="72390" y="356235"/>
                  </a:lnTo>
                  <a:lnTo>
                    <a:pt x="78105" y="366713"/>
                  </a:lnTo>
                  <a:lnTo>
                    <a:pt x="80486" y="379571"/>
                  </a:lnTo>
                  <a:lnTo>
                    <a:pt x="82868" y="383857"/>
                  </a:lnTo>
                  <a:lnTo>
                    <a:pt x="83820" y="388144"/>
                  </a:lnTo>
                  <a:lnTo>
                    <a:pt x="82868" y="397193"/>
                  </a:lnTo>
                  <a:lnTo>
                    <a:pt x="80486" y="401955"/>
                  </a:lnTo>
                  <a:lnTo>
                    <a:pt x="79534" y="402907"/>
                  </a:lnTo>
                  <a:lnTo>
                    <a:pt x="79057" y="409099"/>
                  </a:lnTo>
                  <a:lnTo>
                    <a:pt x="77152" y="411956"/>
                  </a:lnTo>
                  <a:lnTo>
                    <a:pt x="75724" y="420053"/>
                  </a:lnTo>
                  <a:lnTo>
                    <a:pt x="74771" y="422434"/>
                  </a:lnTo>
                  <a:lnTo>
                    <a:pt x="72866" y="424339"/>
                  </a:lnTo>
                  <a:lnTo>
                    <a:pt x="70961" y="437674"/>
                  </a:lnTo>
                  <a:lnTo>
                    <a:pt x="71438" y="441484"/>
                  </a:lnTo>
                  <a:lnTo>
                    <a:pt x="73819" y="441960"/>
                  </a:lnTo>
                  <a:lnTo>
                    <a:pt x="78581" y="439103"/>
                  </a:lnTo>
                  <a:lnTo>
                    <a:pt x="80486" y="435769"/>
                  </a:lnTo>
                  <a:lnTo>
                    <a:pt x="83820" y="432435"/>
                  </a:lnTo>
                  <a:lnTo>
                    <a:pt x="85725" y="431959"/>
                  </a:lnTo>
                  <a:lnTo>
                    <a:pt x="86677" y="431006"/>
                  </a:lnTo>
                  <a:lnTo>
                    <a:pt x="87153" y="428149"/>
                  </a:lnTo>
                  <a:lnTo>
                    <a:pt x="88106" y="425291"/>
                  </a:lnTo>
                  <a:lnTo>
                    <a:pt x="88582" y="427196"/>
                  </a:lnTo>
                  <a:lnTo>
                    <a:pt x="88582" y="429101"/>
                  </a:lnTo>
                  <a:lnTo>
                    <a:pt x="87153" y="434340"/>
                  </a:lnTo>
                  <a:lnTo>
                    <a:pt x="87153" y="438150"/>
                  </a:lnTo>
                  <a:lnTo>
                    <a:pt x="86201" y="440531"/>
                  </a:lnTo>
                  <a:lnTo>
                    <a:pt x="86201" y="443389"/>
                  </a:lnTo>
                  <a:lnTo>
                    <a:pt x="86201" y="446246"/>
                  </a:lnTo>
                  <a:lnTo>
                    <a:pt x="90964" y="443865"/>
                  </a:lnTo>
                  <a:lnTo>
                    <a:pt x="92869" y="441960"/>
                  </a:lnTo>
                  <a:lnTo>
                    <a:pt x="93345" y="439579"/>
                  </a:lnTo>
                  <a:lnTo>
                    <a:pt x="94297" y="436721"/>
                  </a:lnTo>
                  <a:lnTo>
                    <a:pt x="94297" y="438150"/>
                  </a:lnTo>
                  <a:lnTo>
                    <a:pt x="93821" y="440055"/>
                  </a:lnTo>
                  <a:lnTo>
                    <a:pt x="94297" y="441960"/>
                  </a:lnTo>
                  <a:lnTo>
                    <a:pt x="94297" y="443865"/>
                  </a:lnTo>
                  <a:lnTo>
                    <a:pt x="96202" y="449580"/>
                  </a:lnTo>
                  <a:lnTo>
                    <a:pt x="100965" y="448628"/>
                  </a:lnTo>
                  <a:lnTo>
                    <a:pt x="104299" y="449104"/>
                  </a:lnTo>
                  <a:lnTo>
                    <a:pt x="105727" y="447199"/>
                  </a:lnTo>
                  <a:lnTo>
                    <a:pt x="109538" y="441960"/>
                  </a:lnTo>
                  <a:lnTo>
                    <a:pt x="110014" y="439579"/>
                  </a:lnTo>
                  <a:lnTo>
                    <a:pt x="110490" y="443389"/>
                  </a:lnTo>
                  <a:lnTo>
                    <a:pt x="108585" y="447199"/>
                  </a:lnTo>
                  <a:lnTo>
                    <a:pt x="108585" y="451485"/>
                  </a:lnTo>
                  <a:lnTo>
                    <a:pt x="110014" y="452438"/>
                  </a:lnTo>
                  <a:lnTo>
                    <a:pt x="111443" y="452438"/>
                  </a:lnTo>
                  <a:lnTo>
                    <a:pt x="117157" y="448628"/>
                  </a:lnTo>
                  <a:lnTo>
                    <a:pt x="121444" y="443865"/>
                  </a:lnTo>
                  <a:lnTo>
                    <a:pt x="122396" y="440531"/>
                  </a:lnTo>
                  <a:lnTo>
                    <a:pt x="124301" y="437197"/>
                  </a:lnTo>
                  <a:lnTo>
                    <a:pt x="132874" y="434340"/>
                  </a:lnTo>
                  <a:lnTo>
                    <a:pt x="133350" y="433388"/>
                  </a:lnTo>
                  <a:lnTo>
                    <a:pt x="133826" y="431482"/>
                  </a:lnTo>
                  <a:lnTo>
                    <a:pt x="135255" y="431006"/>
                  </a:lnTo>
                  <a:lnTo>
                    <a:pt x="137160" y="431482"/>
                  </a:lnTo>
                  <a:lnTo>
                    <a:pt x="142399" y="429101"/>
                  </a:lnTo>
                  <a:lnTo>
                    <a:pt x="143351" y="428149"/>
                  </a:lnTo>
                  <a:lnTo>
                    <a:pt x="140494" y="423863"/>
                  </a:lnTo>
                  <a:lnTo>
                    <a:pt x="140494" y="421481"/>
                  </a:lnTo>
                  <a:lnTo>
                    <a:pt x="139065" y="416719"/>
                  </a:lnTo>
                  <a:lnTo>
                    <a:pt x="140018" y="416243"/>
                  </a:lnTo>
                  <a:lnTo>
                    <a:pt x="140970" y="416719"/>
                  </a:lnTo>
                  <a:lnTo>
                    <a:pt x="141446" y="420529"/>
                  </a:lnTo>
                  <a:lnTo>
                    <a:pt x="141922" y="422910"/>
                  </a:lnTo>
                  <a:lnTo>
                    <a:pt x="144780" y="425291"/>
                  </a:lnTo>
                  <a:lnTo>
                    <a:pt x="147161" y="425768"/>
                  </a:lnTo>
                  <a:lnTo>
                    <a:pt x="149543" y="425291"/>
                  </a:lnTo>
                  <a:lnTo>
                    <a:pt x="153352" y="423386"/>
                  </a:lnTo>
                  <a:lnTo>
                    <a:pt x="158115" y="418147"/>
                  </a:lnTo>
                  <a:lnTo>
                    <a:pt x="159544" y="415766"/>
                  </a:lnTo>
                  <a:lnTo>
                    <a:pt x="160972" y="411004"/>
                  </a:lnTo>
                  <a:lnTo>
                    <a:pt x="162877" y="407194"/>
                  </a:lnTo>
                  <a:lnTo>
                    <a:pt x="160972" y="401479"/>
                  </a:lnTo>
                  <a:lnTo>
                    <a:pt x="162877" y="398145"/>
                  </a:lnTo>
                  <a:lnTo>
                    <a:pt x="161925" y="396716"/>
                  </a:lnTo>
                  <a:lnTo>
                    <a:pt x="160972" y="394811"/>
                  </a:lnTo>
                  <a:lnTo>
                    <a:pt x="164782" y="397669"/>
                  </a:lnTo>
                  <a:lnTo>
                    <a:pt x="168116" y="401479"/>
                  </a:lnTo>
                  <a:lnTo>
                    <a:pt x="169069" y="402907"/>
                  </a:lnTo>
                  <a:lnTo>
                    <a:pt x="172402" y="405289"/>
                  </a:lnTo>
                  <a:lnTo>
                    <a:pt x="171450" y="406241"/>
                  </a:lnTo>
                  <a:lnTo>
                    <a:pt x="172402" y="411956"/>
                  </a:lnTo>
                  <a:lnTo>
                    <a:pt x="174307" y="417195"/>
                  </a:lnTo>
                  <a:lnTo>
                    <a:pt x="176689" y="419576"/>
                  </a:lnTo>
                  <a:lnTo>
                    <a:pt x="178118" y="424815"/>
                  </a:lnTo>
                  <a:lnTo>
                    <a:pt x="182403" y="424815"/>
                  </a:lnTo>
                  <a:lnTo>
                    <a:pt x="186214" y="424339"/>
                  </a:lnTo>
                  <a:lnTo>
                    <a:pt x="187643" y="423863"/>
                  </a:lnTo>
                  <a:lnTo>
                    <a:pt x="189547" y="423386"/>
                  </a:lnTo>
                  <a:lnTo>
                    <a:pt x="187643" y="424815"/>
                  </a:lnTo>
                  <a:lnTo>
                    <a:pt x="186690" y="427196"/>
                  </a:lnTo>
                  <a:lnTo>
                    <a:pt x="186690" y="434340"/>
                  </a:lnTo>
                  <a:lnTo>
                    <a:pt x="185738" y="438150"/>
                  </a:lnTo>
                  <a:lnTo>
                    <a:pt x="184785" y="442436"/>
                  </a:lnTo>
                  <a:lnTo>
                    <a:pt x="189071" y="447199"/>
                  </a:lnTo>
                  <a:lnTo>
                    <a:pt x="191452" y="462439"/>
                  </a:lnTo>
                  <a:lnTo>
                    <a:pt x="190500" y="466725"/>
                  </a:lnTo>
                  <a:lnTo>
                    <a:pt x="192405" y="471011"/>
                  </a:lnTo>
                  <a:lnTo>
                    <a:pt x="192881" y="481965"/>
                  </a:lnTo>
                  <a:lnTo>
                    <a:pt x="194786" y="486251"/>
                  </a:lnTo>
                  <a:lnTo>
                    <a:pt x="197168" y="485299"/>
                  </a:lnTo>
                  <a:lnTo>
                    <a:pt x="200025" y="489109"/>
                  </a:lnTo>
                  <a:lnTo>
                    <a:pt x="197168" y="487680"/>
                  </a:lnTo>
                  <a:lnTo>
                    <a:pt x="196691" y="489109"/>
                  </a:lnTo>
                  <a:lnTo>
                    <a:pt x="199072" y="495776"/>
                  </a:lnTo>
                  <a:lnTo>
                    <a:pt x="200025" y="500063"/>
                  </a:lnTo>
                  <a:lnTo>
                    <a:pt x="203359" y="505778"/>
                  </a:lnTo>
                  <a:lnTo>
                    <a:pt x="202406" y="511969"/>
                  </a:lnTo>
                  <a:lnTo>
                    <a:pt x="203359" y="514826"/>
                  </a:lnTo>
                  <a:lnTo>
                    <a:pt x="203835" y="521018"/>
                  </a:lnTo>
                  <a:lnTo>
                    <a:pt x="205264" y="523399"/>
                  </a:lnTo>
                  <a:lnTo>
                    <a:pt x="207169" y="511969"/>
                  </a:lnTo>
                  <a:lnTo>
                    <a:pt x="208597" y="513397"/>
                  </a:lnTo>
                  <a:lnTo>
                    <a:pt x="209074" y="516731"/>
                  </a:lnTo>
                  <a:lnTo>
                    <a:pt x="209074" y="520541"/>
                  </a:lnTo>
                  <a:lnTo>
                    <a:pt x="215265" y="529114"/>
                  </a:lnTo>
                  <a:lnTo>
                    <a:pt x="217646" y="535781"/>
                  </a:lnTo>
                  <a:lnTo>
                    <a:pt x="220503" y="540068"/>
                  </a:lnTo>
                  <a:lnTo>
                    <a:pt x="220980" y="546259"/>
                  </a:lnTo>
                  <a:lnTo>
                    <a:pt x="222409" y="551021"/>
                  </a:lnTo>
                  <a:lnTo>
                    <a:pt x="222409" y="553879"/>
                  </a:lnTo>
                  <a:lnTo>
                    <a:pt x="223361" y="557689"/>
                  </a:lnTo>
                  <a:lnTo>
                    <a:pt x="223361" y="561975"/>
                  </a:lnTo>
                  <a:lnTo>
                    <a:pt x="221932" y="565309"/>
                  </a:lnTo>
                  <a:lnTo>
                    <a:pt x="223838" y="568643"/>
                  </a:lnTo>
                  <a:lnTo>
                    <a:pt x="221932" y="570071"/>
                  </a:lnTo>
                  <a:lnTo>
                    <a:pt x="221456" y="571976"/>
                  </a:lnTo>
                  <a:lnTo>
                    <a:pt x="222409" y="572453"/>
                  </a:lnTo>
                  <a:lnTo>
                    <a:pt x="224790" y="572453"/>
                  </a:lnTo>
                  <a:lnTo>
                    <a:pt x="223838" y="575786"/>
                  </a:lnTo>
                  <a:lnTo>
                    <a:pt x="224790" y="578644"/>
                  </a:lnTo>
                  <a:lnTo>
                    <a:pt x="224790" y="581501"/>
                  </a:lnTo>
                  <a:lnTo>
                    <a:pt x="223361" y="582930"/>
                  </a:lnTo>
                  <a:lnTo>
                    <a:pt x="223361" y="584359"/>
                  </a:lnTo>
                  <a:lnTo>
                    <a:pt x="222885" y="586740"/>
                  </a:lnTo>
                  <a:lnTo>
                    <a:pt x="223361" y="589121"/>
                  </a:lnTo>
                  <a:lnTo>
                    <a:pt x="225266" y="589597"/>
                  </a:lnTo>
                  <a:lnTo>
                    <a:pt x="229076" y="587693"/>
                  </a:lnTo>
                  <a:lnTo>
                    <a:pt x="230505" y="589121"/>
                  </a:lnTo>
                  <a:lnTo>
                    <a:pt x="231934" y="589597"/>
                  </a:lnTo>
                  <a:lnTo>
                    <a:pt x="229076" y="591503"/>
                  </a:lnTo>
                  <a:lnTo>
                    <a:pt x="227171" y="593884"/>
                  </a:lnTo>
                  <a:lnTo>
                    <a:pt x="227171" y="596265"/>
                  </a:lnTo>
                  <a:lnTo>
                    <a:pt x="226695" y="599122"/>
                  </a:lnTo>
                  <a:lnTo>
                    <a:pt x="226695" y="602932"/>
                  </a:lnTo>
                  <a:lnTo>
                    <a:pt x="227171" y="605790"/>
                  </a:lnTo>
                  <a:lnTo>
                    <a:pt x="225266" y="609600"/>
                  </a:lnTo>
                  <a:lnTo>
                    <a:pt x="224790" y="614363"/>
                  </a:lnTo>
                  <a:lnTo>
                    <a:pt x="222409" y="618649"/>
                  </a:lnTo>
                  <a:lnTo>
                    <a:pt x="220027" y="622935"/>
                  </a:lnTo>
                  <a:lnTo>
                    <a:pt x="219075" y="623888"/>
                  </a:lnTo>
                  <a:lnTo>
                    <a:pt x="217646" y="625316"/>
                  </a:lnTo>
                  <a:lnTo>
                    <a:pt x="219551" y="636270"/>
                  </a:lnTo>
                  <a:lnTo>
                    <a:pt x="218599" y="641985"/>
                  </a:lnTo>
                  <a:lnTo>
                    <a:pt x="219551" y="644366"/>
                  </a:lnTo>
                  <a:lnTo>
                    <a:pt x="220980" y="646747"/>
                  </a:lnTo>
                  <a:lnTo>
                    <a:pt x="224314" y="641985"/>
                  </a:lnTo>
                  <a:lnTo>
                    <a:pt x="225743" y="641509"/>
                  </a:lnTo>
                  <a:lnTo>
                    <a:pt x="226219" y="639128"/>
                  </a:lnTo>
                  <a:lnTo>
                    <a:pt x="227171" y="636270"/>
                  </a:lnTo>
                  <a:lnTo>
                    <a:pt x="228124" y="633413"/>
                  </a:lnTo>
                  <a:lnTo>
                    <a:pt x="228600" y="629126"/>
                  </a:lnTo>
                  <a:lnTo>
                    <a:pt x="228124" y="626745"/>
                  </a:lnTo>
                  <a:lnTo>
                    <a:pt x="228124" y="625316"/>
                  </a:lnTo>
                  <a:lnTo>
                    <a:pt x="229076" y="623888"/>
                  </a:lnTo>
                  <a:lnTo>
                    <a:pt x="232410" y="621030"/>
                  </a:lnTo>
                  <a:lnTo>
                    <a:pt x="237172" y="616744"/>
                  </a:lnTo>
                  <a:lnTo>
                    <a:pt x="242888" y="610553"/>
                  </a:lnTo>
                  <a:lnTo>
                    <a:pt x="248602" y="601028"/>
                  </a:lnTo>
                  <a:lnTo>
                    <a:pt x="251460" y="595313"/>
                  </a:lnTo>
                  <a:lnTo>
                    <a:pt x="252889" y="593407"/>
                  </a:lnTo>
                  <a:lnTo>
                    <a:pt x="254318" y="592931"/>
                  </a:lnTo>
                  <a:lnTo>
                    <a:pt x="256222" y="591026"/>
                  </a:lnTo>
                  <a:lnTo>
                    <a:pt x="257651" y="589121"/>
                  </a:lnTo>
                  <a:lnTo>
                    <a:pt x="257651" y="588169"/>
                  </a:lnTo>
                  <a:lnTo>
                    <a:pt x="254318" y="577691"/>
                  </a:lnTo>
                  <a:lnTo>
                    <a:pt x="252413" y="574357"/>
                  </a:lnTo>
                  <a:lnTo>
                    <a:pt x="251460" y="570071"/>
                  </a:lnTo>
                  <a:lnTo>
                    <a:pt x="250984" y="567214"/>
                  </a:lnTo>
                  <a:lnTo>
                    <a:pt x="250031" y="564356"/>
                  </a:lnTo>
                  <a:lnTo>
                    <a:pt x="250507" y="561975"/>
                  </a:lnTo>
                  <a:lnTo>
                    <a:pt x="249555" y="560546"/>
                  </a:lnTo>
                  <a:lnTo>
                    <a:pt x="247174" y="558641"/>
                  </a:lnTo>
                  <a:lnTo>
                    <a:pt x="244316" y="555784"/>
                  </a:lnTo>
                  <a:lnTo>
                    <a:pt x="242888" y="551021"/>
                  </a:lnTo>
                  <a:lnTo>
                    <a:pt x="242888" y="548164"/>
                  </a:lnTo>
                  <a:lnTo>
                    <a:pt x="240982" y="545782"/>
                  </a:lnTo>
                  <a:lnTo>
                    <a:pt x="240506" y="543401"/>
                  </a:lnTo>
                  <a:lnTo>
                    <a:pt x="241459" y="541020"/>
                  </a:lnTo>
                  <a:lnTo>
                    <a:pt x="242888" y="539115"/>
                  </a:lnTo>
                  <a:lnTo>
                    <a:pt x="242888" y="530066"/>
                  </a:lnTo>
                  <a:lnTo>
                    <a:pt x="242411" y="527209"/>
                  </a:lnTo>
                  <a:lnTo>
                    <a:pt x="241935" y="522446"/>
                  </a:lnTo>
                  <a:lnTo>
                    <a:pt x="240030" y="518636"/>
                  </a:lnTo>
                  <a:lnTo>
                    <a:pt x="237649" y="514350"/>
                  </a:lnTo>
                  <a:lnTo>
                    <a:pt x="234791" y="511016"/>
                  </a:lnTo>
                  <a:lnTo>
                    <a:pt x="227647" y="504825"/>
                  </a:lnTo>
                  <a:lnTo>
                    <a:pt x="222409" y="500539"/>
                  </a:lnTo>
                  <a:lnTo>
                    <a:pt x="220027" y="496729"/>
                  </a:lnTo>
                  <a:lnTo>
                    <a:pt x="216694" y="492443"/>
                  </a:lnTo>
                  <a:lnTo>
                    <a:pt x="214313" y="489109"/>
                  </a:lnTo>
                  <a:lnTo>
                    <a:pt x="211455" y="484822"/>
                  </a:lnTo>
                  <a:lnTo>
                    <a:pt x="210026" y="479107"/>
                  </a:lnTo>
                  <a:lnTo>
                    <a:pt x="209074" y="473393"/>
                  </a:lnTo>
                  <a:lnTo>
                    <a:pt x="209550" y="471488"/>
                  </a:lnTo>
                  <a:lnTo>
                    <a:pt x="210978" y="470059"/>
                  </a:lnTo>
                  <a:lnTo>
                    <a:pt x="212884" y="469106"/>
                  </a:lnTo>
                  <a:lnTo>
                    <a:pt x="214313" y="468630"/>
                  </a:lnTo>
                  <a:lnTo>
                    <a:pt x="218599" y="465772"/>
                  </a:lnTo>
                  <a:lnTo>
                    <a:pt x="221456" y="465772"/>
                  </a:lnTo>
                  <a:lnTo>
                    <a:pt x="221932" y="465296"/>
                  </a:lnTo>
                  <a:lnTo>
                    <a:pt x="222409" y="463868"/>
                  </a:lnTo>
                  <a:lnTo>
                    <a:pt x="221932" y="458629"/>
                  </a:lnTo>
                  <a:lnTo>
                    <a:pt x="221932" y="451485"/>
                  </a:lnTo>
                  <a:lnTo>
                    <a:pt x="222409" y="445770"/>
                  </a:lnTo>
                  <a:lnTo>
                    <a:pt x="222885" y="441960"/>
                  </a:lnTo>
                  <a:lnTo>
                    <a:pt x="230505" y="437674"/>
                  </a:lnTo>
                  <a:lnTo>
                    <a:pt x="231934" y="435769"/>
                  </a:lnTo>
                  <a:lnTo>
                    <a:pt x="232886" y="433864"/>
                  </a:lnTo>
                  <a:lnTo>
                    <a:pt x="232886" y="431959"/>
                  </a:lnTo>
                  <a:lnTo>
                    <a:pt x="232410" y="430530"/>
                  </a:lnTo>
                  <a:lnTo>
                    <a:pt x="231457" y="429578"/>
                  </a:lnTo>
                  <a:lnTo>
                    <a:pt x="226695" y="433388"/>
                  </a:lnTo>
                  <a:lnTo>
                    <a:pt x="225743" y="432435"/>
                  </a:lnTo>
                  <a:lnTo>
                    <a:pt x="223361" y="426244"/>
                  </a:lnTo>
                  <a:lnTo>
                    <a:pt x="222409" y="424339"/>
                  </a:lnTo>
                  <a:lnTo>
                    <a:pt x="220980" y="421957"/>
                  </a:lnTo>
                  <a:lnTo>
                    <a:pt x="219551" y="418624"/>
                  </a:lnTo>
                  <a:lnTo>
                    <a:pt x="219551" y="412909"/>
                  </a:lnTo>
                  <a:lnTo>
                    <a:pt x="218599" y="410051"/>
                  </a:lnTo>
                  <a:lnTo>
                    <a:pt x="212407" y="404336"/>
                  </a:lnTo>
                  <a:lnTo>
                    <a:pt x="209550" y="401003"/>
                  </a:lnTo>
                  <a:lnTo>
                    <a:pt x="205740" y="396240"/>
                  </a:lnTo>
                  <a:lnTo>
                    <a:pt x="200977" y="390525"/>
                  </a:lnTo>
                  <a:lnTo>
                    <a:pt x="196215" y="385286"/>
                  </a:lnTo>
                  <a:lnTo>
                    <a:pt x="193834" y="381953"/>
                  </a:lnTo>
                  <a:lnTo>
                    <a:pt x="192881" y="381000"/>
                  </a:lnTo>
                  <a:lnTo>
                    <a:pt x="192405" y="379571"/>
                  </a:lnTo>
                  <a:lnTo>
                    <a:pt x="193834" y="376238"/>
                  </a:lnTo>
                  <a:lnTo>
                    <a:pt x="193357" y="372904"/>
                  </a:lnTo>
                  <a:lnTo>
                    <a:pt x="190976" y="368141"/>
                  </a:lnTo>
                  <a:lnTo>
                    <a:pt x="190024" y="365284"/>
                  </a:lnTo>
                  <a:lnTo>
                    <a:pt x="190500" y="364331"/>
                  </a:lnTo>
                  <a:lnTo>
                    <a:pt x="189547" y="363855"/>
                  </a:lnTo>
                  <a:lnTo>
                    <a:pt x="187166" y="364331"/>
                  </a:lnTo>
                  <a:lnTo>
                    <a:pt x="184785" y="361950"/>
                  </a:lnTo>
                  <a:lnTo>
                    <a:pt x="182403" y="357188"/>
                  </a:lnTo>
                  <a:lnTo>
                    <a:pt x="182403" y="356235"/>
                  </a:lnTo>
                  <a:lnTo>
                    <a:pt x="183356" y="356235"/>
                  </a:lnTo>
                  <a:lnTo>
                    <a:pt x="186214" y="357188"/>
                  </a:lnTo>
                  <a:lnTo>
                    <a:pt x="187166" y="357188"/>
                  </a:lnTo>
                  <a:lnTo>
                    <a:pt x="189071" y="356235"/>
                  </a:lnTo>
                  <a:lnTo>
                    <a:pt x="192405" y="355282"/>
                  </a:lnTo>
                  <a:lnTo>
                    <a:pt x="194310" y="354806"/>
                  </a:lnTo>
                  <a:lnTo>
                    <a:pt x="194786" y="354330"/>
                  </a:lnTo>
                  <a:lnTo>
                    <a:pt x="195263" y="353378"/>
                  </a:lnTo>
                  <a:lnTo>
                    <a:pt x="193834" y="342424"/>
                  </a:lnTo>
                  <a:lnTo>
                    <a:pt x="194310" y="340043"/>
                  </a:lnTo>
                  <a:lnTo>
                    <a:pt x="197168" y="335280"/>
                  </a:lnTo>
                  <a:lnTo>
                    <a:pt x="196691" y="330518"/>
                  </a:lnTo>
                  <a:lnTo>
                    <a:pt x="197644" y="323850"/>
                  </a:lnTo>
                  <a:lnTo>
                    <a:pt x="200977" y="319088"/>
                  </a:lnTo>
                  <a:lnTo>
                    <a:pt x="203359" y="317182"/>
                  </a:lnTo>
                  <a:lnTo>
                    <a:pt x="204311" y="313849"/>
                  </a:lnTo>
                  <a:lnTo>
                    <a:pt x="205264" y="313372"/>
                  </a:lnTo>
                  <a:lnTo>
                    <a:pt x="207169" y="313849"/>
                  </a:lnTo>
                  <a:lnTo>
                    <a:pt x="211455" y="316230"/>
                  </a:lnTo>
                  <a:lnTo>
                    <a:pt x="213360" y="316230"/>
                  </a:lnTo>
                  <a:lnTo>
                    <a:pt x="216218" y="316230"/>
                  </a:lnTo>
                  <a:lnTo>
                    <a:pt x="219075" y="316230"/>
                  </a:lnTo>
                  <a:lnTo>
                    <a:pt x="220503" y="315754"/>
                  </a:lnTo>
                  <a:lnTo>
                    <a:pt x="229552" y="313372"/>
                  </a:lnTo>
                  <a:lnTo>
                    <a:pt x="231457" y="312896"/>
                  </a:lnTo>
                  <a:lnTo>
                    <a:pt x="233363" y="313372"/>
                  </a:lnTo>
                  <a:lnTo>
                    <a:pt x="234791" y="313372"/>
                  </a:lnTo>
                  <a:lnTo>
                    <a:pt x="236220" y="312420"/>
                  </a:lnTo>
                  <a:lnTo>
                    <a:pt x="237172" y="310515"/>
                  </a:lnTo>
                  <a:lnTo>
                    <a:pt x="238125" y="304324"/>
                  </a:lnTo>
                  <a:lnTo>
                    <a:pt x="238601" y="303371"/>
                  </a:lnTo>
                  <a:lnTo>
                    <a:pt x="239553" y="302419"/>
                  </a:lnTo>
                  <a:lnTo>
                    <a:pt x="241459" y="301943"/>
                  </a:lnTo>
                  <a:lnTo>
                    <a:pt x="243840" y="301943"/>
                  </a:lnTo>
                  <a:lnTo>
                    <a:pt x="246697" y="303371"/>
                  </a:lnTo>
                  <a:lnTo>
                    <a:pt x="248602" y="303371"/>
                  </a:lnTo>
                  <a:lnTo>
                    <a:pt x="250507" y="302895"/>
                  </a:lnTo>
                  <a:lnTo>
                    <a:pt x="252413" y="301943"/>
                  </a:lnTo>
                  <a:lnTo>
                    <a:pt x="253365" y="300990"/>
                  </a:lnTo>
                  <a:lnTo>
                    <a:pt x="253841" y="299561"/>
                  </a:lnTo>
                  <a:lnTo>
                    <a:pt x="253365" y="297180"/>
                  </a:lnTo>
                  <a:lnTo>
                    <a:pt x="251936" y="293846"/>
                  </a:lnTo>
                  <a:lnTo>
                    <a:pt x="252413" y="293370"/>
                  </a:lnTo>
                  <a:lnTo>
                    <a:pt x="254794" y="293846"/>
                  </a:lnTo>
                  <a:lnTo>
                    <a:pt x="258603" y="294799"/>
                  </a:lnTo>
                  <a:lnTo>
                    <a:pt x="261461" y="294799"/>
                  </a:lnTo>
                  <a:lnTo>
                    <a:pt x="263366" y="294322"/>
                  </a:lnTo>
                  <a:lnTo>
                    <a:pt x="265271" y="292894"/>
                  </a:lnTo>
                  <a:lnTo>
                    <a:pt x="267652" y="291465"/>
                  </a:lnTo>
                  <a:lnTo>
                    <a:pt x="270034" y="291941"/>
                  </a:lnTo>
                  <a:lnTo>
                    <a:pt x="271939" y="293370"/>
                  </a:lnTo>
                  <a:lnTo>
                    <a:pt x="275749" y="295751"/>
                  </a:lnTo>
                  <a:lnTo>
                    <a:pt x="276225" y="293846"/>
                  </a:lnTo>
                  <a:lnTo>
                    <a:pt x="278130" y="286226"/>
                  </a:lnTo>
                  <a:lnTo>
                    <a:pt x="280511" y="281464"/>
                  </a:lnTo>
                  <a:lnTo>
                    <a:pt x="282893" y="279082"/>
                  </a:lnTo>
                  <a:lnTo>
                    <a:pt x="285750" y="278130"/>
                  </a:lnTo>
                  <a:lnTo>
                    <a:pt x="288607" y="278606"/>
                  </a:lnTo>
                  <a:lnTo>
                    <a:pt x="290989" y="278130"/>
                  </a:lnTo>
                  <a:lnTo>
                    <a:pt x="292894" y="276701"/>
                  </a:lnTo>
                  <a:lnTo>
                    <a:pt x="292894" y="276225"/>
                  </a:lnTo>
                  <a:lnTo>
                    <a:pt x="290513" y="276225"/>
                  </a:lnTo>
                  <a:lnTo>
                    <a:pt x="289560" y="274796"/>
                  </a:lnTo>
                  <a:lnTo>
                    <a:pt x="290036" y="272415"/>
                  </a:lnTo>
                  <a:lnTo>
                    <a:pt x="290989" y="270986"/>
                  </a:lnTo>
                  <a:lnTo>
                    <a:pt x="292418" y="270034"/>
                  </a:lnTo>
                  <a:lnTo>
                    <a:pt x="293846" y="267653"/>
                  </a:lnTo>
                  <a:lnTo>
                    <a:pt x="295275" y="263366"/>
                  </a:lnTo>
                  <a:lnTo>
                    <a:pt x="297180" y="260985"/>
                  </a:lnTo>
                  <a:lnTo>
                    <a:pt x="299085" y="260985"/>
                  </a:lnTo>
                  <a:lnTo>
                    <a:pt x="302895" y="259080"/>
                  </a:lnTo>
                  <a:lnTo>
                    <a:pt x="308134" y="255270"/>
                  </a:lnTo>
                  <a:lnTo>
                    <a:pt x="310039" y="251936"/>
                  </a:lnTo>
                  <a:lnTo>
                    <a:pt x="310515" y="251460"/>
                  </a:lnTo>
                  <a:lnTo>
                    <a:pt x="307181" y="243840"/>
                  </a:lnTo>
                  <a:close/>
                </a:path>
              </a:pathLst>
            </a:custGeom>
            <a:grpFill/>
            <a:ln w="317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A465D5A0-212F-4CF6-A1F9-2063CBFA8165}"/>
                </a:ext>
              </a:extLst>
            </p:cNvPr>
            <p:cNvSpPr/>
            <p:nvPr/>
          </p:nvSpPr>
          <p:spPr>
            <a:xfrm>
              <a:off x="9124950" y="4064793"/>
              <a:ext cx="651985" cy="204311"/>
            </a:xfrm>
            <a:custGeom>
              <a:avLst/>
              <a:gdLst>
                <a:gd name="connsiteX0" fmla="*/ 651986 w 651985"/>
                <a:gd name="connsiteY0" fmla="*/ 53816 h 204311"/>
                <a:gd name="connsiteX1" fmla="*/ 651034 w 651985"/>
                <a:gd name="connsiteY1" fmla="*/ 52388 h 204311"/>
                <a:gd name="connsiteX2" fmla="*/ 649605 w 651985"/>
                <a:gd name="connsiteY2" fmla="*/ 51911 h 204311"/>
                <a:gd name="connsiteX3" fmla="*/ 645319 w 651985"/>
                <a:gd name="connsiteY3" fmla="*/ 52388 h 204311"/>
                <a:gd name="connsiteX4" fmla="*/ 643890 w 651985"/>
                <a:gd name="connsiteY4" fmla="*/ 52388 h 204311"/>
                <a:gd name="connsiteX5" fmla="*/ 642461 w 651985"/>
                <a:gd name="connsiteY5" fmla="*/ 51911 h 204311"/>
                <a:gd name="connsiteX6" fmla="*/ 634365 w 651985"/>
                <a:gd name="connsiteY6" fmla="*/ 47625 h 204311"/>
                <a:gd name="connsiteX7" fmla="*/ 630555 w 651985"/>
                <a:gd name="connsiteY7" fmla="*/ 46672 h 204311"/>
                <a:gd name="connsiteX8" fmla="*/ 629602 w 651985"/>
                <a:gd name="connsiteY8" fmla="*/ 43339 h 204311"/>
                <a:gd name="connsiteX9" fmla="*/ 628174 w 651985"/>
                <a:gd name="connsiteY9" fmla="*/ 41910 h 204311"/>
                <a:gd name="connsiteX10" fmla="*/ 626269 w 651985"/>
                <a:gd name="connsiteY10" fmla="*/ 40957 h 204311"/>
                <a:gd name="connsiteX11" fmla="*/ 622935 w 651985"/>
                <a:gd name="connsiteY11" fmla="*/ 39529 h 204311"/>
                <a:gd name="connsiteX12" fmla="*/ 621030 w 651985"/>
                <a:gd name="connsiteY12" fmla="*/ 39053 h 204311"/>
                <a:gd name="connsiteX13" fmla="*/ 619125 w 651985"/>
                <a:gd name="connsiteY13" fmla="*/ 39053 h 204311"/>
                <a:gd name="connsiteX14" fmla="*/ 615792 w 651985"/>
                <a:gd name="connsiteY14" fmla="*/ 41434 h 204311"/>
                <a:gd name="connsiteX15" fmla="*/ 611981 w 651985"/>
                <a:gd name="connsiteY15" fmla="*/ 42863 h 204311"/>
                <a:gd name="connsiteX16" fmla="*/ 610076 w 651985"/>
                <a:gd name="connsiteY16" fmla="*/ 42863 h 204311"/>
                <a:gd name="connsiteX17" fmla="*/ 608648 w 651985"/>
                <a:gd name="connsiteY17" fmla="*/ 40957 h 204311"/>
                <a:gd name="connsiteX18" fmla="*/ 608648 w 651985"/>
                <a:gd name="connsiteY18" fmla="*/ 40481 h 204311"/>
                <a:gd name="connsiteX19" fmla="*/ 613410 w 651985"/>
                <a:gd name="connsiteY19" fmla="*/ 39053 h 204311"/>
                <a:gd name="connsiteX20" fmla="*/ 614839 w 651985"/>
                <a:gd name="connsiteY20" fmla="*/ 38100 h 204311"/>
                <a:gd name="connsiteX21" fmla="*/ 612934 w 651985"/>
                <a:gd name="connsiteY21" fmla="*/ 33814 h 204311"/>
                <a:gd name="connsiteX22" fmla="*/ 611029 w 651985"/>
                <a:gd name="connsiteY22" fmla="*/ 31432 h 204311"/>
                <a:gd name="connsiteX23" fmla="*/ 607219 w 651985"/>
                <a:gd name="connsiteY23" fmla="*/ 34290 h 204311"/>
                <a:gd name="connsiteX24" fmla="*/ 604361 w 651985"/>
                <a:gd name="connsiteY24" fmla="*/ 35243 h 204311"/>
                <a:gd name="connsiteX25" fmla="*/ 593407 w 651985"/>
                <a:gd name="connsiteY25" fmla="*/ 37147 h 204311"/>
                <a:gd name="connsiteX26" fmla="*/ 597218 w 651985"/>
                <a:gd name="connsiteY26" fmla="*/ 35243 h 204311"/>
                <a:gd name="connsiteX27" fmla="*/ 598170 w 651985"/>
                <a:gd name="connsiteY27" fmla="*/ 33338 h 204311"/>
                <a:gd name="connsiteX28" fmla="*/ 598170 w 651985"/>
                <a:gd name="connsiteY28" fmla="*/ 30956 h 204311"/>
                <a:gd name="connsiteX29" fmla="*/ 597218 w 651985"/>
                <a:gd name="connsiteY29" fmla="*/ 26670 h 204311"/>
                <a:gd name="connsiteX30" fmla="*/ 600075 w 651985"/>
                <a:gd name="connsiteY30" fmla="*/ 24289 h 204311"/>
                <a:gd name="connsiteX31" fmla="*/ 600075 w 651985"/>
                <a:gd name="connsiteY31" fmla="*/ 21907 h 204311"/>
                <a:gd name="connsiteX32" fmla="*/ 599123 w 651985"/>
                <a:gd name="connsiteY32" fmla="*/ 19526 h 204311"/>
                <a:gd name="connsiteX33" fmla="*/ 598170 w 651985"/>
                <a:gd name="connsiteY33" fmla="*/ 18097 h 204311"/>
                <a:gd name="connsiteX34" fmla="*/ 596742 w 651985"/>
                <a:gd name="connsiteY34" fmla="*/ 16669 h 204311"/>
                <a:gd name="connsiteX35" fmla="*/ 592931 w 651985"/>
                <a:gd name="connsiteY35" fmla="*/ 14764 h 204311"/>
                <a:gd name="connsiteX36" fmla="*/ 589121 w 651985"/>
                <a:gd name="connsiteY36" fmla="*/ 13335 h 204311"/>
                <a:gd name="connsiteX37" fmla="*/ 586264 w 651985"/>
                <a:gd name="connsiteY37" fmla="*/ 10954 h 204311"/>
                <a:gd name="connsiteX38" fmla="*/ 584835 w 651985"/>
                <a:gd name="connsiteY38" fmla="*/ 7144 h 204311"/>
                <a:gd name="connsiteX39" fmla="*/ 584359 w 651985"/>
                <a:gd name="connsiteY39" fmla="*/ 5239 h 204311"/>
                <a:gd name="connsiteX40" fmla="*/ 584835 w 651985"/>
                <a:gd name="connsiteY40" fmla="*/ 2381 h 204311"/>
                <a:gd name="connsiteX41" fmla="*/ 583882 w 651985"/>
                <a:gd name="connsiteY41" fmla="*/ 1905 h 204311"/>
                <a:gd name="connsiteX42" fmla="*/ 580549 w 651985"/>
                <a:gd name="connsiteY42" fmla="*/ 953 h 204311"/>
                <a:gd name="connsiteX43" fmla="*/ 578644 w 651985"/>
                <a:gd name="connsiteY43" fmla="*/ 2857 h 204311"/>
                <a:gd name="connsiteX44" fmla="*/ 576739 w 651985"/>
                <a:gd name="connsiteY44" fmla="*/ 6668 h 204311"/>
                <a:gd name="connsiteX45" fmla="*/ 572929 w 651985"/>
                <a:gd name="connsiteY45" fmla="*/ 11430 h 204311"/>
                <a:gd name="connsiteX46" fmla="*/ 569595 w 651985"/>
                <a:gd name="connsiteY46" fmla="*/ 13335 h 204311"/>
                <a:gd name="connsiteX47" fmla="*/ 568643 w 651985"/>
                <a:gd name="connsiteY47" fmla="*/ 13335 h 204311"/>
                <a:gd name="connsiteX48" fmla="*/ 569119 w 651985"/>
                <a:gd name="connsiteY48" fmla="*/ 10478 h 204311"/>
                <a:gd name="connsiteX49" fmla="*/ 570071 w 651985"/>
                <a:gd name="connsiteY49" fmla="*/ 7620 h 204311"/>
                <a:gd name="connsiteX50" fmla="*/ 570548 w 651985"/>
                <a:gd name="connsiteY50" fmla="*/ 5715 h 204311"/>
                <a:gd name="connsiteX51" fmla="*/ 570071 w 651985"/>
                <a:gd name="connsiteY51" fmla="*/ 1429 h 204311"/>
                <a:gd name="connsiteX52" fmla="*/ 568167 w 651985"/>
                <a:gd name="connsiteY52" fmla="*/ 0 h 204311"/>
                <a:gd name="connsiteX53" fmla="*/ 567214 w 651985"/>
                <a:gd name="connsiteY53" fmla="*/ 476 h 204311"/>
                <a:gd name="connsiteX54" fmla="*/ 560070 w 651985"/>
                <a:gd name="connsiteY54" fmla="*/ 13811 h 204311"/>
                <a:gd name="connsiteX55" fmla="*/ 558642 w 651985"/>
                <a:gd name="connsiteY55" fmla="*/ 15716 h 204311"/>
                <a:gd name="connsiteX56" fmla="*/ 546735 w 651985"/>
                <a:gd name="connsiteY56" fmla="*/ 29051 h 204311"/>
                <a:gd name="connsiteX57" fmla="*/ 545782 w 651985"/>
                <a:gd name="connsiteY57" fmla="*/ 33338 h 204311"/>
                <a:gd name="connsiteX58" fmla="*/ 543877 w 651985"/>
                <a:gd name="connsiteY58" fmla="*/ 37624 h 204311"/>
                <a:gd name="connsiteX59" fmla="*/ 539115 w 651985"/>
                <a:gd name="connsiteY59" fmla="*/ 42863 h 204311"/>
                <a:gd name="connsiteX60" fmla="*/ 537686 w 651985"/>
                <a:gd name="connsiteY60" fmla="*/ 46672 h 204311"/>
                <a:gd name="connsiteX61" fmla="*/ 534829 w 651985"/>
                <a:gd name="connsiteY61" fmla="*/ 49054 h 204311"/>
                <a:gd name="connsiteX62" fmla="*/ 532924 w 651985"/>
                <a:gd name="connsiteY62" fmla="*/ 49054 h 204311"/>
                <a:gd name="connsiteX63" fmla="*/ 531019 w 651985"/>
                <a:gd name="connsiteY63" fmla="*/ 49054 h 204311"/>
                <a:gd name="connsiteX64" fmla="*/ 529114 w 651985"/>
                <a:gd name="connsiteY64" fmla="*/ 48578 h 204311"/>
                <a:gd name="connsiteX65" fmla="*/ 528638 w 651985"/>
                <a:gd name="connsiteY65" fmla="*/ 46672 h 204311"/>
                <a:gd name="connsiteX66" fmla="*/ 527209 w 651985"/>
                <a:gd name="connsiteY66" fmla="*/ 48101 h 204311"/>
                <a:gd name="connsiteX67" fmla="*/ 522446 w 651985"/>
                <a:gd name="connsiteY67" fmla="*/ 53340 h 204311"/>
                <a:gd name="connsiteX68" fmla="*/ 522446 w 651985"/>
                <a:gd name="connsiteY68" fmla="*/ 56197 h 204311"/>
                <a:gd name="connsiteX69" fmla="*/ 523875 w 651985"/>
                <a:gd name="connsiteY69" fmla="*/ 58579 h 204311"/>
                <a:gd name="connsiteX70" fmla="*/ 527685 w 651985"/>
                <a:gd name="connsiteY70" fmla="*/ 60484 h 204311"/>
                <a:gd name="connsiteX71" fmla="*/ 526732 w 651985"/>
                <a:gd name="connsiteY71" fmla="*/ 63818 h 204311"/>
                <a:gd name="connsiteX72" fmla="*/ 525780 w 651985"/>
                <a:gd name="connsiteY72" fmla="*/ 65246 h 204311"/>
                <a:gd name="connsiteX73" fmla="*/ 522446 w 651985"/>
                <a:gd name="connsiteY73" fmla="*/ 68104 h 204311"/>
                <a:gd name="connsiteX74" fmla="*/ 520541 w 651985"/>
                <a:gd name="connsiteY74" fmla="*/ 69532 h 204311"/>
                <a:gd name="connsiteX75" fmla="*/ 512445 w 651985"/>
                <a:gd name="connsiteY75" fmla="*/ 70485 h 204311"/>
                <a:gd name="connsiteX76" fmla="*/ 513398 w 651985"/>
                <a:gd name="connsiteY76" fmla="*/ 71438 h 204311"/>
                <a:gd name="connsiteX77" fmla="*/ 515302 w 651985"/>
                <a:gd name="connsiteY77" fmla="*/ 75247 h 204311"/>
                <a:gd name="connsiteX78" fmla="*/ 516731 w 651985"/>
                <a:gd name="connsiteY78" fmla="*/ 79057 h 204311"/>
                <a:gd name="connsiteX79" fmla="*/ 517207 w 651985"/>
                <a:gd name="connsiteY79" fmla="*/ 85249 h 204311"/>
                <a:gd name="connsiteX80" fmla="*/ 518636 w 651985"/>
                <a:gd name="connsiteY80" fmla="*/ 87630 h 204311"/>
                <a:gd name="connsiteX81" fmla="*/ 518160 w 651985"/>
                <a:gd name="connsiteY81" fmla="*/ 88106 h 204311"/>
                <a:gd name="connsiteX82" fmla="*/ 517207 w 651985"/>
                <a:gd name="connsiteY82" fmla="*/ 88582 h 204311"/>
                <a:gd name="connsiteX83" fmla="*/ 515779 w 651985"/>
                <a:gd name="connsiteY83" fmla="*/ 88582 h 204311"/>
                <a:gd name="connsiteX84" fmla="*/ 513398 w 651985"/>
                <a:gd name="connsiteY84" fmla="*/ 88106 h 204311"/>
                <a:gd name="connsiteX85" fmla="*/ 511016 w 651985"/>
                <a:gd name="connsiteY85" fmla="*/ 87154 h 204311"/>
                <a:gd name="connsiteX86" fmla="*/ 509111 w 651985"/>
                <a:gd name="connsiteY86" fmla="*/ 80486 h 204311"/>
                <a:gd name="connsiteX87" fmla="*/ 508159 w 651985"/>
                <a:gd name="connsiteY87" fmla="*/ 76676 h 204311"/>
                <a:gd name="connsiteX88" fmla="*/ 508159 w 651985"/>
                <a:gd name="connsiteY88" fmla="*/ 72390 h 204311"/>
                <a:gd name="connsiteX89" fmla="*/ 508159 w 651985"/>
                <a:gd name="connsiteY89" fmla="*/ 69532 h 204311"/>
                <a:gd name="connsiteX90" fmla="*/ 505301 w 651985"/>
                <a:gd name="connsiteY90" fmla="*/ 70961 h 204311"/>
                <a:gd name="connsiteX91" fmla="*/ 502444 w 651985"/>
                <a:gd name="connsiteY91" fmla="*/ 72866 h 204311"/>
                <a:gd name="connsiteX92" fmla="*/ 499586 w 651985"/>
                <a:gd name="connsiteY92" fmla="*/ 74295 h 204311"/>
                <a:gd name="connsiteX93" fmla="*/ 498157 w 651985"/>
                <a:gd name="connsiteY93" fmla="*/ 75724 h 204311"/>
                <a:gd name="connsiteX94" fmla="*/ 498634 w 651985"/>
                <a:gd name="connsiteY94" fmla="*/ 77629 h 204311"/>
                <a:gd name="connsiteX95" fmla="*/ 499110 w 651985"/>
                <a:gd name="connsiteY95" fmla="*/ 81439 h 204311"/>
                <a:gd name="connsiteX96" fmla="*/ 499586 w 651985"/>
                <a:gd name="connsiteY96" fmla="*/ 84296 h 204311"/>
                <a:gd name="connsiteX97" fmla="*/ 500539 w 651985"/>
                <a:gd name="connsiteY97" fmla="*/ 85249 h 204311"/>
                <a:gd name="connsiteX98" fmla="*/ 501491 w 651985"/>
                <a:gd name="connsiteY98" fmla="*/ 86678 h 204311"/>
                <a:gd name="connsiteX99" fmla="*/ 501015 w 651985"/>
                <a:gd name="connsiteY99" fmla="*/ 88106 h 204311"/>
                <a:gd name="connsiteX100" fmla="*/ 499586 w 651985"/>
                <a:gd name="connsiteY100" fmla="*/ 90488 h 204311"/>
                <a:gd name="connsiteX101" fmla="*/ 500539 w 651985"/>
                <a:gd name="connsiteY101" fmla="*/ 90964 h 204311"/>
                <a:gd name="connsiteX102" fmla="*/ 499586 w 651985"/>
                <a:gd name="connsiteY102" fmla="*/ 94297 h 204311"/>
                <a:gd name="connsiteX103" fmla="*/ 497681 w 651985"/>
                <a:gd name="connsiteY103" fmla="*/ 96679 h 204311"/>
                <a:gd name="connsiteX104" fmla="*/ 495300 w 651985"/>
                <a:gd name="connsiteY104" fmla="*/ 98584 h 204311"/>
                <a:gd name="connsiteX105" fmla="*/ 493871 w 651985"/>
                <a:gd name="connsiteY105" fmla="*/ 99060 h 204311"/>
                <a:gd name="connsiteX106" fmla="*/ 492443 w 651985"/>
                <a:gd name="connsiteY106" fmla="*/ 98107 h 204311"/>
                <a:gd name="connsiteX107" fmla="*/ 490538 w 651985"/>
                <a:gd name="connsiteY107" fmla="*/ 95726 h 204311"/>
                <a:gd name="connsiteX108" fmla="*/ 488156 w 651985"/>
                <a:gd name="connsiteY108" fmla="*/ 92869 h 204311"/>
                <a:gd name="connsiteX109" fmla="*/ 487204 w 651985"/>
                <a:gd name="connsiteY109" fmla="*/ 90964 h 204311"/>
                <a:gd name="connsiteX110" fmla="*/ 483870 w 651985"/>
                <a:gd name="connsiteY110" fmla="*/ 90964 h 204311"/>
                <a:gd name="connsiteX111" fmla="*/ 482918 w 651985"/>
                <a:gd name="connsiteY111" fmla="*/ 89535 h 204311"/>
                <a:gd name="connsiteX112" fmla="*/ 482918 w 651985"/>
                <a:gd name="connsiteY112" fmla="*/ 87630 h 204311"/>
                <a:gd name="connsiteX113" fmla="*/ 481965 w 651985"/>
                <a:gd name="connsiteY113" fmla="*/ 85725 h 204311"/>
                <a:gd name="connsiteX114" fmla="*/ 480536 w 651985"/>
                <a:gd name="connsiteY114" fmla="*/ 83820 h 204311"/>
                <a:gd name="connsiteX115" fmla="*/ 478631 w 651985"/>
                <a:gd name="connsiteY115" fmla="*/ 82391 h 204311"/>
                <a:gd name="connsiteX116" fmla="*/ 476250 w 651985"/>
                <a:gd name="connsiteY116" fmla="*/ 80963 h 204311"/>
                <a:gd name="connsiteX117" fmla="*/ 475298 w 651985"/>
                <a:gd name="connsiteY117" fmla="*/ 80010 h 204311"/>
                <a:gd name="connsiteX118" fmla="*/ 474821 w 651985"/>
                <a:gd name="connsiteY118" fmla="*/ 80010 h 204311"/>
                <a:gd name="connsiteX119" fmla="*/ 473393 w 651985"/>
                <a:gd name="connsiteY119" fmla="*/ 80486 h 204311"/>
                <a:gd name="connsiteX120" fmla="*/ 472440 w 651985"/>
                <a:gd name="connsiteY120" fmla="*/ 81439 h 204311"/>
                <a:gd name="connsiteX121" fmla="*/ 472440 w 651985"/>
                <a:gd name="connsiteY121" fmla="*/ 83344 h 204311"/>
                <a:gd name="connsiteX122" fmla="*/ 472440 w 651985"/>
                <a:gd name="connsiteY122" fmla="*/ 85249 h 204311"/>
                <a:gd name="connsiteX123" fmla="*/ 471011 w 651985"/>
                <a:gd name="connsiteY123" fmla="*/ 89535 h 204311"/>
                <a:gd name="connsiteX124" fmla="*/ 470059 w 651985"/>
                <a:gd name="connsiteY124" fmla="*/ 90964 h 204311"/>
                <a:gd name="connsiteX125" fmla="*/ 462915 w 651985"/>
                <a:gd name="connsiteY125" fmla="*/ 99060 h 204311"/>
                <a:gd name="connsiteX126" fmla="*/ 453866 w 651985"/>
                <a:gd name="connsiteY126" fmla="*/ 107632 h 204311"/>
                <a:gd name="connsiteX127" fmla="*/ 449580 w 651985"/>
                <a:gd name="connsiteY127" fmla="*/ 113824 h 204311"/>
                <a:gd name="connsiteX128" fmla="*/ 443389 w 651985"/>
                <a:gd name="connsiteY128" fmla="*/ 120968 h 204311"/>
                <a:gd name="connsiteX129" fmla="*/ 440055 w 651985"/>
                <a:gd name="connsiteY129" fmla="*/ 125730 h 204311"/>
                <a:gd name="connsiteX130" fmla="*/ 438150 w 651985"/>
                <a:gd name="connsiteY130" fmla="*/ 127159 h 204311"/>
                <a:gd name="connsiteX131" fmla="*/ 435769 w 651985"/>
                <a:gd name="connsiteY131" fmla="*/ 128111 h 204311"/>
                <a:gd name="connsiteX132" fmla="*/ 429577 w 651985"/>
                <a:gd name="connsiteY132" fmla="*/ 130016 h 204311"/>
                <a:gd name="connsiteX133" fmla="*/ 408623 w 651985"/>
                <a:gd name="connsiteY133" fmla="*/ 135255 h 204311"/>
                <a:gd name="connsiteX134" fmla="*/ 395288 w 651985"/>
                <a:gd name="connsiteY134" fmla="*/ 137160 h 204311"/>
                <a:gd name="connsiteX135" fmla="*/ 391954 w 651985"/>
                <a:gd name="connsiteY135" fmla="*/ 138589 h 204311"/>
                <a:gd name="connsiteX136" fmla="*/ 388144 w 651985"/>
                <a:gd name="connsiteY136" fmla="*/ 140970 h 204311"/>
                <a:gd name="connsiteX137" fmla="*/ 385763 w 651985"/>
                <a:gd name="connsiteY137" fmla="*/ 144780 h 204311"/>
                <a:gd name="connsiteX138" fmla="*/ 385763 w 651985"/>
                <a:gd name="connsiteY138" fmla="*/ 149543 h 204311"/>
                <a:gd name="connsiteX139" fmla="*/ 386239 w 651985"/>
                <a:gd name="connsiteY139" fmla="*/ 151924 h 204311"/>
                <a:gd name="connsiteX140" fmla="*/ 385763 w 651985"/>
                <a:gd name="connsiteY140" fmla="*/ 153353 h 204311"/>
                <a:gd name="connsiteX141" fmla="*/ 384334 w 651985"/>
                <a:gd name="connsiteY141" fmla="*/ 153829 h 204311"/>
                <a:gd name="connsiteX142" fmla="*/ 382429 w 651985"/>
                <a:gd name="connsiteY142" fmla="*/ 153829 h 204311"/>
                <a:gd name="connsiteX143" fmla="*/ 380524 w 651985"/>
                <a:gd name="connsiteY143" fmla="*/ 152876 h 204311"/>
                <a:gd name="connsiteX144" fmla="*/ 378619 w 651985"/>
                <a:gd name="connsiteY144" fmla="*/ 151447 h 204311"/>
                <a:gd name="connsiteX145" fmla="*/ 377666 w 651985"/>
                <a:gd name="connsiteY145" fmla="*/ 153353 h 204311"/>
                <a:gd name="connsiteX146" fmla="*/ 377190 w 651985"/>
                <a:gd name="connsiteY146" fmla="*/ 156210 h 204311"/>
                <a:gd name="connsiteX147" fmla="*/ 377666 w 651985"/>
                <a:gd name="connsiteY147" fmla="*/ 159544 h 204311"/>
                <a:gd name="connsiteX148" fmla="*/ 379571 w 651985"/>
                <a:gd name="connsiteY148" fmla="*/ 161449 h 204311"/>
                <a:gd name="connsiteX149" fmla="*/ 379095 w 651985"/>
                <a:gd name="connsiteY149" fmla="*/ 163830 h 204311"/>
                <a:gd name="connsiteX150" fmla="*/ 377190 w 651985"/>
                <a:gd name="connsiteY150" fmla="*/ 166688 h 204311"/>
                <a:gd name="connsiteX151" fmla="*/ 376238 w 651985"/>
                <a:gd name="connsiteY151" fmla="*/ 169545 h 204311"/>
                <a:gd name="connsiteX152" fmla="*/ 375761 w 651985"/>
                <a:gd name="connsiteY152" fmla="*/ 175260 h 204311"/>
                <a:gd name="connsiteX153" fmla="*/ 374332 w 651985"/>
                <a:gd name="connsiteY153" fmla="*/ 177165 h 204311"/>
                <a:gd name="connsiteX154" fmla="*/ 371951 w 651985"/>
                <a:gd name="connsiteY154" fmla="*/ 179070 h 204311"/>
                <a:gd name="connsiteX155" fmla="*/ 371475 w 651985"/>
                <a:gd name="connsiteY155" fmla="*/ 181451 h 204311"/>
                <a:gd name="connsiteX156" fmla="*/ 372427 w 651985"/>
                <a:gd name="connsiteY156" fmla="*/ 183832 h 204311"/>
                <a:gd name="connsiteX157" fmla="*/ 374809 w 651985"/>
                <a:gd name="connsiteY157" fmla="*/ 185261 h 204311"/>
                <a:gd name="connsiteX158" fmla="*/ 378143 w 651985"/>
                <a:gd name="connsiteY158" fmla="*/ 187166 h 204311"/>
                <a:gd name="connsiteX159" fmla="*/ 375285 w 651985"/>
                <a:gd name="connsiteY159" fmla="*/ 187643 h 204311"/>
                <a:gd name="connsiteX160" fmla="*/ 373856 w 651985"/>
                <a:gd name="connsiteY160" fmla="*/ 187166 h 204311"/>
                <a:gd name="connsiteX161" fmla="*/ 368618 w 651985"/>
                <a:gd name="connsiteY161" fmla="*/ 183356 h 204311"/>
                <a:gd name="connsiteX162" fmla="*/ 367189 w 651985"/>
                <a:gd name="connsiteY162" fmla="*/ 182880 h 204311"/>
                <a:gd name="connsiteX163" fmla="*/ 363379 w 651985"/>
                <a:gd name="connsiteY163" fmla="*/ 183356 h 204311"/>
                <a:gd name="connsiteX164" fmla="*/ 359569 w 651985"/>
                <a:gd name="connsiteY164" fmla="*/ 182404 h 204311"/>
                <a:gd name="connsiteX165" fmla="*/ 350044 w 651985"/>
                <a:gd name="connsiteY165" fmla="*/ 177165 h 204311"/>
                <a:gd name="connsiteX166" fmla="*/ 348139 w 651985"/>
                <a:gd name="connsiteY166" fmla="*/ 176689 h 204311"/>
                <a:gd name="connsiteX167" fmla="*/ 346234 w 651985"/>
                <a:gd name="connsiteY167" fmla="*/ 177165 h 204311"/>
                <a:gd name="connsiteX168" fmla="*/ 344329 w 651985"/>
                <a:gd name="connsiteY168" fmla="*/ 177165 h 204311"/>
                <a:gd name="connsiteX169" fmla="*/ 340043 w 651985"/>
                <a:gd name="connsiteY169" fmla="*/ 177165 h 204311"/>
                <a:gd name="connsiteX170" fmla="*/ 335756 w 651985"/>
                <a:gd name="connsiteY170" fmla="*/ 176689 h 204311"/>
                <a:gd name="connsiteX171" fmla="*/ 331470 w 651985"/>
                <a:gd name="connsiteY171" fmla="*/ 175260 h 204311"/>
                <a:gd name="connsiteX172" fmla="*/ 326707 w 651985"/>
                <a:gd name="connsiteY172" fmla="*/ 171926 h 204311"/>
                <a:gd name="connsiteX173" fmla="*/ 325755 w 651985"/>
                <a:gd name="connsiteY173" fmla="*/ 170974 h 204311"/>
                <a:gd name="connsiteX174" fmla="*/ 323374 w 651985"/>
                <a:gd name="connsiteY174" fmla="*/ 166211 h 204311"/>
                <a:gd name="connsiteX175" fmla="*/ 320516 w 651985"/>
                <a:gd name="connsiteY175" fmla="*/ 170497 h 204311"/>
                <a:gd name="connsiteX176" fmla="*/ 320993 w 651985"/>
                <a:gd name="connsiteY176" fmla="*/ 171926 h 204311"/>
                <a:gd name="connsiteX177" fmla="*/ 321945 w 651985"/>
                <a:gd name="connsiteY177" fmla="*/ 173355 h 204311"/>
                <a:gd name="connsiteX178" fmla="*/ 324326 w 651985"/>
                <a:gd name="connsiteY178" fmla="*/ 174307 h 204311"/>
                <a:gd name="connsiteX179" fmla="*/ 324802 w 651985"/>
                <a:gd name="connsiteY179" fmla="*/ 179546 h 204311"/>
                <a:gd name="connsiteX180" fmla="*/ 327660 w 651985"/>
                <a:gd name="connsiteY180" fmla="*/ 182404 h 204311"/>
                <a:gd name="connsiteX181" fmla="*/ 330518 w 651985"/>
                <a:gd name="connsiteY181" fmla="*/ 185261 h 204311"/>
                <a:gd name="connsiteX182" fmla="*/ 332423 w 651985"/>
                <a:gd name="connsiteY182" fmla="*/ 186690 h 204311"/>
                <a:gd name="connsiteX183" fmla="*/ 334804 w 651985"/>
                <a:gd name="connsiteY183" fmla="*/ 188595 h 204311"/>
                <a:gd name="connsiteX184" fmla="*/ 336232 w 651985"/>
                <a:gd name="connsiteY184" fmla="*/ 190500 h 204311"/>
                <a:gd name="connsiteX185" fmla="*/ 338138 w 651985"/>
                <a:gd name="connsiteY185" fmla="*/ 191929 h 204311"/>
                <a:gd name="connsiteX186" fmla="*/ 340519 w 651985"/>
                <a:gd name="connsiteY186" fmla="*/ 193357 h 204311"/>
                <a:gd name="connsiteX187" fmla="*/ 347186 w 651985"/>
                <a:gd name="connsiteY187" fmla="*/ 200025 h 204311"/>
                <a:gd name="connsiteX188" fmla="*/ 350044 w 651985"/>
                <a:gd name="connsiteY188" fmla="*/ 201930 h 204311"/>
                <a:gd name="connsiteX189" fmla="*/ 351949 w 651985"/>
                <a:gd name="connsiteY189" fmla="*/ 203835 h 204311"/>
                <a:gd name="connsiteX190" fmla="*/ 353377 w 651985"/>
                <a:gd name="connsiteY190" fmla="*/ 204311 h 204311"/>
                <a:gd name="connsiteX191" fmla="*/ 357188 w 651985"/>
                <a:gd name="connsiteY191" fmla="*/ 203835 h 204311"/>
                <a:gd name="connsiteX192" fmla="*/ 368141 w 651985"/>
                <a:gd name="connsiteY192" fmla="*/ 199072 h 204311"/>
                <a:gd name="connsiteX193" fmla="*/ 370046 w 651985"/>
                <a:gd name="connsiteY193" fmla="*/ 198596 h 204311"/>
                <a:gd name="connsiteX194" fmla="*/ 373856 w 651985"/>
                <a:gd name="connsiteY194" fmla="*/ 197644 h 204311"/>
                <a:gd name="connsiteX195" fmla="*/ 380048 w 651985"/>
                <a:gd name="connsiteY195" fmla="*/ 198120 h 204311"/>
                <a:gd name="connsiteX196" fmla="*/ 386715 w 651985"/>
                <a:gd name="connsiteY196" fmla="*/ 199549 h 204311"/>
                <a:gd name="connsiteX197" fmla="*/ 389096 w 651985"/>
                <a:gd name="connsiteY197" fmla="*/ 199549 h 204311"/>
                <a:gd name="connsiteX198" fmla="*/ 391001 w 651985"/>
                <a:gd name="connsiteY198" fmla="*/ 198596 h 204311"/>
                <a:gd name="connsiteX199" fmla="*/ 393859 w 651985"/>
                <a:gd name="connsiteY199" fmla="*/ 199072 h 204311"/>
                <a:gd name="connsiteX200" fmla="*/ 396716 w 651985"/>
                <a:gd name="connsiteY200" fmla="*/ 199549 h 204311"/>
                <a:gd name="connsiteX201" fmla="*/ 398145 w 651985"/>
                <a:gd name="connsiteY201" fmla="*/ 199072 h 204311"/>
                <a:gd name="connsiteX202" fmla="*/ 401955 w 651985"/>
                <a:gd name="connsiteY202" fmla="*/ 195739 h 204311"/>
                <a:gd name="connsiteX203" fmla="*/ 407194 w 651985"/>
                <a:gd name="connsiteY203" fmla="*/ 194786 h 204311"/>
                <a:gd name="connsiteX204" fmla="*/ 409099 w 651985"/>
                <a:gd name="connsiteY204" fmla="*/ 191453 h 204311"/>
                <a:gd name="connsiteX205" fmla="*/ 410527 w 651985"/>
                <a:gd name="connsiteY205" fmla="*/ 188119 h 204311"/>
                <a:gd name="connsiteX206" fmla="*/ 411004 w 651985"/>
                <a:gd name="connsiteY206" fmla="*/ 184785 h 204311"/>
                <a:gd name="connsiteX207" fmla="*/ 413385 w 651985"/>
                <a:gd name="connsiteY207" fmla="*/ 183356 h 204311"/>
                <a:gd name="connsiteX208" fmla="*/ 416243 w 651985"/>
                <a:gd name="connsiteY208" fmla="*/ 182404 h 204311"/>
                <a:gd name="connsiteX209" fmla="*/ 421005 w 651985"/>
                <a:gd name="connsiteY209" fmla="*/ 180975 h 204311"/>
                <a:gd name="connsiteX210" fmla="*/ 436721 w 651985"/>
                <a:gd name="connsiteY210" fmla="*/ 180499 h 204311"/>
                <a:gd name="connsiteX211" fmla="*/ 438150 w 651985"/>
                <a:gd name="connsiteY211" fmla="*/ 180975 h 204311"/>
                <a:gd name="connsiteX212" fmla="*/ 438626 w 651985"/>
                <a:gd name="connsiteY212" fmla="*/ 182880 h 204311"/>
                <a:gd name="connsiteX213" fmla="*/ 438150 w 651985"/>
                <a:gd name="connsiteY213" fmla="*/ 184309 h 204311"/>
                <a:gd name="connsiteX214" fmla="*/ 438626 w 651985"/>
                <a:gd name="connsiteY214" fmla="*/ 185261 h 204311"/>
                <a:gd name="connsiteX215" fmla="*/ 440531 w 651985"/>
                <a:gd name="connsiteY215" fmla="*/ 185261 h 204311"/>
                <a:gd name="connsiteX216" fmla="*/ 442436 w 651985"/>
                <a:gd name="connsiteY216" fmla="*/ 186214 h 204311"/>
                <a:gd name="connsiteX217" fmla="*/ 450532 w 651985"/>
                <a:gd name="connsiteY217" fmla="*/ 189071 h 204311"/>
                <a:gd name="connsiteX218" fmla="*/ 453866 w 651985"/>
                <a:gd name="connsiteY218" fmla="*/ 190024 h 204311"/>
                <a:gd name="connsiteX219" fmla="*/ 455771 w 651985"/>
                <a:gd name="connsiteY219" fmla="*/ 190024 h 204311"/>
                <a:gd name="connsiteX220" fmla="*/ 459581 w 651985"/>
                <a:gd name="connsiteY220" fmla="*/ 192405 h 204311"/>
                <a:gd name="connsiteX221" fmla="*/ 461486 w 651985"/>
                <a:gd name="connsiteY221" fmla="*/ 191453 h 204311"/>
                <a:gd name="connsiteX222" fmla="*/ 464344 w 651985"/>
                <a:gd name="connsiteY222" fmla="*/ 189547 h 204311"/>
                <a:gd name="connsiteX223" fmla="*/ 466725 w 651985"/>
                <a:gd name="connsiteY223" fmla="*/ 187166 h 204311"/>
                <a:gd name="connsiteX224" fmla="*/ 469106 w 651985"/>
                <a:gd name="connsiteY224" fmla="*/ 185261 h 204311"/>
                <a:gd name="connsiteX225" fmla="*/ 472440 w 651985"/>
                <a:gd name="connsiteY225" fmla="*/ 184785 h 204311"/>
                <a:gd name="connsiteX226" fmla="*/ 476726 w 651985"/>
                <a:gd name="connsiteY226" fmla="*/ 184785 h 204311"/>
                <a:gd name="connsiteX227" fmla="*/ 481965 w 651985"/>
                <a:gd name="connsiteY227" fmla="*/ 184309 h 204311"/>
                <a:gd name="connsiteX228" fmla="*/ 485775 w 651985"/>
                <a:gd name="connsiteY228" fmla="*/ 183356 h 204311"/>
                <a:gd name="connsiteX229" fmla="*/ 490061 w 651985"/>
                <a:gd name="connsiteY229" fmla="*/ 184785 h 204311"/>
                <a:gd name="connsiteX230" fmla="*/ 491014 w 651985"/>
                <a:gd name="connsiteY230" fmla="*/ 184309 h 204311"/>
                <a:gd name="connsiteX231" fmla="*/ 491966 w 651985"/>
                <a:gd name="connsiteY231" fmla="*/ 182880 h 204311"/>
                <a:gd name="connsiteX232" fmla="*/ 494348 w 651985"/>
                <a:gd name="connsiteY232" fmla="*/ 179546 h 204311"/>
                <a:gd name="connsiteX233" fmla="*/ 495300 w 651985"/>
                <a:gd name="connsiteY233" fmla="*/ 177165 h 204311"/>
                <a:gd name="connsiteX234" fmla="*/ 496252 w 651985"/>
                <a:gd name="connsiteY234" fmla="*/ 172879 h 204311"/>
                <a:gd name="connsiteX235" fmla="*/ 496729 w 651985"/>
                <a:gd name="connsiteY235" fmla="*/ 171926 h 204311"/>
                <a:gd name="connsiteX236" fmla="*/ 498157 w 651985"/>
                <a:gd name="connsiteY236" fmla="*/ 171450 h 204311"/>
                <a:gd name="connsiteX237" fmla="*/ 499586 w 651985"/>
                <a:gd name="connsiteY237" fmla="*/ 170497 h 204311"/>
                <a:gd name="connsiteX238" fmla="*/ 500063 w 651985"/>
                <a:gd name="connsiteY238" fmla="*/ 169069 h 204311"/>
                <a:gd name="connsiteX239" fmla="*/ 500539 w 651985"/>
                <a:gd name="connsiteY239" fmla="*/ 167640 h 204311"/>
                <a:gd name="connsiteX240" fmla="*/ 500063 w 651985"/>
                <a:gd name="connsiteY240" fmla="*/ 166211 h 204311"/>
                <a:gd name="connsiteX241" fmla="*/ 499110 w 651985"/>
                <a:gd name="connsiteY241" fmla="*/ 165259 h 204311"/>
                <a:gd name="connsiteX242" fmla="*/ 498157 w 651985"/>
                <a:gd name="connsiteY242" fmla="*/ 161449 h 204311"/>
                <a:gd name="connsiteX243" fmla="*/ 498634 w 651985"/>
                <a:gd name="connsiteY243" fmla="*/ 159544 h 204311"/>
                <a:gd name="connsiteX244" fmla="*/ 499110 w 651985"/>
                <a:gd name="connsiteY244" fmla="*/ 158115 h 204311"/>
                <a:gd name="connsiteX245" fmla="*/ 501015 w 651985"/>
                <a:gd name="connsiteY245" fmla="*/ 157639 h 204311"/>
                <a:gd name="connsiteX246" fmla="*/ 505301 w 651985"/>
                <a:gd name="connsiteY246" fmla="*/ 154781 h 204311"/>
                <a:gd name="connsiteX247" fmla="*/ 509111 w 651985"/>
                <a:gd name="connsiteY247" fmla="*/ 151447 h 204311"/>
                <a:gd name="connsiteX248" fmla="*/ 511493 w 651985"/>
                <a:gd name="connsiteY248" fmla="*/ 150019 h 204311"/>
                <a:gd name="connsiteX249" fmla="*/ 512445 w 651985"/>
                <a:gd name="connsiteY249" fmla="*/ 149066 h 204311"/>
                <a:gd name="connsiteX250" fmla="*/ 512445 w 651985"/>
                <a:gd name="connsiteY250" fmla="*/ 147638 h 204311"/>
                <a:gd name="connsiteX251" fmla="*/ 510540 w 651985"/>
                <a:gd name="connsiteY251" fmla="*/ 146209 h 204311"/>
                <a:gd name="connsiteX252" fmla="*/ 508635 w 651985"/>
                <a:gd name="connsiteY252" fmla="*/ 145256 h 204311"/>
                <a:gd name="connsiteX253" fmla="*/ 508635 w 651985"/>
                <a:gd name="connsiteY253" fmla="*/ 143351 h 204311"/>
                <a:gd name="connsiteX254" fmla="*/ 508635 w 651985"/>
                <a:gd name="connsiteY254" fmla="*/ 141922 h 204311"/>
                <a:gd name="connsiteX255" fmla="*/ 509111 w 651985"/>
                <a:gd name="connsiteY255" fmla="*/ 140970 h 204311"/>
                <a:gd name="connsiteX256" fmla="*/ 508635 w 651985"/>
                <a:gd name="connsiteY256" fmla="*/ 140018 h 204311"/>
                <a:gd name="connsiteX257" fmla="*/ 508635 w 651985"/>
                <a:gd name="connsiteY257" fmla="*/ 138113 h 204311"/>
                <a:gd name="connsiteX258" fmla="*/ 509588 w 651985"/>
                <a:gd name="connsiteY258" fmla="*/ 136207 h 204311"/>
                <a:gd name="connsiteX259" fmla="*/ 511969 w 651985"/>
                <a:gd name="connsiteY259" fmla="*/ 133350 h 204311"/>
                <a:gd name="connsiteX260" fmla="*/ 513874 w 651985"/>
                <a:gd name="connsiteY260" fmla="*/ 131445 h 204311"/>
                <a:gd name="connsiteX261" fmla="*/ 516255 w 651985"/>
                <a:gd name="connsiteY261" fmla="*/ 132397 h 204311"/>
                <a:gd name="connsiteX262" fmla="*/ 518636 w 651985"/>
                <a:gd name="connsiteY262" fmla="*/ 131921 h 204311"/>
                <a:gd name="connsiteX263" fmla="*/ 521018 w 651985"/>
                <a:gd name="connsiteY263" fmla="*/ 130969 h 204311"/>
                <a:gd name="connsiteX264" fmla="*/ 522446 w 651985"/>
                <a:gd name="connsiteY264" fmla="*/ 127635 h 204311"/>
                <a:gd name="connsiteX265" fmla="*/ 522446 w 651985"/>
                <a:gd name="connsiteY265" fmla="*/ 126206 h 204311"/>
                <a:gd name="connsiteX266" fmla="*/ 521970 w 651985"/>
                <a:gd name="connsiteY266" fmla="*/ 124778 h 204311"/>
                <a:gd name="connsiteX267" fmla="*/ 522923 w 651985"/>
                <a:gd name="connsiteY267" fmla="*/ 120491 h 204311"/>
                <a:gd name="connsiteX268" fmla="*/ 522923 w 651985"/>
                <a:gd name="connsiteY268" fmla="*/ 120015 h 204311"/>
                <a:gd name="connsiteX269" fmla="*/ 524351 w 651985"/>
                <a:gd name="connsiteY269" fmla="*/ 117157 h 204311"/>
                <a:gd name="connsiteX270" fmla="*/ 524351 w 651985"/>
                <a:gd name="connsiteY270" fmla="*/ 115253 h 204311"/>
                <a:gd name="connsiteX271" fmla="*/ 523399 w 651985"/>
                <a:gd name="connsiteY271" fmla="*/ 110966 h 204311"/>
                <a:gd name="connsiteX272" fmla="*/ 523875 w 651985"/>
                <a:gd name="connsiteY272" fmla="*/ 107632 h 204311"/>
                <a:gd name="connsiteX273" fmla="*/ 524351 w 651985"/>
                <a:gd name="connsiteY273" fmla="*/ 100489 h 204311"/>
                <a:gd name="connsiteX274" fmla="*/ 525304 w 651985"/>
                <a:gd name="connsiteY274" fmla="*/ 99060 h 204311"/>
                <a:gd name="connsiteX275" fmla="*/ 526256 w 651985"/>
                <a:gd name="connsiteY275" fmla="*/ 95250 h 204311"/>
                <a:gd name="connsiteX276" fmla="*/ 528161 w 651985"/>
                <a:gd name="connsiteY276" fmla="*/ 91440 h 204311"/>
                <a:gd name="connsiteX277" fmla="*/ 531495 w 651985"/>
                <a:gd name="connsiteY277" fmla="*/ 89535 h 204311"/>
                <a:gd name="connsiteX278" fmla="*/ 533400 w 651985"/>
                <a:gd name="connsiteY278" fmla="*/ 86678 h 204311"/>
                <a:gd name="connsiteX279" fmla="*/ 534352 w 651985"/>
                <a:gd name="connsiteY279" fmla="*/ 86201 h 204311"/>
                <a:gd name="connsiteX280" fmla="*/ 535781 w 651985"/>
                <a:gd name="connsiteY280" fmla="*/ 86201 h 204311"/>
                <a:gd name="connsiteX281" fmla="*/ 540068 w 651985"/>
                <a:gd name="connsiteY281" fmla="*/ 88106 h 204311"/>
                <a:gd name="connsiteX282" fmla="*/ 543877 w 651985"/>
                <a:gd name="connsiteY282" fmla="*/ 85725 h 204311"/>
                <a:gd name="connsiteX283" fmla="*/ 547211 w 651985"/>
                <a:gd name="connsiteY283" fmla="*/ 85249 h 204311"/>
                <a:gd name="connsiteX284" fmla="*/ 550069 w 651985"/>
                <a:gd name="connsiteY284" fmla="*/ 85725 h 204311"/>
                <a:gd name="connsiteX285" fmla="*/ 551498 w 651985"/>
                <a:gd name="connsiteY285" fmla="*/ 86678 h 204311"/>
                <a:gd name="connsiteX286" fmla="*/ 552926 w 651985"/>
                <a:gd name="connsiteY286" fmla="*/ 87154 h 204311"/>
                <a:gd name="connsiteX287" fmla="*/ 556260 w 651985"/>
                <a:gd name="connsiteY287" fmla="*/ 85249 h 204311"/>
                <a:gd name="connsiteX288" fmla="*/ 557689 w 651985"/>
                <a:gd name="connsiteY288" fmla="*/ 85725 h 204311"/>
                <a:gd name="connsiteX289" fmla="*/ 559118 w 651985"/>
                <a:gd name="connsiteY289" fmla="*/ 86678 h 204311"/>
                <a:gd name="connsiteX290" fmla="*/ 561023 w 651985"/>
                <a:gd name="connsiteY290" fmla="*/ 86678 h 204311"/>
                <a:gd name="connsiteX291" fmla="*/ 562927 w 651985"/>
                <a:gd name="connsiteY291" fmla="*/ 86201 h 204311"/>
                <a:gd name="connsiteX292" fmla="*/ 567690 w 651985"/>
                <a:gd name="connsiteY292" fmla="*/ 86678 h 204311"/>
                <a:gd name="connsiteX293" fmla="*/ 576263 w 651985"/>
                <a:gd name="connsiteY293" fmla="*/ 86678 h 204311"/>
                <a:gd name="connsiteX294" fmla="*/ 582454 w 651985"/>
                <a:gd name="connsiteY294" fmla="*/ 88106 h 204311"/>
                <a:gd name="connsiteX295" fmla="*/ 588169 w 651985"/>
                <a:gd name="connsiteY295" fmla="*/ 91916 h 204311"/>
                <a:gd name="connsiteX296" fmla="*/ 591026 w 651985"/>
                <a:gd name="connsiteY296" fmla="*/ 92869 h 204311"/>
                <a:gd name="connsiteX297" fmla="*/ 592455 w 651985"/>
                <a:gd name="connsiteY297" fmla="*/ 92869 h 204311"/>
                <a:gd name="connsiteX298" fmla="*/ 593407 w 651985"/>
                <a:gd name="connsiteY298" fmla="*/ 91916 h 204311"/>
                <a:gd name="connsiteX299" fmla="*/ 594836 w 651985"/>
                <a:gd name="connsiteY299" fmla="*/ 88582 h 204311"/>
                <a:gd name="connsiteX300" fmla="*/ 596265 w 651985"/>
                <a:gd name="connsiteY300" fmla="*/ 87154 h 204311"/>
                <a:gd name="connsiteX301" fmla="*/ 597694 w 651985"/>
                <a:gd name="connsiteY301" fmla="*/ 87154 h 204311"/>
                <a:gd name="connsiteX302" fmla="*/ 602932 w 651985"/>
                <a:gd name="connsiteY302" fmla="*/ 89535 h 204311"/>
                <a:gd name="connsiteX303" fmla="*/ 606743 w 651985"/>
                <a:gd name="connsiteY303" fmla="*/ 90011 h 204311"/>
                <a:gd name="connsiteX304" fmla="*/ 610552 w 651985"/>
                <a:gd name="connsiteY304" fmla="*/ 88582 h 204311"/>
                <a:gd name="connsiteX305" fmla="*/ 614363 w 651985"/>
                <a:gd name="connsiteY305" fmla="*/ 87630 h 204311"/>
                <a:gd name="connsiteX306" fmla="*/ 619125 w 651985"/>
                <a:gd name="connsiteY306" fmla="*/ 87154 h 204311"/>
                <a:gd name="connsiteX307" fmla="*/ 623888 w 651985"/>
                <a:gd name="connsiteY307" fmla="*/ 86201 h 204311"/>
                <a:gd name="connsiteX308" fmla="*/ 625793 w 651985"/>
                <a:gd name="connsiteY308" fmla="*/ 85725 h 204311"/>
                <a:gd name="connsiteX309" fmla="*/ 627221 w 651985"/>
                <a:gd name="connsiteY309" fmla="*/ 84772 h 204311"/>
                <a:gd name="connsiteX310" fmla="*/ 627698 w 651985"/>
                <a:gd name="connsiteY310" fmla="*/ 82868 h 204311"/>
                <a:gd name="connsiteX311" fmla="*/ 626745 w 651985"/>
                <a:gd name="connsiteY311" fmla="*/ 81439 h 204311"/>
                <a:gd name="connsiteX312" fmla="*/ 618649 w 651985"/>
                <a:gd name="connsiteY312" fmla="*/ 75724 h 204311"/>
                <a:gd name="connsiteX313" fmla="*/ 613886 w 651985"/>
                <a:gd name="connsiteY313" fmla="*/ 70485 h 204311"/>
                <a:gd name="connsiteX314" fmla="*/ 616268 w 651985"/>
                <a:gd name="connsiteY314" fmla="*/ 65246 h 204311"/>
                <a:gd name="connsiteX315" fmla="*/ 618173 w 651985"/>
                <a:gd name="connsiteY315" fmla="*/ 64294 h 204311"/>
                <a:gd name="connsiteX316" fmla="*/ 620077 w 651985"/>
                <a:gd name="connsiteY316" fmla="*/ 64294 h 204311"/>
                <a:gd name="connsiteX317" fmla="*/ 625793 w 651985"/>
                <a:gd name="connsiteY317" fmla="*/ 66199 h 204311"/>
                <a:gd name="connsiteX318" fmla="*/ 630079 w 651985"/>
                <a:gd name="connsiteY318" fmla="*/ 66199 h 204311"/>
                <a:gd name="connsiteX319" fmla="*/ 638175 w 651985"/>
                <a:gd name="connsiteY319" fmla="*/ 64294 h 204311"/>
                <a:gd name="connsiteX320" fmla="*/ 645795 w 651985"/>
                <a:gd name="connsiteY320" fmla="*/ 61913 h 204311"/>
                <a:gd name="connsiteX321" fmla="*/ 648652 w 651985"/>
                <a:gd name="connsiteY321" fmla="*/ 60007 h 204311"/>
                <a:gd name="connsiteX322" fmla="*/ 649605 w 651985"/>
                <a:gd name="connsiteY322" fmla="*/ 58579 h 204311"/>
                <a:gd name="connsiteX323" fmla="*/ 650081 w 651985"/>
                <a:gd name="connsiteY323" fmla="*/ 57150 h 204311"/>
                <a:gd name="connsiteX324" fmla="*/ 650081 w 651985"/>
                <a:gd name="connsiteY324" fmla="*/ 55245 h 204311"/>
                <a:gd name="connsiteX325" fmla="*/ 651986 w 651985"/>
                <a:gd name="connsiteY325" fmla="*/ 53816 h 204311"/>
                <a:gd name="connsiteX326" fmla="*/ 131921 w 651985"/>
                <a:gd name="connsiteY326" fmla="*/ 158115 h 204311"/>
                <a:gd name="connsiteX327" fmla="*/ 127159 w 651985"/>
                <a:gd name="connsiteY327" fmla="*/ 150019 h 204311"/>
                <a:gd name="connsiteX328" fmla="*/ 126682 w 651985"/>
                <a:gd name="connsiteY328" fmla="*/ 147638 h 204311"/>
                <a:gd name="connsiteX329" fmla="*/ 117157 w 651985"/>
                <a:gd name="connsiteY329" fmla="*/ 140970 h 204311"/>
                <a:gd name="connsiteX330" fmla="*/ 115252 w 651985"/>
                <a:gd name="connsiteY330" fmla="*/ 139065 h 204311"/>
                <a:gd name="connsiteX331" fmla="*/ 113824 w 651985"/>
                <a:gd name="connsiteY331" fmla="*/ 135731 h 204311"/>
                <a:gd name="connsiteX332" fmla="*/ 113824 w 651985"/>
                <a:gd name="connsiteY332" fmla="*/ 124778 h 204311"/>
                <a:gd name="connsiteX333" fmla="*/ 113348 w 651985"/>
                <a:gd name="connsiteY333" fmla="*/ 120968 h 204311"/>
                <a:gd name="connsiteX334" fmla="*/ 114300 w 651985"/>
                <a:gd name="connsiteY334" fmla="*/ 116205 h 204311"/>
                <a:gd name="connsiteX335" fmla="*/ 111443 w 651985"/>
                <a:gd name="connsiteY335" fmla="*/ 110966 h 204311"/>
                <a:gd name="connsiteX336" fmla="*/ 110966 w 651985"/>
                <a:gd name="connsiteY336" fmla="*/ 107632 h 204311"/>
                <a:gd name="connsiteX337" fmla="*/ 112871 w 651985"/>
                <a:gd name="connsiteY337" fmla="*/ 100489 h 204311"/>
                <a:gd name="connsiteX338" fmla="*/ 114300 w 651985"/>
                <a:gd name="connsiteY338" fmla="*/ 86678 h 204311"/>
                <a:gd name="connsiteX339" fmla="*/ 113824 w 651985"/>
                <a:gd name="connsiteY339" fmla="*/ 77153 h 204311"/>
                <a:gd name="connsiteX340" fmla="*/ 112395 w 651985"/>
                <a:gd name="connsiteY340" fmla="*/ 70961 h 204311"/>
                <a:gd name="connsiteX341" fmla="*/ 104775 w 651985"/>
                <a:gd name="connsiteY341" fmla="*/ 57150 h 204311"/>
                <a:gd name="connsiteX342" fmla="*/ 101441 w 651985"/>
                <a:gd name="connsiteY342" fmla="*/ 52388 h 204311"/>
                <a:gd name="connsiteX343" fmla="*/ 97631 w 651985"/>
                <a:gd name="connsiteY343" fmla="*/ 48578 h 204311"/>
                <a:gd name="connsiteX344" fmla="*/ 94774 w 651985"/>
                <a:gd name="connsiteY344" fmla="*/ 47149 h 204311"/>
                <a:gd name="connsiteX345" fmla="*/ 90964 w 651985"/>
                <a:gd name="connsiteY345" fmla="*/ 44291 h 204311"/>
                <a:gd name="connsiteX346" fmla="*/ 82391 w 651985"/>
                <a:gd name="connsiteY346" fmla="*/ 37147 h 204311"/>
                <a:gd name="connsiteX347" fmla="*/ 75724 w 651985"/>
                <a:gd name="connsiteY347" fmla="*/ 26670 h 204311"/>
                <a:gd name="connsiteX348" fmla="*/ 73343 w 651985"/>
                <a:gd name="connsiteY348" fmla="*/ 25718 h 204311"/>
                <a:gd name="connsiteX349" fmla="*/ 67627 w 651985"/>
                <a:gd name="connsiteY349" fmla="*/ 24289 h 204311"/>
                <a:gd name="connsiteX350" fmla="*/ 66675 w 651985"/>
                <a:gd name="connsiteY350" fmla="*/ 26194 h 204311"/>
                <a:gd name="connsiteX351" fmla="*/ 66199 w 651985"/>
                <a:gd name="connsiteY351" fmla="*/ 29051 h 204311"/>
                <a:gd name="connsiteX352" fmla="*/ 61913 w 651985"/>
                <a:gd name="connsiteY352" fmla="*/ 32861 h 204311"/>
                <a:gd name="connsiteX353" fmla="*/ 61436 w 651985"/>
                <a:gd name="connsiteY353" fmla="*/ 35243 h 204311"/>
                <a:gd name="connsiteX354" fmla="*/ 60007 w 651985"/>
                <a:gd name="connsiteY354" fmla="*/ 38100 h 204311"/>
                <a:gd name="connsiteX355" fmla="*/ 57150 w 651985"/>
                <a:gd name="connsiteY355" fmla="*/ 39529 h 204311"/>
                <a:gd name="connsiteX356" fmla="*/ 54769 w 651985"/>
                <a:gd name="connsiteY356" fmla="*/ 40005 h 204311"/>
                <a:gd name="connsiteX357" fmla="*/ 53340 w 651985"/>
                <a:gd name="connsiteY357" fmla="*/ 39529 h 204311"/>
                <a:gd name="connsiteX358" fmla="*/ 52388 w 651985"/>
                <a:gd name="connsiteY358" fmla="*/ 39053 h 204311"/>
                <a:gd name="connsiteX359" fmla="*/ 50959 w 651985"/>
                <a:gd name="connsiteY359" fmla="*/ 36195 h 204311"/>
                <a:gd name="connsiteX360" fmla="*/ 50006 w 651985"/>
                <a:gd name="connsiteY360" fmla="*/ 35243 h 204311"/>
                <a:gd name="connsiteX361" fmla="*/ 49530 w 651985"/>
                <a:gd name="connsiteY361" fmla="*/ 35243 h 204311"/>
                <a:gd name="connsiteX362" fmla="*/ 44291 w 651985"/>
                <a:gd name="connsiteY362" fmla="*/ 37147 h 204311"/>
                <a:gd name="connsiteX363" fmla="*/ 39052 w 651985"/>
                <a:gd name="connsiteY363" fmla="*/ 39053 h 204311"/>
                <a:gd name="connsiteX364" fmla="*/ 38100 w 651985"/>
                <a:gd name="connsiteY364" fmla="*/ 40957 h 204311"/>
                <a:gd name="connsiteX365" fmla="*/ 36671 w 651985"/>
                <a:gd name="connsiteY365" fmla="*/ 43339 h 204311"/>
                <a:gd name="connsiteX366" fmla="*/ 35243 w 651985"/>
                <a:gd name="connsiteY366" fmla="*/ 44291 h 204311"/>
                <a:gd name="connsiteX367" fmla="*/ 34290 w 651985"/>
                <a:gd name="connsiteY367" fmla="*/ 44291 h 204311"/>
                <a:gd name="connsiteX368" fmla="*/ 33338 w 651985"/>
                <a:gd name="connsiteY368" fmla="*/ 42863 h 204311"/>
                <a:gd name="connsiteX369" fmla="*/ 31432 w 651985"/>
                <a:gd name="connsiteY369" fmla="*/ 40957 h 204311"/>
                <a:gd name="connsiteX370" fmla="*/ 30004 w 651985"/>
                <a:gd name="connsiteY370" fmla="*/ 39529 h 204311"/>
                <a:gd name="connsiteX371" fmla="*/ 30480 w 651985"/>
                <a:gd name="connsiteY371" fmla="*/ 37147 h 204311"/>
                <a:gd name="connsiteX372" fmla="*/ 33338 w 651985"/>
                <a:gd name="connsiteY372" fmla="*/ 33338 h 204311"/>
                <a:gd name="connsiteX373" fmla="*/ 33814 w 651985"/>
                <a:gd name="connsiteY373" fmla="*/ 30956 h 204311"/>
                <a:gd name="connsiteX374" fmla="*/ 33338 w 651985"/>
                <a:gd name="connsiteY374" fmla="*/ 26670 h 204311"/>
                <a:gd name="connsiteX375" fmla="*/ 32385 w 651985"/>
                <a:gd name="connsiteY375" fmla="*/ 24289 h 204311"/>
                <a:gd name="connsiteX376" fmla="*/ 31432 w 651985"/>
                <a:gd name="connsiteY376" fmla="*/ 24289 h 204311"/>
                <a:gd name="connsiteX377" fmla="*/ 30004 w 651985"/>
                <a:gd name="connsiteY377" fmla="*/ 23813 h 204311"/>
                <a:gd name="connsiteX378" fmla="*/ 26194 w 651985"/>
                <a:gd name="connsiteY378" fmla="*/ 24289 h 204311"/>
                <a:gd name="connsiteX379" fmla="*/ 24289 w 651985"/>
                <a:gd name="connsiteY379" fmla="*/ 21431 h 204311"/>
                <a:gd name="connsiteX380" fmla="*/ 23336 w 651985"/>
                <a:gd name="connsiteY380" fmla="*/ 18097 h 204311"/>
                <a:gd name="connsiteX381" fmla="*/ 21907 w 651985"/>
                <a:gd name="connsiteY381" fmla="*/ 17145 h 204311"/>
                <a:gd name="connsiteX382" fmla="*/ 20479 w 651985"/>
                <a:gd name="connsiteY382" fmla="*/ 16669 h 204311"/>
                <a:gd name="connsiteX383" fmla="*/ 17621 w 651985"/>
                <a:gd name="connsiteY383" fmla="*/ 17621 h 204311"/>
                <a:gd name="connsiteX384" fmla="*/ 15240 w 651985"/>
                <a:gd name="connsiteY384" fmla="*/ 17145 h 204311"/>
                <a:gd name="connsiteX385" fmla="*/ 7620 w 651985"/>
                <a:gd name="connsiteY385" fmla="*/ 14288 h 204311"/>
                <a:gd name="connsiteX386" fmla="*/ 4763 w 651985"/>
                <a:gd name="connsiteY386" fmla="*/ 10001 h 204311"/>
                <a:gd name="connsiteX387" fmla="*/ 3334 w 651985"/>
                <a:gd name="connsiteY387" fmla="*/ 10001 h 204311"/>
                <a:gd name="connsiteX388" fmla="*/ 1905 w 651985"/>
                <a:gd name="connsiteY388" fmla="*/ 10478 h 204311"/>
                <a:gd name="connsiteX389" fmla="*/ 1429 w 651985"/>
                <a:gd name="connsiteY389" fmla="*/ 11430 h 204311"/>
                <a:gd name="connsiteX390" fmla="*/ 476 w 651985"/>
                <a:gd name="connsiteY390" fmla="*/ 16669 h 204311"/>
                <a:gd name="connsiteX391" fmla="*/ 0 w 651985"/>
                <a:gd name="connsiteY391" fmla="*/ 18097 h 204311"/>
                <a:gd name="connsiteX392" fmla="*/ 1429 w 651985"/>
                <a:gd name="connsiteY392" fmla="*/ 21907 h 204311"/>
                <a:gd name="connsiteX393" fmla="*/ 4763 w 651985"/>
                <a:gd name="connsiteY393" fmla="*/ 26670 h 204311"/>
                <a:gd name="connsiteX394" fmla="*/ 7620 w 651985"/>
                <a:gd name="connsiteY394" fmla="*/ 33338 h 204311"/>
                <a:gd name="connsiteX395" fmla="*/ 8573 w 651985"/>
                <a:gd name="connsiteY395" fmla="*/ 40481 h 204311"/>
                <a:gd name="connsiteX396" fmla="*/ 7620 w 651985"/>
                <a:gd name="connsiteY396" fmla="*/ 46672 h 204311"/>
                <a:gd name="connsiteX397" fmla="*/ 11906 w 651985"/>
                <a:gd name="connsiteY397" fmla="*/ 64770 h 204311"/>
                <a:gd name="connsiteX398" fmla="*/ 16669 w 651985"/>
                <a:gd name="connsiteY398" fmla="*/ 78105 h 204311"/>
                <a:gd name="connsiteX399" fmla="*/ 16669 w 651985"/>
                <a:gd name="connsiteY399" fmla="*/ 87630 h 204311"/>
                <a:gd name="connsiteX400" fmla="*/ 18098 w 651985"/>
                <a:gd name="connsiteY400" fmla="*/ 92393 h 204311"/>
                <a:gd name="connsiteX401" fmla="*/ 21431 w 651985"/>
                <a:gd name="connsiteY401" fmla="*/ 96679 h 204311"/>
                <a:gd name="connsiteX402" fmla="*/ 22860 w 651985"/>
                <a:gd name="connsiteY402" fmla="*/ 99060 h 204311"/>
                <a:gd name="connsiteX403" fmla="*/ 21431 w 651985"/>
                <a:gd name="connsiteY403" fmla="*/ 100013 h 204311"/>
                <a:gd name="connsiteX404" fmla="*/ 20002 w 651985"/>
                <a:gd name="connsiteY404" fmla="*/ 101441 h 204311"/>
                <a:gd name="connsiteX405" fmla="*/ 22384 w 651985"/>
                <a:gd name="connsiteY405" fmla="*/ 104775 h 204311"/>
                <a:gd name="connsiteX406" fmla="*/ 24765 w 651985"/>
                <a:gd name="connsiteY406" fmla="*/ 107632 h 204311"/>
                <a:gd name="connsiteX407" fmla="*/ 30480 w 651985"/>
                <a:gd name="connsiteY407" fmla="*/ 112871 h 204311"/>
                <a:gd name="connsiteX408" fmla="*/ 33338 w 651985"/>
                <a:gd name="connsiteY408" fmla="*/ 118110 h 204311"/>
                <a:gd name="connsiteX409" fmla="*/ 39529 w 651985"/>
                <a:gd name="connsiteY409" fmla="*/ 125254 h 204311"/>
                <a:gd name="connsiteX410" fmla="*/ 40481 w 651985"/>
                <a:gd name="connsiteY410" fmla="*/ 129064 h 204311"/>
                <a:gd name="connsiteX411" fmla="*/ 41434 w 651985"/>
                <a:gd name="connsiteY411" fmla="*/ 133350 h 204311"/>
                <a:gd name="connsiteX412" fmla="*/ 39529 w 651985"/>
                <a:gd name="connsiteY412" fmla="*/ 137636 h 204311"/>
                <a:gd name="connsiteX413" fmla="*/ 41434 w 651985"/>
                <a:gd name="connsiteY413" fmla="*/ 139065 h 204311"/>
                <a:gd name="connsiteX414" fmla="*/ 43339 w 651985"/>
                <a:gd name="connsiteY414" fmla="*/ 140018 h 204311"/>
                <a:gd name="connsiteX415" fmla="*/ 47149 w 651985"/>
                <a:gd name="connsiteY415" fmla="*/ 144304 h 204311"/>
                <a:gd name="connsiteX416" fmla="*/ 56198 w 651985"/>
                <a:gd name="connsiteY416" fmla="*/ 148114 h 204311"/>
                <a:gd name="connsiteX417" fmla="*/ 60007 w 651985"/>
                <a:gd name="connsiteY417" fmla="*/ 152400 h 204311"/>
                <a:gd name="connsiteX418" fmla="*/ 68580 w 651985"/>
                <a:gd name="connsiteY418" fmla="*/ 159068 h 204311"/>
                <a:gd name="connsiteX419" fmla="*/ 82391 w 651985"/>
                <a:gd name="connsiteY419" fmla="*/ 166211 h 204311"/>
                <a:gd name="connsiteX420" fmla="*/ 88582 w 651985"/>
                <a:gd name="connsiteY420" fmla="*/ 172403 h 204311"/>
                <a:gd name="connsiteX421" fmla="*/ 94298 w 651985"/>
                <a:gd name="connsiteY421" fmla="*/ 174307 h 204311"/>
                <a:gd name="connsiteX422" fmla="*/ 110014 w 651985"/>
                <a:gd name="connsiteY422" fmla="*/ 182404 h 204311"/>
                <a:gd name="connsiteX423" fmla="*/ 111443 w 651985"/>
                <a:gd name="connsiteY423" fmla="*/ 183832 h 204311"/>
                <a:gd name="connsiteX424" fmla="*/ 112395 w 651985"/>
                <a:gd name="connsiteY424" fmla="*/ 186214 h 204311"/>
                <a:gd name="connsiteX425" fmla="*/ 114300 w 651985"/>
                <a:gd name="connsiteY425" fmla="*/ 189547 h 204311"/>
                <a:gd name="connsiteX426" fmla="*/ 116681 w 651985"/>
                <a:gd name="connsiteY426" fmla="*/ 189547 h 204311"/>
                <a:gd name="connsiteX427" fmla="*/ 121444 w 651985"/>
                <a:gd name="connsiteY427" fmla="*/ 185738 h 204311"/>
                <a:gd name="connsiteX428" fmla="*/ 125730 w 651985"/>
                <a:gd name="connsiteY428" fmla="*/ 184785 h 204311"/>
                <a:gd name="connsiteX429" fmla="*/ 129064 w 651985"/>
                <a:gd name="connsiteY429" fmla="*/ 185738 h 204311"/>
                <a:gd name="connsiteX430" fmla="*/ 131445 w 651985"/>
                <a:gd name="connsiteY430" fmla="*/ 185261 h 204311"/>
                <a:gd name="connsiteX431" fmla="*/ 131445 w 651985"/>
                <a:gd name="connsiteY431" fmla="*/ 181928 h 204311"/>
                <a:gd name="connsiteX432" fmla="*/ 130969 w 651985"/>
                <a:gd name="connsiteY432" fmla="*/ 179546 h 204311"/>
                <a:gd name="connsiteX433" fmla="*/ 131921 w 651985"/>
                <a:gd name="connsiteY433" fmla="*/ 180975 h 204311"/>
                <a:gd name="connsiteX434" fmla="*/ 133826 w 651985"/>
                <a:gd name="connsiteY434" fmla="*/ 182404 h 204311"/>
                <a:gd name="connsiteX435" fmla="*/ 134779 w 651985"/>
                <a:gd name="connsiteY435" fmla="*/ 183832 h 204311"/>
                <a:gd name="connsiteX436" fmla="*/ 134779 w 651985"/>
                <a:gd name="connsiteY436" fmla="*/ 185261 h 204311"/>
                <a:gd name="connsiteX437" fmla="*/ 135255 w 651985"/>
                <a:gd name="connsiteY437" fmla="*/ 186214 h 204311"/>
                <a:gd name="connsiteX438" fmla="*/ 137160 w 651985"/>
                <a:gd name="connsiteY438" fmla="*/ 187643 h 204311"/>
                <a:gd name="connsiteX439" fmla="*/ 139541 w 651985"/>
                <a:gd name="connsiteY439" fmla="*/ 186690 h 204311"/>
                <a:gd name="connsiteX440" fmla="*/ 140494 w 651985"/>
                <a:gd name="connsiteY440" fmla="*/ 185738 h 204311"/>
                <a:gd name="connsiteX441" fmla="*/ 140970 w 651985"/>
                <a:gd name="connsiteY441" fmla="*/ 183356 h 204311"/>
                <a:gd name="connsiteX442" fmla="*/ 138589 w 651985"/>
                <a:gd name="connsiteY442" fmla="*/ 175260 h 204311"/>
                <a:gd name="connsiteX443" fmla="*/ 131921 w 651985"/>
                <a:gd name="connsiteY443" fmla="*/ 158115 h 204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651985" h="204311">
                  <a:moveTo>
                    <a:pt x="651986" y="53816"/>
                  </a:moveTo>
                  <a:lnTo>
                    <a:pt x="651034" y="52388"/>
                  </a:lnTo>
                  <a:lnTo>
                    <a:pt x="649605" y="51911"/>
                  </a:lnTo>
                  <a:lnTo>
                    <a:pt x="645319" y="52388"/>
                  </a:lnTo>
                  <a:lnTo>
                    <a:pt x="643890" y="52388"/>
                  </a:lnTo>
                  <a:lnTo>
                    <a:pt x="642461" y="51911"/>
                  </a:lnTo>
                  <a:lnTo>
                    <a:pt x="634365" y="47625"/>
                  </a:lnTo>
                  <a:lnTo>
                    <a:pt x="630555" y="46672"/>
                  </a:lnTo>
                  <a:lnTo>
                    <a:pt x="629602" y="43339"/>
                  </a:lnTo>
                  <a:lnTo>
                    <a:pt x="628174" y="41910"/>
                  </a:lnTo>
                  <a:lnTo>
                    <a:pt x="626269" y="40957"/>
                  </a:lnTo>
                  <a:lnTo>
                    <a:pt x="622935" y="39529"/>
                  </a:lnTo>
                  <a:lnTo>
                    <a:pt x="621030" y="39053"/>
                  </a:lnTo>
                  <a:lnTo>
                    <a:pt x="619125" y="39053"/>
                  </a:lnTo>
                  <a:lnTo>
                    <a:pt x="615792" y="41434"/>
                  </a:lnTo>
                  <a:lnTo>
                    <a:pt x="611981" y="42863"/>
                  </a:lnTo>
                  <a:lnTo>
                    <a:pt x="610076" y="42863"/>
                  </a:lnTo>
                  <a:lnTo>
                    <a:pt x="608648" y="40957"/>
                  </a:lnTo>
                  <a:lnTo>
                    <a:pt x="608648" y="40481"/>
                  </a:lnTo>
                  <a:lnTo>
                    <a:pt x="613410" y="39053"/>
                  </a:lnTo>
                  <a:lnTo>
                    <a:pt x="614839" y="38100"/>
                  </a:lnTo>
                  <a:lnTo>
                    <a:pt x="612934" y="33814"/>
                  </a:lnTo>
                  <a:lnTo>
                    <a:pt x="611029" y="31432"/>
                  </a:lnTo>
                  <a:lnTo>
                    <a:pt x="607219" y="34290"/>
                  </a:lnTo>
                  <a:lnTo>
                    <a:pt x="604361" y="35243"/>
                  </a:lnTo>
                  <a:lnTo>
                    <a:pt x="593407" y="37147"/>
                  </a:lnTo>
                  <a:lnTo>
                    <a:pt x="597218" y="35243"/>
                  </a:lnTo>
                  <a:lnTo>
                    <a:pt x="598170" y="33338"/>
                  </a:lnTo>
                  <a:lnTo>
                    <a:pt x="598170" y="30956"/>
                  </a:lnTo>
                  <a:lnTo>
                    <a:pt x="597218" y="26670"/>
                  </a:lnTo>
                  <a:lnTo>
                    <a:pt x="600075" y="24289"/>
                  </a:lnTo>
                  <a:lnTo>
                    <a:pt x="600075" y="21907"/>
                  </a:lnTo>
                  <a:lnTo>
                    <a:pt x="599123" y="19526"/>
                  </a:lnTo>
                  <a:lnTo>
                    <a:pt x="598170" y="18097"/>
                  </a:lnTo>
                  <a:lnTo>
                    <a:pt x="596742" y="16669"/>
                  </a:lnTo>
                  <a:lnTo>
                    <a:pt x="592931" y="14764"/>
                  </a:lnTo>
                  <a:lnTo>
                    <a:pt x="589121" y="13335"/>
                  </a:lnTo>
                  <a:lnTo>
                    <a:pt x="586264" y="10954"/>
                  </a:lnTo>
                  <a:lnTo>
                    <a:pt x="584835" y="7144"/>
                  </a:lnTo>
                  <a:lnTo>
                    <a:pt x="584359" y="5239"/>
                  </a:lnTo>
                  <a:lnTo>
                    <a:pt x="584835" y="2381"/>
                  </a:lnTo>
                  <a:lnTo>
                    <a:pt x="583882" y="1905"/>
                  </a:lnTo>
                  <a:lnTo>
                    <a:pt x="580549" y="953"/>
                  </a:lnTo>
                  <a:lnTo>
                    <a:pt x="578644" y="2857"/>
                  </a:lnTo>
                  <a:lnTo>
                    <a:pt x="576739" y="6668"/>
                  </a:lnTo>
                  <a:lnTo>
                    <a:pt x="572929" y="11430"/>
                  </a:lnTo>
                  <a:lnTo>
                    <a:pt x="569595" y="13335"/>
                  </a:lnTo>
                  <a:lnTo>
                    <a:pt x="568643" y="13335"/>
                  </a:lnTo>
                  <a:lnTo>
                    <a:pt x="569119" y="10478"/>
                  </a:lnTo>
                  <a:lnTo>
                    <a:pt x="570071" y="7620"/>
                  </a:lnTo>
                  <a:lnTo>
                    <a:pt x="570548" y="5715"/>
                  </a:lnTo>
                  <a:lnTo>
                    <a:pt x="570071" y="1429"/>
                  </a:lnTo>
                  <a:lnTo>
                    <a:pt x="568167" y="0"/>
                  </a:lnTo>
                  <a:lnTo>
                    <a:pt x="567214" y="476"/>
                  </a:lnTo>
                  <a:lnTo>
                    <a:pt x="560070" y="13811"/>
                  </a:lnTo>
                  <a:lnTo>
                    <a:pt x="558642" y="15716"/>
                  </a:lnTo>
                  <a:lnTo>
                    <a:pt x="546735" y="29051"/>
                  </a:lnTo>
                  <a:lnTo>
                    <a:pt x="545782" y="33338"/>
                  </a:lnTo>
                  <a:lnTo>
                    <a:pt x="543877" y="37624"/>
                  </a:lnTo>
                  <a:lnTo>
                    <a:pt x="539115" y="42863"/>
                  </a:lnTo>
                  <a:lnTo>
                    <a:pt x="537686" y="46672"/>
                  </a:lnTo>
                  <a:lnTo>
                    <a:pt x="534829" y="49054"/>
                  </a:lnTo>
                  <a:lnTo>
                    <a:pt x="532924" y="49054"/>
                  </a:lnTo>
                  <a:lnTo>
                    <a:pt x="531019" y="49054"/>
                  </a:lnTo>
                  <a:lnTo>
                    <a:pt x="529114" y="48578"/>
                  </a:lnTo>
                  <a:lnTo>
                    <a:pt x="528638" y="46672"/>
                  </a:lnTo>
                  <a:lnTo>
                    <a:pt x="527209" y="48101"/>
                  </a:lnTo>
                  <a:lnTo>
                    <a:pt x="522446" y="53340"/>
                  </a:lnTo>
                  <a:lnTo>
                    <a:pt x="522446" y="56197"/>
                  </a:lnTo>
                  <a:lnTo>
                    <a:pt x="523875" y="58579"/>
                  </a:lnTo>
                  <a:lnTo>
                    <a:pt x="527685" y="60484"/>
                  </a:lnTo>
                  <a:lnTo>
                    <a:pt x="526732" y="63818"/>
                  </a:lnTo>
                  <a:lnTo>
                    <a:pt x="525780" y="65246"/>
                  </a:lnTo>
                  <a:lnTo>
                    <a:pt x="522446" y="68104"/>
                  </a:lnTo>
                  <a:lnTo>
                    <a:pt x="520541" y="69532"/>
                  </a:lnTo>
                  <a:lnTo>
                    <a:pt x="512445" y="70485"/>
                  </a:lnTo>
                  <a:lnTo>
                    <a:pt x="513398" y="71438"/>
                  </a:lnTo>
                  <a:lnTo>
                    <a:pt x="515302" y="75247"/>
                  </a:lnTo>
                  <a:lnTo>
                    <a:pt x="516731" y="79057"/>
                  </a:lnTo>
                  <a:lnTo>
                    <a:pt x="517207" y="85249"/>
                  </a:lnTo>
                  <a:lnTo>
                    <a:pt x="518636" y="87630"/>
                  </a:lnTo>
                  <a:lnTo>
                    <a:pt x="518160" y="88106"/>
                  </a:lnTo>
                  <a:lnTo>
                    <a:pt x="517207" y="88582"/>
                  </a:lnTo>
                  <a:lnTo>
                    <a:pt x="515779" y="88582"/>
                  </a:lnTo>
                  <a:lnTo>
                    <a:pt x="513398" y="88106"/>
                  </a:lnTo>
                  <a:lnTo>
                    <a:pt x="511016" y="87154"/>
                  </a:lnTo>
                  <a:lnTo>
                    <a:pt x="509111" y="80486"/>
                  </a:lnTo>
                  <a:lnTo>
                    <a:pt x="508159" y="76676"/>
                  </a:lnTo>
                  <a:lnTo>
                    <a:pt x="508159" y="72390"/>
                  </a:lnTo>
                  <a:lnTo>
                    <a:pt x="508159" y="69532"/>
                  </a:lnTo>
                  <a:lnTo>
                    <a:pt x="505301" y="70961"/>
                  </a:lnTo>
                  <a:lnTo>
                    <a:pt x="502444" y="72866"/>
                  </a:lnTo>
                  <a:lnTo>
                    <a:pt x="499586" y="74295"/>
                  </a:lnTo>
                  <a:lnTo>
                    <a:pt x="498157" y="75724"/>
                  </a:lnTo>
                  <a:lnTo>
                    <a:pt x="498634" y="77629"/>
                  </a:lnTo>
                  <a:lnTo>
                    <a:pt x="499110" y="81439"/>
                  </a:lnTo>
                  <a:lnTo>
                    <a:pt x="499586" y="84296"/>
                  </a:lnTo>
                  <a:lnTo>
                    <a:pt x="500539" y="85249"/>
                  </a:lnTo>
                  <a:lnTo>
                    <a:pt x="501491" y="86678"/>
                  </a:lnTo>
                  <a:lnTo>
                    <a:pt x="501015" y="88106"/>
                  </a:lnTo>
                  <a:lnTo>
                    <a:pt x="499586" y="90488"/>
                  </a:lnTo>
                  <a:lnTo>
                    <a:pt x="500539" y="90964"/>
                  </a:lnTo>
                  <a:lnTo>
                    <a:pt x="499586" y="94297"/>
                  </a:lnTo>
                  <a:lnTo>
                    <a:pt x="497681" y="96679"/>
                  </a:lnTo>
                  <a:lnTo>
                    <a:pt x="495300" y="98584"/>
                  </a:lnTo>
                  <a:lnTo>
                    <a:pt x="493871" y="99060"/>
                  </a:lnTo>
                  <a:lnTo>
                    <a:pt x="492443" y="98107"/>
                  </a:lnTo>
                  <a:lnTo>
                    <a:pt x="490538" y="95726"/>
                  </a:lnTo>
                  <a:lnTo>
                    <a:pt x="488156" y="92869"/>
                  </a:lnTo>
                  <a:lnTo>
                    <a:pt x="487204" y="90964"/>
                  </a:lnTo>
                  <a:lnTo>
                    <a:pt x="483870" y="90964"/>
                  </a:lnTo>
                  <a:lnTo>
                    <a:pt x="482918" y="89535"/>
                  </a:lnTo>
                  <a:lnTo>
                    <a:pt x="482918" y="87630"/>
                  </a:lnTo>
                  <a:lnTo>
                    <a:pt x="481965" y="85725"/>
                  </a:lnTo>
                  <a:lnTo>
                    <a:pt x="480536" y="83820"/>
                  </a:lnTo>
                  <a:lnTo>
                    <a:pt x="478631" y="82391"/>
                  </a:lnTo>
                  <a:lnTo>
                    <a:pt x="476250" y="80963"/>
                  </a:lnTo>
                  <a:lnTo>
                    <a:pt x="475298" y="80010"/>
                  </a:lnTo>
                  <a:lnTo>
                    <a:pt x="474821" y="80010"/>
                  </a:lnTo>
                  <a:lnTo>
                    <a:pt x="473393" y="80486"/>
                  </a:lnTo>
                  <a:lnTo>
                    <a:pt x="472440" y="81439"/>
                  </a:lnTo>
                  <a:lnTo>
                    <a:pt x="472440" y="83344"/>
                  </a:lnTo>
                  <a:lnTo>
                    <a:pt x="472440" y="85249"/>
                  </a:lnTo>
                  <a:lnTo>
                    <a:pt x="471011" y="89535"/>
                  </a:lnTo>
                  <a:lnTo>
                    <a:pt x="470059" y="90964"/>
                  </a:lnTo>
                  <a:lnTo>
                    <a:pt x="462915" y="99060"/>
                  </a:lnTo>
                  <a:lnTo>
                    <a:pt x="453866" y="107632"/>
                  </a:lnTo>
                  <a:lnTo>
                    <a:pt x="449580" y="113824"/>
                  </a:lnTo>
                  <a:lnTo>
                    <a:pt x="443389" y="120968"/>
                  </a:lnTo>
                  <a:lnTo>
                    <a:pt x="440055" y="125730"/>
                  </a:lnTo>
                  <a:lnTo>
                    <a:pt x="438150" y="127159"/>
                  </a:lnTo>
                  <a:lnTo>
                    <a:pt x="435769" y="128111"/>
                  </a:lnTo>
                  <a:lnTo>
                    <a:pt x="429577" y="130016"/>
                  </a:lnTo>
                  <a:lnTo>
                    <a:pt x="408623" y="135255"/>
                  </a:lnTo>
                  <a:lnTo>
                    <a:pt x="395288" y="137160"/>
                  </a:lnTo>
                  <a:lnTo>
                    <a:pt x="391954" y="138589"/>
                  </a:lnTo>
                  <a:lnTo>
                    <a:pt x="388144" y="140970"/>
                  </a:lnTo>
                  <a:lnTo>
                    <a:pt x="385763" y="144780"/>
                  </a:lnTo>
                  <a:lnTo>
                    <a:pt x="385763" y="149543"/>
                  </a:lnTo>
                  <a:lnTo>
                    <a:pt x="386239" y="151924"/>
                  </a:lnTo>
                  <a:lnTo>
                    <a:pt x="385763" y="153353"/>
                  </a:lnTo>
                  <a:lnTo>
                    <a:pt x="384334" y="153829"/>
                  </a:lnTo>
                  <a:lnTo>
                    <a:pt x="382429" y="153829"/>
                  </a:lnTo>
                  <a:lnTo>
                    <a:pt x="380524" y="152876"/>
                  </a:lnTo>
                  <a:lnTo>
                    <a:pt x="378619" y="151447"/>
                  </a:lnTo>
                  <a:lnTo>
                    <a:pt x="377666" y="153353"/>
                  </a:lnTo>
                  <a:lnTo>
                    <a:pt x="377190" y="156210"/>
                  </a:lnTo>
                  <a:lnTo>
                    <a:pt x="377666" y="159544"/>
                  </a:lnTo>
                  <a:lnTo>
                    <a:pt x="379571" y="161449"/>
                  </a:lnTo>
                  <a:lnTo>
                    <a:pt x="379095" y="163830"/>
                  </a:lnTo>
                  <a:lnTo>
                    <a:pt x="377190" y="166688"/>
                  </a:lnTo>
                  <a:lnTo>
                    <a:pt x="376238" y="169545"/>
                  </a:lnTo>
                  <a:lnTo>
                    <a:pt x="375761" y="175260"/>
                  </a:lnTo>
                  <a:lnTo>
                    <a:pt x="374332" y="177165"/>
                  </a:lnTo>
                  <a:lnTo>
                    <a:pt x="371951" y="179070"/>
                  </a:lnTo>
                  <a:lnTo>
                    <a:pt x="371475" y="181451"/>
                  </a:lnTo>
                  <a:lnTo>
                    <a:pt x="372427" y="183832"/>
                  </a:lnTo>
                  <a:lnTo>
                    <a:pt x="374809" y="185261"/>
                  </a:lnTo>
                  <a:lnTo>
                    <a:pt x="378143" y="187166"/>
                  </a:lnTo>
                  <a:lnTo>
                    <a:pt x="375285" y="187643"/>
                  </a:lnTo>
                  <a:lnTo>
                    <a:pt x="373856" y="187166"/>
                  </a:lnTo>
                  <a:lnTo>
                    <a:pt x="368618" y="183356"/>
                  </a:lnTo>
                  <a:lnTo>
                    <a:pt x="367189" y="182880"/>
                  </a:lnTo>
                  <a:lnTo>
                    <a:pt x="363379" y="183356"/>
                  </a:lnTo>
                  <a:lnTo>
                    <a:pt x="359569" y="182404"/>
                  </a:lnTo>
                  <a:lnTo>
                    <a:pt x="350044" y="177165"/>
                  </a:lnTo>
                  <a:lnTo>
                    <a:pt x="348139" y="176689"/>
                  </a:lnTo>
                  <a:lnTo>
                    <a:pt x="346234" y="177165"/>
                  </a:lnTo>
                  <a:lnTo>
                    <a:pt x="344329" y="177165"/>
                  </a:lnTo>
                  <a:lnTo>
                    <a:pt x="340043" y="177165"/>
                  </a:lnTo>
                  <a:lnTo>
                    <a:pt x="335756" y="176689"/>
                  </a:lnTo>
                  <a:lnTo>
                    <a:pt x="331470" y="175260"/>
                  </a:lnTo>
                  <a:lnTo>
                    <a:pt x="326707" y="171926"/>
                  </a:lnTo>
                  <a:lnTo>
                    <a:pt x="325755" y="170974"/>
                  </a:lnTo>
                  <a:lnTo>
                    <a:pt x="323374" y="166211"/>
                  </a:lnTo>
                  <a:lnTo>
                    <a:pt x="320516" y="170497"/>
                  </a:lnTo>
                  <a:lnTo>
                    <a:pt x="320993" y="171926"/>
                  </a:lnTo>
                  <a:lnTo>
                    <a:pt x="321945" y="173355"/>
                  </a:lnTo>
                  <a:lnTo>
                    <a:pt x="324326" y="174307"/>
                  </a:lnTo>
                  <a:lnTo>
                    <a:pt x="324802" y="179546"/>
                  </a:lnTo>
                  <a:lnTo>
                    <a:pt x="327660" y="182404"/>
                  </a:lnTo>
                  <a:lnTo>
                    <a:pt x="330518" y="185261"/>
                  </a:lnTo>
                  <a:lnTo>
                    <a:pt x="332423" y="186690"/>
                  </a:lnTo>
                  <a:lnTo>
                    <a:pt x="334804" y="188595"/>
                  </a:lnTo>
                  <a:lnTo>
                    <a:pt x="336232" y="190500"/>
                  </a:lnTo>
                  <a:lnTo>
                    <a:pt x="338138" y="191929"/>
                  </a:lnTo>
                  <a:lnTo>
                    <a:pt x="340519" y="193357"/>
                  </a:lnTo>
                  <a:lnTo>
                    <a:pt x="347186" y="200025"/>
                  </a:lnTo>
                  <a:lnTo>
                    <a:pt x="350044" y="201930"/>
                  </a:lnTo>
                  <a:lnTo>
                    <a:pt x="351949" y="203835"/>
                  </a:lnTo>
                  <a:lnTo>
                    <a:pt x="353377" y="204311"/>
                  </a:lnTo>
                  <a:lnTo>
                    <a:pt x="357188" y="203835"/>
                  </a:lnTo>
                  <a:lnTo>
                    <a:pt x="368141" y="199072"/>
                  </a:lnTo>
                  <a:lnTo>
                    <a:pt x="370046" y="198596"/>
                  </a:lnTo>
                  <a:lnTo>
                    <a:pt x="373856" y="197644"/>
                  </a:lnTo>
                  <a:lnTo>
                    <a:pt x="380048" y="198120"/>
                  </a:lnTo>
                  <a:lnTo>
                    <a:pt x="386715" y="199549"/>
                  </a:lnTo>
                  <a:lnTo>
                    <a:pt x="389096" y="199549"/>
                  </a:lnTo>
                  <a:lnTo>
                    <a:pt x="391001" y="198596"/>
                  </a:lnTo>
                  <a:lnTo>
                    <a:pt x="393859" y="199072"/>
                  </a:lnTo>
                  <a:lnTo>
                    <a:pt x="396716" y="199549"/>
                  </a:lnTo>
                  <a:lnTo>
                    <a:pt x="398145" y="199072"/>
                  </a:lnTo>
                  <a:lnTo>
                    <a:pt x="401955" y="195739"/>
                  </a:lnTo>
                  <a:lnTo>
                    <a:pt x="407194" y="194786"/>
                  </a:lnTo>
                  <a:lnTo>
                    <a:pt x="409099" y="191453"/>
                  </a:lnTo>
                  <a:lnTo>
                    <a:pt x="410527" y="188119"/>
                  </a:lnTo>
                  <a:lnTo>
                    <a:pt x="411004" y="184785"/>
                  </a:lnTo>
                  <a:lnTo>
                    <a:pt x="413385" y="183356"/>
                  </a:lnTo>
                  <a:lnTo>
                    <a:pt x="416243" y="182404"/>
                  </a:lnTo>
                  <a:lnTo>
                    <a:pt x="421005" y="180975"/>
                  </a:lnTo>
                  <a:lnTo>
                    <a:pt x="436721" y="180499"/>
                  </a:lnTo>
                  <a:lnTo>
                    <a:pt x="438150" y="180975"/>
                  </a:lnTo>
                  <a:lnTo>
                    <a:pt x="438626" y="182880"/>
                  </a:lnTo>
                  <a:lnTo>
                    <a:pt x="438150" y="184309"/>
                  </a:lnTo>
                  <a:lnTo>
                    <a:pt x="438626" y="185261"/>
                  </a:lnTo>
                  <a:lnTo>
                    <a:pt x="440531" y="185261"/>
                  </a:lnTo>
                  <a:lnTo>
                    <a:pt x="442436" y="186214"/>
                  </a:lnTo>
                  <a:lnTo>
                    <a:pt x="450532" y="189071"/>
                  </a:lnTo>
                  <a:lnTo>
                    <a:pt x="453866" y="190024"/>
                  </a:lnTo>
                  <a:lnTo>
                    <a:pt x="455771" y="190024"/>
                  </a:lnTo>
                  <a:lnTo>
                    <a:pt x="459581" y="192405"/>
                  </a:lnTo>
                  <a:lnTo>
                    <a:pt x="461486" y="191453"/>
                  </a:lnTo>
                  <a:lnTo>
                    <a:pt x="464344" y="189547"/>
                  </a:lnTo>
                  <a:lnTo>
                    <a:pt x="466725" y="187166"/>
                  </a:lnTo>
                  <a:lnTo>
                    <a:pt x="469106" y="185261"/>
                  </a:lnTo>
                  <a:lnTo>
                    <a:pt x="472440" y="184785"/>
                  </a:lnTo>
                  <a:lnTo>
                    <a:pt x="476726" y="184785"/>
                  </a:lnTo>
                  <a:lnTo>
                    <a:pt x="481965" y="184309"/>
                  </a:lnTo>
                  <a:lnTo>
                    <a:pt x="485775" y="183356"/>
                  </a:lnTo>
                  <a:lnTo>
                    <a:pt x="490061" y="184785"/>
                  </a:lnTo>
                  <a:lnTo>
                    <a:pt x="491014" y="184309"/>
                  </a:lnTo>
                  <a:lnTo>
                    <a:pt x="491966" y="182880"/>
                  </a:lnTo>
                  <a:lnTo>
                    <a:pt x="494348" y="179546"/>
                  </a:lnTo>
                  <a:lnTo>
                    <a:pt x="495300" y="177165"/>
                  </a:lnTo>
                  <a:lnTo>
                    <a:pt x="496252" y="172879"/>
                  </a:lnTo>
                  <a:lnTo>
                    <a:pt x="496729" y="171926"/>
                  </a:lnTo>
                  <a:lnTo>
                    <a:pt x="498157" y="171450"/>
                  </a:lnTo>
                  <a:lnTo>
                    <a:pt x="499586" y="170497"/>
                  </a:lnTo>
                  <a:lnTo>
                    <a:pt x="500063" y="169069"/>
                  </a:lnTo>
                  <a:lnTo>
                    <a:pt x="500539" y="167640"/>
                  </a:lnTo>
                  <a:lnTo>
                    <a:pt x="500063" y="166211"/>
                  </a:lnTo>
                  <a:lnTo>
                    <a:pt x="499110" y="165259"/>
                  </a:lnTo>
                  <a:lnTo>
                    <a:pt x="498157" y="161449"/>
                  </a:lnTo>
                  <a:lnTo>
                    <a:pt x="498634" y="159544"/>
                  </a:lnTo>
                  <a:lnTo>
                    <a:pt x="499110" y="158115"/>
                  </a:lnTo>
                  <a:lnTo>
                    <a:pt x="501015" y="157639"/>
                  </a:lnTo>
                  <a:lnTo>
                    <a:pt x="505301" y="154781"/>
                  </a:lnTo>
                  <a:lnTo>
                    <a:pt x="509111" y="151447"/>
                  </a:lnTo>
                  <a:lnTo>
                    <a:pt x="511493" y="150019"/>
                  </a:lnTo>
                  <a:lnTo>
                    <a:pt x="512445" y="149066"/>
                  </a:lnTo>
                  <a:lnTo>
                    <a:pt x="512445" y="147638"/>
                  </a:lnTo>
                  <a:lnTo>
                    <a:pt x="510540" y="146209"/>
                  </a:lnTo>
                  <a:lnTo>
                    <a:pt x="508635" y="145256"/>
                  </a:lnTo>
                  <a:lnTo>
                    <a:pt x="508635" y="143351"/>
                  </a:lnTo>
                  <a:lnTo>
                    <a:pt x="508635" y="141922"/>
                  </a:lnTo>
                  <a:lnTo>
                    <a:pt x="509111" y="140970"/>
                  </a:lnTo>
                  <a:lnTo>
                    <a:pt x="508635" y="140018"/>
                  </a:lnTo>
                  <a:lnTo>
                    <a:pt x="508635" y="138113"/>
                  </a:lnTo>
                  <a:lnTo>
                    <a:pt x="509588" y="136207"/>
                  </a:lnTo>
                  <a:lnTo>
                    <a:pt x="511969" y="133350"/>
                  </a:lnTo>
                  <a:lnTo>
                    <a:pt x="513874" y="131445"/>
                  </a:lnTo>
                  <a:lnTo>
                    <a:pt x="516255" y="132397"/>
                  </a:lnTo>
                  <a:lnTo>
                    <a:pt x="518636" y="131921"/>
                  </a:lnTo>
                  <a:lnTo>
                    <a:pt x="521018" y="130969"/>
                  </a:lnTo>
                  <a:lnTo>
                    <a:pt x="522446" y="127635"/>
                  </a:lnTo>
                  <a:lnTo>
                    <a:pt x="522446" y="126206"/>
                  </a:lnTo>
                  <a:lnTo>
                    <a:pt x="521970" y="124778"/>
                  </a:lnTo>
                  <a:lnTo>
                    <a:pt x="522923" y="120491"/>
                  </a:lnTo>
                  <a:lnTo>
                    <a:pt x="522923" y="120015"/>
                  </a:lnTo>
                  <a:lnTo>
                    <a:pt x="524351" y="117157"/>
                  </a:lnTo>
                  <a:lnTo>
                    <a:pt x="524351" y="115253"/>
                  </a:lnTo>
                  <a:lnTo>
                    <a:pt x="523399" y="110966"/>
                  </a:lnTo>
                  <a:lnTo>
                    <a:pt x="523875" y="107632"/>
                  </a:lnTo>
                  <a:lnTo>
                    <a:pt x="524351" y="100489"/>
                  </a:lnTo>
                  <a:lnTo>
                    <a:pt x="525304" y="99060"/>
                  </a:lnTo>
                  <a:lnTo>
                    <a:pt x="526256" y="95250"/>
                  </a:lnTo>
                  <a:lnTo>
                    <a:pt x="528161" y="91440"/>
                  </a:lnTo>
                  <a:lnTo>
                    <a:pt x="531495" y="89535"/>
                  </a:lnTo>
                  <a:lnTo>
                    <a:pt x="533400" y="86678"/>
                  </a:lnTo>
                  <a:lnTo>
                    <a:pt x="534352" y="86201"/>
                  </a:lnTo>
                  <a:lnTo>
                    <a:pt x="535781" y="86201"/>
                  </a:lnTo>
                  <a:lnTo>
                    <a:pt x="540068" y="88106"/>
                  </a:lnTo>
                  <a:lnTo>
                    <a:pt x="543877" y="85725"/>
                  </a:lnTo>
                  <a:lnTo>
                    <a:pt x="547211" y="85249"/>
                  </a:lnTo>
                  <a:lnTo>
                    <a:pt x="550069" y="85725"/>
                  </a:lnTo>
                  <a:lnTo>
                    <a:pt x="551498" y="86678"/>
                  </a:lnTo>
                  <a:lnTo>
                    <a:pt x="552926" y="87154"/>
                  </a:lnTo>
                  <a:lnTo>
                    <a:pt x="556260" y="85249"/>
                  </a:lnTo>
                  <a:lnTo>
                    <a:pt x="557689" y="85725"/>
                  </a:lnTo>
                  <a:lnTo>
                    <a:pt x="559118" y="86678"/>
                  </a:lnTo>
                  <a:lnTo>
                    <a:pt x="561023" y="86678"/>
                  </a:lnTo>
                  <a:lnTo>
                    <a:pt x="562927" y="86201"/>
                  </a:lnTo>
                  <a:lnTo>
                    <a:pt x="567690" y="86678"/>
                  </a:lnTo>
                  <a:lnTo>
                    <a:pt x="576263" y="86678"/>
                  </a:lnTo>
                  <a:lnTo>
                    <a:pt x="582454" y="88106"/>
                  </a:lnTo>
                  <a:lnTo>
                    <a:pt x="588169" y="91916"/>
                  </a:lnTo>
                  <a:lnTo>
                    <a:pt x="591026" y="92869"/>
                  </a:lnTo>
                  <a:lnTo>
                    <a:pt x="592455" y="92869"/>
                  </a:lnTo>
                  <a:lnTo>
                    <a:pt x="593407" y="91916"/>
                  </a:lnTo>
                  <a:lnTo>
                    <a:pt x="594836" y="88582"/>
                  </a:lnTo>
                  <a:lnTo>
                    <a:pt x="596265" y="87154"/>
                  </a:lnTo>
                  <a:lnTo>
                    <a:pt x="597694" y="87154"/>
                  </a:lnTo>
                  <a:lnTo>
                    <a:pt x="602932" y="89535"/>
                  </a:lnTo>
                  <a:lnTo>
                    <a:pt x="606743" y="90011"/>
                  </a:lnTo>
                  <a:lnTo>
                    <a:pt x="610552" y="88582"/>
                  </a:lnTo>
                  <a:lnTo>
                    <a:pt x="614363" y="87630"/>
                  </a:lnTo>
                  <a:lnTo>
                    <a:pt x="619125" y="87154"/>
                  </a:lnTo>
                  <a:lnTo>
                    <a:pt x="623888" y="86201"/>
                  </a:lnTo>
                  <a:lnTo>
                    <a:pt x="625793" y="85725"/>
                  </a:lnTo>
                  <a:lnTo>
                    <a:pt x="627221" y="84772"/>
                  </a:lnTo>
                  <a:lnTo>
                    <a:pt x="627698" y="82868"/>
                  </a:lnTo>
                  <a:lnTo>
                    <a:pt x="626745" y="81439"/>
                  </a:lnTo>
                  <a:lnTo>
                    <a:pt x="618649" y="75724"/>
                  </a:lnTo>
                  <a:lnTo>
                    <a:pt x="613886" y="70485"/>
                  </a:lnTo>
                  <a:lnTo>
                    <a:pt x="616268" y="65246"/>
                  </a:lnTo>
                  <a:lnTo>
                    <a:pt x="618173" y="64294"/>
                  </a:lnTo>
                  <a:lnTo>
                    <a:pt x="620077" y="64294"/>
                  </a:lnTo>
                  <a:lnTo>
                    <a:pt x="625793" y="66199"/>
                  </a:lnTo>
                  <a:lnTo>
                    <a:pt x="630079" y="66199"/>
                  </a:lnTo>
                  <a:lnTo>
                    <a:pt x="638175" y="64294"/>
                  </a:lnTo>
                  <a:lnTo>
                    <a:pt x="645795" y="61913"/>
                  </a:lnTo>
                  <a:lnTo>
                    <a:pt x="648652" y="60007"/>
                  </a:lnTo>
                  <a:lnTo>
                    <a:pt x="649605" y="58579"/>
                  </a:lnTo>
                  <a:lnTo>
                    <a:pt x="650081" y="57150"/>
                  </a:lnTo>
                  <a:lnTo>
                    <a:pt x="650081" y="55245"/>
                  </a:lnTo>
                  <a:lnTo>
                    <a:pt x="651986" y="53816"/>
                  </a:lnTo>
                  <a:close/>
                  <a:moveTo>
                    <a:pt x="131921" y="158115"/>
                  </a:moveTo>
                  <a:lnTo>
                    <a:pt x="127159" y="150019"/>
                  </a:lnTo>
                  <a:lnTo>
                    <a:pt x="126682" y="147638"/>
                  </a:lnTo>
                  <a:lnTo>
                    <a:pt x="117157" y="140970"/>
                  </a:lnTo>
                  <a:lnTo>
                    <a:pt x="115252" y="139065"/>
                  </a:lnTo>
                  <a:lnTo>
                    <a:pt x="113824" y="135731"/>
                  </a:lnTo>
                  <a:lnTo>
                    <a:pt x="113824" y="124778"/>
                  </a:lnTo>
                  <a:lnTo>
                    <a:pt x="113348" y="120968"/>
                  </a:lnTo>
                  <a:lnTo>
                    <a:pt x="114300" y="116205"/>
                  </a:lnTo>
                  <a:lnTo>
                    <a:pt x="111443" y="110966"/>
                  </a:lnTo>
                  <a:lnTo>
                    <a:pt x="110966" y="107632"/>
                  </a:lnTo>
                  <a:lnTo>
                    <a:pt x="112871" y="100489"/>
                  </a:lnTo>
                  <a:lnTo>
                    <a:pt x="114300" y="86678"/>
                  </a:lnTo>
                  <a:lnTo>
                    <a:pt x="113824" y="77153"/>
                  </a:lnTo>
                  <a:lnTo>
                    <a:pt x="112395" y="70961"/>
                  </a:lnTo>
                  <a:lnTo>
                    <a:pt x="104775" y="57150"/>
                  </a:lnTo>
                  <a:lnTo>
                    <a:pt x="101441" y="52388"/>
                  </a:lnTo>
                  <a:lnTo>
                    <a:pt x="97631" y="48578"/>
                  </a:lnTo>
                  <a:lnTo>
                    <a:pt x="94774" y="47149"/>
                  </a:lnTo>
                  <a:lnTo>
                    <a:pt x="90964" y="44291"/>
                  </a:lnTo>
                  <a:lnTo>
                    <a:pt x="82391" y="37147"/>
                  </a:lnTo>
                  <a:lnTo>
                    <a:pt x="75724" y="26670"/>
                  </a:lnTo>
                  <a:lnTo>
                    <a:pt x="73343" y="25718"/>
                  </a:lnTo>
                  <a:lnTo>
                    <a:pt x="67627" y="24289"/>
                  </a:lnTo>
                  <a:lnTo>
                    <a:pt x="66675" y="26194"/>
                  </a:lnTo>
                  <a:lnTo>
                    <a:pt x="66199" y="29051"/>
                  </a:lnTo>
                  <a:lnTo>
                    <a:pt x="61913" y="32861"/>
                  </a:lnTo>
                  <a:lnTo>
                    <a:pt x="61436" y="35243"/>
                  </a:lnTo>
                  <a:lnTo>
                    <a:pt x="60007" y="38100"/>
                  </a:lnTo>
                  <a:lnTo>
                    <a:pt x="57150" y="39529"/>
                  </a:lnTo>
                  <a:lnTo>
                    <a:pt x="54769" y="40005"/>
                  </a:lnTo>
                  <a:lnTo>
                    <a:pt x="53340" y="39529"/>
                  </a:lnTo>
                  <a:lnTo>
                    <a:pt x="52388" y="39053"/>
                  </a:lnTo>
                  <a:lnTo>
                    <a:pt x="50959" y="36195"/>
                  </a:lnTo>
                  <a:lnTo>
                    <a:pt x="50006" y="35243"/>
                  </a:lnTo>
                  <a:lnTo>
                    <a:pt x="49530" y="35243"/>
                  </a:lnTo>
                  <a:lnTo>
                    <a:pt x="44291" y="37147"/>
                  </a:lnTo>
                  <a:lnTo>
                    <a:pt x="39052" y="39053"/>
                  </a:lnTo>
                  <a:lnTo>
                    <a:pt x="38100" y="40957"/>
                  </a:lnTo>
                  <a:lnTo>
                    <a:pt x="36671" y="43339"/>
                  </a:lnTo>
                  <a:lnTo>
                    <a:pt x="35243" y="44291"/>
                  </a:lnTo>
                  <a:lnTo>
                    <a:pt x="34290" y="44291"/>
                  </a:lnTo>
                  <a:lnTo>
                    <a:pt x="33338" y="42863"/>
                  </a:lnTo>
                  <a:lnTo>
                    <a:pt x="31432" y="40957"/>
                  </a:lnTo>
                  <a:lnTo>
                    <a:pt x="30004" y="39529"/>
                  </a:lnTo>
                  <a:lnTo>
                    <a:pt x="30480" y="37147"/>
                  </a:lnTo>
                  <a:lnTo>
                    <a:pt x="33338" y="33338"/>
                  </a:lnTo>
                  <a:lnTo>
                    <a:pt x="33814" y="30956"/>
                  </a:lnTo>
                  <a:lnTo>
                    <a:pt x="33338" y="26670"/>
                  </a:lnTo>
                  <a:lnTo>
                    <a:pt x="32385" y="24289"/>
                  </a:lnTo>
                  <a:lnTo>
                    <a:pt x="31432" y="24289"/>
                  </a:lnTo>
                  <a:lnTo>
                    <a:pt x="30004" y="23813"/>
                  </a:lnTo>
                  <a:lnTo>
                    <a:pt x="26194" y="24289"/>
                  </a:lnTo>
                  <a:lnTo>
                    <a:pt x="24289" y="21431"/>
                  </a:lnTo>
                  <a:lnTo>
                    <a:pt x="23336" y="18097"/>
                  </a:lnTo>
                  <a:lnTo>
                    <a:pt x="21907" y="17145"/>
                  </a:lnTo>
                  <a:lnTo>
                    <a:pt x="20479" y="16669"/>
                  </a:lnTo>
                  <a:lnTo>
                    <a:pt x="17621" y="17621"/>
                  </a:lnTo>
                  <a:lnTo>
                    <a:pt x="15240" y="17145"/>
                  </a:lnTo>
                  <a:lnTo>
                    <a:pt x="7620" y="14288"/>
                  </a:lnTo>
                  <a:lnTo>
                    <a:pt x="4763" y="10001"/>
                  </a:lnTo>
                  <a:lnTo>
                    <a:pt x="3334" y="10001"/>
                  </a:lnTo>
                  <a:lnTo>
                    <a:pt x="1905" y="10478"/>
                  </a:lnTo>
                  <a:lnTo>
                    <a:pt x="1429" y="11430"/>
                  </a:lnTo>
                  <a:lnTo>
                    <a:pt x="476" y="16669"/>
                  </a:lnTo>
                  <a:lnTo>
                    <a:pt x="0" y="18097"/>
                  </a:lnTo>
                  <a:lnTo>
                    <a:pt x="1429" y="21907"/>
                  </a:lnTo>
                  <a:lnTo>
                    <a:pt x="4763" y="26670"/>
                  </a:lnTo>
                  <a:lnTo>
                    <a:pt x="7620" y="33338"/>
                  </a:lnTo>
                  <a:lnTo>
                    <a:pt x="8573" y="40481"/>
                  </a:lnTo>
                  <a:lnTo>
                    <a:pt x="7620" y="46672"/>
                  </a:lnTo>
                  <a:lnTo>
                    <a:pt x="11906" y="64770"/>
                  </a:lnTo>
                  <a:lnTo>
                    <a:pt x="16669" y="78105"/>
                  </a:lnTo>
                  <a:lnTo>
                    <a:pt x="16669" y="87630"/>
                  </a:lnTo>
                  <a:lnTo>
                    <a:pt x="18098" y="92393"/>
                  </a:lnTo>
                  <a:lnTo>
                    <a:pt x="21431" y="96679"/>
                  </a:lnTo>
                  <a:lnTo>
                    <a:pt x="22860" y="99060"/>
                  </a:lnTo>
                  <a:lnTo>
                    <a:pt x="21431" y="100013"/>
                  </a:lnTo>
                  <a:lnTo>
                    <a:pt x="20002" y="101441"/>
                  </a:lnTo>
                  <a:lnTo>
                    <a:pt x="22384" y="104775"/>
                  </a:lnTo>
                  <a:lnTo>
                    <a:pt x="24765" y="107632"/>
                  </a:lnTo>
                  <a:lnTo>
                    <a:pt x="30480" y="112871"/>
                  </a:lnTo>
                  <a:lnTo>
                    <a:pt x="33338" y="118110"/>
                  </a:lnTo>
                  <a:lnTo>
                    <a:pt x="39529" y="125254"/>
                  </a:lnTo>
                  <a:lnTo>
                    <a:pt x="40481" y="129064"/>
                  </a:lnTo>
                  <a:lnTo>
                    <a:pt x="41434" y="133350"/>
                  </a:lnTo>
                  <a:lnTo>
                    <a:pt x="39529" y="137636"/>
                  </a:lnTo>
                  <a:lnTo>
                    <a:pt x="41434" y="139065"/>
                  </a:lnTo>
                  <a:lnTo>
                    <a:pt x="43339" y="140018"/>
                  </a:lnTo>
                  <a:lnTo>
                    <a:pt x="47149" y="144304"/>
                  </a:lnTo>
                  <a:lnTo>
                    <a:pt x="56198" y="148114"/>
                  </a:lnTo>
                  <a:lnTo>
                    <a:pt x="60007" y="152400"/>
                  </a:lnTo>
                  <a:lnTo>
                    <a:pt x="68580" y="159068"/>
                  </a:lnTo>
                  <a:lnTo>
                    <a:pt x="82391" y="166211"/>
                  </a:lnTo>
                  <a:lnTo>
                    <a:pt x="88582" y="172403"/>
                  </a:lnTo>
                  <a:lnTo>
                    <a:pt x="94298" y="174307"/>
                  </a:lnTo>
                  <a:lnTo>
                    <a:pt x="110014" y="182404"/>
                  </a:lnTo>
                  <a:lnTo>
                    <a:pt x="111443" y="183832"/>
                  </a:lnTo>
                  <a:lnTo>
                    <a:pt x="112395" y="186214"/>
                  </a:lnTo>
                  <a:lnTo>
                    <a:pt x="114300" y="189547"/>
                  </a:lnTo>
                  <a:lnTo>
                    <a:pt x="116681" y="189547"/>
                  </a:lnTo>
                  <a:lnTo>
                    <a:pt x="121444" y="185738"/>
                  </a:lnTo>
                  <a:lnTo>
                    <a:pt x="125730" y="184785"/>
                  </a:lnTo>
                  <a:lnTo>
                    <a:pt x="129064" y="185738"/>
                  </a:lnTo>
                  <a:lnTo>
                    <a:pt x="131445" y="185261"/>
                  </a:lnTo>
                  <a:lnTo>
                    <a:pt x="131445" y="181928"/>
                  </a:lnTo>
                  <a:lnTo>
                    <a:pt x="130969" y="179546"/>
                  </a:lnTo>
                  <a:lnTo>
                    <a:pt x="131921" y="180975"/>
                  </a:lnTo>
                  <a:lnTo>
                    <a:pt x="133826" y="182404"/>
                  </a:lnTo>
                  <a:lnTo>
                    <a:pt x="134779" y="183832"/>
                  </a:lnTo>
                  <a:lnTo>
                    <a:pt x="134779" y="185261"/>
                  </a:lnTo>
                  <a:lnTo>
                    <a:pt x="135255" y="186214"/>
                  </a:lnTo>
                  <a:lnTo>
                    <a:pt x="137160" y="187643"/>
                  </a:lnTo>
                  <a:lnTo>
                    <a:pt x="139541" y="186690"/>
                  </a:lnTo>
                  <a:lnTo>
                    <a:pt x="140494" y="185738"/>
                  </a:lnTo>
                  <a:lnTo>
                    <a:pt x="140970" y="183356"/>
                  </a:lnTo>
                  <a:lnTo>
                    <a:pt x="138589" y="175260"/>
                  </a:lnTo>
                  <a:lnTo>
                    <a:pt x="131921" y="158115"/>
                  </a:lnTo>
                  <a:close/>
                </a:path>
              </a:pathLst>
            </a:custGeom>
            <a:grpFill/>
            <a:ln w="317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F4B390B5-0AAE-43D7-A3F6-84785B9534ED}"/>
                </a:ext>
              </a:extLst>
            </p:cNvPr>
            <p:cNvSpPr/>
            <p:nvPr/>
          </p:nvSpPr>
          <p:spPr>
            <a:xfrm>
              <a:off x="1735454" y="3158013"/>
              <a:ext cx="1032033" cy="649128"/>
            </a:xfrm>
            <a:custGeom>
              <a:avLst/>
              <a:gdLst>
                <a:gd name="connsiteX0" fmla="*/ 1028700 w 1032033"/>
                <a:gd name="connsiteY0" fmla="*/ 429578 h 649128"/>
                <a:gd name="connsiteX1" fmla="*/ 1030605 w 1032033"/>
                <a:gd name="connsiteY1" fmla="*/ 425291 h 649128"/>
                <a:gd name="connsiteX2" fmla="*/ 1032034 w 1032033"/>
                <a:gd name="connsiteY2" fmla="*/ 420053 h 649128"/>
                <a:gd name="connsiteX3" fmla="*/ 1031081 w 1032033"/>
                <a:gd name="connsiteY3" fmla="*/ 418148 h 649128"/>
                <a:gd name="connsiteX4" fmla="*/ 1030605 w 1032033"/>
                <a:gd name="connsiteY4" fmla="*/ 416719 h 649128"/>
                <a:gd name="connsiteX5" fmla="*/ 1030129 w 1032033"/>
                <a:gd name="connsiteY5" fmla="*/ 410051 h 649128"/>
                <a:gd name="connsiteX6" fmla="*/ 1027271 w 1032033"/>
                <a:gd name="connsiteY6" fmla="*/ 408623 h 649128"/>
                <a:gd name="connsiteX7" fmla="*/ 1022985 w 1032033"/>
                <a:gd name="connsiteY7" fmla="*/ 403860 h 649128"/>
                <a:gd name="connsiteX8" fmla="*/ 1019651 w 1032033"/>
                <a:gd name="connsiteY8" fmla="*/ 402908 h 649128"/>
                <a:gd name="connsiteX9" fmla="*/ 1016794 w 1032033"/>
                <a:gd name="connsiteY9" fmla="*/ 404336 h 649128"/>
                <a:gd name="connsiteX10" fmla="*/ 1014889 w 1032033"/>
                <a:gd name="connsiteY10" fmla="*/ 404813 h 649128"/>
                <a:gd name="connsiteX11" fmla="*/ 1011555 w 1032033"/>
                <a:gd name="connsiteY11" fmla="*/ 404813 h 649128"/>
                <a:gd name="connsiteX12" fmla="*/ 1011079 w 1032033"/>
                <a:gd name="connsiteY12" fmla="*/ 405765 h 649128"/>
                <a:gd name="connsiteX13" fmla="*/ 1013936 w 1032033"/>
                <a:gd name="connsiteY13" fmla="*/ 406718 h 649128"/>
                <a:gd name="connsiteX14" fmla="*/ 1015365 w 1032033"/>
                <a:gd name="connsiteY14" fmla="*/ 406718 h 649128"/>
                <a:gd name="connsiteX15" fmla="*/ 1016794 w 1032033"/>
                <a:gd name="connsiteY15" fmla="*/ 406241 h 649128"/>
                <a:gd name="connsiteX16" fmla="*/ 1017746 w 1032033"/>
                <a:gd name="connsiteY16" fmla="*/ 406241 h 649128"/>
                <a:gd name="connsiteX17" fmla="*/ 1018699 w 1032033"/>
                <a:gd name="connsiteY17" fmla="*/ 407194 h 649128"/>
                <a:gd name="connsiteX18" fmla="*/ 1017746 w 1032033"/>
                <a:gd name="connsiteY18" fmla="*/ 408623 h 649128"/>
                <a:gd name="connsiteX19" fmla="*/ 1016794 w 1032033"/>
                <a:gd name="connsiteY19" fmla="*/ 409099 h 649128"/>
                <a:gd name="connsiteX20" fmla="*/ 1015841 w 1032033"/>
                <a:gd name="connsiteY20" fmla="*/ 409575 h 649128"/>
                <a:gd name="connsiteX21" fmla="*/ 1007745 w 1032033"/>
                <a:gd name="connsiteY21" fmla="*/ 409099 h 649128"/>
                <a:gd name="connsiteX22" fmla="*/ 1000601 w 1032033"/>
                <a:gd name="connsiteY22" fmla="*/ 406718 h 649128"/>
                <a:gd name="connsiteX23" fmla="*/ 997744 w 1032033"/>
                <a:gd name="connsiteY23" fmla="*/ 406241 h 649128"/>
                <a:gd name="connsiteX24" fmla="*/ 989648 w 1032033"/>
                <a:gd name="connsiteY24" fmla="*/ 404336 h 649128"/>
                <a:gd name="connsiteX25" fmla="*/ 985361 w 1032033"/>
                <a:gd name="connsiteY25" fmla="*/ 403860 h 649128"/>
                <a:gd name="connsiteX26" fmla="*/ 983933 w 1032033"/>
                <a:gd name="connsiteY26" fmla="*/ 404336 h 649128"/>
                <a:gd name="connsiteX27" fmla="*/ 983933 w 1032033"/>
                <a:gd name="connsiteY27" fmla="*/ 404813 h 649128"/>
                <a:gd name="connsiteX28" fmla="*/ 983456 w 1032033"/>
                <a:gd name="connsiteY28" fmla="*/ 405289 h 649128"/>
                <a:gd name="connsiteX29" fmla="*/ 981075 w 1032033"/>
                <a:gd name="connsiteY29" fmla="*/ 405765 h 649128"/>
                <a:gd name="connsiteX30" fmla="*/ 973931 w 1032033"/>
                <a:gd name="connsiteY30" fmla="*/ 405765 h 649128"/>
                <a:gd name="connsiteX31" fmla="*/ 970121 w 1032033"/>
                <a:gd name="connsiteY31" fmla="*/ 406718 h 649128"/>
                <a:gd name="connsiteX32" fmla="*/ 964406 w 1032033"/>
                <a:gd name="connsiteY32" fmla="*/ 410051 h 649128"/>
                <a:gd name="connsiteX33" fmla="*/ 960120 w 1032033"/>
                <a:gd name="connsiteY33" fmla="*/ 411480 h 649128"/>
                <a:gd name="connsiteX34" fmla="*/ 928211 w 1032033"/>
                <a:gd name="connsiteY34" fmla="*/ 416243 h 649128"/>
                <a:gd name="connsiteX35" fmla="*/ 925830 w 1032033"/>
                <a:gd name="connsiteY35" fmla="*/ 417195 h 649128"/>
                <a:gd name="connsiteX36" fmla="*/ 915829 w 1032033"/>
                <a:gd name="connsiteY36" fmla="*/ 421958 h 649128"/>
                <a:gd name="connsiteX37" fmla="*/ 910114 w 1032033"/>
                <a:gd name="connsiteY37" fmla="*/ 425768 h 649128"/>
                <a:gd name="connsiteX38" fmla="*/ 907256 w 1032033"/>
                <a:gd name="connsiteY38" fmla="*/ 434816 h 649128"/>
                <a:gd name="connsiteX39" fmla="*/ 906304 w 1032033"/>
                <a:gd name="connsiteY39" fmla="*/ 436245 h 649128"/>
                <a:gd name="connsiteX40" fmla="*/ 905351 w 1032033"/>
                <a:gd name="connsiteY40" fmla="*/ 441960 h 649128"/>
                <a:gd name="connsiteX41" fmla="*/ 905351 w 1032033"/>
                <a:gd name="connsiteY41" fmla="*/ 448151 h 649128"/>
                <a:gd name="connsiteX42" fmla="*/ 904875 w 1032033"/>
                <a:gd name="connsiteY42" fmla="*/ 453390 h 649128"/>
                <a:gd name="connsiteX43" fmla="*/ 904875 w 1032033"/>
                <a:gd name="connsiteY43" fmla="*/ 460534 h 649128"/>
                <a:gd name="connsiteX44" fmla="*/ 904399 w 1032033"/>
                <a:gd name="connsiteY44" fmla="*/ 463391 h 649128"/>
                <a:gd name="connsiteX45" fmla="*/ 903923 w 1032033"/>
                <a:gd name="connsiteY45" fmla="*/ 464820 h 649128"/>
                <a:gd name="connsiteX46" fmla="*/ 899160 w 1032033"/>
                <a:gd name="connsiteY46" fmla="*/ 468630 h 649128"/>
                <a:gd name="connsiteX47" fmla="*/ 897731 w 1032033"/>
                <a:gd name="connsiteY47" fmla="*/ 471011 h 649128"/>
                <a:gd name="connsiteX48" fmla="*/ 896302 w 1032033"/>
                <a:gd name="connsiteY48" fmla="*/ 484346 h 649128"/>
                <a:gd name="connsiteX49" fmla="*/ 889159 w 1032033"/>
                <a:gd name="connsiteY49" fmla="*/ 491490 h 649128"/>
                <a:gd name="connsiteX50" fmla="*/ 885825 w 1032033"/>
                <a:gd name="connsiteY50" fmla="*/ 493395 h 649128"/>
                <a:gd name="connsiteX51" fmla="*/ 882968 w 1032033"/>
                <a:gd name="connsiteY51" fmla="*/ 495300 h 649128"/>
                <a:gd name="connsiteX52" fmla="*/ 872966 w 1032033"/>
                <a:gd name="connsiteY52" fmla="*/ 500539 h 649128"/>
                <a:gd name="connsiteX53" fmla="*/ 872014 w 1032033"/>
                <a:gd name="connsiteY53" fmla="*/ 501491 h 649128"/>
                <a:gd name="connsiteX54" fmla="*/ 871538 w 1032033"/>
                <a:gd name="connsiteY54" fmla="*/ 502444 h 649128"/>
                <a:gd name="connsiteX55" fmla="*/ 872490 w 1032033"/>
                <a:gd name="connsiteY55" fmla="*/ 502444 h 649128"/>
                <a:gd name="connsiteX56" fmla="*/ 875824 w 1032033"/>
                <a:gd name="connsiteY56" fmla="*/ 500063 h 649128"/>
                <a:gd name="connsiteX57" fmla="*/ 876300 w 1032033"/>
                <a:gd name="connsiteY57" fmla="*/ 501015 h 649128"/>
                <a:gd name="connsiteX58" fmla="*/ 875348 w 1032033"/>
                <a:gd name="connsiteY58" fmla="*/ 503396 h 649128"/>
                <a:gd name="connsiteX59" fmla="*/ 875824 w 1032033"/>
                <a:gd name="connsiteY59" fmla="*/ 504349 h 649128"/>
                <a:gd name="connsiteX60" fmla="*/ 877252 w 1032033"/>
                <a:gd name="connsiteY60" fmla="*/ 504349 h 649128"/>
                <a:gd name="connsiteX61" fmla="*/ 878205 w 1032033"/>
                <a:gd name="connsiteY61" fmla="*/ 506254 h 649128"/>
                <a:gd name="connsiteX62" fmla="*/ 878205 w 1032033"/>
                <a:gd name="connsiteY62" fmla="*/ 509588 h 649128"/>
                <a:gd name="connsiteX63" fmla="*/ 872490 w 1032033"/>
                <a:gd name="connsiteY63" fmla="*/ 512445 h 649128"/>
                <a:gd name="connsiteX64" fmla="*/ 869156 w 1032033"/>
                <a:gd name="connsiteY64" fmla="*/ 515303 h 649128"/>
                <a:gd name="connsiteX65" fmla="*/ 866775 w 1032033"/>
                <a:gd name="connsiteY65" fmla="*/ 515779 h 649128"/>
                <a:gd name="connsiteX66" fmla="*/ 859631 w 1032033"/>
                <a:gd name="connsiteY66" fmla="*/ 514826 h 649128"/>
                <a:gd name="connsiteX67" fmla="*/ 855821 w 1032033"/>
                <a:gd name="connsiteY67" fmla="*/ 512921 h 649128"/>
                <a:gd name="connsiteX68" fmla="*/ 854869 w 1032033"/>
                <a:gd name="connsiteY68" fmla="*/ 511493 h 649128"/>
                <a:gd name="connsiteX69" fmla="*/ 856774 w 1032033"/>
                <a:gd name="connsiteY69" fmla="*/ 510064 h 649128"/>
                <a:gd name="connsiteX70" fmla="*/ 856774 w 1032033"/>
                <a:gd name="connsiteY70" fmla="*/ 508635 h 649128"/>
                <a:gd name="connsiteX71" fmla="*/ 853440 w 1032033"/>
                <a:gd name="connsiteY71" fmla="*/ 505778 h 649128"/>
                <a:gd name="connsiteX72" fmla="*/ 849154 w 1032033"/>
                <a:gd name="connsiteY72" fmla="*/ 506254 h 649128"/>
                <a:gd name="connsiteX73" fmla="*/ 845344 w 1032033"/>
                <a:gd name="connsiteY73" fmla="*/ 506730 h 649128"/>
                <a:gd name="connsiteX74" fmla="*/ 837724 w 1032033"/>
                <a:gd name="connsiteY74" fmla="*/ 507206 h 649128"/>
                <a:gd name="connsiteX75" fmla="*/ 836295 w 1032033"/>
                <a:gd name="connsiteY75" fmla="*/ 507683 h 649128"/>
                <a:gd name="connsiteX76" fmla="*/ 828675 w 1032033"/>
                <a:gd name="connsiteY76" fmla="*/ 509588 h 649128"/>
                <a:gd name="connsiteX77" fmla="*/ 828199 w 1032033"/>
                <a:gd name="connsiteY77" fmla="*/ 511016 h 649128"/>
                <a:gd name="connsiteX78" fmla="*/ 826770 w 1032033"/>
                <a:gd name="connsiteY78" fmla="*/ 512921 h 649128"/>
                <a:gd name="connsiteX79" fmla="*/ 822960 w 1032033"/>
                <a:gd name="connsiteY79" fmla="*/ 514826 h 649128"/>
                <a:gd name="connsiteX80" fmla="*/ 814864 w 1032033"/>
                <a:gd name="connsiteY80" fmla="*/ 516255 h 649128"/>
                <a:gd name="connsiteX81" fmla="*/ 811530 w 1032033"/>
                <a:gd name="connsiteY81" fmla="*/ 515779 h 649128"/>
                <a:gd name="connsiteX82" fmla="*/ 800576 w 1032033"/>
                <a:gd name="connsiteY82" fmla="*/ 516255 h 649128"/>
                <a:gd name="connsiteX83" fmla="*/ 793433 w 1032033"/>
                <a:gd name="connsiteY83" fmla="*/ 518636 h 649128"/>
                <a:gd name="connsiteX84" fmla="*/ 789623 w 1032033"/>
                <a:gd name="connsiteY84" fmla="*/ 520541 h 649128"/>
                <a:gd name="connsiteX85" fmla="*/ 778669 w 1032033"/>
                <a:gd name="connsiteY85" fmla="*/ 524351 h 649128"/>
                <a:gd name="connsiteX86" fmla="*/ 771525 w 1032033"/>
                <a:gd name="connsiteY86" fmla="*/ 525304 h 649128"/>
                <a:gd name="connsiteX87" fmla="*/ 769144 w 1032033"/>
                <a:gd name="connsiteY87" fmla="*/ 525304 h 649128"/>
                <a:gd name="connsiteX88" fmla="*/ 766286 w 1032033"/>
                <a:gd name="connsiteY88" fmla="*/ 524828 h 649128"/>
                <a:gd name="connsiteX89" fmla="*/ 761524 w 1032033"/>
                <a:gd name="connsiteY89" fmla="*/ 518636 h 649128"/>
                <a:gd name="connsiteX90" fmla="*/ 757714 w 1032033"/>
                <a:gd name="connsiteY90" fmla="*/ 512921 h 649128"/>
                <a:gd name="connsiteX91" fmla="*/ 750570 w 1032033"/>
                <a:gd name="connsiteY91" fmla="*/ 511016 h 649128"/>
                <a:gd name="connsiteX92" fmla="*/ 744855 w 1032033"/>
                <a:gd name="connsiteY92" fmla="*/ 506730 h 649128"/>
                <a:gd name="connsiteX93" fmla="*/ 731996 w 1032033"/>
                <a:gd name="connsiteY93" fmla="*/ 506254 h 649128"/>
                <a:gd name="connsiteX94" fmla="*/ 727234 w 1032033"/>
                <a:gd name="connsiteY94" fmla="*/ 504349 h 649128"/>
                <a:gd name="connsiteX95" fmla="*/ 726281 w 1032033"/>
                <a:gd name="connsiteY95" fmla="*/ 504349 h 649128"/>
                <a:gd name="connsiteX96" fmla="*/ 728663 w 1032033"/>
                <a:gd name="connsiteY96" fmla="*/ 505778 h 649128"/>
                <a:gd name="connsiteX97" fmla="*/ 731044 w 1032033"/>
                <a:gd name="connsiteY97" fmla="*/ 506730 h 649128"/>
                <a:gd name="connsiteX98" fmla="*/ 729615 w 1032033"/>
                <a:gd name="connsiteY98" fmla="*/ 506730 h 649128"/>
                <a:gd name="connsiteX99" fmla="*/ 722948 w 1032033"/>
                <a:gd name="connsiteY99" fmla="*/ 504349 h 649128"/>
                <a:gd name="connsiteX100" fmla="*/ 719614 w 1032033"/>
                <a:gd name="connsiteY100" fmla="*/ 501968 h 649128"/>
                <a:gd name="connsiteX101" fmla="*/ 719138 w 1032033"/>
                <a:gd name="connsiteY101" fmla="*/ 501015 h 649128"/>
                <a:gd name="connsiteX102" fmla="*/ 722948 w 1032033"/>
                <a:gd name="connsiteY102" fmla="*/ 502444 h 649128"/>
                <a:gd name="connsiteX103" fmla="*/ 723900 w 1032033"/>
                <a:gd name="connsiteY103" fmla="*/ 502444 h 649128"/>
                <a:gd name="connsiteX104" fmla="*/ 719138 w 1032033"/>
                <a:gd name="connsiteY104" fmla="*/ 499110 h 649128"/>
                <a:gd name="connsiteX105" fmla="*/ 716756 w 1032033"/>
                <a:gd name="connsiteY105" fmla="*/ 493871 h 649128"/>
                <a:gd name="connsiteX106" fmla="*/ 713899 w 1032033"/>
                <a:gd name="connsiteY106" fmla="*/ 491966 h 649128"/>
                <a:gd name="connsiteX107" fmla="*/ 711994 w 1032033"/>
                <a:gd name="connsiteY107" fmla="*/ 488633 h 649128"/>
                <a:gd name="connsiteX108" fmla="*/ 706279 w 1032033"/>
                <a:gd name="connsiteY108" fmla="*/ 483394 h 649128"/>
                <a:gd name="connsiteX109" fmla="*/ 705326 w 1032033"/>
                <a:gd name="connsiteY109" fmla="*/ 479108 h 649128"/>
                <a:gd name="connsiteX110" fmla="*/ 703421 w 1032033"/>
                <a:gd name="connsiteY110" fmla="*/ 475774 h 649128"/>
                <a:gd name="connsiteX111" fmla="*/ 700564 w 1032033"/>
                <a:gd name="connsiteY111" fmla="*/ 465296 h 649128"/>
                <a:gd name="connsiteX112" fmla="*/ 691991 w 1032033"/>
                <a:gd name="connsiteY112" fmla="*/ 454343 h 649128"/>
                <a:gd name="connsiteX113" fmla="*/ 678180 w 1032033"/>
                <a:gd name="connsiteY113" fmla="*/ 439579 h 649128"/>
                <a:gd name="connsiteX114" fmla="*/ 675799 w 1032033"/>
                <a:gd name="connsiteY114" fmla="*/ 435769 h 649128"/>
                <a:gd name="connsiteX115" fmla="*/ 675323 w 1032033"/>
                <a:gd name="connsiteY115" fmla="*/ 432911 h 649128"/>
                <a:gd name="connsiteX116" fmla="*/ 669608 w 1032033"/>
                <a:gd name="connsiteY116" fmla="*/ 422434 h 649128"/>
                <a:gd name="connsiteX117" fmla="*/ 664845 w 1032033"/>
                <a:gd name="connsiteY117" fmla="*/ 411956 h 649128"/>
                <a:gd name="connsiteX118" fmla="*/ 664845 w 1032033"/>
                <a:gd name="connsiteY118" fmla="*/ 410528 h 649128"/>
                <a:gd name="connsiteX119" fmla="*/ 664369 w 1032033"/>
                <a:gd name="connsiteY119" fmla="*/ 409099 h 649128"/>
                <a:gd name="connsiteX120" fmla="*/ 662464 w 1032033"/>
                <a:gd name="connsiteY120" fmla="*/ 408146 h 649128"/>
                <a:gd name="connsiteX121" fmla="*/ 661511 w 1032033"/>
                <a:gd name="connsiteY121" fmla="*/ 407194 h 649128"/>
                <a:gd name="connsiteX122" fmla="*/ 660083 w 1032033"/>
                <a:gd name="connsiteY122" fmla="*/ 404813 h 649128"/>
                <a:gd name="connsiteX123" fmla="*/ 656273 w 1032033"/>
                <a:gd name="connsiteY123" fmla="*/ 390049 h 649128"/>
                <a:gd name="connsiteX124" fmla="*/ 661988 w 1032033"/>
                <a:gd name="connsiteY124" fmla="*/ 399574 h 649128"/>
                <a:gd name="connsiteX125" fmla="*/ 666750 w 1032033"/>
                <a:gd name="connsiteY125" fmla="*/ 404813 h 649128"/>
                <a:gd name="connsiteX126" fmla="*/ 669131 w 1032033"/>
                <a:gd name="connsiteY126" fmla="*/ 406241 h 649128"/>
                <a:gd name="connsiteX127" fmla="*/ 669131 w 1032033"/>
                <a:gd name="connsiteY127" fmla="*/ 407670 h 649128"/>
                <a:gd name="connsiteX128" fmla="*/ 669608 w 1032033"/>
                <a:gd name="connsiteY128" fmla="*/ 409099 h 649128"/>
                <a:gd name="connsiteX129" fmla="*/ 669131 w 1032033"/>
                <a:gd name="connsiteY129" fmla="*/ 412909 h 649128"/>
                <a:gd name="connsiteX130" fmla="*/ 670084 w 1032033"/>
                <a:gd name="connsiteY130" fmla="*/ 415766 h 649128"/>
                <a:gd name="connsiteX131" fmla="*/ 671036 w 1032033"/>
                <a:gd name="connsiteY131" fmla="*/ 412433 h 649128"/>
                <a:gd name="connsiteX132" fmla="*/ 672941 w 1032033"/>
                <a:gd name="connsiteY132" fmla="*/ 410051 h 649128"/>
                <a:gd name="connsiteX133" fmla="*/ 673894 w 1032033"/>
                <a:gd name="connsiteY133" fmla="*/ 405765 h 649128"/>
                <a:gd name="connsiteX134" fmla="*/ 672465 w 1032033"/>
                <a:gd name="connsiteY134" fmla="*/ 403860 h 649128"/>
                <a:gd name="connsiteX135" fmla="*/ 668179 w 1032033"/>
                <a:gd name="connsiteY135" fmla="*/ 400526 h 649128"/>
                <a:gd name="connsiteX136" fmla="*/ 664845 w 1032033"/>
                <a:gd name="connsiteY136" fmla="*/ 396716 h 649128"/>
                <a:gd name="connsiteX137" fmla="*/ 658654 w 1032033"/>
                <a:gd name="connsiteY137" fmla="*/ 386239 h 649128"/>
                <a:gd name="connsiteX138" fmla="*/ 658178 w 1032033"/>
                <a:gd name="connsiteY138" fmla="*/ 380048 h 649128"/>
                <a:gd name="connsiteX139" fmla="*/ 656273 w 1032033"/>
                <a:gd name="connsiteY139" fmla="*/ 371951 h 649128"/>
                <a:gd name="connsiteX140" fmla="*/ 656273 w 1032033"/>
                <a:gd name="connsiteY140" fmla="*/ 370523 h 649128"/>
                <a:gd name="connsiteX141" fmla="*/ 655796 w 1032033"/>
                <a:gd name="connsiteY141" fmla="*/ 368141 h 649128"/>
                <a:gd name="connsiteX142" fmla="*/ 657225 w 1032033"/>
                <a:gd name="connsiteY142" fmla="*/ 362903 h 649128"/>
                <a:gd name="connsiteX143" fmla="*/ 659130 w 1032033"/>
                <a:gd name="connsiteY143" fmla="*/ 359093 h 649128"/>
                <a:gd name="connsiteX144" fmla="*/ 659606 w 1032033"/>
                <a:gd name="connsiteY144" fmla="*/ 357188 h 649128"/>
                <a:gd name="connsiteX145" fmla="*/ 659130 w 1032033"/>
                <a:gd name="connsiteY145" fmla="*/ 344329 h 649128"/>
                <a:gd name="connsiteX146" fmla="*/ 660559 w 1032033"/>
                <a:gd name="connsiteY146" fmla="*/ 329089 h 649128"/>
                <a:gd name="connsiteX147" fmla="*/ 660083 w 1032033"/>
                <a:gd name="connsiteY147" fmla="*/ 328136 h 649128"/>
                <a:gd name="connsiteX148" fmla="*/ 660559 w 1032033"/>
                <a:gd name="connsiteY148" fmla="*/ 327184 h 649128"/>
                <a:gd name="connsiteX149" fmla="*/ 661035 w 1032033"/>
                <a:gd name="connsiteY149" fmla="*/ 320516 h 649128"/>
                <a:gd name="connsiteX150" fmla="*/ 662940 w 1032033"/>
                <a:gd name="connsiteY150" fmla="*/ 305753 h 649128"/>
                <a:gd name="connsiteX151" fmla="*/ 668179 w 1032033"/>
                <a:gd name="connsiteY151" fmla="*/ 283369 h 649128"/>
                <a:gd name="connsiteX152" fmla="*/ 671036 w 1032033"/>
                <a:gd name="connsiteY152" fmla="*/ 275749 h 649128"/>
                <a:gd name="connsiteX153" fmla="*/ 677704 w 1032033"/>
                <a:gd name="connsiteY153" fmla="*/ 262890 h 649128"/>
                <a:gd name="connsiteX154" fmla="*/ 679609 w 1032033"/>
                <a:gd name="connsiteY154" fmla="*/ 256699 h 649128"/>
                <a:gd name="connsiteX155" fmla="*/ 680085 w 1032033"/>
                <a:gd name="connsiteY155" fmla="*/ 249079 h 649128"/>
                <a:gd name="connsiteX156" fmla="*/ 675323 w 1032033"/>
                <a:gd name="connsiteY156" fmla="*/ 250031 h 649128"/>
                <a:gd name="connsiteX157" fmla="*/ 673418 w 1032033"/>
                <a:gd name="connsiteY157" fmla="*/ 250984 h 649128"/>
                <a:gd name="connsiteX158" fmla="*/ 672941 w 1032033"/>
                <a:gd name="connsiteY158" fmla="*/ 251936 h 649128"/>
                <a:gd name="connsiteX159" fmla="*/ 672465 w 1032033"/>
                <a:gd name="connsiteY159" fmla="*/ 252413 h 649128"/>
                <a:gd name="connsiteX160" fmla="*/ 671989 w 1032033"/>
                <a:gd name="connsiteY160" fmla="*/ 252413 h 649128"/>
                <a:gd name="connsiteX161" fmla="*/ 669608 w 1032033"/>
                <a:gd name="connsiteY161" fmla="*/ 251936 h 649128"/>
                <a:gd name="connsiteX162" fmla="*/ 664845 w 1032033"/>
                <a:gd name="connsiteY162" fmla="*/ 248603 h 649128"/>
                <a:gd name="connsiteX163" fmla="*/ 657701 w 1032033"/>
                <a:gd name="connsiteY163" fmla="*/ 246698 h 649128"/>
                <a:gd name="connsiteX164" fmla="*/ 648176 w 1032033"/>
                <a:gd name="connsiteY164" fmla="*/ 245745 h 649128"/>
                <a:gd name="connsiteX165" fmla="*/ 641509 w 1032033"/>
                <a:gd name="connsiteY165" fmla="*/ 243840 h 649128"/>
                <a:gd name="connsiteX166" fmla="*/ 638175 w 1032033"/>
                <a:gd name="connsiteY166" fmla="*/ 241459 h 649128"/>
                <a:gd name="connsiteX167" fmla="*/ 634365 w 1032033"/>
                <a:gd name="connsiteY167" fmla="*/ 240030 h 649128"/>
                <a:gd name="connsiteX168" fmla="*/ 630555 w 1032033"/>
                <a:gd name="connsiteY168" fmla="*/ 239554 h 649128"/>
                <a:gd name="connsiteX169" fmla="*/ 627221 w 1032033"/>
                <a:gd name="connsiteY169" fmla="*/ 238125 h 649128"/>
                <a:gd name="connsiteX170" fmla="*/ 624840 w 1032033"/>
                <a:gd name="connsiteY170" fmla="*/ 235744 h 649128"/>
                <a:gd name="connsiteX171" fmla="*/ 621030 w 1032033"/>
                <a:gd name="connsiteY171" fmla="*/ 234315 h 649128"/>
                <a:gd name="connsiteX172" fmla="*/ 616268 w 1032033"/>
                <a:gd name="connsiteY172" fmla="*/ 233839 h 649128"/>
                <a:gd name="connsiteX173" fmla="*/ 612934 w 1032033"/>
                <a:gd name="connsiteY173" fmla="*/ 231934 h 649128"/>
                <a:gd name="connsiteX174" fmla="*/ 610553 w 1032033"/>
                <a:gd name="connsiteY174" fmla="*/ 227648 h 649128"/>
                <a:gd name="connsiteX175" fmla="*/ 610553 w 1032033"/>
                <a:gd name="connsiteY175" fmla="*/ 227648 h 649128"/>
                <a:gd name="connsiteX176" fmla="*/ 608648 w 1032033"/>
                <a:gd name="connsiteY176" fmla="*/ 220504 h 649128"/>
                <a:gd name="connsiteX177" fmla="*/ 606266 w 1032033"/>
                <a:gd name="connsiteY177" fmla="*/ 216218 h 649128"/>
                <a:gd name="connsiteX178" fmla="*/ 601504 w 1032033"/>
                <a:gd name="connsiteY178" fmla="*/ 210503 h 649128"/>
                <a:gd name="connsiteX179" fmla="*/ 601028 w 1032033"/>
                <a:gd name="connsiteY179" fmla="*/ 209550 h 649128"/>
                <a:gd name="connsiteX180" fmla="*/ 601028 w 1032033"/>
                <a:gd name="connsiteY180" fmla="*/ 209550 h 649128"/>
                <a:gd name="connsiteX181" fmla="*/ 601028 w 1032033"/>
                <a:gd name="connsiteY181" fmla="*/ 208598 h 649128"/>
                <a:gd name="connsiteX182" fmla="*/ 601504 w 1032033"/>
                <a:gd name="connsiteY182" fmla="*/ 205264 h 649128"/>
                <a:gd name="connsiteX183" fmla="*/ 601028 w 1032033"/>
                <a:gd name="connsiteY183" fmla="*/ 202883 h 649128"/>
                <a:gd name="connsiteX184" fmla="*/ 599599 w 1032033"/>
                <a:gd name="connsiteY184" fmla="*/ 200978 h 649128"/>
                <a:gd name="connsiteX185" fmla="*/ 599123 w 1032033"/>
                <a:gd name="connsiteY185" fmla="*/ 199073 h 649128"/>
                <a:gd name="connsiteX186" fmla="*/ 600075 w 1032033"/>
                <a:gd name="connsiteY186" fmla="*/ 197168 h 649128"/>
                <a:gd name="connsiteX187" fmla="*/ 600075 w 1032033"/>
                <a:gd name="connsiteY187" fmla="*/ 194786 h 649128"/>
                <a:gd name="connsiteX188" fmla="*/ 599123 w 1032033"/>
                <a:gd name="connsiteY188" fmla="*/ 191929 h 649128"/>
                <a:gd name="connsiteX189" fmla="*/ 596265 w 1032033"/>
                <a:gd name="connsiteY189" fmla="*/ 188595 h 649128"/>
                <a:gd name="connsiteX190" fmla="*/ 591026 w 1032033"/>
                <a:gd name="connsiteY190" fmla="*/ 185261 h 649128"/>
                <a:gd name="connsiteX191" fmla="*/ 586264 w 1032033"/>
                <a:gd name="connsiteY191" fmla="*/ 180499 h 649128"/>
                <a:gd name="connsiteX192" fmla="*/ 582454 w 1032033"/>
                <a:gd name="connsiteY192" fmla="*/ 173831 h 649128"/>
                <a:gd name="connsiteX193" fmla="*/ 578644 w 1032033"/>
                <a:gd name="connsiteY193" fmla="*/ 169069 h 649128"/>
                <a:gd name="connsiteX194" fmla="*/ 574834 w 1032033"/>
                <a:gd name="connsiteY194" fmla="*/ 166688 h 649128"/>
                <a:gd name="connsiteX195" fmla="*/ 572453 w 1032033"/>
                <a:gd name="connsiteY195" fmla="*/ 163354 h 649128"/>
                <a:gd name="connsiteX196" fmla="*/ 571024 w 1032033"/>
                <a:gd name="connsiteY196" fmla="*/ 159544 h 649128"/>
                <a:gd name="connsiteX197" fmla="*/ 570548 w 1032033"/>
                <a:gd name="connsiteY197" fmla="*/ 157639 h 649128"/>
                <a:gd name="connsiteX198" fmla="*/ 571024 w 1032033"/>
                <a:gd name="connsiteY198" fmla="*/ 157163 h 649128"/>
                <a:gd name="connsiteX199" fmla="*/ 568643 w 1032033"/>
                <a:gd name="connsiteY199" fmla="*/ 152876 h 649128"/>
                <a:gd name="connsiteX200" fmla="*/ 563404 w 1032033"/>
                <a:gd name="connsiteY200" fmla="*/ 145256 h 649128"/>
                <a:gd name="connsiteX201" fmla="*/ 560546 w 1032033"/>
                <a:gd name="connsiteY201" fmla="*/ 139541 h 649128"/>
                <a:gd name="connsiteX202" fmla="*/ 559594 w 1032033"/>
                <a:gd name="connsiteY202" fmla="*/ 136208 h 649128"/>
                <a:gd name="connsiteX203" fmla="*/ 556260 w 1032033"/>
                <a:gd name="connsiteY203" fmla="*/ 131921 h 649128"/>
                <a:gd name="connsiteX204" fmla="*/ 550545 w 1032033"/>
                <a:gd name="connsiteY204" fmla="*/ 127159 h 649128"/>
                <a:gd name="connsiteX205" fmla="*/ 547211 w 1032033"/>
                <a:gd name="connsiteY205" fmla="*/ 123825 h 649128"/>
                <a:gd name="connsiteX206" fmla="*/ 546259 w 1032033"/>
                <a:gd name="connsiteY206" fmla="*/ 121444 h 649128"/>
                <a:gd name="connsiteX207" fmla="*/ 546259 w 1032033"/>
                <a:gd name="connsiteY207" fmla="*/ 121444 h 649128"/>
                <a:gd name="connsiteX208" fmla="*/ 537210 w 1032033"/>
                <a:gd name="connsiteY208" fmla="*/ 115253 h 649128"/>
                <a:gd name="connsiteX209" fmla="*/ 534829 w 1032033"/>
                <a:gd name="connsiteY209" fmla="*/ 111443 h 649128"/>
                <a:gd name="connsiteX210" fmla="*/ 532924 w 1032033"/>
                <a:gd name="connsiteY210" fmla="*/ 110014 h 649128"/>
                <a:gd name="connsiteX211" fmla="*/ 530543 w 1032033"/>
                <a:gd name="connsiteY211" fmla="*/ 110014 h 649128"/>
                <a:gd name="connsiteX212" fmla="*/ 529114 w 1032033"/>
                <a:gd name="connsiteY212" fmla="*/ 109538 h 649128"/>
                <a:gd name="connsiteX213" fmla="*/ 529114 w 1032033"/>
                <a:gd name="connsiteY213" fmla="*/ 108585 h 649128"/>
                <a:gd name="connsiteX214" fmla="*/ 528161 w 1032033"/>
                <a:gd name="connsiteY214" fmla="*/ 108585 h 649128"/>
                <a:gd name="connsiteX215" fmla="*/ 526733 w 1032033"/>
                <a:gd name="connsiteY215" fmla="*/ 109538 h 649128"/>
                <a:gd name="connsiteX216" fmla="*/ 521970 w 1032033"/>
                <a:gd name="connsiteY216" fmla="*/ 109538 h 649128"/>
                <a:gd name="connsiteX217" fmla="*/ 513874 w 1032033"/>
                <a:gd name="connsiteY217" fmla="*/ 109061 h 649128"/>
                <a:gd name="connsiteX218" fmla="*/ 508159 w 1032033"/>
                <a:gd name="connsiteY218" fmla="*/ 108109 h 649128"/>
                <a:gd name="connsiteX219" fmla="*/ 504349 w 1032033"/>
                <a:gd name="connsiteY219" fmla="*/ 106204 h 649128"/>
                <a:gd name="connsiteX220" fmla="*/ 501967 w 1032033"/>
                <a:gd name="connsiteY220" fmla="*/ 106204 h 649128"/>
                <a:gd name="connsiteX221" fmla="*/ 500539 w 1032033"/>
                <a:gd name="connsiteY221" fmla="*/ 108585 h 649128"/>
                <a:gd name="connsiteX222" fmla="*/ 497681 w 1032033"/>
                <a:gd name="connsiteY222" fmla="*/ 110014 h 649128"/>
                <a:gd name="connsiteX223" fmla="*/ 492919 w 1032033"/>
                <a:gd name="connsiteY223" fmla="*/ 110490 h 649128"/>
                <a:gd name="connsiteX224" fmla="*/ 488633 w 1032033"/>
                <a:gd name="connsiteY224" fmla="*/ 114300 h 649128"/>
                <a:gd name="connsiteX225" fmla="*/ 485299 w 1032033"/>
                <a:gd name="connsiteY225" fmla="*/ 121444 h 649128"/>
                <a:gd name="connsiteX226" fmla="*/ 483870 w 1032033"/>
                <a:gd name="connsiteY226" fmla="*/ 126206 h 649128"/>
                <a:gd name="connsiteX227" fmla="*/ 484346 w 1032033"/>
                <a:gd name="connsiteY227" fmla="*/ 128111 h 649128"/>
                <a:gd name="connsiteX228" fmla="*/ 483394 w 1032033"/>
                <a:gd name="connsiteY228" fmla="*/ 129540 h 649128"/>
                <a:gd name="connsiteX229" fmla="*/ 481013 w 1032033"/>
                <a:gd name="connsiteY229" fmla="*/ 130493 h 649128"/>
                <a:gd name="connsiteX230" fmla="*/ 478631 w 1032033"/>
                <a:gd name="connsiteY230" fmla="*/ 132398 h 649128"/>
                <a:gd name="connsiteX231" fmla="*/ 476250 w 1032033"/>
                <a:gd name="connsiteY231" fmla="*/ 135731 h 649128"/>
                <a:gd name="connsiteX232" fmla="*/ 473392 w 1032033"/>
                <a:gd name="connsiteY232" fmla="*/ 137160 h 649128"/>
                <a:gd name="connsiteX233" fmla="*/ 470535 w 1032033"/>
                <a:gd name="connsiteY233" fmla="*/ 137160 h 649128"/>
                <a:gd name="connsiteX234" fmla="*/ 464820 w 1032033"/>
                <a:gd name="connsiteY234" fmla="*/ 134779 h 649128"/>
                <a:gd name="connsiteX235" fmla="*/ 456724 w 1032033"/>
                <a:gd name="connsiteY235" fmla="*/ 130016 h 649128"/>
                <a:gd name="connsiteX236" fmla="*/ 450533 w 1032033"/>
                <a:gd name="connsiteY236" fmla="*/ 127159 h 649128"/>
                <a:gd name="connsiteX237" fmla="*/ 445770 w 1032033"/>
                <a:gd name="connsiteY237" fmla="*/ 126206 h 649128"/>
                <a:gd name="connsiteX238" fmla="*/ 441484 w 1032033"/>
                <a:gd name="connsiteY238" fmla="*/ 123825 h 649128"/>
                <a:gd name="connsiteX239" fmla="*/ 438150 w 1032033"/>
                <a:gd name="connsiteY239" fmla="*/ 120491 h 649128"/>
                <a:gd name="connsiteX240" fmla="*/ 434816 w 1032033"/>
                <a:gd name="connsiteY240" fmla="*/ 118110 h 649128"/>
                <a:gd name="connsiteX241" fmla="*/ 431959 w 1032033"/>
                <a:gd name="connsiteY241" fmla="*/ 117158 h 649128"/>
                <a:gd name="connsiteX242" fmla="*/ 428625 w 1032033"/>
                <a:gd name="connsiteY242" fmla="*/ 113348 h 649128"/>
                <a:gd name="connsiteX243" fmla="*/ 424815 w 1032033"/>
                <a:gd name="connsiteY243" fmla="*/ 106680 h 649128"/>
                <a:gd name="connsiteX244" fmla="*/ 422910 w 1032033"/>
                <a:gd name="connsiteY244" fmla="*/ 101441 h 649128"/>
                <a:gd name="connsiteX245" fmla="*/ 422910 w 1032033"/>
                <a:gd name="connsiteY245" fmla="*/ 96203 h 649128"/>
                <a:gd name="connsiteX246" fmla="*/ 417671 w 1032033"/>
                <a:gd name="connsiteY246" fmla="*/ 84773 h 649128"/>
                <a:gd name="connsiteX247" fmla="*/ 414814 w 1032033"/>
                <a:gd name="connsiteY247" fmla="*/ 79534 h 649128"/>
                <a:gd name="connsiteX248" fmla="*/ 412909 w 1032033"/>
                <a:gd name="connsiteY248" fmla="*/ 77153 h 649128"/>
                <a:gd name="connsiteX249" fmla="*/ 408623 w 1032033"/>
                <a:gd name="connsiteY249" fmla="*/ 74295 h 649128"/>
                <a:gd name="connsiteX250" fmla="*/ 402431 w 1032033"/>
                <a:gd name="connsiteY250" fmla="*/ 70961 h 649128"/>
                <a:gd name="connsiteX251" fmla="*/ 394335 w 1032033"/>
                <a:gd name="connsiteY251" fmla="*/ 64770 h 649128"/>
                <a:gd name="connsiteX252" fmla="*/ 384334 w 1032033"/>
                <a:gd name="connsiteY252" fmla="*/ 55245 h 649128"/>
                <a:gd name="connsiteX253" fmla="*/ 377190 w 1032033"/>
                <a:gd name="connsiteY253" fmla="*/ 49530 h 649128"/>
                <a:gd name="connsiteX254" fmla="*/ 372904 w 1032033"/>
                <a:gd name="connsiteY254" fmla="*/ 47625 h 649128"/>
                <a:gd name="connsiteX255" fmla="*/ 369094 w 1032033"/>
                <a:gd name="connsiteY255" fmla="*/ 44291 h 649128"/>
                <a:gd name="connsiteX256" fmla="*/ 365760 w 1032033"/>
                <a:gd name="connsiteY256" fmla="*/ 39529 h 649128"/>
                <a:gd name="connsiteX257" fmla="*/ 362903 w 1032033"/>
                <a:gd name="connsiteY257" fmla="*/ 36195 h 649128"/>
                <a:gd name="connsiteX258" fmla="*/ 362426 w 1032033"/>
                <a:gd name="connsiteY258" fmla="*/ 36195 h 649128"/>
                <a:gd name="connsiteX259" fmla="*/ 361950 w 1032033"/>
                <a:gd name="connsiteY259" fmla="*/ 36195 h 649128"/>
                <a:gd name="connsiteX260" fmla="*/ 354330 w 1032033"/>
                <a:gd name="connsiteY260" fmla="*/ 36195 h 649128"/>
                <a:gd name="connsiteX261" fmla="*/ 346710 w 1032033"/>
                <a:gd name="connsiteY261" fmla="*/ 36195 h 649128"/>
                <a:gd name="connsiteX262" fmla="*/ 339090 w 1032033"/>
                <a:gd name="connsiteY262" fmla="*/ 36195 h 649128"/>
                <a:gd name="connsiteX263" fmla="*/ 331470 w 1032033"/>
                <a:gd name="connsiteY263" fmla="*/ 36195 h 649128"/>
                <a:gd name="connsiteX264" fmla="*/ 323850 w 1032033"/>
                <a:gd name="connsiteY264" fmla="*/ 36195 h 649128"/>
                <a:gd name="connsiteX265" fmla="*/ 316230 w 1032033"/>
                <a:gd name="connsiteY265" fmla="*/ 36195 h 649128"/>
                <a:gd name="connsiteX266" fmla="*/ 308610 w 1032033"/>
                <a:gd name="connsiteY266" fmla="*/ 36195 h 649128"/>
                <a:gd name="connsiteX267" fmla="*/ 300990 w 1032033"/>
                <a:gd name="connsiteY267" fmla="*/ 36195 h 649128"/>
                <a:gd name="connsiteX268" fmla="*/ 300990 w 1032033"/>
                <a:gd name="connsiteY268" fmla="*/ 40481 h 649128"/>
                <a:gd name="connsiteX269" fmla="*/ 300990 w 1032033"/>
                <a:gd name="connsiteY269" fmla="*/ 44768 h 649128"/>
                <a:gd name="connsiteX270" fmla="*/ 300990 w 1032033"/>
                <a:gd name="connsiteY270" fmla="*/ 49054 h 649128"/>
                <a:gd name="connsiteX271" fmla="*/ 300990 w 1032033"/>
                <a:gd name="connsiteY271" fmla="*/ 53340 h 649128"/>
                <a:gd name="connsiteX272" fmla="*/ 289084 w 1032033"/>
                <a:gd name="connsiteY272" fmla="*/ 53340 h 649128"/>
                <a:gd name="connsiteX273" fmla="*/ 277178 w 1032033"/>
                <a:gd name="connsiteY273" fmla="*/ 53340 h 649128"/>
                <a:gd name="connsiteX274" fmla="*/ 265271 w 1032033"/>
                <a:gd name="connsiteY274" fmla="*/ 53340 h 649128"/>
                <a:gd name="connsiteX275" fmla="*/ 253365 w 1032033"/>
                <a:gd name="connsiteY275" fmla="*/ 53340 h 649128"/>
                <a:gd name="connsiteX276" fmla="*/ 241459 w 1032033"/>
                <a:gd name="connsiteY276" fmla="*/ 53340 h 649128"/>
                <a:gd name="connsiteX277" fmla="*/ 229553 w 1032033"/>
                <a:gd name="connsiteY277" fmla="*/ 53340 h 649128"/>
                <a:gd name="connsiteX278" fmla="*/ 217646 w 1032033"/>
                <a:gd name="connsiteY278" fmla="*/ 53340 h 649128"/>
                <a:gd name="connsiteX279" fmla="*/ 205740 w 1032033"/>
                <a:gd name="connsiteY279" fmla="*/ 53340 h 649128"/>
                <a:gd name="connsiteX280" fmla="*/ 189548 w 1032033"/>
                <a:gd name="connsiteY280" fmla="*/ 47625 h 649128"/>
                <a:gd name="connsiteX281" fmla="*/ 173355 w 1032033"/>
                <a:gd name="connsiteY281" fmla="*/ 41910 h 649128"/>
                <a:gd name="connsiteX282" fmla="*/ 157163 w 1032033"/>
                <a:gd name="connsiteY282" fmla="*/ 36195 h 649128"/>
                <a:gd name="connsiteX283" fmla="*/ 140970 w 1032033"/>
                <a:gd name="connsiteY283" fmla="*/ 30480 h 649128"/>
                <a:gd name="connsiteX284" fmla="*/ 124778 w 1032033"/>
                <a:gd name="connsiteY284" fmla="*/ 24765 h 649128"/>
                <a:gd name="connsiteX285" fmla="*/ 108585 w 1032033"/>
                <a:gd name="connsiteY285" fmla="*/ 19050 h 649128"/>
                <a:gd name="connsiteX286" fmla="*/ 92392 w 1032033"/>
                <a:gd name="connsiteY286" fmla="*/ 13335 h 649128"/>
                <a:gd name="connsiteX287" fmla="*/ 76200 w 1032033"/>
                <a:gd name="connsiteY287" fmla="*/ 7620 h 649128"/>
                <a:gd name="connsiteX288" fmla="*/ 77629 w 1032033"/>
                <a:gd name="connsiteY288" fmla="*/ 5715 h 649128"/>
                <a:gd name="connsiteX289" fmla="*/ 80010 w 1032033"/>
                <a:gd name="connsiteY289" fmla="*/ 0 h 649128"/>
                <a:gd name="connsiteX290" fmla="*/ 76200 w 1032033"/>
                <a:gd name="connsiteY290" fmla="*/ 476 h 649128"/>
                <a:gd name="connsiteX291" fmla="*/ 66675 w 1032033"/>
                <a:gd name="connsiteY291" fmla="*/ 1429 h 649128"/>
                <a:gd name="connsiteX292" fmla="*/ 57150 w 1032033"/>
                <a:gd name="connsiteY292" fmla="*/ 2381 h 649128"/>
                <a:gd name="connsiteX293" fmla="*/ 47625 w 1032033"/>
                <a:gd name="connsiteY293" fmla="*/ 3334 h 649128"/>
                <a:gd name="connsiteX294" fmla="*/ 38100 w 1032033"/>
                <a:gd name="connsiteY294" fmla="*/ 4286 h 649128"/>
                <a:gd name="connsiteX295" fmla="*/ 28575 w 1032033"/>
                <a:gd name="connsiteY295" fmla="*/ 5239 h 649128"/>
                <a:gd name="connsiteX296" fmla="*/ 19050 w 1032033"/>
                <a:gd name="connsiteY296" fmla="*/ 6191 h 649128"/>
                <a:gd name="connsiteX297" fmla="*/ 9525 w 1032033"/>
                <a:gd name="connsiteY297" fmla="*/ 7144 h 649128"/>
                <a:gd name="connsiteX298" fmla="*/ 0 w 1032033"/>
                <a:gd name="connsiteY298" fmla="*/ 8096 h 649128"/>
                <a:gd name="connsiteX299" fmla="*/ 2381 w 1032033"/>
                <a:gd name="connsiteY299" fmla="*/ 15240 h 649128"/>
                <a:gd name="connsiteX300" fmla="*/ 3334 w 1032033"/>
                <a:gd name="connsiteY300" fmla="*/ 16669 h 649128"/>
                <a:gd name="connsiteX301" fmla="*/ 7620 w 1032033"/>
                <a:gd name="connsiteY301" fmla="*/ 20479 h 649128"/>
                <a:gd name="connsiteX302" fmla="*/ 10001 w 1032033"/>
                <a:gd name="connsiteY302" fmla="*/ 28099 h 649128"/>
                <a:gd name="connsiteX303" fmla="*/ 17621 w 1032033"/>
                <a:gd name="connsiteY303" fmla="*/ 33338 h 649128"/>
                <a:gd name="connsiteX304" fmla="*/ 17621 w 1032033"/>
                <a:gd name="connsiteY304" fmla="*/ 36671 h 649128"/>
                <a:gd name="connsiteX305" fmla="*/ 16669 w 1032033"/>
                <a:gd name="connsiteY305" fmla="*/ 37148 h 649128"/>
                <a:gd name="connsiteX306" fmla="*/ 14764 w 1032033"/>
                <a:gd name="connsiteY306" fmla="*/ 37148 h 649128"/>
                <a:gd name="connsiteX307" fmla="*/ 14288 w 1032033"/>
                <a:gd name="connsiteY307" fmla="*/ 37624 h 649128"/>
                <a:gd name="connsiteX308" fmla="*/ 16192 w 1032033"/>
                <a:gd name="connsiteY308" fmla="*/ 39053 h 649128"/>
                <a:gd name="connsiteX309" fmla="*/ 16192 w 1032033"/>
                <a:gd name="connsiteY309" fmla="*/ 43815 h 649128"/>
                <a:gd name="connsiteX310" fmla="*/ 18098 w 1032033"/>
                <a:gd name="connsiteY310" fmla="*/ 46196 h 649128"/>
                <a:gd name="connsiteX311" fmla="*/ 23336 w 1032033"/>
                <a:gd name="connsiteY311" fmla="*/ 51435 h 649128"/>
                <a:gd name="connsiteX312" fmla="*/ 27623 w 1032033"/>
                <a:gd name="connsiteY312" fmla="*/ 57150 h 649128"/>
                <a:gd name="connsiteX313" fmla="*/ 28575 w 1032033"/>
                <a:gd name="connsiteY313" fmla="*/ 60008 h 649128"/>
                <a:gd name="connsiteX314" fmla="*/ 28575 w 1032033"/>
                <a:gd name="connsiteY314" fmla="*/ 62865 h 649128"/>
                <a:gd name="connsiteX315" fmla="*/ 29051 w 1032033"/>
                <a:gd name="connsiteY315" fmla="*/ 65723 h 649128"/>
                <a:gd name="connsiteX316" fmla="*/ 37148 w 1032033"/>
                <a:gd name="connsiteY316" fmla="*/ 71914 h 649128"/>
                <a:gd name="connsiteX317" fmla="*/ 38100 w 1032033"/>
                <a:gd name="connsiteY317" fmla="*/ 75724 h 649128"/>
                <a:gd name="connsiteX318" fmla="*/ 38100 w 1032033"/>
                <a:gd name="connsiteY318" fmla="*/ 80963 h 649128"/>
                <a:gd name="connsiteX319" fmla="*/ 39053 w 1032033"/>
                <a:gd name="connsiteY319" fmla="*/ 86678 h 649128"/>
                <a:gd name="connsiteX320" fmla="*/ 43815 w 1032033"/>
                <a:gd name="connsiteY320" fmla="*/ 88583 h 649128"/>
                <a:gd name="connsiteX321" fmla="*/ 45244 w 1032033"/>
                <a:gd name="connsiteY321" fmla="*/ 90488 h 649128"/>
                <a:gd name="connsiteX322" fmla="*/ 46196 w 1032033"/>
                <a:gd name="connsiteY322" fmla="*/ 98584 h 649128"/>
                <a:gd name="connsiteX323" fmla="*/ 45720 w 1032033"/>
                <a:gd name="connsiteY323" fmla="*/ 103346 h 649128"/>
                <a:gd name="connsiteX324" fmla="*/ 47625 w 1032033"/>
                <a:gd name="connsiteY324" fmla="*/ 104299 h 649128"/>
                <a:gd name="connsiteX325" fmla="*/ 50006 w 1032033"/>
                <a:gd name="connsiteY325" fmla="*/ 110966 h 649128"/>
                <a:gd name="connsiteX326" fmla="*/ 53816 w 1032033"/>
                <a:gd name="connsiteY326" fmla="*/ 113824 h 649128"/>
                <a:gd name="connsiteX327" fmla="*/ 62389 w 1032033"/>
                <a:gd name="connsiteY327" fmla="*/ 119063 h 649128"/>
                <a:gd name="connsiteX328" fmla="*/ 67151 w 1032033"/>
                <a:gd name="connsiteY328" fmla="*/ 122873 h 649128"/>
                <a:gd name="connsiteX329" fmla="*/ 72866 w 1032033"/>
                <a:gd name="connsiteY329" fmla="*/ 124301 h 649128"/>
                <a:gd name="connsiteX330" fmla="*/ 74771 w 1032033"/>
                <a:gd name="connsiteY330" fmla="*/ 125730 h 649128"/>
                <a:gd name="connsiteX331" fmla="*/ 76676 w 1032033"/>
                <a:gd name="connsiteY331" fmla="*/ 128111 h 649128"/>
                <a:gd name="connsiteX332" fmla="*/ 83820 w 1032033"/>
                <a:gd name="connsiteY332" fmla="*/ 134779 h 649128"/>
                <a:gd name="connsiteX333" fmla="*/ 95726 w 1032033"/>
                <a:gd name="connsiteY333" fmla="*/ 148114 h 649128"/>
                <a:gd name="connsiteX334" fmla="*/ 101441 w 1032033"/>
                <a:gd name="connsiteY334" fmla="*/ 152876 h 649128"/>
                <a:gd name="connsiteX335" fmla="*/ 104775 w 1032033"/>
                <a:gd name="connsiteY335" fmla="*/ 159544 h 649128"/>
                <a:gd name="connsiteX336" fmla="*/ 103346 w 1032033"/>
                <a:gd name="connsiteY336" fmla="*/ 167164 h 649128"/>
                <a:gd name="connsiteX337" fmla="*/ 100013 w 1032033"/>
                <a:gd name="connsiteY337" fmla="*/ 174784 h 649128"/>
                <a:gd name="connsiteX338" fmla="*/ 97155 w 1032033"/>
                <a:gd name="connsiteY338" fmla="*/ 177641 h 649128"/>
                <a:gd name="connsiteX339" fmla="*/ 97631 w 1032033"/>
                <a:gd name="connsiteY339" fmla="*/ 178594 h 649128"/>
                <a:gd name="connsiteX340" fmla="*/ 100965 w 1032033"/>
                <a:gd name="connsiteY340" fmla="*/ 178118 h 649128"/>
                <a:gd name="connsiteX341" fmla="*/ 100965 w 1032033"/>
                <a:gd name="connsiteY341" fmla="*/ 180023 h 649128"/>
                <a:gd name="connsiteX342" fmla="*/ 100489 w 1032033"/>
                <a:gd name="connsiteY342" fmla="*/ 181451 h 649128"/>
                <a:gd name="connsiteX343" fmla="*/ 101917 w 1032033"/>
                <a:gd name="connsiteY343" fmla="*/ 185261 h 649128"/>
                <a:gd name="connsiteX344" fmla="*/ 104299 w 1032033"/>
                <a:gd name="connsiteY344" fmla="*/ 187166 h 649128"/>
                <a:gd name="connsiteX345" fmla="*/ 101917 w 1032033"/>
                <a:gd name="connsiteY345" fmla="*/ 187166 h 649128"/>
                <a:gd name="connsiteX346" fmla="*/ 98584 w 1032033"/>
                <a:gd name="connsiteY346" fmla="*/ 185261 h 649128"/>
                <a:gd name="connsiteX347" fmla="*/ 96203 w 1032033"/>
                <a:gd name="connsiteY347" fmla="*/ 183356 h 649128"/>
                <a:gd name="connsiteX348" fmla="*/ 96679 w 1032033"/>
                <a:gd name="connsiteY348" fmla="*/ 180975 h 649128"/>
                <a:gd name="connsiteX349" fmla="*/ 96203 w 1032033"/>
                <a:gd name="connsiteY349" fmla="*/ 179546 h 649128"/>
                <a:gd name="connsiteX350" fmla="*/ 93821 w 1032033"/>
                <a:gd name="connsiteY350" fmla="*/ 180499 h 649128"/>
                <a:gd name="connsiteX351" fmla="*/ 91440 w 1032033"/>
                <a:gd name="connsiteY351" fmla="*/ 181928 h 649128"/>
                <a:gd name="connsiteX352" fmla="*/ 87154 w 1032033"/>
                <a:gd name="connsiteY352" fmla="*/ 182404 h 649128"/>
                <a:gd name="connsiteX353" fmla="*/ 78581 w 1032033"/>
                <a:gd name="connsiteY353" fmla="*/ 180499 h 649128"/>
                <a:gd name="connsiteX354" fmla="*/ 71438 w 1032033"/>
                <a:gd name="connsiteY354" fmla="*/ 180023 h 649128"/>
                <a:gd name="connsiteX355" fmla="*/ 71438 w 1032033"/>
                <a:gd name="connsiteY355" fmla="*/ 181451 h 649128"/>
                <a:gd name="connsiteX356" fmla="*/ 72866 w 1032033"/>
                <a:gd name="connsiteY356" fmla="*/ 183833 h 649128"/>
                <a:gd name="connsiteX357" fmla="*/ 77629 w 1032033"/>
                <a:gd name="connsiteY357" fmla="*/ 186690 h 649128"/>
                <a:gd name="connsiteX358" fmla="*/ 82391 w 1032033"/>
                <a:gd name="connsiteY358" fmla="*/ 190976 h 649128"/>
                <a:gd name="connsiteX359" fmla="*/ 88583 w 1032033"/>
                <a:gd name="connsiteY359" fmla="*/ 194786 h 649128"/>
                <a:gd name="connsiteX360" fmla="*/ 90011 w 1032033"/>
                <a:gd name="connsiteY360" fmla="*/ 196691 h 649128"/>
                <a:gd name="connsiteX361" fmla="*/ 90488 w 1032033"/>
                <a:gd name="connsiteY361" fmla="*/ 200025 h 649128"/>
                <a:gd name="connsiteX362" fmla="*/ 91440 w 1032033"/>
                <a:gd name="connsiteY362" fmla="*/ 202406 h 649128"/>
                <a:gd name="connsiteX363" fmla="*/ 95250 w 1032033"/>
                <a:gd name="connsiteY363" fmla="*/ 204788 h 649128"/>
                <a:gd name="connsiteX364" fmla="*/ 99536 w 1032033"/>
                <a:gd name="connsiteY364" fmla="*/ 205264 h 649128"/>
                <a:gd name="connsiteX365" fmla="*/ 102870 w 1032033"/>
                <a:gd name="connsiteY365" fmla="*/ 206693 h 649128"/>
                <a:gd name="connsiteX366" fmla="*/ 106680 w 1032033"/>
                <a:gd name="connsiteY366" fmla="*/ 210979 h 649128"/>
                <a:gd name="connsiteX367" fmla="*/ 108585 w 1032033"/>
                <a:gd name="connsiteY367" fmla="*/ 210979 h 649128"/>
                <a:gd name="connsiteX368" fmla="*/ 111919 w 1032033"/>
                <a:gd name="connsiteY368" fmla="*/ 211455 h 649128"/>
                <a:gd name="connsiteX369" fmla="*/ 114776 w 1032033"/>
                <a:gd name="connsiteY369" fmla="*/ 214789 h 649128"/>
                <a:gd name="connsiteX370" fmla="*/ 116681 w 1032033"/>
                <a:gd name="connsiteY370" fmla="*/ 217646 h 649128"/>
                <a:gd name="connsiteX371" fmla="*/ 120015 w 1032033"/>
                <a:gd name="connsiteY371" fmla="*/ 220028 h 649128"/>
                <a:gd name="connsiteX372" fmla="*/ 125730 w 1032033"/>
                <a:gd name="connsiteY372" fmla="*/ 217170 h 649128"/>
                <a:gd name="connsiteX373" fmla="*/ 130969 w 1032033"/>
                <a:gd name="connsiteY373" fmla="*/ 217170 h 649128"/>
                <a:gd name="connsiteX374" fmla="*/ 133350 w 1032033"/>
                <a:gd name="connsiteY374" fmla="*/ 214789 h 649128"/>
                <a:gd name="connsiteX375" fmla="*/ 135255 w 1032033"/>
                <a:gd name="connsiteY375" fmla="*/ 211455 h 649128"/>
                <a:gd name="connsiteX376" fmla="*/ 135731 w 1032033"/>
                <a:gd name="connsiteY376" fmla="*/ 217170 h 649128"/>
                <a:gd name="connsiteX377" fmla="*/ 136684 w 1032033"/>
                <a:gd name="connsiteY377" fmla="*/ 220028 h 649128"/>
                <a:gd name="connsiteX378" fmla="*/ 140017 w 1032033"/>
                <a:gd name="connsiteY378" fmla="*/ 224790 h 649128"/>
                <a:gd name="connsiteX379" fmla="*/ 152400 w 1032033"/>
                <a:gd name="connsiteY379" fmla="*/ 234315 h 649128"/>
                <a:gd name="connsiteX380" fmla="*/ 156686 w 1032033"/>
                <a:gd name="connsiteY380" fmla="*/ 235744 h 649128"/>
                <a:gd name="connsiteX381" fmla="*/ 161925 w 1032033"/>
                <a:gd name="connsiteY381" fmla="*/ 238125 h 649128"/>
                <a:gd name="connsiteX382" fmla="*/ 169069 w 1032033"/>
                <a:gd name="connsiteY382" fmla="*/ 249079 h 649128"/>
                <a:gd name="connsiteX383" fmla="*/ 170974 w 1032033"/>
                <a:gd name="connsiteY383" fmla="*/ 254318 h 649128"/>
                <a:gd name="connsiteX384" fmla="*/ 170974 w 1032033"/>
                <a:gd name="connsiteY384" fmla="*/ 259080 h 649128"/>
                <a:gd name="connsiteX385" fmla="*/ 171926 w 1032033"/>
                <a:gd name="connsiteY385" fmla="*/ 260509 h 649128"/>
                <a:gd name="connsiteX386" fmla="*/ 172879 w 1032033"/>
                <a:gd name="connsiteY386" fmla="*/ 260985 h 649128"/>
                <a:gd name="connsiteX387" fmla="*/ 173355 w 1032033"/>
                <a:gd name="connsiteY387" fmla="*/ 263843 h 649128"/>
                <a:gd name="connsiteX388" fmla="*/ 172403 w 1032033"/>
                <a:gd name="connsiteY388" fmla="*/ 269558 h 649128"/>
                <a:gd name="connsiteX389" fmla="*/ 170498 w 1032033"/>
                <a:gd name="connsiteY389" fmla="*/ 279559 h 649128"/>
                <a:gd name="connsiteX390" fmla="*/ 170974 w 1032033"/>
                <a:gd name="connsiteY390" fmla="*/ 283369 h 649128"/>
                <a:gd name="connsiteX391" fmla="*/ 172403 w 1032033"/>
                <a:gd name="connsiteY391" fmla="*/ 286703 h 649128"/>
                <a:gd name="connsiteX392" fmla="*/ 180023 w 1032033"/>
                <a:gd name="connsiteY392" fmla="*/ 292894 h 649128"/>
                <a:gd name="connsiteX393" fmla="*/ 180975 w 1032033"/>
                <a:gd name="connsiteY393" fmla="*/ 294323 h 649128"/>
                <a:gd name="connsiteX394" fmla="*/ 180975 w 1032033"/>
                <a:gd name="connsiteY394" fmla="*/ 296228 h 649128"/>
                <a:gd name="connsiteX395" fmla="*/ 181451 w 1032033"/>
                <a:gd name="connsiteY395" fmla="*/ 297180 h 649128"/>
                <a:gd name="connsiteX396" fmla="*/ 183356 w 1032033"/>
                <a:gd name="connsiteY396" fmla="*/ 296704 h 649128"/>
                <a:gd name="connsiteX397" fmla="*/ 185738 w 1032033"/>
                <a:gd name="connsiteY397" fmla="*/ 296704 h 649128"/>
                <a:gd name="connsiteX398" fmla="*/ 189071 w 1032033"/>
                <a:gd name="connsiteY398" fmla="*/ 300514 h 649128"/>
                <a:gd name="connsiteX399" fmla="*/ 194310 w 1032033"/>
                <a:gd name="connsiteY399" fmla="*/ 304800 h 649128"/>
                <a:gd name="connsiteX400" fmla="*/ 207169 w 1032033"/>
                <a:gd name="connsiteY400" fmla="*/ 312896 h 649128"/>
                <a:gd name="connsiteX401" fmla="*/ 211931 w 1032033"/>
                <a:gd name="connsiteY401" fmla="*/ 317659 h 649128"/>
                <a:gd name="connsiteX402" fmla="*/ 216217 w 1032033"/>
                <a:gd name="connsiteY402" fmla="*/ 320993 h 649128"/>
                <a:gd name="connsiteX403" fmla="*/ 220980 w 1032033"/>
                <a:gd name="connsiteY403" fmla="*/ 325755 h 649128"/>
                <a:gd name="connsiteX404" fmla="*/ 230029 w 1032033"/>
                <a:gd name="connsiteY404" fmla="*/ 330518 h 649128"/>
                <a:gd name="connsiteX405" fmla="*/ 232410 w 1032033"/>
                <a:gd name="connsiteY405" fmla="*/ 333851 h 649128"/>
                <a:gd name="connsiteX406" fmla="*/ 233839 w 1032033"/>
                <a:gd name="connsiteY406" fmla="*/ 337661 h 649128"/>
                <a:gd name="connsiteX407" fmla="*/ 236220 w 1032033"/>
                <a:gd name="connsiteY407" fmla="*/ 340043 h 649128"/>
                <a:gd name="connsiteX408" fmla="*/ 239554 w 1032033"/>
                <a:gd name="connsiteY408" fmla="*/ 351949 h 649128"/>
                <a:gd name="connsiteX409" fmla="*/ 242411 w 1032033"/>
                <a:gd name="connsiteY409" fmla="*/ 355759 h 649128"/>
                <a:gd name="connsiteX410" fmla="*/ 245269 w 1032033"/>
                <a:gd name="connsiteY410" fmla="*/ 356235 h 649128"/>
                <a:gd name="connsiteX411" fmla="*/ 248603 w 1032033"/>
                <a:gd name="connsiteY411" fmla="*/ 354806 h 649128"/>
                <a:gd name="connsiteX412" fmla="*/ 251936 w 1032033"/>
                <a:gd name="connsiteY412" fmla="*/ 352901 h 649128"/>
                <a:gd name="connsiteX413" fmla="*/ 255270 w 1032033"/>
                <a:gd name="connsiteY413" fmla="*/ 349568 h 649128"/>
                <a:gd name="connsiteX414" fmla="*/ 260033 w 1032033"/>
                <a:gd name="connsiteY414" fmla="*/ 346710 h 649128"/>
                <a:gd name="connsiteX415" fmla="*/ 261461 w 1032033"/>
                <a:gd name="connsiteY415" fmla="*/ 344805 h 649128"/>
                <a:gd name="connsiteX416" fmla="*/ 262890 w 1032033"/>
                <a:gd name="connsiteY416" fmla="*/ 338138 h 649128"/>
                <a:gd name="connsiteX417" fmla="*/ 262890 w 1032033"/>
                <a:gd name="connsiteY417" fmla="*/ 335280 h 649128"/>
                <a:gd name="connsiteX418" fmla="*/ 260033 w 1032033"/>
                <a:gd name="connsiteY418" fmla="*/ 330994 h 649128"/>
                <a:gd name="connsiteX419" fmla="*/ 254317 w 1032033"/>
                <a:gd name="connsiteY419" fmla="*/ 328613 h 649128"/>
                <a:gd name="connsiteX420" fmla="*/ 253365 w 1032033"/>
                <a:gd name="connsiteY420" fmla="*/ 323374 h 649128"/>
                <a:gd name="connsiteX421" fmla="*/ 250984 w 1032033"/>
                <a:gd name="connsiteY421" fmla="*/ 320993 h 649128"/>
                <a:gd name="connsiteX422" fmla="*/ 249555 w 1032033"/>
                <a:gd name="connsiteY422" fmla="*/ 318135 h 649128"/>
                <a:gd name="connsiteX423" fmla="*/ 246698 w 1032033"/>
                <a:gd name="connsiteY423" fmla="*/ 314801 h 649128"/>
                <a:gd name="connsiteX424" fmla="*/ 243840 w 1032033"/>
                <a:gd name="connsiteY424" fmla="*/ 311944 h 649128"/>
                <a:gd name="connsiteX425" fmla="*/ 242411 w 1032033"/>
                <a:gd name="connsiteY425" fmla="*/ 309563 h 649128"/>
                <a:gd name="connsiteX426" fmla="*/ 234315 w 1032033"/>
                <a:gd name="connsiteY426" fmla="*/ 303371 h 649128"/>
                <a:gd name="connsiteX427" fmla="*/ 232886 w 1032033"/>
                <a:gd name="connsiteY427" fmla="*/ 303371 h 649128"/>
                <a:gd name="connsiteX428" fmla="*/ 231934 w 1032033"/>
                <a:gd name="connsiteY428" fmla="*/ 304800 h 649128"/>
                <a:gd name="connsiteX429" fmla="*/ 231934 w 1032033"/>
                <a:gd name="connsiteY429" fmla="*/ 306705 h 649128"/>
                <a:gd name="connsiteX430" fmla="*/ 232886 w 1032033"/>
                <a:gd name="connsiteY430" fmla="*/ 309086 h 649128"/>
                <a:gd name="connsiteX431" fmla="*/ 231934 w 1032033"/>
                <a:gd name="connsiteY431" fmla="*/ 310991 h 649128"/>
                <a:gd name="connsiteX432" fmla="*/ 230505 w 1032033"/>
                <a:gd name="connsiteY432" fmla="*/ 312420 h 649128"/>
                <a:gd name="connsiteX433" fmla="*/ 229076 w 1032033"/>
                <a:gd name="connsiteY433" fmla="*/ 311468 h 649128"/>
                <a:gd name="connsiteX434" fmla="*/ 229553 w 1032033"/>
                <a:gd name="connsiteY434" fmla="*/ 310039 h 649128"/>
                <a:gd name="connsiteX435" fmla="*/ 228600 w 1032033"/>
                <a:gd name="connsiteY435" fmla="*/ 309563 h 649128"/>
                <a:gd name="connsiteX436" fmla="*/ 224314 w 1032033"/>
                <a:gd name="connsiteY436" fmla="*/ 308610 h 649128"/>
                <a:gd name="connsiteX437" fmla="*/ 220504 w 1032033"/>
                <a:gd name="connsiteY437" fmla="*/ 303848 h 649128"/>
                <a:gd name="connsiteX438" fmla="*/ 218123 w 1032033"/>
                <a:gd name="connsiteY438" fmla="*/ 294799 h 649128"/>
                <a:gd name="connsiteX439" fmla="*/ 218123 w 1032033"/>
                <a:gd name="connsiteY439" fmla="*/ 291941 h 649128"/>
                <a:gd name="connsiteX440" fmla="*/ 220028 w 1032033"/>
                <a:gd name="connsiteY440" fmla="*/ 287655 h 649128"/>
                <a:gd name="connsiteX441" fmla="*/ 219551 w 1032033"/>
                <a:gd name="connsiteY441" fmla="*/ 284798 h 649128"/>
                <a:gd name="connsiteX442" fmla="*/ 217170 w 1032033"/>
                <a:gd name="connsiteY442" fmla="*/ 280035 h 649128"/>
                <a:gd name="connsiteX443" fmla="*/ 212408 w 1032033"/>
                <a:gd name="connsiteY443" fmla="*/ 274796 h 649128"/>
                <a:gd name="connsiteX444" fmla="*/ 208121 w 1032033"/>
                <a:gd name="connsiteY444" fmla="*/ 264795 h 649128"/>
                <a:gd name="connsiteX445" fmla="*/ 207645 w 1032033"/>
                <a:gd name="connsiteY445" fmla="*/ 260985 h 649128"/>
                <a:gd name="connsiteX446" fmla="*/ 203835 w 1032033"/>
                <a:gd name="connsiteY446" fmla="*/ 259556 h 649128"/>
                <a:gd name="connsiteX447" fmla="*/ 199073 w 1032033"/>
                <a:gd name="connsiteY447" fmla="*/ 251936 h 649128"/>
                <a:gd name="connsiteX448" fmla="*/ 197644 w 1032033"/>
                <a:gd name="connsiteY448" fmla="*/ 246698 h 649128"/>
                <a:gd name="connsiteX449" fmla="*/ 197644 w 1032033"/>
                <a:gd name="connsiteY449" fmla="*/ 239554 h 649128"/>
                <a:gd name="connsiteX450" fmla="*/ 195263 w 1032033"/>
                <a:gd name="connsiteY450" fmla="*/ 234315 h 649128"/>
                <a:gd name="connsiteX451" fmla="*/ 194786 w 1032033"/>
                <a:gd name="connsiteY451" fmla="*/ 231458 h 649128"/>
                <a:gd name="connsiteX452" fmla="*/ 193358 w 1032033"/>
                <a:gd name="connsiteY452" fmla="*/ 229553 h 649128"/>
                <a:gd name="connsiteX453" fmla="*/ 193358 w 1032033"/>
                <a:gd name="connsiteY453" fmla="*/ 226219 h 649128"/>
                <a:gd name="connsiteX454" fmla="*/ 190976 w 1032033"/>
                <a:gd name="connsiteY454" fmla="*/ 223838 h 649128"/>
                <a:gd name="connsiteX455" fmla="*/ 190024 w 1032033"/>
                <a:gd name="connsiteY455" fmla="*/ 219075 h 649128"/>
                <a:gd name="connsiteX456" fmla="*/ 182404 w 1032033"/>
                <a:gd name="connsiteY456" fmla="*/ 212884 h 649128"/>
                <a:gd name="connsiteX457" fmla="*/ 181451 w 1032033"/>
                <a:gd name="connsiteY457" fmla="*/ 213360 h 649128"/>
                <a:gd name="connsiteX458" fmla="*/ 181451 w 1032033"/>
                <a:gd name="connsiteY458" fmla="*/ 217170 h 649128"/>
                <a:gd name="connsiteX459" fmla="*/ 182880 w 1032033"/>
                <a:gd name="connsiteY459" fmla="*/ 219551 h 649128"/>
                <a:gd name="connsiteX460" fmla="*/ 185738 w 1032033"/>
                <a:gd name="connsiteY460" fmla="*/ 223361 h 649128"/>
                <a:gd name="connsiteX461" fmla="*/ 184785 w 1032033"/>
                <a:gd name="connsiteY461" fmla="*/ 223838 h 649128"/>
                <a:gd name="connsiteX462" fmla="*/ 183833 w 1032033"/>
                <a:gd name="connsiteY462" fmla="*/ 223361 h 649128"/>
                <a:gd name="connsiteX463" fmla="*/ 180023 w 1032033"/>
                <a:gd name="connsiteY463" fmla="*/ 219551 h 649128"/>
                <a:gd name="connsiteX464" fmla="*/ 179546 w 1032033"/>
                <a:gd name="connsiteY464" fmla="*/ 213836 h 649128"/>
                <a:gd name="connsiteX465" fmla="*/ 175260 w 1032033"/>
                <a:gd name="connsiteY465" fmla="*/ 209074 h 649128"/>
                <a:gd name="connsiteX466" fmla="*/ 175260 w 1032033"/>
                <a:gd name="connsiteY466" fmla="*/ 207645 h 649128"/>
                <a:gd name="connsiteX467" fmla="*/ 175736 w 1032033"/>
                <a:gd name="connsiteY467" fmla="*/ 205264 h 649128"/>
                <a:gd name="connsiteX468" fmla="*/ 172403 w 1032033"/>
                <a:gd name="connsiteY468" fmla="*/ 202883 h 649128"/>
                <a:gd name="connsiteX469" fmla="*/ 169069 w 1032033"/>
                <a:gd name="connsiteY469" fmla="*/ 201454 h 649128"/>
                <a:gd name="connsiteX470" fmla="*/ 165735 w 1032033"/>
                <a:gd name="connsiteY470" fmla="*/ 195739 h 649128"/>
                <a:gd name="connsiteX471" fmla="*/ 164306 w 1032033"/>
                <a:gd name="connsiteY471" fmla="*/ 189548 h 649128"/>
                <a:gd name="connsiteX472" fmla="*/ 156686 w 1032033"/>
                <a:gd name="connsiteY472" fmla="*/ 184785 h 649128"/>
                <a:gd name="connsiteX473" fmla="*/ 150495 w 1032033"/>
                <a:gd name="connsiteY473" fmla="*/ 178594 h 649128"/>
                <a:gd name="connsiteX474" fmla="*/ 149542 w 1032033"/>
                <a:gd name="connsiteY474" fmla="*/ 175736 h 649128"/>
                <a:gd name="connsiteX475" fmla="*/ 150019 w 1032033"/>
                <a:gd name="connsiteY475" fmla="*/ 172403 h 649128"/>
                <a:gd name="connsiteX476" fmla="*/ 148114 w 1032033"/>
                <a:gd name="connsiteY476" fmla="*/ 169069 h 649128"/>
                <a:gd name="connsiteX477" fmla="*/ 148590 w 1032033"/>
                <a:gd name="connsiteY477" fmla="*/ 164783 h 649128"/>
                <a:gd name="connsiteX478" fmla="*/ 146209 w 1032033"/>
                <a:gd name="connsiteY478" fmla="*/ 161925 h 649128"/>
                <a:gd name="connsiteX479" fmla="*/ 146209 w 1032033"/>
                <a:gd name="connsiteY479" fmla="*/ 160020 h 649128"/>
                <a:gd name="connsiteX480" fmla="*/ 146209 w 1032033"/>
                <a:gd name="connsiteY480" fmla="*/ 157163 h 649128"/>
                <a:gd name="connsiteX481" fmla="*/ 143351 w 1032033"/>
                <a:gd name="connsiteY481" fmla="*/ 156210 h 649128"/>
                <a:gd name="connsiteX482" fmla="*/ 140970 w 1032033"/>
                <a:gd name="connsiteY482" fmla="*/ 155734 h 649128"/>
                <a:gd name="connsiteX483" fmla="*/ 139065 w 1032033"/>
                <a:gd name="connsiteY483" fmla="*/ 154305 h 649128"/>
                <a:gd name="connsiteX484" fmla="*/ 135255 w 1032033"/>
                <a:gd name="connsiteY484" fmla="*/ 143828 h 649128"/>
                <a:gd name="connsiteX485" fmla="*/ 133350 w 1032033"/>
                <a:gd name="connsiteY485" fmla="*/ 142875 h 649128"/>
                <a:gd name="connsiteX486" fmla="*/ 131445 w 1032033"/>
                <a:gd name="connsiteY486" fmla="*/ 142875 h 649128"/>
                <a:gd name="connsiteX487" fmla="*/ 130969 w 1032033"/>
                <a:gd name="connsiteY487" fmla="*/ 141923 h 649128"/>
                <a:gd name="connsiteX488" fmla="*/ 130969 w 1032033"/>
                <a:gd name="connsiteY488" fmla="*/ 140494 h 649128"/>
                <a:gd name="connsiteX489" fmla="*/ 129064 w 1032033"/>
                <a:gd name="connsiteY489" fmla="*/ 137636 h 649128"/>
                <a:gd name="connsiteX490" fmla="*/ 125254 w 1032033"/>
                <a:gd name="connsiteY490" fmla="*/ 138589 h 649128"/>
                <a:gd name="connsiteX491" fmla="*/ 123825 w 1032033"/>
                <a:gd name="connsiteY491" fmla="*/ 135255 h 649128"/>
                <a:gd name="connsiteX492" fmla="*/ 123825 w 1032033"/>
                <a:gd name="connsiteY492" fmla="*/ 132398 h 649128"/>
                <a:gd name="connsiteX493" fmla="*/ 116681 w 1032033"/>
                <a:gd name="connsiteY493" fmla="*/ 122873 h 649128"/>
                <a:gd name="connsiteX494" fmla="*/ 114300 w 1032033"/>
                <a:gd name="connsiteY494" fmla="*/ 120015 h 649128"/>
                <a:gd name="connsiteX495" fmla="*/ 106204 w 1032033"/>
                <a:gd name="connsiteY495" fmla="*/ 113824 h 649128"/>
                <a:gd name="connsiteX496" fmla="*/ 102394 w 1032033"/>
                <a:gd name="connsiteY496" fmla="*/ 109061 h 649128"/>
                <a:gd name="connsiteX497" fmla="*/ 95726 w 1032033"/>
                <a:gd name="connsiteY497" fmla="*/ 105728 h 649128"/>
                <a:gd name="connsiteX498" fmla="*/ 94774 w 1032033"/>
                <a:gd name="connsiteY498" fmla="*/ 103346 h 649128"/>
                <a:gd name="connsiteX499" fmla="*/ 89535 w 1032033"/>
                <a:gd name="connsiteY499" fmla="*/ 98584 h 649128"/>
                <a:gd name="connsiteX500" fmla="*/ 86678 w 1032033"/>
                <a:gd name="connsiteY500" fmla="*/ 93821 h 649128"/>
                <a:gd name="connsiteX501" fmla="*/ 86201 w 1032033"/>
                <a:gd name="connsiteY501" fmla="*/ 90964 h 649128"/>
                <a:gd name="connsiteX502" fmla="*/ 86678 w 1032033"/>
                <a:gd name="connsiteY502" fmla="*/ 80963 h 649128"/>
                <a:gd name="connsiteX503" fmla="*/ 84773 w 1032033"/>
                <a:gd name="connsiteY503" fmla="*/ 76676 h 649128"/>
                <a:gd name="connsiteX504" fmla="*/ 84296 w 1032033"/>
                <a:gd name="connsiteY504" fmla="*/ 71438 h 649128"/>
                <a:gd name="connsiteX505" fmla="*/ 82391 w 1032033"/>
                <a:gd name="connsiteY505" fmla="*/ 64294 h 649128"/>
                <a:gd name="connsiteX506" fmla="*/ 79534 w 1032033"/>
                <a:gd name="connsiteY506" fmla="*/ 60008 h 649128"/>
                <a:gd name="connsiteX507" fmla="*/ 78105 w 1032033"/>
                <a:gd name="connsiteY507" fmla="*/ 57150 h 649128"/>
                <a:gd name="connsiteX508" fmla="*/ 79058 w 1032033"/>
                <a:gd name="connsiteY508" fmla="*/ 42863 h 649128"/>
                <a:gd name="connsiteX509" fmla="*/ 80963 w 1032033"/>
                <a:gd name="connsiteY509" fmla="*/ 38576 h 649128"/>
                <a:gd name="connsiteX510" fmla="*/ 79058 w 1032033"/>
                <a:gd name="connsiteY510" fmla="*/ 32861 h 649128"/>
                <a:gd name="connsiteX511" fmla="*/ 77153 w 1032033"/>
                <a:gd name="connsiteY511" fmla="*/ 30956 h 649128"/>
                <a:gd name="connsiteX512" fmla="*/ 75724 w 1032033"/>
                <a:gd name="connsiteY512" fmla="*/ 29051 h 649128"/>
                <a:gd name="connsiteX513" fmla="*/ 82391 w 1032033"/>
                <a:gd name="connsiteY513" fmla="*/ 32385 h 649128"/>
                <a:gd name="connsiteX514" fmla="*/ 83820 w 1032033"/>
                <a:gd name="connsiteY514" fmla="*/ 33338 h 649128"/>
                <a:gd name="connsiteX515" fmla="*/ 86678 w 1032033"/>
                <a:gd name="connsiteY515" fmla="*/ 33814 h 649128"/>
                <a:gd name="connsiteX516" fmla="*/ 88583 w 1032033"/>
                <a:gd name="connsiteY516" fmla="*/ 34766 h 649128"/>
                <a:gd name="connsiteX517" fmla="*/ 98108 w 1032033"/>
                <a:gd name="connsiteY517" fmla="*/ 41434 h 649128"/>
                <a:gd name="connsiteX518" fmla="*/ 101917 w 1032033"/>
                <a:gd name="connsiteY518" fmla="*/ 43339 h 649128"/>
                <a:gd name="connsiteX519" fmla="*/ 104299 w 1032033"/>
                <a:gd name="connsiteY519" fmla="*/ 43339 h 649128"/>
                <a:gd name="connsiteX520" fmla="*/ 107156 w 1032033"/>
                <a:gd name="connsiteY520" fmla="*/ 42863 h 649128"/>
                <a:gd name="connsiteX521" fmla="*/ 108109 w 1032033"/>
                <a:gd name="connsiteY521" fmla="*/ 40481 h 649128"/>
                <a:gd name="connsiteX522" fmla="*/ 109061 w 1032033"/>
                <a:gd name="connsiteY522" fmla="*/ 39053 h 649128"/>
                <a:gd name="connsiteX523" fmla="*/ 115253 w 1032033"/>
                <a:gd name="connsiteY523" fmla="*/ 41910 h 649128"/>
                <a:gd name="connsiteX524" fmla="*/ 117158 w 1032033"/>
                <a:gd name="connsiteY524" fmla="*/ 43339 h 649128"/>
                <a:gd name="connsiteX525" fmla="*/ 119539 w 1032033"/>
                <a:gd name="connsiteY525" fmla="*/ 45244 h 649128"/>
                <a:gd name="connsiteX526" fmla="*/ 120015 w 1032033"/>
                <a:gd name="connsiteY526" fmla="*/ 49530 h 649128"/>
                <a:gd name="connsiteX527" fmla="*/ 124778 w 1032033"/>
                <a:gd name="connsiteY527" fmla="*/ 51435 h 649128"/>
                <a:gd name="connsiteX528" fmla="*/ 133350 w 1032033"/>
                <a:gd name="connsiteY528" fmla="*/ 52864 h 649128"/>
                <a:gd name="connsiteX529" fmla="*/ 134779 w 1032033"/>
                <a:gd name="connsiteY529" fmla="*/ 53816 h 649128"/>
                <a:gd name="connsiteX530" fmla="*/ 138113 w 1032033"/>
                <a:gd name="connsiteY530" fmla="*/ 54769 h 649128"/>
                <a:gd name="connsiteX531" fmla="*/ 139541 w 1032033"/>
                <a:gd name="connsiteY531" fmla="*/ 55721 h 649128"/>
                <a:gd name="connsiteX532" fmla="*/ 139541 w 1032033"/>
                <a:gd name="connsiteY532" fmla="*/ 59055 h 649128"/>
                <a:gd name="connsiteX533" fmla="*/ 138589 w 1032033"/>
                <a:gd name="connsiteY533" fmla="*/ 60008 h 649128"/>
                <a:gd name="connsiteX534" fmla="*/ 137160 w 1032033"/>
                <a:gd name="connsiteY534" fmla="*/ 59531 h 649128"/>
                <a:gd name="connsiteX535" fmla="*/ 136684 w 1032033"/>
                <a:gd name="connsiteY535" fmla="*/ 60484 h 649128"/>
                <a:gd name="connsiteX536" fmla="*/ 137160 w 1032033"/>
                <a:gd name="connsiteY536" fmla="*/ 61436 h 649128"/>
                <a:gd name="connsiteX537" fmla="*/ 137636 w 1032033"/>
                <a:gd name="connsiteY537" fmla="*/ 64770 h 649128"/>
                <a:gd name="connsiteX538" fmla="*/ 136684 w 1032033"/>
                <a:gd name="connsiteY538" fmla="*/ 70009 h 649128"/>
                <a:gd name="connsiteX539" fmla="*/ 138589 w 1032033"/>
                <a:gd name="connsiteY539" fmla="*/ 75248 h 649128"/>
                <a:gd name="connsiteX540" fmla="*/ 142399 w 1032033"/>
                <a:gd name="connsiteY540" fmla="*/ 80486 h 649128"/>
                <a:gd name="connsiteX541" fmla="*/ 146685 w 1032033"/>
                <a:gd name="connsiteY541" fmla="*/ 88106 h 649128"/>
                <a:gd name="connsiteX542" fmla="*/ 149066 w 1032033"/>
                <a:gd name="connsiteY542" fmla="*/ 94774 h 649128"/>
                <a:gd name="connsiteX543" fmla="*/ 149542 w 1032033"/>
                <a:gd name="connsiteY543" fmla="*/ 100013 h 649128"/>
                <a:gd name="connsiteX544" fmla="*/ 150971 w 1032033"/>
                <a:gd name="connsiteY544" fmla="*/ 102394 h 649128"/>
                <a:gd name="connsiteX545" fmla="*/ 152400 w 1032033"/>
                <a:gd name="connsiteY545" fmla="*/ 104299 h 649128"/>
                <a:gd name="connsiteX546" fmla="*/ 155258 w 1032033"/>
                <a:gd name="connsiteY546" fmla="*/ 110014 h 649128"/>
                <a:gd name="connsiteX547" fmla="*/ 160496 w 1032033"/>
                <a:gd name="connsiteY547" fmla="*/ 116681 h 649128"/>
                <a:gd name="connsiteX548" fmla="*/ 161449 w 1032033"/>
                <a:gd name="connsiteY548" fmla="*/ 119539 h 649128"/>
                <a:gd name="connsiteX549" fmla="*/ 161449 w 1032033"/>
                <a:gd name="connsiteY549" fmla="*/ 120968 h 649128"/>
                <a:gd name="connsiteX550" fmla="*/ 161925 w 1032033"/>
                <a:gd name="connsiteY550" fmla="*/ 123825 h 649128"/>
                <a:gd name="connsiteX551" fmla="*/ 164306 w 1032033"/>
                <a:gd name="connsiteY551" fmla="*/ 124778 h 649128"/>
                <a:gd name="connsiteX552" fmla="*/ 167164 w 1032033"/>
                <a:gd name="connsiteY552" fmla="*/ 126683 h 649128"/>
                <a:gd name="connsiteX553" fmla="*/ 168116 w 1032033"/>
                <a:gd name="connsiteY553" fmla="*/ 132398 h 649128"/>
                <a:gd name="connsiteX554" fmla="*/ 169069 w 1032033"/>
                <a:gd name="connsiteY554" fmla="*/ 136208 h 649128"/>
                <a:gd name="connsiteX555" fmla="*/ 172879 w 1032033"/>
                <a:gd name="connsiteY555" fmla="*/ 140494 h 649128"/>
                <a:gd name="connsiteX556" fmla="*/ 176213 w 1032033"/>
                <a:gd name="connsiteY556" fmla="*/ 143351 h 649128"/>
                <a:gd name="connsiteX557" fmla="*/ 177165 w 1032033"/>
                <a:gd name="connsiteY557" fmla="*/ 144304 h 649128"/>
                <a:gd name="connsiteX558" fmla="*/ 177641 w 1032033"/>
                <a:gd name="connsiteY558" fmla="*/ 145733 h 649128"/>
                <a:gd name="connsiteX559" fmla="*/ 180023 w 1032033"/>
                <a:gd name="connsiteY559" fmla="*/ 149543 h 649128"/>
                <a:gd name="connsiteX560" fmla="*/ 182880 w 1032033"/>
                <a:gd name="connsiteY560" fmla="*/ 152400 h 649128"/>
                <a:gd name="connsiteX561" fmla="*/ 185261 w 1032033"/>
                <a:gd name="connsiteY561" fmla="*/ 155734 h 649128"/>
                <a:gd name="connsiteX562" fmla="*/ 192405 w 1032033"/>
                <a:gd name="connsiteY562" fmla="*/ 159068 h 649128"/>
                <a:gd name="connsiteX563" fmla="*/ 199073 w 1032033"/>
                <a:gd name="connsiteY563" fmla="*/ 169069 h 649128"/>
                <a:gd name="connsiteX564" fmla="*/ 204788 w 1032033"/>
                <a:gd name="connsiteY564" fmla="*/ 174308 h 649128"/>
                <a:gd name="connsiteX565" fmla="*/ 209550 w 1032033"/>
                <a:gd name="connsiteY565" fmla="*/ 175736 h 649128"/>
                <a:gd name="connsiteX566" fmla="*/ 211931 w 1032033"/>
                <a:gd name="connsiteY566" fmla="*/ 177165 h 649128"/>
                <a:gd name="connsiteX567" fmla="*/ 214313 w 1032033"/>
                <a:gd name="connsiteY567" fmla="*/ 176213 h 649128"/>
                <a:gd name="connsiteX568" fmla="*/ 217170 w 1032033"/>
                <a:gd name="connsiteY568" fmla="*/ 176213 h 649128"/>
                <a:gd name="connsiteX569" fmla="*/ 224790 w 1032033"/>
                <a:gd name="connsiteY569" fmla="*/ 178118 h 649128"/>
                <a:gd name="connsiteX570" fmla="*/ 223361 w 1032033"/>
                <a:gd name="connsiteY570" fmla="*/ 180499 h 649128"/>
                <a:gd name="connsiteX571" fmla="*/ 221933 w 1032033"/>
                <a:gd name="connsiteY571" fmla="*/ 185738 h 649128"/>
                <a:gd name="connsiteX572" fmla="*/ 222885 w 1032033"/>
                <a:gd name="connsiteY572" fmla="*/ 189548 h 649128"/>
                <a:gd name="connsiteX573" fmla="*/ 223838 w 1032033"/>
                <a:gd name="connsiteY573" fmla="*/ 192881 h 649128"/>
                <a:gd name="connsiteX574" fmla="*/ 225266 w 1032033"/>
                <a:gd name="connsiteY574" fmla="*/ 194786 h 649128"/>
                <a:gd name="connsiteX575" fmla="*/ 226695 w 1032033"/>
                <a:gd name="connsiteY575" fmla="*/ 197644 h 649128"/>
                <a:gd name="connsiteX576" fmla="*/ 230029 w 1032033"/>
                <a:gd name="connsiteY576" fmla="*/ 200978 h 649128"/>
                <a:gd name="connsiteX577" fmla="*/ 233363 w 1032033"/>
                <a:gd name="connsiteY577" fmla="*/ 203359 h 649128"/>
                <a:gd name="connsiteX578" fmla="*/ 244792 w 1032033"/>
                <a:gd name="connsiteY578" fmla="*/ 206216 h 649128"/>
                <a:gd name="connsiteX579" fmla="*/ 245269 w 1032033"/>
                <a:gd name="connsiteY579" fmla="*/ 208121 h 649128"/>
                <a:gd name="connsiteX580" fmla="*/ 245269 w 1032033"/>
                <a:gd name="connsiteY580" fmla="*/ 210026 h 649128"/>
                <a:gd name="connsiteX581" fmla="*/ 246221 w 1032033"/>
                <a:gd name="connsiteY581" fmla="*/ 213360 h 649128"/>
                <a:gd name="connsiteX582" fmla="*/ 248126 w 1032033"/>
                <a:gd name="connsiteY582" fmla="*/ 217646 h 649128"/>
                <a:gd name="connsiteX583" fmla="*/ 250508 w 1032033"/>
                <a:gd name="connsiteY583" fmla="*/ 220028 h 649128"/>
                <a:gd name="connsiteX584" fmla="*/ 253365 w 1032033"/>
                <a:gd name="connsiteY584" fmla="*/ 220028 h 649128"/>
                <a:gd name="connsiteX585" fmla="*/ 260033 w 1032033"/>
                <a:gd name="connsiteY585" fmla="*/ 219551 h 649128"/>
                <a:gd name="connsiteX586" fmla="*/ 267176 w 1032033"/>
                <a:gd name="connsiteY586" fmla="*/ 225743 h 649128"/>
                <a:gd name="connsiteX587" fmla="*/ 268129 w 1032033"/>
                <a:gd name="connsiteY587" fmla="*/ 228600 h 649128"/>
                <a:gd name="connsiteX588" fmla="*/ 268129 w 1032033"/>
                <a:gd name="connsiteY588" fmla="*/ 230029 h 649128"/>
                <a:gd name="connsiteX589" fmla="*/ 269081 w 1032033"/>
                <a:gd name="connsiteY589" fmla="*/ 231934 h 649128"/>
                <a:gd name="connsiteX590" fmla="*/ 271463 w 1032033"/>
                <a:gd name="connsiteY590" fmla="*/ 233839 h 649128"/>
                <a:gd name="connsiteX591" fmla="*/ 272415 w 1032033"/>
                <a:gd name="connsiteY591" fmla="*/ 235744 h 649128"/>
                <a:gd name="connsiteX592" fmla="*/ 270986 w 1032033"/>
                <a:gd name="connsiteY592" fmla="*/ 235744 h 649128"/>
                <a:gd name="connsiteX593" fmla="*/ 269558 w 1032033"/>
                <a:gd name="connsiteY593" fmla="*/ 233839 h 649128"/>
                <a:gd name="connsiteX594" fmla="*/ 267176 w 1032033"/>
                <a:gd name="connsiteY594" fmla="*/ 236220 h 649128"/>
                <a:gd name="connsiteX595" fmla="*/ 264319 w 1032033"/>
                <a:gd name="connsiteY595" fmla="*/ 240030 h 649128"/>
                <a:gd name="connsiteX596" fmla="*/ 261938 w 1032033"/>
                <a:gd name="connsiteY596" fmla="*/ 243840 h 649128"/>
                <a:gd name="connsiteX597" fmla="*/ 263366 w 1032033"/>
                <a:gd name="connsiteY597" fmla="*/ 254794 h 649128"/>
                <a:gd name="connsiteX598" fmla="*/ 266224 w 1032033"/>
                <a:gd name="connsiteY598" fmla="*/ 258128 h 649128"/>
                <a:gd name="connsiteX599" fmla="*/ 268129 w 1032033"/>
                <a:gd name="connsiteY599" fmla="*/ 259080 h 649128"/>
                <a:gd name="connsiteX600" fmla="*/ 270034 w 1032033"/>
                <a:gd name="connsiteY600" fmla="*/ 259556 h 649128"/>
                <a:gd name="connsiteX601" fmla="*/ 273844 w 1032033"/>
                <a:gd name="connsiteY601" fmla="*/ 258604 h 649128"/>
                <a:gd name="connsiteX602" fmla="*/ 276225 w 1032033"/>
                <a:gd name="connsiteY602" fmla="*/ 257651 h 649128"/>
                <a:gd name="connsiteX603" fmla="*/ 278606 w 1032033"/>
                <a:gd name="connsiteY603" fmla="*/ 255746 h 649128"/>
                <a:gd name="connsiteX604" fmla="*/ 280035 w 1032033"/>
                <a:gd name="connsiteY604" fmla="*/ 254318 h 649128"/>
                <a:gd name="connsiteX605" fmla="*/ 280035 w 1032033"/>
                <a:gd name="connsiteY605" fmla="*/ 255746 h 649128"/>
                <a:gd name="connsiteX606" fmla="*/ 277178 w 1032033"/>
                <a:gd name="connsiteY606" fmla="*/ 259556 h 649128"/>
                <a:gd name="connsiteX607" fmla="*/ 273844 w 1032033"/>
                <a:gd name="connsiteY607" fmla="*/ 260985 h 649128"/>
                <a:gd name="connsiteX608" fmla="*/ 273844 w 1032033"/>
                <a:gd name="connsiteY608" fmla="*/ 262414 h 649128"/>
                <a:gd name="connsiteX609" fmla="*/ 274796 w 1032033"/>
                <a:gd name="connsiteY609" fmla="*/ 263843 h 649128"/>
                <a:gd name="connsiteX610" fmla="*/ 279559 w 1032033"/>
                <a:gd name="connsiteY610" fmla="*/ 262890 h 649128"/>
                <a:gd name="connsiteX611" fmla="*/ 281464 w 1032033"/>
                <a:gd name="connsiteY611" fmla="*/ 261938 h 649128"/>
                <a:gd name="connsiteX612" fmla="*/ 283369 w 1032033"/>
                <a:gd name="connsiteY612" fmla="*/ 261938 h 649128"/>
                <a:gd name="connsiteX613" fmla="*/ 284798 w 1032033"/>
                <a:gd name="connsiteY613" fmla="*/ 266224 h 649128"/>
                <a:gd name="connsiteX614" fmla="*/ 286703 w 1032033"/>
                <a:gd name="connsiteY614" fmla="*/ 267653 h 649128"/>
                <a:gd name="connsiteX615" fmla="*/ 294323 w 1032033"/>
                <a:gd name="connsiteY615" fmla="*/ 271939 h 649128"/>
                <a:gd name="connsiteX616" fmla="*/ 297656 w 1032033"/>
                <a:gd name="connsiteY616" fmla="*/ 274320 h 649128"/>
                <a:gd name="connsiteX617" fmla="*/ 307181 w 1032033"/>
                <a:gd name="connsiteY617" fmla="*/ 278130 h 649128"/>
                <a:gd name="connsiteX618" fmla="*/ 308610 w 1032033"/>
                <a:gd name="connsiteY618" fmla="*/ 279083 h 649128"/>
                <a:gd name="connsiteX619" fmla="*/ 309086 w 1032033"/>
                <a:gd name="connsiteY619" fmla="*/ 280035 h 649128"/>
                <a:gd name="connsiteX620" fmla="*/ 307658 w 1032033"/>
                <a:gd name="connsiteY620" fmla="*/ 280511 h 649128"/>
                <a:gd name="connsiteX621" fmla="*/ 305753 w 1032033"/>
                <a:gd name="connsiteY621" fmla="*/ 280511 h 649128"/>
                <a:gd name="connsiteX622" fmla="*/ 303848 w 1032033"/>
                <a:gd name="connsiteY622" fmla="*/ 280035 h 649128"/>
                <a:gd name="connsiteX623" fmla="*/ 301942 w 1032033"/>
                <a:gd name="connsiteY623" fmla="*/ 278606 h 649128"/>
                <a:gd name="connsiteX624" fmla="*/ 300514 w 1032033"/>
                <a:gd name="connsiteY624" fmla="*/ 278130 h 649128"/>
                <a:gd name="connsiteX625" fmla="*/ 302895 w 1032033"/>
                <a:gd name="connsiteY625" fmla="*/ 281940 h 649128"/>
                <a:gd name="connsiteX626" fmla="*/ 309563 w 1032033"/>
                <a:gd name="connsiteY626" fmla="*/ 288608 h 649128"/>
                <a:gd name="connsiteX627" fmla="*/ 309563 w 1032033"/>
                <a:gd name="connsiteY627" fmla="*/ 291941 h 649128"/>
                <a:gd name="connsiteX628" fmla="*/ 311467 w 1032033"/>
                <a:gd name="connsiteY628" fmla="*/ 294799 h 649128"/>
                <a:gd name="connsiteX629" fmla="*/ 316230 w 1032033"/>
                <a:gd name="connsiteY629" fmla="*/ 297656 h 649128"/>
                <a:gd name="connsiteX630" fmla="*/ 320040 w 1032033"/>
                <a:gd name="connsiteY630" fmla="*/ 298133 h 649128"/>
                <a:gd name="connsiteX631" fmla="*/ 321469 w 1032033"/>
                <a:gd name="connsiteY631" fmla="*/ 299085 h 649128"/>
                <a:gd name="connsiteX632" fmla="*/ 323850 w 1032033"/>
                <a:gd name="connsiteY632" fmla="*/ 299561 h 649128"/>
                <a:gd name="connsiteX633" fmla="*/ 325755 w 1032033"/>
                <a:gd name="connsiteY633" fmla="*/ 299085 h 649128"/>
                <a:gd name="connsiteX634" fmla="*/ 327184 w 1032033"/>
                <a:gd name="connsiteY634" fmla="*/ 299561 h 649128"/>
                <a:gd name="connsiteX635" fmla="*/ 328136 w 1032033"/>
                <a:gd name="connsiteY635" fmla="*/ 301943 h 649128"/>
                <a:gd name="connsiteX636" fmla="*/ 328136 w 1032033"/>
                <a:gd name="connsiteY636" fmla="*/ 303848 h 649128"/>
                <a:gd name="connsiteX637" fmla="*/ 327184 w 1032033"/>
                <a:gd name="connsiteY637" fmla="*/ 304324 h 649128"/>
                <a:gd name="connsiteX638" fmla="*/ 320516 w 1032033"/>
                <a:gd name="connsiteY638" fmla="*/ 300514 h 649128"/>
                <a:gd name="connsiteX639" fmla="*/ 319088 w 1032033"/>
                <a:gd name="connsiteY639" fmla="*/ 300514 h 649128"/>
                <a:gd name="connsiteX640" fmla="*/ 342424 w 1032033"/>
                <a:gd name="connsiteY640" fmla="*/ 316706 h 649128"/>
                <a:gd name="connsiteX641" fmla="*/ 347663 w 1032033"/>
                <a:gd name="connsiteY641" fmla="*/ 321469 h 649128"/>
                <a:gd name="connsiteX642" fmla="*/ 354806 w 1032033"/>
                <a:gd name="connsiteY642" fmla="*/ 330994 h 649128"/>
                <a:gd name="connsiteX643" fmla="*/ 360521 w 1032033"/>
                <a:gd name="connsiteY643" fmla="*/ 336709 h 649128"/>
                <a:gd name="connsiteX644" fmla="*/ 366236 w 1032033"/>
                <a:gd name="connsiteY644" fmla="*/ 345758 h 649128"/>
                <a:gd name="connsiteX645" fmla="*/ 371951 w 1032033"/>
                <a:gd name="connsiteY645" fmla="*/ 350520 h 649128"/>
                <a:gd name="connsiteX646" fmla="*/ 379095 w 1032033"/>
                <a:gd name="connsiteY646" fmla="*/ 358616 h 649128"/>
                <a:gd name="connsiteX647" fmla="*/ 381953 w 1032033"/>
                <a:gd name="connsiteY647" fmla="*/ 360521 h 649128"/>
                <a:gd name="connsiteX648" fmla="*/ 387191 w 1032033"/>
                <a:gd name="connsiteY648" fmla="*/ 365760 h 649128"/>
                <a:gd name="connsiteX649" fmla="*/ 391954 w 1032033"/>
                <a:gd name="connsiteY649" fmla="*/ 376238 h 649128"/>
                <a:gd name="connsiteX650" fmla="*/ 391954 w 1032033"/>
                <a:gd name="connsiteY650" fmla="*/ 388144 h 649128"/>
                <a:gd name="connsiteX651" fmla="*/ 396240 w 1032033"/>
                <a:gd name="connsiteY651" fmla="*/ 394335 h 649128"/>
                <a:gd name="connsiteX652" fmla="*/ 398621 w 1032033"/>
                <a:gd name="connsiteY652" fmla="*/ 399574 h 649128"/>
                <a:gd name="connsiteX653" fmla="*/ 399574 w 1032033"/>
                <a:gd name="connsiteY653" fmla="*/ 401479 h 649128"/>
                <a:gd name="connsiteX654" fmla="*/ 407194 w 1032033"/>
                <a:gd name="connsiteY654" fmla="*/ 405765 h 649128"/>
                <a:gd name="connsiteX655" fmla="*/ 406241 w 1032033"/>
                <a:gd name="connsiteY655" fmla="*/ 409575 h 649128"/>
                <a:gd name="connsiteX656" fmla="*/ 406717 w 1032033"/>
                <a:gd name="connsiteY656" fmla="*/ 414338 h 649128"/>
                <a:gd name="connsiteX657" fmla="*/ 406241 w 1032033"/>
                <a:gd name="connsiteY657" fmla="*/ 419100 h 649128"/>
                <a:gd name="connsiteX658" fmla="*/ 403860 w 1032033"/>
                <a:gd name="connsiteY658" fmla="*/ 422434 h 649128"/>
                <a:gd name="connsiteX659" fmla="*/ 400526 w 1032033"/>
                <a:gd name="connsiteY659" fmla="*/ 425768 h 649128"/>
                <a:gd name="connsiteX660" fmla="*/ 398621 w 1032033"/>
                <a:gd name="connsiteY660" fmla="*/ 428625 h 649128"/>
                <a:gd name="connsiteX661" fmla="*/ 396716 w 1032033"/>
                <a:gd name="connsiteY661" fmla="*/ 430054 h 649128"/>
                <a:gd name="connsiteX662" fmla="*/ 397192 w 1032033"/>
                <a:gd name="connsiteY662" fmla="*/ 431006 h 649128"/>
                <a:gd name="connsiteX663" fmla="*/ 399574 w 1032033"/>
                <a:gd name="connsiteY663" fmla="*/ 431006 h 649128"/>
                <a:gd name="connsiteX664" fmla="*/ 402908 w 1032033"/>
                <a:gd name="connsiteY664" fmla="*/ 431959 h 649128"/>
                <a:gd name="connsiteX665" fmla="*/ 405289 w 1032033"/>
                <a:gd name="connsiteY665" fmla="*/ 434816 h 649128"/>
                <a:gd name="connsiteX666" fmla="*/ 405765 w 1032033"/>
                <a:gd name="connsiteY666" fmla="*/ 436245 h 649128"/>
                <a:gd name="connsiteX667" fmla="*/ 405289 w 1032033"/>
                <a:gd name="connsiteY667" fmla="*/ 438150 h 649128"/>
                <a:gd name="connsiteX668" fmla="*/ 401479 w 1032033"/>
                <a:gd name="connsiteY668" fmla="*/ 440531 h 649128"/>
                <a:gd name="connsiteX669" fmla="*/ 395764 w 1032033"/>
                <a:gd name="connsiteY669" fmla="*/ 441008 h 649128"/>
                <a:gd name="connsiteX670" fmla="*/ 392430 w 1032033"/>
                <a:gd name="connsiteY670" fmla="*/ 443389 h 649128"/>
                <a:gd name="connsiteX671" fmla="*/ 391478 w 1032033"/>
                <a:gd name="connsiteY671" fmla="*/ 445294 h 649128"/>
                <a:gd name="connsiteX672" fmla="*/ 393383 w 1032033"/>
                <a:gd name="connsiteY672" fmla="*/ 447675 h 649128"/>
                <a:gd name="connsiteX673" fmla="*/ 394811 w 1032033"/>
                <a:gd name="connsiteY673" fmla="*/ 450533 h 649128"/>
                <a:gd name="connsiteX674" fmla="*/ 396240 w 1032033"/>
                <a:gd name="connsiteY674" fmla="*/ 455771 h 649128"/>
                <a:gd name="connsiteX675" fmla="*/ 398145 w 1032033"/>
                <a:gd name="connsiteY675" fmla="*/ 459105 h 649128"/>
                <a:gd name="connsiteX676" fmla="*/ 404813 w 1032033"/>
                <a:gd name="connsiteY676" fmla="*/ 468630 h 649128"/>
                <a:gd name="connsiteX677" fmla="*/ 411004 w 1032033"/>
                <a:gd name="connsiteY677" fmla="*/ 473869 h 649128"/>
                <a:gd name="connsiteX678" fmla="*/ 412909 w 1032033"/>
                <a:gd name="connsiteY678" fmla="*/ 478155 h 649128"/>
                <a:gd name="connsiteX679" fmla="*/ 416719 w 1032033"/>
                <a:gd name="connsiteY679" fmla="*/ 482918 h 649128"/>
                <a:gd name="connsiteX680" fmla="*/ 428149 w 1032033"/>
                <a:gd name="connsiteY680" fmla="*/ 488156 h 649128"/>
                <a:gd name="connsiteX681" fmla="*/ 434816 w 1032033"/>
                <a:gd name="connsiteY681" fmla="*/ 490538 h 649128"/>
                <a:gd name="connsiteX682" fmla="*/ 439103 w 1032033"/>
                <a:gd name="connsiteY682" fmla="*/ 493395 h 649128"/>
                <a:gd name="connsiteX683" fmla="*/ 447199 w 1032033"/>
                <a:gd name="connsiteY683" fmla="*/ 496729 h 649128"/>
                <a:gd name="connsiteX684" fmla="*/ 451961 w 1032033"/>
                <a:gd name="connsiteY684" fmla="*/ 499586 h 649128"/>
                <a:gd name="connsiteX685" fmla="*/ 459105 w 1032033"/>
                <a:gd name="connsiteY685" fmla="*/ 506254 h 649128"/>
                <a:gd name="connsiteX686" fmla="*/ 462915 w 1032033"/>
                <a:gd name="connsiteY686" fmla="*/ 511493 h 649128"/>
                <a:gd name="connsiteX687" fmla="*/ 467678 w 1032033"/>
                <a:gd name="connsiteY687" fmla="*/ 517208 h 649128"/>
                <a:gd name="connsiteX688" fmla="*/ 481965 w 1032033"/>
                <a:gd name="connsiteY688" fmla="*/ 521970 h 649128"/>
                <a:gd name="connsiteX689" fmla="*/ 492919 w 1032033"/>
                <a:gd name="connsiteY689" fmla="*/ 526256 h 649128"/>
                <a:gd name="connsiteX690" fmla="*/ 498158 w 1032033"/>
                <a:gd name="connsiteY690" fmla="*/ 527209 h 649128"/>
                <a:gd name="connsiteX691" fmla="*/ 509588 w 1032033"/>
                <a:gd name="connsiteY691" fmla="*/ 530067 h 649128"/>
                <a:gd name="connsiteX692" fmla="*/ 517208 w 1032033"/>
                <a:gd name="connsiteY692" fmla="*/ 529590 h 649128"/>
                <a:gd name="connsiteX693" fmla="*/ 519589 w 1032033"/>
                <a:gd name="connsiteY693" fmla="*/ 530067 h 649128"/>
                <a:gd name="connsiteX694" fmla="*/ 521970 w 1032033"/>
                <a:gd name="connsiteY694" fmla="*/ 531495 h 649128"/>
                <a:gd name="connsiteX695" fmla="*/ 524828 w 1032033"/>
                <a:gd name="connsiteY695" fmla="*/ 534353 h 649128"/>
                <a:gd name="connsiteX696" fmla="*/ 530543 w 1032033"/>
                <a:gd name="connsiteY696" fmla="*/ 541020 h 649128"/>
                <a:gd name="connsiteX697" fmla="*/ 534353 w 1032033"/>
                <a:gd name="connsiteY697" fmla="*/ 542449 h 649128"/>
                <a:gd name="connsiteX698" fmla="*/ 537686 w 1032033"/>
                <a:gd name="connsiteY698" fmla="*/ 545783 h 649128"/>
                <a:gd name="connsiteX699" fmla="*/ 545783 w 1032033"/>
                <a:gd name="connsiteY699" fmla="*/ 550069 h 649128"/>
                <a:gd name="connsiteX700" fmla="*/ 550545 w 1032033"/>
                <a:gd name="connsiteY700" fmla="*/ 553879 h 649128"/>
                <a:gd name="connsiteX701" fmla="*/ 555784 w 1032033"/>
                <a:gd name="connsiteY701" fmla="*/ 556260 h 649128"/>
                <a:gd name="connsiteX702" fmla="*/ 570071 w 1032033"/>
                <a:gd name="connsiteY702" fmla="*/ 561023 h 649128"/>
                <a:gd name="connsiteX703" fmla="*/ 576263 w 1032033"/>
                <a:gd name="connsiteY703" fmla="*/ 563880 h 649128"/>
                <a:gd name="connsiteX704" fmla="*/ 583883 w 1032033"/>
                <a:gd name="connsiteY704" fmla="*/ 566261 h 649128"/>
                <a:gd name="connsiteX705" fmla="*/ 595313 w 1032033"/>
                <a:gd name="connsiteY705" fmla="*/ 573405 h 649128"/>
                <a:gd name="connsiteX706" fmla="*/ 606743 w 1032033"/>
                <a:gd name="connsiteY706" fmla="*/ 575310 h 649128"/>
                <a:gd name="connsiteX707" fmla="*/ 618649 w 1032033"/>
                <a:gd name="connsiteY707" fmla="*/ 578168 h 649128"/>
                <a:gd name="connsiteX708" fmla="*/ 621983 w 1032033"/>
                <a:gd name="connsiteY708" fmla="*/ 579596 h 649128"/>
                <a:gd name="connsiteX709" fmla="*/ 626745 w 1032033"/>
                <a:gd name="connsiteY709" fmla="*/ 580073 h 649128"/>
                <a:gd name="connsiteX710" fmla="*/ 634841 w 1032033"/>
                <a:gd name="connsiteY710" fmla="*/ 588169 h 649128"/>
                <a:gd name="connsiteX711" fmla="*/ 647700 w 1032033"/>
                <a:gd name="connsiteY711" fmla="*/ 591503 h 649128"/>
                <a:gd name="connsiteX712" fmla="*/ 660559 w 1032033"/>
                <a:gd name="connsiteY712" fmla="*/ 599599 h 649128"/>
                <a:gd name="connsiteX713" fmla="*/ 680085 w 1032033"/>
                <a:gd name="connsiteY713" fmla="*/ 601504 h 649128"/>
                <a:gd name="connsiteX714" fmla="*/ 692944 w 1032033"/>
                <a:gd name="connsiteY714" fmla="*/ 607695 h 649128"/>
                <a:gd name="connsiteX715" fmla="*/ 702945 w 1032033"/>
                <a:gd name="connsiteY715" fmla="*/ 610076 h 649128"/>
                <a:gd name="connsiteX716" fmla="*/ 706279 w 1032033"/>
                <a:gd name="connsiteY716" fmla="*/ 609124 h 649128"/>
                <a:gd name="connsiteX717" fmla="*/ 712946 w 1032033"/>
                <a:gd name="connsiteY717" fmla="*/ 608648 h 649128"/>
                <a:gd name="connsiteX718" fmla="*/ 728186 w 1032033"/>
                <a:gd name="connsiteY718" fmla="*/ 601980 h 649128"/>
                <a:gd name="connsiteX719" fmla="*/ 738664 w 1032033"/>
                <a:gd name="connsiteY719" fmla="*/ 599123 h 649128"/>
                <a:gd name="connsiteX720" fmla="*/ 750094 w 1032033"/>
                <a:gd name="connsiteY720" fmla="*/ 591979 h 649128"/>
                <a:gd name="connsiteX721" fmla="*/ 756285 w 1032033"/>
                <a:gd name="connsiteY721" fmla="*/ 591026 h 649128"/>
                <a:gd name="connsiteX722" fmla="*/ 761524 w 1032033"/>
                <a:gd name="connsiteY722" fmla="*/ 591026 h 649128"/>
                <a:gd name="connsiteX723" fmla="*/ 762000 w 1032033"/>
                <a:gd name="connsiteY723" fmla="*/ 590550 h 649128"/>
                <a:gd name="connsiteX724" fmla="*/ 760095 w 1032033"/>
                <a:gd name="connsiteY724" fmla="*/ 590074 h 649128"/>
                <a:gd name="connsiteX725" fmla="*/ 754380 w 1032033"/>
                <a:gd name="connsiteY725" fmla="*/ 589121 h 649128"/>
                <a:gd name="connsiteX726" fmla="*/ 754380 w 1032033"/>
                <a:gd name="connsiteY726" fmla="*/ 588169 h 649128"/>
                <a:gd name="connsiteX727" fmla="*/ 757238 w 1032033"/>
                <a:gd name="connsiteY727" fmla="*/ 585788 h 649128"/>
                <a:gd name="connsiteX728" fmla="*/ 758190 w 1032033"/>
                <a:gd name="connsiteY728" fmla="*/ 584359 h 649128"/>
                <a:gd name="connsiteX729" fmla="*/ 759619 w 1032033"/>
                <a:gd name="connsiteY729" fmla="*/ 584359 h 649128"/>
                <a:gd name="connsiteX730" fmla="*/ 762000 w 1032033"/>
                <a:gd name="connsiteY730" fmla="*/ 586264 h 649128"/>
                <a:gd name="connsiteX731" fmla="*/ 762000 w 1032033"/>
                <a:gd name="connsiteY731" fmla="*/ 587693 h 649128"/>
                <a:gd name="connsiteX732" fmla="*/ 762000 w 1032033"/>
                <a:gd name="connsiteY732" fmla="*/ 589121 h 649128"/>
                <a:gd name="connsiteX733" fmla="*/ 763429 w 1032033"/>
                <a:gd name="connsiteY733" fmla="*/ 589121 h 649128"/>
                <a:gd name="connsiteX734" fmla="*/ 766763 w 1032033"/>
                <a:gd name="connsiteY734" fmla="*/ 587217 h 649128"/>
                <a:gd name="connsiteX735" fmla="*/ 767715 w 1032033"/>
                <a:gd name="connsiteY735" fmla="*/ 587217 h 649128"/>
                <a:gd name="connsiteX736" fmla="*/ 768668 w 1032033"/>
                <a:gd name="connsiteY736" fmla="*/ 588169 h 649128"/>
                <a:gd name="connsiteX737" fmla="*/ 765334 w 1032033"/>
                <a:gd name="connsiteY737" fmla="*/ 591026 h 649128"/>
                <a:gd name="connsiteX738" fmla="*/ 765810 w 1032033"/>
                <a:gd name="connsiteY738" fmla="*/ 591979 h 649128"/>
                <a:gd name="connsiteX739" fmla="*/ 772477 w 1032033"/>
                <a:gd name="connsiteY739" fmla="*/ 592455 h 649128"/>
                <a:gd name="connsiteX740" fmla="*/ 788670 w 1032033"/>
                <a:gd name="connsiteY740" fmla="*/ 598170 h 649128"/>
                <a:gd name="connsiteX741" fmla="*/ 787718 w 1032033"/>
                <a:gd name="connsiteY741" fmla="*/ 596742 h 649128"/>
                <a:gd name="connsiteX742" fmla="*/ 782002 w 1032033"/>
                <a:gd name="connsiteY742" fmla="*/ 593884 h 649128"/>
                <a:gd name="connsiteX743" fmla="*/ 780098 w 1032033"/>
                <a:gd name="connsiteY743" fmla="*/ 592931 h 649128"/>
                <a:gd name="connsiteX744" fmla="*/ 778193 w 1032033"/>
                <a:gd name="connsiteY744" fmla="*/ 592931 h 649128"/>
                <a:gd name="connsiteX745" fmla="*/ 775811 w 1032033"/>
                <a:gd name="connsiteY745" fmla="*/ 591979 h 649128"/>
                <a:gd name="connsiteX746" fmla="*/ 773906 w 1032033"/>
                <a:gd name="connsiteY746" fmla="*/ 591026 h 649128"/>
                <a:gd name="connsiteX747" fmla="*/ 774383 w 1032033"/>
                <a:gd name="connsiteY747" fmla="*/ 589121 h 649128"/>
                <a:gd name="connsiteX748" fmla="*/ 775335 w 1032033"/>
                <a:gd name="connsiteY748" fmla="*/ 589121 h 649128"/>
                <a:gd name="connsiteX749" fmla="*/ 777240 w 1032033"/>
                <a:gd name="connsiteY749" fmla="*/ 590550 h 649128"/>
                <a:gd name="connsiteX750" fmla="*/ 779621 w 1032033"/>
                <a:gd name="connsiteY750" fmla="*/ 591503 h 649128"/>
                <a:gd name="connsiteX751" fmla="*/ 784860 w 1032033"/>
                <a:gd name="connsiteY751" fmla="*/ 593408 h 649128"/>
                <a:gd name="connsiteX752" fmla="*/ 790575 w 1032033"/>
                <a:gd name="connsiteY752" fmla="*/ 596742 h 649128"/>
                <a:gd name="connsiteX753" fmla="*/ 796766 w 1032033"/>
                <a:gd name="connsiteY753" fmla="*/ 602456 h 649128"/>
                <a:gd name="connsiteX754" fmla="*/ 803434 w 1032033"/>
                <a:gd name="connsiteY754" fmla="*/ 607219 h 649128"/>
                <a:gd name="connsiteX755" fmla="*/ 816293 w 1032033"/>
                <a:gd name="connsiteY755" fmla="*/ 617696 h 649128"/>
                <a:gd name="connsiteX756" fmla="*/ 821055 w 1032033"/>
                <a:gd name="connsiteY756" fmla="*/ 622459 h 649128"/>
                <a:gd name="connsiteX757" fmla="*/ 824865 w 1032033"/>
                <a:gd name="connsiteY757" fmla="*/ 624840 h 649128"/>
                <a:gd name="connsiteX758" fmla="*/ 828675 w 1032033"/>
                <a:gd name="connsiteY758" fmla="*/ 628174 h 649128"/>
                <a:gd name="connsiteX759" fmla="*/ 838200 w 1032033"/>
                <a:gd name="connsiteY759" fmla="*/ 638651 h 649128"/>
                <a:gd name="connsiteX760" fmla="*/ 847249 w 1032033"/>
                <a:gd name="connsiteY760" fmla="*/ 648176 h 649128"/>
                <a:gd name="connsiteX761" fmla="*/ 848201 w 1032033"/>
                <a:gd name="connsiteY761" fmla="*/ 649129 h 649128"/>
                <a:gd name="connsiteX762" fmla="*/ 849154 w 1032033"/>
                <a:gd name="connsiteY762" fmla="*/ 648176 h 649128"/>
                <a:gd name="connsiteX763" fmla="*/ 850106 w 1032033"/>
                <a:gd name="connsiteY763" fmla="*/ 646271 h 649128"/>
                <a:gd name="connsiteX764" fmla="*/ 851059 w 1032033"/>
                <a:gd name="connsiteY764" fmla="*/ 644367 h 649128"/>
                <a:gd name="connsiteX765" fmla="*/ 850583 w 1032033"/>
                <a:gd name="connsiteY765" fmla="*/ 641985 h 649128"/>
                <a:gd name="connsiteX766" fmla="*/ 850106 w 1032033"/>
                <a:gd name="connsiteY766" fmla="*/ 640080 h 649128"/>
                <a:gd name="connsiteX767" fmla="*/ 851059 w 1032033"/>
                <a:gd name="connsiteY767" fmla="*/ 637223 h 649128"/>
                <a:gd name="connsiteX768" fmla="*/ 851059 w 1032033"/>
                <a:gd name="connsiteY768" fmla="*/ 635318 h 649128"/>
                <a:gd name="connsiteX769" fmla="*/ 851535 w 1032033"/>
                <a:gd name="connsiteY769" fmla="*/ 633889 h 649128"/>
                <a:gd name="connsiteX770" fmla="*/ 852964 w 1032033"/>
                <a:gd name="connsiteY770" fmla="*/ 632936 h 649128"/>
                <a:gd name="connsiteX771" fmla="*/ 853916 w 1032033"/>
                <a:gd name="connsiteY771" fmla="*/ 631508 h 649128"/>
                <a:gd name="connsiteX772" fmla="*/ 849630 w 1032033"/>
                <a:gd name="connsiteY772" fmla="*/ 625793 h 649128"/>
                <a:gd name="connsiteX773" fmla="*/ 849630 w 1032033"/>
                <a:gd name="connsiteY773" fmla="*/ 624364 h 649128"/>
                <a:gd name="connsiteX774" fmla="*/ 850106 w 1032033"/>
                <a:gd name="connsiteY774" fmla="*/ 622935 h 649128"/>
                <a:gd name="connsiteX775" fmla="*/ 853440 w 1032033"/>
                <a:gd name="connsiteY775" fmla="*/ 616744 h 649128"/>
                <a:gd name="connsiteX776" fmla="*/ 857726 w 1032033"/>
                <a:gd name="connsiteY776" fmla="*/ 609600 h 649128"/>
                <a:gd name="connsiteX777" fmla="*/ 862489 w 1032033"/>
                <a:gd name="connsiteY777" fmla="*/ 601504 h 649128"/>
                <a:gd name="connsiteX778" fmla="*/ 865346 w 1032033"/>
                <a:gd name="connsiteY778" fmla="*/ 596742 h 649128"/>
                <a:gd name="connsiteX779" fmla="*/ 875824 w 1032033"/>
                <a:gd name="connsiteY779" fmla="*/ 596742 h 649128"/>
                <a:gd name="connsiteX780" fmla="*/ 882491 w 1032033"/>
                <a:gd name="connsiteY780" fmla="*/ 596742 h 649128"/>
                <a:gd name="connsiteX781" fmla="*/ 891064 w 1032033"/>
                <a:gd name="connsiteY781" fmla="*/ 596742 h 649128"/>
                <a:gd name="connsiteX782" fmla="*/ 900589 w 1032033"/>
                <a:gd name="connsiteY782" fmla="*/ 596742 h 649128"/>
                <a:gd name="connsiteX783" fmla="*/ 906780 w 1032033"/>
                <a:gd name="connsiteY783" fmla="*/ 596742 h 649128"/>
                <a:gd name="connsiteX784" fmla="*/ 909161 w 1032033"/>
                <a:gd name="connsiteY784" fmla="*/ 596742 h 649128"/>
                <a:gd name="connsiteX785" fmla="*/ 908685 w 1032033"/>
                <a:gd name="connsiteY785" fmla="*/ 593884 h 649128"/>
                <a:gd name="connsiteX786" fmla="*/ 909161 w 1032033"/>
                <a:gd name="connsiteY786" fmla="*/ 590550 h 649128"/>
                <a:gd name="connsiteX787" fmla="*/ 910114 w 1032033"/>
                <a:gd name="connsiteY787" fmla="*/ 587217 h 649128"/>
                <a:gd name="connsiteX788" fmla="*/ 910114 w 1032033"/>
                <a:gd name="connsiteY788" fmla="*/ 585788 h 649128"/>
                <a:gd name="connsiteX789" fmla="*/ 908209 w 1032033"/>
                <a:gd name="connsiteY789" fmla="*/ 583883 h 649128"/>
                <a:gd name="connsiteX790" fmla="*/ 904875 w 1032033"/>
                <a:gd name="connsiteY790" fmla="*/ 582930 h 649128"/>
                <a:gd name="connsiteX791" fmla="*/ 902970 w 1032033"/>
                <a:gd name="connsiteY791" fmla="*/ 581501 h 649128"/>
                <a:gd name="connsiteX792" fmla="*/ 902970 w 1032033"/>
                <a:gd name="connsiteY792" fmla="*/ 579596 h 649128"/>
                <a:gd name="connsiteX793" fmla="*/ 902018 w 1032033"/>
                <a:gd name="connsiteY793" fmla="*/ 577215 h 649128"/>
                <a:gd name="connsiteX794" fmla="*/ 900113 w 1032033"/>
                <a:gd name="connsiteY794" fmla="*/ 574358 h 649128"/>
                <a:gd name="connsiteX795" fmla="*/ 896302 w 1032033"/>
                <a:gd name="connsiteY795" fmla="*/ 571500 h 649128"/>
                <a:gd name="connsiteX796" fmla="*/ 891064 w 1032033"/>
                <a:gd name="connsiteY796" fmla="*/ 568643 h 649128"/>
                <a:gd name="connsiteX797" fmla="*/ 886301 w 1032033"/>
                <a:gd name="connsiteY797" fmla="*/ 564833 h 649128"/>
                <a:gd name="connsiteX798" fmla="*/ 882491 w 1032033"/>
                <a:gd name="connsiteY798" fmla="*/ 560070 h 649128"/>
                <a:gd name="connsiteX799" fmla="*/ 879158 w 1032033"/>
                <a:gd name="connsiteY799" fmla="*/ 557213 h 649128"/>
                <a:gd name="connsiteX800" fmla="*/ 876776 w 1032033"/>
                <a:gd name="connsiteY800" fmla="*/ 555784 h 649128"/>
                <a:gd name="connsiteX801" fmla="*/ 876300 w 1032033"/>
                <a:gd name="connsiteY801" fmla="*/ 555308 h 649128"/>
                <a:gd name="connsiteX802" fmla="*/ 883444 w 1032033"/>
                <a:gd name="connsiteY802" fmla="*/ 555308 h 649128"/>
                <a:gd name="connsiteX803" fmla="*/ 890111 w 1032033"/>
                <a:gd name="connsiteY803" fmla="*/ 555308 h 649128"/>
                <a:gd name="connsiteX804" fmla="*/ 890111 w 1032033"/>
                <a:gd name="connsiteY804" fmla="*/ 548640 h 649128"/>
                <a:gd name="connsiteX805" fmla="*/ 890111 w 1032033"/>
                <a:gd name="connsiteY805" fmla="*/ 542449 h 649128"/>
                <a:gd name="connsiteX806" fmla="*/ 890111 w 1032033"/>
                <a:gd name="connsiteY806" fmla="*/ 535781 h 649128"/>
                <a:gd name="connsiteX807" fmla="*/ 902494 w 1032033"/>
                <a:gd name="connsiteY807" fmla="*/ 535781 h 649128"/>
                <a:gd name="connsiteX808" fmla="*/ 917258 w 1032033"/>
                <a:gd name="connsiteY808" fmla="*/ 535781 h 649128"/>
                <a:gd name="connsiteX809" fmla="*/ 932498 w 1032033"/>
                <a:gd name="connsiteY809" fmla="*/ 535781 h 649128"/>
                <a:gd name="connsiteX810" fmla="*/ 944880 w 1032033"/>
                <a:gd name="connsiteY810" fmla="*/ 535781 h 649128"/>
                <a:gd name="connsiteX811" fmla="*/ 952024 w 1032033"/>
                <a:gd name="connsiteY811" fmla="*/ 535781 h 649128"/>
                <a:gd name="connsiteX812" fmla="*/ 952024 w 1032033"/>
                <a:gd name="connsiteY812" fmla="*/ 532924 h 649128"/>
                <a:gd name="connsiteX813" fmla="*/ 952976 w 1032033"/>
                <a:gd name="connsiteY813" fmla="*/ 530543 h 649128"/>
                <a:gd name="connsiteX814" fmla="*/ 955834 w 1032033"/>
                <a:gd name="connsiteY814" fmla="*/ 529590 h 649128"/>
                <a:gd name="connsiteX815" fmla="*/ 959644 w 1032033"/>
                <a:gd name="connsiteY815" fmla="*/ 531495 h 649128"/>
                <a:gd name="connsiteX816" fmla="*/ 961073 w 1032033"/>
                <a:gd name="connsiteY816" fmla="*/ 532448 h 649128"/>
                <a:gd name="connsiteX817" fmla="*/ 962501 w 1032033"/>
                <a:gd name="connsiteY817" fmla="*/ 531971 h 649128"/>
                <a:gd name="connsiteX818" fmla="*/ 964406 w 1032033"/>
                <a:gd name="connsiteY818" fmla="*/ 530543 h 649128"/>
                <a:gd name="connsiteX819" fmla="*/ 966311 w 1032033"/>
                <a:gd name="connsiteY819" fmla="*/ 526733 h 649128"/>
                <a:gd name="connsiteX820" fmla="*/ 971550 w 1032033"/>
                <a:gd name="connsiteY820" fmla="*/ 519113 h 649128"/>
                <a:gd name="connsiteX821" fmla="*/ 973931 w 1032033"/>
                <a:gd name="connsiteY821" fmla="*/ 513874 h 649128"/>
                <a:gd name="connsiteX822" fmla="*/ 975836 w 1032033"/>
                <a:gd name="connsiteY822" fmla="*/ 512921 h 649128"/>
                <a:gd name="connsiteX823" fmla="*/ 978694 w 1032033"/>
                <a:gd name="connsiteY823" fmla="*/ 512921 h 649128"/>
                <a:gd name="connsiteX824" fmla="*/ 981075 w 1032033"/>
                <a:gd name="connsiteY824" fmla="*/ 513398 h 649128"/>
                <a:gd name="connsiteX825" fmla="*/ 981551 w 1032033"/>
                <a:gd name="connsiteY825" fmla="*/ 511969 h 649128"/>
                <a:gd name="connsiteX826" fmla="*/ 984409 w 1032033"/>
                <a:gd name="connsiteY826" fmla="*/ 507683 h 649128"/>
                <a:gd name="connsiteX827" fmla="*/ 984409 w 1032033"/>
                <a:gd name="connsiteY827" fmla="*/ 504825 h 649128"/>
                <a:gd name="connsiteX828" fmla="*/ 986790 w 1032033"/>
                <a:gd name="connsiteY828" fmla="*/ 502920 h 649128"/>
                <a:gd name="connsiteX829" fmla="*/ 988695 w 1032033"/>
                <a:gd name="connsiteY829" fmla="*/ 501015 h 649128"/>
                <a:gd name="connsiteX830" fmla="*/ 990124 w 1032033"/>
                <a:gd name="connsiteY830" fmla="*/ 501015 h 649128"/>
                <a:gd name="connsiteX831" fmla="*/ 990600 w 1032033"/>
                <a:gd name="connsiteY831" fmla="*/ 504825 h 649128"/>
                <a:gd name="connsiteX832" fmla="*/ 989171 w 1032033"/>
                <a:gd name="connsiteY832" fmla="*/ 511969 h 649128"/>
                <a:gd name="connsiteX833" fmla="*/ 989648 w 1032033"/>
                <a:gd name="connsiteY833" fmla="*/ 513398 h 649128"/>
                <a:gd name="connsiteX834" fmla="*/ 992505 w 1032033"/>
                <a:gd name="connsiteY834" fmla="*/ 514826 h 649128"/>
                <a:gd name="connsiteX835" fmla="*/ 995363 w 1032033"/>
                <a:gd name="connsiteY835" fmla="*/ 520541 h 649128"/>
                <a:gd name="connsiteX836" fmla="*/ 996315 w 1032033"/>
                <a:gd name="connsiteY836" fmla="*/ 520541 h 649128"/>
                <a:gd name="connsiteX837" fmla="*/ 998220 w 1032033"/>
                <a:gd name="connsiteY837" fmla="*/ 517684 h 649128"/>
                <a:gd name="connsiteX838" fmla="*/ 999649 w 1032033"/>
                <a:gd name="connsiteY838" fmla="*/ 514826 h 649128"/>
                <a:gd name="connsiteX839" fmla="*/ 1000601 w 1032033"/>
                <a:gd name="connsiteY839" fmla="*/ 507683 h 649128"/>
                <a:gd name="connsiteX840" fmla="*/ 1003459 w 1032033"/>
                <a:gd name="connsiteY840" fmla="*/ 502920 h 649128"/>
                <a:gd name="connsiteX841" fmla="*/ 1005364 w 1032033"/>
                <a:gd name="connsiteY841" fmla="*/ 494348 h 649128"/>
                <a:gd name="connsiteX842" fmla="*/ 1008698 w 1032033"/>
                <a:gd name="connsiteY842" fmla="*/ 485775 h 649128"/>
                <a:gd name="connsiteX843" fmla="*/ 1008221 w 1032033"/>
                <a:gd name="connsiteY843" fmla="*/ 484823 h 649128"/>
                <a:gd name="connsiteX844" fmla="*/ 1006793 w 1032033"/>
                <a:gd name="connsiteY844" fmla="*/ 484823 h 649128"/>
                <a:gd name="connsiteX845" fmla="*/ 1004411 w 1032033"/>
                <a:gd name="connsiteY845" fmla="*/ 487204 h 649128"/>
                <a:gd name="connsiteX846" fmla="*/ 1003459 w 1032033"/>
                <a:gd name="connsiteY846" fmla="*/ 486728 h 649128"/>
                <a:gd name="connsiteX847" fmla="*/ 1003459 w 1032033"/>
                <a:gd name="connsiteY847" fmla="*/ 483394 h 649128"/>
                <a:gd name="connsiteX848" fmla="*/ 1004411 w 1032033"/>
                <a:gd name="connsiteY848" fmla="*/ 482441 h 649128"/>
                <a:gd name="connsiteX849" fmla="*/ 1006316 w 1032033"/>
                <a:gd name="connsiteY849" fmla="*/ 481489 h 649128"/>
                <a:gd name="connsiteX850" fmla="*/ 1008221 w 1032033"/>
                <a:gd name="connsiteY850" fmla="*/ 481013 h 649128"/>
                <a:gd name="connsiteX851" fmla="*/ 1009174 w 1032033"/>
                <a:gd name="connsiteY851" fmla="*/ 480536 h 649128"/>
                <a:gd name="connsiteX852" fmla="*/ 1010602 w 1032033"/>
                <a:gd name="connsiteY852" fmla="*/ 478631 h 649128"/>
                <a:gd name="connsiteX853" fmla="*/ 1011079 w 1032033"/>
                <a:gd name="connsiteY853" fmla="*/ 475774 h 649128"/>
                <a:gd name="connsiteX854" fmla="*/ 1009650 w 1032033"/>
                <a:gd name="connsiteY854" fmla="*/ 475774 h 649128"/>
                <a:gd name="connsiteX855" fmla="*/ 1008221 w 1032033"/>
                <a:gd name="connsiteY855" fmla="*/ 476250 h 649128"/>
                <a:gd name="connsiteX856" fmla="*/ 1005840 w 1032033"/>
                <a:gd name="connsiteY856" fmla="*/ 476250 h 649128"/>
                <a:gd name="connsiteX857" fmla="*/ 1003935 w 1032033"/>
                <a:gd name="connsiteY857" fmla="*/ 476726 h 649128"/>
                <a:gd name="connsiteX858" fmla="*/ 1002506 w 1032033"/>
                <a:gd name="connsiteY858" fmla="*/ 475298 h 649128"/>
                <a:gd name="connsiteX859" fmla="*/ 1002506 w 1032033"/>
                <a:gd name="connsiteY859" fmla="*/ 473869 h 649128"/>
                <a:gd name="connsiteX860" fmla="*/ 1005840 w 1032033"/>
                <a:gd name="connsiteY860" fmla="*/ 469106 h 649128"/>
                <a:gd name="connsiteX861" fmla="*/ 1008698 w 1032033"/>
                <a:gd name="connsiteY861" fmla="*/ 467201 h 649128"/>
                <a:gd name="connsiteX862" fmla="*/ 1010126 w 1032033"/>
                <a:gd name="connsiteY862" fmla="*/ 467201 h 649128"/>
                <a:gd name="connsiteX863" fmla="*/ 1011079 w 1032033"/>
                <a:gd name="connsiteY863" fmla="*/ 465773 h 649128"/>
                <a:gd name="connsiteX864" fmla="*/ 1011555 w 1032033"/>
                <a:gd name="connsiteY864" fmla="*/ 464344 h 649128"/>
                <a:gd name="connsiteX865" fmla="*/ 1010602 w 1032033"/>
                <a:gd name="connsiteY865" fmla="*/ 461010 h 649128"/>
                <a:gd name="connsiteX866" fmla="*/ 1010602 w 1032033"/>
                <a:gd name="connsiteY866" fmla="*/ 457200 h 649128"/>
                <a:gd name="connsiteX867" fmla="*/ 1012031 w 1032033"/>
                <a:gd name="connsiteY867" fmla="*/ 452914 h 649128"/>
                <a:gd name="connsiteX868" fmla="*/ 1018699 w 1032033"/>
                <a:gd name="connsiteY868" fmla="*/ 443389 h 649128"/>
                <a:gd name="connsiteX869" fmla="*/ 1024414 w 1032033"/>
                <a:gd name="connsiteY869" fmla="*/ 439103 h 649128"/>
                <a:gd name="connsiteX870" fmla="*/ 1029176 w 1032033"/>
                <a:gd name="connsiteY870" fmla="*/ 433864 h 649128"/>
                <a:gd name="connsiteX871" fmla="*/ 1028700 w 1032033"/>
                <a:gd name="connsiteY871" fmla="*/ 429578 h 649128"/>
                <a:gd name="connsiteX872" fmla="*/ 79534 w 1032033"/>
                <a:gd name="connsiteY872" fmla="*/ 36195 h 649128"/>
                <a:gd name="connsiteX873" fmla="*/ 79534 w 1032033"/>
                <a:gd name="connsiteY873" fmla="*/ 36195 h 649128"/>
                <a:gd name="connsiteX874" fmla="*/ 79058 w 1032033"/>
                <a:gd name="connsiteY874" fmla="*/ 38100 h 649128"/>
                <a:gd name="connsiteX875" fmla="*/ 80963 w 1032033"/>
                <a:gd name="connsiteY875" fmla="*/ 40005 h 649128"/>
                <a:gd name="connsiteX876" fmla="*/ 81915 w 1032033"/>
                <a:gd name="connsiteY876" fmla="*/ 40005 h 649128"/>
                <a:gd name="connsiteX877" fmla="*/ 81915 w 1032033"/>
                <a:gd name="connsiteY877" fmla="*/ 39529 h 649128"/>
                <a:gd name="connsiteX878" fmla="*/ 80963 w 1032033"/>
                <a:gd name="connsiteY878" fmla="*/ 38100 h 649128"/>
                <a:gd name="connsiteX879" fmla="*/ 79534 w 1032033"/>
                <a:gd name="connsiteY879" fmla="*/ 36195 h 64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Lst>
              <a:rect l="l" t="t" r="r" b="b"/>
              <a:pathLst>
                <a:path w="1032033" h="649128">
                  <a:moveTo>
                    <a:pt x="1028700" y="429578"/>
                  </a:moveTo>
                  <a:lnTo>
                    <a:pt x="1030605" y="425291"/>
                  </a:lnTo>
                  <a:lnTo>
                    <a:pt x="1032034" y="420053"/>
                  </a:lnTo>
                  <a:lnTo>
                    <a:pt x="1031081" y="418148"/>
                  </a:lnTo>
                  <a:lnTo>
                    <a:pt x="1030605" y="416719"/>
                  </a:lnTo>
                  <a:lnTo>
                    <a:pt x="1030129" y="410051"/>
                  </a:lnTo>
                  <a:lnTo>
                    <a:pt x="1027271" y="408623"/>
                  </a:lnTo>
                  <a:lnTo>
                    <a:pt x="1022985" y="403860"/>
                  </a:lnTo>
                  <a:lnTo>
                    <a:pt x="1019651" y="402908"/>
                  </a:lnTo>
                  <a:lnTo>
                    <a:pt x="1016794" y="404336"/>
                  </a:lnTo>
                  <a:lnTo>
                    <a:pt x="1014889" y="404813"/>
                  </a:lnTo>
                  <a:lnTo>
                    <a:pt x="1011555" y="404813"/>
                  </a:lnTo>
                  <a:lnTo>
                    <a:pt x="1011079" y="405765"/>
                  </a:lnTo>
                  <a:lnTo>
                    <a:pt x="1013936" y="406718"/>
                  </a:lnTo>
                  <a:lnTo>
                    <a:pt x="1015365" y="406718"/>
                  </a:lnTo>
                  <a:lnTo>
                    <a:pt x="1016794" y="406241"/>
                  </a:lnTo>
                  <a:lnTo>
                    <a:pt x="1017746" y="406241"/>
                  </a:lnTo>
                  <a:lnTo>
                    <a:pt x="1018699" y="407194"/>
                  </a:lnTo>
                  <a:lnTo>
                    <a:pt x="1017746" y="408623"/>
                  </a:lnTo>
                  <a:lnTo>
                    <a:pt x="1016794" y="409099"/>
                  </a:lnTo>
                  <a:lnTo>
                    <a:pt x="1015841" y="409575"/>
                  </a:lnTo>
                  <a:lnTo>
                    <a:pt x="1007745" y="409099"/>
                  </a:lnTo>
                  <a:lnTo>
                    <a:pt x="1000601" y="406718"/>
                  </a:lnTo>
                  <a:lnTo>
                    <a:pt x="997744" y="406241"/>
                  </a:lnTo>
                  <a:lnTo>
                    <a:pt x="989648" y="404336"/>
                  </a:lnTo>
                  <a:lnTo>
                    <a:pt x="985361" y="403860"/>
                  </a:lnTo>
                  <a:lnTo>
                    <a:pt x="983933" y="404336"/>
                  </a:lnTo>
                  <a:lnTo>
                    <a:pt x="983933" y="404813"/>
                  </a:lnTo>
                  <a:lnTo>
                    <a:pt x="983456" y="405289"/>
                  </a:lnTo>
                  <a:lnTo>
                    <a:pt x="981075" y="405765"/>
                  </a:lnTo>
                  <a:lnTo>
                    <a:pt x="973931" y="405765"/>
                  </a:lnTo>
                  <a:lnTo>
                    <a:pt x="970121" y="406718"/>
                  </a:lnTo>
                  <a:lnTo>
                    <a:pt x="964406" y="410051"/>
                  </a:lnTo>
                  <a:lnTo>
                    <a:pt x="960120" y="411480"/>
                  </a:lnTo>
                  <a:lnTo>
                    <a:pt x="928211" y="416243"/>
                  </a:lnTo>
                  <a:lnTo>
                    <a:pt x="925830" y="417195"/>
                  </a:lnTo>
                  <a:lnTo>
                    <a:pt x="915829" y="421958"/>
                  </a:lnTo>
                  <a:lnTo>
                    <a:pt x="910114" y="425768"/>
                  </a:lnTo>
                  <a:lnTo>
                    <a:pt x="907256" y="434816"/>
                  </a:lnTo>
                  <a:lnTo>
                    <a:pt x="906304" y="436245"/>
                  </a:lnTo>
                  <a:lnTo>
                    <a:pt x="905351" y="441960"/>
                  </a:lnTo>
                  <a:lnTo>
                    <a:pt x="905351" y="448151"/>
                  </a:lnTo>
                  <a:lnTo>
                    <a:pt x="904875" y="453390"/>
                  </a:lnTo>
                  <a:lnTo>
                    <a:pt x="904875" y="460534"/>
                  </a:lnTo>
                  <a:lnTo>
                    <a:pt x="904399" y="463391"/>
                  </a:lnTo>
                  <a:lnTo>
                    <a:pt x="903923" y="464820"/>
                  </a:lnTo>
                  <a:lnTo>
                    <a:pt x="899160" y="468630"/>
                  </a:lnTo>
                  <a:lnTo>
                    <a:pt x="897731" y="471011"/>
                  </a:lnTo>
                  <a:lnTo>
                    <a:pt x="896302" y="484346"/>
                  </a:lnTo>
                  <a:lnTo>
                    <a:pt x="889159" y="491490"/>
                  </a:lnTo>
                  <a:lnTo>
                    <a:pt x="885825" y="493395"/>
                  </a:lnTo>
                  <a:lnTo>
                    <a:pt x="882968" y="495300"/>
                  </a:lnTo>
                  <a:lnTo>
                    <a:pt x="872966" y="500539"/>
                  </a:lnTo>
                  <a:lnTo>
                    <a:pt x="872014" y="501491"/>
                  </a:lnTo>
                  <a:lnTo>
                    <a:pt x="871538" y="502444"/>
                  </a:lnTo>
                  <a:lnTo>
                    <a:pt x="872490" y="502444"/>
                  </a:lnTo>
                  <a:lnTo>
                    <a:pt x="875824" y="500063"/>
                  </a:lnTo>
                  <a:lnTo>
                    <a:pt x="876300" y="501015"/>
                  </a:lnTo>
                  <a:lnTo>
                    <a:pt x="875348" y="503396"/>
                  </a:lnTo>
                  <a:lnTo>
                    <a:pt x="875824" y="504349"/>
                  </a:lnTo>
                  <a:lnTo>
                    <a:pt x="877252" y="504349"/>
                  </a:lnTo>
                  <a:lnTo>
                    <a:pt x="878205" y="506254"/>
                  </a:lnTo>
                  <a:lnTo>
                    <a:pt x="878205" y="509588"/>
                  </a:lnTo>
                  <a:lnTo>
                    <a:pt x="872490" y="512445"/>
                  </a:lnTo>
                  <a:lnTo>
                    <a:pt x="869156" y="515303"/>
                  </a:lnTo>
                  <a:lnTo>
                    <a:pt x="866775" y="515779"/>
                  </a:lnTo>
                  <a:lnTo>
                    <a:pt x="859631" y="514826"/>
                  </a:lnTo>
                  <a:lnTo>
                    <a:pt x="855821" y="512921"/>
                  </a:lnTo>
                  <a:lnTo>
                    <a:pt x="854869" y="511493"/>
                  </a:lnTo>
                  <a:lnTo>
                    <a:pt x="856774" y="510064"/>
                  </a:lnTo>
                  <a:lnTo>
                    <a:pt x="856774" y="508635"/>
                  </a:lnTo>
                  <a:lnTo>
                    <a:pt x="853440" y="505778"/>
                  </a:lnTo>
                  <a:lnTo>
                    <a:pt x="849154" y="506254"/>
                  </a:lnTo>
                  <a:lnTo>
                    <a:pt x="845344" y="506730"/>
                  </a:lnTo>
                  <a:lnTo>
                    <a:pt x="837724" y="507206"/>
                  </a:lnTo>
                  <a:lnTo>
                    <a:pt x="836295" y="507683"/>
                  </a:lnTo>
                  <a:lnTo>
                    <a:pt x="828675" y="509588"/>
                  </a:lnTo>
                  <a:lnTo>
                    <a:pt x="828199" y="511016"/>
                  </a:lnTo>
                  <a:lnTo>
                    <a:pt x="826770" y="512921"/>
                  </a:lnTo>
                  <a:lnTo>
                    <a:pt x="822960" y="514826"/>
                  </a:lnTo>
                  <a:lnTo>
                    <a:pt x="814864" y="516255"/>
                  </a:lnTo>
                  <a:lnTo>
                    <a:pt x="811530" y="515779"/>
                  </a:lnTo>
                  <a:lnTo>
                    <a:pt x="800576" y="516255"/>
                  </a:lnTo>
                  <a:lnTo>
                    <a:pt x="793433" y="518636"/>
                  </a:lnTo>
                  <a:lnTo>
                    <a:pt x="789623" y="520541"/>
                  </a:lnTo>
                  <a:lnTo>
                    <a:pt x="778669" y="524351"/>
                  </a:lnTo>
                  <a:lnTo>
                    <a:pt x="771525" y="525304"/>
                  </a:lnTo>
                  <a:lnTo>
                    <a:pt x="769144" y="525304"/>
                  </a:lnTo>
                  <a:lnTo>
                    <a:pt x="766286" y="524828"/>
                  </a:lnTo>
                  <a:lnTo>
                    <a:pt x="761524" y="518636"/>
                  </a:lnTo>
                  <a:lnTo>
                    <a:pt x="757714" y="512921"/>
                  </a:lnTo>
                  <a:lnTo>
                    <a:pt x="750570" y="511016"/>
                  </a:lnTo>
                  <a:lnTo>
                    <a:pt x="744855" y="506730"/>
                  </a:lnTo>
                  <a:lnTo>
                    <a:pt x="731996" y="506254"/>
                  </a:lnTo>
                  <a:lnTo>
                    <a:pt x="727234" y="504349"/>
                  </a:lnTo>
                  <a:lnTo>
                    <a:pt x="726281" y="504349"/>
                  </a:lnTo>
                  <a:lnTo>
                    <a:pt x="728663" y="505778"/>
                  </a:lnTo>
                  <a:lnTo>
                    <a:pt x="731044" y="506730"/>
                  </a:lnTo>
                  <a:lnTo>
                    <a:pt x="729615" y="506730"/>
                  </a:lnTo>
                  <a:lnTo>
                    <a:pt x="722948" y="504349"/>
                  </a:lnTo>
                  <a:lnTo>
                    <a:pt x="719614" y="501968"/>
                  </a:lnTo>
                  <a:lnTo>
                    <a:pt x="719138" y="501015"/>
                  </a:lnTo>
                  <a:lnTo>
                    <a:pt x="722948" y="502444"/>
                  </a:lnTo>
                  <a:lnTo>
                    <a:pt x="723900" y="502444"/>
                  </a:lnTo>
                  <a:lnTo>
                    <a:pt x="719138" y="499110"/>
                  </a:lnTo>
                  <a:lnTo>
                    <a:pt x="716756" y="493871"/>
                  </a:lnTo>
                  <a:lnTo>
                    <a:pt x="713899" y="491966"/>
                  </a:lnTo>
                  <a:lnTo>
                    <a:pt x="711994" y="488633"/>
                  </a:lnTo>
                  <a:lnTo>
                    <a:pt x="706279" y="483394"/>
                  </a:lnTo>
                  <a:lnTo>
                    <a:pt x="705326" y="479108"/>
                  </a:lnTo>
                  <a:lnTo>
                    <a:pt x="703421" y="475774"/>
                  </a:lnTo>
                  <a:lnTo>
                    <a:pt x="700564" y="465296"/>
                  </a:lnTo>
                  <a:lnTo>
                    <a:pt x="691991" y="454343"/>
                  </a:lnTo>
                  <a:lnTo>
                    <a:pt x="678180" y="439579"/>
                  </a:lnTo>
                  <a:lnTo>
                    <a:pt x="675799" y="435769"/>
                  </a:lnTo>
                  <a:lnTo>
                    <a:pt x="675323" y="432911"/>
                  </a:lnTo>
                  <a:lnTo>
                    <a:pt x="669608" y="422434"/>
                  </a:lnTo>
                  <a:lnTo>
                    <a:pt x="664845" y="411956"/>
                  </a:lnTo>
                  <a:lnTo>
                    <a:pt x="664845" y="410528"/>
                  </a:lnTo>
                  <a:lnTo>
                    <a:pt x="664369" y="409099"/>
                  </a:lnTo>
                  <a:lnTo>
                    <a:pt x="662464" y="408146"/>
                  </a:lnTo>
                  <a:lnTo>
                    <a:pt x="661511" y="407194"/>
                  </a:lnTo>
                  <a:lnTo>
                    <a:pt x="660083" y="404813"/>
                  </a:lnTo>
                  <a:lnTo>
                    <a:pt x="656273" y="390049"/>
                  </a:lnTo>
                  <a:lnTo>
                    <a:pt x="661988" y="399574"/>
                  </a:lnTo>
                  <a:lnTo>
                    <a:pt x="666750" y="404813"/>
                  </a:lnTo>
                  <a:lnTo>
                    <a:pt x="669131" y="406241"/>
                  </a:lnTo>
                  <a:lnTo>
                    <a:pt x="669131" y="407670"/>
                  </a:lnTo>
                  <a:lnTo>
                    <a:pt x="669608" y="409099"/>
                  </a:lnTo>
                  <a:lnTo>
                    <a:pt x="669131" y="412909"/>
                  </a:lnTo>
                  <a:lnTo>
                    <a:pt x="670084" y="415766"/>
                  </a:lnTo>
                  <a:lnTo>
                    <a:pt x="671036" y="412433"/>
                  </a:lnTo>
                  <a:lnTo>
                    <a:pt x="672941" y="410051"/>
                  </a:lnTo>
                  <a:lnTo>
                    <a:pt x="673894" y="405765"/>
                  </a:lnTo>
                  <a:lnTo>
                    <a:pt x="672465" y="403860"/>
                  </a:lnTo>
                  <a:lnTo>
                    <a:pt x="668179" y="400526"/>
                  </a:lnTo>
                  <a:lnTo>
                    <a:pt x="664845" y="396716"/>
                  </a:lnTo>
                  <a:lnTo>
                    <a:pt x="658654" y="386239"/>
                  </a:lnTo>
                  <a:lnTo>
                    <a:pt x="658178" y="380048"/>
                  </a:lnTo>
                  <a:lnTo>
                    <a:pt x="656273" y="371951"/>
                  </a:lnTo>
                  <a:lnTo>
                    <a:pt x="656273" y="370523"/>
                  </a:lnTo>
                  <a:lnTo>
                    <a:pt x="655796" y="368141"/>
                  </a:lnTo>
                  <a:lnTo>
                    <a:pt x="657225" y="362903"/>
                  </a:lnTo>
                  <a:lnTo>
                    <a:pt x="659130" y="359093"/>
                  </a:lnTo>
                  <a:lnTo>
                    <a:pt x="659606" y="357188"/>
                  </a:lnTo>
                  <a:lnTo>
                    <a:pt x="659130" y="344329"/>
                  </a:lnTo>
                  <a:lnTo>
                    <a:pt x="660559" y="329089"/>
                  </a:lnTo>
                  <a:lnTo>
                    <a:pt x="660083" y="328136"/>
                  </a:lnTo>
                  <a:lnTo>
                    <a:pt x="660559" y="327184"/>
                  </a:lnTo>
                  <a:lnTo>
                    <a:pt x="661035" y="320516"/>
                  </a:lnTo>
                  <a:lnTo>
                    <a:pt x="662940" y="305753"/>
                  </a:lnTo>
                  <a:lnTo>
                    <a:pt x="668179" y="283369"/>
                  </a:lnTo>
                  <a:lnTo>
                    <a:pt x="671036" y="275749"/>
                  </a:lnTo>
                  <a:lnTo>
                    <a:pt x="677704" y="262890"/>
                  </a:lnTo>
                  <a:lnTo>
                    <a:pt x="679609" y="256699"/>
                  </a:lnTo>
                  <a:lnTo>
                    <a:pt x="680085" y="249079"/>
                  </a:lnTo>
                  <a:lnTo>
                    <a:pt x="675323" y="250031"/>
                  </a:lnTo>
                  <a:lnTo>
                    <a:pt x="673418" y="250984"/>
                  </a:lnTo>
                  <a:lnTo>
                    <a:pt x="672941" y="251936"/>
                  </a:lnTo>
                  <a:lnTo>
                    <a:pt x="672465" y="252413"/>
                  </a:lnTo>
                  <a:lnTo>
                    <a:pt x="671989" y="252413"/>
                  </a:lnTo>
                  <a:lnTo>
                    <a:pt x="669608" y="251936"/>
                  </a:lnTo>
                  <a:lnTo>
                    <a:pt x="664845" y="248603"/>
                  </a:lnTo>
                  <a:lnTo>
                    <a:pt x="657701" y="246698"/>
                  </a:lnTo>
                  <a:lnTo>
                    <a:pt x="648176" y="245745"/>
                  </a:lnTo>
                  <a:lnTo>
                    <a:pt x="641509" y="243840"/>
                  </a:lnTo>
                  <a:lnTo>
                    <a:pt x="638175" y="241459"/>
                  </a:lnTo>
                  <a:lnTo>
                    <a:pt x="634365" y="240030"/>
                  </a:lnTo>
                  <a:lnTo>
                    <a:pt x="630555" y="239554"/>
                  </a:lnTo>
                  <a:lnTo>
                    <a:pt x="627221" y="238125"/>
                  </a:lnTo>
                  <a:lnTo>
                    <a:pt x="624840" y="235744"/>
                  </a:lnTo>
                  <a:lnTo>
                    <a:pt x="621030" y="234315"/>
                  </a:lnTo>
                  <a:lnTo>
                    <a:pt x="616268" y="233839"/>
                  </a:lnTo>
                  <a:lnTo>
                    <a:pt x="612934" y="231934"/>
                  </a:lnTo>
                  <a:lnTo>
                    <a:pt x="610553" y="227648"/>
                  </a:lnTo>
                  <a:lnTo>
                    <a:pt x="610553" y="227648"/>
                  </a:lnTo>
                  <a:lnTo>
                    <a:pt x="608648" y="220504"/>
                  </a:lnTo>
                  <a:lnTo>
                    <a:pt x="606266" y="216218"/>
                  </a:lnTo>
                  <a:lnTo>
                    <a:pt x="601504" y="210503"/>
                  </a:lnTo>
                  <a:lnTo>
                    <a:pt x="601028" y="209550"/>
                  </a:lnTo>
                  <a:lnTo>
                    <a:pt x="601028" y="209550"/>
                  </a:lnTo>
                  <a:lnTo>
                    <a:pt x="601028" y="208598"/>
                  </a:lnTo>
                  <a:lnTo>
                    <a:pt x="601504" y="205264"/>
                  </a:lnTo>
                  <a:lnTo>
                    <a:pt x="601028" y="202883"/>
                  </a:lnTo>
                  <a:lnTo>
                    <a:pt x="599599" y="200978"/>
                  </a:lnTo>
                  <a:lnTo>
                    <a:pt x="599123" y="199073"/>
                  </a:lnTo>
                  <a:lnTo>
                    <a:pt x="600075" y="197168"/>
                  </a:lnTo>
                  <a:lnTo>
                    <a:pt x="600075" y="194786"/>
                  </a:lnTo>
                  <a:lnTo>
                    <a:pt x="599123" y="191929"/>
                  </a:lnTo>
                  <a:lnTo>
                    <a:pt x="596265" y="188595"/>
                  </a:lnTo>
                  <a:lnTo>
                    <a:pt x="591026" y="185261"/>
                  </a:lnTo>
                  <a:lnTo>
                    <a:pt x="586264" y="180499"/>
                  </a:lnTo>
                  <a:lnTo>
                    <a:pt x="582454" y="173831"/>
                  </a:lnTo>
                  <a:lnTo>
                    <a:pt x="578644" y="169069"/>
                  </a:lnTo>
                  <a:lnTo>
                    <a:pt x="574834" y="166688"/>
                  </a:lnTo>
                  <a:lnTo>
                    <a:pt x="572453" y="163354"/>
                  </a:lnTo>
                  <a:lnTo>
                    <a:pt x="571024" y="159544"/>
                  </a:lnTo>
                  <a:lnTo>
                    <a:pt x="570548" y="157639"/>
                  </a:lnTo>
                  <a:lnTo>
                    <a:pt x="571024" y="157163"/>
                  </a:lnTo>
                  <a:lnTo>
                    <a:pt x="568643" y="152876"/>
                  </a:lnTo>
                  <a:lnTo>
                    <a:pt x="563404" y="145256"/>
                  </a:lnTo>
                  <a:lnTo>
                    <a:pt x="560546" y="139541"/>
                  </a:lnTo>
                  <a:lnTo>
                    <a:pt x="559594" y="136208"/>
                  </a:lnTo>
                  <a:lnTo>
                    <a:pt x="556260" y="131921"/>
                  </a:lnTo>
                  <a:lnTo>
                    <a:pt x="550545" y="127159"/>
                  </a:lnTo>
                  <a:lnTo>
                    <a:pt x="547211" y="123825"/>
                  </a:lnTo>
                  <a:lnTo>
                    <a:pt x="546259" y="121444"/>
                  </a:lnTo>
                  <a:lnTo>
                    <a:pt x="546259" y="121444"/>
                  </a:lnTo>
                  <a:lnTo>
                    <a:pt x="537210" y="115253"/>
                  </a:lnTo>
                  <a:lnTo>
                    <a:pt x="534829" y="111443"/>
                  </a:lnTo>
                  <a:lnTo>
                    <a:pt x="532924" y="110014"/>
                  </a:lnTo>
                  <a:lnTo>
                    <a:pt x="530543" y="110014"/>
                  </a:lnTo>
                  <a:lnTo>
                    <a:pt x="529114" y="109538"/>
                  </a:lnTo>
                  <a:lnTo>
                    <a:pt x="529114" y="108585"/>
                  </a:lnTo>
                  <a:lnTo>
                    <a:pt x="528161" y="108585"/>
                  </a:lnTo>
                  <a:lnTo>
                    <a:pt x="526733" y="109538"/>
                  </a:lnTo>
                  <a:lnTo>
                    <a:pt x="521970" y="109538"/>
                  </a:lnTo>
                  <a:lnTo>
                    <a:pt x="513874" y="109061"/>
                  </a:lnTo>
                  <a:lnTo>
                    <a:pt x="508159" y="108109"/>
                  </a:lnTo>
                  <a:lnTo>
                    <a:pt x="504349" y="106204"/>
                  </a:lnTo>
                  <a:lnTo>
                    <a:pt x="501967" y="106204"/>
                  </a:lnTo>
                  <a:lnTo>
                    <a:pt x="500539" y="108585"/>
                  </a:lnTo>
                  <a:lnTo>
                    <a:pt x="497681" y="110014"/>
                  </a:lnTo>
                  <a:lnTo>
                    <a:pt x="492919" y="110490"/>
                  </a:lnTo>
                  <a:lnTo>
                    <a:pt x="488633" y="114300"/>
                  </a:lnTo>
                  <a:lnTo>
                    <a:pt x="485299" y="121444"/>
                  </a:lnTo>
                  <a:lnTo>
                    <a:pt x="483870" y="126206"/>
                  </a:lnTo>
                  <a:lnTo>
                    <a:pt x="484346" y="128111"/>
                  </a:lnTo>
                  <a:lnTo>
                    <a:pt x="483394" y="129540"/>
                  </a:lnTo>
                  <a:lnTo>
                    <a:pt x="481013" y="130493"/>
                  </a:lnTo>
                  <a:lnTo>
                    <a:pt x="478631" y="132398"/>
                  </a:lnTo>
                  <a:lnTo>
                    <a:pt x="476250" y="135731"/>
                  </a:lnTo>
                  <a:lnTo>
                    <a:pt x="473392" y="137160"/>
                  </a:lnTo>
                  <a:lnTo>
                    <a:pt x="470535" y="137160"/>
                  </a:lnTo>
                  <a:lnTo>
                    <a:pt x="464820" y="134779"/>
                  </a:lnTo>
                  <a:lnTo>
                    <a:pt x="456724" y="130016"/>
                  </a:lnTo>
                  <a:lnTo>
                    <a:pt x="450533" y="127159"/>
                  </a:lnTo>
                  <a:lnTo>
                    <a:pt x="445770" y="126206"/>
                  </a:lnTo>
                  <a:lnTo>
                    <a:pt x="441484" y="123825"/>
                  </a:lnTo>
                  <a:lnTo>
                    <a:pt x="438150" y="120491"/>
                  </a:lnTo>
                  <a:lnTo>
                    <a:pt x="434816" y="118110"/>
                  </a:lnTo>
                  <a:lnTo>
                    <a:pt x="431959" y="117158"/>
                  </a:lnTo>
                  <a:lnTo>
                    <a:pt x="428625" y="113348"/>
                  </a:lnTo>
                  <a:lnTo>
                    <a:pt x="424815" y="106680"/>
                  </a:lnTo>
                  <a:lnTo>
                    <a:pt x="422910" y="101441"/>
                  </a:lnTo>
                  <a:lnTo>
                    <a:pt x="422910" y="96203"/>
                  </a:lnTo>
                  <a:lnTo>
                    <a:pt x="417671" y="84773"/>
                  </a:lnTo>
                  <a:lnTo>
                    <a:pt x="414814" y="79534"/>
                  </a:lnTo>
                  <a:lnTo>
                    <a:pt x="412909" y="77153"/>
                  </a:lnTo>
                  <a:lnTo>
                    <a:pt x="408623" y="74295"/>
                  </a:lnTo>
                  <a:lnTo>
                    <a:pt x="402431" y="70961"/>
                  </a:lnTo>
                  <a:lnTo>
                    <a:pt x="394335" y="64770"/>
                  </a:lnTo>
                  <a:lnTo>
                    <a:pt x="384334" y="55245"/>
                  </a:lnTo>
                  <a:lnTo>
                    <a:pt x="377190" y="49530"/>
                  </a:lnTo>
                  <a:lnTo>
                    <a:pt x="372904" y="47625"/>
                  </a:lnTo>
                  <a:lnTo>
                    <a:pt x="369094" y="44291"/>
                  </a:lnTo>
                  <a:lnTo>
                    <a:pt x="365760" y="39529"/>
                  </a:lnTo>
                  <a:lnTo>
                    <a:pt x="362903" y="36195"/>
                  </a:lnTo>
                  <a:lnTo>
                    <a:pt x="362426" y="36195"/>
                  </a:lnTo>
                  <a:lnTo>
                    <a:pt x="361950" y="36195"/>
                  </a:lnTo>
                  <a:lnTo>
                    <a:pt x="354330" y="36195"/>
                  </a:lnTo>
                  <a:lnTo>
                    <a:pt x="346710" y="36195"/>
                  </a:lnTo>
                  <a:lnTo>
                    <a:pt x="339090" y="36195"/>
                  </a:lnTo>
                  <a:lnTo>
                    <a:pt x="331470" y="36195"/>
                  </a:lnTo>
                  <a:lnTo>
                    <a:pt x="323850" y="36195"/>
                  </a:lnTo>
                  <a:lnTo>
                    <a:pt x="316230" y="36195"/>
                  </a:lnTo>
                  <a:lnTo>
                    <a:pt x="308610" y="36195"/>
                  </a:lnTo>
                  <a:lnTo>
                    <a:pt x="300990" y="36195"/>
                  </a:lnTo>
                  <a:lnTo>
                    <a:pt x="300990" y="40481"/>
                  </a:lnTo>
                  <a:lnTo>
                    <a:pt x="300990" y="44768"/>
                  </a:lnTo>
                  <a:lnTo>
                    <a:pt x="300990" y="49054"/>
                  </a:lnTo>
                  <a:lnTo>
                    <a:pt x="300990" y="53340"/>
                  </a:lnTo>
                  <a:lnTo>
                    <a:pt x="289084" y="53340"/>
                  </a:lnTo>
                  <a:lnTo>
                    <a:pt x="277178" y="53340"/>
                  </a:lnTo>
                  <a:lnTo>
                    <a:pt x="265271" y="53340"/>
                  </a:lnTo>
                  <a:lnTo>
                    <a:pt x="253365" y="53340"/>
                  </a:lnTo>
                  <a:lnTo>
                    <a:pt x="241459" y="53340"/>
                  </a:lnTo>
                  <a:lnTo>
                    <a:pt x="229553" y="53340"/>
                  </a:lnTo>
                  <a:lnTo>
                    <a:pt x="217646" y="53340"/>
                  </a:lnTo>
                  <a:lnTo>
                    <a:pt x="205740" y="53340"/>
                  </a:lnTo>
                  <a:lnTo>
                    <a:pt x="189548" y="47625"/>
                  </a:lnTo>
                  <a:lnTo>
                    <a:pt x="173355" y="41910"/>
                  </a:lnTo>
                  <a:lnTo>
                    <a:pt x="157163" y="36195"/>
                  </a:lnTo>
                  <a:lnTo>
                    <a:pt x="140970" y="30480"/>
                  </a:lnTo>
                  <a:lnTo>
                    <a:pt x="124778" y="24765"/>
                  </a:lnTo>
                  <a:lnTo>
                    <a:pt x="108585" y="19050"/>
                  </a:lnTo>
                  <a:lnTo>
                    <a:pt x="92392" y="13335"/>
                  </a:lnTo>
                  <a:lnTo>
                    <a:pt x="76200" y="7620"/>
                  </a:lnTo>
                  <a:lnTo>
                    <a:pt x="77629" y="5715"/>
                  </a:lnTo>
                  <a:lnTo>
                    <a:pt x="80010" y="0"/>
                  </a:lnTo>
                  <a:lnTo>
                    <a:pt x="76200" y="476"/>
                  </a:lnTo>
                  <a:lnTo>
                    <a:pt x="66675" y="1429"/>
                  </a:lnTo>
                  <a:lnTo>
                    <a:pt x="57150" y="2381"/>
                  </a:lnTo>
                  <a:lnTo>
                    <a:pt x="47625" y="3334"/>
                  </a:lnTo>
                  <a:lnTo>
                    <a:pt x="38100" y="4286"/>
                  </a:lnTo>
                  <a:lnTo>
                    <a:pt x="28575" y="5239"/>
                  </a:lnTo>
                  <a:lnTo>
                    <a:pt x="19050" y="6191"/>
                  </a:lnTo>
                  <a:lnTo>
                    <a:pt x="9525" y="7144"/>
                  </a:lnTo>
                  <a:lnTo>
                    <a:pt x="0" y="8096"/>
                  </a:lnTo>
                  <a:lnTo>
                    <a:pt x="2381" y="15240"/>
                  </a:lnTo>
                  <a:lnTo>
                    <a:pt x="3334" y="16669"/>
                  </a:lnTo>
                  <a:lnTo>
                    <a:pt x="7620" y="20479"/>
                  </a:lnTo>
                  <a:lnTo>
                    <a:pt x="10001" y="28099"/>
                  </a:lnTo>
                  <a:lnTo>
                    <a:pt x="17621" y="33338"/>
                  </a:lnTo>
                  <a:lnTo>
                    <a:pt x="17621" y="36671"/>
                  </a:lnTo>
                  <a:lnTo>
                    <a:pt x="16669" y="37148"/>
                  </a:lnTo>
                  <a:lnTo>
                    <a:pt x="14764" y="37148"/>
                  </a:lnTo>
                  <a:lnTo>
                    <a:pt x="14288" y="37624"/>
                  </a:lnTo>
                  <a:lnTo>
                    <a:pt x="16192" y="39053"/>
                  </a:lnTo>
                  <a:lnTo>
                    <a:pt x="16192" y="43815"/>
                  </a:lnTo>
                  <a:lnTo>
                    <a:pt x="18098" y="46196"/>
                  </a:lnTo>
                  <a:lnTo>
                    <a:pt x="23336" y="51435"/>
                  </a:lnTo>
                  <a:lnTo>
                    <a:pt x="27623" y="57150"/>
                  </a:lnTo>
                  <a:lnTo>
                    <a:pt x="28575" y="60008"/>
                  </a:lnTo>
                  <a:lnTo>
                    <a:pt x="28575" y="62865"/>
                  </a:lnTo>
                  <a:lnTo>
                    <a:pt x="29051" y="65723"/>
                  </a:lnTo>
                  <a:lnTo>
                    <a:pt x="37148" y="71914"/>
                  </a:lnTo>
                  <a:lnTo>
                    <a:pt x="38100" y="75724"/>
                  </a:lnTo>
                  <a:lnTo>
                    <a:pt x="38100" y="80963"/>
                  </a:lnTo>
                  <a:lnTo>
                    <a:pt x="39053" y="86678"/>
                  </a:lnTo>
                  <a:lnTo>
                    <a:pt x="43815" y="88583"/>
                  </a:lnTo>
                  <a:lnTo>
                    <a:pt x="45244" y="90488"/>
                  </a:lnTo>
                  <a:lnTo>
                    <a:pt x="46196" y="98584"/>
                  </a:lnTo>
                  <a:lnTo>
                    <a:pt x="45720" y="103346"/>
                  </a:lnTo>
                  <a:lnTo>
                    <a:pt x="47625" y="104299"/>
                  </a:lnTo>
                  <a:lnTo>
                    <a:pt x="50006" y="110966"/>
                  </a:lnTo>
                  <a:lnTo>
                    <a:pt x="53816" y="113824"/>
                  </a:lnTo>
                  <a:lnTo>
                    <a:pt x="62389" y="119063"/>
                  </a:lnTo>
                  <a:lnTo>
                    <a:pt x="67151" y="122873"/>
                  </a:lnTo>
                  <a:lnTo>
                    <a:pt x="72866" y="124301"/>
                  </a:lnTo>
                  <a:lnTo>
                    <a:pt x="74771" y="125730"/>
                  </a:lnTo>
                  <a:lnTo>
                    <a:pt x="76676" y="128111"/>
                  </a:lnTo>
                  <a:lnTo>
                    <a:pt x="83820" y="134779"/>
                  </a:lnTo>
                  <a:lnTo>
                    <a:pt x="95726" y="148114"/>
                  </a:lnTo>
                  <a:lnTo>
                    <a:pt x="101441" y="152876"/>
                  </a:lnTo>
                  <a:lnTo>
                    <a:pt x="104775" y="159544"/>
                  </a:lnTo>
                  <a:lnTo>
                    <a:pt x="103346" y="167164"/>
                  </a:lnTo>
                  <a:lnTo>
                    <a:pt x="100013" y="174784"/>
                  </a:lnTo>
                  <a:lnTo>
                    <a:pt x="97155" y="177641"/>
                  </a:lnTo>
                  <a:lnTo>
                    <a:pt x="97631" y="178594"/>
                  </a:lnTo>
                  <a:lnTo>
                    <a:pt x="100965" y="178118"/>
                  </a:lnTo>
                  <a:lnTo>
                    <a:pt x="100965" y="180023"/>
                  </a:lnTo>
                  <a:lnTo>
                    <a:pt x="100489" y="181451"/>
                  </a:lnTo>
                  <a:lnTo>
                    <a:pt x="101917" y="185261"/>
                  </a:lnTo>
                  <a:lnTo>
                    <a:pt x="104299" y="187166"/>
                  </a:lnTo>
                  <a:lnTo>
                    <a:pt x="101917" y="187166"/>
                  </a:lnTo>
                  <a:lnTo>
                    <a:pt x="98584" y="185261"/>
                  </a:lnTo>
                  <a:lnTo>
                    <a:pt x="96203" y="183356"/>
                  </a:lnTo>
                  <a:lnTo>
                    <a:pt x="96679" y="180975"/>
                  </a:lnTo>
                  <a:lnTo>
                    <a:pt x="96203" y="179546"/>
                  </a:lnTo>
                  <a:lnTo>
                    <a:pt x="93821" y="180499"/>
                  </a:lnTo>
                  <a:lnTo>
                    <a:pt x="91440" y="181928"/>
                  </a:lnTo>
                  <a:lnTo>
                    <a:pt x="87154" y="182404"/>
                  </a:lnTo>
                  <a:lnTo>
                    <a:pt x="78581" y="180499"/>
                  </a:lnTo>
                  <a:lnTo>
                    <a:pt x="71438" y="180023"/>
                  </a:lnTo>
                  <a:lnTo>
                    <a:pt x="71438" y="181451"/>
                  </a:lnTo>
                  <a:lnTo>
                    <a:pt x="72866" y="183833"/>
                  </a:lnTo>
                  <a:lnTo>
                    <a:pt x="77629" y="186690"/>
                  </a:lnTo>
                  <a:lnTo>
                    <a:pt x="82391" y="190976"/>
                  </a:lnTo>
                  <a:lnTo>
                    <a:pt x="88583" y="194786"/>
                  </a:lnTo>
                  <a:lnTo>
                    <a:pt x="90011" y="196691"/>
                  </a:lnTo>
                  <a:lnTo>
                    <a:pt x="90488" y="200025"/>
                  </a:lnTo>
                  <a:lnTo>
                    <a:pt x="91440" y="202406"/>
                  </a:lnTo>
                  <a:lnTo>
                    <a:pt x="95250" y="204788"/>
                  </a:lnTo>
                  <a:lnTo>
                    <a:pt x="99536" y="205264"/>
                  </a:lnTo>
                  <a:lnTo>
                    <a:pt x="102870" y="206693"/>
                  </a:lnTo>
                  <a:lnTo>
                    <a:pt x="106680" y="210979"/>
                  </a:lnTo>
                  <a:lnTo>
                    <a:pt x="108585" y="210979"/>
                  </a:lnTo>
                  <a:lnTo>
                    <a:pt x="111919" y="211455"/>
                  </a:lnTo>
                  <a:lnTo>
                    <a:pt x="114776" y="214789"/>
                  </a:lnTo>
                  <a:lnTo>
                    <a:pt x="116681" y="217646"/>
                  </a:lnTo>
                  <a:lnTo>
                    <a:pt x="120015" y="220028"/>
                  </a:lnTo>
                  <a:lnTo>
                    <a:pt x="125730" y="217170"/>
                  </a:lnTo>
                  <a:lnTo>
                    <a:pt x="130969" y="217170"/>
                  </a:lnTo>
                  <a:lnTo>
                    <a:pt x="133350" y="214789"/>
                  </a:lnTo>
                  <a:lnTo>
                    <a:pt x="135255" y="211455"/>
                  </a:lnTo>
                  <a:lnTo>
                    <a:pt x="135731" y="217170"/>
                  </a:lnTo>
                  <a:lnTo>
                    <a:pt x="136684" y="220028"/>
                  </a:lnTo>
                  <a:lnTo>
                    <a:pt x="140017" y="224790"/>
                  </a:lnTo>
                  <a:lnTo>
                    <a:pt x="152400" y="234315"/>
                  </a:lnTo>
                  <a:lnTo>
                    <a:pt x="156686" y="235744"/>
                  </a:lnTo>
                  <a:lnTo>
                    <a:pt x="161925" y="238125"/>
                  </a:lnTo>
                  <a:lnTo>
                    <a:pt x="169069" y="249079"/>
                  </a:lnTo>
                  <a:lnTo>
                    <a:pt x="170974" y="254318"/>
                  </a:lnTo>
                  <a:lnTo>
                    <a:pt x="170974" y="259080"/>
                  </a:lnTo>
                  <a:lnTo>
                    <a:pt x="171926" y="260509"/>
                  </a:lnTo>
                  <a:lnTo>
                    <a:pt x="172879" y="260985"/>
                  </a:lnTo>
                  <a:lnTo>
                    <a:pt x="173355" y="263843"/>
                  </a:lnTo>
                  <a:lnTo>
                    <a:pt x="172403" y="269558"/>
                  </a:lnTo>
                  <a:lnTo>
                    <a:pt x="170498" y="279559"/>
                  </a:lnTo>
                  <a:lnTo>
                    <a:pt x="170974" y="283369"/>
                  </a:lnTo>
                  <a:lnTo>
                    <a:pt x="172403" y="286703"/>
                  </a:lnTo>
                  <a:lnTo>
                    <a:pt x="180023" y="292894"/>
                  </a:lnTo>
                  <a:lnTo>
                    <a:pt x="180975" y="294323"/>
                  </a:lnTo>
                  <a:lnTo>
                    <a:pt x="180975" y="296228"/>
                  </a:lnTo>
                  <a:lnTo>
                    <a:pt x="181451" y="297180"/>
                  </a:lnTo>
                  <a:lnTo>
                    <a:pt x="183356" y="296704"/>
                  </a:lnTo>
                  <a:lnTo>
                    <a:pt x="185738" y="296704"/>
                  </a:lnTo>
                  <a:lnTo>
                    <a:pt x="189071" y="300514"/>
                  </a:lnTo>
                  <a:lnTo>
                    <a:pt x="194310" y="304800"/>
                  </a:lnTo>
                  <a:lnTo>
                    <a:pt x="207169" y="312896"/>
                  </a:lnTo>
                  <a:lnTo>
                    <a:pt x="211931" y="317659"/>
                  </a:lnTo>
                  <a:lnTo>
                    <a:pt x="216217" y="320993"/>
                  </a:lnTo>
                  <a:lnTo>
                    <a:pt x="220980" y="325755"/>
                  </a:lnTo>
                  <a:lnTo>
                    <a:pt x="230029" y="330518"/>
                  </a:lnTo>
                  <a:lnTo>
                    <a:pt x="232410" y="333851"/>
                  </a:lnTo>
                  <a:lnTo>
                    <a:pt x="233839" y="337661"/>
                  </a:lnTo>
                  <a:lnTo>
                    <a:pt x="236220" y="340043"/>
                  </a:lnTo>
                  <a:lnTo>
                    <a:pt x="239554" y="351949"/>
                  </a:lnTo>
                  <a:lnTo>
                    <a:pt x="242411" y="355759"/>
                  </a:lnTo>
                  <a:lnTo>
                    <a:pt x="245269" y="356235"/>
                  </a:lnTo>
                  <a:lnTo>
                    <a:pt x="248603" y="354806"/>
                  </a:lnTo>
                  <a:lnTo>
                    <a:pt x="251936" y="352901"/>
                  </a:lnTo>
                  <a:lnTo>
                    <a:pt x="255270" y="349568"/>
                  </a:lnTo>
                  <a:lnTo>
                    <a:pt x="260033" y="346710"/>
                  </a:lnTo>
                  <a:lnTo>
                    <a:pt x="261461" y="344805"/>
                  </a:lnTo>
                  <a:lnTo>
                    <a:pt x="262890" y="338138"/>
                  </a:lnTo>
                  <a:lnTo>
                    <a:pt x="262890" y="335280"/>
                  </a:lnTo>
                  <a:lnTo>
                    <a:pt x="260033" y="330994"/>
                  </a:lnTo>
                  <a:lnTo>
                    <a:pt x="254317" y="328613"/>
                  </a:lnTo>
                  <a:lnTo>
                    <a:pt x="253365" y="323374"/>
                  </a:lnTo>
                  <a:lnTo>
                    <a:pt x="250984" y="320993"/>
                  </a:lnTo>
                  <a:lnTo>
                    <a:pt x="249555" y="318135"/>
                  </a:lnTo>
                  <a:lnTo>
                    <a:pt x="246698" y="314801"/>
                  </a:lnTo>
                  <a:lnTo>
                    <a:pt x="243840" y="311944"/>
                  </a:lnTo>
                  <a:lnTo>
                    <a:pt x="242411" y="309563"/>
                  </a:lnTo>
                  <a:lnTo>
                    <a:pt x="234315" y="303371"/>
                  </a:lnTo>
                  <a:lnTo>
                    <a:pt x="232886" y="303371"/>
                  </a:lnTo>
                  <a:lnTo>
                    <a:pt x="231934" y="304800"/>
                  </a:lnTo>
                  <a:lnTo>
                    <a:pt x="231934" y="306705"/>
                  </a:lnTo>
                  <a:lnTo>
                    <a:pt x="232886" y="309086"/>
                  </a:lnTo>
                  <a:lnTo>
                    <a:pt x="231934" y="310991"/>
                  </a:lnTo>
                  <a:lnTo>
                    <a:pt x="230505" y="312420"/>
                  </a:lnTo>
                  <a:lnTo>
                    <a:pt x="229076" y="311468"/>
                  </a:lnTo>
                  <a:lnTo>
                    <a:pt x="229553" y="310039"/>
                  </a:lnTo>
                  <a:lnTo>
                    <a:pt x="228600" y="309563"/>
                  </a:lnTo>
                  <a:lnTo>
                    <a:pt x="224314" y="308610"/>
                  </a:lnTo>
                  <a:lnTo>
                    <a:pt x="220504" y="303848"/>
                  </a:lnTo>
                  <a:lnTo>
                    <a:pt x="218123" y="294799"/>
                  </a:lnTo>
                  <a:lnTo>
                    <a:pt x="218123" y="291941"/>
                  </a:lnTo>
                  <a:lnTo>
                    <a:pt x="220028" y="287655"/>
                  </a:lnTo>
                  <a:lnTo>
                    <a:pt x="219551" y="284798"/>
                  </a:lnTo>
                  <a:lnTo>
                    <a:pt x="217170" y="280035"/>
                  </a:lnTo>
                  <a:lnTo>
                    <a:pt x="212408" y="274796"/>
                  </a:lnTo>
                  <a:lnTo>
                    <a:pt x="208121" y="264795"/>
                  </a:lnTo>
                  <a:lnTo>
                    <a:pt x="207645" y="260985"/>
                  </a:lnTo>
                  <a:lnTo>
                    <a:pt x="203835" y="259556"/>
                  </a:lnTo>
                  <a:lnTo>
                    <a:pt x="199073" y="251936"/>
                  </a:lnTo>
                  <a:lnTo>
                    <a:pt x="197644" y="246698"/>
                  </a:lnTo>
                  <a:lnTo>
                    <a:pt x="197644" y="239554"/>
                  </a:lnTo>
                  <a:lnTo>
                    <a:pt x="195263" y="234315"/>
                  </a:lnTo>
                  <a:lnTo>
                    <a:pt x="194786" y="231458"/>
                  </a:lnTo>
                  <a:lnTo>
                    <a:pt x="193358" y="229553"/>
                  </a:lnTo>
                  <a:lnTo>
                    <a:pt x="193358" y="226219"/>
                  </a:lnTo>
                  <a:lnTo>
                    <a:pt x="190976" y="223838"/>
                  </a:lnTo>
                  <a:lnTo>
                    <a:pt x="190024" y="219075"/>
                  </a:lnTo>
                  <a:lnTo>
                    <a:pt x="182404" y="212884"/>
                  </a:lnTo>
                  <a:lnTo>
                    <a:pt x="181451" y="213360"/>
                  </a:lnTo>
                  <a:lnTo>
                    <a:pt x="181451" y="217170"/>
                  </a:lnTo>
                  <a:lnTo>
                    <a:pt x="182880" y="219551"/>
                  </a:lnTo>
                  <a:lnTo>
                    <a:pt x="185738" y="223361"/>
                  </a:lnTo>
                  <a:lnTo>
                    <a:pt x="184785" y="223838"/>
                  </a:lnTo>
                  <a:lnTo>
                    <a:pt x="183833" y="223361"/>
                  </a:lnTo>
                  <a:lnTo>
                    <a:pt x="180023" y="219551"/>
                  </a:lnTo>
                  <a:lnTo>
                    <a:pt x="179546" y="213836"/>
                  </a:lnTo>
                  <a:lnTo>
                    <a:pt x="175260" y="209074"/>
                  </a:lnTo>
                  <a:lnTo>
                    <a:pt x="175260" y="207645"/>
                  </a:lnTo>
                  <a:lnTo>
                    <a:pt x="175736" y="205264"/>
                  </a:lnTo>
                  <a:lnTo>
                    <a:pt x="172403" y="202883"/>
                  </a:lnTo>
                  <a:lnTo>
                    <a:pt x="169069" y="201454"/>
                  </a:lnTo>
                  <a:lnTo>
                    <a:pt x="165735" y="195739"/>
                  </a:lnTo>
                  <a:lnTo>
                    <a:pt x="164306" y="189548"/>
                  </a:lnTo>
                  <a:lnTo>
                    <a:pt x="156686" y="184785"/>
                  </a:lnTo>
                  <a:lnTo>
                    <a:pt x="150495" y="178594"/>
                  </a:lnTo>
                  <a:lnTo>
                    <a:pt x="149542" y="175736"/>
                  </a:lnTo>
                  <a:lnTo>
                    <a:pt x="150019" y="172403"/>
                  </a:lnTo>
                  <a:lnTo>
                    <a:pt x="148114" y="169069"/>
                  </a:lnTo>
                  <a:lnTo>
                    <a:pt x="148590" y="164783"/>
                  </a:lnTo>
                  <a:lnTo>
                    <a:pt x="146209" y="161925"/>
                  </a:lnTo>
                  <a:lnTo>
                    <a:pt x="146209" y="160020"/>
                  </a:lnTo>
                  <a:lnTo>
                    <a:pt x="146209" y="157163"/>
                  </a:lnTo>
                  <a:lnTo>
                    <a:pt x="143351" y="156210"/>
                  </a:lnTo>
                  <a:lnTo>
                    <a:pt x="140970" y="155734"/>
                  </a:lnTo>
                  <a:lnTo>
                    <a:pt x="139065" y="154305"/>
                  </a:lnTo>
                  <a:lnTo>
                    <a:pt x="135255" y="143828"/>
                  </a:lnTo>
                  <a:lnTo>
                    <a:pt x="133350" y="142875"/>
                  </a:lnTo>
                  <a:lnTo>
                    <a:pt x="131445" y="142875"/>
                  </a:lnTo>
                  <a:lnTo>
                    <a:pt x="130969" y="141923"/>
                  </a:lnTo>
                  <a:lnTo>
                    <a:pt x="130969" y="140494"/>
                  </a:lnTo>
                  <a:lnTo>
                    <a:pt x="129064" y="137636"/>
                  </a:lnTo>
                  <a:lnTo>
                    <a:pt x="125254" y="138589"/>
                  </a:lnTo>
                  <a:lnTo>
                    <a:pt x="123825" y="135255"/>
                  </a:lnTo>
                  <a:lnTo>
                    <a:pt x="123825" y="132398"/>
                  </a:lnTo>
                  <a:lnTo>
                    <a:pt x="116681" y="122873"/>
                  </a:lnTo>
                  <a:lnTo>
                    <a:pt x="114300" y="120015"/>
                  </a:lnTo>
                  <a:lnTo>
                    <a:pt x="106204" y="113824"/>
                  </a:lnTo>
                  <a:lnTo>
                    <a:pt x="102394" y="109061"/>
                  </a:lnTo>
                  <a:lnTo>
                    <a:pt x="95726" y="105728"/>
                  </a:lnTo>
                  <a:lnTo>
                    <a:pt x="94774" y="103346"/>
                  </a:lnTo>
                  <a:lnTo>
                    <a:pt x="89535" y="98584"/>
                  </a:lnTo>
                  <a:lnTo>
                    <a:pt x="86678" y="93821"/>
                  </a:lnTo>
                  <a:lnTo>
                    <a:pt x="86201" y="90964"/>
                  </a:lnTo>
                  <a:lnTo>
                    <a:pt x="86678" y="80963"/>
                  </a:lnTo>
                  <a:lnTo>
                    <a:pt x="84773" y="76676"/>
                  </a:lnTo>
                  <a:lnTo>
                    <a:pt x="84296" y="71438"/>
                  </a:lnTo>
                  <a:lnTo>
                    <a:pt x="82391" y="64294"/>
                  </a:lnTo>
                  <a:lnTo>
                    <a:pt x="79534" y="60008"/>
                  </a:lnTo>
                  <a:lnTo>
                    <a:pt x="78105" y="57150"/>
                  </a:lnTo>
                  <a:lnTo>
                    <a:pt x="79058" y="42863"/>
                  </a:lnTo>
                  <a:lnTo>
                    <a:pt x="80963" y="38576"/>
                  </a:lnTo>
                  <a:lnTo>
                    <a:pt x="79058" y="32861"/>
                  </a:lnTo>
                  <a:lnTo>
                    <a:pt x="77153" y="30956"/>
                  </a:lnTo>
                  <a:lnTo>
                    <a:pt x="75724" y="29051"/>
                  </a:lnTo>
                  <a:lnTo>
                    <a:pt x="82391" y="32385"/>
                  </a:lnTo>
                  <a:lnTo>
                    <a:pt x="83820" y="33338"/>
                  </a:lnTo>
                  <a:lnTo>
                    <a:pt x="86678" y="33814"/>
                  </a:lnTo>
                  <a:lnTo>
                    <a:pt x="88583" y="34766"/>
                  </a:lnTo>
                  <a:lnTo>
                    <a:pt x="98108" y="41434"/>
                  </a:lnTo>
                  <a:lnTo>
                    <a:pt x="101917" y="43339"/>
                  </a:lnTo>
                  <a:lnTo>
                    <a:pt x="104299" y="43339"/>
                  </a:lnTo>
                  <a:lnTo>
                    <a:pt x="107156" y="42863"/>
                  </a:lnTo>
                  <a:lnTo>
                    <a:pt x="108109" y="40481"/>
                  </a:lnTo>
                  <a:lnTo>
                    <a:pt x="109061" y="39053"/>
                  </a:lnTo>
                  <a:lnTo>
                    <a:pt x="115253" y="41910"/>
                  </a:lnTo>
                  <a:lnTo>
                    <a:pt x="117158" y="43339"/>
                  </a:lnTo>
                  <a:lnTo>
                    <a:pt x="119539" y="45244"/>
                  </a:lnTo>
                  <a:lnTo>
                    <a:pt x="120015" y="49530"/>
                  </a:lnTo>
                  <a:lnTo>
                    <a:pt x="124778" y="51435"/>
                  </a:lnTo>
                  <a:lnTo>
                    <a:pt x="133350" y="52864"/>
                  </a:lnTo>
                  <a:lnTo>
                    <a:pt x="134779" y="53816"/>
                  </a:lnTo>
                  <a:lnTo>
                    <a:pt x="138113" y="54769"/>
                  </a:lnTo>
                  <a:lnTo>
                    <a:pt x="139541" y="55721"/>
                  </a:lnTo>
                  <a:lnTo>
                    <a:pt x="139541" y="59055"/>
                  </a:lnTo>
                  <a:lnTo>
                    <a:pt x="138589" y="60008"/>
                  </a:lnTo>
                  <a:lnTo>
                    <a:pt x="137160" y="59531"/>
                  </a:lnTo>
                  <a:lnTo>
                    <a:pt x="136684" y="60484"/>
                  </a:lnTo>
                  <a:lnTo>
                    <a:pt x="137160" y="61436"/>
                  </a:lnTo>
                  <a:lnTo>
                    <a:pt x="137636" y="64770"/>
                  </a:lnTo>
                  <a:lnTo>
                    <a:pt x="136684" y="70009"/>
                  </a:lnTo>
                  <a:lnTo>
                    <a:pt x="138589" y="75248"/>
                  </a:lnTo>
                  <a:lnTo>
                    <a:pt x="142399" y="80486"/>
                  </a:lnTo>
                  <a:lnTo>
                    <a:pt x="146685" y="88106"/>
                  </a:lnTo>
                  <a:lnTo>
                    <a:pt x="149066" y="94774"/>
                  </a:lnTo>
                  <a:lnTo>
                    <a:pt x="149542" y="100013"/>
                  </a:lnTo>
                  <a:lnTo>
                    <a:pt x="150971" y="102394"/>
                  </a:lnTo>
                  <a:lnTo>
                    <a:pt x="152400" y="104299"/>
                  </a:lnTo>
                  <a:lnTo>
                    <a:pt x="155258" y="110014"/>
                  </a:lnTo>
                  <a:lnTo>
                    <a:pt x="160496" y="116681"/>
                  </a:lnTo>
                  <a:lnTo>
                    <a:pt x="161449" y="119539"/>
                  </a:lnTo>
                  <a:lnTo>
                    <a:pt x="161449" y="120968"/>
                  </a:lnTo>
                  <a:lnTo>
                    <a:pt x="161925" y="123825"/>
                  </a:lnTo>
                  <a:lnTo>
                    <a:pt x="164306" y="124778"/>
                  </a:lnTo>
                  <a:lnTo>
                    <a:pt x="167164" y="126683"/>
                  </a:lnTo>
                  <a:lnTo>
                    <a:pt x="168116" y="132398"/>
                  </a:lnTo>
                  <a:lnTo>
                    <a:pt x="169069" y="136208"/>
                  </a:lnTo>
                  <a:lnTo>
                    <a:pt x="172879" y="140494"/>
                  </a:lnTo>
                  <a:lnTo>
                    <a:pt x="176213" y="143351"/>
                  </a:lnTo>
                  <a:lnTo>
                    <a:pt x="177165" y="144304"/>
                  </a:lnTo>
                  <a:lnTo>
                    <a:pt x="177641" y="145733"/>
                  </a:lnTo>
                  <a:lnTo>
                    <a:pt x="180023" y="149543"/>
                  </a:lnTo>
                  <a:lnTo>
                    <a:pt x="182880" y="152400"/>
                  </a:lnTo>
                  <a:lnTo>
                    <a:pt x="185261" y="155734"/>
                  </a:lnTo>
                  <a:lnTo>
                    <a:pt x="192405" y="159068"/>
                  </a:lnTo>
                  <a:lnTo>
                    <a:pt x="199073" y="169069"/>
                  </a:lnTo>
                  <a:lnTo>
                    <a:pt x="204788" y="174308"/>
                  </a:lnTo>
                  <a:lnTo>
                    <a:pt x="209550" y="175736"/>
                  </a:lnTo>
                  <a:lnTo>
                    <a:pt x="211931" y="177165"/>
                  </a:lnTo>
                  <a:lnTo>
                    <a:pt x="214313" y="176213"/>
                  </a:lnTo>
                  <a:lnTo>
                    <a:pt x="217170" y="176213"/>
                  </a:lnTo>
                  <a:lnTo>
                    <a:pt x="224790" y="178118"/>
                  </a:lnTo>
                  <a:lnTo>
                    <a:pt x="223361" y="180499"/>
                  </a:lnTo>
                  <a:lnTo>
                    <a:pt x="221933" y="185738"/>
                  </a:lnTo>
                  <a:lnTo>
                    <a:pt x="222885" y="189548"/>
                  </a:lnTo>
                  <a:lnTo>
                    <a:pt x="223838" y="192881"/>
                  </a:lnTo>
                  <a:lnTo>
                    <a:pt x="225266" y="194786"/>
                  </a:lnTo>
                  <a:lnTo>
                    <a:pt x="226695" y="197644"/>
                  </a:lnTo>
                  <a:lnTo>
                    <a:pt x="230029" y="200978"/>
                  </a:lnTo>
                  <a:lnTo>
                    <a:pt x="233363" y="203359"/>
                  </a:lnTo>
                  <a:lnTo>
                    <a:pt x="244792" y="206216"/>
                  </a:lnTo>
                  <a:lnTo>
                    <a:pt x="245269" y="208121"/>
                  </a:lnTo>
                  <a:lnTo>
                    <a:pt x="245269" y="210026"/>
                  </a:lnTo>
                  <a:lnTo>
                    <a:pt x="246221" y="213360"/>
                  </a:lnTo>
                  <a:lnTo>
                    <a:pt x="248126" y="217646"/>
                  </a:lnTo>
                  <a:lnTo>
                    <a:pt x="250508" y="220028"/>
                  </a:lnTo>
                  <a:lnTo>
                    <a:pt x="253365" y="220028"/>
                  </a:lnTo>
                  <a:lnTo>
                    <a:pt x="260033" y="219551"/>
                  </a:lnTo>
                  <a:lnTo>
                    <a:pt x="267176" y="225743"/>
                  </a:lnTo>
                  <a:lnTo>
                    <a:pt x="268129" y="228600"/>
                  </a:lnTo>
                  <a:lnTo>
                    <a:pt x="268129" y="230029"/>
                  </a:lnTo>
                  <a:lnTo>
                    <a:pt x="269081" y="231934"/>
                  </a:lnTo>
                  <a:lnTo>
                    <a:pt x="271463" y="233839"/>
                  </a:lnTo>
                  <a:lnTo>
                    <a:pt x="272415" y="235744"/>
                  </a:lnTo>
                  <a:lnTo>
                    <a:pt x="270986" y="235744"/>
                  </a:lnTo>
                  <a:lnTo>
                    <a:pt x="269558" y="233839"/>
                  </a:lnTo>
                  <a:lnTo>
                    <a:pt x="267176" y="236220"/>
                  </a:lnTo>
                  <a:lnTo>
                    <a:pt x="264319" y="240030"/>
                  </a:lnTo>
                  <a:lnTo>
                    <a:pt x="261938" y="243840"/>
                  </a:lnTo>
                  <a:lnTo>
                    <a:pt x="263366" y="254794"/>
                  </a:lnTo>
                  <a:lnTo>
                    <a:pt x="266224" y="258128"/>
                  </a:lnTo>
                  <a:lnTo>
                    <a:pt x="268129" y="259080"/>
                  </a:lnTo>
                  <a:lnTo>
                    <a:pt x="270034" y="259556"/>
                  </a:lnTo>
                  <a:lnTo>
                    <a:pt x="273844" y="258604"/>
                  </a:lnTo>
                  <a:lnTo>
                    <a:pt x="276225" y="257651"/>
                  </a:lnTo>
                  <a:lnTo>
                    <a:pt x="278606" y="255746"/>
                  </a:lnTo>
                  <a:lnTo>
                    <a:pt x="280035" y="254318"/>
                  </a:lnTo>
                  <a:lnTo>
                    <a:pt x="280035" y="255746"/>
                  </a:lnTo>
                  <a:lnTo>
                    <a:pt x="277178" y="259556"/>
                  </a:lnTo>
                  <a:lnTo>
                    <a:pt x="273844" y="260985"/>
                  </a:lnTo>
                  <a:lnTo>
                    <a:pt x="273844" y="262414"/>
                  </a:lnTo>
                  <a:lnTo>
                    <a:pt x="274796" y="263843"/>
                  </a:lnTo>
                  <a:lnTo>
                    <a:pt x="279559" y="262890"/>
                  </a:lnTo>
                  <a:lnTo>
                    <a:pt x="281464" y="261938"/>
                  </a:lnTo>
                  <a:lnTo>
                    <a:pt x="283369" y="261938"/>
                  </a:lnTo>
                  <a:lnTo>
                    <a:pt x="284798" y="266224"/>
                  </a:lnTo>
                  <a:lnTo>
                    <a:pt x="286703" y="267653"/>
                  </a:lnTo>
                  <a:lnTo>
                    <a:pt x="294323" y="271939"/>
                  </a:lnTo>
                  <a:lnTo>
                    <a:pt x="297656" y="274320"/>
                  </a:lnTo>
                  <a:lnTo>
                    <a:pt x="307181" y="278130"/>
                  </a:lnTo>
                  <a:lnTo>
                    <a:pt x="308610" y="279083"/>
                  </a:lnTo>
                  <a:lnTo>
                    <a:pt x="309086" y="280035"/>
                  </a:lnTo>
                  <a:lnTo>
                    <a:pt x="307658" y="280511"/>
                  </a:lnTo>
                  <a:lnTo>
                    <a:pt x="305753" y="280511"/>
                  </a:lnTo>
                  <a:lnTo>
                    <a:pt x="303848" y="280035"/>
                  </a:lnTo>
                  <a:lnTo>
                    <a:pt x="301942" y="278606"/>
                  </a:lnTo>
                  <a:lnTo>
                    <a:pt x="300514" y="278130"/>
                  </a:lnTo>
                  <a:lnTo>
                    <a:pt x="302895" y="281940"/>
                  </a:lnTo>
                  <a:lnTo>
                    <a:pt x="309563" y="288608"/>
                  </a:lnTo>
                  <a:lnTo>
                    <a:pt x="309563" y="291941"/>
                  </a:lnTo>
                  <a:lnTo>
                    <a:pt x="311467" y="294799"/>
                  </a:lnTo>
                  <a:lnTo>
                    <a:pt x="316230" y="297656"/>
                  </a:lnTo>
                  <a:lnTo>
                    <a:pt x="320040" y="298133"/>
                  </a:lnTo>
                  <a:lnTo>
                    <a:pt x="321469" y="299085"/>
                  </a:lnTo>
                  <a:lnTo>
                    <a:pt x="323850" y="299561"/>
                  </a:lnTo>
                  <a:lnTo>
                    <a:pt x="325755" y="299085"/>
                  </a:lnTo>
                  <a:lnTo>
                    <a:pt x="327184" y="299561"/>
                  </a:lnTo>
                  <a:lnTo>
                    <a:pt x="328136" y="301943"/>
                  </a:lnTo>
                  <a:lnTo>
                    <a:pt x="328136" y="303848"/>
                  </a:lnTo>
                  <a:lnTo>
                    <a:pt x="327184" y="304324"/>
                  </a:lnTo>
                  <a:lnTo>
                    <a:pt x="320516" y="300514"/>
                  </a:lnTo>
                  <a:lnTo>
                    <a:pt x="319088" y="300514"/>
                  </a:lnTo>
                  <a:lnTo>
                    <a:pt x="342424" y="316706"/>
                  </a:lnTo>
                  <a:lnTo>
                    <a:pt x="347663" y="321469"/>
                  </a:lnTo>
                  <a:lnTo>
                    <a:pt x="354806" y="330994"/>
                  </a:lnTo>
                  <a:lnTo>
                    <a:pt x="360521" y="336709"/>
                  </a:lnTo>
                  <a:lnTo>
                    <a:pt x="366236" y="345758"/>
                  </a:lnTo>
                  <a:lnTo>
                    <a:pt x="371951" y="350520"/>
                  </a:lnTo>
                  <a:lnTo>
                    <a:pt x="379095" y="358616"/>
                  </a:lnTo>
                  <a:lnTo>
                    <a:pt x="381953" y="360521"/>
                  </a:lnTo>
                  <a:lnTo>
                    <a:pt x="387191" y="365760"/>
                  </a:lnTo>
                  <a:lnTo>
                    <a:pt x="391954" y="376238"/>
                  </a:lnTo>
                  <a:lnTo>
                    <a:pt x="391954" y="388144"/>
                  </a:lnTo>
                  <a:lnTo>
                    <a:pt x="396240" y="394335"/>
                  </a:lnTo>
                  <a:lnTo>
                    <a:pt x="398621" y="399574"/>
                  </a:lnTo>
                  <a:lnTo>
                    <a:pt x="399574" y="401479"/>
                  </a:lnTo>
                  <a:lnTo>
                    <a:pt x="407194" y="405765"/>
                  </a:lnTo>
                  <a:lnTo>
                    <a:pt x="406241" y="409575"/>
                  </a:lnTo>
                  <a:lnTo>
                    <a:pt x="406717" y="414338"/>
                  </a:lnTo>
                  <a:lnTo>
                    <a:pt x="406241" y="419100"/>
                  </a:lnTo>
                  <a:lnTo>
                    <a:pt x="403860" y="422434"/>
                  </a:lnTo>
                  <a:lnTo>
                    <a:pt x="400526" y="425768"/>
                  </a:lnTo>
                  <a:lnTo>
                    <a:pt x="398621" y="428625"/>
                  </a:lnTo>
                  <a:lnTo>
                    <a:pt x="396716" y="430054"/>
                  </a:lnTo>
                  <a:lnTo>
                    <a:pt x="397192" y="431006"/>
                  </a:lnTo>
                  <a:lnTo>
                    <a:pt x="399574" y="431006"/>
                  </a:lnTo>
                  <a:lnTo>
                    <a:pt x="402908" y="431959"/>
                  </a:lnTo>
                  <a:lnTo>
                    <a:pt x="405289" y="434816"/>
                  </a:lnTo>
                  <a:lnTo>
                    <a:pt x="405765" y="436245"/>
                  </a:lnTo>
                  <a:lnTo>
                    <a:pt x="405289" y="438150"/>
                  </a:lnTo>
                  <a:lnTo>
                    <a:pt x="401479" y="440531"/>
                  </a:lnTo>
                  <a:lnTo>
                    <a:pt x="395764" y="441008"/>
                  </a:lnTo>
                  <a:lnTo>
                    <a:pt x="392430" y="443389"/>
                  </a:lnTo>
                  <a:lnTo>
                    <a:pt x="391478" y="445294"/>
                  </a:lnTo>
                  <a:lnTo>
                    <a:pt x="393383" y="447675"/>
                  </a:lnTo>
                  <a:lnTo>
                    <a:pt x="394811" y="450533"/>
                  </a:lnTo>
                  <a:lnTo>
                    <a:pt x="396240" y="455771"/>
                  </a:lnTo>
                  <a:lnTo>
                    <a:pt x="398145" y="459105"/>
                  </a:lnTo>
                  <a:lnTo>
                    <a:pt x="404813" y="468630"/>
                  </a:lnTo>
                  <a:lnTo>
                    <a:pt x="411004" y="473869"/>
                  </a:lnTo>
                  <a:lnTo>
                    <a:pt x="412909" y="478155"/>
                  </a:lnTo>
                  <a:lnTo>
                    <a:pt x="416719" y="482918"/>
                  </a:lnTo>
                  <a:lnTo>
                    <a:pt x="428149" y="488156"/>
                  </a:lnTo>
                  <a:lnTo>
                    <a:pt x="434816" y="490538"/>
                  </a:lnTo>
                  <a:lnTo>
                    <a:pt x="439103" y="493395"/>
                  </a:lnTo>
                  <a:lnTo>
                    <a:pt x="447199" y="496729"/>
                  </a:lnTo>
                  <a:lnTo>
                    <a:pt x="451961" y="499586"/>
                  </a:lnTo>
                  <a:lnTo>
                    <a:pt x="459105" y="506254"/>
                  </a:lnTo>
                  <a:lnTo>
                    <a:pt x="462915" y="511493"/>
                  </a:lnTo>
                  <a:lnTo>
                    <a:pt x="467678" y="517208"/>
                  </a:lnTo>
                  <a:lnTo>
                    <a:pt x="481965" y="521970"/>
                  </a:lnTo>
                  <a:lnTo>
                    <a:pt x="492919" y="526256"/>
                  </a:lnTo>
                  <a:lnTo>
                    <a:pt x="498158" y="527209"/>
                  </a:lnTo>
                  <a:lnTo>
                    <a:pt x="509588" y="530067"/>
                  </a:lnTo>
                  <a:lnTo>
                    <a:pt x="517208" y="529590"/>
                  </a:lnTo>
                  <a:lnTo>
                    <a:pt x="519589" y="530067"/>
                  </a:lnTo>
                  <a:lnTo>
                    <a:pt x="521970" y="531495"/>
                  </a:lnTo>
                  <a:lnTo>
                    <a:pt x="524828" y="534353"/>
                  </a:lnTo>
                  <a:lnTo>
                    <a:pt x="530543" y="541020"/>
                  </a:lnTo>
                  <a:lnTo>
                    <a:pt x="534353" y="542449"/>
                  </a:lnTo>
                  <a:lnTo>
                    <a:pt x="537686" y="545783"/>
                  </a:lnTo>
                  <a:lnTo>
                    <a:pt x="545783" y="550069"/>
                  </a:lnTo>
                  <a:lnTo>
                    <a:pt x="550545" y="553879"/>
                  </a:lnTo>
                  <a:lnTo>
                    <a:pt x="555784" y="556260"/>
                  </a:lnTo>
                  <a:lnTo>
                    <a:pt x="570071" y="561023"/>
                  </a:lnTo>
                  <a:lnTo>
                    <a:pt x="576263" y="563880"/>
                  </a:lnTo>
                  <a:lnTo>
                    <a:pt x="583883" y="566261"/>
                  </a:lnTo>
                  <a:lnTo>
                    <a:pt x="595313" y="573405"/>
                  </a:lnTo>
                  <a:lnTo>
                    <a:pt x="606743" y="575310"/>
                  </a:lnTo>
                  <a:lnTo>
                    <a:pt x="618649" y="578168"/>
                  </a:lnTo>
                  <a:lnTo>
                    <a:pt x="621983" y="579596"/>
                  </a:lnTo>
                  <a:lnTo>
                    <a:pt x="626745" y="580073"/>
                  </a:lnTo>
                  <a:lnTo>
                    <a:pt x="634841" y="588169"/>
                  </a:lnTo>
                  <a:lnTo>
                    <a:pt x="647700" y="591503"/>
                  </a:lnTo>
                  <a:lnTo>
                    <a:pt x="660559" y="599599"/>
                  </a:lnTo>
                  <a:lnTo>
                    <a:pt x="680085" y="601504"/>
                  </a:lnTo>
                  <a:lnTo>
                    <a:pt x="692944" y="607695"/>
                  </a:lnTo>
                  <a:lnTo>
                    <a:pt x="702945" y="610076"/>
                  </a:lnTo>
                  <a:lnTo>
                    <a:pt x="706279" y="609124"/>
                  </a:lnTo>
                  <a:lnTo>
                    <a:pt x="712946" y="608648"/>
                  </a:lnTo>
                  <a:lnTo>
                    <a:pt x="728186" y="601980"/>
                  </a:lnTo>
                  <a:lnTo>
                    <a:pt x="738664" y="599123"/>
                  </a:lnTo>
                  <a:lnTo>
                    <a:pt x="750094" y="591979"/>
                  </a:lnTo>
                  <a:lnTo>
                    <a:pt x="756285" y="591026"/>
                  </a:lnTo>
                  <a:lnTo>
                    <a:pt x="761524" y="591026"/>
                  </a:lnTo>
                  <a:lnTo>
                    <a:pt x="762000" y="590550"/>
                  </a:lnTo>
                  <a:lnTo>
                    <a:pt x="760095" y="590074"/>
                  </a:lnTo>
                  <a:lnTo>
                    <a:pt x="754380" y="589121"/>
                  </a:lnTo>
                  <a:lnTo>
                    <a:pt x="754380" y="588169"/>
                  </a:lnTo>
                  <a:lnTo>
                    <a:pt x="757238" y="585788"/>
                  </a:lnTo>
                  <a:lnTo>
                    <a:pt x="758190" y="584359"/>
                  </a:lnTo>
                  <a:lnTo>
                    <a:pt x="759619" y="584359"/>
                  </a:lnTo>
                  <a:lnTo>
                    <a:pt x="762000" y="586264"/>
                  </a:lnTo>
                  <a:lnTo>
                    <a:pt x="762000" y="587693"/>
                  </a:lnTo>
                  <a:lnTo>
                    <a:pt x="762000" y="589121"/>
                  </a:lnTo>
                  <a:lnTo>
                    <a:pt x="763429" y="589121"/>
                  </a:lnTo>
                  <a:lnTo>
                    <a:pt x="766763" y="587217"/>
                  </a:lnTo>
                  <a:lnTo>
                    <a:pt x="767715" y="587217"/>
                  </a:lnTo>
                  <a:lnTo>
                    <a:pt x="768668" y="588169"/>
                  </a:lnTo>
                  <a:lnTo>
                    <a:pt x="765334" y="591026"/>
                  </a:lnTo>
                  <a:lnTo>
                    <a:pt x="765810" y="591979"/>
                  </a:lnTo>
                  <a:lnTo>
                    <a:pt x="772477" y="592455"/>
                  </a:lnTo>
                  <a:lnTo>
                    <a:pt x="788670" y="598170"/>
                  </a:lnTo>
                  <a:lnTo>
                    <a:pt x="787718" y="596742"/>
                  </a:lnTo>
                  <a:lnTo>
                    <a:pt x="782002" y="593884"/>
                  </a:lnTo>
                  <a:lnTo>
                    <a:pt x="780098" y="592931"/>
                  </a:lnTo>
                  <a:lnTo>
                    <a:pt x="778193" y="592931"/>
                  </a:lnTo>
                  <a:lnTo>
                    <a:pt x="775811" y="591979"/>
                  </a:lnTo>
                  <a:lnTo>
                    <a:pt x="773906" y="591026"/>
                  </a:lnTo>
                  <a:lnTo>
                    <a:pt x="774383" y="589121"/>
                  </a:lnTo>
                  <a:lnTo>
                    <a:pt x="775335" y="589121"/>
                  </a:lnTo>
                  <a:lnTo>
                    <a:pt x="777240" y="590550"/>
                  </a:lnTo>
                  <a:lnTo>
                    <a:pt x="779621" y="591503"/>
                  </a:lnTo>
                  <a:lnTo>
                    <a:pt x="784860" y="593408"/>
                  </a:lnTo>
                  <a:lnTo>
                    <a:pt x="790575" y="596742"/>
                  </a:lnTo>
                  <a:lnTo>
                    <a:pt x="796766" y="602456"/>
                  </a:lnTo>
                  <a:lnTo>
                    <a:pt x="803434" y="607219"/>
                  </a:lnTo>
                  <a:lnTo>
                    <a:pt x="816293" y="617696"/>
                  </a:lnTo>
                  <a:lnTo>
                    <a:pt x="821055" y="622459"/>
                  </a:lnTo>
                  <a:lnTo>
                    <a:pt x="824865" y="624840"/>
                  </a:lnTo>
                  <a:lnTo>
                    <a:pt x="828675" y="628174"/>
                  </a:lnTo>
                  <a:lnTo>
                    <a:pt x="838200" y="638651"/>
                  </a:lnTo>
                  <a:lnTo>
                    <a:pt x="847249" y="648176"/>
                  </a:lnTo>
                  <a:lnTo>
                    <a:pt x="848201" y="649129"/>
                  </a:lnTo>
                  <a:lnTo>
                    <a:pt x="849154" y="648176"/>
                  </a:lnTo>
                  <a:lnTo>
                    <a:pt x="850106" y="646271"/>
                  </a:lnTo>
                  <a:lnTo>
                    <a:pt x="851059" y="644367"/>
                  </a:lnTo>
                  <a:lnTo>
                    <a:pt x="850583" y="641985"/>
                  </a:lnTo>
                  <a:lnTo>
                    <a:pt x="850106" y="640080"/>
                  </a:lnTo>
                  <a:lnTo>
                    <a:pt x="851059" y="637223"/>
                  </a:lnTo>
                  <a:lnTo>
                    <a:pt x="851059" y="635318"/>
                  </a:lnTo>
                  <a:lnTo>
                    <a:pt x="851535" y="633889"/>
                  </a:lnTo>
                  <a:lnTo>
                    <a:pt x="852964" y="632936"/>
                  </a:lnTo>
                  <a:lnTo>
                    <a:pt x="853916" y="631508"/>
                  </a:lnTo>
                  <a:lnTo>
                    <a:pt x="849630" y="625793"/>
                  </a:lnTo>
                  <a:lnTo>
                    <a:pt x="849630" y="624364"/>
                  </a:lnTo>
                  <a:lnTo>
                    <a:pt x="850106" y="622935"/>
                  </a:lnTo>
                  <a:lnTo>
                    <a:pt x="853440" y="616744"/>
                  </a:lnTo>
                  <a:lnTo>
                    <a:pt x="857726" y="609600"/>
                  </a:lnTo>
                  <a:lnTo>
                    <a:pt x="862489" y="601504"/>
                  </a:lnTo>
                  <a:lnTo>
                    <a:pt x="865346" y="596742"/>
                  </a:lnTo>
                  <a:lnTo>
                    <a:pt x="875824" y="596742"/>
                  </a:lnTo>
                  <a:lnTo>
                    <a:pt x="882491" y="596742"/>
                  </a:lnTo>
                  <a:lnTo>
                    <a:pt x="891064" y="596742"/>
                  </a:lnTo>
                  <a:lnTo>
                    <a:pt x="900589" y="596742"/>
                  </a:lnTo>
                  <a:lnTo>
                    <a:pt x="906780" y="596742"/>
                  </a:lnTo>
                  <a:lnTo>
                    <a:pt x="909161" y="596742"/>
                  </a:lnTo>
                  <a:lnTo>
                    <a:pt x="908685" y="593884"/>
                  </a:lnTo>
                  <a:lnTo>
                    <a:pt x="909161" y="590550"/>
                  </a:lnTo>
                  <a:lnTo>
                    <a:pt x="910114" y="587217"/>
                  </a:lnTo>
                  <a:lnTo>
                    <a:pt x="910114" y="585788"/>
                  </a:lnTo>
                  <a:lnTo>
                    <a:pt x="908209" y="583883"/>
                  </a:lnTo>
                  <a:lnTo>
                    <a:pt x="904875" y="582930"/>
                  </a:lnTo>
                  <a:lnTo>
                    <a:pt x="902970" y="581501"/>
                  </a:lnTo>
                  <a:lnTo>
                    <a:pt x="902970" y="579596"/>
                  </a:lnTo>
                  <a:lnTo>
                    <a:pt x="902018" y="577215"/>
                  </a:lnTo>
                  <a:lnTo>
                    <a:pt x="900113" y="574358"/>
                  </a:lnTo>
                  <a:lnTo>
                    <a:pt x="896302" y="571500"/>
                  </a:lnTo>
                  <a:lnTo>
                    <a:pt x="891064" y="568643"/>
                  </a:lnTo>
                  <a:lnTo>
                    <a:pt x="886301" y="564833"/>
                  </a:lnTo>
                  <a:lnTo>
                    <a:pt x="882491" y="560070"/>
                  </a:lnTo>
                  <a:lnTo>
                    <a:pt x="879158" y="557213"/>
                  </a:lnTo>
                  <a:lnTo>
                    <a:pt x="876776" y="555784"/>
                  </a:lnTo>
                  <a:lnTo>
                    <a:pt x="876300" y="555308"/>
                  </a:lnTo>
                  <a:lnTo>
                    <a:pt x="883444" y="555308"/>
                  </a:lnTo>
                  <a:lnTo>
                    <a:pt x="890111" y="555308"/>
                  </a:lnTo>
                  <a:lnTo>
                    <a:pt x="890111" y="548640"/>
                  </a:lnTo>
                  <a:lnTo>
                    <a:pt x="890111" y="542449"/>
                  </a:lnTo>
                  <a:lnTo>
                    <a:pt x="890111" y="535781"/>
                  </a:lnTo>
                  <a:lnTo>
                    <a:pt x="902494" y="535781"/>
                  </a:lnTo>
                  <a:lnTo>
                    <a:pt x="917258" y="535781"/>
                  </a:lnTo>
                  <a:lnTo>
                    <a:pt x="932498" y="535781"/>
                  </a:lnTo>
                  <a:lnTo>
                    <a:pt x="944880" y="535781"/>
                  </a:lnTo>
                  <a:lnTo>
                    <a:pt x="952024" y="535781"/>
                  </a:lnTo>
                  <a:lnTo>
                    <a:pt x="952024" y="532924"/>
                  </a:lnTo>
                  <a:lnTo>
                    <a:pt x="952976" y="530543"/>
                  </a:lnTo>
                  <a:lnTo>
                    <a:pt x="955834" y="529590"/>
                  </a:lnTo>
                  <a:lnTo>
                    <a:pt x="959644" y="531495"/>
                  </a:lnTo>
                  <a:lnTo>
                    <a:pt x="961073" y="532448"/>
                  </a:lnTo>
                  <a:lnTo>
                    <a:pt x="962501" y="531971"/>
                  </a:lnTo>
                  <a:lnTo>
                    <a:pt x="964406" y="530543"/>
                  </a:lnTo>
                  <a:lnTo>
                    <a:pt x="966311" y="526733"/>
                  </a:lnTo>
                  <a:lnTo>
                    <a:pt x="971550" y="519113"/>
                  </a:lnTo>
                  <a:lnTo>
                    <a:pt x="973931" y="513874"/>
                  </a:lnTo>
                  <a:lnTo>
                    <a:pt x="975836" y="512921"/>
                  </a:lnTo>
                  <a:lnTo>
                    <a:pt x="978694" y="512921"/>
                  </a:lnTo>
                  <a:lnTo>
                    <a:pt x="981075" y="513398"/>
                  </a:lnTo>
                  <a:lnTo>
                    <a:pt x="981551" y="511969"/>
                  </a:lnTo>
                  <a:lnTo>
                    <a:pt x="984409" y="507683"/>
                  </a:lnTo>
                  <a:lnTo>
                    <a:pt x="984409" y="504825"/>
                  </a:lnTo>
                  <a:lnTo>
                    <a:pt x="986790" y="502920"/>
                  </a:lnTo>
                  <a:lnTo>
                    <a:pt x="988695" y="501015"/>
                  </a:lnTo>
                  <a:lnTo>
                    <a:pt x="990124" y="501015"/>
                  </a:lnTo>
                  <a:lnTo>
                    <a:pt x="990600" y="504825"/>
                  </a:lnTo>
                  <a:lnTo>
                    <a:pt x="989171" y="511969"/>
                  </a:lnTo>
                  <a:lnTo>
                    <a:pt x="989648" y="513398"/>
                  </a:lnTo>
                  <a:lnTo>
                    <a:pt x="992505" y="514826"/>
                  </a:lnTo>
                  <a:lnTo>
                    <a:pt x="995363" y="520541"/>
                  </a:lnTo>
                  <a:lnTo>
                    <a:pt x="996315" y="520541"/>
                  </a:lnTo>
                  <a:lnTo>
                    <a:pt x="998220" y="517684"/>
                  </a:lnTo>
                  <a:lnTo>
                    <a:pt x="999649" y="514826"/>
                  </a:lnTo>
                  <a:lnTo>
                    <a:pt x="1000601" y="507683"/>
                  </a:lnTo>
                  <a:lnTo>
                    <a:pt x="1003459" y="502920"/>
                  </a:lnTo>
                  <a:lnTo>
                    <a:pt x="1005364" y="494348"/>
                  </a:lnTo>
                  <a:lnTo>
                    <a:pt x="1008698" y="485775"/>
                  </a:lnTo>
                  <a:lnTo>
                    <a:pt x="1008221" y="484823"/>
                  </a:lnTo>
                  <a:lnTo>
                    <a:pt x="1006793" y="484823"/>
                  </a:lnTo>
                  <a:lnTo>
                    <a:pt x="1004411" y="487204"/>
                  </a:lnTo>
                  <a:lnTo>
                    <a:pt x="1003459" y="486728"/>
                  </a:lnTo>
                  <a:lnTo>
                    <a:pt x="1003459" y="483394"/>
                  </a:lnTo>
                  <a:lnTo>
                    <a:pt x="1004411" y="482441"/>
                  </a:lnTo>
                  <a:lnTo>
                    <a:pt x="1006316" y="481489"/>
                  </a:lnTo>
                  <a:lnTo>
                    <a:pt x="1008221" y="481013"/>
                  </a:lnTo>
                  <a:lnTo>
                    <a:pt x="1009174" y="480536"/>
                  </a:lnTo>
                  <a:lnTo>
                    <a:pt x="1010602" y="478631"/>
                  </a:lnTo>
                  <a:lnTo>
                    <a:pt x="1011079" y="475774"/>
                  </a:lnTo>
                  <a:lnTo>
                    <a:pt x="1009650" y="475774"/>
                  </a:lnTo>
                  <a:lnTo>
                    <a:pt x="1008221" y="476250"/>
                  </a:lnTo>
                  <a:lnTo>
                    <a:pt x="1005840" y="476250"/>
                  </a:lnTo>
                  <a:lnTo>
                    <a:pt x="1003935" y="476726"/>
                  </a:lnTo>
                  <a:lnTo>
                    <a:pt x="1002506" y="475298"/>
                  </a:lnTo>
                  <a:lnTo>
                    <a:pt x="1002506" y="473869"/>
                  </a:lnTo>
                  <a:lnTo>
                    <a:pt x="1005840" y="469106"/>
                  </a:lnTo>
                  <a:lnTo>
                    <a:pt x="1008698" y="467201"/>
                  </a:lnTo>
                  <a:lnTo>
                    <a:pt x="1010126" y="467201"/>
                  </a:lnTo>
                  <a:lnTo>
                    <a:pt x="1011079" y="465773"/>
                  </a:lnTo>
                  <a:lnTo>
                    <a:pt x="1011555" y="464344"/>
                  </a:lnTo>
                  <a:lnTo>
                    <a:pt x="1010602" y="461010"/>
                  </a:lnTo>
                  <a:lnTo>
                    <a:pt x="1010602" y="457200"/>
                  </a:lnTo>
                  <a:lnTo>
                    <a:pt x="1012031" y="452914"/>
                  </a:lnTo>
                  <a:lnTo>
                    <a:pt x="1018699" y="443389"/>
                  </a:lnTo>
                  <a:lnTo>
                    <a:pt x="1024414" y="439103"/>
                  </a:lnTo>
                  <a:lnTo>
                    <a:pt x="1029176" y="433864"/>
                  </a:lnTo>
                  <a:lnTo>
                    <a:pt x="1028700" y="429578"/>
                  </a:lnTo>
                  <a:close/>
                  <a:moveTo>
                    <a:pt x="79534" y="36195"/>
                  </a:moveTo>
                  <a:lnTo>
                    <a:pt x="79534" y="36195"/>
                  </a:lnTo>
                  <a:lnTo>
                    <a:pt x="79058" y="38100"/>
                  </a:lnTo>
                  <a:lnTo>
                    <a:pt x="80963" y="40005"/>
                  </a:lnTo>
                  <a:lnTo>
                    <a:pt x="81915" y="40005"/>
                  </a:lnTo>
                  <a:lnTo>
                    <a:pt x="81915" y="39529"/>
                  </a:lnTo>
                  <a:lnTo>
                    <a:pt x="80963" y="38100"/>
                  </a:lnTo>
                  <a:lnTo>
                    <a:pt x="79534" y="36195"/>
                  </a:lnTo>
                  <a:close/>
                </a:path>
              </a:pathLst>
            </a:custGeom>
            <a:grpFill/>
            <a:ln w="317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A0507596-FA21-44CD-9320-8FD5E71217E8}"/>
                </a:ext>
              </a:extLst>
            </p:cNvPr>
            <p:cNvSpPr/>
            <p:nvPr/>
          </p:nvSpPr>
          <p:spPr>
            <a:xfrm>
              <a:off x="6831806" y="4614385"/>
              <a:ext cx="109061" cy="263842"/>
            </a:xfrm>
            <a:custGeom>
              <a:avLst/>
              <a:gdLst>
                <a:gd name="connsiteX0" fmla="*/ 77152 w 109061"/>
                <a:gd name="connsiteY0" fmla="*/ 74771 h 263842"/>
                <a:gd name="connsiteX1" fmla="*/ 77152 w 109061"/>
                <a:gd name="connsiteY1" fmla="*/ 74771 h 263842"/>
                <a:gd name="connsiteX2" fmla="*/ 77152 w 109061"/>
                <a:gd name="connsiteY2" fmla="*/ 73819 h 263842"/>
                <a:gd name="connsiteX3" fmla="*/ 77152 w 109061"/>
                <a:gd name="connsiteY3" fmla="*/ 74771 h 263842"/>
                <a:gd name="connsiteX4" fmla="*/ 77152 w 109061"/>
                <a:gd name="connsiteY4" fmla="*/ 74771 h 263842"/>
                <a:gd name="connsiteX5" fmla="*/ 69056 w 109061"/>
                <a:gd name="connsiteY5" fmla="*/ 92869 h 263842"/>
                <a:gd name="connsiteX6" fmla="*/ 70009 w 109061"/>
                <a:gd name="connsiteY6" fmla="*/ 91916 h 263842"/>
                <a:gd name="connsiteX7" fmla="*/ 70485 w 109061"/>
                <a:gd name="connsiteY7" fmla="*/ 90964 h 263842"/>
                <a:gd name="connsiteX8" fmla="*/ 70485 w 109061"/>
                <a:gd name="connsiteY8" fmla="*/ 90011 h 263842"/>
                <a:gd name="connsiteX9" fmla="*/ 70009 w 109061"/>
                <a:gd name="connsiteY9" fmla="*/ 89535 h 263842"/>
                <a:gd name="connsiteX10" fmla="*/ 69056 w 109061"/>
                <a:gd name="connsiteY10" fmla="*/ 89059 h 263842"/>
                <a:gd name="connsiteX11" fmla="*/ 67627 w 109061"/>
                <a:gd name="connsiteY11" fmla="*/ 89059 h 263842"/>
                <a:gd name="connsiteX12" fmla="*/ 67151 w 109061"/>
                <a:gd name="connsiteY12" fmla="*/ 90488 h 263842"/>
                <a:gd name="connsiteX13" fmla="*/ 67151 w 109061"/>
                <a:gd name="connsiteY13" fmla="*/ 92392 h 263842"/>
                <a:gd name="connsiteX14" fmla="*/ 68104 w 109061"/>
                <a:gd name="connsiteY14" fmla="*/ 92869 h 263842"/>
                <a:gd name="connsiteX15" fmla="*/ 69056 w 109061"/>
                <a:gd name="connsiteY15" fmla="*/ 92869 h 263842"/>
                <a:gd name="connsiteX16" fmla="*/ 109061 w 109061"/>
                <a:gd name="connsiteY16" fmla="*/ 188119 h 263842"/>
                <a:gd name="connsiteX17" fmla="*/ 108109 w 109061"/>
                <a:gd name="connsiteY17" fmla="*/ 187166 h 263842"/>
                <a:gd name="connsiteX18" fmla="*/ 107632 w 109061"/>
                <a:gd name="connsiteY18" fmla="*/ 180499 h 263842"/>
                <a:gd name="connsiteX19" fmla="*/ 102394 w 109061"/>
                <a:gd name="connsiteY19" fmla="*/ 173355 h 263842"/>
                <a:gd name="connsiteX20" fmla="*/ 95726 w 109061"/>
                <a:gd name="connsiteY20" fmla="*/ 164306 h 263842"/>
                <a:gd name="connsiteX21" fmla="*/ 91916 w 109061"/>
                <a:gd name="connsiteY21" fmla="*/ 159544 h 263842"/>
                <a:gd name="connsiteX22" fmla="*/ 87630 w 109061"/>
                <a:gd name="connsiteY22" fmla="*/ 153829 h 263842"/>
                <a:gd name="connsiteX23" fmla="*/ 79534 w 109061"/>
                <a:gd name="connsiteY23" fmla="*/ 145256 h 263842"/>
                <a:gd name="connsiteX24" fmla="*/ 75724 w 109061"/>
                <a:gd name="connsiteY24" fmla="*/ 141922 h 263842"/>
                <a:gd name="connsiteX25" fmla="*/ 74295 w 109061"/>
                <a:gd name="connsiteY25" fmla="*/ 140970 h 263842"/>
                <a:gd name="connsiteX26" fmla="*/ 74295 w 109061"/>
                <a:gd name="connsiteY26" fmla="*/ 144304 h 263842"/>
                <a:gd name="connsiteX27" fmla="*/ 74771 w 109061"/>
                <a:gd name="connsiteY27" fmla="*/ 147161 h 263842"/>
                <a:gd name="connsiteX28" fmla="*/ 75248 w 109061"/>
                <a:gd name="connsiteY28" fmla="*/ 147638 h 263842"/>
                <a:gd name="connsiteX29" fmla="*/ 80010 w 109061"/>
                <a:gd name="connsiteY29" fmla="*/ 148114 h 263842"/>
                <a:gd name="connsiteX30" fmla="*/ 80963 w 109061"/>
                <a:gd name="connsiteY30" fmla="*/ 148590 h 263842"/>
                <a:gd name="connsiteX31" fmla="*/ 82391 w 109061"/>
                <a:gd name="connsiteY31" fmla="*/ 151447 h 263842"/>
                <a:gd name="connsiteX32" fmla="*/ 85249 w 109061"/>
                <a:gd name="connsiteY32" fmla="*/ 159544 h 263842"/>
                <a:gd name="connsiteX33" fmla="*/ 85249 w 109061"/>
                <a:gd name="connsiteY33" fmla="*/ 160496 h 263842"/>
                <a:gd name="connsiteX34" fmla="*/ 88106 w 109061"/>
                <a:gd name="connsiteY34" fmla="*/ 167164 h 263842"/>
                <a:gd name="connsiteX35" fmla="*/ 89059 w 109061"/>
                <a:gd name="connsiteY35" fmla="*/ 170021 h 263842"/>
                <a:gd name="connsiteX36" fmla="*/ 88582 w 109061"/>
                <a:gd name="connsiteY36" fmla="*/ 170974 h 263842"/>
                <a:gd name="connsiteX37" fmla="*/ 88106 w 109061"/>
                <a:gd name="connsiteY37" fmla="*/ 171450 h 263842"/>
                <a:gd name="connsiteX38" fmla="*/ 87154 w 109061"/>
                <a:gd name="connsiteY38" fmla="*/ 171450 h 263842"/>
                <a:gd name="connsiteX39" fmla="*/ 85725 w 109061"/>
                <a:gd name="connsiteY39" fmla="*/ 170021 h 263842"/>
                <a:gd name="connsiteX40" fmla="*/ 83344 w 109061"/>
                <a:gd name="connsiteY40" fmla="*/ 167640 h 263842"/>
                <a:gd name="connsiteX41" fmla="*/ 80486 w 109061"/>
                <a:gd name="connsiteY41" fmla="*/ 163830 h 263842"/>
                <a:gd name="connsiteX42" fmla="*/ 79534 w 109061"/>
                <a:gd name="connsiteY42" fmla="*/ 163354 h 263842"/>
                <a:gd name="connsiteX43" fmla="*/ 77629 w 109061"/>
                <a:gd name="connsiteY43" fmla="*/ 162877 h 263842"/>
                <a:gd name="connsiteX44" fmla="*/ 77152 w 109061"/>
                <a:gd name="connsiteY44" fmla="*/ 162401 h 263842"/>
                <a:gd name="connsiteX45" fmla="*/ 77152 w 109061"/>
                <a:gd name="connsiteY45" fmla="*/ 160020 h 263842"/>
                <a:gd name="connsiteX46" fmla="*/ 76676 w 109061"/>
                <a:gd name="connsiteY46" fmla="*/ 159067 h 263842"/>
                <a:gd name="connsiteX47" fmla="*/ 75724 w 109061"/>
                <a:gd name="connsiteY47" fmla="*/ 158591 h 263842"/>
                <a:gd name="connsiteX48" fmla="*/ 74771 w 109061"/>
                <a:gd name="connsiteY48" fmla="*/ 158115 h 263842"/>
                <a:gd name="connsiteX49" fmla="*/ 73819 w 109061"/>
                <a:gd name="connsiteY49" fmla="*/ 158115 h 263842"/>
                <a:gd name="connsiteX50" fmla="*/ 73343 w 109061"/>
                <a:gd name="connsiteY50" fmla="*/ 158591 h 263842"/>
                <a:gd name="connsiteX51" fmla="*/ 73819 w 109061"/>
                <a:gd name="connsiteY51" fmla="*/ 160020 h 263842"/>
                <a:gd name="connsiteX52" fmla="*/ 73343 w 109061"/>
                <a:gd name="connsiteY52" fmla="*/ 161449 h 263842"/>
                <a:gd name="connsiteX53" fmla="*/ 72390 w 109061"/>
                <a:gd name="connsiteY53" fmla="*/ 162877 h 263842"/>
                <a:gd name="connsiteX54" fmla="*/ 71914 w 109061"/>
                <a:gd name="connsiteY54" fmla="*/ 163830 h 263842"/>
                <a:gd name="connsiteX55" fmla="*/ 72390 w 109061"/>
                <a:gd name="connsiteY55" fmla="*/ 164306 h 263842"/>
                <a:gd name="connsiteX56" fmla="*/ 72390 w 109061"/>
                <a:gd name="connsiteY56" fmla="*/ 164782 h 263842"/>
                <a:gd name="connsiteX57" fmla="*/ 70485 w 109061"/>
                <a:gd name="connsiteY57" fmla="*/ 166211 h 263842"/>
                <a:gd name="connsiteX58" fmla="*/ 69056 w 109061"/>
                <a:gd name="connsiteY58" fmla="*/ 166688 h 263842"/>
                <a:gd name="connsiteX59" fmla="*/ 68104 w 109061"/>
                <a:gd name="connsiteY59" fmla="*/ 166688 h 263842"/>
                <a:gd name="connsiteX60" fmla="*/ 68104 w 109061"/>
                <a:gd name="connsiteY60" fmla="*/ 165735 h 263842"/>
                <a:gd name="connsiteX61" fmla="*/ 67151 w 109061"/>
                <a:gd name="connsiteY61" fmla="*/ 164782 h 263842"/>
                <a:gd name="connsiteX62" fmla="*/ 65723 w 109061"/>
                <a:gd name="connsiteY62" fmla="*/ 164306 h 263842"/>
                <a:gd name="connsiteX63" fmla="*/ 64294 w 109061"/>
                <a:gd name="connsiteY63" fmla="*/ 162877 h 263842"/>
                <a:gd name="connsiteX64" fmla="*/ 63341 w 109061"/>
                <a:gd name="connsiteY64" fmla="*/ 160972 h 263842"/>
                <a:gd name="connsiteX65" fmla="*/ 62865 w 109061"/>
                <a:gd name="connsiteY65" fmla="*/ 159067 h 263842"/>
                <a:gd name="connsiteX66" fmla="*/ 62389 w 109061"/>
                <a:gd name="connsiteY66" fmla="*/ 156686 h 263842"/>
                <a:gd name="connsiteX67" fmla="*/ 62865 w 109061"/>
                <a:gd name="connsiteY67" fmla="*/ 155257 h 263842"/>
                <a:gd name="connsiteX68" fmla="*/ 63818 w 109061"/>
                <a:gd name="connsiteY68" fmla="*/ 154305 h 263842"/>
                <a:gd name="connsiteX69" fmla="*/ 64770 w 109061"/>
                <a:gd name="connsiteY69" fmla="*/ 152400 h 263842"/>
                <a:gd name="connsiteX70" fmla="*/ 65723 w 109061"/>
                <a:gd name="connsiteY70" fmla="*/ 149066 h 263842"/>
                <a:gd name="connsiteX71" fmla="*/ 65246 w 109061"/>
                <a:gd name="connsiteY71" fmla="*/ 146209 h 263842"/>
                <a:gd name="connsiteX72" fmla="*/ 63341 w 109061"/>
                <a:gd name="connsiteY72" fmla="*/ 143827 h 263842"/>
                <a:gd name="connsiteX73" fmla="*/ 61436 w 109061"/>
                <a:gd name="connsiteY73" fmla="*/ 142875 h 263842"/>
                <a:gd name="connsiteX74" fmla="*/ 60007 w 109061"/>
                <a:gd name="connsiteY74" fmla="*/ 142875 h 263842"/>
                <a:gd name="connsiteX75" fmla="*/ 58579 w 109061"/>
                <a:gd name="connsiteY75" fmla="*/ 141446 h 263842"/>
                <a:gd name="connsiteX76" fmla="*/ 55721 w 109061"/>
                <a:gd name="connsiteY76" fmla="*/ 136207 h 263842"/>
                <a:gd name="connsiteX77" fmla="*/ 55245 w 109061"/>
                <a:gd name="connsiteY77" fmla="*/ 135255 h 263842"/>
                <a:gd name="connsiteX78" fmla="*/ 55245 w 109061"/>
                <a:gd name="connsiteY78" fmla="*/ 133826 h 263842"/>
                <a:gd name="connsiteX79" fmla="*/ 55721 w 109061"/>
                <a:gd name="connsiteY79" fmla="*/ 132397 h 263842"/>
                <a:gd name="connsiteX80" fmla="*/ 55721 w 109061"/>
                <a:gd name="connsiteY80" fmla="*/ 128588 h 263842"/>
                <a:gd name="connsiteX81" fmla="*/ 55245 w 109061"/>
                <a:gd name="connsiteY81" fmla="*/ 121444 h 263842"/>
                <a:gd name="connsiteX82" fmla="*/ 54769 w 109061"/>
                <a:gd name="connsiteY82" fmla="*/ 120491 h 263842"/>
                <a:gd name="connsiteX83" fmla="*/ 54293 w 109061"/>
                <a:gd name="connsiteY83" fmla="*/ 118110 h 263842"/>
                <a:gd name="connsiteX84" fmla="*/ 53340 w 109061"/>
                <a:gd name="connsiteY84" fmla="*/ 117157 h 263842"/>
                <a:gd name="connsiteX85" fmla="*/ 52864 w 109061"/>
                <a:gd name="connsiteY85" fmla="*/ 116205 h 263842"/>
                <a:gd name="connsiteX86" fmla="*/ 52864 w 109061"/>
                <a:gd name="connsiteY86" fmla="*/ 114776 h 263842"/>
                <a:gd name="connsiteX87" fmla="*/ 52388 w 109061"/>
                <a:gd name="connsiteY87" fmla="*/ 113824 h 263842"/>
                <a:gd name="connsiteX88" fmla="*/ 51435 w 109061"/>
                <a:gd name="connsiteY88" fmla="*/ 113347 h 263842"/>
                <a:gd name="connsiteX89" fmla="*/ 50482 w 109061"/>
                <a:gd name="connsiteY89" fmla="*/ 112395 h 263842"/>
                <a:gd name="connsiteX90" fmla="*/ 50006 w 109061"/>
                <a:gd name="connsiteY90" fmla="*/ 110966 h 263842"/>
                <a:gd name="connsiteX91" fmla="*/ 50006 w 109061"/>
                <a:gd name="connsiteY91" fmla="*/ 105251 h 263842"/>
                <a:gd name="connsiteX92" fmla="*/ 49530 w 109061"/>
                <a:gd name="connsiteY92" fmla="*/ 103346 h 263842"/>
                <a:gd name="connsiteX93" fmla="*/ 48577 w 109061"/>
                <a:gd name="connsiteY93" fmla="*/ 102394 h 263842"/>
                <a:gd name="connsiteX94" fmla="*/ 47149 w 109061"/>
                <a:gd name="connsiteY94" fmla="*/ 101917 h 263842"/>
                <a:gd name="connsiteX95" fmla="*/ 46196 w 109061"/>
                <a:gd name="connsiteY95" fmla="*/ 100965 h 263842"/>
                <a:gd name="connsiteX96" fmla="*/ 44768 w 109061"/>
                <a:gd name="connsiteY96" fmla="*/ 97631 h 263842"/>
                <a:gd name="connsiteX97" fmla="*/ 44768 w 109061"/>
                <a:gd name="connsiteY97" fmla="*/ 96202 h 263842"/>
                <a:gd name="connsiteX98" fmla="*/ 45720 w 109061"/>
                <a:gd name="connsiteY98" fmla="*/ 90964 h 263842"/>
                <a:gd name="connsiteX99" fmla="*/ 47149 w 109061"/>
                <a:gd name="connsiteY99" fmla="*/ 88582 h 263842"/>
                <a:gd name="connsiteX100" fmla="*/ 49530 w 109061"/>
                <a:gd name="connsiteY100" fmla="*/ 86677 h 263842"/>
                <a:gd name="connsiteX101" fmla="*/ 50482 w 109061"/>
                <a:gd name="connsiteY101" fmla="*/ 85249 h 263842"/>
                <a:gd name="connsiteX102" fmla="*/ 50482 w 109061"/>
                <a:gd name="connsiteY102" fmla="*/ 83820 h 263842"/>
                <a:gd name="connsiteX103" fmla="*/ 51435 w 109061"/>
                <a:gd name="connsiteY103" fmla="*/ 81915 h 263842"/>
                <a:gd name="connsiteX104" fmla="*/ 54769 w 109061"/>
                <a:gd name="connsiteY104" fmla="*/ 78105 h 263842"/>
                <a:gd name="connsiteX105" fmla="*/ 54769 w 109061"/>
                <a:gd name="connsiteY105" fmla="*/ 77152 h 263842"/>
                <a:gd name="connsiteX106" fmla="*/ 53816 w 109061"/>
                <a:gd name="connsiteY106" fmla="*/ 69532 h 263842"/>
                <a:gd name="connsiteX107" fmla="*/ 52864 w 109061"/>
                <a:gd name="connsiteY107" fmla="*/ 65722 h 263842"/>
                <a:gd name="connsiteX108" fmla="*/ 51911 w 109061"/>
                <a:gd name="connsiteY108" fmla="*/ 62865 h 263842"/>
                <a:gd name="connsiteX109" fmla="*/ 51911 w 109061"/>
                <a:gd name="connsiteY109" fmla="*/ 60960 h 263842"/>
                <a:gd name="connsiteX110" fmla="*/ 52388 w 109061"/>
                <a:gd name="connsiteY110" fmla="*/ 59531 h 263842"/>
                <a:gd name="connsiteX111" fmla="*/ 52388 w 109061"/>
                <a:gd name="connsiteY111" fmla="*/ 58579 h 263842"/>
                <a:gd name="connsiteX112" fmla="*/ 51911 w 109061"/>
                <a:gd name="connsiteY112" fmla="*/ 57626 h 263842"/>
                <a:gd name="connsiteX113" fmla="*/ 50959 w 109061"/>
                <a:gd name="connsiteY113" fmla="*/ 41910 h 263842"/>
                <a:gd name="connsiteX114" fmla="*/ 50482 w 109061"/>
                <a:gd name="connsiteY114" fmla="*/ 40957 h 263842"/>
                <a:gd name="connsiteX115" fmla="*/ 50482 w 109061"/>
                <a:gd name="connsiteY115" fmla="*/ 40005 h 263842"/>
                <a:gd name="connsiteX116" fmla="*/ 51435 w 109061"/>
                <a:gd name="connsiteY116" fmla="*/ 39052 h 263842"/>
                <a:gd name="connsiteX117" fmla="*/ 51911 w 109061"/>
                <a:gd name="connsiteY117" fmla="*/ 38100 h 263842"/>
                <a:gd name="connsiteX118" fmla="*/ 51911 w 109061"/>
                <a:gd name="connsiteY118" fmla="*/ 37147 h 263842"/>
                <a:gd name="connsiteX119" fmla="*/ 52388 w 109061"/>
                <a:gd name="connsiteY119" fmla="*/ 36195 h 263842"/>
                <a:gd name="connsiteX120" fmla="*/ 53340 w 109061"/>
                <a:gd name="connsiteY120" fmla="*/ 35719 h 263842"/>
                <a:gd name="connsiteX121" fmla="*/ 52864 w 109061"/>
                <a:gd name="connsiteY121" fmla="*/ 34290 h 263842"/>
                <a:gd name="connsiteX122" fmla="*/ 51435 w 109061"/>
                <a:gd name="connsiteY122" fmla="*/ 31432 h 263842"/>
                <a:gd name="connsiteX123" fmla="*/ 50006 w 109061"/>
                <a:gd name="connsiteY123" fmla="*/ 29051 h 263842"/>
                <a:gd name="connsiteX124" fmla="*/ 46673 w 109061"/>
                <a:gd name="connsiteY124" fmla="*/ 25717 h 263842"/>
                <a:gd name="connsiteX125" fmla="*/ 45244 w 109061"/>
                <a:gd name="connsiteY125" fmla="*/ 23813 h 263842"/>
                <a:gd name="connsiteX126" fmla="*/ 44291 w 109061"/>
                <a:gd name="connsiteY126" fmla="*/ 21431 h 263842"/>
                <a:gd name="connsiteX127" fmla="*/ 42863 w 109061"/>
                <a:gd name="connsiteY127" fmla="*/ 16192 h 263842"/>
                <a:gd name="connsiteX128" fmla="*/ 41910 w 109061"/>
                <a:gd name="connsiteY128" fmla="*/ 15240 h 263842"/>
                <a:gd name="connsiteX129" fmla="*/ 41434 w 109061"/>
                <a:gd name="connsiteY129" fmla="*/ 13811 h 263842"/>
                <a:gd name="connsiteX130" fmla="*/ 41434 w 109061"/>
                <a:gd name="connsiteY130" fmla="*/ 11906 h 263842"/>
                <a:gd name="connsiteX131" fmla="*/ 41910 w 109061"/>
                <a:gd name="connsiteY131" fmla="*/ 10477 h 263842"/>
                <a:gd name="connsiteX132" fmla="*/ 43339 w 109061"/>
                <a:gd name="connsiteY132" fmla="*/ 8572 h 263842"/>
                <a:gd name="connsiteX133" fmla="*/ 42863 w 109061"/>
                <a:gd name="connsiteY133" fmla="*/ 9049 h 263842"/>
                <a:gd name="connsiteX134" fmla="*/ 40957 w 109061"/>
                <a:gd name="connsiteY134" fmla="*/ 9049 h 263842"/>
                <a:gd name="connsiteX135" fmla="*/ 40005 w 109061"/>
                <a:gd name="connsiteY135" fmla="*/ 8572 h 263842"/>
                <a:gd name="connsiteX136" fmla="*/ 37148 w 109061"/>
                <a:gd name="connsiteY136" fmla="*/ 6667 h 263842"/>
                <a:gd name="connsiteX137" fmla="*/ 34766 w 109061"/>
                <a:gd name="connsiteY137" fmla="*/ 6191 h 263842"/>
                <a:gd name="connsiteX138" fmla="*/ 29051 w 109061"/>
                <a:gd name="connsiteY138" fmla="*/ 6667 h 263842"/>
                <a:gd name="connsiteX139" fmla="*/ 27146 w 109061"/>
                <a:gd name="connsiteY139" fmla="*/ 7144 h 263842"/>
                <a:gd name="connsiteX140" fmla="*/ 25718 w 109061"/>
                <a:gd name="connsiteY140" fmla="*/ 6667 h 263842"/>
                <a:gd name="connsiteX141" fmla="*/ 22860 w 109061"/>
                <a:gd name="connsiteY141" fmla="*/ 3810 h 263842"/>
                <a:gd name="connsiteX142" fmla="*/ 19050 w 109061"/>
                <a:gd name="connsiteY142" fmla="*/ 3334 h 263842"/>
                <a:gd name="connsiteX143" fmla="*/ 15716 w 109061"/>
                <a:gd name="connsiteY143" fmla="*/ 3334 h 263842"/>
                <a:gd name="connsiteX144" fmla="*/ 10477 w 109061"/>
                <a:gd name="connsiteY144" fmla="*/ 0 h 263842"/>
                <a:gd name="connsiteX145" fmla="*/ 9049 w 109061"/>
                <a:gd name="connsiteY145" fmla="*/ 0 h 263842"/>
                <a:gd name="connsiteX146" fmla="*/ 8573 w 109061"/>
                <a:gd name="connsiteY146" fmla="*/ 476 h 263842"/>
                <a:gd name="connsiteX147" fmla="*/ 8573 w 109061"/>
                <a:gd name="connsiteY147" fmla="*/ 1429 h 263842"/>
                <a:gd name="connsiteX148" fmla="*/ 9525 w 109061"/>
                <a:gd name="connsiteY148" fmla="*/ 3334 h 263842"/>
                <a:gd name="connsiteX149" fmla="*/ 10477 w 109061"/>
                <a:gd name="connsiteY149" fmla="*/ 4763 h 263842"/>
                <a:gd name="connsiteX150" fmla="*/ 10477 w 109061"/>
                <a:gd name="connsiteY150" fmla="*/ 6667 h 263842"/>
                <a:gd name="connsiteX151" fmla="*/ 10954 w 109061"/>
                <a:gd name="connsiteY151" fmla="*/ 8572 h 263842"/>
                <a:gd name="connsiteX152" fmla="*/ 12382 w 109061"/>
                <a:gd name="connsiteY152" fmla="*/ 9049 h 263842"/>
                <a:gd name="connsiteX153" fmla="*/ 13335 w 109061"/>
                <a:gd name="connsiteY153" fmla="*/ 9049 h 263842"/>
                <a:gd name="connsiteX154" fmla="*/ 14288 w 109061"/>
                <a:gd name="connsiteY154" fmla="*/ 7620 h 263842"/>
                <a:gd name="connsiteX155" fmla="*/ 15716 w 109061"/>
                <a:gd name="connsiteY155" fmla="*/ 7620 h 263842"/>
                <a:gd name="connsiteX156" fmla="*/ 17145 w 109061"/>
                <a:gd name="connsiteY156" fmla="*/ 8572 h 263842"/>
                <a:gd name="connsiteX157" fmla="*/ 17621 w 109061"/>
                <a:gd name="connsiteY157" fmla="*/ 10477 h 263842"/>
                <a:gd name="connsiteX158" fmla="*/ 19050 w 109061"/>
                <a:gd name="connsiteY158" fmla="*/ 12859 h 263842"/>
                <a:gd name="connsiteX159" fmla="*/ 20955 w 109061"/>
                <a:gd name="connsiteY159" fmla="*/ 14764 h 263842"/>
                <a:gd name="connsiteX160" fmla="*/ 22384 w 109061"/>
                <a:gd name="connsiteY160" fmla="*/ 16669 h 263842"/>
                <a:gd name="connsiteX161" fmla="*/ 21907 w 109061"/>
                <a:gd name="connsiteY161" fmla="*/ 20002 h 263842"/>
                <a:gd name="connsiteX162" fmla="*/ 20955 w 109061"/>
                <a:gd name="connsiteY162" fmla="*/ 22860 h 263842"/>
                <a:gd name="connsiteX163" fmla="*/ 23813 w 109061"/>
                <a:gd name="connsiteY163" fmla="*/ 25717 h 263842"/>
                <a:gd name="connsiteX164" fmla="*/ 27623 w 109061"/>
                <a:gd name="connsiteY164" fmla="*/ 28575 h 263842"/>
                <a:gd name="connsiteX165" fmla="*/ 28575 w 109061"/>
                <a:gd name="connsiteY165" fmla="*/ 29527 h 263842"/>
                <a:gd name="connsiteX166" fmla="*/ 29051 w 109061"/>
                <a:gd name="connsiteY166" fmla="*/ 33338 h 263842"/>
                <a:gd name="connsiteX167" fmla="*/ 29527 w 109061"/>
                <a:gd name="connsiteY167" fmla="*/ 34766 h 263842"/>
                <a:gd name="connsiteX168" fmla="*/ 31909 w 109061"/>
                <a:gd name="connsiteY168" fmla="*/ 38100 h 263842"/>
                <a:gd name="connsiteX169" fmla="*/ 33338 w 109061"/>
                <a:gd name="connsiteY169" fmla="*/ 40481 h 263842"/>
                <a:gd name="connsiteX170" fmla="*/ 33338 w 109061"/>
                <a:gd name="connsiteY170" fmla="*/ 41910 h 263842"/>
                <a:gd name="connsiteX171" fmla="*/ 26670 w 109061"/>
                <a:gd name="connsiteY171" fmla="*/ 48577 h 263842"/>
                <a:gd name="connsiteX172" fmla="*/ 24765 w 109061"/>
                <a:gd name="connsiteY172" fmla="*/ 49054 h 263842"/>
                <a:gd name="connsiteX173" fmla="*/ 22860 w 109061"/>
                <a:gd name="connsiteY173" fmla="*/ 49530 h 263842"/>
                <a:gd name="connsiteX174" fmla="*/ 20955 w 109061"/>
                <a:gd name="connsiteY174" fmla="*/ 50959 h 263842"/>
                <a:gd name="connsiteX175" fmla="*/ 20002 w 109061"/>
                <a:gd name="connsiteY175" fmla="*/ 52388 h 263842"/>
                <a:gd name="connsiteX176" fmla="*/ 20479 w 109061"/>
                <a:gd name="connsiteY176" fmla="*/ 53340 h 263842"/>
                <a:gd name="connsiteX177" fmla="*/ 20955 w 109061"/>
                <a:gd name="connsiteY177" fmla="*/ 55721 h 263842"/>
                <a:gd name="connsiteX178" fmla="*/ 22384 w 109061"/>
                <a:gd name="connsiteY178" fmla="*/ 59055 h 263842"/>
                <a:gd name="connsiteX179" fmla="*/ 23813 w 109061"/>
                <a:gd name="connsiteY179" fmla="*/ 61436 h 263842"/>
                <a:gd name="connsiteX180" fmla="*/ 22860 w 109061"/>
                <a:gd name="connsiteY180" fmla="*/ 64770 h 263842"/>
                <a:gd name="connsiteX181" fmla="*/ 20002 w 109061"/>
                <a:gd name="connsiteY181" fmla="*/ 70009 h 263842"/>
                <a:gd name="connsiteX182" fmla="*/ 18574 w 109061"/>
                <a:gd name="connsiteY182" fmla="*/ 70485 h 263842"/>
                <a:gd name="connsiteX183" fmla="*/ 18574 w 109061"/>
                <a:gd name="connsiteY183" fmla="*/ 74295 h 263842"/>
                <a:gd name="connsiteX184" fmla="*/ 19526 w 109061"/>
                <a:gd name="connsiteY184" fmla="*/ 75724 h 263842"/>
                <a:gd name="connsiteX185" fmla="*/ 20955 w 109061"/>
                <a:gd name="connsiteY185" fmla="*/ 76676 h 263842"/>
                <a:gd name="connsiteX186" fmla="*/ 21431 w 109061"/>
                <a:gd name="connsiteY186" fmla="*/ 79534 h 263842"/>
                <a:gd name="connsiteX187" fmla="*/ 21431 w 109061"/>
                <a:gd name="connsiteY187" fmla="*/ 83344 h 263842"/>
                <a:gd name="connsiteX188" fmla="*/ 21431 w 109061"/>
                <a:gd name="connsiteY188" fmla="*/ 86201 h 263842"/>
                <a:gd name="connsiteX189" fmla="*/ 20002 w 109061"/>
                <a:gd name="connsiteY189" fmla="*/ 93821 h 263842"/>
                <a:gd name="connsiteX190" fmla="*/ 22860 w 109061"/>
                <a:gd name="connsiteY190" fmla="*/ 100489 h 263842"/>
                <a:gd name="connsiteX191" fmla="*/ 23813 w 109061"/>
                <a:gd name="connsiteY191" fmla="*/ 101441 h 263842"/>
                <a:gd name="connsiteX192" fmla="*/ 28099 w 109061"/>
                <a:gd name="connsiteY192" fmla="*/ 101441 h 263842"/>
                <a:gd name="connsiteX193" fmla="*/ 28575 w 109061"/>
                <a:gd name="connsiteY193" fmla="*/ 101917 h 263842"/>
                <a:gd name="connsiteX194" fmla="*/ 27623 w 109061"/>
                <a:gd name="connsiteY194" fmla="*/ 103822 h 263842"/>
                <a:gd name="connsiteX195" fmla="*/ 25718 w 109061"/>
                <a:gd name="connsiteY195" fmla="*/ 105727 h 263842"/>
                <a:gd name="connsiteX196" fmla="*/ 24765 w 109061"/>
                <a:gd name="connsiteY196" fmla="*/ 106680 h 263842"/>
                <a:gd name="connsiteX197" fmla="*/ 19526 w 109061"/>
                <a:gd name="connsiteY197" fmla="*/ 109061 h 263842"/>
                <a:gd name="connsiteX198" fmla="*/ 11906 w 109061"/>
                <a:gd name="connsiteY198" fmla="*/ 111442 h 263842"/>
                <a:gd name="connsiteX199" fmla="*/ 10477 w 109061"/>
                <a:gd name="connsiteY199" fmla="*/ 113824 h 263842"/>
                <a:gd name="connsiteX200" fmla="*/ 9525 w 109061"/>
                <a:gd name="connsiteY200" fmla="*/ 117157 h 263842"/>
                <a:gd name="connsiteX201" fmla="*/ 10477 w 109061"/>
                <a:gd name="connsiteY201" fmla="*/ 119063 h 263842"/>
                <a:gd name="connsiteX202" fmla="*/ 11430 w 109061"/>
                <a:gd name="connsiteY202" fmla="*/ 120491 h 263842"/>
                <a:gd name="connsiteX203" fmla="*/ 10954 w 109061"/>
                <a:gd name="connsiteY203" fmla="*/ 123349 h 263842"/>
                <a:gd name="connsiteX204" fmla="*/ 10477 w 109061"/>
                <a:gd name="connsiteY204" fmla="*/ 126682 h 263842"/>
                <a:gd name="connsiteX205" fmla="*/ 10477 w 109061"/>
                <a:gd name="connsiteY205" fmla="*/ 129064 h 263842"/>
                <a:gd name="connsiteX206" fmla="*/ 10001 w 109061"/>
                <a:gd name="connsiteY206" fmla="*/ 131445 h 263842"/>
                <a:gd name="connsiteX207" fmla="*/ 9049 w 109061"/>
                <a:gd name="connsiteY207" fmla="*/ 132397 h 263842"/>
                <a:gd name="connsiteX208" fmla="*/ 7620 w 109061"/>
                <a:gd name="connsiteY208" fmla="*/ 135731 h 263842"/>
                <a:gd name="connsiteX209" fmla="*/ 6191 w 109061"/>
                <a:gd name="connsiteY209" fmla="*/ 139065 h 263842"/>
                <a:gd name="connsiteX210" fmla="*/ 4763 w 109061"/>
                <a:gd name="connsiteY210" fmla="*/ 140494 h 263842"/>
                <a:gd name="connsiteX211" fmla="*/ 2857 w 109061"/>
                <a:gd name="connsiteY211" fmla="*/ 141922 h 263842"/>
                <a:gd name="connsiteX212" fmla="*/ 0 w 109061"/>
                <a:gd name="connsiteY212" fmla="*/ 143351 h 263842"/>
                <a:gd name="connsiteX213" fmla="*/ 0 w 109061"/>
                <a:gd name="connsiteY213" fmla="*/ 143827 h 263842"/>
                <a:gd name="connsiteX214" fmla="*/ 3334 w 109061"/>
                <a:gd name="connsiteY214" fmla="*/ 145256 h 263842"/>
                <a:gd name="connsiteX215" fmla="*/ 4286 w 109061"/>
                <a:gd name="connsiteY215" fmla="*/ 146209 h 263842"/>
                <a:gd name="connsiteX216" fmla="*/ 4763 w 109061"/>
                <a:gd name="connsiteY216" fmla="*/ 147161 h 263842"/>
                <a:gd name="connsiteX217" fmla="*/ 3810 w 109061"/>
                <a:gd name="connsiteY217" fmla="*/ 148114 h 263842"/>
                <a:gd name="connsiteX218" fmla="*/ 3334 w 109061"/>
                <a:gd name="connsiteY218" fmla="*/ 149066 h 263842"/>
                <a:gd name="connsiteX219" fmla="*/ 4763 w 109061"/>
                <a:gd name="connsiteY219" fmla="*/ 150019 h 263842"/>
                <a:gd name="connsiteX220" fmla="*/ 6668 w 109061"/>
                <a:gd name="connsiteY220" fmla="*/ 150971 h 263842"/>
                <a:gd name="connsiteX221" fmla="*/ 8573 w 109061"/>
                <a:gd name="connsiteY221" fmla="*/ 153352 h 263842"/>
                <a:gd name="connsiteX222" fmla="*/ 10001 w 109061"/>
                <a:gd name="connsiteY222" fmla="*/ 156686 h 263842"/>
                <a:gd name="connsiteX223" fmla="*/ 10477 w 109061"/>
                <a:gd name="connsiteY223" fmla="*/ 157639 h 263842"/>
                <a:gd name="connsiteX224" fmla="*/ 10954 w 109061"/>
                <a:gd name="connsiteY224" fmla="*/ 158115 h 263842"/>
                <a:gd name="connsiteX225" fmla="*/ 11430 w 109061"/>
                <a:gd name="connsiteY225" fmla="*/ 158115 h 263842"/>
                <a:gd name="connsiteX226" fmla="*/ 12382 w 109061"/>
                <a:gd name="connsiteY226" fmla="*/ 157639 h 263842"/>
                <a:gd name="connsiteX227" fmla="*/ 14288 w 109061"/>
                <a:gd name="connsiteY227" fmla="*/ 155734 h 263842"/>
                <a:gd name="connsiteX228" fmla="*/ 15716 w 109061"/>
                <a:gd name="connsiteY228" fmla="*/ 155257 h 263842"/>
                <a:gd name="connsiteX229" fmla="*/ 17621 w 109061"/>
                <a:gd name="connsiteY229" fmla="*/ 157639 h 263842"/>
                <a:gd name="connsiteX230" fmla="*/ 19050 w 109061"/>
                <a:gd name="connsiteY230" fmla="*/ 158591 h 263842"/>
                <a:gd name="connsiteX231" fmla="*/ 23813 w 109061"/>
                <a:gd name="connsiteY231" fmla="*/ 167164 h 263842"/>
                <a:gd name="connsiteX232" fmla="*/ 27623 w 109061"/>
                <a:gd name="connsiteY232" fmla="*/ 171926 h 263842"/>
                <a:gd name="connsiteX233" fmla="*/ 31909 w 109061"/>
                <a:gd name="connsiteY233" fmla="*/ 176689 h 263842"/>
                <a:gd name="connsiteX234" fmla="*/ 32861 w 109061"/>
                <a:gd name="connsiteY234" fmla="*/ 176689 h 263842"/>
                <a:gd name="connsiteX235" fmla="*/ 34290 w 109061"/>
                <a:gd name="connsiteY235" fmla="*/ 175736 h 263842"/>
                <a:gd name="connsiteX236" fmla="*/ 36671 w 109061"/>
                <a:gd name="connsiteY236" fmla="*/ 175260 h 263842"/>
                <a:gd name="connsiteX237" fmla="*/ 43815 w 109061"/>
                <a:gd name="connsiteY237" fmla="*/ 174307 h 263842"/>
                <a:gd name="connsiteX238" fmla="*/ 46673 w 109061"/>
                <a:gd name="connsiteY238" fmla="*/ 174307 h 263842"/>
                <a:gd name="connsiteX239" fmla="*/ 48577 w 109061"/>
                <a:gd name="connsiteY239" fmla="*/ 172879 h 263842"/>
                <a:gd name="connsiteX240" fmla="*/ 52388 w 109061"/>
                <a:gd name="connsiteY240" fmla="*/ 171926 h 263842"/>
                <a:gd name="connsiteX241" fmla="*/ 56674 w 109061"/>
                <a:gd name="connsiteY241" fmla="*/ 171450 h 263842"/>
                <a:gd name="connsiteX242" fmla="*/ 58102 w 109061"/>
                <a:gd name="connsiteY242" fmla="*/ 171926 h 263842"/>
                <a:gd name="connsiteX243" fmla="*/ 62389 w 109061"/>
                <a:gd name="connsiteY243" fmla="*/ 177641 h 263842"/>
                <a:gd name="connsiteX244" fmla="*/ 62865 w 109061"/>
                <a:gd name="connsiteY244" fmla="*/ 182404 h 263842"/>
                <a:gd name="connsiteX245" fmla="*/ 63818 w 109061"/>
                <a:gd name="connsiteY245" fmla="*/ 189071 h 263842"/>
                <a:gd name="connsiteX246" fmla="*/ 63818 w 109061"/>
                <a:gd name="connsiteY246" fmla="*/ 192405 h 263842"/>
                <a:gd name="connsiteX247" fmla="*/ 63818 w 109061"/>
                <a:gd name="connsiteY247" fmla="*/ 196691 h 263842"/>
                <a:gd name="connsiteX248" fmla="*/ 63341 w 109061"/>
                <a:gd name="connsiteY248" fmla="*/ 201930 h 263842"/>
                <a:gd name="connsiteX249" fmla="*/ 59531 w 109061"/>
                <a:gd name="connsiteY249" fmla="*/ 208121 h 263842"/>
                <a:gd name="connsiteX250" fmla="*/ 59055 w 109061"/>
                <a:gd name="connsiteY250" fmla="*/ 210979 h 263842"/>
                <a:gd name="connsiteX251" fmla="*/ 57150 w 109061"/>
                <a:gd name="connsiteY251" fmla="*/ 215741 h 263842"/>
                <a:gd name="connsiteX252" fmla="*/ 54769 w 109061"/>
                <a:gd name="connsiteY252" fmla="*/ 218122 h 263842"/>
                <a:gd name="connsiteX253" fmla="*/ 53340 w 109061"/>
                <a:gd name="connsiteY253" fmla="*/ 220027 h 263842"/>
                <a:gd name="connsiteX254" fmla="*/ 53340 w 109061"/>
                <a:gd name="connsiteY254" fmla="*/ 221932 h 263842"/>
                <a:gd name="connsiteX255" fmla="*/ 54769 w 109061"/>
                <a:gd name="connsiteY255" fmla="*/ 223838 h 263842"/>
                <a:gd name="connsiteX256" fmla="*/ 57626 w 109061"/>
                <a:gd name="connsiteY256" fmla="*/ 226695 h 263842"/>
                <a:gd name="connsiteX257" fmla="*/ 58579 w 109061"/>
                <a:gd name="connsiteY257" fmla="*/ 228600 h 263842"/>
                <a:gd name="connsiteX258" fmla="*/ 58102 w 109061"/>
                <a:gd name="connsiteY258" fmla="*/ 230505 h 263842"/>
                <a:gd name="connsiteX259" fmla="*/ 58102 w 109061"/>
                <a:gd name="connsiteY259" fmla="*/ 232886 h 263842"/>
                <a:gd name="connsiteX260" fmla="*/ 58579 w 109061"/>
                <a:gd name="connsiteY260" fmla="*/ 234315 h 263842"/>
                <a:gd name="connsiteX261" fmla="*/ 59531 w 109061"/>
                <a:gd name="connsiteY261" fmla="*/ 235267 h 263842"/>
                <a:gd name="connsiteX262" fmla="*/ 62389 w 109061"/>
                <a:gd name="connsiteY262" fmla="*/ 236696 h 263842"/>
                <a:gd name="connsiteX263" fmla="*/ 65246 w 109061"/>
                <a:gd name="connsiteY263" fmla="*/ 240506 h 263842"/>
                <a:gd name="connsiteX264" fmla="*/ 70009 w 109061"/>
                <a:gd name="connsiteY264" fmla="*/ 245269 h 263842"/>
                <a:gd name="connsiteX265" fmla="*/ 75724 w 109061"/>
                <a:gd name="connsiteY265" fmla="*/ 251936 h 263842"/>
                <a:gd name="connsiteX266" fmla="*/ 78581 w 109061"/>
                <a:gd name="connsiteY266" fmla="*/ 253841 h 263842"/>
                <a:gd name="connsiteX267" fmla="*/ 80963 w 109061"/>
                <a:gd name="connsiteY267" fmla="*/ 254317 h 263842"/>
                <a:gd name="connsiteX268" fmla="*/ 81915 w 109061"/>
                <a:gd name="connsiteY268" fmla="*/ 256699 h 263842"/>
                <a:gd name="connsiteX269" fmla="*/ 81439 w 109061"/>
                <a:gd name="connsiteY269" fmla="*/ 259080 h 263842"/>
                <a:gd name="connsiteX270" fmla="*/ 79534 w 109061"/>
                <a:gd name="connsiteY270" fmla="*/ 260509 h 263842"/>
                <a:gd name="connsiteX271" fmla="*/ 80010 w 109061"/>
                <a:gd name="connsiteY271" fmla="*/ 262414 h 263842"/>
                <a:gd name="connsiteX272" fmla="*/ 80963 w 109061"/>
                <a:gd name="connsiteY272" fmla="*/ 263366 h 263842"/>
                <a:gd name="connsiteX273" fmla="*/ 81915 w 109061"/>
                <a:gd name="connsiteY273" fmla="*/ 263842 h 263842"/>
                <a:gd name="connsiteX274" fmla="*/ 84296 w 109061"/>
                <a:gd name="connsiteY274" fmla="*/ 263842 h 263842"/>
                <a:gd name="connsiteX275" fmla="*/ 86677 w 109061"/>
                <a:gd name="connsiteY275" fmla="*/ 263366 h 263842"/>
                <a:gd name="connsiteX276" fmla="*/ 87154 w 109061"/>
                <a:gd name="connsiteY276" fmla="*/ 262414 h 263842"/>
                <a:gd name="connsiteX277" fmla="*/ 86677 w 109061"/>
                <a:gd name="connsiteY277" fmla="*/ 252413 h 263842"/>
                <a:gd name="connsiteX278" fmla="*/ 84773 w 109061"/>
                <a:gd name="connsiteY278" fmla="*/ 246697 h 263842"/>
                <a:gd name="connsiteX279" fmla="*/ 82868 w 109061"/>
                <a:gd name="connsiteY279" fmla="*/ 244316 h 263842"/>
                <a:gd name="connsiteX280" fmla="*/ 82391 w 109061"/>
                <a:gd name="connsiteY280" fmla="*/ 243840 h 263842"/>
                <a:gd name="connsiteX281" fmla="*/ 82868 w 109061"/>
                <a:gd name="connsiteY281" fmla="*/ 241935 h 263842"/>
                <a:gd name="connsiteX282" fmla="*/ 84773 w 109061"/>
                <a:gd name="connsiteY282" fmla="*/ 237649 h 263842"/>
                <a:gd name="connsiteX283" fmla="*/ 86201 w 109061"/>
                <a:gd name="connsiteY283" fmla="*/ 233363 h 263842"/>
                <a:gd name="connsiteX284" fmla="*/ 87154 w 109061"/>
                <a:gd name="connsiteY284" fmla="*/ 231457 h 263842"/>
                <a:gd name="connsiteX285" fmla="*/ 88582 w 109061"/>
                <a:gd name="connsiteY285" fmla="*/ 230505 h 263842"/>
                <a:gd name="connsiteX286" fmla="*/ 96679 w 109061"/>
                <a:gd name="connsiteY286" fmla="*/ 229076 h 263842"/>
                <a:gd name="connsiteX287" fmla="*/ 100489 w 109061"/>
                <a:gd name="connsiteY287" fmla="*/ 228124 h 263842"/>
                <a:gd name="connsiteX288" fmla="*/ 101918 w 109061"/>
                <a:gd name="connsiteY288" fmla="*/ 226695 h 263842"/>
                <a:gd name="connsiteX289" fmla="*/ 103346 w 109061"/>
                <a:gd name="connsiteY289" fmla="*/ 223361 h 263842"/>
                <a:gd name="connsiteX290" fmla="*/ 104299 w 109061"/>
                <a:gd name="connsiteY290" fmla="*/ 213836 h 263842"/>
                <a:gd name="connsiteX291" fmla="*/ 104775 w 109061"/>
                <a:gd name="connsiteY291" fmla="*/ 204788 h 263842"/>
                <a:gd name="connsiteX292" fmla="*/ 103823 w 109061"/>
                <a:gd name="connsiteY292" fmla="*/ 199549 h 263842"/>
                <a:gd name="connsiteX293" fmla="*/ 104775 w 109061"/>
                <a:gd name="connsiteY293" fmla="*/ 191452 h 263842"/>
                <a:gd name="connsiteX294" fmla="*/ 109061 w 109061"/>
                <a:gd name="connsiteY294" fmla="*/ 188119 h 263842"/>
                <a:gd name="connsiteX295" fmla="*/ 65723 w 109061"/>
                <a:gd name="connsiteY295" fmla="*/ 91440 h 263842"/>
                <a:gd name="connsiteX296" fmla="*/ 66199 w 109061"/>
                <a:gd name="connsiteY296" fmla="*/ 89535 h 263842"/>
                <a:gd name="connsiteX297" fmla="*/ 65723 w 109061"/>
                <a:gd name="connsiteY297" fmla="*/ 88582 h 263842"/>
                <a:gd name="connsiteX298" fmla="*/ 64770 w 109061"/>
                <a:gd name="connsiteY298" fmla="*/ 88106 h 263842"/>
                <a:gd name="connsiteX299" fmla="*/ 63341 w 109061"/>
                <a:gd name="connsiteY299" fmla="*/ 88582 h 263842"/>
                <a:gd name="connsiteX300" fmla="*/ 62865 w 109061"/>
                <a:gd name="connsiteY300" fmla="*/ 90011 h 263842"/>
                <a:gd name="connsiteX301" fmla="*/ 64294 w 109061"/>
                <a:gd name="connsiteY301" fmla="*/ 91440 h 263842"/>
                <a:gd name="connsiteX302" fmla="*/ 65723 w 109061"/>
                <a:gd name="connsiteY302" fmla="*/ 91440 h 26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109061" h="263842">
                  <a:moveTo>
                    <a:pt x="77152" y="74771"/>
                  </a:moveTo>
                  <a:lnTo>
                    <a:pt x="77152" y="74771"/>
                  </a:lnTo>
                  <a:lnTo>
                    <a:pt x="77152" y="73819"/>
                  </a:lnTo>
                  <a:lnTo>
                    <a:pt x="77152" y="74771"/>
                  </a:lnTo>
                  <a:lnTo>
                    <a:pt x="77152" y="74771"/>
                  </a:lnTo>
                  <a:close/>
                  <a:moveTo>
                    <a:pt x="69056" y="92869"/>
                  </a:moveTo>
                  <a:lnTo>
                    <a:pt x="70009" y="91916"/>
                  </a:lnTo>
                  <a:lnTo>
                    <a:pt x="70485" y="90964"/>
                  </a:lnTo>
                  <a:lnTo>
                    <a:pt x="70485" y="90011"/>
                  </a:lnTo>
                  <a:lnTo>
                    <a:pt x="70009" y="89535"/>
                  </a:lnTo>
                  <a:lnTo>
                    <a:pt x="69056" y="89059"/>
                  </a:lnTo>
                  <a:lnTo>
                    <a:pt x="67627" y="89059"/>
                  </a:lnTo>
                  <a:lnTo>
                    <a:pt x="67151" y="90488"/>
                  </a:lnTo>
                  <a:lnTo>
                    <a:pt x="67151" y="92392"/>
                  </a:lnTo>
                  <a:lnTo>
                    <a:pt x="68104" y="92869"/>
                  </a:lnTo>
                  <a:lnTo>
                    <a:pt x="69056" y="92869"/>
                  </a:lnTo>
                  <a:close/>
                  <a:moveTo>
                    <a:pt x="109061" y="188119"/>
                  </a:moveTo>
                  <a:lnTo>
                    <a:pt x="108109" y="187166"/>
                  </a:lnTo>
                  <a:lnTo>
                    <a:pt x="107632" y="180499"/>
                  </a:lnTo>
                  <a:lnTo>
                    <a:pt x="102394" y="173355"/>
                  </a:lnTo>
                  <a:lnTo>
                    <a:pt x="95726" y="164306"/>
                  </a:lnTo>
                  <a:lnTo>
                    <a:pt x="91916" y="159544"/>
                  </a:lnTo>
                  <a:lnTo>
                    <a:pt x="87630" y="153829"/>
                  </a:lnTo>
                  <a:lnTo>
                    <a:pt x="79534" y="145256"/>
                  </a:lnTo>
                  <a:lnTo>
                    <a:pt x="75724" y="141922"/>
                  </a:lnTo>
                  <a:lnTo>
                    <a:pt x="74295" y="140970"/>
                  </a:lnTo>
                  <a:lnTo>
                    <a:pt x="74295" y="144304"/>
                  </a:lnTo>
                  <a:lnTo>
                    <a:pt x="74771" y="147161"/>
                  </a:lnTo>
                  <a:lnTo>
                    <a:pt x="75248" y="147638"/>
                  </a:lnTo>
                  <a:lnTo>
                    <a:pt x="80010" y="148114"/>
                  </a:lnTo>
                  <a:lnTo>
                    <a:pt x="80963" y="148590"/>
                  </a:lnTo>
                  <a:lnTo>
                    <a:pt x="82391" y="151447"/>
                  </a:lnTo>
                  <a:lnTo>
                    <a:pt x="85249" y="159544"/>
                  </a:lnTo>
                  <a:lnTo>
                    <a:pt x="85249" y="160496"/>
                  </a:lnTo>
                  <a:lnTo>
                    <a:pt x="88106" y="167164"/>
                  </a:lnTo>
                  <a:lnTo>
                    <a:pt x="89059" y="170021"/>
                  </a:lnTo>
                  <a:lnTo>
                    <a:pt x="88582" y="170974"/>
                  </a:lnTo>
                  <a:lnTo>
                    <a:pt x="88106" y="171450"/>
                  </a:lnTo>
                  <a:lnTo>
                    <a:pt x="87154" y="171450"/>
                  </a:lnTo>
                  <a:lnTo>
                    <a:pt x="85725" y="170021"/>
                  </a:lnTo>
                  <a:lnTo>
                    <a:pt x="83344" y="167640"/>
                  </a:lnTo>
                  <a:lnTo>
                    <a:pt x="80486" y="163830"/>
                  </a:lnTo>
                  <a:lnTo>
                    <a:pt x="79534" y="163354"/>
                  </a:lnTo>
                  <a:lnTo>
                    <a:pt x="77629" y="162877"/>
                  </a:lnTo>
                  <a:lnTo>
                    <a:pt x="77152" y="162401"/>
                  </a:lnTo>
                  <a:lnTo>
                    <a:pt x="77152" y="160020"/>
                  </a:lnTo>
                  <a:lnTo>
                    <a:pt x="76676" y="159067"/>
                  </a:lnTo>
                  <a:lnTo>
                    <a:pt x="75724" y="158591"/>
                  </a:lnTo>
                  <a:lnTo>
                    <a:pt x="74771" y="158115"/>
                  </a:lnTo>
                  <a:lnTo>
                    <a:pt x="73819" y="158115"/>
                  </a:lnTo>
                  <a:lnTo>
                    <a:pt x="73343" y="158591"/>
                  </a:lnTo>
                  <a:lnTo>
                    <a:pt x="73819" y="160020"/>
                  </a:lnTo>
                  <a:lnTo>
                    <a:pt x="73343" y="161449"/>
                  </a:lnTo>
                  <a:lnTo>
                    <a:pt x="72390" y="162877"/>
                  </a:lnTo>
                  <a:lnTo>
                    <a:pt x="71914" y="163830"/>
                  </a:lnTo>
                  <a:lnTo>
                    <a:pt x="72390" y="164306"/>
                  </a:lnTo>
                  <a:lnTo>
                    <a:pt x="72390" y="164782"/>
                  </a:lnTo>
                  <a:lnTo>
                    <a:pt x="70485" y="166211"/>
                  </a:lnTo>
                  <a:lnTo>
                    <a:pt x="69056" y="166688"/>
                  </a:lnTo>
                  <a:lnTo>
                    <a:pt x="68104" y="166688"/>
                  </a:lnTo>
                  <a:lnTo>
                    <a:pt x="68104" y="165735"/>
                  </a:lnTo>
                  <a:lnTo>
                    <a:pt x="67151" y="164782"/>
                  </a:lnTo>
                  <a:lnTo>
                    <a:pt x="65723" y="164306"/>
                  </a:lnTo>
                  <a:lnTo>
                    <a:pt x="64294" y="162877"/>
                  </a:lnTo>
                  <a:lnTo>
                    <a:pt x="63341" y="160972"/>
                  </a:lnTo>
                  <a:lnTo>
                    <a:pt x="62865" y="159067"/>
                  </a:lnTo>
                  <a:lnTo>
                    <a:pt x="62389" y="156686"/>
                  </a:lnTo>
                  <a:lnTo>
                    <a:pt x="62865" y="155257"/>
                  </a:lnTo>
                  <a:lnTo>
                    <a:pt x="63818" y="154305"/>
                  </a:lnTo>
                  <a:lnTo>
                    <a:pt x="64770" y="152400"/>
                  </a:lnTo>
                  <a:lnTo>
                    <a:pt x="65723" y="149066"/>
                  </a:lnTo>
                  <a:lnTo>
                    <a:pt x="65246" y="146209"/>
                  </a:lnTo>
                  <a:lnTo>
                    <a:pt x="63341" y="143827"/>
                  </a:lnTo>
                  <a:lnTo>
                    <a:pt x="61436" y="142875"/>
                  </a:lnTo>
                  <a:lnTo>
                    <a:pt x="60007" y="142875"/>
                  </a:lnTo>
                  <a:lnTo>
                    <a:pt x="58579" y="141446"/>
                  </a:lnTo>
                  <a:lnTo>
                    <a:pt x="55721" y="136207"/>
                  </a:lnTo>
                  <a:lnTo>
                    <a:pt x="55245" y="135255"/>
                  </a:lnTo>
                  <a:lnTo>
                    <a:pt x="55245" y="133826"/>
                  </a:lnTo>
                  <a:lnTo>
                    <a:pt x="55721" y="132397"/>
                  </a:lnTo>
                  <a:lnTo>
                    <a:pt x="55721" y="128588"/>
                  </a:lnTo>
                  <a:lnTo>
                    <a:pt x="55245" y="121444"/>
                  </a:lnTo>
                  <a:lnTo>
                    <a:pt x="54769" y="120491"/>
                  </a:lnTo>
                  <a:lnTo>
                    <a:pt x="54293" y="118110"/>
                  </a:lnTo>
                  <a:lnTo>
                    <a:pt x="53340" y="117157"/>
                  </a:lnTo>
                  <a:lnTo>
                    <a:pt x="52864" y="116205"/>
                  </a:lnTo>
                  <a:lnTo>
                    <a:pt x="52864" y="114776"/>
                  </a:lnTo>
                  <a:lnTo>
                    <a:pt x="52388" y="113824"/>
                  </a:lnTo>
                  <a:lnTo>
                    <a:pt x="51435" y="113347"/>
                  </a:lnTo>
                  <a:lnTo>
                    <a:pt x="50482" y="112395"/>
                  </a:lnTo>
                  <a:lnTo>
                    <a:pt x="50006" y="110966"/>
                  </a:lnTo>
                  <a:lnTo>
                    <a:pt x="50006" y="105251"/>
                  </a:lnTo>
                  <a:lnTo>
                    <a:pt x="49530" y="103346"/>
                  </a:lnTo>
                  <a:lnTo>
                    <a:pt x="48577" y="102394"/>
                  </a:lnTo>
                  <a:lnTo>
                    <a:pt x="47149" y="101917"/>
                  </a:lnTo>
                  <a:lnTo>
                    <a:pt x="46196" y="100965"/>
                  </a:lnTo>
                  <a:lnTo>
                    <a:pt x="44768" y="97631"/>
                  </a:lnTo>
                  <a:lnTo>
                    <a:pt x="44768" y="96202"/>
                  </a:lnTo>
                  <a:lnTo>
                    <a:pt x="45720" y="90964"/>
                  </a:lnTo>
                  <a:lnTo>
                    <a:pt x="47149" y="88582"/>
                  </a:lnTo>
                  <a:lnTo>
                    <a:pt x="49530" y="86677"/>
                  </a:lnTo>
                  <a:lnTo>
                    <a:pt x="50482" y="85249"/>
                  </a:lnTo>
                  <a:lnTo>
                    <a:pt x="50482" y="83820"/>
                  </a:lnTo>
                  <a:lnTo>
                    <a:pt x="51435" y="81915"/>
                  </a:lnTo>
                  <a:lnTo>
                    <a:pt x="54769" y="78105"/>
                  </a:lnTo>
                  <a:lnTo>
                    <a:pt x="54769" y="77152"/>
                  </a:lnTo>
                  <a:lnTo>
                    <a:pt x="53816" y="69532"/>
                  </a:lnTo>
                  <a:lnTo>
                    <a:pt x="52864" y="65722"/>
                  </a:lnTo>
                  <a:lnTo>
                    <a:pt x="51911" y="62865"/>
                  </a:lnTo>
                  <a:lnTo>
                    <a:pt x="51911" y="60960"/>
                  </a:lnTo>
                  <a:lnTo>
                    <a:pt x="52388" y="59531"/>
                  </a:lnTo>
                  <a:lnTo>
                    <a:pt x="52388" y="58579"/>
                  </a:lnTo>
                  <a:lnTo>
                    <a:pt x="51911" y="57626"/>
                  </a:lnTo>
                  <a:lnTo>
                    <a:pt x="50959" y="41910"/>
                  </a:lnTo>
                  <a:lnTo>
                    <a:pt x="50482" y="40957"/>
                  </a:lnTo>
                  <a:lnTo>
                    <a:pt x="50482" y="40005"/>
                  </a:lnTo>
                  <a:lnTo>
                    <a:pt x="51435" y="39052"/>
                  </a:lnTo>
                  <a:lnTo>
                    <a:pt x="51911" y="38100"/>
                  </a:lnTo>
                  <a:lnTo>
                    <a:pt x="51911" y="37147"/>
                  </a:lnTo>
                  <a:lnTo>
                    <a:pt x="52388" y="36195"/>
                  </a:lnTo>
                  <a:lnTo>
                    <a:pt x="53340" y="35719"/>
                  </a:lnTo>
                  <a:lnTo>
                    <a:pt x="52864" y="34290"/>
                  </a:lnTo>
                  <a:lnTo>
                    <a:pt x="51435" y="31432"/>
                  </a:lnTo>
                  <a:lnTo>
                    <a:pt x="50006" y="29051"/>
                  </a:lnTo>
                  <a:lnTo>
                    <a:pt x="46673" y="25717"/>
                  </a:lnTo>
                  <a:lnTo>
                    <a:pt x="45244" y="23813"/>
                  </a:lnTo>
                  <a:lnTo>
                    <a:pt x="44291" y="21431"/>
                  </a:lnTo>
                  <a:lnTo>
                    <a:pt x="42863" y="16192"/>
                  </a:lnTo>
                  <a:lnTo>
                    <a:pt x="41910" y="15240"/>
                  </a:lnTo>
                  <a:lnTo>
                    <a:pt x="41434" y="13811"/>
                  </a:lnTo>
                  <a:lnTo>
                    <a:pt x="41434" y="11906"/>
                  </a:lnTo>
                  <a:lnTo>
                    <a:pt x="41910" y="10477"/>
                  </a:lnTo>
                  <a:lnTo>
                    <a:pt x="43339" y="8572"/>
                  </a:lnTo>
                  <a:lnTo>
                    <a:pt x="42863" y="9049"/>
                  </a:lnTo>
                  <a:lnTo>
                    <a:pt x="40957" y="9049"/>
                  </a:lnTo>
                  <a:lnTo>
                    <a:pt x="40005" y="8572"/>
                  </a:lnTo>
                  <a:lnTo>
                    <a:pt x="37148" y="6667"/>
                  </a:lnTo>
                  <a:lnTo>
                    <a:pt x="34766" y="6191"/>
                  </a:lnTo>
                  <a:lnTo>
                    <a:pt x="29051" y="6667"/>
                  </a:lnTo>
                  <a:lnTo>
                    <a:pt x="27146" y="7144"/>
                  </a:lnTo>
                  <a:lnTo>
                    <a:pt x="25718" y="6667"/>
                  </a:lnTo>
                  <a:lnTo>
                    <a:pt x="22860" y="3810"/>
                  </a:lnTo>
                  <a:lnTo>
                    <a:pt x="19050" y="3334"/>
                  </a:lnTo>
                  <a:lnTo>
                    <a:pt x="15716" y="3334"/>
                  </a:lnTo>
                  <a:lnTo>
                    <a:pt x="10477" y="0"/>
                  </a:lnTo>
                  <a:lnTo>
                    <a:pt x="9049" y="0"/>
                  </a:lnTo>
                  <a:lnTo>
                    <a:pt x="8573" y="476"/>
                  </a:lnTo>
                  <a:lnTo>
                    <a:pt x="8573" y="1429"/>
                  </a:lnTo>
                  <a:lnTo>
                    <a:pt x="9525" y="3334"/>
                  </a:lnTo>
                  <a:lnTo>
                    <a:pt x="10477" y="4763"/>
                  </a:lnTo>
                  <a:lnTo>
                    <a:pt x="10477" y="6667"/>
                  </a:lnTo>
                  <a:lnTo>
                    <a:pt x="10954" y="8572"/>
                  </a:lnTo>
                  <a:lnTo>
                    <a:pt x="12382" y="9049"/>
                  </a:lnTo>
                  <a:lnTo>
                    <a:pt x="13335" y="9049"/>
                  </a:lnTo>
                  <a:lnTo>
                    <a:pt x="14288" y="7620"/>
                  </a:lnTo>
                  <a:lnTo>
                    <a:pt x="15716" y="7620"/>
                  </a:lnTo>
                  <a:lnTo>
                    <a:pt x="17145" y="8572"/>
                  </a:lnTo>
                  <a:lnTo>
                    <a:pt x="17621" y="10477"/>
                  </a:lnTo>
                  <a:lnTo>
                    <a:pt x="19050" y="12859"/>
                  </a:lnTo>
                  <a:lnTo>
                    <a:pt x="20955" y="14764"/>
                  </a:lnTo>
                  <a:lnTo>
                    <a:pt x="22384" y="16669"/>
                  </a:lnTo>
                  <a:lnTo>
                    <a:pt x="21907" y="20002"/>
                  </a:lnTo>
                  <a:lnTo>
                    <a:pt x="20955" y="22860"/>
                  </a:lnTo>
                  <a:lnTo>
                    <a:pt x="23813" y="25717"/>
                  </a:lnTo>
                  <a:lnTo>
                    <a:pt x="27623" y="28575"/>
                  </a:lnTo>
                  <a:lnTo>
                    <a:pt x="28575" y="29527"/>
                  </a:lnTo>
                  <a:lnTo>
                    <a:pt x="29051" y="33338"/>
                  </a:lnTo>
                  <a:lnTo>
                    <a:pt x="29527" y="34766"/>
                  </a:lnTo>
                  <a:lnTo>
                    <a:pt x="31909" y="38100"/>
                  </a:lnTo>
                  <a:lnTo>
                    <a:pt x="33338" y="40481"/>
                  </a:lnTo>
                  <a:lnTo>
                    <a:pt x="33338" y="41910"/>
                  </a:lnTo>
                  <a:lnTo>
                    <a:pt x="26670" y="48577"/>
                  </a:lnTo>
                  <a:lnTo>
                    <a:pt x="24765" y="49054"/>
                  </a:lnTo>
                  <a:lnTo>
                    <a:pt x="22860" y="49530"/>
                  </a:lnTo>
                  <a:lnTo>
                    <a:pt x="20955" y="50959"/>
                  </a:lnTo>
                  <a:lnTo>
                    <a:pt x="20002" y="52388"/>
                  </a:lnTo>
                  <a:lnTo>
                    <a:pt x="20479" y="53340"/>
                  </a:lnTo>
                  <a:lnTo>
                    <a:pt x="20955" y="55721"/>
                  </a:lnTo>
                  <a:lnTo>
                    <a:pt x="22384" y="59055"/>
                  </a:lnTo>
                  <a:lnTo>
                    <a:pt x="23813" y="61436"/>
                  </a:lnTo>
                  <a:lnTo>
                    <a:pt x="22860" y="64770"/>
                  </a:lnTo>
                  <a:lnTo>
                    <a:pt x="20002" y="70009"/>
                  </a:lnTo>
                  <a:lnTo>
                    <a:pt x="18574" y="70485"/>
                  </a:lnTo>
                  <a:lnTo>
                    <a:pt x="18574" y="74295"/>
                  </a:lnTo>
                  <a:lnTo>
                    <a:pt x="19526" y="75724"/>
                  </a:lnTo>
                  <a:lnTo>
                    <a:pt x="20955" y="76676"/>
                  </a:lnTo>
                  <a:lnTo>
                    <a:pt x="21431" y="79534"/>
                  </a:lnTo>
                  <a:lnTo>
                    <a:pt x="21431" y="83344"/>
                  </a:lnTo>
                  <a:lnTo>
                    <a:pt x="21431" y="86201"/>
                  </a:lnTo>
                  <a:lnTo>
                    <a:pt x="20002" y="93821"/>
                  </a:lnTo>
                  <a:lnTo>
                    <a:pt x="22860" y="100489"/>
                  </a:lnTo>
                  <a:lnTo>
                    <a:pt x="23813" y="101441"/>
                  </a:lnTo>
                  <a:lnTo>
                    <a:pt x="28099" y="101441"/>
                  </a:lnTo>
                  <a:lnTo>
                    <a:pt x="28575" y="101917"/>
                  </a:lnTo>
                  <a:lnTo>
                    <a:pt x="27623" y="103822"/>
                  </a:lnTo>
                  <a:lnTo>
                    <a:pt x="25718" y="105727"/>
                  </a:lnTo>
                  <a:lnTo>
                    <a:pt x="24765" y="106680"/>
                  </a:lnTo>
                  <a:lnTo>
                    <a:pt x="19526" y="109061"/>
                  </a:lnTo>
                  <a:lnTo>
                    <a:pt x="11906" y="111442"/>
                  </a:lnTo>
                  <a:lnTo>
                    <a:pt x="10477" y="113824"/>
                  </a:lnTo>
                  <a:lnTo>
                    <a:pt x="9525" y="117157"/>
                  </a:lnTo>
                  <a:lnTo>
                    <a:pt x="10477" y="119063"/>
                  </a:lnTo>
                  <a:lnTo>
                    <a:pt x="11430" y="120491"/>
                  </a:lnTo>
                  <a:lnTo>
                    <a:pt x="10954" y="123349"/>
                  </a:lnTo>
                  <a:lnTo>
                    <a:pt x="10477" y="126682"/>
                  </a:lnTo>
                  <a:lnTo>
                    <a:pt x="10477" y="129064"/>
                  </a:lnTo>
                  <a:lnTo>
                    <a:pt x="10001" y="131445"/>
                  </a:lnTo>
                  <a:lnTo>
                    <a:pt x="9049" y="132397"/>
                  </a:lnTo>
                  <a:lnTo>
                    <a:pt x="7620" y="135731"/>
                  </a:lnTo>
                  <a:lnTo>
                    <a:pt x="6191" y="139065"/>
                  </a:lnTo>
                  <a:lnTo>
                    <a:pt x="4763" y="140494"/>
                  </a:lnTo>
                  <a:lnTo>
                    <a:pt x="2857" y="141922"/>
                  </a:lnTo>
                  <a:lnTo>
                    <a:pt x="0" y="143351"/>
                  </a:lnTo>
                  <a:lnTo>
                    <a:pt x="0" y="143827"/>
                  </a:lnTo>
                  <a:lnTo>
                    <a:pt x="3334" y="145256"/>
                  </a:lnTo>
                  <a:lnTo>
                    <a:pt x="4286" y="146209"/>
                  </a:lnTo>
                  <a:lnTo>
                    <a:pt x="4763" y="147161"/>
                  </a:lnTo>
                  <a:lnTo>
                    <a:pt x="3810" y="148114"/>
                  </a:lnTo>
                  <a:lnTo>
                    <a:pt x="3334" y="149066"/>
                  </a:lnTo>
                  <a:lnTo>
                    <a:pt x="4763" y="150019"/>
                  </a:lnTo>
                  <a:lnTo>
                    <a:pt x="6668" y="150971"/>
                  </a:lnTo>
                  <a:lnTo>
                    <a:pt x="8573" y="153352"/>
                  </a:lnTo>
                  <a:lnTo>
                    <a:pt x="10001" y="156686"/>
                  </a:lnTo>
                  <a:lnTo>
                    <a:pt x="10477" y="157639"/>
                  </a:lnTo>
                  <a:lnTo>
                    <a:pt x="10954" y="158115"/>
                  </a:lnTo>
                  <a:lnTo>
                    <a:pt x="11430" y="158115"/>
                  </a:lnTo>
                  <a:lnTo>
                    <a:pt x="12382" y="157639"/>
                  </a:lnTo>
                  <a:lnTo>
                    <a:pt x="14288" y="155734"/>
                  </a:lnTo>
                  <a:lnTo>
                    <a:pt x="15716" y="155257"/>
                  </a:lnTo>
                  <a:lnTo>
                    <a:pt x="17621" y="157639"/>
                  </a:lnTo>
                  <a:lnTo>
                    <a:pt x="19050" y="158591"/>
                  </a:lnTo>
                  <a:lnTo>
                    <a:pt x="23813" y="167164"/>
                  </a:lnTo>
                  <a:lnTo>
                    <a:pt x="27623" y="171926"/>
                  </a:lnTo>
                  <a:lnTo>
                    <a:pt x="31909" y="176689"/>
                  </a:lnTo>
                  <a:lnTo>
                    <a:pt x="32861" y="176689"/>
                  </a:lnTo>
                  <a:lnTo>
                    <a:pt x="34290" y="175736"/>
                  </a:lnTo>
                  <a:lnTo>
                    <a:pt x="36671" y="175260"/>
                  </a:lnTo>
                  <a:lnTo>
                    <a:pt x="43815" y="174307"/>
                  </a:lnTo>
                  <a:lnTo>
                    <a:pt x="46673" y="174307"/>
                  </a:lnTo>
                  <a:lnTo>
                    <a:pt x="48577" y="172879"/>
                  </a:lnTo>
                  <a:lnTo>
                    <a:pt x="52388" y="171926"/>
                  </a:lnTo>
                  <a:lnTo>
                    <a:pt x="56674" y="171450"/>
                  </a:lnTo>
                  <a:lnTo>
                    <a:pt x="58102" y="171926"/>
                  </a:lnTo>
                  <a:lnTo>
                    <a:pt x="62389" y="177641"/>
                  </a:lnTo>
                  <a:lnTo>
                    <a:pt x="62865" y="182404"/>
                  </a:lnTo>
                  <a:lnTo>
                    <a:pt x="63818" y="189071"/>
                  </a:lnTo>
                  <a:lnTo>
                    <a:pt x="63818" y="192405"/>
                  </a:lnTo>
                  <a:lnTo>
                    <a:pt x="63818" y="196691"/>
                  </a:lnTo>
                  <a:lnTo>
                    <a:pt x="63341" y="201930"/>
                  </a:lnTo>
                  <a:lnTo>
                    <a:pt x="59531" y="208121"/>
                  </a:lnTo>
                  <a:lnTo>
                    <a:pt x="59055" y="210979"/>
                  </a:lnTo>
                  <a:lnTo>
                    <a:pt x="57150" y="215741"/>
                  </a:lnTo>
                  <a:lnTo>
                    <a:pt x="54769" y="218122"/>
                  </a:lnTo>
                  <a:lnTo>
                    <a:pt x="53340" y="220027"/>
                  </a:lnTo>
                  <a:lnTo>
                    <a:pt x="53340" y="221932"/>
                  </a:lnTo>
                  <a:lnTo>
                    <a:pt x="54769" y="223838"/>
                  </a:lnTo>
                  <a:lnTo>
                    <a:pt x="57626" y="226695"/>
                  </a:lnTo>
                  <a:lnTo>
                    <a:pt x="58579" y="228600"/>
                  </a:lnTo>
                  <a:lnTo>
                    <a:pt x="58102" y="230505"/>
                  </a:lnTo>
                  <a:lnTo>
                    <a:pt x="58102" y="232886"/>
                  </a:lnTo>
                  <a:lnTo>
                    <a:pt x="58579" y="234315"/>
                  </a:lnTo>
                  <a:lnTo>
                    <a:pt x="59531" y="235267"/>
                  </a:lnTo>
                  <a:lnTo>
                    <a:pt x="62389" y="236696"/>
                  </a:lnTo>
                  <a:lnTo>
                    <a:pt x="65246" y="240506"/>
                  </a:lnTo>
                  <a:lnTo>
                    <a:pt x="70009" y="245269"/>
                  </a:lnTo>
                  <a:lnTo>
                    <a:pt x="75724" y="251936"/>
                  </a:lnTo>
                  <a:lnTo>
                    <a:pt x="78581" y="253841"/>
                  </a:lnTo>
                  <a:lnTo>
                    <a:pt x="80963" y="254317"/>
                  </a:lnTo>
                  <a:lnTo>
                    <a:pt x="81915" y="256699"/>
                  </a:lnTo>
                  <a:lnTo>
                    <a:pt x="81439" y="259080"/>
                  </a:lnTo>
                  <a:lnTo>
                    <a:pt x="79534" y="260509"/>
                  </a:lnTo>
                  <a:lnTo>
                    <a:pt x="80010" y="262414"/>
                  </a:lnTo>
                  <a:lnTo>
                    <a:pt x="80963" y="263366"/>
                  </a:lnTo>
                  <a:lnTo>
                    <a:pt x="81915" y="263842"/>
                  </a:lnTo>
                  <a:lnTo>
                    <a:pt x="84296" y="263842"/>
                  </a:lnTo>
                  <a:lnTo>
                    <a:pt x="86677" y="263366"/>
                  </a:lnTo>
                  <a:lnTo>
                    <a:pt x="87154" y="262414"/>
                  </a:lnTo>
                  <a:lnTo>
                    <a:pt x="86677" y="252413"/>
                  </a:lnTo>
                  <a:lnTo>
                    <a:pt x="84773" y="246697"/>
                  </a:lnTo>
                  <a:lnTo>
                    <a:pt x="82868" y="244316"/>
                  </a:lnTo>
                  <a:lnTo>
                    <a:pt x="82391" y="243840"/>
                  </a:lnTo>
                  <a:lnTo>
                    <a:pt x="82868" y="241935"/>
                  </a:lnTo>
                  <a:lnTo>
                    <a:pt x="84773" y="237649"/>
                  </a:lnTo>
                  <a:lnTo>
                    <a:pt x="86201" y="233363"/>
                  </a:lnTo>
                  <a:lnTo>
                    <a:pt x="87154" y="231457"/>
                  </a:lnTo>
                  <a:lnTo>
                    <a:pt x="88582" y="230505"/>
                  </a:lnTo>
                  <a:lnTo>
                    <a:pt x="96679" y="229076"/>
                  </a:lnTo>
                  <a:lnTo>
                    <a:pt x="100489" y="228124"/>
                  </a:lnTo>
                  <a:lnTo>
                    <a:pt x="101918" y="226695"/>
                  </a:lnTo>
                  <a:lnTo>
                    <a:pt x="103346" y="223361"/>
                  </a:lnTo>
                  <a:lnTo>
                    <a:pt x="104299" y="213836"/>
                  </a:lnTo>
                  <a:lnTo>
                    <a:pt x="104775" y="204788"/>
                  </a:lnTo>
                  <a:lnTo>
                    <a:pt x="103823" y="199549"/>
                  </a:lnTo>
                  <a:lnTo>
                    <a:pt x="104775" y="191452"/>
                  </a:lnTo>
                  <a:lnTo>
                    <a:pt x="109061" y="188119"/>
                  </a:lnTo>
                  <a:close/>
                  <a:moveTo>
                    <a:pt x="65723" y="91440"/>
                  </a:moveTo>
                  <a:lnTo>
                    <a:pt x="66199" y="89535"/>
                  </a:lnTo>
                  <a:lnTo>
                    <a:pt x="65723" y="88582"/>
                  </a:lnTo>
                  <a:lnTo>
                    <a:pt x="64770" y="88106"/>
                  </a:lnTo>
                  <a:lnTo>
                    <a:pt x="63341" y="88582"/>
                  </a:lnTo>
                  <a:lnTo>
                    <a:pt x="62865" y="90011"/>
                  </a:lnTo>
                  <a:lnTo>
                    <a:pt x="64294" y="91440"/>
                  </a:lnTo>
                  <a:lnTo>
                    <a:pt x="65723" y="91440"/>
                  </a:lnTo>
                  <a:close/>
                </a:path>
              </a:pathLst>
            </a:custGeom>
            <a:grpFill/>
            <a:ln w="317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3D782646-2A52-41EC-BE0D-B31743BF6255}"/>
                </a:ext>
              </a:extLst>
            </p:cNvPr>
            <p:cNvSpPr/>
            <p:nvPr/>
          </p:nvSpPr>
          <p:spPr>
            <a:xfrm>
              <a:off x="5149214" y="3362324"/>
              <a:ext cx="406241" cy="439578"/>
            </a:xfrm>
            <a:custGeom>
              <a:avLst/>
              <a:gdLst>
                <a:gd name="connsiteX0" fmla="*/ 367665 w 406241"/>
                <a:gd name="connsiteY0" fmla="*/ 79534 h 439578"/>
                <a:gd name="connsiteX1" fmla="*/ 378619 w 406241"/>
                <a:gd name="connsiteY1" fmla="*/ 79534 h 439578"/>
                <a:gd name="connsiteX2" fmla="*/ 394335 w 406241"/>
                <a:gd name="connsiteY2" fmla="*/ 79534 h 439578"/>
                <a:gd name="connsiteX3" fmla="*/ 406241 w 406241"/>
                <a:gd name="connsiteY3" fmla="*/ 79534 h 439578"/>
                <a:gd name="connsiteX4" fmla="*/ 398622 w 406241"/>
                <a:gd name="connsiteY4" fmla="*/ 74295 h 439578"/>
                <a:gd name="connsiteX5" fmla="*/ 391002 w 406241"/>
                <a:gd name="connsiteY5" fmla="*/ 69532 h 439578"/>
                <a:gd name="connsiteX6" fmla="*/ 382905 w 406241"/>
                <a:gd name="connsiteY6" fmla="*/ 64294 h 439578"/>
                <a:gd name="connsiteX7" fmla="*/ 377666 w 406241"/>
                <a:gd name="connsiteY7" fmla="*/ 60960 h 439578"/>
                <a:gd name="connsiteX8" fmla="*/ 371475 w 406241"/>
                <a:gd name="connsiteY8" fmla="*/ 57150 h 439578"/>
                <a:gd name="connsiteX9" fmla="*/ 365284 w 406241"/>
                <a:gd name="connsiteY9" fmla="*/ 53340 h 439578"/>
                <a:gd name="connsiteX10" fmla="*/ 359093 w 406241"/>
                <a:gd name="connsiteY10" fmla="*/ 49530 h 439578"/>
                <a:gd name="connsiteX11" fmla="*/ 352902 w 406241"/>
                <a:gd name="connsiteY11" fmla="*/ 45720 h 439578"/>
                <a:gd name="connsiteX12" fmla="*/ 346710 w 406241"/>
                <a:gd name="connsiteY12" fmla="*/ 41910 h 439578"/>
                <a:gd name="connsiteX13" fmla="*/ 340519 w 406241"/>
                <a:gd name="connsiteY13" fmla="*/ 38100 h 439578"/>
                <a:gd name="connsiteX14" fmla="*/ 334328 w 406241"/>
                <a:gd name="connsiteY14" fmla="*/ 34290 h 439578"/>
                <a:gd name="connsiteX15" fmla="*/ 328136 w 406241"/>
                <a:gd name="connsiteY15" fmla="*/ 30480 h 439578"/>
                <a:gd name="connsiteX16" fmla="*/ 321945 w 406241"/>
                <a:gd name="connsiteY16" fmla="*/ 26670 h 439578"/>
                <a:gd name="connsiteX17" fmla="*/ 315754 w 406241"/>
                <a:gd name="connsiteY17" fmla="*/ 22860 h 439578"/>
                <a:gd name="connsiteX18" fmla="*/ 309563 w 406241"/>
                <a:gd name="connsiteY18" fmla="*/ 19050 h 439578"/>
                <a:gd name="connsiteX19" fmla="*/ 303372 w 406241"/>
                <a:gd name="connsiteY19" fmla="*/ 15240 h 439578"/>
                <a:gd name="connsiteX20" fmla="*/ 297180 w 406241"/>
                <a:gd name="connsiteY20" fmla="*/ 11430 h 439578"/>
                <a:gd name="connsiteX21" fmla="*/ 290989 w 406241"/>
                <a:gd name="connsiteY21" fmla="*/ 7620 h 439578"/>
                <a:gd name="connsiteX22" fmla="*/ 284798 w 406241"/>
                <a:gd name="connsiteY22" fmla="*/ 3810 h 439578"/>
                <a:gd name="connsiteX23" fmla="*/ 278606 w 406241"/>
                <a:gd name="connsiteY23" fmla="*/ 0 h 439578"/>
                <a:gd name="connsiteX24" fmla="*/ 278606 w 406241"/>
                <a:gd name="connsiteY24" fmla="*/ 6191 h 439578"/>
                <a:gd name="connsiteX25" fmla="*/ 278606 w 406241"/>
                <a:gd name="connsiteY25" fmla="*/ 13335 h 439578"/>
                <a:gd name="connsiteX26" fmla="*/ 278606 w 406241"/>
                <a:gd name="connsiteY26" fmla="*/ 20479 h 439578"/>
                <a:gd name="connsiteX27" fmla="*/ 278606 w 406241"/>
                <a:gd name="connsiteY27" fmla="*/ 28575 h 439578"/>
                <a:gd name="connsiteX28" fmla="*/ 278606 w 406241"/>
                <a:gd name="connsiteY28" fmla="*/ 36671 h 439578"/>
                <a:gd name="connsiteX29" fmla="*/ 278606 w 406241"/>
                <a:gd name="connsiteY29" fmla="*/ 42386 h 439578"/>
                <a:gd name="connsiteX30" fmla="*/ 278606 w 406241"/>
                <a:gd name="connsiteY30" fmla="*/ 46672 h 439578"/>
                <a:gd name="connsiteX31" fmla="*/ 271463 w 406241"/>
                <a:gd name="connsiteY31" fmla="*/ 46672 h 439578"/>
                <a:gd name="connsiteX32" fmla="*/ 265272 w 406241"/>
                <a:gd name="connsiteY32" fmla="*/ 46672 h 439578"/>
                <a:gd name="connsiteX33" fmla="*/ 259080 w 406241"/>
                <a:gd name="connsiteY33" fmla="*/ 46672 h 439578"/>
                <a:gd name="connsiteX34" fmla="*/ 252889 w 406241"/>
                <a:gd name="connsiteY34" fmla="*/ 46672 h 439578"/>
                <a:gd name="connsiteX35" fmla="*/ 246698 w 406241"/>
                <a:gd name="connsiteY35" fmla="*/ 46672 h 439578"/>
                <a:gd name="connsiteX36" fmla="*/ 240506 w 406241"/>
                <a:gd name="connsiteY36" fmla="*/ 46672 h 439578"/>
                <a:gd name="connsiteX37" fmla="*/ 234315 w 406241"/>
                <a:gd name="connsiteY37" fmla="*/ 46672 h 439578"/>
                <a:gd name="connsiteX38" fmla="*/ 228124 w 406241"/>
                <a:gd name="connsiteY38" fmla="*/ 46672 h 439578"/>
                <a:gd name="connsiteX39" fmla="*/ 221933 w 406241"/>
                <a:gd name="connsiteY39" fmla="*/ 46672 h 439578"/>
                <a:gd name="connsiteX40" fmla="*/ 215741 w 406241"/>
                <a:gd name="connsiteY40" fmla="*/ 46672 h 439578"/>
                <a:gd name="connsiteX41" fmla="*/ 209550 w 406241"/>
                <a:gd name="connsiteY41" fmla="*/ 46672 h 439578"/>
                <a:gd name="connsiteX42" fmla="*/ 203359 w 406241"/>
                <a:gd name="connsiteY42" fmla="*/ 46672 h 439578"/>
                <a:gd name="connsiteX43" fmla="*/ 197168 w 406241"/>
                <a:gd name="connsiteY43" fmla="*/ 46672 h 439578"/>
                <a:gd name="connsiteX44" fmla="*/ 190977 w 406241"/>
                <a:gd name="connsiteY44" fmla="*/ 46672 h 439578"/>
                <a:gd name="connsiteX45" fmla="*/ 184785 w 406241"/>
                <a:gd name="connsiteY45" fmla="*/ 46672 h 439578"/>
                <a:gd name="connsiteX46" fmla="*/ 178594 w 406241"/>
                <a:gd name="connsiteY46" fmla="*/ 46672 h 439578"/>
                <a:gd name="connsiteX47" fmla="*/ 172403 w 406241"/>
                <a:gd name="connsiteY47" fmla="*/ 46672 h 439578"/>
                <a:gd name="connsiteX48" fmla="*/ 167164 w 406241"/>
                <a:gd name="connsiteY48" fmla="*/ 46672 h 439578"/>
                <a:gd name="connsiteX49" fmla="*/ 167164 w 406241"/>
                <a:gd name="connsiteY49" fmla="*/ 50959 h 439578"/>
                <a:gd name="connsiteX50" fmla="*/ 167164 w 406241"/>
                <a:gd name="connsiteY50" fmla="*/ 55721 h 439578"/>
                <a:gd name="connsiteX51" fmla="*/ 167164 w 406241"/>
                <a:gd name="connsiteY51" fmla="*/ 60484 h 439578"/>
                <a:gd name="connsiteX52" fmla="*/ 167164 w 406241"/>
                <a:gd name="connsiteY52" fmla="*/ 65246 h 439578"/>
                <a:gd name="connsiteX53" fmla="*/ 167164 w 406241"/>
                <a:gd name="connsiteY53" fmla="*/ 70009 h 439578"/>
                <a:gd name="connsiteX54" fmla="*/ 167164 w 406241"/>
                <a:gd name="connsiteY54" fmla="*/ 74771 h 439578"/>
                <a:gd name="connsiteX55" fmla="*/ 167164 w 406241"/>
                <a:gd name="connsiteY55" fmla="*/ 79534 h 439578"/>
                <a:gd name="connsiteX56" fmla="*/ 167164 w 406241"/>
                <a:gd name="connsiteY56" fmla="*/ 84296 h 439578"/>
                <a:gd name="connsiteX57" fmla="*/ 167164 w 406241"/>
                <a:gd name="connsiteY57" fmla="*/ 89059 h 439578"/>
                <a:gd name="connsiteX58" fmla="*/ 167164 w 406241"/>
                <a:gd name="connsiteY58" fmla="*/ 93821 h 439578"/>
                <a:gd name="connsiteX59" fmla="*/ 167164 w 406241"/>
                <a:gd name="connsiteY59" fmla="*/ 98584 h 439578"/>
                <a:gd name="connsiteX60" fmla="*/ 167164 w 406241"/>
                <a:gd name="connsiteY60" fmla="*/ 103346 h 439578"/>
                <a:gd name="connsiteX61" fmla="*/ 167164 w 406241"/>
                <a:gd name="connsiteY61" fmla="*/ 108109 h 439578"/>
                <a:gd name="connsiteX62" fmla="*/ 167164 w 406241"/>
                <a:gd name="connsiteY62" fmla="*/ 112871 h 439578"/>
                <a:gd name="connsiteX63" fmla="*/ 167164 w 406241"/>
                <a:gd name="connsiteY63" fmla="*/ 117634 h 439578"/>
                <a:gd name="connsiteX64" fmla="*/ 167164 w 406241"/>
                <a:gd name="connsiteY64" fmla="*/ 122396 h 439578"/>
                <a:gd name="connsiteX65" fmla="*/ 167164 w 406241"/>
                <a:gd name="connsiteY65" fmla="*/ 127159 h 439578"/>
                <a:gd name="connsiteX66" fmla="*/ 167164 w 406241"/>
                <a:gd name="connsiteY66" fmla="*/ 131445 h 439578"/>
                <a:gd name="connsiteX67" fmla="*/ 166688 w 406241"/>
                <a:gd name="connsiteY67" fmla="*/ 135255 h 439578"/>
                <a:gd name="connsiteX68" fmla="*/ 164783 w 406241"/>
                <a:gd name="connsiteY68" fmla="*/ 136207 h 439578"/>
                <a:gd name="connsiteX69" fmla="*/ 160020 w 406241"/>
                <a:gd name="connsiteY69" fmla="*/ 138113 h 439578"/>
                <a:gd name="connsiteX70" fmla="*/ 155258 w 406241"/>
                <a:gd name="connsiteY70" fmla="*/ 140018 h 439578"/>
                <a:gd name="connsiteX71" fmla="*/ 149066 w 406241"/>
                <a:gd name="connsiteY71" fmla="*/ 140970 h 439578"/>
                <a:gd name="connsiteX72" fmla="*/ 147161 w 406241"/>
                <a:gd name="connsiteY72" fmla="*/ 141446 h 439578"/>
                <a:gd name="connsiteX73" fmla="*/ 142875 w 406241"/>
                <a:gd name="connsiteY73" fmla="*/ 144304 h 439578"/>
                <a:gd name="connsiteX74" fmla="*/ 137636 w 406241"/>
                <a:gd name="connsiteY74" fmla="*/ 148114 h 439578"/>
                <a:gd name="connsiteX75" fmla="*/ 132874 w 406241"/>
                <a:gd name="connsiteY75" fmla="*/ 151447 h 439578"/>
                <a:gd name="connsiteX76" fmla="*/ 130016 w 406241"/>
                <a:gd name="connsiteY76" fmla="*/ 155734 h 439578"/>
                <a:gd name="connsiteX77" fmla="*/ 129064 w 406241"/>
                <a:gd name="connsiteY77" fmla="*/ 158115 h 439578"/>
                <a:gd name="connsiteX78" fmla="*/ 128588 w 406241"/>
                <a:gd name="connsiteY78" fmla="*/ 160496 h 439578"/>
                <a:gd name="connsiteX79" fmla="*/ 129064 w 406241"/>
                <a:gd name="connsiteY79" fmla="*/ 162878 h 439578"/>
                <a:gd name="connsiteX80" fmla="*/ 130493 w 406241"/>
                <a:gd name="connsiteY80" fmla="*/ 167640 h 439578"/>
                <a:gd name="connsiteX81" fmla="*/ 130969 w 406241"/>
                <a:gd name="connsiteY81" fmla="*/ 170021 h 439578"/>
                <a:gd name="connsiteX82" fmla="*/ 131445 w 406241"/>
                <a:gd name="connsiteY82" fmla="*/ 173831 h 439578"/>
                <a:gd name="connsiteX83" fmla="*/ 131922 w 406241"/>
                <a:gd name="connsiteY83" fmla="*/ 178118 h 439578"/>
                <a:gd name="connsiteX84" fmla="*/ 132398 w 406241"/>
                <a:gd name="connsiteY84" fmla="*/ 182880 h 439578"/>
                <a:gd name="connsiteX85" fmla="*/ 132874 w 406241"/>
                <a:gd name="connsiteY85" fmla="*/ 187643 h 439578"/>
                <a:gd name="connsiteX86" fmla="*/ 133350 w 406241"/>
                <a:gd name="connsiteY86" fmla="*/ 192405 h 439578"/>
                <a:gd name="connsiteX87" fmla="*/ 133827 w 406241"/>
                <a:gd name="connsiteY87" fmla="*/ 197168 h 439578"/>
                <a:gd name="connsiteX88" fmla="*/ 134303 w 406241"/>
                <a:gd name="connsiteY88" fmla="*/ 201930 h 439578"/>
                <a:gd name="connsiteX89" fmla="*/ 134779 w 406241"/>
                <a:gd name="connsiteY89" fmla="*/ 205740 h 439578"/>
                <a:gd name="connsiteX90" fmla="*/ 135255 w 406241"/>
                <a:gd name="connsiteY90" fmla="*/ 210503 h 439578"/>
                <a:gd name="connsiteX91" fmla="*/ 130016 w 406241"/>
                <a:gd name="connsiteY91" fmla="*/ 210503 h 439578"/>
                <a:gd name="connsiteX92" fmla="*/ 122397 w 406241"/>
                <a:gd name="connsiteY92" fmla="*/ 210503 h 439578"/>
                <a:gd name="connsiteX93" fmla="*/ 114777 w 406241"/>
                <a:gd name="connsiteY93" fmla="*/ 210503 h 439578"/>
                <a:gd name="connsiteX94" fmla="*/ 107156 w 406241"/>
                <a:gd name="connsiteY94" fmla="*/ 210503 h 439578"/>
                <a:gd name="connsiteX95" fmla="*/ 99536 w 406241"/>
                <a:gd name="connsiteY95" fmla="*/ 210503 h 439578"/>
                <a:gd name="connsiteX96" fmla="*/ 91916 w 406241"/>
                <a:gd name="connsiteY96" fmla="*/ 210503 h 439578"/>
                <a:gd name="connsiteX97" fmla="*/ 84297 w 406241"/>
                <a:gd name="connsiteY97" fmla="*/ 210503 h 439578"/>
                <a:gd name="connsiteX98" fmla="*/ 76677 w 406241"/>
                <a:gd name="connsiteY98" fmla="*/ 210503 h 439578"/>
                <a:gd name="connsiteX99" fmla="*/ 69056 w 406241"/>
                <a:gd name="connsiteY99" fmla="*/ 210503 h 439578"/>
                <a:gd name="connsiteX100" fmla="*/ 61436 w 406241"/>
                <a:gd name="connsiteY100" fmla="*/ 210503 h 439578"/>
                <a:gd name="connsiteX101" fmla="*/ 53816 w 406241"/>
                <a:gd name="connsiteY101" fmla="*/ 210503 h 439578"/>
                <a:gd name="connsiteX102" fmla="*/ 46197 w 406241"/>
                <a:gd name="connsiteY102" fmla="*/ 210503 h 439578"/>
                <a:gd name="connsiteX103" fmla="*/ 38577 w 406241"/>
                <a:gd name="connsiteY103" fmla="*/ 210503 h 439578"/>
                <a:gd name="connsiteX104" fmla="*/ 30956 w 406241"/>
                <a:gd name="connsiteY104" fmla="*/ 210503 h 439578"/>
                <a:gd name="connsiteX105" fmla="*/ 23336 w 406241"/>
                <a:gd name="connsiteY105" fmla="*/ 210503 h 439578"/>
                <a:gd name="connsiteX106" fmla="*/ 15716 w 406241"/>
                <a:gd name="connsiteY106" fmla="*/ 210503 h 439578"/>
                <a:gd name="connsiteX107" fmla="*/ 8097 w 406241"/>
                <a:gd name="connsiteY107" fmla="*/ 210503 h 439578"/>
                <a:gd name="connsiteX108" fmla="*/ 3810 w 406241"/>
                <a:gd name="connsiteY108" fmla="*/ 210503 h 439578"/>
                <a:gd name="connsiteX109" fmla="*/ 2381 w 406241"/>
                <a:gd name="connsiteY109" fmla="*/ 217170 h 439578"/>
                <a:gd name="connsiteX110" fmla="*/ 953 w 406241"/>
                <a:gd name="connsiteY110" fmla="*/ 221932 h 439578"/>
                <a:gd name="connsiteX111" fmla="*/ 0 w 406241"/>
                <a:gd name="connsiteY111" fmla="*/ 225743 h 439578"/>
                <a:gd name="connsiteX112" fmla="*/ 477 w 406241"/>
                <a:gd name="connsiteY112" fmla="*/ 229076 h 439578"/>
                <a:gd name="connsiteX113" fmla="*/ 2381 w 406241"/>
                <a:gd name="connsiteY113" fmla="*/ 220980 h 439578"/>
                <a:gd name="connsiteX114" fmla="*/ 3334 w 406241"/>
                <a:gd name="connsiteY114" fmla="*/ 219551 h 439578"/>
                <a:gd name="connsiteX115" fmla="*/ 4763 w 406241"/>
                <a:gd name="connsiteY115" fmla="*/ 218122 h 439578"/>
                <a:gd name="connsiteX116" fmla="*/ 6668 w 406241"/>
                <a:gd name="connsiteY116" fmla="*/ 219075 h 439578"/>
                <a:gd name="connsiteX117" fmla="*/ 11906 w 406241"/>
                <a:gd name="connsiteY117" fmla="*/ 229076 h 439578"/>
                <a:gd name="connsiteX118" fmla="*/ 15716 w 406241"/>
                <a:gd name="connsiteY118" fmla="*/ 235268 h 439578"/>
                <a:gd name="connsiteX119" fmla="*/ 17622 w 406241"/>
                <a:gd name="connsiteY119" fmla="*/ 236220 h 439578"/>
                <a:gd name="connsiteX120" fmla="*/ 18574 w 406241"/>
                <a:gd name="connsiteY120" fmla="*/ 234315 h 439578"/>
                <a:gd name="connsiteX121" fmla="*/ 18574 w 406241"/>
                <a:gd name="connsiteY121" fmla="*/ 232410 h 439578"/>
                <a:gd name="connsiteX122" fmla="*/ 20479 w 406241"/>
                <a:gd name="connsiteY122" fmla="*/ 232886 h 439578"/>
                <a:gd name="connsiteX123" fmla="*/ 22384 w 406241"/>
                <a:gd name="connsiteY123" fmla="*/ 234315 h 439578"/>
                <a:gd name="connsiteX124" fmla="*/ 25718 w 406241"/>
                <a:gd name="connsiteY124" fmla="*/ 242411 h 439578"/>
                <a:gd name="connsiteX125" fmla="*/ 30004 w 406241"/>
                <a:gd name="connsiteY125" fmla="*/ 249079 h 439578"/>
                <a:gd name="connsiteX126" fmla="*/ 29052 w 406241"/>
                <a:gd name="connsiteY126" fmla="*/ 251936 h 439578"/>
                <a:gd name="connsiteX127" fmla="*/ 29528 w 406241"/>
                <a:gd name="connsiteY127" fmla="*/ 256699 h 439578"/>
                <a:gd name="connsiteX128" fmla="*/ 27623 w 406241"/>
                <a:gd name="connsiteY128" fmla="*/ 264319 h 439578"/>
                <a:gd name="connsiteX129" fmla="*/ 21908 w 406241"/>
                <a:gd name="connsiteY129" fmla="*/ 275272 h 439578"/>
                <a:gd name="connsiteX130" fmla="*/ 26670 w 406241"/>
                <a:gd name="connsiteY130" fmla="*/ 273844 h 439578"/>
                <a:gd name="connsiteX131" fmla="*/ 24289 w 406241"/>
                <a:gd name="connsiteY131" fmla="*/ 277178 h 439578"/>
                <a:gd name="connsiteX132" fmla="*/ 20955 w 406241"/>
                <a:gd name="connsiteY132" fmla="*/ 277654 h 439578"/>
                <a:gd name="connsiteX133" fmla="*/ 19527 w 406241"/>
                <a:gd name="connsiteY133" fmla="*/ 278606 h 439578"/>
                <a:gd name="connsiteX134" fmla="*/ 20955 w 406241"/>
                <a:gd name="connsiteY134" fmla="*/ 281464 h 439578"/>
                <a:gd name="connsiteX135" fmla="*/ 26670 w 406241"/>
                <a:gd name="connsiteY135" fmla="*/ 286226 h 439578"/>
                <a:gd name="connsiteX136" fmla="*/ 30004 w 406241"/>
                <a:gd name="connsiteY136" fmla="*/ 291465 h 439578"/>
                <a:gd name="connsiteX137" fmla="*/ 31909 w 406241"/>
                <a:gd name="connsiteY137" fmla="*/ 301466 h 439578"/>
                <a:gd name="connsiteX138" fmla="*/ 34290 w 406241"/>
                <a:gd name="connsiteY138" fmla="*/ 308134 h 439578"/>
                <a:gd name="connsiteX139" fmla="*/ 35719 w 406241"/>
                <a:gd name="connsiteY139" fmla="*/ 318611 h 439578"/>
                <a:gd name="connsiteX140" fmla="*/ 36195 w 406241"/>
                <a:gd name="connsiteY140" fmla="*/ 330041 h 439578"/>
                <a:gd name="connsiteX141" fmla="*/ 34766 w 406241"/>
                <a:gd name="connsiteY141" fmla="*/ 341947 h 439578"/>
                <a:gd name="connsiteX142" fmla="*/ 30480 w 406241"/>
                <a:gd name="connsiteY142" fmla="*/ 354330 h 439578"/>
                <a:gd name="connsiteX143" fmla="*/ 25718 w 406241"/>
                <a:gd name="connsiteY143" fmla="*/ 363379 h 439578"/>
                <a:gd name="connsiteX144" fmla="*/ 21908 w 406241"/>
                <a:gd name="connsiteY144" fmla="*/ 374809 h 439578"/>
                <a:gd name="connsiteX145" fmla="*/ 21431 w 406241"/>
                <a:gd name="connsiteY145" fmla="*/ 380047 h 439578"/>
                <a:gd name="connsiteX146" fmla="*/ 19527 w 406241"/>
                <a:gd name="connsiteY146" fmla="*/ 385763 h 439578"/>
                <a:gd name="connsiteX147" fmla="*/ 19527 w 406241"/>
                <a:gd name="connsiteY147" fmla="*/ 401003 h 439578"/>
                <a:gd name="connsiteX148" fmla="*/ 20479 w 406241"/>
                <a:gd name="connsiteY148" fmla="*/ 398145 h 439578"/>
                <a:gd name="connsiteX149" fmla="*/ 21431 w 406241"/>
                <a:gd name="connsiteY149" fmla="*/ 391954 h 439578"/>
                <a:gd name="connsiteX150" fmla="*/ 22860 w 406241"/>
                <a:gd name="connsiteY150" fmla="*/ 388144 h 439578"/>
                <a:gd name="connsiteX151" fmla="*/ 24289 w 406241"/>
                <a:gd name="connsiteY151" fmla="*/ 387668 h 439578"/>
                <a:gd name="connsiteX152" fmla="*/ 25718 w 406241"/>
                <a:gd name="connsiteY152" fmla="*/ 384810 h 439578"/>
                <a:gd name="connsiteX153" fmla="*/ 27623 w 406241"/>
                <a:gd name="connsiteY153" fmla="*/ 380047 h 439578"/>
                <a:gd name="connsiteX154" fmla="*/ 30004 w 406241"/>
                <a:gd name="connsiteY154" fmla="*/ 377190 h 439578"/>
                <a:gd name="connsiteX155" fmla="*/ 32385 w 406241"/>
                <a:gd name="connsiteY155" fmla="*/ 376714 h 439578"/>
                <a:gd name="connsiteX156" fmla="*/ 34290 w 406241"/>
                <a:gd name="connsiteY156" fmla="*/ 377190 h 439578"/>
                <a:gd name="connsiteX157" fmla="*/ 35719 w 406241"/>
                <a:gd name="connsiteY157" fmla="*/ 378143 h 439578"/>
                <a:gd name="connsiteX158" fmla="*/ 39529 w 406241"/>
                <a:gd name="connsiteY158" fmla="*/ 378619 h 439578"/>
                <a:gd name="connsiteX159" fmla="*/ 46197 w 406241"/>
                <a:gd name="connsiteY159" fmla="*/ 379095 h 439578"/>
                <a:gd name="connsiteX160" fmla="*/ 51435 w 406241"/>
                <a:gd name="connsiteY160" fmla="*/ 378143 h 439578"/>
                <a:gd name="connsiteX161" fmla="*/ 54769 w 406241"/>
                <a:gd name="connsiteY161" fmla="*/ 376238 h 439578"/>
                <a:gd name="connsiteX162" fmla="*/ 59531 w 406241"/>
                <a:gd name="connsiteY162" fmla="*/ 375285 h 439578"/>
                <a:gd name="connsiteX163" fmla="*/ 65247 w 406241"/>
                <a:gd name="connsiteY163" fmla="*/ 375285 h 439578"/>
                <a:gd name="connsiteX164" fmla="*/ 68104 w 406241"/>
                <a:gd name="connsiteY164" fmla="*/ 374332 h 439578"/>
                <a:gd name="connsiteX165" fmla="*/ 68580 w 406241"/>
                <a:gd name="connsiteY165" fmla="*/ 372904 h 439578"/>
                <a:gd name="connsiteX166" fmla="*/ 69533 w 406241"/>
                <a:gd name="connsiteY166" fmla="*/ 372428 h 439578"/>
                <a:gd name="connsiteX167" fmla="*/ 70961 w 406241"/>
                <a:gd name="connsiteY167" fmla="*/ 372904 h 439578"/>
                <a:gd name="connsiteX168" fmla="*/ 71914 w 406241"/>
                <a:gd name="connsiteY168" fmla="*/ 372904 h 439578"/>
                <a:gd name="connsiteX169" fmla="*/ 72866 w 406241"/>
                <a:gd name="connsiteY169" fmla="*/ 371951 h 439578"/>
                <a:gd name="connsiteX170" fmla="*/ 73819 w 406241"/>
                <a:gd name="connsiteY170" fmla="*/ 371951 h 439578"/>
                <a:gd name="connsiteX171" fmla="*/ 74772 w 406241"/>
                <a:gd name="connsiteY171" fmla="*/ 372904 h 439578"/>
                <a:gd name="connsiteX172" fmla="*/ 79534 w 406241"/>
                <a:gd name="connsiteY172" fmla="*/ 373380 h 439578"/>
                <a:gd name="connsiteX173" fmla="*/ 88106 w 406241"/>
                <a:gd name="connsiteY173" fmla="*/ 372904 h 439578"/>
                <a:gd name="connsiteX174" fmla="*/ 96203 w 406241"/>
                <a:gd name="connsiteY174" fmla="*/ 375285 h 439578"/>
                <a:gd name="connsiteX175" fmla="*/ 103347 w 406241"/>
                <a:gd name="connsiteY175" fmla="*/ 381000 h 439578"/>
                <a:gd name="connsiteX176" fmla="*/ 107156 w 406241"/>
                <a:gd name="connsiteY176" fmla="*/ 384810 h 439578"/>
                <a:gd name="connsiteX177" fmla="*/ 107156 w 406241"/>
                <a:gd name="connsiteY177" fmla="*/ 386715 h 439578"/>
                <a:gd name="connsiteX178" fmla="*/ 108585 w 406241"/>
                <a:gd name="connsiteY178" fmla="*/ 388620 h 439578"/>
                <a:gd name="connsiteX179" fmla="*/ 110966 w 406241"/>
                <a:gd name="connsiteY179" fmla="*/ 390525 h 439578"/>
                <a:gd name="connsiteX180" fmla="*/ 112872 w 406241"/>
                <a:gd name="connsiteY180" fmla="*/ 391001 h 439578"/>
                <a:gd name="connsiteX181" fmla="*/ 114777 w 406241"/>
                <a:gd name="connsiteY181" fmla="*/ 390049 h 439578"/>
                <a:gd name="connsiteX182" fmla="*/ 116205 w 406241"/>
                <a:gd name="connsiteY182" fmla="*/ 390049 h 439578"/>
                <a:gd name="connsiteX183" fmla="*/ 117158 w 406241"/>
                <a:gd name="connsiteY183" fmla="*/ 391478 h 439578"/>
                <a:gd name="connsiteX184" fmla="*/ 119063 w 406241"/>
                <a:gd name="connsiteY184" fmla="*/ 391954 h 439578"/>
                <a:gd name="connsiteX185" fmla="*/ 121444 w 406241"/>
                <a:gd name="connsiteY185" fmla="*/ 391001 h 439578"/>
                <a:gd name="connsiteX186" fmla="*/ 122873 w 406241"/>
                <a:gd name="connsiteY186" fmla="*/ 391478 h 439578"/>
                <a:gd name="connsiteX187" fmla="*/ 123349 w 406241"/>
                <a:gd name="connsiteY187" fmla="*/ 392430 h 439578"/>
                <a:gd name="connsiteX188" fmla="*/ 123825 w 406241"/>
                <a:gd name="connsiteY188" fmla="*/ 392906 h 439578"/>
                <a:gd name="connsiteX189" fmla="*/ 124778 w 406241"/>
                <a:gd name="connsiteY189" fmla="*/ 392906 h 439578"/>
                <a:gd name="connsiteX190" fmla="*/ 126206 w 406241"/>
                <a:gd name="connsiteY190" fmla="*/ 393859 h 439578"/>
                <a:gd name="connsiteX191" fmla="*/ 128111 w 406241"/>
                <a:gd name="connsiteY191" fmla="*/ 396716 h 439578"/>
                <a:gd name="connsiteX192" fmla="*/ 130016 w 406241"/>
                <a:gd name="connsiteY192" fmla="*/ 401003 h 439578"/>
                <a:gd name="connsiteX193" fmla="*/ 131445 w 406241"/>
                <a:gd name="connsiteY193" fmla="*/ 406241 h 439578"/>
                <a:gd name="connsiteX194" fmla="*/ 133350 w 406241"/>
                <a:gd name="connsiteY194" fmla="*/ 409099 h 439578"/>
                <a:gd name="connsiteX195" fmla="*/ 135731 w 406241"/>
                <a:gd name="connsiteY195" fmla="*/ 409575 h 439578"/>
                <a:gd name="connsiteX196" fmla="*/ 137160 w 406241"/>
                <a:gd name="connsiteY196" fmla="*/ 410528 h 439578"/>
                <a:gd name="connsiteX197" fmla="*/ 137636 w 406241"/>
                <a:gd name="connsiteY197" fmla="*/ 411956 h 439578"/>
                <a:gd name="connsiteX198" fmla="*/ 138113 w 406241"/>
                <a:gd name="connsiteY198" fmla="*/ 412909 h 439578"/>
                <a:gd name="connsiteX199" fmla="*/ 139065 w 406241"/>
                <a:gd name="connsiteY199" fmla="*/ 413385 h 439578"/>
                <a:gd name="connsiteX200" fmla="*/ 140970 w 406241"/>
                <a:gd name="connsiteY200" fmla="*/ 412909 h 439578"/>
                <a:gd name="connsiteX201" fmla="*/ 143352 w 406241"/>
                <a:gd name="connsiteY201" fmla="*/ 414814 h 439578"/>
                <a:gd name="connsiteX202" fmla="*/ 145733 w 406241"/>
                <a:gd name="connsiteY202" fmla="*/ 418624 h 439578"/>
                <a:gd name="connsiteX203" fmla="*/ 146209 w 406241"/>
                <a:gd name="connsiteY203" fmla="*/ 420529 h 439578"/>
                <a:gd name="connsiteX204" fmla="*/ 145733 w 406241"/>
                <a:gd name="connsiteY204" fmla="*/ 421481 h 439578"/>
                <a:gd name="connsiteX205" fmla="*/ 145733 w 406241"/>
                <a:gd name="connsiteY205" fmla="*/ 421957 h 439578"/>
                <a:gd name="connsiteX206" fmla="*/ 147161 w 406241"/>
                <a:gd name="connsiteY206" fmla="*/ 422434 h 439578"/>
                <a:gd name="connsiteX207" fmla="*/ 148590 w 406241"/>
                <a:gd name="connsiteY207" fmla="*/ 423863 h 439578"/>
                <a:gd name="connsiteX208" fmla="*/ 150019 w 406241"/>
                <a:gd name="connsiteY208" fmla="*/ 425768 h 439578"/>
                <a:gd name="connsiteX209" fmla="*/ 152400 w 406241"/>
                <a:gd name="connsiteY209" fmla="*/ 427672 h 439578"/>
                <a:gd name="connsiteX210" fmla="*/ 156210 w 406241"/>
                <a:gd name="connsiteY210" fmla="*/ 429101 h 439578"/>
                <a:gd name="connsiteX211" fmla="*/ 159068 w 406241"/>
                <a:gd name="connsiteY211" fmla="*/ 431482 h 439578"/>
                <a:gd name="connsiteX212" fmla="*/ 160973 w 406241"/>
                <a:gd name="connsiteY212" fmla="*/ 434340 h 439578"/>
                <a:gd name="connsiteX213" fmla="*/ 164783 w 406241"/>
                <a:gd name="connsiteY213" fmla="*/ 436721 h 439578"/>
                <a:gd name="connsiteX214" fmla="*/ 165735 w 406241"/>
                <a:gd name="connsiteY214" fmla="*/ 437197 h 439578"/>
                <a:gd name="connsiteX215" fmla="*/ 171927 w 406241"/>
                <a:gd name="connsiteY215" fmla="*/ 439579 h 439578"/>
                <a:gd name="connsiteX216" fmla="*/ 172879 w 406241"/>
                <a:gd name="connsiteY216" fmla="*/ 438626 h 439578"/>
                <a:gd name="connsiteX217" fmla="*/ 174784 w 406241"/>
                <a:gd name="connsiteY217" fmla="*/ 437197 h 439578"/>
                <a:gd name="connsiteX218" fmla="*/ 177641 w 406241"/>
                <a:gd name="connsiteY218" fmla="*/ 434340 h 439578"/>
                <a:gd name="connsiteX219" fmla="*/ 180023 w 406241"/>
                <a:gd name="connsiteY219" fmla="*/ 430530 h 439578"/>
                <a:gd name="connsiteX220" fmla="*/ 180975 w 406241"/>
                <a:gd name="connsiteY220" fmla="*/ 425768 h 439578"/>
                <a:gd name="connsiteX221" fmla="*/ 181452 w 406241"/>
                <a:gd name="connsiteY221" fmla="*/ 421957 h 439578"/>
                <a:gd name="connsiteX222" fmla="*/ 182404 w 406241"/>
                <a:gd name="connsiteY222" fmla="*/ 418624 h 439578"/>
                <a:gd name="connsiteX223" fmla="*/ 183833 w 406241"/>
                <a:gd name="connsiteY223" fmla="*/ 415766 h 439578"/>
                <a:gd name="connsiteX224" fmla="*/ 186690 w 406241"/>
                <a:gd name="connsiteY224" fmla="*/ 412909 h 439578"/>
                <a:gd name="connsiteX225" fmla="*/ 189548 w 406241"/>
                <a:gd name="connsiteY225" fmla="*/ 411004 h 439578"/>
                <a:gd name="connsiteX226" fmla="*/ 192881 w 406241"/>
                <a:gd name="connsiteY226" fmla="*/ 408622 h 439578"/>
                <a:gd name="connsiteX227" fmla="*/ 194310 w 406241"/>
                <a:gd name="connsiteY227" fmla="*/ 409099 h 439578"/>
                <a:gd name="connsiteX228" fmla="*/ 197168 w 406241"/>
                <a:gd name="connsiteY228" fmla="*/ 411956 h 439578"/>
                <a:gd name="connsiteX229" fmla="*/ 203835 w 406241"/>
                <a:gd name="connsiteY229" fmla="*/ 418147 h 439578"/>
                <a:gd name="connsiteX230" fmla="*/ 209550 w 406241"/>
                <a:gd name="connsiteY230" fmla="*/ 422910 h 439578"/>
                <a:gd name="connsiteX231" fmla="*/ 211455 w 406241"/>
                <a:gd name="connsiteY231" fmla="*/ 425291 h 439578"/>
                <a:gd name="connsiteX232" fmla="*/ 213360 w 406241"/>
                <a:gd name="connsiteY232" fmla="*/ 425291 h 439578"/>
                <a:gd name="connsiteX233" fmla="*/ 216218 w 406241"/>
                <a:gd name="connsiteY233" fmla="*/ 421005 h 439578"/>
                <a:gd name="connsiteX234" fmla="*/ 219075 w 406241"/>
                <a:gd name="connsiteY234" fmla="*/ 417195 h 439578"/>
                <a:gd name="connsiteX235" fmla="*/ 220504 w 406241"/>
                <a:gd name="connsiteY235" fmla="*/ 416243 h 439578"/>
                <a:gd name="connsiteX236" fmla="*/ 224314 w 406241"/>
                <a:gd name="connsiteY236" fmla="*/ 415766 h 439578"/>
                <a:gd name="connsiteX237" fmla="*/ 227648 w 406241"/>
                <a:gd name="connsiteY237" fmla="*/ 415766 h 439578"/>
                <a:gd name="connsiteX238" fmla="*/ 230505 w 406241"/>
                <a:gd name="connsiteY238" fmla="*/ 415766 h 439578"/>
                <a:gd name="connsiteX239" fmla="*/ 235744 w 406241"/>
                <a:gd name="connsiteY239" fmla="*/ 416719 h 439578"/>
                <a:gd name="connsiteX240" fmla="*/ 238125 w 406241"/>
                <a:gd name="connsiteY240" fmla="*/ 417195 h 439578"/>
                <a:gd name="connsiteX241" fmla="*/ 240506 w 406241"/>
                <a:gd name="connsiteY241" fmla="*/ 417671 h 439578"/>
                <a:gd name="connsiteX242" fmla="*/ 246698 w 406241"/>
                <a:gd name="connsiteY242" fmla="*/ 418147 h 439578"/>
                <a:gd name="connsiteX243" fmla="*/ 252889 w 406241"/>
                <a:gd name="connsiteY243" fmla="*/ 417195 h 439578"/>
                <a:gd name="connsiteX244" fmla="*/ 259080 w 406241"/>
                <a:gd name="connsiteY244" fmla="*/ 415766 h 439578"/>
                <a:gd name="connsiteX245" fmla="*/ 263366 w 406241"/>
                <a:gd name="connsiteY245" fmla="*/ 414814 h 439578"/>
                <a:gd name="connsiteX246" fmla="*/ 263366 w 406241"/>
                <a:gd name="connsiteY246" fmla="*/ 412909 h 439578"/>
                <a:gd name="connsiteX247" fmla="*/ 262890 w 406241"/>
                <a:gd name="connsiteY247" fmla="*/ 410528 h 439578"/>
                <a:gd name="connsiteX248" fmla="*/ 263843 w 406241"/>
                <a:gd name="connsiteY248" fmla="*/ 409099 h 439578"/>
                <a:gd name="connsiteX249" fmla="*/ 265272 w 406241"/>
                <a:gd name="connsiteY249" fmla="*/ 407670 h 439578"/>
                <a:gd name="connsiteX250" fmla="*/ 266224 w 406241"/>
                <a:gd name="connsiteY250" fmla="*/ 407194 h 439578"/>
                <a:gd name="connsiteX251" fmla="*/ 266700 w 406241"/>
                <a:gd name="connsiteY251" fmla="*/ 412432 h 439578"/>
                <a:gd name="connsiteX252" fmla="*/ 268129 w 406241"/>
                <a:gd name="connsiteY252" fmla="*/ 413385 h 439578"/>
                <a:gd name="connsiteX253" fmla="*/ 271939 w 406241"/>
                <a:gd name="connsiteY253" fmla="*/ 413385 h 439578"/>
                <a:gd name="connsiteX254" fmla="*/ 278606 w 406241"/>
                <a:gd name="connsiteY254" fmla="*/ 413385 h 439578"/>
                <a:gd name="connsiteX255" fmla="*/ 285750 w 406241"/>
                <a:gd name="connsiteY255" fmla="*/ 413385 h 439578"/>
                <a:gd name="connsiteX256" fmla="*/ 292894 w 406241"/>
                <a:gd name="connsiteY256" fmla="*/ 413385 h 439578"/>
                <a:gd name="connsiteX257" fmla="*/ 300038 w 406241"/>
                <a:gd name="connsiteY257" fmla="*/ 413385 h 439578"/>
                <a:gd name="connsiteX258" fmla="*/ 307181 w 406241"/>
                <a:gd name="connsiteY258" fmla="*/ 413385 h 439578"/>
                <a:gd name="connsiteX259" fmla="*/ 314325 w 406241"/>
                <a:gd name="connsiteY259" fmla="*/ 413385 h 439578"/>
                <a:gd name="connsiteX260" fmla="*/ 321469 w 406241"/>
                <a:gd name="connsiteY260" fmla="*/ 413385 h 439578"/>
                <a:gd name="connsiteX261" fmla="*/ 328613 w 406241"/>
                <a:gd name="connsiteY261" fmla="*/ 413385 h 439578"/>
                <a:gd name="connsiteX262" fmla="*/ 335756 w 406241"/>
                <a:gd name="connsiteY262" fmla="*/ 413385 h 439578"/>
                <a:gd name="connsiteX263" fmla="*/ 342900 w 406241"/>
                <a:gd name="connsiteY263" fmla="*/ 413385 h 439578"/>
                <a:gd name="connsiteX264" fmla="*/ 350044 w 406241"/>
                <a:gd name="connsiteY264" fmla="*/ 413385 h 439578"/>
                <a:gd name="connsiteX265" fmla="*/ 357188 w 406241"/>
                <a:gd name="connsiteY265" fmla="*/ 413385 h 439578"/>
                <a:gd name="connsiteX266" fmla="*/ 364331 w 406241"/>
                <a:gd name="connsiteY266" fmla="*/ 413385 h 439578"/>
                <a:gd name="connsiteX267" fmla="*/ 371475 w 406241"/>
                <a:gd name="connsiteY267" fmla="*/ 413385 h 439578"/>
                <a:gd name="connsiteX268" fmla="*/ 378619 w 406241"/>
                <a:gd name="connsiteY268" fmla="*/ 413385 h 439578"/>
                <a:gd name="connsiteX269" fmla="*/ 385763 w 406241"/>
                <a:gd name="connsiteY269" fmla="*/ 413385 h 439578"/>
                <a:gd name="connsiteX270" fmla="*/ 392906 w 406241"/>
                <a:gd name="connsiteY270" fmla="*/ 413385 h 439578"/>
                <a:gd name="connsiteX271" fmla="*/ 400050 w 406241"/>
                <a:gd name="connsiteY271" fmla="*/ 413385 h 439578"/>
                <a:gd name="connsiteX272" fmla="*/ 401955 w 406241"/>
                <a:gd name="connsiteY272" fmla="*/ 403384 h 439578"/>
                <a:gd name="connsiteX273" fmla="*/ 403860 w 406241"/>
                <a:gd name="connsiteY273" fmla="*/ 394335 h 439578"/>
                <a:gd name="connsiteX274" fmla="*/ 405289 w 406241"/>
                <a:gd name="connsiteY274" fmla="*/ 386715 h 439578"/>
                <a:gd name="connsiteX275" fmla="*/ 400050 w 406241"/>
                <a:gd name="connsiteY275" fmla="*/ 381000 h 439578"/>
                <a:gd name="connsiteX276" fmla="*/ 395764 w 406241"/>
                <a:gd name="connsiteY276" fmla="*/ 376714 h 439578"/>
                <a:gd name="connsiteX277" fmla="*/ 394811 w 406241"/>
                <a:gd name="connsiteY277" fmla="*/ 368618 h 439578"/>
                <a:gd name="connsiteX278" fmla="*/ 393859 w 406241"/>
                <a:gd name="connsiteY278" fmla="*/ 360045 h 439578"/>
                <a:gd name="connsiteX279" fmla="*/ 392906 w 406241"/>
                <a:gd name="connsiteY279" fmla="*/ 351472 h 439578"/>
                <a:gd name="connsiteX280" fmla="*/ 391954 w 406241"/>
                <a:gd name="connsiteY280" fmla="*/ 342900 h 439578"/>
                <a:gd name="connsiteX281" fmla="*/ 391002 w 406241"/>
                <a:gd name="connsiteY281" fmla="*/ 334328 h 439578"/>
                <a:gd name="connsiteX282" fmla="*/ 390049 w 406241"/>
                <a:gd name="connsiteY282" fmla="*/ 325755 h 439578"/>
                <a:gd name="connsiteX283" fmla="*/ 389097 w 406241"/>
                <a:gd name="connsiteY283" fmla="*/ 317182 h 439578"/>
                <a:gd name="connsiteX284" fmla="*/ 388144 w 406241"/>
                <a:gd name="connsiteY284" fmla="*/ 308610 h 439578"/>
                <a:gd name="connsiteX285" fmla="*/ 387191 w 406241"/>
                <a:gd name="connsiteY285" fmla="*/ 300038 h 439578"/>
                <a:gd name="connsiteX286" fmla="*/ 386239 w 406241"/>
                <a:gd name="connsiteY286" fmla="*/ 291465 h 439578"/>
                <a:gd name="connsiteX287" fmla="*/ 385286 w 406241"/>
                <a:gd name="connsiteY287" fmla="*/ 282893 h 439578"/>
                <a:gd name="connsiteX288" fmla="*/ 384334 w 406241"/>
                <a:gd name="connsiteY288" fmla="*/ 274320 h 439578"/>
                <a:gd name="connsiteX289" fmla="*/ 383381 w 406241"/>
                <a:gd name="connsiteY289" fmla="*/ 265747 h 439578"/>
                <a:gd name="connsiteX290" fmla="*/ 382429 w 406241"/>
                <a:gd name="connsiteY290" fmla="*/ 257175 h 439578"/>
                <a:gd name="connsiteX291" fmla="*/ 381477 w 406241"/>
                <a:gd name="connsiteY291" fmla="*/ 248603 h 439578"/>
                <a:gd name="connsiteX292" fmla="*/ 380524 w 406241"/>
                <a:gd name="connsiteY292" fmla="*/ 240030 h 439578"/>
                <a:gd name="connsiteX293" fmla="*/ 379572 w 406241"/>
                <a:gd name="connsiteY293" fmla="*/ 231457 h 439578"/>
                <a:gd name="connsiteX294" fmla="*/ 378619 w 406241"/>
                <a:gd name="connsiteY294" fmla="*/ 222885 h 439578"/>
                <a:gd name="connsiteX295" fmla="*/ 377666 w 406241"/>
                <a:gd name="connsiteY295" fmla="*/ 214313 h 439578"/>
                <a:gd name="connsiteX296" fmla="*/ 376714 w 406241"/>
                <a:gd name="connsiteY296" fmla="*/ 205740 h 439578"/>
                <a:gd name="connsiteX297" fmla="*/ 375761 w 406241"/>
                <a:gd name="connsiteY297" fmla="*/ 197168 h 439578"/>
                <a:gd name="connsiteX298" fmla="*/ 374809 w 406241"/>
                <a:gd name="connsiteY298" fmla="*/ 188595 h 439578"/>
                <a:gd name="connsiteX299" fmla="*/ 373856 w 406241"/>
                <a:gd name="connsiteY299" fmla="*/ 180022 h 439578"/>
                <a:gd name="connsiteX300" fmla="*/ 372904 w 406241"/>
                <a:gd name="connsiteY300" fmla="*/ 171450 h 439578"/>
                <a:gd name="connsiteX301" fmla="*/ 371952 w 406241"/>
                <a:gd name="connsiteY301" fmla="*/ 162878 h 439578"/>
                <a:gd name="connsiteX302" fmla="*/ 370999 w 406241"/>
                <a:gd name="connsiteY302" fmla="*/ 154305 h 439578"/>
                <a:gd name="connsiteX303" fmla="*/ 370047 w 406241"/>
                <a:gd name="connsiteY303" fmla="*/ 145256 h 439578"/>
                <a:gd name="connsiteX304" fmla="*/ 369094 w 406241"/>
                <a:gd name="connsiteY304" fmla="*/ 136207 h 439578"/>
                <a:gd name="connsiteX305" fmla="*/ 368141 w 406241"/>
                <a:gd name="connsiteY305" fmla="*/ 127159 h 439578"/>
                <a:gd name="connsiteX306" fmla="*/ 367189 w 406241"/>
                <a:gd name="connsiteY306" fmla="*/ 118110 h 439578"/>
                <a:gd name="connsiteX307" fmla="*/ 366236 w 406241"/>
                <a:gd name="connsiteY307" fmla="*/ 109061 h 439578"/>
                <a:gd name="connsiteX308" fmla="*/ 365284 w 406241"/>
                <a:gd name="connsiteY308" fmla="*/ 100013 h 439578"/>
                <a:gd name="connsiteX309" fmla="*/ 364331 w 406241"/>
                <a:gd name="connsiteY309" fmla="*/ 90964 h 439578"/>
                <a:gd name="connsiteX310" fmla="*/ 363379 w 406241"/>
                <a:gd name="connsiteY310" fmla="*/ 82868 h 439578"/>
                <a:gd name="connsiteX311" fmla="*/ 373856 w 406241"/>
                <a:gd name="connsiteY311" fmla="*/ 82868 h 439578"/>
                <a:gd name="connsiteX312" fmla="*/ 367665 w 406241"/>
                <a:gd name="connsiteY312" fmla="*/ 79534 h 439578"/>
                <a:gd name="connsiteX313" fmla="*/ 10954 w 406241"/>
                <a:gd name="connsiteY313" fmla="*/ 270034 h 439578"/>
                <a:gd name="connsiteX314" fmla="*/ 13335 w 406241"/>
                <a:gd name="connsiteY314" fmla="*/ 266700 h 439578"/>
                <a:gd name="connsiteX315" fmla="*/ 14288 w 406241"/>
                <a:gd name="connsiteY315" fmla="*/ 260985 h 439578"/>
                <a:gd name="connsiteX316" fmla="*/ 12383 w 406241"/>
                <a:gd name="connsiteY316" fmla="*/ 261461 h 439578"/>
                <a:gd name="connsiteX317" fmla="*/ 11430 w 406241"/>
                <a:gd name="connsiteY317" fmla="*/ 262890 h 439578"/>
                <a:gd name="connsiteX318" fmla="*/ 9525 w 406241"/>
                <a:gd name="connsiteY318" fmla="*/ 266224 h 439578"/>
                <a:gd name="connsiteX319" fmla="*/ 10002 w 406241"/>
                <a:gd name="connsiteY319" fmla="*/ 268605 h 439578"/>
                <a:gd name="connsiteX320" fmla="*/ 10954 w 406241"/>
                <a:gd name="connsiteY320" fmla="*/ 270034 h 439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406241" h="439578">
                  <a:moveTo>
                    <a:pt x="367665" y="79534"/>
                  </a:moveTo>
                  <a:lnTo>
                    <a:pt x="378619" y="79534"/>
                  </a:lnTo>
                  <a:lnTo>
                    <a:pt x="394335" y="79534"/>
                  </a:lnTo>
                  <a:lnTo>
                    <a:pt x="406241" y="79534"/>
                  </a:lnTo>
                  <a:lnTo>
                    <a:pt x="398622" y="74295"/>
                  </a:lnTo>
                  <a:lnTo>
                    <a:pt x="391002" y="69532"/>
                  </a:lnTo>
                  <a:lnTo>
                    <a:pt x="382905" y="64294"/>
                  </a:lnTo>
                  <a:lnTo>
                    <a:pt x="377666" y="60960"/>
                  </a:lnTo>
                  <a:lnTo>
                    <a:pt x="371475" y="57150"/>
                  </a:lnTo>
                  <a:lnTo>
                    <a:pt x="365284" y="53340"/>
                  </a:lnTo>
                  <a:lnTo>
                    <a:pt x="359093" y="49530"/>
                  </a:lnTo>
                  <a:lnTo>
                    <a:pt x="352902" y="45720"/>
                  </a:lnTo>
                  <a:lnTo>
                    <a:pt x="346710" y="41910"/>
                  </a:lnTo>
                  <a:lnTo>
                    <a:pt x="340519" y="38100"/>
                  </a:lnTo>
                  <a:lnTo>
                    <a:pt x="334328" y="34290"/>
                  </a:lnTo>
                  <a:lnTo>
                    <a:pt x="328136" y="30480"/>
                  </a:lnTo>
                  <a:lnTo>
                    <a:pt x="321945" y="26670"/>
                  </a:lnTo>
                  <a:lnTo>
                    <a:pt x="315754" y="22860"/>
                  </a:lnTo>
                  <a:lnTo>
                    <a:pt x="309563" y="19050"/>
                  </a:lnTo>
                  <a:lnTo>
                    <a:pt x="303372" y="15240"/>
                  </a:lnTo>
                  <a:lnTo>
                    <a:pt x="297180" y="11430"/>
                  </a:lnTo>
                  <a:lnTo>
                    <a:pt x="290989" y="7620"/>
                  </a:lnTo>
                  <a:lnTo>
                    <a:pt x="284798" y="3810"/>
                  </a:lnTo>
                  <a:lnTo>
                    <a:pt x="278606" y="0"/>
                  </a:lnTo>
                  <a:lnTo>
                    <a:pt x="278606" y="6191"/>
                  </a:lnTo>
                  <a:lnTo>
                    <a:pt x="278606" y="13335"/>
                  </a:lnTo>
                  <a:lnTo>
                    <a:pt x="278606" y="20479"/>
                  </a:lnTo>
                  <a:lnTo>
                    <a:pt x="278606" y="28575"/>
                  </a:lnTo>
                  <a:lnTo>
                    <a:pt x="278606" y="36671"/>
                  </a:lnTo>
                  <a:lnTo>
                    <a:pt x="278606" y="42386"/>
                  </a:lnTo>
                  <a:lnTo>
                    <a:pt x="278606" y="46672"/>
                  </a:lnTo>
                  <a:lnTo>
                    <a:pt x="271463" y="46672"/>
                  </a:lnTo>
                  <a:lnTo>
                    <a:pt x="265272" y="46672"/>
                  </a:lnTo>
                  <a:lnTo>
                    <a:pt x="259080" y="46672"/>
                  </a:lnTo>
                  <a:lnTo>
                    <a:pt x="252889" y="46672"/>
                  </a:lnTo>
                  <a:lnTo>
                    <a:pt x="246698" y="46672"/>
                  </a:lnTo>
                  <a:lnTo>
                    <a:pt x="240506" y="46672"/>
                  </a:lnTo>
                  <a:lnTo>
                    <a:pt x="234315" y="46672"/>
                  </a:lnTo>
                  <a:lnTo>
                    <a:pt x="228124" y="46672"/>
                  </a:lnTo>
                  <a:lnTo>
                    <a:pt x="221933" y="46672"/>
                  </a:lnTo>
                  <a:lnTo>
                    <a:pt x="215741" y="46672"/>
                  </a:lnTo>
                  <a:lnTo>
                    <a:pt x="209550" y="46672"/>
                  </a:lnTo>
                  <a:lnTo>
                    <a:pt x="203359" y="46672"/>
                  </a:lnTo>
                  <a:lnTo>
                    <a:pt x="197168" y="46672"/>
                  </a:lnTo>
                  <a:lnTo>
                    <a:pt x="190977" y="46672"/>
                  </a:lnTo>
                  <a:lnTo>
                    <a:pt x="184785" y="46672"/>
                  </a:lnTo>
                  <a:lnTo>
                    <a:pt x="178594" y="46672"/>
                  </a:lnTo>
                  <a:lnTo>
                    <a:pt x="172403" y="46672"/>
                  </a:lnTo>
                  <a:lnTo>
                    <a:pt x="167164" y="46672"/>
                  </a:lnTo>
                  <a:lnTo>
                    <a:pt x="167164" y="50959"/>
                  </a:lnTo>
                  <a:lnTo>
                    <a:pt x="167164" y="55721"/>
                  </a:lnTo>
                  <a:lnTo>
                    <a:pt x="167164" y="60484"/>
                  </a:lnTo>
                  <a:lnTo>
                    <a:pt x="167164" y="65246"/>
                  </a:lnTo>
                  <a:lnTo>
                    <a:pt x="167164" y="70009"/>
                  </a:lnTo>
                  <a:lnTo>
                    <a:pt x="167164" y="74771"/>
                  </a:lnTo>
                  <a:lnTo>
                    <a:pt x="167164" y="79534"/>
                  </a:lnTo>
                  <a:lnTo>
                    <a:pt x="167164" y="84296"/>
                  </a:lnTo>
                  <a:lnTo>
                    <a:pt x="167164" y="89059"/>
                  </a:lnTo>
                  <a:lnTo>
                    <a:pt x="167164" y="93821"/>
                  </a:lnTo>
                  <a:lnTo>
                    <a:pt x="167164" y="98584"/>
                  </a:lnTo>
                  <a:lnTo>
                    <a:pt x="167164" y="103346"/>
                  </a:lnTo>
                  <a:lnTo>
                    <a:pt x="167164" y="108109"/>
                  </a:lnTo>
                  <a:lnTo>
                    <a:pt x="167164" y="112871"/>
                  </a:lnTo>
                  <a:lnTo>
                    <a:pt x="167164" y="117634"/>
                  </a:lnTo>
                  <a:lnTo>
                    <a:pt x="167164" y="122396"/>
                  </a:lnTo>
                  <a:lnTo>
                    <a:pt x="167164" y="127159"/>
                  </a:lnTo>
                  <a:lnTo>
                    <a:pt x="167164" y="131445"/>
                  </a:lnTo>
                  <a:lnTo>
                    <a:pt x="166688" y="135255"/>
                  </a:lnTo>
                  <a:lnTo>
                    <a:pt x="164783" y="136207"/>
                  </a:lnTo>
                  <a:lnTo>
                    <a:pt x="160020" y="138113"/>
                  </a:lnTo>
                  <a:lnTo>
                    <a:pt x="155258" y="140018"/>
                  </a:lnTo>
                  <a:lnTo>
                    <a:pt x="149066" y="140970"/>
                  </a:lnTo>
                  <a:lnTo>
                    <a:pt x="147161" y="141446"/>
                  </a:lnTo>
                  <a:lnTo>
                    <a:pt x="142875" y="144304"/>
                  </a:lnTo>
                  <a:lnTo>
                    <a:pt x="137636" y="148114"/>
                  </a:lnTo>
                  <a:lnTo>
                    <a:pt x="132874" y="151447"/>
                  </a:lnTo>
                  <a:lnTo>
                    <a:pt x="130016" y="155734"/>
                  </a:lnTo>
                  <a:lnTo>
                    <a:pt x="129064" y="158115"/>
                  </a:lnTo>
                  <a:lnTo>
                    <a:pt x="128588" y="160496"/>
                  </a:lnTo>
                  <a:lnTo>
                    <a:pt x="129064" y="162878"/>
                  </a:lnTo>
                  <a:lnTo>
                    <a:pt x="130493" y="167640"/>
                  </a:lnTo>
                  <a:lnTo>
                    <a:pt x="130969" y="170021"/>
                  </a:lnTo>
                  <a:lnTo>
                    <a:pt x="131445" y="173831"/>
                  </a:lnTo>
                  <a:lnTo>
                    <a:pt x="131922" y="178118"/>
                  </a:lnTo>
                  <a:lnTo>
                    <a:pt x="132398" y="182880"/>
                  </a:lnTo>
                  <a:lnTo>
                    <a:pt x="132874" y="187643"/>
                  </a:lnTo>
                  <a:lnTo>
                    <a:pt x="133350" y="192405"/>
                  </a:lnTo>
                  <a:lnTo>
                    <a:pt x="133827" y="197168"/>
                  </a:lnTo>
                  <a:lnTo>
                    <a:pt x="134303" y="201930"/>
                  </a:lnTo>
                  <a:lnTo>
                    <a:pt x="134779" y="205740"/>
                  </a:lnTo>
                  <a:lnTo>
                    <a:pt x="135255" y="210503"/>
                  </a:lnTo>
                  <a:lnTo>
                    <a:pt x="130016" y="210503"/>
                  </a:lnTo>
                  <a:lnTo>
                    <a:pt x="122397" y="210503"/>
                  </a:lnTo>
                  <a:lnTo>
                    <a:pt x="114777" y="210503"/>
                  </a:lnTo>
                  <a:lnTo>
                    <a:pt x="107156" y="210503"/>
                  </a:lnTo>
                  <a:lnTo>
                    <a:pt x="99536" y="210503"/>
                  </a:lnTo>
                  <a:lnTo>
                    <a:pt x="91916" y="210503"/>
                  </a:lnTo>
                  <a:lnTo>
                    <a:pt x="84297" y="210503"/>
                  </a:lnTo>
                  <a:lnTo>
                    <a:pt x="76677" y="210503"/>
                  </a:lnTo>
                  <a:lnTo>
                    <a:pt x="69056" y="210503"/>
                  </a:lnTo>
                  <a:lnTo>
                    <a:pt x="61436" y="210503"/>
                  </a:lnTo>
                  <a:lnTo>
                    <a:pt x="53816" y="210503"/>
                  </a:lnTo>
                  <a:lnTo>
                    <a:pt x="46197" y="210503"/>
                  </a:lnTo>
                  <a:lnTo>
                    <a:pt x="38577" y="210503"/>
                  </a:lnTo>
                  <a:lnTo>
                    <a:pt x="30956" y="210503"/>
                  </a:lnTo>
                  <a:lnTo>
                    <a:pt x="23336" y="210503"/>
                  </a:lnTo>
                  <a:lnTo>
                    <a:pt x="15716" y="210503"/>
                  </a:lnTo>
                  <a:lnTo>
                    <a:pt x="8097" y="210503"/>
                  </a:lnTo>
                  <a:lnTo>
                    <a:pt x="3810" y="210503"/>
                  </a:lnTo>
                  <a:lnTo>
                    <a:pt x="2381" y="217170"/>
                  </a:lnTo>
                  <a:lnTo>
                    <a:pt x="953" y="221932"/>
                  </a:lnTo>
                  <a:lnTo>
                    <a:pt x="0" y="225743"/>
                  </a:lnTo>
                  <a:lnTo>
                    <a:pt x="477" y="229076"/>
                  </a:lnTo>
                  <a:lnTo>
                    <a:pt x="2381" y="220980"/>
                  </a:lnTo>
                  <a:lnTo>
                    <a:pt x="3334" y="219551"/>
                  </a:lnTo>
                  <a:lnTo>
                    <a:pt x="4763" y="218122"/>
                  </a:lnTo>
                  <a:lnTo>
                    <a:pt x="6668" y="219075"/>
                  </a:lnTo>
                  <a:lnTo>
                    <a:pt x="11906" y="229076"/>
                  </a:lnTo>
                  <a:lnTo>
                    <a:pt x="15716" y="235268"/>
                  </a:lnTo>
                  <a:lnTo>
                    <a:pt x="17622" y="236220"/>
                  </a:lnTo>
                  <a:lnTo>
                    <a:pt x="18574" y="234315"/>
                  </a:lnTo>
                  <a:lnTo>
                    <a:pt x="18574" y="232410"/>
                  </a:lnTo>
                  <a:lnTo>
                    <a:pt x="20479" y="232886"/>
                  </a:lnTo>
                  <a:lnTo>
                    <a:pt x="22384" y="234315"/>
                  </a:lnTo>
                  <a:lnTo>
                    <a:pt x="25718" y="242411"/>
                  </a:lnTo>
                  <a:lnTo>
                    <a:pt x="30004" y="249079"/>
                  </a:lnTo>
                  <a:lnTo>
                    <a:pt x="29052" y="251936"/>
                  </a:lnTo>
                  <a:lnTo>
                    <a:pt x="29528" y="256699"/>
                  </a:lnTo>
                  <a:lnTo>
                    <a:pt x="27623" y="264319"/>
                  </a:lnTo>
                  <a:lnTo>
                    <a:pt x="21908" y="275272"/>
                  </a:lnTo>
                  <a:lnTo>
                    <a:pt x="26670" y="273844"/>
                  </a:lnTo>
                  <a:lnTo>
                    <a:pt x="24289" y="277178"/>
                  </a:lnTo>
                  <a:lnTo>
                    <a:pt x="20955" y="277654"/>
                  </a:lnTo>
                  <a:lnTo>
                    <a:pt x="19527" y="278606"/>
                  </a:lnTo>
                  <a:lnTo>
                    <a:pt x="20955" y="281464"/>
                  </a:lnTo>
                  <a:lnTo>
                    <a:pt x="26670" y="286226"/>
                  </a:lnTo>
                  <a:lnTo>
                    <a:pt x="30004" y="291465"/>
                  </a:lnTo>
                  <a:lnTo>
                    <a:pt x="31909" y="301466"/>
                  </a:lnTo>
                  <a:lnTo>
                    <a:pt x="34290" y="308134"/>
                  </a:lnTo>
                  <a:lnTo>
                    <a:pt x="35719" y="318611"/>
                  </a:lnTo>
                  <a:lnTo>
                    <a:pt x="36195" y="330041"/>
                  </a:lnTo>
                  <a:lnTo>
                    <a:pt x="34766" y="341947"/>
                  </a:lnTo>
                  <a:lnTo>
                    <a:pt x="30480" y="354330"/>
                  </a:lnTo>
                  <a:lnTo>
                    <a:pt x="25718" y="363379"/>
                  </a:lnTo>
                  <a:lnTo>
                    <a:pt x="21908" y="374809"/>
                  </a:lnTo>
                  <a:lnTo>
                    <a:pt x="21431" y="380047"/>
                  </a:lnTo>
                  <a:lnTo>
                    <a:pt x="19527" y="385763"/>
                  </a:lnTo>
                  <a:lnTo>
                    <a:pt x="19527" y="401003"/>
                  </a:lnTo>
                  <a:lnTo>
                    <a:pt x="20479" y="398145"/>
                  </a:lnTo>
                  <a:lnTo>
                    <a:pt x="21431" y="391954"/>
                  </a:lnTo>
                  <a:lnTo>
                    <a:pt x="22860" y="388144"/>
                  </a:lnTo>
                  <a:lnTo>
                    <a:pt x="24289" y="387668"/>
                  </a:lnTo>
                  <a:lnTo>
                    <a:pt x="25718" y="384810"/>
                  </a:lnTo>
                  <a:lnTo>
                    <a:pt x="27623" y="380047"/>
                  </a:lnTo>
                  <a:lnTo>
                    <a:pt x="30004" y="377190"/>
                  </a:lnTo>
                  <a:lnTo>
                    <a:pt x="32385" y="376714"/>
                  </a:lnTo>
                  <a:lnTo>
                    <a:pt x="34290" y="377190"/>
                  </a:lnTo>
                  <a:lnTo>
                    <a:pt x="35719" y="378143"/>
                  </a:lnTo>
                  <a:lnTo>
                    <a:pt x="39529" y="378619"/>
                  </a:lnTo>
                  <a:lnTo>
                    <a:pt x="46197" y="379095"/>
                  </a:lnTo>
                  <a:lnTo>
                    <a:pt x="51435" y="378143"/>
                  </a:lnTo>
                  <a:lnTo>
                    <a:pt x="54769" y="376238"/>
                  </a:lnTo>
                  <a:lnTo>
                    <a:pt x="59531" y="375285"/>
                  </a:lnTo>
                  <a:lnTo>
                    <a:pt x="65247" y="375285"/>
                  </a:lnTo>
                  <a:lnTo>
                    <a:pt x="68104" y="374332"/>
                  </a:lnTo>
                  <a:lnTo>
                    <a:pt x="68580" y="372904"/>
                  </a:lnTo>
                  <a:lnTo>
                    <a:pt x="69533" y="372428"/>
                  </a:lnTo>
                  <a:lnTo>
                    <a:pt x="70961" y="372904"/>
                  </a:lnTo>
                  <a:lnTo>
                    <a:pt x="71914" y="372904"/>
                  </a:lnTo>
                  <a:lnTo>
                    <a:pt x="72866" y="371951"/>
                  </a:lnTo>
                  <a:lnTo>
                    <a:pt x="73819" y="371951"/>
                  </a:lnTo>
                  <a:lnTo>
                    <a:pt x="74772" y="372904"/>
                  </a:lnTo>
                  <a:lnTo>
                    <a:pt x="79534" y="373380"/>
                  </a:lnTo>
                  <a:lnTo>
                    <a:pt x="88106" y="372904"/>
                  </a:lnTo>
                  <a:lnTo>
                    <a:pt x="96203" y="375285"/>
                  </a:lnTo>
                  <a:lnTo>
                    <a:pt x="103347" y="381000"/>
                  </a:lnTo>
                  <a:lnTo>
                    <a:pt x="107156" y="384810"/>
                  </a:lnTo>
                  <a:lnTo>
                    <a:pt x="107156" y="386715"/>
                  </a:lnTo>
                  <a:lnTo>
                    <a:pt x="108585" y="388620"/>
                  </a:lnTo>
                  <a:lnTo>
                    <a:pt x="110966" y="390525"/>
                  </a:lnTo>
                  <a:lnTo>
                    <a:pt x="112872" y="391001"/>
                  </a:lnTo>
                  <a:lnTo>
                    <a:pt x="114777" y="390049"/>
                  </a:lnTo>
                  <a:lnTo>
                    <a:pt x="116205" y="390049"/>
                  </a:lnTo>
                  <a:lnTo>
                    <a:pt x="117158" y="391478"/>
                  </a:lnTo>
                  <a:lnTo>
                    <a:pt x="119063" y="391954"/>
                  </a:lnTo>
                  <a:lnTo>
                    <a:pt x="121444" y="391001"/>
                  </a:lnTo>
                  <a:lnTo>
                    <a:pt x="122873" y="391478"/>
                  </a:lnTo>
                  <a:lnTo>
                    <a:pt x="123349" y="392430"/>
                  </a:lnTo>
                  <a:lnTo>
                    <a:pt x="123825" y="392906"/>
                  </a:lnTo>
                  <a:lnTo>
                    <a:pt x="124778" y="392906"/>
                  </a:lnTo>
                  <a:lnTo>
                    <a:pt x="126206" y="393859"/>
                  </a:lnTo>
                  <a:lnTo>
                    <a:pt x="128111" y="396716"/>
                  </a:lnTo>
                  <a:lnTo>
                    <a:pt x="130016" y="401003"/>
                  </a:lnTo>
                  <a:lnTo>
                    <a:pt x="131445" y="406241"/>
                  </a:lnTo>
                  <a:lnTo>
                    <a:pt x="133350" y="409099"/>
                  </a:lnTo>
                  <a:lnTo>
                    <a:pt x="135731" y="409575"/>
                  </a:lnTo>
                  <a:lnTo>
                    <a:pt x="137160" y="410528"/>
                  </a:lnTo>
                  <a:lnTo>
                    <a:pt x="137636" y="411956"/>
                  </a:lnTo>
                  <a:lnTo>
                    <a:pt x="138113" y="412909"/>
                  </a:lnTo>
                  <a:lnTo>
                    <a:pt x="139065" y="413385"/>
                  </a:lnTo>
                  <a:lnTo>
                    <a:pt x="140970" y="412909"/>
                  </a:lnTo>
                  <a:lnTo>
                    <a:pt x="143352" y="414814"/>
                  </a:lnTo>
                  <a:lnTo>
                    <a:pt x="145733" y="418624"/>
                  </a:lnTo>
                  <a:lnTo>
                    <a:pt x="146209" y="420529"/>
                  </a:lnTo>
                  <a:lnTo>
                    <a:pt x="145733" y="421481"/>
                  </a:lnTo>
                  <a:lnTo>
                    <a:pt x="145733" y="421957"/>
                  </a:lnTo>
                  <a:lnTo>
                    <a:pt x="147161" y="422434"/>
                  </a:lnTo>
                  <a:lnTo>
                    <a:pt x="148590" y="423863"/>
                  </a:lnTo>
                  <a:lnTo>
                    <a:pt x="150019" y="425768"/>
                  </a:lnTo>
                  <a:lnTo>
                    <a:pt x="152400" y="427672"/>
                  </a:lnTo>
                  <a:lnTo>
                    <a:pt x="156210" y="429101"/>
                  </a:lnTo>
                  <a:lnTo>
                    <a:pt x="159068" y="431482"/>
                  </a:lnTo>
                  <a:lnTo>
                    <a:pt x="160973" y="434340"/>
                  </a:lnTo>
                  <a:lnTo>
                    <a:pt x="164783" y="436721"/>
                  </a:lnTo>
                  <a:lnTo>
                    <a:pt x="165735" y="437197"/>
                  </a:lnTo>
                  <a:lnTo>
                    <a:pt x="171927" y="439579"/>
                  </a:lnTo>
                  <a:lnTo>
                    <a:pt x="172879" y="438626"/>
                  </a:lnTo>
                  <a:lnTo>
                    <a:pt x="174784" y="437197"/>
                  </a:lnTo>
                  <a:lnTo>
                    <a:pt x="177641" y="434340"/>
                  </a:lnTo>
                  <a:lnTo>
                    <a:pt x="180023" y="430530"/>
                  </a:lnTo>
                  <a:lnTo>
                    <a:pt x="180975" y="425768"/>
                  </a:lnTo>
                  <a:lnTo>
                    <a:pt x="181452" y="421957"/>
                  </a:lnTo>
                  <a:lnTo>
                    <a:pt x="182404" y="418624"/>
                  </a:lnTo>
                  <a:lnTo>
                    <a:pt x="183833" y="415766"/>
                  </a:lnTo>
                  <a:lnTo>
                    <a:pt x="186690" y="412909"/>
                  </a:lnTo>
                  <a:lnTo>
                    <a:pt x="189548" y="411004"/>
                  </a:lnTo>
                  <a:lnTo>
                    <a:pt x="192881" y="408622"/>
                  </a:lnTo>
                  <a:lnTo>
                    <a:pt x="194310" y="409099"/>
                  </a:lnTo>
                  <a:lnTo>
                    <a:pt x="197168" y="411956"/>
                  </a:lnTo>
                  <a:lnTo>
                    <a:pt x="203835" y="418147"/>
                  </a:lnTo>
                  <a:lnTo>
                    <a:pt x="209550" y="422910"/>
                  </a:lnTo>
                  <a:lnTo>
                    <a:pt x="211455" y="425291"/>
                  </a:lnTo>
                  <a:lnTo>
                    <a:pt x="213360" y="425291"/>
                  </a:lnTo>
                  <a:lnTo>
                    <a:pt x="216218" y="421005"/>
                  </a:lnTo>
                  <a:lnTo>
                    <a:pt x="219075" y="417195"/>
                  </a:lnTo>
                  <a:lnTo>
                    <a:pt x="220504" y="416243"/>
                  </a:lnTo>
                  <a:lnTo>
                    <a:pt x="224314" y="415766"/>
                  </a:lnTo>
                  <a:lnTo>
                    <a:pt x="227648" y="415766"/>
                  </a:lnTo>
                  <a:lnTo>
                    <a:pt x="230505" y="415766"/>
                  </a:lnTo>
                  <a:lnTo>
                    <a:pt x="235744" y="416719"/>
                  </a:lnTo>
                  <a:lnTo>
                    <a:pt x="238125" y="417195"/>
                  </a:lnTo>
                  <a:lnTo>
                    <a:pt x="240506" y="417671"/>
                  </a:lnTo>
                  <a:lnTo>
                    <a:pt x="246698" y="418147"/>
                  </a:lnTo>
                  <a:lnTo>
                    <a:pt x="252889" y="417195"/>
                  </a:lnTo>
                  <a:lnTo>
                    <a:pt x="259080" y="415766"/>
                  </a:lnTo>
                  <a:lnTo>
                    <a:pt x="263366" y="414814"/>
                  </a:lnTo>
                  <a:lnTo>
                    <a:pt x="263366" y="412909"/>
                  </a:lnTo>
                  <a:lnTo>
                    <a:pt x="262890" y="410528"/>
                  </a:lnTo>
                  <a:lnTo>
                    <a:pt x="263843" y="409099"/>
                  </a:lnTo>
                  <a:lnTo>
                    <a:pt x="265272" y="407670"/>
                  </a:lnTo>
                  <a:lnTo>
                    <a:pt x="266224" y="407194"/>
                  </a:lnTo>
                  <a:lnTo>
                    <a:pt x="266700" y="412432"/>
                  </a:lnTo>
                  <a:lnTo>
                    <a:pt x="268129" y="413385"/>
                  </a:lnTo>
                  <a:lnTo>
                    <a:pt x="271939" y="413385"/>
                  </a:lnTo>
                  <a:lnTo>
                    <a:pt x="278606" y="413385"/>
                  </a:lnTo>
                  <a:lnTo>
                    <a:pt x="285750" y="413385"/>
                  </a:lnTo>
                  <a:lnTo>
                    <a:pt x="292894" y="413385"/>
                  </a:lnTo>
                  <a:lnTo>
                    <a:pt x="300038" y="413385"/>
                  </a:lnTo>
                  <a:lnTo>
                    <a:pt x="307181" y="413385"/>
                  </a:lnTo>
                  <a:lnTo>
                    <a:pt x="314325" y="413385"/>
                  </a:lnTo>
                  <a:lnTo>
                    <a:pt x="321469" y="413385"/>
                  </a:lnTo>
                  <a:lnTo>
                    <a:pt x="328613" y="413385"/>
                  </a:lnTo>
                  <a:lnTo>
                    <a:pt x="335756" y="413385"/>
                  </a:lnTo>
                  <a:lnTo>
                    <a:pt x="342900" y="413385"/>
                  </a:lnTo>
                  <a:lnTo>
                    <a:pt x="350044" y="413385"/>
                  </a:lnTo>
                  <a:lnTo>
                    <a:pt x="357188" y="413385"/>
                  </a:lnTo>
                  <a:lnTo>
                    <a:pt x="364331" y="413385"/>
                  </a:lnTo>
                  <a:lnTo>
                    <a:pt x="371475" y="413385"/>
                  </a:lnTo>
                  <a:lnTo>
                    <a:pt x="378619" y="413385"/>
                  </a:lnTo>
                  <a:lnTo>
                    <a:pt x="385763" y="413385"/>
                  </a:lnTo>
                  <a:lnTo>
                    <a:pt x="392906" y="413385"/>
                  </a:lnTo>
                  <a:lnTo>
                    <a:pt x="400050" y="413385"/>
                  </a:lnTo>
                  <a:lnTo>
                    <a:pt x="401955" y="403384"/>
                  </a:lnTo>
                  <a:lnTo>
                    <a:pt x="403860" y="394335"/>
                  </a:lnTo>
                  <a:lnTo>
                    <a:pt x="405289" y="386715"/>
                  </a:lnTo>
                  <a:lnTo>
                    <a:pt x="400050" y="381000"/>
                  </a:lnTo>
                  <a:lnTo>
                    <a:pt x="395764" y="376714"/>
                  </a:lnTo>
                  <a:lnTo>
                    <a:pt x="394811" y="368618"/>
                  </a:lnTo>
                  <a:lnTo>
                    <a:pt x="393859" y="360045"/>
                  </a:lnTo>
                  <a:lnTo>
                    <a:pt x="392906" y="351472"/>
                  </a:lnTo>
                  <a:lnTo>
                    <a:pt x="391954" y="342900"/>
                  </a:lnTo>
                  <a:lnTo>
                    <a:pt x="391002" y="334328"/>
                  </a:lnTo>
                  <a:lnTo>
                    <a:pt x="390049" y="325755"/>
                  </a:lnTo>
                  <a:lnTo>
                    <a:pt x="389097" y="317182"/>
                  </a:lnTo>
                  <a:lnTo>
                    <a:pt x="388144" y="308610"/>
                  </a:lnTo>
                  <a:lnTo>
                    <a:pt x="387191" y="300038"/>
                  </a:lnTo>
                  <a:lnTo>
                    <a:pt x="386239" y="291465"/>
                  </a:lnTo>
                  <a:lnTo>
                    <a:pt x="385286" y="282893"/>
                  </a:lnTo>
                  <a:lnTo>
                    <a:pt x="384334" y="274320"/>
                  </a:lnTo>
                  <a:lnTo>
                    <a:pt x="383381" y="265747"/>
                  </a:lnTo>
                  <a:lnTo>
                    <a:pt x="382429" y="257175"/>
                  </a:lnTo>
                  <a:lnTo>
                    <a:pt x="381477" y="248603"/>
                  </a:lnTo>
                  <a:lnTo>
                    <a:pt x="380524" y="240030"/>
                  </a:lnTo>
                  <a:lnTo>
                    <a:pt x="379572" y="231457"/>
                  </a:lnTo>
                  <a:lnTo>
                    <a:pt x="378619" y="222885"/>
                  </a:lnTo>
                  <a:lnTo>
                    <a:pt x="377666" y="214313"/>
                  </a:lnTo>
                  <a:lnTo>
                    <a:pt x="376714" y="205740"/>
                  </a:lnTo>
                  <a:lnTo>
                    <a:pt x="375761" y="197168"/>
                  </a:lnTo>
                  <a:lnTo>
                    <a:pt x="374809" y="188595"/>
                  </a:lnTo>
                  <a:lnTo>
                    <a:pt x="373856" y="180022"/>
                  </a:lnTo>
                  <a:lnTo>
                    <a:pt x="372904" y="171450"/>
                  </a:lnTo>
                  <a:lnTo>
                    <a:pt x="371952" y="162878"/>
                  </a:lnTo>
                  <a:lnTo>
                    <a:pt x="370999" y="154305"/>
                  </a:lnTo>
                  <a:lnTo>
                    <a:pt x="370047" y="145256"/>
                  </a:lnTo>
                  <a:lnTo>
                    <a:pt x="369094" y="136207"/>
                  </a:lnTo>
                  <a:lnTo>
                    <a:pt x="368141" y="127159"/>
                  </a:lnTo>
                  <a:lnTo>
                    <a:pt x="367189" y="118110"/>
                  </a:lnTo>
                  <a:lnTo>
                    <a:pt x="366236" y="109061"/>
                  </a:lnTo>
                  <a:lnTo>
                    <a:pt x="365284" y="100013"/>
                  </a:lnTo>
                  <a:lnTo>
                    <a:pt x="364331" y="90964"/>
                  </a:lnTo>
                  <a:lnTo>
                    <a:pt x="363379" y="82868"/>
                  </a:lnTo>
                  <a:lnTo>
                    <a:pt x="373856" y="82868"/>
                  </a:lnTo>
                  <a:lnTo>
                    <a:pt x="367665" y="79534"/>
                  </a:lnTo>
                  <a:close/>
                  <a:moveTo>
                    <a:pt x="10954" y="270034"/>
                  </a:moveTo>
                  <a:lnTo>
                    <a:pt x="13335" y="266700"/>
                  </a:lnTo>
                  <a:lnTo>
                    <a:pt x="14288" y="260985"/>
                  </a:lnTo>
                  <a:lnTo>
                    <a:pt x="12383" y="261461"/>
                  </a:lnTo>
                  <a:lnTo>
                    <a:pt x="11430" y="262890"/>
                  </a:lnTo>
                  <a:lnTo>
                    <a:pt x="9525" y="266224"/>
                  </a:lnTo>
                  <a:lnTo>
                    <a:pt x="10002" y="268605"/>
                  </a:lnTo>
                  <a:lnTo>
                    <a:pt x="10954" y="270034"/>
                  </a:lnTo>
                  <a:close/>
                </a:path>
              </a:pathLst>
            </a:custGeom>
            <a:grpFill/>
            <a:ln w="317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5093AE28-638A-4F32-BA10-01640463265F}"/>
                </a:ext>
              </a:extLst>
            </p:cNvPr>
            <p:cNvSpPr/>
            <p:nvPr/>
          </p:nvSpPr>
          <p:spPr>
            <a:xfrm>
              <a:off x="3636644" y="3796188"/>
              <a:ext cx="13335" cy="15240"/>
            </a:xfrm>
            <a:custGeom>
              <a:avLst/>
              <a:gdLst>
                <a:gd name="connsiteX0" fmla="*/ 11430 w 13335"/>
                <a:gd name="connsiteY0" fmla="*/ 7620 h 15240"/>
                <a:gd name="connsiteX1" fmla="*/ 10001 w 13335"/>
                <a:gd name="connsiteY1" fmla="*/ 6191 h 15240"/>
                <a:gd name="connsiteX2" fmla="*/ 10478 w 13335"/>
                <a:gd name="connsiteY2" fmla="*/ 4763 h 15240"/>
                <a:gd name="connsiteX3" fmla="*/ 10001 w 13335"/>
                <a:gd name="connsiteY3" fmla="*/ 3810 h 15240"/>
                <a:gd name="connsiteX4" fmla="*/ 9049 w 13335"/>
                <a:gd name="connsiteY4" fmla="*/ 3810 h 15240"/>
                <a:gd name="connsiteX5" fmla="*/ 6668 w 13335"/>
                <a:gd name="connsiteY5" fmla="*/ 1429 h 15240"/>
                <a:gd name="connsiteX6" fmla="*/ 3334 w 13335"/>
                <a:gd name="connsiteY6" fmla="*/ 0 h 15240"/>
                <a:gd name="connsiteX7" fmla="*/ 1429 w 13335"/>
                <a:gd name="connsiteY7" fmla="*/ 0 h 15240"/>
                <a:gd name="connsiteX8" fmla="*/ 476 w 13335"/>
                <a:gd name="connsiteY8" fmla="*/ 476 h 15240"/>
                <a:gd name="connsiteX9" fmla="*/ 0 w 13335"/>
                <a:gd name="connsiteY9" fmla="*/ 2381 h 15240"/>
                <a:gd name="connsiteX10" fmla="*/ 2858 w 13335"/>
                <a:gd name="connsiteY10" fmla="*/ 7620 h 15240"/>
                <a:gd name="connsiteX11" fmla="*/ 4286 w 13335"/>
                <a:gd name="connsiteY11" fmla="*/ 8573 h 15240"/>
                <a:gd name="connsiteX12" fmla="*/ 7144 w 13335"/>
                <a:gd name="connsiteY12" fmla="*/ 9049 h 15240"/>
                <a:gd name="connsiteX13" fmla="*/ 4763 w 13335"/>
                <a:gd name="connsiteY13" fmla="*/ 11430 h 15240"/>
                <a:gd name="connsiteX14" fmla="*/ 4763 w 13335"/>
                <a:gd name="connsiteY14" fmla="*/ 12383 h 15240"/>
                <a:gd name="connsiteX15" fmla="*/ 5239 w 13335"/>
                <a:gd name="connsiteY15" fmla="*/ 13811 h 15240"/>
                <a:gd name="connsiteX16" fmla="*/ 10954 w 13335"/>
                <a:gd name="connsiteY16" fmla="*/ 13335 h 15240"/>
                <a:gd name="connsiteX17" fmla="*/ 12383 w 13335"/>
                <a:gd name="connsiteY17" fmla="*/ 15240 h 15240"/>
                <a:gd name="connsiteX18" fmla="*/ 13335 w 13335"/>
                <a:gd name="connsiteY18" fmla="*/ 14764 h 15240"/>
                <a:gd name="connsiteX19" fmla="*/ 13335 w 13335"/>
                <a:gd name="connsiteY19" fmla="*/ 12859 h 15240"/>
                <a:gd name="connsiteX20" fmla="*/ 11906 w 13335"/>
                <a:gd name="connsiteY20" fmla="*/ 8573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335" h="15240">
                  <a:moveTo>
                    <a:pt x="11430" y="7620"/>
                  </a:moveTo>
                  <a:lnTo>
                    <a:pt x="10001" y="6191"/>
                  </a:lnTo>
                  <a:lnTo>
                    <a:pt x="10478" y="4763"/>
                  </a:lnTo>
                  <a:lnTo>
                    <a:pt x="10001" y="3810"/>
                  </a:lnTo>
                  <a:lnTo>
                    <a:pt x="9049" y="3810"/>
                  </a:lnTo>
                  <a:lnTo>
                    <a:pt x="6668" y="1429"/>
                  </a:lnTo>
                  <a:lnTo>
                    <a:pt x="3334" y="0"/>
                  </a:lnTo>
                  <a:lnTo>
                    <a:pt x="1429" y="0"/>
                  </a:lnTo>
                  <a:lnTo>
                    <a:pt x="476" y="476"/>
                  </a:lnTo>
                  <a:lnTo>
                    <a:pt x="0" y="2381"/>
                  </a:lnTo>
                  <a:lnTo>
                    <a:pt x="2858" y="7620"/>
                  </a:lnTo>
                  <a:lnTo>
                    <a:pt x="4286" y="8573"/>
                  </a:lnTo>
                  <a:lnTo>
                    <a:pt x="7144" y="9049"/>
                  </a:lnTo>
                  <a:lnTo>
                    <a:pt x="4763" y="11430"/>
                  </a:lnTo>
                  <a:lnTo>
                    <a:pt x="4763" y="12383"/>
                  </a:lnTo>
                  <a:lnTo>
                    <a:pt x="5239" y="13811"/>
                  </a:lnTo>
                  <a:lnTo>
                    <a:pt x="10954" y="13335"/>
                  </a:lnTo>
                  <a:lnTo>
                    <a:pt x="12383" y="15240"/>
                  </a:lnTo>
                  <a:lnTo>
                    <a:pt x="13335" y="14764"/>
                  </a:lnTo>
                  <a:lnTo>
                    <a:pt x="13335" y="12859"/>
                  </a:lnTo>
                  <a:lnTo>
                    <a:pt x="11906" y="8573"/>
                  </a:lnTo>
                  <a:close/>
                </a:path>
              </a:pathLst>
            </a:custGeom>
            <a:grpFill/>
            <a:ln w="317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2404C39E-13C2-43E8-8B44-FC8D7E4044BF}"/>
                </a:ext>
              </a:extLst>
            </p:cNvPr>
            <p:cNvSpPr/>
            <p:nvPr/>
          </p:nvSpPr>
          <p:spPr>
            <a:xfrm>
              <a:off x="9580244" y="3539489"/>
              <a:ext cx="2381" cy="1904"/>
            </a:xfrm>
            <a:custGeom>
              <a:avLst/>
              <a:gdLst>
                <a:gd name="connsiteX0" fmla="*/ 1905 w 2381"/>
                <a:gd name="connsiteY0" fmla="*/ 0 h 1904"/>
                <a:gd name="connsiteX1" fmla="*/ 476 w 2381"/>
                <a:gd name="connsiteY1" fmla="*/ 476 h 1904"/>
                <a:gd name="connsiteX2" fmla="*/ 0 w 2381"/>
                <a:gd name="connsiteY2" fmla="*/ 1429 h 1904"/>
                <a:gd name="connsiteX3" fmla="*/ 0 w 2381"/>
                <a:gd name="connsiteY3" fmla="*/ 1905 h 1904"/>
                <a:gd name="connsiteX4" fmla="*/ 476 w 2381"/>
                <a:gd name="connsiteY4" fmla="*/ 1905 h 1904"/>
                <a:gd name="connsiteX5" fmla="*/ 953 w 2381"/>
                <a:gd name="connsiteY5" fmla="*/ 1905 h 1904"/>
                <a:gd name="connsiteX6" fmla="*/ 2381 w 2381"/>
                <a:gd name="connsiteY6" fmla="*/ 953 h 1904"/>
                <a:gd name="connsiteX7" fmla="*/ 2381 w 2381"/>
                <a:gd name="connsiteY7" fmla="*/ 95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1" h="1904">
                  <a:moveTo>
                    <a:pt x="1905" y="0"/>
                  </a:moveTo>
                  <a:lnTo>
                    <a:pt x="476" y="476"/>
                  </a:lnTo>
                  <a:lnTo>
                    <a:pt x="0" y="1429"/>
                  </a:lnTo>
                  <a:lnTo>
                    <a:pt x="0" y="1905"/>
                  </a:lnTo>
                  <a:lnTo>
                    <a:pt x="476" y="1905"/>
                  </a:lnTo>
                  <a:lnTo>
                    <a:pt x="953" y="1905"/>
                  </a:lnTo>
                  <a:lnTo>
                    <a:pt x="2381" y="953"/>
                  </a:lnTo>
                  <a:lnTo>
                    <a:pt x="2381" y="953"/>
                  </a:lnTo>
                  <a:close/>
                </a:path>
              </a:pathLst>
            </a:custGeom>
            <a:grpFill/>
            <a:ln w="317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0B0451A9-0AAE-4C03-BCA1-00CD2B95D33C}"/>
                </a:ext>
              </a:extLst>
            </p:cNvPr>
            <p:cNvSpPr/>
            <p:nvPr/>
          </p:nvSpPr>
          <p:spPr>
            <a:xfrm>
              <a:off x="8704897" y="2366962"/>
              <a:ext cx="1093946" cy="448151"/>
            </a:xfrm>
            <a:custGeom>
              <a:avLst/>
              <a:gdLst>
                <a:gd name="connsiteX0" fmla="*/ 1093946 w 1093946"/>
                <a:gd name="connsiteY0" fmla="*/ 230505 h 448151"/>
                <a:gd name="connsiteX1" fmla="*/ 1092517 w 1093946"/>
                <a:gd name="connsiteY1" fmla="*/ 228124 h 448151"/>
                <a:gd name="connsiteX2" fmla="*/ 1090136 w 1093946"/>
                <a:gd name="connsiteY2" fmla="*/ 225266 h 448151"/>
                <a:gd name="connsiteX3" fmla="*/ 1089184 w 1093946"/>
                <a:gd name="connsiteY3" fmla="*/ 222885 h 448151"/>
                <a:gd name="connsiteX4" fmla="*/ 1089184 w 1093946"/>
                <a:gd name="connsiteY4" fmla="*/ 220504 h 448151"/>
                <a:gd name="connsiteX5" fmla="*/ 1087279 w 1093946"/>
                <a:gd name="connsiteY5" fmla="*/ 217646 h 448151"/>
                <a:gd name="connsiteX6" fmla="*/ 1083469 w 1093946"/>
                <a:gd name="connsiteY6" fmla="*/ 214789 h 448151"/>
                <a:gd name="connsiteX7" fmla="*/ 1081088 w 1093946"/>
                <a:gd name="connsiteY7" fmla="*/ 213360 h 448151"/>
                <a:gd name="connsiteX8" fmla="*/ 1076325 w 1093946"/>
                <a:gd name="connsiteY8" fmla="*/ 208121 h 448151"/>
                <a:gd name="connsiteX9" fmla="*/ 1074419 w 1093946"/>
                <a:gd name="connsiteY9" fmla="*/ 206692 h 448151"/>
                <a:gd name="connsiteX10" fmla="*/ 1073944 w 1093946"/>
                <a:gd name="connsiteY10" fmla="*/ 205740 h 448151"/>
                <a:gd name="connsiteX11" fmla="*/ 1072992 w 1093946"/>
                <a:gd name="connsiteY11" fmla="*/ 203835 h 448151"/>
                <a:gd name="connsiteX12" fmla="*/ 1071086 w 1093946"/>
                <a:gd name="connsiteY12" fmla="*/ 203359 h 448151"/>
                <a:gd name="connsiteX13" fmla="*/ 1068705 w 1093946"/>
                <a:gd name="connsiteY13" fmla="*/ 201930 h 448151"/>
                <a:gd name="connsiteX14" fmla="*/ 1067276 w 1093946"/>
                <a:gd name="connsiteY14" fmla="*/ 200501 h 448151"/>
                <a:gd name="connsiteX15" fmla="*/ 1066800 w 1093946"/>
                <a:gd name="connsiteY15" fmla="*/ 198120 h 448151"/>
                <a:gd name="connsiteX16" fmla="*/ 1065848 w 1093946"/>
                <a:gd name="connsiteY16" fmla="*/ 196215 h 448151"/>
                <a:gd name="connsiteX17" fmla="*/ 1063942 w 1093946"/>
                <a:gd name="connsiteY17" fmla="*/ 194786 h 448151"/>
                <a:gd name="connsiteX18" fmla="*/ 1061561 w 1093946"/>
                <a:gd name="connsiteY18" fmla="*/ 194310 h 448151"/>
                <a:gd name="connsiteX19" fmla="*/ 1059180 w 1093946"/>
                <a:gd name="connsiteY19" fmla="*/ 193358 h 448151"/>
                <a:gd name="connsiteX20" fmla="*/ 1054894 w 1093946"/>
                <a:gd name="connsiteY20" fmla="*/ 191929 h 448151"/>
                <a:gd name="connsiteX21" fmla="*/ 1052988 w 1093946"/>
                <a:gd name="connsiteY21" fmla="*/ 189071 h 448151"/>
                <a:gd name="connsiteX22" fmla="*/ 1048702 w 1093946"/>
                <a:gd name="connsiteY22" fmla="*/ 183833 h 448151"/>
                <a:gd name="connsiteX23" fmla="*/ 1046321 w 1093946"/>
                <a:gd name="connsiteY23" fmla="*/ 181928 h 448151"/>
                <a:gd name="connsiteX24" fmla="*/ 1037272 w 1093946"/>
                <a:gd name="connsiteY24" fmla="*/ 181451 h 448151"/>
                <a:gd name="connsiteX25" fmla="*/ 1034415 w 1093946"/>
                <a:gd name="connsiteY25" fmla="*/ 180022 h 448151"/>
                <a:gd name="connsiteX26" fmla="*/ 1030605 w 1093946"/>
                <a:gd name="connsiteY26" fmla="*/ 180499 h 448151"/>
                <a:gd name="connsiteX27" fmla="*/ 1028700 w 1093946"/>
                <a:gd name="connsiteY27" fmla="*/ 181451 h 448151"/>
                <a:gd name="connsiteX28" fmla="*/ 1023938 w 1093946"/>
                <a:gd name="connsiteY28" fmla="*/ 181451 h 448151"/>
                <a:gd name="connsiteX29" fmla="*/ 1021556 w 1093946"/>
                <a:gd name="connsiteY29" fmla="*/ 181928 h 448151"/>
                <a:gd name="connsiteX30" fmla="*/ 1018222 w 1093946"/>
                <a:gd name="connsiteY30" fmla="*/ 185261 h 448151"/>
                <a:gd name="connsiteX31" fmla="*/ 1013936 w 1093946"/>
                <a:gd name="connsiteY31" fmla="*/ 190024 h 448151"/>
                <a:gd name="connsiteX32" fmla="*/ 1010602 w 1093946"/>
                <a:gd name="connsiteY32" fmla="*/ 192405 h 448151"/>
                <a:gd name="connsiteX33" fmla="*/ 1008221 w 1093946"/>
                <a:gd name="connsiteY33" fmla="*/ 195263 h 448151"/>
                <a:gd name="connsiteX34" fmla="*/ 1007269 w 1093946"/>
                <a:gd name="connsiteY34" fmla="*/ 196215 h 448151"/>
                <a:gd name="connsiteX35" fmla="*/ 1004888 w 1093946"/>
                <a:gd name="connsiteY35" fmla="*/ 195739 h 448151"/>
                <a:gd name="connsiteX36" fmla="*/ 1002030 w 1093946"/>
                <a:gd name="connsiteY36" fmla="*/ 192405 h 448151"/>
                <a:gd name="connsiteX37" fmla="*/ 997744 w 1093946"/>
                <a:gd name="connsiteY37" fmla="*/ 189547 h 448151"/>
                <a:gd name="connsiteX38" fmla="*/ 993457 w 1093946"/>
                <a:gd name="connsiteY38" fmla="*/ 188595 h 448151"/>
                <a:gd name="connsiteX39" fmla="*/ 992028 w 1093946"/>
                <a:gd name="connsiteY39" fmla="*/ 187642 h 448151"/>
                <a:gd name="connsiteX40" fmla="*/ 987266 w 1093946"/>
                <a:gd name="connsiteY40" fmla="*/ 187166 h 448151"/>
                <a:gd name="connsiteX41" fmla="*/ 983456 w 1093946"/>
                <a:gd name="connsiteY41" fmla="*/ 187166 h 448151"/>
                <a:gd name="connsiteX42" fmla="*/ 978694 w 1093946"/>
                <a:gd name="connsiteY42" fmla="*/ 188119 h 448151"/>
                <a:gd name="connsiteX43" fmla="*/ 973931 w 1093946"/>
                <a:gd name="connsiteY43" fmla="*/ 188119 h 448151"/>
                <a:gd name="connsiteX44" fmla="*/ 972026 w 1093946"/>
                <a:gd name="connsiteY44" fmla="*/ 187642 h 448151"/>
                <a:gd name="connsiteX45" fmla="*/ 969169 w 1093946"/>
                <a:gd name="connsiteY45" fmla="*/ 187642 h 448151"/>
                <a:gd name="connsiteX46" fmla="*/ 963930 w 1093946"/>
                <a:gd name="connsiteY46" fmla="*/ 190500 h 448151"/>
                <a:gd name="connsiteX47" fmla="*/ 961072 w 1093946"/>
                <a:gd name="connsiteY47" fmla="*/ 193834 h 448151"/>
                <a:gd name="connsiteX48" fmla="*/ 957739 w 1093946"/>
                <a:gd name="connsiteY48" fmla="*/ 194786 h 448151"/>
                <a:gd name="connsiteX49" fmla="*/ 954881 w 1093946"/>
                <a:gd name="connsiteY49" fmla="*/ 192881 h 448151"/>
                <a:gd name="connsiteX50" fmla="*/ 951547 w 1093946"/>
                <a:gd name="connsiteY50" fmla="*/ 190024 h 448151"/>
                <a:gd name="connsiteX51" fmla="*/ 948214 w 1093946"/>
                <a:gd name="connsiteY51" fmla="*/ 186690 h 448151"/>
                <a:gd name="connsiteX52" fmla="*/ 946309 w 1093946"/>
                <a:gd name="connsiteY52" fmla="*/ 183833 h 448151"/>
                <a:gd name="connsiteX53" fmla="*/ 944880 w 1093946"/>
                <a:gd name="connsiteY53" fmla="*/ 175736 h 448151"/>
                <a:gd name="connsiteX54" fmla="*/ 949166 w 1093946"/>
                <a:gd name="connsiteY54" fmla="*/ 173355 h 448151"/>
                <a:gd name="connsiteX55" fmla="*/ 953928 w 1093946"/>
                <a:gd name="connsiteY55" fmla="*/ 170497 h 448151"/>
                <a:gd name="connsiteX56" fmla="*/ 954405 w 1093946"/>
                <a:gd name="connsiteY56" fmla="*/ 166688 h 448151"/>
                <a:gd name="connsiteX57" fmla="*/ 953928 w 1093946"/>
                <a:gd name="connsiteY57" fmla="*/ 161925 h 448151"/>
                <a:gd name="connsiteX58" fmla="*/ 954881 w 1093946"/>
                <a:gd name="connsiteY58" fmla="*/ 156686 h 448151"/>
                <a:gd name="connsiteX59" fmla="*/ 959644 w 1093946"/>
                <a:gd name="connsiteY59" fmla="*/ 151447 h 448151"/>
                <a:gd name="connsiteX60" fmla="*/ 962025 w 1093946"/>
                <a:gd name="connsiteY60" fmla="*/ 147638 h 448151"/>
                <a:gd name="connsiteX61" fmla="*/ 962501 w 1093946"/>
                <a:gd name="connsiteY61" fmla="*/ 145256 h 448151"/>
                <a:gd name="connsiteX62" fmla="*/ 964406 w 1093946"/>
                <a:gd name="connsiteY62" fmla="*/ 140970 h 448151"/>
                <a:gd name="connsiteX63" fmla="*/ 966788 w 1093946"/>
                <a:gd name="connsiteY63" fmla="*/ 136684 h 448151"/>
                <a:gd name="connsiteX64" fmla="*/ 969645 w 1093946"/>
                <a:gd name="connsiteY64" fmla="*/ 130492 h 448151"/>
                <a:gd name="connsiteX65" fmla="*/ 974884 w 1093946"/>
                <a:gd name="connsiteY65" fmla="*/ 120491 h 448151"/>
                <a:gd name="connsiteX66" fmla="*/ 981075 w 1093946"/>
                <a:gd name="connsiteY66" fmla="*/ 108109 h 448151"/>
                <a:gd name="connsiteX67" fmla="*/ 984409 w 1093946"/>
                <a:gd name="connsiteY67" fmla="*/ 101917 h 448151"/>
                <a:gd name="connsiteX68" fmla="*/ 982503 w 1093946"/>
                <a:gd name="connsiteY68" fmla="*/ 99536 h 448151"/>
                <a:gd name="connsiteX69" fmla="*/ 980122 w 1093946"/>
                <a:gd name="connsiteY69" fmla="*/ 97631 h 448151"/>
                <a:gd name="connsiteX70" fmla="*/ 972978 w 1093946"/>
                <a:gd name="connsiteY70" fmla="*/ 95250 h 448151"/>
                <a:gd name="connsiteX71" fmla="*/ 968692 w 1093946"/>
                <a:gd name="connsiteY71" fmla="*/ 93821 h 448151"/>
                <a:gd name="connsiteX72" fmla="*/ 965835 w 1093946"/>
                <a:gd name="connsiteY72" fmla="*/ 93821 h 448151"/>
                <a:gd name="connsiteX73" fmla="*/ 958691 w 1093946"/>
                <a:gd name="connsiteY73" fmla="*/ 96679 h 448151"/>
                <a:gd name="connsiteX74" fmla="*/ 954405 w 1093946"/>
                <a:gd name="connsiteY74" fmla="*/ 98584 h 448151"/>
                <a:gd name="connsiteX75" fmla="*/ 951547 w 1093946"/>
                <a:gd name="connsiteY75" fmla="*/ 99536 h 448151"/>
                <a:gd name="connsiteX76" fmla="*/ 947261 w 1093946"/>
                <a:gd name="connsiteY76" fmla="*/ 99536 h 448151"/>
                <a:gd name="connsiteX77" fmla="*/ 942022 w 1093946"/>
                <a:gd name="connsiteY77" fmla="*/ 99060 h 448151"/>
                <a:gd name="connsiteX78" fmla="*/ 939641 w 1093946"/>
                <a:gd name="connsiteY78" fmla="*/ 98108 h 448151"/>
                <a:gd name="connsiteX79" fmla="*/ 936307 w 1093946"/>
                <a:gd name="connsiteY79" fmla="*/ 96679 h 448151"/>
                <a:gd name="connsiteX80" fmla="*/ 930592 w 1093946"/>
                <a:gd name="connsiteY80" fmla="*/ 91916 h 448151"/>
                <a:gd name="connsiteX81" fmla="*/ 927259 w 1093946"/>
                <a:gd name="connsiteY81" fmla="*/ 88106 h 448151"/>
                <a:gd name="connsiteX82" fmla="*/ 922972 w 1093946"/>
                <a:gd name="connsiteY82" fmla="*/ 86201 h 448151"/>
                <a:gd name="connsiteX83" fmla="*/ 918686 w 1093946"/>
                <a:gd name="connsiteY83" fmla="*/ 83820 h 448151"/>
                <a:gd name="connsiteX84" fmla="*/ 916305 w 1093946"/>
                <a:gd name="connsiteY84" fmla="*/ 83344 h 448151"/>
                <a:gd name="connsiteX85" fmla="*/ 912019 w 1093946"/>
                <a:gd name="connsiteY85" fmla="*/ 83820 h 448151"/>
                <a:gd name="connsiteX86" fmla="*/ 906303 w 1093946"/>
                <a:gd name="connsiteY86" fmla="*/ 82867 h 448151"/>
                <a:gd name="connsiteX87" fmla="*/ 903446 w 1093946"/>
                <a:gd name="connsiteY87" fmla="*/ 82391 h 448151"/>
                <a:gd name="connsiteX88" fmla="*/ 900589 w 1093946"/>
                <a:gd name="connsiteY88" fmla="*/ 82867 h 448151"/>
                <a:gd name="connsiteX89" fmla="*/ 895350 w 1093946"/>
                <a:gd name="connsiteY89" fmla="*/ 85249 h 448151"/>
                <a:gd name="connsiteX90" fmla="*/ 889159 w 1093946"/>
                <a:gd name="connsiteY90" fmla="*/ 90011 h 448151"/>
                <a:gd name="connsiteX91" fmla="*/ 883920 w 1093946"/>
                <a:gd name="connsiteY91" fmla="*/ 91440 h 448151"/>
                <a:gd name="connsiteX92" fmla="*/ 878681 w 1093946"/>
                <a:gd name="connsiteY92" fmla="*/ 93821 h 448151"/>
                <a:gd name="connsiteX93" fmla="*/ 874395 w 1093946"/>
                <a:gd name="connsiteY93" fmla="*/ 96679 h 448151"/>
                <a:gd name="connsiteX94" fmla="*/ 870109 w 1093946"/>
                <a:gd name="connsiteY94" fmla="*/ 100013 h 448151"/>
                <a:gd name="connsiteX95" fmla="*/ 864870 w 1093946"/>
                <a:gd name="connsiteY95" fmla="*/ 103346 h 448151"/>
                <a:gd name="connsiteX96" fmla="*/ 862489 w 1093946"/>
                <a:gd name="connsiteY96" fmla="*/ 107633 h 448151"/>
                <a:gd name="connsiteX97" fmla="*/ 861060 w 1093946"/>
                <a:gd name="connsiteY97" fmla="*/ 111442 h 448151"/>
                <a:gd name="connsiteX98" fmla="*/ 856297 w 1093946"/>
                <a:gd name="connsiteY98" fmla="*/ 113347 h 448151"/>
                <a:gd name="connsiteX99" fmla="*/ 852488 w 1093946"/>
                <a:gd name="connsiteY99" fmla="*/ 115253 h 448151"/>
                <a:gd name="connsiteX100" fmla="*/ 848677 w 1093946"/>
                <a:gd name="connsiteY100" fmla="*/ 116205 h 448151"/>
                <a:gd name="connsiteX101" fmla="*/ 842010 w 1093946"/>
                <a:gd name="connsiteY101" fmla="*/ 114776 h 448151"/>
                <a:gd name="connsiteX102" fmla="*/ 837723 w 1093946"/>
                <a:gd name="connsiteY102" fmla="*/ 115729 h 448151"/>
                <a:gd name="connsiteX103" fmla="*/ 827722 w 1093946"/>
                <a:gd name="connsiteY103" fmla="*/ 119539 h 448151"/>
                <a:gd name="connsiteX104" fmla="*/ 822960 w 1093946"/>
                <a:gd name="connsiteY104" fmla="*/ 120015 h 448151"/>
                <a:gd name="connsiteX105" fmla="*/ 819626 w 1093946"/>
                <a:gd name="connsiteY105" fmla="*/ 120491 h 448151"/>
                <a:gd name="connsiteX106" fmla="*/ 816292 w 1093946"/>
                <a:gd name="connsiteY106" fmla="*/ 120967 h 448151"/>
                <a:gd name="connsiteX107" fmla="*/ 810577 w 1093946"/>
                <a:gd name="connsiteY107" fmla="*/ 121920 h 448151"/>
                <a:gd name="connsiteX108" fmla="*/ 808672 w 1093946"/>
                <a:gd name="connsiteY108" fmla="*/ 122396 h 448151"/>
                <a:gd name="connsiteX109" fmla="*/ 805815 w 1093946"/>
                <a:gd name="connsiteY109" fmla="*/ 123349 h 448151"/>
                <a:gd name="connsiteX110" fmla="*/ 802481 w 1093946"/>
                <a:gd name="connsiteY110" fmla="*/ 122396 h 448151"/>
                <a:gd name="connsiteX111" fmla="*/ 798195 w 1093946"/>
                <a:gd name="connsiteY111" fmla="*/ 124778 h 448151"/>
                <a:gd name="connsiteX112" fmla="*/ 785336 w 1093946"/>
                <a:gd name="connsiteY112" fmla="*/ 130969 h 448151"/>
                <a:gd name="connsiteX113" fmla="*/ 781050 w 1093946"/>
                <a:gd name="connsiteY113" fmla="*/ 131921 h 448151"/>
                <a:gd name="connsiteX114" fmla="*/ 778669 w 1093946"/>
                <a:gd name="connsiteY114" fmla="*/ 131921 h 448151"/>
                <a:gd name="connsiteX115" fmla="*/ 775335 w 1093946"/>
                <a:gd name="connsiteY115" fmla="*/ 130016 h 448151"/>
                <a:gd name="connsiteX116" fmla="*/ 771525 w 1093946"/>
                <a:gd name="connsiteY116" fmla="*/ 128588 h 448151"/>
                <a:gd name="connsiteX117" fmla="*/ 768191 w 1093946"/>
                <a:gd name="connsiteY117" fmla="*/ 128588 h 448151"/>
                <a:gd name="connsiteX118" fmla="*/ 763905 w 1093946"/>
                <a:gd name="connsiteY118" fmla="*/ 130492 h 448151"/>
                <a:gd name="connsiteX119" fmla="*/ 756761 w 1093946"/>
                <a:gd name="connsiteY119" fmla="*/ 129064 h 448151"/>
                <a:gd name="connsiteX120" fmla="*/ 748665 w 1093946"/>
                <a:gd name="connsiteY120" fmla="*/ 127635 h 448151"/>
                <a:gd name="connsiteX121" fmla="*/ 741045 w 1093946"/>
                <a:gd name="connsiteY121" fmla="*/ 126206 h 448151"/>
                <a:gd name="connsiteX122" fmla="*/ 738664 w 1093946"/>
                <a:gd name="connsiteY122" fmla="*/ 125254 h 448151"/>
                <a:gd name="connsiteX123" fmla="*/ 731044 w 1093946"/>
                <a:gd name="connsiteY123" fmla="*/ 123349 h 448151"/>
                <a:gd name="connsiteX124" fmla="*/ 720566 w 1093946"/>
                <a:gd name="connsiteY124" fmla="*/ 123349 h 448151"/>
                <a:gd name="connsiteX125" fmla="*/ 713898 w 1093946"/>
                <a:gd name="connsiteY125" fmla="*/ 123349 h 448151"/>
                <a:gd name="connsiteX126" fmla="*/ 710089 w 1093946"/>
                <a:gd name="connsiteY126" fmla="*/ 123825 h 448151"/>
                <a:gd name="connsiteX127" fmla="*/ 706755 w 1093946"/>
                <a:gd name="connsiteY127" fmla="*/ 123349 h 448151"/>
                <a:gd name="connsiteX128" fmla="*/ 702945 w 1093946"/>
                <a:gd name="connsiteY128" fmla="*/ 120967 h 448151"/>
                <a:gd name="connsiteX129" fmla="*/ 696277 w 1093946"/>
                <a:gd name="connsiteY129" fmla="*/ 115253 h 448151"/>
                <a:gd name="connsiteX130" fmla="*/ 692467 w 1093946"/>
                <a:gd name="connsiteY130" fmla="*/ 113347 h 448151"/>
                <a:gd name="connsiteX131" fmla="*/ 690086 w 1093946"/>
                <a:gd name="connsiteY131" fmla="*/ 112395 h 448151"/>
                <a:gd name="connsiteX132" fmla="*/ 689610 w 1093946"/>
                <a:gd name="connsiteY132" fmla="*/ 110014 h 448151"/>
                <a:gd name="connsiteX133" fmla="*/ 687705 w 1093946"/>
                <a:gd name="connsiteY133" fmla="*/ 109538 h 448151"/>
                <a:gd name="connsiteX134" fmla="*/ 686752 w 1093946"/>
                <a:gd name="connsiteY134" fmla="*/ 108109 h 448151"/>
                <a:gd name="connsiteX135" fmla="*/ 686752 w 1093946"/>
                <a:gd name="connsiteY135" fmla="*/ 105728 h 448151"/>
                <a:gd name="connsiteX136" fmla="*/ 686752 w 1093946"/>
                <a:gd name="connsiteY136" fmla="*/ 100965 h 448151"/>
                <a:gd name="connsiteX137" fmla="*/ 687228 w 1093946"/>
                <a:gd name="connsiteY137" fmla="*/ 97631 h 448151"/>
                <a:gd name="connsiteX138" fmla="*/ 686276 w 1093946"/>
                <a:gd name="connsiteY138" fmla="*/ 96679 h 448151"/>
                <a:gd name="connsiteX139" fmla="*/ 681990 w 1093946"/>
                <a:gd name="connsiteY139" fmla="*/ 96203 h 448151"/>
                <a:gd name="connsiteX140" fmla="*/ 676275 w 1093946"/>
                <a:gd name="connsiteY140" fmla="*/ 95250 h 448151"/>
                <a:gd name="connsiteX141" fmla="*/ 666750 w 1093946"/>
                <a:gd name="connsiteY141" fmla="*/ 94774 h 448151"/>
                <a:gd name="connsiteX142" fmla="*/ 662940 w 1093946"/>
                <a:gd name="connsiteY142" fmla="*/ 94774 h 448151"/>
                <a:gd name="connsiteX143" fmla="*/ 660082 w 1093946"/>
                <a:gd name="connsiteY143" fmla="*/ 92869 h 448151"/>
                <a:gd name="connsiteX144" fmla="*/ 656272 w 1093946"/>
                <a:gd name="connsiteY144" fmla="*/ 90488 h 448151"/>
                <a:gd name="connsiteX145" fmla="*/ 652939 w 1093946"/>
                <a:gd name="connsiteY145" fmla="*/ 85725 h 448151"/>
                <a:gd name="connsiteX146" fmla="*/ 650081 w 1093946"/>
                <a:gd name="connsiteY146" fmla="*/ 83344 h 448151"/>
                <a:gd name="connsiteX147" fmla="*/ 645319 w 1093946"/>
                <a:gd name="connsiteY147" fmla="*/ 80486 h 448151"/>
                <a:gd name="connsiteX148" fmla="*/ 640556 w 1093946"/>
                <a:gd name="connsiteY148" fmla="*/ 80010 h 448151"/>
                <a:gd name="connsiteX149" fmla="*/ 633413 w 1093946"/>
                <a:gd name="connsiteY149" fmla="*/ 80486 h 448151"/>
                <a:gd name="connsiteX150" fmla="*/ 628650 w 1093946"/>
                <a:gd name="connsiteY150" fmla="*/ 80963 h 448151"/>
                <a:gd name="connsiteX151" fmla="*/ 623888 w 1093946"/>
                <a:gd name="connsiteY151" fmla="*/ 79534 h 448151"/>
                <a:gd name="connsiteX152" fmla="*/ 621030 w 1093946"/>
                <a:gd name="connsiteY152" fmla="*/ 78105 h 448151"/>
                <a:gd name="connsiteX153" fmla="*/ 616744 w 1093946"/>
                <a:gd name="connsiteY153" fmla="*/ 76200 h 448151"/>
                <a:gd name="connsiteX154" fmla="*/ 610552 w 1093946"/>
                <a:gd name="connsiteY154" fmla="*/ 76200 h 448151"/>
                <a:gd name="connsiteX155" fmla="*/ 605314 w 1093946"/>
                <a:gd name="connsiteY155" fmla="*/ 74771 h 448151"/>
                <a:gd name="connsiteX156" fmla="*/ 600075 w 1093946"/>
                <a:gd name="connsiteY156" fmla="*/ 73342 h 448151"/>
                <a:gd name="connsiteX157" fmla="*/ 596265 w 1093946"/>
                <a:gd name="connsiteY157" fmla="*/ 73819 h 448151"/>
                <a:gd name="connsiteX158" fmla="*/ 593407 w 1093946"/>
                <a:gd name="connsiteY158" fmla="*/ 75247 h 448151"/>
                <a:gd name="connsiteX159" fmla="*/ 590073 w 1093946"/>
                <a:gd name="connsiteY159" fmla="*/ 77153 h 448151"/>
                <a:gd name="connsiteX160" fmla="*/ 586264 w 1093946"/>
                <a:gd name="connsiteY160" fmla="*/ 77629 h 448151"/>
                <a:gd name="connsiteX161" fmla="*/ 576263 w 1093946"/>
                <a:gd name="connsiteY161" fmla="*/ 79058 h 448151"/>
                <a:gd name="connsiteX162" fmla="*/ 573405 w 1093946"/>
                <a:gd name="connsiteY162" fmla="*/ 80486 h 448151"/>
                <a:gd name="connsiteX163" fmla="*/ 568642 w 1093946"/>
                <a:gd name="connsiteY163" fmla="*/ 80963 h 448151"/>
                <a:gd name="connsiteX164" fmla="*/ 564832 w 1093946"/>
                <a:gd name="connsiteY164" fmla="*/ 82391 h 448151"/>
                <a:gd name="connsiteX165" fmla="*/ 561975 w 1093946"/>
                <a:gd name="connsiteY165" fmla="*/ 84772 h 448151"/>
                <a:gd name="connsiteX166" fmla="*/ 559117 w 1093946"/>
                <a:gd name="connsiteY166" fmla="*/ 86678 h 448151"/>
                <a:gd name="connsiteX167" fmla="*/ 555784 w 1093946"/>
                <a:gd name="connsiteY167" fmla="*/ 87630 h 448151"/>
                <a:gd name="connsiteX168" fmla="*/ 551497 w 1093946"/>
                <a:gd name="connsiteY168" fmla="*/ 87630 h 448151"/>
                <a:gd name="connsiteX169" fmla="*/ 548164 w 1093946"/>
                <a:gd name="connsiteY169" fmla="*/ 86678 h 448151"/>
                <a:gd name="connsiteX170" fmla="*/ 546259 w 1093946"/>
                <a:gd name="connsiteY170" fmla="*/ 86678 h 448151"/>
                <a:gd name="connsiteX171" fmla="*/ 543401 w 1093946"/>
                <a:gd name="connsiteY171" fmla="*/ 87630 h 448151"/>
                <a:gd name="connsiteX172" fmla="*/ 540544 w 1093946"/>
                <a:gd name="connsiteY172" fmla="*/ 88106 h 448151"/>
                <a:gd name="connsiteX173" fmla="*/ 535781 w 1093946"/>
                <a:gd name="connsiteY173" fmla="*/ 87154 h 448151"/>
                <a:gd name="connsiteX174" fmla="*/ 533400 w 1093946"/>
                <a:gd name="connsiteY174" fmla="*/ 86201 h 448151"/>
                <a:gd name="connsiteX175" fmla="*/ 529114 w 1093946"/>
                <a:gd name="connsiteY175" fmla="*/ 85725 h 448151"/>
                <a:gd name="connsiteX176" fmla="*/ 526732 w 1093946"/>
                <a:gd name="connsiteY176" fmla="*/ 82867 h 448151"/>
                <a:gd name="connsiteX177" fmla="*/ 524351 w 1093946"/>
                <a:gd name="connsiteY177" fmla="*/ 81439 h 448151"/>
                <a:gd name="connsiteX178" fmla="*/ 520065 w 1093946"/>
                <a:gd name="connsiteY178" fmla="*/ 80963 h 448151"/>
                <a:gd name="connsiteX179" fmla="*/ 514350 w 1093946"/>
                <a:gd name="connsiteY179" fmla="*/ 79534 h 448151"/>
                <a:gd name="connsiteX180" fmla="*/ 511016 w 1093946"/>
                <a:gd name="connsiteY180" fmla="*/ 78105 h 448151"/>
                <a:gd name="connsiteX181" fmla="*/ 508159 w 1093946"/>
                <a:gd name="connsiteY181" fmla="*/ 77153 h 448151"/>
                <a:gd name="connsiteX182" fmla="*/ 503396 w 1093946"/>
                <a:gd name="connsiteY182" fmla="*/ 73819 h 448151"/>
                <a:gd name="connsiteX183" fmla="*/ 501015 w 1093946"/>
                <a:gd name="connsiteY183" fmla="*/ 70961 h 448151"/>
                <a:gd name="connsiteX184" fmla="*/ 498634 w 1093946"/>
                <a:gd name="connsiteY184" fmla="*/ 70485 h 448151"/>
                <a:gd name="connsiteX185" fmla="*/ 496252 w 1093946"/>
                <a:gd name="connsiteY185" fmla="*/ 70485 h 448151"/>
                <a:gd name="connsiteX186" fmla="*/ 494823 w 1093946"/>
                <a:gd name="connsiteY186" fmla="*/ 68580 h 448151"/>
                <a:gd name="connsiteX187" fmla="*/ 494823 w 1093946"/>
                <a:gd name="connsiteY187" fmla="*/ 66199 h 448151"/>
                <a:gd name="connsiteX188" fmla="*/ 495300 w 1093946"/>
                <a:gd name="connsiteY188" fmla="*/ 64770 h 448151"/>
                <a:gd name="connsiteX189" fmla="*/ 495776 w 1093946"/>
                <a:gd name="connsiteY189" fmla="*/ 62389 h 448151"/>
                <a:gd name="connsiteX190" fmla="*/ 494347 w 1093946"/>
                <a:gd name="connsiteY190" fmla="*/ 60484 h 448151"/>
                <a:gd name="connsiteX191" fmla="*/ 492919 w 1093946"/>
                <a:gd name="connsiteY191" fmla="*/ 59531 h 448151"/>
                <a:gd name="connsiteX192" fmla="*/ 492442 w 1093946"/>
                <a:gd name="connsiteY192" fmla="*/ 57626 h 448151"/>
                <a:gd name="connsiteX193" fmla="*/ 492442 w 1093946"/>
                <a:gd name="connsiteY193" fmla="*/ 54292 h 448151"/>
                <a:gd name="connsiteX194" fmla="*/ 491966 w 1093946"/>
                <a:gd name="connsiteY194" fmla="*/ 50959 h 448151"/>
                <a:gd name="connsiteX195" fmla="*/ 491490 w 1093946"/>
                <a:gd name="connsiteY195" fmla="*/ 47625 h 448151"/>
                <a:gd name="connsiteX196" fmla="*/ 490061 w 1093946"/>
                <a:gd name="connsiteY196" fmla="*/ 45244 h 448151"/>
                <a:gd name="connsiteX197" fmla="*/ 489585 w 1093946"/>
                <a:gd name="connsiteY197" fmla="*/ 40481 h 448151"/>
                <a:gd name="connsiteX198" fmla="*/ 490538 w 1093946"/>
                <a:gd name="connsiteY198" fmla="*/ 38576 h 448151"/>
                <a:gd name="connsiteX199" fmla="*/ 490061 w 1093946"/>
                <a:gd name="connsiteY199" fmla="*/ 36195 h 448151"/>
                <a:gd name="connsiteX200" fmla="*/ 488632 w 1093946"/>
                <a:gd name="connsiteY200" fmla="*/ 34290 h 448151"/>
                <a:gd name="connsiteX201" fmla="*/ 484346 w 1093946"/>
                <a:gd name="connsiteY201" fmla="*/ 32861 h 448151"/>
                <a:gd name="connsiteX202" fmla="*/ 478631 w 1093946"/>
                <a:gd name="connsiteY202" fmla="*/ 30956 h 448151"/>
                <a:gd name="connsiteX203" fmla="*/ 470535 w 1093946"/>
                <a:gd name="connsiteY203" fmla="*/ 29051 h 448151"/>
                <a:gd name="connsiteX204" fmla="*/ 466725 w 1093946"/>
                <a:gd name="connsiteY204" fmla="*/ 29051 h 448151"/>
                <a:gd name="connsiteX205" fmla="*/ 463867 w 1093946"/>
                <a:gd name="connsiteY205" fmla="*/ 30004 h 448151"/>
                <a:gd name="connsiteX206" fmla="*/ 461486 w 1093946"/>
                <a:gd name="connsiteY206" fmla="*/ 28575 h 448151"/>
                <a:gd name="connsiteX207" fmla="*/ 458628 w 1093946"/>
                <a:gd name="connsiteY207" fmla="*/ 27146 h 448151"/>
                <a:gd name="connsiteX208" fmla="*/ 453866 w 1093946"/>
                <a:gd name="connsiteY208" fmla="*/ 25241 h 448151"/>
                <a:gd name="connsiteX209" fmla="*/ 447675 w 1093946"/>
                <a:gd name="connsiteY209" fmla="*/ 22860 h 448151"/>
                <a:gd name="connsiteX210" fmla="*/ 441007 w 1093946"/>
                <a:gd name="connsiteY210" fmla="*/ 20479 h 448151"/>
                <a:gd name="connsiteX211" fmla="*/ 435292 w 1093946"/>
                <a:gd name="connsiteY211" fmla="*/ 18097 h 448151"/>
                <a:gd name="connsiteX212" fmla="*/ 432911 w 1093946"/>
                <a:gd name="connsiteY212" fmla="*/ 17621 h 448151"/>
                <a:gd name="connsiteX213" fmla="*/ 424815 w 1093946"/>
                <a:gd name="connsiteY213" fmla="*/ 17145 h 448151"/>
                <a:gd name="connsiteX214" fmla="*/ 418147 w 1093946"/>
                <a:gd name="connsiteY214" fmla="*/ 17145 h 448151"/>
                <a:gd name="connsiteX215" fmla="*/ 414338 w 1093946"/>
                <a:gd name="connsiteY215" fmla="*/ 16192 h 448151"/>
                <a:gd name="connsiteX216" fmla="*/ 409575 w 1093946"/>
                <a:gd name="connsiteY216" fmla="*/ 12859 h 448151"/>
                <a:gd name="connsiteX217" fmla="*/ 407194 w 1093946"/>
                <a:gd name="connsiteY217" fmla="*/ 10954 h 448151"/>
                <a:gd name="connsiteX218" fmla="*/ 403860 w 1093946"/>
                <a:gd name="connsiteY218" fmla="*/ 10001 h 448151"/>
                <a:gd name="connsiteX219" fmla="*/ 401002 w 1093946"/>
                <a:gd name="connsiteY219" fmla="*/ 9525 h 448151"/>
                <a:gd name="connsiteX220" fmla="*/ 396716 w 1093946"/>
                <a:gd name="connsiteY220" fmla="*/ 8572 h 448151"/>
                <a:gd name="connsiteX221" fmla="*/ 388620 w 1093946"/>
                <a:gd name="connsiteY221" fmla="*/ 5239 h 448151"/>
                <a:gd name="connsiteX222" fmla="*/ 385763 w 1093946"/>
                <a:gd name="connsiteY222" fmla="*/ 3810 h 448151"/>
                <a:gd name="connsiteX223" fmla="*/ 383857 w 1093946"/>
                <a:gd name="connsiteY223" fmla="*/ 3334 h 448151"/>
                <a:gd name="connsiteX224" fmla="*/ 381476 w 1093946"/>
                <a:gd name="connsiteY224" fmla="*/ 476 h 448151"/>
                <a:gd name="connsiteX225" fmla="*/ 379095 w 1093946"/>
                <a:gd name="connsiteY225" fmla="*/ 0 h 448151"/>
                <a:gd name="connsiteX226" fmla="*/ 377666 w 1093946"/>
                <a:gd name="connsiteY226" fmla="*/ 1905 h 448151"/>
                <a:gd name="connsiteX227" fmla="*/ 376238 w 1093946"/>
                <a:gd name="connsiteY227" fmla="*/ 7144 h 448151"/>
                <a:gd name="connsiteX228" fmla="*/ 374809 w 1093946"/>
                <a:gd name="connsiteY228" fmla="*/ 9525 h 448151"/>
                <a:gd name="connsiteX229" fmla="*/ 370522 w 1093946"/>
                <a:gd name="connsiteY229" fmla="*/ 14288 h 448151"/>
                <a:gd name="connsiteX230" fmla="*/ 360997 w 1093946"/>
                <a:gd name="connsiteY230" fmla="*/ 18097 h 448151"/>
                <a:gd name="connsiteX231" fmla="*/ 359092 w 1093946"/>
                <a:gd name="connsiteY231" fmla="*/ 20003 h 448151"/>
                <a:gd name="connsiteX232" fmla="*/ 358140 w 1093946"/>
                <a:gd name="connsiteY232" fmla="*/ 21431 h 448151"/>
                <a:gd name="connsiteX233" fmla="*/ 356711 w 1093946"/>
                <a:gd name="connsiteY233" fmla="*/ 24289 h 448151"/>
                <a:gd name="connsiteX234" fmla="*/ 356235 w 1093946"/>
                <a:gd name="connsiteY234" fmla="*/ 27622 h 448151"/>
                <a:gd name="connsiteX235" fmla="*/ 355282 w 1093946"/>
                <a:gd name="connsiteY235" fmla="*/ 28099 h 448151"/>
                <a:gd name="connsiteX236" fmla="*/ 352425 w 1093946"/>
                <a:gd name="connsiteY236" fmla="*/ 28575 h 448151"/>
                <a:gd name="connsiteX237" fmla="*/ 350044 w 1093946"/>
                <a:gd name="connsiteY237" fmla="*/ 30004 h 448151"/>
                <a:gd name="connsiteX238" fmla="*/ 348615 w 1093946"/>
                <a:gd name="connsiteY238" fmla="*/ 33338 h 448151"/>
                <a:gd name="connsiteX239" fmla="*/ 347186 w 1093946"/>
                <a:gd name="connsiteY239" fmla="*/ 34290 h 448151"/>
                <a:gd name="connsiteX240" fmla="*/ 346234 w 1093946"/>
                <a:gd name="connsiteY240" fmla="*/ 37624 h 448151"/>
                <a:gd name="connsiteX241" fmla="*/ 346234 w 1093946"/>
                <a:gd name="connsiteY241" fmla="*/ 39053 h 448151"/>
                <a:gd name="connsiteX242" fmla="*/ 346234 w 1093946"/>
                <a:gd name="connsiteY242" fmla="*/ 40481 h 448151"/>
                <a:gd name="connsiteX243" fmla="*/ 345757 w 1093946"/>
                <a:gd name="connsiteY243" fmla="*/ 42863 h 448151"/>
                <a:gd name="connsiteX244" fmla="*/ 343376 w 1093946"/>
                <a:gd name="connsiteY244" fmla="*/ 47625 h 448151"/>
                <a:gd name="connsiteX245" fmla="*/ 342900 w 1093946"/>
                <a:gd name="connsiteY245" fmla="*/ 50483 h 448151"/>
                <a:gd name="connsiteX246" fmla="*/ 343852 w 1093946"/>
                <a:gd name="connsiteY246" fmla="*/ 52388 h 448151"/>
                <a:gd name="connsiteX247" fmla="*/ 346234 w 1093946"/>
                <a:gd name="connsiteY247" fmla="*/ 55245 h 448151"/>
                <a:gd name="connsiteX248" fmla="*/ 347186 w 1093946"/>
                <a:gd name="connsiteY248" fmla="*/ 56674 h 448151"/>
                <a:gd name="connsiteX249" fmla="*/ 347663 w 1093946"/>
                <a:gd name="connsiteY249" fmla="*/ 58103 h 448151"/>
                <a:gd name="connsiteX250" fmla="*/ 347663 w 1093946"/>
                <a:gd name="connsiteY250" fmla="*/ 60484 h 448151"/>
                <a:gd name="connsiteX251" fmla="*/ 349091 w 1093946"/>
                <a:gd name="connsiteY251" fmla="*/ 63341 h 448151"/>
                <a:gd name="connsiteX252" fmla="*/ 350044 w 1093946"/>
                <a:gd name="connsiteY252" fmla="*/ 65722 h 448151"/>
                <a:gd name="connsiteX253" fmla="*/ 351472 w 1093946"/>
                <a:gd name="connsiteY253" fmla="*/ 67628 h 448151"/>
                <a:gd name="connsiteX254" fmla="*/ 353853 w 1093946"/>
                <a:gd name="connsiteY254" fmla="*/ 69056 h 448151"/>
                <a:gd name="connsiteX255" fmla="*/ 356235 w 1093946"/>
                <a:gd name="connsiteY255" fmla="*/ 69533 h 448151"/>
                <a:gd name="connsiteX256" fmla="*/ 358140 w 1093946"/>
                <a:gd name="connsiteY256" fmla="*/ 70961 h 448151"/>
                <a:gd name="connsiteX257" fmla="*/ 358616 w 1093946"/>
                <a:gd name="connsiteY257" fmla="*/ 72866 h 448151"/>
                <a:gd name="connsiteX258" fmla="*/ 358140 w 1093946"/>
                <a:gd name="connsiteY258" fmla="*/ 75724 h 448151"/>
                <a:gd name="connsiteX259" fmla="*/ 357188 w 1093946"/>
                <a:gd name="connsiteY259" fmla="*/ 80963 h 448151"/>
                <a:gd name="connsiteX260" fmla="*/ 355759 w 1093946"/>
                <a:gd name="connsiteY260" fmla="*/ 84296 h 448151"/>
                <a:gd name="connsiteX261" fmla="*/ 354806 w 1093946"/>
                <a:gd name="connsiteY261" fmla="*/ 86201 h 448151"/>
                <a:gd name="connsiteX262" fmla="*/ 352901 w 1093946"/>
                <a:gd name="connsiteY262" fmla="*/ 89535 h 448151"/>
                <a:gd name="connsiteX263" fmla="*/ 352425 w 1093946"/>
                <a:gd name="connsiteY263" fmla="*/ 90964 h 448151"/>
                <a:gd name="connsiteX264" fmla="*/ 349091 w 1093946"/>
                <a:gd name="connsiteY264" fmla="*/ 93821 h 448151"/>
                <a:gd name="connsiteX265" fmla="*/ 346710 w 1093946"/>
                <a:gd name="connsiteY265" fmla="*/ 94297 h 448151"/>
                <a:gd name="connsiteX266" fmla="*/ 343852 w 1093946"/>
                <a:gd name="connsiteY266" fmla="*/ 96679 h 448151"/>
                <a:gd name="connsiteX267" fmla="*/ 341471 w 1093946"/>
                <a:gd name="connsiteY267" fmla="*/ 96679 h 448151"/>
                <a:gd name="connsiteX268" fmla="*/ 339566 w 1093946"/>
                <a:gd name="connsiteY268" fmla="*/ 96679 h 448151"/>
                <a:gd name="connsiteX269" fmla="*/ 337185 w 1093946"/>
                <a:gd name="connsiteY269" fmla="*/ 97155 h 448151"/>
                <a:gd name="connsiteX270" fmla="*/ 334803 w 1093946"/>
                <a:gd name="connsiteY270" fmla="*/ 98108 h 448151"/>
                <a:gd name="connsiteX271" fmla="*/ 333375 w 1093946"/>
                <a:gd name="connsiteY271" fmla="*/ 101441 h 448151"/>
                <a:gd name="connsiteX272" fmla="*/ 329089 w 1093946"/>
                <a:gd name="connsiteY272" fmla="*/ 104299 h 448151"/>
                <a:gd name="connsiteX273" fmla="*/ 327184 w 1093946"/>
                <a:gd name="connsiteY273" fmla="*/ 105728 h 448151"/>
                <a:gd name="connsiteX274" fmla="*/ 321945 w 1093946"/>
                <a:gd name="connsiteY274" fmla="*/ 106204 h 448151"/>
                <a:gd name="connsiteX275" fmla="*/ 319564 w 1093946"/>
                <a:gd name="connsiteY275" fmla="*/ 104775 h 448151"/>
                <a:gd name="connsiteX276" fmla="*/ 318135 w 1093946"/>
                <a:gd name="connsiteY276" fmla="*/ 102870 h 448151"/>
                <a:gd name="connsiteX277" fmla="*/ 316706 w 1093946"/>
                <a:gd name="connsiteY277" fmla="*/ 101917 h 448151"/>
                <a:gd name="connsiteX278" fmla="*/ 314325 w 1093946"/>
                <a:gd name="connsiteY278" fmla="*/ 99536 h 448151"/>
                <a:gd name="connsiteX279" fmla="*/ 304800 w 1093946"/>
                <a:gd name="connsiteY279" fmla="*/ 98108 h 448151"/>
                <a:gd name="connsiteX280" fmla="*/ 302419 w 1093946"/>
                <a:gd name="connsiteY280" fmla="*/ 99060 h 448151"/>
                <a:gd name="connsiteX281" fmla="*/ 300990 w 1093946"/>
                <a:gd name="connsiteY281" fmla="*/ 99536 h 448151"/>
                <a:gd name="connsiteX282" fmla="*/ 299085 w 1093946"/>
                <a:gd name="connsiteY282" fmla="*/ 99060 h 448151"/>
                <a:gd name="connsiteX283" fmla="*/ 298132 w 1093946"/>
                <a:gd name="connsiteY283" fmla="*/ 98108 h 448151"/>
                <a:gd name="connsiteX284" fmla="*/ 296703 w 1093946"/>
                <a:gd name="connsiteY284" fmla="*/ 98108 h 448151"/>
                <a:gd name="connsiteX285" fmla="*/ 293846 w 1093946"/>
                <a:gd name="connsiteY285" fmla="*/ 99060 h 448151"/>
                <a:gd name="connsiteX286" fmla="*/ 291465 w 1093946"/>
                <a:gd name="connsiteY286" fmla="*/ 98584 h 448151"/>
                <a:gd name="connsiteX287" fmla="*/ 288607 w 1093946"/>
                <a:gd name="connsiteY287" fmla="*/ 96203 h 448151"/>
                <a:gd name="connsiteX288" fmla="*/ 284797 w 1093946"/>
                <a:gd name="connsiteY288" fmla="*/ 95250 h 448151"/>
                <a:gd name="connsiteX289" fmla="*/ 282892 w 1093946"/>
                <a:gd name="connsiteY289" fmla="*/ 94297 h 448151"/>
                <a:gd name="connsiteX290" fmla="*/ 281464 w 1093946"/>
                <a:gd name="connsiteY290" fmla="*/ 94297 h 448151"/>
                <a:gd name="connsiteX291" fmla="*/ 280511 w 1093946"/>
                <a:gd name="connsiteY291" fmla="*/ 95726 h 448151"/>
                <a:gd name="connsiteX292" fmla="*/ 278606 w 1093946"/>
                <a:gd name="connsiteY292" fmla="*/ 96203 h 448151"/>
                <a:gd name="connsiteX293" fmla="*/ 277177 w 1093946"/>
                <a:gd name="connsiteY293" fmla="*/ 94774 h 448151"/>
                <a:gd name="connsiteX294" fmla="*/ 275748 w 1093946"/>
                <a:gd name="connsiteY294" fmla="*/ 93821 h 448151"/>
                <a:gd name="connsiteX295" fmla="*/ 273844 w 1093946"/>
                <a:gd name="connsiteY295" fmla="*/ 93821 h 448151"/>
                <a:gd name="connsiteX296" fmla="*/ 270986 w 1093946"/>
                <a:gd name="connsiteY296" fmla="*/ 95726 h 448151"/>
                <a:gd name="connsiteX297" fmla="*/ 266223 w 1093946"/>
                <a:gd name="connsiteY297" fmla="*/ 96679 h 448151"/>
                <a:gd name="connsiteX298" fmla="*/ 264319 w 1093946"/>
                <a:gd name="connsiteY298" fmla="*/ 98108 h 448151"/>
                <a:gd name="connsiteX299" fmla="*/ 261938 w 1093946"/>
                <a:gd name="connsiteY299" fmla="*/ 98108 h 448151"/>
                <a:gd name="connsiteX300" fmla="*/ 260032 w 1093946"/>
                <a:gd name="connsiteY300" fmla="*/ 97155 h 448151"/>
                <a:gd name="connsiteX301" fmla="*/ 258127 w 1093946"/>
                <a:gd name="connsiteY301" fmla="*/ 96679 h 448151"/>
                <a:gd name="connsiteX302" fmla="*/ 252413 w 1093946"/>
                <a:gd name="connsiteY302" fmla="*/ 96679 h 448151"/>
                <a:gd name="connsiteX303" fmla="*/ 250507 w 1093946"/>
                <a:gd name="connsiteY303" fmla="*/ 97155 h 448151"/>
                <a:gd name="connsiteX304" fmla="*/ 248126 w 1093946"/>
                <a:gd name="connsiteY304" fmla="*/ 96203 h 448151"/>
                <a:gd name="connsiteX305" fmla="*/ 247173 w 1093946"/>
                <a:gd name="connsiteY305" fmla="*/ 93821 h 448151"/>
                <a:gd name="connsiteX306" fmla="*/ 244316 w 1093946"/>
                <a:gd name="connsiteY306" fmla="*/ 92392 h 448151"/>
                <a:gd name="connsiteX307" fmla="*/ 240506 w 1093946"/>
                <a:gd name="connsiteY307" fmla="*/ 92392 h 448151"/>
                <a:gd name="connsiteX308" fmla="*/ 237172 w 1093946"/>
                <a:gd name="connsiteY308" fmla="*/ 92392 h 448151"/>
                <a:gd name="connsiteX309" fmla="*/ 235744 w 1093946"/>
                <a:gd name="connsiteY309" fmla="*/ 92869 h 448151"/>
                <a:gd name="connsiteX310" fmla="*/ 233839 w 1093946"/>
                <a:gd name="connsiteY310" fmla="*/ 93345 h 448151"/>
                <a:gd name="connsiteX311" fmla="*/ 231934 w 1093946"/>
                <a:gd name="connsiteY311" fmla="*/ 90488 h 448151"/>
                <a:gd name="connsiteX312" fmla="*/ 229552 w 1093946"/>
                <a:gd name="connsiteY312" fmla="*/ 88583 h 448151"/>
                <a:gd name="connsiteX313" fmla="*/ 228123 w 1093946"/>
                <a:gd name="connsiteY313" fmla="*/ 87154 h 448151"/>
                <a:gd name="connsiteX314" fmla="*/ 226219 w 1093946"/>
                <a:gd name="connsiteY314" fmla="*/ 86201 h 448151"/>
                <a:gd name="connsiteX315" fmla="*/ 224790 w 1093946"/>
                <a:gd name="connsiteY315" fmla="*/ 84772 h 448151"/>
                <a:gd name="connsiteX316" fmla="*/ 224314 w 1093946"/>
                <a:gd name="connsiteY316" fmla="*/ 80963 h 448151"/>
                <a:gd name="connsiteX317" fmla="*/ 223838 w 1093946"/>
                <a:gd name="connsiteY317" fmla="*/ 76676 h 448151"/>
                <a:gd name="connsiteX318" fmla="*/ 222409 w 1093946"/>
                <a:gd name="connsiteY318" fmla="*/ 71914 h 448151"/>
                <a:gd name="connsiteX319" fmla="*/ 221456 w 1093946"/>
                <a:gd name="connsiteY319" fmla="*/ 69533 h 448151"/>
                <a:gd name="connsiteX320" fmla="*/ 215265 w 1093946"/>
                <a:gd name="connsiteY320" fmla="*/ 69056 h 448151"/>
                <a:gd name="connsiteX321" fmla="*/ 212407 w 1093946"/>
                <a:gd name="connsiteY321" fmla="*/ 69056 h 448151"/>
                <a:gd name="connsiteX322" fmla="*/ 205740 w 1093946"/>
                <a:gd name="connsiteY322" fmla="*/ 68580 h 448151"/>
                <a:gd name="connsiteX323" fmla="*/ 201453 w 1093946"/>
                <a:gd name="connsiteY323" fmla="*/ 68580 h 448151"/>
                <a:gd name="connsiteX324" fmla="*/ 200025 w 1093946"/>
                <a:gd name="connsiteY324" fmla="*/ 68580 h 448151"/>
                <a:gd name="connsiteX325" fmla="*/ 195739 w 1093946"/>
                <a:gd name="connsiteY325" fmla="*/ 68104 h 448151"/>
                <a:gd name="connsiteX326" fmla="*/ 191928 w 1093946"/>
                <a:gd name="connsiteY326" fmla="*/ 67628 h 448151"/>
                <a:gd name="connsiteX327" fmla="*/ 188119 w 1093946"/>
                <a:gd name="connsiteY327" fmla="*/ 67151 h 448151"/>
                <a:gd name="connsiteX328" fmla="*/ 186214 w 1093946"/>
                <a:gd name="connsiteY328" fmla="*/ 67628 h 448151"/>
                <a:gd name="connsiteX329" fmla="*/ 182403 w 1093946"/>
                <a:gd name="connsiteY329" fmla="*/ 67628 h 448151"/>
                <a:gd name="connsiteX330" fmla="*/ 179070 w 1093946"/>
                <a:gd name="connsiteY330" fmla="*/ 65246 h 448151"/>
                <a:gd name="connsiteX331" fmla="*/ 177641 w 1093946"/>
                <a:gd name="connsiteY331" fmla="*/ 62865 h 448151"/>
                <a:gd name="connsiteX332" fmla="*/ 177641 w 1093946"/>
                <a:gd name="connsiteY332" fmla="*/ 61436 h 448151"/>
                <a:gd name="connsiteX333" fmla="*/ 176689 w 1093946"/>
                <a:gd name="connsiteY333" fmla="*/ 60008 h 448151"/>
                <a:gd name="connsiteX334" fmla="*/ 173831 w 1093946"/>
                <a:gd name="connsiteY334" fmla="*/ 59531 h 448151"/>
                <a:gd name="connsiteX335" fmla="*/ 170973 w 1093946"/>
                <a:gd name="connsiteY335" fmla="*/ 60008 h 448151"/>
                <a:gd name="connsiteX336" fmla="*/ 170021 w 1093946"/>
                <a:gd name="connsiteY336" fmla="*/ 62865 h 448151"/>
                <a:gd name="connsiteX337" fmla="*/ 168116 w 1093946"/>
                <a:gd name="connsiteY337" fmla="*/ 64294 h 448151"/>
                <a:gd name="connsiteX338" fmla="*/ 166211 w 1093946"/>
                <a:gd name="connsiteY338" fmla="*/ 63817 h 448151"/>
                <a:gd name="connsiteX339" fmla="*/ 164306 w 1093946"/>
                <a:gd name="connsiteY339" fmla="*/ 62389 h 448151"/>
                <a:gd name="connsiteX340" fmla="*/ 161448 w 1093946"/>
                <a:gd name="connsiteY340" fmla="*/ 60484 h 448151"/>
                <a:gd name="connsiteX341" fmla="*/ 159067 w 1093946"/>
                <a:gd name="connsiteY341" fmla="*/ 58579 h 448151"/>
                <a:gd name="connsiteX342" fmla="*/ 156686 w 1093946"/>
                <a:gd name="connsiteY342" fmla="*/ 56197 h 448151"/>
                <a:gd name="connsiteX343" fmla="*/ 154781 w 1093946"/>
                <a:gd name="connsiteY343" fmla="*/ 56674 h 448151"/>
                <a:gd name="connsiteX344" fmla="*/ 154305 w 1093946"/>
                <a:gd name="connsiteY344" fmla="*/ 58579 h 448151"/>
                <a:gd name="connsiteX345" fmla="*/ 153828 w 1093946"/>
                <a:gd name="connsiteY345" fmla="*/ 60008 h 448151"/>
                <a:gd name="connsiteX346" fmla="*/ 151447 w 1093946"/>
                <a:gd name="connsiteY346" fmla="*/ 63341 h 448151"/>
                <a:gd name="connsiteX347" fmla="*/ 148114 w 1093946"/>
                <a:gd name="connsiteY347" fmla="*/ 63817 h 448151"/>
                <a:gd name="connsiteX348" fmla="*/ 143351 w 1093946"/>
                <a:gd name="connsiteY348" fmla="*/ 63341 h 448151"/>
                <a:gd name="connsiteX349" fmla="*/ 138113 w 1093946"/>
                <a:gd name="connsiteY349" fmla="*/ 63817 h 448151"/>
                <a:gd name="connsiteX350" fmla="*/ 134778 w 1093946"/>
                <a:gd name="connsiteY350" fmla="*/ 64770 h 448151"/>
                <a:gd name="connsiteX351" fmla="*/ 132397 w 1093946"/>
                <a:gd name="connsiteY351" fmla="*/ 67151 h 448151"/>
                <a:gd name="connsiteX352" fmla="*/ 130969 w 1093946"/>
                <a:gd name="connsiteY352" fmla="*/ 69056 h 448151"/>
                <a:gd name="connsiteX353" fmla="*/ 128588 w 1093946"/>
                <a:gd name="connsiteY353" fmla="*/ 69533 h 448151"/>
                <a:gd name="connsiteX354" fmla="*/ 125730 w 1093946"/>
                <a:gd name="connsiteY354" fmla="*/ 71438 h 448151"/>
                <a:gd name="connsiteX355" fmla="*/ 124777 w 1093946"/>
                <a:gd name="connsiteY355" fmla="*/ 73819 h 448151"/>
                <a:gd name="connsiteX356" fmla="*/ 122396 w 1093946"/>
                <a:gd name="connsiteY356" fmla="*/ 73342 h 448151"/>
                <a:gd name="connsiteX357" fmla="*/ 120967 w 1093946"/>
                <a:gd name="connsiteY357" fmla="*/ 73819 h 448151"/>
                <a:gd name="connsiteX358" fmla="*/ 118586 w 1093946"/>
                <a:gd name="connsiteY358" fmla="*/ 74295 h 448151"/>
                <a:gd name="connsiteX359" fmla="*/ 112871 w 1093946"/>
                <a:gd name="connsiteY359" fmla="*/ 75724 h 448151"/>
                <a:gd name="connsiteX360" fmla="*/ 111442 w 1093946"/>
                <a:gd name="connsiteY360" fmla="*/ 76200 h 448151"/>
                <a:gd name="connsiteX361" fmla="*/ 107632 w 1093946"/>
                <a:gd name="connsiteY361" fmla="*/ 78105 h 448151"/>
                <a:gd name="connsiteX362" fmla="*/ 105251 w 1093946"/>
                <a:gd name="connsiteY362" fmla="*/ 80010 h 448151"/>
                <a:gd name="connsiteX363" fmla="*/ 102394 w 1093946"/>
                <a:gd name="connsiteY363" fmla="*/ 80963 h 448151"/>
                <a:gd name="connsiteX364" fmla="*/ 100965 w 1093946"/>
                <a:gd name="connsiteY364" fmla="*/ 82867 h 448151"/>
                <a:gd name="connsiteX365" fmla="*/ 99060 w 1093946"/>
                <a:gd name="connsiteY365" fmla="*/ 84296 h 448151"/>
                <a:gd name="connsiteX366" fmla="*/ 94297 w 1093946"/>
                <a:gd name="connsiteY366" fmla="*/ 84772 h 448151"/>
                <a:gd name="connsiteX367" fmla="*/ 89059 w 1093946"/>
                <a:gd name="connsiteY367" fmla="*/ 87154 h 448151"/>
                <a:gd name="connsiteX368" fmla="*/ 87153 w 1093946"/>
                <a:gd name="connsiteY368" fmla="*/ 87630 h 448151"/>
                <a:gd name="connsiteX369" fmla="*/ 84296 w 1093946"/>
                <a:gd name="connsiteY369" fmla="*/ 89059 h 448151"/>
                <a:gd name="connsiteX370" fmla="*/ 80010 w 1093946"/>
                <a:gd name="connsiteY370" fmla="*/ 90011 h 448151"/>
                <a:gd name="connsiteX371" fmla="*/ 78581 w 1093946"/>
                <a:gd name="connsiteY371" fmla="*/ 90011 h 448151"/>
                <a:gd name="connsiteX372" fmla="*/ 76676 w 1093946"/>
                <a:gd name="connsiteY372" fmla="*/ 91440 h 448151"/>
                <a:gd name="connsiteX373" fmla="*/ 75723 w 1093946"/>
                <a:gd name="connsiteY373" fmla="*/ 95250 h 448151"/>
                <a:gd name="connsiteX374" fmla="*/ 72390 w 1093946"/>
                <a:gd name="connsiteY374" fmla="*/ 96203 h 448151"/>
                <a:gd name="connsiteX375" fmla="*/ 68103 w 1093946"/>
                <a:gd name="connsiteY375" fmla="*/ 96679 h 448151"/>
                <a:gd name="connsiteX376" fmla="*/ 64770 w 1093946"/>
                <a:gd name="connsiteY376" fmla="*/ 98584 h 448151"/>
                <a:gd name="connsiteX377" fmla="*/ 64294 w 1093946"/>
                <a:gd name="connsiteY377" fmla="*/ 101917 h 448151"/>
                <a:gd name="connsiteX378" fmla="*/ 65246 w 1093946"/>
                <a:gd name="connsiteY378" fmla="*/ 105251 h 448151"/>
                <a:gd name="connsiteX379" fmla="*/ 64770 w 1093946"/>
                <a:gd name="connsiteY379" fmla="*/ 106680 h 448151"/>
                <a:gd name="connsiteX380" fmla="*/ 62389 w 1093946"/>
                <a:gd name="connsiteY380" fmla="*/ 107633 h 448151"/>
                <a:gd name="connsiteX381" fmla="*/ 58578 w 1093946"/>
                <a:gd name="connsiteY381" fmla="*/ 109061 h 448151"/>
                <a:gd name="connsiteX382" fmla="*/ 56197 w 1093946"/>
                <a:gd name="connsiteY382" fmla="*/ 111442 h 448151"/>
                <a:gd name="connsiteX383" fmla="*/ 52864 w 1093946"/>
                <a:gd name="connsiteY383" fmla="*/ 111442 h 448151"/>
                <a:gd name="connsiteX384" fmla="*/ 50959 w 1093946"/>
                <a:gd name="connsiteY384" fmla="*/ 110966 h 448151"/>
                <a:gd name="connsiteX385" fmla="*/ 49530 w 1093946"/>
                <a:gd name="connsiteY385" fmla="*/ 111919 h 448151"/>
                <a:gd name="connsiteX386" fmla="*/ 48577 w 1093946"/>
                <a:gd name="connsiteY386" fmla="*/ 114776 h 448151"/>
                <a:gd name="connsiteX387" fmla="*/ 46196 w 1093946"/>
                <a:gd name="connsiteY387" fmla="*/ 116205 h 448151"/>
                <a:gd name="connsiteX388" fmla="*/ 42863 w 1093946"/>
                <a:gd name="connsiteY388" fmla="*/ 117634 h 448151"/>
                <a:gd name="connsiteX389" fmla="*/ 41434 w 1093946"/>
                <a:gd name="connsiteY389" fmla="*/ 117158 h 448151"/>
                <a:gd name="connsiteX390" fmla="*/ 40957 w 1093946"/>
                <a:gd name="connsiteY390" fmla="*/ 115729 h 448151"/>
                <a:gd name="connsiteX391" fmla="*/ 39052 w 1093946"/>
                <a:gd name="connsiteY391" fmla="*/ 114776 h 448151"/>
                <a:gd name="connsiteX392" fmla="*/ 38100 w 1093946"/>
                <a:gd name="connsiteY392" fmla="*/ 115253 h 448151"/>
                <a:gd name="connsiteX393" fmla="*/ 38100 w 1093946"/>
                <a:gd name="connsiteY393" fmla="*/ 117158 h 448151"/>
                <a:gd name="connsiteX394" fmla="*/ 36671 w 1093946"/>
                <a:gd name="connsiteY394" fmla="*/ 118586 h 448151"/>
                <a:gd name="connsiteX395" fmla="*/ 34290 w 1093946"/>
                <a:gd name="connsiteY395" fmla="*/ 118586 h 448151"/>
                <a:gd name="connsiteX396" fmla="*/ 31909 w 1093946"/>
                <a:gd name="connsiteY396" fmla="*/ 117634 h 448151"/>
                <a:gd name="connsiteX397" fmla="*/ 30003 w 1093946"/>
                <a:gd name="connsiteY397" fmla="*/ 116681 h 448151"/>
                <a:gd name="connsiteX398" fmla="*/ 27146 w 1093946"/>
                <a:gd name="connsiteY398" fmla="*/ 117158 h 448151"/>
                <a:gd name="connsiteX399" fmla="*/ 23813 w 1093946"/>
                <a:gd name="connsiteY399" fmla="*/ 117634 h 448151"/>
                <a:gd name="connsiteX400" fmla="*/ 21907 w 1093946"/>
                <a:gd name="connsiteY400" fmla="*/ 117158 h 448151"/>
                <a:gd name="connsiteX401" fmla="*/ 20002 w 1093946"/>
                <a:gd name="connsiteY401" fmla="*/ 117634 h 448151"/>
                <a:gd name="connsiteX402" fmla="*/ 15240 w 1093946"/>
                <a:gd name="connsiteY402" fmla="*/ 118586 h 448151"/>
                <a:gd name="connsiteX403" fmla="*/ 13335 w 1093946"/>
                <a:gd name="connsiteY403" fmla="*/ 121444 h 448151"/>
                <a:gd name="connsiteX404" fmla="*/ 13335 w 1093946"/>
                <a:gd name="connsiteY404" fmla="*/ 125254 h 448151"/>
                <a:gd name="connsiteX405" fmla="*/ 12382 w 1093946"/>
                <a:gd name="connsiteY405" fmla="*/ 127159 h 448151"/>
                <a:gd name="connsiteX406" fmla="*/ 9525 w 1093946"/>
                <a:gd name="connsiteY406" fmla="*/ 128588 h 448151"/>
                <a:gd name="connsiteX407" fmla="*/ 8096 w 1093946"/>
                <a:gd name="connsiteY407" fmla="*/ 130016 h 448151"/>
                <a:gd name="connsiteX408" fmla="*/ 6191 w 1093946"/>
                <a:gd name="connsiteY408" fmla="*/ 130969 h 448151"/>
                <a:gd name="connsiteX409" fmla="*/ 2381 w 1093946"/>
                <a:gd name="connsiteY409" fmla="*/ 130969 h 448151"/>
                <a:gd name="connsiteX410" fmla="*/ 2381 w 1093946"/>
                <a:gd name="connsiteY410" fmla="*/ 130969 h 448151"/>
                <a:gd name="connsiteX411" fmla="*/ 2857 w 1093946"/>
                <a:gd name="connsiteY411" fmla="*/ 132874 h 448151"/>
                <a:gd name="connsiteX412" fmla="*/ 2381 w 1093946"/>
                <a:gd name="connsiteY412" fmla="*/ 134779 h 448151"/>
                <a:gd name="connsiteX413" fmla="*/ 2857 w 1093946"/>
                <a:gd name="connsiteY413" fmla="*/ 136684 h 448151"/>
                <a:gd name="connsiteX414" fmla="*/ 4286 w 1093946"/>
                <a:gd name="connsiteY414" fmla="*/ 138113 h 448151"/>
                <a:gd name="connsiteX415" fmla="*/ 3810 w 1093946"/>
                <a:gd name="connsiteY415" fmla="*/ 139541 h 448151"/>
                <a:gd name="connsiteX416" fmla="*/ 1905 w 1093946"/>
                <a:gd name="connsiteY416" fmla="*/ 140494 h 448151"/>
                <a:gd name="connsiteX417" fmla="*/ 476 w 1093946"/>
                <a:gd name="connsiteY417" fmla="*/ 141446 h 448151"/>
                <a:gd name="connsiteX418" fmla="*/ 0 w 1093946"/>
                <a:gd name="connsiteY418" fmla="*/ 143351 h 448151"/>
                <a:gd name="connsiteX419" fmla="*/ 1905 w 1093946"/>
                <a:gd name="connsiteY419" fmla="*/ 145256 h 448151"/>
                <a:gd name="connsiteX420" fmla="*/ 2857 w 1093946"/>
                <a:gd name="connsiteY420" fmla="*/ 147161 h 448151"/>
                <a:gd name="connsiteX421" fmla="*/ 6667 w 1093946"/>
                <a:gd name="connsiteY421" fmla="*/ 148114 h 448151"/>
                <a:gd name="connsiteX422" fmla="*/ 9525 w 1093946"/>
                <a:gd name="connsiteY422" fmla="*/ 149542 h 448151"/>
                <a:gd name="connsiteX423" fmla="*/ 10477 w 1093946"/>
                <a:gd name="connsiteY423" fmla="*/ 150971 h 448151"/>
                <a:gd name="connsiteX424" fmla="*/ 10477 w 1093946"/>
                <a:gd name="connsiteY424" fmla="*/ 152400 h 448151"/>
                <a:gd name="connsiteX425" fmla="*/ 9048 w 1093946"/>
                <a:gd name="connsiteY425" fmla="*/ 153829 h 448151"/>
                <a:gd name="connsiteX426" fmla="*/ 7620 w 1093946"/>
                <a:gd name="connsiteY426" fmla="*/ 155258 h 448151"/>
                <a:gd name="connsiteX427" fmla="*/ 7620 w 1093946"/>
                <a:gd name="connsiteY427" fmla="*/ 156210 h 448151"/>
                <a:gd name="connsiteX428" fmla="*/ 8096 w 1093946"/>
                <a:gd name="connsiteY428" fmla="*/ 157639 h 448151"/>
                <a:gd name="connsiteX429" fmla="*/ 10953 w 1093946"/>
                <a:gd name="connsiteY429" fmla="*/ 158115 h 448151"/>
                <a:gd name="connsiteX430" fmla="*/ 13811 w 1093946"/>
                <a:gd name="connsiteY430" fmla="*/ 159544 h 448151"/>
                <a:gd name="connsiteX431" fmla="*/ 19050 w 1093946"/>
                <a:gd name="connsiteY431" fmla="*/ 160972 h 448151"/>
                <a:gd name="connsiteX432" fmla="*/ 22860 w 1093946"/>
                <a:gd name="connsiteY432" fmla="*/ 163830 h 448151"/>
                <a:gd name="connsiteX433" fmla="*/ 26194 w 1093946"/>
                <a:gd name="connsiteY433" fmla="*/ 164783 h 448151"/>
                <a:gd name="connsiteX434" fmla="*/ 28098 w 1093946"/>
                <a:gd name="connsiteY434" fmla="*/ 167640 h 448151"/>
                <a:gd name="connsiteX435" fmla="*/ 28098 w 1093946"/>
                <a:gd name="connsiteY435" fmla="*/ 171926 h 448151"/>
                <a:gd name="connsiteX436" fmla="*/ 31909 w 1093946"/>
                <a:gd name="connsiteY436" fmla="*/ 174308 h 448151"/>
                <a:gd name="connsiteX437" fmla="*/ 37147 w 1093946"/>
                <a:gd name="connsiteY437" fmla="*/ 177165 h 448151"/>
                <a:gd name="connsiteX438" fmla="*/ 40005 w 1093946"/>
                <a:gd name="connsiteY438" fmla="*/ 177641 h 448151"/>
                <a:gd name="connsiteX439" fmla="*/ 41434 w 1093946"/>
                <a:gd name="connsiteY439" fmla="*/ 179070 h 448151"/>
                <a:gd name="connsiteX440" fmla="*/ 44291 w 1093946"/>
                <a:gd name="connsiteY440" fmla="*/ 181451 h 448151"/>
                <a:gd name="connsiteX441" fmla="*/ 46672 w 1093946"/>
                <a:gd name="connsiteY441" fmla="*/ 181928 h 448151"/>
                <a:gd name="connsiteX442" fmla="*/ 49530 w 1093946"/>
                <a:gd name="connsiteY442" fmla="*/ 182404 h 448151"/>
                <a:gd name="connsiteX443" fmla="*/ 53816 w 1093946"/>
                <a:gd name="connsiteY443" fmla="*/ 180499 h 448151"/>
                <a:gd name="connsiteX444" fmla="*/ 59055 w 1093946"/>
                <a:gd name="connsiteY444" fmla="*/ 180022 h 448151"/>
                <a:gd name="connsiteX445" fmla="*/ 61913 w 1093946"/>
                <a:gd name="connsiteY445" fmla="*/ 181451 h 448151"/>
                <a:gd name="connsiteX446" fmla="*/ 64294 w 1093946"/>
                <a:gd name="connsiteY446" fmla="*/ 185261 h 448151"/>
                <a:gd name="connsiteX447" fmla="*/ 66198 w 1093946"/>
                <a:gd name="connsiteY447" fmla="*/ 186690 h 448151"/>
                <a:gd name="connsiteX448" fmla="*/ 67151 w 1093946"/>
                <a:gd name="connsiteY448" fmla="*/ 187642 h 448151"/>
                <a:gd name="connsiteX449" fmla="*/ 69056 w 1093946"/>
                <a:gd name="connsiteY449" fmla="*/ 189071 h 448151"/>
                <a:gd name="connsiteX450" fmla="*/ 70961 w 1093946"/>
                <a:gd name="connsiteY450" fmla="*/ 189071 h 448151"/>
                <a:gd name="connsiteX451" fmla="*/ 73819 w 1093946"/>
                <a:gd name="connsiteY451" fmla="*/ 188119 h 448151"/>
                <a:gd name="connsiteX452" fmla="*/ 75247 w 1093946"/>
                <a:gd name="connsiteY452" fmla="*/ 186214 h 448151"/>
                <a:gd name="connsiteX453" fmla="*/ 77628 w 1093946"/>
                <a:gd name="connsiteY453" fmla="*/ 186690 h 448151"/>
                <a:gd name="connsiteX454" fmla="*/ 78581 w 1093946"/>
                <a:gd name="connsiteY454" fmla="*/ 187642 h 448151"/>
                <a:gd name="connsiteX455" fmla="*/ 79057 w 1093946"/>
                <a:gd name="connsiteY455" fmla="*/ 190024 h 448151"/>
                <a:gd name="connsiteX456" fmla="*/ 80010 w 1093946"/>
                <a:gd name="connsiteY456" fmla="*/ 192405 h 448151"/>
                <a:gd name="connsiteX457" fmla="*/ 83344 w 1093946"/>
                <a:gd name="connsiteY457" fmla="*/ 194310 h 448151"/>
                <a:gd name="connsiteX458" fmla="*/ 87153 w 1093946"/>
                <a:gd name="connsiteY458" fmla="*/ 195263 h 448151"/>
                <a:gd name="connsiteX459" fmla="*/ 88106 w 1093946"/>
                <a:gd name="connsiteY459" fmla="*/ 196215 h 448151"/>
                <a:gd name="connsiteX460" fmla="*/ 88582 w 1093946"/>
                <a:gd name="connsiteY460" fmla="*/ 198596 h 448151"/>
                <a:gd name="connsiteX461" fmla="*/ 89535 w 1093946"/>
                <a:gd name="connsiteY461" fmla="*/ 200501 h 448151"/>
                <a:gd name="connsiteX462" fmla="*/ 90964 w 1093946"/>
                <a:gd name="connsiteY462" fmla="*/ 202883 h 448151"/>
                <a:gd name="connsiteX463" fmla="*/ 92392 w 1093946"/>
                <a:gd name="connsiteY463" fmla="*/ 206692 h 448151"/>
                <a:gd name="connsiteX464" fmla="*/ 92869 w 1093946"/>
                <a:gd name="connsiteY464" fmla="*/ 210026 h 448151"/>
                <a:gd name="connsiteX465" fmla="*/ 93345 w 1093946"/>
                <a:gd name="connsiteY465" fmla="*/ 211931 h 448151"/>
                <a:gd name="connsiteX466" fmla="*/ 95250 w 1093946"/>
                <a:gd name="connsiteY466" fmla="*/ 215265 h 448151"/>
                <a:gd name="connsiteX467" fmla="*/ 98584 w 1093946"/>
                <a:gd name="connsiteY467" fmla="*/ 220028 h 448151"/>
                <a:gd name="connsiteX468" fmla="*/ 100965 w 1093946"/>
                <a:gd name="connsiteY468" fmla="*/ 223838 h 448151"/>
                <a:gd name="connsiteX469" fmla="*/ 103822 w 1093946"/>
                <a:gd name="connsiteY469" fmla="*/ 224790 h 448151"/>
                <a:gd name="connsiteX470" fmla="*/ 106203 w 1093946"/>
                <a:gd name="connsiteY470" fmla="*/ 226219 h 448151"/>
                <a:gd name="connsiteX471" fmla="*/ 107632 w 1093946"/>
                <a:gd name="connsiteY471" fmla="*/ 229076 h 448151"/>
                <a:gd name="connsiteX472" fmla="*/ 110014 w 1093946"/>
                <a:gd name="connsiteY472" fmla="*/ 234791 h 448151"/>
                <a:gd name="connsiteX473" fmla="*/ 110490 w 1093946"/>
                <a:gd name="connsiteY473" fmla="*/ 238601 h 448151"/>
                <a:gd name="connsiteX474" fmla="*/ 110966 w 1093946"/>
                <a:gd name="connsiteY474" fmla="*/ 241459 h 448151"/>
                <a:gd name="connsiteX475" fmla="*/ 111442 w 1093946"/>
                <a:gd name="connsiteY475" fmla="*/ 242888 h 448151"/>
                <a:gd name="connsiteX476" fmla="*/ 111919 w 1093946"/>
                <a:gd name="connsiteY476" fmla="*/ 244316 h 448151"/>
                <a:gd name="connsiteX477" fmla="*/ 109538 w 1093946"/>
                <a:gd name="connsiteY477" fmla="*/ 250031 h 448151"/>
                <a:gd name="connsiteX478" fmla="*/ 108109 w 1093946"/>
                <a:gd name="connsiteY478" fmla="*/ 252889 h 448151"/>
                <a:gd name="connsiteX479" fmla="*/ 107632 w 1093946"/>
                <a:gd name="connsiteY479" fmla="*/ 255270 h 448151"/>
                <a:gd name="connsiteX480" fmla="*/ 109061 w 1093946"/>
                <a:gd name="connsiteY480" fmla="*/ 259080 h 448151"/>
                <a:gd name="connsiteX481" fmla="*/ 110490 w 1093946"/>
                <a:gd name="connsiteY481" fmla="*/ 261938 h 448151"/>
                <a:gd name="connsiteX482" fmla="*/ 110966 w 1093946"/>
                <a:gd name="connsiteY482" fmla="*/ 265271 h 448151"/>
                <a:gd name="connsiteX483" fmla="*/ 109538 w 1093946"/>
                <a:gd name="connsiteY483" fmla="*/ 267176 h 448151"/>
                <a:gd name="connsiteX484" fmla="*/ 106680 w 1093946"/>
                <a:gd name="connsiteY484" fmla="*/ 270034 h 448151"/>
                <a:gd name="connsiteX485" fmla="*/ 105727 w 1093946"/>
                <a:gd name="connsiteY485" fmla="*/ 271463 h 448151"/>
                <a:gd name="connsiteX486" fmla="*/ 103822 w 1093946"/>
                <a:gd name="connsiteY486" fmla="*/ 272891 h 448151"/>
                <a:gd name="connsiteX487" fmla="*/ 100965 w 1093946"/>
                <a:gd name="connsiteY487" fmla="*/ 278130 h 448151"/>
                <a:gd name="connsiteX488" fmla="*/ 99536 w 1093946"/>
                <a:gd name="connsiteY488" fmla="*/ 283369 h 448151"/>
                <a:gd name="connsiteX489" fmla="*/ 99060 w 1093946"/>
                <a:gd name="connsiteY489" fmla="*/ 286703 h 448151"/>
                <a:gd name="connsiteX490" fmla="*/ 100489 w 1093946"/>
                <a:gd name="connsiteY490" fmla="*/ 288608 h 448151"/>
                <a:gd name="connsiteX491" fmla="*/ 102394 w 1093946"/>
                <a:gd name="connsiteY491" fmla="*/ 290989 h 448151"/>
                <a:gd name="connsiteX492" fmla="*/ 102394 w 1093946"/>
                <a:gd name="connsiteY492" fmla="*/ 292894 h 448151"/>
                <a:gd name="connsiteX493" fmla="*/ 105727 w 1093946"/>
                <a:gd name="connsiteY493" fmla="*/ 297656 h 448151"/>
                <a:gd name="connsiteX494" fmla="*/ 106680 w 1093946"/>
                <a:gd name="connsiteY494" fmla="*/ 300514 h 448151"/>
                <a:gd name="connsiteX495" fmla="*/ 107632 w 1093946"/>
                <a:gd name="connsiteY495" fmla="*/ 300514 h 448151"/>
                <a:gd name="connsiteX496" fmla="*/ 109061 w 1093946"/>
                <a:gd name="connsiteY496" fmla="*/ 299561 h 448151"/>
                <a:gd name="connsiteX497" fmla="*/ 112395 w 1093946"/>
                <a:gd name="connsiteY497" fmla="*/ 299561 h 448151"/>
                <a:gd name="connsiteX498" fmla="*/ 115252 w 1093946"/>
                <a:gd name="connsiteY498" fmla="*/ 300514 h 448151"/>
                <a:gd name="connsiteX499" fmla="*/ 118110 w 1093946"/>
                <a:gd name="connsiteY499" fmla="*/ 302419 h 448151"/>
                <a:gd name="connsiteX500" fmla="*/ 121444 w 1093946"/>
                <a:gd name="connsiteY500" fmla="*/ 303371 h 448151"/>
                <a:gd name="connsiteX501" fmla="*/ 125730 w 1093946"/>
                <a:gd name="connsiteY501" fmla="*/ 303371 h 448151"/>
                <a:gd name="connsiteX502" fmla="*/ 128111 w 1093946"/>
                <a:gd name="connsiteY502" fmla="*/ 304324 h 448151"/>
                <a:gd name="connsiteX503" fmla="*/ 130492 w 1093946"/>
                <a:gd name="connsiteY503" fmla="*/ 305276 h 448151"/>
                <a:gd name="connsiteX504" fmla="*/ 135731 w 1093946"/>
                <a:gd name="connsiteY504" fmla="*/ 305753 h 448151"/>
                <a:gd name="connsiteX505" fmla="*/ 139541 w 1093946"/>
                <a:gd name="connsiteY505" fmla="*/ 305753 h 448151"/>
                <a:gd name="connsiteX506" fmla="*/ 145732 w 1093946"/>
                <a:gd name="connsiteY506" fmla="*/ 305753 h 448151"/>
                <a:gd name="connsiteX507" fmla="*/ 150495 w 1093946"/>
                <a:gd name="connsiteY507" fmla="*/ 307181 h 448151"/>
                <a:gd name="connsiteX508" fmla="*/ 159067 w 1093946"/>
                <a:gd name="connsiteY508" fmla="*/ 308134 h 448151"/>
                <a:gd name="connsiteX509" fmla="*/ 164306 w 1093946"/>
                <a:gd name="connsiteY509" fmla="*/ 308134 h 448151"/>
                <a:gd name="connsiteX510" fmla="*/ 171450 w 1093946"/>
                <a:gd name="connsiteY510" fmla="*/ 307181 h 448151"/>
                <a:gd name="connsiteX511" fmla="*/ 175736 w 1093946"/>
                <a:gd name="connsiteY511" fmla="*/ 307658 h 448151"/>
                <a:gd name="connsiteX512" fmla="*/ 188595 w 1093946"/>
                <a:gd name="connsiteY512" fmla="*/ 309086 h 448151"/>
                <a:gd name="connsiteX513" fmla="*/ 196215 w 1093946"/>
                <a:gd name="connsiteY513" fmla="*/ 310991 h 448151"/>
                <a:gd name="connsiteX514" fmla="*/ 200977 w 1093946"/>
                <a:gd name="connsiteY514" fmla="*/ 312420 h 448151"/>
                <a:gd name="connsiteX515" fmla="*/ 204311 w 1093946"/>
                <a:gd name="connsiteY515" fmla="*/ 315278 h 448151"/>
                <a:gd name="connsiteX516" fmla="*/ 208121 w 1093946"/>
                <a:gd name="connsiteY516" fmla="*/ 320040 h 448151"/>
                <a:gd name="connsiteX517" fmla="*/ 211455 w 1093946"/>
                <a:gd name="connsiteY517" fmla="*/ 321945 h 448151"/>
                <a:gd name="connsiteX518" fmla="*/ 219551 w 1093946"/>
                <a:gd name="connsiteY518" fmla="*/ 323374 h 448151"/>
                <a:gd name="connsiteX519" fmla="*/ 225266 w 1093946"/>
                <a:gd name="connsiteY519" fmla="*/ 328613 h 448151"/>
                <a:gd name="connsiteX520" fmla="*/ 229552 w 1093946"/>
                <a:gd name="connsiteY520" fmla="*/ 330517 h 448151"/>
                <a:gd name="connsiteX521" fmla="*/ 237172 w 1093946"/>
                <a:gd name="connsiteY521" fmla="*/ 335280 h 448151"/>
                <a:gd name="connsiteX522" fmla="*/ 242411 w 1093946"/>
                <a:gd name="connsiteY522" fmla="*/ 337185 h 448151"/>
                <a:gd name="connsiteX523" fmla="*/ 248602 w 1093946"/>
                <a:gd name="connsiteY523" fmla="*/ 339090 h 448151"/>
                <a:gd name="connsiteX524" fmla="*/ 258603 w 1093946"/>
                <a:gd name="connsiteY524" fmla="*/ 338614 h 448151"/>
                <a:gd name="connsiteX525" fmla="*/ 259080 w 1093946"/>
                <a:gd name="connsiteY525" fmla="*/ 339090 h 448151"/>
                <a:gd name="connsiteX526" fmla="*/ 258603 w 1093946"/>
                <a:gd name="connsiteY526" fmla="*/ 341947 h 448151"/>
                <a:gd name="connsiteX527" fmla="*/ 257651 w 1093946"/>
                <a:gd name="connsiteY527" fmla="*/ 345758 h 448151"/>
                <a:gd name="connsiteX528" fmla="*/ 257651 w 1093946"/>
                <a:gd name="connsiteY528" fmla="*/ 348139 h 448151"/>
                <a:gd name="connsiteX529" fmla="*/ 259080 w 1093946"/>
                <a:gd name="connsiteY529" fmla="*/ 349567 h 448151"/>
                <a:gd name="connsiteX530" fmla="*/ 262890 w 1093946"/>
                <a:gd name="connsiteY530" fmla="*/ 350520 h 448151"/>
                <a:gd name="connsiteX531" fmla="*/ 264795 w 1093946"/>
                <a:gd name="connsiteY531" fmla="*/ 351949 h 448151"/>
                <a:gd name="connsiteX532" fmla="*/ 266223 w 1093946"/>
                <a:gd name="connsiteY532" fmla="*/ 354330 h 448151"/>
                <a:gd name="connsiteX533" fmla="*/ 266700 w 1093946"/>
                <a:gd name="connsiteY533" fmla="*/ 355759 h 448151"/>
                <a:gd name="connsiteX534" fmla="*/ 270034 w 1093946"/>
                <a:gd name="connsiteY534" fmla="*/ 363855 h 448151"/>
                <a:gd name="connsiteX535" fmla="*/ 275272 w 1093946"/>
                <a:gd name="connsiteY535" fmla="*/ 375285 h 448151"/>
                <a:gd name="connsiteX536" fmla="*/ 276225 w 1093946"/>
                <a:gd name="connsiteY536" fmla="*/ 379571 h 448151"/>
                <a:gd name="connsiteX537" fmla="*/ 277653 w 1093946"/>
                <a:gd name="connsiteY537" fmla="*/ 382429 h 448151"/>
                <a:gd name="connsiteX538" fmla="*/ 283369 w 1093946"/>
                <a:gd name="connsiteY538" fmla="*/ 387191 h 448151"/>
                <a:gd name="connsiteX539" fmla="*/ 286702 w 1093946"/>
                <a:gd name="connsiteY539" fmla="*/ 390525 h 448151"/>
                <a:gd name="connsiteX540" fmla="*/ 290989 w 1093946"/>
                <a:gd name="connsiteY540" fmla="*/ 393859 h 448151"/>
                <a:gd name="connsiteX541" fmla="*/ 292417 w 1093946"/>
                <a:gd name="connsiteY541" fmla="*/ 397192 h 448151"/>
                <a:gd name="connsiteX542" fmla="*/ 292894 w 1093946"/>
                <a:gd name="connsiteY542" fmla="*/ 401479 h 448151"/>
                <a:gd name="connsiteX543" fmla="*/ 293846 w 1093946"/>
                <a:gd name="connsiteY543" fmla="*/ 402431 h 448151"/>
                <a:gd name="connsiteX544" fmla="*/ 301942 w 1093946"/>
                <a:gd name="connsiteY544" fmla="*/ 401479 h 448151"/>
                <a:gd name="connsiteX545" fmla="*/ 309086 w 1093946"/>
                <a:gd name="connsiteY545" fmla="*/ 401003 h 448151"/>
                <a:gd name="connsiteX546" fmla="*/ 321945 w 1093946"/>
                <a:gd name="connsiteY546" fmla="*/ 399574 h 448151"/>
                <a:gd name="connsiteX547" fmla="*/ 339090 w 1093946"/>
                <a:gd name="connsiteY547" fmla="*/ 401955 h 448151"/>
                <a:gd name="connsiteX548" fmla="*/ 357188 w 1093946"/>
                <a:gd name="connsiteY548" fmla="*/ 403860 h 448151"/>
                <a:gd name="connsiteX549" fmla="*/ 373380 w 1093946"/>
                <a:gd name="connsiteY549" fmla="*/ 405765 h 448151"/>
                <a:gd name="connsiteX550" fmla="*/ 381000 w 1093946"/>
                <a:gd name="connsiteY550" fmla="*/ 406717 h 448151"/>
                <a:gd name="connsiteX551" fmla="*/ 398621 w 1093946"/>
                <a:gd name="connsiteY551" fmla="*/ 408622 h 448151"/>
                <a:gd name="connsiteX552" fmla="*/ 408622 w 1093946"/>
                <a:gd name="connsiteY552" fmla="*/ 406241 h 448151"/>
                <a:gd name="connsiteX553" fmla="*/ 416242 w 1093946"/>
                <a:gd name="connsiteY553" fmla="*/ 404336 h 448151"/>
                <a:gd name="connsiteX554" fmla="*/ 419576 w 1093946"/>
                <a:gd name="connsiteY554" fmla="*/ 404336 h 448151"/>
                <a:gd name="connsiteX555" fmla="*/ 434340 w 1093946"/>
                <a:gd name="connsiteY555" fmla="*/ 406717 h 448151"/>
                <a:gd name="connsiteX556" fmla="*/ 443389 w 1093946"/>
                <a:gd name="connsiteY556" fmla="*/ 407670 h 448151"/>
                <a:gd name="connsiteX557" fmla="*/ 453866 w 1093946"/>
                <a:gd name="connsiteY557" fmla="*/ 409099 h 448151"/>
                <a:gd name="connsiteX558" fmla="*/ 461486 w 1093946"/>
                <a:gd name="connsiteY558" fmla="*/ 410051 h 448151"/>
                <a:gd name="connsiteX559" fmla="*/ 467677 w 1093946"/>
                <a:gd name="connsiteY559" fmla="*/ 409575 h 448151"/>
                <a:gd name="connsiteX560" fmla="*/ 470535 w 1093946"/>
                <a:gd name="connsiteY560" fmla="*/ 410528 h 448151"/>
                <a:gd name="connsiteX561" fmla="*/ 473392 w 1093946"/>
                <a:gd name="connsiteY561" fmla="*/ 411480 h 448151"/>
                <a:gd name="connsiteX562" fmla="*/ 475297 w 1093946"/>
                <a:gd name="connsiteY562" fmla="*/ 412909 h 448151"/>
                <a:gd name="connsiteX563" fmla="*/ 481013 w 1093946"/>
                <a:gd name="connsiteY563" fmla="*/ 419576 h 448151"/>
                <a:gd name="connsiteX564" fmla="*/ 483870 w 1093946"/>
                <a:gd name="connsiteY564" fmla="*/ 422910 h 448151"/>
                <a:gd name="connsiteX565" fmla="*/ 490061 w 1093946"/>
                <a:gd name="connsiteY565" fmla="*/ 425291 h 448151"/>
                <a:gd name="connsiteX566" fmla="*/ 504348 w 1093946"/>
                <a:gd name="connsiteY566" fmla="*/ 428149 h 448151"/>
                <a:gd name="connsiteX567" fmla="*/ 512445 w 1093946"/>
                <a:gd name="connsiteY567" fmla="*/ 429578 h 448151"/>
                <a:gd name="connsiteX568" fmla="*/ 521494 w 1093946"/>
                <a:gd name="connsiteY568" fmla="*/ 431483 h 448151"/>
                <a:gd name="connsiteX569" fmla="*/ 527209 w 1093946"/>
                <a:gd name="connsiteY569" fmla="*/ 434340 h 448151"/>
                <a:gd name="connsiteX570" fmla="*/ 534352 w 1093946"/>
                <a:gd name="connsiteY570" fmla="*/ 437674 h 448151"/>
                <a:gd name="connsiteX571" fmla="*/ 542925 w 1093946"/>
                <a:gd name="connsiteY571" fmla="*/ 441484 h 448151"/>
                <a:gd name="connsiteX572" fmla="*/ 552926 w 1093946"/>
                <a:gd name="connsiteY572" fmla="*/ 440055 h 448151"/>
                <a:gd name="connsiteX573" fmla="*/ 563403 w 1093946"/>
                <a:gd name="connsiteY573" fmla="*/ 437674 h 448151"/>
                <a:gd name="connsiteX574" fmla="*/ 570071 w 1093946"/>
                <a:gd name="connsiteY574" fmla="*/ 436721 h 448151"/>
                <a:gd name="connsiteX575" fmla="*/ 570071 w 1093946"/>
                <a:gd name="connsiteY575" fmla="*/ 445294 h 448151"/>
                <a:gd name="connsiteX576" fmla="*/ 579120 w 1093946"/>
                <a:gd name="connsiteY576" fmla="*/ 446246 h 448151"/>
                <a:gd name="connsiteX577" fmla="*/ 582453 w 1093946"/>
                <a:gd name="connsiteY577" fmla="*/ 446246 h 448151"/>
                <a:gd name="connsiteX578" fmla="*/ 586264 w 1093946"/>
                <a:gd name="connsiteY578" fmla="*/ 448151 h 448151"/>
                <a:gd name="connsiteX579" fmla="*/ 588645 w 1093946"/>
                <a:gd name="connsiteY579" fmla="*/ 447199 h 448151"/>
                <a:gd name="connsiteX580" fmla="*/ 591026 w 1093946"/>
                <a:gd name="connsiteY580" fmla="*/ 445294 h 448151"/>
                <a:gd name="connsiteX581" fmla="*/ 593884 w 1093946"/>
                <a:gd name="connsiteY581" fmla="*/ 442436 h 448151"/>
                <a:gd name="connsiteX582" fmla="*/ 597694 w 1093946"/>
                <a:gd name="connsiteY582" fmla="*/ 441008 h 448151"/>
                <a:gd name="connsiteX583" fmla="*/ 604361 w 1093946"/>
                <a:gd name="connsiteY583" fmla="*/ 437674 h 448151"/>
                <a:gd name="connsiteX584" fmla="*/ 606266 w 1093946"/>
                <a:gd name="connsiteY584" fmla="*/ 436721 h 448151"/>
                <a:gd name="connsiteX585" fmla="*/ 616267 w 1093946"/>
                <a:gd name="connsiteY585" fmla="*/ 431959 h 448151"/>
                <a:gd name="connsiteX586" fmla="*/ 631984 w 1093946"/>
                <a:gd name="connsiteY586" fmla="*/ 425767 h 448151"/>
                <a:gd name="connsiteX587" fmla="*/ 638651 w 1093946"/>
                <a:gd name="connsiteY587" fmla="*/ 422910 h 448151"/>
                <a:gd name="connsiteX588" fmla="*/ 640556 w 1093946"/>
                <a:gd name="connsiteY588" fmla="*/ 422434 h 448151"/>
                <a:gd name="connsiteX589" fmla="*/ 644366 w 1093946"/>
                <a:gd name="connsiteY589" fmla="*/ 421005 h 448151"/>
                <a:gd name="connsiteX590" fmla="*/ 647223 w 1093946"/>
                <a:gd name="connsiteY590" fmla="*/ 420053 h 448151"/>
                <a:gd name="connsiteX591" fmla="*/ 651986 w 1093946"/>
                <a:gd name="connsiteY591" fmla="*/ 419100 h 448151"/>
                <a:gd name="connsiteX592" fmla="*/ 658177 w 1093946"/>
                <a:gd name="connsiteY592" fmla="*/ 418624 h 448151"/>
                <a:gd name="connsiteX593" fmla="*/ 664845 w 1093946"/>
                <a:gd name="connsiteY593" fmla="*/ 417671 h 448151"/>
                <a:gd name="connsiteX594" fmla="*/ 680561 w 1093946"/>
                <a:gd name="connsiteY594" fmla="*/ 415290 h 448151"/>
                <a:gd name="connsiteX595" fmla="*/ 682466 w 1093946"/>
                <a:gd name="connsiteY595" fmla="*/ 415290 h 448151"/>
                <a:gd name="connsiteX596" fmla="*/ 691039 w 1093946"/>
                <a:gd name="connsiteY596" fmla="*/ 414338 h 448151"/>
                <a:gd name="connsiteX597" fmla="*/ 694848 w 1093946"/>
                <a:gd name="connsiteY597" fmla="*/ 413385 h 448151"/>
                <a:gd name="connsiteX598" fmla="*/ 700564 w 1093946"/>
                <a:gd name="connsiteY598" fmla="*/ 413861 h 448151"/>
                <a:gd name="connsiteX599" fmla="*/ 707707 w 1093946"/>
                <a:gd name="connsiteY599" fmla="*/ 414338 h 448151"/>
                <a:gd name="connsiteX600" fmla="*/ 712470 w 1093946"/>
                <a:gd name="connsiteY600" fmla="*/ 414814 h 448151"/>
                <a:gd name="connsiteX601" fmla="*/ 718661 w 1093946"/>
                <a:gd name="connsiteY601" fmla="*/ 414338 h 448151"/>
                <a:gd name="connsiteX602" fmla="*/ 727710 w 1093946"/>
                <a:gd name="connsiteY602" fmla="*/ 413861 h 448151"/>
                <a:gd name="connsiteX603" fmla="*/ 734853 w 1093946"/>
                <a:gd name="connsiteY603" fmla="*/ 413861 h 448151"/>
                <a:gd name="connsiteX604" fmla="*/ 738188 w 1093946"/>
                <a:gd name="connsiteY604" fmla="*/ 413385 h 448151"/>
                <a:gd name="connsiteX605" fmla="*/ 743426 w 1093946"/>
                <a:gd name="connsiteY605" fmla="*/ 411004 h 448151"/>
                <a:gd name="connsiteX606" fmla="*/ 746760 w 1093946"/>
                <a:gd name="connsiteY606" fmla="*/ 409099 h 448151"/>
                <a:gd name="connsiteX607" fmla="*/ 752475 w 1093946"/>
                <a:gd name="connsiteY607" fmla="*/ 407194 h 448151"/>
                <a:gd name="connsiteX608" fmla="*/ 759142 w 1093946"/>
                <a:gd name="connsiteY608" fmla="*/ 404813 h 448151"/>
                <a:gd name="connsiteX609" fmla="*/ 763905 w 1093946"/>
                <a:gd name="connsiteY609" fmla="*/ 402908 h 448151"/>
                <a:gd name="connsiteX610" fmla="*/ 766763 w 1093946"/>
                <a:gd name="connsiteY610" fmla="*/ 401479 h 448151"/>
                <a:gd name="connsiteX611" fmla="*/ 770572 w 1093946"/>
                <a:gd name="connsiteY611" fmla="*/ 400050 h 448151"/>
                <a:gd name="connsiteX612" fmla="*/ 771525 w 1093946"/>
                <a:gd name="connsiteY612" fmla="*/ 398621 h 448151"/>
                <a:gd name="connsiteX613" fmla="*/ 772953 w 1093946"/>
                <a:gd name="connsiteY613" fmla="*/ 397192 h 448151"/>
                <a:gd name="connsiteX614" fmla="*/ 774859 w 1093946"/>
                <a:gd name="connsiteY614" fmla="*/ 395288 h 448151"/>
                <a:gd name="connsiteX615" fmla="*/ 778669 w 1093946"/>
                <a:gd name="connsiteY615" fmla="*/ 391478 h 448151"/>
                <a:gd name="connsiteX616" fmla="*/ 781050 w 1093946"/>
                <a:gd name="connsiteY616" fmla="*/ 388144 h 448151"/>
                <a:gd name="connsiteX617" fmla="*/ 782478 w 1093946"/>
                <a:gd name="connsiteY617" fmla="*/ 386239 h 448151"/>
                <a:gd name="connsiteX618" fmla="*/ 785813 w 1093946"/>
                <a:gd name="connsiteY618" fmla="*/ 382905 h 448151"/>
                <a:gd name="connsiteX619" fmla="*/ 788194 w 1093946"/>
                <a:gd name="connsiteY619" fmla="*/ 380524 h 448151"/>
                <a:gd name="connsiteX620" fmla="*/ 791527 w 1093946"/>
                <a:gd name="connsiteY620" fmla="*/ 377190 h 448151"/>
                <a:gd name="connsiteX621" fmla="*/ 793909 w 1093946"/>
                <a:gd name="connsiteY621" fmla="*/ 375761 h 448151"/>
                <a:gd name="connsiteX622" fmla="*/ 797242 w 1093946"/>
                <a:gd name="connsiteY622" fmla="*/ 374809 h 448151"/>
                <a:gd name="connsiteX623" fmla="*/ 806291 w 1093946"/>
                <a:gd name="connsiteY623" fmla="*/ 371475 h 448151"/>
                <a:gd name="connsiteX624" fmla="*/ 808196 w 1093946"/>
                <a:gd name="connsiteY624" fmla="*/ 370999 h 448151"/>
                <a:gd name="connsiteX625" fmla="*/ 809625 w 1093946"/>
                <a:gd name="connsiteY625" fmla="*/ 370522 h 448151"/>
                <a:gd name="connsiteX626" fmla="*/ 812959 w 1093946"/>
                <a:gd name="connsiteY626" fmla="*/ 368141 h 448151"/>
                <a:gd name="connsiteX627" fmla="*/ 815816 w 1093946"/>
                <a:gd name="connsiteY627" fmla="*/ 365760 h 448151"/>
                <a:gd name="connsiteX628" fmla="*/ 817245 w 1093946"/>
                <a:gd name="connsiteY628" fmla="*/ 363855 h 448151"/>
                <a:gd name="connsiteX629" fmla="*/ 821055 w 1093946"/>
                <a:gd name="connsiteY629" fmla="*/ 362903 h 448151"/>
                <a:gd name="connsiteX630" fmla="*/ 822960 w 1093946"/>
                <a:gd name="connsiteY630" fmla="*/ 361950 h 448151"/>
                <a:gd name="connsiteX631" fmla="*/ 822960 w 1093946"/>
                <a:gd name="connsiteY631" fmla="*/ 360045 h 448151"/>
                <a:gd name="connsiteX632" fmla="*/ 822960 w 1093946"/>
                <a:gd name="connsiteY632" fmla="*/ 357664 h 448151"/>
                <a:gd name="connsiteX633" fmla="*/ 821055 w 1093946"/>
                <a:gd name="connsiteY633" fmla="*/ 354806 h 448151"/>
                <a:gd name="connsiteX634" fmla="*/ 819626 w 1093946"/>
                <a:gd name="connsiteY634" fmla="*/ 352425 h 448151"/>
                <a:gd name="connsiteX635" fmla="*/ 814388 w 1093946"/>
                <a:gd name="connsiteY635" fmla="*/ 348139 h 448151"/>
                <a:gd name="connsiteX636" fmla="*/ 811530 w 1093946"/>
                <a:gd name="connsiteY636" fmla="*/ 345281 h 448151"/>
                <a:gd name="connsiteX637" fmla="*/ 808672 w 1093946"/>
                <a:gd name="connsiteY637" fmla="*/ 341947 h 448151"/>
                <a:gd name="connsiteX638" fmla="*/ 807720 w 1093946"/>
                <a:gd name="connsiteY638" fmla="*/ 338614 h 448151"/>
                <a:gd name="connsiteX639" fmla="*/ 805815 w 1093946"/>
                <a:gd name="connsiteY639" fmla="*/ 336709 h 448151"/>
                <a:gd name="connsiteX640" fmla="*/ 804863 w 1093946"/>
                <a:gd name="connsiteY640" fmla="*/ 334804 h 448151"/>
                <a:gd name="connsiteX641" fmla="*/ 804863 w 1093946"/>
                <a:gd name="connsiteY641" fmla="*/ 332422 h 448151"/>
                <a:gd name="connsiteX642" fmla="*/ 807720 w 1093946"/>
                <a:gd name="connsiteY642" fmla="*/ 328613 h 448151"/>
                <a:gd name="connsiteX643" fmla="*/ 808672 w 1093946"/>
                <a:gd name="connsiteY643" fmla="*/ 326231 h 448151"/>
                <a:gd name="connsiteX644" fmla="*/ 809625 w 1093946"/>
                <a:gd name="connsiteY644" fmla="*/ 321945 h 448151"/>
                <a:gd name="connsiteX645" fmla="*/ 812482 w 1093946"/>
                <a:gd name="connsiteY645" fmla="*/ 315754 h 448151"/>
                <a:gd name="connsiteX646" fmla="*/ 814388 w 1093946"/>
                <a:gd name="connsiteY646" fmla="*/ 312896 h 448151"/>
                <a:gd name="connsiteX647" fmla="*/ 816769 w 1093946"/>
                <a:gd name="connsiteY647" fmla="*/ 309563 h 448151"/>
                <a:gd name="connsiteX648" fmla="*/ 821531 w 1093946"/>
                <a:gd name="connsiteY648" fmla="*/ 305753 h 448151"/>
                <a:gd name="connsiteX649" fmla="*/ 826294 w 1093946"/>
                <a:gd name="connsiteY649" fmla="*/ 305276 h 448151"/>
                <a:gd name="connsiteX650" fmla="*/ 829151 w 1093946"/>
                <a:gd name="connsiteY650" fmla="*/ 305753 h 448151"/>
                <a:gd name="connsiteX651" fmla="*/ 834866 w 1093946"/>
                <a:gd name="connsiteY651" fmla="*/ 305753 h 448151"/>
                <a:gd name="connsiteX652" fmla="*/ 839152 w 1093946"/>
                <a:gd name="connsiteY652" fmla="*/ 306229 h 448151"/>
                <a:gd name="connsiteX653" fmla="*/ 842010 w 1093946"/>
                <a:gd name="connsiteY653" fmla="*/ 308134 h 448151"/>
                <a:gd name="connsiteX654" fmla="*/ 845344 w 1093946"/>
                <a:gd name="connsiteY654" fmla="*/ 311944 h 448151"/>
                <a:gd name="connsiteX655" fmla="*/ 849153 w 1093946"/>
                <a:gd name="connsiteY655" fmla="*/ 313372 h 448151"/>
                <a:gd name="connsiteX656" fmla="*/ 861060 w 1093946"/>
                <a:gd name="connsiteY656" fmla="*/ 316230 h 448151"/>
                <a:gd name="connsiteX657" fmla="*/ 865822 w 1093946"/>
                <a:gd name="connsiteY657" fmla="*/ 317183 h 448151"/>
                <a:gd name="connsiteX658" fmla="*/ 869632 w 1093946"/>
                <a:gd name="connsiteY658" fmla="*/ 317183 h 448151"/>
                <a:gd name="connsiteX659" fmla="*/ 874871 w 1093946"/>
                <a:gd name="connsiteY659" fmla="*/ 318135 h 448151"/>
                <a:gd name="connsiteX660" fmla="*/ 876300 w 1093946"/>
                <a:gd name="connsiteY660" fmla="*/ 318135 h 448151"/>
                <a:gd name="connsiteX661" fmla="*/ 879157 w 1093946"/>
                <a:gd name="connsiteY661" fmla="*/ 319088 h 448151"/>
                <a:gd name="connsiteX662" fmla="*/ 881539 w 1093946"/>
                <a:gd name="connsiteY662" fmla="*/ 318135 h 448151"/>
                <a:gd name="connsiteX663" fmla="*/ 884872 w 1093946"/>
                <a:gd name="connsiteY663" fmla="*/ 315754 h 448151"/>
                <a:gd name="connsiteX664" fmla="*/ 889159 w 1093946"/>
                <a:gd name="connsiteY664" fmla="*/ 312896 h 448151"/>
                <a:gd name="connsiteX665" fmla="*/ 890588 w 1093946"/>
                <a:gd name="connsiteY665" fmla="*/ 311944 h 448151"/>
                <a:gd name="connsiteX666" fmla="*/ 894397 w 1093946"/>
                <a:gd name="connsiteY666" fmla="*/ 310991 h 448151"/>
                <a:gd name="connsiteX667" fmla="*/ 895826 w 1093946"/>
                <a:gd name="connsiteY667" fmla="*/ 309563 h 448151"/>
                <a:gd name="connsiteX668" fmla="*/ 898684 w 1093946"/>
                <a:gd name="connsiteY668" fmla="*/ 306229 h 448151"/>
                <a:gd name="connsiteX669" fmla="*/ 902970 w 1093946"/>
                <a:gd name="connsiteY669" fmla="*/ 303847 h 448151"/>
                <a:gd name="connsiteX670" fmla="*/ 907256 w 1093946"/>
                <a:gd name="connsiteY670" fmla="*/ 300038 h 448151"/>
                <a:gd name="connsiteX671" fmla="*/ 909638 w 1093946"/>
                <a:gd name="connsiteY671" fmla="*/ 297180 h 448151"/>
                <a:gd name="connsiteX672" fmla="*/ 910114 w 1093946"/>
                <a:gd name="connsiteY672" fmla="*/ 295275 h 448151"/>
                <a:gd name="connsiteX673" fmla="*/ 910590 w 1093946"/>
                <a:gd name="connsiteY673" fmla="*/ 293370 h 448151"/>
                <a:gd name="connsiteX674" fmla="*/ 912019 w 1093946"/>
                <a:gd name="connsiteY674" fmla="*/ 292417 h 448151"/>
                <a:gd name="connsiteX675" fmla="*/ 914876 w 1093946"/>
                <a:gd name="connsiteY675" fmla="*/ 290989 h 448151"/>
                <a:gd name="connsiteX676" fmla="*/ 918210 w 1093946"/>
                <a:gd name="connsiteY676" fmla="*/ 290989 h 448151"/>
                <a:gd name="connsiteX677" fmla="*/ 924401 w 1093946"/>
                <a:gd name="connsiteY677" fmla="*/ 292894 h 448151"/>
                <a:gd name="connsiteX678" fmla="*/ 932497 w 1093946"/>
                <a:gd name="connsiteY678" fmla="*/ 291941 h 448151"/>
                <a:gd name="connsiteX679" fmla="*/ 934402 w 1093946"/>
                <a:gd name="connsiteY679" fmla="*/ 291941 h 448151"/>
                <a:gd name="connsiteX680" fmla="*/ 942022 w 1093946"/>
                <a:gd name="connsiteY680" fmla="*/ 290989 h 448151"/>
                <a:gd name="connsiteX681" fmla="*/ 945356 w 1093946"/>
                <a:gd name="connsiteY681" fmla="*/ 290036 h 448151"/>
                <a:gd name="connsiteX682" fmla="*/ 950595 w 1093946"/>
                <a:gd name="connsiteY682" fmla="*/ 289560 h 448151"/>
                <a:gd name="connsiteX683" fmla="*/ 953928 w 1093946"/>
                <a:gd name="connsiteY683" fmla="*/ 286226 h 448151"/>
                <a:gd name="connsiteX684" fmla="*/ 959167 w 1093946"/>
                <a:gd name="connsiteY684" fmla="*/ 282416 h 448151"/>
                <a:gd name="connsiteX685" fmla="*/ 962501 w 1093946"/>
                <a:gd name="connsiteY685" fmla="*/ 280035 h 448151"/>
                <a:gd name="connsiteX686" fmla="*/ 964882 w 1093946"/>
                <a:gd name="connsiteY686" fmla="*/ 279559 h 448151"/>
                <a:gd name="connsiteX687" fmla="*/ 967740 w 1093946"/>
                <a:gd name="connsiteY687" fmla="*/ 277654 h 448151"/>
                <a:gd name="connsiteX688" fmla="*/ 969169 w 1093946"/>
                <a:gd name="connsiteY688" fmla="*/ 275272 h 448151"/>
                <a:gd name="connsiteX689" fmla="*/ 969169 w 1093946"/>
                <a:gd name="connsiteY689" fmla="*/ 272891 h 448151"/>
                <a:gd name="connsiteX690" fmla="*/ 968692 w 1093946"/>
                <a:gd name="connsiteY690" fmla="*/ 271463 h 448151"/>
                <a:gd name="connsiteX691" fmla="*/ 970121 w 1093946"/>
                <a:gd name="connsiteY691" fmla="*/ 268129 h 448151"/>
                <a:gd name="connsiteX692" fmla="*/ 973455 w 1093946"/>
                <a:gd name="connsiteY692" fmla="*/ 262414 h 448151"/>
                <a:gd name="connsiteX693" fmla="*/ 976313 w 1093946"/>
                <a:gd name="connsiteY693" fmla="*/ 260033 h 448151"/>
                <a:gd name="connsiteX694" fmla="*/ 978694 w 1093946"/>
                <a:gd name="connsiteY694" fmla="*/ 257651 h 448151"/>
                <a:gd name="connsiteX695" fmla="*/ 980598 w 1093946"/>
                <a:gd name="connsiteY695" fmla="*/ 254317 h 448151"/>
                <a:gd name="connsiteX696" fmla="*/ 982503 w 1093946"/>
                <a:gd name="connsiteY696" fmla="*/ 253365 h 448151"/>
                <a:gd name="connsiteX697" fmla="*/ 984885 w 1093946"/>
                <a:gd name="connsiteY697" fmla="*/ 252889 h 448151"/>
                <a:gd name="connsiteX698" fmla="*/ 988219 w 1093946"/>
                <a:gd name="connsiteY698" fmla="*/ 250508 h 448151"/>
                <a:gd name="connsiteX699" fmla="*/ 990600 w 1093946"/>
                <a:gd name="connsiteY699" fmla="*/ 250031 h 448151"/>
                <a:gd name="connsiteX700" fmla="*/ 994410 w 1093946"/>
                <a:gd name="connsiteY700" fmla="*/ 251460 h 448151"/>
                <a:gd name="connsiteX701" fmla="*/ 1000601 w 1093946"/>
                <a:gd name="connsiteY701" fmla="*/ 251460 h 448151"/>
                <a:gd name="connsiteX702" fmla="*/ 1004411 w 1093946"/>
                <a:gd name="connsiteY702" fmla="*/ 251936 h 448151"/>
                <a:gd name="connsiteX703" fmla="*/ 1006792 w 1093946"/>
                <a:gd name="connsiteY703" fmla="*/ 251460 h 448151"/>
                <a:gd name="connsiteX704" fmla="*/ 1007269 w 1093946"/>
                <a:gd name="connsiteY704" fmla="*/ 250031 h 448151"/>
                <a:gd name="connsiteX705" fmla="*/ 1007269 w 1093946"/>
                <a:gd name="connsiteY705" fmla="*/ 248126 h 448151"/>
                <a:gd name="connsiteX706" fmla="*/ 1008697 w 1093946"/>
                <a:gd name="connsiteY706" fmla="*/ 243840 h 448151"/>
                <a:gd name="connsiteX707" fmla="*/ 1009173 w 1093946"/>
                <a:gd name="connsiteY707" fmla="*/ 242411 h 448151"/>
                <a:gd name="connsiteX708" fmla="*/ 1010126 w 1093946"/>
                <a:gd name="connsiteY708" fmla="*/ 241935 h 448151"/>
                <a:gd name="connsiteX709" fmla="*/ 1013936 w 1093946"/>
                <a:gd name="connsiteY709" fmla="*/ 241935 h 448151"/>
                <a:gd name="connsiteX710" fmla="*/ 1016317 w 1093946"/>
                <a:gd name="connsiteY710" fmla="*/ 243364 h 448151"/>
                <a:gd name="connsiteX711" fmla="*/ 1018222 w 1093946"/>
                <a:gd name="connsiteY711" fmla="*/ 244316 h 448151"/>
                <a:gd name="connsiteX712" fmla="*/ 1020603 w 1093946"/>
                <a:gd name="connsiteY712" fmla="*/ 244792 h 448151"/>
                <a:gd name="connsiteX713" fmla="*/ 1022985 w 1093946"/>
                <a:gd name="connsiteY713" fmla="*/ 243840 h 448151"/>
                <a:gd name="connsiteX714" fmla="*/ 1026319 w 1093946"/>
                <a:gd name="connsiteY714" fmla="*/ 240506 h 448151"/>
                <a:gd name="connsiteX715" fmla="*/ 1031557 w 1093946"/>
                <a:gd name="connsiteY715" fmla="*/ 238601 h 448151"/>
                <a:gd name="connsiteX716" fmla="*/ 1034415 w 1093946"/>
                <a:gd name="connsiteY716" fmla="*/ 238125 h 448151"/>
                <a:gd name="connsiteX717" fmla="*/ 1039653 w 1093946"/>
                <a:gd name="connsiteY717" fmla="*/ 236220 h 448151"/>
                <a:gd name="connsiteX718" fmla="*/ 1042988 w 1093946"/>
                <a:gd name="connsiteY718" fmla="*/ 236696 h 448151"/>
                <a:gd name="connsiteX719" fmla="*/ 1049179 w 1093946"/>
                <a:gd name="connsiteY719" fmla="*/ 237172 h 448151"/>
                <a:gd name="connsiteX720" fmla="*/ 1051560 w 1093946"/>
                <a:gd name="connsiteY720" fmla="*/ 236696 h 448151"/>
                <a:gd name="connsiteX721" fmla="*/ 1053942 w 1093946"/>
                <a:gd name="connsiteY721" fmla="*/ 237172 h 448151"/>
                <a:gd name="connsiteX722" fmla="*/ 1056323 w 1093946"/>
                <a:gd name="connsiteY722" fmla="*/ 234791 h 448151"/>
                <a:gd name="connsiteX723" fmla="*/ 1057751 w 1093946"/>
                <a:gd name="connsiteY723" fmla="*/ 234315 h 448151"/>
                <a:gd name="connsiteX724" fmla="*/ 1062038 w 1093946"/>
                <a:gd name="connsiteY724" fmla="*/ 235267 h 448151"/>
                <a:gd name="connsiteX725" fmla="*/ 1064419 w 1093946"/>
                <a:gd name="connsiteY725" fmla="*/ 237172 h 448151"/>
                <a:gd name="connsiteX726" fmla="*/ 1068705 w 1093946"/>
                <a:gd name="connsiteY726" fmla="*/ 239554 h 448151"/>
                <a:gd name="connsiteX727" fmla="*/ 1074419 w 1093946"/>
                <a:gd name="connsiteY727" fmla="*/ 240506 h 448151"/>
                <a:gd name="connsiteX728" fmla="*/ 1079182 w 1093946"/>
                <a:gd name="connsiteY728" fmla="*/ 240030 h 448151"/>
                <a:gd name="connsiteX729" fmla="*/ 1084421 w 1093946"/>
                <a:gd name="connsiteY729" fmla="*/ 240983 h 448151"/>
                <a:gd name="connsiteX730" fmla="*/ 1087279 w 1093946"/>
                <a:gd name="connsiteY730" fmla="*/ 240983 h 448151"/>
                <a:gd name="connsiteX731" fmla="*/ 1088707 w 1093946"/>
                <a:gd name="connsiteY731" fmla="*/ 240030 h 448151"/>
                <a:gd name="connsiteX732" fmla="*/ 1092994 w 1093946"/>
                <a:gd name="connsiteY732" fmla="*/ 238125 h 448151"/>
                <a:gd name="connsiteX733" fmla="*/ 1093946 w 1093946"/>
                <a:gd name="connsiteY733" fmla="*/ 235744 h 448151"/>
                <a:gd name="connsiteX734" fmla="*/ 1093469 w 1093946"/>
                <a:gd name="connsiteY734" fmla="*/ 232886 h 44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Lst>
              <a:rect l="l" t="t" r="r" b="b"/>
              <a:pathLst>
                <a:path w="1093946" h="448151">
                  <a:moveTo>
                    <a:pt x="1093946" y="230505"/>
                  </a:moveTo>
                  <a:lnTo>
                    <a:pt x="1092517" y="228124"/>
                  </a:lnTo>
                  <a:lnTo>
                    <a:pt x="1090136" y="225266"/>
                  </a:lnTo>
                  <a:lnTo>
                    <a:pt x="1089184" y="222885"/>
                  </a:lnTo>
                  <a:lnTo>
                    <a:pt x="1089184" y="220504"/>
                  </a:lnTo>
                  <a:lnTo>
                    <a:pt x="1087279" y="217646"/>
                  </a:lnTo>
                  <a:lnTo>
                    <a:pt x="1083469" y="214789"/>
                  </a:lnTo>
                  <a:lnTo>
                    <a:pt x="1081088" y="213360"/>
                  </a:lnTo>
                  <a:lnTo>
                    <a:pt x="1076325" y="208121"/>
                  </a:lnTo>
                  <a:lnTo>
                    <a:pt x="1074419" y="206692"/>
                  </a:lnTo>
                  <a:lnTo>
                    <a:pt x="1073944" y="205740"/>
                  </a:lnTo>
                  <a:lnTo>
                    <a:pt x="1072992" y="203835"/>
                  </a:lnTo>
                  <a:lnTo>
                    <a:pt x="1071086" y="203359"/>
                  </a:lnTo>
                  <a:lnTo>
                    <a:pt x="1068705" y="201930"/>
                  </a:lnTo>
                  <a:lnTo>
                    <a:pt x="1067276" y="200501"/>
                  </a:lnTo>
                  <a:lnTo>
                    <a:pt x="1066800" y="198120"/>
                  </a:lnTo>
                  <a:lnTo>
                    <a:pt x="1065848" y="196215"/>
                  </a:lnTo>
                  <a:lnTo>
                    <a:pt x="1063942" y="194786"/>
                  </a:lnTo>
                  <a:lnTo>
                    <a:pt x="1061561" y="194310"/>
                  </a:lnTo>
                  <a:lnTo>
                    <a:pt x="1059180" y="193358"/>
                  </a:lnTo>
                  <a:lnTo>
                    <a:pt x="1054894" y="191929"/>
                  </a:lnTo>
                  <a:lnTo>
                    <a:pt x="1052988" y="189071"/>
                  </a:lnTo>
                  <a:lnTo>
                    <a:pt x="1048702" y="183833"/>
                  </a:lnTo>
                  <a:lnTo>
                    <a:pt x="1046321" y="181928"/>
                  </a:lnTo>
                  <a:lnTo>
                    <a:pt x="1037272" y="181451"/>
                  </a:lnTo>
                  <a:lnTo>
                    <a:pt x="1034415" y="180022"/>
                  </a:lnTo>
                  <a:lnTo>
                    <a:pt x="1030605" y="180499"/>
                  </a:lnTo>
                  <a:lnTo>
                    <a:pt x="1028700" y="181451"/>
                  </a:lnTo>
                  <a:lnTo>
                    <a:pt x="1023938" y="181451"/>
                  </a:lnTo>
                  <a:lnTo>
                    <a:pt x="1021556" y="181928"/>
                  </a:lnTo>
                  <a:lnTo>
                    <a:pt x="1018222" y="185261"/>
                  </a:lnTo>
                  <a:lnTo>
                    <a:pt x="1013936" y="190024"/>
                  </a:lnTo>
                  <a:lnTo>
                    <a:pt x="1010602" y="192405"/>
                  </a:lnTo>
                  <a:lnTo>
                    <a:pt x="1008221" y="195263"/>
                  </a:lnTo>
                  <a:lnTo>
                    <a:pt x="1007269" y="196215"/>
                  </a:lnTo>
                  <a:lnTo>
                    <a:pt x="1004888" y="195739"/>
                  </a:lnTo>
                  <a:lnTo>
                    <a:pt x="1002030" y="192405"/>
                  </a:lnTo>
                  <a:lnTo>
                    <a:pt x="997744" y="189547"/>
                  </a:lnTo>
                  <a:lnTo>
                    <a:pt x="993457" y="188595"/>
                  </a:lnTo>
                  <a:lnTo>
                    <a:pt x="992028" y="187642"/>
                  </a:lnTo>
                  <a:lnTo>
                    <a:pt x="987266" y="187166"/>
                  </a:lnTo>
                  <a:lnTo>
                    <a:pt x="983456" y="187166"/>
                  </a:lnTo>
                  <a:lnTo>
                    <a:pt x="978694" y="188119"/>
                  </a:lnTo>
                  <a:lnTo>
                    <a:pt x="973931" y="188119"/>
                  </a:lnTo>
                  <a:lnTo>
                    <a:pt x="972026" y="187642"/>
                  </a:lnTo>
                  <a:lnTo>
                    <a:pt x="969169" y="187642"/>
                  </a:lnTo>
                  <a:lnTo>
                    <a:pt x="963930" y="190500"/>
                  </a:lnTo>
                  <a:lnTo>
                    <a:pt x="961072" y="193834"/>
                  </a:lnTo>
                  <a:lnTo>
                    <a:pt x="957739" y="194786"/>
                  </a:lnTo>
                  <a:lnTo>
                    <a:pt x="954881" y="192881"/>
                  </a:lnTo>
                  <a:lnTo>
                    <a:pt x="951547" y="190024"/>
                  </a:lnTo>
                  <a:lnTo>
                    <a:pt x="948214" y="186690"/>
                  </a:lnTo>
                  <a:lnTo>
                    <a:pt x="946309" y="183833"/>
                  </a:lnTo>
                  <a:lnTo>
                    <a:pt x="944880" y="175736"/>
                  </a:lnTo>
                  <a:lnTo>
                    <a:pt x="949166" y="173355"/>
                  </a:lnTo>
                  <a:lnTo>
                    <a:pt x="953928" y="170497"/>
                  </a:lnTo>
                  <a:lnTo>
                    <a:pt x="954405" y="166688"/>
                  </a:lnTo>
                  <a:lnTo>
                    <a:pt x="953928" y="161925"/>
                  </a:lnTo>
                  <a:lnTo>
                    <a:pt x="954881" y="156686"/>
                  </a:lnTo>
                  <a:lnTo>
                    <a:pt x="959644" y="151447"/>
                  </a:lnTo>
                  <a:lnTo>
                    <a:pt x="962025" y="147638"/>
                  </a:lnTo>
                  <a:lnTo>
                    <a:pt x="962501" y="145256"/>
                  </a:lnTo>
                  <a:lnTo>
                    <a:pt x="964406" y="140970"/>
                  </a:lnTo>
                  <a:lnTo>
                    <a:pt x="966788" y="136684"/>
                  </a:lnTo>
                  <a:lnTo>
                    <a:pt x="969645" y="130492"/>
                  </a:lnTo>
                  <a:lnTo>
                    <a:pt x="974884" y="120491"/>
                  </a:lnTo>
                  <a:lnTo>
                    <a:pt x="981075" y="108109"/>
                  </a:lnTo>
                  <a:lnTo>
                    <a:pt x="984409" y="101917"/>
                  </a:lnTo>
                  <a:lnTo>
                    <a:pt x="982503" y="99536"/>
                  </a:lnTo>
                  <a:lnTo>
                    <a:pt x="980122" y="97631"/>
                  </a:lnTo>
                  <a:lnTo>
                    <a:pt x="972978" y="95250"/>
                  </a:lnTo>
                  <a:lnTo>
                    <a:pt x="968692" y="93821"/>
                  </a:lnTo>
                  <a:lnTo>
                    <a:pt x="965835" y="93821"/>
                  </a:lnTo>
                  <a:lnTo>
                    <a:pt x="958691" y="96679"/>
                  </a:lnTo>
                  <a:lnTo>
                    <a:pt x="954405" y="98584"/>
                  </a:lnTo>
                  <a:lnTo>
                    <a:pt x="951547" y="99536"/>
                  </a:lnTo>
                  <a:lnTo>
                    <a:pt x="947261" y="99536"/>
                  </a:lnTo>
                  <a:lnTo>
                    <a:pt x="942022" y="99060"/>
                  </a:lnTo>
                  <a:lnTo>
                    <a:pt x="939641" y="98108"/>
                  </a:lnTo>
                  <a:lnTo>
                    <a:pt x="936307" y="96679"/>
                  </a:lnTo>
                  <a:lnTo>
                    <a:pt x="930592" y="91916"/>
                  </a:lnTo>
                  <a:lnTo>
                    <a:pt x="927259" y="88106"/>
                  </a:lnTo>
                  <a:lnTo>
                    <a:pt x="922972" y="86201"/>
                  </a:lnTo>
                  <a:lnTo>
                    <a:pt x="918686" y="83820"/>
                  </a:lnTo>
                  <a:lnTo>
                    <a:pt x="916305" y="83344"/>
                  </a:lnTo>
                  <a:lnTo>
                    <a:pt x="912019" y="83820"/>
                  </a:lnTo>
                  <a:lnTo>
                    <a:pt x="906303" y="82867"/>
                  </a:lnTo>
                  <a:lnTo>
                    <a:pt x="903446" y="82391"/>
                  </a:lnTo>
                  <a:lnTo>
                    <a:pt x="900589" y="82867"/>
                  </a:lnTo>
                  <a:lnTo>
                    <a:pt x="895350" y="85249"/>
                  </a:lnTo>
                  <a:lnTo>
                    <a:pt x="889159" y="90011"/>
                  </a:lnTo>
                  <a:lnTo>
                    <a:pt x="883920" y="91440"/>
                  </a:lnTo>
                  <a:lnTo>
                    <a:pt x="878681" y="93821"/>
                  </a:lnTo>
                  <a:lnTo>
                    <a:pt x="874395" y="96679"/>
                  </a:lnTo>
                  <a:lnTo>
                    <a:pt x="870109" y="100013"/>
                  </a:lnTo>
                  <a:lnTo>
                    <a:pt x="864870" y="103346"/>
                  </a:lnTo>
                  <a:lnTo>
                    <a:pt x="862489" y="107633"/>
                  </a:lnTo>
                  <a:lnTo>
                    <a:pt x="861060" y="111442"/>
                  </a:lnTo>
                  <a:lnTo>
                    <a:pt x="856297" y="113347"/>
                  </a:lnTo>
                  <a:lnTo>
                    <a:pt x="852488" y="115253"/>
                  </a:lnTo>
                  <a:lnTo>
                    <a:pt x="848677" y="116205"/>
                  </a:lnTo>
                  <a:lnTo>
                    <a:pt x="842010" y="114776"/>
                  </a:lnTo>
                  <a:lnTo>
                    <a:pt x="837723" y="115729"/>
                  </a:lnTo>
                  <a:lnTo>
                    <a:pt x="827722" y="119539"/>
                  </a:lnTo>
                  <a:lnTo>
                    <a:pt x="822960" y="120015"/>
                  </a:lnTo>
                  <a:lnTo>
                    <a:pt x="819626" y="120491"/>
                  </a:lnTo>
                  <a:lnTo>
                    <a:pt x="816292" y="120967"/>
                  </a:lnTo>
                  <a:lnTo>
                    <a:pt x="810577" y="121920"/>
                  </a:lnTo>
                  <a:lnTo>
                    <a:pt x="808672" y="122396"/>
                  </a:lnTo>
                  <a:lnTo>
                    <a:pt x="805815" y="123349"/>
                  </a:lnTo>
                  <a:lnTo>
                    <a:pt x="802481" y="122396"/>
                  </a:lnTo>
                  <a:lnTo>
                    <a:pt x="798195" y="124778"/>
                  </a:lnTo>
                  <a:lnTo>
                    <a:pt x="785336" y="130969"/>
                  </a:lnTo>
                  <a:lnTo>
                    <a:pt x="781050" y="131921"/>
                  </a:lnTo>
                  <a:lnTo>
                    <a:pt x="778669" y="131921"/>
                  </a:lnTo>
                  <a:lnTo>
                    <a:pt x="775335" y="130016"/>
                  </a:lnTo>
                  <a:lnTo>
                    <a:pt x="771525" y="128588"/>
                  </a:lnTo>
                  <a:lnTo>
                    <a:pt x="768191" y="128588"/>
                  </a:lnTo>
                  <a:lnTo>
                    <a:pt x="763905" y="130492"/>
                  </a:lnTo>
                  <a:lnTo>
                    <a:pt x="756761" y="129064"/>
                  </a:lnTo>
                  <a:lnTo>
                    <a:pt x="748665" y="127635"/>
                  </a:lnTo>
                  <a:lnTo>
                    <a:pt x="741045" y="126206"/>
                  </a:lnTo>
                  <a:lnTo>
                    <a:pt x="738664" y="125254"/>
                  </a:lnTo>
                  <a:lnTo>
                    <a:pt x="731044" y="123349"/>
                  </a:lnTo>
                  <a:lnTo>
                    <a:pt x="720566" y="123349"/>
                  </a:lnTo>
                  <a:lnTo>
                    <a:pt x="713898" y="123349"/>
                  </a:lnTo>
                  <a:lnTo>
                    <a:pt x="710089" y="123825"/>
                  </a:lnTo>
                  <a:lnTo>
                    <a:pt x="706755" y="123349"/>
                  </a:lnTo>
                  <a:lnTo>
                    <a:pt x="702945" y="120967"/>
                  </a:lnTo>
                  <a:lnTo>
                    <a:pt x="696277" y="115253"/>
                  </a:lnTo>
                  <a:lnTo>
                    <a:pt x="692467" y="113347"/>
                  </a:lnTo>
                  <a:lnTo>
                    <a:pt x="690086" y="112395"/>
                  </a:lnTo>
                  <a:lnTo>
                    <a:pt x="689610" y="110014"/>
                  </a:lnTo>
                  <a:lnTo>
                    <a:pt x="687705" y="109538"/>
                  </a:lnTo>
                  <a:lnTo>
                    <a:pt x="686752" y="108109"/>
                  </a:lnTo>
                  <a:lnTo>
                    <a:pt x="686752" y="105728"/>
                  </a:lnTo>
                  <a:lnTo>
                    <a:pt x="686752" y="100965"/>
                  </a:lnTo>
                  <a:lnTo>
                    <a:pt x="687228" y="97631"/>
                  </a:lnTo>
                  <a:lnTo>
                    <a:pt x="686276" y="96679"/>
                  </a:lnTo>
                  <a:lnTo>
                    <a:pt x="681990" y="96203"/>
                  </a:lnTo>
                  <a:lnTo>
                    <a:pt x="676275" y="95250"/>
                  </a:lnTo>
                  <a:lnTo>
                    <a:pt x="666750" y="94774"/>
                  </a:lnTo>
                  <a:lnTo>
                    <a:pt x="662940" y="94774"/>
                  </a:lnTo>
                  <a:lnTo>
                    <a:pt x="660082" y="92869"/>
                  </a:lnTo>
                  <a:lnTo>
                    <a:pt x="656272" y="90488"/>
                  </a:lnTo>
                  <a:lnTo>
                    <a:pt x="652939" y="85725"/>
                  </a:lnTo>
                  <a:lnTo>
                    <a:pt x="650081" y="83344"/>
                  </a:lnTo>
                  <a:lnTo>
                    <a:pt x="645319" y="80486"/>
                  </a:lnTo>
                  <a:lnTo>
                    <a:pt x="640556" y="80010"/>
                  </a:lnTo>
                  <a:lnTo>
                    <a:pt x="633413" y="80486"/>
                  </a:lnTo>
                  <a:lnTo>
                    <a:pt x="628650" y="80963"/>
                  </a:lnTo>
                  <a:lnTo>
                    <a:pt x="623888" y="79534"/>
                  </a:lnTo>
                  <a:lnTo>
                    <a:pt x="621030" y="78105"/>
                  </a:lnTo>
                  <a:lnTo>
                    <a:pt x="616744" y="76200"/>
                  </a:lnTo>
                  <a:lnTo>
                    <a:pt x="610552" y="76200"/>
                  </a:lnTo>
                  <a:lnTo>
                    <a:pt x="605314" y="74771"/>
                  </a:lnTo>
                  <a:lnTo>
                    <a:pt x="600075" y="73342"/>
                  </a:lnTo>
                  <a:lnTo>
                    <a:pt x="596265" y="73819"/>
                  </a:lnTo>
                  <a:lnTo>
                    <a:pt x="593407" y="75247"/>
                  </a:lnTo>
                  <a:lnTo>
                    <a:pt x="590073" y="77153"/>
                  </a:lnTo>
                  <a:lnTo>
                    <a:pt x="586264" y="77629"/>
                  </a:lnTo>
                  <a:lnTo>
                    <a:pt x="576263" y="79058"/>
                  </a:lnTo>
                  <a:lnTo>
                    <a:pt x="573405" y="80486"/>
                  </a:lnTo>
                  <a:lnTo>
                    <a:pt x="568642" y="80963"/>
                  </a:lnTo>
                  <a:lnTo>
                    <a:pt x="564832" y="82391"/>
                  </a:lnTo>
                  <a:lnTo>
                    <a:pt x="561975" y="84772"/>
                  </a:lnTo>
                  <a:lnTo>
                    <a:pt x="559117" y="86678"/>
                  </a:lnTo>
                  <a:lnTo>
                    <a:pt x="555784" y="87630"/>
                  </a:lnTo>
                  <a:lnTo>
                    <a:pt x="551497" y="87630"/>
                  </a:lnTo>
                  <a:lnTo>
                    <a:pt x="548164" y="86678"/>
                  </a:lnTo>
                  <a:lnTo>
                    <a:pt x="546259" y="86678"/>
                  </a:lnTo>
                  <a:lnTo>
                    <a:pt x="543401" y="87630"/>
                  </a:lnTo>
                  <a:lnTo>
                    <a:pt x="540544" y="88106"/>
                  </a:lnTo>
                  <a:lnTo>
                    <a:pt x="535781" y="87154"/>
                  </a:lnTo>
                  <a:lnTo>
                    <a:pt x="533400" y="86201"/>
                  </a:lnTo>
                  <a:lnTo>
                    <a:pt x="529114" y="85725"/>
                  </a:lnTo>
                  <a:lnTo>
                    <a:pt x="526732" y="82867"/>
                  </a:lnTo>
                  <a:lnTo>
                    <a:pt x="524351" y="81439"/>
                  </a:lnTo>
                  <a:lnTo>
                    <a:pt x="520065" y="80963"/>
                  </a:lnTo>
                  <a:lnTo>
                    <a:pt x="514350" y="79534"/>
                  </a:lnTo>
                  <a:lnTo>
                    <a:pt x="511016" y="78105"/>
                  </a:lnTo>
                  <a:lnTo>
                    <a:pt x="508159" y="77153"/>
                  </a:lnTo>
                  <a:lnTo>
                    <a:pt x="503396" y="73819"/>
                  </a:lnTo>
                  <a:lnTo>
                    <a:pt x="501015" y="70961"/>
                  </a:lnTo>
                  <a:lnTo>
                    <a:pt x="498634" y="70485"/>
                  </a:lnTo>
                  <a:lnTo>
                    <a:pt x="496252" y="70485"/>
                  </a:lnTo>
                  <a:lnTo>
                    <a:pt x="494823" y="68580"/>
                  </a:lnTo>
                  <a:lnTo>
                    <a:pt x="494823" y="66199"/>
                  </a:lnTo>
                  <a:lnTo>
                    <a:pt x="495300" y="64770"/>
                  </a:lnTo>
                  <a:lnTo>
                    <a:pt x="495776" y="62389"/>
                  </a:lnTo>
                  <a:lnTo>
                    <a:pt x="494347" y="60484"/>
                  </a:lnTo>
                  <a:lnTo>
                    <a:pt x="492919" y="59531"/>
                  </a:lnTo>
                  <a:lnTo>
                    <a:pt x="492442" y="57626"/>
                  </a:lnTo>
                  <a:lnTo>
                    <a:pt x="492442" y="54292"/>
                  </a:lnTo>
                  <a:lnTo>
                    <a:pt x="491966" y="50959"/>
                  </a:lnTo>
                  <a:lnTo>
                    <a:pt x="491490" y="47625"/>
                  </a:lnTo>
                  <a:lnTo>
                    <a:pt x="490061" y="45244"/>
                  </a:lnTo>
                  <a:lnTo>
                    <a:pt x="489585" y="40481"/>
                  </a:lnTo>
                  <a:lnTo>
                    <a:pt x="490538" y="38576"/>
                  </a:lnTo>
                  <a:lnTo>
                    <a:pt x="490061" y="36195"/>
                  </a:lnTo>
                  <a:lnTo>
                    <a:pt x="488632" y="34290"/>
                  </a:lnTo>
                  <a:lnTo>
                    <a:pt x="484346" y="32861"/>
                  </a:lnTo>
                  <a:lnTo>
                    <a:pt x="478631" y="30956"/>
                  </a:lnTo>
                  <a:lnTo>
                    <a:pt x="470535" y="29051"/>
                  </a:lnTo>
                  <a:lnTo>
                    <a:pt x="466725" y="29051"/>
                  </a:lnTo>
                  <a:lnTo>
                    <a:pt x="463867" y="30004"/>
                  </a:lnTo>
                  <a:lnTo>
                    <a:pt x="461486" y="28575"/>
                  </a:lnTo>
                  <a:lnTo>
                    <a:pt x="458628" y="27146"/>
                  </a:lnTo>
                  <a:lnTo>
                    <a:pt x="453866" y="25241"/>
                  </a:lnTo>
                  <a:lnTo>
                    <a:pt x="447675" y="22860"/>
                  </a:lnTo>
                  <a:lnTo>
                    <a:pt x="441007" y="20479"/>
                  </a:lnTo>
                  <a:lnTo>
                    <a:pt x="435292" y="18097"/>
                  </a:lnTo>
                  <a:lnTo>
                    <a:pt x="432911" y="17621"/>
                  </a:lnTo>
                  <a:lnTo>
                    <a:pt x="424815" y="17145"/>
                  </a:lnTo>
                  <a:lnTo>
                    <a:pt x="418147" y="17145"/>
                  </a:lnTo>
                  <a:lnTo>
                    <a:pt x="414338" y="16192"/>
                  </a:lnTo>
                  <a:lnTo>
                    <a:pt x="409575" y="12859"/>
                  </a:lnTo>
                  <a:lnTo>
                    <a:pt x="407194" y="10954"/>
                  </a:lnTo>
                  <a:lnTo>
                    <a:pt x="403860" y="10001"/>
                  </a:lnTo>
                  <a:lnTo>
                    <a:pt x="401002" y="9525"/>
                  </a:lnTo>
                  <a:lnTo>
                    <a:pt x="396716" y="8572"/>
                  </a:lnTo>
                  <a:lnTo>
                    <a:pt x="388620" y="5239"/>
                  </a:lnTo>
                  <a:lnTo>
                    <a:pt x="385763" y="3810"/>
                  </a:lnTo>
                  <a:lnTo>
                    <a:pt x="383857" y="3334"/>
                  </a:lnTo>
                  <a:lnTo>
                    <a:pt x="381476" y="476"/>
                  </a:lnTo>
                  <a:lnTo>
                    <a:pt x="379095" y="0"/>
                  </a:lnTo>
                  <a:lnTo>
                    <a:pt x="377666" y="1905"/>
                  </a:lnTo>
                  <a:lnTo>
                    <a:pt x="376238" y="7144"/>
                  </a:lnTo>
                  <a:lnTo>
                    <a:pt x="374809" y="9525"/>
                  </a:lnTo>
                  <a:lnTo>
                    <a:pt x="370522" y="14288"/>
                  </a:lnTo>
                  <a:lnTo>
                    <a:pt x="360997" y="18097"/>
                  </a:lnTo>
                  <a:lnTo>
                    <a:pt x="359092" y="20003"/>
                  </a:lnTo>
                  <a:lnTo>
                    <a:pt x="358140" y="21431"/>
                  </a:lnTo>
                  <a:lnTo>
                    <a:pt x="356711" y="24289"/>
                  </a:lnTo>
                  <a:lnTo>
                    <a:pt x="356235" y="27622"/>
                  </a:lnTo>
                  <a:lnTo>
                    <a:pt x="355282" y="28099"/>
                  </a:lnTo>
                  <a:lnTo>
                    <a:pt x="352425" y="28575"/>
                  </a:lnTo>
                  <a:lnTo>
                    <a:pt x="350044" y="30004"/>
                  </a:lnTo>
                  <a:lnTo>
                    <a:pt x="348615" y="33338"/>
                  </a:lnTo>
                  <a:lnTo>
                    <a:pt x="347186" y="34290"/>
                  </a:lnTo>
                  <a:lnTo>
                    <a:pt x="346234" y="37624"/>
                  </a:lnTo>
                  <a:lnTo>
                    <a:pt x="346234" y="39053"/>
                  </a:lnTo>
                  <a:lnTo>
                    <a:pt x="346234" y="40481"/>
                  </a:lnTo>
                  <a:lnTo>
                    <a:pt x="345757" y="42863"/>
                  </a:lnTo>
                  <a:lnTo>
                    <a:pt x="343376" y="47625"/>
                  </a:lnTo>
                  <a:lnTo>
                    <a:pt x="342900" y="50483"/>
                  </a:lnTo>
                  <a:lnTo>
                    <a:pt x="343852" y="52388"/>
                  </a:lnTo>
                  <a:lnTo>
                    <a:pt x="346234" y="55245"/>
                  </a:lnTo>
                  <a:lnTo>
                    <a:pt x="347186" y="56674"/>
                  </a:lnTo>
                  <a:lnTo>
                    <a:pt x="347663" y="58103"/>
                  </a:lnTo>
                  <a:lnTo>
                    <a:pt x="347663" y="60484"/>
                  </a:lnTo>
                  <a:lnTo>
                    <a:pt x="349091" y="63341"/>
                  </a:lnTo>
                  <a:lnTo>
                    <a:pt x="350044" y="65722"/>
                  </a:lnTo>
                  <a:lnTo>
                    <a:pt x="351472" y="67628"/>
                  </a:lnTo>
                  <a:lnTo>
                    <a:pt x="353853" y="69056"/>
                  </a:lnTo>
                  <a:lnTo>
                    <a:pt x="356235" y="69533"/>
                  </a:lnTo>
                  <a:lnTo>
                    <a:pt x="358140" y="70961"/>
                  </a:lnTo>
                  <a:lnTo>
                    <a:pt x="358616" y="72866"/>
                  </a:lnTo>
                  <a:lnTo>
                    <a:pt x="358140" y="75724"/>
                  </a:lnTo>
                  <a:lnTo>
                    <a:pt x="357188" y="80963"/>
                  </a:lnTo>
                  <a:lnTo>
                    <a:pt x="355759" y="84296"/>
                  </a:lnTo>
                  <a:lnTo>
                    <a:pt x="354806" y="86201"/>
                  </a:lnTo>
                  <a:lnTo>
                    <a:pt x="352901" y="89535"/>
                  </a:lnTo>
                  <a:lnTo>
                    <a:pt x="352425" y="90964"/>
                  </a:lnTo>
                  <a:lnTo>
                    <a:pt x="349091" y="93821"/>
                  </a:lnTo>
                  <a:lnTo>
                    <a:pt x="346710" y="94297"/>
                  </a:lnTo>
                  <a:lnTo>
                    <a:pt x="343852" y="96679"/>
                  </a:lnTo>
                  <a:lnTo>
                    <a:pt x="341471" y="96679"/>
                  </a:lnTo>
                  <a:lnTo>
                    <a:pt x="339566" y="96679"/>
                  </a:lnTo>
                  <a:lnTo>
                    <a:pt x="337185" y="97155"/>
                  </a:lnTo>
                  <a:lnTo>
                    <a:pt x="334803" y="98108"/>
                  </a:lnTo>
                  <a:lnTo>
                    <a:pt x="333375" y="101441"/>
                  </a:lnTo>
                  <a:lnTo>
                    <a:pt x="329089" y="104299"/>
                  </a:lnTo>
                  <a:lnTo>
                    <a:pt x="327184" y="105728"/>
                  </a:lnTo>
                  <a:lnTo>
                    <a:pt x="321945" y="106204"/>
                  </a:lnTo>
                  <a:lnTo>
                    <a:pt x="319564" y="104775"/>
                  </a:lnTo>
                  <a:lnTo>
                    <a:pt x="318135" y="102870"/>
                  </a:lnTo>
                  <a:lnTo>
                    <a:pt x="316706" y="101917"/>
                  </a:lnTo>
                  <a:lnTo>
                    <a:pt x="314325" y="99536"/>
                  </a:lnTo>
                  <a:lnTo>
                    <a:pt x="304800" y="98108"/>
                  </a:lnTo>
                  <a:lnTo>
                    <a:pt x="302419" y="99060"/>
                  </a:lnTo>
                  <a:lnTo>
                    <a:pt x="300990" y="99536"/>
                  </a:lnTo>
                  <a:lnTo>
                    <a:pt x="299085" y="99060"/>
                  </a:lnTo>
                  <a:lnTo>
                    <a:pt x="298132" y="98108"/>
                  </a:lnTo>
                  <a:lnTo>
                    <a:pt x="296703" y="98108"/>
                  </a:lnTo>
                  <a:lnTo>
                    <a:pt x="293846" y="99060"/>
                  </a:lnTo>
                  <a:lnTo>
                    <a:pt x="291465" y="98584"/>
                  </a:lnTo>
                  <a:lnTo>
                    <a:pt x="288607" y="96203"/>
                  </a:lnTo>
                  <a:lnTo>
                    <a:pt x="284797" y="95250"/>
                  </a:lnTo>
                  <a:lnTo>
                    <a:pt x="282892" y="94297"/>
                  </a:lnTo>
                  <a:lnTo>
                    <a:pt x="281464" y="94297"/>
                  </a:lnTo>
                  <a:lnTo>
                    <a:pt x="280511" y="95726"/>
                  </a:lnTo>
                  <a:lnTo>
                    <a:pt x="278606" y="96203"/>
                  </a:lnTo>
                  <a:lnTo>
                    <a:pt x="277177" y="94774"/>
                  </a:lnTo>
                  <a:lnTo>
                    <a:pt x="275748" y="93821"/>
                  </a:lnTo>
                  <a:lnTo>
                    <a:pt x="273844" y="93821"/>
                  </a:lnTo>
                  <a:lnTo>
                    <a:pt x="270986" y="95726"/>
                  </a:lnTo>
                  <a:lnTo>
                    <a:pt x="266223" y="96679"/>
                  </a:lnTo>
                  <a:lnTo>
                    <a:pt x="264319" y="98108"/>
                  </a:lnTo>
                  <a:lnTo>
                    <a:pt x="261938" y="98108"/>
                  </a:lnTo>
                  <a:lnTo>
                    <a:pt x="260032" y="97155"/>
                  </a:lnTo>
                  <a:lnTo>
                    <a:pt x="258127" y="96679"/>
                  </a:lnTo>
                  <a:lnTo>
                    <a:pt x="252413" y="96679"/>
                  </a:lnTo>
                  <a:lnTo>
                    <a:pt x="250507" y="97155"/>
                  </a:lnTo>
                  <a:lnTo>
                    <a:pt x="248126" y="96203"/>
                  </a:lnTo>
                  <a:lnTo>
                    <a:pt x="247173" y="93821"/>
                  </a:lnTo>
                  <a:lnTo>
                    <a:pt x="244316" y="92392"/>
                  </a:lnTo>
                  <a:lnTo>
                    <a:pt x="240506" y="92392"/>
                  </a:lnTo>
                  <a:lnTo>
                    <a:pt x="237172" y="92392"/>
                  </a:lnTo>
                  <a:lnTo>
                    <a:pt x="235744" y="92869"/>
                  </a:lnTo>
                  <a:lnTo>
                    <a:pt x="233839" y="93345"/>
                  </a:lnTo>
                  <a:lnTo>
                    <a:pt x="231934" y="90488"/>
                  </a:lnTo>
                  <a:lnTo>
                    <a:pt x="229552" y="88583"/>
                  </a:lnTo>
                  <a:lnTo>
                    <a:pt x="228123" y="87154"/>
                  </a:lnTo>
                  <a:lnTo>
                    <a:pt x="226219" y="86201"/>
                  </a:lnTo>
                  <a:lnTo>
                    <a:pt x="224790" y="84772"/>
                  </a:lnTo>
                  <a:lnTo>
                    <a:pt x="224314" y="80963"/>
                  </a:lnTo>
                  <a:lnTo>
                    <a:pt x="223838" y="76676"/>
                  </a:lnTo>
                  <a:lnTo>
                    <a:pt x="222409" y="71914"/>
                  </a:lnTo>
                  <a:lnTo>
                    <a:pt x="221456" y="69533"/>
                  </a:lnTo>
                  <a:lnTo>
                    <a:pt x="215265" y="69056"/>
                  </a:lnTo>
                  <a:lnTo>
                    <a:pt x="212407" y="69056"/>
                  </a:lnTo>
                  <a:lnTo>
                    <a:pt x="205740" y="68580"/>
                  </a:lnTo>
                  <a:lnTo>
                    <a:pt x="201453" y="68580"/>
                  </a:lnTo>
                  <a:lnTo>
                    <a:pt x="200025" y="68580"/>
                  </a:lnTo>
                  <a:lnTo>
                    <a:pt x="195739" y="68104"/>
                  </a:lnTo>
                  <a:lnTo>
                    <a:pt x="191928" y="67628"/>
                  </a:lnTo>
                  <a:lnTo>
                    <a:pt x="188119" y="67151"/>
                  </a:lnTo>
                  <a:lnTo>
                    <a:pt x="186214" y="67628"/>
                  </a:lnTo>
                  <a:lnTo>
                    <a:pt x="182403" y="67628"/>
                  </a:lnTo>
                  <a:lnTo>
                    <a:pt x="179070" y="65246"/>
                  </a:lnTo>
                  <a:lnTo>
                    <a:pt x="177641" y="62865"/>
                  </a:lnTo>
                  <a:lnTo>
                    <a:pt x="177641" y="61436"/>
                  </a:lnTo>
                  <a:lnTo>
                    <a:pt x="176689" y="60008"/>
                  </a:lnTo>
                  <a:lnTo>
                    <a:pt x="173831" y="59531"/>
                  </a:lnTo>
                  <a:lnTo>
                    <a:pt x="170973" y="60008"/>
                  </a:lnTo>
                  <a:lnTo>
                    <a:pt x="170021" y="62865"/>
                  </a:lnTo>
                  <a:lnTo>
                    <a:pt x="168116" y="64294"/>
                  </a:lnTo>
                  <a:lnTo>
                    <a:pt x="166211" y="63817"/>
                  </a:lnTo>
                  <a:lnTo>
                    <a:pt x="164306" y="62389"/>
                  </a:lnTo>
                  <a:lnTo>
                    <a:pt x="161448" y="60484"/>
                  </a:lnTo>
                  <a:lnTo>
                    <a:pt x="159067" y="58579"/>
                  </a:lnTo>
                  <a:lnTo>
                    <a:pt x="156686" y="56197"/>
                  </a:lnTo>
                  <a:lnTo>
                    <a:pt x="154781" y="56674"/>
                  </a:lnTo>
                  <a:lnTo>
                    <a:pt x="154305" y="58579"/>
                  </a:lnTo>
                  <a:lnTo>
                    <a:pt x="153828" y="60008"/>
                  </a:lnTo>
                  <a:lnTo>
                    <a:pt x="151447" y="63341"/>
                  </a:lnTo>
                  <a:lnTo>
                    <a:pt x="148114" y="63817"/>
                  </a:lnTo>
                  <a:lnTo>
                    <a:pt x="143351" y="63341"/>
                  </a:lnTo>
                  <a:lnTo>
                    <a:pt x="138113" y="63817"/>
                  </a:lnTo>
                  <a:lnTo>
                    <a:pt x="134778" y="64770"/>
                  </a:lnTo>
                  <a:lnTo>
                    <a:pt x="132397" y="67151"/>
                  </a:lnTo>
                  <a:lnTo>
                    <a:pt x="130969" y="69056"/>
                  </a:lnTo>
                  <a:lnTo>
                    <a:pt x="128588" y="69533"/>
                  </a:lnTo>
                  <a:lnTo>
                    <a:pt x="125730" y="71438"/>
                  </a:lnTo>
                  <a:lnTo>
                    <a:pt x="124777" y="73819"/>
                  </a:lnTo>
                  <a:lnTo>
                    <a:pt x="122396" y="73342"/>
                  </a:lnTo>
                  <a:lnTo>
                    <a:pt x="120967" y="73819"/>
                  </a:lnTo>
                  <a:lnTo>
                    <a:pt x="118586" y="74295"/>
                  </a:lnTo>
                  <a:lnTo>
                    <a:pt x="112871" y="75724"/>
                  </a:lnTo>
                  <a:lnTo>
                    <a:pt x="111442" y="76200"/>
                  </a:lnTo>
                  <a:lnTo>
                    <a:pt x="107632" y="78105"/>
                  </a:lnTo>
                  <a:lnTo>
                    <a:pt x="105251" y="80010"/>
                  </a:lnTo>
                  <a:lnTo>
                    <a:pt x="102394" y="80963"/>
                  </a:lnTo>
                  <a:lnTo>
                    <a:pt x="100965" y="82867"/>
                  </a:lnTo>
                  <a:lnTo>
                    <a:pt x="99060" y="84296"/>
                  </a:lnTo>
                  <a:lnTo>
                    <a:pt x="94297" y="84772"/>
                  </a:lnTo>
                  <a:lnTo>
                    <a:pt x="89059" y="87154"/>
                  </a:lnTo>
                  <a:lnTo>
                    <a:pt x="87153" y="87630"/>
                  </a:lnTo>
                  <a:lnTo>
                    <a:pt x="84296" y="89059"/>
                  </a:lnTo>
                  <a:lnTo>
                    <a:pt x="80010" y="90011"/>
                  </a:lnTo>
                  <a:lnTo>
                    <a:pt x="78581" y="90011"/>
                  </a:lnTo>
                  <a:lnTo>
                    <a:pt x="76676" y="91440"/>
                  </a:lnTo>
                  <a:lnTo>
                    <a:pt x="75723" y="95250"/>
                  </a:lnTo>
                  <a:lnTo>
                    <a:pt x="72390" y="96203"/>
                  </a:lnTo>
                  <a:lnTo>
                    <a:pt x="68103" y="96679"/>
                  </a:lnTo>
                  <a:lnTo>
                    <a:pt x="64770" y="98584"/>
                  </a:lnTo>
                  <a:lnTo>
                    <a:pt x="64294" y="101917"/>
                  </a:lnTo>
                  <a:lnTo>
                    <a:pt x="65246" y="105251"/>
                  </a:lnTo>
                  <a:lnTo>
                    <a:pt x="64770" y="106680"/>
                  </a:lnTo>
                  <a:lnTo>
                    <a:pt x="62389" y="107633"/>
                  </a:lnTo>
                  <a:lnTo>
                    <a:pt x="58578" y="109061"/>
                  </a:lnTo>
                  <a:lnTo>
                    <a:pt x="56197" y="111442"/>
                  </a:lnTo>
                  <a:lnTo>
                    <a:pt x="52864" y="111442"/>
                  </a:lnTo>
                  <a:lnTo>
                    <a:pt x="50959" y="110966"/>
                  </a:lnTo>
                  <a:lnTo>
                    <a:pt x="49530" y="111919"/>
                  </a:lnTo>
                  <a:lnTo>
                    <a:pt x="48577" y="114776"/>
                  </a:lnTo>
                  <a:lnTo>
                    <a:pt x="46196" y="116205"/>
                  </a:lnTo>
                  <a:lnTo>
                    <a:pt x="42863" y="117634"/>
                  </a:lnTo>
                  <a:lnTo>
                    <a:pt x="41434" y="117158"/>
                  </a:lnTo>
                  <a:lnTo>
                    <a:pt x="40957" y="115729"/>
                  </a:lnTo>
                  <a:lnTo>
                    <a:pt x="39052" y="114776"/>
                  </a:lnTo>
                  <a:lnTo>
                    <a:pt x="38100" y="115253"/>
                  </a:lnTo>
                  <a:lnTo>
                    <a:pt x="38100" y="117158"/>
                  </a:lnTo>
                  <a:lnTo>
                    <a:pt x="36671" y="118586"/>
                  </a:lnTo>
                  <a:lnTo>
                    <a:pt x="34290" y="118586"/>
                  </a:lnTo>
                  <a:lnTo>
                    <a:pt x="31909" y="117634"/>
                  </a:lnTo>
                  <a:lnTo>
                    <a:pt x="30003" y="116681"/>
                  </a:lnTo>
                  <a:lnTo>
                    <a:pt x="27146" y="117158"/>
                  </a:lnTo>
                  <a:lnTo>
                    <a:pt x="23813" y="117634"/>
                  </a:lnTo>
                  <a:lnTo>
                    <a:pt x="21907" y="117158"/>
                  </a:lnTo>
                  <a:lnTo>
                    <a:pt x="20002" y="117634"/>
                  </a:lnTo>
                  <a:lnTo>
                    <a:pt x="15240" y="118586"/>
                  </a:lnTo>
                  <a:lnTo>
                    <a:pt x="13335" y="121444"/>
                  </a:lnTo>
                  <a:lnTo>
                    <a:pt x="13335" y="125254"/>
                  </a:lnTo>
                  <a:lnTo>
                    <a:pt x="12382" y="127159"/>
                  </a:lnTo>
                  <a:lnTo>
                    <a:pt x="9525" y="128588"/>
                  </a:lnTo>
                  <a:lnTo>
                    <a:pt x="8096" y="130016"/>
                  </a:lnTo>
                  <a:lnTo>
                    <a:pt x="6191" y="130969"/>
                  </a:lnTo>
                  <a:lnTo>
                    <a:pt x="2381" y="130969"/>
                  </a:lnTo>
                  <a:lnTo>
                    <a:pt x="2381" y="130969"/>
                  </a:lnTo>
                  <a:lnTo>
                    <a:pt x="2857" y="132874"/>
                  </a:lnTo>
                  <a:lnTo>
                    <a:pt x="2381" y="134779"/>
                  </a:lnTo>
                  <a:lnTo>
                    <a:pt x="2857" y="136684"/>
                  </a:lnTo>
                  <a:lnTo>
                    <a:pt x="4286" y="138113"/>
                  </a:lnTo>
                  <a:lnTo>
                    <a:pt x="3810" y="139541"/>
                  </a:lnTo>
                  <a:lnTo>
                    <a:pt x="1905" y="140494"/>
                  </a:lnTo>
                  <a:lnTo>
                    <a:pt x="476" y="141446"/>
                  </a:lnTo>
                  <a:lnTo>
                    <a:pt x="0" y="143351"/>
                  </a:lnTo>
                  <a:lnTo>
                    <a:pt x="1905" y="145256"/>
                  </a:lnTo>
                  <a:lnTo>
                    <a:pt x="2857" y="147161"/>
                  </a:lnTo>
                  <a:lnTo>
                    <a:pt x="6667" y="148114"/>
                  </a:lnTo>
                  <a:lnTo>
                    <a:pt x="9525" y="149542"/>
                  </a:lnTo>
                  <a:lnTo>
                    <a:pt x="10477" y="150971"/>
                  </a:lnTo>
                  <a:lnTo>
                    <a:pt x="10477" y="152400"/>
                  </a:lnTo>
                  <a:lnTo>
                    <a:pt x="9048" y="153829"/>
                  </a:lnTo>
                  <a:lnTo>
                    <a:pt x="7620" y="155258"/>
                  </a:lnTo>
                  <a:lnTo>
                    <a:pt x="7620" y="156210"/>
                  </a:lnTo>
                  <a:lnTo>
                    <a:pt x="8096" y="157639"/>
                  </a:lnTo>
                  <a:lnTo>
                    <a:pt x="10953" y="158115"/>
                  </a:lnTo>
                  <a:lnTo>
                    <a:pt x="13811" y="159544"/>
                  </a:lnTo>
                  <a:lnTo>
                    <a:pt x="19050" y="160972"/>
                  </a:lnTo>
                  <a:lnTo>
                    <a:pt x="22860" y="163830"/>
                  </a:lnTo>
                  <a:lnTo>
                    <a:pt x="26194" y="164783"/>
                  </a:lnTo>
                  <a:lnTo>
                    <a:pt x="28098" y="167640"/>
                  </a:lnTo>
                  <a:lnTo>
                    <a:pt x="28098" y="171926"/>
                  </a:lnTo>
                  <a:lnTo>
                    <a:pt x="31909" y="174308"/>
                  </a:lnTo>
                  <a:lnTo>
                    <a:pt x="37147" y="177165"/>
                  </a:lnTo>
                  <a:lnTo>
                    <a:pt x="40005" y="177641"/>
                  </a:lnTo>
                  <a:lnTo>
                    <a:pt x="41434" y="179070"/>
                  </a:lnTo>
                  <a:lnTo>
                    <a:pt x="44291" y="181451"/>
                  </a:lnTo>
                  <a:lnTo>
                    <a:pt x="46672" y="181928"/>
                  </a:lnTo>
                  <a:lnTo>
                    <a:pt x="49530" y="182404"/>
                  </a:lnTo>
                  <a:lnTo>
                    <a:pt x="53816" y="180499"/>
                  </a:lnTo>
                  <a:lnTo>
                    <a:pt x="59055" y="180022"/>
                  </a:lnTo>
                  <a:lnTo>
                    <a:pt x="61913" y="181451"/>
                  </a:lnTo>
                  <a:lnTo>
                    <a:pt x="64294" y="185261"/>
                  </a:lnTo>
                  <a:lnTo>
                    <a:pt x="66198" y="186690"/>
                  </a:lnTo>
                  <a:lnTo>
                    <a:pt x="67151" y="187642"/>
                  </a:lnTo>
                  <a:lnTo>
                    <a:pt x="69056" y="189071"/>
                  </a:lnTo>
                  <a:lnTo>
                    <a:pt x="70961" y="189071"/>
                  </a:lnTo>
                  <a:lnTo>
                    <a:pt x="73819" y="188119"/>
                  </a:lnTo>
                  <a:lnTo>
                    <a:pt x="75247" y="186214"/>
                  </a:lnTo>
                  <a:lnTo>
                    <a:pt x="77628" y="186690"/>
                  </a:lnTo>
                  <a:lnTo>
                    <a:pt x="78581" y="187642"/>
                  </a:lnTo>
                  <a:lnTo>
                    <a:pt x="79057" y="190024"/>
                  </a:lnTo>
                  <a:lnTo>
                    <a:pt x="80010" y="192405"/>
                  </a:lnTo>
                  <a:lnTo>
                    <a:pt x="83344" y="194310"/>
                  </a:lnTo>
                  <a:lnTo>
                    <a:pt x="87153" y="195263"/>
                  </a:lnTo>
                  <a:lnTo>
                    <a:pt x="88106" y="196215"/>
                  </a:lnTo>
                  <a:lnTo>
                    <a:pt x="88582" y="198596"/>
                  </a:lnTo>
                  <a:lnTo>
                    <a:pt x="89535" y="200501"/>
                  </a:lnTo>
                  <a:lnTo>
                    <a:pt x="90964" y="202883"/>
                  </a:lnTo>
                  <a:lnTo>
                    <a:pt x="92392" y="206692"/>
                  </a:lnTo>
                  <a:lnTo>
                    <a:pt x="92869" y="210026"/>
                  </a:lnTo>
                  <a:lnTo>
                    <a:pt x="93345" y="211931"/>
                  </a:lnTo>
                  <a:lnTo>
                    <a:pt x="95250" y="215265"/>
                  </a:lnTo>
                  <a:lnTo>
                    <a:pt x="98584" y="220028"/>
                  </a:lnTo>
                  <a:lnTo>
                    <a:pt x="100965" y="223838"/>
                  </a:lnTo>
                  <a:lnTo>
                    <a:pt x="103822" y="224790"/>
                  </a:lnTo>
                  <a:lnTo>
                    <a:pt x="106203" y="226219"/>
                  </a:lnTo>
                  <a:lnTo>
                    <a:pt x="107632" y="229076"/>
                  </a:lnTo>
                  <a:lnTo>
                    <a:pt x="110014" y="234791"/>
                  </a:lnTo>
                  <a:lnTo>
                    <a:pt x="110490" y="238601"/>
                  </a:lnTo>
                  <a:lnTo>
                    <a:pt x="110966" y="241459"/>
                  </a:lnTo>
                  <a:lnTo>
                    <a:pt x="111442" y="242888"/>
                  </a:lnTo>
                  <a:lnTo>
                    <a:pt x="111919" y="244316"/>
                  </a:lnTo>
                  <a:lnTo>
                    <a:pt x="109538" y="250031"/>
                  </a:lnTo>
                  <a:lnTo>
                    <a:pt x="108109" y="252889"/>
                  </a:lnTo>
                  <a:lnTo>
                    <a:pt x="107632" y="255270"/>
                  </a:lnTo>
                  <a:lnTo>
                    <a:pt x="109061" y="259080"/>
                  </a:lnTo>
                  <a:lnTo>
                    <a:pt x="110490" y="261938"/>
                  </a:lnTo>
                  <a:lnTo>
                    <a:pt x="110966" y="265271"/>
                  </a:lnTo>
                  <a:lnTo>
                    <a:pt x="109538" y="267176"/>
                  </a:lnTo>
                  <a:lnTo>
                    <a:pt x="106680" y="270034"/>
                  </a:lnTo>
                  <a:lnTo>
                    <a:pt x="105727" y="271463"/>
                  </a:lnTo>
                  <a:lnTo>
                    <a:pt x="103822" y="272891"/>
                  </a:lnTo>
                  <a:lnTo>
                    <a:pt x="100965" y="278130"/>
                  </a:lnTo>
                  <a:lnTo>
                    <a:pt x="99536" y="283369"/>
                  </a:lnTo>
                  <a:lnTo>
                    <a:pt x="99060" y="286703"/>
                  </a:lnTo>
                  <a:lnTo>
                    <a:pt x="100489" y="288608"/>
                  </a:lnTo>
                  <a:lnTo>
                    <a:pt x="102394" y="290989"/>
                  </a:lnTo>
                  <a:lnTo>
                    <a:pt x="102394" y="292894"/>
                  </a:lnTo>
                  <a:lnTo>
                    <a:pt x="105727" y="297656"/>
                  </a:lnTo>
                  <a:lnTo>
                    <a:pt x="106680" y="300514"/>
                  </a:lnTo>
                  <a:lnTo>
                    <a:pt x="107632" y="300514"/>
                  </a:lnTo>
                  <a:lnTo>
                    <a:pt x="109061" y="299561"/>
                  </a:lnTo>
                  <a:lnTo>
                    <a:pt x="112395" y="299561"/>
                  </a:lnTo>
                  <a:lnTo>
                    <a:pt x="115252" y="300514"/>
                  </a:lnTo>
                  <a:lnTo>
                    <a:pt x="118110" y="302419"/>
                  </a:lnTo>
                  <a:lnTo>
                    <a:pt x="121444" y="303371"/>
                  </a:lnTo>
                  <a:lnTo>
                    <a:pt x="125730" y="303371"/>
                  </a:lnTo>
                  <a:lnTo>
                    <a:pt x="128111" y="304324"/>
                  </a:lnTo>
                  <a:lnTo>
                    <a:pt x="130492" y="305276"/>
                  </a:lnTo>
                  <a:lnTo>
                    <a:pt x="135731" y="305753"/>
                  </a:lnTo>
                  <a:lnTo>
                    <a:pt x="139541" y="305753"/>
                  </a:lnTo>
                  <a:lnTo>
                    <a:pt x="145732" y="305753"/>
                  </a:lnTo>
                  <a:lnTo>
                    <a:pt x="150495" y="307181"/>
                  </a:lnTo>
                  <a:lnTo>
                    <a:pt x="159067" y="308134"/>
                  </a:lnTo>
                  <a:lnTo>
                    <a:pt x="164306" y="308134"/>
                  </a:lnTo>
                  <a:lnTo>
                    <a:pt x="171450" y="307181"/>
                  </a:lnTo>
                  <a:lnTo>
                    <a:pt x="175736" y="307658"/>
                  </a:lnTo>
                  <a:lnTo>
                    <a:pt x="188595" y="309086"/>
                  </a:lnTo>
                  <a:lnTo>
                    <a:pt x="196215" y="310991"/>
                  </a:lnTo>
                  <a:lnTo>
                    <a:pt x="200977" y="312420"/>
                  </a:lnTo>
                  <a:lnTo>
                    <a:pt x="204311" y="315278"/>
                  </a:lnTo>
                  <a:lnTo>
                    <a:pt x="208121" y="320040"/>
                  </a:lnTo>
                  <a:lnTo>
                    <a:pt x="211455" y="321945"/>
                  </a:lnTo>
                  <a:lnTo>
                    <a:pt x="219551" y="323374"/>
                  </a:lnTo>
                  <a:lnTo>
                    <a:pt x="225266" y="328613"/>
                  </a:lnTo>
                  <a:lnTo>
                    <a:pt x="229552" y="330517"/>
                  </a:lnTo>
                  <a:lnTo>
                    <a:pt x="237172" y="335280"/>
                  </a:lnTo>
                  <a:lnTo>
                    <a:pt x="242411" y="337185"/>
                  </a:lnTo>
                  <a:lnTo>
                    <a:pt x="248602" y="339090"/>
                  </a:lnTo>
                  <a:lnTo>
                    <a:pt x="258603" y="338614"/>
                  </a:lnTo>
                  <a:lnTo>
                    <a:pt x="259080" y="339090"/>
                  </a:lnTo>
                  <a:lnTo>
                    <a:pt x="258603" y="341947"/>
                  </a:lnTo>
                  <a:lnTo>
                    <a:pt x="257651" y="345758"/>
                  </a:lnTo>
                  <a:lnTo>
                    <a:pt x="257651" y="348139"/>
                  </a:lnTo>
                  <a:lnTo>
                    <a:pt x="259080" y="349567"/>
                  </a:lnTo>
                  <a:lnTo>
                    <a:pt x="262890" y="350520"/>
                  </a:lnTo>
                  <a:lnTo>
                    <a:pt x="264795" y="351949"/>
                  </a:lnTo>
                  <a:lnTo>
                    <a:pt x="266223" y="354330"/>
                  </a:lnTo>
                  <a:lnTo>
                    <a:pt x="266700" y="355759"/>
                  </a:lnTo>
                  <a:lnTo>
                    <a:pt x="270034" y="363855"/>
                  </a:lnTo>
                  <a:lnTo>
                    <a:pt x="275272" y="375285"/>
                  </a:lnTo>
                  <a:lnTo>
                    <a:pt x="276225" y="379571"/>
                  </a:lnTo>
                  <a:lnTo>
                    <a:pt x="277653" y="382429"/>
                  </a:lnTo>
                  <a:lnTo>
                    <a:pt x="283369" y="387191"/>
                  </a:lnTo>
                  <a:lnTo>
                    <a:pt x="286702" y="390525"/>
                  </a:lnTo>
                  <a:lnTo>
                    <a:pt x="290989" y="393859"/>
                  </a:lnTo>
                  <a:lnTo>
                    <a:pt x="292417" y="397192"/>
                  </a:lnTo>
                  <a:lnTo>
                    <a:pt x="292894" y="401479"/>
                  </a:lnTo>
                  <a:lnTo>
                    <a:pt x="293846" y="402431"/>
                  </a:lnTo>
                  <a:lnTo>
                    <a:pt x="301942" y="401479"/>
                  </a:lnTo>
                  <a:lnTo>
                    <a:pt x="309086" y="401003"/>
                  </a:lnTo>
                  <a:lnTo>
                    <a:pt x="321945" y="399574"/>
                  </a:lnTo>
                  <a:lnTo>
                    <a:pt x="339090" y="401955"/>
                  </a:lnTo>
                  <a:lnTo>
                    <a:pt x="357188" y="403860"/>
                  </a:lnTo>
                  <a:lnTo>
                    <a:pt x="373380" y="405765"/>
                  </a:lnTo>
                  <a:lnTo>
                    <a:pt x="381000" y="406717"/>
                  </a:lnTo>
                  <a:lnTo>
                    <a:pt x="398621" y="408622"/>
                  </a:lnTo>
                  <a:lnTo>
                    <a:pt x="408622" y="406241"/>
                  </a:lnTo>
                  <a:lnTo>
                    <a:pt x="416242" y="404336"/>
                  </a:lnTo>
                  <a:lnTo>
                    <a:pt x="419576" y="404336"/>
                  </a:lnTo>
                  <a:lnTo>
                    <a:pt x="434340" y="406717"/>
                  </a:lnTo>
                  <a:lnTo>
                    <a:pt x="443389" y="407670"/>
                  </a:lnTo>
                  <a:lnTo>
                    <a:pt x="453866" y="409099"/>
                  </a:lnTo>
                  <a:lnTo>
                    <a:pt x="461486" y="410051"/>
                  </a:lnTo>
                  <a:lnTo>
                    <a:pt x="467677" y="409575"/>
                  </a:lnTo>
                  <a:lnTo>
                    <a:pt x="470535" y="410528"/>
                  </a:lnTo>
                  <a:lnTo>
                    <a:pt x="473392" y="411480"/>
                  </a:lnTo>
                  <a:lnTo>
                    <a:pt x="475297" y="412909"/>
                  </a:lnTo>
                  <a:lnTo>
                    <a:pt x="481013" y="419576"/>
                  </a:lnTo>
                  <a:lnTo>
                    <a:pt x="483870" y="422910"/>
                  </a:lnTo>
                  <a:lnTo>
                    <a:pt x="490061" y="425291"/>
                  </a:lnTo>
                  <a:lnTo>
                    <a:pt x="504348" y="428149"/>
                  </a:lnTo>
                  <a:lnTo>
                    <a:pt x="512445" y="429578"/>
                  </a:lnTo>
                  <a:lnTo>
                    <a:pt x="521494" y="431483"/>
                  </a:lnTo>
                  <a:lnTo>
                    <a:pt x="527209" y="434340"/>
                  </a:lnTo>
                  <a:lnTo>
                    <a:pt x="534352" y="437674"/>
                  </a:lnTo>
                  <a:lnTo>
                    <a:pt x="542925" y="441484"/>
                  </a:lnTo>
                  <a:lnTo>
                    <a:pt x="552926" y="440055"/>
                  </a:lnTo>
                  <a:lnTo>
                    <a:pt x="563403" y="437674"/>
                  </a:lnTo>
                  <a:lnTo>
                    <a:pt x="570071" y="436721"/>
                  </a:lnTo>
                  <a:lnTo>
                    <a:pt x="570071" y="445294"/>
                  </a:lnTo>
                  <a:lnTo>
                    <a:pt x="579120" y="446246"/>
                  </a:lnTo>
                  <a:lnTo>
                    <a:pt x="582453" y="446246"/>
                  </a:lnTo>
                  <a:lnTo>
                    <a:pt x="586264" y="448151"/>
                  </a:lnTo>
                  <a:lnTo>
                    <a:pt x="588645" y="447199"/>
                  </a:lnTo>
                  <a:lnTo>
                    <a:pt x="591026" y="445294"/>
                  </a:lnTo>
                  <a:lnTo>
                    <a:pt x="593884" y="442436"/>
                  </a:lnTo>
                  <a:lnTo>
                    <a:pt x="597694" y="441008"/>
                  </a:lnTo>
                  <a:lnTo>
                    <a:pt x="604361" y="437674"/>
                  </a:lnTo>
                  <a:lnTo>
                    <a:pt x="606266" y="436721"/>
                  </a:lnTo>
                  <a:lnTo>
                    <a:pt x="616267" y="431959"/>
                  </a:lnTo>
                  <a:lnTo>
                    <a:pt x="631984" y="425767"/>
                  </a:lnTo>
                  <a:lnTo>
                    <a:pt x="638651" y="422910"/>
                  </a:lnTo>
                  <a:lnTo>
                    <a:pt x="640556" y="422434"/>
                  </a:lnTo>
                  <a:lnTo>
                    <a:pt x="644366" y="421005"/>
                  </a:lnTo>
                  <a:lnTo>
                    <a:pt x="647223" y="420053"/>
                  </a:lnTo>
                  <a:lnTo>
                    <a:pt x="651986" y="419100"/>
                  </a:lnTo>
                  <a:lnTo>
                    <a:pt x="658177" y="418624"/>
                  </a:lnTo>
                  <a:lnTo>
                    <a:pt x="664845" y="417671"/>
                  </a:lnTo>
                  <a:lnTo>
                    <a:pt x="680561" y="415290"/>
                  </a:lnTo>
                  <a:lnTo>
                    <a:pt x="682466" y="415290"/>
                  </a:lnTo>
                  <a:lnTo>
                    <a:pt x="691039" y="414338"/>
                  </a:lnTo>
                  <a:lnTo>
                    <a:pt x="694848" y="413385"/>
                  </a:lnTo>
                  <a:lnTo>
                    <a:pt x="700564" y="413861"/>
                  </a:lnTo>
                  <a:lnTo>
                    <a:pt x="707707" y="414338"/>
                  </a:lnTo>
                  <a:lnTo>
                    <a:pt x="712470" y="414814"/>
                  </a:lnTo>
                  <a:lnTo>
                    <a:pt x="718661" y="414338"/>
                  </a:lnTo>
                  <a:lnTo>
                    <a:pt x="727710" y="413861"/>
                  </a:lnTo>
                  <a:lnTo>
                    <a:pt x="734853" y="413861"/>
                  </a:lnTo>
                  <a:lnTo>
                    <a:pt x="738188" y="413385"/>
                  </a:lnTo>
                  <a:lnTo>
                    <a:pt x="743426" y="411004"/>
                  </a:lnTo>
                  <a:lnTo>
                    <a:pt x="746760" y="409099"/>
                  </a:lnTo>
                  <a:lnTo>
                    <a:pt x="752475" y="407194"/>
                  </a:lnTo>
                  <a:lnTo>
                    <a:pt x="759142" y="404813"/>
                  </a:lnTo>
                  <a:lnTo>
                    <a:pt x="763905" y="402908"/>
                  </a:lnTo>
                  <a:lnTo>
                    <a:pt x="766763" y="401479"/>
                  </a:lnTo>
                  <a:lnTo>
                    <a:pt x="770572" y="400050"/>
                  </a:lnTo>
                  <a:lnTo>
                    <a:pt x="771525" y="398621"/>
                  </a:lnTo>
                  <a:lnTo>
                    <a:pt x="772953" y="397192"/>
                  </a:lnTo>
                  <a:lnTo>
                    <a:pt x="774859" y="395288"/>
                  </a:lnTo>
                  <a:lnTo>
                    <a:pt x="778669" y="391478"/>
                  </a:lnTo>
                  <a:lnTo>
                    <a:pt x="781050" y="388144"/>
                  </a:lnTo>
                  <a:lnTo>
                    <a:pt x="782478" y="386239"/>
                  </a:lnTo>
                  <a:lnTo>
                    <a:pt x="785813" y="382905"/>
                  </a:lnTo>
                  <a:lnTo>
                    <a:pt x="788194" y="380524"/>
                  </a:lnTo>
                  <a:lnTo>
                    <a:pt x="791527" y="377190"/>
                  </a:lnTo>
                  <a:lnTo>
                    <a:pt x="793909" y="375761"/>
                  </a:lnTo>
                  <a:lnTo>
                    <a:pt x="797242" y="374809"/>
                  </a:lnTo>
                  <a:lnTo>
                    <a:pt x="806291" y="371475"/>
                  </a:lnTo>
                  <a:lnTo>
                    <a:pt x="808196" y="370999"/>
                  </a:lnTo>
                  <a:lnTo>
                    <a:pt x="809625" y="370522"/>
                  </a:lnTo>
                  <a:lnTo>
                    <a:pt x="812959" y="368141"/>
                  </a:lnTo>
                  <a:lnTo>
                    <a:pt x="815816" y="365760"/>
                  </a:lnTo>
                  <a:lnTo>
                    <a:pt x="817245" y="363855"/>
                  </a:lnTo>
                  <a:lnTo>
                    <a:pt x="821055" y="362903"/>
                  </a:lnTo>
                  <a:lnTo>
                    <a:pt x="822960" y="361950"/>
                  </a:lnTo>
                  <a:lnTo>
                    <a:pt x="822960" y="360045"/>
                  </a:lnTo>
                  <a:lnTo>
                    <a:pt x="822960" y="357664"/>
                  </a:lnTo>
                  <a:lnTo>
                    <a:pt x="821055" y="354806"/>
                  </a:lnTo>
                  <a:lnTo>
                    <a:pt x="819626" y="352425"/>
                  </a:lnTo>
                  <a:lnTo>
                    <a:pt x="814388" y="348139"/>
                  </a:lnTo>
                  <a:lnTo>
                    <a:pt x="811530" y="345281"/>
                  </a:lnTo>
                  <a:lnTo>
                    <a:pt x="808672" y="341947"/>
                  </a:lnTo>
                  <a:lnTo>
                    <a:pt x="807720" y="338614"/>
                  </a:lnTo>
                  <a:lnTo>
                    <a:pt x="805815" y="336709"/>
                  </a:lnTo>
                  <a:lnTo>
                    <a:pt x="804863" y="334804"/>
                  </a:lnTo>
                  <a:lnTo>
                    <a:pt x="804863" y="332422"/>
                  </a:lnTo>
                  <a:lnTo>
                    <a:pt x="807720" y="328613"/>
                  </a:lnTo>
                  <a:lnTo>
                    <a:pt x="808672" y="326231"/>
                  </a:lnTo>
                  <a:lnTo>
                    <a:pt x="809625" y="321945"/>
                  </a:lnTo>
                  <a:lnTo>
                    <a:pt x="812482" y="315754"/>
                  </a:lnTo>
                  <a:lnTo>
                    <a:pt x="814388" y="312896"/>
                  </a:lnTo>
                  <a:lnTo>
                    <a:pt x="816769" y="309563"/>
                  </a:lnTo>
                  <a:lnTo>
                    <a:pt x="821531" y="305753"/>
                  </a:lnTo>
                  <a:lnTo>
                    <a:pt x="826294" y="305276"/>
                  </a:lnTo>
                  <a:lnTo>
                    <a:pt x="829151" y="305753"/>
                  </a:lnTo>
                  <a:lnTo>
                    <a:pt x="834866" y="305753"/>
                  </a:lnTo>
                  <a:lnTo>
                    <a:pt x="839152" y="306229"/>
                  </a:lnTo>
                  <a:lnTo>
                    <a:pt x="842010" y="308134"/>
                  </a:lnTo>
                  <a:lnTo>
                    <a:pt x="845344" y="311944"/>
                  </a:lnTo>
                  <a:lnTo>
                    <a:pt x="849153" y="313372"/>
                  </a:lnTo>
                  <a:lnTo>
                    <a:pt x="861060" y="316230"/>
                  </a:lnTo>
                  <a:lnTo>
                    <a:pt x="865822" y="317183"/>
                  </a:lnTo>
                  <a:lnTo>
                    <a:pt x="869632" y="317183"/>
                  </a:lnTo>
                  <a:lnTo>
                    <a:pt x="874871" y="318135"/>
                  </a:lnTo>
                  <a:lnTo>
                    <a:pt x="876300" y="318135"/>
                  </a:lnTo>
                  <a:lnTo>
                    <a:pt x="879157" y="319088"/>
                  </a:lnTo>
                  <a:lnTo>
                    <a:pt x="881539" y="318135"/>
                  </a:lnTo>
                  <a:lnTo>
                    <a:pt x="884872" y="315754"/>
                  </a:lnTo>
                  <a:lnTo>
                    <a:pt x="889159" y="312896"/>
                  </a:lnTo>
                  <a:lnTo>
                    <a:pt x="890588" y="311944"/>
                  </a:lnTo>
                  <a:lnTo>
                    <a:pt x="894397" y="310991"/>
                  </a:lnTo>
                  <a:lnTo>
                    <a:pt x="895826" y="309563"/>
                  </a:lnTo>
                  <a:lnTo>
                    <a:pt x="898684" y="306229"/>
                  </a:lnTo>
                  <a:lnTo>
                    <a:pt x="902970" y="303847"/>
                  </a:lnTo>
                  <a:lnTo>
                    <a:pt x="907256" y="300038"/>
                  </a:lnTo>
                  <a:lnTo>
                    <a:pt x="909638" y="297180"/>
                  </a:lnTo>
                  <a:lnTo>
                    <a:pt x="910114" y="295275"/>
                  </a:lnTo>
                  <a:lnTo>
                    <a:pt x="910590" y="293370"/>
                  </a:lnTo>
                  <a:lnTo>
                    <a:pt x="912019" y="292417"/>
                  </a:lnTo>
                  <a:lnTo>
                    <a:pt x="914876" y="290989"/>
                  </a:lnTo>
                  <a:lnTo>
                    <a:pt x="918210" y="290989"/>
                  </a:lnTo>
                  <a:lnTo>
                    <a:pt x="924401" y="292894"/>
                  </a:lnTo>
                  <a:lnTo>
                    <a:pt x="932497" y="291941"/>
                  </a:lnTo>
                  <a:lnTo>
                    <a:pt x="934402" y="291941"/>
                  </a:lnTo>
                  <a:lnTo>
                    <a:pt x="942022" y="290989"/>
                  </a:lnTo>
                  <a:lnTo>
                    <a:pt x="945356" y="290036"/>
                  </a:lnTo>
                  <a:lnTo>
                    <a:pt x="950595" y="289560"/>
                  </a:lnTo>
                  <a:lnTo>
                    <a:pt x="953928" y="286226"/>
                  </a:lnTo>
                  <a:lnTo>
                    <a:pt x="959167" y="282416"/>
                  </a:lnTo>
                  <a:lnTo>
                    <a:pt x="962501" y="280035"/>
                  </a:lnTo>
                  <a:lnTo>
                    <a:pt x="964882" y="279559"/>
                  </a:lnTo>
                  <a:lnTo>
                    <a:pt x="967740" y="277654"/>
                  </a:lnTo>
                  <a:lnTo>
                    <a:pt x="969169" y="275272"/>
                  </a:lnTo>
                  <a:lnTo>
                    <a:pt x="969169" y="272891"/>
                  </a:lnTo>
                  <a:lnTo>
                    <a:pt x="968692" y="271463"/>
                  </a:lnTo>
                  <a:lnTo>
                    <a:pt x="970121" y="268129"/>
                  </a:lnTo>
                  <a:lnTo>
                    <a:pt x="973455" y="262414"/>
                  </a:lnTo>
                  <a:lnTo>
                    <a:pt x="976313" y="260033"/>
                  </a:lnTo>
                  <a:lnTo>
                    <a:pt x="978694" y="257651"/>
                  </a:lnTo>
                  <a:lnTo>
                    <a:pt x="980598" y="254317"/>
                  </a:lnTo>
                  <a:lnTo>
                    <a:pt x="982503" y="253365"/>
                  </a:lnTo>
                  <a:lnTo>
                    <a:pt x="984885" y="252889"/>
                  </a:lnTo>
                  <a:lnTo>
                    <a:pt x="988219" y="250508"/>
                  </a:lnTo>
                  <a:lnTo>
                    <a:pt x="990600" y="250031"/>
                  </a:lnTo>
                  <a:lnTo>
                    <a:pt x="994410" y="251460"/>
                  </a:lnTo>
                  <a:lnTo>
                    <a:pt x="1000601" y="251460"/>
                  </a:lnTo>
                  <a:lnTo>
                    <a:pt x="1004411" y="251936"/>
                  </a:lnTo>
                  <a:lnTo>
                    <a:pt x="1006792" y="251460"/>
                  </a:lnTo>
                  <a:lnTo>
                    <a:pt x="1007269" y="250031"/>
                  </a:lnTo>
                  <a:lnTo>
                    <a:pt x="1007269" y="248126"/>
                  </a:lnTo>
                  <a:lnTo>
                    <a:pt x="1008697" y="243840"/>
                  </a:lnTo>
                  <a:lnTo>
                    <a:pt x="1009173" y="242411"/>
                  </a:lnTo>
                  <a:lnTo>
                    <a:pt x="1010126" y="241935"/>
                  </a:lnTo>
                  <a:lnTo>
                    <a:pt x="1013936" y="241935"/>
                  </a:lnTo>
                  <a:lnTo>
                    <a:pt x="1016317" y="243364"/>
                  </a:lnTo>
                  <a:lnTo>
                    <a:pt x="1018222" y="244316"/>
                  </a:lnTo>
                  <a:lnTo>
                    <a:pt x="1020603" y="244792"/>
                  </a:lnTo>
                  <a:lnTo>
                    <a:pt x="1022985" y="243840"/>
                  </a:lnTo>
                  <a:lnTo>
                    <a:pt x="1026319" y="240506"/>
                  </a:lnTo>
                  <a:lnTo>
                    <a:pt x="1031557" y="238601"/>
                  </a:lnTo>
                  <a:lnTo>
                    <a:pt x="1034415" y="238125"/>
                  </a:lnTo>
                  <a:lnTo>
                    <a:pt x="1039653" y="236220"/>
                  </a:lnTo>
                  <a:lnTo>
                    <a:pt x="1042988" y="236696"/>
                  </a:lnTo>
                  <a:lnTo>
                    <a:pt x="1049179" y="237172"/>
                  </a:lnTo>
                  <a:lnTo>
                    <a:pt x="1051560" y="236696"/>
                  </a:lnTo>
                  <a:lnTo>
                    <a:pt x="1053942" y="237172"/>
                  </a:lnTo>
                  <a:lnTo>
                    <a:pt x="1056323" y="234791"/>
                  </a:lnTo>
                  <a:lnTo>
                    <a:pt x="1057751" y="234315"/>
                  </a:lnTo>
                  <a:lnTo>
                    <a:pt x="1062038" y="235267"/>
                  </a:lnTo>
                  <a:lnTo>
                    <a:pt x="1064419" y="237172"/>
                  </a:lnTo>
                  <a:lnTo>
                    <a:pt x="1068705" y="239554"/>
                  </a:lnTo>
                  <a:lnTo>
                    <a:pt x="1074419" y="240506"/>
                  </a:lnTo>
                  <a:lnTo>
                    <a:pt x="1079182" y="240030"/>
                  </a:lnTo>
                  <a:lnTo>
                    <a:pt x="1084421" y="240983"/>
                  </a:lnTo>
                  <a:lnTo>
                    <a:pt x="1087279" y="240983"/>
                  </a:lnTo>
                  <a:lnTo>
                    <a:pt x="1088707" y="240030"/>
                  </a:lnTo>
                  <a:lnTo>
                    <a:pt x="1092994" y="238125"/>
                  </a:lnTo>
                  <a:lnTo>
                    <a:pt x="1093946" y="235744"/>
                  </a:lnTo>
                  <a:lnTo>
                    <a:pt x="1093469" y="232886"/>
                  </a:lnTo>
                  <a:close/>
                </a:path>
              </a:pathLst>
            </a:custGeom>
            <a:grpFill/>
            <a:ln w="317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D1C4D59A-E757-4FD1-90B5-D962A5E13704}"/>
                </a:ext>
              </a:extLst>
            </p:cNvPr>
            <p:cNvSpPr/>
            <p:nvPr/>
          </p:nvSpPr>
          <p:spPr>
            <a:xfrm>
              <a:off x="5301614" y="3441858"/>
              <a:ext cx="561975" cy="515302"/>
            </a:xfrm>
            <a:custGeom>
              <a:avLst/>
              <a:gdLst>
                <a:gd name="connsiteX0" fmla="*/ 561975 w 561975"/>
                <a:gd name="connsiteY0" fmla="*/ 270986 h 515302"/>
                <a:gd name="connsiteX1" fmla="*/ 561975 w 561975"/>
                <a:gd name="connsiteY1" fmla="*/ 260985 h 515302"/>
                <a:gd name="connsiteX2" fmla="*/ 561975 w 561975"/>
                <a:gd name="connsiteY2" fmla="*/ 252413 h 515302"/>
                <a:gd name="connsiteX3" fmla="*/ 561975 w 561975"/>
                <a:gd name="connsiteY3" fmla="*/ 241459 h 515302"/>
                <a:gd name="connsiteX4" fmla="*/ 561975 w 561975"/>
                <a:gd name="connsiteY4" fmla="*/ 231934 h 515302"/>
                <a:gd name="connsiteX5" fmla="*/ 561975 w 561975"/>
                <a:gd name="connsiteY5" fmla="*/ 221932 h 515302"/>
                <a:gd name="connsiteX6" fmla="*/ 561975 w 561975"/>
                <a:gd name="connsiteY6" fmla="*/ 212884 h 515302"/>
                <a:gd name="connsiteX7" fmla="*/ 561975 w 561975"/>
                <a:gd name="connsiteY7" fmla="*/ 206692 h 515302"/>
                <a:gd name="connsiteX8" fmla="*/ 551022 w 561975"/>
                <a:gd name="connsiteY8" fmla="*/ 208597 h 515302"/>
                <a:gd name="connsiteX9" fmla="*/ 543402 w 561975"/>
                <a:gd name="connsiteY9" fmla="*/ 210026 h 515302"/>
                <a:gd name="connsiteX10" fmla="*/ 534829 w 561975"/>
                <a:gd name="connsiteY10" fmla="*/ 211931 h 515302"/>
                <a:gd name="connsiteX11" fmla="*/ 533877 w 561975"/>
                <a:gd name="connsiteY11" fmla="*/ 211931 h 515302"/>
                <a:gd name="connsiteX12" fmla="*/ 531972 w 561975"/>
                <a:gd name="connsiteY12" fmla="*/ 211931 h 515302"/>
                <a:gd name="connsiteX13" fmla="*/ 531019 w 561975"/>
                <a:gd name="connsiteY13" fmla="*/ 211931 h 515302"/>
                <a:gd name="connsiteX14" fmla="*/ 528638 w 561975"/>
                <a:gd name="connsiteY14" fmla="*/ 210979 h 515302"/>
                <a:gd name="connsiteX15" fmla="*/ 525780 w 561975"/>
                <a:gd name="connsiteY15" fmla="*/ 209074 h 515302"/>
                <a:gd name="connsiteX16" fmla="*/ 524352 w 561975"/>
                <a:gd name="connsiteY16" fmla="*/ 208121 h 515302"/>
                <a:gd name="connsiteX17" fmla="*/ 523875 w 561975"/>
                <a:gd name="connsiteY17" fmla="*/ 206216 h 515302"/>
                <a:gd name="connsiteX18" fmla="*/ 524828 w 561975"/>
                <a:gd name="connsiteY18" fmla="*/ 204311 h 515302"/>
                <a:gd name="connsiteX19" fmla="*/ 526256 w 561975"/>
                <a:gd name="connsiteY19" fmla="*/ 202406 h 515302"/>
                <a:gd name="connsiteX20" fmla="*/ 526733 w 561975"/>
                <a:gd name="connsiteY20" fmla="*/ 200501 h 515302"/>
                <a:gd name="connsiteX21" fmla="*/ 527685 w 561975"/>
                <a:gd name="connsiteY21" fmla="*/ 199549 h 515302"/>
                <a:gd name="connsiteX22" fmla="*/ 528638 w 561975"/>
                <a:gd name="connsiteY22" fmla="*/ 198596 h 515302"/>
                <a:gd name="connsiteX23" fmla="*/ 528638 w 561975"/>
                <a:gd name="connsiteY23" fmla="*/ 197167 h 515302"/>
                <a:gd name="connsiteX24" fmla="*/ 527685 w 561975"/>
                <a:gd name="connsiteY24" fmla="*/ 195263 h 515302"/>
                <a:gd name="connsiteX25" fmla="*/ 526733 w 561975"/>
                <a:gd name="connsiteY25" fmla="*/ 191929 h 515302"/>
                <a:gd name="connsiteX26" fmla="*/ 526733 w 561975"/>
                <a:gd name="connsiteY26" fmla="*/ 186690 h 515302"/>
                <a:gd name="connsiteX27" fmla="*/ 526733 w 561975"/>
                <a:gd name="connsiteY27" fmla="*/ 184785 h 515302"/>
                <a:gd name="connsiteX28" fmla="*/ 527209 w 561975"/>
                <a:gd name="connsiteY28" fmla="*/ 183832 h 515302"/>
                <a:gd name="connsiteX29" fmla="*/ 524352 w 561975"/>
                <a:gd name="connsiteY29" fmla="*/ 181928 h 515302"/>
                <a:gd name="connsiteX30" fmla="*/ 519589 w 561975"/>
                <a:gd name="connsiteY30" fmla="*/ 179546 h 515302"/>
                <a:gd name="connsiteX31" fmla="*/ 515303 w 561975"/>
                <a:gd name="connsiteY31" fmla="*/ 178117 h 515302"/>
                <a:gd name="connsiteX32" fmla="*/ 513398 w 561975"/>
                <a:gd name="connsiteY32" fmla="*/ 177641 h 515302"/>
                <a:gd name="connsiteX33" fmla="*/ 508635 w 561975"/>
                <a:gd name="connsiteY33" fmla="*/ 177165 h 515302"/>
                <a:gd name="connsiteX34" fmla="*/ 501968 w 561975"/>
                <a:gd name="connsiteY34" fmla="*/ 175260 h 515302"/>
                <a:gd name="connsiteX35" fmla="*/ 500063 w 561975"/>
                <a:gd name="connsiteY35" fmla="*/ 174307 h 515302"/>
                <a:gd name="connsiteX36" fmla="*/ 495777 w 561975"/>
                <a:gd name="connsiteY36" fmla="*/ 169545 h 515302"/>
                <a:gd name="connsiteX37" fmla="*/ 493395 w 561975"/>
                <a:gd name="connsiteY37" fmla="*/ 168116 h 515302"/>
                <a:gd name="connsiteX38" fmla="*/ 483394 w 561975"/>
                <a:gd name="connsiteY38" fmla="*/ 167164 h 515302"/>
                <a:gd name="connsiteX39" fmla="*/ 480536 w 561975"/>
                <a:gd name="connsiteY39" fmla="*/ 166211 h 515302"/>
                <a:gd name="connsiteX40" fmla="*/ 477679 w 561975"/>
                <a:gd name="connsiteY40" fmla="*/ 165259 h 515302"/>
                <a:gd name="connsiteX41" fmla="*/ 475298 w 561975"/>
                <a:gd name="connsiteY41" fmla="*/ 163354 h 515302"/>
                <a:gd name="connsiteX42" fmla="*/ 473869 w 561975"/>
                <a:gd name="connsiteY42" fmla="*/ 160496 h 515302"/>
                <a:gd name="connsiteX43" fmla="*/ 473869 w 561975"/>
                <a:gd name="connsiteY43" fmla="*/ 158591 h 515302"/>
                <a:gd name="connsiteX44" fmla="*/ 472916 w 561975"/>
                <a:gd name="connsiteY44" fmla="*/ 157163 h 515302"/>
                <a:gd name="connsiteX45" fmla="*/ 461963 w 561975"/>
                <a:gd name="connsiteY45" fmla="*/ 151924 h 515302"/>
                <a:gd name="connsiteX46" fmla="*/ 459105 w 561975"/>
                <a:gd name="connsiteY46" fmla="*/ 150019 h 515302"/>
                <a:gd name="connsiteX47" fmla="*/ 457677 w 561975"/>
                <a:gd name="connsiteY47" fmla="*/ 148114 h 515302"/>
                <a:gd name="connsiteX48" fmla="*/ 457677 w 561975"/>
                <a:gd name="connsiteY48" fmla="*/ 145732 h 515302"/>
                <a:gd name="connsiteX49" fmla="*/ 457677 w 561975"/>
                <a:gd name="connsiteY49" fmla="*/ 142399 h 515302"/>
                <a:gd name="connsiteX50" fmla="*/ 457200 w 561975"/>
                <a:gd name="connsiteY50" fmla="*/ 139541 h 515302"/>
                <a:gd name="connsiteX51" fmla="*/ 456724 w 561975"/>
                <a:gd name="connsiteY51" fmla="*/ 138113 h 515302"/>
                <a:gd name="connsiteX52" fmla="*/ 451961 w 561975"/>
                <a:gd name="connsiteY52" fmla="*/ 134779 h 515302"/>
                <a:gd name="connsiteX53" fmla="*/ 441008 w 561975"/>
                <a:gd name="connsiteY53" fmla="*/ 127159 h 515302"/>
                <a:gd name="connsiteX54" fmla="*/ 429578 w 561975"/>
                <a:gd name="connsiteY54" fmla="*/ 119539 h 515302"/>
                <a:gd name="connsiteX55" fmla="*/ 418624 w 561975"/>
                <a:gd name="connsiteY55" fmla="*/ 112395 h 515302"/>
                <a:gd name="connsiteX56" fmla="*/ 407194 w 561975"/>
                <a:gd name="connsiteY56" fmla="*/ 104775 h 515302"/>
                <a:gd name="connsiteX57" fmla="*/ 396240 w 561975"/>
                <a:gd name="connsiteY57" fmla="*/ 97155 h 515302"/>
                <a:gd name="connsiteX58" fmla="*/ 385286 w 561975"/>
                <a:gd name="connsiteY58" fmla="*/ 89535 h 515302"/>
                <a:gd name="connsiteX59" fmla="*/ 373856 w 561975"/>
                <a:gd name="connsiteY59" fmla="*/ 81915 h 515302"/>
                <a:gd name="connsiteX60" fmla="*/ 362903 w 561975"/>
                <a:gd name="connsiteY60" fmla="*/ 74295 h 515302"/>
                <a:gd name="connsiteX61" fmla="*/ 351949 w 561975"/>
                <a:gd name="connsiteY61" fmla="*/ 66675 h 515302"/>
                <a:gd name="connsiteX62" fmla="*/ 340519 w 561975"/>
                <a:gd name="connsiteY62" fmla="*/ 59055 h 515302"/>
                <a:gd name="connsiteX63" fmla="*/ 329565 w 561975"/>
                <a:gd name="connsiteY63" fmla="*/ 51435 h 515302"/>
                <a:gd name="connsiteX64" fmla="*/ 318135 w 561975"/>
                <a:gd name="connsiteY64" fmla="*/ 43815 h 515302"/>
                <a:gd name="connsiteX65" fmla="*/ 307181 w 561975"/>
                <a:gd name="connsiteY65" fmla="*/ 36195 h 515302"/>
                <a:gd name="connsiteX66" fmla="*/ 296228 w 561975"/>
                <a:gd name="connsiteY66" fmla="*/ 28575 h 515302"/>
                <a:gd name="connsiteX67" fmla="*/ 284798 w 561975"/>
                <a:gd name="connsiteY67" fmla="*/ 20955 h 515302"/>
                <a:gd name="connsiteX68" fmla="*/ 273844 w 561975"/>
                <a:gd name="connsiteY68" fmla="*/ 13335 h 515302"/>
                <a:gd name="connsiteX69" fmla="*/ 264319 w 561975"/>
                <a:gd name="connsiteY69" fmla="*/ 7144 h 515302"/>
                <a:gd name="connsiteX70" fmla="*/ 253841 w 561975"/>
                <a:gd name="connsiteY70" fmla="*/ 0 h 515302"/>
                <a:gd name="connsiteX71" fmla="*/ 241935 w 561975"/>
                <a:gd name="connsiteY71" fmla="*/ 0 h 515302"/>
                <a:gd name="connsiteX72" fmla="*/ 226219 w 561975"/>
                <a:gd name="connsiteY72" fmla="*/ 0 h 515302"/>
                <a:gd name="connsiteX73" fmla="*/ 215265 w 561975"/>
                <a:gd name="connsiteY73" fmla="*/ 0 h 515302"/>
                <a:gd name="connsiteX74" fmla="*/ 204311 w 561975"/>
                <a:gd name="connsiteY74" fmla="*/ 0 h 515302"/>
                <a:gd name="connsiteX75" fmla="*/ 193834 w 561975"/>
                <a:gd name="connsiteY75" fmla="*/ 0 h 515302"/>
                <a:gd name="connsiteX76" fmla="*/ 194786 w 561975"/>
                <a:gd name="connsiteY76" fmla="*/ 8572 h 515302"/>
                <a:gd name="connsiteX77" fmla="*/ 195739 w 561975"/>
                <a:gd name="connsiteY77" fmla="*/ 17145 h 515302"/>
                <a:gd name="connsiteX78" fmla="*/ 196691 w 561975"/>
                <a:gd name="connsiteY78" fmla="*/ 26194 h 515302"/>
                <a:gd name="connsiteX79" fmla="*/ 197644 w 561975"/>
                <a:gd name="connsiteY79" fmla="*/ 34766 h 515302"/>
                <a:gd name="connsiteX80" fmla="*/ 198597 w 561975"/>
                <a:gd name="connsiteY80" fmla="*/ 43815 h 515302"/>
                <a:gd name="connsiteX81" fmla="*/ 199549 w 561975"/>
                <a:gd name="connsiteY81" fmla="*/ 52864 h 515302"/>
                <a:gd name="connsiteX82" fmla="*/ 200502 w 561975"/>
                <a:gd name="connsiteY82" fmla="*/ 61436 h 515302"/>
                <a:gd name="connsiteX83" fmla="*/ 201454 w 561975"/>
                <a:gd name="connsiteY83" fmla="*/ 70485 h 515302"/>
                <a:gd name="connsiteX84" fmla="*/ 202406 w 561975"/>
                <a:gd name="connsiteY84" fmla="*/ 79057 h 515302"/>
                <a:gd name="connsiteX85" fmla="*/ 203359 w 561975"/>
                <a:gd name="connsiteY85" fmla="*/ 87630 h 515302"/>
                <a:gd name="connsiteX86" fmla="*/ 204311 w 561975"/>
                <a:gd name="connsiteY86" fmla="*/ 96679 h 515302"/>
                <a:gd name="connsiteX87" fmla="*/ 205264 w 561975"/>
                <a:gd name="connsiteY87" fmla="*/ 105251 h 515302"/>
                <a:gd name="connsiteX88" fmla="*/ 206216 w 561975"/>
                <a:gd name="connsiteY88" fmla="*/ 114300 h 515302"/>
                <a:gd name="connsiteX89" fmla="*/ 207169 w 561975"/>
                <a:gd name="connsiteY89" fmla="*/ 122872 h 515302"/>
                <a:gd name="connsiteX90" fmla="*/ 208122 w 561975"/>
                <a:gd name="connsiteY90" fmla="*/ 131445 h 515302"/>
                <a:gd name="connsiteX91" fmla="*/ 209074 w 561975"/>
                <a:gd name="connsiteY91" fmla="*/ 140494 h 515302"/>
                <a:gd name="connsiteX92" fmla="*/ 210027 w 561975"/>
                <a:gd name="connsiteY92" fmla="*/ 149066 h 515302"/>
                <a:gd name="connsiteX93" fmla="*/ 210979 w 561975"/>
                <a:gd name="connsiteY93" fmla="*/ 157639 h 515302"/>
                <a:gd name="connsiteX94" fmla="*/ 211931 w 561975"/>
                <a:gd name="connsiteY94" fmla="*/ 166688 h 515302"/>
                <a:gd name="connsiteX95" fmla="*/ 212884 w 561975"/>
                <a:gd name="connsiteY95" fmla="*/ 175260 h 515302"/>
                <a:gd name="connsiteX96" fmla="*/ 213836 w 561975"/>
                <a:gd name="connsiteY96" fmla="*/ 183832 h 515302"/>
                <a:gd name="connsiteX97" fmla="*/ 214789 w 561975"/>
                <a:gd name="connsiteY97" fmla="*/ 192405 h 515302"/>
                <a:gd name="connsiteX98" fmla="*/ 215741 w 561975"/>
                <a:gd name="connsiteY98" fmla="*/ 201454 h 515302"/>
                <a:gd name="connsiteX99" fmla="*/ 216694 w 561975"/>
                <a:gd name="connsiteY99" fmla="*/ 210026 h 515302"/>
                <a:gd name="connsiteX100" fmla="*/ 217647 w 561975"/>
                <a:gd name="connsiteY100" fmla="*/ 218599 h 515302"/>
                <a:gd name="connsiteX101" fmla="*/ 218599 w 561975"/>
                <a:gd name="connsiteY101" fmla="*/ 227171 h 515302"/>
                <a:gd name="connsiteX102" fmla="*/ 219552 w 561975"/>
                <a:gd name="connsiteY102" fmla="*/ 235744 h 515302"/>
                <a:gd name="connsiteX103" fmla="*/ 220504 w 561975"/>
                <a:gd name="connsiteY103" fmla="*/ 244316 h 515302"/>
                <a:gd name="connsiteX104" fmla="*/ 221456 w 561975"/>
                <a:gd name="connsiteY104" fmla="*/ 252889 h 515302"/>
                <a:gd name="connsiteX105" fmla="*/ 222409 w 561975"/>
                <a:gd name="connsiteY105" fmla="*/ 261938 h 515302"/>
                <a:gd name="connsiteX106" fmla="*/ 223838 w 561975"/>
                <a:gd name="connsiteY106" fmla="*/ 270510 h 515302"/>
                <a:gd name="connsiteX107" fmla="*/ 224790 w 561975"/>
                <a:gd name="connsiteY107" fmla="*/ 279082 h 515302"/>
                <a:gd name="connsiteX108" fmla="*/ 225743 w 561975"/>
                <a:gd name="connsiteY108" fmla="*/ 287655 h 515302"/>
                <a:gd name="connsiteX109" fmla="*/ 226695 w 561975"/>
                <a:gd name="connsiteY109" fmla="*/ 295751 h 515302"/>
                <a:gd name="connsiteX110" fmla="*/ 230505 w 561975"/>
                <a:gd name="connsiteY110" fmla="*/ 300038 h 515302"/>
                <a:gd name="connsiteX111" fmla="*/ 235744 w 561975"/>
                <a:gd name="connsiteY111" fmla="*/ 305753 h 515302"/>
                <a:gd name="connsiteX112" fmla="*/ 234315 w 561975"/>
                <a:gd name="connsiteY112" fmla="*/ 313372 h 515302"/>
                <a:gd name="connsiteX113" fmla="*/ 232410 w 561975"/>
                <a:gd name="connsiteY113" fmla="*/ 322897 h 515302"/>
                <a:gd name="connsiteX114" fmla="*/ 230505 w 561975"/>
                <a:gd name="connsiteY114" fmla="*/ 332899 h 515302"/>
                <a:gd name="connsiteX115" fmla="*/ 223361 w 561975"/>
                <a:gd name="connsiteY115" fmla="*/ 332899 h 515302"/>
                <a:gd name="connsiteX116" fmla="*/ 216218 w 561975"/>
                <a:gd name="connsiteY116" fmla="*/ 332899 h 515302"/>
                <a:gd name="connsiteX117" fmla="*/ 209550 w 561975"/>
                <a:gd name="connsiteY117" fmla="*/ 332899 h 515302"/>
                <a:gd name="connsiteX118" fmla="*/ 202406 w 561975"/>
                <a:gd name="connsiteY118" fmla="*/ 332899 h 515302"/>
                <a:gd name="connsiteX119" fmla="*/ 195263 w 561975"/>
                <a:gd name="connsiteY119" fmla="*/ 332899 h 515302"/>
                <a:gd name="connsiteX120" fmla="*/ 188595 w 561975"/>
                <a:gd name="connsiteY120" fmla="*/ 332899 h 515302"/>
                <a:gd name="connsiteX121" fmla="*/ 181452 w 561975"/>
                <a:gd name="connsiteY121" fmla="*/ 332899 h 515302"/>
                <a:gd name="connsiteX122" fmla="*/ 174784 w 561975"/>
                <a:gd name="connsiteY122" fmla="*/ 332899 h 515302"/>
                <a:gd name="connsiteX123" fmla="*/ 167640 w 561975"/>
                <a:gd name="connsiteY123" fmla="*/ 332899 h 515302"/>
                <a:gd name="connsiteX124" fmla="*/ 160973 w 561975"/>
                <a:gd name="connsiteY124" fmla="*/ 332899 h 515302"/>
                <a:gd name="connsiteX125" fmla="*/ 153829 w 561975"/>
                <a:gd name="connsiteY125" fmla="*/ 332899 h 515302"/>
                <a:gd name="connsiteX126" fmla="*/ 146685 w 561975"/>
                <a:gd name="connsiteY126" fmla="*/ 332899 h 515302"/>
                <a:gd name="connsiteX127" fmla="*/ 140018 w 561975"/>
                <a:gd name="connsiteY127" fmla="*/ 332899 h 515302"/>
                <a:gd name="connsiteX128" fmla="*/ 132874 w 561975"/>
                <a:gd name="connsiteY128" fmla="*/ 332899 h 515302"/>
                <a:gd name="connsiteX129" fmla="*/ 126206 w 561975"/>
                <a:gd name="connsiteY129" fmla="*/ 332899 h 515302"/>
                <a:gd name="connsiteX130" fmla="*/ 119063 w 561975"/>
                <a:gd name="connsiteY130" fmla="*/ 332899 h 515302"/>
                <a:gd name="connsiteX131" fmla="*/ 112395 w 561975"/>
                <a:gd name="connsiteY131" fmla="*/ 332899 h 515302"/>
                <a:gd name="connsiteX132" fmla="*/ 105728 w 561975"/>
                <a:gd name="connsiteY132" fmla="*/ 332899 h 515302"/>
                <a:gd name="connsiteX133" fmla="*/ 101918 w 561975"/>
                <a:gd name="connsiteY133" fmla="*/ 332422 h 515302"/>
                <a:gd name="connsiteX134" fmla="*/ 100489 w 561975"/>
                <a:gd name="connsiteY134" fmla="*/ 331946 h 515302"/>
                <a:gd name="connsiteX135" fmla="*/ 100013 w 561975"/>
                <a:gd name="connsiteY135" fmla="*/ 326707 h 515302"/>
                <a:gd name="connsiteX136" fmla="*/ 98584 w 561975"/>
                <a:gd name="connsiteY136" fmla="*/ 326707 h 515302"/>
                <a:gd name="connsiteX137" fmla="*/ 97155 w 561975"/>
                <a:gd name="connsiteY137" fmla="*/ 328613 h 515302"/>
                <a:gd name="connsiteX138" fmla="*/ 96679 w 561975"/>
                <a:gd name="connsiteY138" fmla="*/ 330041 h 515302"/>
                <a:gd name="connsiteX139" fmla="*/ 96679 w 561975"/>
                <a:gd name="connsiteY139" fmla="*/ 332422 h 515302"/>
                <a:gd name="connsiteX140" fmla="*/ 96679 w 561975"/>
                <a:gd name="connsiteY140" fmla="*/ 333851 h 515302"/>
                <a:gd name="connsiteX141" fmla="*/ 91916 w 561975"/>
                <a:gd name="connsiteY141" fmla="*/ 334804 h 515302"/>
                <a:gd name="connsiteX142" fmla="*/ 86202 w 561975"/>
                <a:gd name="connsiteY142" fmla="*/ 336232 h 515302"/>
                <a:gd name="connsiteX143" fmla="*/ 79534 w 561975"/>
                <a:gd name="connsiteY143" fmla="*/ 337185 h 515302"/>
                <a:gd name="connsiteX144" fmla="*/ 73343 w 561975"/>
                <a:gd name="connsiteY144" fmla="*/ 336709 h 515302"/>
                <a:gd name="connsiteX145" fmla="*/ 70961 w 561975"/>
                <a:gd name="connsiteY145" fmla="*/ 336232 h 515302"/>
                <a:gd name="connsiteX146" fmla="*/ 69056 w 561975"/>
                <a:gd name="connsiteY146" fmla="*/ 335756 h 515302"/>
                <a:gd name="connsiteX147" fmla="*/ 63818 w 561975"/>
                <a:gd name="connsiteY147" fmla="*/ 334804 h 515302"/>
                <a:gd name="connsiteX148" fmla="*/ 60960 w 561975"/>
                <a:gd name="connsiteY148" fmla="*/ 334804 h 515302"/>
                <a:gd name="connsiteX149" fmla="*/ 57627 w 561975"/>
                <a:gd name="connsiteY149" fmla="*/ 334804 h 515302"/>
                <a:gd name="connsiteX150" fmla="*/ 54293 w 561975"/>
                <a:gd name="connsiteY150" fmla="*/ 335280 h 515302"/>
                <a:gd name="connsiteX151" fmla="*/ 52864 w 561975"/>
                <a:gd name="connsiteY151" fmla="*/ 336232 h 515302"/>
                <a:gd name="connsiteX152" fmla="*/ 50006 w 561975"/>
                <a:gd name="connsiteY152" fmla="*/ 340042 h 515302"/>
                <a:gd name="connsiteX153" fmla="*/ 47149 w 561975"/>
                <a:gd name="connsiteY153" fmla="*/ 344805 h 515302"/>
                <a:gd name="connsiteX154" fmla="*/ 45720 w 561975"/>
                <a:gd name="connsiteY154" fmla="*/ 344805 h 515302"/>
                <a:gd name="connsiteX155" fmla="*/ 43339 w 561975"/>
                <a:gd name="connsiteY155" fmla="*/ 341947 h 515302"/>
                <a:gd name="connsiteX156" fmla="*/ 38100 w 561975"/>
                <a:gd name="connsiteY156" fmla="*/ 337661 h 515302"/>
                <a:gd name="connsiteX157" fmla="*/ 31433 w 561975"/>
                <a:gd name="connsiteY157" fmla="*/ 331470 h 515302"/>
                <a:gd name="connsiteX158" fmla="*/ 28099 w 561975"/>
                <a:gd name="connsiteY158" fmla="*/ 328136 h 515302"/>
                <a:gd name="connsiteX159" fmla="*/ 26670 w 561975"/>
                <a:gd name="connsiteY159" fmla="*/ 328136 h 515302"/>
                <a:gd name="connsiteX160" fmla="*/ 23336 w 561975"/>
                <a:gd name="connsiteY160" fmla="*/ 330041 h 515302"/>
                <a:gd name="connsiteX161" fmla="*/ 20955 w 561975"/>
                <a:gd name="connsiteY161" fmla="*/ 332422 h 515302"/>
                <a:gd name="connsiteX162" fmla="*/ 18098 w 561975"/>
                <a:gd name="connsiteY162" fmla="*/ 335280 h 515302"/>
                <a:gd name="connsiteX163" fmla="*/ 16669 w 561975"/>
                <a:gd name="connsiteY163" fmla="*/ 338138 h 515302"/>
                <a:gd name="connsiteX164" fmla="*/ 15716 w 561975"/>
                <a:gd name="connsiteY164" fmla="*/ 341471 h 515302"/>
                <a:gd name="connsiteX165" fmla="*/ 15240 w 561975"/>
                <a:gd name="connsiteY165" fmla="*/ 345281 h 515302"/>
                <a:gd name="connsiteX166" fmla="*/ 13811 w 561975"/>
                <a:gd name="connsiteY166" fmla="*/ 350044 h 515302"/>
                <a:gd name="connsiteX167" fmla="*/ 11906 w 561975"/>
                <a:gd name="connsiteY167" fmla="*/ 353854 h 515302"/>
                <a:gd name="connsiteX168" fmla="*/ 9049 w 561975"/>
                <a:gd name="connsiteY168" fmla="*/ 356711 h 515302"/>
                <a:gd name="connsiteX169" fmla="*/ 7144 w 561975"/>
                <a:gd name="connsiteY169" fmla="*/ 357664 h 515302"/>
                <a:gd name="connsiteX170" fmla="*/ 6191 w 561975"/>
                <a:gd name="connsiteY170" fmla="*/ 358616 h 515302"/>
                <a:gd name="connsiteX171" fmla="*/ 0 w 561975"/>
                <a:gd name="connsiteY171" fmla="*/ 356235 h 515302"/>
                <a:gd name="connsiteX172" fmla="*/ 3334 w 561975"/>
                <a:gd name="connsiteY172" fmla="*/ 361950 h 515302"/>
                <a:gd name="connsiteX173" fmla="*/ 2858 w 561975"/>
                <a:gd name="connsiteY173" fmla="*/ 364331 h 515302"/>
                <a:gd name="connsiteX174" fmla="*/ 1905 w 561975"/>
                <a:gd name="connsiteY174" fmla="*/ 368617 h 515302"/>
                <a:gd name="connsiteX175" fmla="*/ 3810 w 561975"/>
                <a:gd name="connsiteY175" fmla="*/ 370999 h 515302"/>
                <a:gd name="connsiteX176" fmla="*/ 5715 w 561975"/>
                <a:gd name="connsiteY176" fmla="*/ 372904 h 515302"/>
                <a:gd name="connsiteX177" fmla="*/ 7620 w 561975"/>
                <a:gd name="connsiteY177" fmla="*/ 374809 h 515302"/>
                <a:gd name="connsiteX178" fmla="*/ 9049 w 561975"/>
                <a:gd name="connsiteY178" fmla="*/ 377190 h 515302"/>
                <a:gd name="connsiteX179" fmla="*/ 9525 w 561975"/>
                <a:gd name="connsiteY179" fmla="*/ 381476 h 515302"/>
                <a:gd name="connsiteX180" fmla="*/ 9049 w 561975"/>
                <a:gd name="connsiteY180" fmla="*/ 384810 h 515302"/>
                <a:gd name="connsiteX181" fmla="*/ 10002 w 561975"/>
                <a:gd name="connsiteY181" fmla="*/ 386239 h 515302"/>
                <a:gd name="connsiteX182" fmla="*/ 10954 w 561975"/>
                <a:gd name="connsiteY182" fmla="*/ 388144 h 515302"/>
                <a:gd name="connsiteX183" fmla="*/ 10954 w 561975"/>
                <a:gd name="connsiteY183" fmla="*/ 390049 h 515302"/>
                <a:gd name="connsiteX184" fmla="*/ 10478 w 561975"/>
                <a:gd name="connsiteY184" fmla="*/ 391478 h 515302"/>
                <a:gd name="connsiteX185" fmla="*/ 8097 w 561975"/>
                <a:gd name="connsiteY185" fmla="*/ 393382 h 515302"/>
                <a:gd name="connsiteX186" fmla="*/ 8097 w 561975"/>
                <a:gd name="connsiteY186" fmla="*/ 396716 h 515302"/>
                <a:gd name="connsiteX187" fmla="*/ 10954 w 561975"/>
                <a:gd name="connsiteY187" fmla="*/ 401003 h 515302"/>
                <a:gd name="connsiteX188" fmla="*/ 13335 w 561975"/>
                <a:gd name="connsiteY188" fmla="*/ 402907 h 515302"/>
                <a:gd name="connsiteX189" fmla="*/ 13335 w 561975"/>
                <a:gd name="connsiteY189" fmla="*/ 404336 h 515302"/>
                <a:gd name="connsiteX190" fmla="*/ 13811 w 561975"/>
                <a:gd name="connsiteY190" fmla="*/ 405765 h 515302"/>
                <a:gd name="connsiteX191" fmla="*/ 15240 w 561975"/>
                <a:gd name="connsiteY191" fmla="*/ 407670 h 515302"/>
                <a:gd name="connsiteX192" fmla="*/ 16193 w 561975"/>
                <a:gd name="connsiteY192" fmla="*/ 407194 h 515302"/>
                <a:gd name="connsiteX193" fmla="*/ 17622 w 561975"/>
                <a:gd name="connsiteY193" fmla="*/ 405765 h 515302"/>
                <a:gd name="connsiteX194" fmla="*/ 18098 w 561975"/>
                <a:gd name="connsiteY194" fmla="*/ 404813 h 515302"/>
                <a:gd name="connsiteX195" fmla="*/ 20955 w 561975"/>
                <a:gd name="connsiteY195" fmla="*/ 405289 h 515302"/>
                <a:gd name="connsiteX196" fmla="*/ 21908 w 561975"/>
                <a:gd name="connsiteY196" fmla="*/ 405765 h 515302"/>
                <a:gd name="connsiteX197" fmla="*/ 23813 w 561975"/>
                <a:gd name="connsiteY197" fmla="*/ 408146 h 515302"/>
                <a:gd name="connsiteX198" fmla="*/ 24765 w 561975"/>
                <a:gd name="connsiteY198" fmla="*/ 410051 h 515302"/>
                <a:gd name="connsiteX199" fmla="*/ 25241 w 561975"/>
                <a:gd name="connsiteY199" fmla="*/ 412432 h 515302"/>
                <a:gd name="connsiteX200" fmla="*/ 27147 w 561975"/>
                <a:gd name="connsiteY200" fmla="*/ 415290 h 515302"/>
                <a:gd name="connsiteX201" fmla="*/ 28575 w 561975"/>
                <a:gd name="connsiteY201" fmla="*/ 417195 h 515302"/>
                <a:gd name="connsiteX202" fmla="*/ 29052 w 561975"/>
                <a:gd name="connsiteY202" fmla="*/ 418624 h 515302"/>
                <a:gd name="connsiteX203" fmla="*/ 30480 w 561975"/>
                <a:gd name="connsiteY203" fmla="*/ 420053 h 515302"/>
                <a:gd name="connsiteX204" fmla="*/ 29528 w 561975"/>
                <a:gd name="connsiteY204" fmla="*/ 423863 h 515302"/>
                <a:gd name="connsiteX205" fmla="*/ 29528 w 561975"/>
                <a:gd name="connsiteY205" fmla="*/ 425767 h 515302"/>
                <a:gd name="connsiteX206" fmla="*/ 28575 w 561975"/>
                <a:gd name="connsiteY206" fmla="*/ 431006 h 515302"/>
                <a:gd name="connsiteX207" fmla="*/ 28575 w 561975"/>
                <a:gd name="connsiteY207" fmla="*/ 433388 h 515302"/>
                <a:gd name="connsiteX208" fmla="*/ 28575 w 561975"/>
                <a:gd name="connsiteY208" fmla="*/ 434340 h 515302"/>
                <a:gd name="connsiteX209" fmla="*/ 30956 w 561975"/>
                <a:gd name="connsiteY209" fmla="*/ 436245 h 515302"/>
                <a:gd name="connsiteX210" fmla="*/ 30480 w 561975"/>
                <a:gd name="connsiteY210" fmla="*/ 438626 h 515302"/>
                <a:gd name="connsiteX211" fmla="*/ 29528 w 561975"/>
                <a:gd name="connsiteY211" fmla="*/ 439579 h 515302"/>
                <a:gd name="connsiteX212" fmla="*/ 28575 w 561975"/>
                <a:gd name="connsiteY212" fmla="*/ 441484 h 515302"/>
                <a:gd name="connsiteX213" fmla="*/ 27623 w 561975"/>
                <a:gd name="connsiteY213" fmla="*/ 443865 h 515302"/>
                <a:gd name="connsiteX214" fmla="*/ 26670 w 561975"/>
                <a:gd name="connsiteY214" fmla="*/ 445770 h 515302"/>
                <a:gd name="connsiteX215" fmla="*/ 27147 w 561975"/>
                <a:gd name="connsiteY215" fmla="*/ 446722 h 515302"/>
                <a:gd name="connsiteX216" fmla="*/ 29528 w 561975"/>
                <a:gd name="connsiteY216" fmla="*/ 448628 h 515302"/>
                <a:gd name="connsiteX217" fmla="*/ 33338 w 561975"/>
                <a:gd name="connsiteY217" fmla="*/ 451961 h 515302"/>
                <a:gd name="connsiteX218" fmla="*/ 34766 w 561975"/>
                <a:gd name="connsiteY218" fmla="*/ 452438 h 515302"/>
                <a:gd name="connsiteX219" fmla="*/ 36672 w 561975"/>
                <a:gd name="connsiteY219" fmla="*/ 451485 h 515302"/>
                <a:gd name="connsiteX220" fmla="*/ 39529 w 561975"/>
                <a:gd name="connsiteY220" fmla="*/ 449104 h 515302"/>
                <a:gd name="connsiteX221" fmla="*/ 41434 w 561975"/>
                <a:gd name="connsiteY221" fmla="*/ 446722 h 515302"/>
                <a:gd name="connsiteX222" fmla="*/ 43815 w 561975"/>
                <a:gd name="connsiteY222" fmla="*/ 445294 h 515302"/>
                <a:gd name="connsiteX223" fmla="*/ 46197 w 561975"/>
                <a:gd name="connsiteY223" fmla="*/ 445294 h 515302"/>
                <a:gd name="connsiteX224" fmla="*/ 48102 w 561975"/>
                <a:gd name="connsiteY224" fmla="*/ 447199 h 515302"/>
                <a:gd name="connsiteX225" fmla="*/ 50483 w 561975"/>
                <a:gd name="connsiteY225" fmla="*/ 451009 h 515302"/>
                <a:gd name="connsiteX226" fmla="*/ 52388 w 561975"/>
                <a:gd name="connsiteY226" fmla="*/ 454819 h 515302"/>
                <a:gd name="connsiteX227" fmla="*/ 52864 w 561975"/>
                <a:gd name="connsiteY227" fmla="*/ 455295 h 515302"/>
                <a:gd name="connsiteX228" fmla="*/ 53816 w 561975"/>
                <a:gd name="connsiteY228" fmla="*/ 455771 h 515302"/>
                <a:gd name="connsiteX229" fmla="*/ 54769 w 561975"/>
                <a:gd name="connsiteY229" fmla="*/ 455771 h 515302"/>
                <a:gd name="connsiteX230" fmla="*/ 55722 w 561975"/>
                <a:gd name="connsiteY230" fmla="*/ 454819 h 515302"/>
                <a:gd name="connsiteX231" fmla="*/ 56674 w 561975"/>
                <a:gd name="connsiteY231" fmla="*/ 454342 h 515302"/>
                <a:gd name="connsiteX232" fmla="*/ 57627 w 561975"/>
                <a:gd name="connsiteY232" fmla="*/ 452914 h 515302"/>
                <a:gd name="connsiteX233" fmla="*/ 61913 w 561975"/>
                <a:gd name="connsiteY233" fmla="*/ 447675 h 515302"/>
                <a:gd name="connsiteX234" fmla="*/ 65247 w 561975"/>
                <a:gd name="connsiteY234" fmla="*/ 446246 h 515302"/>
                <a:gd name="connsiteX235" fmla="*/ 66199 w 561975"/>
                <a:gd name="connsiteY235" fmla="*/ 445770 h 515302"/>
                <a:gd name="connsiteX236" fmla="*/ 68580 w 561975"/>
                <a:gd name="connsiteY236" fmla="*/ 445294 h 515302"/>
                <a:gd name="connsiteX237" fmla="*/ 71914 w 561975"/>
                <a:gd name="connsiteY237" fmla="*/ 446246 h 515302"/>
                <a:gd name="connsiteX238" fmla="*/ 77629 w 561975"/>
                <a:gd name="connsiteY238" fmla="*/ 448628 h 515302"/>
                <a:gd name="connsiteX239" fmla="*/ 83820 w 561975"/>
                <a:gd name="connsiteY239" fmla="*/ 451009 h 515302"/>
                <a:gd name="connsiteX240" fmla="*/ 86202 w 561975"/>
                <a:gd name="connsiteY240" fmla="*/ 451485 h 515302"/>
                <a:gd name="connsiteX241" fmla="*/ 87630 w 561975"/>
                <a:gd name="connsiteY241" fmla="*/ 451009 h 515302"/>
                <a:gd name="connsiteX242" fmla="*/ 89535 w 561975"/>
                <a:gd name="connsiteY242" fmla="*/ 447675 h 515302"/>
                <a:gd name="connsiteX243" fmla="*/ 91916 w 561975"/>
                <a:gd name="connsiteY243" fmla="*/ 446246 h 515302"/>
                <a:gd name="connsiteX244" fmla="*/ 95250 w 561975"/>
                <a:gd name="connsiteY244" fmla="*/ 444817 h 515302"/>
                <a:gd name="connsiteX245" fmla="*/ 98108 w 561975"/>
                <a:gd name="connsiteY245" fmla="*/ 443865 h 515302"/>
                <a:gd name="connsiteX246" fmla="*/ 99536 w 561975"/>
                <a:gd name="connsiteY246" fmla="*/ 443865 h 515302"/>
                <a:gd name="connsiteX247" fmla="*/ 100013 w 561975"/>
                <a:gd name="connsiteY247" fmla="*/ 442913 h 515302"/>
                <a:gd name="connsiteX248" fmla="*/ 100489 w 561975"/>
                <a:gd name="connsiteY248" fmla="*/ 441484 h 515302"/>
                <a:gd name="connsiteX249" fmla="*/ 100013 w 561975"/>
                <a:gd name="connsiteY249" fmla="*/ 440055 h 515302"/>
                <a:gd name="connsiteX250" fmla="*/ 98584 w 561975"/>
                <a:gd name="connsiteY250" fmla="*/ 437197 h 515302"/>
                <a:gd name="connsiteX251" fmla="*/ 98108 w 561975"/>
                <a:gd name="connsiteY251" fmla="*/ 436721 h 515302"/>
                <a:gd name="connsiteX252" fmla="*/ 99536 w 561975"/>
                <a:gd name="connsiteY252" fmla="*/ 436245 h 515302"/>
                <a:gd name="connsiteX253" fmla="*/ 101441 w 561975"/>
                <a:gd name="connsiteY253" fmla="*/ 435769 h 515302"/>
                <a:gd name="connsiteX254" fmla="*/ 104299 w 561975"/>
                <a:gd name="connsiteY254" fmla="*/ 435769 h 515302"/>
                <a:gd name="connsiteX255" fmla="*/ 107633 w 561975"/>
                <a:gd name="connsiteY255" fmla="*/ 437197 h 515302"/>
                <a:gd name="connsiteX256" fmla="*/ 110490 w 561975"/>
                <a:gd name="connsiteY256" fmla="*/ 438626 h 515302"/>
                <a:gd name="connsiteX257" fmla="*/ 111919 w 561975"/>
                <a:gd name="connsiteY257" fmla="*/ 440531 h 515302"/>
                <a:gd name="connsiteX258" fmla="*/ 113348 w 561975"/>
                <a:gd name="connsiteY258" fmla="*/ 444817 h 515302"/>
                <a:gd name="connsiteX259" fmla="*/ 114777 w 561975"/>
                <a:gd name="connsiteY259" fmla="*/ 448628 h 515302"/>
                <a:gd name="connsiteX260" fmla="*/ 118110 w 561975"/>
                <a:gd name="connsiteY260" fmla="*/ 454819 h 515302"/>
                <a:gd name="connsiteX261" fmla="*/ 118110 w 561975"/>
                <a:gd name="connsiteY261" fmla="*/ 459105 h 515302"/>
                <a:gd name="connsiteX262" fmla="*/ 117634 w 561975"/>
                <a:gd name="connsiteY262" fmla="*/ 463391 h 515302"/>
                <a:gd name="connsiteX263" fmla="*/ 119063 w 561975"/>
                <a:gd name="connsiteY263" fmla="*/ 464344 h 515302"/>
                <a:gd name="connsiteX264" fmla="*/ 120968 w 561975"/>
                <a:gd name="connsiteY264" fmla="*/ 464820 h 515302"/>
                <a:gd name="connsiteX265" fmla="*/ 121444 w 561975"/>
                <a:gd name="connsiteY265" fmla="*/ 465296 h 515302"/>
                <a:gd name="connsiteX266" fmla="*/ 123349 w 561975"/>
                <a:gd name="connsiteY266" fmla="*/ 469106 h 515302"/>
                <a:gd name="connsiteX267" fmla="*/ 124778 w 561975"/>
                <a:gd name="connsiteY267" fmla="*/ 470059 h 515302"/>
                <a:gd name="connsiteX268" fmla="*/ 126683 w 561975"/>
                <a:gd name="connsiteY268" fmla="*/ 470059 h 515302"/>
                <a:gd name="connsiteX269" fmla="*/ 130016 w 561975"/>
                <a:gd name="connsiteY269" fmla="*/ 472440 h 515302"/>
                <a:gd name="connsiteX270" fmla="*/ 131922 w 561975"/>
                <a:gd name="connsiteY270" fmla="*/ 473392 h 515302"/>
                <a:gd name="connsiteX271" fmla="*/ 132398 w 561975"/>
                <a:gd name="connsiteY271" fmla="*/ 473869 h 515302"/>
                <a:gd name="connsiteX272" fmla="*/ 132398 w 561975"/>
                <a:gd name="connsiteY272" fmla="*/ 474821 h 515302"/>
                <a:gd name="connsiteX273" fmla="*/ 131445 w 561975"/>
                <a:gd name="connsiteY273" fmla="*/ 476250 h 515302"/>
                <a:gd name="connsiteX274" fmla="*/ 130016 w 561975"/>
                <a:gd name="connsiteY274" fmla="*/ 476726 h 515302"/>
                <a:gd name="connsiteX275" fmla="*/ 128111 w 561975"/>
                <a:gd name="connsiteY275" fmla="*/ 478155 h 515302"/>
                <a:gd name="connsiteX276" fmla="*/ 126683 w 561975"/>
                <a:gd name="connsiteY276" fmla="*/ 480536 h 515302"/>
                <a:gd name="connsiteX277" fmla="*/ 123349 w 561975"/>
                <a:gd name="connsiteY277" fmla="*/ 485299 h 515302"/>
                <a:gd name="connsiteX278" fmla="*/ 123349 w 561975"/>
                <a:gd name="connsiteY278" fmla="*/ 486251 h 515302"/>
                <a:gd name="connsiteX279" fmla="*/ 123825 w 561975"/>
                <a:gd name="connsiteY279" fmla="*/ 486728 h 515302"/>
                <a:gd name="connsiteX280" fmla="*/ 125254 w 561975"/>
                <a:gd name="connsiteY280" fmla="*/ 486728 h 515302"/>
                <a:gd name="connsiteX281" fmla="*/ 126683 w 561975"/>
                <a:gd name="connsiteY281" fmla="*/ 486251 h 515302"/>
                <a:gd name="connsiteX282" fmla="*/ 129540 w 561975"/>
                <a:gd name="connsiteY282" fmla="*/ 484822 h 515302"/>
                <a:gd name="connsiteX283" fmla="*/ 131922 w 561975"/>
                <a:gd name="connsiteY283" fmla="*/ 485299 h 515302"/>
                <a:gd name="connsiteX284" fmla="*/ 134303 w 561975"/>
                <a:gd name="connsiteY284" fmla="*/ 486728 h 515302"/>
                <a:gd name="connsiteX285" fmla="*/ 135255 w 561975"/>
                <a:gd name="connsiteY285" fmla="*/ 488156 h 515302"/>
                <a:gd name="connsiteX286" fmla="*/ 135255 w 561975"/>
                <a:gd name="connsiteY286" fmla="*/ 490061 h 515302"/>
                <a:gd name="connsiteX287" fmla="*/ 134779 w 561975"/>
                <a:gd name="connsiteY287" fmla="*/ 492442 h 515302"/>
                <a:gd name="connsiteX288" fmla="*/ 134779 w 561975"/>
                <a:gd name="connsiteY288" fmla="*/ 494824 h 515302"/>
                <a:gd name="connsiteX289" fmla="*/ 135731 w 561975"/>
                <a:gd name="connsiteY289" fmla="*/ 499586 h 515302"/>
                <a:gd name="connsiteX290" fmla="*/ 136684 w 561975"/>
                <a:gd name="connsiteY290" fmla="*/ 503872 h 515302"/>
                <a:gd name="connsiteX291" fmla="*/ 138113 w 561975"/>
                <a:gd name="connsiteY291" fmla="*/ 505301 h 515302"/>
                <a:gd name="connsiteX292" fmla="*/ 145733 w 561975"/>
                <a:gd name="connsiteY292" fmla="*/ 509588 h 515302"/>
                <a:gd name="connsiteX293" fmla="*/ 146209 w 561975"/>
                <a:gd name="connsiteY293" fmla="*/ 511016 h 515302"/>
                <a:gd name="connsiteX294" fmla="*/ 146685 w 561975"/>
                <a:gd name="connsiteY294" fmla="*/ 512445 h 515302"/>
                <a:gd name="connsiteX295" fmla="*/ 146209 w 561975"/>
                <a:gd name="connsiteY295" fmla="*/ 514826 h 515302"/>
                <a:gd name="connsiteX296" fmla="*/ 147161 w 561975"/>
                <a:gd name="connsiteY296" fmla="*/ 514826 h 515302"/>
                <a:gd name="connsiteX297" fmla="*/ 149543 w 561975"/>
                <a:gd name="connsiteY297" fmla="*/ 513874 h 515302"/>
                <a:gd name="connsiteX298" fmla="*/ 151924 w 561975"/>
                <a:gd name="connsiteY298" fmla="*/ 512445 h 515302"/>
                <a:gd name="connsiteX299" fmla="*/ 154305 w 561975"/>
                <a:gd name="connsiteY299" fmla="*/ 508635 h 515302"/>
                <a:gd name="connsiteX300" fmla="*/ 157163 w 561975"/>
                <a:gd name="connsiteY300" fmla="*/ 505778 h 515302"/>
                <a:gd name="connsiteX301" fmla="*/ 160497 w 561975"/>
                <a:gd name="connsiteY301" fmla="*/ 506254 h 515302"/>
                <a:gd name="connsiteX302" fmla="*/ 161925 w 561975"/>
                <a:gd name="connsiteY302" fmla="*/ 505301 h 515302"/>
                <a:gd name="connsiteX303" fmla="*/ 162878 w 561975"/>
                <a:gd name="connsiteY303" fmla="*/ 505301 h 515302"/>
                <a:gd name="connsiteX304" fmla="*/ 164306 w 561975"/>
                <a:gd name="connsiteY304" fmla="*/ 507206 h 515302"/>
                <a:gd name="connsiteX305" fmla="*/ 165735 w 561975"/>
                <a:gd name="connsiteY305" fmla="*/ 508635 h 515302"/>
                <a:gd name="connsiteX306" fmla="*/ 166688 w 561975"/>
                <a:gd name="connsiteY306" fmla="*/ 508635 h 515302"/>
                <a:gd name="connsiteX307" fmla="*/ 167640 w 561975"/>
                <a:gd name="connsiteY307" fmla="*/ 511492 h 515302"/>
                <a:gd name="connsiteX308" fmla="*/ 173831 w 561975"/>
                <a:gd name="connsiteY308" fmla="*/ 512445 h 515302"/>
                <a:gd name="connsiteX309" fmla="*/ 176213 w 561975"/>
                <a:gd name="connsiteY309" fmla="*/ 513397 h 515302"/>
                <a:gd name="connsiteX310" fmla="*/ 178594 w 561975"/>
                <a:gd name="connsiteY310" fmla="*/ 515303 h 515302"/>
                <a:gd name="connsiteX311" fmla="*/ 179070 w 561975"/>
                <a:gd name="connsiteY311" fmla="*/ 515303 h 515302"/>
                <a:gd name="connsiteX312" fmla="*/ 180023 w 561975"/>
                <a:gd name="connsiteY312" fmla="*/ 514826 h 515302"/>
                <a:gd name="connsiteX313" fmla="*/ 180975 w 561975"/>
                <a:gd name="connsiteY313" fmla="*/ 514350 h 515302"/>
                <a:gd name="connsiteX314" fmla="*/ 180975 w 561975"/>
                <a:gd name="connsiteY314" fmla="*/ 513397 h 515302"/>
                <a:gd name="connsiteX315" fmla="*/ 180023 w 561975"/>
                <a:gd name="connsiteY315" fmla="*/ 511969 h 515302"/>
                <a:gd name="connsiteX316" fmla="*/ 180499 w 561975"/>
                <a:gd name="connsiteY316" fmla="*/ 510064 h 515302"/>
                <a:gd name="connsiteX317" fmla="*/ 181452 w 561975"/>
                <a:gd name="connsiteY317" fmla="*/ 508635 h 515302"/>
                <a:gd name="connsiteX318" fmla="*/ 182880 w 561975"/>
                <a:gd name="connsiteY318" fmla="*/ 508635 h 515302"/>
                <a:gd name="connsiteX319" fmla="*/ 185261 w 561975"/>
                <a:gd name="connsiteY319" fmla="*/ 508159 h 515302"/>
                <a:gd name="connsiteX320" fmla="*/ 188119 w 561975"/>
                <a:gd name="connsiteY320" fmla="*/ 508159 h 515302"/>
                <a:gd name="connsiteX321" fmla="*/ 190500 w 561975"/>
                <a:gd name="connsiteY321" fmla="*/ 508635 h 515302"/>
                <a:gd name="connsiteX322" fmla="*/ 190977 w 561975"/>
                <a:gd name="connsiteY322" fmla="*/ 507206 h 515302"/>
                <a:gd name="connsiteX323" fmla="*/ 190500 w 561975"/>
                <a:gd name="connsiteY323" fmla="*/ 502920 h 515302"/>
                <a:gd name="connsiteX324" fmla="*/ 190500 w 561975"/>
                <a:gd name="connsiteY324" fmla="*/ 500539 h 515302"/>
                <a:gd name="connsiteX325" fmla="*/ 190977 w 561975"/>
                <a:gd name="connsiteY325" fmla="*/ 498634 h 515302"/>
                <a:gd name="connsiteX326" fmla="*/ 191453 w 561975"/>
                <a:gd name="connsiteY326" fmla="*/ 498157 h 515302"/>
                <a:gd name="connsiteX327" fmla="*/ 194786 w 561975"/>
                <a:gd name="connsiteY327" fmla="*/ 500539 h 515302"/>
                <a:gd name="connsiteX328" fmla="*/ 197644 w 561975"/>
                <a:gd name="connsiteY328" fmla="*/ 501491 h 515302"/>
                <a:gd name="connsiteX329" fmla="*/ 199549 w 561975"/>
                <a:gd name="connsiteY329" fmla="*/ 501491 h 515302"/>
                <a:gd name="connsiteX330" fmla="*/ 200025 w 561975"/>
                <a:gd name="connsiteY330" fmla="*/ 501015 h 515302"/>
                <a:gd name="connsiteX331" fmla="*/ 199073 w 561975"/>
                <a:gd name="connsiteY331" fmla="*/ 498157 h 515302"/>
                <a:gd name="connsiteX332" fmla="*/ 199549 w 561975"/>
                <a:gd name="connsiteY332" fmla="*/ 497681 h 515302"/>
                <a:gd name="connsiteX333" fmla="*/ 200025 w 561975"/>
                <a:gd name="connsiteY333" fmla="*/ 497205 h 515302"/>
                <a:gd name="connsiteX334" fmla="*/ 201454 w 561975"/>
                <a:gd name="connsiteY334" fmla="*/ 496729 h 515302"/>
                <a:gd name="connsiteX335" fmla="*/ 204788 w 561975"/>
                <a:gd name="connsiteY335" fmla="*/ 495776 h 515302"/>
                <a:gd name="connsiteX336" fmla="*/ 205264 w 561975"/>
                <a:gd name="connsiteY336" fmla="*/ 495776 h 515302"/>
                <a:gd name="connsiteX337" fmla="*/ 206216 w 561975"/>
                <a:gd name="connsiteY337" fmla="*/ 500063 h 515302"/>
                <a:gd name="connsiteX338" fmla="*/ 205740 w 561975"/>
                <a:gd name="connsiteY338" fmla="*/ 501491 h 515302"/>
                <a:gd name="connsiteX339" fmla="*/ 206216 w 561975"/>
                <a:gd name="connsiteY339" fmla="*/ 504349 h 515302"/>
                <a:gd name="connsiteX340" fmla="*/ 207169 w 561975"/>
                <a:gd name="connsiteY340" fmla="*/ 506730 h 515302"/>
                <a:gd name="connsiteX341" fmla="*/ 207169 w 561975"/>
                <a:gd name="connsiteY341" fmla="*/ 507682 h 515302"/>
                <a:gd name="connsiteX342" fmla="*/ 206693 w 561975"/>
                <a:gd name="connsiteY342" fmla="*/ 509588 h 515302"/>
                <a:gd name="connsiteX343" fmla="*/ 205740 w 561975"/>
                <a:gd name="connsiteY343" fmla="*/ 511016 h 515302"/>
                <a:gd name="connsiteX344" fmla="*/ 205740 w 561975"/>
                <a:gd name="connsiteY344" fmla="*/ 511492 h 515302"/>
                <a:gd name="connsiteX345" fmla="*/ 207169 w 561975"/>
                <a:gd name="connsiteY345" fmla="*/ 512445 h 515302"/>
                <a:gd name="connsiteX346" fmla="*/ 210027 w 561975"/>
                <a:gd name="connsiteY346" fmla="*/ 513397 h 515302"/>
                <a:gd name="connsiteX347" fmla="*/ 212884 w 561975"/>
                <a:gd name="connsiteY347" fmla="*/ 513874 h 515302"/>
                <a:gd name="connsiteX348" fmla="*/ 214313 w 561975"/>
                <a:gd name="connsiteY348" fmla="*/ 511969 h 515302"/>
                <a:gd name="connsiteX349" fmla="*/ 215741 w 561975"/>
                <a:gd name="connsiteY349" fmla="*/ 511016 h 515302"/>
                <a:gd name="connsiteX350" fmla="*/ 217170 w 561975"/>
                <a:gd name="connsiteY350" fmla="*/ 510064 h 515302"/>
                <a:gd name="connsiteX351" fmla="*/ 217170 w 561975"/>
                <a:gd name="connsiteY351" fmla="*/ 508159 h 515302"/>
                <a:gd name="connsiteX352" fmla="*/ 219075 w 561975"/>
                <a:gd name="connsiteY352" fmla="*/ 507206 h 515302"/>
                <a:gd name="connsiteX353" fmla="*/ 224314 w 561975"/>
                <a:gd name="connsiteY353" fmla="*/ 505778 h 515302"/>
                <a:gd name="connsiteX354" fmla="*/ 229077 w 561975"/>
                <a:gd name="connsiteY354" fmla="*/ 505301 h 515302"/>
                <a:gd name="connsiteX355" fmla="*/ 230029 w 561975"/>
                <a:gd name="connsiteY355" fmla="*/ 505778 h 515302"/>
                <a:gd name="connsiteX356" fmla="*/ 230505 w 561975"/>
                <a:gd name="connsiteY356" fmla="*/ 503872 h 515302"/>
                <a:gd name="connsiteX357" fmla="*/ 231458 w 561975"/>
                <a:gd name="connsiteY357" fmla="*/ 501015 h 515302"/>
                <a:gd name="connsiteX358" fmla="*/ 231458 w 561975"/>
                <a:gd name="connsiteY358" fmla="*/ 498634 h 515302"/>
                <a:gd name="connsiteX359" fmla="*/ 232410 w 561975"/>
                <a:gd name="connsiteY359" fmla="*/ 494347 h 515302"/>
                <a:gd name="connsiteX360" fmla="*/ 231934 w 561975"/>
                <a:gd name="connsiteY360" fmla="*/ 488632 h 515302"/>
                <a:gd name="connsiteX361" fmla="*/ 230981 w 561975"/>
                <a:gd name="connsiteY361" fmla="*/ 484822 h 515302"/>
                <a:gd name="connsiteX362" fmla="*/ 233363 w 561975"/>
                <a:gd name="connsiteY362" fmla="*/ 483394 h 515302"/>
                <a:gd name="connsiteX363" fmla="*/ 236220 w 561975"/>
                <a:gd name="connsiteY363" fmla="*/ 481965 h 515302"/>
                <a:gd name="connsiteX364" fmla="*/ 237649 w 561975"/>
                <a:gd name="connsiteY364" fmla="*/ 479584 h 515302"/>
                <a:gd name="connsiteX365" fmla="*/ 239554 w 561975"/>
                <a:gd name="connsiteY365" fmla="*/ 473392 h 515302"/>
                <a:gd name="connsiteX366" fmla="*/ 240030 w 561975"/>
                <a:gd name="connsiteY366" fmla="*/ 468630 h 515302"/>
                <a:gd name="connsiteX367" fmla="*/ 239554 w 561975"/>
                <a:gd name="connsiteY367" fmla="*/ 466725 h 515302"/>
                <a:gd name="connsiteX368" fmla="*/ 238602 w 561975"/>
                <a:gd name="connsiteY368" fmla="*/ 465296 h 515302"/>
                <a:gd name="connsiteX369" fmla="*/ 238125 w 561975"/>
                <a:gd name="connsiteY369" fmla="*/ 462915 h 515302"/>
                <a:gd name="connsiteX370" fmla="*/ 237649 w 561975"/>
                <a:gd name="connsiteY370" fmla="*/ 460534 h 515302"/>
                <a:gd name="connsiteX371" fmla="*/ 238125 w 561975"/>
                <a:gd name="connsiteY371" fmla="*/ 458153 h 515302"/>
                <a:gd name="connsiteX372" fmla="*/ 240030 w 561975"/>
                <a:gd name="connsiteY372" fmla="*/ 456247 h 515302"/>
                <a:gd name="connsiteX373" fmla="*/ 242411 w 561975"/>
                <a:gd name="connsiteY373" fmla="*/ 454342 h 515302"/>
                <a:gd name="connsiteX374" fmla="*/ 244316 w 561975"/>
                <a:gd name="connsiteY374" fmla="*/ 453390 h 515302"/>
                <a:gd name="connsiteX375" fmla="*/ 249079 w 561975"/>
                <a:gd name="connsiteY375" fmla="*/ 452438 h 515302"/>
                <a:gd name="connsiteX376" fmla="*/ 254794 w 561975"/>
                <a:gd name="connsiteY376" fmla="*/ 451485 h 515302"/>
                <a:gd name="connsiteX377" fmla="*/ 258128 w 561975"/>
                <a:gd name="connsiteY377" fmla="*/ 449580 h 515302"/>
                <a:gd name="connsiteX378" fmla="*/ 260509 w 561975"/>
                <a:gd name="connsiteY378" fmla="*/ 448151 h 515302"/>
                <a:gd name="connsiteX379" fmla="*/ 261938 w 561975"/>
                <a:gd name="connsiteY379" fmla="*/ 447199 h 515302"/>
                <a:gd name="connsiteX380" fmla="*/ 263366 w 561975"/>
                <a:gd name="connsiteY380" fmla="*/ 444817 h 515302"/>
                <a:gd name="connsiteX381" fmla="*/ 265748 w 561975"/>
                <a:gd name="connsiteY381" fmla="*/ 442913 h 515302"/>
                <a:gd name="connsiteX382" fmla="*/ 267177 w 561975"/>
                <a:gd name="connsiteY382" fmla="*/ 441007 h 515302"/>
                <a:gd name="connsiteX383" fmla="*/ 267653 w 561975"/>
                <a:gd name="connsiteY383" fmla="*/ 435769 h 515302"/>
                <a:gd name="connsiteX384" fmla="*/ 267653 w 561975"/>
                <a:gd name="connsiteY384" fmla="*/ 432435 h 515302"/>
                <a:gd name="connsiteX385" fmla="*/ 266224 w 561975"/>
                <a:gd name="connsiteY385" fmla="*/ 431006 h 515302"/>
                <a:gd name="connsiteX386" fmla="*/ 265748 w 561975"/>
                <a:gd name="connsiteY386" fmla="*/ 429578 h 515302"/>
                <a:gd name="connsiteX387" fmla="*/ 274320 w 561975"/>
                <a:gd name="connsiteY387" fmla="*/ 425291 h 515302"/>
                <a:gd name="connsiteX388" fmla="*/ 274320 w 561975"/>
                <a:gd name="connsiteY388" fmla="*/ 422434 h 515302"/>
                <a:gd name="connsiteX389" fmla="*/ 272891 w 561975"/>
                <a:gd name="connsiteY389" fmla="*/ 419100 h 515302"/>
                <a:gd name="connsiteX390" fmla="*/ 271463 w 561975"/>
                <a:gd name="connsiteY390" fmla="*/ 416719 h 515302"/>
                <a:gd name="connsiteX391" fmla="*/ 270510 w 561975"/>
                <a:gd name="connsiteY391" fmla="*/ 414338 h 515302"/>
                <a:gd name="connsiteX392" fmla="*/ 272891 w 561975"/>
                <a:gd name="connsiteY392" fmla="*/ 411480 h 515302"/>
                <a:gd name="connsiteX393" fmla="*/ 275273 w 561975"/>
                <a:gd name="connsiteY393" fmla="*/ 409575 h 515302"/>
                <a:gd name="connsiteX394" fmla="*/ 276702 w 561975"/>
                <a:gd name="connsiteY394" fmla="*/ 407670 h 515302"/>
                <a:gd name="connsiteX395" fmla="*/ 280035 w 561975"/>
                <a:gd name="connsiteY395" fmla="*/ 405289 h 515302"/>
                <a:gd name="connsiteX396" fmla="*/ 283845 w 561975"/>
                <a:gd name="connsiteY396" fmla="*/ 404336 h 515302"/>
                <a:gd name="connsiteX397" fmla="*/ 286703 w 561975"/>
                <a:gd name="connsiteY397" fmla="*/ 405289 h 515302"/>
                <a:gd name="connsiteX398" fmla="*/ 296228 w 561975"/>
                <a:gd name="connsiteY398" fmla="*/ 411480 h 515302"/>
                <a:gd name="connsiteX399" fmla="*/ 298133 w 561975"/>
                <a:gd name="connsiteY399" fmla="*/ 411956 h 515302"/>
                <a:gd name="connsiteX400" fmla="*/ 300038 w 561975"/>
                <a:gd name="connsiteY400" fmla="*/ 411480 h 515302"/>
                <a:gd name="connsiteX401" fmla="*/ 302419 w 561975"/>
                <a:gd name="connsiteY401" fmla="*/ 410051 h 515302"/>
                <a:gd name="connsiteX402" fmla="*/ 305753 w 561975"/>
                <a:gd name="connsiteY402" fmla="*/ 408622 h 515302"/>
                <a:gd name="connsiteX403" fmla="*/ 306705 w 561975"/>
                <a:gd name="connsiteY403" fmla="*/ 404813 h 515302"/>
                <a:gd name="connsiteX404" fmla="*/ 306705 w 561975"/>
                <a:gd name="connsiteY404" fmla="*/ 398621 h 515302"/>
                <a:gd name="connsiteX405" fmla="*/ 307658 w 561975"/>
                <a:gd name="connsiteY405" fmla="*/ 395764 h 515302"/>
                <a:gd name="connsiteX406" fmla="*/ 309086 w 561975"/>
                <a:gd name="connsiteY406" fmla="*/ 395288 h 515302"/>
                <a:gd name="connsiteX407" fmla="*/ 314802 w 561975"/>
                <a:gd name="connsiteY407" fmla="*/ 396240 h 515302"/>
                <a:gd name="connsiteX408" fmla="*/ 316230 w 561975"/>
                <a:gd name="connsiteY408" fmla="*/ 396716 h 515302"/>
                <a:gd name="connsiteX409" fmla="*/ 317659 w 561975"/>
                <a:gd name="connsiteY409" fmla="*/ 396240 h 515302"/>
                <a:gd name="connsiteX410" fmla="*/ 318611 w 561975"/>
                <a:gd name="connsiteY410" fmla="*/ 395288 h 515302"/>
                <a:gd name="connsiteX411" fmla="*/ 318611 w 561975"/>
                <a:gd name="connsiteY411" fmla="*/ 392906 h 515302"/>
                <a:gd name="connsiteX412" fmla="*/ 318611 w 561975"/>
                <a:gd name="connsiteY412" fmla="*/ 391478 h 515302"/>
                <a:gd name="connsiteX413" fmla="*/ 320040 w 561975"/>
                <a:gd name="connsiteY413" fmla="*/ 385763 h 515302"/>
                <a:gd name="connsiteX414" fmla="*/ 323374 w 561975"/>
                <a:gd name="connsiteY414" fmla="*/ 381476 h 515302"/>
                <a:gd name="connsiteX415" fmla="*/ 330041 w 561975"/>
                <a:gd name="connsiteY415" fmla="*/ 376238 h 515302"/>
                <a:gd name="connsiteX416" fmla="*/ 331947 w 561975"/>
                <a:gd name="connsiteY416" fmla="*/ 375285 h 515302"/>
                <a:gd name="connsiteX417" fmla="*/ 334328 w 561975"/>
                <a:gd name="connsiteY417" fmla="*/ 374809 h 515302"/>
                <a:gd name="connsiteX418" fmla="*/ 346234 w 561975"/>
                <a:gd name="connsiteY418" fmla="*/ 378142 h 515302"/>
                <a:gd name="connsiteX419" fmla="*/ 348139 w 561975"/>
                <a:gd name="connsiteY419" fmla="*/ 377666 h 515302"/>
                <a:gd name="connsiteX420" fmla="*/ 350997 w 561975"/>
                <a:gd name="connsiteY420" fmla="*/ 368617 h 515302"/>
                <a:gd name="connsiteX421" fmla="*/ 353854 w 561975"/>
                <a:gd name="connsiteY421" fmla="*/ 367665 h 515302"/>
                <a:gd name="connsiteX422" fmla="*/ 357664 w 561975"/>
                <a:gd name="connsiteY422" fmla="*/ 367665 h 515302"/>
                <a:gd name="connsiteX423" fmla="*/ 360522 w 561975"/>
                <a:gd name="connsiteY423" fmla="*/ 366713 h 515302"/>
                <a:gd name="connsiteX424" fmla="*/ 361474 w 561975"/>
                <a:gd name="connsiteY424" fmla="*/ 366236 h 515302"/>
                <a:gd name="connsiteX425" fmla="*/ 367189 w 561975"/>
                <a:gd name="connsiteY425" fmla="*/ 362426 h 515302"/>
                <a:gd name="connsiteX426" fmla="*/ 377190 w 561975"/>
                <a:gd name="connsiteY426" fmla="*/ 358140 h 515302"/>
                <a:gd name="connsiteX427" fmla="*/ 382429 w 561975"/>
                <a:gd name="connsiteY427" fmla="*/ 356235 h 515302"/>
                <a:gd name="connsiteX428" fmla="*/ 383381 w 561975"/>
                <a:gd name="connsiteY428" fmla="*/ 355282 h 515302"/>
                <a:gd name="connsiteX429" fmla="*/ 387191 w 561975"/>
                <a:gd name="connsiteY429" fmla="*/ 351949 h 515302"/>
                <a:gd name="connsiteX430" fmla="*/ 391954 w 561975"/>
                <a:gd name="connsiteY430" fmla="*/ 348139 h 515302"/>
                <a:gd name="connsiteX431" fmla="*/ 395288 w 561975"/>
                <a:gd name="connsiteY431" fmla="*/ 347663 h 515302"/>
                <a:gd name="connsiteX432" fmla="*/ 399574 w 561975"/>
                <a:gd name="connsiteY432" fmla="*/ 347186 h 515302"/>
                <a:gd name="connsiteX433" fmla="*/ 402431 w 561975"/>
                <a:gd name="connsiteY433" fmla="*/ 347663 h 515302"/>
                <a:gd name="connsiteX434" fmla="*/ 403384 w 561975"/>
                <a:gd name="connsiteY434" fmla="*/ 348615 h 515302"/>
                <a:gd name="connsiteX435" fmla="*/ 404336 w 561975"/>
                <a:gd name="connsiteY435" fmla="*/ 349567 h 515302"/>
                <a:gd name="connsiteX436" fmla="*/ 410052 w 561975"/>
                <a:gd name="connsiteY436" fmla="*/ 347663 h 515302"/>
                <a:gd name="connsiteX437" fmla="*/ 418148 w 561975"/>
                <a:gd name="connsiteY437" fmla="*/ 350520 h 515302"/>
                <a:gd name="connsiteX438" fmla="*/ 425291 w 561975"/>
                <a:gd name="connsiteY438" fmla="*/ 352901 h 515302"/>
                <a:gd name="connsiteX439" fmla="*/ 425768 w 561975"/>
                <a:gd name="connsiteY439" fmla="*/ 350996 h 515302"/>
                <a:gd name="connsiteX440" fmla="*/ 427673 w 561975"/>
                <a:gd name="connsiteY440" fmla="*/ 350520 h 515302"/>
                <a:gd name="connsiteX441" fmla="*/ 432911 w 561975"/>
                <a:gd name="connsiteY441" fmla="*/ 350520 h 515302"/>
                <a:gd name="connsiteX442" fmla="*/ 442436 w 561975"/>
                <a:gd name="connsiteY442" fmla="*/ 351472 h 515302"/>
                <a:gd name="connsiteX443" fmla="*/ 450056 w 561975"/>
                <a:gd name="connsiteY443" fmla="*/ 350520 h 515302"/>
                <a:gd name="connsiteX444" fmla="*/ 450533 w 561975"/>
                <a:gd name="connsiteY444" fmla="*/ 350044 h 515302"/>
                <a:gd name="connsiteX445" fmla="*/ 456248 w 561975"/>
                <a:gd name="connsiteY445" fmla="*/ 345281 h 515302"/>
                <a:gd name="connsiteX446" fmla="*/ 462439 w 561975"/>
                <a:gd name="connsiteY446" fmla="*/ 340519 h 515302"/>
                <a:gd name="connsiteX447" fmla="*/ 471488 w 561975"/>
                <a:gd name="connsiteY447" fmla="*/ 340042 h 515302"/>
                <a:gd name="connsiteX448" fmla="*/ 481013 w 561975"/>
                <a:gd name="connsiteY448" fmla="*/ 339566 h 515302"/>
                <a:gd name="connsiteX449" fmla="*/ 489109 w 561975"/>
                <a:gd name="connsiteY449" fmla="*/ 339090 h 515302"/>
                <a:gd name="connsiteX450" fmla="*/ 500539 w 561975"/>
                <a:gd name="connsiteY450" fmla="*/ 338614 h 515302"/>
                <a:gd name="connsiteX451" fmla="*/ 509588 w 561975"/>
                <a:gd name="connsiteY451" fmla="*/ 338614 h 515302"/>
                <a:gd name="connsiteX452" fmla="*/ 520065 w 561975"/>
                <a:gd name="connsiteY452" fmla="*/ 338138 h 515302"/>
                <a:gd name="connsiteX453" fmla="*/ 520541 w 561975"/>
                <a:gd name="connsiteY453" fmla="*/ 335756 h 515302"/>
                <a:gd name="connsiteX454" fmla="*/ 521018 w 561975"/>
                <a:gd name="connsiteY454" fmla="*/ 335280 h 515302"/>
                <a:gd name="connsiteX455" fmla="*/ 521970 w 561975"/>
                <a:gd name="connsiteY455" fmla="*/ 335280 h 515302"/>
                <a:gd name="connsiteX456" fmla="*/ 530067 w 561975"/>
                <a:gd name="connsiteY456" fmla="*/ 336232 h 515302"/>
                <a:gd name="connsiteX457" fmla="*/ 537210 w 561975"/>
                <a:gd name="connsiteY457" fmla="*/ 337661 h 515302"/>
                <a:gd name="connsiteX458" fmla="*/ 537686 w 561975"/>
                <a:gd name="connsiteY458" fmla="*/ 333375 h 515302"/>
                <a:gd name="connsiteX459" fmla="*/ 544354 w 561975"/>
                <a:gd name="connsiteY459" fmla="*/ 327660 h 515302"/>
                <a:gd name="connsiteX460" fmla="*/ 547688 w 561975"/>
                <a:gd name="connsiteY460" fmla="*/ 326707 h 515302"/>
                <a:gd name="connsiteX461" fmla="*/ 548640 w 561975"/>
                <a:gd name="connsiteY461" fmla="*/ 325755 h 515302"/>
                <a:gd name="connsiteX462" fmla="*/ 550069 w 561975"/>
                <a:gd name="connsiteY462" fmla="*/ 323850 h 515302"/>
                <a:gd name="connsiteX463" fmla="*/ 550545 w 561975"/>
                <a:gd name="connsiteY463" fmla="*/ 320992 h 515302"/>
                <a:gd name="connsiteX464" fmla="*/ 551022 w 561975"/>
                <a:gd name="connsiteY464" fmla="*/ 319088 h 515302"/>
                <a:gd name="connsiteX465" fmla="*/ 552450 w 561975"/>
                <a:gd name="connsiteY465" fmla="*/ 317182 h 515302"/>
                <a:gd name="connsiteX466" fmla="*/ 553403 w 561975"/>
                <a:gd name="connsiteY466" fmla="*/ 314325 h 515302"/>
                <a:gd name="connsiteX467" fmla="*/ 554355 w 561975"/>
                <a:gd name="connsiteY467" fmla="*/ 308610 h 515302"/>
                <a:gd name="connsiteX468" fmla="*/ 558165 w 561975"/>
                <a:gd name="connsiteY468" fmla="*/ 302895 h 515302"/>
                <a:gd name="connsiteX469" fmla="*/ 560070 w 561975"/>
                <a:gd name="connsiteY469" fmla="*/ 295275 h 515302"/>
                <a:gd name="connsiteX470" fmla="*/ 560547 w 561975"/>
                <a:gd name="connsiteY470" fmla="*/ 288131 h 515302"/>
                <a:gd name="connsiteX471" fmla="*/ 561023 w 561975"/>
                <a:gd name="connsiteY471" fmla="*/ 282416 h 515302"/>
                <a:gd name="connsiteX472" fmla="*/ 561975 w 561975"/>
                <a:gd name="connsiteY472" fmla="*/ 280988 h 51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561975" h="515302">
                  <a:moveTo>
                    <a:pt x="561975" y="270986"/>
                  </a:moveTo>
                  <a:lnTo>
                    <a:pt x="561975" y="260985"/>
                  </a:lnTo>
                  <a:lnTo>
                    <a:pt x="561975" y="252413"/>
                  </a:lnTo>
                  <a:lnTo>
                    <a:pt x="561975" y="241459"/>
                  </a:lnTo>
                  <a:lnTo>
                    <a:pt x="561975" y="231934"/>
                  </a:lnTo>
                  <a:lnTo>
                    <a:pt x="561975" y="221932"/>
                  </a:lnTo>
                  <a:lnTo>
                    <a:pt x="561975" y="212884"/>
                  </a:lnTo>
                  <a:lnTo>
                    <a:pt x="561975" y="206692"/>
                  </a:lnTo>
                  <a:lnTo>
                    <a:pt x="551022" y="208597"/>
                  </a:lnTo>
                  <a:lnTo>
                    <a:pt x="543402" y="210026"/>
                  </a:lnTo>
                  <a:lnTo>
                    <a:pt x="534829" y="211931"/>
                  </a:lnTo>
                  <a:lnTo>
                    <a:pt x="533877" y="211931"/>
                  </a:lnTo>
                  <a:lnTo>
                    <a:pt x="531972" y="211931"/>
                  </a:lnTo>
                  <a:lnTo>
                    <a:pt x="531019" y="211931"/>
                  </a:lnTo>
                  <a:lnTo>
                    <a:pt x="528638" y="210979"/>
                  </a:lnTo>
                  <a:lnTo>
                    <a:pt x="525780" y="209074"/>
                  </a:lnTo>
                  <a:lnTo>
                    <a:pt x="524352" y="208121"/>
                  </a:lnTo>
                  <a:lnTo>
                    <a:pt x="523875" y="206216"/>
                  </a:lnTo>
                  <a:lnTo>
                    <a:pt x="524828" y="204311"/>
                  </a:lnTo>
                  <a:lnTo>
                    <a:pt x="526256" y="202406"/>
                  </a:lnTo>
                  <a:lnTo>
                    <a:pt x="526733" y="200501"/>
                  </a:lnTo>
                  <a:lnTo>
                    <a:pt x="527685" y="199549"/>
                  </a:lnTo>
                  <a:lnTo>
                    <a:pt x="528638" y="198596"/>
                  </a:lnTo>
                  <a:lnTo>
                    <a:pt x="528638" y="197167"/>
                  </a:lnTo>
                  <a:lnTo>
                    <a:pt x="527685" y="195263"/>
                  </a:lnTo>
                  <a:lnTo>
                    <a:pt x="526733" y="191929"/>
                  </a:lnTo>
                  <a:lnTo>
                    <a:pt x="526733" y="186690"/>
                  </a:lnTo>
                  <a:lnTo>
                    <a:pt x="526733" y="184785"/>
                  </a:lnTo>
                  <a:lnTo>
                    <a:pt x="527209" y="183832"/>
                  </a:lnTo>
                  <a:lnTo>
                    <a:pt x="524352" y="181928"/>
                  </a:lnTo>
                  <a:lnTo>
                    <a:pt x="519589" y="179546"/>
                  </a:lnTo>
                  <a:lnTo>
                    <a:pt x="515303" y="178117"/>
                  </a:lnTo>
                  <a:lnTo>
                    <a:pt x="513398" y="177641"/>
                  </a:lnTo>
                  <a:lnTo>
                    <a:pt x="508635" y="177165"/>
                  </a:lnTo>
                  <a:lnTo>
                    <a:pt x="501968" y="175260"/>
                  </a:lnTo>
                  <a:lnTo>
                    <a:pt x="500063" y="174307"/>
                  </a:lnTo>
                  <a:lnTo>
                    <a:pt x="495777" y="169545"/>
                  </a:lnTo>
                  <a:lnTo>
                    <a:pt x="493395" y="168116"/>
                  </a:lnTo>
                  <a:lnTo>
                    <a:pt x="483394" y="167164"/>
                  </a:lnTo>
                  <a:lnTo>
                    <a:pt x="480536" y="166211"/>
                  </a:lnTo>
                  <a:lnTo>
                    <a:pt x="477679" y="165259"/>
                  </a:lnTo>
                  <a:lnTo>
                    <a:pt x="475298" y="163354"/>
                  </a:lnTo>
                  <a:lnTo>
                    <a:pt x="473869" y="160496"/>
                  </a:lnTo>
                  <a:lnTo>
                    <a:pt x="473869" y="158591"/>
                  </a:lnTo>
                  <a:lnTo>
                    <a:pt x="472916" y="157163"/>
                  </a:lnTo>
                  <a:lnTo>
                    <a:pt x="461963" y="151924"/>
                  </a:lnTo>
                  <a:lnTo>
                    <a:pt x="459105" y="150019"/>
                  </a:lnTo>
                  <a:lnTo>
                    <a:pt x="457677" y="148114"/>
                  </a:lnTo>
                  <a:lnTo>
                    <a:pt x="457677" y="145732"/>
                  </a:lnTo>
                  <a:lnTo>
                    <a:pt x="457677" y="142399"/>
                  </a:lnTo>
                  <a:lnTo>
                    <a:pt x="457200" y="139541"/>
                  </a:lnTo>
                  <a:lnTo>
                    <a:pt x="456724" y="138113"/>
                  </a:lnTo>
                  <a:lnTo>
                    <a:pt x="451961" y="134779"/>
                  </a:lnTo>
                  <a:lnTo>
                    <a:pt x="441008" y="127159"/>
                  </a:lnTo>
                  <a:lnTo>
                    <a:pt x="429578" y="119539"/>
                  </a:lnTo>
                  <a:lnTo>
                    <a:pt x="418624" y="112395"/>
                  </a:lnTo>
                  <a:lnTo>
                    <a:pt x="407194" y="104775"/>
                  </a:lnTo>
                  <a:lnTo>
                    <a:pt x="396240" y="97155"/>
                  </a:lnTo>
                  <a:lnTo>
                    <a:pt x="385286" y="89535"/>
                  </a:lnTo>
                  <a:lnTo>
                    <a:pt x="373856" y="81915"/>
                  </a:lnTo>
                  <a:lnTo>
                    <a:pt x="362903" y="74295"/>
                  </a:lnTo>
                  <a:lnTo>
                    <a:pt x="351949" y="66675"/>
                  </a:lnTo>
                  <a:lnTo>
                    <a:pt x="340519" y="59055"/>
                  </a:lnTo>
                  <a:lnTo>
                    <a:pt x="329565" y="51435"/>
                  </a:lnTo>
                  <a:lnTo>
                    <a:pt x="318135" y="43815"/>
                  </a:lnTo>
                  <a:lnTo>
                    <a:pt x="307181" y="36195"/>
                  </a:lnTo>
                  <a:lnTo>
                    <a:pt x="296228" y="28575"/>
                  </a:lnTo>
                  <a:lnTo>
                    <a:pt x="284798" y="20955"/>
                  </a:lnTo>
                  <a:lnTo>
                    <a:pt x="273844" y="13335"/>
                  </a:lnTo>
                  <a:lnTo>
                    <a:pt x="264319" y="7144"/>
                  </a:lnTo>
                  <a:lnTo>
                    <a:pt x="253841" y="0"/>
                  </a:lnTo>
                  <a:lnTo>
                    <a:pt x="241935" y="0"/>
                  </a:lnTo>
                  <a:lnTo>
                    <a:pt x="226219" y="0"/>
                  </a:lnTo>
                  <a:lnTo>
                    <a:pt x="215265" y="0"/>
                  </a:lnTo>
                  <a:lnTo>
                    <a:pt x="204311" y="0"/>
                  </a:lnTo>
                  <a:lnTo>
                    <a:pt x="193834" y="0"/>
                  </a:lnTo>
                  <a:lnTo>
                    <a:pt x="194786" y="8572"/>
                  </a:lnTo>
                  <a:lnTo>
                    <a:pt x="195739" y="17145"/>
                  </a:lnTo>
                  <a:lnTo>
                    <a:pt x="196691" y="26194"/>
                  </a:lnTo>
                  <a:lnTo>
                    <a:pt x="197644" y="34766"/>
                  </a:lnTo>
                  <a:lnTo>
                    <a:pt x="198597" y="43815"/>
                  </a:lnTo>
                  <a:lnTo>
                    <a:pt x="199549" y="52864"/>
                  </a:lnTo>
                  <a:lnTo>
                    <a:pt x="200502" y="61436"/>
                  </a:lnTo>
                  <a:lnTo>
                    <a:pt x="201454" y="70485"/>
                  </a:lnTo>
                  <a:lnTo>
                    <a:pt x="202406" y="79057"/>
                  </a:lnTo>
                  <a:lnTo>
                    <a:pt x="203359" y="87630"/>
                  </a:lnTo>
                  <a:lnTo>
                    <a:pt x="204311" y="96679"/>
                  </a:lnTo>
                  <a:lnTo>
                    <a:pt x="205264" y="105251"/>
                  </a:lnTo>
                  <a:lnTo>
                    <a:pt x="206216" y="114300"/>
                  </a:lnTo>
                  <a:lnTo>
                    <a:pt x="207169" y="122872"/>
                  </a:lnTo>
                  <a:lnTo>
                    <a:pt x="208122" y="131445"/>
                  </a:lnTo>
                  <a:lnTo>
                    <a:pt x="209074" y="140494"/>
                  </a:lnTo>
                  <a:lnTo>
                    <a:pt x="210027" y="149066"/>
                  </a:lnTo>
                  <a:lnTo>
                    <a:pt x="210979" y="157639"/>
                  </a:lnTo>
                  <a:lnTo>
                    <a:pt x="211931" y="166688"/>
                  </a:lnTo>
                  <a:lnTo>
                    <a:pt x="212884" y="175260"/>
                  </a:lnTo>
                  <a:lnTo>
                    <a:pt x="213836" y="183832"/>
                  </a:lnTo>
                  <a:lnTo>
                    <a:pt x="214789" y="192405"/>
                  </a:lnTo>
                  <a:lnTo>
                    <a:pt x="215741" y="201454"/>
                  </a:lnTo>
                  <a:lnTo>
                    <a:pt x="216694" y="210026"/>
                  </a:lnTo>
                  <a:lnTo>
                    <a:pt x="217647" y="218599"/>
                  </a:lnTo>
                  <a:lnTo>
                    <a:pt x="218599" y="227171"/>
                  </a:lnTo>
                  <a:lnTo>
                    <a:pt x="219552" y="235744"/>
                  </a:lnTo>
                  <a:lnTo>
                    <a:pt x="220504" y="244316"/>
                  </a:lnTo>
                  <a:lnTo>
                    <a:pt x="221456" y="252889"/>
                  </a:lnTo>
                  <a:lnTo>
                    <a:pt x="222409" y="261938"/>
                  </a:lnTo>
                  <a:lnTo>
                    <a:pt x="223838" y="270510"/>
                  </a:lnTo>
                  <a:lnTo>
                    <a:pt x="224790" y="279082"/>
                  </a:lnTo>
                  <a:lnTo>
                    <a:pt x="225743" y="287655"/>
                  </a:lnTo>
                  <a:lnTo>
                    <a:pt x="226695" y="295751"/>
                  </a:lnTo>
                  <a:lnTo>
                    <a:pt x="230505" y="300038"/>
                  </a:lnTo>
                  <a:lnTo>
                    <a:pt x="235744" y="305753"/>
                  </a:lnTo>
                  <a:lnTo>
                    <a:pt x="234315" y="313372"/>
                  </a:lnTo>
                  <a:lnTo>
                    <a:pt x="232410" y="322897"/>
                  </a:lnTo>
                  <a:lnTo>
                    <a:pt x="230505" y="332899"/>
                  </a:lnTo>
                  <a:lnTo>
                    <a:pt x="223361" y="332899"/>
                  </a:lnTo>
                  <a:lnTo>
                    <a:pt x="216218" y="332899"/>
                  </a:lnTo>
                  <a:lnTo>
                    <a:pt x="209550" y="332899"/>
                  </a:lnTo>
                  <a:lnTo>
                    <a:pt x="202406" y="332899"/>
                  </a:lnTo>
                  <a:lnTo>
                    <a:pt x="195263" y="332899"/>
                  </a:lnTo>
                  <a:lnTo>
                    <a:pt x="188595" y="332899"/>
                  </a:lnTo>
                  <a:lnTo>
                    <a:pt x="181452" y="332899"/>
                  </a:lnTo>
                  <a:lnTo>
                    <a:pt x="174784" y="332899"/>
                  </a:lnTo>
                  <a:lnTo>
                    <a:pt x="167640" y="332899"/>
                  </a:lnTo>
                  <a:lnTo>
                    <a:pt x="160973" y="332899"/>
                  </a:lnTo>
                  <a:lnTo>
                    <a:pt x="153829" y="332899"/>
                  </a:lnTo>
                  <a:lnTo>
                    <a:pt x="146685" y="332899"/>
                  </a:lnTo>
                  <a:lnTo>
                    <a:pt x="140018" y="332899"/>
                  </a:lnTo>
                  <a:lnTo>
                    <a:pt x="132874" y="332899"/>
                  </a:lnTo>
                  <a:lnTo>
                    <a:pt x="126206" y="332899"/>
                  </a:lnTo>
                  <a:lnTo>
                    <a:pt x="119063" y="332899"/>
                  </a:lnTo>
                  <a:lnTo>
                    <a:pt x="112395" y="332899"/>
                  </a:lnTo>
                  <a:lnTo>
                    <a:pt x="105728" y="332899"/>
                  </a:lnTo>
                  <a:lnTo>
                    <a:pt x="101918" y="332422"/>
                  </a:lnTo>
                  <a:lnTo>
                    <a:pt x="100489" y="331946"/>
                  </a:lnTo>
                  <a:lnTo>
                    <a:pt x="100013" y="326707"/>
                  </a:lnTo>
                  <a:lnTo>
                    <a:pt x="98584" y="326707"/>
                  </a:lnTo>
                  <a:lnTo>
                    <a:pt x="97155" y="328613"/>
                  </a:lnTo>
                  <a:lnTo>
                    <a:pt x="96679" y="330041"/>
                  </a:lnTo>
                  <a:lnTo>
                    <a:pt x="96679" y="332422"/>
                  </a:lnTo>
                  <a:lnTo>
                    <a:pt x="96679" y="333851"/>
                  </a:lnTo>
                  <a:lnTo>
                    <a:pt x="91916" y="334804"/>
                  </a:lnTo>
                  <a:lnTo>
                    <a:pt x="86202" y="336232"/>
                  </a:lnTo>
                  <a:lnTo>
                    <a:pt x="79534" y="337185"/>
                  </a:lnTo>
                  <a:lnTo>
                    <a:pt x="73343" y="336709"/>
                  </a:lnTo>
                  <a:lnTo>
                    <a:pt x="70961" y="336232"/>
                  </a:lnTo>
                  <a:lnTo>
                    <a:pt x="69056" y="335756"/>
                  </a:lnTo>
                  <a:lnTo>
                    <a:pt x="63818" y="334804"/>
                  </a:lnTo>
                  <a:lnTo>
                    <a:pt x="60960" y="334804"/>
                  </a:lnTo>
                  <a:lnTo>
                    <a:pt x="57627" y="334804"/>
                  </a:lnTo>
                  <a:lnTo>
                    <a:pt x="54293" y="335280"/>
                  </a:lnTo>
                  <a:lnTo>
                    <a:pt x="52864" y="336232"/>
                  </a:lnTo>
                  <a:lnTo>
                    <a:pt x="50006" y="340042"/>
                  </a:lnTo>
                  <a:lnTo>
                    <a:pt x="47149" y="344805"/>
                  </a:lnTo>
                  <a:lnTo>
                    <a:pt x="45720" y="344805"/>
                  </a:lnTo>
                  <a:lnTo>
                    <a:pt x="43339" y="341947"/>
                  </a:lnTo>
                  <a:lnTo>
                    <a:pt x="38100" y="337661"/>
                  </a:lnTo>
                  <a:lnTo>
                    <a:pt x="31433" y="331470"/>
                  </a:lnTo>
                  <a:lnTo>
                    <a:pt x="28099" y="328136"/>
                  </a:lnTo>
                  <a:lnTo>
                    <a:pt x="26670" y="328136"/>
                  </a:lnTo>
                  <a:lnTo>
                    <a:pt x="23336" y="330041"/>
                  </a:lnTo>
                  <a:lnTo>
                    <a:pt x="20955" y="332422"/>
                  </a:lnTo>
                  <a:lnTo>
                    <a:pt x="18098" y="335280"/>
                  </a:lnTo>
                  <a:lnTo>
                    <a:pt x="16669" y="338138"/>
                  </a:lnTo>
                  <a:lnTo>
                    <a:pt x="15716" y="341471"/>
                  </a:lnTo>
                  <a:lnTo>
                    <a:pt x="15240" y="345281"/>
                  </a:lnTo>
                  <a:lnTo>
                    <a:pt x="13811" y="350044"/>
                  </a:lnTo>
                  <a:lnTo>
                    <a:pt x="11906" y="353854"/>
                  </a:lnTo>
                  <a:lnTo>
                    <a:pt x="9049" y="356711"/>
                  </a:lnTo>
                  <a:lnTo>
                    <a:pt x="7144" y="357664"/>
                  </a:lnTo>
                  <a:lnTo>
                    <a:pt x="6191" y="358616"/>
                  </a:lnTo>
                  <a:lnTo>
                    <a:pt x="0" y="356235"/>
                  </a:lnTo>
                  <a:lnTo>
                    <a:pt x="3334" y="361950"/>
                  </a:lnTo>
                  <a:lnTo>
                    <a:pt x="2858" y="364331"/>
                  </a:lnTo>
                  <a:lnTo>
                    <a:pt x="1905" y="368617"/>
                  </a:lnTo>
                  <a:lnTo>
                    <a:pt x="3810" y="370999"/>
                  </a:lnTo>
                  <a:lnTo>
                    <a:pt x="5715" y="372904"/>
                  </a:lnTo>
                  <a:lnTo>
                    <a:pt x="7620" y="374809"/>
                  </a:lnTo>
                  <a:lnTo>
                    <a:pt x="9049" y="377190"/>
                  </a:lnTo>
                  <a:lnTo>
                    <a:pt x="9525" y="381476"/>
                  </a:lnTo>
                  <a:lnTo>
                    <a:pt x="9049" y="384810"/>
                  </a:lnTo>
                  <a:lnTo>
                    <a:pt x="10002" y="386239"/>
                  </a:lnTo>
                  <a:lnTo>
                    <a:pt x="10954" y="388144"/>
                  </a:lnTo>
                  <a:lnTo>
                    <a:pt x="10954" y="390049"/>
                  </a:lnTo>
                  <a:lnTo>
                    <a:pt x="10478" y="391478"/>
                  </a:lnTo>
                  <a:lnTo>
                    <a:pt x="8097" y="393382"/>
                  </a:lnTo>
                  <a:lnTo>
                    <a:pt x="8097" y="396716"/>
                  </a:lnTo>
                  <a:lnTo>
                    <a:pt x="10954" y="401003"/>
                  </a:lnTo>
                  <a:lnTo>
                    <a:pt x="13335" y="402907"/>
                  </a:lnTo>
                  <a:lnTo>
                    <a:pt x="13335" y="404336"/>
                  </a:lnTo>
                  <a:lnTo>
                    <a:pt x="13811" y="405765"/>
                  </a:lnTo>
                  <a:lnTo>
                    <a:pt x="15240" y="407670"/>
                  </a:lnTo>
                  <a:lnTo>
                    <a:pt x="16193" y="407194"/>
                  </a:lnTo>
                  <a:lnTo>
                    <a:pt x="17622" y="405765"/>
                  </a:lnTo>
                  <a:lnTo>
                    <a:pt x="18098" y="404813"/>
                  </a:lnTo>
                  <a:lnTo>
                    <a:pt x="20955" y="405289"/>
                  </a:lnTo>
                  <a:lnTo>
                    <a:pt x="21908" y="405765"/>
                  </a:lnTo>
                  <a:lnTo>
                    <a:pt x="23813" y="408146"/>
                  </a:lnTo>
                  <a:lnTo>
                    <a:pt x="24765" y="410051"/>
                  </a:lnTo>
                  <a:lnTo>
                    <a:pt x="25241" y="412432"/>
                  </a:lnTo>
                  <a:lnTo>
                    <a:pt x="27147" y="415290"/>
                  </a:lnTo>
                  <a:lnTo>
                    <a:pt x="28575" y="417195"/>
                  </a:lnTo>
                  <a:lnTo>
                    <a:pt x="29052" y="418624"/>
                  </a:lnTo>
                  <a:lnTo>
                    <a:pt x="30480" y="420053"/>
                  </a:lnTo>
                  <a:lnTo>
                    <a:pt x="29528" y="423863"/>
                  </a:lnTo>
                  <a:lnTo>
                    <a:pt x="29528" y="425767"/>
                  </a:lnTo>
                  <a:lnTo>
                    <a:pt x="28575" y="431006"/>
                  </a:lnTo>
                  <a:lnTo>
                    <a:pt x="28575" y="433388"/>
                  </a:lnTo>
                  <a:lnTo>
                    <a:pt x="28575" y="434340"/>
                  </a:lnTo>
                  <a:lnTo>
                    <a:pt x="30956" y="436245"/>
                  </a:lnTo>
                  <a:lnTo>
                    <a:pt x="30480" y="438626"/>
                  </a:lnTo>
                  <a:lnTo>
                    <a:pt x="29528" y="439579"/>
                  </a:lnTo>
                  <a:lnTo>
                    <a:pt x="28575" y="441484"/>
                  </a:lnTo>
                  <a:lnTo>
                    <a:pt x="27623" y="443865"/>
                  </a:lnTo>
                  <a:lnTo>
                    <a:pt x="26670" y="445770"/>
                  </a:lnTo>
                  <a:lnTo>
                    <a:pt x="27147" y="446722"/>
                  </a:lnTo>
                  <a:lnTo>
                    <a:pt x="29528" y="448628"/>
                  </a:lnTo>
                  <a:lnTo>
                    <a:pt x="33338" y="451961"/>
                  </a:lnTo>
                  <a:lnTo>
                    <a:pt x="34766" y="452438"/>
                  </a:lnTo>
                  <a:lnTo>
                    <a:pt x="36672" y="451485"/>
                  </a:lnTo>
                  <a:lnTo>
                    <a:pt x="39529" y="449104"/>
                  </a:lnTo>
                  <a:lnTo>
                    <a:pt x="41434" y="446722"/>
                  </a:lnTo>
                  <a:lnTo>
                    <a:pt x="43815" y="445294"/>
                  </a:lnTo>
                  <a:lnTo>
                    <a:pt x="46197" y="445294"/>
                  </a:lnTo>
                  <a:lnTo>
                    <a:pt x="48102" y="447199"/>
                  </a:lnTo>
                  <a:lnTo>
                    <a:pt x="50483" y="451009"/>
                  </a:lnTo>
                  <a:lnTo>
                    <a:pt x="52388" y="454819"/>
                  </a:lnTo>
                  <a:lnTo>
                    <a:pt x="52864" y="455295"/>
                  </a:lnTo>
                  <a:lnTo>
                    <a:pt x="53816" y="455771"/>
                  </a:lnTo>
                  <a:lnTo>
                    <a:pt x="54769" y="455771"/>
                  </a:lnTo>
                  <a:lnTo>
                    <a:pt x="55722" y="454819"/>
                  </a:lnTo>
                  <a:lnTo>
                    <a:pt x="56674" y="454342"/>
                  </a:lnTo>
                  <a:lnTo>
                    <a:pt x="57627" y="452914"/>
                  </a:lnTo>
                  <a:lnTo>
                    <a:pt x="61913" y="447675"/>
                  </a:lnTo>
                  <a:lnTo>
                    <a:pt x="65247" y="446246"/>
                  </a:lnTo>
                  <a:lnTo>
                    <a:pt x="66199" y="445770"/>
                  </a:lnTo>
                  <a:lnTo>
                    <a:pt x="68580" y="445294"/>
                  </a:lnTo>
                  <a:lnTo>
                    <a:pt x="71914" y="446246"/>
                  </a:lnTo>
                  <a:lnTo>
                    <a:pt x="77629" y="448628"/>
                  </a:lnTo>
                  <a:lnTo>
                    <a:pt x="83820" y="451009"/>
                  </a:lnTo>
                  <a:lnTo>
                    <a:pt x="86202" y="451485"/>
                  </a:lnTo>
                  <a:lnTo>
                    <a:pt x="87630" y="451009"/>
                  </a:lnTo>
                  <a:lnTo>
                    <a:pt x="89535" y="447675"/>
                  </a:lnTo>
                  <a:lnTo>
                    <a:pt x="91916" y="446246"/>
                  </a:lnTo>
                  <a:lnTo>
                    <a:pt x="95250" y="444817"/>
                  </a:lnTo>
                  <a:lnTo>
                    <a:pt x="98108" y="443865"/>
                  </a:lnTo>
                  <a:lnTo>
                    <a:pt x="99536" y="443865"/>
                  </a:lnTo>
                  <a:lnTo>
                    <a:pt x="100013" y="442913"/>
                  </a:lnTo>
                  <a:lnTo>
                    <a:pt x="100489" y="441484"/>
                  </a:lnTo>
                  <a:lnTo>
                    <a:pt x="100013" y="440055"/>
                  </a:lnTo>
                  <a:lnTo>
                    <a:pt x="98584" y="437197"/>
                  </a:lnTo>
                  <a:lnTo>
                    <a:pt x="98108" y="436721"/>
                  </a:lnTo>
                  <a:lnTo>
                    <a:pt x="99536" y="436245"/>
                  </a:lnTo>
                  <a:lnTo>
                    <a:pt x="101441" y="435769"/>
                  </a:lnTo>
                  <a:lnTo>
                    <a:pt x="104299" y="435769"/>
                  </a:lnTo>
                  <a:lnTo>
                    <a:pt x="107633" y="437197"/>
                  </a:lnTo>
                  <a:lnTo>
                    <a:pt x="110490" y="438626"/>
                  </a:lnTo>
                  <a:lnTo>
                    <a:pt x="111919" y="440531"/>
                  </a:lnTo>
                  <a:lnTo>
                    <a:pt x="113348" y="444817"/>
                  </a:lnTo>
                  <a:lnTo>
                    <a:pt x="114777" y="448628"/>
                  </a:lnTo>
                  <a:lnTo>
                    <a:pt x="118110" y="454819"/>
                  </a:lnTo>
                  <a:lnTo>
                    <a:pt x="118110" y="459105"/>
                  </a:lnTo>
                  <a:lnTo>
                    <a:pt x="117634" y="463391"/>
                  </a:lnTo>
                  <a:lnTo>
                    <a:pt x="119063" y="464344"/>
                  </a:lnTo>
                  <a:lnTo>
                    <a:pt x="120968" y="464820"/>
                  </a:lnTo>
                  <a:lnTo>
                    <a:pt x="121444" y="465296"/>
                  </a:lnTo>
                  <a:lnTo>
                    <a:pt x="123349" y="469106"/>
                  </a:lnTo>
                  <a:lnTo>
                    <a:pt x="124778" y="470059"/>
                  </a:lnTo>
                  <a:lnTo>
                    <a:pt x="126683" y="470059"/>
                  </a:lnTo>
                  <a:lnTo>
                    <a:pt x="130016" y="472440"/>
                  </a:lnTo>
                  <a:lnTo>
                    <a:pt x="131922" y="473392"/>
                  </a:lnTo>
                  <a:lnTo>
                    <a:pt x="132398" y="473869"/>
                  </a:lnTo>
                  <a:lnTo>
                    <a:pt x="132398" y="474821"/>
                  </a:lnTo>
                  <a:lnTo>
                    <a:pt x="131445" y="476250"/>
                  </a:lnTo>
                  <a:lnTo>
                    <a:pt x="130016" y="476726"/>
                  </a:lnTo>
                  <a:lnTo>
                    <a:pt x="128111" y="478155"/>
                  </a:lnTo>
                  <a:lnTo>
                    <a:pt x="126683" y="480536"/>
                  </a:lnTo>
                  <a:lnTo>
                    <a:pt x="123349" y="485299"/>
                  </a:lnTo>
                  <a:lnTo>
                    <a:pt x="123349" y="486251"/>
                  </a:lnTo>
                  <a:lnTo>
                    <a:pt x="123825" y="486728"/>
                  </a:lnTo>
                  <a:lnTo>
                    <a:pt x="125254" y="486728"/>
                  </a:lnTo>
                  <a:lnTo>
                    <a:pt x="126683" y="486251"/>
                  </a:lnTo>
                  <a:lnTo>
                    <a:pt x="129540" y="484822"/>
                  </a:lnTo>
                  <a:lnTo>
                    <a:pt x="131922" y="485299"/>
                  </a:lnTo>
                  <a:lnTo>
                    <a:pt x="134303" y="486728"/>
                  </a:lnTo>
                  <a:lnTo>
                    <a:pt x="135255" y="488156"/>
                  </a:lnTo>
                  <a:lnTo>
                    <a:pt x="135255" y="490061"/>
                  </a:lnTo>
                  <a:lnTo>
                    <a:pt x="134779" y="492442"/>
                  </a:lnTo>
                  <a:lnTo>
                    <a:pt x="134779" y="494824"/>
                  </a:lnTo>
                  <a:lnTo>
                    <a:pt x="135731" y="499586"/>
                  </a:lnTo>
                  <a:lnTo>
                    <a:pt x="136684" y="503872"/>
                  </a:lnTo>
                  <a:lnTo>
                    <a:pt x="138113" y="505301"/>
                  </a:lnTo>
                  <a:lnTo>
                    <a:pt x="145733" y="509588"/>
                  </a:lnTo>
                  <a:lnTo>
                    <a:pt x="146209" y="511016"/>
                  </a:lnTo>
                  <a:lnTo>
                    <a:pt x="146685" y="512445"/>
                  </a:lnTo>
                  <a:lnTo>
                    <a:pt x="146209" y="514826"/>
                  </a:lnTo>
                  <a:lnTo>
                    <a:pt x="147161" y="514826"/>
                  </a:lnTo>
                  <a:lnTo>
                    <a:pt x="149543" y="513874"/>
                  </a:lnTo>
                  <a:lnTo>
                    <a:pt x="151924" y="512445"/>
                  </a:lnTo>
                  <a:lnTo>
                    <a:pt x="154305" y="508635"/>
                  </a:lnTo>
                  <a:lnTo>
                    <a:pt x="157163" y="505778"/>
                  </a:lnTo>
                  <a:lnTo>
                    <a:pt x="160497" y="506254"/>
                  </a:lnTo>
                  <a:lnTo>
                    <a:pt x="161925" y="505301"/>
                  </a:lnTo>
                  <a:lnTo>
                    <a:pt x="162878" y="505301"/>
                  </a:lnTo>
                  <a:lnTo>
                    <a:pt x="164306" y="507206"/>
                  </a:lnTo>
                  <a:lnTo>
                    <a:pt x="165735" y="508635"/>
                  </a:lnTo>
                  <a:lnTo>
                    <a:pt x="166688" y="508635"/>
                  </a:lnTo>
                  <a:lnTo>
                    <a:pt x="167640" y="511492"/>
                  </a:lnTo>
                  <a:lnTo>
                    <a:pt x="173831" y="512445"/>
                  </a:lnTo>
                  <a:lnTo>
                    <a:pt x="176213" y="513397"/>
                  </a:lnTo>
                  <a:lnTo>
                    <a:pt x="178594" y="515303"/>
                  </a:lnTo>
                  <a:lnTo>
                    <a:pt x="179070" y="515303"/>
                  </a:lnTo>
                  <a:lnTo>
                    <a:pt x="180023" y="514826"/>
                  </a:lnTo>
                  <a:lnTo>
                    <a:pt x="180975" y="514350"/>
                  </a:lnTo>
                  <a:lnTo>
                    <a:pt x="180975" y="513397"/>
                  </a:lnTo>
                  <a:lnTo>
                    <a:pt x="180023" y="511969"/>
                  </a:lnTo>
                  <a:lnTo>
                    <a:pt x="180499" y="510064"/>
                  </a:lnTo>
                  <a:lnTo>
                    <a:pt x="181452" y="508635"/>
                  </a:lnTo>
                  <a:lnTo>
                    <a:pt x="182880" y="508635"/>
                  </a:lnTo>
                  <a:lnTo>
                    <a:pt x="185261" y="508159"/>
                  </a:lnTo>
                  <a:lnTo>
                    <a:pt x="188119" y="508159"/>
                  </a:lnTo>
                  <a:lnTo>
                    <a:pt x="190500" y="508635"/>
                  </a:lnTo>
                  <a:lnTo>
                    <a:pt x="190977" y="507206"/>
                  </a:lnTo>
                  <a:lnTo>
                    <a:pt x="190500" y="502920"/>
                  </a:lnTo>
                  <a:lnTo>
                    <a:pt x="190500" y="500539"/>
                  </a:lnTo>
                  <a:lnTo>
                    <a:pt x="190977" y="498634"/>
                  </a:lnTo>
                  <a:lnTo>
                    <a:pt x="191453" y="498157"/>
                  </a:lnTo>
                  <a:lnTo>
                    <a:pt x="194786" y="500539"/>
                  </a:lnTo>
                  <a:lnTo>
                    <a:pt x="197644" y="501491"/>
                  </a:lnTo>
                  <a:lnTo>
                    <a:pt x="199549" y="501491"/>
                  </a:lnTo>
                  <a:lnTo>
                    <a:pt x="200025" y="501015"/>
                  </a:lnTo>
                  <a:lnTo>
                    <a:pt x="199073" y="498157"/>
                  </a:lnTo>
                  <a:lnTo>
                    <a:pt x="199549" y="497681"/>
                  </a:lnTo>
                  <a:lnTo>
                    <a:pt x="200025" y="497205"/>
                  </a:lnTo>
                  <a:lnTo>
                    <a:pt x="201454" y="496729"/>
                  </a:lnTo>
                  <a:lnTo>
                    <a:pt x="204788" y="495776"/>
                  </a:lnTo>
                  <a:lnTo>
                    <a:pt x="205264" y="495776"/>
                  </a:lnTo>
                  <a:lnTo>
                    <a:pt x="206216" y="500063"/>
                  </a:lnTo>
                  <a:lnTo>
                    <a:pt x="205740" y="501491"/>
                  </a:lnTo>
                  <a:lnTo>
                    <a:pt x="206216" y="504349"/>
                  </a:lnTo>
                  <a:lnTo>
                    <a:pt x="207169" y="506730"/>
                  </a:lnTo>
                  <a:lnTo>
                    <a:pt x="207169" y="507682"/>
                  </a:lnTo>
                  <a:lnTo>
                    <a:pt x="206693" y="509588"/>
                  </a:lnTo>
                  <a:lnTo>
                    <a:pt x="205740" y="511016"/>
                  </a:lnTo>
                  <a:lnTo>
                    <a:pt x="205740" y="511492"/>
                  </a:lnTo>
                  <a:lnTo>
                    <a:pt x="207169" y="512445"/>
                  </a:lnTo>
                  <a:lnTo>
                    <a:pt x="210027" y="513397"/>
                  </a:lnTo>
                  <a:lnTo>
                    <a:pt x="212884" y="513874"/>
                  </a:lnTo>
                  <a:lnTo>
                    <a:pt x="214313" y="511969"/>
                  </a:lnTo>
                  <a:lnTo>
                    <a:pt x="215741" y="511016"/>
                  </a:lnTo>
                  <a:lnTo>
                    <a:pt x="217170" y="510064"/>
                  </a:lnTo>
                  <a:lnTo>
                    <a:pt x="217170" y="508159"/>
                  </a:lnTo>
                  <a:lnTo>
                    <a:pt x="219075" y="507206"/>
                  </a:lnTo>
                  <a:lnTo>
                    <a:pt x="224314" y="505778"/>
                  </a:lnTo>
                  <a:lnTo>
                    <a:pt x="229077" y="505301"/>
                  </a:lnTo>
                  <a:lnTo>
                    <a:pt x="230029" y="505778"/>
                  </a:lnTo>
                  <a:lnTo>
                    <a:pt x="230505" y="503872"/>
                  </a:lnTo>
                  <a:lnTo>
                    <a:pt x="231458" y="501015"/>
                  </a:lnTo>
                  <a:lnTo>
                    <a:pt x="231458" y="498634"/>
                  </a:lnTo>
                  <a:lnTo>
                    <a:pt x="232410" y="494347"/>
                  </a:lnTo>
                  <a:lnTo>
                    <a:pt x="231934" y="488632"/>
                  </a:lnTo>
                  <a:lnTo>
                    <a:pt x="230981" y="484822"/>
                  </a:lnTo>
                  <a:lnTo>
                    <a:pt x="233363" y="483394"/>
                  </a:lnTo>
                  <a:lnTo>
                    <a:pt x="236220" y="481965"/>
                  </a:lnTo>
                  <a:lnTo>
                    <a:pt x="237649" y="479584"/>
                  </a:lnTo>
                  <a:lnTo>
                    <a:pt x="239554" y="473392"/>
                  </a:lnTo>
                  <a:lnTo>
                    <a:pt x="240030" y="468630"/>
                  </a:lnTo>
                  <a:lnTo>
                    <a:pt x="239554" y="466725"/>
                  </a:lnTo>
                  <a:lnTo>
                    <a:pt x="238602" y="465296"/>
                  </a:lnTo>
                  <a:lnTo>
                    <a:pt x="238125" y="462915"/>
                  </a:lnTo>
                  <a:lnTo>
                    <a:pt x="237649" y="460534"/>
                  </a:lnTo>
                  <a:lnTo>
                    <a:pt x="238125" y="458153"/>
                  </a:lnTo>
                  <a:lnTo>
                    <a:pt x="240030" y="456247"/>
                  </a:lnTo>
                  <a:lnTo>
                    <a:pt x="242411" y="454342"/>
                  </a:lnTo>
                  <a:lnTo>
                    <a:pt x="244316" y="453390"/>
                  </a:lnTo>
                  <a:lnTo>
                    <a:pt x="249079" y="452438"/>
                  </a:lnTo>
                  <a:lnTo>
                    <a:pt x="254794" y="451485"/>
                  </a:lnTo>
                  <a:lnTo>
                    <a:pt x="258128" y="449580"/>
                  </a:lnTo>
                  <a:lnTo>
                    <a:pt x="260509" y="448151"/>
                  </a:lnTo>
                  <a:lnTo>
                    <a:pt x="261938" y="447199"/>
                  </a:lnTo>
                  <a:lnTo>
                    <a:pt x="263366" y="444817"/>
                  </a:lnTo>
                  <a:lnTo>
                    <a:pt x="265748" y="442913"/>
                  </a:lnTo>
                  <a:lnTo>
                    <a:pt x="267177" y="441007"/>
                  </a:lnTo>
                  <a:lnTo>
                    <a:pt x="267653" y="435769"/>
                  </a:lnTo>
                  <a:lnTo>
                    <a:pt x="267653" y="432435"/>
                  </a:lnTo>
                  <a:lnTo>
                    <a:pt x="266224" y="431006"/>
                  </a:lnTo>
                  <a:lnTo>
                    <a:pt x="265748" y="429578"/>
                  </a:lnTo>
                  <a:lnTo>
                    <a:pt x="274320" y="425291"/>
                  </a:lnTo>
                  <a:lnTo>
                    <a:pt x="274320" y="422434"/>
                  </a:lnTo>
                  <a:lnTo>
                    <a:pt x="272891" y="419100"/>
                  </a:lnTo>
                  <a:lnTo>
                    <a:pt x="271463" y="416719"/>
                  </a:lnTo>
                  <a:lnTo>
                    <a:pt x="270510" y="414338"/>
                  </a:lnTo>
                  <a:lnTo>
                    <a:pt x="272891" y="411480"/>
                  </a:lnTo>
                  <a:lnTo>
                    <a:pt x="275273" y="409575"/>
                  </a:lnTo>
                  <a:lnTo>
                    <a:pt x="276702" y="407670"/>
                  </a:lnTo>
                  <a:lnTo>
                    <a:pt x="280035" y="405289"/>
                  </a:lnTo>
                  <a:lnTo>
                    <a:pt x="283845" y="404336"/>
                  </a:lnTo>
                  <a:lnTo>
                    <a:pt x="286703" y="405289"/>
                  </a:lnTo>
                  <a:lnTo>
                    <a:pt x="296228" y="411480"/>
                  </a:lnTo>
                  <a:lnTo>
                    <a:pt x="298133" y="411956"/>
                  </a:lnTo>
                  <a:lnTo>
                    <a:pt x="300038" y="411480"/>
                  </a:lnTo>
                  <a:lnTo>
                    <a:pt x="302419" y="410051"/>
                  </a:lnTo>
                  <a:lnTo>
                    <a:pt x="305753" y="408622"/>
                  </a:lnTo>
                  <a:lnTo>
                    <a:pt x="306705" y="404813"/>
                  </a:lnTo>
                  <a:lnTo>
                    <a:pt x="306705" y="398621"/>
                  </a:lnTo>
                  <a:lnTo>
                    <a:pt x="307658" y="395764"/>
                  </a:lnTo>
                  <a:lnTo>
                    <a:pt x="309086" y="395288"/>
                  </a:lnTo>
                  <a:lnTo>
                    <a:pt x="314802" y="396240"/>
                  </a:lnTo>
                  <a:lnTo>
                    <a:pt x="316230" y="396716"/>
                  </a:lnTo>
                  <a:lnTo>
                    <a:pt x="317659" y="396240"/>
                  </a:lnTo>
                  <a:lnTo>
                    <a:pt x="318611" y="395288"/>
                  </a:lnTo>
                  <a:lnTo>
                    <a:pt x="318611" y="392906"/>
                  </a:lnTo>
                  <a:lnTo>
                    <a:pt x="318611" y="391478"/>
                  </a:lnTo>
                  <a:lnTo>
                    <a:pt x="320040" y="385763"/>
                  </a:lnTo>
                  <a:lnTo>
                    <a:pt x="323374" y="381476"/>
                  </a:lnTo>
                  <a:lnTo>
                    <a:pt x="330041" y="376238"/>
                  </a:lnTo>
                  <a:lnTo>
                    <a:pt x="331947" y="375285"/>
                  </a:lnTo>
                  <a:lnTo>
                    <a:pt x="334328" y="374809"/>
                  </a:lnTo>
                  <a:lnTo>
                    <a:pt x="346234" y="378142"/>
                  </a:lnTo>
                  <a:lnTo>
                    <a:pt x="348139" y="377666"/>
                  </a:lnTo>
                  <a:lnTo>
                    <a:pt x="350997" y="368617"/>
                  </a:lnTo>
                  <a:lnTo>
                    <a:pt x="353854" y="367665"/>
                  </a:lnTo>
                  <a:lnTo>
                    <a:pt x="357664" y="367665"/>
                  </a:lnTo>
                  <a:lnTo>
                    <a:pt x="360522" y="366713"/>
                  </a:lnTo>
                  <a:lnTo>
                    <a:pt x="361474" y="366236"/>
                  </a:lnTo>
                  <a:lnTo>
                    <a:pt x="367189" y="362426"/>
                  </a:lnTo>
                  <a:lnTo>
                    <a:pt x="377190" y="358140"/>
                  </a:lnTo>
                  <a:lnTo>
                    <a:pt x="382429" y="356235"/>
                  </a:lnTo>
                  <a:lnTo>
                    <a:pt x="383381" y="355282"/>
                  </a:lnTo>
                  <a:lnTo>
                    <a:pt x="387191" y="351949"/>
                  </a:lnTo>
                  <a:lnTo>
                    <a:pt x="391954" y="348139"/>
                  </a:lnTo>
                  <a:lnTo>
                    <a:pt x="395288" y="347663"/>
                  </a:lnTo>
                  <a:lnTo>
                    <a:pt x="399574" y="347186"/>
                  </a:lnTo>
                  <a:lnTo>
                    <a:pt x="402431" y="347663"/>
                  </a:lnTo>
                  <a:lnTo>
                    <a:pt x="403384" y="348615"/>
                  </a:lnTo>
                  <a:lnTo>
                    <a:pt x="404336" y="349567"/>
                  </a:lnTo>
                  <a:lnTo>
                    <a:pt x="410052" y="347663"/>
                  </a:lnTo>
                  <a:lnTo>
                    <a:pt x="418148" y="350520"/>
                  </a:lnTo>
                  <a:lnTo>
                    <a:pt x="425291" y="352901"/>
                  </a:lnTo>
                  <a:lnTo>
                    <a:pt x="425768" y="350996"/>
                  </a:lnTo>
                  <a:lnTo>
                    <a:pt x="427673" y="350520"/>
                  </a:lnTo>
                  <a:lnTo>
                    <a:pt x="432911" y="350520"/>
                  </a:lnTo>
                  <a:lnTo>
                    <a:pt x="442436" y="351472"/>
                  </a:lnTo>
                  <a:lnTo>
                    <a:pt x="450056" y="350520"/>
                  </a:lnTo>
                  <a:lnTo>
                    <a:pt x="450533" y="350044"/>
                  </a:lnTo>
                  <a:lnTo>
                    <a:pt x="456248" y="345281"/>
                  </a:lnTo>
                  <a:lnTo>
                    <a:pt x="462439" y="340519"/>
                  </a:lnTo>
                  <a:lnTo>
                    <a:pt x="471488" y="340042"/>
                  </a:lnTo>
                  <a:lnTo>
                    <a:pt x="481013" y="339566"/>
                  </a:lnTo>
                  <a:lnTo>
                    <a:pt x="489109" y="339090"/>
                  </a:lnTo>
                  <a:lnTo>
                    <a:pt x="500539" y="338614"/>
                  </a:lnTo>
                  <a:lnTo>
                    <a:pt x="509588" y="338614"/>
                  </a:lnTo>
                  <a:lnTo>
                    <a:pt x="520065" y="338138"/>
                  </a:lnTo>
                  <a:lnTo>
                    <a:pt x="520541" y="335756"/>
                  </a:lnTo>
                  <a:lnTo>
                    <a:pt x="521018" y="335280"/>
                  </a:lnTo>
                  <a:lnTo>
                    <a:pt x="521970" y="335280"/>
                  </a:lnTo>
                  <a:lnTo>
                    <a:pt x="530067" y="336232"/>
                  </a:lnTo>
                  <a:lnTo>
                    <a:pt x="537210" y="337661"/>
                  </a:lnTo>
                  <a:lnTo>
                    <a:pt x="537686" y="333375"/>
                  </a:lnTo>
                  <a:lnTo>
                    <a:pt x="544354" y="327660"/>
                  </a:lnTo>
                  <a:lnTo>
                    <a:pt x="547688" y="326707"/>
                  </a:lnTo>
                  <a:lnTo>
                    <a:pt x="548640" y="325755"/>
                  </a:lnTo>
                  <a:lnTo>
                    <a:pt x="550069" y="323850"/>
                  </a:lnTo>
                  <a:lnTo>
                    <a:pt x="550545" y="320992"/>
                  </a:lnTo>
                  <a:lnTo>
                    <a:pt x="551022" y="319088"/>
                  </a:lnTo>
                  <a:lnTo>
                    <a:pt x="552450" y="317182"/>
                  </a:lnTo>
                  <a:lnTo>
                    <a:pt x="553403" y="314325"/>
                  </a:lnTo>
                  <a:lnTo>
                    <a:pt x="554355" y="308610"/>
                  </a:lnTo>
                  <a:lnTo>
                    <a:pt x="558165" y="302895"/>
                  </a:lnTo>
                  <a:lnTo>
                    <a:pt x="560070" y="295275"/>
                  </a:lnTo>
                  <a:lnTo>
                    <a:pt x="560547" y="288131"/>
                  </a:lnTo>
                  <a:lnTo>
                    <a:pt x="561023" y="282416"/>
                  </a:lnTo>
                  <a:lnTo>
                    <a:pt x="561975" y="280988"/>
                  </a:lnTo>
                  <a:close/>
                </a:path>
              </a:pathLst>
            </a:custGeom>
            <a:grpFill/>
            <a:ln w="317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9C44F268-334A-4B65-9CC3-DF97CB1245B2}"/>
                </a:ext>
              </a:extLst>
            </p:cNvPr>
            <p:cNvSpPr/>
            <p:nvPr/>
          </p:nvSpPr>
          <p:spPr>
            <a:xfrm>
              <a:off x="6415087" y="2784157"/>
              <a:ext cx="87153" cy="60959"/>
            </a:xfrm>
            <a:custGeom>
              <a:avLst/>
              <a:gdLst>
                <a:gd name="connsiteX0" fmla="*/ 87154 w 87153"/>
                <a:gd name="connsiteY0" fmla="*/ 24765 h 60959"/>
                <a:gd name="connsiteX1" fmla="*/ 86677 w 87153"/>
                <a:gd name="connsiteY1" fmla="*/ 24289 h 60959"/>
                <a:gd name="connsiteX2" fmla="*/ 85249 w 87153"/>
                <a:gd name="connsiteY2" fmla="*/ 23336 h 60959"/>
                <a:gd name="connsiteX3" fmla="*/ 83820 w 87153"/>
                <a:gd name="connsiteY3" fmla="*/ 20955 h 60959"/>
                <a:gd name="connsiteX4" fmla="*/ 81439 w 87153"/>
                <a:gd name="connsiteY4" fmla="*/ 14764 h 60959"/>
                <a:gd name="connsiteX5" fmla="*/ 80010 w 87153"/>
                <a:gd name="connsiteY5" fmla="*/ 13335 h 60959"/>
                <a:gd name="connsiteX6" fmla="*/ 76200 w 87153"/>
                <a:gd name="connsiteY6" fmla="*/ 11906 h 60959"/>
                <a:gd name="connsiteX7" fmla="*/ 72866 w 87153"/>
                <a:gd name="connsiteY7" fmla="*/ 10001 h 60959"/>
                <a:gd name="connsiteX8" fmla="*/ 70009 w 87153"/>
                <a:gd name="connsiteY8" fmla="*/ 7620 h 60959"/>
                <a:gd name="connsiteX9" fmla="*/ 64770 w 87153"/>
                <a:gd name="connsiteY9" fmla="*/ 1905 h 60959"/>
                <a:gd name="connsiteX10" fmla="*/ 63818 w 87153"/>
                <a:gd name="connsiteY10" fmla="*/ 1429 h 60959"/>
                <a:gd name="connsiteX11" fmla="*/ 62389 w 87153"/>
                <a:gd name="connsiteY11" fmla="*/ 476 h 60959"/>
                <a:gd name="connsiteX12" fmla="*/ 60960 w 87153"/>
                <a:gd name="connsiteY12" fmla="*/ 0 h 60959"/>
                <a:gd name="connsiteX13" fmla="*/ 58102 w 87153"/>
                <a:gd name="connsiteY13" fmla="*/ 1429 h 60959"/>
                <a:gd name="connsiteX14" fmla="*/ 54769 w 87153"/>
                <a:gd name="connsiteY14" fmla="*/ 1905 h 60959"/>
                <a:gd name="connsiteX15" fmla="*/ 52388 w 87153"/>
                <a:gd name="connsiteY15" fmla="*/ 1429 h 60959"/>
                <a:gd name="connsiteX16" fmla="*/ 49530 w 87153"/>
                <a:gd name="connsiteY16" fmla="*/ 1429 h 60959"/>
                <a:gd name="connsiteX17" fmla="*/ 48101 w 87153"/>
                <a:gd name="connsiteY17" fmla="*/ 1905 h 60959"/>
                <a:gd name="connsiteX18" fmla="*/ 46673 w 87153"/>
                <a:gd name="connsiteY18" fmla="*/ 2381 h 60959"/>
                <a:gd name="connsiteX19" fmla="*/ 44291 w 87153"/>
                <a:gd name="connsiteY19" fmla="*/ 3810 h 60959"/>
                <a:gd name="connsiteX20" fmla="*/ 40005 w 87153"/>
                <a:gd name="connsiteY20" fmla="*/ 4763 h 60959"/>
                <a:gd name="connsiteX21" fmla="*/ 38100 w 87153"/>
                <a:gd name="connsiteY21" fmla="*/ 4286 h 60959"/>
                <a:gd name="connsiteX22" fmla="*/ 38100 w 87153"/>
                <a:gd name="connsiteY22" fmla="*/ 4286 h 60959"/>
                <a:gd name="connsiteX23" fmla="*/ 32385 w 87153"/>
                <a:gd name="connsiteY23" fmla="*/ 5715 h 60959"/>
                <a:gd name="connsiteX24" fmla="*/ 30480 w 87153"/>
                <a:gd name="connsiteY24" fmla="*/ 6667 h 60959"/>
                <a:gd name="connsiteX25" fmla="*/ 29051 w 87153"/>
                <a:gd name="connsiteY25" fmla="*/ 9049 h 60959"/>
                <a:gd name="connsiteX26" fmla="*/ 28575 w 87153"/>
                <a:gd name="connsiteY26" fmla="*/ 10477 h 60959"/>
                <a:gd name="connsiteX27" fmla="*/ 27623 w 87153"/>
                <a:gd name="connsiteY27" fmla="*/ 10477 h 60959"/>
                <a:gd name="connsiteX28" fmla="*/ 26194 w 87153"/>
                <a:gd name="connsiteY28" fmla="*/ 9049 h 60959"/>
                <a:gd name="connsiteX29" fmla="*/ 23813 w 87153"/>
                <a:gd name="connsiteY29" fmla="*/ 7144 h 60959"/>
                <a:gd name="connsiteX30" fmla="*/ 20955 w 87153"/>
                <a:gd name="connsiteY30" fmla="*/ 7620 h 60959"/>
                <a:gd name="connsiteX31" fmla="*/ 11430 w 87153"/>
                <a:gd name="connsiteY31" fmla="*/ 11430 h 60959"/>
                <a:gd name="connsiteX32" fmla="*/ 10477 w 87153"/>
                <a:gd name="connsiteY32" fmla="*/ 13811 h 60959"/>
                <a:gd name="connsiteX33" fmla="*/ 10477 w 87153"/>
                <a:gd name="connsiteY33" fmla="*/ 18097 h 60959"/>
                <a:gd name="connsiteX34" fmla="*/ 9525 w 87153"/>
                <a:gd name="connsiteY34" fmla="*/ 19526 h 60959"/>
                <a:gd name="connsiteX35" fmla="*/ 8573 w 87153"/>
                <a:gd name="connsiteY35" fmla="*/ 20479 h 60959"/>
                <a:gd name="connsiteX36" fmla="*/ 4763 w 87153"/>
                <a:gd name="connsiteY36" fmla="*/ 20002 h 60959"/>
                <a:gd name="connsiteX37" fmla="*/ 4286 w 87153"/>
                <a:gd name="connsiteY37" fmla="*/ 19526 h 60959"/>
                <a:gd name="connsiteX38" fmla="*/ 3810 w 87153"/>
                <a:gd name="connsiteY38" fmla="*/ 20002 h 60959"/>
                <a:gd name="connsiteX39" fmla="*/ 1905 w 87153"/>
                <a:gd name="connsiteY39" fmla="*/ 26194 h 60959"/>
                <a:gd name="connsiteX40" fmla="*/ 2381 w 87153"/>
                <a:gd name="connsiteY40" fmla="*/ 29527 h 60959"/>
                <a:gd name="connsiteX41" fmla="*/ 2381 w 87153"/>
                <a:gd name="connsiteY41" fmla="*/ 31433 h 60959"/>
                <a:gd name="connsiteX42" fmla="*/ 952 w 87153"/>
                <a:gd name="connsiteY42" fmla="*/ 32385 h 60959"/>
                <a:gd name="connsiteX43" fmla="*/ 0 w 87153"/>
                <a:gd name="connsiteY43" fmla="*/ 33814 h 60959"/>
                <a:gd name="connsiteX44" fmla="*/ 1905 w 87153"/>
                <a:gd name="connsiteY44" fmla="*/ 39052 h 60959"/>
                <a:gd name="connsiteX45" fmla="*/ 1429 w 87153"/>
                <a:gd name="connsiteY45" fmla="*/ 41434 h 60959"/>
                <a:gd name="connsiteX46" fmla="*/ 1429 w 87153"/>
                <a:gd name="connsiteY46" fmla="*/ 43815 h 60959"/>
                <a:gd name="connsiteX47" fmla="*/ 4286 w 87153"/>
                <a:gd name="connsiteY47" fmla="*/ 49530 h 60959"/>
                <a:gd name="connsiteX48" fmla="*/ 5715 w 87153"/>
                <a:gd name="connsiteY48" fmla="*/ 51435 h 60959"/>
                <a:gd name="connsiteX49" fmla="*/ 7144 w 87153"/>
                <a:gd name="connsiteY49" fmla="*/ 52388 h 60959"/>
                <a:gd name="connsiteX50" fmla="*/ 9049 w 87153"/>
                <a:gd name="connsiteY50" fmla="*/ 57626 h 60959"/>
                <a:gd name="connsiteX51" fmla="*/ 10001 w 87153"/>
                <a:gd name="connsiteY51" fmla="*/ 58579 h 60959"/>
                <a:gd name="connsiteX52" fmla="*/ 14764 w 87153"/>
                <a:gd name="connsiteY52" fmla="*/ 58102 h 60959"/>
                <a:gd name="connsiteX53" fmla="*/ 16669 w 87153"/>
                <a:gd name="connsiteY53" fmla="*/ 58579 h 60959"/>
                <a:gd name="connsiteX54" fmla="*/ 17621 w 87153"/>
                <a:gd name="connsiteY54" fmla="*/ 60008 h 60959"/>
                <a:gd name="connsiteX55" fmla="*/ 17621 w 87153"/>
                <a:gd name="connsiteY55" fmla="*/ 60960 h 60959"/>
                <a:gd name="connsiteX56" fmla="*/ 22384 w 87153"/>
                <a:gd name="connsiteY56" fmla="*/ 60484 h 60959"/>
                <a:gd name="connsiteX57" fmla="*/ 23813 w 87153"/>
                <a:gd name="connsiteY57" fmla="*/ 60008 h 60959"/>
                <a:gd name="connsiteX58" fmla="*/ 30004 w 87153"/>
                <a:gd name="connsiteY58" fmla="*/ 60008 h 60959"/>
                <a:gd name="connsiteX59" fmla="*/ 32861 w 87153"/>
                <a:gd name="connsiteY59" fmla="*/ 58579 h 60959"/>
                <a:gd name="connsiteX60" fmla="*/ 34766 w 87153"/>
                <a:gd name="connsiteY60" fmla="*/ 58579 h 60959"/>
                <a:gd name="connsiteX61" fmla="*/ 38576 w 87153"/>
                <a:gd name="connsiteY61" fmla="*/ 60008 h 60959"/>
                <a:gd name="connsiteX62" fmla="*/ 40481 w 87153"/>
                <a:gd name="connsiteY62" fmla="*/ 59055 h 60959"/>
                <a:gd name="connsiteX63" fmla="*/ 45720 w 87153"/>
                <a:gd name="connsiteY63" fmla="*/ 56674 h 60959"/>
                <a:gd name="connsiteX64" fmla="*/ 50482 w 87153"/>
                <a:gd name="connsiteY64" fmla="*/ 50483 h 60959"/>
                <a:gd name="connsiteX65" fmla="*/ 52864 w 87153"/>
                <a:gd name="connsiteY65" fmla="*/ 49530 h 60959"/>
                <a:gd name="connsiteX66" fmla="*/ 57626 w 87153"/>
                <a:gd name="connsiteY66" fmla="*/ 49054 h 60959"/>
                <a:gd name="connsiteX67" fmla="*/ 59055 w 87153"/>
                <a:gd name="connsiteY67" fmla="*/ 48577 h 60959"/>
                <a:gd name="connsiteX68" fmla="*/ 60960 w 87153"/>
                <a:gd name="connsiteY68" fmla="*/ 48577 h 60959"/>
                <a:gd name="connsiteX69" fmla="*/ 66675 w 87153"/>
                <a:gd name="connsiteY69" fmla="*/ 49530 h 60959"/>
                <a:gd name="connsiteX70" fmla="*/ 70009 w 87153"/>
                <a:gd name="connsiteY70" fmla="*/ 50006 h 60959"/>
                <a:gd name="connsiteX71" fmla="*/ 73343 w 87153"/>
                <a:gd name="connsiteY71" fmla="*/ 49054 h 60959"/>
                <a:gd name="connsiteX72" fmla="*/ 77629 w 87153"/>
                <a:gd name="connsiteY72" fmla="*/ 47625 h 60959"/>
                <a:gd name="connsiteX73" fmla="*/ 78581 w 87153"/>
                <a:gd name="connsiteY73" fmla="*/ 42386 h 60959"/>
                <a:gd name="connsiteX74" fmla="*/ 79534 w 87153"/>
                <a:gd name="connsiteY74" fmla="*/ 41434 h 60959"/>
                <a:gd name="connsiteX75" fmla="*/ 82391 w 87153"/>
                <a:gd name="connsiteY75" fmla="*/ 40958 h 60959"/>
                <a:gd name="connsiteX76" fmla="*/ 84296 w 87153"/>
                <a:gd name="connsiteY76" fmla="*/ 41434 h 60959"/>
                <a:gd name="connsiteX77" fmla="*/ 84773 w 87153"/>
                <a:gd name="connsiteY77" fmla="*/ 40481 h 60959"/>
                <a:gd name="connsiteX78" fmla="*/ 85249 w 87153"/>
                <a:gd name="connsiteY78" fmla="*/ 30480 h 60959"/>
                <a:gd name="connsiteX79" fmla="*/ 87154 w 87153"/>
                <a:gd name="connsiteY79" fmla="*/ 25717 h 6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87153" h="60959">
                  <a:moveTo>
                    <a:pt x="87154" y="24765"/>
                  </a:moveTo>
                  <a:lnTo>
                    <a:pt x="86677" y="24289"/>
                  </a:lnTo>
                  <a:lnTo>
                    <a:pt x="85249" y="23336"/>
                  </a:lnTo>
                  <a:lnTo>
                    <a:pt x="83820" y="20955"/>
                  </a:lnTo>
                  <a:lnTo>
                    <a:pt x="81439" y="14764"/>
                  </a:lnTo>
                  <a:lnTo>
                    <a:pt x="80010" y="13335"/>
                  </a:lnTo>
                  <a:lnTo>
                    <a:pt x="76200" y="11906"/>
                  </a:lnTo>
                  <a:lnTo>
                    <a:pt x="72866" y="10001"/>
                  </a:lnTo>
                  <a:lnTo>
                    <a:pt x="70009" y="7620"/>
                  </a:lnTo>
                  <a:lnTo>
                    <a:pt x="64770" y="1905"/>
                  </a:lnTo>
                  <a:lnTo>
                    <a:pt x="63818" y="1429"/>
                  </a:lnTo>
                  <a:lnTo>
                    <a:pt x="62389" y="476"/>
                  </a:lnTo>
                  <a:lnTo>
                    <a:pt x="60960" y="0"/>
                  </a:lnTo>
                  <a:lnTo>
                    <a:pt x="58102" y="1429"/>
                  </a:lnTo>
                  <a:lnTo>
                    <a:pt x="54769" y="1905"/>
                  </a:lnTo>
                  <a:lnTo>
                    <a:pt x="52388" y="1429"/>
                  </a:lnTo>
                  <a:lnTo>
                    <a:pt x="49530" y="1429"/>
                  </a:lnTo>
                  <a:lnTo>
                    <a:pt x="48101" y="1905"/>
                  </a:lnTo>
                  <a:lnTo>
                    <a:pt x="46673" y="2381"/>
                  </a:lnTo>
                  <a:lnTo>
                    <a:pt x="44291" y="3810"/>
                  </a:lnTo>
                  <a:lnTo>
                    <a:pt x="40005" y="4763"/>
                  </a:lnTo>
                  <a:lnTo>
                    <a:pt x="38100" y="4286"/>
                  </a:lnTo>
                  <a:lnTo>
                    <a:pt x="38100" y="4286"/>
                  </a:lnTo>
                  <a:lnTo>
                    <a:pt x="32385" y="5715"/>
                  </a:lnTo>
                  <a:lnTo>
                    <a:pt x="30480" y="6667"/>
                  </a:lnTo>
                  <a:lnTo>
                    <a:pt x="29051" y="9049"/>
                  </a:lnTo>
                  <a:lnTo>
                    <a:pt x="28575" y="10477"/>
                  </a:lnTo>
                  <a:lnTo>
                    <a:pt x="27623" y="10477"/>
                  </a:lnTo>
                  <a:lnTo>
                    <a:pt x="26194" y="9049"/>
                  </a:lnTo>
                  <a:lnTo>
                    <a:pt x="23813" y="7144"/>
                  </a:lnTo>
                  <a:lnTo>
                    <a:pt x="20955" y="7620"/>
                  </a:lnTo>
                  <a:lnTo>
                    <a:pt x="11430" y="11430"/>
                  </a:lnTo>
                  <a:lnTo>
                    <a:pt x="10477" y="13811"/>
                  </a:lnTo>
                  <a:lnTo>
                    <a:pt x="10477" y="18097"/>
                  </a:lnTo>
                  <a:lnTo>
                    <a:pt x="9525" y="19526"/>
                  </a:lnTo>
                  <a:lnTo>
                    <a:pt x="8573" y="20479"/>
                  </a:lnTo>
                  <a:lnTo>
                    <a:pt x="4763" y="20002"/>
                  </a:lnTo>
                  <a:lnTo>
                    <a:pt x="4286" y="19526"/>
                  </a:lnTo>
                  <a:lnTo>
                    <a:pt x="3810" y="20002"/>
                  </a:lnTo>
                  <a:lnTo>
                    <a:pt x="1905" y="26194"/>
                  </a:lnTo>
                  <a:lnTo>
                    <a:pt x="2381" y="29527"/>
                  </a:lnTo>
                  <a:lnTo>
                    <a:pt x="2381" y="31433"/>
                  </a:lnTo>
                  <a:lnTo>
                    <a:pt x="952" y="32385"/>
                  </a:lnTo>
                  <a:lnTo>
                    <a:pt x="0" y="33814"/>
                  </a:lnTo>
                  <a:lnTo>
                    <a:pt x="1905" y="39052"/>
                  </a:lnTo>
                  <a:lnTo>
                    <a:pt x="1429" y="41434"/>
                  </a:lnTo>
                  <a:lnTo>
                    <a:pt x="1429" y="43815"/>
                  </a:lnTo>
                  <a:lnTo>
                    <a:pt x="4286" y="49530"/>
                  </a:lnTo>
                  <a:lnTo>
                    <a:pt x="5715" y="51435"/>
                  </a:lnTo>
                  <a:lnTo>
                    <a:pt x="7144" y="52388"/>
                  </a:lnTo>
                  <a:lnTo>
                    <a:pt x="9049" y="57626"/>
                  </a:lnTo>
                  <a:lnTo>
                    <a:pt x="10001" y="58579"/>
                  </a:lnTo>
                  <a:lnTo>
                    <a:pt x="14764" y="58102"/>
                  </a:lnTo>
                  <a:lnTo>
                    <a:pt x="16669" y="58579"/>
                  </a:lnTo>
                  <a:lnTo>
                    <a:pt x="17621" y="60008"/>
                  </a:lnTo>
                  <a:lnTo>
                    <a:pt x="17621" y="60960"/>
                  </a:lnTo>
                  <a:lnTo>
                    <a:pt x="22384" y="60484"/>
                  </a:lnTo>
                  <a:lnTo>
                    <a:pt x="23813" y="60008"/>
                  </a:lnTo>
                  <a:lnTo>
                    <a:pt x="30004" y="60008"/>
                  </a:lnTo>
                  <a:lnTo>
                    <a:pt x="32861" y="58579"/>
                  </a:lnTo>
                  <a:lnTo>
                    <a:pt x="34766" y="58579"/>
                  </a:lnTo>
                  <a:lnTo>
                    <a:pt x="38576" y="60008"/>
                  </a:lnTo>
                  <a:lnTo>
                    <a:pt x="40481" y="59055"/>
                  </a:lnTo>
                  <a:lnTo>
                    <a:pt x="45720" y="56674"/>
                  </a:lnTo>
                  <a:lnTo>
                    <a:pt x="50482" y="50483"/>
                  </a:lnTo>
                  <a:lnTo>
                    <a:pt x="52864" y="49530"/>
                  </a:lnTo>
                  <a:lnTo>
                    <a:pt x="57626" y="49054"/>
                  </a:lnTo>
                  <a:lnTo>
                    <a:pt x="59055" y="48577"/>
                  </a:lnTo>
                  <a:lnTo>
                    <a:pt x="60960" y="48577"/>
                  </a:lnTo>
                  <a:lnTo>
                    <a:pt x="66675" y="49530"/>
                  </a:lnTo>
                  <a:lnTo>
                    <a:pt x="70009" y="50006"/>
                  </a:lnTo>
                  <a:lnTo>
                    <a:pt x="73343" y="49054"/>
                  </a:lnTo>
                  <a:lnTo>
                    <a:pt x="77629" y="47625"/>
                  </a:lnTo>
                  <a:lnTo>
                    <a:pt x="78581" y="42386"/>
                  </a:lnTo>
                  <a:lnTo>
                    <a:pt x="79534" y="41434"/>
                  </a:lnTo>
                  <a:lnTo>
                    <a:pt x="82391" y="40958"/>
                  </a:lnTo>
                  <a:lnTo>
                    <a:pt x="84296" y="41434"/>
                  </a:lnTo>
                  <a:lnTo>
                    <a:pt x="84773" y="40481"/>
                  </a:lnTo>
                  <a:lnTo>
                    <a:pt x="85249" y="30480"/>
                  </a:lnTo>
                  <a:lnTo>
                    <a:pt x="87154" y="25717"/>
                  </a:lnTo>
                  <a:close/>
                </a:path>
              </a:pathLst>
            </a:custGeom>
            <a:grpFill/>
            <a:ln w="317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C6F6BD20-6061-42EB-9ECE-0EA8D2659AF9}"/>
                </a:ext>
              </a:extLst>
            </p:cNvPr>
            <p:cNvSpPr/>
            <p:nvPr/>
          </p:nvSpPr>
          <p:spPr>
            <a:xfrm>
              <a:off x="7191851" y="4706778"/>
              <a:ext cx="246697" cy="470058"/>
            </a:xfrm>
            <a:custGeom>
              <a:avLst/>
              <a:gdLst>
                <a:gd name="connsiteX0" fmla="*/ 223838 w 246697"/>
                <a:gd name="connsiteY0" fmla="*/ 165735 h 470058"/>
                <a:gd name="connsiteX1" fmla="*/ 222885 w 246697"/>
                <a:gd name="connsiteY1" fmla="*/ 170974 h 470058"/>
                <a:gd name="connsiteX2" fmla="*/ 226695 w 246697"/>
                <a:gd name="connsiteY2" fmla="*/ 164783 h 470058"/>
                <a:gd name="connsiteX3" fmla="*/ 229553 w 246697"/>
                <a:gd name="connsiteY3" fmla="*/ 157639 h 470058"/>
                <a:gd name="connsiteX4" fmla="*/ 228124 w 246697"/>
                <a:gd name="connsiteY4" fmla="*/ 158115 h 470058"/>
                <a:gd name="connsiteX5" fmla="*/ 223838 w 246697"/>
                <a:gd name="connsiteY5" fmla="*/ 165735 h 470058"/>
                <a:gd name="connsiteX6" fmla="*/ 243840 w 246697"/>
                <a:gd name="connsiteY6" fmla="*/ 104299 h 470058"/>
                <a:gd name="connsiteX7" fmla="*/ 239554 w 246697"/>
                <a:gd name="connsiteY7" fmla="*/ 97155 h 470058"/>
                <a:gd name="connsiteX8" fmla="*/ 236697 w 246697"/>
                <a:gd name="connsiteY8" fmla="*/ 90011 h 470058"/>
                <a:gd name="connsiteX9" fmla="*/ 235744 w 246697"/>
                <a:gd name="connsiteY9" fmla="*/ 82391 h 470058"/>
                <a:gd name="connsiteX10" fmla="*/ 234791 w 246697"/>
                <a:gd name="connsiteY10" fmla="*/ 66199 h 470058"/>
                <a:gd name="connsiteX11" fmla="*/ 231457 w 246697"/>
                <a:gd name="connsiteY11" fmla="*/ 50483 h 470058"/>
                <a:gd name="connsiteX12" fmla="*/ 227648 w 246697"/>
                <a:gd name="connsiteY12" fmla="*/ 40005 h 470058"/>
                <a:gd name="connsiteX13" fmla="*/ 226695 w 246697"/>
                <a:gd name="connsiteY13" fmla="*/ 33338 h 470058"/>
                <a:gd name="connsiteX14" fmla="*/ 224790 w 246697"/>
                <a:gd name="connsiteY14" fmla="*/ 30004 h 470058"/>
                <a:gd name="connsiteX15" fmla="*/ 222409 w 246697"/>
                <a:gd name="connsiteY15" fmla="*/ 26670 h 470058"/>
                <a:gd name="connsiteX16" fmla="*/ 216694 w 246697"/>
                <a:gd name="connsiteY16" fmla="*/ 18574 h 470058"/>
                <a:gd name="connsiteX17" fmla="*/ 214789 w 246697"/>
                <a:gd name="connsiteY17" fmla="*/ 15240 h 470058"/>
                <a:gd name="connsiteX18" fmla="*/ 213360 w 246697"/>
                <a:gd name="connsiteY18" fmla="*/ 11906 h 470058"/>
                <a:gd name="connsiteX19" fmla="*/ 211455 w 246697"/>
                <a:gd name="connsiteY19" fmla="*/ 9049 h 470058"/>
                <a:gd name="connsiteX20" fmla="*/ 207645 w 246697"/>
                <a:gd name="connsiteY20" fmla="*/ 5239 h 470058"/>
                <a:gd name="connsiteX21" fmla="*/ 206693 w 246697"/>
                <a:gd name="connsiteY21" fmla="*/ 3810 h 470058"/>
                <a:gd name="connsiteX22" fmla="*/ 206216 w 246697"/>
                <a:gd name="connsiteY22" fmla="*/ 1429 h 470058"/>
                <a:gd name="connsiteX23" fmla="*/ 204788 w 246697"/>
                <a:gd name="connsiteY23" fmla="*/ 0 h 470058"/>
                <a:gd name="connsiteX24" fmla="*/ 202882 w 246697"/>
                <a:gd name="connsiteY24" fmla="*/ 0 h 470058"/>
                <a:gd name="connsiteX25" fmla="*/ 197168 w 246697"/>
                <a:gd name="connsiteY25" fmla="*/ 8096 h 470058"/>
                <a:gd name="connsiteX26" fmla="*/ 193834 w 246697"/>
                <a:gd name="connsiteY26" fmla="*/ 12383 h 470058"/>
                <a:gd name="connsiteX27" fmla="*/ 192881 w 246697"/>
                <a:gd name="connsiteY27" fmla="*/ 12859 h 470058"/>
                <a:gd name="connsiteX28" fmla="*/ 189548 w 246697"/>
                <a:gd name="connsiteY28" fmla="*/ 12383 h 470058"/>
                <a:gd name="connsiteX29" fmla="*/ 189072 w 246697"/>
                <a:gd name="connsiteY29" fmla="*/ 13335 h 470058"/>
                <a:gd name="connsiteX30" fmla="*/ 191453 w 246697"/>
                <a:gd name="connsiteY30" fmla="*/ 18097 h 470058"/>
                <a:gd name="connsiteX31" fmla="*/ 192881 w 246697"/>
                <a:gd name="connsiteY31" fmla="*/ 21908 h 470058"/>
                <a:gd name="connsiteX32" fmla="*/ 193834 w 246697"/>
                <a:gd name="connsiteY32" fmla="*/ 25718 h 470058"/>
                <a:gd name="connsiteX33" fmla="*/ 193357 w 246697"/>
                <a:gd name="connsiteY33" fmla="*/ 29051 h 470058"/>
                <a:gd name="connsiteX34" fmla="*/ 189548 w 246697"/>
                <a:gd name="connsiteY34" fmla="*/ 40481 h 470058"/>
                <a:gd name="connsiteX35" fmla="*/ 183356 w 246697"/>
                <a:gd name="connsiteY35" fmla="*/ 45720 h 470058"/>
                <a:gd name="connsiteX36" fmla="*/ 179547 w 246697"/>
                <a:gd name="connsiteY36" fmla="*/ 47149 h 470058"/>
                <a:gd name="connsiteX37" fmla="*/ 176213 w 246697"/>
                <a:gd name="connsiteY37" fmla="*/ 49530 h 470058"/>
                <a:gd name="connsiteX38" fmla="*/ 173831 w 246697"/>
                <a:gd name="connsiteY38" fmla="*/ 52864 h 470058"/>
                <a:gd name="connsiteX39" fmla="*/ 170974 w 246697"/>
                <a:gd name="connsiteY39" fmla="*/ 55721 h 470058"/>
                <a:gd name="connsiteX40" fmla="*/ 168593 w 246697"/>
                <a:gd name="connsiteY40" fmla="*/ 55245 h 470058"/>
                <a:gd name="connsiteX41" fmla="*/ 165259 w 246697"/>
                <a:gd name="connsiteY41" fmla="*/ 52388 h 470058"/>
                <a:gd name="connsiteX42" fmla="*/ 163830 w 246697"/>
                <a:gd name="connsiteY42" fmla="*/ 51435 h 470058"/>
                <a:gd name="connsiteX43" fmla="*/ 161925 w 246697"/>
                <a:gd name="connsiteY43" fmla="*/ 51911 h 470058"/>
                <a:gd name="connsiteX44" fmla="*/ 160497 w 246697"/>
                <a:gd name="connsiteY44" fmla="*/ 53340 h 470058"/>
                <a:gd name="connsiteX45" fmla="*/ 159068 w 246697"/>
                <a:gd name="connsiteY45" fmla="*/ 55721 h 470058"/>
                <a:gd name="connsiteX46" fmla="*/ 158591 w 246697"/>
                <a:gd name="connsiteY46" fmla="*/ 58579 h 470058"/>
                <a:gd name="connsiteX47" fmla="*/ 159068 w 246697"/>
                <a:gd name="connsiteY47" fmla="*/ 60484 h 470058"/>
                <a:gd name="connsiteX48" fmla="*/ 162401 w 246697"/>
                <a:gd name="connsiteY48" fmla="*/ 63818 h 470058"/>
                <a:gd name="connsiteX49" fmla="*/ 161925 w 246697"/>
                <a:gd name="connsiteY49" fmla="*/ 64770 h 470058"/>
                <a:gd name="connsiteX50" fmla="*/ 160973 w 246697"/>
                <a:gd name="connsiteY50" fmla="*/ 65246 h 470058"/>
                <a:gd name="connsiteX51" fmla="*/ 160973 w 246697"/>
                <a:gd name="connsiteY51" fmla="*/ 67628 h 470058"/>
                <a:gd name="connsiteX52" fmla="*/ 154781 w 246697"/>
                <a:gd name="connsiteY52" fmla="*/ 78105 h 470058"/>
                <a:gd name="connsiteX53" fmla="*/ 156210 w 246697"/>
                <a:gd name="connsiteY53" fmla="*/ 84296 h 470058"/>
                <a:gd name="connsiteX54" fmla="*/ 161449 w 246697"/>
                <a:gd name="connsiteY54" fmla="*/ 88583 h 470058"/>
                <a:gd name="connsiteX55" fmla="*/ 158115 w 246697"/>
                <a:gd name="connsiteY55" fmla="*/ 87630 h 470058"/>
                <a:gd name="connsiteX56" fmla="*/ 154781 w 246697"/>
                <a:gd name="connsiteY56" fmla="*/ 87154 h 470058"/>
                <a:gd name="connsiteX57" fmla="*/ 152876 w 246697"/>
                <a:gd name="connsiteY57" fmla="*/ 88583 h 470058"/>
                <a:gd name="connsiteX58" fmla="*/ 151448 w 246697"/>
                <a:gd name="connsiteY58" fmla="*/ 90964 h 470058"/>
                <a:gd name="connsiteX59" fmla="*/ 148590 w 246697"/>
                <a:gd name="connsiteY59" fmla="*/ 95250 h 470058"/>
                <a:gd name="connsiteX60" fmla="*/ 146209 w 246697"/>
                <a:gd name="connsiteY60" fmla="*/ 99536 h 470058"/>
                <a:gd name="connsiteX61" fmla="*/ 144780 w 246697"/>
                <a:gd name="connsiteY61" fmla="*/ 100013 h 470058"/>
                <a:gd name="connsiteX62" fmla="*/ 142875 w 246697"/>
                <a:gd name="connsiteY62" fmla="*/ 99536 h 470058"/>
                <a:gd name="connsiteX63" fmla="*/ 143351 w 246697"/>
                <a:gd name="connsiteY63" fmla="*/ 97155 h 470058"/>
                <a:gd name="connsiteX64" fmla="*/ 144304 w 246697"/>
                <a:gd name="connsiteY64" fmla="*/ 95250 h 470058"/>
                <a:gd name="connsiteX65" fmla="*/ 145256 w 246697"/>
                <a:gd name="connsiteY65" fmla="*/ 93345 h 470058"/>
                <a:gd name="connsiteX66" fmla="*/ 144780 w 246697"/>
                <a:gd name="connsiteY66" fmla="*/ 91440 h 470058"/>
                <a:gd name="connsiteX67" fmla="*/ 144304 w 246697"/>
                <a:gd name="connsiteY67" fmla="*/ 89535 h 470058"/>
                <a:gd name="connsiteX68" fmla="*/ 143351 w 246697"/>
                <a:gd name="connsiteY68" fmla="*/ 89059 h 470058"/>
                <a:gd name="connsiteX69" fmla="*/ 140494 w 246697"/>
                <a:gd name="connsiteY69" fmla="*/ 91440 h 470058"/>
                <a:gd name="connsiteX70" fmla="*/ 139541 w 246697"/>
                <a:gd name="connsiteY70" fmla="*/ 93345 h 470058"/>
                <a:gd name="connsiteX71" fmla="*/ 138113 w 246697"/>
                <a:gd name="connsiteY71" fmla="*/ 97631 h 470058"/>
                <a:gd name="connsiteX72" fmla="*/ 135255 w 246697"/>
                <a:gd name="connsiteY72" fmla="*/ 100965 h 470058"/>
                <a:gd name="connsiteX73" fmla="*/ 131445 w 246697"/>
                <a:gd name="connsiteY73" fmla="*/ 104775 h 470058"/>
                <a:gd name="connsiteX74" fmla="*/ 131445 w 246697"/>
                <a:gd name="connsiteY74" fmla="*/ 106204 h 470058"/>
                <a:gd name="connsiteX75" fmla="*/ 131922 w 246697"/>
                <a:gd name="connsiteY75" fmla="*/ 108109 h 470058"/>
                <a:gd name="connsiteX76" fmla="*/ 132874 w 246697"/>
                <a:gd name="connsiteY76" fmla="*/ 110014 h 470058"/>
                <a:gd name="connsiteX77" fmla="*/ 132874 w 246697"/>
                <a:gd name="connsiteY77" fmla="*/ 111919 h 470058"/>
                <a:gd name="connsiteX78" fmla="*/ 131922 w 246697"/>
                <a:gd name="connsiteY78" fmla="*/ 114300 h 470058"/>
                <a:gd name="connsiteX79" fmla="*/ 130493 w 246697"/>
                <a:gd name="connsiteY79" fmla="*/ 115253 h 470058"/>
                <a:gd name="connsiteX80" fmla="*/ 129540 w 246697"/>
                <a:gd name="connsiteY80" fmla="*/ 115253 h 470058"/>
                <a:gd name="connsiteX81" fmla="*/ 129540 w 246697"/>
                <a:gd name="connsiteY81" fmla="*/ 114300 h 470058"/>
                <a:gd name="connsiteX82" fmla="*/ 128111 w 246697"/>
                <a:gd name="connsiteY82" fmla="*/ 108109 h 470058"/>
                <a:gd name="connsiteX83" fmla="*/ 126206 w 246697"/>
                <a:gd name="connsiteY83" fmla="*/ 107156 h 470058"/>
                <a:gd name="connsiteX84" fmla="*/ 124301 w 246697"/>
                <a:gd name="connsiteY84" fmla="*/ 107633 h 470058"/>
                <a:gd name="connsiteX85" fmla="*/ 117157 w 246697"/>
                <a:gd name="connsiteY85" fmla="*/ 112871 h 470058"/>
                <a:gd name="connsiteX86" fmla="*/ 110490 w 246697"/>
                <a:gd name="connsiteY86" fmla="*/ 117634 h 470058"/>
                <a:gd name="connsiteX87" fmla="*/ 107632 w 246697"/>
                <a:gd name="connsiteY87" fmla="*/ 120491 h 470058"/>
                <a:gd name="connsiteX88" fmla="*/ 105728 w 246697"/>
                <a:gd name="connsiteY88" fmla="*/ 124301 h 470058"/>
                <a:gd name="connsiteX89" fmla="*/ 105728 w 246697"/>
                <a:gd name="connsiteY89" fmla="*/ 126206 h 470058"/>
                <a:gd name="connsiteX90" fmla="*/ 106204 w 246697"/>
                <a:gd name="connsiteY90" fmla="*/ 127635 h 470058"/>
                <a:gd name="connsiteX91" fmla="*/ 109538 w 246697"/>
                <a:gd name="connsiteY91" fmla="*/ 130493 h 470058"/>
                <a:gd name="connsiteX92" fmla="*/ 108109 w 246697"/>
                <a:gd name="connsiteY92" fmla="*/ 131445 h 470058"/>
                <a:gd name="connsiteX93" fmla="*/ 106680 w 246697"/>
                <a:gd name="connsiteY93" fmla="*/ 131445 h 470058"/>
                <a:gd name="connsiteX94" fmla="*/ 105251 w 246697"/>
                <a:gd name="connsiteY94" fmla="*/ 130969 h 470058"/>
                <a:gd name="connsiteX95" fmla="*/ 100965 w 246697"/>
                <a:gd name="connsiteY95" fmla="*/ 125730 h 470058"/>
                <a:gd name="connsiteX96" fmla="*/ 100013 w 246697"/>
                <a:gd name="connsiteY96" fmla="*/ 125254 h 470058"/>
                <a:gd name="connsiteX97" fmla="*/ 94774 w 246697"/>
                <a:gd name="connsiteY97" fmla="*/ 126683 h 470058"/>
                <a:gd name="connsiteX98" fmla="*/ 90964 w 246697"/>
                <a:gd name="connsiteY98" fmla="*/ 127159 h 470058"/>
                <a:gd name="connsiteX99" fmla="*/ 84773 w 246697"/>
                <a:gd name="connsiteY99" fmla="*/ 127635 h 470058"/>
                <a:gd name="connsiteX100" fmla="*/ 83344 w 246697"/>
                <a:gd name="connsiteY100" fmla="*/ 128588 h 470058"/>
                <a:gd name="connsiteX101" fmla="*/ 82868 w 246697"/>
                <a:gd name="connsiteY101" fmla="*/ 130016 h 470058"/>
                <a:gd name="connsiteX102" fmla="*/ 82391 w 246697"/>
                <a:gd name="connsiteY102" fmla="*/ 132397 h 470058"/>
                <a:gd name="connsiteX103" fmla="*/ 81439 w 246697"/>
                <a:gd name="connsiteY103" fmla="*/ 133826 h 470058"/>
                <a:gd name="connsiteX104" fmla="*/ 79534 w 246697"/>
                <a:gd name="connsiteY104" fmla="*/ 133350 h 470058"/>
                <a:gd name="connsiteX105" fmla="*/ 77629 w 246697"/>
                <a:gd name="connsiteY105" fmla="*/ 133350 h 470058"/>
                <a:gd name="connsiteX106" fmla="*/ 72866 w 246697"/>
                <a:gd name="connsiteY106" fmla="*/ 135255 h 470058"/>
                <a:gd name="connsiteX107" fmla="*/ 71438 w 246697"/>
                <a:gd name="connsiteY107" fmla="*/ 134303 h 470058"/>
                <a:gd name="connsiteX108" fmla="*/ 70485 w 246697"/>
                <a:gd name="connsiteY108" fmla="*/ 132874 h 470058"/>
                <a:gd name="connsiteX109" fmla="*/ 69056 w 246697"/>
                <a:gd name="connsiteY109" fmla="*/ 132397 h 470058"/>
                <a:gd name="connsiteX110" fmla="*/ 67151 w 246697"/>
                <a:gd name="connsiteY110" fmla="*/ 133350 h 470058"/>
                <a:gd name="connsiteX111" fmla="*/ 62865 w 246697"/>
                <a:gd name="connsiteY111" fmla="*/ 137160 h 470058"/>
                <a:gd name="connsiteX112" fmla="*/ 60007 w 246697"/>
                <a:gd name="connsiteY112" fmla="*/ 139065 h 470058"/>
                <a:gd name="connsiteX113" fmla="*/ 58579 w 246697"/>
                <a:gd name="connsiteY113" fmla="*/ 140018 h 470058"/>
                <a:gd name="connsiteX114" fmla="*/ 46197 w 246697"/>
                <a:gd name="connsiteY114" fmla="*/ 140970 h 470058"/>
                <a:gd name="connsiteX115" fmla="*/ 43815 w 246697"/>
                <a:gd name="connsiteY115" fmla="*/ 141446 h 470058"/>
                <a:gd name="connsiteX116" fmla="*/ 42863 w 246697"/>
                <a:gd name="connsiteY116" fmla="*/ 142399 h 470058"/>
                <a:gd name="connsiteX117" fmla="*/ 42386 w 246697"/>
                <a:gd name="connsiteY117" fmla="*/ 143828 h 470058"/>
                <a:gd name="connsiteX118" fmla="*/ 41910 w 246697"/>
                <a:gd name="connsiteY118" fmla="*/ 148114 h 470058"/>
                <a:gd name="connsiteX119" fmla="*/ 42386 w 246697"/>
                <a:gd name="connsiteY119" fmla="*/ 155258 h 470058"/>
                <a:gd name="connsiteX120" fmla="*/ 41910 w 246697"/>
                <a:gd name="connsiteY120" fmla="*/ 158115 h 470058"/>
                <a:gd name="connsiteX121" fmla="*/ 26670 w 246697"/>
                <a:gd name="connsiteY121" fmla="*/ 181928 h 470058"/>
                <a:gd name="connsiteX122" fmla="*/ 25241 w 246697"/>
                <a:gd name="connsiteY122" fmla="*/ 188595 h 470058"/>
                <a:gd name="connsiteX123" fmla="*/ 27147 w 246697"/>
                <a:gd name="connsiteY123" fmla="*/ 192405 h 470058"/>
                <a:gd name="connsiteX124" fmla="*/ 27623 w 246697"/>
                <a:gd name="connsiteY124" fmla="*/ 196215 h 470058"/>
                <a:gd name="connsiteX125" fmla="*/ 27147 w 246697"/>
                <a:gd name="connsiteY125" fmla="*/ 200501 h 470058"/>
                <a:gd name="connsiteX126" fmla="*/ 28099 w 246697"/>
                <a:gd name="connsiteY126" fmla="*/ 212884 h 470058"/>
                <a:gd name="connsiteX127" fmla="*/ 30480 w 246697"/>
                <a:gd name="connsiteY127" fmla="*/ 220504 h 470058"/>
                <a:gd name="connsiteX128" fmla="*/ 32861 w 246697"/>
                <a:gd name="connsiteY128" fmla="*/ 224314 h 470058"/>
                <a:gd name="connsiteX129" fmla="*/ 34766 w 246697"/>
                <a:gd name="connsiteY129" fmla="*/ 228600 h 470058"/>
                <a:gd name="connsiteX130" fmla="*/ 35243 w 246697"/>
                <a:gd name="connsiteY130" fmla="*/ 232886 h 470058"/>
                <a:gd name="connsiteX131" fmla="*/ 34766 w 246697"/>
                <a:gd name="connsiteY131" fmla="*/ 238601 h 470058"/>
                <a:gd name="connsiteX132" fmla="*/ 34766 w 246697"/>
                <a:gd name="connsiteY132" fmla="*/ 240030 h 470058"/>
                <a:gd name="connsiteX133" fmla="*/ 40005 w 246697"/>
                <a:gd name="connsiteY133" fmla="*/ 248126 h 470058"/>
                <a:gd name="connsiteX134" fmla="*/ 41910 w 246697"/>
                <a:gd name="connsiteY134" fmla="*/ 252413 h 470058"/>
                <a:gd name="connsiteX135" fmla="*/ 41910 w 246697"/>
                <a:gd name="connsiteY135" fmla="*/ 256699 h 470058"/>
                <a:gd name="connsiteX136" fmla="*/ 41434 w 246697"/>
                <a:gd name="connsiteY136" fmla="*/ 260985 h 470058"/>
                <a:gd name="connsiteX137" fmla="*/ 40481 w 246697"/>
                <a:gd name="connsiteY137" fmla="*/ 269558 h 470058"/>
                <a:gd name="connsiteX138" fmla="*/ 39529 w 246697"/>
                <a:gd name="connsiteY138" fmla="*/ 273368 h 470058"/>
                <a:gd name="connsiteX139" fmla="*/ 38576 w 246697"/>
                <a:gd name="connsiteY139" fmla="*/ 277178 h 470058"/>
                <a:gd name="connsiteX140" fmla="*/ 34766 w 246697"/>
                <a:gd name="connsiteY140" fmla="*/ 285274 h 470058"/>
                <a:gd name="connsiteX141" fmla="*/ 30480 w 246697"/>
                <a:gd name="connsiteY141" fmla="*/ 290989 h 470058"/>
                <a:gd name="connsiteX142" fmla="*/ 28575 w 246697"/>
                <a:gd name="connsiteY142" fmla="*/ 294799 h 470058"/>
                <a:gd name="connsiteX143" fmla="*/ 23336 w 246697"/>
                <a:gd name="connsiteY143" fmla="*/ 301943 h 470058"/>
                <a:gd name="connsiteX144" fmla="*/ 21431 w 246697"/>
                <a:gd name="connsiteY144" fmla="*/ 309563 h 470058"/>
                <a:gd name="connsiteX145" fmla="*/ 19526 w 246697"/>
                <a:gd name="connsiteY145" fmla="*/ 313372 h 470058"/>
                <a:gd name="connsiteX146" fmla="*/ 16193 w 246697"/>
                <a:gd name="connsiteY146" fmla="*/ 316230 h 470058"/>
                <a:gd name="connsiteX147" fmla="*/ 11906 w 246697"/>
                <a:gd name="connsiteY147" fmla="*/ 317659 h 470058"/>
                <a:gd name="connsiteX148" fmla="*/ 9049 w 246697"/>
                <a:gd name="connsiteY148" fmla="*/ 320040 h 470058"/>
                <a:gd name="connsiteX149" fmla="*/ 6668 w 246697"/>
                <a:gd name="connsiteY149" fmla="*/ 330041 h 470058"/>
                <a:gd name="connsiteX150" fmla="*/ 5715 w 246697"/>
                <a:gd name="connsiteY150" fmla="*/ 331946 h 470058"/>
                <a:gd name="connsiteX151" fmla="*/ 4286 w 246697"/>
                <a:gd name="connsiteY151" fmla="*/ 333375 h 470058"/>
                <a:gd name="connsiteX152" fmla="*/ 3334 w 246697"/>
                <a:gd name="connsiteY152" fmla="*/ 335280 h 470058"/>
                <a:gd name="connsiteX153" fmla="*/ 2857 w 246697"/>
                <a:gd name="connsiteY153" fmla="*/ 337185 h 470058"/>
                <a:gd name="connsiteX154" fmla="*/ 1429 w 246697"/>
                <a:gd name="connsiteY154" fmla="*/ 340043 h 470058"/>
                <a:gd name="connsiteX155" fmla="*/ 476 w 246697"/>
                <a:gd name="connsiteY155" fmla="*/ 344329 h 470058"/>
                <a:gd name="connsiteX156" fmla="*/ 0 w 246697"/>
                <a:gd name="connsiteY156" fmla="*/ 352425 h 470058"/>
                <a:gd name="connsiteX157" fmla="*/ 476 w 246697"/>
                <a:gd name="connsiteY157" fmla="*/ 356235 h 470058"/>
                <a:gd name="connsiteX158" fmla="*/ 2857 w 246697"/>
                <a:gd name="connsiteY158" fmla="*/ 367189 h 470058"/>
                <a:gd name="connsiteX159" fmla="*/ 3810 w 246697"/>
                <a:gd name="connsiteY159" fmla="*/ 370522 h 470058"/>
                <a:gd name="connsiteX160" fmla="*/ 5239 w 246697"/>
                <a:gd name="connsiteY160" fmla="*/ 373856 h 470058"/>
                <a:gd name="connsiteX161" fmla="*/ 10954 w 246697"/>
                <a:gd name="connsiteY161" fmla="*/ 380524 h 470058"/>
                <a:gd name="connsiteX162" fmla="*/ 12382 w 246697"/>
                <a:gd name="connsiteY162" fmla="*/ 384334 h 470058"/>
                <a:gd name="connsiteX163" fmla="*/ 13335 w 246697"/>
                <a:gd name="connsiteY163" fmla="*/ 388620 h 470058"/>
                <a:gd name="connsiteX164" fmla="*/ 15240 w 246697"/>
                <a:gd name="connsiteY164" fmla="*/ 392906 h 470058"/>
                <a:gd name="connsiteX165" fmla="*/ 16193 w 246697"/>
                <a:gd name="connsiteY165" fmla="*/ 396716 h 470058"/>
                <a:gd name="connsiteX166" fmla="*/ 14288 w 246697"/>
                <a:gd name="connsiteY166" fmla="*/ 400526 h 470058"/>
                <a:gd name="connsiteX167" fmla="*/ 13811 w 246697"/>
                <a:gd name="connsiteY167" fmla="*/ 404336 h 470058"/>
                <a:gd name="connsiteX168" fmla="*/ 14288 w 246697"/>
                <a:gd name="connsiteY168" fmla="*/ 412909 h 470058"/>
                <a:gd name="connsiteX169" fmla="*/ 14288 w 246697"/>
                <a:gd name="connsiteY169" fmla="*/ 417671 h 470058"/>
                <a:gd name="connsiteX170" fmla="*/ 14764 w 246697"/>
                <a:gd name="connsiteY170" fmla="*/ 424339 h 470058"/>
                <a:gd name="connsiteX171" fmla="*/ 15240 w 246697"/>
                <a:gd name="connsiteY171" fmla="*/ 426244 h 470058"/>
                <a:gd name="connsiteX172" fmla="*/ 20955 w 246697"/>
                <a:gd name="connsiteY172" fmla="*/ 432911 h 470058"/>
                <a:gd name="connsiteX173" fmla="*/ 22860 w 246697"/>
                <a:gd name="connsiteY173" fmla="*/ 436721 h 470058"/>
                <a:gd name="connsiteX174" fmla="*/ 23813 w 246697"/>
                <a:gd name="connsiteY174" fmla="*/ 441960 h 470058"/>
                <a:gd name="connsiteX175" fmla="*/ 25241 w 246697"/>
                <a:gd name="connsiteY175" fmla="*/ 444818 h 470058"/>
                <a:gd name="connsiteX176" fmla="*/ 25718 w 246697"/>
                <a:gd name="connsiteY176" fmla="*/ 447199 h 470058"/>
                <a:gd name="connsiteX177" fmla="*/ 26670 w 246697"/>
                <a:gd name="connsiteY177" fmla="*/ 449580 h 470058"/>
                <a:gd name="connsiteX178" fmla="*/ 28099 w 246697"/>
                <a:gd name="connsiteY178" fmla="*/ 450533 h 470058"/>
                <a:gd name="connsiteX179" fmla="*/ 34290 w 246697"/>
                <a:gd name="connsiteY179" fmla="*/ 453866 h 470058"/>
                <a:gd name="connsiteX180" fmla="*/ 37148 w 246697"/>
                <a:gd name="connsiteY180" fmla="*/ 457676 h 470058"/>
                <a:gd name="connsiteX181" fmla="*/ 39053 w 246697"/>
                <a:gd name="connsiteY181" fmla="*/ 458629 h 470058"/>
                <a:gd name="connsiteX182" fmla="*/ 41434 w 246697"/>
                <a:gd name="connsiteY182" fmla="*/ 459105 h 470058"/>
                <a:gd name="connsiteX183" fmla="*/ 49054 w 246697"/>
                <a:gd name="connsiteY183" fmla="*/ 460058 h 470058"/>
                <a:gd name="connsiteX184" fmla="*/ 52864 w 246697"/>
                <a:gd name="connsiteY184" fmla="*/ 461486 h 470058"/>
                <a:gd name="connsiteX185" fmla="*/ 63341 w 246697"/>
                <a:gd name="connsiteY185" fmla="*/ 469106 h 470058"/>
                <a:gd name="connsiteX186" fmla="*/ 66199 w 246697"/>
                <a:gd name="connsiteY186" fmla="*/ 470059 h 470058"/>
                <a:gd name="connsiteX187" fmla="*/ 76676 w 246697"/>
                <a:gd name="connsiteY187" fmla="*/ 469583 h 470058"/>
                <a:gd name="connsiteX188" fmla="*/ 80010 w 246697"/>
                <a:gd name="connsiteY188" fmla="*/ 468154 h 470058"/>
                <a:gd name="connsiteX189" fmla="*/ 82868 w 246697"/>
                <a:gd name="connsiteY189" fmla="*/ 465772 h 470058"/>
                <a:gd name="connsiteX190" fmla="*/ 90488 w 246697"/>
                <a:gd name="connsiteY190" fmla="*/ 461010 h 470058"/>
                <a:gd name="connsiteX191" fmla="*/ 98584 w 246697"/>
                <a:gd name="connsiteY191" fmla="*/ 457200 h 470058"/>
                <a:gd name="connsiteX192" fmla="*/ 106204 w 246697"/>
                <a:gd name="connsiteY192" fmla="*/ 455295 h 470058"/>
                <a:gd name="connsiteX193" fmla="*/ 114300 w 246697"/>
                <a:gd name="connsiteY193" fmla="*/ 455295 h 470058"/>
                <a:gd name="connsiteX194" fmla="*/ 118110 w 246697"/>
                <a:gd name="connsiteY194" fmla="*/ 454343 h 470058"/>
                <a:gd name="connsiteX195" fmla="*/ 125254 w 246697"/>
                <a:gd name="connsiteY195" fmla="*/ 450533 h 470058"/>
                <a:gd name="connsiteX196" fmla="*/ 128588 w 246697"/>
                <a:gd name="connsiteY196" fmla="*/ 448151 h 470058"/>
                <a:gd name="connsiteX197" fmla="*/ 133350 w 246697"/>
                <a:gd name="connsiteY197" fmla="*/ 441484 h 470058"/>
                <a:gd name="connsiteX198" fmla="*/ 136684 w 246697"/>
                <a:gd name="connsiteY198" fmla="*/ 433388 h 470058"/>
                <a:gd name="connsiteX199" fmla="*/ 138113 w 246697"/>
                <a:gd name="connsiteY199" fmla="*/ 429101 h 470058"/>
                <a:gd name="connsiteX200" fmla="*/ 139065 w 246697"/>
                <a:gd name="connsiteY200" fmla="*/ 424815 h 470058"/>
                <a:gd name="connsiteX201" fmla="*/ 140494 w 246697"/>
                <a:gd name="connsiteY201" fmla="*/ 421481 h 470058"/>
                <a:gd name="connsiteX202" fmla="*/ 142399 w 246697"/>
                <a:gd name="connsiteY202" fmla="*/ 418147 h 470058"/>
                <a:gd name="connsiteX203" fmla="*/ 146685 w 246697"/>
                <a:gd name="connsiteY203" fmla="*/ 409099 h 470058"/>
                <a:gd name="connsiteX204" fmla="*/ 147638 w 246697"/>
                <a:gd name="connsiteY204" fmla="*/ 404813 h 470058"/>
                <a:gd name="connsiteX205" fmla="*/ 148114 w 246697"/>
                <a:gd name="connsiteY205" fmla="*/ 400526 h 470058"/>
                <a:gd name="connsiteX206" fmla="*/ 152876 w 246697"/>
                <a:gd name="connsiteY206" fmla="*/ 386239 h 470058"/>
                <a:gd name="connsiteX207" fmla="*/ 155257 w 246697"/>
                <a:gd name="connsiteY207" fmla="*/ 377666 h 470058"/>
                <a:gd name="connsiteX208" fmla="*/ 157163 w 246697"/>
                <a:gd name="connsiteY208" fmla="*/ 369094 h 470058"/>
                <a:gd name="connsiteX209" fmla="*/ 159068 w 246697"/>
                <a:gd name="connsiteY209" fmla="*/ 359093 h 470058"/>
                <a:gd name="connsiteX210" fmla="*/ 160020 w 246697"/>
                <a:gd name="connsiteY210" fmla="*/ 356711 h 470058"/>
                <a:gd name="connsiteX211" fmla="*/ 168116 w 246697"/>
                <a:gd name="connsiteY211" fmla="*/ 337185 h 470058"/>
                <a:gd name="connsiteX212" fmla="*/ 173831 w 246697"/>
                <a:gd name="connsiteY212" fmla="*/ 319564 h 470058"/>
                <a:gd name="connsiteX213" fmla="*/ 177641 w 246697"/>
                <a:gd name="connsiteY213" fmla="*/ 303847 h 470058"/>
                <a:gd name="connsiteX214" fmla="*/ 182404 w 246697"/>
                <a:gd name="connsiteY214" fmla="*/ 288131 h 470058"/>
                <a:gd name="connsiteX215" fmla="*/ 185738 w 246697"/>
                <a:gd name="connsiteY215" fmla="*/ 279559 h 470058"/>
                <a:gd name="connsiteX216" fmla="*/ 188595 w 246697"/>
                <a:gd name="connsiteY216" fmla="*/ 270510 h 470058"/>
                <a:gd name="connsiteX217" fmla="*/ 192881 w 246697"/>
                <a:gd name="connsiteY217" fmla="*/ 255746 h 470058"/>
                <a:gd name="connsiteX218" fmla="*/ 197644 w 246697"/>
                <a:gd name="connsiteY218" fmla="*/ 241459 h 470058"/>
                <a:gd name="connsiteX219" fmla="*/ 202406 w 246697"/>
                <a:gd name="connsiteY219" fmla="*/ 230029 h 470058"/>
                <a:gd name="connsiteX220" fmla="*/ 205740 w 246697"/>
                <a:gd name="connsiteY220" fmla="*/ 221456 h 470058"/>
                <a:gd name="connsiteX221" fmla="*/ 208122 w 246697"/>
                <a:gd name="connsiteY221" fmla="*/ 214313 h 470058"/>
                <a:gd name="connsiteX222" fmla="*/ 211931 w 246697"/>
                <a:gd name="connsiteY222" fmla="*/ 199072 h 470058"/>
                <a:gd name="connsiteX223" fmla="*/ 212407 w 246697"/>
                <a:gd name="connsiteY223" fmla="*/ 190976 h 470058"/>
                <a:gd name="connsiteX224" fmla="*/ 210503 w 246697"/>
                <a:gd name="connsiteY224" fmla="*/ 180022 h 470058"/>
                <a:gd name="connsiteX225" fmla="*/ 210979 w 246697"/>
                <a:gd name="connsiteY225" fmla="*/ 176213 h 470058"/>
                <a:gd name="connsiteX226" fmla="*/ 213836 w 246697"/>
                <a:gd name="connsiteY226" fmla="*/ 169069 h 470058"/>
                <a:gd name="connsiteX227" fmla="*/ 215741 w 246697"/>
                <a:gd name="connsiteY227" fmla="*/ 165735 h 470058"/>
                <a:gd name="connsiteX228" fmla="*/ 217170 w 246697"/>
                <a:gd name="connsiteY228" fmla="*/ 164306 h 470058"/>
                <a:gd name="connsiteX229" fmla="*/ 220504 w 246697"/>
                <a:gd name="connsiteY229" fmla="*/ 162878 h 470058"/>
                <a:gd name="connsiteX230" fmla="*/ 221456 w 246697"/>
                <a:gd name="connsiteY230" fmla="*/ 161925 h 470058"/>
                <a:gd name="connsiteX231" fmla="*/ 220504 w 246697"/>
                <a:gd name="connsiteY231" fmla="*/ 160020 h 470058"/>
                <a:gd name="connsiteX232" fmla="*/ 220504 w 246697"/>
                <a:gd name="connsiteY232" fmla="*/ 158115 h 470058"/>
                <a:gd name="connsiteX233" fmla="*/ 223361 w 246697"/>
                <a:gd name="connsiteY233" fmla="*/ 154781 h 470058"/>
                <a:gd name="connsiteX234" fmla="*/ 224314 w 246697"/>
                <a:gd name="connsiteY234" fmla="*/ 150971 h 470058"/>
                <a:gd name="connsiteX235" fmla="*/ 223838 w 246697"/>
                <a:gd name="connsiteY235" fmla="*/ 142875 h 470058"/>
                <a:gd name="connsiteX236" fmla="*/ 222409 w 246697"/>
                <a:gd name="connsiteY236" fmla="*/ 139541 h 470058"/>
                <a:gd name="connsiteX237" fmla="*/ 220980 w 246697"/>
                <a:gd name="connsiteY237" fmla="*/ 138113 h 470058"/>
                <a:gd name="connsiteX238" fmla="*/ 220028 w 246697"/>
                <a:gd name="connsiteY238" fmla="*/ 136684 h 470058"/>
                <a:gd name="connsiteX239" fmla="*/ 220028 w 246697"/>
                <a:gd name="connsiteY239" fmla="*/ 131445 h 470058"/>
                <a:gd name="connsiteX240" fmla="*/ 219551 w 246697"/>
                <a:gd name="connsiteY240" fmla="*/ 127635 h 470058"/>
                <a:gd name="connsiteX241" fmla="*/ 218599 w 246697"/>
                <a:gd name="connsiteY241" fmla="*/ 123825 h 470058"/>
                <a:gd name="connsiteX242" fmla="*/ 218123 w 246697"/>
                <a:gd name="connsiteY242" fmla="*/ 119539 h 470058"/>
                <a:gd name="connsiteX243" fmla="*/ 218599 w 246697"/>
                <a:gd name="connsiteY243" fmla="*/ 118110 h 470058"/>
                <a:gd name="connsiteX244" fmla="*/ 221456 w 246697"/>
                <a:gd name="connsiteY244" fmla="*/ 115729 h 470058"/>
                <a:gd name="connsiteX245" fmla="*/ 225266 w 246697"/>
                <a:gd name="connsiteY245" fmla="*/ 115253 h 470058"/>
                <a:gd name="connsiteX246" fmla="*/ 226695 w 246697"/>
                <a:gd name="connsiteY246" fmla="*/ 115729 h 470058"/>
                <a:gd name="connsiteX247" fmla="*/ 227648 w 246697"/>
                <a:gd name="connsiteY247" fmla="*/ 119539 h 470058"/>
                <a:gd name="connsiteX248" fmla="*/ 230981 w 246697"/>
                <a:gd name="connsiteY248" fmla="*/ 127159 h 470058"/>
                <a:gd name="connsiteX249" fmla="*/ 233363 w 246697"/>
                <a:gd name="connsiteY249" fmla="*/ 130493 h 470058"/>
                <a:gd name="connsiteX250" fmla="*/ 236220 w 246697"/>
                <a:gd name="connsiteY250" fmla="*/ 132397 h 470058"/>
                <a:gd name="connsiteX251" fmla="*/ 237173 w 246697"/>
                <a:gd name="connsiteY251" fmla="*/ 132397 h 470058"/>
                <a:gd name="connsiteX252" fmla="*/ 239078 w 246697"/>
                <a:gd name="connsiteY252" fmla="*/ 130493 h 470058"/>
                <a:gd name="connsiteX253" fmla="*/ 240030 w 246697"/>
                <a:gd name="connsiteY253" fmla="*/ 129064 h 470058"/>
                <a:gd name="connsiteX254" fmla="*/ 243840 w 246697"/>
                <a:gd name="connsiteY254" fmla="*/ 120968 h 470058"/>
                <a:gd name="connsiteX255" fmla="*/ 246698 w 246697"/>
                <a:gd name="connsiteY255" fmla="*/ 112395 h 470058"/>
                <a:gd name="connsiteX256" fmla="*/ 243840 w 246697"/>
                <a:gd name="connsiteY256" fmla="*/ 104299 h 47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46697" h="470058">
                  <a:moveTo>
                    <a:pt x="223838" y="165735"/>
                  </a:moveTo>
                  <a:lnTo>
                    <a:pt x="222885" y="170974"/>
                  </a:lnTo>
                  <a:lnTo>
                    <a:pt x="226695" y="164783"/>
                  </a:lnTo>
                  <a:lnTo>
                    <a:pt x="229553" y="157639"/>
                  </a:lnTo>
                  <a:lnTo>
                    <a:pt x="228124" y="158115"/>
                  </a:lnTo>
                  <a:lnTo>
                    <a:pt x="223838" y="165735"/>
                  </a:lnTo>
                  <a:close/>
                  <a:moveTo>
                    <a:pt x="243840" y="104299"/>
                  </a:moveTo>
                  <a:lnTo>
                    <a:pt x="239554" y="97155"/>
                  </a:lnTo>
                  <a:lnTo>
                    <a:pt x="236697" y="90011"/>
                  </a:lnTo>
                  <a:lnTo>
                    <a:pt x="235744" y="82391"/>
                  </a:lnTo>
                  <a:lnTo>
                    <a:pt x="234791" y="66199"/>
                  </a:lnTo>
                  <a:lnTo>
                    <a:pt x="231457" y="50483"/>
                  </a:lnTo>
                  <a:lnTo>
                    <a:pt x="227648" y="40005"/>
                  </a:lnTo>
                  <a:lnTo>
                    <a:pt x="226695" y="33338"/>
                  </a:lnTo>
                  <a:lnTo>
                    <a:pt x="224790" y="30004"/>
                  </a:lnTo>
                  <a:lnTo>
                    <a:pt x="222409" y="26670"/>
                  </a:lnTo>
                  <a:lnTo>
                    <a:pt x="216694" y="18574"/>
                  </a:lnTo>
                  <a:lnTo>
                    <a:pt x="214789" y="15240"/>
                  </a:lnTo>
                  <a:lnTo>
                    <a:pt x="213360" y="11906"/>
                  </a:lnTo>
                  <a:lnTo>
                    <a:pt x="211455" y="9049"/>
                  </a:lnTo>
                  <a:lnTo>
                    <a:pt x="207645" y="5239"/>
                  </a:lnTo>
                  <a:lnTo>
                    <a:pt x="206693" y="3810"/>
                  </a:lnTo>
                  <a:lnTo>
                    <a:pt x="206216" y="1429"/>
                  </a:lnTo>
                  <a:lnTo>
                    <a:pt x="204788" y="0"/>
                  </a:lnTo>
                  <a:lnTo>
                    <a:pt x="202882" y="0"/>
                  </a:lnTo>
                  <a:lnTo>
                    <a:pt x="197168" y="8096"/>
                  </a:lnTo>
                  <a:lnTo>
                    <a:pt x="193834" y="12383"/>
                  </a:lnTo>
                  <a:lnTo>
                    <a:pt x="192881" y="12859"/>
                  </a:lnTo>
                  <a:lnTo>
                    <a:pt x="189548" y="12383"/>
                  </a:lnTo>
                  <a:lnTo>
                    <a:pt x="189072" y="13335"/>
                  </a:lnTo>
                  <a:lnTo>
                    <a:pt x="191453" y="18097"/>
                  </a:lnTo>
                  <a:lnTo>
                    <a:pt x="192881" y="21908"/>
                  </a:lnTo>
                  <a:lnTo>
                    <a:pt x="193834" y="25718"/>
                  </a:lnTo>
                  <a:lnTo>
                    <a:pt x="193357" y="29051"/>
                  </a:lnTo>
                  <a:lnTo>
                    <a:pt x="189548" y="40481"/>
                  </a:lnTo>
                  <a:lnTo>
                    <a:pt x="183356" y="45720"/>
                  </a:lnTo>
                  <a:lnTo>
                    <a:pt x="179547" y="47149"/>
                  </a:lnTo>
                  <a:lnTo>
                    <a:pt x="176213" y="49530"/>
                  </a:lnTo>
                  <a:lnTo>
                    <a:pt x="173831" y="52864"/>
                  </a:lnTo>
                  <a:lnTo>
                    <a:pt x="170974" y="55721"/>
                  </a:lnTo>
                  <a:lnTo>
                    <a:pt x="168593" y="55245"/>
                  </a:lnTo>
                  <a:lnTo>
                    <a:pt x="165259" y="52388"/>
                  </a:lnTo>
                  <a:lnTo>
                    <a:pt x="163830" y="51435"/>
                  </a:lnTo>
                  <a:lnTo>
                    <a:pt x="161925" y="51911"/>
                  </a:lnTo>
                  <a:lnTo>
                    <a:pt x="160497" y="53340"/>
                  </a:lnTo>
                  <a:lnTo>
                    <a:pt x="159068" y="55721"/>
                  </a:lnTo>
                  <a:lnTo>
                    <a:pt x="158591" y="58579"/>
                  </a:lnTo>
                  <a:lnTo>
                    <a:pt x="159068" y="60484"/>
                  </a:lnTo>
                  <a:lnTo>
                    <a:pt x="162401" y="63818"/>
                  </a:lnTo>
                  <a:lnTo>
                    <a:pt x="161925" y="64770"/>
                  </a:lnTo>
                  <a:lnTo>
                    <a:pt x="160973" y="65246"/>
                  </a:lnTo>
                  <a:lnTo>
                    <a:pt x="160973" y="67628"/>
                  </a:lnTo>
                  <a:lnTo>
                    <a:pt x="154781" y="78105"/>
                  </a:lnTo>
                  <a:lnTo>
                    <a:pt x="156210" y="84296"/>
                  </a:lnTo>
                  <a:lnTo>
                    <a:pt x="161449" y="88583"/>
                  </a:lnTo>
                  <a:lnTo>
                    <a:pt x="158115" y="87630"/>
                  </a:lnTo>
                  <a:lnTo>
                    <a:pt x="154781" y="87154"/>
                  </a:lnTo>
                  <a:lnTo>
                    <a:pt x="152876" y="88583"/>
                  </a:lnTo>
                  <a:lnTo>
                    <a:pt x="151448" y="90964"/>
                  </a:lnTo>
                  <a:lnTo>
                    <a:pt x="148590" y="95250"/>
                  </a:lnTo>
                  <a:lnTo>
                    <a:pt x="146209" y="99536"/>
                  </a:lnTo>
                  <a:lnTo>
                    <a:pt x="144780" y="100013"/>
                  </a:lnTo>
                  <a:lnTo>
                    <a:pt x="142875" y="99536"/>
                  </a:lnTo>
                  <a:lnTo>
                    <a:pt x="143351" y="97155"/>
                  </a:lnTo>
                  <a:lnTo>
                    <a:pt x="144304" y="95250"/>
                  </a:lnTo>
                  <a:lnTo>
                    <a:pt x="145256" y="93345"/>
                  </a:lnTo>
                  <a:lnTo>
                    <a:pt x="144780" y="91440"/>
                  </a:lnTo>
                  <a:lnTo>
                    <a:pt x="144304" y="89535"/>
                  </a:lnTo>
                  <a:lnTo>
                    <a:pt x="143351" y="89059"/>
                  </a:lnTo>
                  <a:lnTo>
                    <a:pt x="140494" y="91440"/>
                  </a:lnTo>
                  <a:lnTo>
                    <a:pt x="139541" y="93345"/>
                  </a:lnTo>
                  <a:lnTo>
                    <a:pt x="138113" y="97631"/>
                  </a:lnTo>
                  <a:lnTo>
                    <a:pt x="135255" y="100965"/>
                  </a:lnTo>
                  <a:lnTo>
                    <a:pt x="131445" y="104775"/>
                  </a:lnTo>
                  <a:lnTo>
                    <a:pt x="131445" y="106204"/>
                  </a:lnTo>
                  <a:lnTo>
                    <a:pt x="131922" y="108109"/>
                  </a:lnTo>
                  <a:lnTo>
                    <a:pt x="132874" y="110014"/>
                  </a:lnTo>
                  <a:lnTo>
                    <a:pt x="132874" y="111919"/>
                  </a:lnTo>
                  <a:lnTo>
                    <a:pt x="131922" y="114300"/>
                  </a:lnTo>
                  <a:lnTo>
                    <a:pt x="130493" y="115253"/>
                  </a:lnTo>
                  <a:lnTo>
                    <a:pt x="129540" y="115253"/>
                  </a:lnTo>
                  <a:lnTo>
                    <a:pt x="129540" y="114300"/>
                  </a:lnTo>
                  <a:lnTo>
                    <a:pt x="128111" y="108109"/>
                  </a:lnTo>
                  <a:lnTo>
                    <a:pt x="126206" y="107156"/>
                  </a:lnTo>
                  <a:lnTo>
                    <a:pt x="124301" y="107633"/>
                  </a:lnTo>
                  <a:lnTo>
                    <a:pt x="117157" y="112871"/>
                  </a:lnTo>
                  <a:lnTo>
                    <a:pt x="110490" y="117634"/>
                  </a:lnTo>
                  <a:lnTo>
                    <a:pt x="107632" y="120491"/>
                  </a:lnTo>
                  <a:lnTo>
                    <a:pt x="105728" y="124301"/>
                  </a:lnTo>
                  <a:lnTo>
                    <a:pt x="105728" y="126206"/>
                  </a:lnTo>
                  <a:lnTo>
                    <a:pt x="106204" y="127635"/>
                  </a:lnTo>
                  <a:lnTo>
                    <a:pt x="109538" y="130493"/>
                  </a:lnTo>
                  <a:lnTo>
                    <a:pt x="108109" y="131445"/>
                  </a:lnTo>
                  <a:lnTo>
                    <a:pt x="106680" y="131445"/>
                  </a:lnTo>
                  <a:lnTo>
                    <a:pt x="105251" y="130969"/>
                  </a:lnTo>
                  <a:lnTo>
                    <a:pt x="100965" y="125730"/>
                  </a:lnTo>
                  <a:lnTo>
                    <a:pt x="100013" y="125254"/>
                  </a:lnTo>
                  <a:lnTo>
                    <a:pt x="94774" y="126683"/>
                  </a:lnTo>
                  <a:lnTo>
                    <a:pt x="90964" y="127159"/>
                  </a:lnTo>
                  <a:lnTo>
                    <a:pt x="84773" y="127635"/>
                  </a:lnTo>
                  <a:lnTo>
                    <a:pt x="83344" y="128588"/>
                  </a:lnTo>
                  <a:lnTo>
                    <a:pt x="82868" y="130016"/>
                  </a:lnTo>
                  <a:lnTo>
                    <a:pt x="82391" y="132397"/>
                  </a:lnTo>
                  <a:lnTo>
                    <a:pt x="81439" y="133826"/>
                  </a:lnTo>
                  <a:lnTo>
                    <a:pt x="79534" y="133350"/>
                  </a:lnTo>
                  <a:lnTo>
                    <a:pt x="77629" y="133350"/>
                  </a:lnTo>
                  <a:lnTo>
                    <a:pt x="72866" y="135255"/>
                  </a:lnTo>
                  <a:lnTo>
                    <a:pt x="71438" y="134303"/>
                  </a:lnTo>
                  <a:lnTo>
                    <a:pt x="70485" y="132874"/>
                  </a:lnTo>
                  <a:lnTo>
                    <a:pt x="69056" y="132397"/>
                  </a:lnTo>
                  <a:lnTo>
                    <a:pt x="67151" y="133350"/>
                  </a:lnTo>
                  <a:lnTo>
                    <a:pt x="62865" y="137160"/>
                  </a:lnTo>
                  <a:lnTo>
                    <a:pt x="60007" y="139065"/>
                  </a:lnTo>
                  <a:lnTo>
                    <a:pt x="58579" y="140018"/>
                  </a:lnTo>
                  <a:lnTo>
                    <a:pt x="46197" y="140970"/>
                  </a:lnTo>
                  <a:lnTo>
                    <a:pt x="43815" y="141446"/>
                  </a:lnTo>
                  <a:lnTo>
                    <a:pt x="42863" y="142399"/>
                  </a:lnTo>
                  <a:lnTo>
                    <a:pt x="42386" y="143828"/>
                  </a:lnTo>
                  <a:lnTo>
                    <a:pt x="41910" y="148114"/>
                  </a:lnTo>
                  <a:lnTo>
                    <a:pt x="42386" y="155258"/>
                  </a:lnTo>
                  <a:lnTo>
                    <a:pt x="41910" y="158115"/>
                  </a:lnTo>
                  <a:lnTo>
                    <a:pt x="26670" y="181928"/>
                  </a:lnTo>
                  <a:lnTo>
                    <a:pt x="25241" y="188595"/>
                  </a:lnTo>
                  <a:lnTo>
                    <a:pt x="27147" y="192405"/>
                  </a:lnTo>
                  <a:lnTo>
                    <a:pt x="27623" y="196215"/>
                  </a:lnTo>
                  <a:lnTo>
                    <a:pt x="27147" y="200501"/>
                  </a:lnTo>
                  <a:lnTo>
                    <a:pt x="28099" y="212884"/>
                  </a:lnTo>
                  <a:lnTo>
                    <a:pt x="30480" y="220504"/>
                  </a:lnTo>
                  <a:lnTo>
                    <a:pt x="32861" y="224314"/>
                  </a:lnTo>
                  <a:lnTo>
                    <a:pt x="34766" y="228600"/>
                  </a:lnTo>
                  <a:lnTo>
                    <a:pt x="35243" y="232886"/>
                  </a:lnTo>
                  <a:lnTo>
                    <a:pt x="34766" y="238601"/>
                  </a:lnTo>
                  <a:lnTo>
                    <a:pt x="34766" y="240030"/>
                  </a:lnTo>
                  <a:lnTo>
                    <a:pt x="40005" y="248126"/>
                  </a:lnTo>
                  <a:lnTo>
                    <a:pt x="41910" y="252413"/>
                  </a:lnTo>
                  <a:lnTo>
                    <a:pt x="41910" y="256699"/>
                  </a:lnTo>
                  <a:lnTo>
                    <a:pt x="41434" y="260985"/>
                  </a:lnTo>
                  <a:lnTo>
                    <a:pt x="40481" y="269558"/>
                  </a:lnTo>
                  <a:lnTo>
                    <a:pt x="39529" y="273368"/>
                  </a:lnTo>
                  <a:lnTo>
                    <a:pt x="38576" y="277178"/>
                  </a:lnTo>
                  <a:lnTo>
                    <a:pt x="34766" y="285274"/>
                  </a:lnTo>
                  <a:lnTo>
                    <a:pt x="30480" y="290989"/>
                  </a:lnTo>
                  <a:lnTo>
                    <a:pt x="28575" y="294799"/>
                  </a:lnTo>
                  <a:lnTo>
                    <a:pt x="23336" y="301943"/>
                  </a:lnTo>
                  <a:lnTo>
                    <a:pt x="21431" y="309563"/>
                  </a:lnTo>
                  <a:lnTo>
                    <a:pt x="19526" y="313372"/>
                  </a:lnTo>
                  <a:lnTo>
                    <a:pt x="16193" y="316230"/>
                  </a:lnTo>
                  <a:lnTo>
                    <a:pt x="11906" y="317659"/>
                  </a:lnTo>
                  <a:lnTo>
                    <a:pt x="9049" y="320040"/>
                  </a:lnTo>
                  <a:lnTo>
                    <a:pt x="6668" y="330041"/>
                  </a:lnTo>
                  <a:lnTo>
                    <a:pt x="5715" y="331946"/>
                  </a:lnTo>
                  <a:lnTo>
                    <a:pt x="4286" y="333375"/>
                  </a:lnTo>
                  <a:lnTo>
                    <a:pt x="3334" y="335280"/>
                  </a:lnTo>
                  <a:lnTo>
                    <a:pt x="2857" y="337185"/>
                  </a:lnTo>
                  <a:lnTo>
                    <a:pt x="1429" y="340043"/>
                  </a:lnTo>
                  <a:lnTo>
                    <a:pt x="476" y="344329"/>
                  </a:lnTo>
                  <a:lnTo>
                    <a:pt x="0" y="352425"/>
                  </a:lnTo>
                  <a:lnTo>
                    <a:pt x="476" y="356235"/>
                  </a:lnTo>
                  <a:lnTo>
                    <a:pt x="2857" y="367189"/>
                  </a:lnTo>
                  <a:lnTo>
                    <a:pt x="3810" y="370522"/>
                  </a:lnTo>
                  <a:lnTo>
                    <a:pt x="5239" y="373856"/>
                  </a:lnTo>
                  <a:lnTo>
                    <a:pt x="10954" y="380524"/>
                  </a:lnTo>
                  <a:lnTo>
                    <a:pt x="12382" y="384334"/>
                  </a:lnTo>
                  <a:lnTo>
                    <a:pt x="13335" y="388620"/>
                  </a:lnTo>
                  <a:lnTo>
                    <a:pt x="15240" y="392906"/>
                  </a:lnTo>
                  <a:lnTo>
                    <a:pt x="16193" y="396716"/>
                  </a:lnTo>
                  <a:lnTo>
                    <a:pt x="14288" y="400526"/>
                  </a:lnTo>
                  <a:lnTo>
                    <a:pt x="13811" y="404336"/>
                  </a:lnTo>
                  <a:lnTo>
                    <a:pt x="14288" y="412909"/>
                  </a:lnTo>
                  <a:lnTo>
                    <a:pt x="14288" y="417671"/>
                  </a:lnTo>
                  <a:lnTo>
                    <a:pt x="14764" y="424339"/>
                  </a:lnTo>
                  <a:lnTo>
                    <a:pt x="15240" y="426244"/>
                  </a:lnTo>
                  <a:lnTo>
                    <a:pt x="20955" y="432911"/>
                  </a:lnTo>
                  <a:lnTo>
                    <a:pt x="22860" y="436721"/>
                  </a:lnTo>
                  <a:lnTo>
                    <a:pt x="23813" y="441960"/>
                  </a:lnTo>
                  <a:lnTo>
                    <a:pt x="25241" y="444818"/>
                  </a:lnTo>
                  <a:lnTo>
                    <a:pt x="25718" y="447199"/>
                  </a:lnTo>
                  <a:lnTo>
                    <a:pt x="26670" y="449580"/>
                  </a:lnTo>
                  <a:lnTo>
                    <a:pt x="28099" y="450533"/>
                  </a:lnTo>
                  <a:lnTo>
                    <a:pt x="34290" y="453866"/>
                  </a:lnTo>
                  <a:lnTo>
                    <a:pt x="37148" y="457676"/>
                  </a:lnTo>
                  <a:lnTo>
                    <a:pt x="39053" y="458629"/>
                  </a:lnTo>
                  <a:lnTo>
                    <a:pt x="41434" y="459105"/>
                  </a:lnTo>
                  <a:lnTo>
                    <a:pt x="49054" y="460058"/>
                  </a:lnTo>
                  <a:lnTo>
                    <a:pt x="52864" y="461486"/>
                  </a:lnTo>
                  <a:lnTo>
                    <a:pt x="63341" y="469106"/>
                  </a:lnTo>
                  <a:lnTo>
                    <a:pt x="66199" y="470059"/>
                  </a:lnTo>
                  <a:lnTo>
                    <a:pt x="76676" y="469583"/>
                  </a:lnTo>
                  <a:lnTo>
                    <a:pt x="80010" y="468154"/>
                  </a:lnTo>
                  <a:lnTo>
                    <a:pt x="82868" y="465772"/>
                  </a:lnTo>
                  <a:lnTo>
                    <a:pt x="90488" y="461010"/>
                  </a:lnTo>
                  <a:lnTo>
                    <a:pt x="98584" y="457200"/>
                  </a:lnTo>
                  <a:lnTo>
                    <a:pt x="106204" y="455295"/>
                  </a:lnTo>
                  <a:lnTo>
                    <a:pt x="114300" y="455295"/>
                  </a:lnTo>
                  <a:lnTo>
                    <a:pt x="118110" y="454343"/>
                  </a:lnTo>
                  <a:lnTo>
                    <a:pt x="125254" y="450533"/>
                  </a:lnTo>
                  <a:lnTo>
                    <a:pt x="128588" y="448151"/>
                  </a:lnTo>
                  <a:lnTo>
                    <a:pt x="133350" y="441484"/>
                  </a:lnTo>
                  <a:lnTo>
                    <a:pt x="136684" y="433388"/>
                  </a:lnTo>
                  <a:lnTo>
                    <a:pt x="138113" y="429101"/>
                  </a:lnTo>
                  <a:lnTo>
                    <a:pt x="139065" y="424815"/>
                  </a:lnTo>
                  <a:lnTo>
                    <a:pt x="140494" y="421481"/>
                  </a:lnTo>
                  <a:lnTo>
                    <a:pt x="142399" y="418147"/>
                  </a:lnTo>
                  <a:lnTo>
                    <a:pt x="146685" y="409099"/>
                  </a:lnTo>
                  <a:lnTo>
                    <a:pt x="147638" y="404813"/>
                  </a:lnTo>
                  <a:lnTo>
                    <a:pt x="148114" y="400526"/>
                  </a:lnTo>
                  <a:lnTo>
                    <a:pt x="152876" y="386239"/>
                  </a:lnTo>
                  <a:lnTo>
                    <a:pt x="155257" y="377666"/>
                  </a:lnTo>
                  <a:lnTo>
                    <a:pt x="157163" y="369094"/>
                  </a:lnTo>
                  <a:lnTo>
                    <a:pt x="159068" y="359093"/>
                  </a:lnTo>
                  <a:lnTo>
                    <a:pt x="160020" y="356711"/>
                  </a:lnTo>
                  <a:lnTo>
                    <a:pt x="168116" y="337185"/>
                  </a:lnTo>
                  <a:lnTo>
                    <a:pt x="173831" y="319564"/>
                  </a:lnTo>
                  <a:lnTo>
                    <a:pt x="177641" y="303847"/>
                  </a:lnTo>
                  <a:lnTo>
                    <a:pt x="182404" y="288131"/>
                  </a:lnTo>
                  <a:lnTo>
                    <a:pt x="185738" y="279559"/>
                  </a:lnTo>
                  <a:lnTo>
                    <a:pt x="188595" y="270510"/>
                  </a:lnTo>
                  <a:lnTo>
                    <a:pt x="192881" y="255746"/>
                  </a:lnTo>
                  <a:lnTo>
                    <a:pt x="197644" y="241459"/>
                  </a:lnTo>
                  <a:lnTo>
                    <a:pt x="202406" y="230029"/>
                  </a:lnTo>
                  <a:lnTo>
                    <a:pt x="205740" y="221456"/>
                  </a:lnTo>
                  <a:lnTo>
                    <a:pt x="208122" y="214313"/>
                  </a:lnTo>
                  <a:lnTo>
                    <a:pt x="211931" y="199072"/>
                  </a:lnTo>
                  <a:lnTo>
                    <a:pt x="212407" y="190976"/>
                  </a:lnTo>
                  <a:lnTo>
                    <a:pt x="210503" y="180022"/>
                  </a:lnTo>
                  <a:lnTo>
                    <a:pt x="210979" y="176213"/>
                  </a:lnTo>
                  <a:lnTo>
                    <a:pt x="213836" y="169069"/>
                  </a:lnTo>
                  <a:lnTo>
                    <a:pt x="215741" y="165735"/>
                  </a:lnTo>
                  <a:lnTo>
                    <a:pt x="217170" y="164306"/>
                  </a:lnTo>
                  <a:lnTo>
                    <a:pt x="220504" y="162878"/>
                  </a:lnTo>
                  <a:lnTo>
                    <a:pt x="221456" y="161925"/>
                  </a:lnTo>
                  <a:lnTo>
                    <a:pt x="220504" y="160020"/>
                  </a:lnTo>
                  <a:lnTo>
                    <a:pt x="220504" y="158115"/>
                  </a:lnTo>
                  <a:lnTo>
                    <a:pt x="223361" y="154781"/>
                  </a:lnTo>
                  <a:lnTo>
                    <a:pt x="224314" y="150971"/>
                  </a:lnTo>
                  <a:lnTo>
                    <a:pt x="223838" y="142875"/>
                  </a:lnTo>
                  <a:lnTo>
                    <a:pt x="222409" y="139541"/>
                  </a:lnTo>
                  <a:lnTo>
                    <a:pt x="220980" y="138113"/>
                  </a:lnTo>
                  <a:lnTo>
                    <a:pt x="220028" y="136684"/>
                  </a:lnTo>
                  <a:lnTo>
                    <a:pt x="220028" y="131445"/>
                  </a:lnTo>
                  <a:lnTo>
                    <a:pt x="219551" y="127635"/>
                  </a:lnTo>
                  <a:lnTo>
                    <a:pt x="218599" y="123825"/>
                  </a:lnTo>
                  <a:lnTo>
                    <a:pt x="218123" y="119539"/>
                  </a:lnTo>
                  <a:lnTo>
                    <a:pt x="218599" y="118110"/>
                  </a:lnTo>
                  <a:lnTo>
                    <a:pt x="221456" y="115729"/>
                  </a:lnTo>
                  <a:lnTo>
                    <a:pt x="225266" y="115253"/>
                  </a:lnTo>
                  <a:lnTo>
                    <a:pt x="226695" y="115729"/>
                  </a:lnTo>
                  <a:lnTo>
                    <a:pt x="227648" y="119539"/>
                  </a:lnTo>
                  <a:lnTo>
                    <a:pt x="230981" y="127159"/>
                  </a:lnTo>
                  <a:lnTo>
                    <a:pt x="233363" y="130493"/>
                  </a:lnTo>
                  <a:lnTo>
                    <a:pt x="236220" y="132397"/>
                  </a:lnTo>
                  <a:lnTo>
                    <a:pt x="237173" y="132397"/>
                  </a:lnTo>
                  <a:lnTo>
                    <a:pt x="239078" y="130493"/>
                  </a:lnTo>
                  <a:lnTo>
                    <a:pt x="240030" y="129064"/>
                  </a:lnTo>
                  <a:lnTo>
                    <a:pt x="243840" y="120968"/>
                  </a:lnTo>
                  <a:lnTo>
                    <a:pt x="246698" y="112395"/>
                  </a:lnTo>
                  <a:lnTo>
                    <a:pt x="243840" y="104299"/>
                  </a:lnTo>
                  <a:close/>
                </a:path>
              </a:pathLst>
            </a:custGeom>
            <a:grpFill/>
            <a:ln w="317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57B66434-09ED-48DA-A69B-867860E9A587}"/>
                </a:ext>
              </a:extLst>
            </p:cNvPr>
            <p:cNvSpPr/>
            <p:nvPr/>
          </p:nvSpPr>
          <p:spPr>
            <a:xfrm>
              <a:off x="6346983" y="2735579"/>
              <a:ext cx="64770" cy="68103"/>
            </a:xfrm>
            <a:custGeom>
              <a:avLst/>
              <a:gdLst>
                <a:gd name="connsiteX0" fmla="*/ 64770 w 64770"/>
                <a:gd name="connsiteY0" fmla="*/ 26670 h 68103"/>
                <a:gd name="connsiteX1" fmla="*/ 62389 w 64770"/>
                <a:gd name="connsiteY1" fmla="*/ 25241 h 68103"/>
                <a:gd name="connsiteX2" fmla="*/ 58579 w 64770"/>
                <a:gd name="connsiteY2" fmla="*/ 23813 h 68103"/>
                <a:gd name="connsiteX3" fmla="*/ 50959 w 64770"/>
                <a:gd name="connsiteY3" fmla="*/ 19050 h 68103"/>
                <a:gd name="connsiteX4" fmla="*/ 48102 w 64770"/>
                <a:gd name="connsiteY4" fmla="*/ 18574 h 68103"/>
                <a:gd name="connsiteX5" fmla="*/ 45720 w 64770"/>
                <a:gd name="connsiteY5" fmla="*/ 18098 h 68103"/>
                <a:gd name="connsiteX6" fmla="*/ 41910 w 64770"/>
                <a:gd name="connsiteY6" fmla="*/ 15716 h 68103"/>
                <a:gd name="connsiteX7" fmla="*/ 40005 w 64770"/>
                <a:gd name="connsiteY7" fmla="*/ 15240 h 68103"/>
                <a:gd name="connsiteX8" fmla="*/ 37624 w 64770"/>
                <a:gd name="connsiteY8" fmla="*/ 13811 h 68103"/>
                <a:gd name="connsiteX9" fmla="*/ 33338 w 64770"/>
                <a:gd name="connsiteY9" fmla="*/ 8573 h 68103"/>
                <a:gd name="connsiteX10" fmla="*/ 29052 w 64770"/>
                <a:gd name="connsiteY10" fmla="*/ 5239 h 68103"/>
                <a:gd name="connsiteX11" fmla="*/ 26670 w 64770"/>
                <a:gd name="connsiteY11" fmla="*/ 3810 h 68103"/>
                <a:gd name="connsiteX12" fmla="*/ 25718 w 64770"/>
                <a:gd name="connsiteY12" fmla="*/ 2381 h 68103"/>
                <a:gd name="connsiteX13" fmla="*/ 25718 w 64770"/>
                <a:gd name="connsiteY13" fmla="*/ 953 h 68103"/>
                <a:gd name="connsiteX14" fmla="*/ 25718 w 64770"/>
                <a:gd name="connsiteY14" fmla="*/ 476 h 68103"/>
                <a:gd name="connsiteX15" fmla="*/ 24765 w 64770"/>
                <a:gd name="connsiteY15" fmla="*/ 476 h 68103"/>
                <a:gd name="connsiteX16" fmla="*/ 22860 w 64770"/>
                <a:gd name="connsiteY16" fmla="*/ 953 h 68103"/>
                <a:gd name="connsiteX17" fmla="*/ 21908 w 64770"/>
                <a:gd name="connsiteY17" fmla="*/ 953 h 68103"/>
                <a:gd name="connsiteX18" fmla="*/ 20003 w 64770"/>
                <a:gd name="connsiteY18" fmla="*/ 476 h 68103"/>
                <a:gd name="connsiteX19" fmla="*/ 18098 w 64770"/>
                <a:gd name="connsiteY19" fmla="*/ 0 h 68103"/>
                <a:gd name="connsiteX20" fmla="*/ 17145 w 64770"/>
                <a:gd name="connsiteY20" fmla="*/ 953 h 68103"/>
                <a:gd name="connsiteX21" fmla="*/ 17145 w 64770"/>
                <a:gd name="connsiteY21" fmla="*/ 1905 h 68103"/>
                <a:gd name="connsiteX22" fmla="*/ 18098 w 64770"/>
                <a:gd name="connsiteY22" fmla="*/ 4286 h 68103"/>
                <a:gd name="connsiteX23" fmla="*/ 20479 w 64770"/>
                <a:gd name="connsiteY23" fmla="*/ 7620 h 68103"/>
                <a:gd name="connsiteX24" fmla="*/ 20003 w 64770"/>
                <a:gd name="connsiteY24" fmla="*/ 10478 h 68103"/>
                <a:gd name="connsiteX25" fmla="*/ 18098 w 64770"/>
                <a:gd name="connsiteY25" fmla="*/ 10478 h 68103"/>
                <a:gd name="connsiteX26" fmla="*/ 16669 w 64770"/>
                <a:gd name="connsiteY26" fmla="*/ 8573 h 68103"/>
                <a:gd name="connsiteX27" fmla="*/ 15240 w 64770"/>
                <a:gd name="connsiteY27" fmla="*/ 8096 h 68103"/>
                <a:gd name="connsiteX28" fmla="*/ 13811 w 64770"/>
                <a:gd name="connsiteY28" fmla="*/ 8096 h 68103"/>
                <a:gd name="connsiteX29" fmla="*/ 10478 w 64770"/>
                <a:gd name="connsiteY29" fmla="*/ 10954 h 68103"/>
                <a:gd name="connsiteX30" fmla="*/ 8097 w 64770"/>
                <a:gd name="connsiteY30" fmla="*/ 12859 h 68103"/>
                <a:gd name="connsiteX31" fmla="*/ 7144 w 64770"/>
                <a:gd name="connsiteY31" fmla="*/ 14288 h 68103"/>
                <a:gd name="connsiteX32" fmla="*/ 6668 w 64770"/>
                <a:gd name="connsiteY32" fmla="*/ 16192 h 68103"/>
                <a:gd name="connsiteX33" fmla="*/ 6191 w 64770"/>
                <a:gd name="connsiteY33" fmla="*/ 17145 h 68103"/>
                <a:gd name="connsiteX34" fmla="*/ 6191 w 64770"/>
                <a:gd name="connsiteY34" fmla="*/ 21431 h 68103"/>
                <a:gd name="connsiteX35" fmla="*/ 1429 w 64770"/>
                <a:gd name="connsiteY35" fmla="*/ 21908 h 68103"/>
                <a:gd name="connsiteX36" fmla="*/ 477 w 64770"/>
                <a:gd name="connsiteY36" fmla="*/ 22384 h 68103"/>
                <a:gd name="connsiteX37" fmla="*/ 0 w 64770"/>
                <a:gd name="connsiteY37" fmla="*/ 23813 h 68103"/>
                <a:gd name="connsiteX38" fmla="*/ 477 w 64770"/>
                <a:gd name="connsiteY38" fmla="*/ 28575 h 68103"/>
                <a:gd name="connsiteX39" fmla="*/ 953 w 64770"/>
                <a:gd name="connsiteY39" fmla="*/ 31433 h 68103"/>
                <a:gd name="connsiteX40" fmla="*/ 3334 w 64770"/>
                <a:gd name="connsiteY40" fmla="*/ 35719 h 68103"/>
                <a:gd name="connsiteX41" fmla="*/ 3810 w 64770"/>
                <a:gd name="connsiteY41" fmla="*/ 37148 h 68103"/>
                <a:gd name="connsiteX42" fmla="*/ 3334 w 64770"/>
                <a:gd name="connsiteY42" fmla="*/ 37624 h 68103"/>
                <a:gd name="connsiteX43" fmla="*/ 1429 w 64770"/>
                <a:gd name="connsiteY43" fmla="*/ 39529 h 68103"/>
                <a:gd name="connsiteX44" fmla="*/ 477 w 64770"/>
                <a:gd name="connsiteY44" fmla="*/ 40005 h 68103"/>
                <a:gd name="connsiteX45" fmla="*/ 0 w 64770"/>
                <a:gd name="connsiteY45" fmla="*/ 40481 h 68103"/>
                <a:gd name="connsiteX46" fmla="*/ 0 w 64770"/>
                <a:gd name="connsiteY46" fmla="*/ 41910 h 68103"/>
                <a:gd name="connsiteX47" fmla="*/ 1429 w 64770"/>
                <a:gd name="connsiteY47" fmla="*/ 43339 h 68103"/>
                <a:gd name="connsiteX48" fmla="*/ 2381 w 64770"/>
                <a:gd name="connsiteY48" fmla="*/ 45244 h 68103"/>
                <a:gd name="connsiteX49" fmla="*/ 3810 w 64770"/>
                <a:gd name="connsiteY49" fmla="*/ 45720 h 68103"/>
                <a:gd name="connsiteX50" fmla="*/ 5239 w 64770"/>
                <a:gd name="connsiteY50" fmla="*/ 45244 h 68103"/>
                <a:gd name="connsiteX51" fmla="*/ 7144 w 64770"/>
                <a:gd name="connsiteY51" fmla="*/ 45244 h 68103"/>
                <a:gd name="connsiteX52" fmla="*/ 6668 w 64770"/>
                <a:gd name="connsiteY52" fmla="*/ 45720 h 68103"/>
                <a:gd name="connsiteX53" fmla="*/ 6191 w 64770"/>
                <a:gd name="connsiteY53" fmla="*/ 46673 h 68103"/>
                <a:gd name="connsiteX54" fmla="*/ 6668 w 64770"/>
                <a:gd name="connsiteY54" fmla="*/ 47625 h 68103"/>
                <a:gd name="connsiteX55" fmla="*/ 15240 w 64770"/>
                <a:gd name="connsiteY55" fmla="*/ 52864 h 68103"/>
                <a:gd name="connsiteX56" fmla="*/ 23336 w 64770"/>
                <a:gd name="connsiteY56" fmla="*/ 60484 h 68103"/>
                <a:gd name="connsiteX57" fmla="*/ 25241 w 64770"/>
                <a:gd name="connsiteY57" fmla="*/ 65246 h 68103"/>
                <a:gd name="connsiteX58" fmla="*/ 30480 w 64770"/>
                <a:gd name="connsiteY58" fmla="*/ 68104 h 68103"/>
                <a:gd name="connsiteX59" fmla="*/ 30956 w 64770"/>
                <a:gd name="connsiteY59" fmla="*/ 66199 h 68103"/>
                <a:gd name="connsiteX60" fmla="*/ 31433 w 64770"/>
                <a:gd name="connsiteY60" fmla="*/ 63341 h 68103"/>
                <a:gd name="connsiteX61" fmla="*/ 30956 w 64770"/>
                <a:gd name="connsiteY61" fmla="*/ 61913 h 68103"/>
                <a:gd name="connsiteX62" fmla="*/ 31433 w 64770"/>
                <a:gd name="connsiteY62" fmla="*/ 60008 h 68103"/>
                <a:gd name="connsiteX63" fmla="*/ 30480 w 64770"/>
                <a:gd name="connsiteY63" fmla="*/ 58579 h 68103"/>
                <a:gd name="connsiteX64" fmla="*/ 26194 w 64770"/>
                <a:gd name="connsiteY64" fmla="*/ 56674 h 68103"/>
                <a:gd name="connsiteX65" fmla="*/ 22384 w 64770"/>
                <a:gd name="connsiteY65" fmla="*/ 51911 h 68103"/>
                <a:gd name="connsiteX66" fmla="*/ 24765 w 64770"/>
                <a:gd name="connsiteY66" fmla="*/ 51911 h 68103"/>
                <a:gd name="connsiteX67" fmla="*/ 29052 w 64770"/>
                <a:gd name="connsiteY67" fmla="*/ 52388 h 68103"/>
                <a:gd name="connsiteX68" fmla="*/ 31433 w 64770"/>
                <a:gd name="connsiteY68" fmla="*/ 51435 h 68103"/>
                <a:gd name="connsiteX69" fmla="*/ 32385 w 64770"/>
                <a:gd name="connsiteY69" fmla="*/ 49054 h 68103"/>
                <a:gd name="connsiteX70" fmla="*/ 34766 w 64770"/>
                <a:gd name="connsiteY70" fmla="*/ 46196 h 68103"/>
                <a:gd name="connsiteX71" fmla="*/ 37624 w 64770"/>
                <a:gd name="connsiteY71" fmla="*/ 42863 h 68103"/>
                <a:gd name="connsiteX72" fmla="*/ 39529 w 64770"/>
                <a:gd name="connsiteY72" fmla="*/ 40005 h 68103"/>
                <a:gd name="connsiteX73" fmla="*/ 41434 w 64770"/>
                <a:gd name="connsiteY73" fmla="*/ 37624 h 68103"/>
                <a:gd name="connsiteX74" fmla="*/ 42863 w 64770"/>
                <a:gd name="connsiteY74" fmla="*/ 36671 h 68103"/>
                <a:gd name="connsiteX75" fmla="*/ 43815 w 64770"/>
                <a:gd name="connsiteY75" fmla="*/ 37148 h 68103"/>
                <a:gd name="connsiteX76" fmla="*/ 44291 w 64770"/>
                <a:gd name="connsiteY76" fmla="*/ 38576 h 68103"/>
                <a:gd name="connsiteX77" fmla="*/ 44291 w 64770"/>
                <a:gd name="connsiteY77" fmla="*/ 41910 h 68103"/>
                <a:gd name="connsiteX78" fmla="*/ 44768 w 64770"/>
                <a:gd name="connsiteY78" fmla="*/ 42863 h 68103"/>
                <a:gd name="connsiteX79" fmla="*/ 45720 w 64770"/>
                <a:gd name="connsiteY79" fmla="*/ 43815 h 68103"/>
                <a:gd name="connsiteX80" fmla="*/ 48102 w 64770"/>
                <a:gd name="connsiteY80" fmla="*/ 43339 h 68103"/>
                <a:gd name="connsiteX81" fmla="*/ 50959 w 64770"/>
                <a:gd name="connsiteY81" fmla="*/ 42386 h 68103"/>
                <a:gd name="connsiteX82" fmla="*/ 54769 w 64770"/>
                <a:gd name="connsiteY82" fmla="*/ 40481 h 68103"/>
                <a:gd name="connsiteX83" fmla="*/ 55245 w 64770"/>
                <a:gd name="connsiteY83" fmla="*/ 40958 h 68103"/>
                <a:gd name="connsiteX84" fmla="*/ 55245 w 64770"/>
                <a:gd name="connsiteY84" fmla="*/ 40481 h 68103"/>
                <a:gd name="connsiteX85" fmla="*/ 56198 w 64770"/>
                <a:gd name="connsiteY85" fmla="*/ 37624 h 68103"/>
                <a:gd name="connsiteX86" fmla="*/ 55245 w 64770"/>
                <a:gd name="connsiteY86" fmla="*/ 35242 h 68103"/>
                <a:gd name="connsiteX87" fmla="*/ 53816 w 64770"/>
                <a:gd name="connsiteY87" fmla="*/ 33338 h 68103"/>
                <a:gd name="connsiteX88" fmla="*/ 54769 w 64770"/>
                <a:gd name="connsiteY88" fmla="*/ 32385 h 68103"/>
                <a:gd name="connsiteX89" fmla="*/ 57627 w 64770"/>
                <a:gd name="connsiteY89" fmla="*/ 32385 h 68103"/>
                <a:gd name="connsiteX90" fmla="*/ 59531 w 64770"/>
                <a:gd name="connsiteY90" fmla="*/ 32385 h 68103"/>
                <a:gd name="connsiteX91" fmla="*/ 60484 w 64770"/>
                <a:gd name="connsiteY91" fmla="*/ 30480 h 68103"/>
                <a:gd name="connsiteX92" fmla="*/ 64770 w 64770"/>
                <a:gd name="connsiteY92" fmla="*/ 29528 h 68103"/>
                <a:gd name="connsiteX93" fmla="*/ 64770 w 64770"/>
                <a:gd name="connsiteY93" fmla="*/ 28575 h 6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4770" h="68103">
                  <a:moveTo>
                    <a:pt x="64770" y="26670"/>
                  </a:moveTo>
                  <a:lnTo>
                    <a:pt x="62389" y="25241"/>
                  </a:lnTo>
                  <a:lnTo>
                    <a:pt x="58579" y="23813"/>
                  </a:lnTo>
                  <a:lnTo>
                    <a:pt x="50959" y="19050"/>
                  </a:lnTo>
                  <a:lnTo>
                    <a:pt x="48102" y="18574"/>
                  </a:lnTo>
                  <a:lnTo>
                    <a:pt x="45720" y="18098"/>
                  </a:lnTo>
                  <a:lnTo>
                    <a:pt x="41910" y="15716"/>
                  </a:lnTo>
                  <a:lnTo>
                    <a:pt x="40005" y="15240"/>
                  </a:lnTo>
                  <a:lnTo>
                    <a:pt x="37624" y="13811"/>
                  </a:lnTo>
                  <a:lnTo>
                    <a:pt x="33338" y="8573"/>
                  </a:lnTo>
                  <a:lnTo>
                    <a:pt x="29052" y="5239"/>
                  </a:lnTo>
                  <a:lnTo>
                    <a:pt x="26670" y="3810"/>
                  </a:lnTo>
                  <a:lnTo>
                    <a:pt x="25718" y="2381"/>
                  </a:lnTo>
                  <a:lnTo>
                    <a:pt x="25718" y="953"/>
                  </a:lnTo>
                  <a:lnTo>
                    <a:pt x="25718" y="476"/>
                  </a:lnTo>
                  <a:lnTo>
                    <a:pt x="24765" y="476"/>
                  </a:lnTo>
                  <a:lnTo>
                    <a:pt x="22860" y="953"/>
                  </a:lnTo>
                  <a:lnTo>
                    <a:pt x="21908" y="953"/>
                  </a:lnTo>
                  <a:lnTo>
                    <a:pt x="20003" y="476"/>
                  </a:lnTo>
                  <a:lnTo>
                    <a:pt x="18098" y="0"/>
                  </a:lnTo>
                  <a:lnTo>
                    <a:pt x="17145" y="953"/>
                  </a:lnTo>
                  <a:lnTo>
                    <a:pt x="17145" y="1905"/>
                  </a:lnTo>
                  <a:lnTo>
                    <a:pt x="18098" y="4286"/>
                  </a:lnTo>
                  <a:lnTo>
                    <a:pt x="20479" y="7620"/>
                  </a:lnTo>
                  <a:lnTo>
                    <a:pt x="20003" y="10478"/>
                  </a:lnTo>
                  <a:lnTo>
                    <a:pt x="18098" y="10478"/>
                  </a:lnTo>
                  <a:lnTo>
                    <a:pt x="16669" y="8573"/>
                  </a:lnTo>
                  <a:lnTo>
                    <a:pt x="15240" y="8096"/>
                  </a:lnTo>
                  <a:lnTo>
                    <a:pt x="13811" y="8096"/>
                  </a:lnTo>
                  <a:lnTo>
                    <a:pt x="10478" y="10954"/>
                  </a:lnTo>
                  <a:lnTo>
                    <a:pt x="8097" y="12859"/>
                  </a:lnTo>
                  <a:lnTo>
                    <a:pt x="7144" y="14288"/>
                  </a:lnTo>
                  <a:lnTo>
                    <a:pt x="6668" y="16192"/>
                  </a:lnTo>
                  <a:lnTo>
                    <a:pt x="6191" y="17145"/>
                  </a:lnTo>
                  <a:lnTo>
                    <a:pt x="6191" y="21431"/>
                  </a:lnTo>
                  <a:lnTo>
                    <a:pt x="1429" y="21908"/>
                  </a:lnTo>
                  <a:lnTo>
                    <a:pt x="477" y="22384"/>
                  </a:lnTo>
                  <a:lnTo>
                    <a:pt x="0" y="23813"/>
                  </a:lnTo>
                  <a:lnTo>
                    <a:pt x="477" y="28575"/>
                  </a:lnTo>
                  <a:lnTo>
                    <a:pt x="953" y="31433"/>
                  </a:lnTo>
                  <a:lnTo>
                    <a:pt x="3334" y="35719"/>
                  </a:lnTo>
                  <a:lnTo>
                    <a:pt x="3810" y="37148"/>
                  </a:lnTo>
                  <a:lnTo>
                    <a:pt x="3334" y="37624"/>
                  </a:lnTo>
                  <a:lnTo>
                    <a:pt x="1429" y="39529"/>
                  </a:lnTo>
                  <a:lnTo>
                    <a:pt x="477" y="40005"/>
                  </a:lnTo>
                  <a:lnTo>
                    <a:pt x="0" y="40481"/>
                  </a:lnTo>
                  <a:lnTo>
                    <a:pt x="0" y="41910"/>
                  </a:lnTo>
                  <a:lnTo>
                    <a:pt x="1429" y="43339"/>
                  </a:lnTo>
                  <a:lnTo>
                    <a:pt x="2381" y="45244"/>
                  </a:lnTo>
                  <a:lnTo>
                    <a:pt x="3810" y="45720"/>
                  </a:lnTo>
                  <a:lnTo>
                    <a:pt x="5239" y="45244"/>
                  </a:lnTo>
                  <a:lnTo>
                    <a:pt x="7144" y="45244"/>
                  </a:lnTo>
                  <a:lnTo>
                    <a:pt x="6668" y="45720"/>
                  </a:lnTo>
                  <a:lnTo>
                    <a:pt x="6191" y="46673"/>
                  </a:lnTo>
                  <a:lnTo>
                    <a:pt x="6668" y="47625"/>
                  </a:lnTo>
                  <a:lnTo>
                    <a:pt x="15240" y="52864"/>
                  </a:lnTo>
                  <a:lnTo>
                    <a:pt x="23336" y="60484"/>
                  </a:lnTo>
                  <a:lnTo>
                    <a:pt x="25241" y="65246"/>
                  </a:lnTo>
                  <a:lnTo>
                    <a:pt x="30480" y="68104"/>
                  </a:lnTo>
                  <a:lnTo>
                    <a:pt x="30956" y="66199"/>
                  </a:lnTo>
                  <a:lnTo>
                    <a:pt x="31433" y="63341"/>
                  </a:lnTo>
                  <a:lnTo>
                    <a:pt x="30956" y="61913"/>
                  </a:lnTo>
                  <a:lnTo>
                    <a:pt x="31433" y="60008"/>
                  </a:lnTo>
                  <a:lnTo>
                    <a:pt x="30480" y="58579"/>
                  </a:lnTo>
                  <a:lnTo>
                    <a:pt x="26194" y="56674"/>
                  </a:lnTo>
                  <a:lnTo>
                    <a:pt x="22384" y="51911"/>
                  </a:lnTo>
                  <a:lnTo>
                    <a:pt x="24765" y="51911"/>
                  </a:lnTo>
                  <a:lnTo>
                    <a:pt x="29052" y="52388"/>
                  </a:lnTo>
                  <a:lnTo>
                    <a:pt x="31433" y="51435"/>
                  </a:lnTo>
                  <a:lnTo>
                    <a:pt x="32385" y="49054"/>
                  </a:lnTo>
                  <a:lnTo>
                    <a:pt x="34766" y="46196"/>
                  </a:lnTo>
                  <a:lnTo>
                    <a:pt x="37624" y="42863"/>
                  </a:lnTo>
                  <a:lnTo>
                    <a:pt x="39529" y="40005"/>
                  </a:lnTo>
                  <a:lnTo>
                    <a:pt x="41434" y="37624"/>
                  </a:lnTo>
                  <a:lnTo>
                    <a:pt x="42863" y="36671"/>
                  </a:lnTo>
                  <a:lnTo>
                    <a:pt x="43815" y="37148"/>
                  </a:lnTo>
                  <a:lnTo>
                    <a:pt x="44291" y="38576"/>
                  </a:lnTo>
                  <a:lnTo>
                    <a:pt x="44291" y="41910"/>
                  </a:lnTo>
                  <a:lnTo>
                    <a:pt x="44768" y="42863"/>
                  </a:lnTo>
                  <a:lnTo>
                    <a:pt x="45720" y="43815"/>
                  </a:lnTo>
                  <a:lnTo>
                    <a:pt x="48102" y="43339"/>
                  </a:lnTo>
                  <a:lnTo>
                    <a:pt x="50959" y="42386"/>
                  </a:lnTo>
                  <a:lnTo>
                    <a:pt x="54769" y="40481"/>
                  </a:lnTo>
                  <a:lnTo>
                    <a:pt x="55245" y="40958"/>
                  </a:lnTo>
                  <a:lnTo>
                    <a:pt x="55245" y="40481"/>
                  </a:lnTo>
                  <a:lnTo>
                    <a:pt x="56198" y="37624"/>
                  </a:lnTo>
                  <a:lnTo>
                    <a:pt x="55245" y="35242"/>
                  </a:lnTo>
                  <a:lnTo>
                    <a:pt x="53816" y="33338"/>
                  </a:lnTo>
                  <a:lnTo>
                    <a:pt x="54769" y="32385"/>
                  </a:lnTo>
                  <a:lnTo>
                    <a:pt x="57627" y="32385"/>
                  </a:lnTo>
                  <a:lnTo>
                    <a:pt x="59531" y="32385"/>
                  </a:lnTo>
                  <a:lnTo>
                    <a:pt x="60484" y="30480"/>
                  </a:lnTo>
                  <a:lnTo>
                    <a:pt x="64770" y="29528"/>
                  </a:lnTo>
                  <a:lnTo>
                    <a:pt x="64770" y="28575"/>
                  </a:lnTo>
                  <a:close/>
                </a:path>
              </a:pathLst>
            </a:custGeom>
            <a:grpFill/>
            <a:ln w="317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B355389E-951D-4C29-B822-99FFBC2C1955}"/>
                </a:ext>
              </a:extLst>
            </p:cNvPr>
            <p:cNvSpPr/>
            <p:nvPr/>
          </p:nvSpPr>
          <p:spPr>
            <a:xfrm>
              <a:off x="6625113" y="2527934"/>
              <a:ext cx="119538" cy="128587"/>
            </a:xfrm>
            <a:custGeom>
              <a:avLst/>
              <a:gdLst>
                <a:gd name="connsiteX0" fmla="*/ 112395 w 119538"/>
                <a:gd name="connsiteY0" fmla="*/ 82868 h 128587"/>
                <a:gd name="connsiteX1" fmla="*/ 112872 w 119538"/>
                <a:gd name="connsiteY1" fmla="*/ 79058 h 128587"/>
                <a:gd name="connsiteX2" fmla="*/ 113348 w 119538"/>
                <a:gd name="connsiteY2" fmla="*/ 74771 h 128587"/>
                <a:gd name="connsiteX3" fmla="*/ 112395 w 119538"/>
                <a:gd name="connsiteY3" fmla="*/ 72390 h 128587"/>
                <a:gd name="connsiteX4" fmla="*/ 110966 w 119538"/>
                <a:gd name="connsiteY4" fmla="*/ 70485 h 128587"/>
                <a:gd name="connsiteX5" fmla="*/ 105728 w 119538"/>
                <a:gd name="connsiteY5" fmla="*/ 68104 h 128587"/>
                <a:gd name="connsiteX6" fmla="*/ 101441 w 119538"/>
                <a:gd name="connsiteY6" fmla="*/ 65723 h 128587"/>
                <a:gd name="connsiteX7" fmla="*/ 100489 w 119538"/>
                <a:gd name="connsiteY7" fmla="*/ 64770 h 128587"/>
                <a:gd name="connsiteX8" fmla="*/ 100489 w 119538"/>
                <a:gd name="connsiteY8" fmla="*/ 63341 h 128587"/>
                <a:gd name="connsiteX9" fmla="*/ 100489 w 119538"/>
                <a:gd name="connsiteY9" fmla="*/ 61436 h 128587"/>
                <a:gd name="connsiteX10" fmla="*/ 98584 w 119538"/>
                <a:gd name="connsiteY10" fmla="*/ 59531 h 128587"/>
                <a:gd name="connsiteX11" fmla="*/ 98584 w 119538"/>
                <a:gd name="connsiteY11" fmla="*/ 57626 h 128587"/>
                <a:gd name="connsiteX12" fmla="*/ 99536 w 119538"/>
                <a:gd name="connsiteY12" fmla="*/ 55245 h 128587"/>
                <a:gd name="connsiteX13" fmla="*/ 100013 w 119538"/>
                <a:gd name="connsiteY13" fmla="*/ 52864 h 128587"/>
                <a:gd name="connsiteX14" fmla="*/ 99536 w 119538"/>
                <a:gd name="connsiteY14" fmla="*/ 51911 h 128587"/>
                <a:gd name="connsiteX15" fmla="*/ 98584 w 119538"/>
                <a:gd name="connsiteY15" fmla="*/ 50959 h 128587"/>
                <a:gd name="connsiteX16" fmla="*/ 96679 w 119538"/>
                <a:gd name="connsiteY16" fmla="*/ 50959 h 128587"/>
                <a:gd name="connsiteX17" fmla="*/ 94298 w 119538"/>
                <a:gd name="connsiteY17" fmla="*/ 49054 h 128587"/>
                <a:gd name="connsiteX18" fmla="*/ 92393 w 119538"/>
                <a:gd name="connsiteY18" fmla="*/ 47149 h 128587"/>
                <a:gd name="connsiteX19" fmla="*/ 88106 w 119538"/>
                <a:gd name="connsiteY19" fmla="*/ 44291 h 128587"/>
                <a:gd name="connsiteX20" fmla="*/ 86678 w 119538"/>
                <a:gd name="connsiteY20" fmla="*/ 43815 h 128587"/>
                <a:gd name="connsiteX21" fmla="*/ 85725 w 119538"/>
                <a:gd name="connsiteY21" fmla="*/ 42386 h 128587"/>
                <a:gd name="connsiteX22" fmla="*/ 85249 w 119538"/>
                <a:gd name="connsiteY22" fmla="*/ 40481 h 128587"/>
                <a:gd name="connsiteX23" fmla="*/ 86201 w 119538"/>
                <a:gd name="connsiteY23" fmla="*/ 38576 h 128587"/>
                <a:gd name="connsiteX24" fmla="*/ 87630 w 119538"/>
                <a:gd name="connsiteY24" fmla="*/ 35243 h 128587"/>
                <a:gd name="connsiteX25" fmla="*/ 88106 w 119538"/>
                <a:gd name="connsiteY25" fmla="*/ 31909 h 128587"/>
                <a:gd name="connsiteX26" fmla="*/ 88106 w 119538"/>
                <a:gd name="connsiteY26" fmla="*/ 30004 h 128587"/>
                <a:gd name="connsiteX27" fmla="*/ 87630 w 119538"/>
                <a:gd name="connsiteY27" fmla="*/ 25718 h 128587"/>
                <a:gd name="connsiteX28" fmla="*/ 85249 w 119538"/>
                <a:gd name="connsiteY28" fmla="*/ 21908 h 128587"/>
                <a:gd name="connsiteX29" fmla="*/ 84297 w 119538"/>
                <a:gd name="connsiteY29" fmla="*/ 21431 h 128587"/>
                <a:gd name="connsiteX30" fmla="*/ 82391 w 119538"/>
                <a:gd name="connsiteY30" fmla="*/ 22384 h 128587"/>
                <a:gd name="connsiteX31" fmla="*/ 80010 w 119538"/>
                <a:gd name="connsiteY31" fmla="*/ 23336 h 128587"/>
                <a:gd name="connsiteX32" fmla="*/ 78581 w 119538"/>
                <a:gd name="connsiteY32" fmla="*/ 22384 h 128587"/>
                <a:gd name="connsiteX33" fmla="*/ 76676 w 119538"/>
                <a:gd name="connsiteY33" fmla="*/ 20479 h 128587"/>
                <a:gd name="connsiteX34" fmla="*/ 73343 w 119538"/>
                <a:gd name="connsiteY34" fmla="*/ 15240 h 128587"/>
                <a:gd name="connsiteX35" fmla="*/ 67628 w 119538"/>
                <a:gd name="connsiteY35" fmla="*/ 14288 h 128587"/>
                <a:gd name="connsiteX36" fmla="*/ 65247 w 119538"/>
                <a:gd name="connsiteY36" fmla="*/ 13811 h 128587"/>
                <a:gd name="connsiteX37" fmla="*/ 62865 w 119538"/>
                <a:gd name="connsiteY37" fmla="*/ 16669 h 128587"/>
                <a:gd name="connsiteX38" fmla="*/ 61913 w 119538"/>
                <a:gd name="connsiteY38" fmla="*/ 15716 h 128587"/>
                <a:gd name="connsiteX39" fmla="*/ 61436 w 119538"/>
                <a:gd name="connsiteY39" fmla="*/ 14288 h 128587"/>
                <a:gd name="connsiteX40" fmla="*/ 60484 w 119538"/>
                <a:gd name="connsiteY40" fmla="*/ 13335 h 128587"/>
                <a:gd name="connsiteX41" fmla="*/ 58579 w 119538"/>
                <a:gd name="connsiteY41" fmla="*/ 14288 h 128587"/>
                <a:gd name="connsiteX42" fmla="*/ 58103 w 119538"/>
                <a:gd name="connsiteY42" fmla="*/ 13335 h 128587"/>
                <a:gd name="connsiteX43" fmla="*/ 59055 w 119538"/>
                <a:gd name="connsiteY43" fmla="*/ 11430 h 128587"/>
                <a:gd name="connsiteX44" fmla="*/ 57150 w 119538"/>
                <a:gd name="connsiteY44" fmla="*/ 10001 h 128587"/>
                <a:gd name="connsiteX45" fmla="*/ 52388 w 119538"/>
                <a:gd name="connsiteY45" fmla="*/ 10001 h 128587"/>
                <a:gd name="connsiteX46" fmla="*/ 50006 w 119538"/>
                <a:gd name="connsiteY46" fmla="*/ 9525 h 128587"/>
                <a:gd name="connsiteX47" fmla="*/ 50006 w 119538"/>
                <a:gd name="connsiteY47" fmla="*/ 7620 h 128587"/>
                <a:gd name="connsiteX48" fmla="*/ 48578 w 119538"/>
                <a:gd name="connsiteY48" fmla="*/ 6668 h 128587"/>
                <a:gd name="connsiteX49" fmla="*/ 45720 w 119538"/>
                <a:gd name="connsiteY49" fmla="*/ 6191 h 128587"/>
                <a:gd name="connsiteX50" fmla="*/ 43339 w 119538"/>
                <a:gd name="connsiteY50" fmla="*/ 4763 h 128587"/>
                <a:gd name="connsiteX51" fmla="*/ 40957 w 119538"/>
                <a:gd name="connsiteY51" fmla="*/ 2381 h 128587"/>
                <a:gd name="connsiteX52" fmla="*/ 37148 w 119538"/>
                <a:gd name="connsiteY52" fmla="*/ 953 h 128587"/>
                <a:gd name="connsiteX53" fmla="*/ 32385 w 119538"/>
                <a:gd name="connsiteY53" fmla="*/ 476 h 128587"/>
                <a:gd name="connsiteX54" fmla="*/ 32385 w 119538"/>
                <a:gd name="connsiteY54" fmla="*/ 0 h 128587"/>
                <a:gd name="connsiteX55" fmla="*/ 31909 w 119538"/>
                <a:gd name="connsiteY55" fmla="*/ 0 h 128587"/>
                <a:gd name="connsiteX56" fmla="*/ 28575 w 119538"/>
                <a:gd name="connsiteY56" fmla="*/ 1429 h 128587"/>
                <a:gd name="connsiteX57" fmla="*/ 26670 w 119538"/>
                <a:gd name="connsiteY57" fmla="*/ 2381 h 128587"/>
                <a:gd name="connsiteX58" fmla="*/ 24765 w 119538"/>
                <a:gd name="connsiteY58" fmla="*/ 1905 h 128587"/>
                <a:gd name="connsiteX59" fmla="*/ 20955 w 119538"/>
                <a:gd name="connsiteY59" fmla="*/ 4286 h 128587"/>
                <a:gd name="connsiteX60" fmla="*/ 13335 w 119538"/>
                <a:gd name="connsiteY60" fmla="*/ 4763 h 128587"/>
                <a:gd name="connsiteX61" fmla="*/ 9525 w 119538"/>
                <a:gd name="connsiteY61" fmla="*/ 4286 h 128587"/>
                <a:gd name="connsiteX62" fmla="*/ 8097 w 119538"/>
                <a:gd name="connsiteY62" fmla="*/ 3810 h 128587"/>
                <a:gd name="connsiteX63" fmla="*/ 953 w 119538"/>
                <a:gd name="connsiteY63" fmla="*/ 7620 h 128587"/>
                <a:gd name="connsiteX64" fmla="*/ 0 w 119538"/>
                <a:gd name="connsiteY64" fmla="*/ 9049 h 128587"/>
                <a:gd name="connsiteX65" fmla="*/ 3334 w 119538"/>
                <a:gd name="connsiteY65" fmla="*/ 9049 h 128587"/>
                <a:gd name="connsiteX66" fmla="*/ 5715 w 119538"/>
                <a:gd name="connsiteY66" fmla="*/ 9525 h 128587"/>
                <a:gd name="connsiteX67" fmla="*/ 9525 w 119538"/>
                <a:gd name="connsiteY67" fmla="*/ 11430 h 128587"/>
                <a:gd name="connsiteX68" fmla="*/ 12382 w 119538"/>
                <a:gd name="connsiteY68" fmla="*/ 13811 h 128587"/>
                <a:gd name="connsiteX69" fmla="*/ 13335 w 119538"/>
                <a:gd name="connsiteY69" fmla="*/ 15716 h 128587"/>
                <a:gd name="connsiteX70" fmla="*/ 15716 w 119538"/>
                <a:gd name="connsiteY70" fmla="*/ 18574 h 128587"/>
                <a:gd name="connsiteX71" fmla="*/ 18098 w 119538"/>
                <a:gd name="connsiteY71" fmla="*/ 22384 h 128587"/>
                <a:gd name="connsiteX72" fmla="*/ 20955 w 119538"/>
                <a:gd name="connsiteY72" fmla="*/ 27146 h 128587"/>
                <a:gd name="connsiteX73" fmla="*/ 21431 w 119538"/>
                <a:gd name="connsiteY73" fmla="*/ 30004 h 128587"/>
                <a:gd name="connsiteX74" fmla="*/ 22384 w 119538"/>
                <a:gd name="connsiteY74" fmla="*/ 32385 h 128587"/>
                <a:gd name="connsiteX75" fmla="*/ 24765 w 119538"/>
                <a:gd name="connsiteY75" fmla="*/ 35719 h 128587"/>
                <a:gd name="connsiteX76" fmla="*/ 28575 w 119538"/>
                <a:gd name="connsiteY76" fmla="*/ 39529 h 128587"/>
                <a:gd name="connsiteX77" fmla="*/ 29051 w 119538"/>
                <a:gd name="connsiteY77" fmla="*/ 40481 h 128587"/>
                <a:gd name="connsiteX78" fmla="*/ 30480 w 119538"/>
                <a:gd name="connsiteY78" fmla="*/ 42863 h 128587"/>
                <a:gd name="connsiteX79" fmla="*/ 33814 w 119538"/>
                <a:gd name="connsiteY79" fmla="*/ 48578 h 128587"/>
                <a:gd name="connsiteX80" fmla="*/ 36672 w 119538"/>
                <a:gd name="connsiteY80" fmla="*/ 50959 h 128587"/>
                <a:gd name="connsiteX81" fmla="*/ 39053 w 119538"/>
                <a:gd name="connsiteY81" fmla="*/ 53340 h 128587"/>
                <a:gd name="connsiteX82" fmla="*/ 40481 w 119538"/>
                <a:gd name="connsiteY82" fmla="*/ 56198 h 128587"/>
                <a:gd name="connsiteX83" fmla="*/ 41910 w 119538"/>
                <a:gd name="connsiteY83" fmla="*/ 58579 h 128587"/>
                <a:gd name="connsiteX84" fmla="*/ 46197 w 119538"/>
                <a:gd name="connsiteY84" fmla="*/ 61436 h 128587"/>
                <a:gd name="connsiteX85" fmla="*/ 49530 w 119538"/>
                <a:gd name="connsiteY85" fmla="*/ 64294 h 128587"/>
                <a:gd name="connsiteX86" fmla="*/ 52388 w 119538"/>
                <a:gd name="connsiteY86" fmla="*/ 71914 h 128587"/>
                <a:gd name="connsiteX87" fmla="*/ 54293 w 119538"/>
                <a:gd name="connsiteY87" fmla="*/ 75724 h 128587"/>
                <a:gd name="connsiteX88" fmla="*/ 55245 w 119538"/>
                <a:gd name="connsiteY88" fmla="*/ 78581 h 128587"/>
                <a:gd name="connsiteX89" fmla="*/ 54769 w 119538"/>
                <a:gd name="connsiteY89" fmla="*/ 84296 h 128587"/>
                <a:gd name="connsiteX90" fmla="*/ 55245 w 119538"/>
                <a:gd name="connsiteY90" fmla="*/ 86678 h 128587"/>
                <a:gd name="connsiteX91" fmla="*/ 53816 w 119538"/>
                <a:gd name="connsiteY91" fmla="*/ 90964 h 128587"/>
                <a:gd name="connsiteX92" fmla="*/ 50959 w 119538"/>
                <a:gd name="connsiteY92" fmla="*/ 99536 h 128587"/>
                <a:gd name="connsiteX93" fmla="*/ 50482 w 119538"/>
                <a:gd name="connsiteY93" fmla="*/ 106680 h 128587"/>
                <a:gd name="connsiteX94" fmla="*/ 50959 w 119538"/>
                <a:gd name="connsiteY94" fmla="*/ 110490 h 128587"/>
                <a:gd name="connsiteX95" fmla="*/ 50959 w 119538"/>
                <a:gd name="connsiteY95" fmla="*/ 112871 h 128587"/>
                <a:gd name="connsiteX96" fmla="*/ 51911 w 119538"/>
                <a:gd name="connsiteY96" fmla="*/ 114300 h 128587"/>
                <a:gd name="connsiteX97" fmla="*/ 52388 w 119538"/>
                <a:gd name="connsiteY97" fmla="*/ 117634 h 128587"/>
                <a:gd name="connsiteX98" fmla="*/ 52388 w 119538"/>
                <a:gd name="connsiteY98" fmla="*/ 120491 h 128587"/>
                <a:gd name="connsiteX99" fmla="*/ 51435 w 119538"/>
                <a:gd name="connsiteY99" fmla="*/ 121444 h 128587"/>
                <a:gd name="connsiteX100" fmla="*/ 50006 w 119538"/>
                <a:gd name="connsiteY100" fmla="*/ 121920 h 128587"/>
                <a:gd name="connsiteX101" fmla="*/ 49530 w 119538"/>
                <a:gd name="connsiteY101" fmla="*/ 122396 h 128587"/>
                <a:gd name="connsiteX102" fmla="*/ 50959 w 119538"/>
                <a:gd name="connsiteY102" fmla="*/ 123825 h 128587"/>
                <a:gd name="connsiteX103" fmla="*/ 52388 w 119538"/>
                <a:gd name="connsiteY103" fmla="*/ 126206 h 128587"/>
                <a:gd name="connsiteX104" fmla="*/ 54293 w 119538"/>
                <a:gd name="connsiteY104" fmla="*/ 128588 h 128587"/>
                <a:gd name="connsiteX105" fmla="*/ 56198 w 119538"/>
                <a:gd name="connsiteY105" fmla="*/ 127159 h 128587"/>
                <a:gd name="connsiteX106" fmla="*/ 57626 w 119538"/>
                <a:gd name="connsiteY106" fmla="*/ 126683 h 128587"/>
                <a:gd name="connsiteX107" fmla="*/ 63341 w 119538"/>
                <a:gd name="connsiteY107" fmla="*/ 126206 h 128587"/>
                <a:gd name="connsiteX108" fmla="*/ 64294 w 119538"/>
                <a:gd name="connsiteY108" fmla="*/ 125730 h 128587"/>
                <a:gd name="connsiteX109" fmla="*/ 64294 w 119538"/>
                <a:gd name="connsiteY109" fmla="*/ 124778 h 128587"/>
                <a:gd name="connsiteX110" fmla="*/ 64770 w 119538"/>
                <a:gd name="connsiteY110" fmla="*/ 123349 h 128587"/>
                <a:gd name="connsiteX111" fmla="*/ 64294 w 119538"/>
                <a:gd name="connsiteY111" fmla="*/ 121444 h 128587"/>
                <a:gd name="connsiteX112" fmla="*/ 63818 w 119538"/>
                <a:gd name="connsiteY112" fmla="*/ 119539 h 128587"/>
                <a:gd name="connsiteX113" fmla="*/ 66199 w 119538"/>
                <a:gd name="connsiteY113" fmla="*/ 116681 h 128587"/>
                <a:gd name="connsiteX114" fmla="*/ 70009 w 119538"/>
                <a:gd name="connsiteY114" fmla="*/ 114300 h 128587"/>
                <a:gd name="connsiteX115" fmla="*/ 71914 w 119538"/>
                <a:gd name="connsiteY115" fmla="*/ 111919 h 128587"/>
                <a:gd name="connsiteX116" fmla="*/ 72390 w 119538"/>
                <a:gd name="connsiteY116" fmla="*/ 108109 h 128587"/>
                <a:gd name="connsiteX117" fmla="*/ 76200 w 119538"/>
                <a:gd name="connsiteY117" fmla="*/ 106680 h 128587"/>
                <a:gd name="connsiteX118" fmla="*/ 79534 w 119538"/>
                <a:gd name="connsiteY118" fmla="*/ 103346 h 128587"/>
                <a:gd name="connsiteX119" fmla="*/ 80010 w 119538"/>
                <a:gd name="connsiteY119" fmla="*/ 100013 h 128587"/>
                <a:gd name="connsiteX120" fmla="*/ 81439 w 119538"/>
                <a:gd name="connsiteY120" fmla="*/ 98108 h 128587"/>
                <a:gd name="connsiteX121" fmla="*/ 79057 w 119538"/>
                <a:gd name="connsiteY121" fmla="*/ 93345 h 128587"/>
                <a:gd name="connsiteX122" fmla="*/ 78581 w 119538"/>
                <a:gd name="connsiteY122" fmla="*/ 90488 h 128587"/>
                <a:gd name="connsiteX123" fmla="*/ 78581 w 119538"/>
                <a:gd name="connsiteY123" fmla="*/ 87630 h 128587"/>
                <a:gd name="connsiteX124" fmla="*/ 79534 w 119538"/>
                <a:gd name="connsiteY124" fmla="*/ 86201 h 128587"/>
                <a:gd name="connsiteX125" fmla="*/ 82868 w 119538"/>
                <a:gd name="connsiteY125" fmla="*/ 84773 h 128587"/>
                <a:gd name="connsiteX126" fmla="*/ 86201 w 119538"/>
                <a:gd name="connsiteY126" fmla="*/ 83344 h 128587"/>
                <a:gd name="connsiteX127" fmla="*/ 87630 w 119538"/>
                <a:gd name="connsiteY127" fmla="*/ 83344 h 128587"/>
                <a:gd name="connsiteX128" fmla="*/ 88106 w 119538"/>
                <a:gd name="connsiteY128" fmla="*/ 84296 h 128587"/>
                <a:gd name="connsiteX129" fmla="*/ 88106 w 119538"/>
                <a:gd name="connsiteY129" fmla="*/ 89535 h 128587"/>
                <a:gd name="connsiteX130" fmla="*/ 88582 w 119538"/>
                <a:gd name="connsiteY130" fmla="*/ 89535 h 128587"/>
                <a:gd name="connsiteX131" fmla="*/ 90011 w 119538"/>
                <a:gd name="connsiteY131" fmla="*/ 89059 h 128587"/>
                <a:gd name="connsiteX132" fmla="*/ 91440 w 119538"/>
                <a:gd name="connsiteY132" fmla="*/ 85725 h 128587"/>
                <a:gd name="connsiteX133" fmla="*/ 92869 w 119538"/>
                <a:gd name="connsiteY133" fmla="*/ 86678 h 128587"/>
                <a:gd name="connsiteX134" fmla="*/ 94298 w 119538"/>
                <a:gd name="connsiteY134" fmla="*/ 87154 h 128587"/>
                <a:gd name="connsiteX135" fmla="*/ 95726 w 119538"/>
                <a:gd name="connsiteY135" fmla="*/ 86201 h 128587"/>
                <a:gd name="connsiteX136" fmla="*/ 96679 w 119538"/>
                <a:gd name="connsiteY136" fmla="*/ 86678 h 128587"/>
                <a:gd name="connsiteX137" fmla="*/ 97631 w 119538"/>
                <a:gd name="connsiteY137" fmla="*/ 87154 h 128587"/>
                <a:gd name="connsiteX138" fmla="*/ 100013 w 119538"/>
                <a:gd name="connsiteY138" fmla="*/ 88583 h 128587"/>
                <a:gd name="connsiteX139" fmla="*/ 101918 w 119538"/>
                <a:gd name="connsiteY139" fmla="*/ 88583 h 128587"/>
                <a:gd name="connsiteX140" fmla="*/ 103823 w 119538"/>
                <a:gd name="connsiteY140" fmla="*/ 88106 h 128587"/>
                <a:gd name="connsiteX141" fmla="*/ 105251 w 119538"/>
                <a:gd name="connsiteY141" fmla="*/ 86678 h 128587"/>
                <a:gd name="connsiteX142" fmla="*/ 106680 w 119538"/>
                <a:gd name="connsiteY142" fmla="*/ 87154 h 128587"/>
                <a:gd name="connsiteX143" fmla="*/ 109538 w 119538"/>
                <a:gd name="connsiteY143" fmla="*/ 90964 h 128587"/>
                <a:gd name="connsiteX144" fmla="*/ 110966 w 119538"/>
                <a:gd name="connsiteY144" fmla="*/ 90488 h 128587"/>
                <a:gd name="connsiteX145" fmla="*/ 117634 w 119538"/>
                <a:gd name="connsiteY145" fmla="*/ 89535 h 128587"/>
                <a:gd name="connsiteX146" fmla="*/ 118586 w 119538"/>
                <a:gd name="connsiteY146" fmla="*/ 88583 h 128587"/>
                <a:gd name="connsiteX147" fmla="*/ 119539 w 119538"/>
                <a:gd name="connsiteY147" fmla="*/ 87630 h 12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119538" h="128587">
                  <a:moveTo>
                    <a:pt x="112395" y="82868"/>
                  </a:moveTo>
                  <a:lnTo>
                    <a:pt x="112872" y="79058"/>
                  </a:lnTo>
                  <a:lnTo>
                    <a:pt x="113348" y="74771"/>
                  </a:lnTo>
                  <a:lnTo>
                    <a:pt x="112395" y="72390"/>
                  </a:lnTo>
                  <a:lnTo>
                    <a:pt x="110966" y="70485"/>
                  </a:lnTo>
                  <a:lnTo>
                    <a:pt x="105728" y="68104"/>
                  </a:lnTo>
                  <a:lnTo>
                    <a:pt x="101441" y="65723"/>
                  </a:lnTo>
                  <a:lnTo>
                    <a:pt x="100489" y="64770"/>
                  </a:lnTo>
                  <a:lnTo>
                    <a:pt x="100489" y="63341"/>
                  </a:lnTo>
                  <a:lnTo>
                    <a:pt x="100489" y="61436"/>
                  </a:lnTo>
                  <a:lnTo>
                    <a:pt x="98584" y="59531"/>
                  </a:lnTo>
                  <a:lnTo>
                    <a:pt x="98584" y="57626"/>
                  </a:lnTo>
                  <a:lnTo>
                    <a:pt x="99536" y="55245"/>
                  </a:lnTo>
                  <a:lnTo>
                    <a:pt x="100013" y="52864"/>
                  </a:lnTo>
                  <a:lnTo>
                    <a:pt x="99536" y="51911"/>
                  </a:lnTo>
                  <a:lnTo>
                    <a:pt x="98584" y="50959"/>
                  </a:lnTo>
                  <a:lnTo>
                    <a:pt x="96679" y="50959"/>
                  </a:lnTo>
                  <a:lnTo>
                    <a:pt x="94298" y="49054"/>
                  </a:lnTo>
                  <a:lnTo>
                    <a:pt x="92393" y="47149"/>
                  </a:lnTo>
                  <a:lnTo>
                    <a:pt x="88106" y="44291"/>
                  </a:lnTo>
                  <a:lnTo>
                    <a:pt x="86678" y="43815"/>
                  </a:lnTo>
                  <a:lnTo>
                    <a:pt x="85725" y="42386"/>
                  </a:lnTo>
                  <a:lnTo>
                    <a:pt x="85249" y="40481"/>
                  </a:lnTo>
                  <a:lnTo>
                    <a:pt x="86201" y="38576"/>
                  </a:lnTo>
                  <a:lnTo>
                    <a:pt x="87630" y="35243"/>
                  </a:lnTo>
                  <a:lnTo>
                    <a:pt x="88106" y="31909"/>
                  </a:lnTo>
                  <a:lnTo>
                    <a:pt x="88106" y="30004"/>
                  </a:lnTo>
                  <a:lnTo>
                    <a:pt x="87630" y="25718"/>
                  </a:lnTo>
                  <a:lnTo>
                    <a:pt x="85249" y="21908"/>
                  </a:lnTo>
                  <a:lnTo>
                    <a:pt x="84297" y="21431"/>
                  </a:lnTo>
                  <a:lnTo>
                    <a:pt x="82391" y="22384"/>
                  </a:lnTo>
                  <a:lnTo>
                    <a:pt x="80010" y="23336"/>
                  </a:lnTo>
                  <a:lnTo>
                    <a:pt x="78581" y="22384"/>
                  </a:lnTo>
                  <a:lnTo>
                    <a:pt x="76676" y="20479"/>
                  </a:lnTo>
                  <a:lnTo>
                    <a:pt x="73343" y="15240"/>
                  </a:lnTo>
                  <a:lnTo>
                    <a:pt x="67628" y="14288"/>
                  </a:lnTo>
                  <a:lnTo>
                    <a:pt x="65247" y="13811"/>
                  </a:lnTo>
                  <a:lnTo>
                    <a:pt x="62865" y="16669"/>
                  </a:lnTo>
                  <a:lnTo>
                    <a:pt x="61913" y="15716"/>
                  </a:lnTo>
                  <a:lnTo>
                    <a:pt x="61436" y="14288"/>
                  </a:lnTo>
                  <a:lnTo>
                    <a:pt x="60484" y="13335"/>
                  </a:lnTo>
                  <a:lnTo>
                    <a:pt x="58579" y="14288"/>
                  </a:lnTo>
                  <a:lnTo>
                    <a:pt x="58103" y="13335"/>
                  </a:lnTo>
                  <a:lnTo>
                    <a:pt x="59055" y="11430"/>
                  </a:lnTo>
                  <a:lnTo>
                    <a:pt x="57150" y="10001"/>
                  </a:lnTo>
                  <a:lnTo>
                    <a:pt x="52388" y="10001"/>
                  </a:lnTo>
                  <a:lnTo>
                    <a:pt x="50006" y="9525"/>
                  </a:lnTo>
                  <a:lnTo>
                    <a:pt x="50006" y="7620"/>
                  </a:lnTo>
                  <a:lnTo>
                    <a:pt x="48578" y="6668"/>
                  </a:lnTo>
                  <a:lnTo>
                    <a:pt x="45720" y="6191"/>
                  </a:lnTo>
                  <a:lnTo>
                    <a:pt x="43339" y="4763"/>
                  </a:lnTo>
                  <a:lnTo>
                    <a:pt x="40957" y="2381"/>
                  </a:lnTo>
                  <a:lnTo>
                    <a:pt x="37148" y="953"/>
                  </a:lnTo>
                  <a:lnTo>
                    <a:pt x="32385" y="476"/>
                  </a:lnTo>
                  <a:lnTo>
                    <a:pt x="32385" y="0"/>
                  </a:lnTo>
                  <a:lnTo>
                    <a:pt x="31909" y="0"/>
                  </a:lnTo>
                  <a:lnTo>
                    <a:pt x="28575" y="1429"/>
                  </a:lnTo>
                  <a:lnTo>
                    <a:pt x="26670" y="2381"/>
                  </a:lnTo>
                  <a:lnTo>
                    <a:pt x="24765" y="1905"/>
                  </a:lnTo>
                  <a:lnTo>
                    <a:pt x="20955" y="4286"/>
                  </a:lnTo>
                  <a:lnTo>
                    <a:pt x="13335" y="4763"/>
                  </a:lnTo>
                  <a:lnTo>
                    <a:pt x="9525" y="4286"/>
                  </a:lnTo>
                  <a:lnTo>
                    <a:pt x="8097" y="3810"/>
                  </a:lnTo>
                  <a:lnTo>
                    <a:pt x="953" y="7620"/>
                  </a:lnTo>
                  <a:lnTo>
                    <a:pt x="0" y="9049"/>
                  </a:lnTo>
                  <a:lnTo>
                    <a:pt x="3334" y="9049"/>
                  </a:lnTo>
                  <a:lnTo>
                    <a:pt x="5715" y="9525"/>
                  </a:lnTo>
                  <a:lnTo>
                    <a:pt x="9525" y="11430"/>
                  </a:lnTo>
                  <a:lnTo>
                    <a:pt x="12382" y="13811"/>
                  </a:lnTo>
                  <a:lnTo>
                    <a:pt x="13335" y="15716"/>
                  </a:lnTo>
                  <a:lnTo>
                    <a:pt x="15716" y="18574"/>
                  </a:lnTo>
                  <a:lnTo>
                    <a:pt x="18098" y="22384"/>
                  </a:lnTo>
                  <a:lnTo>
                    <a:pt x="20955" y="27146"/>
                  </a:lnTo>
                  <a:lnTo>
                    <a:pt x="21431" y="30004"/>
                  </a:lnTo>
                  <a:lnTo>
                    <a:pt x="22384" y="32385"/>
                  </a:lnTo>
                  <a:lnTo>
                    <a:pt x="24765" y="35719"/>
                  </a:lnTo>
                  <a:lnTo>
                    <a:pt x="28575" y="39529"/>
                  </a:lnTo>
                  <a:lnTo>
                    <a:pt x="29051" y="40481"/>
                  </a:lnTo>
                  <a:lnTo>
                    <a:pt x="30480" y="42863"/>
                  </a:lnTo>
                  <a:lnTo>
                    <a:pt x="33814" y="48578"/>
                  </a:lnTo>
                  <a:lnTo>
                    <a:pt x="36672" y="50959"/>
                  </a:lnTo>
                  <a:lnTo>
                    <a:pt x="39053" y="53340"/>
                  </a:lnTo>
                  <a:lnTo>
                    <a:pt x="40481" y="56198"/>
                  </a:lnTo>
                  <a:lnTo>
                    <a:pt x="41910" y="58579"/>
                  </a:lnTo>
                  <a:lnTo>
                    <a:pt x="46197" y="61436"/>
                  </a:lnTo>
                  <a:lnTo>
                    <a:pt x="49530" y="64294"/>
                  </a:lnTo>
                  <a:lnTo>
                    <a:pt x="52388" y="71914"/>
                  </a:lnTo>
                  <a:lnTo>
                    <a:pt x="54293" y="75724"/>
                  </a:lnTo>
                  <a:lnTo>
                    <a:pt x="55245" y="78581"/>
                  </a:lnTo>
                  <a:lnTo>
                    <a:pt x="54769" y="84296"/>
                  </a:lnTo>
                  <a:lnTo>
                    <a:pt x="55245" y="86678"/>
                  </a:lnTo>
                  <a:lnTo>
                    <a:pt x="53816" y="90964"/>
                  </a:lnTo>
                  <a:lnTo>
                    <a:pt x="50959" y="99536"/>
                  </a:lnTo>
                  <a:lnTo>
                    <a:pt x="50482" y="106680"/>
                  </a:lnTo>
                  <a:lnTo>
                    <a:pt x="50959" y="110490"/>
                  </a:lnTo>
                  <a:lnTo>
                    <a:pt x="50959" y="112871"/>
                  </a:lnTo>
                  <a:lnTo>
                    <a:pt x="51911" y="114300"/>
                  </a:lnTo>
                  <a:lnTo>
                    <a:pt x="52388" y="117634"/>
                  </a:lnTo>
                  <a:lnTo>
                    <a:pt x="52388" y="120491"/>
                  </a:lnTo>
                  <a:lnTo>
                    <a:pt x="51435" y="121444"/>
                  </a:lnTo>
                  <a:lnTo>
                    <a:pt x="50006" y="121920"/>
                  </a:lnTo>
                  <a:lnTo>
                    <a:pt x="49530" y="122396"/>
                  </a:lnTo>
                  <a:lnTo>
                    <a:pt x="50959" y="123825"/>
                  </a:lnTo>
                  <a:lnTo>
                    <a:pt x="52388" y="126206"/>
                  </a:lnTo>
                  <a:lnTo>
                    <a:pt x="54293" y="128588"/>
                  </a:lnTo>
                  <a:lnTo>
                    <a:pt x="56198" y="127159"/>
                  </a:lnTo>
                  <a:lnTo>
                    <a:pt x="57626" y="126683"/>
                  </a:lnTo>
                  <a:lnTo>
                    <a:pt x="63341" y="126206"/>
                  </a:lnTo>
                  <a:lnTo>
                    <a:pt x="64294" y="125730"/>
                  </a:lnTo>
                  <a:lnTo>
                    <a:pt x="64294" y="124778"/>
                  </a:lnTo>
                  <a:lnTo>
                    <a:pt x="64770" y="123349"/>
                  </a:lnTo>
                  <a:lnTo>
                    <a:pt x="64294" y="121444"/>
                  </a:lnTo>
                  <a:lnTo>
                    <a:pt x="63818" y="119539"/>
                  </a:lnTo>
                  <a:lnTo>
                    <a:pt x="66199" y="116681"/>
                  </a:lnTo>
                  <a:lnTo>
                    <a:pt x="70009" y="114300"/>
                  </a:lnTo>
                  <a:lnTo>
                    <a:pt x="71914" y="111919"/>
                  </a:lnTo>
                  <a:lnTo>
                    <a:pt x="72390" y="108109"/>
                  </a:lnTo>
                  <a:lnTo>
                    <a:pt x="76200" y="106680"/>
                  </a:lnTo>
                  <a:lnTo>
                    <a:pt x="79534" y="103346"/>
                  </a:lnTo>
                  <a:lnTo>
                    <a:pt x="80010" y="100013"/>
                  </a:lnTo>
                  <a:lnTo>
                    <a:pt x="81439" y="98108"/>
                  </a:lnTo>
                  <a:lnTo>
                    <a:pt x="79057" y="93345"/>
                  </a:lnTo>
                  <a:lnTo>
                    <a:pt x="78581" y="90488"/>
                  </a:lnTo>
                  <a:lnTo>
                    <a:pt x="78581" y="87630"/>
                  </a:lnTo>
                  <a:lnTo>
                    <a:pt x="79534" y="86201"/>
                  </a:lnTo>
                  <a:lnTo>
                    <a:pt x="82868" y="84773"/>
                  </a:lnTo>
                  <a:lnTo>
                    <a:pt x="86201" y="83344"/>
                  </a:lnTo>
                  <a:lnTo>
                    <a:pt x="87630" y="83344"/>
                  </a:lnTo>
                  <a:lnTo>
                    <a:pt x="88106" y="84296"/>
                  </a:lnTo>
                  <a:lnTo>
                    <a:pt x="88106" y="89535"/>
                  </a:lnTo>
                  <a:lnTo>
                    <a:pt x="88582" y="89535"/>
                  </a:lnTo>
                  <a:lnTo>
                    <a:pt x="90011" y="89059"/>
                  </a:lnTo>
                  <a:lnTo>
                    <a:pt x="91440" y="85725"/>
                  </a:lnTo>
                  <a:lnTo>
                    <a:pt x="92869" y="86678"/>
                  </a:lnTo>
                  <a:lnTo>
                    <a:pt x="94298" y="87154"/>
                  </a:lnTo>
                  <a:lnTo>
                    <a:pt x="95726" y="86201"/>
                  </a:lnTo>
                  <a:lnTo>
                    <a:pt x="96679" y="86678"/>
                  </a:lnTo>
                  <a:lnTo>
                    <a:pt x="97631" y="87154"/>
                  </a:lnTo>
                  <a:lnTo>
                    <a:pt x="100013" y="88583"/>
                  </a:lnTo>
                  <a:lnTo>
                    <a:pt x="101918" y="88583"/>
                  </a:lnTo>
                  <a:lnTo>
                    <a:pt x="103823" y="88106"/>
                  </a:lnTo>
                  <a:lnTo>
                    <a:pt x="105251" y="86678"/>
                  </a:lnTo>
                  <a:lnTo>
                    <a:pt x="106680" y="87154"/>
                  </a:lnTo>
                  <a:lnTo>
                    <a:pt x="109538" y="90964"/>
                  </a:lnTo>
                  <a:lnTo>
                    <a:pt x="110966" y="90488"/>
                  </a:lnTo>
                  <a:lnTo>
                    <a:pt x="117634" y="89535"/>
                  </a:lnTo>
                  <a:lnTo>
                    <a:pt x="118586" y="88583"/>
                  </a:lnTo>
                  <a:lnTo>
                    <a:pt x="119539" y="87630"/>
                  </a:lnTo>
                  <a:close/>
                </a:path>
              </a:pathLst>
            </a:custGeom>
            <a:grpFill/>
            <a:ln w="3175"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B5B8D556-ADDD-400A-94CA-92B464926B28}"/>
                </a:ext>
              </a:extLst>
            </p:cNvPr>
            <p:cNvSpPr/>
            <p:nvPr/>
          </p:nvSpPr>
          <p:spPr>
            <a:xfrm>
              <a:off x="5970746" y="2726530"/>
              <a:ext cx="1905" cy="1428"/>
            </a:xfrm>
            <a:custGeom>
              <a:avLst/>
              <a:gdLst>
                <a:gd name="connsiteX0" fmla="*/ 1905 w 1905"/>
                <a:gd name="connsiteY0" fmla="*/ 0 h 1428"/>
                <a:gd name="connsiteX1" fmla="*/ 953 w 1905"/>
                <a:gd name="connsiteY1" fmla="*/ 0 h 1428"/>
                <a:gd name="connsiteX2" fmla="*/ 477 w 1905"/>
                <a:gd name="connsiteY2" fmla="*/ 0 h 1428"/>
                <a:gd name="connsiteX3" fmla="*/ 0 w 1905"/>
                <a:gd name="connsiteY3" fmla="*/ 476 h 1428"/>
                <a:gd name="connsiteX4" fmla="*/ 0 w 1905"/>
                <a:gd name="connsiteY4" fmla="*/ 1429 h 1428"/>
                <a:gd name="connsiteX5" fmla="*/ 1905 w 1905"/>
                <a:gd name="connsiteY5" fmla="*/ 476 h 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 h="1428">
                  <a:moveTo>
                    <a:pt x="1905" y="0"/>
                  </a:moveTo>
                  <a:lnTo>
                    <a:pt x="953" y="0"/>
                  </a:lnTo>
                  <a:lnTo>
                    <a:pt x="477" y="0"/>
                  </a:lnTo>
                  <a:lnTo>
                    <a:pt x="0" y="476"/>
                  </a:lnTo>
                  <a:lnTo>
                    <a:pt x="0" y="1429"/>
                  </a:lnTo>
                  <a:lnTo>
                    <a:pt x="1905" y="476"/>
                  </a:lnTo>
                  <a:close/>
                </a:path>
              </a:pathLst>
            </a:custGeom>
            <a:grpFill/>
            <a:ln w="317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3D108F47-EAFB-429E-A6E5-1C3B70C8F933}"/>
                </a:ext>
              </a:extLst>
            </p:cNvPr>
            <p:cNvSpPr/>
            <p:nvPr/>
          </p:nvSpPr>
          <p:spPr>
            <a:xfrm>
              <a:off x="5141118" y="3037521"/>
              <a:ext cx="542448" cy="531018"/>
            </a:xfrm>
            <a:custGeom>
              <a:avLst/>
              <a:gdLst>
                <a:gd name="connsiteX0" fmla="*/ 539115 w 542448"/>
                <a:gd name="connsiteY0" fmla="*/ 133826 h 531018"/>
                <a:gd name="connsiteX1" fmla="*/ 542449 w 542448"/>
                <a:gd name="connsiteY1" fmla="*/ 131445 h 531018"/>
                <a:gd name="connsiteX2" fmla="*/ 540544 w 542448"/>
                <a:gd name="connsiteY2" fmla="*/ 128111 h 531018"/>
                <a:gd name="connsiteX3" fmla="*/ 538163 w 542448"/>
                <a:gd name="connsiteY3" fmla="*/ 126206 h 531018"/>
                <a:gd name="connsiteX4" fmla="*/ 534352 w 542448"/>
                <a:gd name="connsiteY4" fmla="*/ 123825 h 531018"/>
                <a:gd name="connsiteX5" fmla="*/ 532448 w 542448"/>
                <a:gd name="connsiteY5" fmla="*/ 122396 h 531018"/>
                <a:gd name="connsiteX6" fmla="*/ 529114 w 542448"/>
                <a:gd name="connsiteY6" fmla="*/ 119539 h 531018"/>
                <a:gd name="connsiteX7" fmla="*/ 527209 w 542448"/>
                <a:gd name="connsiteY7" fmla="*/ 116205 h 531018"/>
                <a:gd name="connsiteX8" fmla="*/ 525780 w 542448"/>
                <a:gd name="connsiteY8" fmla="*/ 108585 h 531018"/>
                <a:gd name="connsiteX9" fmla="*/ 523399 w 542448"/>
                <a:gd name="connsiteY9" fmla="*/ 104299 h 531018"/>
                <a:gd name="connsiteX10" fmla="*/ 521494 w 542448"/>
                <a:gd name="connsiteY10" fmla="*/ 99536 h 531018"/>
                <a:gd name="connsiteX11" fmla="*/ 522923 w 542448"/>
                <a:gd name="connsiteY11" fmla="*/ 90011 h 531018"/>
                <a:gd name="connsiteX12" fmla="*/ 520541 w 542448"/>
                <a:gd name="connsiteY12" fmla="*/ 84296 h 531018"/>
                <a:gd name="connsiteX13" fmla="*/ 520065 w 542448"/>
                <a:gd name="connsiteY13" fmla="*/ 81915 h 531018"/>
                <a:gd name="connsiteX14" fmla="*/ 520065 w 542448"/>
                <a:gd name="connsiteY14" fmla="*/ 79058 h 531018"/>
                <a:gd name="connsiteX15" fmla="*/ 521018 w 542448"/>
                <a:gd name="connsiteY15" fmla="*/ 74295 h 531018"/>
                <a:gd name="connsiteX16" fmla="*/ 520541 w 542448"/>
                <a:gd name="connsiteY16" fmla="*/ 67151 h 531018"/>
                <a:gd name="connsiteX17" fmla="*/ 517684 w 542448"/>
                <a:gd name="connsiteY17" fmla="*/ 60008 h 531018"/>
                <a:gd name="connsiteX18" fmla="*/ 519113 w 542448"/>
                <a:gd name="connsiteY18" fmla="*/ 57150 h 531018"/>
                <a:gd name="connsiteX19" fmla="*/ 519589 w 542448"/>
                <a:gd name="connsiteY19" fmla="*/ 56197 h 531018"/>
                <a:gd name="connsiteX20" fmla="*/ 519113 w 542448"/>
                <a:gd name="connsiteY20" fmla="*/ 54769 h 531018"/>
                <a:gd name="connsiteX21" fmla="*/ 516731 w 542448"/>
                <a:gd name="connsiteY21" fmla="*/ 52388 h 531018"/>
                <a:gd name="connsiteX22" fmla="*/ 515779 w 542448"/>
                <a:gd name="connsiteY22" fmla="*/ 50483 h 531018"/>
                <a:gd name="connsiteX23" fmla="*/ 516255 w 542448"/>
                <a:gd name="connsiteY23" fmla="*/ 49054 h 531018"/>
                <a:gd name="connsiteX24" fmla="*/ 517684 w 542448"/>
                <a:gd name="connsiteY24" fmla="*/ 46196 h 531018"/>
                <a:gd name="connsiteX25" fmla="*/ 517207 w 542448"/>
                <a:gd name="connsiteY25" fmla="*/ 45244 h 531018"/>
                <a:gd name="connsiteX26" fmla="*/ 512921 w 542448"/>
                <a:gd name="connsiteY26" fmla="*/ 41910 h 531018"/>
                <a:gd name="connsiteX27" fmla="*/ 505777 w 542448"/>
                <a:gd name="connsiteY27" fmla="*/ 36671 h 531018"/>
                <a:gd name="connsiteX28" fmla="*/ 503873 w 542448"/>
                <a:gd name="connsiteY28" fmla="*/ 34766 h 531018"/>
                <a:gd name="connsiteX29" fmla="*/ 502920 w 542448"/>
                <a:gd name="connsiteY29" fmla="*/ 31909 h 531018"/>
                <a:gd name="connsiteX30" fmla="*/ 496252 w 542448"/>
                <a:gd name="connsiteY30" fmla="*/ 30956 h 531018"/>
                <a:gd name="connsiteX31" fmla="*/ 488632 w 542448"/>
                <a:gd name="connsiteY31" fmla="*/ 31433 h 531018"/>
                <a:gd name="connsiteX32" fmla="*/ 485775 w 542448"/>
                <a:gd name="connsiteY32" fmla="*/ 30480 h 531018"/>
                <a:gd name="connsiteX33" fmla="*/ 481965 w 542448"/>
                <a:gd name="connsiteY33" fmla="*/ 30956 h 531018"/>
                <a:gd name="connsiteX34" fmla="*/ 481013 w 542448"/>
                <a:gd name="connsiteY34" fmla="*/ 29051 h 531018"/>
                <a:gd name="connsiteX35" fmla="*/ 479107 w 542448"/>
                <a:gd name="connsiteY35" fmla="*/ 24765 h 531018"/>
                <a:gd name="connsiteX36" fmla="*/ 478155 w 542448"/>
                <a:gd name="connsiteY36" fmla="*/ 23813 h 531018"/>
                <a:gd name="connsiteX37" fmla="*/ 477679 w 542448"/>
                <a:gd name="connsiteY37" fmla="*/ 21908 h 531018"/>
                <a:gd name="connsiteX38" fmla="*/ 477202 w 542448"/>
                <a:gd name="connsiteY38" fmla="*/ 20003 h 531018"/>
                <a:gd name="connsiteX39" fmla="*/ 474345 w 542448"/>
                <a:gd name="connsiteY39" fmla="*/ 23813 h 531018"/>
                <a:gd name="connsiteX40" fmla="*/ 469582 w 542448"/>
                <a:gd name="connsiteY40" fmla="*/ 26670 h 531018"/>
                <a:gd name="connsiteX41" fmla="*/ 462915 w 542448"/>
                <a:gd name="connsiteY41" fmla="*/ 27622 h 531018"/>
                <a:gd name="connsiteX42" fmla="*/ 456248 w 542448"/>
                <a:gd name="connsiteY42" fmla="*/ 27146 h 531018"/>
                <a:gd name="connsiteX43" fmla="*/ 452914 w 542448"/>
                <a:gd name="connsiteY43" fmla="*/ 25241 h 531018"/>
                <a:gd name="connsiteX44" fmla="*/ 449580 w 542448"/>
                <a:gd name="connsiteY44" fmla="*/ 26194 h 531018"/>
                <a:gd name="connsiteX45" fmla="*/ 442913 w 542448"/>
                <a:gd name="connsiteY45" fmla="*/ 26670 h 531018"/>
                <a:gd name="connsiteX46" fmla="*/ 431006 w 542448"/>
                <a:gd name="connsiteY46" fmla="*/ 29528 h 531018"/>
                <a:gd name="connsiteX47" fmla="*/ 421005 w 542448"/>
                <a:gd name="connsiteY47" fmla="*/ 28099 h 531018"/>
                <a:gd name="connsiteX48" fmla="*/ 413861 w 542448"/>
                <a:gd name="connsiteY48" fmla="*/ 24765 h 531018"/>
                <a:gd name="connsiteX49" fmla="*/ 404813 w 542448"/>
                <a:gd name="connsiteY49" fmla="*/ 18097 h 531018"/>
                <a:gd name="connsiteX50" fmla="*/ 399574 w 542448"/>
                <a:gd name="connsiteY50" fmla="*/ 12383 h 531018"/>
                <a:gd name="connsiteX51" fmla="*/ 396716 w 542448"/>
                <a:gd name="connsiteY51" fmla="*/ 7144 h 531018"/>
                <a:gd name="connsiteX52" fmla="*/ 396716 w 542448"/>
                <a:gd name="connsiteY52" fmla="*/ 2858 h 531018"/>
                <a:gd name="connsiteX53" fmla="*/ 399098 w 542448"/>
                <a:gd name="connsiteY53" fmla="*/ 1429 h 531018"/>
                <a:gd name="connsiteX54" fmla="*/ 394811 w 542448"/>
                <a:gd name="connsiteY54" fmla="*/ 0 h 531018"/>
                <a:gd name="connsiteX55" fmla="*/ 390525 w 542448"/>
                <a:gd name="connsiteY55" fmla="*/ 2858 h 531018"/>
                <a:gd name="connsiteX56" fmla="*/ 387191 w 542448"/>
                <a:gd name="connsiteY56" fmla="*/ 3810 h 531018"/>
                <a:gd name="connsiteX57" fmla="*/ 382905 w 542448"/>
                <a:gd name="connsiteY57" fmla="*/ 4763 h 531018"/>
                <a:gd name="connsiteX58" fmla="*/ 376714 w 542448"/>
                <a:gd name="connsiteY58" fmla="*/ 5715 h 531018"/>
                <a:gd name="connsiteX59" fmla="*/ 375761 w 542448"/>
                <a:gd name="connsiteY59" fmla="*/ 9525 h 531018"/>
                <a:gd name="connsiteX60" fmla="*/ 362426 w 542448"/>
                <a:gd name="connsiteY60" fmla="*/ 44291 h 531018"/>
                <a:gd name="connsiteX61" fmla="*/ 348615 w 542448"/>
                <a:gd name="connsiteY61" fmla="*/ 68580 h 531018"/>
                <a:gd name="connsiteX62" fmla="*/ 343852 w 542448"/>
                <a:gd name="connsiteY62" fmla="*/ 74771 h 531018"/>
                <a:gd name="connsiteX63" fmla="*/ 335280 w 542448"/>
                <a:gd name="connsiteY63" fmla="*/ 80010 h 531018"/>
                <a:gd name="connsiteX64" fmla="*/ 320993 w 542448"/>
                <a:gd name="connsiteY64" fmla="*/ 87154 h 531018"/>
                <a:gd name="connsiteX65" fmla="*/ 296227 w 542448"/>
                <a:gd name="connsiteY65" fmla="*/ 97155 h 531018"/>
                <a:gd name="connsiteX66" fmla="*/ 289084 w 542448"/>
                <a:gd name="connsiteY66" fmla="*/ 101918 h 531018"/>
                <a:gd name="connsiteX67" fmla="*/ 286226 w 542448"/>
                <a:gd name="connsiteY67" fmla="*/ 104299 h 531018"/>
                <a:gd name="connsiteX68" fmla="*/ 277654 w 542448"/>
                <a:gd name="connsiteY68" fmla="*/ 114300 h 531018"/>
                <a:gd name="connsiteX69" fmla="*/ 263843 w 542448"/>
                <a:gd name="connsiteY69" fmla="*/ 127635 h 531018"/>
                <a:gd name="connsiteX70" fmla="*/ 263843 w 542448"/>
                <a:gd name="connsiteY70" fmla="*/ 130493 h 531018"/>
                <a:gd name="connsiteX71" fmla="*/ 262414 w 542448"/>
                <a:gd name="connsiteY71" fmla="*/ 140018 h 531018"/>
                <a:gd name="connsiteX72" fmla="*/ 260509 w 542448"/>
                <a:gd name="connsiteY72" fmla="*/ 145733 h 531018"/>
                <a:gd name="connsiteX73" fmla="*/ 249555 w 542448"/>
                <a:gd name="connsiteY73" fmla="*/ 159544 h 531018"/>
                <a:gd name="connsiteX74" fmla="*/ 244793 w 542448"/>
                <a:gd name="connsiteY74" fmla="*/ 170497 h 531018"/>
                <a:gd name="connsiteX75" fmla="*/ 243840 w 542448"/>
                <a:gd name="connsiteY75" fmla="*/ 183356 h 531018"/>
                <a:gd name="connsiteX76" fmla="*/ 243840 w 542448"/>
                <a:gd name="connsiteY76" fmla="*/ 191929 h 531018"/>
                <a:gd name="connsiteX77" fmla="*/ 242411 w 542448"/>
                <a:gd name="connsiteY77" fmla="*/ 196691 h 531018"/>
                <a:gd name="connsiteX78" fmla="*/ 243364 w 542448"/>
                <a:gd name="connsiteY78" fmla="*/ 199072 h 531018"/>
                <a:gd name="connsiteX79" fmla="*/ 245745 w 542448"/>
                <a:gd name="connsiteY79" fmla="*/ 200501 h 531018"/>
                <a:gd name="connsiteX80" fmla="*/ 250031 w 542448"/>
                <a:gd name="connsiteY80" fmla="*/ 206693 h 531018"/>
                <a:gd name="connsiteX81" fmla="*/ 250984 w 542448"/>
                <a:gd name="connsiteY81" fmla="*/ 210026 h 531018"/>
                <a:gd name="connsiteX82" fmla="*/ 249555 w 542448"/>
                <a:gd name="connsiteY82" fmla="*/ 219075 h 531018"/>
                <a:gd name="connsiteX83" fmla="*/ 247174 w 542448"/>
                <a:gd name="connsiteY83" fmla="*/ 224314 h 531018"/>
                <a:gd name="connsiteX84" fmla="*/ 243364 w 542448"/>
                <a:gd name="connsiteY84" fmla="*/ 230029 h 531018"/>
                <a:gd name="connsiteX85" fmla="*/ 238125 w 542448"/>
                <a:gd name="connsiteY85" fmla="*/ 236220 h 531018"/>
                <a:gd name="connsiteX86" fmla="*/ 231457 w 542448"/>
                <a:gd name="connsiteY86" fmla="*/ 245745 h 531018"/>
                <a:gd name="connsiteX87" fmla="*/ 221932 w 542448"/>
                <a:gd name="connsiteY87" fmla="*/ 257175 h 531018"/>
                <a:gd name="connsiteX88" fmla="*/ 215265 w 542448"/>
                <a:gd name="connsiteY88" fmla="*/ 261938 h 531018"/>
                <a:gd name="connsiteX89" fmla="*/ 201454 w 542448"/>
                <a:gd name="connsiteY89" fmla="*/ 270034 h 531018"/>
                <a:gd name="connsiteX90" fmla="*/ 193834 w 542448"/>
                <a:gd name="connsiteY90" fmla="*/ 277178 h 531018"/>
                <a:gd name="connsiteX91" fmla="*/ 189548 w 542448"/>
                <a:gd name="connsiteY91" fmla="*/ 282416 h 531018"/>
                <a:gd name="connsiteX92" fmla="*/ 185261 w 542448"/>
                <a:gd name="connsiteY92" fmla="*/ 284797 h 531018"/>
                <a:gd name="connsiteX93" fmla="*/ 170498 w 542448"/>
                <a:gd name="connsiteY93" fmla="*/ 291465 h 531018"/>
                <a:gd name="connsiteX94" fmla="*/ 154305 w 542448"/>
                <a:gd name="connsiteY94" fmla="*/ 295751 h 531018"/>
                <a:gd name="connsiteX95" fmla="*/ 143351 w 542448"/>
                <a:gd name="connsiteY95" fmla="*/ 296704 h 531018"/>
                <a:gd name="connsiteX96" fmla="*/ 138113 w 542448"/>
                <a:gd name="connsiteY96" fmla="*/ 299085 h 531018"/>
                <a:gd name="connsiteX97" fmla="*/ 134779 w 542448"/>
                <a:gd name="connsiteY97" fmla="*/ 304324 h 531018"/>
                <a:gd name="connsiteX98" fmla="*/ 130016 w 542448"/>
                <a:gd name="connsiteY98" fmla="*/ 308610 h 531018"/>
                <a:gd name="connsiteX99" fmla="*/ 130016 w 542448"/>
                <a:gd name="connsiteY99" fmla="*/ 308610 h 531018"/>
                <a:gd name="connsiteX100" fmla="*/ 127635 w 542448"/>
                <a:gd name="connsiteY100" fmla="*/ 316706 h 531018"/>
                <a:gd name="connsiteX101" fmla="*/ 122396 w 542448"/>
                <a:gd name="connsiteY101" fmla="*/ 327184 h 531018"/>
                <a:gd name="connsiteX102" fmla="*/ 119539 w 542448"/>
                <a:gd name="connsiteY102" fmla="*/ 337185 h 531018"/>
                <a:gd name="connsiteX103" fmla="*/ 116681 w 542448"/>
                <a:gd name="connsiteY103" fmla="*/ 341947 h 531018"/>
                <a:gd name="connsiteX104" fmla="*/ 112395 w 542448"/>
                <a:gd name="connsiteY104" fmla="*/ 345281 h 531018"/>
                <a:gd name="connsiteX105" fmla="*/ 103823 w 542448"/>
                <a:gd name="connsiteY105" fmla="*/ 350996 h 531018"/>
                <a:gd name="connsiteX106" fmla="*/ 96679 w 542448"/>
                <a:gd name="connsiteY106" fmla="*/ 353378 h 531018"/>
                <a:gd name="connsiteX107" fmla="*/ 91440 w 542448"/>
                <a:gd name="connsiteY107" fmla="*/ 357664 h 531018"/>
                <a:gd name="connsiteX108" fmla="*/ 88106 w 542448"/>
                <a:gd name="connsiteY108" fmla="*/ 359569 h 531018"/>
                <a:gd name="connsiteX109" fmla="*/ 86201 w 542448"/>
                <a:gd name="connsiteY109" fmla="*/ 362426 h 531018"/>
                <a:gd name="connsiteX110" fmla="*/ 84296 w 542448"/>
                <a:gd name="connsiteY110" fmla="*/ 370999 h 531018"/>
                <a:gd name="connsiteX111" fmla="*/ 81915 w 542448"/>
                <a:gd name="connsiteY111" fmla="*/ 375285 h 531018"/>
                <a:gd name="connsiteX112" fmla="*/ 78105 w 542448"/>
                <a:gd name="connsiteY112" fmla="*/ 384810 h 531018"/>
                <a:gd name="connsiteX113" fmla="*/ 75248 w 542448"/>
                <a:gd name="connsiteY113" fmla="*/ 390049 h 531018"/>
                <a:gd name="connsiteX114" fmla="*/ 73343 w 542448"/>
                <a:gd name="connsiteY114" fmla="*/ 396240 h 531018"/>
                <a:gd name="connsiteX115" fmla="*/ 72866 w 542448"/>
                <a:gd name="connsiteY115" fmla="*/ 409099 h 531018"/>
                <a:gd name="connsiteX116" fmla="*/ 71438 w 542448"/>
                <a:gd name="connsiteY116" fmla="*/ 414338 h 531018"/>
                <a:gd name="connsiteX117" fmla="*/ 66675 w 542448"/>
                <a:gd name="connsiteY117" fmla="*/ 420529 h 531018"/>
                <a:gd name="connsiteX118" fmla="*/ 61913 w 542448"/>
                <a:gd name="connsiteY118" fmla="*/ 422910 h 531018"/>
                <a:gd name="connsiteX119" fmla="*/ 48101 w 542448"/>
                <a:gd name="connsiteY119" fmla="*/ 437674 h 531018"/>
                <a:gd name="connsiteX120" fmla="*/ 41910 w 542448"/>
                <a:gd name="connsiteY120" fmla="*/ 441484 h 531018"/>
                <a:gd name="connsiteX121" fmla="*/ 37624 w 542448"/>
                <a:gd name="connsiteY121" fmla="*/ 445770 h 531018"/>
                <a:gd name="connsiteX122" fmla="*/ 35719 w 542448"/>
                <a:gd name="connsiteY122" fmla="*/ 449104 h 531018"/>
                <a:gd name="connsiteX123" fmla="*/ 34766 w 542448"/>
                <a:gd name="connsiteY123" fmla="*/ 451961 h 531018"/>
                <a:gd name="connsiteX124" fmla="*/ 37148 w 542448"/>
                <a:gd name="connsiteY124" fmla="*/ 449580 h 531018"/>
                <a:gd name="connsiteX125" fmla="*/ 39052 w 542448"/>
                <a:gd name="connsiteY125" fmla="*/ 447199 h 531018"/>
                <a:gd name="connsiteX126" fmla="*/ 40957 w 542448"/>
                <a:gd name="connsiteY126" fmla="*/ 445770 h 531018"/>
                <a:gd name="connsiteX127" fmla="*/ 41434 w 542448"/>
                <a:gd name="connsiteY127" fmla="*/ 447199 h 531018"/>
                <a:gd name="connsiteX128" fmla="*/ 40957 w 542448"/>
                <a:gd name="connsiteY128" fmla="*/ 449104 h 531018"/>
                <a:gd name="connsiteX129" fmla="*/ 36195 w 542448"/>
                <a:gd name="connsiteY129" fmla="*/ 455771 h 531018"/>
                <a:gd name="connsiteX130" fmla="*/ 34290 w 542448"/>
                <a:gd name="connsiteY130" fmla="*/ 460534 h 531018"/>
                <a:gd name="connsiteX131" fmla="*/ 30480 w 542448"/>
                <a:gd name="connsiteY131" fmla="*/ 467678 h 531018"/>
                <a:gd name="connsiteX132" fmla="*/ 27146 w 542448"/>
                <a:gd name="connsiteY132" fmla="*/ 471964 h 531018"/>
                <a:gd name="connsiteX133" fmla="*/ 28575 w 542448"/>
                <a:gd name="connsiteY133" fmla="*/ 474345 h 531018"/>
                <a:gd name="connsiteX134" fmla="*/ 27146 w 542448"/>
                <a:gd name="connsiteY134" fmla="*/ 477679 h 531018"/>
                <a:gd name="connsiteX135" fmla="*/ 23813 w 542448"/>
                <a:gd name="connsiteY135" fmla="*/ 481489 h 531018"/>
                <a:gd name="connsiteX136" fmla="*/ 21907 w 542448"/>
                <a:gd name="connsiteY136" fmla="*/ 490061 h 531018"/>
                <a:gd name="connsiteX137" fmla="*/ 16669 w 542448"/>
                <a:gd name="connsiteY137" fmla="*/ 499110 h 531018"/>
                <a:gd name="connsiteX138" fmla="*/ 10954 w 542448"/>
                <a:gd name="connsiteY138" fmla="*/ 501015 h 531018"/>
                <a:gd name="connsiteX139" fmla="*/ 7144 w 542448"/>
                <a:gd name="connsiteY139" fmla="*/ 505301 h 531018"/>
                <a:gd name="connsiteX140" fmla="*/ 2381 w 542448"/>
                <a:gd name="connsiteY140" fmla="*/ 514350 h 531018"/>
                <a:gd name="connsiteX141" fmla="*/ 0 w 542448"/>
                <a:gd name="connsiteY141" fmla="*/ 531019 h 531018"/>
                <a:gd name="connsiteX142" fmla="*/ 0 w 542448"/>
                <a:gd name="connsiteY142" fmla="*/ 531019 h 531018"/>
                <a:gd name="connsiteX143" fmla="*/ 1905 w 542448"/>
                <a:gd name="connsiteY143" fmla="*/ 531019 h 531018"/>
                <a:gd name="connsiteX144" fmla="*/ 9049 w 542448"/>
                <a:gd name="connsiteY144" fmla="*/ 529590 h 531018"/>
                <a:gd name="connsiteX145" fmla="*/ 14288 w 542448"/>
                <a:gd name="connsiteY145" fmla="*/ 529114 h 531018"/>
                <a:gd name="connsiteX146" fmla="*/ 27623 w 542448"/>
                <a:gd name="connsiteY146" fmla="*/ 529114 h 531018"/>
                <a:gd name="connsiteX147" fmla="*/ 32861 w 542448"/>
                <a:gd name="connsiteY147" fmla="*/ 528638 h 531018"/>
                <a:gd name="connsiteX148" fmla="*/ 36671 w 542448"/>
                <a:gd name="connsiteY148" fmla="*/ 528638 h 531018"/>
                <a:gd name="connsiteX149" fmla="*/ 42386 w 542448"/>
                <a:gd name="connsiteY149" fmla="*/ 528638 h 531018"/>
                <a:gd name="connsiteX150" fmla="*/ 47149 w 542448"/>
                <a:gd name="connsiteY150" fmla="*/ 529590 h 531018"/>
                <a:gd name="connsiteX151" fmla="*/ 52388 w 542448"/>
                <a:gd name="connsiteY151" fmla="*/ 530066 h 531018"/>
                <a:gd name="connsiteX152" fmla="*/ 58102 w 542448"/>
                <a:gd name="connsiteY152" fmla="*/ 530066 h 531018"/>
                <a:gd name="connsiteX153" fmla="*/ 62865 w 542448"/>
                <a:gd name="connsiteY153" fmla="*/ 530543 h 531018"/>
                <a:gd name="connsiteX154" fmla="*/ 69056 w 542448"/>
                <a:gd name="connsiteY154" fmla="*/ 530543 h 531018"/>
                <a:gd name="connsiteX155" fmla="*/ 73343 w 542448"/>
                <a:gd name="connsiteY155" fmla="*/ 530066 h 531018"/>
                <a:gd name="connsiteX156" fmla="*/ 76676 w 542448"/>
                <a:gd name="connsiteY156" fmla="*/ 528638 h 531018"/>
                <a:gd name="connsiteX157" fmla="*/ 79534 w 542448"/>
                <a:gd name="connsiteY157" fmla="*/ 524828 h 531018"/>
                <a:gd name="connsiteX158" fmla="*/ 80486 w 542448"/>
                <a:gd name="connsiteY158" fmla="*/ 521970 h 531018"/>
                <a:gd name="connsiteX159" fmla="*/ 81439 w 542448"/>
                <a:gd name="connsiteY159" fmla="*/ 519589 h 531018"/>
                <a:gd name="connsiteX160" fmla="*/ 80963 w 542448"/>
                <a:gd name="connsiteY160" fmla="*/ 517208 h 531018"/>
                <a:gd name="connsiteX161" fmla="*/ 80486 w 542448"/>
                <a:gd name="connsiteY161" fmla="*/ 515779 h 531018"/>
                <a:gd name="connsiteX162" fmla="*/ 82391 w 542448"/>
                <a:gd name="connsiteY162" fmla="*/ 513874 h 531018"/>
                <a:gd name="connsiteX163" fmla="*/ 84296 w 542448"/>
                <a:gd name="connsiteY163" fmla="*/ 511016 h 531018"/>
                <a:gd name="connsiteX164" fmla="*/ 86677 w 542448"/>
                <a:gd name="connsiteY164" fmla="*/ 509588 h 531018"/>
                <a:gd name="connsiteX165" fmla="*/ 87154 w 542448"/>
                <a:gd name="connsiteY165" fmla="*/ 508159 h 531018"/>
                <a:gd name="connsiteX166" fmla="*/ 89059 w 542448"/>
                <a:gd name="connsiteY166" fmla="*/ 506730 h 531018"/>
                <a:gd name="connsiteX167" fmla="*/ 91440 w 542448"/>
                <a:gd name="connsiteY167" fmla="*/ 504349 h 531018"/>
                <a:gd name="connsiteX168" fmla="*/ 92869 w 542448"/>
                <a:gd name="connsiteY168" fmla="*/ 502444 h 531018"/>
                <a:gd name="connsiteX169" fmla="*/ 94774 w 542448"/>
                <a:gd name="connsiteY169" fmla="*/ 500063 h 531018"/>
                <a:gd name="connsiteX170" fmla="*/ 94774 w 542448"/>
                <a:gd name="connsiteY170" fmla="*/ 497681 h 531018"/>
                <a:gd name="connsiteX171" fmla="*/ 95726 w 542448"/>
                <a:gd name="connsiteY171" fmla="*/ 494824 h 531018"/>
                <a:gd name="connsiteX172" fmla="*/ 95726 w 542448"/>
                <a:gd name="connsiteY172" fmla="*/ 490061 h 531018"/>
                <a:gd name="connsiteX173" fmla="*/ 96202 w 542448"/>
                <a:gd name="connsiteY173" fmla="*/ 483870 h 531018"/>
                <a:gd name="connsiteX174" fmla="*/ 97155 w 542448"/>
                <a:gd name="connsiteY174" fmla="*/ 480060 h 531018"/>
                <a:gd name="connsiteX175" fmla="*/ 98107 w 542448"/>
                <a:gd name="connsiteY175" fmla="*/ 476726 h 531018"/>
                <a:gd name="connsiteX176" fmla="*/ 98584 w 542448"/>
                <a:gd name="connsiteY176" fmla="*/ 471964 h 531018"/>
                <a:gd name="connsiteX177" fmla="*/ 100965 w 542448"/>
                <a:gd name="connsiteY177" fmla="*/ 463391 h 531018"/>
                <a:gd name="connsiteX178" fmla="*/ 101441 w 542448"/>
                <a:gd name="connsiteY178" fmla="*/ 461010 h 531018"/>
                <a:gd name="connsiteX179" fmla="*/ 102870 w 542448"/>
                <a:gd name="connsiteY179" fmla="*/ 457200 h 531018"/>
                <a:gd name="connsiteX180" fmla="*/ 104299 w 542448"/>
                <a:gd name="connsiteY180" fmla="*/ 453390 h 531018"/>
                <a:gd name="connsiteX181" fmla="*/ 105727 w 542448"/>
                <a:gd name="connsiteY181" fmla="*/ 451009 h 531018"/>
                <a:gd name="connsiteX182" fmla="*/ 107632 w 542448"/>
                <a:gd name="connsiteY182" fmla="*/ 449104 h 531018"/>
                <a:gd name="connsiteX183" fmla="*/ 110014 w 542448"/>
                <a:gd name="connsiteY183" fmla="*/ 447675 h 531018"/>
                <a:gd name="connsiteX184" fmla="*/ 113824 w 542448"/>
                <a:gd name="connsiteY184" fmla="*/ 446246 h 531018"/>
                <a:gd name="connsiteX185" fmla="*/ 116205 w 542448"/>
                <a:gd name="connsiteY185" fmla="*/ 444818 h 531018"/>
                <a:gd name="connsiteX186" fmla="*/ 120015 w 542448"/>
                <a:gd name="connsiteY186" fmla="*/ 443389 h 531018"/>
                <a:gd name="connsiteX187" fmla="*/ 122873 w 542448"/>
                <a:gd name="connsiteY187" fmla="*/ 441960 h 531018"/>
                <a:gd name="connsiteX188" fmla="*/ 125730 w 542448"/>
                <a:gd name="connsiteY188" fmla="*/ 440531 h 531018"/>
                <a:gd name="connsiteX189" fmla="*/ 126682 w 542448"/>
                <a:gd name="connsiteY189" fmla="*/ 439103 h 531018"/>
                <a:gd name="connsiteX190" fmla="*/ 128111 w 542448"/>
                <a:gd name="connsiteY190" fmla="*/ 436721 h 531018"/>
                <a:gd name="connsiteX191" fmla="*/ 130493 w 542448"/>
                <a:gd name="connsiteY191" fmla="*/ 431959 h 531018"/>
                <a:gd name="connsiteX192" fmla="*/ 131921 w 542448"/>
                <a:gd name="connsiteY192" fmla="*/ 429101 h 531018"/>
                <a:gd name="connsiteX193" fmla="*/ 134302 w 542448"/>
                <a:gd name="connsiteY193" fmla="*/ 425768 h 531018"/>
                <a:gd name="connsiteX194" fmla="*/ 136684 w 542448"/>
                <a:gd name="connsiteY194" fmla="*/ 423386 h 531018"/>
                <a:gd name="connsiteX195" fmla="*/ 138113 w 542448"/>
                <a:gd name="connsiteY195" fmla="*/ 422434 h 531018"/>
                <a:gd name="connsiteX196" fmla="*/ 139065 w 542448"/>
                <a:gd name="connsiteY196" fmla="*/ 421481 h 531018"/>
                <a:gd name="connsiteX197" fmla="*/ 142399 w 542448"/>
                <a:gd name="connsiteY197" fmla="*/ 419576 h 531018"/>
                <a:gd name="connsiteX198" fmla="*/ 146209 w 542448"/>
                <a:gd name="connsiteY198" fmla="*/ 417671 h 531018"/>
                <a:gd name="connsiteX199" fmla="*/ 148590 w 542448"/>
                <a:gd name="connsiteY199" fmla="*/ 415766 h 531018"/>
                <a:gd name="connsiteX200" fmla="*/ 150971 w 542448"/>
                <a:gd name="connsiteY200" fmla="*/ 413861 h 531018"/>
                <a:gd name="connsiteX201" fmla="*/ 153352 w 542448"/>
                <a:gd name="connsiteY201" fmla="*/ 412433 h 531018"/>
                <a:gd name="connsiteX202" fmla="*/ 155734 w 542448"/>
                <a:gd name="connsiteY202" fmla="*/ 410528 h 531018"/>
                <a:gd name="connsiteX203" fmla="*/ 156686 w 542448"/>
                <a:gd name="connsiteY203" fmla="*/ 408622 h 531018"/>
                <a:gd name="connsiteX204" fmla="*/ 158115 w 542448"/>
                <a:gd name="connsiteY204" fmla="*/ 405289 h 531018"/>
                <a:gd name="connsiteX205" fmla="*/ 159544 w 542448"/>
                <a:gd name="connsiteY205" fmla="*/ 400526 h 531018"/>
                <a:gd name="connsiteX206" fmla="*/ 160973 w 542448"/>
                <a:gd name="connsiteY206" fmla="*/ 394811 h 531018"/>
                <a:gd name="connsiteX207" fmla="*/ 162401 w 542448"/>
                <a:gd name="connsiteY207" fmla="*/ 389096 h 531018"/>
                <a:gd name="connsiteX208" fmla="*/ 163354 w 542448"/>
                <a:gd name="connsiteY208" fmla="*/ 385763 h 531018"/>
                <a:gd name="connsiteX209" fmla="*/ 164306 w 542448"/>
                <a:gd name="connsiteY209" fmla="*/ 381476 h 531018"/>
                <a:gd name="connsiteX210" fmla="*/ 165735 w 542448"/>
                <a:gd name="connsiteY210" fmla="*/ 378143 h 531018"/>
                <a:gd name="connsiteX211" fmla="*/ 166688 w 542448"/>
                <a:gd name="connsiteY211" fmla="*/ 374333 h 531018"/>
                <a:gd name="connsiteX212" fmla="*/ 167640 w 542448"/>
                <a:gd name="connsiteY212" fmla="*/ 372904 h 531018"/>
                <a:gd name="connsiteX213" fmla="*/ 167640 w 542448"/>
                <a:gd name="connsiteY213" fmla="*/ 371475 h 531018"/>
                <a:gd name="connsiteX214" fmla="*/ 168116 w 542448"/>
                <a:gd name="connsiteY214" fmla="*/ 368618 h 531018"/>
                <a:gd name="connsiteX215" fmla="*/ 168116 w 542448"/>
                <a:gd name="connsiteY215" fmla="*/ 368618 h 531018"/>
                <a:gd name="connsiteX216" fmla="*/ 169069 w 542448"/>
                <a:gd name="connsiteY216" fmla="*/ 367189 h 531018"/>
                <a:gd name="connsiteX217" fmla="*/ 171450 w 542448"/>
                <a:gd name="connsiteY217" fmla="*/ 366713 h 531018"/>
                <a:gd name="connsiteX218" fmla="*/ 174307 w 542448"/>
                <a:gd name="connsiteY218" fmla="*/ 365760 h 531018"/>
                <a:gd name="connsiteX219" fmla="*/ 178594 w 542448"/>
                <a:gd name="connsiteY219" fmla="*/ 365284 h 531018"/>
                <a:gd name="connsiteX220" fmla="*/ 180023 w 542448"/>
                <a:gd name="connsiteY220" fmla="*/ 364808 h 531018"/>
                <a:gd name="connsiteX221" fmla="*/ 180499 w 542448"/>
                <a:gd name="connsiteY221" fmla="*/ 362426 h 531018"/>
                <a:gd name="connsiteX222" fmla="*/ 180975 w 542448"/>
                <a:gd name="connsiteY222" fmla="*/ 360997 h 531018"/>
                <a:gd name="connsiteX223" fmla="*/ 182404 w 542448"/>
                <a:gd name="connsiteY223" fmla="*/ 357664 h 531018"/>
                <a:gd name="connsiteX224" fmla="*/ 184309 w 542448"/>
                <a:gd name="connsiteY224" fmla="*/ 355283 h 531018"/>
                <a:gd name="connsiteX225" fmla="*/ 185261 w 542448"/>
                <a:gd name="connsiteY225" fmla="*/ 353854 h 531018"/>
                <a:gd name="connsiteX226" fmla="*/ 186690 w 542448"/>
                <a:gd name="connsiteY226" fmla="*/ 351472 h 531018"/>
                <a:gd name="connsiteX227" fmla="*/ 188119 w 542448"/>
                <a:gd name="connsiteY227" fmla="*/ 349568 h 531018"/>
                <a:gd name="connsiteX228" fmla="*/ 190500 w 542448"/>
                <a:gd name="connsiteY228" fmla="*/ 347663 h 531018"/>
                <a:gd name="connsiteX229" fmla="*/ 192881 w 542448"/>
                <a:gd name="connsiteY229" fmla="*/ 345758 h 531018"/>
                <a:gd name="connsiteX230" fmla="*/ 193357 w 542448"/>
                <a:gd name="connsiteY230" fmla="*/ 343853 h 531018"/>
                <a:gd name="connsiteX231" fmla="*/ 193357 w 542448"/>
                <a:gd name="connsiteY231" fmla="*/ 341471 h 531018"/>
                <a:gd name="connsiteX232" fmla="*/ 191929 w 542448"/>
                <a:gd name="connsiteY232" fmla="*/ 340043 h 531018"/>
                <a:gd name="connsiteX233" fmla="*/ 190976 w 542448"/>
                <a:gd name="connsiteY233" fmla="*/ 336709 h 531018"/>
                <a:gd name="connsiteX234" fmla="*/ 195263 w 542448"/>
                <a:gd name="connsiteY234" fmla="*/ 335756 h 531018"/>
                <a:gd name="connsiteX235" fmla="*/ 199073 w 542448"/>
                <a:gd name="connsiteY235" fmla="*/ 334328 h 531018"/>
                <a:gd name="connsiteX236" fmla="*/ 202882 w 542448"/>
                <a:gd name="connsiteY236" fmla="*/ 333375 h 531018"/>
                <a:gd name="connsiteX237" fmla="*/ 206693 w 542448"/>
                <a:gd name="connsiteY237" fmla="*/ 331946 h 531018"/>
                <a:gd name="connsiteX238" fmla="*/ 210026 w 542448"/>
                <a:gd name="connsiteY238" fmla="*/ 331946 h 531018"/>
                <a:gd name="connsiteX239" fmla="*/ 212407 w 542448"/>
                <a:gd name="connsiteY239" fmla="*/ 331470 h 531018"/>
                <a:gd name="connsiteX240" fmla="*/ 216218 w 542448"/>
                <a:gd name="connsiteY240" fmla="*/ 332422 h 531018"/>
                <a:gd name="connsiteX241" fmla="*/ 219551 w 542448"/>
                <a:gd name="connsiteY241" fmla="*/ 332899 h 531018"/>
                <a:gd name="connsiteX242" fmla="*/ 221932 w 542448"/>
                <a:gd name="connsiteY242" fmla="*/ 333851 h 531018"/>
                <a:gd name="connsiteX243" fmla="*/ 226219 w 542448"/>
                <a:gd name="connsiteY243" fmla="*/ 336233 h 531018"/>
                <a:gd name="connsiteX244" fmla="*/ 229552 w 542448"/>
                <a:gd name="connsiteY244" fmla="*/ 337661 h 531018"/>
                <a:gd name="connsiteX245" fmla="*/ 231934 w 542448"/>
                <a:gd name="connsiteY245" fmla="*/ 337661 h 531018"/>
                <a:gd name="connsiteX246" fmla="*/ 233839 w 542448"/>
                <a:gd name="connsiteY246" fmla="*/ 336709 h 531018"/>
                <a:gd name="connsiteX247" fmla="*/ 236220 w 542448"/>
                <a:gd name="connsiteY247" fmla="*/ 335756 h 531018"/>
                <a:gd name="connsiteX248" fmla="*/ 237173 w 542448"/>
                <a:gd name="connsiteY248" fmla="*/ 335756 h 531018"/>
                <a:gd name="connsiteX249" fmla="*/ 239077 w 542448"/>
                <a:gd name="connsiteY249" fmla="*/ 336233 h 531018"/>
                <a:gd name="connsiteX250" fmla="*/ 241459 w 542448"/>
                <a:gd name="connsiteY250" fmla="*/ 337661 h 531018"/>
                <a:gd name="connsiteX251" fmla="*/ 244316 w 542448"/>
                <a:gd name="connsiteY251" fmla="*/ 337661 h 531018"/>
                <a:gd name="connsiteX252" fmla="*/ 247174 w 542448"/>
                <a:gd name="connsiteY252" fmla="*/ 337661 h 531018"/>
                <a:gd name="connsiteX253" fmla="*/ 249555 w 542448"/>
                <a:gd name="connsiteY253" fmla="*/ 335756 h 531018"/>
                <a:gd name="connsiteX254" fmla="*/ 252889 w 542448"/>
                <a:gd name="connsiteY254" fmla="*/ 332899 h 531018"/>
                <a:gd name="connsiteX255" fmla="*/ 255746 w 542448"/>
                <a:gd name="connsiteY255" fmla="*/ 330518 h 531018"/>
                <a:gd name="connsiteX256" fmla="*/ 258127 w 542448"/>
                <a:gd name="connsiteY256" fmla="*/ 329089 h 531018"/>
                <a:gd name="connsiteX257" fmla="*/ 260509 w 542448"/>
                <a:gd name="connsiteY257" fmla="*/ 329089 h 531018"/>
                <a:gd name="connsiteX258" fmla="*/ 262414 w 542448"/>
                <a:gd name="connsiteY258" fmla="*/ 329089 h 531018"/>
                <a:gd name="connsiteX259" fmla="*/ 265271 w 542448"/>
                <a:gd name="connsiteY259" fmla="*/ 328613 h 531018"/>
                <a:gd name="connsiteX260" fmla="*/ 269557 w 542448"/>
                <a:gd name="connsiteY260" fmla="*/ 329089 h 531018"/>
                <a:gd name="connsiteX261" fmla="*/ 272415 w 542448"/>
                <a:gd name="connsiteY261" fmla="*/ 329089 h 531018"/>
                <a:gd name="connsiteX262" fmla="*/ 276225 w 542448"/>
                <a:gd name="connsiteY262" fmla="*/ 328613 h 531018"/>
                <a:gd name="connsiteX263" fmla="*/ 279082 w 542448"/>
                <a:gd name="connsiteY263" fmla="*/ 328136 h 531018"/>
                <a:gd name="connsiteX264" fmla="*/ 280511 w 542448"/>
                <a:gd name="connsiteY264" fmla="*/ 327184 h 531018"/>
                <a:gd name="connsiteX265" fmla="*/ 280511 w 542448"/>
                <a:gd name="connsiteY265" fmla="*/ 325279 h 531018"/>
                <a:gd name="connsiteX266" fmla="*/ 280035 w 542448"/>
                <a:gd name="connsiteY266" fmla="*/ 323374 h 531018"/>
                <a:gd name="connsiteX267" fmla="*/ 279082 w 542448"/>
                <a:gd name="connsiteY267" fmla="*/ 321469 h 531018"/>
                <a:gd name="connsiteX268" fmla="*/ 279082 w 542448"/>
                <a:gd name="connsiteY268" fmla="*/ 319564 h 531018"/>
                <a:gd name="connsiteX269" fmla="*/ 279559 w 542448"/>
                <a:gd name="connsiteY269" fmla="*/ 317183 h 531018"/>
                <a:gd name="connsiteX270" fmla="*/ 280035 w 542448"/>
                <a:gd name="connsiteY270" fmla="*/ 315754 h 531018"/>
                <a:gd name="connsiteX271" fmla="*/ 279559 w 542448"/>
                <a:gd name="connsiteY271" fmla="*/ 313372 h 531018"/>
                <a:gd name="connsiteX272" fmla="*/ 278606 w 542448"/>
                <a:gd name="connsiteY272" fmla="*/ 310039 h 531018"/>
                <a:gd name="connsiteX273" fmla="*/ 278606 w 542448"/>
                <a:gd name="connsiteY273" fmla="*/ 308610 h 531018"/>
                <a:gd name="connsiteX274" fmla="*/ 278606 w 542448"/>
                <a:gd name="connsiteY274" fmla="*/ 308610 h 531018"/>
                <a:gd name="connsiteX275" fmla="*/ 282893 w 542448"/>
                <a:gd name="connsiteY275" fmla="*/ 308610 h 531018"/>
                <a:gd name="connsiteX276" fmla="*/ 282893 w 542448"/>
                <a:gd name="connsiteY276" fmla="*/ 299561 h 531018"/>
                <a:gd name="connsiteX277" fmla="*/ 282893 w 542448"/>
                <a:gd name="connsiteY277" fmla="*/ 291941 h 531018"/>
                <a:gd name="connsiteX278" fmla="*/ 282893 w 542448"/>
                <a:gd name="connsiteY278" fmla="*/ 284321 h 531018"/>
                <a:gd name="connsiteX279" fmla="*/ 282893 w 542448"/>
                <a:gd name="connsiteY279" fmla="*/ 279083 h 531018"/>
                <a:gd name="connsiteX280" fmla="*/ 282893 w 542448"/>
                <a:gd name="connsiteY280" fmla="*/ 273368 h 531018"/>
                <a:gd name="connsiteX281" fmla="*/ 283369 w 542448"/>
                <a:gd name="connsiteY281" fmla="*/ 270986 h 531018"/>
                <a:gd name="connsiteX282" fmla="*/ 283845 w 542448"/>
                <a:gd name="connsiteY282" fmla="*/ 270034 h 531018"/>
                <a:gd name="connsiteX283" fmla="*/ 287179 w 542448"/>
                <a:gd name="connsiteY283" fmla="*/ 268129 h 531018"/>
                <a:gd name="connsiteX284" fmla="*/ 292894 w 542448"/>
                <a:gd name="connsiteY284" fmla="*/ 263843 h 531018"/>
                <a:gd name="connsiteX285" fmla="*/ 294799 w 542448"/>
                <a:gd name="connsiteY285" fmla="*/ 262414 h 531018"/>
                <a:gd name="connsiteX286" fmla="*/ 297180 w 542448"/>
                <a:gd name="connsiteY286" fmla="*/ 260509 h 531018"/>
                <a:gd name="connsiteX287" fmla="*/ 306229 w 542448"/>
                <a:gd name="connsiteY287" fmla="*/ 254794 h 531018"/>
                <a:gd name="connsiteX288" fmla="*/ 308134 w 542448"/>
                <a:gd name="connsiteY288" fmla="*/ 253365 h 531018"/>
                <a:gd name="connsiteX289" fmla="*/ 317182 w 542448"/>
                <a:gd name="connsiteY289" fmla="*/ 246697 h 531018"/>
                <a:gd name="connsiteX290" fmla="*/ 319088 w 542448"/>
                <a:gd name="connsiteY290" fmla="*/ 245745 h 531018"/>
                <a:gd name="connsiteX291" fmla="*/ 323850 w 542448"/>
                <a:gd name="connsiteY291" fmla="*/ 245269 h 531018"/>
                <a:gd name="connsiteX292" fmla="*/ 325755 w 542448"/>
                <a:gd name="connsiteY292" fmla="*/ 244316 h 531018"/>
                <a:gd name="connsiteX293" fmla="*/ 328613 w 542448"/>
                <a:gd name="connsiteY293" fmla="*/ 241459 h 531018"/>
                <a:gd name="connsiteX294" fmla="*/ 332423 w 542448"/>
                <a:gd name="connsiteY294" fmla="*/ 238601 h 531018"/>
                <a:gd name="connsiteX295" fmla="*/ 334804 w 542448"/>
                <a:gd name="connsiteY295" fmla="*/ 237172 h 531018"/>
                <a:gd name="connsiteX296" fmla="*/ 335280 w 542448"/>
                <a:gd name="connsiteY296" fmla="*/ 237172 h 531018"/>
                <a:gd name="connsiteX297" fmla="*/ 337185 w 542448"/>
                <a:gd name="connsiteY297" fmla="*/ 236696 h 531018"/>
                <a:gd name="connsiteX298" fmla="*/ 345281 w 542448"/>
                <a:gd name="connsiteY298" fmla="*/ 237649 h 531018"/>
                <a:gd name="connsiteX299" fmla="*/ 348615 w 542448"/>
                <a:gd name="connsiteY299" fmla="*/ 238125 h 531018"/>
                <a:gd name="connsiteX300" fmla="*/ 352901 w 542448"/>
                <a:gd name="connsiteY300" fmla="*/ 238601 h 531018"/>
                <a:gd name="connsiteX301" fmla="*/ 353854 w 542448"/>
                <a:gd name="connsiteY301" fmla="*/ 238601 h 531018"/>
                <a:gd name="connsiteX302" fmla="*/ 355282 w 542448"/>
                <a:gd name="connsiteY302" fmla="*/ 237649 h 531018"/>
                <a:gd name="connsiteX303" fmla="*/ 356711 w 542448"/>
                <a:gd name="connsiteY303" fmla="*/ 235268 h 531018"/>
                <a:gd name="connsiteX304" fmla="*/ 357188 w 542448"/>
                <a:gd name="connsiteY304" fmla="*/ 232886 h 531018"/>
                <a:gd name="connsiteX305" fmla="*/ 357188 w 542448"/>
                <a:gd name="connsiteY305" fmla="*/ 230981 h 531018"/>
                <a:gd name="connsiteX306" fmla="*/ 357188 w 542448"/>
                <a:gd name="connsiteY306" fmla="*/ 230029 h 531018"/>
                <a:gd name="connsiteX307" fmla="*/ 358140 w 542448"/>
                <a:gd name="connsiteY307" fmla="*/ 229553 h 531018"/>
                <a:gd name="connsiteX308" fmla="*/ 359569 w 542448"/>
                <a:gd name="connsiteY308" fmla="*/ 229553 h 531018"/>
                <a:gd name="connsiteX309" fmla="*/ 361950 w 542448"/>
                <a:gd name="connsiteY309" fmla="*/ 230029 h 531018"/>
                <a:gd name="connsiteX310" fmla="*/ 367189 w 542448"/>
                <a:gd name="connsiteY310" fmla="*/ 230029 h 531018"/>
                <a:gd name="connsiteX311" fmla="*/ 368618 w 542448"/>
                <a:gd name="connsiteY311" fmla="*/ 229553 h 531018"/>
                <a:gd name="connsiteX312" fmla="*/ 374332 w 542448"/>
                <a:gd name="connsiteY312" fmla="*/ 229076 h 531018"/>
                <a:gd name="connsiteX313" fmla="*/ 381952 w 542448"/>
                <a:gd name="connsiteY313" fmla="*/ 227647 h 531018"/>
                <a:gd name="connsiteX314" fmla="*/ 388144 w 542448"/>
                <a:gd name="connsiteY314" fmla="*/ 226219 h 531018"/>
                <a:gd name="connsiteX315" fmla="*/ 392906 w 542448"/>
                <a:gd name="connsiteY315" fmla="*/ 224790 h 531018"/>
                <a:gd name="connsiteX316" fmla="*/ 398145 w 542448"/>
                <a:gd name="connsiteY316" fmla="*/ 220980 h 531018"/>
                <a:gd name="connsiteX317" fmla="*/ 402431 w 542448"/>
                <a:gd name="connsiteY317" fmla="*/ 216694 h 531018"/>
                <a:gd name="connsiteX318" fmla="*/ 406241 w 542448"/>
                <a:gd name="connsiteY318" fmla="*/ 210979 h 531018"/>
                <a:gd name="connsiteX319" fmla="*/ 409575 w 542448"/>
                <a:gd name="connsiteY319" fmla="*/ 205740 h 531018"/>
                <a:gd name="connsiteX320" fmla="*/ 415766 w 542448"/>
                <a:gd name="connsiteY320" fmla="*/ 202406 h 531018"/>
                <a:gd name="connsiteX321" fmla="*/ 421481 w 542448"/>
                <a:gd name="connsiteY321" fmla="*/ 200501 h 531018"/>
                <a:gd name="connsiteX322" fmla="*/ 424339 w 542448"/>
                <a:gd name="connsiteY322" fmla="*/ 200025 h 531018"/>
                <a:gd name="connsiteX323" fmla="*/ 431482 w 542448"/>
                <a:gd name="connsiteY323" fmla="*/ 197168 h 531018"/>
                <a:gd name="connsiteX324" fmla="*/ 437198 w 542448"/>
                <a:gd name="connsiteY324" fmla="*/ 192881 h 531018"/>
                <a:gd name="connsiteX325" fmla="*/ 442913 w 542448"/>
                <a:gd name="connsiteY325" fmla="*/ 189071 h 531018"/>
                <a:gd name="connsiteX326" fmla="*/ 447199 w 542448"/>
                <a:gd name="connsiteY326" fmla="*/ 188595 h 531018"/>
                <a:gd name="connsiteX327" fmla="*/ 452438 w 542448"/>
                <a:gd name="connsiteY327" fmla="*/ 188119 h 531018"/>
                <a:gd name="connsiteX328" fmla="*/ 453866 w 542448"/>
                <a:gd name="connsiteY328" fmla="*/ 187166 h 531018"/>
                <a:gd name="connsiteX329" fmla="*/ 455295 w 542448"/>
                <a:gd name="connsiteY329" fmla="*/ 186214 h 531018"/>
                <a:gd name="connsiteX330" fmla="*/ 455295 w 542448"/>
                <a:gd name="connsiteY330" fmla="*/ 183833 h 531018"/>
                <a:gd name="connsiteX331" fmla="*/ 453390 w 542448"/>
                <a:gd name="connsiteY331" fmla="*/ 181928 h 531018"/>
                <a:gd name="connsiteX332" fmla="*/ 451485 w 542448"/>
                <a:gd name="connsiteY332" fmla="*/ 180975 h 531018"/>
                <a:gd name="connsiteX333" fmla="*/ 450056 w 542448"/>
                <a:gd name="connsiteY333" fmla="*/ 180022 h 531018"/>
                <a:gd name="connsiteX334" fmla="*/ 448627 w 542448"/>
                <a:gd name="connsiteY334" fmla="*/ 180022 h 531018"/>
                <a:gd name="connsiteX335" fmla="*/ 448151 w 542448"/>
                <a:gd name="connsiteY335" fmla="*/ 178594 h 531018"/>
                <a:gd name="connsiteX336" fmla="*/ 448627 w 542448"/>
                <a:gd name="connsiteY336" fmla="*/ 176689 h 531018"/>
                <a:gd name="connsiteX337" fmla="*/ 448627 w 542448"/>
                <a:gd name="connsiteY337" fmla="*/ 174784 h 531018"/>
                <a:gd name="connsiteX338" fmla="*/ 449580 w 542448"/>
                <a:gd name="connsiteY338" fmla="*/ 172403 h 531018"/>
                <a:gd name="connsiteX339" fmla="*/ 449104 w 542448"/>
                <a:gd name="connsiteY339" fmla="*/ 170021 h 531018"/>
                <a:gd name="connsiteX340" fmla="*/ 448151 w 542448"/>
                <a:gd name="connsiteY340" fmla="*/ 167164 h 531018"/>
                <a:gd name="connsiteX341" fmla="*/ 447675 w 542448"/>
                <a:gd name="connsiteY341" fmla="*/ 164783 h 531018"/>
                <a:gd name="connsiteX342" fmla="*/ 447675 w 542448"/>
                <a:gd name="connsiteY342" fmla="*/ 162878 h 531018"/>
                <a:gd name="connsiteX343" fmla="*/ 448151 w 542448"/>
                <a:gd name="connsiteY343" fmla="*/ 161449 h 531018"/>
                <a:gd name="connsiteX344" fmla="*/ 450056 w 542448"/>
                <a:gd name="connsiteY344" fmla="*/ 160496 h 531018"/>
                <a:gd name="connsiteX345" fmla="*/ 452438 w 542448"/>
                <a:gd name="connsiteY345" fmla="*/ 160020 h 531018"/>
                <a:gd name="connsiteX346" fmla="*/ 455771 w 542448"/>
                <a:gd name="connsiteY346" fmla="*/ 160496 h 531018"/>
                <a:gd name="connsiteX347" fmla="*/ 461486 w 542448"/>
                <a:gd name="connsiteY347" fmla="*/ 160020 h 531018"/>
                <a:gd name="connsiteX348" fmla="*/ 475774 w 542448"/>
                <a:gd name="connsiteY348" fmla="*/ 155258 h 531018"/>
                <a:gd name="connsiteX349" fmla="*/ 476726 w 542448"/>
                <a:gd name="connsiteY349" fmla="*/ 153353 h 531018"/>
                <a:gd name="connsiteX350" fmla="*/ 477679 w 542448"/>
                <a:gd name="connsiteY350" fmla="*/ 150019 h 531018"/>
                <a:gd name="connsiteX351" fmla="*/ 478631 w 542448"/>
                <a:gd name="connsiteY351" fmla="*/ 147161 h 531018"/>
                <a:gd name="connsiteX352" fmla="*/ 480060 w 542448"/>
                <a:gd name="connsiteY352" fmla="*/ 146209 h 531018"/>
                <a:gd name="connsiteX353" fmla="*/ 481013 w 542448"/>
                <a:gd name="connsiteY353" fmla="*/ 146209 h 531018"/>
                <a:gd name="connsiteX354" fmla="*/ 485775 w 542448"/>
                <a:gd name="connsiteY354" fmla="*/ 145256 h 531018"/>
                <a:gd name="connsiteX355" fmla="*/ 492443 w 542448"/>
                <a:gd name="connsiteY355" fmla="*/ 144304 h 531018"/>
                <a:gd name="connsiteX356" fmla="*/ 495300 w 542448"/>
                <a:gd name="connsiteY356" fmla="*/ 143828 h 531018"/>
                <a:gd name="connsiteX357" fmla="*/ 502444 w 542448"/>
                <a:gd name="connsiteY357" fmla="*/ 144304 h 531018"/>
                <a:gd name="connsiteX358" fmla="*/ 508159 w 542448"/>
                <a:gd name="connsiteY358" fmla="*/ 144780 h 531018"/>
                <a:gd name="connsiteX359" fmla="*/ 516731 w 542448"/>
                <a:gd name="connsiteY359" fmla="*/ 144780 h 531018"/>
                <a:gd name="connsiteX360" fmla="*/ 522923 w 542448"/>
                <a:gd name="connsiteY360" fmla="*/ 145256 h 531018"/>
                <a:gd name="connsiteX361" fmla="*/ 528161 w 542448"/>
                <a:gd name="connsiteY361" fmla="*/ 145256 h 531018"/>
                <a:gd name="connsiteX362" fmla="*/ 535305 w 542448"/>
                <a:gd name="connsiteY362" fmla="*/ 145733 h 531018"/>
                <a:gd name="connsiteX363" fmla="*/ 536734 w 542448"/>
                <a:gd name="connsiteY363" fmla="*/ 144780 h 531018"/>
                <a:gd name="connsiteX364" fmla="*/ 536734 w 542448"/>
                <a:gd name="connsiteY364" fmla="*/ 142875 h 531018"/>
                <a:gd name="connsiteX365" fmla="*/ 535305 w 542448"/>
                <a:gd name="connsiteY365" fmla="*/ 138589 h 531018"/>
                <a:gd name="connsiteX366" fmla="*/ 536257 w 542448"/>
                <a:gd name="connsiteY366" fmla="*/ 136208 h 531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Lst>
              <a:rect l="l" t="t" r="r" b="b"/>
              <a:pathLst>
                <a:path w="542448" h="531018">
                  <a:moveTo>
                    <a:pt x="539115" y="133826"/>
                  </a:moveTo>
                  <a:lnTo>
                    <a:pt x="542449" y="131445"/>
                  </a:lnTo>
                  <a:lnTo>
                    <a:pt x="540544" y="128111"/>
                  </a:lnTo>
                  <a:lnTo>
                    <a:pt x="538163" y="126206"/>
                  </a:lnTo>
                  <a:lnTo>
                    <a:pt x="534352" y="123825"/>
                  </a:lnTo>
                  <a:lnTo>
                    <a:pt x="532448" y="122396"/>
                  </a:lnTo>
                  <a:lnTo>
                    <a:pt x="529114" y="119539"/>
                  </a:lnTo>
                  <a:lnTo>
                    <a:pt x="527209" y="116205"/>
                  </a:lnTo>
                  <a:lnTo>
                    <a:pt x="525780" y="108585"/>
                  </a:lnTo>
                  <a:lnTo>
                    <a:pt x="523399" y="104299"/>
                  </a:lnTo>
                  <a:lnTo>
                    <a:pt x="521494" y="99536"/>
                  </a:lnTo>
                  <a:lnTo>
                    <a:pt x="522923" y="90011"/>
                  </a:lnTo>
                  <a:lnTo>
                    <a:pt x="520541" y="84296"/>
                  </a:lnTo>
                  <a:lnTo>
                    <a:pt x="520065" y="81915"/>
                  </a:lnTo>
                  <a:lnTo>
                    <a:pt x="520065" y="79058"/>
                  </a:lnTo>
                  <a:lnTo>
                    <a:pt x="521018" y="74295"/>
                  </a:lnTo>
                  <a:lnTo>
                    <a:pt x="520541" y="67151"/>
                  </a:lnTo>
                  <a:lnTo>
                    <a:pt x="517684" y="60008"/>
                  </a:lnTo>
                  <a:lnTo>
                    <a:pt x="519113" y="57150"/>
                  </a:lnTo>
                  <a:lnTo>
                    <a:pt x="519589" y="56197"/>
                  </a:lnTo>
                  <a:lnTo>
                    <a:pt x="519113" y="54769"/>
                  </a:lnTo>
                  <a:lnTo>
                    <a:pt x="516731" y="52388"/>
                  </a:lnTo>
                  <a:lnTo>
                    <a:pt x="515779" y="50483"/>
                  </a:lnTo>
                  <a:lnTo>
                    <a:pt x="516255" y="49054"/>
                  </a:lnTo>
                  <a:lnTo>
                    <a:pt x="517684" y="46196"/>
                  </a:lnTo>
                  <a:lnTo>
                    <a:pt x="517207" y="45244"/>
                  </a:lnTo>
                  <a:lnTo>
                    <a:pt x="512921" y="41910"/>
                  </a:lnTo>
                  <a:lnTo>
                    <a:pt x="505777" y="36671"/>
                  </a:lnTo>
                  <a:lnTo>
                    <a:pt x="503873" y="34766"/>
                  </a:lnTo>
                  <a:lnTo>
                    <a:pt x="502920" y="31909"/>
                  </a:lnTo>
                  <a:lnTo>
                    <a:pt x="496252" y="30956"/>
                  </a:lnTo>
                  <a:lnTo>
                    <a:pt x="488632" y="31433"/>
                  </a:lnTo>
                  <a:lnTo>
                    <a:pt x="485775" y="30480"/>
                  </a:lnTo>
                  <a:lnTo>
                    <a:pt x="481965" y="30956"/>
                  </a:lnTo>
                  <a:lnTo>
                    <a:pt x="481013" y="29051"/>
                  </a:lnTo>
                  <a:lnTo>
                    <a:pt x="479107" y="24765"/>
                  </a:lnTo>
                  <a:lnTo>
                    <a:pt x="478155" y="23813"/>
                  </a:lnTo>
                  <a:lnTo>
                    <a:pt x="477679" y="21908"/>
                  </a:lnTo>
                  <a:lnTo>
                    <a:pt x="477202" y="20003"/>
                  </a:lnTo>
                  <a:lnTo>
                    <a:pt x="474345" y="23813"/>
                  </a:lnTo>
                  <a:lnTo>
                    <a:pt x="469582" y="26670"/>
                  </a:lnTo>
                  <a:lnTo>
                    <a:pt x="462915" y="27622"/>
                  </a:lnTo>
                  <a:lnTo>
                    <a:pt x="456248" y="27146"/>
                  </a:lnTo>
                  <a:lnTo>
                    <a:pt x="452914" y="25241"/>
                  </a:lnTo>
                  <a:lnTo>
                    <a:pt x="449580" y="26194"/>
                  </a:lnTo>
                  <a:lnTo>
                    <a:pt x="442913" y="26670"/>
                  </a:lnTo>
                  <a:lnTo>
                    <a:pt x="431006" y="29528"/>
                  </a:lnTo>
                  <a:lnTo>
                    <a:pt x="421005" y="28099"/>
                  </a:lnTo>
                  <a:lnTo>
                    <a:pt x="413861" y="24765"/>
                  </a:lnTo>
                  <a:lnTo>
                    <a:pt x="404813" y="18097"/>
                  </a:lnTo>
                  <a:lnTo>
                    <a:pt x="399574" y="12383"/>
                  </a:lnTo>
                  <a:lnTo>
                    <a:pt x="396716" y="7144"/>
                  </a:lnTo>
                  <a:lnTo>
                    <a:pt x="396716" y="2858"/>
                  </a:lnTo>
                  <a:lnTo>
                    <a:pt x="399098" y="1429"/>
                  </a:lnTo>
                  <a:lnTo>
                    <a:pt x="394811" y="0"/>
                  </a:lnTo>
                  <a:lnTo>
                    <a:pt x="390525" y="2858"/>
                  </a:lnTo>
                  <a:lnTo>
                    <a:pt x="387191" y="3810"/>
                  </a:lnTo>
                  <a:lnTo>
                    <a:pt x="382905" y="4763"/>
                  </a:lnTo>
                  <a:lnTo>
                    <a:pt x="376714" y="5715"/>
                  </a:lnTo>
                  <a:lnTo>
                    <a:pt x="375761" y="9525"/>
                  </a:lnTo>
                  <a:lnTo>
                    <a:pt x="362426" y="44291"/>
                  </a:lnTo>
                  <a:lnTo>
                    <a:pt x="348615" y="68580"/>
                  </a:lnTo>
                  <a:lnTo>
                    <a:pt x="343852" y="74771"/>
                  </a:lnTo>
                  <a:lnTo>
                    <a:pt x="335280" y="80010"/>
                  </a:lnTo>
                  <a:lnTo>
                    <a:pt x="320993" y="87154"/>
                  </a:lnTo>
                  <a:lnTo>
                    <a:pt x="296227" y="97155"/>
                  </a:lnTo>
                  <a:lnTo>
                    <a:pt x="289084" y="101918"/>
                  </a:lnTo>
                  <a:lnTo>
                    <a:pt x="286226" y="104299"/>
                  </a:lnTo>
                  <a:lnTo>
                    <a:pt x="277654" y="114300"/>
                  </a:lnTo>
                  <a:lnTo>
                    <a:pt x="263843" y="127635"/>
                  </a:lnTo>
                  <a:lnTo>
                    <a:pt x="263843" y="130493"/>
                  </a:lnTo>
                  <a:lnTo>
                    <a:pt x="262414" y="140018"/>
                  </a:lnTo>
                  <a:lnTo>
                    <a:pt x="260509" y="145733"/>
                  </a:lnTo>
                  <a:lnTo>
                    <a:pt x="249555" y="159544"/>
                  </a:lnTo>
                  <a:lnTo>
                    <a:pt x="244793" y="170497"/>
                  </a:lnTo>
                  <a:lnTo>
                    <a:pt x="243840" y="183356"/>
                  </a:lnTo>
                  <a:lnTo>
                    <a:pt x="243840" y="191929"/>
                  </a:lnTo>
                  <a:lnTo>
                    <a:pt x="242411" y="196691"/>
                  </a:lnTo>
                  <a:lnTo>
                    <a:pt x="243364" y="199072"/>
                  </a:lnTo>
                  <a:lnTo>
                    <a:pt x="245745" y="200501"/>
                  </a:lnTo>
                  <a:lnTo>
                    <a:pt x="250031" y="206693"/>
                  </a:lnTo>
                  <a:lnTo>
                    <a:pt x="250984" y="210026"/>
                  </a:lnTo>
                  <a:lnTo>
                    <a:pt x="249555" y="219075"/>
                  </a:lnTo>
                  <a:lnTo>
                    <a:pt x="247174" y="224314"/>
                  </a:lnTo>
                  <a:lnTo>
                    <a:pt x="243364" y="230029"/>
                  </a:lnTo>
                  <a:lnTo>
                    <a:pt x="238125" y="236220"/>
                  </a:lnTo>
                  <a:lnTo>
                    <a:pt x="231457" y="245745"/>
                  </a:lnTo>
                  <a:lnTo>
                    <a:pt x="221932" y="257175"/>
                  </a:lnTo>
                  <a:lnTo>
                    <a:pt x="215265" y="261938"/>
                  </a:lnTo>
                  <a:lnTo>
                    <a:pt x="201454" y="270034"/>
                  </a:lnTo>
                  <a:lnTo>
                    <a:pt x="193834" y="277178"/>
                  </a:lnTo>
                  <a:lnTo>
                    <a:pt x="189548" y="282416"/>
                  </a:lnTo>
                  <a:lnTo>
                    <a:pt x="185261" y="284797"/>
                  </a:lnTo>
                  <a:lnTo>
                    <a:pt x="170498" y="291465"/>
                  </a:lnTo>
                  <a:lnTo>
                    <a:pt x="154305" y="295751"/>
                  </a:lnTo>
                  <a:lnTo>
                    <a:pt x="143351" y="296704"/>
                  </a:lnTo>
                  <a:lnTo>
                    <a:pt x="138113" y="299085"/>
                  </a:lnTo>
                  <a:lnTo>
                    <a:pt x="134779" y="304324"/>
                  </a:lnTo>
                  <a:lnTo>
                    <a:pt x="130016" y="308610"/>
                  </a:lnTo>
                  <a:lnTo>
                    <a:pt x="130016" y="308610"/>
                  </a:lnTo>
                  <a:lnTo>
                    <a:pt x="127635" y="316706"/>
                  </a:lnTo>
                  <a:lnTo>
                    <a:pt x="122396" y="327184"/>
                  </a:lnTo>
                  <a:lnTo>
                    <a:pt x="119539" y="337185"/>
                  </a:lnTo>
                  <a:lnTo>
                    <a:pt x="116681" y="341947"/>
                  </a:lnTo>
                  <a:lnTo>
                    <a:pt x="112395" y="345281"/>
                  </a:lnTo>
                  <a:lnTo>
                    <a:pt x="103823" y="350996"/>
                  </a:lnTo>
                  <a:lnTo>
                    <a:pt x="96679" y="353378"/>
                  </a:lnTo>
                  <a:lnTo>
                    <a:pt x="91440" y="357664"/>
                  </a:lnTo>
                  <a:lnTo>
                    <a:pt x="88106" y="359569"/>
                  </a:lnTo>
                  <a:lnTo>
                    <a:pt x="86201" y="362426"/>
                  </a:lnTo>
                  <a:lnTo>
                    <a:pt x="84296" y="370999"/>
                  </a:lnTo>
                  <a:lnTo>
                    <a:pt x="81915" y="375285"/>
                  </a:lnTo>
                  <a:lnTo>
                    <a:pt x="78105" y="384810"/>
                  </a:lnTo>
                  <a:lnTo>
                    <a:pt x="75248" y="390049"/>
                  </a:lnTo>
                  <a:lnTo>
                    <a:pt x="73343" y="396240"/>
                  </a:lnTo>
                  <a:lnTo>
                    <a:pt x="72866" y="409099"/>
                  </a:lnTo>
                  <a:lnTo>
                    <a:pt x="71438" y="414338"/>
                  </a:lnTo>
                  <a:lnTo>
                    <a:pt x="66675" y="420529"/>
                  </a:lnTo>
                  <a:lnTo>
                    <a:pt x="61913" y="422910"/>
                  </a:lnTo>
                  <a:lnTo>
                    <a:pt x="48101" y="437674"/>
                  </a:lnTo>
                  <a:lnTo>
                    <a:pt x="41910" y="441484"/>
                  </a:lnTo>
                  <a:lnTo>
                    <a:pt x="37624" y="445770"/>
                  </a:lnTo>
                  <a:lnTo>
                    <a:pt x="35719" y="449104"/>
                  </a:lnTo>
                  <a:lnTo>
                    <a:pt x="34766" y="451961"/>
                  </a:lnTo>
                  <a:lnTo>
                    <a:pt x="37148" y="449580"/>
                  </a:lnTo>
                  <a:lnTo>
                    <a:pt x="39052" y="447199"/>
                  </a:lnTo>
                  <a:lnTo>
                    <a:pt x="40957" y="445770"/>
                  </a:lnTo>
                  <a:lnTo>
                    <a:pt x="41434" y="447199"/>
                  </a:lnTo>
                  <a:lnTo>
                    <a:pt x="40957" y="449104"/>
                  </a:lnTo>
                  <a:lnTo>
                    <a:pt x="36195" y="455771"/>
                  </a:lnTo>
                  <a:lnTo>
                    <a:pt x="34290" y="460534"/>
                  </a:lnTo>
                  <a:lnTo>
                    <a:pt x="30480" y="467678"/>
                  </a:lnTo>
                  <a:lnTo>
                    <a:pt x="27146" y="471964"/>
                  </a:lnTo>
                  <a:lnTo>
                    <a:pt x="28575" y="474345"/>
                  </a:lnTo>
                  <a:lnTo>
                    <a:pt x="27146" y="477679"/>
                  </a:lnTo>
                  <a:lnTo>
                    <a:pt x="23813" y="481489"/>
                  </a:lnTo>
                  <a:lnTo>
                    <a:pt x="21907" y="490061"/>
                  </a:lnTo>
                  <a:lnTo>
                    <a:pt x="16669" y="499110"/>
                  </a:lnTo>
                  <a:lnTo>
                    <a:pt x="10954" y="501015"/>
                  </a:lnTo>
                  <a:lnTo>
                    <a:pt x="7144" y="505301"/>
                  </a:lnTo>
                  <a:lnTo>
                    <a:pt x="2381" y="514350"/>
                  </a:lnTo>
                  <a:lnTo>
                    <a:pt x="0" y="531019"/>
                  </a:lnTo>
                  <a:lnTo>
                    <a:pt x="0" y="531019"/>
                  </a:lnTo>
                  <a:lnTo>
                    <a:pt x="1905" y="531019"/>
                  </a:lnTo>
                  <a:lnTo>
                    <a:pt x="9049" y="529590"/>
                  </a:lnTo>
                  <a:lnTo>
                    <a:pt x="14288" y="529114"/>
                  </a:lnTo>
                  <a:lnTo>
                    <a:pt x="27623" y="529114"/>
                  </a:lnTo>
                  <a:lnTo>
                    <a:pt x="32861" y="528638"/>
                  </a:lnTo>
                  <a:lnTo>
                    <a:pt x="36671" y="528638"/>
                  </a:lnTo>
                  <a:lnTo>
                    <a:pt x="42386" y="528638"/>
                  </a:lnTo>
                  <a:lnTo>
                    <a:pt x="47149" y="529590"/>
                  </a:lnTo>
                  <a:lnTo>
                    <a:pt x="52388" y="530066"/>
                  </a:lnTo>
                  <a:lnTo>
                    <a:pt x="58102" y="530066"/>
                  </a:lnTo>
                  <a:lnTo>
                    <a:pt x="62865" y="530543"/>
                  </a:lnTo>
                  <a:lnTo>
                    <a:pt x="69056" y="530543"/>
                  </a:lnTo>
                  <a:lnTo>
                    <a:pt x="73343" y="530066"/>
                  </a:lnTo>
                  <a:lnTo>
                    <a:pt x="76676" y="528638"/>
                  </a:lnTo>
                  <a:lnTo>
                    <a:pt x="79534" y="524828"/>
                  </a:lnTo>
                  <a:lnTo>
                    <a:pt x="80486" y="521970"/>
                  </a:lnTo>
                  <a:lnTo>
                    <a:pt x="81439" y="519589"/>
                  </a:lnTo>
                  <a:lnTo>
                    <a:pt x="80963" y="517208"/>
                  </a:lnTo>
                  <a:lnTo>
                    <a:pt x="80486" y="515779"/>
                  </a:lnTo>
                  <a:lnTo>
                    <a:pt x="82391" y="513874"/>
                  </a:lnTo>
                  <a:lnTo>
                    <a:pt x="84296" y="511016"/>
                  </a:lnTo>
                  <a:lnTo>
                    <a:pt x="86677" y="509588"/>
                  </a:lnTo>
                  <a:lnTo>
                    <a:pt x="87154" y="508159"/>
                  </a:lnTo>
                  <a:lnTo>
                    <a:pt x="89059" y="506730"/>
                  </a:lnTo>
                  <a:lnTo>
                    <a:pt x="91440" y="504349"/>
                  </a:lnTo>
                  <a:lnTo>
                    <a:pt x="92869" y="502444"/>
                  </a:lnTo>
                  <a:lnTo>
                    <a:pt x="94774" y="500063"/>
                  </a:lnTo>
                  <a:lnTo>
                    <a:pt x="94774" y="497681"/>
                  </a:lnTo>
                  <a:lnTo>
                    <a:pt x="95726" y="494824"/>
                  </a:lnTo>
                  <a:lnTo>
                    <a:pt x="95726" y="490061"/>
                  </a:lnTo>
                  <a:lnTo>
                    <a:pt x="96202" y="483870"/>
                  </a:lnTo>
                  <a:lnTo>
                    <a:pt x="97155" y="480060"/>
                  </a:lnTo>
                  <a:lnTo>
                    <a:pt x="98107" y="476726"/>
                  </a:lnTo>
                  <a:lnTo>
                    <a:pt x="98584" y="471964"/>
                  </a:lnTo>
                  <a:lnTo>
                    <a:pt x="100965" y="463391"/>
                  </a:lnTo>
                  <a:lnTo>
                    <a:pt x="101441" y="461010"/>
                  </a:lnTo>
                  <a:lnTo>
                    <a:pt x="102870" y="457200"/>
                  </a:lnTo>
                  <a:lnTo>
                    <a:pt x="104299" y="453390"/>
                  </a:lnTo>
                  <a:lnTo>
                    <a:pt x="105727" y="451009"/>
                  </a:lnTo>
                  <a:lnTo>
                    <a:pt x="107632" y="449104"/>
                  </a:lnTo>
                  <a:lnTo>
                    <a:pt x="110014" y="447675"/>
                  </a:lnTo>
                  <a:lnTo>
                    <a:pt x="113824" y="446246"/>
                  </a:lnTo>
                  <a:lnTo>
                    <a:pt x="116205" y="444818"/>
                  </a:lnTo>
                  <a:lnTo>
                    <a:pt x="120015" y="443389"/>
                  </a:lnTo>
                  <a:lnTo>
                    <a:pt x="122873" y="441960"/>
                  </a:lnTo>
                  <a:lnTo>
                    <a:pt x="125730" y="440531"/>
                  </a:lnTo>
                  <a:lnTo>
                    <a:pt x="126682" y="439103"/>
                  </a:lnTo>
                  <a:lnTo>
                    <a:pt x="128111" y="436721"/>
                  </a:lnTo>
                  <a:lnTo>
                    <a:pt x="130493" y="431959"/>
                  </a:lnTo>
                  <a:lnTo>
                    <a:pt x="131921" y="429101"/>
                  </a:lnTo>
                  <a:lnTo>
                    <a:pt x="134302" y="425768"/>
                  </a:lnTo>
                  <a:lnTo>
                    <a:pt x="136684" y="423386"/>
                  </a:lnTo>
                  <a:lnTo>
                    <a:pt x="138113" y="422434"/>
                  </a:lnTo>
                  <a:lnTo>
                    <a:pt x="139065" y="421481"/>
                  </a:lnTo>
                  <a:lnTo>
                    <a:pt x="142399" y="419576"/>
                  </a:lnTo>
                  <a:lnTo>
                    <a:pt x="146209" y="417671"/>
                  </a:lnTo>
                  <a:lnTo>
                    <a:pt x="148590" y="415766"/>
                  </a:lnTo>
                  <a:lnTo>
                    <a:pt x="150971" y="413861"/>
                  </a:lnTo>
                  <a:lnTo>
                    <a:pt x="153352" y="412433"/>
                  </a:lnTo>
                  <a:lnTo>
                    <a:pt x="155734" y="410528"/>
                  </a:lnTo>
                  <a:lnTo>
                    <a:pt x="156686" y="408622"/>
                  </a:lnTo>
                  <a:lnTo>
                    <a:pt x="158115" y="405289"/>
                  </a:lnTo>
                  <a:lnTo>
                    <a:pt x="159544" y="400526"/>
                  </a:lnTo>
                  <a:lnTo>
                    <a:pt x="160973" y="394811"/>
                  </a:lnTo>
                  <a:lnTo>
                    <a:pt x="162401" y="389096"/>
                  </a:lnTo>
                  <a:lnTo>
                    <a:pt x="163354" y="385763"/>
                  </a:lnTo>
                  <a:lnTo>
                    <a:pt x="164306" y="381476"/>
                  </a:lnTo>
                  <a:lnTo>
                    <a:pt x="165735" y="378143"/>
                  </a:lnTo>
                  <a:lnTo>
                    <a:pt x="166688" y="374333"/>
                  </a:lnTo>
                  <a:lnTo>
                    <a:pt x="167640" y="372904"/>
                  </a:lnTo>
                  <a:lnTo>
                    <a:pt x="167640" y="371475"/>
                  </a:lnTo>
                  <a:lnTo>
                    <a:pt x="168116" y="368618"/>
                  </a:lnTo>
                  <a:lnTo>
                    <a:pt x="168116" y="368618"/>
                  </a:lnTo>
                  <a:lnTo>
                    <a:pt x="169069" y="367189"/>
                  </a:lnTo>
                  <a:lnTo>
                    <a:pt x="171450" y="366713"/>
                  </a:lnTo>
                  <a:lnTo>
                    <a:pt x="174307" y="365760"/>
                  </a:lnTo>
                  <a:lnTo>
                    <a:pt x="178594" y="365284"/>
                  </a:lnTo>
                  <a:lnTo>
                    <a:pt x="180023" y="364808"/>
                  </a:lnTo>
                  <a:lnTo>
                    <a:pt x="180499" y="362426"/>
                  </a:lnTo>
                  <a:lnTo>
                    <a:pt x="180975" y="360997"/>
                  </a:lnTo>
                  <a:lnTo>
                    <a:pt x="182404" y="357664"/>
                  </a:lnTo>
                  <a:lnTo>
                    <a:pt x="184309" y="355283"/>
                  </a:lnTo>
                  <a:lnTo>
                    <a:pt x="185261" y="353854"/>
                  </a:lnTo>
                  <a:lnTo>
                    <a:pt x="186690" y="351472"/>
                  </a:lnTo>
                  <a:lnTo>
                    <a:pt x="188119" y="349568"/>
                  </a:lnTo>
                  <a:lnTo>
                    <a:pt x="190500" y="347663"/>
                  </a:lnTo>
                  <a:lnTo>
                    <a:pt x="192881" y="345758"/>
                  </a:lnTo>
                  <a:lnTo>
                    <a:pt x="193357" y="343853"/>
                  </a:lnTo>
                  <a:lnTo>
                    <a:pt x="193357" y="341471"/>
                  </a:lnTo>
                  <a:lnTo>
                    <a:pt x="191929" y="340043"/>
                  </a:lnTo>
                  <a:lnTo>
                    <a:pt x="190976" y="336709"/>
                  </a:lnTo>
                  <a:lnTo>
                    <a:pt x="195263" y="335756"/>
                  </a:lnTo>
                  <a:lnTo>
                    <a:pt x="199073" y="334328"/>
                  </a:lnTo>
                  <a:lnTo>
                    <a:pt x="202882" y="333375"/>
                  </a:lnTo>
                  <a:lnTo>
                    <a:pt x="206693" y="331946"/>
                  </a:lnTo>
                  <a:lnTo>
                    <a:pt x="210026" y="331946"/>
                  </a:lnTo>
                  <a:lnTo>
                    <a:pt x="212407" y="331470"/>
                  </a:lnTo>
                  <a:lnTo>
                    <a:pt x="216218" y="332422"/>
                  </a:lnTo>
                  <a:lnTo>
                    <a:pt x="219551" y="332899"/>
                  </a:lnTo>
                  <a:lnTo>
                    <a:pt x="221932" y="333851"/>
                  </a:lnTo>
                  <a:lnTo>
                    <a:pt x="226219" y="336233"/>
                  </a:lnTo>
                  <a:lnTo>
                    <a:pt x="229552" y="337661"/>
                  </a:lnTo>
                  <a:lnTo>
                    <a:pt x="231934" y="337661"/>
                  </a:lnTo>
                  <a:lnTo>
                    <a:pt x="233839" y="336709"/>
                  </a:lnTo>
                  <a:lnTo>
                    <a:pt x="236220" y="335756"/>
                  </a:lnTo>
                  <a:lnTo>
                    <a:pt x="237173" y="335756"/>
                  </a:lnTo>
                  <a:lnTo>
                    <a:pt x="239077" y="336233"/>
                  </a:lnTo>
                  <a:lnTo>
                    <a:pt x="241459" y="337661"/>
                  </a:lnTo>
                  <a:lnTo>
                    <a:pt x="244316" y="337661"/>
                  </a:lnTo>
                  <a:lnTo>
                    <a:pt x="247174" y="337661"/>
                  </a:lnTo>
                  <a:lnTo>
                    <a:pt x="249555" y="335756"/>
                  </a:lnTo>
                  <a:lnTo>
                    <a:pt x="252889" y="332899"/>
                  </a:lnTo>
                  <a:lnTo>
                    <a:pt x="255746" y="330518"/>
                  </a:lnTo>
                  <a:lnTo>
                    <a:pt x="258127" y="329089"/>
                  </a:lnTo>
                  <a:lnTo>
                    <a:pt x="260509" y="329089"/>
                  </a:lnTo>
                  <a:lnTo>
                    <a:pt x="262414" y="329089"/>
                  </a:lnTo>
                  <a:lnTo>
                    <a:pt x="265271" y="328613"/>
                  </a:lnTo>
                  <a:lnTo>
                    <a:pt x="269557" y="329089"/>
                  </a:lnTo>
                  <a:lnTo>
                    <a:pt x="272415" y="329089"/>
                  </a:lnTo>
                  <a:lnTo>
                    <a:pt x="276225" y="328613"/>
                  </a:lnTo>
                  <a:lnTo>
                    <a:pt x="279082" y="328136"/>
                  </a:lnTo>
                  <a:lnTo>
                    <a:pt x="280511" y="327184"/>
                  </a:lnTo>
                  <a:lnTo>
                    <a:pt x="280511" y="325279"/>
                  </a:lnTo>
                  <a:lnTo>
                    <a:pt x="280035" y="323374"/>
                  </a:lnTo>
                  <a:lnTo>
                    <a:pt x="279082" y="321469"/>
                  </a:lnTo>
                  <a:lnTo>
                    <a:pt x="279082" y="319564"/>
                  </a:lnTo>
                  <a:lnTo>
                    <a:pt x="279559" y="317183"/>
                  </a:lnTo>
                  <a:lnTo>
                    <a:pt x="280035" y="315754"/>
                  </a:lnTo>
                  <a:lnTo>
                    <a:pt x="279559" y="313372"/>
                  </a:lnTo>
                  <a:lnTo>
                    <a:pt x="278606" y="310039"/>
                  </a:lnTo>
                  <a:lnTo>
                    <a:pt x="278606" y="308610"/>
                  </a:lnTo>
                  <a:lnTo>
                    <a:pt x="278606" y="308610"/>
                  </a:lnTo>
                  <a:lnTo>
                    <a:pt x="282893" y="308610"/>
                  </a:lnTo>
                  <a:lnTo>
                    <a:pt x="282893" y="299561"/>
                  </a:lnTo>
                  <a:lnTo>
                    <a:pt x="282893" y="291941"/>
                  </a:lnTo>
                  <a:lnTo>
                    <a:pt x="282893" y="284321"/>
                  </a:lnTo>
                  <a:lnTo>
                    <a:pt x="282893" y="279083"/>
                  </a:lnTo>
                  <a:lnTo>
                    <a:pt x="282893" y="273368"/>
                  </a:lnTo>
                  <a:lnTo>
                    <a:pt x="283369" y="270986"/>
                  </a:lnTo>
                  <a:lnTo>
                    <a:pt x="283845" y="270034"/>
                  </a:lnTo>
                  <a:lnTo>
                    <a:pt x="287179" y="268129"/>
                  </a:lnTo>
                  <a:lnTo>
                    <a:pt x="292894" y="263843"/>
                  </a:lnTo>
                  <a:lnTo>
                    <a:pt x="294799" y="262414"/>
                  </a:lnTo>
                  <a:lnTo>
                    <a:pt x="297180" y="260509"/>
                  </a:lnTo>
                  <a:lnTo>
                    <a:pt x="306229" y="254794"/>
                  </a:lnTo>
                  <a:lnTo>
                    <a:pt x="308134" y="253365"/>
                  </a:lnTo>
                  <a:lnTo>
                    <a:pt x="317182" y="246697"/>
                  </a:lnTo>
                  <a:lnTo>
                    <a:pt x="319088" y="245745"/>
                  </a:lnTo>
                  <a:lnTo>
                    <a:pt x="323850" y="245269"/>
                  </a:lnTo>
                  <a:lnTo>
                    <a:pt x="325755" y="244316"/>
                  </a:lnTo>
                  <a:lnTo>
                    <a:pt x="328613" y="241459"/>
                  </a:lnTo>
                  <a:lnTo>
                    <a:pt x="332423" y="238601"/>
                  </a:lnTo>
                  <a:lnTo>
                    <a:pt x="334804" y="237172"/>
                  </a:lnTo>
                  <a:lnTo>
                    <a:pt x="335280" y="237172"/>
                  </a:lnTo>
                  <a:lnTo>
                    <a:pt x="337185" y="236696"/>
                  </a:lnTo>
                  <a:lnTo>
                    <a:pt x="345281" y="237649"/>
                  </a:lnTo>
                  <a:lnTo>
                    <a:pt x="348615" y="238125"/>
                  </a:lnTo>
                  <a:lnTo>
                    <a:pt x="352901" y="238601"/>
                  </a:lnTo>
                  <a:lnTo>
                    <a:pt x="353854" y="238601"/>
                  </a:lnTo>
                  <a:lnTo>
                    <a:pt x="355282" y="237649"/>
                  </a:lnTo>
                  <a:lnTo>
                    <a:pt x="356711" y="235268"/>
                  </a:lnTo>
                  <a:lnTo>
                    <a:pt x="357188" y="232886"/>
                  </a:lnTo>
                  <a:lnTo>
                    <a:pt x="357188" y="230981"/>
                  </a:lnTo>
                  <a:lnTo>
                    <a:pt x="357188" y="230029"/>
                  </a:lnTo>
                  <a:lnTo>
                    <a:pt x="358140" y="229553"/>
                  </a:lnTo>
                  <a:lnTo>
                    <a:pt x="359569" y="229553"/>
                  </a:lnTo>
                  <a:lnTo>
                    <a:pt x="361950" y="230029"/>
                  </a:lnTo>
                  <a:lnTo>
                    <a:pt x="367189" y="230029"/>
                  </a:lnTo>
                  <a:lnTo>
                    <a:pt x="368618" y="229553"/>
                  </a:lnTo>
                  <a:lnTo>
                    <a:pt x="374332" y="229076"/>
                  </a:lnTo>
                  <a:lnTo>
                    <a:pt x="381952" y="227647"/>
                  </a:lnTo>
                  <a:lnTo>
                    <a:pt x="388144" y="226219"/>
                  </a:lnTo>
                  <a:lnTo>
                    <a:pt x="392906" y="224790"/>
                  </a:lnTo>
                  <a:lnTo>
                    <a:pt x="398145" y="220980"/>
                  </a:lnTo>
                  <a:lnTo>
                    <a:pt x="402431" y="216694"/>
                  </a:lnTo>
                  <a:lnTo>
                    <a:pt x="406241" y="210979"/>
                  </a:lnTo>
                  <a:lnTo>
                    <a:pt x="409575" y="205740"/>
                  </a:lnTo>
                  <a:lnTo>
                    <a:pt x="415766" y="202406"/>
                  </a:lnTo>
                  <a:lnTo>
                    <a:pt x="421481" y="200501"/>
                  </a:lnTo>
                  <a:lnTo>
                    <a:pt x="424339" y="200025"/>
                  </a:lnTo>
                  <a:lnTo>
                    <a:pt x="431482" y="197168"/>
                  </a:lnTo>
                  <a:lnTo>
                    <a:pt x="437198" y="192881"/>
                  </a:lnTo>
                  <a:lnTo>
                    <a:pt x="442913" y="189071"/>
                  </a:lnTo>
                  <a:lnTo>
                    <a:pt x="447199" y="188595"/>
                  </a:lnTo>
                  <a:lnTo>
                    <a:pt x="452438" y="188119"/>
                  </a:lnTo>
                  <a:lnTo>
                    <a:pt x="453866" y="187166"/>
                  </a:lnTo>
                  <a:lnTo>
                    <a:pt x="455295" y="186214"/>
                  </a:lnTo>
                  <a:lnTo>
                    <a:pt x="455295" y="183833"/>
                  </a:lnTo>
                  <a:lnTo>
                    <a:pt x="453390" y="181928"/>
                  </a:lnTo>
                  <a:lnTo>
                    <a:pt x="451485" y="180975"/>
                  </a:lnTo>
                  <a:lnTo>
                    <a:pt x="450056" y="180022"/>
                  </a:lnTo>
                  <a:lnTo>
                    <a:pt x="448627" y="180022"/>
                  </a:lnTo>
                  <a:lnTo>
                    <a:pt x="448151" y="178594"/>
                  </a:lnTo>
                  <a:lnTo>
                    <a:pt x="448627" y="176689"/>
                  </a:lnTo>
                  <a:lnTo>
                    <a:pt x="448627" y="174784"/>
                  </a:lnTo>
                  <a:lnTo>
                    <a:pt x="449580" y="172403"/>
                  </a:lnTo>
                  <a:lnTo>
                    <a:pt x="449104" y="170021"/>
                  </a:lnTo>
                  <a:lnTo>
                    <a:pt x="448151" y="167164"/>
                  </a:lnTo>
                  <a:lnTo>
                    <a:pt x="447675" y="164783"/>
                  </a:lnTo>
                  <a:lnTo>
                    <a:pt x="447675" y="162878"/>
                  </a:lnTo>
                  <a:lnTo>
                    <a:pt x="448151" y="161449"/>
                  </a:lnTo>
                  <a:lnTo>
                    <a:pt x="450056" y="160496"/>
                  </a:lnTo>
                  <a:lnTo>
                    <a:pt x="452438" y="160020"/>
                  </a:lnTo>
                  <a:lnTo>
                    <a:pt x="455771" y="160496"/>
                  </a:lnTo>
                  <a:lnTo>
                    <a:pt x="461486" y="160020"/>
                  </a:lnTo>
                  <a:lnTo>
                    <a:pt x="475774" y="155258"/>
                  </a:lnTo>
                  <a:lnTo>
                    <a:pt x="476726" y="153353"/>
                  </a:lnTo>
                  <a:lnTo>
                    <a:pt x="477679" y="150019"/>
                  </a:lnTo>
                  <a:lnTo>
                    <a:pt x="478631" y="147161"/>
                  </a:lnTo>
                  <a:lnTo>
                    <a:pt x="480060" y="146209"/>
                  </a:lnTo>
                  <a:lnTo>
                    <a:pt x="481013" y="146209"/>
                  </a:lnTo>
                  <a:lnTo>
                    <a:pt x="485775" y="145256"/>
                  </a:lnTo>
                  <a:lnTo>
                    <a:pt x="492443" y="144304"/>
                  </a:lnTo>
                  <a:lnTo>
                    <a:pt x="495300" y="143828"/>
                  </a:lnTo>
                  <a:lnTo>
                    <a:pt x="502444" y="144304"/>
                  </a:lnTo>
                  <a:lnTo>
                    <a:pt x="508159" y="144780"/>
                  </a:lnTo>
                  <a:lnTo>
                    <a:pt x="516731" y="144780"/>
                  </a:lnTo>
                  <a:lnTo>
                    <a:pt x="522923" y="145256"/>
                  </a:lnTo>
                  <a:lnTo>
                    <a:pt x="528161" y="145256"/>
                  </a:lnTo>
                  <a:lnTo>
                    <a:pt x="535305" y="145733"/>
                  </a:lnTo>
                  <a:lnTo>
                    <a:pt x="536734" y="144780"/>
                  </a:lnTo>
                  <a:lnTo>
                    <a:pt x="536734" y="142875"/>
                  </a:lnTo>
                  <a:lnTo>
                    <a:pt x="535305" y="138589"/>
                  </a:lnTo>
                  <a:lnTo>
                    <a:pt x="536257" y="136208"/>
                  </a:lnTo>
                  <a:close/>
                </a:path>
              </a:pathLst>
            </a:custGeom>
            <a:grpFill/>
            <a:ln w="317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2A18AF18-241D-4694-BD82-BE962FDE4FB7}"/>
                </a:ext>
              </a:extLst>
            </p:cNvPr>
            <p:cNvSpPr/>
            <p:nvPr/>
          </p:nvSpPr>
          <p:spPr>
            <a:xfrm>
              <a:off x="6036468" y="3142296"/>
              <a:ext cx="538638" cy="493871"/>
            </a:xfrm>
            <a:custGeom>
              <a:avLst/>
              <a:gdLst>
                <a:gd name="connsiteX0" fmla="*/ 537686 w 538638"/>
                <a:gd name="connsiteY0" fmla="*/ 54769 h 493871"/>
                <a:gd name="connsiteX1" fmla="*/ 534352 w 538638"/>
                <a:gd name="connsiteY1" fmla="*/ 48578 h 493871"/>
                <a:gd name="connsiteX2" fmla="*/ 531971 w 538638"/>
                <a:gd name="connsiteY2" fmla="*/ 45720 h 493871"/>
                <a:gd name="connsiteX3" fmla="*/ 529590 w 538638"/>
                <a:gd name="connsiteY3" fmla="*/ 44768 h 493871"/>
                <a:gd name="connsiteX4" fmla="*/ 522923 w 538638"/>
                <a:gd name="connsiteY4" fmla="*/ 43339 h 493871"/>
                <a:gd name="connsiteX5" fmla="*/ 515779 w 538638"/>
                <a:gd name="connsiteY5" fmla="*/ 44291 h 493871"/>
                <a:gd name="connsiteX6" fmla="*/ 503873 w 538638"/>
                <a:gd name="connsiteY6" fmla="*/ 43815 h 493871"/>
                <a:gd name="connsiteX7" fmla="*/ 501015 w 538638"/>
                <a:gd name="connsiteY7" fmla="*/ 42863 h 493871"/>
                <a:gd name="connsiteX8" fmla="*/ 496252 w 538638"/>
                <a:gd name="connsiteY8" fmla="*/ 39529 h 493871"/>
                <a:gd name="connsiteX9" fmla="*/ 492919 w 538638"/>
                <a:gd name="connsiteY9" fmla="*/ 38100 h 493871"/>
                <a:gd name="connsiteX10" fmla="*/ 475298 w 538638"/>
                <a:gd name="connsiteY10" fmla="*/ 36195 h 493871"/>
                <a:gd name="connsiteX11" fmla="*/ 469106 w 538638"/>
                <a:gd name="connsiteY11" fmla="*/ 31909 h 493871"/>
                <a:gd name="connsiteX12" fmla="*/ 469582 w 538638"/>
                <a:gd name="connsiteY12" fmla="*/ 29051 h 493871"/>
                <a:gd name="connsiteX13" fmla="*/ 470059 w 538638"/>
                <a:gd name="connsiteY13" fmla="*/ 27146 h 493871"/>
                <a:gd name="connsiteX14" fmla="*/ 468630 w 538638"/>
                <a:gd name="connsiteY14" fmla="*/ 20955 h 493871"/>
                <a:gd name="connsiteX15" fmla="*/ 462915 w 538638"/>
                <a:gd name="connsiteY15" fmla="*/ 18574 h 493871"/>
                <a:gd name="connsiteX16" fmla="*/ 457200 w 538638"/>
                <a:gd name="connsiteY16" fmla="*/ 16193 h 493871"/>
                <a:gd name="connsiteX17" fmla="*/ 449580 w 538638"/>
                <a:gd name="connsiteY17" fmla="*/ 14288 h 493871"/>
                <a:gd name="connsiteX18" fmla="*/ 443389 w 538638"/>
                <a:gd name="connsiteY18" fmla="*/ 10954 h 493871"/>
                <a:gd name="connsiteX19" fmla="*/ 438150 w 538638"/>
                <a:gd name="connsiteY19" fmla="*/ 9525 h 493871"/>
                <a:gd name="connsiteX20" fmla="*/ 426244 w 538638"/>
                <a:gd name="connsiteY20" fmla="*/ 10001 h 493871"/>
                <a:gd name="connsiteX21" fmla="*/ 421957 w 538638"/>
                <a:gd name="connsiteY21" fmla="*/ 8572 h 493871"/>
                <a:gd name="connsiteX22" fmla="*/ 419100 w 538638"/>
                <a:gd name="connsiteY22" fmla="*/ 9049 h 493871"/>
                <a:gd name="connsiteX23" fmla="*/ 411956 w 538638"/>
                <a:gd name="connsiteY23" fmla="*/ 14288 h 493871"/>
                <a:gd name="connsiteX24" fmla="*/ 408623 w 538638"/>
                <a:gd name="connsiteY24" fmla="*/ 14764 h 493871"/>
                <a:gd name="connsiteX25" fmla="*/ 399574 w 538638"/>
                <a:gd name="connsiteY25" fmla="*/ 15240 h 493871"/>
                <a:gd name="connsiteX26" fmla="*/ 384810 w 538638"/>
                <a:gd name="connsiteY26" fmla="*/ 22384 h 493871"/>
                <a:gd name="connsiteX27" fmla="*/ 376238 w 538638"/>
                <a:gd name="connsiteY27" fmla="*/ 28099 h 493871"/>
                <a:gd name="connsiteX28" fmla="*/ 367665 w 538638"/>
                <a:gd name="connsiteY28" fmla="*/ 35719 h 493871"/>
                <a:gd name="connsiteX29" fmla="*/ 364807 w 538638"/>
                <a:gd name="connsiteY29" fmla="*/ 40005 h 493871"/>
                <a:gd name="connsiteX30" fmla="*/ 362426 w 538638"/>
                <a:gd name="connsiteY30" fmla="*/ 44291 h 493871"/>
                <a:gd name="connsiteX31" fmla="*/ 360998 w 538638"/>
                <a:gd name="connsiteY31" fmla="*/ 50959 h 493871"/>
                <a:gd name="connsiteX32" fmla="*/ 362426 w 538638"/>
                <a:gd name="connsiteY32" fmla="*/ 60484 h 493871"/>
                <a:gd name="connsiteX33" fmla="*/ 364331 w 538638"/>
                <a:gd name="connsiteY33" fmla="*/ 66199 h 493871"/>
                <a:gd name="connsiteX34" fmla="*/ 367189 w 538638"/>
                <a:gd name="connsiteY34" fmla="*/ 70009 h 493871"/>
                <a:gd name="connsiteX35" fmla="*/ 368141 w 538638"/>
                <a:gd name="connsiteY35" fmla="*/ 73819 h 493871"/>
                <a:gd name="connsiteX36" fmla="*/ 368618 w 538638"/>
                <a:gd name="connsiteY36" fmla="*/ 78581 h 493871"/>
                <a:gd name="connsiteX37" fmla="*/ 367189 w 538638"/>
                <a:gd name="connsiteY37" fmla="*/ 82391 h 493871"/>
                <a:gd name="connsiteX38" fmla="*/ 363855 w 538638"/>
                <a:gd name="connsiteY38" fmla="*/ 88583 h 493871"/>
                <a:gd name="connsiteX39" fmla="*/ 353854 w 538638"/>
                <a:gd name="connsiteY39" fmla="*/ 100013 h 493871"/>
                <a:gd name="connsiteX40" fmla="*/ 349568 w 538638"/>
                <a:gd name="connsiteY40" fmla="*/ 102870 h 493871"/>
                <a:gd name="connsiteX41" fmla="*/ 339566 w 538638"/>
                <a:gd name="connsiteY41" fmla="*/ 107633 h 493871"/>
                <a:gd name="connsiteX42" fmla="*/ 333851 w 538638"/>
                <a:gd name="connsiteY42" fmla="*/ 108585 h 493871"/>
                <a:gd name="connsiteX43" fmla="*/ 327184 w 538638"/>
                <a:gd name="connsiteY43" fmla="*/ 107633 h 493871"/>
                <a:gd name="connsiteX44" fmla="*/ 318135 w 538638"/>
                <a:gd name="connsiteY44" fmla="*/ 102870 h 493871"/>
                <a:gd name="connsiteX45" fmla="*/ 301943 w 538638"/>
                <a:gd name="connsiteY45" fmla="*/ 89535 h 493871"/>
                <a:gd name="connsiteX46" fmla="*/ 293846 w 538638"/>
                <a:gd name="connsiteY46" fmla="*/ 86678 h 493871"/>
                <a:gd name="connsiteX47" fmla="*/ 289560 w 538638"/>
                <a:gd name="connsiteY47" fmla="*/ 83820 h 493871"/>
                <a:gd name="connsiteX48" fmla="*/ 273368 w 538638"/>
                <a:gd name="connsiteY48" fmla="*/ 78105 h 493871"/>
                <a:gd name="connsiteX49" fmla="*/ 253841 w 538638"/>
                <a:gd name="connsiteY49" fmla="*/ 73343 h 493871"/>
                <a:gd name="connsiteX50" fmla="*/ 242888 w 538638"/>
                <a:gd name="connsiteY50" fmla="*/ 72866 h 493871"/>
                <a:gd name="connsiteX51" fmla="*/ 231457 w 538638"/>
                <a:gd name="connsiteY51" fmla="*/ 71438 h 493871"/>
                <a:gd name="connsiteX52" fmla="*/ 221932 w 538638"/>
                <a:gd name="connsiteY52" fmla="*/ 68104 h 493871"/>
                <a:gd name="connsiteX53" fmla="*/ 217646 w 538638"/>
                <a:gd name="connsiteY53" fmla="*/ 65246 h 493871"/>
                <a:gd name="connsiteX54" fmla="*/ 213836 w 538638"/>
                <a:gd name="connsiteY54" fmla="*/ 61436 h 493871"/>
                <a:gd name="connsiteX55" fmla="*/ 210502 w 538638"/>
                <a:gd name="connsiteY55" fmla="*/ 56674 h 493871"/>
                <a:gd name="connsiteX56" fmla="*/ 207645 w 538638"/>
                <a:gd name="connsiteY56" fmla="*/ 50483 h 493871"/>
                <a:gd name="connsiteX57" fmla="*/ 205740 w 538638"/>
                <a:gd name="connsiteY57" fmla="*/ 45244 h 493871"/>
                <a:gd name="connsiteX58" fmla="*/ 205740 w 538638"/>
                <a:gd name="connsiteY58" fmla="*/ 38100 h 493871"/>
                <a:gd name="connsiteX59" fmla="*/ 202406 w 538638"/>
                <a:gd name="connsiteY59" fmla="*/ 32385 h 493871"/>
                <a:gd name="connsiteX60" fmla="*/ 199549 w 538638"/>
                <a:gd name="connsiteY60" fmla="*/ 29528 h 493871"/>
                <a:gd name="connsiteX61" fmla="*/ 176689 w 538638"/>
                <a:gd name="connsiteY61" fmla="*/ 24765 h 493871"/>
                <a:gd name="connsiteX62" fmla="*/ 173831 w 538638"/>
                <a:gd name="connsiteY62" fmla="*/ 23336 h 493871"/>
                <a:gd name="connsiteX63" fmla="*/ 167640 w 538638"/>
                <a:gd name="connsiteY63" fmla="*/ 18574 h 493871"/>
                <a:gd name="connsiteX64" fmla="*/ 164782 w 538638"/>
                <a:gd name="connsiteY64" fmla="*/ 17621 h 493871"/>
                <a:gd name="connsiteX65" fmla="*/ 153829 w 538638"/>
                <a:gd name="connsiteY65" fmla="*/ 14288 h 493871"/>
                <a:gd name="connsiteX66" fmla="*/ 147638 w 538638"/>
                <a:gd name="connsiteY66" fmla="*/ 14288 h 493871"/>
                <a:gd name="connsiteX67" fmla="*/ 143827 w 538638"/>
                <a:gd name="connsiteY67" fmla="*/ 13335 h 493871"/>
                <a:gd name="connsiteX68" fmla="*/ 135255 w 538638"/>
                <a:gd name="connsiteY68" fmla="*/ 10001 h 493871"/>
                <a:gd name="connsiteX69" fmla="*/ 130016 w 538638"/>
                <a:gd name="connsiteY69" fmla="*/ 10478 h 493871"/>
                <a:gd name="connsiteX70" fmla="*/ 117157 w 538638"/>
                <a:gd name="connsiteY70" fmla="*/ 14288 h 493871"/>
                <a:gd name="connsiteX71" fmla="*/ 105727 w 538638"/>
                <a:gd name="connsiteY71" fmla="*/ 12859 h 493871"/>
                <a:gd name="connsiteX72" fmla="*/ 100965 w 538638"/>
                <a:gd name="connsiteY72" fmla="*/ 11906 h 493871"/>
                <a:gd name="connsiteX73" fmla="*/ 85249 w 538638"/>
                <a:gd name="connsiteY73" fmla="*/ 3334 h 493871"/>
                <a:gd name="connsiteX74" fmla="*/ 79534 w 538638"/>
                <a:gd name="connsiteY74" fmla="*/ 2381 h 493871"/>
                <a:gd name="connsiteX75" fmla="*/ 74771 w 538638"/>
                <a:gd name="connsiteY75" fmla="*/ 0 h 493871"/>
                <a:gd name="connsiteX76" fmla="*/ 74295 w 538638"/>
                <a:gd name="connsiteY76" fmla="*/ 953 h 493871"/>
                <a:gd name="connsiteX77" fmla="*/ 73343 w 538638"/>
                <a:gd name="connsiteY77" fmla="*/ 8096 h 493871"/>
                <a:gd name="connsiteX78" fmla="*/ 72866 w 538638"/>
                <a:gd name="connsiteY78" fmla="*/ 10478 h 493871"/>
                <a:gd name="connsiteX79" fmla="*/ 72866 w 538638"/>
                <a:gd name="connsiteY79" fmla="*/ 14764 h 493871"/>
                <a:gd name="connsiteX80" fmla="*/ 72866 w 538638"/>
                <a:gd name="connsiteY80" fmla="*/ 20003 h 493871"/>
                <a:gd name="connsiteX81" fmla="*/ 75724 w 538638"/>
                <a:gd name="connsiteY81" fmla="*/ 24289 h 493871"/>
                <a:gd name="connsiteX82" fmla="*/ 75724 w 538638"/>
                <a:gd name="connsiteY82" fmla="*/ 26194 h 493871"/>
                <a:gd name="connsiteX83" fmla="*/ 74771 w 538638"/>
                <a:gd name="connsiteY83" fmla="*/ 28575 h 493871"/>
                <a:gd name="connsiteX84" fmla="*/ 69532 w 538638"/>
                <a:gd name="connsiteY84" fmla="*/ 30956 h 493871"/>
                <a:gd name="connsiteX85" fmla="*/ 62865 w 538638"/>
                <a:gd name="connsiteY85" fmla="*/ 34290 h 493871"/>
                <a:gd name="connsiteX86" fmla="*/ 57626 w 538638"/>
                <a:gd name="connsiteY86" fmla="*/ 37624 h 493871"/>
                <a:gd name="connsiteX87" fmla="*/ 51435 w 538638"/>
                <a:gd name="connsiteY87" fmla="*/ 40958 h 493871"/>
                <a:gd name="connsiteX88" fmla="*/ 49530 w 538638"/>
                <a:gd name="connsiteY88" fmla="*/ 43339 h 493871"/>
                <a:gd name="connsiteX89" fmla="*/ 46673 w 538638"/>
                <a:gd name="connsiteY89" fmla="*/ 44768 h 493871"/>
                <a:gd name="connsiteX90" fmla="*/ 44291 w 538638"/>
                <a:gd name="connsiteY90" fmla="*/ 46672 h 493871"/>
                <a:gd name="connsiteX91" fmla="*/ 43815 w 538638"/>
                <a:gd name="connsiteY91" fmla="*/ 48578 h 493871"/>
                <a:gd name="connsiteX92" fmla="*/ 41910 w 538638"/>
                <a:gd name="connsiteY92" fmla="*/ 51435 h 493871"/>
                <a:gd name="connsiteX93" fmla="*/ 39529 w 538638"/>
                <a:gd name="connsiteY93" fmla="*/ 53816 h 493871"/>
                <a:gd name="connsiteX94" fmla="*/ 33814 w 538638"/>
                <a:gd name="connsiteY94" fmla="*/ 55245 h 493871"/>
                <a:gd name="connsiteX95" fmla="*/ 32861 w 538638"/>
                <a:gd name="connsiteY95" fmla="*/ 55721 h 493871"/>
                <a:gd name="connsiteX96" fmla="*/ 30004 w 538638"/>
                <a:gd name="connsiteY96" fmla="*/ 59531 h 493871"/>
                <a:gd name="connsiteX97" fmla="*/ 28575 w 538638"/>
                <a:gd name="connsiteY97" fmla="*/ 60960 h 493871"/>
                <a:gd name="connsiteX98" fmla="*/ 27146 w 538638"/>
                <a:gd name="connsiteY98" fmla="*/ 63818 h 493871"/>
                <a:gd name="connsiteX99" fmla="*/ 29051 w 538638"/>
                <a:gd name="connsiteY99" fmla="*/ 71914 h 493871"/>
                <a:gd name="connsiteX100" fmla="*/ 31432 w 538638"/>
                <a:gd name="connsiteY100" fmla="*/ 80010 h 493871"/>
                <a:gd name="connsiteX101" fmla="*/ 31909 w 538638"/>
                <a:gd name="connsiteY101" fmla="*/ 83344 h 493871"/>
                <a:gd name="connsiteX102" fmla="*/ 31909 w 538638"/>
                <a:gd name="connsiteY102" fmla="*/ 86201 h 493871"/>
                <a:gd name="connsiteX103" fmla="*/ 30480 w 538638"/>
                <a:gd name="connsiteY103" fmla="*/ 89059 h 493871"/>
                <a:gd name="connsiteX104" fmla="*/ 27623 w 538638"/>
                <a:gd name="connsiteY104" fmla="*/ 93821 h 493871"/>
                <a:gd name="connsiteX105" fmla="*/ 25241 w 538638"/>
                <a:gd name="connsiteY105" fmla="*/ 96679 h 493871"/>
                <a:gd name="connsiteX106" fmla="*/ 20955 w 538638"/>
                <a:gd name="connsiteY106" fmla="*/ 102394 h 493871"/>
                <a:gd name="connsiteX107" fmla="*/ 20002 w 538638"/>
                <a:gd name="connsiteY107" fmla="*/ 103822 h 493871"/>
                <a:gd name="connsiteX108" fmla="*/ 16669 w 538638"/>
                <a:gd name="connsiteY108" fmla="*/ 105728 h 493871"/>
                <a:gd name="connsiteX109" fmla="*/ 10954 w 538638"/>
                <a:gd name="connsiteY109" fmla="*/ 107633 h 493871"/>
                <a:gd name="connsiteX110" fmla="*/ 7144 w 538638"/>
                <a:gd name="connsiteY110" fmla="*/ 109538 h 493871"/>
                <a:gd name="connsiteX111" fmla="*/ 3810 w 538638"/>
                <a:gd name="connsiteY111" fmla="*/ 111443 h 493871"/>
                <a:gd name="connsiteX112" fmla="*/ 0 w 538638"/>
                <a:gd name="connsiteY112" fmla="*/ 113824 h 493871"/>
                <a:gd name="connsiteX113" fmla="*/ 2857 w 538638"/>
                <a:gd name="connsiteY113" fmla="*/ 118586 h 493871"/>
                <a:gd name="connsiteX114" fmla="*/ 8096 w 538638"/>
                <a:gd name="connsiteY114" fmla="*/ 125730 h 493871"/>
                <a:gd name="connsiteX115" fmla="*/ 10954 w 538638"/>
                <a:gd name="connsiteY115" fmla="*/ 131445 h 493871"/>
                <a:gd name="connsiteX116" fmla="*/ 12382 w 538638"/>
                <a:gd name="connsiteY116" fmla="*/ 134303 h 493871"/>
                <a:gd name="connsiteX117" fmla="*/ 14764 w 538638"/>
                <a:gd name="connsiteY117" fmla="*/ 141446 h 493871"/>
                <a:gd name="connsiteX118" fmla="*/ 16669 w 538638"/>
                <a:gd name="connsiteY118" fmla="*/ 148590 h 493871"/>
                <a:gd name="connsiteX119" fmla="*/ 17145 w 538638"/>
                <a:gd name="connsiteY119" fmla="*/ 150495 h 493871"/>
                <a:gd name="connsiteX120" fmla="*/ 18098 w 538638"/>
                <a:gd name="connsiteY120" fmla="*/ 156210 h 493871"/>
                <a:gd name="connsiteX121" fmla="*/ 17145 w 538638"/>
                <a:gd name="connsiteY121" fmla="*/ 170974 h 493871"/>
                <a:gd name="connsiteX122" fmla="*/ 18574 w 538638"/>
                <a:gd name="connsiteY122" fmla="*/ 190024 h 493871"/>
                <a:gd name="connsiteX123" fmla="*/ 20479 w 538638"/>
                <a:gd name="connsiteY123" fmla="*/ 199072 h 493871"/>
                <a:gd name="connsiteX124" fmla="*/ 17621 w 538638"/>
                <a:gd name="connsiteY124" fmla="*/ 207645 h 493871"/>
                <a:gd name="connsiteX125" fmla="*/ 14764 w 538638"/>
                <a:gd name="connsiteY125" fmla="*/ 215741 h 493871"/>
                <a:gd name="connsiteX126" fmla="*/ 14764 w 538638"/>
                <a:gd name="connsiteY126" fmla="*/ 219551 h 493871"/>
                <a:gd name="connsiteX127" fmla="*/ 16193 w 538638"/>
                <a:gd name="connsiteY127" fmla="*/ 226219 h 493871"/>
                <a:gd name="connsiteX128" fmla="*/ 17621 w 538638"/>
                <a:gd name="connsiteY128" fmla="*/ 230505 h 493871"/>
                <a:gd name="connsiteX129" fmla="*/ 19526 w 538638"/>
                <a:gd name="connsiteY129" fmla="*/ 233363 h 493871"/>
                <a:gd name="connsiteX130" fmla="*/ 19526 w 538638"/>
                <a:gd name="connsiteY130" fmla="*/ 240983 h 493871"/>
                <a:gd name="connsiteX131" fmla="*/ 18574 w 538638"/>
                <a:gd name="connsiteY131" fmla="*/ 243840 h 493871"/>
                <a:gd name="connsiteX132" fmla="*/ 12859 w 538638"/>
                <a:gd name="connsiteY132" fmla="*/ 248126 h 493871"/>
                <a:gd name="connsiteX133" fmla="*/ 6191 w 538638"/>
                <a:gd name="connsiteY133" fmla="*/ 251460 h 493871"/>
                <a:gd name="connsiteX134" fmla="*/ 4286 w 538638"/>
                <a:gd name="connsiteY134" fmla="*/ 254794 h 493871"/>
                <a:gd name="connsiteX135" fmla="*/ 3810 w 538638"/>
                <a:gd name="connsiteY135" fmla="*/ 258604 h 493871"/>
                <a:gd name="connsiteX136" fmla="*/ 4763 w 538638"/>
                <a:gd name="connsiteY136" fmla="*/ 261461 h 493871"/>
                <a:gd name="connsiteX137" fmla="*/ 9049 w 538638"/>
                <a:gd name="connsiteY137" fmla="*/ 267653 h 493871"/>
                <a:gd name="connsiteX138" fmla="*/ 15716 w 538638"/>
                <a:gd name="connsiteY138" fmla="*/ 277178 h 493871"/>
                <a:gd name="connsiteX139" fmla="*/ 23336 w 538638"/>
                <a:gd name="connsiteY139" fmla="*/ 287655 h 493871"/>
                <a:gd name="connsiteX140" fmla="*/ 23813 w 538638"/>
                <a:gd name="connsiteY140" fmla="*/ 290513 h 493871"/>
                <a:gd name="connsiteX141" fmla="*/ 24289 w 538638"/>
                <a:gd name="connsiteY141" fmla="*/ 297656 h 493871"/>
                <a:gd name="connsiteX142" fmla="*/ 27623 w 538638"/>
                <a:gd name="connsiteY142" fmla="*/ 307181 h 493871"/>
                <a:gd name="connsiteX143" fmla="*/ 30956 w 538638"/>
                <a:gd name="connsiteY143" fmla="*/ 310991 h 493871"/>
                <a:gd name="connsiteX144" fmla="*/ 31909 w 538638"/>
                <a:gd name="connsiteY144" fmla="*/ 314325 h 493871"/>
                <a:gd name="connsiteX145" fmla="*/ 34290 w 538638"/>
                <a:gd name="connsiteY145" fmla="*/ 316230 h 493871"/>
                <a:gd name="connsiteX146" fmla="*/ 36671 w 538638"/>
                <a:gd name="connsiteY146" fmla="*/ 318135 h 493871"/>
                <a:gd name="connsiteX147" fmla="*/ 38100 w 538638"/>
                <a:gd name="connsiteY147" fmla="*/ 318135 h 493871"/>
                <a:gd name="connsiteX148" fmla="*/ 46673 w 538638"/>
                <a:gd name="connsiteY148" fmla="*/ 315754 h 493871"/>
                <a:gd name="connsiteX149" fmla="*/ 60960 w 538638"/>
                <a:gd name="connsiteY149" fmla="*/ 319564 h 493871"/>
                <a:gd name="connsiteX150" fmla="*/ 74771 w 538638"/>
                <a:gd name="connsiteY150" fmla="*/ 323850 h 493871"/>
                <a:gd name="connsiteX151" fmla="*/ 75724 w 538638"/>
                <a:gd name="connsiteY151" fmla="*/ 324803 h 493871"/>
                <a:gd name="connsiteX152" fmla="*/ 78581 w 538638"/>
                <a:gd name="connsiteY152" fmla="*/ 330041 h 493871"/>
                <a:gd name="connsiteX153" fmla="*/ 83344 w 538638"/>
                <a:gd name="connsiteY153" fmla="*/ 339090 h 493871"/>
                <a:gd name="connsiteX154" fmla="*/ 87154 w 538638"/>
                <a:gd name="connsiteY154" fmla="*/ 346234 h 493871"/>
                <a:gd name="connsiteX155" fmla="*/ 90488 w 538638"/>
                <a:gd name="connsiteY155" fmla="*/ 352425 h 493871"/>
                <a:gd name="connsiteX156" fmla="*/ 108109 w 538638"/>
                <a:gd name="connsiteY156" fmla="*/ 356711 h 493871"/>
                <a:gd name="connsiteX157" fmla="*/ 124777 w 538638"/>
                <a:gd name="connsiteY157" fmla="*/ 360521 h 493871"/>
                <a:gd name="connsiteX158" fmla="*/ 141923 w 538638"/>
                <a:gd name="connsiteY158" fmla="*/ 364331 h 493871"/>
                <a:gd name="connsiteX159" fmla="*/ 145732 w 538638"/>
                <a:gd name="connsiteY159" fmla="*/ 366713 h 493871"/>
                <a:gd name="connsiteX160" fmla="*/ 154781 w 538638"/>
                <a:gd name="connsiteY160" fmla="*/ 374333 h 493871"/>
                <a:gd name="connsiteX161" fmla="*/ 166211 w 538638"/>
                <a:gd name="connsiteY161" fmla="*/ 383858 h 493871"/>
                <a:gd name="connsiteX162" fmla="*/ 166688 w 538638"/>
                <a:gd name="connsiteY162" fmla="*/ 384334 h 493871"/>
                <a:gd name="connsiteX163" fmla="*/ 167164 w 538638"/>
                <a:gd name="connsiteY163" fmla="*/ 384334 h 493871"/>
                <a:gd name="connsiteX164" fmla="*/ 178118 w 538638"/>
                <a:gd name="connsiteY164" fmla="*/ 378619 h 493871"/>
                <a:gd name="connsiteX165" fmla="*/ 192881 w 538638"/>
                <a:gd name="connsiteY165" fmla="*/ 370999 h 493871"/>
                <a:gd name="connsiteX166" fmla="*/ 192881 w 538638"/>
                <a:gd name="connsiteY166" fmla="*/ 370999 h 493871"/>
                <a:gd name="connsiteX167" fmla="*/ 205264 w 538638"/>
                <a:gd name="connsiteY167" fmla="*/ 365284 h 493871"/>
                <a:gd name="connsiteX168" fmla="*/ 214789 w 538638"/>
                <a:gd name="connsiteY168" fmla="*/ 360521 h 493871"/>
                <a:gd name="connsiteX169" fmla="*/ 227171 w 538638"/>
                <a:gd name="connsiteY169" fmla="*/ 354806 h 493871"/>
                <a:gd name="connsiteX170" fmla="*/ 238125 w 538638"/>
                <a:gd name="connsiteY170" fmla="*/ 360997 h 493871"/>
                <a:gd name="connsiteX171" fmla="*/ 254318 w 538638"/>
                <a:gd name="connsiteY171" fmla="*/ 369094 h 493871"/>
                <a:gd name="connsiteX172" fmla="*/ 270986 w 538638"/>
                <a:gd name="connsiteY172" fmla="*/ 377666 h 493871"/>
                <a:gd name="connsiteX173" fmla="*/ 287179 w 538638"/>
                <a:gd name="connsiteY173" fmla="*/ 385763 h 493871"/>
                <a:gd name="connsiteX174" fmla="*/ 303371 w 538638"/>
                <a:gd name="connsiteY174" fmla="*/ 394335 h 493871"/>
                <a:gd name="connsiteX175" fmla="*/ 319564 w 538638"/>
                <a:gd name="connsiteY175" fmla="*/ 402431 h 493871"/>
                <a:gd name="connsiteX176" fmla="*/ 335756 w 538638"/>
                <a:gd name="connsiteY176" fmla="*/ 411004 h 493871"/>
                <a:gd name="connsiteX177" fmla="*/ 352425 w 538638"/>
                <a:gd name="connsiteY177" fmla="*/ 419100 h 493871"/>
                <a:gd name="connsiteX178" fmla="*/ 368618 w 538638"/>
                <a:gd name="connsiteY178" fmla="*/ 427672 h 493871"/>
                <a:gd name="connsiteX179" fmla="*/ 384810 w 538638"/>
                <a:gd name="connsiteY179" fmla="*/ 435769 h 493871"/>
                <a:gd name="connsiteX180" fmla="*/ 401002 w 538638"/>
                <a:gd name="connsiteY180" fmla="*/ 444341 h 493871"/>
                <a:gd name="connsiteX181" fmla="*/ 417671 w 538638"/>
                <a:gd name="connsiteY181" fmla="*/ 452438 h 493871"/>
                <a:gd name="connsiteX182" fmla="*/ 433864 w 538638"/>
                <a:gd name="connsiteY182" fmla="*/ 461010 h 493871"/>
                <a:gd name="connsiteX183" fmla="*/ 450056 w 538638"/>
                <a:gd name="connsiteY183" fmla="*/ 469106 h 493871"/>
                <a:gd name="connsiteX184" fmla="*/ 466249 w 538638"/>
                <a:gd name="connsiteY184" fmla="*/ 477203 h 493871"/>
                <a:gd name="connsiteX185" fmla="*/ 482918 w 538638"/>
                <a:gd name="connsiteY185" fmla="*/ 485775 h 493871"/>
                <a:gd name="connsiteX186" fmla="*/ 499110 w 538638"/>
                <a:gd name="connsiteY186" fmla="*/ 493871 h 493871"/>
                <a:gd name="connsiteX187" fmla="*/ 499110 w 538638"/>
                <a:gd name="connsiteY187" fmla="*/ 489585 h 493871"/>
                <a:gd name="connsiteX188" fmla="*/ 499110 w 538638"/>
                <a:gd name="connsiteY188" fmla="*/ 485299 h 493871"/>
                <a:gd name="connsiteX189" fmla="*/ 499110 w 538638"/>
                <a:gd name="connsiteY189" fmla="*/ 481013 h 493871"/>
                <a:gd name="connsiteX190" fmla="*/ 499110 w 538638"/>
                <a:gd name="connsiteY190" fmla="*/ 476250 h 493871"/>
                <a:gd name="connsiteX191" fmla="*/ 507206 w 538638"/>
                <a:gd name="connsiteY191" fmla="*/ 476250 h 493871"/>
                <a:gd name="connsiteX192" fmla="*/ 515779 w 538638"/>
                <a:gd name="connsiteY192" fmla="*/ 476250 h 493871"/>
                <a:gd name="connsiteX193" fmla="*/ 524351 w 538638"/>
                <a:gd name="connsiteY193" fmla="*/ 476250 h 493871"/>
                <a:gd name="connsiteX194" fmla="*/ 532448 w 538638"/>
                <a:gd name="connsiteY194" fmla="*/ 476250 h 493871"/>
                <a:gd name="connsiteX195" fmla="*/ 532448 w 538638"/>
                <a:gd name="connsiteY195" fmla="*/ 476250 h 493871"/>
                <a:gd name="connsiteX196" fmla="*/ 532924 w 538638"/>
                <a:gd name="connsiteY196" fmla="*/ 476250 h 493871"/>
                <a:gd name="connsiteX197" fmla="*/ 532924 w 538638"/>
                <a:gd name="connsiteY197" fmla="*/ 476250 h 493871"/>
                <a:gd name="connsiteX198" fmla="*/ 532924 w 538638"/>
                <a:gd name="connsiteY198" fmla="*/ 476250 h 493871"/>
                <a:gd name="connsiteX199" fmla="*/ 532924 w 538638"/>
                <a:gd name="connsiteY199" fmla="*/ 458629 h 493871"/>
                <a:gd name="connsiteX200" fmla="*/ 532924 w 538638"/>
                <a:gd name="connsiteY200" fmla="*/ 441484 h 493871"/>
                <a:gd name="connsiteX201" fmla="*/ 532924 w 538638"/>
                <a:gd name="connsiteY201" fmla="*/ 423863 h 493871"/>
                <a:gd name="connsiteX202" fmla="*/ 532924 w 538638"/>
                <a:gd name="connsiteY202" fmla="*/ 406241 h 493871"/>
                <a:gd name="connsiteX203" fmla="*/ 532924 w 538638"/>
                <a:gd name="connsiteY203" fmla="*/ 398145 h 493871"/>
                <a:gd name="connsiteX204" fmla="*/ 532924 w 538638"/>
                <a:gd name="connsiteY204" fmla="*/ 390525 h 493871"/>
                <a:gd name="connsiteX205" fmla="*/ 532924 w 538638"/>
                <a:gd name="connsiteY205" fmla="*/ 382429 h 493871"/>
                <a:gd name="connsiteX206" fmla="*/ 532924 w 538638"/>
                <a:gd name="connsiteY206" fmla="*/ 374333 h 493871"/>
                <a:gd name="connsiteX207" fmla="*/ 532924 w 538638"/>
                <a:gd name="connsiteY207" fmla="*/ 366713 h 493871"/>
                <a:gd name="connsiteX208" fmla="*/ 532924 w 538638"/>
                <a:gd name="connsiteY208" fmla="*/ 358616 h 493871"/>
                <a:gd name="connsiteX209" fmla="*/ 532924 w 538638"/>
                <a:gd name="connsiteY209" fmla="*/ 350520 h 493871"/>
                <a:gd name="connsiteX210" fmla="*/ 532924 w 538638"/>
                <a:gd name="connsiteY210" fmla="*/ 342424 h 493871"/>
                <a:gd name="connsiteX211" fmla="*/ 532924 w 538638"/>
                <a:gd name="connsiteY211" fmla="*/ 334804 h 493871"/>
                <a:gd name="connsiteX212" fmla="*/ 532924 w 538638"/>
                <a:gd name="connsiteY212" fmla="*/ 326708 h 493871"/>
                <a:gd name="connsiteX213" fmla="*/ 532924 w 538638"/>
                <a:gd name="connsiteY213" fmla="*/ 318611 h 493871"/>
                <a:gd name="connsiteX214" fmla="*/ 532924 w 538638"/>
                <a:gd name="connsiteY214" fmla="*/ 310515 h 493871"/>
                <a:gd name="connsiteX215" fmla="*/ 532924 w 538638"/>
                <a:gd name="connsiteY215" fmla="*/ 302419 h 493871"/>
                <a:gd name="connsiteX216" fmla="*/ 532924 w 538638"/>
                <a:gd name="connsiteY216" fmla="*/ 294799 h 493871"/>
                <a:gd name="connsiteX217" fmla="*/ 532924 w 538638"/>
                <a:gd name="connsiteY217" fmla="*/ 286703 h 493871"/>
                <a:gd name="connsiteX218" fmla="*/ 532924 w 538638"/>
                <a:gd name="connsiteY218" fmla="*/ 278606 h 493871"/>
                <a:gd name="connsiteX219" fmla="*/ 532924 w 538638"/>
                <a:gd name="connsiteY219" fmla="*/ 270510 h 493871"/>
                <a:gd name="connsiteX220" fmla="*/ 532924 w 538638"/>
                <a:gd name="connsiteY220" fmla="*/ 262414 h 493871"/>
                <a:gd name="connsiteX221" fmla="*/ 532924 w 538638"/>
                <a:gd name="connsiteY221" fmla="*/ 254318 h 493871"/>
                <a:gd name="connsiteX222" fmla="*/ 532924 w 538638"/>
                <a:gd name="connsiteY222" fmla="*/ 246221 h 493871"/>
                <a:gd name="connsiteX223" fmla="*/ 532924 w 538638"/>
                <a:gd name="connsiteY223" fmla="*/ 238125 h 493871"/>
                <a:gd name="connsiteX224" fmla="*/ 532924 w 538638"/>
                <a:gd name="connsiteY224" fmla="*/ 230029 h 493871"/>
                <a:gd name="connsiteX225" fmla="*/ 532924 w 538638"/>
                <a:gd name="connsiteY225" fmla="*/ 221933 h 493871"/>
                <a:gd name="connsiteX226" fmla="*/ 532924 w 538638"/>
                <a:gd name="connsiteY226" fmla="*/ 213836 h 493871"/>
                <a:gd name="connsiteX227" fmla="*/ 532924 w 538638"/>
                <a:gd name="connsiteY227" fmla="*/ 205740 h 493871"/>
                <a:gd name="connsiteX228" fmla="*/ 532924 w 538638"/>
                <a:gd name="connsiteY228" fmla="*/ 197168 h 493871"/>
                <a:gd name="connsiteX229" fmla="*/ 532924 w 538638"/>
                <a:gd name="connsiteY229" fmla="*/ 189071 h 493871"/>
                <a:gd name="connsiteX230" fmla="*/ 532924 w 538638"/>
                <a:gd name="connsiteY230" fmla="*/ 180975 h 493871"/>
                <a:gd name="connsiteX231" fmla="*/ 532924 w 538638"/>
                <a:gd name="connsiteY231" fmla="*/ 172879 h 493871"/>
                <a:gd name="connsiteX232" fmla="*/ 532924 w 538638"/>
                <a:gd name="connsiteY232" fmla="*/ 164783 h 493871"/>
                <a:gd name="connsiteX233" fmla="*/ 532924 w 538638"/>
                <a:gd name="connsiteY233" fmla="*/ 156686 h 493871"/>
                <a:gd name="connsiteX234" fmla="*/ 532924 w 538638"/>
                <a:gd name="connsiteY234" fmla="*/ 148114 h 493871"/>
                <a:gd name="connsiteX235" fmla="*/ 532924 w 538638"/>
                <a:gd name="connsiteY235" fmla="*/ 146685 h 493871"/>
                <a:gd name="connsiteX236" fmla="*/ 531019 w 538638"/>
                <a:gd name="connsiteY236" fmla="*/ 140970 h 493871"/>
                <a:gd name="connsiteX237" fmla="*/ 529114 w 538638"/>
                <a:gd name="connsiteY237" fmla="*/ 133826 h 493871"/>
                <a:gd name="connsiteX238" fmla="*/ 527209 w 538638"/>
                <a:gd name="connsiteY238" fmla="*/ 125254 h 493871"/>
                <a:gd name="connsiteX239" fmla="*/ 527209 w 538638"/>
                <a:gd name="connsiteY239" fmla="*/ 122396 h 493871"/>
                <a:gd name="connsiteX240" fmla="*/ 523875 w 538638"/>
                <a:gd name="connsiteY240" fmla="*/ 113347 h 493871"/>
                <a:gd name="connsiteX241" fmla="*/ 523399 w 538638"/>
                <a:gd name="connsiteY241" fmla="*/ 110966 h 493871"/>
                <a:gd name="connsiteX242" fmla="*/ 524351 w 538638"/>
                <a:gd name="connsiteY242" fmla="*/ 109061 h 493871"/>
                <a:gd name="connsiteX243" fmla="*/ 529590 w 538638"/>
                <a:gd name="connsiteY243" fmla="*/ 101441 h 493871"/>
                <a:gd name="connsiteX244" fmla="*/ 531019 w 538638"/>
                <a:gd name="connsiteY244" fmla="*/ 97631 h 493871"/>
                <a:gd name="connsiteX245" fmla="*/ 532448 w 538638"/>
                <a:gd name="connsiteY245" fmla="*/ 93345 h 493871"/>
                <a:gd name="connsiteX246" fmla="*/ 532924 w 538638"/>
                <a:gd name="connsiteY246" fmla="*/ 89535 h 493871"/>
                <a:gd name="connsiteX247" fmla="*/ 531495 w 538638"/>
                <a:gd name="connsiteY247" fmla="*/ 83820 h 493871"/>
                <a:gd name="connsiteX248" fmla="*/ 529590 w 538638"/>
                <a:gd name="connsiteY248" fmla="*/ 79058 h 493871"/>
                <a:gd name="connsiteX249" fmla="*/ 529114 w 538638"/>
                <a:gd name="connsiteY249" fmla="*/ 73819 h 493871"/>
                <a:gd name="connsiteX250" fmla="*/ 528638 w 538638"/>
                <a:gd name="connsiteY250" fmla="*/ 69056 h 493871"/>
                <a:gd name="connsiteX251" fmla="*/ 531495 w 538638"/>
                <a:gd name="connsiteY251" fmla="*/ 65246 h 493871"/>
                <a:gd name="connsiteX252" fmla="*/ 534352 w 538638"/>
                <a:gd name="connsiteY252" fmla="*/ 62389 h 493871"/>
                <a:gd name="connsiteX253" fmla="*/ 535781 w 538638"/>
                <a:gd name="connsiteY253" fmla="*/ 60008 h 493871"/>
                <a:gd name="connsiteX254" fmla="*/ 537686 w 538638"/>
                <a:gd name="connsiteY254" fmla="*/ 58103 h 493871"/>
                <a:gd name="connsiteX255" fmla="*/ 538639 w 538638"/>
                <a:gd name="connsiteY255" fmla="*/ 5715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538638" h="493871">
                  <a:moveTo>
                    <a:pt x="537686" y="54769"/>
                  </a:moveTo>
                  <a:lnTo>
                    <a:pt x="534352" y="48578"/>
                  </a:lnTo>
                  <a:lnTo>
                    <a:pt x="531971" y="45720"/>
                  </a:lnTo>
                  <a:lnTo>
                    <a:pt x="529590" y="44768"/>
                  </a:lnTo>
                  <a:lnTo>
                    <a:pt x="522923" y="43339"/>
                  </a:lnTo>
                  <a:lnTo>
                    <a:pt x="515779" y="44291"/>
                  </a:lnTo>
                  <a:lnTo>
                    <a:pt x="503873" y="43815"/>
                  </a:lnTo>
                  <a:lnTo>
                    <a:pt x="501015" y="42863"/>
                  </a:lnTo>
                  <a:lnTo>
                    <a:pt x="496252" y="39529"/>
                  </a:lnTo>
                  <a:lnTo>
                    <a:pt x="492919" y="38100"/>
                  </a:lnTo>
                  <a:lnTo>
                    <a:pt x="475298" y="36195"/>
                  </a:lnTo>
                  <a:lnTo>
                    <a:pt x="469106" y="31909"/>
                  </a:lnTo>
                  <a:lnTo>
                    <a:pt x="469582" y="29051"/>
                  </a:lnTo>
                  <a:lnTo>
                    <a:pt x="470059" y="27146"/>
                  </a:lnTo>
                  <a:lnTo>
                    <a:pt x="468630" y="20955"/>
                  </a:lnTo>
                  <a:lnTo>
                    <a:pt x="462915" y="18574"/>
                  </a:lnTo>
                  <a:lnTo>
                    <a:pt x="457200" y="16193"/>
                  </a:lnTo>
                  <a:lnTo>
                    <a:pt x="449580" y="14288"/>
                  </a:lnTo>
                  <a:lnTo>
                    <a:pt x="443389" y="10954"/>
                  </a:lnTo>
                  <a:lnTo>
                    <a:pt x="438150" y="9525"/>
                  </a:lnTo>
                  <a:lnTo>
                    <a:pt x="426244" y="10001"/>
                  </a:lnTo>
                  <a:lnTo>
                    <a:pt x="421957" y="8572"/>
                  </a:lnTo>
                  <a:lnTo>
                    <a:pt x="419100" y="9049"/>
                  </a:lnTo>
                  <a:lnTo>
                    <a:pt x="411956" y="14288"/>
                  </a:lnTo>
                  <a:lnTo>
                    <a:pt x="408623" y="14764"/>
                  </a:lnTo>
                  <a:lnTo>
                    <a:pt x="399574" y="15240"/>
                  </a:lnTo>
                  <a:lnTo>
                    <a:pt x="384810" y="22384"/>
                  </a:lnTo>
                  <a:lnTo>
                    <a:pt x="376238" y="28099"/>
                  </a:lnTo>
                  <a:lnTo>
                    <a:pt x="367665" y="35719"/>
                  </a:lnTo>
                  <a:lnTo>
                    <a:pt x="364807" y="40005"/>
                  </a:lnTo>
                  <a:lnTo>
                    <a:pt x="362426" y="44291"/>
                  </a:lnTo>
                  <a:lnTo>
                    <a:pt x="360998" y="50959"/>
                  </a:lnTo>
                  <a:lnTo>
                    <a:pt x="362426" y="60484"/>
                  </a:lnTo>
                  <a:lnTo>
                    <a:pt x="364331" y="66199"/>
                  </a:lnTo>
                  <a:lnTo>
                    <a:pt x="367189" y="70009"/>
                  </a:lnTo>
                  <a:lnTo>
                    <a:pt x="368141" y="73819"/>
                  </a:lnTo>
                  <a:lnTo>
                    <a:pt x="368618" y="78581"/>
                  </a:lnTo>
                  <a:lnTo>
                    <a:pt x="367189" y="82391"/>
                  </a:lnTo>
                  <a:lnTo>
                    <a:pt x="363855" y="88583"/>
                  </a:lnTo>
                  <a:lnTo>
                    <a:pt x="353854" y="100013"/>
                  </a:lnTo>
                  <a:lnTo>
                    <a:pt x="349568" y="102870"/>
                  </a:lnTo>
                  <a:lnTo>
                    <a:pt x="339566" y="107633"/>
                  </a:lnTo>
                  <a:lnTo>
                    <a:pt x="333851" y="108585"/>
                  </a:lnTo>
                  <a:lnTo>
                    <a:pt x="327184" y="107633"/>
                  </a:lnTo>
                  <a:lnTo>
                    <a:pt x="318135" y="102870"/>
                  </a:lnTo>
                  <a:lnTo>
                    <a:pt x="301943" y="89535"/>
                  </a:lnTo>
                  <a:lnTo>
                    <a:pt x="293846" y="86678"/>
                  </a:lnTo>
                  <a:lnTo>
                    <a:pt x="289560" y="83820"/>
                  </a:lnTo>
                  <a:lnTo>
                    <a:pt x="273368" y="78105"/>
                  </a:lnTo>
                  <a:lnTo>
                    <a:pt x="253841" y="73343"/>
                  </a:lnTo>
                  <a:lnTo>
                    <a:pt x="242888" y="72866"/>
                  </a:lnTo>
                  <a:lnTo>
                    <a:pt x="231457" y="71438"/>
                  </a:lnTo>
                  <a:lnTo>
                    <a:pt x="221932" y="68104"/>
                  </a:lnTo>
                  <a:lnTo>
                    <a:pt x="217646" y="65246"/>
                  </a:lnTo>
                  <a:lnTo>
                    <a:pt x="213836" y="61436"/>
                  </a:lnTo>
                  <a:lnTo>
                    <a:pt x="210502" y="56674"/>
                  </a:lnTo>
                  <a:lnTo>
                    <a:pt x="207645" y="50483"/>
                  </a:lnTo>
                  <a:lnTo>
                    <a:pt x="205740" y="45244"/>
                  </a:lnTo>
                  <a:lnTo>
                    <a:pt x="205740" y="38100"/>
                  </a:lnTo>
                  <a:lnTo>
                    <a:pt x="202406" y="32385"/>
                  </a:lnTo>
                  <a:lnTo>
                    <a:pt x="199549" y="29528"/>
                  </a:lnTo>
                  <a:lnTo>
                    <a:pt x="176689" y="24765"/>
                  </a:lnTo>
                  <a:lnTo>
                    <a:pt x="173831" y="23336"/>
                  </a:lnTo>
                  <a:lnTo>
                    <a:pt x="167640" y="18574"/>
                  </a:lnTo>
                  <a:lnTo>
                    <a:pt x="164782" y="17621"/>
                  </a:lnTo>
                  <a:lnTo>
                    <a:pt x="153829" y="14288"/>
                  </a:lnTo>
                  <a:lnTo>
                    <a:pt x="147638" y="14288"/>
                  </a:lnTo>
                  <a:lnTo>
                    <a:pt x="143827" y="13335"/>
                  </a:lnTo>
                  <a:lnTo>
                    <a:pt x="135255" y="10001"/>
                  </a:lnTo>
                  <a:lnTo>
                    <a:pt x="130016" y="10478"/>
                  </a:lnTo>
                  <a:lnTo>
                    <a:pt x="117157" y="14288"/>
                  </a:lnTo>
                  <a:lnTo>
                    <a:pt x="105727" y="12859"/>
                  </a:lnTo>
                  <a:lnTo>
                    <a:pt x="100965" y="11906"/>
                  </a:lnTo>
                  <a:lnTo>
                    <a:pt x="85249" y="3334"/>
                  </a:lnTo>
                  <a:lnTo>
                    <a:pt x="79534" y="2381"/>
                  </a:lnTo>
                  <a:lnTo>
                    <a:pt x="74771" y="0"/>
                  </a:lnTo>
                  <a:lnTo>
                    <a:pt x="74295" y="953"/>
                  </a:lnTo>
                  <a:lnTo>
                    <a:pt x="73343" y="8096"/>
                  </a:lnTo>
                  <a:lnTo>
                    <a:pt x="72866" y="10478"/>
                  </a:lnTo>
                  <a:lnTo>
                    <a:pt x="72866" y="14764"/>
                  </a:lnTo>
                  <a:lnTo>
                    <a:pt x="72866" y="20003"/>
                  </a:lnTo>
                  <a:lnTo>
                    <a:pt x="75724" y="24289"/>
                  </a:lnTo>
                  <a:lnTo>
                    <a:pt x="75724" y="26194"/>
                  </a:lnTo>
                  <a:lnTo>
                    <a:pt x="74771" y="28575"/>
                  </a:lnTo>
                  <a:lnTo>
                    <a:pt x="69532" y="30956"/>
                  </a:lnTo>
                  <a:lnTo>
                    <a:pt x="62865" y="34290"/>
                  </a:lnTo>
                  <a:lnTo>
                    <a:pt x="57626" y="37624"/>
                  </a:lnTo>
                  <a:lnTo>
                    <a:pt x="51435" y="40958"/>
                  </a:lnTo>
                  <a:lnTo>
                    <a:pt x="49530" y="43339"/>
                  </a:lnTo>
                  <a:lnTo>
                    <a:pt x="46673" y="44768"/>
                  </a:lnTo>
                  <a:lnTo>
                    <a:pt x="44291" y="46672"/>
                  </a:lnTo>
                  <a:lnTo>
                    <a:pt x="43815" y="48578"/>
                  </a:lnTo>
                  <a:lnTo>
                    <a:pt x="41910" y="51435"/>
                  </a:lnTo>
                  <a:lnTo>
                    <a:pt x="39529" y="53816"/>
                  </a:lnTo>
                  <a:lnTo>
                    <a:pt x="33814" y="55245"/>
                  </a:lnTo>
                  <a:lnTo>
                    <a:pt x="32861" y="55721"/>
                  </a:lnTo>
                  <a:lnTo>
                    <a:pt x="30004" y="59531"/>
                  </a:lnTo>
                  <a:lnTo>
                    <a:pt x="28575" y="60960"/>
                  </a:lnTo>
                  <a:lnTo>
                    <a:pt x="27146" y="63818"/>
                  </a:lnTo>
                  <a:lnTo>
                    <a:pt x="29051" y="71914"/>
                  </a:lnTo>
                  <a:lnTo>
                    <a:pt x="31432" y="80010"/>
                  </a:lnTo>
                  <a:lnTo>
                    <a:pt x="31909" y="83344"/>
                  </a:lnTo>
                  <a:lnTo>
                    <a:pt x="31909" y="86201"/>
                  </a:lnTo>
                  <a:lnTo>
                    <a:pt x="30480" y="89059"/>
                  </a:lnTo>
                  <a:lnTo>
                    <a:pt x="27623" y="93821"/>
                  </a:lnTo>
                  <a:lnTo>
                    <a:pt x="25241" y="96679"/>
                  </a:lnTo>
                  <a:lnTo>
                    <a:pt x="20955" y="102394"/>
                  </a:lnTo>
                  <a:lnTo>
                    <a:pt x="20002" y="103822"/>
                  </a:lnTo>
                  <a:lnTo>
                    <a:pt x="16669" y="105728"/>
                  </a:lnTo>
                  <a:lnTo>
                    <a:pt x="10954" y="107633"/>
                  </a:lnTo>
                  <a:lnTo>
                    <a:pt x="7144" y="109538"/>
                  </a:lnTo>
                  <a:lnTo>
                    <a:pt x="3810" y="111443"/>
                  </a:lnTo>
                  <a:lnTo>
                    <a:pt x="0" y="113824"/>
                  </a:lnTo>
                  <a:lnTo>
                    <a:pt x="2857" y="118586"/>
                  </a:lnTo>
                  <a:lnTo>
                    <a:pt x="8096" y="125730"/>
                  </a:lnTo>
                  <a:lnTo>
                    <a:pt x="10954" y="131445"/>
                  </a:lnTo>
                  <a:lnTo>
                    <a:pt x="12382" y="134303"/>
                  </a:lnTo>
                  <a:lnTo>
                    <a:pt x="14764" y="141446"/>
                  </a:lnTo>
                  <a:lnTo>
                    <a:pt x="16669" y="148590"/>
                  </a:lnTo>
                  <a:lnTo>
                    <a:pt x="17145" y="150495"/>
                  </a:lnTo>
                  <a:lnTo>
                    <a:pt x="18098" y="156210"/>
                  </a:lnTo>
                  <a:lnTo>
                    <a:pt x="17145" y="170974"/>
                  </a:lnTo>
                  <a:lnTo>
                    <a:pt x="18574" y="190024"/>
                  </a:lnTo>
                  <a:lnTo>
                    <a:pt x="20479" y="199072"/>
                  </a:lnTo>
                  <a:lnTo>
                    <a:pt x="17621" y="207645"/>
                  </a:lnTo>
                  <a:lnTo>
                    <a:pt x="14764" y="215741"/>
                  </a:lnTo>
                  <a:lnTo>
                    <a:pt x="14764" y="219551"/>
                  </a:lnTo>
                  <a:lnTo>
                    <a:pt x="16193" y="226219"/>
                  </a:lnTo>
                  <a:lnTo>
                    <a:pt x="17621" y="230505"/>
                  </a:lnTo>
                  <a:lnTo>
                    <a:pt x="19526" y="233363"/>
                  </a:lnTo>
                  <a:lnTo>
                    <a:pt x="19526" y="240983"/>
                  </a:lnTo>
                  <a:lnTo>
                    <a:pt x="18574" y="243840"/>
                  </a:lnTo>
                  <a:lnTo>
                    <a:pt x="12859" y="248126"/>
                  </a:lnTo>
                  <a:lnTo>
                    <a:pt x="6191" y="251460"/>
                  </a:lnTo>
                  <a:lnTo>
                    <a:pt x="4286" y="254794"/>
                  </a:lnTo>
                  <a:lnTo>
                    <a:pt x="3810" y="258604"/>
                  </a:lnTo>
                  <a:lnTo>
                    <a:pt x="4763" y="261461"/>
                  </a:lnTo>
                  <a:lnTo>
                    <a:pt x="9049" y="267653"/>
                  </a:lnTo>
                  <a:lnTo>
                    <a:pt x="15716" y="277178"/>
                  </a:lnTo>
                  <a:lnTo>
                    <a:pt x="23336" y="287655"/>
                  </a:lnTo>
                  <a:lnTo>
                    <a:pt x="23813" y="290513"/>
                  </a:lnTo>
                  <a:lnTo>
                    <a:pt x="24289" y="297656"/>
                  </a:lnTo>
                  <a:lnTo>
                    <a:pt x="27623" y="307181"/>
                  </a:lnTo>
                  <a:lnTo>
                    <a:pt x="30956" y="310991"/>
                  </a:lnTo>
                  <a:lnTo>
                    <a:pt x="31909" y="314325"/>
                  </a:lnTo>
                  <a:lnTo>
                    <a:pt x="34290" y="316230"/>
                  </a:lnTo>
                  <a:lnTo>
                    <a:pt x="36671" y="318135"/>
                  </a:lnTo>
                  <a:lnTo>
                    <a:pt x="38100" y="318135"/>
                  </a:lnTo>
                  <a:lnTo>
                    <a:pt x="46673" y="315754"/>
                  </a:lnTo>
                  <a:lnTo>
                    <a:pt x="60960" y="319564"/>
                  </a:lnTo>
                  <a:lnTo>
                    <a:pt x="74771" y="323850"/>
                  </a:lnTo>
                  <a:lnTo>
                    <a:pt x="75724" y="324803"/>
                  </a:lnTo>
                  <a:lnTo>
                    <a:pt x="78581" y="330041"/>
                  </a:lnTo>
                  <a:lnTo>
                    <a:pt x="83344" y="339090"/>
                  </a:lnTo>
                  <a:lnTo>
                    <a:pt x="87154" y="346234"/>
                  </a:lnTo>
                  <a:lnTo>
                    <a:pt x="90488" y="352425"/>
                  </a:lnTo>
                  <a:lnTo>
                    <a:pt x="108109" y="356711"/>
                  </a:lnTo>
                  <a:lnTo>
                    <a:pt x="124777" y="360521"/>
                  </a:lnTo>
                  <a:lnTo>
                    <a:pt x="141923" y="364331"/>
                  </a:lnTo>
                  <a:lnTo>
                    <a:pt x="145732" y="366713"/>
                  </a:lnTo>
                  <a:lnTo>
                    <a:pt x="154781" y="374333"/>
                  </a:lnTo>
                  <a:lnTo>
                    <a:pt x="166211" y="383858"/>
                  </a:lnTo>
                  <a:lnTo>
                    <a:pt x="166688" y="384334"/>
                  </a:lnTo>
                  <a:lnTo>
                    <a:pt x="167164" y="384334"/>
                  </a:lnTo>
                  <a:lnTo>
                    <a:pt x="178118" y="378619"/>
                  </a:lnTo>
                  <a:lnTo>
                    <a:pt x="192881" y="370999"/>
                  </a:lnTo>
                  <a:lnTo>
                    <a:pt x="192881" y="370999"/>
                  </a:lnTo>
                  <a:lnTo>
                    <a:pt x="205264" y="365284"/>
                  </a:lnTo>
                  <a:lnTo>
                    <a:pt x="214789" y="360521"/>
                  </a:lnTo>
                  <a:lnTo>
                    <a:pt x="227171" y="354806"/>
                  </a:lnTo>
                  <a:lnTo>
                    <a:pt x="238125" y="360997"/>
                  </a:lnTo>
                  <a:lnTo>
                    <a:pt x="254318" y="369094"/>
                  </a:lnTo>
                  <a:lnTo>
                    <a:pt x="270986" y="377666"/>
                  </a:lnTo>
                  <a:lnTo>
                    <a:pt x="287179" y="385763"/>
                  </a:lnTo>
                  <a:lnTo>
                    <a:pt x="303371" y="394335"/>
                  </a:lnTo>
                  <a:lnTo>
                    <a:pt x="319564" y="402431"/>
                  </a:lnTo>
                  <a:lnTo>
                    <a:pt x="335756" y="411004"/>
                  </a:lnTo>
                  <a:lnTo>
                    <a:pt x="352425" y="419100"/>
                  </a:lnTo>
                  <a:lnTo>
                    <a:pt x="368618" y="427672"/>
                  </a:lnTo>
                  <a:lnTo>
                    <a:pt x="384810" y="435769"/>
                  </a:lnTo>
                  <a:lnTo>
                    <a:pt x="401002" y="444341"/>
                  </a:lnTo>
                  <a:lnTo>
                    <a:pt x="417671" y="452438"/>
                  </a:lnTo>
                  <a:lnTo>
                    <a:pt x="433864" y="461010"/>
                  </a:lnTo>
                  <a:lnTo>
                    <a:pt x="450056" y="469106"/>
                  </a:lnTo>
                  <a:lnTo>
                    <a:pt x="466249" y="477203"/>
                  </a:lnTo>
                  <a:lnTo>
                    <a:pt x="482918" y="485775"/>
                  </a:lnTo>
                  <a:lnTo>
                    <a:pt x="499110" y="493871"/>
                  </a:lnTo>
                  <a:lnTo>
                    <a:pt x="499110" y="489585"/>
                  </a:lnTo>
                  <a:lnTo>
                    <a:pt x="499110" y="485299"/>
                  </a:lnTo>
                  <a:lnTo>
                    <a:pt x="499110" y="481013"/>
                  </a:lnTo>
                  <a:lnTo>
                    <a:pt x="499110" y="476250"/>
                  </a:lnTo>
                  <a:lnTo>
                    <a:pt x="507206" y="476250"/>
                  </a:lnTo>
                  <a:lnTo>
                    <a:pt x="515779" y="476250"/>
                  </a:lnTo>
                  <a:lnTo>
                    <a:pt x="524351" y="476250"/>
                  </a:lnTo>
                  <a:lnTo>
                    <a:pt x="532448" y="476250"/>
                  </a:lnTo>
                  <a:lnTo>
                    <a:pt x="532448" y="476250"/>
                  </a:lnTo>
                  <a:lnTo>
                    <a:pt x="532924" y="476250"/>
                  </a:lnTo>
                  <a:lnTo>
                    <a:pt x="532924" y="476250"/>
                  </a:lnTo>
                  <a:lnTo>
                    <a:pt x="532924" y="476250"/>
                  </a:lnTo>
                  <a:lnTo>
                    <a:pt x="532924" y="458629"/>
                  </a:lnTo>
                  <a:lnTo>
                    <a:pt x="532924" y="441484"/>
                  </a:lnTo>
                  <a:lnTo>
                    <a:pt x="532924" y="423863"/>
                  </a:lnTo>
                  <a:lnTo>
                    <a:pt x="532924" y="406241"/>
                  </a:lnTo>
                  <a:lnTo>
                    <a:pt x="532924" y="398145"/>
                  </a:lnTo>
                  <a:lnTo>
                    <a:pt x="532924" y="390525"/>
                  </a:lnTo>
                  <a:lnTo>
                    <a:pt x="532924" y="382429"/>
                  </a:lnTo>
                  <a:lnTo>
                    <a:pt x="532924" y="374333"/>
                  </a:lnTo>
                  <a:lnTo>
                    <a:pt x="532924" y="366713"/>
                  </a:lnTo>
                  <a:lnTo>
                    <a:pt x="532924" y="358616"/>
                  </a:lnTo>
                  <a:lnTo>
                    <a:pt x="532924" y="350520"/>
                  </a:lnTo>
                  <a:lnTo>
                    <a:pt x="532924" y="342424"/>
                  </a:lnTo>
                  <a:lnTo>
                    <a:pt x="532924" y="334804"/>
                  </a:lnTo>
                  <a:lnTo>
                    <a:pt x="532924" y="326708"/>
                  </a:lnTo>
                  <a:lnTo>
                    <a:pt x="532924" y="318611"/>
                  </a:lnTo>
                  <a:lnTo>
                    <a:pt x="532924" y="310515"/>
                  </a:lnTo>
                  <a:lnTo>
                    <a:pt x="532924" y="302419"/>
                  </a:lnTo>
                  <a:lnTo>
                    <a:pt x="532924" y="294799"/>
                  </a:lnTo>
                  <a:lnTo>
                    <a:pt x="532924" y="286703"/>
                  </a:lnTo>
                  <a:lnTo>
                    <a:pt x="532924" y="278606"/>
                  </a:lnTo>
                  <a:lnTo>
                    <a:pt x="532924" y="270510"/>
                  </a:lnTo>
                  <a:lnTo>
                    <a:pt x="532924" y="262414"/>
                  </a:lnTo>
                  <a:lnTo>
                    <a:pt x="532924" y="254318"/>
                  </a:lnTo>
                  <a:lnTo>
                    <a:pt x="532924" y="246221"/>
                  </a:lnTo>
                  <a:lnTo>
                    <a:pt x="532924" y="238125"/>
                  </a:lnTo>
                  <a:lnTo>
                    <a:pt x="532924" y="230029"/>
                  </a:lnTo>
                  <a:lnTo>
                    <a:pt x="532924" y="221933"/>
                  </a:lnTo>
                  <a:lnTo>
                    <a:pt x="532924" y="213836"/>
                  </a:lnTo>
                  <a:lnTo>
                    <a:pt x="532924" y="205740"/>
                  </a:lnTo>
                  <a:lnTo>
                    <a:pt x="532924" y="197168"/>
                  </a:lnTo>
                  <a:lnTo>
                    <a:pt x="532924" y="189071"/>
                  </a:lnTo>
                  <a:lnTo>
                    <a:pt x="532924" y="180975"/>
                  </a:lnTo>
                  <a:lnTo>
                    <a:pt x="532924" y="172879"/>
                  </a:lnTo>
                  <a:lnTo>
                    <a:pt x="532924" y="164783"/>
                  </a:lnTo>
                  <a:lnTo>
                    <a:pt x="532924" y="156686"/>
                  </a:lnTo>
                  <a:lnTo>
                    <a:pt x="532924" y="148114"/>
                  </a:lnTo>
                  <a:lnTo>
                    <a:pt x="532924" y="146685"/>
                  </a:lnTo>
                  <a:lnTo>
                    <a:pt x="531019" y="140970"/>
                  </a:lnTo>
                  <a:lnTo>
                    <a:pt x="529114" y="133826"/>
                  </a:lnTo>
                  <a:lnTo>
                    <a:pt x="527209" y="125254"/>
                  </a:lnTo>
                  <a:lnTo>
                    <a:pt x="527209" y="122396"/>
                  </a:lnTo>
                  <a:lnTo>
                    <a:pt x="523875" y="113347"/>
                  </a:lnTo>
                  <a:lnTo>
                    <a:pt x="523399" y="110966"/>
                  </a:lnTo>
                  <a:lnTo>
                    <a:pt x="524351" y="109061"/>
                  </a:lnTo>
                  <a:lnTo>
                    <a:pt x="529590" y="101441"/>
                  </a:lnTo>
                  <a:lnTo>
                    <a:pt x="531019" y="97631"/>
                  </a:lnTo>
                  <a:lnTo>
                    <a:pt x="532448" y="93345"/>
                  </a:lnTo>
                  <a:lnTo>
                    <a:pt x="532924" y="89535"/>
                  </a:lnTo>
                  <a:lnTo>
                    <a:pt x="531495" y="83820"/>
                  </a:lnTo>
                  <a:lnTo>
                    <a:pt x="529590" y="79058"/>
                  </a:lnTo>
                  <a:lnTo>
                    <a:pt x="529114" y="73819"/>
                  </a:lnTo>
                  <a:lnTo>
                    <a:pt x="528638" y="69056"/>
                  </a:lnTo>
                  <a:lnTo>
                    <a:pt x="531495" y="65246"/>
                  </a:lnTo>
                  <a:lnTo>
                    <a:pt x="534352" y="62389"/>
                  </a:lnTo>
                  <a:lnTo>
                    <a:pt x="535781" y="60008"/>
                  </a:lnTo>
                  <a:lnTo>
                    <a:pt x="537686" y="58103"/>
                  </a:lnTo>
                  <a:lnTo>
                    <a:pt x="538639" y="57150"/>
                  </a:lnTo>
                  <a:close/>
                </a:path>
              </a:pathLst>
            </a:custGeom>
            <a:grpFill/>
            <a:ln w="317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378315FA-B5B2-49F6-872E-984EACE89D11}"/>
                </a:ext>
              </a:extLst>
            </p:cNvPr>
            <p:cNvSpPr/>
            <p:nvPr/>
          </p:nvSpPr>
          <p:spPr>
            <a:xfrm>
              <a:off x="6434613" y="2086927"/>
              <a:ext cx="244316" cy="115728"/>
            </a:xfrm>
            <a:custGeom>
              <a:avLst/>
              <a:gdLst>
                <a:gd name="connsiteX0" fmla="*/ 244316 w 244316"/>
                <a:gd name="connsiteY0" fmla="*/ 84772 h 115728"/>
                <a:gd name="connsiteX1" fmla="*/ 243364 w 244316"/>
                <a:gd name="connsiteY1" fmla="*/ 81439 h 115728"/>
                <a:gd name="connsiteX2" fmla="*/ 241459 w 244316"/>
                <a:gd name="connsiteY2" fmla="*/ 75247 h 115728"/>
                <a:gd name="connsiteX3" fmla="*/ 240982 w 244316"/>
                <a:gd name="connsiteY3" fmla="*/ 73819 h 115728"/>
                <a:gd name="connsiteX4" fmla="*/ 237649 w 244316"/>
                <a:gd name="connsiteY4" fmla="*/ 70961 h 115728"/>
                <a:gd name="connsiteX5" fmla="*/ 237173 w 244316"/>
                <a:gd name="connsiteY5" fmla="*/ 69056 h 115728"/>
                <a:gd name="connsiteX6" fmla="*/ 235744 w 244316"/>
                <a:gd name="connsiteY6" fmla="*/ 66199 h 115728"/>
                <a:gd name="connsiteX7" fmla="*/ 233839 w 244316"/>
                <a:gd name="connsiteY7" fmla="*/ 64294 h 115728"/>
                <a:gd name="connsiteX8" fmla="*/ 233363 w 244316"/>
                <a:gd name="connsiteY8" fmla="*/ 60484 h 115728"/>
                <a:gd name="connsiteX9" fmla="*/ 232410 w 244316"/>
                <a:gd name="connsiteY9" fmla="*/ 59055 h 115728"/>
                <a:gd name="connsiteX10" fmla="*/ 230981 w 244316"/>
                <a:gd name="connsiteY10" fmla="*/ 58102 h 115728"/>
                <a:gd name="connsiteX11" fmla="*/ 225743 w 244316"/>
                <a:gd name="connsiteY11" fmla="*/ 59531 h 115728"/>
                <a:gd name="connsiteX12" fmla="*/ 225266 w 244316"/>
                <a:gd name="connsiteY12" fmla="*/ 59531 h 115728"/>
                <a:gd name="connsiteX13" fmla="*/ 227648 w 244316"/>
                <a:gd name="connsiteY13" fmla="*/ 52864 h 115728"/>
                <a:gd name="connsiteX14" fmla="*/ 228124 w 244316"/>
                <a:gd name="connsiteY14" fmla="*/ 49054 h 115728"/>
                <a:gd name="connsiteX15" fmla="*/ 229553 w 244316"/>
                <a:gd name="connsiteY15" fmla="*/ 45244 h 115728"/>
                <a:gd name="connsiteX16" fmla="*/ 231457 w 244316"/>
                <a:gd name="connsiteY16" fmla="*/ 43815 h 115728"/>
                <a:gd name="connsiteX17" fmla="*/ 231934 w 244316"/>
                <a:gd name="connsiteY17" fmla="*/ 42386 h 115728"/>
                <a:gd name="connsiteX18" fmla="*/ 231934 w 244316"/>
                <a:gd name="connsiteY18" fmla="*/ 40005 h 115728"/>
                <a:gd name="connsiteX19" fmla="*/ 231934 w 244316"/>
                <a:gd name="connsiteY19" fmla="*/ 37624 h 115728"/>
                <a:gd name="connsiteX20" fmla="*/ 230505 w 244316"/>
                <a:gd name="connsiteY20" fmla="*/ 36671 h 115728"/>
                <a:gd name="connsiteX21" fmla="*/ 226695 w 244316"/>
                <a:gd name="connsiteY21" fmla="*/ 33814 h 115728"/>
                <a:gd name="connsiteX22" fmla="*/ 221932 w 244316"/>
                <a:gd name="connsiteY22" fmla="*/ 30956 h 115728"/>
                <a:gd name="connsiteX23" fmla="*/ 220980 w 244316"/>
                <a:gd name="connsiteY23" fmla="*/ 27146 h 115728"/>
                <a:gd name="connsiteX24" fmla="*/ 219551 w 244316"/>
                <a:gd name="connsiteY24" fmla="*/ 26670 h 115728"/>
                <a:gd name="connsiteX25" fmla="*/ 215741 w 244316"/>
                <a:gd name="connsiteY25" fmla="*/ 26194 h 115728"/>
                <a:gd name="connsiteX26" fmla="*/ 214789 w 244316"/>
                <a:gd name="connsiteY26" fmla="*/ 26194 h 115728"/>
                <a:gd name="connsiteX27" fmla="*/ 210026 w 244316"/>
                <a:gd name="connsiteY27" fmla="*/ 25717 h 115728"/>
                <a:gd name="connsiteX28" fmla="*/ 204788 w 244316"/>
                <a:gd name="connsiteY28" fmla="*/ 23813 h 115728"/>
                <a:gd name="connsiteX29" fmla="*/ 202406 w 244316"/>
                <a:gd name="connsiteY29" fmla="*/ 22384 h 115728"/>
                <a:gd name="connsiteX30" fmla="*/ 200025 w 244316"/>
                <a:gd name="connsiteY30" fmla="*/ 22384 h 115728"/>
                <a:gd name="connsiteX31" fmla="*/ 197644 w 244316"/>
                <a:gd name="connsiteY31" fmla="*/ 23336 h 115728"/>
                <a:gd name="connsiteX32" fmla="*/ 187643 w 244316"/>
                <a:gd name="connsiteY32" fmla="*/ 26194 h 115728"/>
                <a:gd name="connsiteX33" fmla="*/ 185261 w 244316"/>
                <a:gd name="connsiteY33" fmla="*/ 25241 h 115728"/>
                <a:gd name="connsiteX34" fmla="*/ 179547 w 244316"/>
                <a:gd name="connsiteY34" fmla="*/ 22860 h 115728"/>
                <a:gd name="connsiteX35" fmla="*/ 176689 w 244316"/>
                <a:gd name="connsiteY35" fmla="*/ 19526 h 115728"/>
                <a:gd name="connsiteX36" fmla="*/ 170498 w 244316"/>
                <a:gd name="connsiteY36" fmla="*/ 13811 h 115728"/>
                <a:gd name="connsiteX37" fmla="*/ 170022 w 244316"/>
                <a:gd name="connsiteY37" fmla="*/ 12382 h 115728"/>
                <a:gd name="connsiteX38" fmla="*/ 169069 w 244316"/>
                <a:gd name="connsiteY38" fmla="*/ 10954 h 115728"/>
                <a:gd name="connsiteX39" fmla="*/ 162401 w 244316"/>
                <a:gd name="connsiteY39" fmla="*/ 9525 h 115728"/>
                <a:gd name="connsiteX40" fmla="*/ 160020 w 244316"/>
                <a:gd name="connsiteY40" fmla="*/ 7620 h 115728"/>
                <a:gd name="connsiteX41" fmla="*/ 158115 w 244316"/>
                <a:gd name="connsiteY41" fmla="*/ 7144 h 115728"/>
                <a:gd name="connsiteX42" fmla="*/ 154781 w 244316"/>
                <a:gd name="connsiteY42" fmla="*/ 6191 h 115728"/>
                <a:gd name="connsiteX43" fmla="*/ 147161 w 244316"/>
                <a:gd name="connsiteY43" fmla="*/ 1429 h 115728"/>
                <a:gd name="connsiteX44" fmla="*/ 145256 w 244316"/>
                <a:gd name="connsiteY44" fmla="*/ 952 h 115728"/>
                <a:gd name="connsiteX45" fmla="*/ 144780 w 244316"/>
                <a:gd name="connsiteY45" fmla="*/ 1429 h 115728"/>
                <a:gd name="connsiteX46" fmla="*/ 144780 w 244316"/>
                <a:gd name="connsiteY46" fmla="*/ 2857 h 115728"/>
                <a:gd name="connsiteX47" fmla="*/ 144304 w 244316"/>
                <a:gd name="connsiteY47" fmla="*/ 3334 h 115728"/>
                <a:gd name="connsiteX48" fmla="*/ 143351 w 244316"/>
                <a:gd name="connsiteY48" fmla="*/ 3334 h 115728"/>
                <a:gd name="connsiteX49" fmla="*/ 141447 w 244316"/>
                <a:gd name="connsiteY49" fmla="*/ 1429 h 115728"/>
                <a:gd name="connsiteX50" fmla="*/ 139541 w 244316"/>
                <a:gd name="connsiteY50" fmla="*/ 0 h 115728"/>
                <a:gd name="connsiteX51" fmla="*/ 132398 w 244316"/>
                <a:gd name="connsiteY51" fmla="*/ 2857 h 115728"/>
                <a:gd name="connsiteX52" fmla="*/ 130016 w 244316"/>
                <a:gd name="connsiteY52" fmla="*/ 3810 h 115728"/>
                <a:gd name="connsiteX53" fmla="*/ 128111 w 244316"/>
                <a:gd name="connsiteY53" fmla="*/ 3810 h 115728"/>
                <a:gd name="connsiteX54" fmla="*/ 117157 w 244316"/>
                <a:gd name="connsiteY54" fmla="*/ 7620 h 115728"/>
                <a:gd name="connsiteX55" fmla="*/ 113824 w 244316"/>
                <a:gd name="connsiteY55" fmla="*/ 9525 h 115728"/>
                <a:gd name="connsiteX56" fmla="*/ 112395 w 244316"/>
                <a:gd name="connsiteY56" fmla="*/ 9525 h 115728"/>
                <a:gd name="connsiteX57" fmla="*/ 111919 w 244316"/>
                <a:gd name="connsiteY57" fmla="*/ 13811 h 115728"/>
                <a:gd name="connsiteX58" fmla="*/ 113824 w 244316"/>
                <a:gd name="connsiteY58" fmla="*/ 20479 h 115728"/>
                <a:gd name="connsiteX59" fmla="*/ 115253 w 244316"/>
                <a:gd name="connsiteY59" fmla="*/ 36195 h 115728"/>
                <a:gd name="connsiteX60" fmla="*/ 114300 w 244316"/>
                <a:gd name="connsiteY60" fmla="*/ 39529 h 115728"/>
                <a:gd name="connsiteX61" fmla="*/ 110966 w 244316"/>
                <a:gd name="connsiteY61" fmla="*/ 43339 h 115728"/>
                <a:gd name="connsiteX62" fmla="*/ 103347 w 244316"/>
                <a:gd name="connsiteY62" fmla="*/ 48577 h 115728"/>
                <a:gd name="connsiteX63" fmla="*/ 99060 w 244316"/>
                <a:gd name="connsiteY63" fmla="*/ 51435 h 115728"/>
                <a:gd name="connsiteX64" fmla="*/ 89535 w 244316"/>
                <a:gd name="connsiteY64" fmla="*/ 53340 h 115728"/>
                <a:gd name="connsiteX65" fmla="*/ 77153 w 244316"/>
                <a:gd name="connsiteY65" fmla="*/ 47625 h 115728"/>
                <a:gd name="connsiteX66" fmla="*/ 71914 w 244316"/>
                <a:gd name="connsiteY66" fmla="*/ 36195 h 115728"/>
                <a:gd name="connsiteX67" fmla="*/ 68580 w 244316"/>
                <a:gd name="connsiteY67" fmla="*/ 32861 h 115728"/>
                <a:gd name="connsiteX68" fmla="*/ 55722 w 244316"/>
                <a:gd name="connsiteY68" fmla="*/ 22860 h 115728"/>
                <a:gd name="connsiteX69" fmla="*/ 54293 w 244316"/>
                <a:gd name="connsiteY69" fmla="*/ 20479 h 115728"/>
                <a:gd name="connsiteX70" fmla="*/ 52388 w 244316"/>
                <a:gd name="connsiteY70" fmla="*/ 16669 h 115728"/>
                <a:gd name="connsiteX71" fmla="*/ 41434 w 244316"/>
                <a:gd name="connsiteY71" fmla="*/ 19526 h 115728"/>
                <a:gd name="connsiteX72" fmla="*/ 31432 w 244316"/>
                <a:gd name="connsiteY72" fmla="*/ 22860 h 115728"/>
                <a:gd name="connsiteX73" fmla="*/ 24289 w 244316"/>
                <a:gd name="connsiteY73" fmla="*/ 24289 h 115728"/>
                <a:gd name="connsiteX74" fmla="*/ 15240 w 244316"/>
                <a:gd name="connsiteY74" fmla="*/ 36195 h 115728"/>
                <a:gd name="connsiteX75" fmla="*/ 13811 w 244316"/>
                <a:gd name="connsiteY75" fmla="*/ 40481 h 115728"/>
                <a:gd name="connsiteX76" fmla="*/ 13335 w 244316"/>
                <a:gd name="connsiteY76" fmla="*/ 45720 h 115728"/>
                <a:gd name="connsiteX77" fmla="*/ 11430 w 244316"/>
                <a:gd name="connsiteY77" fmla="*/ 50959 h 115728"/>
                <a:gd name="connsiteX78" fmla="*/ 8097 w 244316"/>
                <a:gd name="connsiteY78" fmla="*/ 55245 h 115728"/>
                <a:gd name="connsiteX79" fmla="*/ 1905 w 244316"/>
                <a:gd name="connsiteY79" fmla="*/ 60484 h 115728"/>
                <a:gd name="connsiteX80" fmla="*/ 476 w 244316"/>
                <a:gd name="connsiteY80" fmla="*/ 69532 h 115728"/>
                <a:gd name="connsiteX81" fmla="*/ 0 w 244316"/>
                <a:gd name="connsiteY81" fmla="*/ 87630 h 115728"/>
                <a:gd name="connsiteX82" fmla="*/ 953 w 244316"/>
                <a:gd name="connsiteY82" fmla="*/ 96679 h 115728"/>
                <a:gd name="connsiteX83" fmla="*/ 10001 w 244316"/>
                <a:gd name="connsiteY83" fmla="*/ 90964 h 115728"/>
                <a:gd name="connsiteX84" fmla="*/ 21907 w 244316"/>
                <a:gd name="connsiteY84" fmla="*/ 84772 h 115728"/>
                <a:gd name="connsiteX85" fmla="*/ 24289 w 244316"/>
                <a:gd name="connsiteY85" fmla="*/ 84296 h 115728"/>
                <a:gd name="connsiteX86" fmla="*/ 34766 w 244316"/>
                <a:gd name="connsiteY86" fmla="*/ 80486 h 115728"/>
                <a:gd name="connsiteX87" fmla="*/ 36195 w 244316"/>
                <a:gd name="connsiteY87" fmla="*/ 80486 h 115728"/>
                <a:gd name="connsiteX88" fmla="*/ 45720 w 244316"/>
                <a:gd name="connsiteY88" fmla="*/ 80963 h 115728"/>
                <a:gd name="connsiteX89" fmla="*/ 53340 w 244316"/>
                <a:gd name="connsiteY89" fmla="*/ 81915 h 115728"/>
                <a:gd name="connsiteX90" fmla="*/ 60007 w 244316"/>
                <a:gd name="connsiteY90" fmla="*/ 81915 h 115728"/>
                <a:gd name="connsiteX91" fmla="*/ 63341 w 244316"/>
                <a:gd name="connsiteY91" fmla="*/ 80963 h 115728"/>
                <a:gd name="connsiteX92" fmla="*/ 66199 w 244316"/>
                <a:gd name="connsiteY92" fmla="*/ 81439 h 115728"/>
                <a:gd name="connsiteX93" fmla="*/ 69056 w 244316"/>
                <a:gd name="connsiteY93" fmla="*/ 84296 h 115728"/>
                <a:gd name="connsiteX94" fmla="*/ 71438 w 244316"/>
                <a:gd name="connsiteY94" fmla="*/ 83820 h 115728"/>
                <a:gd name="connsiteX95" fmla="*/ 74295 w 244316"/>
                <a:gd name="connsiteY95" fmla="*/ 82391 h 115728"/>
                <a:gd name="connsiteX96" fmla="*/ 88106 w 244316"/>
                <a:gd name="connsiteY96" fmla="*/ 83820 h 115728"/>
                <a:gd name="connsiteX97" fmla="*/ 91440 w 244316"/>
                <a:gd name="connsiteY97" fmla="*/ 83820 h 115728"/>
                <a:gd name="connsiteX98" fmla="*/ 95250 w 244316"/>
                <a:gd name="connsiteY98" fmla="*/ 84296 h 115728"/>
                <a:gd name="connsiteX99" fmla="*/ 101918 w 244316"/>
                <a:gd name="connsiteY99" fmla="*/ 85725 h 115728"/>
                <a:gd name="connsiteX100" fmla="*/ 105728 w 244316"/>
                <a:gd name="connsiteY100" fmla="*/ 87154 h 115728"/>
                <a:gd name="connsiteX101" fmla="*/ 113824 w 244316"/>
                <a:gd name="connsiteY101" fmla="*/ 86201 h 115728"/>
                <a:gd name="connsiteX102" fmla="*/ 117634 w 244316"/>
                <a:gd name="connsiteY102" fmla="*/ 86201 h 115728"/>
                <a:gd name="connsiteX103" fmla="*/ 119539 w 244316"/>
                <a:gd name="connsiteY103" fmla="*/ 85725 h 115728"/>
                <a:gd name="connsiteX104" fmla="*/ 125254 w 244316"/>
                <a:gd name="connsiteY104" fmla="*/ 81439 h 115728"/>
                <a:gd name="connsiteX105" fmla="*/ 127635 w 244316"/>
                <a:gd name="connsiteY105" fmla="*/ 80963 h 115728"/>
                <a:gd name="connsiteX106" fmla="*/ 130016 w 244316"/>
                <a:gd name="connsiteY106" fmla="*/ 80010 h 115728"/>
                <a:gd name="connsiteX107" fmla="*/ 132398 w 244316"/>
                <a:gd name="connsiteY107" fmla="*/ 80963 h 115728"/>
                <a:gd name="connsiteX108" fmla="*/ 133826 w 244316"/>
                <a:gd name="connsiteY108" fmla="*/ 84296 h 115728"/>
                <a:gd name="connsiteX109" fmla="*/ 138113 w 244316"/>
                <a:gd name="connsiteY109" fmla="*/ 90011 h 115728"/>
                <a:gd name="connsiteX110" fmla="*/ 142399 w 244316"/>
                <a:gd name="connsiteY110" fmla="*/ 91440 h 115728"/>
                <a:gd name="connsiteX111" fmla="*/ 155257 w 244316"/>
                <a:gd name="connsiteY111" fmla="*/ 93821 h 115728"/>
                <a:gd name="connsiteX112" fmla="*/ 158115 w 244316"/>
                <a:gd name="connsiteY112" fmla="*/ 94774 h 115728"/>
                <a:gd name="connsiteX113" fmla="*/ 165259 w 244316"/>
                <a:gd name="connsiteY113" fmla="*/ 100013 h 115728"/>
                <a:gd name="connsiteX114" fmla="*/ 169545 w 244316"/>
                <a:gd name="connsiteY114" fmla="*/ 102870 h 115728"/>
                <a:gd name="connsiteX115" fmla="*/ 172403 w 244316"/>
                <a:gd name="connsiteY115" fmla="*/ 104775 h 115728"/>
                <a:gd name="connsiteX116" fmla="*/ 176689 w 244316"/>
                <a:gd name="connsiteY116" fmla="*/ 108585 h 115728"/>
                <a:gd name="connsiteX117" fmla="*/ 179070 w 244316"/>
                <a:gd name="connsiteY117" fmla="*/ 111442 h 115728"/>
                <a:gd name="connsiteX118" fmla="*/ 183356 w 244316"/>
                <a:gd name="connsiteY118" fmla="*/ 113824 h 115728"/>
                <a:gd name="connsiteX119" fmla="*/ 188119 w 244316"/>
                <a:gd name="connsiteY119" fmla="*/ 115252 h 115728"/>
                <a:gd name="connsiteX120" fmla="*/ 189548 w 244316"/>
                <a:gd name="connsiteY120" fmla="*/ 115729 h 115728"/>
                <a:gd name="connsiteX121" fmla="*/ 190500 w 244316"/>
                <a:gd name="connsiteY121" fmla="*/ 115252 h 115728"/>
                <a:gd name="connsiteX122" fmla="*/ 195739 w 244316"/>
                <a:gd name="connsiteY122" fmla="*/ 114300 h 115728"/>
                <a:gd name="connsiteX123" fmla="*/ 197644 w 244316"/>
                <a:gd name="connsiteY123" fmla="*/ 113824 h 115728"/>
                <a:gd name="connsiteX124" fmla="*/ 201930 w 244316"/>
                <a:gd name="connsiteY124" fmla="*/ 108585 h 115728"/>
                <a:gd name="connsiteX125" fmla="*/ 205264 w 244316"/>
                <a:gd name="connsiteY125" fmla="*/ 107632 h 115728"/>
                <a:gd name="connsiteX126" fmla="*/ 214313 w 244316"/>
                <a:gd name="connsiteY126" fmla="*/ 109061 h 115728"/>
                <a:gd name="connsiteX127" fmla="*/ 218123 w 244316"/>
                <a:gd name="connsiteY127" fmla="*/ 109061 h 115728"/>
                <a:gd name="connsiteX128" fmla="*/ 219075 w 244316"/>
                <a:gd name="connsiteY128" fmla="*/ 109061 h 115728"/>
                <a:gd name="connsiteX129" fmla="*/ 223361 w 244316"/>
                <a:gd name="connsiteY129" fmla="*/ 109538 h 115728"/>
                <a:gd name="connsiteX130" fmla="*/ 223838 w 244316"/>
                <a:gd name="connsiteY130" fmla="*/ 109061 h 115728"/>
                <a:gd name="connsiteX131" fmla="*/ 225266 w 244316"/>
                <a:gd name="connsiteY131" fmla="*/ 103822 h 115728"/>
                <a:gd name="connsiteX132" fmla="*/ 227172 w 244316"/>
                <a:gd name="connsiteY132" fmla="*/ 102394 h 115728"/>
                <a:gd name="connsiteX133" fmla="*/ 233839 w 244316"/>
                <a:gd name="connsiteY133" fmla="*/ 96202 h 115728"/>
                <a:gd name="connsiteX134" fmla="*/ 238601 w 244316"/>
                <a:gd name="connsiteY134" fmla="*/ 93345 h 115728"/>
                <a:gd name="connsiteX135" fmla="*/ 241459 w 244316"/>
                <a:gd name="connsiteY135" fmla="*/ 92869 h 115728"/>
                <a:gd name="connsiteX136" fmla="*/ 242411 w 244316"/>
                <a:gd name="connsiteY136" fmla="*/ 92869 h 115728"/>
                <a:gd name="connsiteX137" fmla="*/ 243364 w 244316"/>
                <a:gd name="connsiteY137" fmla="*/ 90964 h 115728"/>
                <a:gd name="connsiteX138" fmla="*/ 244316 w 244316"/>
                <a:gd name="connsiteY138" fmla="*/ 87154 h 11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44316" h="115728">
                  <a:moveTo>
                    <a:pt x="244316" y="84772"/>
                  </a:moveTo>
                  <a:lnTo>
                    <a:pt x="243364" y="81439"/>
                  </a:lnTo>
                  <a:lnTo>
                    <a:pt x="241459" y="75247"/>
                  </a:lnTo>
                  <a:lnTo>
                    <a:pt x="240982" y="73819"/>
                  </a:lnTo>
                  <a:lnTo>
                    <a:pt x="237649" y="70961"/>
                  </a:lnTo>
                  <a:lnTo>
                    <a:pt x="237173" y="69056"/>
                  </a:lnTo>
                  <a:lnTo>
                    <a:pt x="235744" y="66199"/>
                  </a:lnTo>
                  <a:lnTo>
                    <a:pt x="233839" y="64294"/>
                  </a:lnTo>
                  <a:lnTo>
                    <a:pt x="233363" y="60484"/>
                  </a:lnTo>
                  <a:lnTo>
                    <a:pt x="232410" y="59055"/>
                  </a:lnTo>
                  <a:lnTo>
                    <a:pt x="230981" y="58102"/>
                  </a:lnTo>
                  <a:lnTo>
                    <a:pt x="225743" y="59531"/>
                  </a:lnTo>
                  <a:lnTo>
                    <a:pt x="225266" y="59531"/>
                  </a:lnTo>
                  <a:lnTo>
                    <a:pt x="227648" y="52864"/>
                  </a:lnTo>
                  <a:lnTo>
                    <a:pt x="228124" y="49054"/>
                  </a:lnTo>
                  <a:lnTo>
                    <a:pt x="229553" y="45244"/>
                  </a:lnTo>
                  <a:lnTo>
                    <a:pt x="231457" y="43815"/>
                  </a:lnTo>
                  <a:lnTo>
                    <a:pt x="231934" y="42386"/>
                  </a:lnTo>
                  <a:lnTo>
                    <a:pt x="231934" y="40005"/>
                  </a:lnTo>
                  <a:lnTo>
                    <a:pt x="231934" y="37624"/>
                  </a:lnTo>
                  <a:lnTo>
                    <a:pt x="230505" y="36671"/>
                  </a:lnTo>
                  <a:lnTo>
                    <a:pt x="226695" y="33814"/>
                  </a:lnTo>
                  <a:lnTo>
                    <a:pt x="221932" y="30956"/>
                  </a:lnTo>
                  <a:lnTo>
                    <a:pt x="220980" y="27146"/>
                  </a:lnTo>
                  <a:lnTo>
                    <a:pt x="219551" y="26670"/>
                  </a:lnTo>
                  <a:lnTo>
                    <a:pt x="215741" y="26194"/>
                  </a:lnTo>
                  <a:lnTo>
                    <a:pt x="214789" y="26194"/>
                  </a:lnTo>
                  <a:lnTo>
                    <a:pt x="210026" y="25717"/>
                  </a:lnTo>
                  <a:lnTo>
                    <a:pt x="204788" y="23813"/>
                  </a:lnTo>
                  <a:lnTo>
                    <a:pt x="202406" y="22384"/>
                  </a:lnTo>
                  <a:lnTo>
                    <a:pt x="200025" y="22384"/>
                  </a:lnTo>
                  <a:lnTo>
                    <a:pt x="197644" y="23336"/>
                  </a:lnTo>
                  <a:lnTo>
                    <a:pt x="187643" y="26194"/>
                  </a:lnTo>
                  <a:lnTo>
                    <a:pt x="185261" y="25241"/>
                  </a:lnTo>
                  <a:lnTo>
                    <a:pt x="179547" y="22860"/>
                  </a:lnTo>
                  <a:lnTo>
                    <a:pt x="176689" y="19526"/>
                  </a:lnTo>
                  <a:lnTo>
                    <a:pt x="170498" y="13811"/>
                  </a:lnTo>
                  <a:lnTo>
                    <a:pt x="170022" y="12382"/>
                  </a:lnTo>
                  <a:lnTo>
                    <a:pt x="169069" y="10954"/>
                  </a:lnTo>
                  <a:lnTo>
                    <a:pt x="162401" y="9525"/>
                  </a:lnTo>
                  <a:lnTo>
                    <a:pt x="160020" y="7620"/>
                  </a:lnTo>
                  <a:lnTo>
                    <a:pt x="158115" y="7144"/>
                  </a:lnTo>
                  <a:lnTo>
                    <a:pt x="154781" y="6191"/>
                  </a:lnTo>
                  <a:lnTo>
                    <a:pt x="147161" y="1429"/>
                  </a:lnTo>
                  <a:lnTo>
                    <a:pt x="145256" y="952"/>
                  </a:lnTo>
                  <a:lnTo>
                    <a:pt x="144780" y="1429"/>
                  </a:lnTo>
                  <a:lnTo>
                    <a:pt x="144780" y="2857"/>
                  </a:lnTo>
                  <a:lnTo>
                    <a:pt x="144304" y="3334"/>
                  </a:lnTo>
                  <a:lnTo>
                    <a:pt x="143351" y="3334"/>
                  </a:lnTo>
                  <a:lnTo>
                    <a:pt x="141447" y="1429"/>
                  </a:lnTo>
                  <a:lnTo>
                    <a:pt x="139541" y="0"/>
                  </a:lnTo>
                  <a:lnTo>
                    <a:pt x="132398" y="2857"/>
                  </a:lnTo>
                  <a:lnTo>
                    <a:pt x="130016" y="3810"/>
                  </a:lnTo>
                  <a:lnTo>
                    <a:pt x="128111" y="3810"/>
                  </a:lnTo>
                  <a:lnTo>
                    <a:pt x="117157" y="7620"/>
                  </a:lnTo>
                  <a:lnTo>
                    <a:pt x="113824" y="9525"/>
                  </a:lnTo>
                  <a:lnTo>
                    <a:pt x="112395" y="9525"/>
                  </a:lnTo>
                  <a:lnTo>
                    <a:pt x="111919" y="13811"/>
                  </a:lnTo>
                  <a:lnTo>
                    <a:pt x="113824" y="20479"/>
                  </a:lnTo>
                  <a:lnTo>
                    <a:pt x="115253" y="36195"/>
                  </a:lnTo>
                  <a:lnTo>
                    <a:pt x="114300" y="39529"/>
                  </a:lnTo>
                  <a:lnTo>
                    <a:pt x="110966" y="43339"/>
                  </a:lnTo>
                  <a:lnTo>
                    <a:pt x="103347" y="48577"/>
                  </a:lnTo>
                  <a:lnTo>
                    <a:pt x="99060" y="51435"/>
                  </a:lnTo>
                  <a:lnTo>
                    <a:pt x="89535" y="53340"/>
                  </a:lnTo>
                  <a:lnTo>
                    <a:pt x="77153" y="47625"/>
                  </a:lnTo>
                  <a:lnTo>
                    <a:pt x="71914" y="36195"/>
                  </a:lnTo>
                  <a:lnTo>
                    <a:pt x="68580" y="32861"/>
                  </a:lnTo>
                  <a:lnTo>
                    <a:pt x="55722" y="22860"/>
                  </a:lnTo>
                  <a:lnTo>
                    <a:pt x="54293" y="20479"/>
                  </a:lnTo>
                  <a:lnTo>
                    <a:pt x="52388" y="16669"/>
                  </a:lnTo>
                  <a:lnTo>
                    <a:pt x="41434" y="19526"/>
                  </a:lnTo>
                  <a:lnTo>
                    <a:pt x="31432" y="22860"/>
                  </a:lnTo>
                  <a:lnTo>
                    <a:pt x="24289" y="24289"/>
                  </a:lnTo>
                  <a:lnTo>
                    <a:pt x="15240" y="36195"/>
                  </a:lnTo>
                  <a:lnTo>
                    <a:pt x="13811" y="40481"/>
                  </a:lnTo>
                  <a:lnTo>
                    <a:pt x="13335" y="45720"/>
                  </a:lnTo>
                  <a:lnTo>
                    <a:pt x="11430" y="50959"/>
                  </a:lnTo>
                  <a:lnTo>
                    <a:pt x="8097" y="55245"/>
                  </a:lnTo>
                  <a:lnTo>
                    <a:pt x="1905" y="60484"/>
                  </a:lnTo>
                  <a:lnTo>
                    <a:pt x="476" y="69532"/>
                  </a:lnTo>
                  <a:lnTo>
                    <a:pt x="0" y="87630"/>
                  </a:lnTo>
                  <a:lnTo>
                    <a:pt x="953" y="96679"/>
                  </a:lnTo>
                  <a:lnTo>
                    <a:pt x="10001" y="90964"/>
                  </a:lnTo>
                  <a:lnTo>
                    <a:pt x="21907" y="84772"/>
                  </a:lnTo>
                  <a:lnTo>
                    <a:pt x="24289" y="84296"/>
                  </a:lnTo>
                  <a:lnTo>
                    <a:pt x="34766" y="80486"/>
                  </a:lnTo>
                  <a:lnTo>
                    <a:pt x="36195" y="80486"/>
                  </a:lnTo>
                  <a:lnTo>
                    <a:pt x="45720" y="80963"/>
                  </a:lnTo>
                  <a:lnTo>
                    <a:pt x="53340" y="81915"/>
                  </a:lnTo>
                  <a:lnTo>
                    <a:pt x="60007" y="81915"/>
                  </a:lnTo>
                  <a:lnTo>
                    <a:pt x="63341" y="80963"/>
                  </a:lnTo>
                  <a:lnTo>
                    <a:pt x="66199" y="81439"/>
                  </a:lnTo>
                  <a:lnTo>
                    <a:pt x="69056" y="84296"/>
                  </a:lnTo>
                  <a:lnTo>
                    <a:pt x="71438" y="83820"/>
                  </a:lnTo>
                  <a:lnTo>
                    <a:pt x="74295" y="82391"/>
                  </a:lnTo>
                  <a:lnTo>
                    <a:pt x="88106" y="83820"/>
                  </a:lnTo>
                  <a:lnTo>
                    <a:pt x="91440" y="83820"/>
                  </a:lnTo>
                  <a:lnTo>
                    <a:pt x="95250" y="84296"/>
                  </a:lnTo>
                  <a:lnTo>
                    <a:pt x="101918" y="85725"/>
                  </a:lnTo>
                  <a:lnTo>
                    <a:pt x="105728" y="87154"/>
                  </a:lnTo>
                  <a:lnTo>
                    <a:pt x="113824" y="86201"/>
                  </a:lnTo>
                  <a:lnTo>
                    <a:pt x="117634" y="86201"/>
                  </a:lnTo>
                  <a:lnTo>
                    <a:pt x="119539" y="85725"/>
                  </a:lnTo>
                  <a:lnTo>
                    <a:pt x="125254" y="81439"/>
                  </a:lnTo>
                  <a:lnTo>
                    <a:pt x="127635" y="80963"/>
                  </a:lnTo>
                  <a:lnTo>
                    <a:pt x="130016" y="80010"/>
                  </a:lnTo>
                  <a:lnTo>
                    <a:pt x="132398" y="80963"/>
                  </a:lnTo>
                  <a:lnTo>
                    <a:pt x="133826" y="84296"/>
                  </a:lnTo>
                  <a:lnTo>
                    <a:pt x="138113" y="90011"/>
                  </a:lnTo>
                  <a:lnTo>
                    <a:pt x="142399" y="91440"/>
                  </a:lnTo>
                  <a:lnTo>
                    <a:pt x="155257" y="93821"/>
                  </a:lnTo>
                  <a:lnTo>
                    <a:pt x="158115" y="94774"/>
                  </a:lnTo>
                  <a:lnTo>
                    <a:pt x="165259" y="100013"/>
                  </a:lnTo>
                  <a:lnTo>
                    <a:pt x="169545" y="102870"/>
                  </a:lnTo>
                  <a:lnTo>
                    <a:pt x="172403" y="104775"/>
                  </a:lnTo>
                  <a:lnTo>
                    <a:pt x="176689" y="108585"/>
                  </a:lnTo>
                  <a:lnTo>
                    <a:pt x="179070" y="111442"/>
                  </a:lnTo>
                  <a:lnTo>
                    <a:pt x="183356" y="113824"/>
                  </a:lnTo>
                  <a:lnTo>
                    <a:pt x="188119" y="115252"/>
                  </a:lnTo>
                  <a:lnTo>
                    <a:pt x="189548" y="115729"/>
                  </a:lnTo>
                  <a:lnTo>
                    <a:pt x="190500" y="115252"/>
                  </a:lnTo>
                  <a:lnTo>
                    <a:pt x="195739" y="114300"/>
                  </a:lnTo>
                  <a:lnTo>
                    <a:pt x="197644" y="113824"/>
                  </a:lnTo>
                  <a:lnTo>
                    <a:pt x="201930" y="108585"/>
                  </a:lnTo>
                  <a:lnTo>
                    <a:pt x="205264" y="107632"/>
                  </a:lnTo>
                  <a:lnTo>
                    <a:pt x="214313" y="109061"/>
                  </a:lnTo>
                  <a:lnTo>
                    <a:pt x="218123" y="109061"/>
                  </a:lnTo>
                  <a:lnTo>
                    <a:pt x="219075" y="109061"/>
                  </a:lnTo>
                  <a:lnTo>
                    <a:pt x="223361" y="109538"/>
                  </a:lnTo>
                  <a:lnTo>
                    <a:pt x="223838" y="109061"/>
                  </a:lnTo>
                  <a:lnTo>
                    <a:pt x="225266" y="103822"/>
                  </a:lnTo>
                  <a:lnTo>
                    <a:pt x="227172" y="102394"/>
                  </a:lnTo>
                  <a:lnTo>
                    <a:pt x="233839" y="96202"/>
                  </a:lnTo>
                  <a:lnTo>
                    <a:pt x="238601" y="93345"/>
                  </a:lnTo>
                  <a:lnTo>
                    <a:pt x="241459" y="92869"/>
                  </a:lnTo>
                  <a:lnTo>
                    <a:pt x="242411" y="92869"/>
                  </a:lnTo>
                  <a:lnTo>
                    <a:pt x="243364" y="90964"/>
                  </a:lnTo>
                  <a:lnTo>
                    <a:pt x="244316" y="87154"/>
                  </a:lnTo>
                  <a:close/>
                </a:path>
              </a:pathLst>
            </a:custGeom>
            <a:grpFill/>
            <a:ln w="317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F91DC4CD-F682-432C-B896-5597CD506013}"/>
                </a:ext>
              </a:extLst>
            </p:cNvPr>
            <p:cNvSpPr/>
            <p:nvPr/>
          </p:nvSpPr>
          <p:spPr>
            <a:xfrm>
              <a:off x="5914548" y="2454115"/>
              <a:ext cx="26193" cy="31432"/>
            </a:xfrm>
            <a:custGeom>
              <a:avLst/>
              <a:gdLst>
                <a:gd name="connsiteX0" fmla="*/ 25718 w 26193"/>
                <a:gd name="connsiteY0" fmla="*/ 16193 h 31432"/>
                <a:gd name="connsiteX1" fmla="*/ 24289 w 26193"/>
                <a:gd name="connsiteY1" fmla="*/ 15716 h 31432"/>
                <a:gd name="connsiteX2" fmla="*/ 20002 w 26193"/>
                <a:gd name="connsiteY2" fmla="*/ 14288 h 31432"/>
                <a:gd name="connsiteX3" fmla="*/ 18097 w 26193"/>
                <a:gd name="connsiteY3" fmla="*/ 12859 h 31432"/>
                <a:gd name="connsiteX4" fmla="*/ 16193 w 26193"/>
                <a:gd name="connsiteY4" fmla="*/ 10954 h 31432"/>
                <a:gd name="connsiteX5" fmla="*/ 13811 w 26193"/>
                <a:gd name="connsiteY5" fmla="*/ 8096 h 31432"/>
                <a:gd name="connsiteX6" fmla="*/ 12859 w 26193"/>
                <a:gd name="connsiteY6" fmla="*/ 5715 h 31432"/>
                <a:gd name="connsiteX7" fmla="*/ 12859 w 26193"/>
                <a:gd name="connsiteY7" fmla="*/ 2858 h 31432"/>
                <a:gd name="connsiteX8" fmla="*/ 13335 w 26193"/>
                <a:gd name="connsiteY8" fmla="*/ 1905 h 31432"/>
                <a:gd name="connsiteX9" fmla="*/ 12859 w 26193"/>
                <a:gd name="connsiteY9" fmla="*/ 1905 h 31432"/>
                <a:gd name="connsiteX10" fmla="*/ 12382 w 26193"/>
                <a:gd name="connsiteY10" fmla="*/ 476 h 31432"/>
                <a:gd name="connsiteX11" fmla="*/ 10953 w 26193"/>
                <a:gd name="connsiteY11" fmla="*/ 476 h 31432"/>
                <a:gd name="connsiteX12" fmla="*/ 8572 w 26193"/>
                <a:gd name="connsiteY12" fmla="*/ 0 h 31432"/>
                <a:gd name="connsiteX13" fmla="*/ 4763 w 26193"/>
                <a:gd name="connsiteY13" fmla="*/ 3334 h 31432"/>
                <a:gd name="connsiteX14" fmla="*/ 2857 w 26193"/>
                <a:gd name="connsiteY14" fmla="*/ 6668 h 31432"/>
                <a:gd name="connsiteX15" fmla="*/ 1905 w 26193"/>
                <a:gd name="connsiteY15" fmla="*/ 9049 h 31432"/>
                <a:gd name="connsiteX16" fmla="*/ 476 w 26193"/>
                <a:gd name="connsiteY16" fmla="*/ 10954 h 31432"/>
                <a:gd name="connsiteX17" fmla="*/ 0 w 26193"/>
                <a:gd name="connsiteY17" fmla="*/ 12859 h 31432"/>
                <a:gd name="connsiteX18" fmla="*/ 476 w 26193"/>
                <a:gd name="connsiteY18" fmla="*/ 13335 h 31432"/>
                <a:gd name="connsiteX19" fmla="*/ 0 w 26193"/>
                <a:gd name="connsiteY19" fmla="*/ 14288 h 31432"/>
                <a:gd name="connsiteX20" fmla="*/ 0 w 26193"/>
                <a:gd name="connsiteY20" fmla="*/ 15716 h 31432"/>
                <a:gd name="connsiteX21" fmla="*/ 1905 w 26193"/>
                <a:gd name="connsiteY21" fmla="*/ 17621 h 31432"/>
                <a:gd name="connsiteX22" fmla="*/ 2381 w 26193"/>
                <a:gd name="connsiteY22" fmla="*/ 19050 h 31432"/>
                <a:gd name="connsiteX23" fmla="*/ 5239 w 26193"/>
                <a:gd name="connsiteY23" fmla="*/ 22860 h 31432"/>
                <a:gd name="connsiteX24" fmla="*/ 4286 w 26193"/>
                <a:gd name="connsiteY24" fmla="*/ 24289 h 31432"/>
                <a:gd name="connsiteX25" fmla="*/ 3810 w 26193"/>
                <a:gd name="connsiteY25" fmla="*/ 25718 h 31432"/>
                <a:gd name="connsiteX26" fmla="*/ 2857 w 26193"/>
                <a:gd name="connsiteY26" fmla="*/ 26670 h 31432"/>
                <a:gd name="connsiteX27" fmla="*/ 1905 w 26193"/>
                <a:gd name="connsiteY27" fmla="*/ 27623 h 31432"/>
                <a:gd name="connsiteX28" fmla="*/ 3334 w 26193"/>
                <a:gd name="connsiteY28" fmla="*/ 29051 h 31432"/>
                <a:gd name="connsiteX29" fmla="*/ 5715 w 26193"/>
                <a:gd name="connsiteY29" fmla="*/ 29528 h 31432"/>
                <a:gd name="connsiteX30" fmla="*/ 6668 w 26193"/>
                <a:gd name="connsiteY30" fmla="*/ 30004 h 31432"/>
                <a:gd name="connsiteX31" fmla="*/ 7620 w 26193"/>
                <a:gd name="connsiteY31" fmla="*/ 30956 h 31432"/>
                <a:gd name="connsiteX32" fmla="*/ 9525 w 26193"/>
                <a:gd name="connsiteY32" fmla="*/ 31433 h 31432"/>
                <a:gd name="connsiteX33" fmla="*/ 11906 w 26193"/>
                <a:gd name="connsiteY33" fmla="*/ 30956 h 31432"/>
                <a:gd name="connsiteX34" fmla="*/ 13335 w 26193"/>
                <a:gd name="connsiteY34" fmla="*/ 30004 h 31432"/>
                <a:gd name="connsiteX35" fmla="*/ 15240 w 26193"/>
                <a:gd name="connsiteY35" fmla="*/ 29051 h 31432"/>
                <a:gd name="connsiteX36" fmla="*/ 17621 w 26193"/>
                <a:gd name="connsiteY36" fmla="*/ 29528 h 31432"/>
                <a:gd name="connsiteX37" fmla="*/ 18574 w 26193"/>
                <a:gd name="connsiteY37" fmla="*/ 30004 h 31432"/>
                <a:gd name="connsiteX38" fmla="*/ 20955 w 26193"/>
                <a:gd name="connsiteY38" fmla="*/ 31433 h 31432"/>
                <a:gd name="connsiteX39" fmla="*/ 20955 w 26193"/>
                <a:gd name="connsiteY39" fmla="*/ 28575 h 31432"/>
                <a:gd name="connsiteX40" fmla="*/ 21907 w 26193"/>
                <a:gd name="connsiteY40" fmla="*/ 24765 h 31432"/>
                <a:gd name="connsiteX41" fmla="*/ 22860 w 26193"/>
                <a:gd name="connsiteY41" fmla="*/ 22860 h 31432"/>
                <a:gd name="connsiteX42" fmla="*/ 24289 w 26193"/>
                <a:gd name="connsiteY42" fmla="*/ 20955 h 31432"/>
                <a:gd name="connsiteX43" fmla="*/ 25718 w 26193"/>
                <a:gd name="connsiteY43" fmla="*/ 20003 h 31432"/>
                <a:gd name="connsiteX44" fmla="*/ 26194 w 26193"/>
                <a:gd name="connsiteY44" fmla="*/ 18098 h 3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193" h="31432">
                  <a:moveTo>
                    <a:pt x="25718" y="16193"/>
                  </a:moveTo>
                  <a:lnTo>
                    <a:pt x="24289" y="15716"/>
                  </a:lnTo>
                  <a:lnTo>
                    <a:pt x="20002" y="14288"/>
                  </a:lnTo>
                  <a:lnTo>
                    <a:pt x="18097" y="12859"/>
                  </a:lnTo>
                  <a:lnTo>
                    <a:pt x="16193" y="10954"/>
                  </a:lnTo>
                  <a:lnTo>
                    <a:pt x="13811" y="8096"/>
                  </a:lnTo>
                  <a:lnTo>
                    <a:pt x="12859" y="5715"/>
                  </a:lnTo>
                  <a:lnTo>
                    <a:pt x="12859" y="2858"/>
                  </a:lnTo>
                  <a:lnTo>
                    <a:pt x="13335" y="1905"/>
                  </a:lnTo>
                  <a:lnTo>
                    <a:pt x="12859" y="1905"/>
                  </a:lnTo>
                  <a:lnTo>
                    <a:pt x="12382" y="476"/>
                  </a:lnTo>
                  <a:lnTo>
                    <a:pt x="10953" y="476"/>
                  </a:lnTo>
                  <a:lnTo>
                    <a:pt x="8572" y="0"/>
                  </a:lnTo>
                  <a:lnTo>
                    <a:pt x="4763" y="3334"/>
                  </a:lnTo>
                  <a:lnTo>
                    <a:pt x="2857" y="6668"/>
                  </a:lnTo>
                  <a:lnTo>
                    <a:pt x="1905" y="9049"/>
                  </a:lnTo>
                  <a:lnTo>
                    <a:pt x="476" y="10954"/>
                  </a:lnTo>
                  <a:lnTo>
                    <a:pt x="0" y="12859"/>
                  </a:lnTo>
                  <a:lnTo>
                    <a:pt x="476" y="13335"/>
                  </a:lnTo>
                  <a:lnTo>
                    <a:pt x="0" y="14288"/>
                  </a:lnTo>
                  <a:lnTo>
                    <a:pt x="0" y="15716"/>
                  </a:lnTo>
                  <a:lnTo>
                    <a:pt x="1905" y="17621"/>
                  </a:lnTo>
                  <a:lnTo>
                    <a:pt x="2381" y="19050"/>
                  </a:lnTo>
                  <a:lnTo>
                    <a:pt x="5239" y="22860"/>
                  </a:lnTo>
                  <a:lnTo>
                    <a:pt x="4286" y="24289"/>
                  </a:lnTo>
                  <a:lnTo>
                    <a:pt x="3810" y="25718"/>
                  </a:lnTo>
                  <a:lnTo>
                    <a:pt x="2857" y="26670"/>
                  </a:lnTo>
                  <a:lnTo>
                    <a:pt x="1905" y="27623"/>
                  </a:lnTo>
                  <a:lnTo>
                    <a:pt x="3334" y="29051"/>
                  </a:lnTo>
                  <a:lnTo>
                    <a:pt x="5715" y="29528"/>
                  </a:lnTo>
                  <a:lnTo>
                    <a:pt x="6668" y="30004"/>
                  </a:lnTo>
                  <a:lnTo>
                    <a:pt x="7620" y="30956"/>
                  </a:lnTo>
                  <a:lnTo>
                    <a:pt x="9525" y="31433"/>
                  </a:lnTo>
                  <a:lnTo>
                    <a:pt x="11906" y="30956"/>
                  </a:lnTo>
                  <a:lnTo>
                    <a:pt x="13335" y="30004"/>
                  </a:lnTo>
                  <a:lnTo>
                    <a:pt x="15240" y="29051"/>
                  </a:lnTo>
                  <a:lnTo>
                    <a:pt x="17621" y="29528"/>
                  </a:lnTo>
                  <a:lnTo>
                    <a:pt x="18574" y="30004"/>
                  </a:lnTo>
                  <a:lnTo>
                    <a:pt x="20955" y="31433"/>
                  </a:lnTo>
                  <a:lnTo>
                    <a:pt x="20955" y="28575"/>
                  </a:lnTo>
                  <a:lnTo>
                    <a:pt x="21907" y="24765"/>
                  </a:lnTo>
                  <a:lnTo>
                    <a:pt x="22860" y="22860"/>
                  </a:lnTo>
                  <a:lnTo>
                    <a:pt x="24289" y="20955"/>
                  </a:lnTo>
                  <a:lnTo>
                    <a:pt x="25718" y="20003"/>
                  </a:lnTo>
                  <a:lnTo>
                    <a:pt x="26194" y="18098"/>
                  </a:lnTo>
                  <a:close/>
                </a:path>
              </a:pathLst>
            </a:custGeom>
            <a:grpFill/>
            <a:ln w="317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FCC96EA7-092D-43EE-9467-3F8A185E26F8}"/>
                </a:ext>
              </a:extLst>
            </p:cNvPr>
            <p:cNvSpPr/>
            <p:nvPr/>
          </p:nvSpPr>
          <p:spPr>
            <a:xfrm>
              <a:off x="6430803" y="2167889"/>
              <a:ext cx="200025" cy="120967"/>
            </a:xfrm>
            <a:custGeom>
              <a:avLst/>
              <a:gdLst>
                <a:gd name="connsiteX0" fmla="*/ 6191 w 200025"/>
                <a:gd name="connsiteY0" fmla="*/ 38576 h 120967"/>
                <a:gd name="connsiteX1" fmla="*/ 5239 w 200025"/>
                <a:gd name="connsiteY1" fmla="*/ 43815 h 120967"/>
                <a:gd name="connsiteX2" fmla="*/ 3810 w 200025"/>
                <a:gd name="connsiteY2" fmla="*/ 47149 h 120967"/>
                <a:gd name="connsiteX3" fmla="*/ 0 w 200025"/>
                <a:gd name="connsiteY3" fmla="*/ 52388 h 120967"/>
                <a:gd name="connsiteX4" fmla="*/ 1905 w 200025"/>
                <a:gd name="connsiteY4" fmla="*/ 52864 h 120967"/>
                <a:gd name="connsiteX5" fmla="*/ 4286 w 200025"/>
                <a:gd name="connsiteY5" fmla="*/ 49530 h 120967"/>
                <a:gd name="connsiteX6" fmla="*/ 6667 w 200025"/>
                <a:gd name="connsiteY6" fmla="*/ 42863 h 120967"/>
                <a:gd name="connsiteX7" fmla="*/ 7144 w 200025"/>
                <a:gd name="connsiteY7" fmla="*/ 39052 h 120967"/>
                <a:gd name="connsiteX8" fmla="*/ 7144 w 200025"/>
                <a:gd name="connsiteY8" fmla="*/ 36671 h 120967"/>
                <a:gd name="connsiteX9" fmla="*/ 6191 w 200025"/>
                <a:gd name="connsiteY9" fmla="*/ 38576 h 120967"/>
                <a:gd name="connsiteX10" fmla="*/ 199072 w 200025"/>
                <a:gd name="connsiteY10" fmla="*/ 52388 h 120967"/>
                <a:gd name="connsiteX11" fmla="*/ 196215 w 200025"/>
                <a:gd name="connsiteY11" fmla="*/ 51911 h 120967"/>
                <a:gd name="connsiteX12" fmla="*/ 190023 w 200025"/>
                <a:gd name="connsiteY12" fmla="*/ 51435 h 120967"/>
                <a:gd name="connsiteX13" fmla="*/ 188595 w 200025"/>
                <a:gd name="connsiteY13" fmla="*/ 50482 h 120967"/>
                <a:gd name="connsiteX14" fmla="*/ 189071 w 200025"/>
                <a:gd name="connsiteY14" fmla="*/ 49054 h 120967"/>
                <a:gd name="connsiteX15" fmla="*/ 190976 w 200025"/>
                <a:gd name="connsiteY15" fmla="*/ 45244 h 120967"/>
                <a:gd name="connsiteX16" fmla="*/ 192405 w 200025"/>
                <a:gd name="connsiteY16" fmla="*/ 40481 h 120967"/>
                <a:gd name="connsiteX17" fmla="*/ 193357 w 200025"/>
                <a:gd name="connsiteY17" fmla="*/ 36671 h 120967"/>
                <a:gd name="connsiteX18" fmla="*/ 193357 w 200025"/>
                <a:gd name="connsiteY18" fmla="*/ 34766 h 120967"/>
                <a:gd name="connsiteX19" fmla="*/ 191452 w 200025"/>
                <a:gd name="connsiteY19" fmla="*/ 34766 h 120967"/>
                <a:gd name="connsiteX20" fmla="*/ 186690 w 200025"/>
                <a:gd name="connsiteY20" fmla="*/ 33338 h 120967"/>
                <a:gd name="connsiteX21" fmla="*/ 182403 w 200025"/>
                <a:gd name="connsiteY21" fmla="*/ 30956 h 120967"/>
                <a:gd name="connsiteX22" fmla="*/ 180022 w 200025"/>
                <a:gd name="connsiteY22" fmla="*/ 28099 h 120967"/>
                <a:gd name="connsiteX23" fmla="*/ 175736 w 200025"/>
                <a:gd name="connsiteY23" fmla="*/ 24289 h 120967"/>
                <a:gd name="connsiteX24" fmla="*/ 172878 w 200025"/>
                <a:gd name="connsiteY24" fmla="*/ 22384 h 120967"/>
                <a:gd name="connsiteX25" fmla="*/ 168592 w 200025"/>
                <a:gd name="connsiteY25" fmla="*/ 20002 h 120967"/>
                <a:gd name="connsiteX26" fmla="*/ 161448 w 200025"/>
                <a:gd name="connsiteY26" fmla="*/ 14764 h 120967"/>
                <a:gd name="connsiteX27" fmla="*/ 158591 w 200025"/>
                <a:gd name="connsiteY27" fmla="*/ 13335 h 120967"/>
                <a:gd name="connsiteX28" fmla="*/ 145732 w 200025"/>
                <a:gd name="connsiteY28" fmla="*/ 10954 h 120967"/>
                <a:gd name="connsiteX29" fmla="*/ 140970 w 200025"/>
                <a:gd name="connsiteY29" fmla="*/ 10001 h 120967"/>
                <a:gd name="connsiteX30" fmla="*/ 136684 w 200025"/>
                <a:gd name="connsiteY30" fmla="*/ 3810 h 120967"/>
                <a:gd name="connsiteX31" fmla="*/ 135255 w 200025"/>
                <a:gd name="connsiteY31" fmla="*/ 476 h 120967"/>
                <a:gd name="connsiteX32" fmla="*/ 133350 w 200025"/>
                <a:gd name="connsiteY32" fmla="*/ 0 h 120967"/>
                <a:gd name="connsiteX33" fmla="*/ 130969 w 200025"/>
                <a:gd name="connsiteY33" fmla="*/ 952 h 120967"/>
                <a:gd name="connsiteX34" fmla="*/ 128588 w 200025"/>
                <a:gd name="connsiteY34" fmla="*/ 1429 h 120967"/>
                <a:gd name="connsiteX35" fmla="*/ 122872 w 200025"/>
                <a:gd name="connsiteY35" fmla="*/ 5715 h 120967"/>
                <a:gd name="connsiteX36" fmla="*/ 120967 w 200025"/>
                <a:gd name="connsiteY36" fmla="*/ 6191 h 120967"/>
                <a:gd name="connsiteX37" fmla="*/ 117157 w 200025"/>
                <a:gd name="connsiteY37" fmla="*/ 6191 h 120967"/>
                <a:gd name="connsiteX38" fmla="*/ 108585 w 200025"/>
                <a:gd name="connsiteY38" fmla="*/ 7144 h 120967"/>
                <a:gd name="connsiteX39" fmla="*/ 104775 w 200025"/>
                <a:gd name="connsiteY39" fmla="*/ 5715 h 120967"/>
                <a:gd name="connsiteX40" fmla="*/ 98107 w 200025"/>
                <a:gd name="connsiteY40" fmla="*/ 4286 h 120967"/>
                <a:gd name="connsiteX41" fmla="*/ 94297 w 200025"/>
                <a:gd name="connsiteY41" fmla="*/ 3810 h 120967"/>
                <a:gd name="connsiteX42" fmla="*/ 90964 w 200025"/>
                <a:gd name="connsiteY42" fmla="*/ 3810 h 120967"/>
                <a:gd name="connsiteX43" fmla="*/ 76676 w 200025"/>
                <a:gd name="connsiteY43" fmla="*/ 2381 h 120967"/>
                <a:gd name="connsiteX44" fmla="*/ 74295 w 200025"/>
                <a:gd name="connsiteY44" fmla="*/ 4286 h 120967"/>
                <a:gd name="connsiteX45" fmla="*/ 71914 w 200025"/>
                <a:gd name="connsiteY45" fmla="*/ 4763 h 120967"/>
                <a:gd name="connsiteX46" fmla="*/ 69532 w 200025"/>
                <a:gd name="connsiteY46" fmla="*/ 1905 h 120967"/>
                <a:gd name="connsiteX47" fmla="*/ 66198 w 200025"/>
                <a:gd name="connsiteY47" fmla="*/ 952 h 120967"/>
                <a:gd name="connsiteX48" fmla="*/ 62865 w 200025"/>
                <a:gd name="connsiteY48" fmla="*/ 1905 h 120967"/>
                <a:gd name="connsiteX49" fmla="*/ 56673 w 200025"/>
                <a:gd name="connsiteY49" fmla="*/ 1905 h 120967"/>
                <a:gd name="connsiteX50" fmla="*/ 49053 w 200025"/>
                <a:gd name="connsiteY50" fmla="*/ 952 h 120967"/>
                <a:gd name="connsiteX51" fmla="*/ 39528 w 200025"/>
                <a:gd name="connsiteY51" fmla="*/ 476 h 120967"/>
                <a:gd name="connsiteX52" fmla="*/ 38100 w 200025"/>
                <a:gd name="connsiteY52" fmla="*/ 952 h 120967"/>
                <a:gd name="connsiteX53" fmla="*/ 27622 w 200025"/>
                <a:gd name="connsiteY53" fmla="*/ 4763 h 120967"/>
                <a:gd name="connsiteX54" fmla="*/ 24765 w 200025"/>
                <a:gd name="connsiteY54" fmla="*/ 5239 h 120967"/>
                <a:gd name="connsiteX55" fmla="*/ 13335 w 200025"/>
                <a:gd name="connsiteY55" fmla="*/ 11430 h 120967"/>
                <a:gd name="connsiteX56" fmla="*/ 4286 w 200025"/>
                <a:gd name="connsiteY56" fmla="*/ 17145 h 120967"/>
                <a:gd name="connsiteX57" fmla="*/ 4763 w 200025"/>
                <a:gd name="connsiteY57" fmla="*/ 19526 h 120967"/>
                <a:gd name="connsiteX58" fmla="*/ 5239 w 200025"/>
                <a:gd name="connsiteY58" fmla="*/ 29527 h 120967"/>
                <a:gd name="connsiteX59" fmla="*/ 9048 w 200025"/>
                <a:gd name="connsiteY59" fmla="*/ 38576 h 120967"/>
                <a:gd name="connsiteX60" fmla="*/ 11430 w 200025"/>
                <a:gd name="connsiteY60" fmla="*/ 46196 h 120967"/>
                <a:gd name="connsiteX61" fmla="*/ 10001 w 200025"/>
                <a:gd name="connsiteY61" fmla="*/ 51435 h 120967"/>
                <a:gd name="connsiteX62" fmla="*/ 11430 w 200025"/>
                <a:gd name="connsiteY62" fmla="*/ 54769 h 120967"/>
                <a:gd name="connsiteX63" fmla="*/ 11430 w 200025"/>
                <a:gd name="connsiteY63" fmla="*/ 55245 h 120967"/>
                <a:gd name="connsiteX64" fmla="*/ 13335 w 200025"/>
                <a:gd name="connsiteY64" fmla="*/ 55245 h 120967"/>
                <a:gd name="connsiteX65" fmla="*/ 16669 w 200025"/>
                <a:gd name="connsiteY65" fmla="*/ 54769 h 120967"/>
                <a:gd name="connsiteX66" fmla="*/ 18573 w 200025"/>
                <a:gd name="connsiteY66" fmla="*/ 56674 h 120967"/>
                <a:gd name="connsiteX67" fmla="*/ 22384 w 200025"/>
                <a:gd name="connsiteY67" fmla="*/ 58579 h 120967"/>
                <a:gd name="connsiteX68" fmla="*/ 26670 w 200025"/>
                <a:gd name="connsiteY68" fmla="*/ 60007 h 120967"/>
                <a:gd name="connsiteX69" fmla="*/ 33338 w 200025"/>
                <a:gd name="connsiteY69" fmla="*/ 62865 h 120967"/>
                <a:gd name="connsiteX70" fmla="*/ 40005 w 200025"/>
                <a:gd name="connsiteY70" fmla="*/ 64770 h 120967"/>
                <a:gd name="connsiteX71" fmla="*/ 42386 w 200025"/>
                <a:gd name="connsiteY71" fmla="*/ 64770 h 120967"/>
                <a:gd name="connsiteX72" fmla="*/ 49530 w 200025"/>
                <a:gd name="connsiteY72" fmla="*/ 64770 h 120967"/>
                <a:gd name="connsiteX73" fmla="*/ 57150 w 200025"/>
                <a:gd name="connsiteY73" fmla="*/ 65246 h 120967"/>
                <a:gd name="connsiteX74" fmla="*/ 59055 w 200025"/>
                <a:gd name="connsiteY74" fmla="*/ 69532 h 120967"/>
                <a:gd name="connsiteX75" fmla="*/ 62865 w 200025"/>
                <a:gd name="connsiteY75" fmla="*/ 71438 h 120967"/>
                <a:gd name="connsiteX76" fmla="*/ 65722 w 200025"/>
                <a:gd name="connsiteY76" fmla="*/ 74295 h 120967"/>
                <a:gd name="connsiteX77" fmla="*/ 65722 w 200025"/>
                <a:gd name="connsiteY77" fmla="*/ 75724 h 120967"/>
                <a:gd name="connsiteX78" fmla="*/ 61436 w 200025"/>
                <a:gd name="connsiteY78" fmla="*/ 85249 h 120967"/>
                <a:gd name="connsiteX79" fmla="*/ 60484 w 200025"/>
                <a:gd name="connsiteY79" fmla="*/ 88582 h 120967"/>
                <a:gd name="connsiteX80" fmla="*/ 60484 w 200025"/>
                <a:gd name="connsiteY80" fmla="*/ 91916 h 120967"/>
                <a:gd name="connsiteX81" fmla="*/ 61913 w 200025"/>
                <a:gd name="connsiteY81" fmla="*/ 96202 h 120967"/>
                <a:gd name="connsiteX82" fmla="*/ 63341 w 200025"/>
                <a:gd name="connsiteY82" fmla="*/ 98584 h 120967"/>
                <a:gd name="connsiteX83" fmla="*/ 65246 w 200025"/>
                <a:gd name="connsiteY83" fmla="*/ 96679 h 120967"/>
                <a:gd name="connsiteX84" fmla="*/ 67627 w 200025"/>
                <a:gd name="connsiteY84" fmla="*/ 97155 h 120967"/>
                <a:gd name="connsiteX85" fmla="*/ 70485 w 200025"/>
                <a:gd name="connsiteY85" fmla="*/ 98107 h 120967"/>
                <a:gd name="connsiteX86" fmla="*/ 71914 w 200025"/>
                <a:gd name="connsiteY86" fmla="*/ 99060 h 120967"/>
                <a:gd name="connsiteX87" fmla="*/ 72390 w 200025"/>
                <a:gd name="connsiteY87" fmla="*/ 100013 h 120967"/>
                <a:gd name="connsiteX88" fmla="*/ 72866 w 200025"/>
                <a:gd name="connsiteY88" fmla="*/ 100965 h 120967"/>
                <a:gd name="connsiteX89" fmla="*/ 74295 w 200025"/>
                <a:gd name="connsiteY89" fmla="*/ 100965 h 120967"/>
                <a:gd name="connsiteX90" fmla="*/ 77152 w 200025"/>
                <a:gd name="connsiteY90" fmla="*/ 101917 h 120967"/>
                <a:gd name="connsiteX91" fmla="*/ 80963 w 200025"/>
                <a:gd name="connsiteY91" fmla="*/ 103822 h 120967"/>
                <a:gd name="connsiteX92" fmla="*/ 83820 w 200025"/>
                <a:gd name="connsiteY92" fmla="*/ 105727 h 120967"/>
                <a:gd name="connsiteX93" fmla="*/ 86677 w 200025"/>
                <a:gd name="connsiteY93" fmla="*/ 108585 h 120967"/>
                <a:gd name="connsiteX94" fmla="*/ 87630 w 200025"/>
                <a:gd name="connsiteY94" fmla="*/ 111442 h 120967"/>
                <a:gd name="connsiteX95" fmla="*/ 87630 w 200025"/>
                <a:gd name="connsiteY95" fmla="*/ 114776 h 120967"/>
                <a:gd name="connsiteX96" fmla="*/ 87630 w 200025"/>
                <a:gd name="connsiteY96" fmla="*/ 117157 h 120967"/>
                <a:gd name="connsiteX97" fmla="*/ 88106 w 200025"/>
                <a:gd name="connsiteY97" fmla="*/ 118110 h 120967"/>
                <a:gd name="connsiteX98" fmla="*/ 90488 w 200025"/>
                <a:gd name="connsiteY98" fmla="*/ 119063 h 120967"/>
                <a:gd name="connsiteX99" fmla="*/ 96202 w 200025"/>
                <a:gd name="connsiteY99" fmla="*/ 119539 h 120967"/>
                <a:gd name="connsiteX100" fmla="*/ 100965 w 200025"/>
                <a:gd name="connsiteY100" fmla="*/ 118586 h 120967"/>
                <a:gd name="connsiteX101" fmla="*/ 103346 w 200025"/>
                <a:gd name="connsiteY101" fmla="*/ 118586 h 120967"/>
                <a:gd name="connsiteX102" fmla="*/ 105727 w 200025"/>
                <a:gd name="connsiteY102" fmla="*/ 119063 h 120967"/>
                <a:gd name="connsiteX103" fmla="*/ 109061 w 200025"/>
                <a:gd name="connsiteY103" fmla="*/ 118586 h 120967"/>
                <a:gd name="connsiteX104" fmla="*/ 111919 w 200025"/>
                <a:gd name="connsiteY104" fmla="*/ 118110 h 120967"/>
                <a:gd name="connsiteX105" fmla="*/ 113347 w 200025"/>
                <a:gd name="connsiteY105" fmla="*/ 119539 h 120967"/>
                <a:gd name="connsiteX106" fmla="*/ 116205 w 200025"/>
                <a:gd name="connsiteY106" fmla="*/ 120967 h 120967"/>
                <a:gd name="connsiteX107" fmla="*/ 121444 w 200025"/>
                <a:gd name="connsiteY107" fmla="*/ 119063 h 120967"/>
                <a:gd name="connsiteX108" fmla="*/ 126206 w 200025"/>
                <a:gd name="connsiteY108" fmla="*/ 116681 h 120967"/>
                <a:gd name="connsiteX109" fmla="*/ 131445 w 200025"/>
                <a:gd name="connsiteY109" fmla="*/ 117157 h 120967"/>
                <a:gd name="connsiteX110" fmla="*/ 132397 w 200025"/>
                <a:gd name="connsiteY110" fmla="*/ 116205 h 120967"/>
                <a:gd name="connsiteX111" fmla="*/ 133826 w 200025"/>
                <a:gd name="connsiteY111" fmla="*/ 110490 h 120967"/>
                <a:gd name="connsiteX112" fmla="*/ 135255 w 200025"/>
                <a:gd name="connsiteY112" fmla="*/ 109061 h 120967"/>
                <a:gd name="connsiteX113" fmla="*/ 141446 w 200025"/>
                <a:gd name="connsiteY113" fmla="*/ 109538 h 120967"/>
                <a:gd name="connsiteX114" fmla="*/ 143827 w 200025"/>
                <a:gd name="connsiteY114" fmla="*/ 108585 h 120967"/>
                <a:gd name="connsiteX115" fmla="*/ 146209 w 200025"/>
                <a:gd name="connsiteY115" fmla="*/ 105727 h 120967"/>
                <a:gd name="connsiteX116" fmla="*/ 149542 w 200025"/>
                <a:gd name="connsiteY116" fmla="*/ 103822 h 120967"/>
                <a:gd name="connsiteX117" fmla="*/ 152400 w 200025"/>
                <a:gd name="connsiteY117" fmla="*/ 103822 h 120967"/>
                <a:gd name="connsiteX118" fmla="*/ 155257 w 200025"/>
                <a:gd name="connsiteY118" fmla="*/ 101917 h 120967"/>
                <a:gd name="connsiteX119" fmla="*/ 156686 w 200025"/>
                <a:gd name="connsiteY119" fmla="*/ 103346 h 120967"/>
                <a:gd name="connsiteX120" fmla="*/ 157639 w 200025"/>
                <a:gd name="connsiteY120" fmla="*/ 105727 h 120967"/>
                <a:gd name="connsiteX121" fmla="*/ 156686 w 200025"/>
                <a:gd name="connsiteY121" fmla="*/ 107632 h 120967"/>
                <a:gd name="connsiteX122" fmla="*/ 157163 w 200025"/>
                <a:gd name="connsiteY122" fmla="*/ 108585 h 120967"/>
                <a:gd name="connsiteX123" fmla="*/ 159067 w 200025"/>
                <a:gd name="connsiteY123" fmla="*/ 109538 h 120967"/>
                <a:gd name="connsiteX124" fmla="*/ 162877 w 200025"/>
                <a:gd name="connsiteY124" fmla="*/ 109538 h 120967"/>
                <a:gd name="connsiteX125" fmla="*/ 165259 w 200025"/>
                <a:gd name="connsiteY125" fmla="*/ 108585 h 120967"/>
                <a:gd name="connsiteX126" fmla="*/ 165735 w 200025"/>
                <a:gd name="connsiteY126" fmla="*/ 107632 h 120967"/>
                <a:gd name="connsiteX127" fmla="*/ 165735 w 200025"/>
                <a:gd name="connsiteY127" fmla="*/ 105727 h 120967"/>
                <a:gd name="connsiteX128" fmla="*/ 165259 w 200025"/>
                <a:gd name="connsiteY128" fmla="*/ 103822 h 120967"/>
                <a:gd name="connsiteX129" fmla="*/ 163830 w 200025"/>
                <a:gd name="connsiteY129" fmla="*/ 102394 h 120967"/>
                <a:gd name="connsiteX130" fmla="*/ 160972 w 200025"/>
                <a:gd name="connsiteY130" fmla="*/ 101441 h 120967"/>
                <a:gd name="connsiteX131" fmla="*/ 159067 w 200025"/>
                <a:gd name="connsiteY131" fmla="*/ 101441 h 120967"/>
                <a:gd name="connsiteX132" fmla="*/ 158591 w 200025"/>
                <a:gd name="connsiteY132" fmla="*/ 100489 h 120967"/>
                <a:gd name="connsiteX133" fmla="*/ 159067 w 200025"/>
                <a:gd name="connsiteY133" fmla="*/ 98584 h 120967"/>
                <a:gd name="connsiteX134" fmla="*/ 160972 w 200025"/>
                <a:gd name="connsiteY134" fmla="*/ 94774 h 120967"/>
                <a:gd name="connsiteX135" fmla="*/ 163353 w 200025"/>
                <a:gd name="connsiteY135" fmla="*/ 91440 h 120967"/>
                <a:gd name="connsiteX136" fmla="*/ 164782 w 200025"/>
                <a:gd name="connsiteY136" fmla="*/ 90011 h 120967"/>
                <a:gd name="connsiteX137" fmla="*/ 164782 w 200025"/>
                <a:gd name="connsiteY137" fmla="*/ 88582 h 120967"/>
                <a:gd name="connsiteX138" fmla="*/ 164306 w 200025"/>
                <a:gd name="connsiteY138" fmla="*/ 86677 h 120967"/>
                <a:gd name="connsiteX139" fmla="*/ 164306 w 200025"/>
                <a:gd name="connsiteY139" fmla="*/ 82867 h 120967"/>
                <a:gd name="connsiteX140" fmla="*/ 166211 w 200025"/>
                <a:gd name="connsiteY140" fmla="*/ 77629 h 120967"/>
                <a:gd name="connsiteX141" fmla="*/ 169069 w 200025"/>
                <a:gd name="connsiteY141" fmla="*/ 73819 h 120967"/>
                <a:gd name="connsiteX142" fmla="*/ 172878 w 200025"/>
                <a:gd name="connsiteY142" fmla="*/ 72390 h 120967"/>
                <a:gd name="connsiteX143" fmla="*/ 177165 w 200025"/>
                <a:gd name="connsiteY143" fmla="*/ 71914 h 120967"/>
                <a:gd name="connsiteX144" fmla="*/ 180022 w 200025"/>
                <a:gd name="connsiteY144" fmla="*/ 70009 h 120967"/>
                <a:gd name="connsiteX145" fmla="*/ 181451 w 200025"/>
                <a:gd name="connsiteY145" fmla="*/ 67627 h 120967"/>
                <a:gd name="connsiteX146" fmla="*/ 181927 w 200025"/>
                <a:gd name="connsiteY146" fmla="*/ 65722 h 120967"/>
                <a:gd name="connsiteX147" fmla="*/ 182403 w 200025"/>
                <a:gd name="connsiteY147" fmla="*/ 64294 h 120967"/>
                <a:gd name="connsiteX148" fmla="*/ 183832 w 200025"/>
                <a:gd name="connsiteY148" fmla="*/ 63817 h 120967"/>
                <a:gd name="connsiteX149" fmla="*/ 194310 w 200025"/>
                <a:gd name="connsiteY149" fmla="*/ 64294 h 120967"/>
                <a:gd name="connsiteX150" fmla="*/ 195739 w 200025"/>
                <a:gd name="connsiteY150" fmla="*/ 60960 h 120967"/>
                <a:gd name="connsiteX151" fmla="*/ 196691 w 200025"/>
                <a:gd name="connsiteY151" fmla="*/ 60007 h 120967"/>
                <a:gd name="connsiteX152" fmla="*/ 198596 w 200025"/>
                <a:gd name="connsiteY152" fmla="*/ 59055 h 120967"/>
                <a:gd name="connsiteX153" fmla="*/ 200025 w 200025"/>
                <a:gd name="connsiteY153" fmla="*/ 57626 h 120967"/>
                <a:gd name="connsiteX154" fmla="*/ 199072 w 200025"/>
                <a:gd name="connsiteY154" fmla="*/ 5238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200025" h="120967">
                  <a:moveTo>
                    <a:pt x="6191" y="38576"/>
                  </a:moveTo>
                  <a:lnTo>
                    <a:pt x="5239" y="43815"/>
                  </a:lnTo>
                  <a:lnTo>
                    <a:pt x="3810" y="47149"/>
                  </a:lnTo>
                  <a:lnTo>
                    <a:pt x="0" y="52388"/>
                  </a:lnTo>
                  <a:lnTo>
                    <a:pt x="1905" y="52864"/>
                  </a:lnTo>
                  <a:lnTo>
                    <a:pt x="4286" y="49530"/>
                  </a:lnTo>
                  <a:lnTo>
                    <a:pt x="6667" y="42863"/>
                  </a:lnTo>
                  <a:lnTo>
                    <a:pt x="7144" y="39052"/>
                  </a:lnTo>
                  <a:lnTo>
                    <a:pt x="7144" y="36671"/>
                  </a:lnTo>
                  <a:lnTo>
                    <a:pt x="6191" y="38576"/>
                  </a:lnTo>
                  <a:close/>
                  <a:moveTo>
                    <a:pt x="199072" y="52388"/>
                  </a:moveTo>
                  <a:lnTo>
                    <a:pt x="196215" y="51911"/>
                  </a:lnTo>
                  <a:lnTo>
                    <a:pt x="190023" y="51435"/>
                  </a:lnTo>
                  <a:lnTo>
                    <a:pt x="188595" y="50482"/>
                  </a:lnTo>
                  <a:lnTo>
                    <a:pt x="189071" y="49054"/>
                  </a:lnTo>
                  <a:lnTo>
                    <a:pt x="190976" y="45244"/>
                  </a:lnTo>
                  <a:lnTo>
                    <a:pt x="192405" y="40481"/>
                  </a:lnTo>
                  <a:lnTo>
                    <a:pt x="193357" y="36671"/>
                  </a:lnTo>
                  <a:lnTo>
                    <a:pt x="193357" y="34766"/>
                  </a:lnTo>
                  <a:lnTo>
                    <a:pt x="191452" y="34766"/>
                  </a:lnTo>
                  <a:lnTo>
                    <a:pt x="186690" y="33338"/>
                  </a:lnTo>
                  <a:lnTo>
                    <a:pt x="182403" y="30956"/>
                  </a:lnTo>
                  <a:lnTo>
                    <a:pt x="180022" y="28099"/>
                  </a:lnTo>
                  <a:lnTo>
                    <a:pt x="175736" y="24289"/>
                  </a:lnTo>
                  <a:lnTo>
                    <a:pt x="172878" y="22384"/>
                  </a:lnTo>
                  <a:lnTo>
                    <a:pt x="168592" y="20002"/>
                  </a:lnTo>
                  <a:lnTo>
                    <a:pt x="161448" y="14764"/>
                  </a:lnTo>
                  <a:lnTo>
                    <a:pt x="158591" y="13335"/>
                  </a:lnTo>
                  <a:lnTo>
                    <a:pt x="145732" y="10954"/>
                  </a:lnTo>
                  <a:lnTo>
                    <a:pt x="140970" y="10001"/>
                  </a:lnTo>
                  <a:lnTo>
                    <a:pt x="136684" y="3810"/>
                  </a:lnTo>
                  <a:lnTo>
                    <a:pt x="135255" y="476"/>
                  </a:lnTo>
                  <a:lnTo>
                    <a:pt x="133350" y="0"/>
                  </a:lnTo>
                  <a:lnTo>
                    <a:pt x="130969" y="952"/>
                  </a:lnTo>
                  <a:lnTo>
                    <a:pt x="128588" y="1429"/>
                  </a:lnTo>
                  <a:lnTo>
                    <a:pt x="122872" y="5715"/>
                  </a:lnTo>
                  <a:lnTo>
                    <a:pt x="120967" y="6191"/>
                  </a:lnTo>
                  <a:lnTo>
                    <a:pt x="117157" y="6191"/>
                  </a:lnTo>
                  <a:lnTo>
                    <a:pt x="108585" y="7144"/>
                  </a:lnTo>
                  <a:lnTo>
                    <a:pt x="104775" y="5715"/>
                  </a:lnTo>
                  <a:lnTo>
                    <a:pt x="98107" y="4286"/>
                  </a:lnTo>
                  <a:lnTo>
                    <a:pt x="94297" y="3810"/>
                  </a:lnTo>
                  <a:lnTo>
                    <a:pt x="90964" y="3810"/>
                  </a:lnTo>
                  <a:lnTo>
                    <a:pt x="76676" y="2381"/>
                  </a:lnTo>
                  <a:lnTo>
                    <a:pt x="74295" y="4286"/>
                  </a:lnTo>
                  <a:lnTo>
                    <a:pt x="71914" y="4763"/>
                  </a:lnTo>
                  <a:lnTo>
                    <a:pt x="69532" y="1905"/>
                  </a:lnTo>
                  <a:lnTo>
                    <a:pt x="66198" y="952"/>
                  </a:lnTo>
                  <a:lnTo>
                    <a:pt x="62865" y="1905"/>
                  </a:lnTo>
                  <a:lnTo>
                    <a:pt x="56673" y="1905"/>
                  </a:lnTo>
                  <a:lnTo>
                    <a:pt x="49053" y="952"/>
                  </a:lnTo>
                  <a:lnTo>
                    <a:pt x="39528" y="476"/>
                  </a:lnTo>
                  <a:lnTo>
                    <a:pt x="38100" y="952"/>
                  </a:lnTo>
                  <a:lnTo>
                    <a:pt x="27622" y="4763"/>
                  </a:lnTo>
                  <a:lnTo>
                    <a:pt x="24765" y="5239"/>
                  </a:lnTo>
                  <a:lnTo>
                    <a:pt x="13335" y="11430"/>
                  </a:lnTo>
                  <a:lnTo>
                    <a:pt x="4286" y="17145"/>
                  </a:lnTo>
                  <a:lnTo>
                    <a:pt x="4763" y="19526"/>
                  </a:lnTo>
                  <a:lnTo>
                    <a:pt x="5239" y="29527"/>
                  </a:lnTo>
                  <a:lnTo>
                    <a:pt x="9048" y="38576"/>
                  </a:lnTo>
                  <a:lnTo>
                    <a:pt x="11430" y="46196"/>
                  </a:lnTo>
                  <a:lnTo>
                    <a:pt x="10001" y="51435"/>
                  </a:lnTo>
                  <a:lnTo>
                    <a:pt x="11430" y="54769"/>
                  </a:lnTo>
                  <a:lnTo>
                    <a:pt x="11430" y="55245"/>
                  </a:lnTo>
                  <a:lnTo>
                    <a:pt x="13335" y="55245"/>
                  </a:lnTo>
                  <a:lnTo>
                    <a:pt x="16669" y="54769"/>
                  </a:lnTo>
                  <a:lnTo>
                    <a:pt x="18573" y="56674"/>
                  </a:lnTo>
                  <a:lnTo>
                    <a:pt x="22384" y="58579"/>
                  </a:lnTo>
                  <a:lnTo>
                    <a:pt x="26670" y="60007"/>
                  </a:lnTo>
                  <a:lnTo>
                    <a:pt x="33338" y="62865"/>
                  </a:lnTo>
                  <a:lnTo>
                    <a:pt x="40005" y="64770"/>
                  </a:lnTo>
                  <a:lnTo>
                    <a:pt x="42386" y="64770"/>
                  </a:lnTo>
                  <a:lnTo>
                    <a:pt x="49530" y="64770"/>
                  </a:lnTo>
                  <a:lnTo>
                    <a:pt x="57150" y="65246"/>
                  </a:lnTo>
                  <a:lnTo>
                    <a:pt x="59055" y="69532"/>
                  </a:lnTo>
                  <a:lnTo>
                    <a:pt x="62865" y="71438"/>
                  </a:lnTo>
                  <a:lnTo>
                    <a:pt x="65722" y="74295"/>
                  </a:lnTo>
                  <a:lnTo>
                    <a:pt x="65722" y="75724"/>
                  </a:lnTo>
                  <a:lnTo>
                    <a:pt x="61436" y="85249"/>
                  </a:lnTo>
                  <a:lnTo>
                    <a:pt x="60484" y="88582"/>
                  </a:lnTo>
                  <a:lnTo>
                    <a:pt x="60484" y="91916"/>
                  </a:lnTo>
                  <a:lnTo>
                    <a:pt x="61913" y="96202"/>
                  </a:lnTo>
                  <a:lnTo>
                    <a:pt x="63341" y="98584"/>
                  </a:lnTo>
                  <a:lnTo>
                    <a:pt x="65246" y="96679"/>
                  </a:lnTo>
                  <a:lnTo>
                    <a:pt x="67627" y="97155"/>
                  </a:lnTo>
                  <a:lnTo>
                    <a:pt x="70485" y="98107"/>
                  </a:lnTo>
                  <a:lnTo>
                    <a:pt x="71914" y="99060"/>
                  </a:lnTo>
                  <a:lnTo>
                    <a:pt x="72390" y="100013"/>
                  </a:lnTo>
                  <a:lnTo>
                    <a:pt x="72866" y="100965"/>
                  </a:lnTo>
                  <a:lnTo>
                    <a:pt x="74295" y="100965"/>
                  </a:lnTo>
                  <a:lnTo>
                    <a:pt x="77152" y="101917"/>
                  </a:lnTo>
                  <a:lnTo>
                    <a:pt x="80963" y="103822"/>
                  </a:lnTo>
                  <a:lnTo>
                    <a:pt x="83820" y="105727"/>
                  </a:lnTo>
                  <a:lnTo>
                    <a:pt x="86677" y="108585"/>
                  </a:lnTo>
                  <a:lnTo>
                    <a:pt x="87630" y="111442"/>
                  </a:lnTo>
                  <a:lnTo>
                    <a:pt x="87630" y="114776"/>
                  </a:lnTo>
                  <a:lnTo>
                    <a:pt x="87630" y="117157"/>
                  </a:lnTo>
                  <a:lnTo>
                    <a:pt x="88106" y="118110"/>
                  </a:lnTo>
                  <a:lnTo>
                    <a:pt x="90488" y="119063"/>
                  </a:lnTo>
                  <a:lnTo>
                    <a:pt x="96202" y="119539"/>
                  </a:lnTo>
                  <a:lnTo>
                    <a:pt x="100965" y="118586"/>
                  </a:lnTo>
                  <a:lnTo>
                    <a:pt x="103346" y="118586"/>
                  </a:lnTo>
                  <a:lnTo>
                    <a:pt x="105727" y="119063"/>
                  </a:lnTo>
                  <a:lnTo>
                    <a:pt x="109061" y="118586"/>
                  </a:lnTo>
                  <a:lnTo>
                    <a:pt x="111919" y="118110"/>
                  </a:lnTo>
                  <a:lnTo>
                    <a:pt x="113347" y="119539"/>
                  </a:lnTo>
                  <a:lnTo>
                    <a:pt x="116205" y="120967"/>
                  </a:lnTo>
                  <a:lnTo>
                    <a:pt x="121444" y="119063"/>
                  </a:lnTo>
                  <a:lnTo>
                    <a:pt x="126206" y="116681"/>
                  </a:lnTo>
                  <a:lnTo>
                    <a:pt x="131445" y="117157"/>
                  </a:lnTo>
                  <a:lnTo>
                    <a:pt x="132397" y="116205"/>
                  </a:lnTo>
                  <a:lnTo>
                    <a:pt x="133826" y="110490"/>
                  </a:lnTo>
                  <a:lnTo>
                    <a:pt x="135255" y="109061"/>
                  </a:lnTo>
                  <a:lnTo>
                    <a:pt x="141446" y="109538"/>
                  </a:lnTo>
                  <a:lnTo>
                    <a:pt x="143827" y="108585"/>
                  </a:lnTo>
                  <a:lnTo>
                    <a:pt x="146209" y="105727"/>
                  </a:lnTo>
                  <a:lnTo>
                    <a:pt x="149542" y="103822"/>
                  </a:lnTo>
                  <a:lnTo>
                    <a:pt x="152400" y="103822"/>
                  </a:lnTo>
                  <a:lnTo>
                    <a:pt x="155257" y="101917"/>
                  </a:lnTo>
                  <a:lnTo>
                    <a:pt x="156686" y="103346"/>
                  </a:lnTo>
                  <a:lnTo>
                    <a:pt x="157639" y="105727"/>
                  </a:lnTo>
                  <a:lnTo>
                    <a:pt x="156686" y="107632"/>
                  </a:lnTo>
                  <a:lnTo>
                    <a:pt x="157163" y="108585"/>
                  </a:lnTo>
                  <a:lnTo>
                    <a:pt x="159067" y="109538"/>
                  </a:lnTo>
                  <a:lnTo>
                    <a:pt x="162877" y="109538"/>
                  </a:lnTo>
                  <a:lnTo>
                    <a:pt x="165259" y="108585"/>
                  </a:lnTo>
                  <a:lnTo>
                    <a:pt x="165735" y="107632"/>
                  </a:lnTo>
                  <a:lnTo>
                    <a:pt x="165735" y="105727"/>
                  </a:lnTo>
                  <a:lnTo>
                    <a:pt x="165259" y="103822"/>
                  </a:lnTo>
                  <a:lnTo>
                    <a:pt x="163830" y="102394"/>
                  </a:lnTo>
                  <a:lnTo>
                    <a:pt x="160972" y="101441"/>
                  </a:lnTo>
                  <a:lnTo>
                    <a:pt x="159067" y="101441"/>
                  </a:lnTo>
                  <a:lnTo>
                    <a:pt x="158591" y="100489"/>
                  </a:lnTo>
                  <a:lnTo>
                    <a:pt x="159067" y="98584"/>
                  </a:lnTo>
                  <a:lnTo>
                    <a:pt x="160972" y="94774"/>
                  </a:lnTo>
                  <a:lnTo>
                    <a:pt x="163353" y="91440"/>
                  </a:lnTo>
                  <a:lnTo>
                    <a:pt x="164782" y="90011"/>
                  </a:lnTo>
                  <a:lnTo>
                    <a:pt x="164782" y="88582"/>
                  </a:lnTo>
                  <a:lnTo>
                    <a:pt x="164306" y="86677"/>
                  </a:lnTo>
                  <a:lnTo>
                    <a:pt x="164306" y="82867"/>
                  </a:lnTo>
                  <a:lnTo>
                    <a:pt x="166211" y="77629"/>
                  </a:lnTo>
                  <a:lnTo>
                    <a:pt x="169069" y="73819"/>
                  </a:lnTo>
                  <a:lnTo>
                    <a:pt x="172878" y="72390"/>
                  </a:lnTo>
                  <a:lnTo>
                    <a:pt x="177165" y="71914"/>
                  </a:lnTo>
                  <a:lnTo>
                    <a:pt x="180022" y="70009"/>
                  </a:lnTo>
                  <a:lnTo>
                    <a:pt x="181451" y="67627"/>
                  </a:lnTo>
                  <a:lnTo>
                    <a:pt x="181927" y="65722"/>
                  </a:lnTo>
                  <a:lnTo>
                    <a:pt x="182403" y="64294"/>
                  </a:lnTo>
                  <a:lnTo>
                    <a:pt x="183832" y="63817"/>
                  </a:lnTo>
                  <a:lnTo>
                    <a:pt x="194310" y="64294"/>
                  </a:lnTo>
                  <a:lnTo>
                    <a:pt x="195739" y="60960"/>
                  </a:lnTo>
                  <a:lnTo>
                    <a:pt x="196691" y="60007"/>
                  </a:lnTo>
                  <a:lnTo>
                    <a:pt x="198596" y="59055"/>
                  </a:lnTo>
                  <a:lnTo>
                    <a:pt x="200025" y="57626"/>
                  </a:lnTo>
                  <a:lnTo>
                    <a:pt x="199072" y="52388"/>
                  </a:lnTo>
                  <a:close/>
                </a:path>
              </a:pathLst>
            </a:custGeom>
            <a:grpFill/>
            <a:ln w="317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01655ABB-B481-49A0-AD44-CBD8A5EAB7A8}"/>
                </a:ext>
              </a:extLst>
            </p:cNvPr>
            <p:cNvSpPr/>
            <p:nvPr/>
          </p:nvSpPr>
          <p:spPr>
            <a:xfrm>
              <a:off x="6639877" y="5285421"/>
              <a:ext cx="79534" cy="75723"/>
            </a:xfrm>
            <a:custGeom>
              <a:avLst/>
              <a:gdLst>
                <a:gd name="connsiteX0" fmla="*/ 79058 w 79534"/>
                <a:gd name="connsiteY0" fmla="*/ 23336 h 75723"/>
                <a:gd name="connsiteX1" fmla="*/ 77629 w 79534"/>
                <a:gd name="connsiteY1" fmla="*/ 20955 h 75723"/>
                <a:gd name="connsiteX2" fmla="*/ 76677 w 79534"/>
                <a:gd name="connsiteY2" fmla="*/ 18574 h 75723"/>
                <a:gd name="connsiteX3" fmla="*/ 75248 w 79534"/>
                <a:gd name="connsiteY3" fmla="*/ 18097 h 75723"/>
                <a:gd name="connsiteX4" fmla="*/ 72390 w 79534"/>
                <a:gd name="connsiteY4" fmla="*/ 16669 h 75723"/>
                <a:gd name="connsiteX5" fmla="*/ 68104 w 79534"/>
                <a:gd name="connsiteY5" fmla="*/ 13335 h 75723"/>
                <a:gd name="connsiteX6" fmla="*/ 64770 w 79534"/>
                <a:gd name="connsiteY6" fmla="*/ 10954 h 75723"/>
                <a:gd name="connsiteX7" fmla="*/ 61436 w 79534"/>
                <a:gd name="connsiteY7" fmla="*/ 7144 h 75723"/>
                <a:gd name="connsiteX8" fmla="*/ 60008 w 79534"/>
                <a:gd name="connsiteY8" fmla="*/ 6191 h 75723"/>
                <a:gd name="connsiteX9" fmla="*/ 56674 w 79534"/>
                <a:gd name="connsiteY9" fmla="*/ 3810 h 75723"/>
                <a:gd name="connsiteX10" fmla="*/ 55722 w 79534"/>
                <a:gd name="connsiteY10" fmla="*/ 2381 h 75723"/>
                <a:gd name="connsiteX11" fmla="*/ 54769 w 79534"/>
                <a:gd name="connsiteY11" fmla="*/ 476 h 75723"/>
                <a:gd name="connsiteX12" fmla="*/ 53816 w 79534"/>
                <a:gd name="connsiteY12" fmla="*/ 0 h 75723"/>
                <a:gd name="connsiteX13" fmla="*/ 52388 w 79534"/>
                <a:gd name="connsiteY13" fmla="*/ 476 h 75723"/>
                <a:gd name="connsiteX14" fmla="*/ 48578 w 79534"/>
                <a:gd name="connsiteY14" fmla="*/ 953 h 75723"/>
                <a:gd name="connsiteX15" fmla="*/ 40481 w 79534"/>
                <a:gd name="connsiteY15" fmla="*/ 4286 h 75723"/>
                <a:gd name="connsiteX16" fmla="*/ 35243 w 79534"/>
                <a:gd name="connsiteY16" fmla="*/ 7144 h 75723"/>
                <a:gd name="connsiteX17" fmla="*/ 30956 w 79534"/>
                <a:gd name="connsiteY17" fmla="*/ 10478 h 75723"/>
                <a:gd name="connsiteX18" fmla="*/ 26670 w 79534"/>
                <a:gd name="connsiteY18" fmla="*/ 11906 h 75723"/>
                <a:gd name="connsiteX19" fmla="*/ 23336 w 79534"/>
                <a:gd name="connsiteY19" fmla="*/ 12859 h 75723"/>
                <a:gd name="connsiteX20" fmla="*/ 20955 w 79534"/>
                <a:gd name="connsiteY20" fmla="*/ 16669 h 75723"/>
                <a:gd name="connsiteX21" fmla="*/ 18574 w 79534"/>
                <a:gd name="connsiteY21" fmla="*/ 20479 h 75723"/>
                <a:gd name="connsiteX22" fmla="*/ 16193 w 79534"/>
                <a:gd name="connsiteY22" fmla="*/ 23813 h 75723"/>
                <a:gd name="connsiteX23" fmla="*/ 15240 w 79534"/>
                <a:gd name="connsiteY23" fmla="*/ 25241 h 75723"/>
                <a:gd name="connsiteX24" fmla="*/ 13811 w 79534"/>
                <a:gd name="connsiteY24" fmla="*/ 26194 h 75723"/>
                <a:gd name="connsiteX25" fmla="*/ 12859 w 79534"/>
                <a:gd name="connsiteY25" fmla="*/ 28099 h 75723"/>
                <a:gd name="connsiteX26" fmla="*/ 10478 w 79534"/>
                <a:gd name="connsiteY26" fmla="*/ 31909 h 75723"/>
                <a:gd name="connsiteX27" fmla="*/ 8097 w 79534"/>
                <a:gd name="connsiteY27" fmla="*/ 34290 h 75723"/>
                <a:gd name="connsiteX28" fmla="*/ 5239 w 79534"/>
                <a:gd name="connsiteY28" fmla="*/ 35243 h 75723"/>
                <a:gd name="connsiteX29" fmla="*/ 1429 w 79534"/>
                <a:gd name="connsiteY29" fmla="*/ 37147 h 75723"/>
                <a:gd name="connsiteX30" fmla="*/ 477 w 79534"/>
                <a:gd name="connsiteY30" fmla="*/ 38100 h 75723"/>
                <a:gd name="connsiteX31" fmla="*/ 0 w 79534"/>
                <a:gd name="connsiteY31" fmla="*/ 39529 h 75723"/>
                <a:gd name="connsiteX32" fmla="*/ 1429 w 79534"/>
                <a:gd name="connsiteY32" fmla="*/ 42863 h 75723"/>
                <a:gd name="connsiteX33" fmla="*/ 2858 w 79534"/>
                <a:gd name="connsiteY33" fmla="*/ 45720 h 75723"/>
                <a:gd name="connsiteX34" fmla="*/ 4763 w 79534"/>
                <a:gd name="connsiteY34" fmla="*/ 49530 h 75723"/>
                <a:gd name="connsiteX35" fmla="*/ 6668 w 79534"/>
                <a:gd name="connsiteY35" fmla="*/ 52388 h 75723"/>
                <a:gd name="connsiteX36" fmla="*/ 9049 w 79534"/>
                <a:gd name="connsiteY36" fmla="*/ 55721 h 75723"/>
                <a:gd name="connsiteX37" fmla="*/ 10478 w 79534"/>
                <a:gd name="connsiteY37" fmla="*/ 57626 h 75723"/>
                <a:gd name="connsiteX38" fmla="*/ 10002 w 79534"/>
                <a:gd name="connsiteY38" fmla="*/ 60960 h 75723"/>
                <a:gd name="connsiteX39" fmla="*/ 10478 w 79534"/>
                <a:gd name="connsiteY39" fmla="*/ 61913 h 75723"/>
                <a:gd name="connsiteX40" fmla="*/ 11430 w 79534"/>
                <a:gd name="connsiteY40" fmla="*/ 63341 h 75723"/>
                <a:gd name="connsiteX41" fmla="*/ 12383 w 79534"/>
                <a:gd name="connsiteY41" fmla="*/ 63817 h 75723"/>
                <a:gd name="connsiteX42" fmla="*/ 12859 w 79534"/>
                <a:gd name="connsiteY42" fmla="*/ 64294 h 75723"/>
                <a:gd name="connsiteX43" fmla="*/ 15240 w 79534"/>
                <a:gd name="connsiteY43" fmla="*/ 65246 h 75723"/>
                <a:gd name="connsiteX44" fmla="*/ 15716 w 79534"/>
                <a:gd name="connsiteY44" fmla="*/ 65722 h 75723"/>
                <a:gd name="connsiteX45" fmla="*/ 17145 w 79534"/>
                <a:gd name="connsiteY45" fmla="*/ 67151 h 75723"/>
                <a:gd name="connsiteX46" fmla="*/ 18574 w 79534"/>
                <a:gd name="connsiteY46" fmla="*/ 69057 h 75723"/>
                <a:gd name="connsiteX47" fmla="*/ 20955 w 79534"/>
                <a:gd name="connsiteY47" fmla="*/ 71914 h 75723"/>
                <a:gd name="connsiteX48" fmla="*/ 23813 w 79534"/>
                <a:gd name="connsiteY48" fmla="*/ 73819 h 75723"/>
                <a:gd name="connsiteX49" fmla="*/ 29052 w 79534"/>
                <a:gd name="connsiteY49" fmla="*/ 74771 h 75723"/>
                <a:gd name="connsiteX50" fmla="*/ 32861 w 79534"/>
                <a:gd name="connsiteY50" fmla="*/ 75724 h 75723"/>
                <a:gd name="connsiteX51" fmla="*/ 34290 w 79534"/>
                <a:gd name="connsiteY51" fmla="*/ 75247 h 75723"/>
                <a:gd name="connsiteX52" fmla="*/ 35719 w 79534"/>
                <a:gd name="connsiteY52" fmla="*/ 73342 h 75723"/>
                <a:gd name="connsiteX53" fmla="*/ 36672 w 79534"/>
                <a:gd name="connsiteY53" fmla="*/ 70961 h 75723"/>
                <a:gd name="connsiteX54" fmla="*/ 37148 w 79534"/>
                <a:gd name="connsiteY54" fmla="*/ 68580 h 75723"/>
                <a:gd name="connsiteX55" fmla="*/ 38100 w 79534"/>
                <a:gd name="connsiteY55" fmla="*/ 67151 h 75723"/>
                <a:gd name="connsiteX56" fmla="*/ 42863 w 79534"/>
                <a:gd name="connsiteY56" fmla="*/ 60008 h 75723"/>
                <a:gd name="connsiteX57" fmla="*/ 45720 w 79534"/>
                <a:gd name="connsiteY57" fmla="*/ 57150 h 75723"/>
                <a:gd name="connsiteX58" fmla="*/ 47149 w 79534"/>
                <a:gd name="connsiteY58" fmla="*/ 57150 h 75723"/>
                <a:gd name="connsiteX59" fmla="*/ 49530 w 79534"/>
                <a:gd name="connsiteY59" fmla="*/ 56674 h 75723"/>
                <a:gd name="connsiteX60" fmla="*/ 51911 w 79534"/>
                <a:gd name="connsiteY60" fmla="*/ 56197 h 75723"/>
                <a:gd name="connsiteX61" fmla="*/ 53816 w 79534"/>
                <a:gd name="connsiteY61" fmla="*/ 56674 h 75723"/>
                <a:gd name="connsiteX62" fmla="*/ 54293 w 79534"/>
                <a:gd name="connsiteY62" fmla="*/ 56674 h 75723"/>
                <a:gd name="connsiteX63" fmla="*/ 57627 w 79534"/>
                <a:gd name="connsiteY63" fmla="*/ 55721 h 75723"/>
                <a:gd name="connsiteX64" fmla="*/ 62865 w 79534"/>
                <a:gd name="connsiteY64" fmla="*/ 53340 h 75723"/>
                <a:gd name="connsiteX65" fmla="*/ 65723 w 79534"/>
                <a:gd name="connsiteY65" fmla="*/ 51911 h 75723"/>
                <a:gd name="connsiteX66" fmla="*/ 67152 w 79534"/>
                <a:gd name="connsiteY66" fmla="*/ 50483 h 75723"/>
                <a:gd name="connsiteX67" fmla="*/ 69533 w 79534"/>
                <a:gd name="connsiteY67" fmla="*/ 49054 h 75723"/>
                <a:gd name="connsiteX68" fmla="*/ 70485 w 79534"/>
                <a:gd name="connsiteY68" fmla="*/ 44291 h 75723"/>
                <a:gd name="connsiteX69" fmla="*/ 70961 w 79534"/>
                <a:gd name="connsiteY69" fmla="*/ 40958 h 75723"/>
                <a:gd name="connsiteX70" fmla="*/ 72866 w 79534"/>
                <a:gd name="connsiteY70" fmla="*/ 39053 h 75723"/>
                <a:gd name="connsiteX71" fmla="*/ 74772 w 79534"/>
                <a:gd name="connsiteY71" fmla="*/ 37624 h 75723"/>
                <a:gd name="connsiteX72" fmla="*/ 76200 w 79534"/>
                <a:gd name="connsiteY72" fmla="*/ 35719 h 75723"/>
                <a:gd name="connsiteX73" fmla="*/ 78105 w 79534"/>
                <a:gd name="connsiteY73" fmla="*/ 31433 h 75723"/>
                <a:gd name="connsiteX74" fmla="*/ 79534 w 79534"/>
                <a:gd name="connsiteY74" fmla="*/ 26670 h 75723"/>
                <a:gd name="connsiteX75" fmla="*/ 79534 w 79534"/>
                <a:gd name="connsiteY75" fmla="*/ 24765 h 7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9534" h="75723">
                  <a:moveTo>
                    <a:pt x="79058" y="23336"/>
                  </a:moveTo>
                  <a:lnTo>
                    <a:pt x="77629" y="20955"/>
                  </a:lnTo>
                  <a:lnTo>
                    <a:pt x="76677" y="18574"/>
                  </a:lnTo>
                  <a:lnTo>
                    <a:pt x="75248" y="18097"/>
                  </a:lnTo>
                  <a:lnTo>
                    <a:pt x="72390" y="16669"/>
                  </a:lnTo>
                  <a:lnTo>
                    <a:pt x="68104" y="13335"/>
                  </a:lnTo>
                  <a:lnTo>
                    <a:pt x="64770" y="10954"/>
                  </a:lnTo>
                  <a:lnTo>
                    <a:pt x="61436" y="7144"/>
                  </a:lnTo>
                  <a:lnTo>
                    <a:pt x="60008" y="6191"/>
                  </a:lnTo>
                  <a:lnTo>
                    <a:pt x="56674" y="3810"/>
                  </a:lnTo>
                  <a:lnTo>
                    <a:pt x="55722" y="2381"/>
                  </a:lnTo>
                  <a:lnTo>
                    <a:pt x="54769" y="476"/>
                  </a:lnTo>
                  <a:lnTo>
                    <a:pt x="53816" y="0"/>
                  </a:lnTo>
                  <a:lnTo>
                    <a:pt x="52388" y="476"/>
                  </a:lnTo>
                  <a:lnTo>
                    <a:pt x="48578" y="953"/>
                  </a:lnTo>
                  <a:lnTo>
                    <a:pt x="40481" y="4286"/>
                  </a:lnTo>
                  <a:lnTo>
                    <a:pt x="35243" y="7144"/>
                  </a:lnTo>
                  <a:lnTo>
                    <a:pt x="30956" y="10478"/>
                  </a:lnTo>
                  <a:lnTo>
                    <a:pt x="26670" y="11906"/>
                  </a:lnTo>
                  <a:lnTo>
                    <a:pt x="23336" y="12859"/>
                  </a:lnTo>
                  <a:lnTo>
                    <a:pt x="20955" y="16669"/>
                  </a:lnTo>
                  <a:lnTo>
                    <a:pt x="18574" y="20479"/>
                  </a:lnTo>
                  <a:lnTo>
                    <a:pt x="16193" y="23813"/>
                  </a:lnTo>
                  <a:lnTo>
                    <a:pt x="15240" y="25241"/>
                  </a:lnTo>
                  <a:lnTo>
                    <a:pt x="13811" y="26194"/>
                  </a:lnTo>
                  <a:lnTo>
                    <a:pt x="12859" y="28099"/>
                  </a:lnTo>
                  <a:lnTo>
                    <a:pt x="10478" y="31909"/>
                  </a:lnTo>
                  <a:lnTo>
                    <a:pt x="8097" y="34290"/>
                  </a:lnTo>
                  <a:lnTo>
                    <a:pt x="5239" y="35243"/>
                  </a:lnTo>
                  <a:lnTo>
                    <a:pt x="1429" y="37147"/>
                  </a:lnTo>
                  <a:lnTo>
                    <a:pt x="477" y="38100"/>
                  </a:lnTo>
                  <a:lnTo>
                    <a:pt x="0" y="39529"/>
                  </a:lnTo>
                  <a:lnTo>
                    <a:pt x="1429" y="42863"/>
                  </a:lnTo>
                  <a:lnTo>
                    <a:pt x="2858" y="45720"/>
                  </a:lnTo>
                  <a:lnTo>
                    <a:pt x="4763" y="49530"/>
                  </a:lnTo>
                  <a:lnTo>
                    <a:pt x="6668" y="52388"/>
                  </a:lnTo>
                  <a:lnTo>
                    <a:pt x="9049" y="55721"/>
                  </a:lnTo>
                  <a:lnTo>
                    <a:pt x="10478" y="57626"/>
                  </a:lnTo>
                  <a:lnTo>
                    <a:pt x="10002" y="60960"/>
                  </a:lnTo>
                  <a:lnTo>
                    <a:pt x="10478" y="61913"/>
                  </a:lnTo>
                  <a:lnTo>
                    <a:pt x="11430" y="63341"/>
                  </a:lnTo>
                  <a:lnTo>
                    <a:pt x="12383" y="63817"/>
                  </a:lnTo>
                  <a:lnTo>
                    <a:pt x="12859" y="64294"/>
                  </a:lnTo>
                  <a:lnTo>
                    <a:pt x="15240" y="65246"/>
                  </a:lnTo>
                  <a:lnTo>
                    <a:pt x="15716" y="65722"/>
                  </a:lnTo>
                  <a:lnTo>
                    <a:pt x="17145" y="67151"/>
                  </a:lnTo>
                  <a:lnTo>
                    <a:pt x="18574" y="69057"/>
                  </a:lnTo>
                  <a:lnTo>
                    <a:pt x="20955" y="71914"/>
                  </a:lnTo>
                  <a:lnTo>
                    <a:pt x="23813" y="73819"/>
                  </a:lnTo>
                  <a:lnTo>
                    <a:pt x="29052" y="74771"/>
                  </a:lnTo>
                  <a:lnTo>
                    <a:pt x="32861" y="75724"/>
                  </a:lnTo>
                  <a:lnTo>
                    <a:pt x="34290" y="75247"/>
                  </a:lnTo>
                  <a:lnTo>
                    <a:pt x="35719" y="73342"/>
                  </a:lnTo>
                  <a:lnTo>
                    <a:pt x="36672" y="70961"/>
                  </a:lnTo>
                  <a:lnTo>
                    <a:pt x="37148" y="68580"/>
                  </a:lnTo>
                  <a:lnTo>
                    <a:pt x="38100" y="67151"/>
                  </a:lnTo>
                  <a:lnTo>
                    <a:pt x="42863" y="60008"/>
                  </a:lnTo>
                  <a:lnTo>
                    <a:pt x="45720" y="57150"/>
                  </a:lnTo>
                  <a:lnTo>
                    <a:pt x="47149" y="57150"/>
                  </a:lnTo>
                  <a:lnTo>
                    <a:pt x="49530" y="56674"/>
                  </a:lnTo>
                  <a:lnTo>
                    <a:pt x="51911" y="56197"/>
                  </a:lnTo>
                  <a:lnTo>
                    <a:pt x="53816" y="56674"/>
                  </a:lnTo>
                  <a:lnTo>
                    <a:pt x="54293" y="56674"/>
                  </a:lnTo>
                  <a:lnTo>
                    <a:pt x="57627" y="55721"/>
                  </a:lnTo>
                  <a:lnTo>
                    <a:pt x="62865" y="53340"/>
                  </a:lnTo>
                  <a:lnTo>
                    <a:pt x="65723" y="51911"/>
                  </a:lnTo>
                  <a:lnTo>
                    <a:pt x="67152" y="50483"/>
                  </a:lnTo>
                  <a:lnTo>
                    <a:pt x="69533" y="49054"/>
                  </a:lnTo>
                  <a:lnTo>
                    <a:pt x="70485" y="44291"/>
                  </a:lnTo>
                  <a:lnTo>
                    <a:pt x="70961" y="40958"/>
                  </a:lnTo>
                  <a:lnTo>
                    <a:pt x="72866" y="39053"/>
                  </a:lnTo>
                  <a:lnTo>
                    <a:pt x="74772" y="37624"/>
                  </a:lnTo>
                  <a:lnTo>
                    <a:pt x="76200" y="35719"/>
                  </a:lnTo>
                  <a:lnTo>
                    <a:pt x="78105" y="31433"/>
                  </a:lnTo>
                  <a:lnTo>
                    <a:pt x="79534" y="26670"/>
                  </a:lnTo>
                  <a:lnTo>
                    <a:pt x="79534" y="24765"/>
                  </a:lnTo>
                  <a:close/>
                </a:path>
              </a:pathLst>
            </a:custGeom>
            <a:grpFill/>
            <a:ln w="317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AE2B828F-6F93-476E-880C-4BF5AF860D5D}"/>
                </a:ext>
              </a:extLst>
            </p:cNvPr>
            <p:cNvSpPr/>
            <p:nvPr/>
          </p:nvSpPr>
          <p:spPr>
            <a:xfrm>
              <a:off x="5328285" y="4011453"/>
              <a:ext cx="139540" cy="141446"/>
            </a:xfrm>
            <a:custGeom>
              <a:avLst/>
              <a:gdLst>
                <a:gd name="connsiteX0" fmla="*/ 138589 w 139540"/>
                <a:gd name="connsiteY0" fmla="*/ 97631 h 141446"/>
                <a:gd name="connsiteX1" fmla="*/ 137636 w 139540"/>
                <a:gd name="connsiteY1" fmla="*/ 90964 h 141446"/>
                <a:gd name="connsiteX2" fmla="*/ 137160 w 139540"/>
                <a:gd name="connsiteY2" fmla="*/ 90964 h 141446"/>
                <a:gd name="connsiteX3" fmla="*/ 136684 w 139540"/>
                <a:gd name="connsiteY3" fmla="*/ 90964 h 141446"/>
                <a:gd name="connsiteX4" fmla="*/ 135731 w 139540"/>
                <a:gd name="connsiteY4" fmla="*/ 90964 h 141446"/>
                <a:gd name="connsiteX5" fmla="*/ 131445 w 139540"/>
                <a:gd name="connsiteY5" fmla="*/ 89059 h 141446"/>
                <a:gd name="connsiteX6" fmla="*/ 128111 w 139540"/>
                <a:gd name="connsiteY6" fmla="*/ 88583 h 141446"/>
                <a:gd name="connsiteX7" fmla="*/ 126206 w 139540"/>
                <a:gd name="connsiteY7" fmla="*/ 86678 h 141446"/>
                <a:gd name="connsiteX8" fmla="*/ 125730 w 139540"/>
                <a:gd name="connsiteY8" fmla="*/ 84296 h 141446"/>
                <a:gd name="connsiteX9" fmla="*/ 124777 w 139540"/>
                <a:gd name="connsiteY9" fmla="*/ 83344 h 141446"/>
                <a:gd name="connsiteX10" fmla="*/ 123825 w 139540"/>
                <a:gd name="connsiteY10" fmla="*/ 80963 h 141446"/>
                <a:gd name="connsiteX11" fmla="*/ 122872 w 139540"/>
                <a:gd name="connsiteY11" fmla="*/ 78105 h 141446"/>
                <a:gd name="connsiteX12" fmla="*/ 119539 w 139540"/>
                <a:gd name="connsiteY12" fmla="*/ 76200 h 141446"/>
                <a:gd name="connsiteX13" fmla="*/ 116681 w 139540"/>
                <a:gd name="connsiteY13" fmla="*/ 75724 h 141446"/>
                <a:gd name="connsiteX14" fmla="*/ 114776 w 139540"/>
                <a:gd name="connsiteY14" fmla="*/ 76200 h 141446"/>
                <a:gd name="connsiteX15" fmla="*/ 112395 w 139540"/>
                <a:gd name="connsiteY15" fmla="*/ 76200 h 141446"/>
                <a:gd name="connsiteX16" fmla="*/ 109538 w 139540"/>
                <a:gd name="connsiteY16" fmla="*/ 75247 h 141446"/>
                <a:gd name="connsiteX17" fmla="*/ 107632 w 139540"/>
                <a:gd name="connsiteY17" fmla="*/ 73819 h 141446"/>
                <a:gd name="connsiteX18" fmla="*/ 105727 w 139540"/>
                <a:gd name="connsiteY18" fmla="*/ 71914 h 141446"/>
                <a:gd name="connsiteX19" fmla="*/ 103822 w 139540"/>
                <a:gd name="connsiteY19" fmla="*/ 70485 h 141446"/>
                <a:gd name="connsiteX20" fmla="*/ 102394 w 139540"/>
                <a:gd name="connsiteY20" fmla="*/ 70485 h 141446"/>
                <a:gd name="connsiteX21" fmla="*/ 100965 w 139540"/>
                <a:gd name="connsiteY21" fmla="*/ 70009 h 141446"/>
                <a:gd name="connsiteX22" fmla="*/ 99060 w 139540"/>
                <a:gd name="connsiteY22" fmla="*/ 69533 h 141446"/>
                <a:gd name="connsiteX23" fmla="*/ 98584 w 139540"/>
                <a:gd name="connsiteY23" fmla="*/ 68580 h 141446"/>
                <a:gd name="connsiteX24" fmla="*/ 105251 w 139540"/>
                <a:gd name="connsiteY24" fmla="*/ 61913 h 141446"/>
                <a:gd name="connsiteX25" fmla="*/ 107632 w 139540"/>
                <a:gd name="connsiteY25" fmla="*/ 59055 h 141446"/>
                <a:gd name="connsiteX26" fmla="*/ 108109 w 139540"/>
                <a:gd name="connsiteY26" fmla="*/ 56674 h 141446"/>
                <a:gd name="connsiteX27" fmla="*/ 108109 w 139540"/>
                <a:gd name="connsiteY27" fmla="*/ 54769 h 141446"/>
                <a:gd name="connsiteX28" fmla="*/ 109061 w 139540"/>
                <a:gd name="connsiteY28" fmla="*/ 52864 h 141446"/>
                <a:gd name="connsiteX29" fmla="*/ 109061 w 139540"/>
                <a:gd name="connsiteY29" fmla="*/ 49530 h 141446"/>
                <a:gd name="connsiteX30" fmla="*/ 105251 w 139540"/>
                <a:gd name="connsiteY30" fmla="*/ 38100 h 141446"/>
                <a:gd name="connsiteX31" fmla="*/ 104298 w 139540"/>
                <a:gd name="connsiteY31" fmla="*/ 34766 h 141446"/>
                <a:gd name="connsiteX32" fmla="*/ 103346 w 139540"/>
                <a:gd name="connsiteY32" fmla="*/ 33814 h 141446"/>
                <a:gd name="connsiteX33" fmla="*/ 102394 w 139540"/>
                <a:gd name="connsiteY33" fmla="*/ 33338 h 141446"/>
                <a:gd name="connsiteX34" fmla="*/ 101441 w 139540"/>
                <a:gd name="connsiteY34" fmla="*/ 32385 h 141446"/>
                <a:gd name="connsiteX35" fmla="*/ 100013 w 139540"/>
                <a:gd name="connsiteY35" fmla="*/ 30956 h 141446"/>
                <a:gd name="connsiteX36" fmla="*/ 99536 w 139540"/>
                <a:gd name="connsiteY36" fmla="*/ 29051 h 141446"/>
                <a:gd name="connsiteX37" fmla="*/ 98584 w 139540"/>
                <a:gd name="connsiteY37" fmla="*/ 29051 h 141446"/>
                <a:gd name="connsiteX38" fmla="*/ 96678 w 139540"/>
                <a:gd name="connsiteY38" fmla="*/ 29051 h 141446"/>
                <a:gd name="connsiteX39" fmla="*/ 95250 w 139540"/>
                <a:gd name="connsiteY39" fmla="*/ 30004 h 141446"/>
                <a:gd name="connsiteX40" fmla="*/ 94297 w 139540"/>
                <a:gd name="connsiteY40" fmla="*/ 31909 h 141446"/>
                <a:gd name="connsiteX41" fmla="*/ 94297 w 139540"/>
                <a:gd name="connsiteY41" fmla="*/ 33814 h 141446"/>
                <a:gd name="connsiteX42" fmla="*/ 93821 w 139540"/>
                <a:gd name="connsiteY42" fmla="*/ 35243 h 141446"/>
                <a:gd name="connsiteX43" fmla="*/ 92869 w 139540"/>
                <a:gd name="connsiteY43" fmla="*/ 36195 h 141446"/>
                <a:gd name="connsiteX44" fmla="*/ 90964 w 139540"/>
                <a:gd name="connsiteY44" fmla="*/ 39053 h 141446"/>
                <a:gd name="connsiteX45" fmla="*/ 90011 w 139540"/>
                <a:gd name="connsiteY45" fmla="*/ 41434 h 141446"/>
                <a:gd name="connsiteX46" fmla="*/ 89059 w 139540"/>
                <a:gd name="connsiteY46" fmla="*/ 43339 h 141446"/>
                <a:gd name="connsiteX47" fmla="*/ 87153 w 139540"/>
                <a:gd name="connsiteY47" fmla="*/ 43339 h 141446"/>
                <a:gd name="connsiteX48" fmla="*/ 86677 w 139540"/>
                <a:gd name="connsiteY48" fmla="*/ 42863 h 141446"/>
                <a:gd name="connsiteX49" fmla="*/ 85725 w 139540"/>
                <a:gd name="connsiteY49" fmla="*/ 43339 h 141446"/>
                <a:gd name="connsiteX50" fmla="*/ 83344 w 139540"/>
                <a:gd name="connsiteY50" fmla="*/ 44291 h 141446"/>
                <a:gd name="connsiteX51" fmla="*/ 80963 w 139540"/>
                <a:gd name="connsiteY51" fmla="*/ 44768 h 141446"/>
                <a:gd name="connsiteX52" fmla="*/ 80486 w 139540"/>
                <a:gd name="connsiteY52" fmla="*/ 43815 h 141446"/>
                <a:gd name="connsiteX53" fmla="*/ 79057 w 139540"/>
                <a:gd name="connsiteY53" fmla="*/ 42863 h 141446"/>
                <a:gd name="connsiteX54" fmla="*/ 77628 w 139540"/>
                <a:gd name="connsiteY54" fmla="*/ 40958 h 141446"/>
                <a:gd name="connsiteX55" fmla="*/ 76200 w 139540"/>
                <a:gd name="connsiteY55" fmla="*/ 39529 h 141446"/>
                <a:gd name="connsiteX56" fmla="*/ 72866 w 139540"/>
                <a:gd name="connsiteY56" fmla="*/ 38576 h 141446"/>
                <a:gd name="connsiteX57" fmla="*/ 71914 w 139540"/>
                <a:gd name="connsiteY57" fmla="*/ 38576 h 141446"/>
                <a:gd name="connsiteX58" fmla="*/ 70485 w 139540"/>
                <a:gd name="connsiteY58" fmla="*/ 38576 h 141446"/>
                <a:gd name="connsiteX59" fmla="*/ 69532 w 139540"/>
                <a:gd name="connsiteY59" fmla="*/ 38100 h 141446"/>
                <a:gd name="connsiteX60" fmla="*/ 69532 w 139540"/>
                <a:gd name="connsiteY60" fmla="*/ 37147 h 141446"/>
                <a:gd name="connsiteX61" fmla="*/ 70961 w 139540"/>
                <a:gd name="connsiteY61" fmla="*/ 34766 h 141446"/>
                <a:gd name="connsiteX62" fmla="*/ 71914 w 139540"/>
                <a:gd name="connsiteY62" fmla="*/ 32861 h 141446"/>
                <a:gd name="connsiteX63" fmla="*/ 72390 w 139540"/>
                <a:gd name="connsiteY63" fmla="*/ 30480 h 141446"/>
                <a:gd name="connsiteX64" fmla="*/ 72390 w 139540"/>
                <a:gd name="connsiteY64" fmla="*/ 28575 h 141446"/>
                <a:gd name="connsiteX65" fmla="*/ 71914 w 139540"/>
                <a:gd name="connsiteY65" fmla="*/ 25241 h 141446"/>
                <a:gd name="connsiteX66" fmla="*/ 70485 w 139540"/>
                <a:gd name="connsiteY66" fmla="*/ 22860 h 141446"/>
                <a:gd name="connsiteX67" fmla="*/ 70009 w 139540"/>
                <a:gd name="connsiteY67" fmla="*/ 21431 h 141446"/>
                <a:gd name="connsiteX68" fmla="*/ 70009 w 139540"/>
                <a:gd name="connsiteY68" fmla="*/ 19526 h 141446"/>
                <a:gd name="connsiteX69" fmla="*/ 69532 w 139540"/>
                <a:gd name="connsiteY69" fmla="*/ 17621 h 141446"/>
                <a:gd name="connsiteX70" fmla="*/ 69532 w 139540"/>
                <a:gd name="connsiteY70" fmla="*/ 16669 h 141446"/>
                <a:gd name="connsiteX71" fmla="*/ 69056 w 139540"/>
                <a:gd name="connsiteY71" fmla="*/ 14764 h 141446"/>
                <a:gd name="connsiteX72" fmla="*/ 68580 w 139540"/>
                <a:gd name="connsiteY72" fmla="*/ 12859 h 141446"/>
                <a:gd name="connsiteX73" fmla="*/ 67627 w 139540"/>
                <a:gd name="connsiteY73" fmla="*/ 12383 h 141446"/>
                <a:gd name="connsiteX74" fmla="*/ 67151 w 139540"/>
                <a:gd name="connsiteY74" fmla="*/ 9525 h 141446"/>
                <a:gd name="connsiteX75" fmla="*/ 67627 w 139540"/>
                <a:gd name="connsiteY75" fmla="*/ 6668 h 141446"/>
                <a:gd name="connsiteX76" fmla="*/ 66198 w 139540"/>
                <a:gd name="connsiteY76" fmla="*/ 5715 h 141446"/>
                <a:gd name="connsiteX77" fmla="*/ 64294 w 139540"/>
                <a:gd name="connsiteY77" fmla="*/ 4763 h 141446"/>
                <a:gd name="connsiteX78" fmla="*/ 63341 w 139540"/>
                <a:gd name="connsiteY78" fmla="*/ 3810 h 141446"/>
                <a:gd name="connsiteX79" fmla="*/ 62389 w 139540"/>
                <a:gd name="connsiteY79" fmla="*/ 2381 h 141446"/>
                <a:gd name="connsiteX80" fmla="*/ 61913 w 139540"/>
                <a:gd name="connsiteY80" fmla="*/ 1905 h 141446"/>
                <a:gd name="connsiteX81" fmla="*/ 61436 w 139540"/>
                <a:gd name="connsiteY81" fmla="*/ 1905 h 141446"/>
                <a:gd name="connsiteX82" fmla="*/ 60960 w 139540"/>
                <a:gd name="connsiteY82" fmla="*/ 2858 h 141446"/>
                <a:gd name="connsiteX83" fmla="*/ 60007 w 139540"/>
                <a:gd name="connsiteY83" fmla="*/ 2858 h 141446"/>
                <a:gd name="connsiteX84" fmla="*/ 59055 w 139540"/>
                <a:gd name="connsiteY84" fmla="*/ 476 h 141446"/>
                <a:gd name="connsiteX85" fmla="*/ 58578 w 139540"/>
                <a:gd name="connsiteY85" fmla="*/ 0 h 141446"/>
                <a:gd name="connsiteX86" fmla="*/ 57626 w 139540"/>
                <a:gd name="connsiteY86" fmla="*/ 953 h 141446"/>
                <a:gd name="connsiteX87" fmla="*/ 49053 w 139540"/>
                <a:gd name="connsiteY87" fmla="*/ 3810 h 141446"/>
                <a:gd name="connsiteX88" fmla="*/ 48577 w 139540"/>
                <a:gd name="connsiteY88" fmla="*/ 2858 h 141446"/>
                <a:gd name="connsiteX89" fmla="*/ 47625 w 139540"/>
                <a:gd name="connsiteY89" fmla="*/ 1429 h 141446"/>
                <a:gd name="connsiteX90" fmla="*/ 46196 w 139540"/>
                <a:gd name="connsiteY90" fmla="*/ 953 h 141446"/>
                <a:gd name="connsiteX91" fmla="*/ 43339 w 139540"/>
                <a:gd name="connsiteY91" fmla="*/ 1905 h 141446"/>
                <a:gd name="connsiteX92" fmla="*/ 41434 w 139540"/>
                <a:gd name="connsiteY92" fmla="*/ 1905 h 141446"/>
                <a:gd name="connsiteX93" fmla="*/ 41434 w 139540"/>
                <a:gd name="connsiteY93" fmla="*/ 2858 h 141446"/>
                <a:gd name="connsiteX94" fmla="*/ 40481 w 139540"/>
                <a:gd name="connsiteY94" fmla="*/ 8096 h 141446"/>
                <a:gd name="connsiteX95" fmla="*/ 39052 w 139540"/>
                <a:gd name="connsiteY95" fmla="*/ 11906 h 141446"/>
                <a:gd name="connsiteX96" fmla="*/ 37623 w 139540"/>
                <a:gd name="connsiteY96" fmla="*/ 12859 h 141446"/>
                <a:gd name="connsiteX97" fmla="*/ 33338 w 139540"/>
                <a:gd name="connsiteY97" fmla="*/ 14288 h 141446"/>
                <a:gd name="connsiteX98" fmla="*/ 31909 w 139540"/>
                <a:gd name="connsiteY98" fmla="*/ 16193 h 141446"/>
                <a:gd name="connsiteX99" fmla="*/ 30003 w 139540"/>
                <a:gd name="connsiteY99" fmla="*/ 21908 h 141446"/>
                <a:gd name="connsiteX100" fmla="*/ 29051 w 139540"/>
                <a:gd name="connsiteY100" fmla="*/ 26670 h 141446"/>
                <a:gd name="connsiteX101" fmla="*/ 27622 w 139540"/>
                <a:gd name="connsiteY101" fmla="*/ 27146 h 141446"/>
                <a:gd name="connsiteX102" fmla="*/ 21431 w 139540"/>
                <a:gd name="connsiteY102" fmla="*/ 33814 h 141446"/>
                <a:gd name="connsiteX103" fmla="*/ 17145 w 139540"/>
                <a:gd name="connsiteY103" fmla="*/ 36671 h 141446"/>
                <a:gd name="connsiteX104" fmla="*/ 14288 w 139540"/>
                <a:gd name="connsiteY104" fmla="*/ 38576 h 141446"/>
                <a:gd name="connsiteX105" fmla="*/ 11430 w 139540"/>
                <a:gd name="connsiteY105" fmla="*/ 41434 h 141446"/>
                <a:gd name="connsiteX106" fmla="*/ 8096 w 139540"/>
                <a:gd name="connsiteY106" fmla="*/ 44291 h 141446"/>
                <a:gd name="connsiteX107" fmla="*/ 4286 w 139540"/>
                <a:gd name="connsiteY107" fmla="*/ 49054 h 141446"/>
                <a:gd name="connsiteX108" fmla="*/ 1428 w 139540"/>
                <a:gd name="connsiteY108" fmla="*/ 53816 h 141446"/>
                <a:gd name="connsiteX109" fmla="*/ 0 w 139540"/>
                <a:gd name="connsiteY109" fmla="*/ 55245 h 141446"/>
                <a:gd name="connsiteX110" fmla="*/ 7144 w 139540"/>
                <a:gd name="connsiteY110" fmla="*/ 62865 h 141446"/>
                <a:gd name="connsiteX111" fmla="*/ 17145 w 139540"/>
                <a:gd name="connsiteY111" fmla="*/ 67151 h 141446"/>
                <a:gd name="connsiteX112" fmla="*/ 22384 w 139540"/>
                <a:gd name="connsiteY112" fmla="*/ 70009 h 141446"/>
                <a:gd name="connsiteX113" fmla="*/ 24289 w 139540"/>
                <a:gd name="connsiteY113" fmla="*/ 75247 h 141446"/>
                <a:gd name="connsiteX114" fmla="*/ 27146 w 139540"/>
                <a:gd name="connsiteY114" fmla="*/ 77153 h 141446"/>
                <a:gd name="connsiteX115" fmla="*/ 30956 w 139540"/>
                <a:gd name="connsiteY115" fmla="*/ 78581 h 141446"/>
                <a:gd name="connsiteX116" fmla="*/ 36671 w 139540"/>
                <a:gd name="connsiteY116" fmla="*/ 80010 h 141446"/>
                <a:gd name="connsiteX117" fmla="*/ 41910 w 139540"/>
                <a:gd name="connsiteY117" fmla="*/ 83344 h 141446"/>
                <a:gd name="connsiteX118" fmla="*/ 62865 w 139540"/>
                <a:gd name="connsiteY118" fmla="*/ 101918 h 141446"/>
                <a:gd name="connsiteX119" fmla="*/ 72390 w 139540"/>
                <a:gd name="connsiteY119" fmla="*/ 111443 h 141446"/>
                <a:gd name="connsiteX120" fmla="*/ 80486 w 139540"/>
                <a:gd name="connsiteY120" fmla="*/ 117634 h 141446"/>
                <a:gd name="connsiteX121" fmla="*/ 110490 w 139540"/>
                <a:gd name="connsiteY121" fmla="*/ 133350 h 141446"/>
                <a:gd name="connsiteX122" fmla="*/ 119063 w 139540"/>
                <a:gd name="connsiteY122" fmla="*/ 136208 h 141446"/>
                <a:gd name="connsiteX123" fmla="*/ 130492 w 139540"/>
                <a:gd name="connsiteY123" fmla="*/ 140970 h 141446"/>
                <a:gd name="connsiteX124" fmla="*/ 134778 w 139540"/>
                <a:gd name="connsiteY124" fmla="*/ 141446 h 141446"/>
                <a:gd name="connsiteX125" fmla="*/ 133826 w 139540"/>
                <a:gd name="connsiteY125" fmla="*/ 140018 h 141446"/>
                <a:gd name="connsiteX126" fmla="*/ 133826 w 139540"/>
                <a:gd name="connsiteY126" fmla="*/ 133826 h 141446"/>
                <a:gd name="connsiteX127" fmla="*/ 132873 w 139540"/>
                <a:gd name="connsiteY127" fmla="*/ 125730 h 141446"/>
                <a:gd name="connsiteX128" fmla="*/ 133350 w 139540"/>
                <a:gd name="connsiteY128" fmla="*/ 122396 h 141446"/>
                <a:gd name="connsiteX129" fmla="*/ 133826 w 139540"/>
                <a:gd name="connsiteY129" fmla="*/ 119063 h 141446"/>
                <a:gd name="connsiteX130" fmla="*/ 133826 w 139540"/>
                <a:gd name="connsiteY130" fmla="*/ 116681 h 141446"/>
                <a:gd name="connsiteX131" fmla="*/ 135731 w 139540"/>
                <a:gd name="connsiteY131" fmla="*/ 115729 h 141446"/>
                <a:gd name="connsiteX132" fmla="*/ 136207 w 139540"/>
                <a:gd name="connsiteY132" fmla="*/ 114776 h 141446"/>
                <a:gd name="connsiteX133" fmla="*/ 136684 w 139540"/>
                <a:gd name="connsiteY133" fmla="*/ 111443 h 141446"/>
                <a:gd name="connsiteX134" fmla="*/ 138589 w 139540"/>
                <a:gd name="connsiteY134" fmla="*/ 108585 h 141446"/>
                <a:gd name="connsiteX135" fmla="*/ 138589 w 139540"/>
                <a:gd name="connsiteY135" fmla="*/ 103346 h 141446"/>
                <a:gd name="connsiteX136" fmla="*/ 139065 w 139540"/>
                <a:gd name="connsiteY136" fmla="*/ 102394 h 141446"/>
                <a:gd name="connsiteX137" fmla="*/ 139541 w 139540"/>
                <a:gd name="connsiteY137" fmla="*/ 100965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39540" h="141446">
                  <a:moveTo>
                    <a:pt x="138589" y="97631"/>
                  </a:moveTo>
                  <a:lnTo>
                    <a:pt x="137636" y="90964"/>
                  </a:lnTo>
                  <a:lnTo>
                    <a:pt x="137160" y="90964"/>
                  </a:lnTo>
                  <a:lnTo>
                    <a:pt x="136684" y="90964"/>
                  </a:lnTo>
                  <a:lnTo>
                    <a:pt x="135731" y="90964"/>
                  </a:lnTo>
                  <a:lnTo>
                    <a:pt x="131445" y="89059"/>
                  </a:lnTo>
                  <a:lnTo>
                    <a:pt x="128111" y="88583"/>
                  </a:lnTo>
                  <a:lnTo>
                    <a:pt x="126206" y="86678"/>
                  </a:lnTo>
                  <a:lnTo>
                    <a:pt x="125730" y="84296"/>
                  </a:lnTo>
                  <a:lnTo>
                    <a:pt x="124777" y="83344"/>
                  </a:lnTo>
                  <a:lnTo>
                    <a:pt x="123825" y="80963"/>
                  </a:lnTo>
                  <a:lnTo>
                    <a:pt x="122872" y="78105"/>
                  </a:lnTo>
                  <a:lnTo>
                    <a:pt x="119539" y="76200"/>
                  </a:lnTo>
                  <a:lnTo>
                    <a:pt x="116681" y="75724"/>
                  </a:lnTo>
                  <a:lnTo>
                    <a:pt x="114776" y="76200"/>
                  </a:lnTo>
                  <a:lnTo>
                    <a:pt x="112395" y="76200"/>
                  </a:lnTo>
                  <a:lnTo>
                    <a:pt x="109538" y="75247"/>
                  </a:lnTo>
                  <a:lnTo>
                    <a:pt x="107632" y="73819"/>
                  </a:lnTo>
                  <a:lnTo>
                    <a:pt x="105727" y="71914"/>
                  </a:lnTo>
                  <a:lnTo>
                    <a:pt x="103822" y="70485"/>
                  </a:lnTo>
                  <a:lnTo>
                    <a:pt x="102394" y="70485"/>
                  </a:lnTo>
                  <a:lnTo>
                    <a:pt x="100965" y="70009"/>
                  </a:lnTo>
                  <a:lnTo>
                    <a:pt x="99060" y="69533"/>
                  </a:lnTo>
                  <a:lnTo>
                    <a:pt x="98584" y="68580"/>
                  </a:lnTo>
                  <a:lnTo>
                    <a:pt x="105251" y="61913"/>
                  </a:lnTo>
                  <a:lnTo>
                    <a:pt x="107632" y="59055"/>
                  </a:lnTo>
                  <a:lnTo>
                    <a:pt x="108109" y="56674"/>
                  </a:lnTo>
                  <a:lnTo>
                    <a:pt x="108109" y="54769"/>
                  </a:lnTo>
                  <a:lnTo>
                    <a:pt x="109061" y="52864"/>
                  </a:lnTo>
                  <a:lnTo>
                    <a:pt x="109061" y="49530"/>
                  </a:lnTo>
                  <a:lnTo>
                    <a:pt x="105251" y="38100"/>
                  </a:lnTo>
                  <a:lnTo>
                    <a:pt x="104298" y="34766"/>
                  </a:lnTo>
                  <a:lnTo>
                    <a:pt x="103346" y="33814"/>
                  </a:lnTo>
                  <a:lnTo>
                    <a:pt x="102394" y="33338"/>
                  </a:lnTo>
                  <a:lnTo>
                    <a:pt x="101441" y="32385"/>
                  </a:lnTo>
                  <a:lnTo>
                    <a:pt x="100013" y="30956"/>
                  </a:lnTo>
                  <a:lnTo>
                    <a:pt x="99536" y="29051"/>
                  </a:lnTo>
                  <a:lnTo>
                    <a:pt x="98584" y="29051"/>
                  </a:lnTo>
                  <a:lnTo>
                    <a:pt x="96678" y="29051"/>
                  </a:lnTo>
                  <a:lnTo>
                    <a:pt x="95250" y="30004"/>
                  </a:lnTo>
                  <a:lnTo>
                    <a:pt x="94297" y="31909"/>
                  </a:lnTo>
                  <a:lnTo>
                    <a:pt x="94297" y="33814"/>
                  </a:lnTo>
                  <a:lnTo>
                    <a:pt x="93821" y="35243"/>
                  </a:lnTo>
                  <a:lnTo>
                    <a:pt x="92869" y="36195"/>
                  </a:lnTo>
                  <a:lnTo>
                    <a:pt x="90964" y="39053"/>
                  </a:lnTo>
                  <a:lnTo>
                    <a:pt x="90011" y="41434"/>
                  </a:lnTo>
                  <a:lnTo>
                    <a:pt x="89059" y="43339"/>
                  </a:lnTo>
                  <a:lnTo>
                    <a:pt x="87153" y="43339"/>
                  </a:lnTo>
                  <a:lnTo>
                    <a:pt x="86677" y="42863"/>
                  </a:lnTo>
                  <a:lnTo>
                    <a:pt x="85725" y="43339"/>
                  </a:lnTo>
                  <a:lnTo>
                    <a:pt x="83344" y="44291"/>
                  </a:lnTo>
                  <a:lnTo>
                    <a:pt x="80963" y="44768"/>
                  </a:lnTo>
                  <a:lnTo>
                    <a:pt x="80486" y="43815"/>
                  </a:lnTo>
                  <a:lnTo>
                    <a:pt x="79057" y="42863"/>
                  </a:lnTo>
                  <a:lnTo>
                    <a:pt x="77628" y="40958"/>
                  </a:lnTo>
                  <a:lnTo>
                    <a:pt x="76200" y="39529"/>
                  </a:lnTo>
                  <a:lnTo>
                    <a:pt x="72866" y="38576"/>
                  </a:lnTo>
                  <a:lnTo>
                    <a:pt x="71914" y="38576"/>
                  </a:lnTo>
                  <a:lnTo>
                    <a:pt x="70485" y="38576"/>
                  </a:lnTo>
                  <a:lnTo>
                    <a:pt x="69532" y="38100"/>
                  </a:lnTo>
                  <a:lnTo>
                    <a:pt x="69532" y="37147"/>
                  </a:lnTo>
                  <a:lnTo>
                    <a:pt x="70961" y="34766"/>
                  </a:lnTo>
                  <a:lnTo>
                    <a:pt x="71914" y="32861"/>
                  </a:lnTo>
                  <a:lnTo>
                    <a:pt x="72390" y="30480"/>
                  </a:lnTo>
                  <a:lnTo>
                    <a:pt x="72390" y="28575"/>
                  </a:lnTo>
                  <a:lnTo>
                    <a:pt x="71914" y="25241"/>
                  </a:lnTo>
                  <a:lnTo>
                    <a:pt x="70485" y="22860"/>
                  </a:lnTo>
                  <a:lnTo>
                    <a:pt x="70009" y="21431"/>
                  </a:lnTo>
                  <a:lnTo>
                    <a:pt x="70009" y="19526"/>
                  </a:lnTo>
                  <a:lnTo>
                    <a:pt x="69532" y="17621"/>
                  </a:lnTo>
                  <a:lnTo>
                    <a:pt x="69532" y="16669"/>
                  </a:lnTo>
                  <a:lnTo>
                    <a:pt x="69056" y="14764"/>
                  </a:lnTo>
                  <a:lnTo>
                    <a:pt x="68580" y="12859"/>
                  </a:lnTo>
                  <a:lnTo>
                    <a:pt x="67627" y="12383"/>
                  </a:lnTo>
                  <a:lnTo>
                    <a:pt x="67151" y="9525"/>
                  </a:lnTo>
                  <a:lnTo>
                    <a:pt x="67627" y="6668"/>
                  </a:lnTo>
                  <a:lnTo>
                    <a:pt x="66198" y="5715"/>
                  </a:lnTo>
                  <a:lnTo>
                    <a:pt x="64294" y="4763"/>
                  </a:lnTo>
                  <a:lnTo>
                    <a:pt x="63341" y="3810"/>
                  </a:lnTo>
                  <a:lnTo>
                    <a:pt x="62389" y="2381"/>
                  </a:lnTo>
                  <a:lnTo>
                    <a:pt x="61913" y="1905"/>
                  </a:lnTo>
                  <a:lnTo>
                    <a:pt x="61436" y="1905"/>
                  </a:lnTo>
                  <a:lnTo>
                    <a:pt x="60960" y="2858"/>
                  </a:lnTo>
                  <a:lnTo>
                    <a:pt x="60007" y="2858"/>
                  </a:lnTo>
                  <a:lnTo>
                    <a:pt x="59055" y="476"/>
                  </a:lnTo>
                  <a:lnTo>
                    <a:pt x="58578" y="0"/>
                  </a:lnTo>
                  <a:lnTo>
                    <a:pt x="57626" y="953"/>
                  </a:lnTo>
                  <a:lnTo>
                    <a:pt x="49053" y="3810"/>
                  </a:lnTo>
                  <a:lnTo>
                    <a:pt x="48577" y="2858"/>
                  </a:lnTo>
                  <a:lnTo>
                    <a:pt x="47625" y="1429"/>
                  </a:lnTo>
                  <a:lnTo>
                    <a:pt x="46196" y="953"/>
                  </a:lnTo>
                  <a:lnTo>
                    <a:pt x="43339" y="1905"/>
                  </a:lnTo>
                  <a:lnTo>
                    <a:pt x="41434" y="1905"/>
                  </a:lnTo>
                  <a:lnTo>
                    <a:pt x="41434" y="2858"/>
                  </a:lnTo>
                  <a:lnTo>
                    <a:pt x="40481" y="8096"/>
                  </a:lnTo>
                  <a:lnTo>
                    <a:pt x="39052" y="11906"/>
                  </a:lnTo>
                  <a:lnTo>
                    <a:pt x="37623" y="12859"/>
                  </a:lnTo>
                  <a:lnTo>
                    <a:pt x="33338" y="14288"/>
                  </a:lnTo>
                  <a:lnTo>
                    <a:pt x="31909" y="16193"/>
                  </a:lnTo>
                  <a:lnTo>
                    <a:pt x="30003" y="21908"/>
                  </a:lnTo>
                  <a:lnTo>
                    <a:pt x="29051" y="26670"/>
                  </a:lnTo>
                  <a:lnTo>
                    <a:pt x="27622" y="27146"/>
                  </a:lnTo>
                  <a:lnTo>
                    <a:pt x="21431" y="33814"/>
                  </a:lnTo>
                  <a:lnTo>
                    <a:pt x="17145" y="36671"/>
                  </a:lnTo>
                  <a:lnTo>
                    <a:pt x="14288" y="38576"/>
                  </a:lnTo>
                  <a:lnTo>
                    <a:pt x="11430" y="41434"/>
                  </a:lnTo>
                  <a:lnTo>
                    <a:pt x="8096" y="44291"/>
                  </a:lnTo>
                  <a:lnTo>
                    <a:pt x="4286" y="49054"/>
                  </a:lnTo>
                  <a:lnTo>
                    <a:pt x="1428" y="53816"/>
                  </a:lnTo>
                  <a:lnTo>
                    <a:pt x="0" y="55245"/>
                  </a:lnTo>
                  <a:lnTo>
                    <a:pt x="7144" y="62865"/>
                  </a:lnTo>
                  <a:lnTo>
                    <a:pt x="17145" y="67151"/>
                  </a:lnTo>
                  <a:lnTo>
                    <a:pt x="22384" y="70009"/>
                  </a:lnTo>
                  <a:lnTo>
                    <a:pt x="24289" y="75247"/>
                  </a:lnTo>
                  <a:lnTo>
                    <a:pt x="27146" y="77153"/>
                  </a:lnTo>
                  <a:lnTo>
                    <a:pt x="30956" y="78581"/>
                  </a:lnTo>
                  <a:lnTo>
                    <a:pt x="36671" y="80010"/>
                  </a:lnTo>
                  <a:lnTo>
                    <a:pt x="41910" y="83344"/>
                  </a:lnTo>
                  <a:lnTo>
                    <a:pt x="62865" y="101918"/>
                  </a:lnTo>
                  <a:lnTo>
                    <a:pt x="72390" y="111443"/>
                  </a:lnTo>
                  <a:lnTo>
                    <a:pt x="80486" y="117634"/>
                  </a:lnTo>
                  <a:lnTo>
                    <a:pt x="110490" y="133350"/>
                  </a:lnTo>
                  <a:lnTo>
                    <a:pt x="119063" y="136208"/>
                  </a:lnTo>
                  <a:lnTo>
                    <a:pt x="130492" y="140970"/>
                  </a:lnTo>
                  <a:lnTo>
                    <a:pt x="134778" y="141446"/>
                  </a:lnTo>
                  <a:lnTo>
                    <a:pt x="133826" y="140018"/>
                  </a:lnTo>
                  <a:lnTo>
                    <a:pt x="133826" y="133826"/>
                  </a:lnTo>
                  <a:lnTo>
                    <a:pt x="132873" y="125730"/>
                  </a:lnTo>
                  <a:lnTo>
                    <a:pt x="133350" y="122396"/>
                  </a:lnTo>
                  <a:lnTo>
                    <a:pt x="133826" y="119063"/>
                  </a:lnTo>
                  <a:lnTo>
                    <a:pt x="133826" y="116681"/>
                  </a:lnTo>
                  <a:lnTo>
                    <a:pt x="135731" y="115729"/>
                  </a:lnTo>
                  <a:lnTo>
                    <a:pt x="136207" y="114776"/>
                  </a:lnTo>
                  <a:lnTo>
                    <a:pt x="136684" y="111443"/>
                  </a:lnTo>
                  <a:lnTo>
                    <a:pt x="138589" y="108585"/>
                  </a:lnTo>
                  <a:lnTo>
                    <a:pt x="138589" y="103346"/>
                  </a:lnTo>
                  <a:lnTo>
                    <a:pt x="139065" y="102394"/>
                  </a:lnTo>
                  <a:lnTo>
                    <a:pt x="139541" y="100965"/>
                  </a:lnTo>
                  <a:close/>
                </a:path>
              </a:pathLst>
            </a:custGeom>
            <a:grpFill/>
            <a:ln w="317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1C98ED85-C49B-47B0-93AA-E06F8DDE3E63}"/>
                </a:ext>
              </a:extLst>
            </p:cNvPr>
            <p:cNvSpPr/>
            <p:nvPr/>
          </p:nvSpPr>
          <p:spPr>
            <a:xfrm>
              <a:off x="8432482" y="3968114"/>
              <a:ext cx="72866" cy="130968"/>
            </a:xfrm>
            <a:custGeom>
              <a:avLst/>
              <a:gdLst>
                <a:gd name="connsiteX0" fmla="*/ 72390 w 72866"/>
                <a:gd name="connsiteY0" fmla="*/ 85725 h 130968"/>
                <a:gd name="connsiteX1" fmla="*/ 70961 w 72866"/>
                <a:gd name="connsiteY1" fmla="*/ 80963 h 130968"/>
                <a:gd name="connsiteX2" fmla="*/ 69532 w 72866"/>
                <a:gd name="connsiteY2" fmla="*/ 79534 h 130968"/>
                <a:gd name="connsiteX3" fmla="*/ 67151 w 72866"/>
                <a:gd name="connsiteY3" fmla="*/ 74295 h 130968"/>
                <a:gd name="connsiteX4" fmla="*/ 65723 w 72866"/>
                <a:gd name="connsiteY4" fmla="*/ 72390 h 130968"/>
                <a:gd name="connsiteX5" fmla="*/ 65723 w 72866"/>
                <a:gd name="connsiteY5" fmla="*/ 71438 h 130968"/>
                <a:gd name="connsiteX6" fmla="*/ 65723 w 72866"/>
                <a:gd name="connsiteY6" fmla="*/ 70485 h 130968"/>
                <a:gd name="connsiteX7" fmla="*/ 65247 w 72866"/>
                <a:gd name="connsiteY7" fmla="*/ 69056 h 130968"/>
                <a:gd name="connsiteX8" fmla="*/ 57626 w 72866"/>
                <a:gd name="connsiteY8" fmla="*/ 57626 h 130968"/>
                <a:gd name="connsiteX9" fmla="*/ 57150 w 72866"/>
                <a:gd name="connsiteY9" fmla="*/ 56674 h 130968"/>
                <a:gd name="connsiteX10" fmla="*/ 57150 w 72866"/>
                <a:gd name="connsiteY10" fmla="*/ 54292 h 130968"/>
                <a:gd name="connsiteX11" fmla="*/ 55245 w 72866"/>
                <a:gd name="connsiteY11" fmla="*/ 47149 h 130968"/>
                <a:gd name="connsiteX12" fmla="*/ 53816 w 72866"/>
                <a:gd name="connsiteY12" fmla="*/ 45720 h 130968"/>
                <a:gd name="connsiteX13" fmla="*/ 51911 w 72866"/>
                <a:gd name="connsiteY13" fmla="*/ 45244 h 130968"/>
                <a:gd name="connsiteX14" fmla="*/ 50482 w 72866"/>
                <a:gd name="connsiteY14" fmla="*/ 44291 h 130968"/>
                <a:gd name="connsiteX15" fmla="*/ 50006 w 72866"/>
                <a:gd name="connsiteY15" fmla="*/ 42863 h 130968"/>
                <a:gd name="connsiteX16" fmla="*/ 50006 w 72866"/>
                <a:gd name="connsiteY16" fmla="*/ 40957 h 130968"/>
                <a:gd name="connsiteX17" fmla="*/ 49530 w 72866"/>
                <a:gd name="connsiteY17" fmla="*/ 39053 h 130968"/>
                <a:gd name="connsiteX18" fmla="*/ 43339 w 72866"/>
                <a:gd name="connsiteY18" fmla="*/ 30004 h 130968"/>
                <a:gd name="connsiteX19" fmla="*/ 41910 w 72866"/>
                <a:gd name="connsiteY19" fmla="*/ 29051 h 130968"/>
                <a:gd name="connsiteX20" fmla="*/ 40481 w 72866"/>
                <a:gd name="connsiteY20" fmla="*/ 28575 h 130968"/>
                <a:gd name="connsiteX21" fmla="*/ 39529 w 72866"/>
                <a:gd name="connsiteY21" fmla="*/ 26670 h 130968"/>
                <a:gd name="connsiteX22" fmla="*/ 39053 w 72866"/>
                <a:gd name="connsiteY22" fmla="*/ 24765 h 130968"/>
                <a:gd name="connsiteX23" fmla="*/ 32861 w 72866"/>
                <a:gd name="connsiteY23" fmla="*/ 15240 h 130968"/>
                <a:gd name="connsiteX24" fmla="*/ 21431 w 72866"/>
                <a:gd name="connsiteY24" fmla="*/ 5715 h 130968"/>
                <a:gd name="connsiteX25" fmla="*/ 17145 w 72866"/>
                <a:gd name="connsiteY25" fmla="*/ 476 h 130968"/>
                <a:gd name="connsiteX26" fmla="*/ 14764 w 72866"/>
                <a:gd name="connsiteY26" fmla="*/ 0 h 130968"/>
                <a:gd name="connsiteX27" fmla="*/ 11430 w 72866"/>
                <a:gd name="connsiteY27" fmla="*/ 0 h 130968"/>
                <a:gd name="connsiteX28" fmla="*/ 8097 w 72866"/>
                <a:gd name="connsiteY28" fmla="*/ 0 h 130968"/>
                <a:gd name="connsiteX29" fmla="*/ 7620 w 72866"/>
                <a:gd name="connsiteY29" fmla="*/ 476 h 130968"/>
                <a:gd name="connsiteX30" fmla="*/ 7144 w 72866"/>
                <a:gd name="connsiteY30" fmla="*/ 2381 h 130968"/>
                <a:gd name="connsiteX31" fmla="*/ 8097 w 72866"/>
                <a:gd name="connsiteY31" fmla="*/ 3810 h 130968"/>
                <a:gd name="connsiteX32" fmla="*/ 10478 w 72866"/>
                <a:gd name="connsiteY32" fmla="*/ 5715 h 130968"/>
                <a:gd name="connsiteX33" fmla="*/ 17622 w 72866"/>
                <a:gd name="connsiteY33" fmla="*/ 7144 h 130968"/>
                <a:gd name="connsiteX34" fmla="*/ 21907 w 72866"/>
                <a:gd name="connsiteY34" fmla="*/ 9049 h 130968"/>
                <a:gd name="connsiteX35" fmla="*/ 23336 w 72866"/>
                <a:gd name="connsiteY35" fmla="*/ 11430 h 130968"/>
                <a:gd name="connsiteX36" fmla="*/ 21431 w 72866"/>
                <a:gd name="connsiteY36" fmla="*/ 11430 h 130968"/>
                <a:gd name="connsiteX37" fmla="*/ 19526 w 72866"/>
                <a:gd name="connsiteY37" fmla="*/ 11906 h 130968"/>
                <a:gd name="connsiteX38" fmla="*/ 17622 w 72866"/>
                <a:gd name="connsiteY38" fmla="*/ 10954 h 130968"/>
                <a:gd name="connsiteX39" fmla="*/ 15716 w 72866"/>
                <a:gd name="connsiteY39" fmla="*/ 9525 h 130968"/>
                <a:gd name="connsiteX40" fmla="*/ 11906 w 72866"/>
                <a:gd name="connsiteY40" fmla="*/ 8096 h 130968"/>
                <a:gd name="connsiteX41" fmla="*/ 12859 w 72866"/>
                <a:gd name="connsiteY41" fmla="*/ 12382 h 130968"/>
                <a:gd name="connsiteX42" fmla="*/ 13335 w 72866"/>
                <a:gd name="connsiteY42" fmla="*/ 16669 h 130968"/>
                <a:gd name="connsiteX43" fmla="*/ 12859 w 72866"/>
                <a:gd name="connsiteY43" fmla="*/ 20479 h 130968"/>
                <a:gd name="connsiteX44" fmla="*/ 11906 w 72866"/>
                <a:gd name="connsiteY44" fmla="*/ 24289 h 130968"/>
                <a:gd name="connsiteX45" fmla="*/ 7144 w 72866"/>
                <a:gd name="connsiteY45" fmla="*/ 30956 h 130968"/>
                <a:gd name="connsiteX46" fmla="*/ 7144 w 72866"/>
                <a:gd name="connsiteY46" fmla="*/ 32861 h 130968"/>
                <a:gd name="connsiteX47" fmla="*/ 7620 w 72866"/>
                <a:gd name="connsiteY47" fmla="*/ 36195 h 130968"/>
                <a:gd name="connsiteX48" fmla="*/ 7620 w 72866"/>
                <a:gd name="connsiteY48" fmla="*/ 38100 h 130968"/>
                <a:gd name="connsiteX49" fmla="*/ 4763 w 72866"/>
                <a:gd name="connsiteY49" fmla="*/ 47625 h 130968"/>
                <a:gd name="connsiteX50" fmla="*/ 4286 w 72866"/>
                <a:gd name="connsiteY50" fmla="*/ 51435 h 130968"/>
                <a:gd name="connsiteX51" fmla="*/ 3334 w 72866"/>
                <a:gd name="connsiteY51" fmla="*/ 60007 h 130968"/>
                <a:gd name="connsiteX52" fmla="*/ 2381 w 72866"/>
                <a:gd name="connsiteY52" fmla="*/ 60960 h 130968"/>
                <a:gd name="connsiteX53" fmla="*/ 1429 w 72866"/>
                <a:gd name="connsiteY53" fmla="*/ 60007 h 130968"/>
                <a:gd name="connsiteX54" fmla="*/ 1429 w 72866"/>
                <a:gd name="connsiteY54" fmla="*/ 51911 h 130968"/>
                <a:gd name="connsiteX55" fmla="*/ 0 w 72866"/>
                <a:gd name="connsiteY55" fmla="*/ 55721 h 130968"/>
                <a:gd name="connsiteX56" fmla="*/ 0 w 72866"/>
                <a:gd name="connsiteY56" fmla="*/ 59531 h 130968"/>
                <a:gd name="connsiteX57" fmla="*/ 1905 w 72866"/>
                <a:gd name="connsiteY57" fmla="*/ 68580 h 130968"/>
                <a:gd name="connsiteX58" fmla="*/ 2857 w 72866"/>
                <a:gd name="connsiteY58" fmla="*/ 75724 h 130968"/>
                <a:gd name="connsiteX59" fmla="*/ 5239 w 72866"/>
                <a:gd name="connsiteY59" fmla="*/ 101441 h 130968"/>
                <a:gd name="connsiteX60" fmla="*/ 8097 w 72866"/>
                <a:gd name="connsiteY60" fmla="*/ 109538 h 130968"/>
                <a:gd name="connsiteX61" fmla="*/ 10001 w 72866"/>
                <a:gd name="connsiteY61" fmla="*/ 117157 h 130968"/>
                <a:gd name="connsiteX62" fmla="*/ 12859 w 72866"/>
                <a:gd name="connsiteY62" fmla="*/ 124301 h 130968"/>
                <a:gd name="connsiteX63" fmla="*/ 18574 w 72866"/>
                <a:gd name="connsiteY63" fmla="*/ 129064 h 130968"/>
                <a:gd name="connsiteX64" fmla="*/ 26194 w 72866"/>
                <a:gd name="connsiteY64" fmla="*/ 130969 h 130968"/>
                <a:gd name="connsiteX65" fmla="*/ 33814 w 72866"/>
                <a:gd name="connsiteY65" fmla="*/ 130016 h 130968"/>
                <a:gd name="connsiteX66" fmla="*/ 42386 w 72866"/>
                <a:gd name="connsiteY66" fmla="*/ 126206 h 130968"/>
                <a:gd name="connsiteX67" fmla="*/ 53816 w 72866"/>
                <a:gd name="connsiteY67" fmla="*/ 122396 h 130968"/>
                <a:gd name="connsiteX68" fmla="*/ 56198 w 72866"/>
                <a:gd name="connsiteY68" fmla="*/ 120967 h 130968"/>
                <a:gd name="connsiteX69" fmla="*/ 64770 w 72866"/>
                <a:gd name="connsiteY69" fmla="*/ 114776 h 130968"/>
                <a:gd name="connsiteX70" fmla="*/ 67151 w 72866"/>
                <a:gd name="connsiteY70" fmla="*/ 111919 h 130968"/>
                <a:gd name="connsiteX71" fmla="*/ 69056 w 72866"/>
                <a:gd name="connsiteY71" fmla="*/ 108585 h 130968"/>
                <a:gd name="connsiteX72" fmla="*/ 70961 w 72866"/>
                <a:gd name="connsiteY72" fmla="*/ 103822 h 130968"/>
                <a:gd name="connsiteX73" fmla="*/ 72390 w 72866"/>
                <a:gd name="connsiteY73" fmla="*/ 99060 h 130968"/>
                <a:gd name="connsiteX74" fmla="*/ 72866 w 72866"/>
                <a:gd name="connsiteY74" fmla="*/ 95250 h 130968"/>
                <a:gd name="connsiteX75" fmla="*/ 72390 w 72866"/>
                <a:gd name="connsiteY75" fmla="*/ 85725 h 130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2866" h="130968">
                  <a:moveTo>
                    <a:pt x="72390" y="85725"/>
                  </a:moveTo>
                  <a:lnTo>
                    <a:pt x="70961" y="80963"/>
                  </a:lnTo>
                  <a:lnTo>
                    <a:pt x="69532" y="79534"/>
                  </a:lnTo>
                  <a:lnTo>
                    <a:pt x="67151" y="74295"/>
                  </a:lnTo>
                  <a:lnTo>
                    <a:pt x="65723" y="72390"/>
                  </a:lnTo>
                  <a:lnTo>
                    <a:pt x="65723" y="71438"/>
                  </a:lnTo>
                  <a:lnTo>
                    <a:pt x="65723" y="70485"/>
                  </a:lnTo>
                  <a:lnTo>
                    <a:pt x="65247" y="69056"/>
                  </a:lnTo>
                  <a:lnTo>
                    <a:pt x="57626" y="57626"/>
                  </a:lnTo>
                  <a:lnTo>
                    <a:pt x="57150" y="56674"/>
                  </a:lnTo>
                  <a:lnTo>
                    <a:pt x="57150" y="54292"/>
                  </a:lnTo>
                  <a:lnTo>
                    <a:pt x="55245" y="47149"/>
                  </a:lnTo>
                  <a:lnTo>
                    <a:pt x="53816" y="45720"/>
                  </a:lnTo>
                  <a:lnTo>
                    <a:pt x="51911" y="45244"/>
                  </a:lnTo>
                  <a:lnTo>
                    <a:pt x="50482" y="44291"/>
                  </a:lnTo>
                  <a:lnTo>
                    <a:pt x="50006" y="42863"/>
                  </a:lnTo>
                  <a:lnTo>
                    <a:pt x="50006" y="40957"/>
                  </a:lnTo>
                  <a:lnTo>
                    <a:pt x="49530" y="39053"/>
                  </a:lnTo>
                  <a:lnTo>
                    <a:pt x="43339" y="30004"/>
                  </a:lnTo>
                  <a:lnTo>
                    <a:pt x="41910" y="29051"/>
                  </a:lnTo>
                  <a:lnTo>
                    <a:pt x="40481" y="28575"/>
                  </a:lnTo>
                  <a:lnTo>
                    <a:pt x="39529" y="26670"/>
                  </a:lnTo>
                  <a:lnTo>
                    <a:pt x="39053" y="24765"/>
                  </a:lnTo>
                  <a:lnTo>
                    <a:pt x="32861" y="15240"/>
                  </a:lnTo>
                  <a:lnTo>
                    <a:pt x="21431" y="5715"/>
                  </a:lnTo>
                  <a:lnTo>
                    <a:pt x="17145" y="476"/>
                  </a:lnTo>
                  <a:lnTo>
                    <a:pt x="14764" y="0"/>
                  </a:lnTo>
                  <a:lnTo>
                    <a:pt x="11430" y="0"/>
                  </a:lnTo>
                  <a:lnTo>
                    <a:pt x="8097" y="0"/>
                  </a:lnTo>
                  <a:lnTo>
                    <a:pt x="7620" y="476"/>
                  </a:lnTo>
                  <a:lnTo>
                    <a:pt x="7144" y="2381"/>
                  </a:lnTo>
                  <a:lnTo>
                    <a:pt x="8097" y="3810"/>
                  </a:lnTo>
                  <a:lnTo>
                    <a:pt x="10478" y="5715"/>
                  </a:lnTo>
                  <a:lnTo>
                    <a:pt x="17622" y="7144"/>
                  </a:lnTo>
                  <a:lnTo>
                    <a:pt x="21907" y="9049"/>
                  </a:lnTo>
                  <a:lnTo>
                    <a:pt x="23336" y="11430"/>
                  </a:lnTo>
                  <a:lnTo>
                    <a:pt x="21431" y="11430"/>
                  </a:lnTo>
                  <a:lnTo>
                    <a:pt x="19526" y="11906"/>
                  </a:lnTo>
                  <a:lnTo>
                    <a:pt x="17622" y="10954"/>
                  </a:lnTo>
                  <a:lnTo>
                    <a:pt x="15716" y="9525"/>
                  </a:lnTo>
                  <a:lnTo>
                    <a:pt x="11906" y="8096"/>
                  </a:lnTo>
                  <a:lnTo>
                    <a:pt x="12859" y="12382"/>
                  </a:lnTo>
                  <a:lnTo>
                    <a:pt x="13335" y="16669"/>
                  </a:lnTo>
                  <a:lnTo>
                    <a:pt x="12859" y="20479"/>
                  </a:lnTo>
                  <a:lnTo>
                    <a:pt x="11906" y="24289"/>
                  </a:lnTo>
                  <a:lnTo>
                    <a:pt x="7144" y="30956"/>
                  </a:lnTo>
                  <a:lnTo>
                    <a:pt x="7144" y="32861"/>
                  </a:lnTo>
                  <a:lnTo>
                    <a:pt x="7620" y="36195"/>
                  </a:lnTo>
                  <a:lnTo>
                    <a:pt x="7620" y="38100"/>
                  </a:lnTo>
                  <a:lnTo>
                    <a:pt x="4763" y="47625"/>
                  </a:lnTo>
                  <a:lnTo>
                    <a:pt x="4286" y="51435"/>
                  </a:lnTo>
                  <a:lnTo>
                    <a:pt x="3334" y="60007"/>
                  </a:lnTo>
                  <a:lnTo>
                    <a:pt x="2381" y="60960"/>
                  </a:lnTo>
                  <a:lnTo>
                    <a:pt x="1429" y="60007"/>
                  </a:lnTo>
                  <a:lnTo>
                    <a:pt x="1429" y="51911"/>
                  </a:lnTo>
                  <a:lnTo>
                    <a:pt x="0" y="55721"/>
                  </a:lnTo>
                  <a:lnTo>
                    <a:pt x="0" y="59531"/>
                  </a:lnTo>
                  <a:lnTo>
                    <a:pt x="1905" y="68580"/>
                  </a:lnTo>
                  <a:lnTo>
                    <a:pt x="2857" y="75724"/>
                  </a:lnTo>
                  <a:lnTo>
                    <a:pt x="5239" y="101441"/>
                  </a:lnTo>
                  <a:lnTo>
                    <a:pt x="8097" y="109538"/>
                  </a:lnTo>
                  <a:lnTo>
                    <a:pt x="10001" y="117157"/>
                  </a:lnTo>
                  <a:lnTo>
                    <a:pt x="12859" y="124301"/>
                  </a:lnTo>
                  <a:lnTo>
                    <a:pt x="18574" y="129064"/>
                  </a:lnTo>
                  <a:lnTo>
                    <a:pt x="26194" y="130969"/>
                  </a:lnTo>
                  <a:lnTo>
                    <a:pt x="33814" y="130016"/>
                  </a:lnTo>
                  <a:lnTo>
                    <a:pt x="42386" y="126206"/>
                  </a:lnTo>
                  <a:lnTo>
                    <a:pt x="53816" y="122396"/>
                  </a:lnTo>
                  <a:lnTo>
                    <a:pt x="56198" y="120967"/>
                  </a:lnTo>
                  <a:lnTo>
                    <a:pt x="64770" y="114776"/>
                  </a:lnTo>
                  <a:lnTo>
                    <a:pt x="67151" y="111919"/>
                  </a:lnTo>
                  <a:lnTo>
                    <a:pt x="69056" y="108585"/>
                  </a:lnTo>
                  <a:lnTo>
                    <a:pt x="70961" y="103822"/>
                  </a:lnTo>
                  <a:lnTo>
                    <a:pt x="72390" y="99060"/>
                  </a:lnTo>
                  <a:lnTo>
                    <a:pt x="72866" y="95250"/>
                  </a:lnTo>
                  <a:lnTo>
                    <a:pt x="72390" y="85725"/>
                  </a:lnTo>
                  <a:close/>
                </a:path>
              </a:pathLst>
            </a:custGeom>
            <a:grpFill/>
            <a:ln w="317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C387E66C-FA28-41AB-AF16-B0F39DA3E6F7}"/>
                </a:ext>
              </a:extLst>
            </p:cNvPr>
            <p:cNvSpPr/>
            <p:nvPr/>
          </p:nvSpPr>
          <p:spPr>
            <a:xfrm>
              <a:off x="6042183" y="2579845"/>
              <a:ext cx="4286" cy="9048"/>
            </a:xfrm>
            <a:custGeom>
              <a:avLst/>
              <a:gdLst>
                <a:gd name="connsiteX0" fmla="*/ 4286 w 4286"/>
                <a:gd name="connsiteY0" fmla="*/ 5715 h 9048"/>
                <a:gd name="connsiteX1" fmla="*/ 2858 w 4286"/>
                <a:gd name="connsiteY1" fmla="*/ 4763 h 9048"/>
                <a:gd name="connsiteX2" fmla="*/ 2381 w 4286"/>
                <a:gd name="connsiteY2" fmla="*/ 3334 h 9048"/>
                <a:gd name="connsiteX3" fmla="*/ 2381 w 4286"/>
                <a:gd name="connsiteY3" fmla="*/ 2381 h 9048"/>
                <a:gd name="connsiteX4" fmla="*/ 1905 w 4286"/>
                <a:gd name="connsiteY4" fmla="*/ 1429 h 9048"/>
                <a:gd name="connsiteX5" fmla="*/ 1905 w 4286"/>
                <a:gd name="connsiteY5" fmla="*/ 476 h 9048"/>
                <a:gd name="connsiteX6" fmla="*/ 1429 w 4286"/>
                <a:gd name="connsiteY6" fmla="*/ 0 h 9048"/>
                <a:gd name="connsiteX7" fmla="*/ 0 w 4286"/>
                <a:gd name="connsiteY7" fmla="*/ 3810 h 9048"/>
                <a:gd name="connsiteX8" fmla="*/ 0 w 4286"/>
                <a:gd name="connsiteY8" fmla="*/ 7144 h 9048"/>
                <a:gd name="connsiteX9" fmla="*/ 0 w 4286"/>
                <a:gd name="connsiteY9" fmla="*/ 8572 h 9048"/>
                <a:gd name="connsiteX10" fmla="*/ 477 w 4286"/>
                <a:gd name="connsiteY10" fmla="*/ 8572 h 9048"/>
                <a:gd name="connsiteX11" fmla="*/ 3334 w 4286"/>
                <a:gd name="connsiteY11" fmla="*/ 9049 h 9048"/>
                <a:gd name="connsiteX12" fmla="*/ 3810 w 4286"/>
                <a:gd name="connsiteY12" fmla="*/ 8096 h 9048"/>
                <a:gd name="connsiteX13" fmla="*/ 4286 w 4286"/>
                <a:gd name="connsiteY13" fmla="*/ 6667 h 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 h="9048">
                  <a:moveTo>
                    <a:pt x="4286" y="5715"/>
                  </a:moveTo>
                  <a:lnTo>
                    <a:pt x="2858" y="4763"/>
                  </a:lnTo>
                  <a:lnTo>
                    <a:pt x="2381" y="3334"/>
                  </a:lnTo>
                  <a:lnTo>
                    <a:pt x="2381" y="2381"/>
                  </a:lnTo>
                  <a:lnTo>
                    <a:pt x="1905" y="1429"/>
                  </a:lnTo>
                  <a:lnTo>
                    <a:pt x="1905" y="476"/>
                  </a:lnTo>
                  <a:lnTo>
                    <a:pt x="1429" y="0"/>
                  </a:lnTo>
                  <a:lnTo>
                    <a:pt x="0" y="3810"/>
                  </a:lnTo>
                  <a:lnTo>
                    <a:pt x="0" y="7144"/>
                  </a:lnTo>
                  <a:lnTo>
                    <a:pt x="0" y="8572"/>
                  </a:lnTo>
                  <a:lnTo>
                    <a:pt x="477" y="8572"/>
                  </a:lnTo>
                  <a:lnTo>
                    <a:pt x="3334" y="9049"/>
                  </a:lnTo>
                  <a:lnTo>
                    <a:pt x="3810" y="8096"/>
                  </a:lnTo>
                  <a:lnTo>
                    <a:pt x="4286" y="6667"/>
                  </a:lnTo>
                  <a:close/>
                </a:path>
              </a:pathLst>
            </a:custGeom>
            <a:grpFill/>
            <a:ln w="317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AD7FEFA5-F2EF-448D-9282-460D514ADF0C}"/>
                </a:ext>
              </a:extLst>
            </p:cNvPr>
            <p:cNvSpPr/>
            <p:nvPr/>
          </p:nvSpPr>
          <p:spPr>
            <a:xfrm>
              <a:off x="3641883" y="3822858"/>
              <a:ext cx="6191" cy="12858"/>
            </a:xfrm>
            <a:custGeom>
              <a:avLst/>
              <a:gdLst>
                <a:gd name="connsiteX0" fmla="*/ 5715 w 6191"/>
                <a:gd name="connsiteY0" fmla="*/ 0 h 12858"/>
                <a:gd name="connsiteX1" fmla="*/ 4286 w 6191"/>
                <a:gd name="connsiteY1" fmla="*/ 476 h 12858"/>
                <a:gd name="connsiteX2" fmla="*/ 2381 w 6191"/>
                <a:gd name="connsiteY2" fmla="*/ 2857 h 12858"/>
                <a:gd name="connsiteX3" fmla="*/ 0 w 6191"/>
                <a:gd name="connsiteY3" fmla="*/ 6191 h 12858"/>
                <a:gd name="connsiteX4" fmla="*/ 0 w 6191"/>
                <a:gd name="connsiteY4" fmla="*/ 7620 h 12858"/>
                <a:gd name="connsiteX5" fmla="*/ 476 w 6191"/>
                <a:gd name="connsiteY5" fmla="*/ 10478 h 12858"/>
                <a:gd name="connsiteX6" fmla="*/ 3810 w 6191"/>
                <a:gd name="connsiteY6" fmla="*/ 12859 h 12858"/>
                <a:gd name="connsiteX7" fmla="*/ 6191 w 6191"/>
                <a:gd name="connsiteY7" fmla="*/ 9049 h 12858"/>
                <a:gd name="connsiteX8" fmla="*/ 6191 w 6191"/>
                <a:gd name="connsiteY8" fmla="*/ 2857 h 1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 h="12858">
                  <a:moveTo>
                    <a:pt x="5715" y="0"/>
                  </a:moveTo>
                  <a:lnTo>
                    <a:pt x="4286" y="476"/>
                  </a:lnTo>
                  <a:lnTo>
                    <a:pt x="2381" y="2857"/>
                  </a:lnTo>
                  <a:lnTo>
                    <a:pt x="0" y="6191"/>
                  </a:lnTo>
                  <a:lnTo>
                    <a:pt x="0" y="7620"/>
                  </a:lnTo>
                  <a:lnTo>
                    <a:pt x="476" y="10478"/>
                  </a:lnTo>
                  <a:lnTo>
                    <a:pt x="3810" y="12859"/>
                  </a:lnTo>
                  <a:lnTo>
                    <a:pt x="6191" y="9049"/>
                  </a:lnTo>
                  <a:lnTo>
                    <a:pt x="6191" y="2857"/>
                  </a:lnTo>
                  <a:close/>
                </a:path>
              </a:pathLst>
            </a:custGeom>
            <a:grpFill/>
            <a:ln w="317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BCA30DA5-200D-440F-963B-4A4C8FA8A2B0}"/>
                </a:ext>
              </a:extLst>
            </p:cNvPr>
            <p:cNvSpPr/>
            <p:nvPr/>
          </p:nvSpPr>
          <p:spPr>
            <a:xfrm>
              <a:off x="6914197" y="3085623"/>
              <a:ext cx="50006" cy="60483"/>
            </a:xfrm>
            <a:custGeom>
              <a:avLst/>
              <a:gdLst>
                <a:gd name="connsiteX0" fmla="*/ 47148 w 50006"/>
                <a:gd name="connsiteY0" fmla="*/ 9049 h 60483"/>
                <a:gd name="connsiteX1" fmla="*/ 45720 w 50006"/>
                <a:gd name="connsiteY1" fmla="*/ 8096 h 60483"/>
                <a:gd name="connsiteX2" fmla="*/ 42863 w 50006"/>
                <a:gd name="connsiteY2" fmla="*/ 6667 h 60483"/>
                <a:gd name="connsiteX3" fmla="*/ 41434 w 50006"/>
                <a:gd name="connsiteY3" fmla="*/ 6667 h 60483"/>
                <a:gd name="connsiteX4" fmla="*/ 41434 w 50006"/>
                <a:gd name="connsiteY4" fmla="*/ 6191 h 60483"/>
                <a:gd name="connsiteX5" fmla="*/ 43339 w 50006"/>
                <a:gd name="connsiteY5" fmla="*/ 4286 h 60483"/>
                <a:gd name="connsiteX6" fmla="*/ 44767 w 50006"/>
                <a:gd name="connsiteY6" fmla="*/ 2381 h 60483"/>
                <a:gd name="connsiteX7" fmla="*/ 43339 w 50006"/>
                <a:gd name="connsiteY7" fmla="*/ 476 h 60483"/>
                <a:gd name="connsiteX8" fmla="*/ 40481 w 50006"/>
                <a:gd name="connsiteY8" fmla="*/ 0 h 60483"/>
                <a:gd name="connsiteX9" fmla="*/ 39052 w 50006"/>
                <a:gd name="connsiteY9" fmla="*/ 1429 h 60483"/>
                <a:gd name="connsiteX10" fmla="*/ 35242 w 50006"/>
                <a:gd name="connsiteY10" fmla="*/ 1905 h 60483"/>
                <a:gd name="connsiteX11" fmla="*/ 29527 w 50006"/>
                <a:gd name="connsiteY11" fmla="*/ 1905 h 60483"/>
                <a:gd name="connsiteX12" fmla="*/ 29527 w 50006"/>
                <a:gd name="connsiteY12" fmla="*/ 4763 h 60483"/>
                <a:gd name="connsiteX13" fmla="*/ 27622 w 50006"/>
                <a:gd name="connsiteY13" fmla="*/ 7144 h 60483"/>
                <a:gd name="connsiteX14" fmla="*/ 23336 w 50006"/>
                <a:gd name="connsiteY14" fmla="*/ 9049 h 60483"/>
                <a:gd name="connsiteX15" fmla="*/ 18097 w 50006"/>
                <a:gd name="connsiteY15" fmla="*/ 16192 h 60483"/>
                <a:gd name="connsiteX16" fmla="*/ 17145 w 50006"/>
                <a:gd name="connsiteY16" fmla="*/ 24289 h 60483"/>
                <a:gd name="connsiteX17" fmla="*/ 13335 w 50006"/>
                <a:gd name="connsiteY17" fmla="*/ 30004 h 60483"/>
                <a:gd name="connsiteX18" fmla="*/ 7620 w 50006"/>
                <a:gd name="connsiteY18" fmla="*/ 44291 h 60483"/>
                <a:gd name="connsiteX19" fmla="*/ 4763 w 50006"/>
                <a:gd name="connsiteY19" fmla="*/ 48577 h 60483"/>
                <a:gd name="connsiteX20" fmla="*/ 2857 w 50006"/>
                <a:gd name="connsiteY20" fmla="*/ 53816 h 60483"/>
                <a:gd name="connsiteX21" fmla="*/ 1428 w 50006"/>
                <a:gd name="connsiteY21" fmla="*/ 57150 h 60483"/>
                <a:gd name="connsiteX22" fmla="*/ 0 w 50006"/>
                <a:gd name="connsiteY22" fmla="*/ 60007 h 60483"/>
                <a:gd name="connsiteX23" fmla="*/ 3810 w 50006"/>
                <a:gd name="connsiteY23" fmla="*/ 60007 h 60483"/>
                <a:gd name="connsiteX24" fmla="*/ 6667 w 50006"/>
                <a:gd name="connsiteY24" fmla="*/ 60484 h 60483"/>
                <a:gd name="connsiteX25" fmla="*/ 10001 w 50006"/>
                <a:gd name="connsiteY25" fmla="*/ 60484 h 60483"/>
                <a:gd name="connsiteX26" fmla="*/ 12859 w 50006"/>
                <a:gd name="connsiteY26" fmla="*/ 59055 h 60483"/>
                <a:gd name="connsiteX27" fmla="*/ 14288 w 50006"/>
                <a:gd name="connsiteY27" fmla="*/ 53816 h 60483"/>
                <a:gd name="connsiteX28" fmla="*/ 15716 w 50006"/>
                <a:gd name="connsiteY28" fmla="*/ 53340 h 60483"/>
                <a:gd name="connsiteX29" fmla="*/ 16669 w 50006"/>
                <a:gd name="connsiteY29" fmla="*/ 54292 h 60483"/>
                <a:gd name="connsiteX30" fmla="*/ 17621 w 50006"/>
                <a:gd name="connsiteY30" fmla="*/ 52864 h 60483"/>
                <a:gd name="connsiteX31" fmla="*/ 20955 w 50006"/>
                <a:gd name="connsiteY31" fmla="*/ 50959 h 60483"/>
                <a:gd name="connsiteX32" fmla="*/ 22860 w 50006"/>
                <a:gd name="connsiteY32" fmla="*/ 49530 h 60483"/>
                <a:gd name="connsiteX33" fmla="*/ 24765 w 50006"/>
                <a:gd name="connsiteY33" fmla="*/ 47625 h 60483"/>
                <a:gd name="connsiteX34" fmla="*/ 25717 w 50006"/>
                <a:gd name="connsiteY34" fmla="*/ 47149 h 60483"/>
                <a:gd name="connsiteX35" fmla="*/ 27146 w 50006"/>
                <a:gd name="connsiteY35" fmla="*/ 45720 h 60483"/>
                <a:gd name="connsiteX36" fmla="*/ 27622 w 50006"/>
                <a:gd name="connsiteY36" fmla="*/ 44291 h 60483"/>
                <a:gd name="connsiteX37" fmla="*/ 29051 w 50006"/>
                <a:gd name="connsiteY37" fmla="*/ 43339 h 60483"/>
                <a:gd name="connsiteX38" fmla="*/ 30956 w 50006"/>
                <a:gd name="connsiteY38" fmla="*/ 41910 h 60483"/>
                <a:gd name="connsiteX39" fmla="*/ 31432 w 50006"/>
                <a:gd name="connsiteY39" fmla="*/ 41434 h 60483"/>
                <a:gd name="connsiteX40" fmla="*/ 30956 w 50006"/>
                <a:gd name="connsiteY40" fmla="*/ 40957 h 60483"/>
                <a:gd name="connsiteX41" fmla="*/ 29051 w 50006"/>
                <a:gd name="connsiteY41" fmla="*/ 40005 h 60483"/>
                <a:gd name="connsiteX42" fmla="*/ 28098 w 50006"/>
                <a:gd name="connsiteY42" fmla="*/ 38100 h 60483"/>
                <a:gd name="connsiteX43" fmla="*/ 29051 w 50006"/>
                <a:gd name="connsiteY43" fmla="*/ 35719 h 60483"/>
                <a:gd name="connsiteX44" fmla="*/ 29527 w 50006"/>
                <a:gd name="connsiteY44" fmla="*/ 34766 h 60483"/>
                <a:gd name="connsiteX45" fmla="*/ 30956 w 50006"/>
                <a:gd name="connsiteY45" fmla="*/ 33814 h 60483"/>
                <a:gd name="connsiteX46" fmla="*/ 33338 w 50006"/>
                <a:gd name="connsiteY46" fmla="*/ 31909 h 60483"/>
                <a:gd name="connsiteX47" fmla="*/ 35242 w 50006"/>
                <a:gd name="connsiteY47" fmla="*/ 31909 h 60483"/>
                <a:gd name="connsiteX48" fmla="*/ 37147 w 50006"/>
                <a:gd name="connsiteY48" fmla="*/ 31909 h 60483"/>
                <a:gd name="connsiteX49" fmla="*/ 40005 w 50006"/>
                <a:gd name="connsiteY49" fmla="*/ 31909 h 60483"/>
                <a:gd name="connsiteX50" fmla="*/ 41910 w 50006"/>
                <a:gd name="connsiteY50" fmla="*/ 32385 h 60483"/>
                <a:gd name="connsiteX51" fmla="*/ 42386 w 50006"/>
                <a:gd name="connsiteY51" fmla="*/ 31909 h 60483"/>
                <a:gd name="connsiteX52" fmla="*/ 42386 w 50006"/>
                <a:gd name="connsiteY52" fmla="*/ 30956 h 60483"/>
                <a:gd name="connsiteX53" fmla="*/ 40005 w 50006"/>
                <a:gd name="connsiteY53" fmla="*/ 29527 h 60483"/>
                <a:gd name="connsiteX54" fmla="*/ 39528 w 50006"/>
                <a:gd name="connsiteY54" fmla="*/ 28575 h 60483"/>
                <a:gd name="connsiteX55" fmla="*/ 40481 w 50006"/>
                <a:gd name="connsiteY55" fmla="*/ 27146 h 60483"/>
                <a:gd name="connsiteX56" fmla="*/ 42386 w 50006"/>
                <a:gd name="connsiteY56" fmla="*/ 25241 h 60483"/>
                <a:gd name="connsiteX57" fmla="*/ 44767 w 50006"/>
                <a:gd name="connsiteY57" fmla="*/ 23813 h 60483"/>
                <a:gd name="connsiteX58" fmla="*/ 45720 w 50006"/>
                <a:gd name="connsiteY58" fmla="*/ 23336 h 60483"/>
                <a:gd name="connsiteX59" fmla="*/ 48577 w 50006"/>
                <a:gd name="connsiteY59" fmla="*/ 20479 h 60483"/>
                <a:gd name="connsiteX60" fmla="*/ 50006 w 50006"/>
                <a:gd name="connsiteY60" fmla="*/ 17145 h 6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006" h="60483">
                  <a:moveTo>
                    <a:pt x="47148" y="9049"/>
                  </a:moveTo>
                  <a:lnTo>
                    <a:pt x="45720" y="8096"/>
                  </a:lnTo>
                  <a:lnTo>
                    <a:pt x="42863" y="6667"/>
                  </a:lnTo>
                  <a:lnTo>
                    <a:pt x="41434" y="6667"/>
                  </a:lnTo>
                  <a:lnTo>
                    <a:pt x="41434" y="6191"/>
                  </a:lnTo>
                  <a:lnTo>
                    <a:pt x="43339" y="4286"/>
                  </a:lnTo>
                  <a:lnTo>
                    <a:pt x="44767" y="2381"/>
                  </a:lnTo>
                  <a:lnTo>
                    <a:pt x="43339" y="476"/>
                  </a:lnTo>
                  <a:lnTo>
                    <a:pt x="40481" y="0"/>
                  </a:lnTo>
                  <a:lnTo>
                    <a:pt x="39052" y="1429"/>
                  </a:lnTo>
                  <a:lnTo>
                    <a:pt x="35242" y="1905"/>
                  </a:lnTo>
                  <a:lnTo>
                    <a:pt x="29527" y="1905"/>
                  </a:lnTo>
                  <a:lnTo>
                    <a:pt x="29527" y="4763"/>
                  </a:lnTo>
                  <a:lnTo>
                    <a:pt x="27622" y="7144"/>
                  </a:lnTo>
                  <a:lnTo>
                    <a:pt x="23336" y="9049"/>
                  </a:lnTo>
                  <a:lnTo>
                    <a:pt x="18097" y="16192"/>
                  </a:lnTo>
                  <a:lnTo>
                    <a:pt x="17145" y="24289"/>
                  </a:lnTo>
                  <a:lnTo>
                    <a:pt x="13335" y="30004"/>
                  </a:lnTo>
                  <a:lnTo>
                    <a:pt x="7620" y="44291"/>
                  </a:lnTo>
                  <a:lnTo>
                    <a:pt x="4763" y="48577"/>
                  </a:lnTo>
                  <a:lnTo>
                    <a:pt x="2857" y="53816"/>
                  </a:lnTo>
                  <a:lnTo>
                    <a:pt x="1428" y="57150"/>
                  </a:lnTo>
                  <a:lnTo>
                    <a:pt x="0" y="60007"/>
                  </a:lnTo>
                  <a:lnTo>
                    <a:pt x="3810" y="60007"/>
                  </a:lnTo>
                  <a:lnTo>
                    <a:pt x="6667" y="60484"/>
                  </a:lnTo>
                  <a:lnTo>
                    <a:pt x="10001" y="60484"/>
                  </a:lnTo>
                  <a:lnTo>
                    <a:pt x="12859" y="59055"/>
                  </a:lnTo>
                  <a:lnTo>
                    <a:pt x="14288" y="53816"/>
                  </a:lnTo>
                  <a:lnTo>
                    <a:pt x="15716" y="53340"/>
                  </a:lnTo>
                  <a:lnTo>
                    <a:pt x="16669" y="54292"/>
                  </a:lnTo>
                  <a:lnTo>
                    <a:pt x="17621" y="52864"/>
                  </a:lnTo>
                  <a:lnTo>
                    <a:pt x="20955" y="50959"/>
                  </a:lnTo>
                  <a:lnTo>
                    <a:pt x="22860" y="49530"/>
                  </a:lnTo>
                  <a:lnTo>
                    <a:pt x="24765" y="47625"/>
                  </a:lnTo>
                  <a:lnTo>
                    <a:pt x="25717" y="47149"/>
                  </a:lnTo>
                  <a:lnTo>
                    <a:pt x="27146" y="45720"/>
                  </a:lnTo>
                  <a:lnTo>
                    <a:pt x="27622" y="44291"/>
                  </a:lnTo>
                  <a:lnTo>
                    <a:pt x="29051" y="43339"/>
                  </a:lnTo>
                  <a:lnTo>
                    <a:pt x="30956" y="41910"/>
                  </a:lnTo>
                  <a:lnTo>
                    <a:pt x="31432" y="41434"/>
                  </a:lnTo>
                  <a:lnTo>
                    <a:pt x="30956" y="40957"/>
                  </a:lnTo>
                  <a:lnTo>
                    <a:pt x="29051" y="40005"/>
                  </a:lnTo>
                  <a:lnTo>
                    <a:pt x="28098" y="38100"/>
                  </a:lnTo>
                  <a:lnTo>
                    <a:pt x="29051" y="35719"/>
                  </a:lnTo>
                  <a:lnTo>
                    <a:pt x="29527" y="34766"/>
                  </a:lnTo>
                  <a:lnTo>
                    <a:pt x="30956" y="33814"/>
                  </a:lnTo>
                  <a:lnTo>
                    <a:pt x="33338" y="31909"/>
                  </a:lnTo>
                  <a:lnTo>
                    <a:pt x="35242" y="31909"/>
                  </a:lnTo>
                  <a:lnTo>
                    <a:pt x="37147" y="31909"/>
                  </a:lnTo>
                  <a:lnTo>
                    <a:pt x="40005" y="31909"/>
                  </a:lnTo>
                  <a:lnTo>
                    <a:pt x="41910" y="32385"/>
                  </a:lnTo>
                  <a:lnTo>
                    <a:pt x="42386" y="31909"/>
                  </a:lnTo>
                  <a:lnTo>
                    <a:pt x="42386" y="30956"/>
                  </a:lnTo>
                  <a:lnTo>
                    <a:pt x="40005" y="29527"/>
                  </a:lnTo>
                  <a:lnTo>
                    <a:pt x="39528" y="28575"/>
                  </a:lnTo>
                  <a:lnTo>
                    <a:pt x="40481" y="27146"/>
                  </a:lnTo>
                  <a:lnTo>
                    <a:pt x="42386" y="25241"/>
                  </a:lnTo>
                  <a:lnTo>
                    <a:pt x="44767" y="23813"/>
                  </a:lnTo>
                  <a:lnTo>
                    <a:pt x="45720" y="23336"/>
                  </a:lnTo>
                  <a:lnTo>
                    <a:pt x="48577" y="20479"/>
                  </a:lnTo>
                  <a:lnTo>
                    <a:pt x="50006" y="17145"/>
                  </a:lnTo>
                  <a:close/>
                </a:path>
              </a:pathLst>
            </a:custGeom>
            <a:grpFill/>
            <a:ln w="317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ABE7A3FF-0736-4EA4-AC1C-8B78D4339C4A}"/>
                </a:ext>
              </a:extLst>
            </p:cNvPr>
            <p:cNvSpPr/>
            <p:nvPr/>
          </p:nvSpPr>
          <p:spPr>
            <a:xfrm>
              <a:off x="9125902" y="3530917"/>
              <a:ext cx="256222" cy="297656"/>
            </a:xfrm>
            <a:custGeom>
              <a:avLst/>
              <a:gdLst>
                <a:gd name="connsiteX0" fmla="*/ 255270 w 256222"/>
                <a:gd name="connsiteY0" fmla="*/ 250031 h 297656"/>
                <a:gd name="connsiteX1" fmla="*/ 253365 w 256222"/>
                <a:gd name="connsiteY1" fmla="*/ 247174 h 297656"/>
                <a:gd name="connsiteX2" fmla="*/ 249555 w 256222"/>
                <a:gd name="connsiteY2" fmla="*/ 244792 h 297656"/>
                <a:gd name="connsiteX3" fmla="*/ 245745 w 256222"/>
                <a:gd name="connsiteY3" fmla="*/ 241459 h 297656"/>
                <a:gd name="connsiteX4" fmla="*/ 243364 w 256222"/>
                <a:gd name="connsiteY4" fmla="*/ 239554 h 297656"/>
                <a:gd name="connsiteX5" fmla="*/ 241935 w 256222"/>
                <a:gd name="connsiteY5" fmla="*/ 237649 h 297656"/>
                <a:gd name="connsiteX6" fmla="*/ 240506 w 256222"/>
                <a:gd name="connsiteY6" fmla="*/ 235267 h 297656"/>
                <a:gd name="connsiteX7" fmla="*/ 239554 w 256222"/>
                <a:gd name="connsiteY7" fmla="*/ 233363 h 297656"/>
                <a:gd name="connsiteX8" fmla="*/ 240506 w 256222"/>
                <a:gd name="connsiteY8" fmla="*/ 231934 h 297656"/>
                <a:gd name="connsiteX9" fmla="*/ 246222 w 256222"/>
                <a:gd name="connsiteY9" fmla="*/ 229076 h 297656"/>
                <a:gd name="connsiteX10" fmla="*/ 247174 w 256222"/>
                <a:gd name="connsiteY10" fmla="*/ 228124 h 297656"/>
                <a:gd name="connsiteX11" fmla="*/ 248127 w 256222"/>
                <a:gd name="connsiteY11" fmla="*/ 226219 h 297656"/>
                <a:gd name="connsiteX12" fmla="*/ 247650 w 256222"/>
                <a:gd name="connsiteY12" fmla="*/ 224790 h 297656"/>
                <a:gd name="connsiteX13" fmla="*/ 245745 w 256222"/>
                <a:gd name="connsiteY13" fmla="*/ 223838 h 297656"/>
                <a:gd name="connsiteX14" fmla="*/ 244316 w 256222"/>
                <a:gd name="connsiteY14" fmla="*/ 223361 h 297656"/>
                <a:gd name="connsiteX15" fmla="*/ 241459 w 256222"/>
                <a:gd name="connsiteY15" fmla="*/ 221456 h 297656"/>
                <a:gd name="connsiteX16" fmla="*/ 236220 w 256222"/>
                <a:gd name="connsiteY16" fmla="*/ 216694 h 297656"/>
                <a:gd name="connsiteX17" fmla="*/ 234315 w 256222"/>
                <a:gd name="connsiteY17" fmla="*/ 215741 h 297656"/>
                <a:gd name="connsiteX18" fmla="*/ 231458 w 256222"/>
                <a:gd name="connsiteY18" fmla="*/ 214313 h 297656"/>
                <a:gd name="connsiteX19" fmla="*/ 230505 w 256222"/>
                <a:gd name="connsiteY19" fmla="*/ 212884 h 297656"/>
                <a:gd name="connsiteX20" fmla="*/ 229077 w 256222"/>
                <a:gd name="connsiteY20" fmla="*/ 208597 h 297656"/>
                <a:gd name="connsiteX21" fmla="*/ 228124 w 256222"/>
                <a:gd name="connsiteY21" fmla="*/ 208121 h 297656"/>
                <a:gd name="connsiteX22" fmla="*/ 226695 w 256222"/>
                <a:gd name="connsiteY22" fmla="*/ 209550 h 297656"/>
                <a:gd name="connsiteX23" fmla="*/ 225266 w 256222"/>
                <a:gd name="connsiteY23" fmla="*/ 210979 h 297656"/>
                <a:gd name="connsiteX24" fmla="*/ 223838 w 256222"/>
                <a:gd name="connsiteY24" fmla="*/ 210502 h 297656"/>
                <a:gd name="connsiteX25" fmla="*/ 222409 w 256222"/>
                <a:gd name="connsiteY25" fmla="*/ 209550 h 297656"/>
                <a:gd name="connsiteX26" fmla="*/ 221456 w 256222"/>
                <a:gd name="connsiteY26" fmla="*/ 207645 h 297656"/>
                <a:gd name="connsiteX27" fmla="*/ 220028 w 256222"/>
                <a:gd name="connsiteY27" fmla="*/ 205740 h 297656"/>
                <a:gd name="connsiteX28" fmla="*/ 218599 w 256222"/>
                <a:gd name="connsiteY28" fmla="*/ 203835 h 297656"/>
                <a:gd name="connsiteX29" fmla="*/ 218123 w 256222"/>
                <a:gd name="connsiteY29" fmla="*/ 198120 h 297656"/>
                <a:gd name="connsiteX30" fmla="*/ 218123 w 256222"/>
                <a:gd name="connsiteY30" fmla="*/ 196215 h 297656"/>
                <a:gd name="connsiteX31" fmla="*/ 217170 w 256222"/>
                <a:gd name="connsiteY31" fmla="*/ 193357 h 297656"/>
                <a:gd name="connsiteX32" fmla="*/ 215741 w 256222"/>
                <a:gd name="connsiteY32" fmla="*/ 192405 h 297656"/>
                <a:gd name="connsiteX33" fmla="*/ 214313 w 256222"/>
                <a:gd name="connsiteY33" fmla="*/ 191929 h 297656"/>
                <a:gd name="connsiteX34" fmla="*/ 211455 w 256222"/>
                <a:gd name="connsiteY34" fmla="*/ 186690 h 297656"/>
                <a:gd name="connsiteX35" fmla="*/ 209074 w 256222"/>
                <a:gd name="connsiteY35" fmla="*/ 184309 h 297656"/>
                <a:gd name="connsiteX36" fmla="*/ 200025 w 256222"/>
                <a:gd name="connsiteY36" fmla="*/ 177641 h 297656"/>
                <a:gd name="connsiteX37" fmla="*/ 199073 w 256222"/>
                <a:gd name="connsiteY37" fmla="*/ 176213 h 297656"/>
                <a:gd name="connsiteX38" fmla="*/ 196691 w 256222"/>
                <a:gd name="connsiteY38" fmla="*/ 173831 h 297656"/>
                <a:gd name="connsiteX39" fmla="*/ 192405 w 256222"/>
                <a:gd name="connsiteY39" fmla="*/ 169545 h 297656"/>
                <a:gd name="connsiteX40" fmla="*/ 189548 w 256222"/>
                <a:gd name="connsiteY40" fmla="*/ 166211 h 297656"/>
                <a:gd name="connsiteX41" fmla="*/ 187166 w 256222"/>
                <a:gd name="connsiteY41" fmla="*/ 162877 h 297656"/>
                <a:gd name="connsiteX42" fmla="*/ 186214 w 256222"/>
                <a:gd name="connsiteY42" fmla="*/ 160020 h 297656"/>
                <a:gd name="connsiteX43" fmla="*/ 186214 w 256222"/>
                <a:gd name="connsiteY43" fmla="*/ 157639 h 297656"/>
                <a:gd name="connsiteX44" fmla="*/ 183833 w 256222"/>
                <a:gd name="connsiteY44" fmla="*/ 154781 h 297656"/>
                <a:gd name="connsiteX45" fmla="*/ 181452 w 256222"/>
                <a:gd name="connsiteY45" fmla="*/ 151924 h 297656"/>
                <a:gd name="connsiteX46" fmla="*/ 179547 w 256222"/>
                <a:gd name="connsiteY46" fmla="*/ 150971 h 297656"/>
                <a:gd name="connsiteX47" fmla="*/ 177165 w 256222"/>
                <a:gd name="connsiteY47" fmla="*/ 150495 h 297656"/>
                <a:gd name="connsiteX48" fmla="*/ 175260 w 256222"/>
                <a:gd name="connsiteY48" fmla="*/ 149066 h 297656"/>
                <a:gd name="connsiteX49" fmla="*/ 171450 w 256222"/>
                <a:gd name="connsiteY49" fmla="*/ 145732 h 297656"/>
                <a:gd name="connsiteX50" fmla="*/ 170022 w 256222"/>
                <a:gd name="connsiteY50" fmla="*/ 143351 h 297656"/>
                <a:gd name="connsiteX51" fmla="*/ 169069 w 256222"/>
                <a:gd name="connsiteY51" fmla="*/ 141446 h 297656"/>
                <a:gd name="connsiteX52" fmla="*/ 169069 w 256222"/>
                <a:gd name="connsiteY52" fmla="*/ 140017 h 297656"/>
                <a:gd name="connsiteX53" fmla="*/ 170022 w 256222"/>
                <a:gd name="connsiteY53" fmla="*/ 137160 h 297656"/>
                <a:gd name="connsiteX54" fmla="*/ 170974 w 256222"/>
                <a:gd name="connsiteY54" fmla="*/ 135731 h 297656"/>
                <a:gd name="connsiteX55" fmla="*/ 170974 w 256222"/>
                <a:gd name="connsiteY55" fmla="*/ 134779 h 297656"/>
                <a:gd name="connsiteX56" fmla="*/ 170022 w 256222"/>
                <a:gd name="connsiteY56" fmla="*/ 133826 h 297656"/>
                <a:gd name="connsiteX57" fmla="*/ 165735 w 256222"/>
                <a:gd name="connsiteY57" fmla="*/ 131921 h 297656"/>
                <a:gd name="connsiteX58" fmla="*/ 156210 w 256222"/>
                <a:gd name="connsiteY58" fmla="*/ 129540 h 297656"/>
                <a:gd name="connsiteX59" fmla="*/ 152877 w 256222"/>
                <a:gd name="connsiteY59" fmla="*/ 127159 h 297656"/>
                <a:gd name="connsiteX60" fmla="*/ 149543 w 256222"/>
                <a:gd name="connsiteY60" fmla="*/ 124777 h 297656"/>
                <a:gd name="connsiteX61" fmla="*/ 147161 w 256222"/>
                <a:gd name="connsiteY61" fmla="*/ 122872 h 297656"/>
                <a:gd name="connsiteX62" fmla="*/ 135731 w 256222"/>
                <a:gd name="connsiteY62" fmla="*/ 115729 h 297656"/>
                <a:gd name="connsiteX63" fmla="*/ 132398 w 256222"/>
                <a:gd name="connsiteY63" fmla="*/ 114300 h 297656"/>
                <a:gd name="connsiteX64" fmla="*/ 129064 w 256222"/>
                <a:gd name="connsiteY64" fmla="*/ 113347 h 297656"/>
                <a:gd name="connsiteX65" fmla="*/ 128111 w 256222"/>
                <a:gd name="connsiteY65" fmla="*/ 111919 h 297656"/>
                <a:gd name="connsiteX66" fmla="*/ 128588 w 256222"/>
                <a:gd name="connsiteY66" fmla="*/ 110490 h 297656"/>
                <a:gd name="connsiteX67" fmla="*/ 129540 w 256222"/>
                <a:gd name="connsiteY67" fmla="*/ 110014 h 297656"/>
                <a:gd name="connsiteX68" fmla="*/ 132874 w 256222"/>
                <a:gd name="connsiteY68" fmla="*/ 108109 h 297656"/>
                <a:gd name="connsiteX69" fmla="*/ 134303 w 256222"/>
                <a:gd name="connsiteY69" fmla="*/ 105727 h 297656"/>
                <a:gd name="connsiteX70" fmla="*/ 133827 w 256222"/>
                <a:gd name="connsiteY70" fmla="*/ 102870 h 297656"/>
                <a:gd name="connsiteX71" fmla="*/ 132398 w 256222"/>
                <a:gd name="connsiteY71" fmla="*/ 100013 h 297656"/>
                <a:gd name="connsiteX72" fmla="*/ 132874 w 256222"/>
                <a:gd name="connsiteY72" fmla="*/ 99060 h 297656"/>
                <a:gd name="connsiteX73" fmla="*/ 134303 w 256222"/>
                <a:gd name="connsiteY73" fmla="*/ 99060 h 297656"/>
                <a:gd name="connsiteX74" fmla="*/ 136208 w 256222"/>
                <a:gd name="connsiteY74" fmla="*/ 98584 h 297656"/>
                <a:gd name="connsiteX75" fmla="*/ 140970 w 256222"/>
                <a:gd name="connsiteY75" fmla="*/ 98584 h 297656"/>
                <a:gd name="connsiteX76" fmla="*/ 150495 w 256222"/>
                <a:gd name="connsiteY76" fmla="*/ 101441 h 297656"/>
                <a:gd name="connsiteX77" fmla="*/ 151924 w 256222"/>
                <a:gd name="connsiteY77" fmla="*/ 100965 h 297656"/>
                <a:gd name="connsiteX78" fmla="*/ 157163 w 256222"/>
                <a:gd name="connsiteY78" fmla="*/ 96202 h 297656"/>
                <a:gd name="connsiteX79" fmla="*/ 159068 w 256222"/>
                <a:gd name="connsiteY79" fmla="*/ 93345 h 297656"/>
                <a:gd name="connsiteX80" fmla="*/ 159544 w 256222"/>
                <a:gd name="connsiteY80" fmla="*/ 90964 h 297656"/>
                <a:gd name="connsiteX81" fmla="*/ 160497 w 256222"/>
                <a:gd name="connsiteY81" fmla="*/ 89535 h 297656"/>
                <a:gd name="connsiteX82" fmla="*/ 163354 w 256222"/>
                <a:gd name="connsiteY82" fmla="*/ 87154 h 297656"/>
                <a:gd name="connsiteX83" fmla="*/ 163354 w 256222"/>
                <a:gd name="connsiteY83" fmla="*/ 84772 h 297656"/>
                <a:gd name="connsiteX84" fmla="*/ 162402 w 256222"/>
                <a:gd name="connsiteY84" fmla="*/ 81915 h 297656"/>
                <a:gd name="connsiteX85" fmla="*/ 160973 w 256222"/>
                <a:gd name="connsiteY85" fmla="*/ 80486 h 297656"/>
                <a:gd name="connsiteX86" fmla="*/ 159544 w 256222"/>
                <a:gd name="connsiteY86" fmla="*/ 80010 h 297656"/>
                <a:gd name="connsiteX87" fmla="*/ 155734 w 256222"/>
                <a:gd name="connsiteY87" fmla="*/ 80486 h 297656"/>
                <a:gd name="connsiteX88" fmla="*/ 154781 w 256222"/>
                <a:gd name="connsiteY88" fmla="*/ 80010 h 297656"/>
                <a:gd name="connsiteX89" fmla="*/ 154305 w 256222"/>
                <a:gd name="connsiteY89" fmla="*/ 77629 h 297656"/>
                <a:gd name="connsiteX90" fmla="*/ 154305 w 256222"/>
                <a:gd name="connsiteY90" fmla="*/ 76200 h 297656"/>
                <a:gd name="connsiteX91" fmla="*/ 152877 w 256222"/>
                <a:gd name="connsiteY91" fmla="*/ 74771 h 297656"/>
                <a:gd name="connsiteX92" fmla="*/ 149066 w 256222"/>
                <a:gd name="connsiteY92" fmla="*/ 73342 h 297656"/>
                <a:gd name="connsiteX93" fmla="*/ 145256 w 256222"/>
                <a:gd name="connsiteY93" fmla="*/ 72866 h 297656"/>
                <a:gd name="connsiteX94" fmla="*/ 144304 w 256222"/>
                <a:gd name="connsiteY94" fmla="*/ 72390 h 297656"/>
                <a:gd name="connsiteX95" fmla="*/ 145733 w 256222"/>
                <a:gd name="connsiteY95" fmla="*/ 70485 h 297656"/>
                <a:gd name="connsiteX96" fmla="*/ 148114 w 256222"/>
                <a:gd name="connsiteY96" fmla="*/ 69056 h 297656"/>
                <a:gd name="connsiteX97" fmla="*/ 150019 w 256222"/>
                <a:gd name="connsiteY97" fmla="*/ 68104 h 297656"/>
                <a:gd name="connsiteX98" fmla="*/ 151448 w 256222"/>
                <a:gd name="connsiteY98" fmla="*/ 66675 h 297656"/>
                <a:gd name="connsiteX99" fmla="*/ 151924 w 256222"/>
                <a:gd name="connsiteY99" fmla="*/ 65246 h 297656"/>
                <a:gd name="connsiteX100" fmla="*/ 150019 w 256222"/>
                <a:gd name="connsiteY100" fmla="*/ 63341 h 297656"/>
                <a:gd name="connsiteX101" fmla="*/ 147638 w 256222"/>
                <a:gd name="connsiteY101" fmla="*/ 61913 h 297656"/>
                <a:gd name="connsiteX102" fmla="*/ 143828 w 256222"/>
                <a:gd name="connsiteY102" fmla="*/ 59055 h 297656"/>
                <a:gd name="connsiteX103" fmla="*/ 138589 w 256222"/>
                <a:gd name="connsiteY103" fmla="*/ 55721 h 297656"/>
                <a:gd name="connsiteX104" fmla="*/ 135255 w 256222"/>
                <a:gd name="connsiteY104" fmla="*/ 54769 h 297656"/>
                <a:gd name="connsiteX105" fmla="*/ 133827 w 256222"/>
                <a:gd name="connsiteY105" fmla="*/ 54769 h 297656"/>
                <a:gd name="connsiteX106" fmla="*/ 128111 w 256222"/>
                <a:gd name="connsiteY106" fmla="*/ 57626 h 297656"/>
                <a:gd name="connsiteX107" fmla="*/ 124778 w 256222"/>
                <a:gd name="connsiteY107" fmla="*/ 59531 h 297656"/>
                <a:gd name="connsiteX108" fmla="*/ 122397 w 256222"/>
                <a:gd name="connsiteY108" fmla="*/ 62389 h 297656"/>
                <a:gd name="connsiteX109" fmla="*/ 119539 w 256222"/>
                <a:gd name="connsiteY109" fmla="*/ 63341 h 297656"/>
                <a:gd name="connsiteX110" fmla="*/ 116681 w 256222"/>
                <a:gd name="connsiteY110" fmla="*/ 61913 h 297656"/>
                <a:gd name="connsiteX111" fmla="*/ 113824 w 256222"/>
                <a:gd name="connsiteY111" fmla="*/ 60484 h 297656"/>
                <a:gd name="connsiteX112" fmla="*/ 105252 w 256222"/>
                <a:gd name="connsiteY112" fmla="*/ 58102 h 297656"/>
                <a:gd name="connsiteX113" fmla="*/ 101441 w 256222"/>
                <a:gd name="connsiteY113" fmla="*/ 56674 h 297656"/>
                <a:gd name="connsiteX114" fmla="*/ 93822 w 256222"/>
                <a:gd name="connsiteY114" fmla="*/ 45720 h 297656"/>
                <a:gd name="connsiteX115" fmla="*/ 92869 w 256222"/>
                <a:gd name="connsiteY115" fmla="*/ 43339 h 297656"/>
                <a:gd name="connsiteX116" fmla="*/ 93822 w 256222"/>
                <a:gd name="connsiteY116" fmla="*/ 40957 h 297656"/>
                <a:gd name="connsiteX117" fmla="*/ 94298 w 256222"/>
                <a:gd name="connsiteY117" fmla="*/ 37147 h 297656"/>
                <a:gd name="connsiteX118" fmla="*/ 94774 w 256222"/>
                <a:gd name="connsiteY118" fmla="*/ 34766 h 297656"/>
                <a:gd name="connsiteX119" fmla="*/ 96203 w 256222"/>
                <a:gd name="connsiteY119" fmla="*/ 32385 h 297656"/>
                <a:gd name="connsiteX120" fmla="*/ 96679 w 256222"/>
                <a:gd name="connsiteY120" fmla="*/ 30480 h 297656"/>
                <a:gd name="connsiteX121" fmla="*/ 96203 w 256222"/>
                <a:gd name="connsiteY121" fmla="*/ 28575 h 297656"/>
                <a:gd name="connsiteX122" fmla="*/ 95250 w 256222"/>
                <a:gd name="connsiteY122" fmla="*/ 27622 h 297656"/>
                <a:gd name="connsiteX123" fmla="*/ 93822 w 256222"/>
                <a:gd name="connsiteY123" fmla="*/ 27146 h 297656"/>
                <a:gd name="connsiteX124" fmla="*/ 92869 w 256222"/>
                <a:gd name="connsiteY124" fmla="*/ 26670 h 297656"/>
                <a:gd name="connsiteX125" fmla="*/ 91440 w 256222"/>
                <a:gd name="connsiteY125" fmla="*/ 24289 h 297656"/>
                <a:gd name="connsiteX126" fmla="*/ 90964 w 256222"/>
                <a:gd name="connsiteY126" fmla="*/ 24765 h 297656"/>
                <a:gd name="connsiteX127" fmla="*/ 90011 w 256222"/>
                <a:gd name="connsiteY127" fmla="*/ 27622 h 297656"/>
                <a:gd name="connsiteX128" fmla="*/ 89059 w 256222"/>
                <a:gd name="connsiteY128" fmla="*/ 28575 h 297656"/>
                <a:gd name="connsiteX129" fmla="*/ 87630 w 256222"/>
                <a:gd name="connsiteY129" fmla="*/ 29527 h 297656"/>
                <a:gd name="connsiteX130" fmla="*/ 86202 w 256222"/>
                <a:gd name="connsiteY130" fmla="*/ 29051 h 297656"/>
                <a:gd name="connsiteX131" fmla="*/ 85725 w 256222"/>
                <a:gd name="connsiteY131" fmla="*/ 27622 h 297656"/>
                <a:gd name="connsiteX132" fmla="*/ 85249 w 256222"/>
                <a:gd name="connsiteY132" fmla="*/ 25717 h 297656"/>
                <a:gd name="connsiteX133" fmla="*/ 84773 w 256222"/>
                <a:gd name="connsiteY133" fmla="*/ 22860 h 297656"/>
                <a:gd name="connsiteX134" fmla="*/ 83820 w 256222"/>
                <a:gd name="connsiteY134" fmla="*/ 20955 h 297656"/>
                <a:gd name="connsiteX135" fmla="*/ 80486 w 256222"/>
                <a:gd name="connsiteY135" fmla="*/ 19050 h 297656"/>
                <a:gd name="connsiteX136" fmla="*/ 79058 w 256222"/>
                <a:gd name="connsiteY136" fmla="*/ 16669 h 297656"/>
                <a:gd name="connsiteX137" fmla="*/ 74295 w 256222"/>
                <a:gd name="connsiteY137" fmla="*/ 10954 h 297656"/>
                <a:gd name="connsiteX138" fmla="*/ 70009 w 256222"/>
                <a:gd name="connsiteY138" fmla="*/ 7620 h 297656"/>
                <a:gd name="connsiteX139" fmla="*/ 68104 w 256222"/>
                <a:gd name="connsiteY139" fmla="*/ 4286 h 297656"/>
                <a:gd name="connsiteX140" fmla="*/ 67152 w 256222"/>
                <a:gd name="connsiteY140" fmla="*/ 2857 h 297656"/>
                <a:gd name="connsiteX141" fmla="*/ 64770 w 256222"/>
                <a:gd name="connsiteY141" fmla="*/ 1905 h 297656"/>
                <a:gd name="connsiteX142" fmla="*/ 61913 w 256222"/>
                <a:gd name="connsiteY142" fmla="*/ 1905 h 297656"/>
                <a:gd name="connsiteX143" fmla="*/ 58579 w 256222"/>
                <a:gd name="connsiteY143" fmla="*/ 3810 h 297656"/>
                <a:gd name="connsiteX144" fmla="*/ 55722 w 256222"/>
                <a:gd name="connsiteY144" fmla="*/ 0 h 297656"/>
                <a:gd name="connsiteX145" fmla="*/ 55245 w 256222"/>
                <a:gd name="connsiteY145" fmla="*/ 0 h 297656"/>
                <a:gd name="connsiteX146" fmla="*/ 53816 w 256222"/>
                <a:gd name="connsiteY146" fmla="*/ 476 h 297656"/>
                <a:gd name="connsiteX147" fmla="*/ 52864 w 256222"/>
                <a:gd name="connsiteY147" fmla="*/ 952 h 297656"/>
                <a:gd name="connsiteX148" fmla="*/ 51911 w 256222"/>
                <a:gd name="connsiteY148" fmla="*/ 3334 h 297656"/>
                <a:gd name="connsiteX149" fmla="*/ 50959 w 256222"/>
                <a:gd name="connsiteY149" fmla="*/ 5715 h 297656"/>
                <a:gd name="connsiteX150" fmla="*/ 49054 w 256222"/>
                <a:gd name="connsiteY150" fmla="*/ 7620 h 297656"/>
                <a:gd name="connsiteX151" fmla="*/ 47625 w 256222"/>
                <a:gd name="connsiteY151" fmla="*/ 8572 h 297656"/>
                <a:gd name="connsiteX152" fmla="*/ 48102 w 256222"/>
                <a:gd name="connsiteY152" fmla="*/ 10001 h 297656"/>
                <a:gd name="connsiteX153" fmla="*/ 49054 w 256222"/>
                <a:gd name="connsiteY153" fmla="*/ 11906 h 297656"/>
                <a:gd name="connsiteX154" fmla="*/ 49054 w 256222"/>
                <a:gd name="connsiteY154" fmla="*/ 13335 h 297656"/>
                <a:gd name="connsiteX155" fmla="*/ 49530 w 256222"/>
                <a:gd name="connsiteY155" fmla="*/ 15716 h 297656"/>
                <a:gd name="connsiteX156" fmla="*/ 50483 w 256222"/>
                <a:gd name="connsiteY156" fmla="*/ 17621 h 297656"/>
                <a:gd name="connsiteX157" fmla="*/ 53816 w 256222"/>
                <a:gd name="connsiteY157" fmla="*/ 21431 h 297656"/>
                <a:gd name="connsiteX158" fmla="*/ 54769 w 256222"/>
                <a:gd name="connsiteY158" fmla="*/ 23813 h 297656"/>
                <a:gd name="connsiteX159" fmla="*/ 55245 w 256222"/>
                <a:gd name="connsiteY159" fmla="*/ 25241 h 297656"/>
                <a:gd name="connsiteX160" fmla="*/ 55245 w 256222"/>
                <a:gd name="connsiteY160" fmla="*/ 31432 h 297656"/>
                <a:gd name="connsiteX161" fmla="*/ 55245 w 256222"/>
                <a:gd name="connsiteY161" fmla="*/ 33814 h 297656"/>
                <a:gd name="connsiteX162" fmla="*/ 54293 w 256222"/>
                <a:gd name="connsiteY162" fmla="*/ 38576 h 297656"/>
                <a:gd name="connsiteX163" fmla="*/ 54293 w 256222"/>
                <a:gd name="connsiteY163" fmla="*/ 41434 h 297656"/>
                <a:gd name="connsiteX164" fmla="*/ 55722 w 256222"/>
                <a:gd name="connsiteY164" fmla="*/ 42863 h 297656"/>
                <a:gd name="connsiteX165" fmla="*/ 57150 w 256222"/>
                <a:gd name="connsiteY165" fmla="*/ 44291 h 297656"/>
                <a:gd name="connsiteX166" fmla="*/ 57150 w 256222"/>
                <a:gd name="connsiteY166" fmla="*/ 45244 h 297656"/>
                <a:gd name="connsiteX167" fmla="*/ 56674 w 256222"/>
                <a:gd name="connsiteY167" fmla="*/ 45244 h 297656"/>
                <a:gd name="connsiteX168" fmla="*/ 54769 w 256222"/>
                <a:gd name="connsiteY168" fmla="*/ 47149 h 297656"/>
                <a:gd name="connsiteX169" fmla="*/ 53816 w 256222"/>
                <a:gd name="connsiteY169" fmla="*/ 47149 h 297656"/>
                <a:gd name="connsiteX170" fmla="*/ 52864 w 256222"/>
                <a:gd name="connsiteY170" fmla="*/ 46672 h 297656"/>
                <a:gd name="connsiteX171" fmla="*/ 50959 w 256222"/>
                <a:gd name="connsiteY171" fmla="*/ 46196 h 297656"/>
                <a:gd name="connsiteX172" fmla="*/ 49530 w 256222"/>
                <a:gd name="connsiteY172" fmla="*/ 45720 h 297656"/>
                <a:gd name="connsiteX173" fmla="*/ 48578 w 256222"/>
                <a:gd name="connsiteY173" fmla="*/ 44291 h 297656"/>
                <a:gd name="connsiteX174" fmla="*/ 44768 w 256222"/>
                <a:gd name="connsiteY174" fmla="*/ 44767 h 297656"/>
                <a:gd name="connsiteX175" fmla="*/ 39529 w 256222"/>
                <a:gd name="connsiteY175" fmla="*/ 46196 h 297656"/>
                <a:gd name="connsiteX176" fmla="*/ 38100 w 256222"/>
                <a:gd name="connsiteY176" fmla="*/ 45720 h 297656"/>
                <a:gd name="connsiteX177" fmla="*/ 37624 w 256222"/>
                <a:gd name="connsiteY177" fmla="*/ 44767 h 297656"/>
                <a:gd name="connsiteX178" fmla="*/ 37148 w 256222"/>
                <a:gd name="connsiteY178" fmla="*/ 42863 h 297656"/>
                <a:gd name="connsiteX179" fmla="*/ 37148 w 256222"/>
                <a:gd name="connsiteY179" fmla="*/ 40481 h 297656"/>
                <a:gd name="connsiteX180" fmla="*/ 36672 w 256222"/>
                <a:gd name="connsiteY180" fmla="*/ 39052 h 297656"/>
                <a:gd name="connsiteX181" fmla="*/ 35719 w 256222"/>
                <a:gd name="connsiteY181" fmla="*/ 38100 h 297656"/>
                <a:gd name="connsiteX182" fmla="*/ 36672 w 256222"/>
                <a:gd name="connsiteY182" fmla="*/ 34290 h 297656"/>
                <a:gd name="connsiteX183" fmla="*/ 34766 w 256222"/>
                <a:gd name="connsiteY183" fmla="*/ 32861 h 297656"/>
                <a:gd name="connsiteX184" fmla="*/ 32861 w 256222"/>
                <a:gd name="connsiteY184" fmla="*/ 36195 h 297656"/>
                <a:gd name="connsiteX185" fmla="*/ 27623 w 256222"/>
                <a:gd name="connsiteY185" fmla="*/ 40005 h 297656"/>
                <a:gd name="connsiteX186" fmla="*/ 23813 w 256222"/>
                <a:gd name="connsiteY186" fmla="*/ 41434 h 297656"/>
                <a:gd name="connsiteX187" fmla="*/ 21431 w 256222"/>
                <a:gd name="connsiteY187" fmla="*/ 41434 h 297656"/>
                <a:gd name="connsiteX188" fmla="*/ 20003 w 256222"/>
                <a:gd name="connsiteY188" fmla="*/ 43815 h 297656"/>
                <a:gd name="connsiteX189" fmla="*/ 18098 w 256222"/>
                <a:gd name="connsiteY189" fmla="*/ 48101 h 297656"/>
                <a:gd name="connsiteX190" fmla="*/ 16669 w 256222"/>
                <a:gd name="connsiteY190" fmla="*/ 50482 h 297656"/>
                <a:gd name="connsiteX191" fmla="*/ 15240 w 256222"/>
                <a:gd name="connsiteY191" fmla="*/ 51435 h 297656"/>
                <a:gd name="connsiteX192" fmla="*/ 14288 w 256222"/>
                <a:gd name="connsiteY192" fmla="*/ 52864 h 297656"/>
                <a:gd name="connsiteX193" fmla="*/ 13811 w 256222"/>
                <a:gd name="connsiteY193" fmla="*/ 55245 h 297656"/>
                <a:gd name="connsiteX194" fmla="*/ 14764 w 256222"/>
                <a:gd name="connsiteY194" fmla="*/ 56674 h 297656"/>
                <a:gd name="connsiteX195" fmla="*/ 16669 w 256222"/>
                <a:gd name="connsiteY195" fmla="*/ 56674 h 297656"/>
                <a:gd name="connsiteX196" fmla="*/ 17145 w 256222"/>
                <a:gd name="connsiteY196" fmla="*/ 57626 h 297656"/>
                <a:gd name="connsiteX197" fmla="*/ 15240 w 256222"/>
                <a:gd name="connsiteY197" fmla="*/ 58579 h 297656"/>
                <a:gd name="connsiteX198" fmla="*/ 12859 w 256222"/>
                <a:gd name="connsiteY198" fmla="*/ 59055 h 297656"/>
                <a:gd name="connsiteX199" fmla="*/ 9525 w 256222"/>
                <a:gd name="connsiteY199" fmla="*/ 59055 h 297656"/>
                <a:gd name="connsiteX200" fmla="*/ 7144 w 256222"/>
                <a:gd name="connsiteY200" fmla="*/ 60007 h 297656"/>
                <a:gd name="connsiteX201" fmla="*/ 4286 w 256222"/>
                <a:gd name="connsiteY201" fmla="*/ 61913 h 297656"/>
                <a:gd name="connsiteX202" fmla="*/ 1905 w 256222"/>
                <a:gd name="connsiteY202" fmla="*/ 67151 h 297656"/>
                <a:gd name="connsiteX203" fmla="*/ 477 w 256222"/>
                <a:gd name="connsiteY203" fmla="*/ 74771 h 297656"/>
                <a:gd name="connsiteX204" fmla="*/ 0 w 256222"/>
                <a:gd name="connsiteY204" fmla="*/ 76676 h 297656"/>
                <a:gd name="connsiteX205" fmla="*/ 0 w 256222"/>
                <a:gd name="connsiteY205" fmla="*/ 78581 h 297656"/>
                <a:gd name="connsiteX206" fmla="*/ 477 w 256222"/>
                <a:gd name="connsiteY206" fmla="*/ 79057 h 297656"/>
                <a:gd name="connsiteX207" fmla="*/ 1905 w 256222"/>
                <a:gd name="connsiteY207" fmla="*/ 78105 h 297656"/>
                <a:gd name="connsiteX208" fmla="*/ 3334 w 256222"/>
                <a:gd name="connsiteY208" fmla="*/ 75724 h 297656"/>
                <a:gd name="connsiteX209" fmla="*/ 4763 w 256222"/>
                <a:gd name="connsiteY209" fmla="*/ 74295 h 297656"/>
                <a:gd name="connsiteX210" fmla="*/ 6668 w 256222"/>
                <a:gd name="connsiteY210" fmla="*/ 74295 h 297656"/>
                <a:gd name="connsiteX211" fmla="*/ 8573 w 256222"/>
                <a:gd name="connsiteY211" fmla="*/ 75724 h 297656"/>
                <a:gd name="connsiteX212" fmla="*/ 10478 w 256222"/>
                <a:gd name="connsiteY212" fmla="*/ 79057 h 297656"/>
                <a:gd name="connsiteX213" fmla="*/ 12383 w 256222"/>
                <a:gd name="connsiteY213" fmla="*/ 81439 h 297656"/>
                <a:gd name="connsiteX214" fmla="*/ 13335 w 256222"/>
                <a:gd name="connsiteY214" fmla="*/ 81439 h 297656"/>
                <a:gd name="connsiteX215" fmla="*/ 14288 w 256222"/>
                <a:gd name="connsiteY215" fmla="*/ 82867 h 297656"/>
                <a:gd name="connsiteX216" fmla="*/ 14288 w 256222"/>
                <a:gd name="connsiteY216" fmla="*/ 84772 h 297656"/>
                <a:gd name="connsiteX217" fmla="*/ 13335 w 256222"/>
                <a:gd name="connsiteY217" fmla="*/ 87630 h 297656"/>
                <a:gd name="connsiteX218" fmla="*/ 11906 w 256222"/>
                <a:gd name="connsiteY218" fmla="*/ 91440 h 297656"/>
                <a:gd name="connsiteX219" fmla="*/ 9525 w 256222"/>
                <a:gd name="connsiteY219" fmla="*/ 96202 h 297656"/>
                <a:gd name="connsiteX220" fmla="*/ 10002 w 256222"/>
                <a:gd name="connsiteY220" fmla="*/ 100013 h 297656"/>
                <a:gd name="connsiteX221" fmla="*/ 13335 w 256222"/>
                <a:gd name="connsiteY221" fmla="*/ 103346 h 297656"/>
                <a:gd name="connsiteX222" fmla="*/ 17145 w 256222"/>
                <a:gd name="connsiteY222" fmla="*/ 105251 h 297656"/>
                <a:gd name="connsiteX223" fmla="*/ 20955 w 256222"/>
                <a:gd name="connsiteY223" fmla="*/ 104775 h 297656"/>
                <a:gd name="connsiteX224" fmla="*/ 23336 w 256222"/>
                <a:gd name="connsiteY224" fmla="*/ 103822 h 297656"/>
                <a:gd name="connsiteX225" fmla="*/ 25241 w 256222"/>
                <a:gd name="connsiteY225" fmla="*/ 101917 h 297656"/>
                <a:gd name="connsiteX226" fmla="*/ 26670 w 256222"/>
                <a:gd name="connsiteY226" fmla="*/ 101441 h 297656"/>
                <a:gd name="connsiteX227" fmla="*/ 28575 w 256222"/>
                <a:gd name="connsiteY227" fmla="*/ 101441 h 297656"/>
                <a:gd name="connsiteX228" fmla="*/ 35243 w 256222"/>
                <a:gd name="connsiteY228" fmla="*/ 102394 h 297656"/>
                <a:gd name="connsiteX229" fmla="*/ 37148 w 256222"/>
                <a:gd name="connsiteY229" fmla="*/ 103346 h 297656"/>
                <a:gd name="connsiteX230" fmla="*/ 37624 w 256222"/>
                <a:gd name="connsiteY230" fmla="*/ 105727 h 297656"/>
                <a:gd name="connsiteX231" fmla="*/ 36672 w 256222"/>
                <a:gd name="connsiteY231" fmla="*/ 110966 h 297656"/>
                <a:gd name="connsiteX232" fmla="*/ 37624 w 256222"/>
                <a:gd name="connsiteY232" fmla="*/ 115252 h 297656"/>
                <a:gd name="connsiteX233" fmla="*/ 39529 w 256222"/>
                <a:gd name="connsiteY233" fmla="*/ 119539 h 297656"/>
                <a:gd name="connsiteX234" fmla="*/ 39529 w 256222"/>
                <a:gd name="connsiteY234" fmla="*/ 123349 h 297656"/>
                <a:gd name="connsiteX235" fmla="*/ 37624 w 256222"/>
                <a:gd name="connsiteY235" fmla="*/ 129540 h 297656"/>
                <a:gd name="connsiteX236" fmla="*/ 35719 w 256222"/>
                <a:gd name="connsiteY236" fmla="*/ 135731 h 297656"/>
                <a:gd name="connsiteX237" fmla="*/ 33338 w 256222"/>
                <a:gd name="connsiteY237" fmla="*/ 138589 h 297656"/>
                <a:gd name="connsiteX238" fmla="*/ 31909 w 256222"/>
                <a:gd name="connsiteY238" fmla="*/ 140494 h 297656"/>
                <a:gd name="connsiteX239" fmla="*/ 31433 w 256222"/>
                <a:gd name="connsiteY239" fmla="*/ 141922 h 297656"/>
                <a:gd name="connsiteX240" fmla="*/ 31433 w 256222"/>
                <a:gd name="connsiteY240" fmla="*/ 143351 h 297656"/>
                <a:gd name="connsiteX241" fmla="*/ 32861 w 256222"/>
                <a:gd name="connsiteY241" fmla="*/ 144780 h 297656"/>
                <a:gd name="connsiteX242" fmla="*/ 34766 w 256222"/>
                <a:gd name="connsiteY242" fmla="*/ 147161 h 297656"/>
                <a:gd name="connsiteX243" fmla="*/ 34766 w 256222"/>
                <a:gd name="connsiteY243" fmla="*/ 149542 h 297656"/>
                <a:gd name="connsiteX244" fmla="*/ 34766 w 256222"/>
                <a:gd name="connsiteY244" fmla="*/ 152400 h 297656"/>
                <a:gd name="connsiteX245" fmla="*/ 33814 w 256222"/>
                <a:gd name="connsiteY245" fmla="*/ 156210 h 297656"/>
                <a:gd name="connsiteX246" fmla="*/ 30004 w 256222"/>
                <a:gd name="connsiteY246" fmla="*/ 164306 h 297656"/>
                <a:gd name="connsiteX247" fmla="*/ 26670 w 256222"/>
                <a:gd name="connsiteY247" fmla="*/ 171926 h 297656"/>
                <a:gd name="connsiteX248" fmla="*/ 28575 w 256222"/>
                <a:gd name="connsiteY248" fmla="*/ 173355 h 297656"/>
                <a:gd name="connsiteX249" fmla="*/ 31433 w 256222"/>
                <a:gd name="connsiteY249" fmla="*/ 174307 h 297656"/>
                <a:gd name="connsiteX250" fmla="*/ 33338 w 256222"/>
                <a:gd name="connsiteY250" fmla="*/ 175260 h 297656"/>
                <a:gd name="connsiteX251" fmla="*/ 35719 w 256222"/>
                <a:gd name="connsiteY251" fmla="*/ 174784 h 297656"/>
                <a:gd name="connsiteX252" fmla="*/ 40005 w 256222"/>
                <a:gd name="connsiteY252" fmla="*/ 170497 h 297656"/>
                <a:gd name="connsiteX253" fmla="*/ 43815 w 256222"/>
                <a:gd name="connsiteY253" fmla="*/ 167164 h 297656"/>
                <a:gd name="connsiteX254" fmla="*/ 48578 w 256222"/>
                <a:gd name="connsiteY254" fmla="*/ 163830 h 297656"/>
                <a:gd name="connsiteX255" fmla="*/ 49054 w 256222"/>
                <a:gd name="connsiteY255" fmla="*/ 163354 h 297656"/>
                <a:gd name="connsiteX256" fmla="*/ 53340 w 256222"/>
                <a:gd name="connsiteY256" fmla="*/ 160972 h 297656"/>
                <a:gd name="connsiteX257" fmla="*/ 55245 w 256222"/>
                <a:gd name="connsiteY257" fmla="*/ 159067 h 297656"/>
                <a:gd name="connsiteX258" fmla="*/ 56198 w 256222"/>
                <a:gd name="connsiteY258" fmla="*/ 156210 h 297656"/>
                <a:gd name="connsiteX259" fmla="*/ 57627 w 256222"/>
                <a:gd name="connsiteY259" fmla="*/ 155257 h 297656"/>
                <a:gd name="connsiteX260" fmla="*/ 59531 w 256222"/>
                <a:gd name="connsiteY260" fmla="*/ 155734 h 297656"/>
                <a:gd name="connsiteX261" fmla="*/ 61913 w 256222"/>
                <a:gd name="connsiteY261" fmla="*/ 154305 h 297656"/>
                <a:gd name="connsiteX262" fmla="*/ 65247 w 256222"/>
                <a:gd name="connsiteY262" fmla="*/ 151447 h 297656"/>
                <a:gd name="connsiteX263" fmla="*/ 67152 w 256222"/>
                <a:gd name="connsiteY263" fmla="*/ 150019 h 297656"/>
                <a:gd name="connsiteX264" fmla="*/ 69056 w 256222"/>
                <a:gd name="connsiteY264" fmla="*/ 150019 h 297656"/>
                <a:gd name="connsiteX265" fmla="*/ 71914 w 256222"/>
                <a:gd name="connsiteY265" fmla="*/ 151924 h 297656"/>
                <a:gd name="connsiteX266" fmla="*/ 75724 w 256222"/>
                <a:gd name="connsiteY266" fmla="*/ 155734 h 297656"/>
                <a:gd name="connsiteX267" fmla="*/ 79534 w 256222"/>
                <a:gd name="connsiteY267" fmla="*/ 157639 h 297656"/>
                <a:gd name="connsiteX268" fmla="*/ 82868 w 256222"/>
                <a:gd name="connsiteY268" fmla="*/ 158591 h 297656"/>
                <a:gd name="connsiteX269" fmla="*/ 84297 w 256222"/>
                <a:gd name="connsiteY269" fmla="*/ 160020 h 297656"/>
                <a:gd name="connsiteX270" fmla="*/ 84297 w 256222"/>
                <a:gd name="connsiteY270" fmla="*/ 161925 h 297656"/>
                <a:gd name="connsiteX271" fmla="*/ 84773 w 256222"/>
                <a:gd name="connsiteY271" fmla="*/ 162877 h 297656"/>
                <a:gd name="connsiteX272" fmla="*/ 86202 w 256222"/>
                <a:gd name="connsiteY272" fmla="*/ 163354 h 297656"/>
                <a:gd name="connsiteX273" fmla="*/ 87154 w 256222"/>
                <a:gd name="connsiteY273" fmla="*/ 163354 h 297656"/>
                <a:gd name="connsiteX274" fmla="*/ 86678 w 256222"/>
                <a:gd name="connsiteY274" fmla="*/ 162401 h 297656"/>
                <a:gd name="connsiteX275" fmla="*/ 88106 w 256222"/>
                <a:gd name="connsiteY275" fmla="*/ 160972 h 297656"/>
                <a:gd name="connsiteX276" fmla="*/ 91440 w 256222"/>
                <a:gd name="connsiteY276" fmla="*/ 159067 h 297656"/>
                <a:gd name="connsiteX277" fmla="*/ 94298 w 256222"/>
                <a:gd name="connsiteY277" fmla="*/ 158115 h 297656"/>
                <a:gd name="connsiteX278" fmla="*/ 97631 w 256222"/>
                <a:gd name="connsiteY278" fmla="*/ 157639 h 297656"/>
                <a:gd name="connsiteX279" fmla="*/ 99536 w 256222"/>
                <a:gd name="connsiteY279" fmla="*/ 156210 h 297656"/>
                <a:gd name="connsiteX280" fmla="*/ 100965 w 256222"/>
                <a:gd name="connsiteY280" fmla="*/ 152400 h 297656"/>
                <a:gd name="connsiteX281" fmla="*/ 102870 w 256222"/>
                <a:gd name="connsiteY281" fmla="*/ 149542 h 297656"/>
                <a:gd name="connsiteX282" fmla="*/ 104775 w 256222"/>
                <a:gd name="connsiteY282" fmla="*/ 148114 h 297656"/>
                <a:gd name="connsiteX283" fmla="*/ 106680 w 256222"/>
                <a:gd name="connsiteY283" fmla="*/ 147638 h 297656"/>
                <a:gd name="connsiteX284" fmla="*/ 107633 w 256222"/>
                <a:gd name="connsiteY284" fmla="*/ 146685 h 297656"/>
                <a:gd name="connsiteX285" fmla="*/ 106204 w 256222"/>
                <a:gd name="connsiteY285" fmla="*/ 145732 h 297656"/>
                <a:gd name="connsiteX286" fmla="*/ 106680 w 256222"/>
                <a:gd name="connsiteY286" fmla="*/ 144304 h 297656"/>
                <a:gd name="connsiteX287" fmla="*/ 107633 w 256222"/>
                <a:gd name="connsiteY287" fmla="*/ 142875 h 297656"/>
                <a:gd name="connsiteX288" fmla="*/ 110490 w 256222"/>
                <a:gd name="connsiteY288" fmla="*/ 142399 h 297656"/>
                <a:gd name="connsiteX289" fmla="*/ 114300 w 256222"/>
                <a:gd name="connsiteY289" fmla="*/ 142875 h 297656"/>
                <a:gd name="connsiteX290" fmla="*/ 119539 w 256222"/>
                <a:gd name="connsiteY290" fmla="*/ 143827 h 297656"/>
                <a:gd name="connsiteX291" fmla="*/ 124778 w 256222"/>
                <a:gd name="connsiteY291" fmla="*/ 146209 h 297656"/>
                <a:gd name="connsiteX292" fmla="*/ 128588 w 256222"/>
                <a:gd name="connsiteY292" fmla="*/ 147161 h 297656"/>
                <a:gd name="connsiteX293" fmla="*/ 130016 w 256222"/>
                <a:gd name="connsiteY293" fmla="*/ 146209 h 297656"/>
                <a:gd name="connsiteX294" fmla="*/ 133827 w 256222"/>
                <a:gd name="connsiteY294" fmla="*/ 149542 h 297656"/>
                <a:gd name="connsiteX295" fmla="*/ 138589 w 256222"/>
                <a:gd name="connsiteY295" fmla="*/ 157639 h 297656"/>
                <a:gd name="connsiteX296" fmla="*/ 142875 w 256222"/>
                <a:gd name="connsiteY296" fmla="*/ 163830 h 297656"/>
                <a:gd name="connsiteX297" fmla="*/ 146685 w 256222"/>
                <a:gd name="connsiteY297" fmla="*/ 167640 h 297656"/>
                <a:gd name="connsiteX298" fmla="*/ 150495 w 256222"/>
                <a:gd name="connsiteY298" fmla="*/ 170974 h 297656"/>
                <a:gd name="connsiteX299" fmla="*/ 154305 w 256222"/>
                <a:gd name="connsiteY299" fmla="*/ 172879 h 297656"/>
                <a:gd name="connsiteX300" fmla="*/ 157163 w 256222"/>
                <a:gd name="connsiteY300" fmla="*/ 175736 h 297656"/>
                <a:gd name="connsiteX301" fmla="*/ 159544 w 256222"/>
                <a:gd name="connsiteY301" fmla="*/ 181451 h 297656"/>
                <a:gd name="connsiteX302" fmla="*/ 157639 w 256222"/>
                <a:gd name="connsiteY302" fmla="*/ 189071 h 297656"/>
                <a:gd name="connsiteX303" fmla="*/ 157163 w 256222"/>
                <a:gd name="connsiteY303" fmla="*/ 195739 h 297656"/>
                <a:gd name="connsiteX304" fmla="*/ 157639 w 256222"/>
                <a:gd name="connsiteY304" fmla="*/ 203835 h 297656"/>
                <a:gd name="connsiteX305" fmla="*/ 160020 w 256222"/>
                <a:gd name="connsiteY305" fmla="*/ 210502 h 297656"/>
                <a:gd name="connsiteX306" fmla="*/ 164306 w 256222"/>
                <a:gd name="connsiteY306" fmla="*/ 214789 h 297656"/>
                <a:gd name="connsiteX307" fmla="*/ 166688 w 256222"/>
                <a:gd name="connsiteY307" fmla="*/ 218122 h 297656"/>
                <a:gd name="connsiteX308" fmla="*/ 167640 w 256222"/>
                <a:gd name="connsiteY308" fmla="*/ 220980 h 297656"/>
                <a:gd name="connsiteX309" fmla="*/ 170974 w 256222"/>
                <a:gd name="connsiteY309" fmla="*/ 223361 h 297656"/>
                <a:gd name="connsiteX310" fmla="*/ 177165 w 256222"/>
                <a:gd name="connsiteY310" fmla="*/ 225266 h 297656"/>
                <a:gd name="connsiteX311" fmla="*/ 180023 w 256222"/>
                <a:gd name="connsiteY311" fmla="*/ 226695 h 297656"/>
                <a:gd name="connsiteX312" fmla="*/ 178594 w 256222"/>
                <a:gd name="connsiteY312" fmla="*/ 228600 h 297656"/>
                <a:gd name="connsiteX313" fmla="*/ 178594 w 256222"/>
                <a:gd name="connsiteY313" fmla="*/ 230029 h 297656"/>
                <a:gd name="connsiteX314" fmla="*/ 179547 w 256222"/>
                <a:gd name="connsiteY314" fmla="*/ 232410 h 297656"/>
                <a:gd name="connsiteX315" fmla="*/ 181928 w 256222"/>
                <a:gd name="connsiteY315" fmla="*/ 233839 h 297656"/>
                <a:gd name="connsiteX316" fmla="*/ 185261 w 256222"/>
                <a:gd name="connsiteY316" fmla="*/ 235267 h 297656"/>
                <a:gd name="connsiteX317" fmla="*/ 187166 w 256222"/>
                <a:gd name="connsiteY317" fmla="*/ 236696 h 297656"/>
                <a:gd name="connsiteX318" fmla="*/ 187643 w 256222"/>
                <a:gd name="connsiteY318" fmla="*/ 238125 h 297656"/>
                <a:gd name="connsiteX319" fmla="*/ 187643 w 256222"/>
                <a:gd name="connsiteY319" fmla="*/ 240506 h 297656"/>
                <a:gd name="connsiteX320" fmla="*/ 186690 w 256222"/>
                <a:gd name="connsiteY320" fmla="*/ 243840 h 297656"/>
                <a:gd name="connsiteX321" fmla="*/ 185261 w 256222"/>
                <a:gd name="connsiteY321" fmla="*/ 246697 h 297656"/>
                <a:gd name="connsiteX322" fmla="*/ 183356 w 256222"/>
                <a:gd name="connsiteY322" fmla="*/ 248602 h 297656"/>
                <a:gd name="connsiteX323" fmla="*/ 183356 w 256222"/>
                <a:gd name="connsiteY323" fmla="*/ 249555 h 297656"/>
                <a:gd name="connsiteX324" fmla="*/ 182880 w 256222"/>
                <a:gd name="connsiteY324" fmla="*/ 251936 h 297656"/>
                <a:gd name="connsiteX325" fmla="*/ 182880 w 256222"/>
                <a:gd name="connsiteY325" fmla="*/ 256222 h 297656"/>
                <a:gd name="connsiteX326" fmla="*/ 184309 w 256222"/>
                <a:gd name="connsiteY326" fmla="*/ 259556 h 297656"/>
                <a:gd name="connsiteX327" fmla="*/ 184785 w 256222"/>
                <a:gd name="connsiteY327" fmla="*/ 262890 h 297656"/>
                <a:gd name="connsiteX328" fmla="*/ 183833 w 256222"/>
                <a:gd name="connsiteY328" fmla="*/ 266224 h 297656"/>
                <a:gd name="connsiteX329" fmla="*/ 182880 w 256222"/>
                <a:gd name="connsiteY329" fmla="*/ 272415 h 297656"/>
                <a:gd name="connsiteX330" fmla="*/ 182880 w 256222"/>
                <a:gd name="connsiteY330" fmla="*/ 274796 h 297656"/>
                <a:gd name="connsiteX331" fmla="*/ 181928 w 256222"/>
                <a:gd name="connsiteY331" fmla="*/ 276701 h 297656"/>
                <a:gd name="connsiteX332" fmla="*/ 180499 w 256222"/>
                <a:gd name="connsiteY332" fmla="*/ 279082 h 297656"/>
                <a:gd name="connsiteX333" fmla="*/ 177641 w 256222"/>
                <a:gd name="connsiteY333" fmla="*/ 280988 h 297656"/>
                <a:gd name="connsiteX334" fmla="*/ 174308 w 256222"/>
                <a:gd name="connsiteY334" fmla="*/ 282416 h 297656"/>
                <a:gd name="connsiteX335" fmla="*/ 172403 w 256222"/>
                <a:gd name="connsiteY335" fmla="*/ 283369 h 297656"/>
                <a:gd name="connsiteX336" fmla="*/ 172403 w 256222"/>
                <a:gd name="connsiteY336" fmla="*/ 284321 h 297656"/>
                <a:gd name="connsiteX337" fmla="*/ 172879 w 256222"/>
                <a:gd name="connsiteY337" fmla="*/ 286226 h 297656"/>
                <a:gd name="connsiteX338" fmla="*/ 174308 w 256222"/>
                <a:gd name="connsiteY338" fmla="*/ 288131 h 297656"/>
                <a:gd name="connsiteX339" fmla="*/ 175736 w 256222"/>
                <a:gd name="connsiteY339" fmla="*/ 289560 h 297656"/>
                <a:gd name="connsiteX340" fmla="*/ 178118 w 256222"/>
                <a:gd name="connsiteY340" fmla="*/ 291465 h 297656"/>
                <a:gd name="connsiteX341" fmla="*/ 179547 w 256222"/>
                <a:gd name="connsiteY341" fmla="*/ 291465 h 297656"/>
                <a:gd name="connsiteX342" fmla="*/ 183833 w 256222"/>
                <a:gd name="connsiteY342" fmla="*/ 289560 h 297656"/>
                <a:gd name="connsiteX343" fmla="*/ 190977 w 256222"/>
                <a:gd name="connsiteY343" fmla="*/ 291941 h 297656"/>
                <a:gd name="connsiteX344" fmla="*/ 191929 w 256222"/>
                <a:gd name="connsiteY344" fmla="*/ 293370 h 297656"/>
                <a:gd name="connsiteX345" fmla="*/ 194310 w 256222"/>
                <a:gd name="connsiteY345" fmla="*/ 295751 h 297656"/>
                <a:gd name="connsiteX346" fmla="*/ 196691 w 256222"/>
                <a:gd name="connsiteY346" fmla="*/ 297656 h 297656"/>
                <a:gd name="connsiteX347" fmla="*/ 202406 w 256222"/>
                <a:gd name="connsiteY347" fmla="*/ 297656 h 297656"/>
                <a:gd name="connsiteX348" fmla="*/ 204311 w 256222"/>
                <a:gd name="connsiteY348" fmla="*/ 293370 h 297656"/>
                <a:gd name="connsiteX349" fmla="*/ 203359 w 256222"/>
                <a:gd name="connsiteY349" fmla="*/ 290513 h 297656"/>
                <a:gd name="connsiteX350" fmla="*/ 200025 w 256222"/>
                <a:gd name="connsiteY350" fmla="*/ 286226 h 297656"/>
                <a:gd name="connsiteX351" fmla="*/ 199073 w 256222"/>
                <a:gd name="connsiteY351" fmla="*/ 283369 h 297656"/>
                <a:gd name="connsiteX352" fmla="*/ 200502 w 256222"/>
                <a:gd name="connsiteY352" fmla="*/ 282892 h 297656"/>
                <a:gd name="connsiteX353" fmla="*/ 205740 w 256222"/>
                <a:gd name="connsiteY353" fmla="*/ 282416 h 297656"/>
                <a:gd name="connsiteX354" fmla="*/ 206693 w 256222"/>
                <a:gd name="connsiteY354" fmla="*/ 281940 h 297656"/>
                <a:gd name="connsiteX355" fmla="*/ 207645 w 256222"/>
                <a:gd name="connsiteY355" fmla="*/ 278606 h 297656"/>
                <a:gd name="connsiteX356" fmla="*/ 209074 w 256222"/>
                <a:gd name="connsiteY356" fmla="*/ 279082 h 297656"/>
                <a:gd name="connsiteX357" fmla="*/ 211931 w 256222"/>
                <a:gd name="connsiteY357" fmla="*/ 279559 h 297656"/>
                <a:gd name="connsiteX358" fmla="*/ 215265 w 256222"/>
                <a:gd name="connsiteY358" fmla="*/ 277177 h 297656"/>
                <a:gd name="connsiteX359" fmla="*/ 217170 w 256222"/>
                <a:gd name="connsiteY359" fmla="*/ 275272 h 297656"/>
                <a:gd name="connsiteX360" fmla="*/ 218123 w 256222"/>
                <a:gd name="connsiteY360" fmla="*/ 276225 h 297656"/>
                <a:gd name="connsiteX361" fmla="*/ 219075 w 256222"/>
                <a:gd name="connsiteY361" fmla="*/ 277654 h 297656"/>
                <a:gd name="connsiteX362" fmla="*/ 220504 w 256222"/>
                <a:gd name="connsiteY362" fmla="*/ 278606 h 297656"/>
                <a:gd name="connsiteX363" fmla="*/ 222409 w 256222"/>
                <a:gd name="connsiteY363" fmla="*/ 280035 h 297656"/>
                <a:gd name="connsiteX364" fmla="*/ 225266 w 256222"/>
                <a:gd name="connsiteY364" fmla="*/ 281940 h 297656"/>
                <a:gd name="connsiteX365" fmla="*/ 226695 w 256222"/>
                <a:gd name="connsiteY365" fmla="*/ 283369 h 297656"/>
                <a:gd name="connsiteX366" fmla="*/ 228124 w 256222"/>
                <a:gd name="connsiteY366" fmla="*/ 284321 h 297656"/>
                <a:gd name="connsiteX367" fmla="*/ 230981 w 256222"/>
                <a:gd name="connsiteY367" fmla="*/ 283845 h 297656"/>
                <a:gd name="connsiteX368" fmla="*/ 231934 w 256222"/>
                <a:gd name="connsiteY368" fmla="*/ 283845 h 297656"/>
                <a:gd name="connsiteX369" fmla="*/ 233839 w 256222"/>
                <a:gd name="connsiteY369" fmla="*/ 281464 h 297656"/>
                <a:gd name="connsiteX370" fmla="*/ 235268 w 256222"/>
                <a:gd name="connsiteY370" fmla="*/ 280511 h 297656"/>
                <a:gd name="connsiteX371" fmla="*/ 236220 w 256222"/>
                <a:gd name="connsiteY371" fmla="*/ 280988 h 297656"/>
                <a:gd name="connsiteX372" fmla="*/ 237649 w 256222"/>
                <a:gd name="connsiteY372" fmla="*/ 280988 h 297656"/>
                <a:gd name="connsiteX373" fmla="*/ 240983 w 256222"/>
                <a:gd name="connsiteY373" fmla="*/ 278130 h 297656"/>
                <a:gd name="connsiteX374" fmla="*/ 242888 w 256222"/>
                <a:gd name="connsiteY374" fmla="*/ 275272 h 297656"/>
                <a:gd name="connsiteX375" fmla="*/ 243840 w 256222"/>
                <a:gd name="connsiteY375" fmla="*/ 274796 h 297656"/>
                <a:gd name="connsiteX376" fmla="*/ 247174 w 256222"/>
                <a:gd name="connsiteY376" fmla="*/ 276225 h 297656"/>
                <a:gd name="connsiteX377" fmla="*/ 248127 w 256222"/>
                <a:gd name="connsiteY377" fmla="*/ 275749 h 297656"/>
                <a:gd name="connsiteX378" fmla="*/ 250031 w 256222"/>
                <a:gd name="connsiteY378" fmla="*/ 272415 h 297656"/>
                <a:gd name="connsiteX379" fmla="*/ 251460 w 256222"/>
                <a:gd name="connsiteY379" fmla="*/ 270986 h 297656"/>
                <a:gd name="connsiteX380" fmla="*/ 251460 w 256222"/>
                <a:gd name="connsiteY380" fmla="*/ 267176 h 297656"/>
                <a:gd name="connsiteX381" fmla="*/ 251936 w 256222"/>
                <a:gd name="connsiteY381" fmla="*/ 265271 h 297656"/>
                <a:gd name="connsiteX382" fmla="*/ 250984 w 256222"/>
                <a:gd name="connsiteY382" fmla="*/ 263842 h 297656"/>
                <a:gd name="connsiteX383" fmla="*/ 250508 w 256222"/>
                <a:gd name="connsiteY383" fmla="*/ 261461 h 297656"/>
                <a:gd name="connsiteX384" fmla="*/ 250984 w 256222"/>
                <a:gd name="connsiteY384" fmla="*/ 260032 h 297656"/>
                <a:gd name="connsiteX385" fmla="*/ 252889 w 256222"/>
                <a:gd name="connsiteY385" fmla="*/ 258604 h 297656"/>
                <a:gd name="connsiteX386" fmla="*/ 254318 w 256222"/>
                <a:gd name="connsiteY386" fmla="*/ 256699 h 297656"/>
                <a:gd name="connsiteX387" fmla="*/ 255747 w 256222"/>
                <a:gd name="connsiteY387" fmla="*/ 254317 h 297656"/>
                <a:gd name="connsiteX388" fmla="*/ 256223 w 256222"/>
                <a:gd name="connsiteY388" fmla="*/ 251936 h 29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256222" h="297656">
                  <a:moveTo>
                    <a:pt x="255270" y="250031"/>
                  </a:moveTo>
                  <a:lnTo>
                    <a:pt x="253365" y="247174"/>
                  </a:lnTo>
                  <a:lnTo>
                    <a:pt x="249555" y="244792"/>
                  </a:lnTo>
                  <a:lnTo>
                    <a:pt x="245745" y="241459"/>
                  </a:lnTo>
                  <a:lnTo>
                    <a:pt x="243364" y="239554"/>
                  </a:lnTo>
                  <a:lnTo>
                    <a:pt x="241935" y="237649"/>
                  </a:lnTo>
                  <a:lnTo>
                    <a:pt x="240506" y="235267"/>
                  </a:lnTo>
                  <a:lnTo>
                    <a:pt x="239554" y="233363"/>
                  </a:lnTo>
                  <a:lnTo>
                    <a:pt x="240506" y="231934"/>
                  </a:lnTo>
                  <a:lnTo>
                    <a:pt x="246222" y="229076"/>
                  </a:lnTo>
                  <a:lnTo>
                    <a:pt x="247174" y="228124"/>
                  </a:lnTo>
                  <a:lnTo>
                    <a:pt x="248127" y="226219"/>
                  </a:lnTo>
                  <a:lnTo>
                    <a:pt x="247650" y="224790"/>
                  </a:lnTo>
                  <a:lnTo>
                    <a:pt x="245745" y="223838"/>
                  </a:lnTo>
                  <a:lnTo>
                    <a:pt x="244316" y="223361"/>
                  </a:lnTo>
                  <a:lnTo>
                    <a:pt x="241459" y="221456"/>
                  </a:lnTo>
                  <a:lnTo>
                    <a:pt x="236220" y="216694"/>
                  </a:lnTo>
                  <a:lnTo>
                    <a:pt x="234315" y="215741"/>
                  </a:lnTo>
                  <a:lnTo>
                    <a:pt x="231458" y="214313"/>
                  </a:lnTo>
                  <a:lnTo>
                    <a:pt x="230505" y="212884"/>
                  </a:lnTo>
                  <a:lnTo>
                    <a:pt x="229077" y="208597"/>
                  </a:lnTo>
                  <a:lnTo>
                    <a:pt x="228124" y="208121"/>
                  </a:lnTo>
                  <a:lnTo>
                    <a:pt x="226695" y="209550"/>
                  </a:lnTo>
                  <a:lnTo>
                    <a:pt x="225266" y="210979"/>
                  </a:lnTo>
                  <a:lnTo>
                    <a:pt x="223838" y="210502"/>
                  </a:lnTo>
                  <a:lnTo>
                    <a:pt x="222409" y="209550"/>
                  </a:lnTo>
                  <a:lnTo>
                    <a:pt x="221456" y="207645"/>
                  </a:lnTo>
                  <a:lnTo>
                    <a:pt x="220028" y="205740"/>
                  </a:lnTo>
                  <a:lnTo>
                    <a:pt x="218599" y="203835"/>
                  </a:lnTo>
                  <a:lnTo>
                    <a:pt x="218123" y="198120"/>
                  </a:lnTo>
                  <a:lnTo>
                    <a:pt x="218123" y="196215"/>
                  </a:lnTo>
                  <a:lnTo>
                    <a:pt x="217170" y="193357"/>
                  </a:lnTo>
                  <a:lnTo>
                    <a:pt x="215741" y="192405"/>
                  </a:lnTo>
                  <a:lnTo>
                    <a:pt x="214313" y="191929"/>
                  </a:lnTo>
                  <a:lnTo>
                    <a:pt x="211455" y="186690"/>
                  </a:lnTo>
                  <a:lnTo>
                    <a:pt x="209074" y="184309"/>
                  </a:lnTo>
                  <a:lnTo>
                    <a:pt x="200025" y="177641"/>
                  </a:lnTo>
                  <a:lnTo>
                    <a:pt x="199073" y="176213"/>
                  </a:lnTo>
                  <a:lnTo>
                    <a:pt x="196691" y="173831"/>
                  </a:lnTo>
                  <a:lnTo>
                    <a:pt x="192405" y="169545"/>
                  </a:lnTo>
                  <a:lnTo>
                    <a:pt x="189548" y="166211"/>
                  </a:lnTo>
                  <a:lnTo>
                    <a:pt x="187166" y="162877"/>
                  </a:lnTo>
                  <a:lnTo>
                    <a:pt x="186214" y="160020"/>
                  </a:lnTo>
                  <a:lnTo>
                    <a:pt x="186214" y="157639"/>
                  </a:lnTo>
                  <a:lnTo>
                    <a:pt x="183833" y="154781"/>
                  </a:lnTo>
                  <a:lnTo>
                    <a:pt x="181452" y="151924"/>
                  </a:lnTo>
                  <a:lnTo>
                    <a:pt x="179547" y="150971"/>
                  </a:lnTo>
                  <a:lnTo>
                    <a:pt x="177165" y="150495"/>
                  </a:lnTo>
                  <a:lnTo>
                    <a:pt x="175260" y="149066"/>
                  </a:lnTo>
                  <a:lnTo>
                    <a:pt x="171450" y="145732"/>
                  </a:lnTo>
                  <a:lnTo>
                    <a:pt x="170022" y="143351"/>
                  </a:lnTo>
                  <a:lnTo>
                    <a:pt x="169069" y="141446"/>
                  </a:lnTo>
                  <a:lnTo>
                    <a:pt x="169069" y="140017"/>
                  </a:lnTo>
                  <a:lnTo>
                    <a:pt x="170022" y="137160"/>
                  </a:lnTo>
                  <a:lnTo>
                    <a:pt x="170974" y="135731"/>
                  </a:lnTo>
                  <a:lnTo>
                    <a:pt x="170974" y="134779"/>
                  </a:lnTo>
                  <a:lnTo>
                    <a:pt x="170022" y="133826"/>
                  </a:lnTo>
                  <a:lnTo>
                    <a:pt x="165735" y="131921"/>
                  </a:lnTo>
                  <a:lnTo>
                    <a:pt x="156210" y="129540"/>
                  </a:lnTo>
                  <a:lnTo>
                    <a:pt x="152877" y="127159"/>
                  </a:lnTo>
                  <a:lnTo>
                    <a:pt x="149543" y="124777"/>
                  </a:lnTo>
                  <a:lnTo>
                    <a:pt x="147161" y="122872"/>
                  </a:lnTo>
                  <a:lnTo>
                    <a:pt x="135731" y="115729"/>
                  </a:lnTo>
                  <a:lnTo>
                    <a:pt x="132398" y="114300"/>
                  </a:lnTo>
                  <a:lnTo>
                    <a:pt x="129064" y="113347"/>
                  </a:lnTo>
                  <a:lnTo>
                    <a:pt x="128111" y="111919"/>
                  </a:lnTo>
                  <a:lnTo>
                    <a:pt x="128588" y="110490"/>
                  </a:lnTo>
                  <a:lnTo>
                    <a:pt x="129540" y="110014"/>
                  </a:lnTo>
                  <a:lnTo>
                    <a:pt x="132874" y="108109"/>
                  </a:lnTo>
                  <a:lnTo>
                    <a:pt x="134303" y="105727"/>
                  </a:lnTo>
                  <a:lnTo>
                    <a:pt x="133827" y="102870"/>
                  </a:lnTo>
                  <a:lnTo>
                    <a:pt x="132398" y="100013"/>
                  </a:lnTo>
                  <a:lnTo>
                    <a:pt x="132874" y="99060"/>
                  </a:lnTo>
                  <a:lnTo>
                    <a:pt x="134303" y="99060"/>
                  </a:lnTo>
                  <a:lnTo>
                    <a:pt x="136208" y="98584"/>
                  </a:lnTo>
                  <a:lnTo>
                    <a:pt x="140970" y="98584"/>
                  </a:lnTo>
                  <a:lnTo>
                    <a:pt x="150495" y="101441"/>
                  </a:lnTo>
                  <a:lnTo>
                    <a:pt x="151924" y="100965"/>
                  </a:lnTo>
                  <a:lnTo>
                    <a:pt x="157163" y="96202"/>
                  </a:lnTo>
                  <a:lnTo>
                    <a:pt x="159068" y="93345"/>
                  </a:lnTo>
                  <a:lnTo>
                    <a:pt x="159544" y="90964"/>
                  </a:lnTo>
                  <a:lnTo>
                    <a:pt x="160497" y="89535"/>
                  </a:lnTo>
                  <a:lnTo>
                    <a:pt x="163354" y="87154"/>
                  </a:lnTo>
                  <a:lnTo>
                    <a:pt x="163354" y="84772"/>
                  </a:lnTo>
                  <a:lnTo>
                    <a:pt x="162402" y="81915"/>
                  </a:lnTo>
                  <a:lnTo>
                    <a:pt x="160973" y="80486"/>
                  </a:lnTo>
                  <a:lnTo>
                    <a:pt x="159544" y="80010"/>
                  </a:lnTo>
                  <a:lnTo>
                    <a:pt x="155734" y="80486"/>
                  </a:lnTo>
                  <a:lnTo>
                    <a:pt x="154781" y="80010"/>
                  </a:lnTo>
                  <a:lnTo>
                    <a:pt x="154305" y="77629"/>
                  </a:lnTo>
                  <a:lnTo>
                    <a:pt x="154305" y="76200"/>
                  </a:lnTo>
                  <a:lnTo>
                    <a:pt x="152877" y="74771"/>
                  </a:lnTo>
                  <a:lnTo>
                    <a:pt x="149066" y="73342"/>
                  </a:lnTo>
                  <a:lnTo>
                    <a:pt x="145256" y="72866"/>
                  </a:lnTo>
                  <a:lnTo>
                    <a:pt x="144304" y="72390"/>
                  </a:lnTo>
                  <a:lnTo>
                    <a:pt x="145733" y="70485"/>
                  </a:lnTo>
                  <a:lnTo>
                    <a:pt x="148114" y="69056"/>
                  </a:lnTo>
                  <a:lnTo>
                    <a:pt x="150019" y="68104"/>
                  </a:lnTo>
                  <a:lnTo>
                    <a:pt x="151448" y="66675"/>
                  </a:lnTo>
                  <a:lnTo>
                    <a:pt x="151924" y="65246"/>
                  </a:lnTo>
                  <a:lnTo>
                    <a:pt x="150019" y="63341"/>
                  </a:lnTo>
                  <a:lnTo>
                    <a:pt x="147638" y="61913"/>
                  </a:lnTo>
                  <a:lnTo>
                    <a:pt x="143828" y="59055"/>
                  </a:lnTo>
                  <a:lnTo>
                    <a:pt x="138589" y="55721"/>
                  </a:lnTo>
                  <a:lnTo>
                    <a:pt x="135255" y="54769"/>
                  </a:lnTo>
                  <a:lnTo>
                    <a:pt x="133827" y="54769"/>
                  </a:lnTo>
                  <a:lnTo>
                    <a:pt x="128111" y="57626"/>
                  </a:lnTo>
                  <a:lnTo>
                    <a:pt x="124778" y="59531"/>
                  </a:lnTo>
                  <a:lnTo>
                    <a:pt x="122397" y="62389"/>
                  </a:lnTo>
                  <a:lnTo>
                    <a:pt x="119539" y="63341"/>
                  </a:lnTo>
                  <a:lnTo>
                    <a:pt x="116681" y="61913"/>
                  </a:lnTo>
                  <a:lnTo>
                    <a:pt x="113824" y="60484"/>
                  </a:lnTo>
                  <a:lnTo>
                    <a:pt x="105252" y="58102"/>
                  </a:lnTo>
                  <a:lnTo>
                    <a:pt x="101441" y="56674"/>
                  </a:lnTo>
                  <a:lnTo>
                    <a:pt x="93822" y="45720"/>
                  </a:lnTo>
                  <a:lnTo>
                    <a:pt x="92869" y="43339"/>
                  </a:lnTo>
                  <a:lnTo>
                    <a:pt x="93822" y="40957"/>
                  </a:lnTo>
                  <a:lnTo>
                    <a:pt x="94298" y="37147"/>
                  </a:lnTo>
                  <a:lnTo>
                    <a:pt x="94774" y="34766"/>
                  </a:lnTo>
                  <a:lnTo>
                    <a:pt x="96203" y="32385"/>
                  </a:lnTo>
                  <a:lnTo>
                    <a:pt x="96679" y="30480"/>
                  </a:lnTo>
                  <a:lnTo>
                    <a:pt x="96203" y="28575"/>
                  </a:lnTo>
                  <a:lnTo>
                    <a:pt x="95250" y="27622"/>
                  </a:lnTo>
                  <a:lnTo>
                    <a:pt x="93822" y="27146"/>
                  </a:lnTo>
                  <a:lnTo>
                    <a:pt x="92869" y="26670"/>
                  </a:lnTo>
                  <a:lnTo>
                    <a:pt x="91440" y="24289"/>
                  </a:lnTo>
                  <a:lnTo>
                    <a:pt x="90964" y="24765"/>
                  </a:lnTo>
                  <a:lnTo>
                    <a:pt x="90011" y="27622"/>
                  </a:lnTo>
                  <a:lnTo>
                    <a:pt x="89059" y="28575"/>
                  </a:lnTo>
                  <a:lnTo>
                    <a:pt x="87630" y="29527"/>
                  </a:lnTo>
                  <a:lnTo>
                    <a:pt x="86202" y="29051"/>
                  </a:lnTo>
                  <a:lnTo>
                    <a:pt x="85725" y="27622"/>
                  </a:lnTo>
                  <a:lnTo>
                    <a:pt x="85249" y="25717"/>
                  </a:lnTo>
                  <a:lnTo>
                    <a:pt x="84773" y="22860"/>
                  </a:lnTo>
                  <a:lnTo>
                    <a:pt x="83820" y="20955"/>
                  </a:lnTo>
                  <a:lnTo>
                    <a:pt x="80486" y="19050"/>
                  </a:lnTo>
                  <a:lnTo>
                    <a:pt x="79058" y="16669"/>
                  </a:lnTo>
                  <a:lnTo>
                    <a:pt x="74295" y="10954"/>
                  </a:lnTo>
                  <a:lnTo>
                    <a:pt x="70009" y="7620"/>
                  </a:lnTo>
                  <a:lnTo>
                    <a:pt x="68104" y="4286"/>
                  </a:lnTo>
                  <a:lnTo>
                    <a:pt x="67152" y="2857"/>
                  </a:lnTo>
                  <a:lnTo>
                    <a:pt x="64770" y="1905"/>
                  </a:lnTo>
                  <a:lnTo>
                    <a:pt x="61913" y="1905"/>
                  </a:lnTo>
                  <a:lnTo>
                    <a:pt x="58579" y="3810"/>
                  </a:lnTo>
                  <a:lnTo>
                    <a:pt x="55722" y="0"/>
                  </a:lnTo>
                  <a:lnTo>
                    <a:pt x="55245" y="0"/>
                  </a:lnTo>
                  <a:lnTo>
                    <a:pt x="53816" y="476"/>
                  </a:lnTo>
                  <a:lnTo>
                    <a:pt x="52864" y="952"/>
                  </a:lnTo>
                  <a:lnTo>
                    <a:pt x="51911" y="3334"/>
                  </a:lnTo>
                  <a:lnTo>
                    <a:pt x="50959" y="5715"/>
                  </a:lnTo>
                  <a:lnTo>
                    <a:pt x="49054" y="7620"/>
                  </a:lnTo>
                  <a:lnTo>
                    <a:pt x="47625" y="8572"/>
                  </a:lnTo>
                  <a:lnTo>
                    <a:pt x="48102" y="10001"/>
                  </a:lnTo>
                  <a:lnTo>
                    <a:pt x="49054" y="11906"/>
                  </a:lnTo>
                  <a:lnTo>
                    <a:pt x="49054" y="13335"/>
                  </a:lnTo>
                  <a:lnTo>
                    <a:pt x="49530" y="15716"/>
                  </a:lnTo>
                  <a:lnTo>
                    <a:pt x="50483" y="17621"/>
                  </a:lnTo>
                  <a:lnTo>
                    <a:pt x="53816" y="21431"/>
                  </a:lnTo>
                  <a:lnTo>
                    <a:pt x="54769" y="23813"/>
                  </a:lnTo>
                  <a:lnTo>
                    <a:pt x="55245" y="25241"/>
                  </a:lnTo>
                  <a:lnTo>
                    <a:pt x="55245" y="31432"/>
                  </a:lnTo>
                  <a:lnTo>
                    <a:pt x="55245" y="33814"/>
                  </a:lnTo>
                  <a:lnTo>
                    <a:pt x="54293" y="38576"/>
                  </a:lnTo>
                  <a:lnTo>
                    <a:pt x="54293" y="41434"/>
                  </a:lnTo>
                  <a:lnTo>
                    <a:pt x="55722" y="42863"/>
                  </a:lnTo>
                  <a:lnTo>
                    <a:pt x="57150" y="44291"/>
                  </a:lnTo>
                  <a:lnTo>
                    <a:pt x="57150" y="45244"/>
                  </a:lnTo>
                  <a:lnTo>
                    <a:pt x="56674" y="45244"/>
                  </a:lnTo>
                  <a:lnTo>
                    <a:pt x="54769" y="47149"/>
                  </a:lnTo>
                  <a:lnTo>
                    <a:pt x="53816" y="47149"/>
                  </a:lnTo>
                  <a:lnTo>
                    <a:pt x="52864" y="46672"/>
                  </a:lnTo>
                  <a:lnTo>
                    <a:pt x="50959" y="46196"/>
                  </a:lnTo>
                  <a:lnTo>
                    <a:pt x="49530" y="45720"/>
                  </a:lnTo>
                  <a:lnTo>
                    <a:pt x="48578" y="44291"/>
                  </a:lnTo>
                  <a:lnTo>
                    <a:pt x="44768" y="44767"/>
                  </a:lnTo>
                  <a:lnTo>
                    <a:pt x="39529" y="46196"/>
                  </a:lnTo>
                  <a:lnTo>
                    <a:pt x="38100" y="45720"/>
                  </a:lnTo>
                  <a:lnTo>
                    <a:pt x="37624" y="44767"/>
                  </a:lnTo>
                  <a:lnTo>
                    <a:pt x="37148" y="42863"/>
                  </a:lnTo>
                  <a:lnTo>
                    <a:pt x="37148" y="40481"/>
                  </a:lnTo>
                  <a:lnTo>
                    <a:pt x="36672" y="39052"/>
                  </a:lnTo>
                  <a:lnTo>
                    <a:pt x="35719" y="38100"/>
                  </a:lnTo>
                  <a:lnTo>
                    <a:pt x="36672" y="34290"/>
                  </a:lnTo>
                  <a:lnTo>
                    <a:pt x="34766" y="32861"/>
                  </a:lnTo>
                  <a:lnTo>
                    <a:pt x="32861" y="36195"/>
                  </a:lnTo>
                  <a:lnTo>
                    <a:pt x="27623" y="40005"/>
                  </a:lnTo>
                  <a:lnTo>
                    <a:pt x="23813" y="41434"/>
                  </a:lnTo>
                  <a:lnTo>
                    <a:pt x="21431" y="41434"/>
                  </a:lnTo>
                  <a:lnTo>
                    <a:pt x="20003" y="43815"/>
                  </a:lnTo>
                  <a:lnTo>
                    <a:pt x="18098" y="48101"/>
                  </a:lnTo>
                  <a:lnTo>
                    <a:pt x="16669" y="50482"/>
                  </a:lnTo>
                  <a:lnTo>
                    <a:pt x="15240" y="51435"/>
                  </a:lnTo>
                  <a:lnTo>
                    <a:pt x="14288" y="52864"/>
                  </a:lnTo>
                  <a:lnTo>
                    <a:pt x="13811" y="55245"/>
                  </a:lnTo>
                  <a:lnTo>
                    <a:pt x="14764" y="56674"/>
                  </a:lnTo>
                  <a:lnTo>
                    <a:pt x="16669" y="56674"/>
                  </a:lnTo>
                  <a:lnTo>
                    <a:pt x="17145" y="57626"/>
                  </a:lnTo>
                  <a:lnTo>
                    <a:pt x="15240" y="58579"/>
                  </a:lnTo>
                  <a:lnTo>
                    <a:pt x="12859" y="59055"/>
                  </a:lnTo>
                  <a:lnTo>
                    <a:pt x="9525" y="59055"/>
                  </a:lnTo>
                  <a:lnTo>
                    <a:pt x="7144" y="60007"/>
                  </a:lnTo>
                  <a:lnTo>
                    <a:pt x="4286" y="61913"/>
                  </a:lnTo>
                  <a:lnTo>
                    <a:pt x="1905" y="67151"/>
                  </a:lnTo>
                  <a:lnTo>
                    <a:pt x="477" y="74771"/>
                  </a:lnTo>
                  <a:lnTo>
                    <a:pt x="0" y="76676"/>
                  </a:lnTo>
                  <a:lnTo>
                    <a:pt x="0" y="78581"/>
                  </a:lnTo>
                  <a:lnTo>
                    <a:pt x="477" y="79057"/>
                  </a:lnTo>
                  <a:lnTo>
                    <a:pt x="1905" y="78105"/>
                  </a:lnTo>
                  <a:lnTo>
                    <a:pt x="3334" y="75724"/>
                  </a:lnTo>
                  <a:lnTo>
                    <a:pt x="4763" y="74295"/>
                  </a:lnTo>
                  <a:lnTo>
                    <a:pt x="6668" y="74295"/>
                  </a:lnTo>
                  <a:lnTo>
                    <a:pt x="8573" y="75724"/>
                  </a:lnTo>
                  <a:lnTo>
                    <a:pt x="10478" y="79057"/>
                  </a:lnTo>
                  <a:lnTo>
                    <a:pt x="12383" y="81439"/>
                  </a:lnTo>
                  <a:lnTo>
                    <a:pt x="13335" y="81439"/>
                  </a:lnTo>
                  <a:lnTo>
                    <a:pt x="14288" y="82867"/>
                  </a:lnTo>
                  <a:lnTo>
                    <a:pt x="14288" y="84772"/>
                  </a:lnTo>
                  <a:lnTo>
                    <a:pt x="13335" y="87630"/>
                  </a:lnTo>
                  <a:lnTo>
                    <a:pt x="11906" y="91440"/>
                  </a:lnTo>
                  <a:lnTo>
                    <a:pt x="9525" y="96202"/>
                  </a:lnTo>
                  <a:lnTo>
                    <a:pt x="10002" y="100013"/>
                  </a:lnTo>
                  <a:lnTo>
                    <a:pt x="13335" y="103346"/>
                  </a:lnTo>
                  <a:lnTo>
                    <a:pt x="17145" y="105251"/>
                  </a:lnTo>
                  <a:lnTo>
                    <a:pt x="20955" y="104775"/>
                  </a:lnTo>
                  <a:lnTo>
                    <a:pt x="23336" y="103822"/>
                  </a:lnTo>
                  <a:lnTo>
                    <a:pt x="25241" y="101917"/>
                  </a:lnTo>
                  <a:lnTo>
                    <a:pt x="26670" y="101441"/>
                  </a:lnTo>
                  <a:lnTo>
                    <a:pt x="28575" y="101441"/>
                  </a:lnTo>
                  <a:lnTo>
                    <a:pt x="35243" y="102394"/>
                  </a:lnTo>
                  <a:lnTo>
                    <a:pt x="37148" y="103346"/>
                  </a:lnTo>
                  <a:lnTo>
                    <a:pt x="37624" y="105727"/>
                  </a:lnTo>
                  <a:lnTo>
                    <a:pt x="36672" y="110966"/>
                  </a:lnTo>
                  <a:lnTo>
                    <a:pt x="37624" y="115252"/>
                  </a:lnTo>
                  <a:lnTo>
                    <a:pt x="39529" y="119539"/>
                  </a:lnTo>
                  <a:lnTo>
                    <a:pt x="39529" y="123349"/>
                  </a:lnTo>
                  <a:lnTo>
                    <a:pt x="37624" y="129540"/>
                  </a:lnTo>
                  <a:lnTo>
                    <a:pt x="35719" y="135731"/>
                  </a:lnTo>
                  <a:lnTo>
                    <a:pt x="33338" y="138589"/>
                  </a:lnTo>
                  <a:lnTo>
                    <a:pt x="31909" y="140494"/>
                  </a:lnTo>
                  <a:lnTo>
                    <a:pt x="31433" y="141922"/>
                  </a:lnTo>
                  <a:lnTo>
                    <a:pt x="31433" y="143351"/>
                  </a:lnTo>
                  <a:lnTo>
                    <a:pt x="32861" y="144780"/>
                  </a:lnTo>
                  <a:lnTo>
                    <a:pt x="34766" y="147161"/>
                  </a:lnTo>
                  <a:lnTo>
                    <a:pt x="34766" y="149542"/>
                  </a:lnTo>
                  <a:lnTo>
                    <a:pt x="34766" y="152400"/>
                  </a:lnTo>
                  <a:lnTo>
                    <a:pt x="33814" y="156210"/>
                  </a:lnTo>
                  <a:lnTo>
                    <a:pt x="30004" y="164306"/>
                  </a:lnTo>
                  <a:lnTo>
                    <a:pt x="26670" y="171926"/>
                  </a:lnTo>
                  <a:lnTo>
                    <a:pt x="28575" y="173355"/>
                  </a:lnTo>
                  <a:lnTo>
                    <a:pt x="31433" y="174307"/>
                  </a:lnTo>
                  <a:lnTo>
                    <a:pt x="33338" y="175260"/>
                  </a:lnTo>
                  <a:lnTo>
                    <a:pt x="35719" y="174784"/>
                  </a:lnTo>
                  <a:lnTo>
                    <a:pt x="40005" y="170497"/>
                  </a:lnTo>
                  <a:lnTo>
                    <a:pt x="43815" y="167164"/>
                  </a:lnTo>
                  <a:lnTo>
                    <a:pt x="48578" y="163830"/>
                  </a:lnTo>
                  <a:lnTo>
                    <a:pt x="49054" y="163354"/>
                  </a:lnTo>
                  <a:lnTo>
                    <a:pt x="53340" y="160972"/>
                  </a:lnTo>
                  <a:lnTo>
                    <a:pt x="55245" y="159067"/>
                  </a:lnTo>
                  <a:lnTo>
                    <a:pt x="56198" y="156210"/>
                  </a:lnTo>
                  <a:lnTo>
                    <a:pt x="57627" y="155257"/>
                  </a:lnTo>
                  <a:lnTo>
                    <a:pt x="59531" y="155734"/>
                  </a:lnTo>
                  <a:lnTo>
                    <a:pt x="61913" y="154305"/>
                  </a:lnTo>
                  <a:lnTo>
                    <a:pt x="65247" y="151447"/>
                  </a:lnTo>
                  <a:lnTo>
                    <a:pt x="67152" y="150019"/>
                  </a:lnTo>
                  <a:lnTo>
                    <a:pt x="69056" y="150019"/>
                  </a:lnTo>
                  <a:lnTo>
                    <a:pt x="71914" y="151924"/>
                  </a:lnTo>
                  <a:lnTo>
                    <a:pt x="75724" y="155734"/>
                  </a:lnTo>
                  <a:lnTo>
                    <a:pt x="79534" y="157639"/>
                  </a:lnTo>
                  <a:lnTo>
                    <a:pt x="82868" y="158591"/>
                  </a:lnTo>
                  <a:lnTo>
                    <a:pt x="84297" y="160020"/>
                  </a:lnTo>
                  <a:lnTo>
                    <a:pt x="84297" y="161925"/>
                  </a:lnTo>
                  <a:lnTo>
                    <a:pt x="84773" y="162877"/>
                  </a:lnTo>
                  <a:lnTo>
                    <a:pt x="86202" y="163354"/>
                  </a:lnTo>
                  <a:lnTo>
                    <a:pt x="87154" y="163354"/>
                  </a:lnTo>
                  <a:lnTo>
                    <a:pt x="86678" y="162401"/>
                  </a:lnTo>
                  <a:lnTo>
                    <a:pt x="88106" y="160972"/>
                  </a:lnTo>
                  <a:lnTo>
                    <a:pt x="91440" y="159067"/>
                  </a:lnTo>
                  <a:lnTo>
                    <a:pt x="94298" y="158115"/>
                  </a:lnTo>
                  <a:lnTo>
                    <a:pt x="97631" y="157639"/>
                  </a:lnTo>
                  <a:lnTo>
                    <a:pt x="99536" y="156210"/>
                  </a:lnTo>
                  <a:lnTo>
                    <a:pt x="100965" y="152400"/>
                  </a:lnTo>
                  <a:lnTo>
                    <a:pt x="102870" y="149542"/>
                  </a:lnTo>
                  <a:lnTo>
                    <a:pt x="104775" y="148114"/>
                  </a:lnTo>
                  <a:lnTo>
                    <a:pt x="106680" y="147638"/>
                  </a:lnTo>
                  <a:lnTo>
                    <a:pt x="107633" y="146685"/>
                  </a:lnTo>
                  <a:lnTo>
                    <a:pt x="106204" y="145732"/>
                  </a:lnTo>
                  <a:lnTo>
                    <a:pt x="106680" y="144304"/>
                  </a:lnTo>
                  <a:lnTo>
                    <a:pt x="107633" y="142875"/>
                  </a:lnTo>
                  <a:lnTo>
                    <a:pt x="110490" y="142399"/>
                  </a:lnTo>
                  <a:lnTo>
                    <a:pt x="114300" y="142875"/>
                  </a:lnTo>
                  <a:lnTo>
                    <a:pt x="119539" y="143827"/>
                  </a:lnTo>
                  <a:lnTo>
                    <a:pt x="124778" y="146209"/>
                  </a:lnTo>
                  <a:lnTo>
                    <a:pt x="128588" y="147161"/>
                  </a:lnTo>
                  <a:lnTo>
                    <a:pt x="130016" y="146209"/>
                  </a:lnTo>
                  <a:lnTo>
                    <a:pt x="133827" y="149542"/>
                  </a:lnTo>
                  <a:lnTo>
                    <a:pt x="138589" y="157639"/>
                  </a:lnTo>
                  <a:lnTo>
                    <a:pt x="142875" y="163830"/>
                  </a:lnTo>
                  <a:lnTo>
                    <a:pt x="146685" y="167640"/>
                  </a:lnTo>
                  <a:lnTo>
                    <a:pt x="150495" y="170974"/>
                  </a:lnTo>
                  <a:lnTo>
                    <a:pt x="154305" y="172879"/>
                  </a:lnTo>
                  <a:lnTo>
                    <a:pt x="157163" y="175736"/>
                  </a:lnTo>
                  <a:lnTo>
                    <a:pt x="159544" y="181451"/>
                  </a:lnTo>
                  <a:lnTo>
                    <a:pt x="157639" y="189071"/>
                  </a:lnTo>
                  <a:lnTo>
                    <a:pt x="157163" y="195739"/>
                  </a:lnTo>
                  <a:lnTo>
                    <a:pt x="157639" y="203835"/>
                  </a:lnTo>
                  <a:lnTo>
                    <a:pt x="160020" y="210502"/>
                  </a:lnTo>
                  <a:lnTo>
                    <a:pt x="164306" y="214789"/>
                  </a:lnTo>
                  <a:lnTo>
                    <a:pt x="166688" y="218122"/>
                  </a:lnTo>
                  <a:lnTo>
                    <a:pt x="167640" y="220980"/>
                  </a:lnTo>
                  <a:lnTo>
                    <a:pt x="170974" y="223361"/>
                  </a:lnTo>
                  <a:lnTo>
                    <a:pt x="177165" y="225266"/>
                  </a:lnTo>
                  <a:lnTo>
                    <a:pt x="180023" y="226695"/>
                  </a:lnTo>
                  <a:lnTo>
                    <a:pt x="178594" y="228600"/>
                  </a:lnTo>
                  <a:lnTo>
                    <a:pt x="178594" y="230029"/>
                  </a:lnTo>
                  <a:lnTo>
                    <a:pt x="179547" y="232410"/>
                  </a:lnTo>
                  <a:lnTo>
                    <a:pt x="181928" y="233839"/>
                  </a:lnTo>
                  <a:lnTo>
                    <a:pt x="185261" y="235267"/>
                  </a:lnTo>
                  <a:lnTo>
                    <a:pt x="187166" y="236696"/>
                  </a:lnTo>
                  <a:lnTo>
                    <a:pt x="187643" y="238125"/>
                  </a:lnTo>
                  <a:lnTo>
                    <a:pt x="187643" y="240506"/>
                  </a:lnTo>
                  <a:lnTo>
                    <a:pt x="186690" y="243840"/>
                  </a:lnTo>
                  <a:lnTo>
                    <a:pt x="185261" y="246697"/>
                  </a:lnTo>
                  <a:lnTo>
                    <a:pt x="183356" y="248602"/>
                  </a:lnTo>
                  <a:lnTo>
                    <a:pt x="183356" y="249555"/>
                  </a:lnTo>
                  <a:lnTo>
                    <a:pt x="182880" y="251936"/>
                  </a:lnTo>
                  <a:lnTo>
                    <a:pt x="182880" y="256222"/>
                  </a:lnTo>
                  <a:lnTo>
                    <a:pt x="184309" y="259556"/>
                  </a:lnTo>
                  <a:lnTo>
                    <a:pt x="184785" y="262890"/>
                  </a:lnTo>
                  <a:lnTo>
                    <a:pt x="183833" y="266224"/>
                  </a:lnTo>
                  <a:lnTo>
                    <a:pt x="182880" y="272415"/>
                  </a:lnTo>
                  <a:lnTo>
                    <a:pt x="182880" y="274796"/>
                  </a:lnTo>
                  <a:lnTo>
                    <a:pt x="181928" y="276701"/>
                  </a:lnTo>
                  <a:lnTo>
                    <a:pt x="180499" y="279082"/>
                  </a:lnTo>
                  <a:lnTo>
                    <a:pt x="177641" y="280988"/>
                  </a:lnTo>
                  <a:lnTo>
                    <a:pt x="174308" y="282416"/>
                  </a:lnTo>
                  <a:lnTo>
                    <a:pt x="172403" y="283369"/>
                  </a:lnTo>
                  <a:lnTo>
                    <a:pt x="172403" y="284321"/>
                  </a:lnTo>
                  <a:lnTo>
                    <a:pt x="172879" y="286226"/>
                  </a:lnTo>
                  <a:lnTo>
                    <a:pt x="174308" y="288131"/>
                  </a:lnTo>
                  <a:lnTo>
                    <a:pt x="175736" y="289560"/>
                  </a:lnTo>
                  <a:lnTo>
                    <a:pt x="178118" y="291465"/>
                  </a:lnTo>
                  <a:lnTo>
                    <a:pt x="179547" y="291465"/>
                  </a:lnTo>
                  <a:lnTo>
                    <a:pt x="183833" y="289560"/>
                  </a:lnTo>
                  <a:lnTo>
                    <a:pt x="190977" y="291941"/>
                  </a:lnTo>
                  <a:lnTo>
                    <a:pt x="191929" y="293370"/>
                  </a:lnTo>
                  <a:lnTo>
                    <a:pt x="194310" y="295751"/>
                  </a:lnTo>
                  <a:lnTo>
                    <a:pt x="196691" y="297656"/>
                  </a:lnTo>
                  <a:lnTo>
                    <a:pt x="202406" y="297656"/>
                  </a:lnTo>
                  <a:lnTo>
                    <a:pt x="204311" y="293370"/>
                  </a:lnTo>
                  <a:lnTo>
                    <a:pt x="203359" y="290513"/>
                  </a:lnTo>
                  <a:lnTo>
                    <a:pt x="200025" y="286226"/>
                  </a:lnTo>
                  <a:lnTo>
                    <a:pt x="199073" y="283369"/>
                  </a:lnTo>
                  <a:lnTo>
                    <a:pt x="200502" y="282892"/>
                  </a:lnTo>
                  <a:lnTo>
                    <a:pt x="205740" y="282416"/>
                  </a:lnTo>
                  <a:lnTo>
                    <a:pt x="206693" y="281940"/>
                  </a:lnTo>
                  <a:lnTo>
                    <a:pt x="207645" y="278606"/>
                  </a:lnTo>
                  <a:lnTo>
                    <a:pt x="209074" y="279082"/>
                  </a:lnTo>
                  <a:lnTo>
                    <a:pt x="211931" y="279559"/>
                  </a:lnTo>
                  <a:lnTo>
                    <a:pt x="215265" y="277177"/>
                  </a:lnTo>
                  <a:lnTo>
                    <a:pt x="217170" y="275272"/>
                  </a:lnTo>
                  <a:lnTo>
                    <a:pt x="218123" y="276225"/>
                  </a:lnTo>
                  <a:lnTo>
                    <a:pt x="219075" y="277654"/>
                  </a:lnTo>
                  <a:lnTo>
                    <a:pt x="220504" y="278606"/>
                  </a:lnTo>
                  <a:lnTo>
                    <a:pt x="222409" y="280035"/>
                  </a:lnTo>
                  <a:lnTo>
                    <a:pt x="225266" y="281940"/>
                  </a:lnTo>
                  <a:lnTo>
                    <a:pt x="226695" y="283369"/>
                  </a:lnTo>
                  <a:lnTo>
                    <a:pt x="228124" y="284321"/>
                  </a:lnTo>
                  <a:lnTo>
                    <a:pt x="230981" y="283845"/>
                  </a:lnTo>
                  <a:lnTo>
                    <a:pt x="231934" y="283845"/>
                  </a:lnTo>
                  <a:lnTo>
                    <a:pt x="233839" y="281464"/>
                  </a:lnTo>
                  <a:lnTo>
                    <a:pt x="235268" y="280511"/>
                  </a:lnTo>
                  <a:lnTo>
                    <a:pt x="236220" y="280988"/>
                  </a:lnTo>
                  <a:lnTo>
                    <a:pt x="237649" y="280988"/>
                  </a:lnTo>
                  <a:lnTo>
                    <a:pt x="240983" y="278130"/>
                  </a:lnTo>
                  <a:lnTo>
                    <a:pt x="242888" y="275272"/>
                  </a:lnTo>
                  <a:lnTo>
                    <a:pt x="243840" y="274796"/>
                  </a:lnTo>
                  <a:lnTo>
                    <a:pt x="247174" y="276225"/>
                  </a:lnTo>
                  <a:lnTo>
                    <a:pt x="248127" y="275749"/>
                  </a:lnTo>
                  <a:lnTo>
                    <a:pt x="250031" y="272415"/>
                  </a:lnTo>
                  <a:lnTo>
                    <a:pt x="251460" y="270986"/>
                  </a:lnTo>
                  <a:lnTo>
                    <a:pt x="251460" y="267176"/>
                  </a:lnTo>
                  <a:lnTo>
                    <a:pt x="251936" y="265271"/>
                  </a:lnTo>
                  <a:lnTo>
                    <a:pt x="250984" y="263842"/>
                  </a:lnTo>
                  <a:lnTo>
                    <a:pt x="250508" y="261461"/>
                  </a:lnTo>
                  <a:lnTo>
                    <a:pt x="250984" y="260032"/>
                  </a:lnTo>
                  <a:lnTo>
                    <a:pt x="252889" y="258604"/>
                  </a:lnTo>
                  <a:lnTo>
                    <a:pt x="254318" y="256699"/>
                  </a:lnTo>
                  <a:lnTo>
                    <a:pt x="255747" y="254317"/>
                  </a:lnTo>
                  <a:lnTo>
                    <a:pt x="256223" y="251936"/>
                  </a:lnTo>
                  <a:close/>
                </a:path>
              </a:pathLst>
            </a:custGeom>
            <a:grpFill/>
            <a:ln w="317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9B9ED45F-B475-46CE-B064-4BF490260096}"/>
                </a:ext>
              </a:extLst>
            </p:cNvPr>
            <p:cNvSpPr/>
            <p:nvPr/>
          </p:nvSpPr>
          <p:spPr>
            <a:xfrm>
              <a:off x="7304722" y="2215514"/>
              <a:ext cx="1387792" cy="642461"/>
            </a:xfrm>
            <a:custGeom>
              <a:avLst/>
              <a:gdLst>
                <a:gd name="connsiteX0" fmla="*/ 207169 w 1387792"/>
                <a:gd name="connsiteY0" fmla="*/ 442913 h 642461"/>
                <a:gd name="connsiteX1" fmla="*/ 207645 w 1387792"/>
                <a:gd name="connsiteY1" fmla="*/ 441007 h 642461"/>
                <a:gd name="connsiteX2" fmla="*/ 206692 w 1387792"/>
                <a:gd name="connsiteY2" fmla="*/ 438626 h 642461"/>
                <a:gd name="connsiteX3" fmla="*/ 204788 w 1387792"/>
                <a:gd name="connsiteY3" fmla="*/ 438150 h 642461"/>
                <a:gd name="connsiteX4" fmla="*/ 202882 w 1387792"/>
                <a:gd name="connsiteY4" fmla="*/ 440531 h 642461"/>
                <a:gd name="connsiteX5" fmla="*/ 204311 w 1387792"/>
                <a:gd name="connsiteY5" fmla="*/ 442436 h 642461"/>
                <a:gd name="connsiteX6" fmla="*/ 206692 w 1387792"/>
                <a:gd name="connsiteY6" fmla="*/ 443389 h 642461"/>
                <a:gd name="connsiteX7" fmla="*/ 207169 w 1387792"/>
                <a:gd name="connsiteY7" fmla="*/ 442913 h 642461"/>
                <a:gd name="connsiteX8" fmla="*/ 117157 w 1387792"/>
                <a:gd name="connsiteY8" fmla="*/ 461963 h 642461"/>
                <a:gd name="connsiteX9" fmla="*/ 117157 w 1387792"/>
                <a:gd name="connsiteY9" fmla="*/ 459581 h 642461"/>
                <a:gd name="connsiteX10" fmla="*/ 119539 w 1387792"/>
                <a:gd name="connsiteY10" fmla="*/ 457676 h 642461"/>
                <a:gd name="connsiteX11" fmla="*/ 119539 w 1387792"/>
                <a:gd name="connsiteY11" fmla="*/ 456724 h 642461"/>
                <a:gd name="connsiteX12" fmla="*/ 117634 w 1387792"/>
                <a:gd name="connsiteY12" fmla="*/ 457200 h 642461"/>
                <a:gd name="connsiteX13" fmla="*/ 116205 w 1387792"/>
                <a:gd name="connsiteY13" fmla="*/ 458152 h 642461"/>
                <a:gd name="connsiteX14" fmla="*/ 115252 w 1387792"/>
                <a:gd name="connsiteY14" fmla="*/ 462439 h 642461"/>
                <a:gd name="connsiteX15" fmla="*/ 118586 w 1387792"/>
                <a:gd name="connsiteY15" fmla="*/ 466725 h 642461"/>
                <a:gd name="connsiteX16" fmla="*/ 120491 w 1387792"/>
                <a:gd name="connsiteY16" fmla="*/ 466725 h 642461"/>
                <a:gd name="connsiteX17" fmla="*/ 121920 w 1387792"/>
                <a:gd name="connsiteY17" fmla="*/ 465772 h 642461"/>
                <a:gd name="connsiteX18" fmla="*/ 119063 w 1387792"/>
                <a:gd name="connsiteY18" fmla="*/ 464820 h 642461"/>
                <a:gd name="connsiteX19" fmla="*/ 117157 w 1387792"/>
                <a:gd name="connsiteY19" fmla="*/ 461963 h 642461"/>
                <a:gd name="connsiteX20" fmla="*/ 435769 w 1387792"/>
                <a:gd name="connsiteY20" fmla="*/ 443389 h 642461"/>
                <a:gd name="connsiteX21" fmla="*/ 435292 w 1387792"/>
                <a:gd name="connsiteY21" fmla="*/ 440055 h 642461"/>
                <a:gd name="connsiteX22" fmla="*/ 435292 w 1387792"/>
                <a:gd name="connsiteY22" fmla="*/ 437197 h 642461"/>
                <a:gd name="connsiteX23" fmla="*/ 434816 w 1387792"/>
                <a:gd name="connsiteY23" fmla="*/ 435769 h 642461"/>
                <a:gd name="connsiteX24" fmla="*/ 433864 w 1387792"/>
                <a:gd name="connsiteY24" fmla="*/ 435769 h 642461"/>
                <a:gd name="connsiteX25" fmla="*/ 433388 w 1387792"/>
                <a:gd name="connsiteY25" fmla="*/ 434816 h 642461"/>
                <a:gd name="connsiteX26" fmla="*/ 433388 w 1387792"/>
                <a:gd name="connsiteY26" fmla="*/ 433388 h 642461"/>
                <a:gd name="connsiteX27" fmla="*/ 432435 w 1387792"/>
                <a:gd name="connsiteY27" fmla="*/ 432435 h 642461"/>
                <a:gd name="connsiteX28" fmla="*/ 431006 w 1387792"/>
                <a:gd name="connsiteY28" fmla="*/ 431959 h 642461"/>
                <a:gd name="connsiteX29" fmla="*/ 429577 w 1387792"/>
                <a:gd name="connsiteY29" fmla="*/ 430530 h 642461"/>
                <a:gd name="connsiteX30" fmla="*/ 427672 w 1387792"/>
                <a:gd name="connsiteY30" fmla="*/ 427196 h 642461"/>
                <a:gd name="connsiteX31" fmla="*/ 426720 w 1387792"/>
                <a:gd name="connsiteY31" fmla="*/ 426244 h 642461"/>
                <a:gd name="connsiteX32" fmla="*/ 425767 w 1387792"/>
                <a:gd name="connsiteY32" fmla="*/ 427196 h 642461"/>
                <a:gd name="connsiteX33" fmla="*/ 424815 w 1387792"/>
                <a:gd name="connsiteY33" fmla="*/ 429577 h 642461"/>
                <a:gd name="connsiteX34" fmla="*/ 423863 w 1387792"/>
                <a:gd name="connsiteY34" fmla="*/ 431006 h 642461"/>
                <a:gd name="connsiteX35" fmla="*/ 423386 w 1387792"/>
                <a:gd name="connsiteY35" fmla="*/ 431006 h 642461"/>
                <a:gd name="connsiteX36" fmla="*/ 422910 w 1387792"/>
                <a:gd name="connsiteY36" fmla="*/ 430054 h 642461"/>
                <a:gd name="connsiteX37" fmla="*/ 422910 w 1387792"/>
                <a:gd name="connsiteY37" fmla="*/ 428149 h 642461"/>
                <a:gd name="connsiteX38" fmla="*/ 422434 w 1387792"/>
                <a:gd name="connsiteY38" fmla="*/ 427196 h 642461"/>
                <a:gd name="connsiteX39" fmla="*/ 421481 w 1387792"/>
                <a:gd name="connsiteY39" fmla="*/ 427196 h 642461"/>
                <a:gd name="connsiteX40" fmla="*/ 421005 w 1387792"/>
                <a:gd name="connsiteY40" fmla="*/ 428625 h 642461"/>
                <a:gd name="connsiteX41" fmla="*/ 420528 w 1387792"/>
                <a:gd name="connsiteY41" fmla="*/ 431482 h 642461"/>
                <a:gd name="connsiteX42" fmla="*/ 418623 w 1387792"/>
                <a:gd name="connsiteY42" fmla="*/ 434340 h 642461"/>
                <a:gd name="connsiteX43" fmla="*/ 415766 w 1387792"/>
                <a:gd name="connsiteY43" fmla="*/ 436721 h 642461"/>
                <a:gd name="connsiteX44" fmla="*/ 413861 w 1387792"/>
                <a:gd name="connsiteY44" fmla="*/ 439102 h 642461"/>
                <a:gd name="connsiteX45" fmla="*/ 413385 w 1387792"/>
                <a:gd name="connsiteY45" fmla="*/ 440055 h 642461"/>
                <a:gd name="connsiteX46" fmla="*/ 415290 w 1387792"/>
                <a:gd name="connsiteY46" fmla="*/ 441007 h 642461"/>
                <a:gd name="connsiteX47" fmla="*/ 420052 w 1387792"/>
                <a:gd name="connsiteY47" fmla="*/ 443865 h 642461"/>
                <a:gd name="connsiteX48" fmla="*/ 424815 w 1387792"/>
                <a:gd name="connsiteY48" fmla="*/ 446722 h 642461"/>
                <a:gd name="connsiteX49" fmla="*/ 429577 w 1387792"/>
                <a:gd name="connsiteY49" fmla="*/ 449580 h 642461"/>
                <a:gd name="connsiteX50" fmla="*/ 434340 w 1387792"/>
                <a:gd name="connsiteY50" fmla="*/ 452438 h 642461"/>
                <a:gd name="connsiteX51" fmla="*/ 436721 w 1387792"/>
                <a:gd name="connsiteY51" fmla="*/ 453866 h 642461"/>
                <a:gd name="connsiteX52" fmla="*/ 437197 w 1387792"/>
                <a:gd name="connsiteY52" fmla="*/ 452914 h 642461"/>
                <a:gd name="connsiteX53" fmla="*/ 437673 w 1387792"/>
                <a:gd name="connsiteY53" fmla="*/ 450532 h 642461"/>
                <a:gd name="connsiteX54" fmla="*/ 437197 w 1387792"/>
                <a:gd name="connsiteY54" fmla="*/ 447199 h 642461"/>
                <a:gd name="connsiteX55" fmla="*/ 435769 w 1387792"/>
                <a:gd name="connsiteY55" fmla="*/ 443389 h 642461"/>
                <a:gd name="connsiteX56" fmla="*/ 126682 w 1387792"/>
                <a:gd name="connsiteY56" fmla="*/ 461010 h 642461"/>
                <a:gd name="connsiteX57" fmla="*/ 127159 w 1387792"/>
                <a:gd name="connsiteY57" fmla="*/ 460057 h 642461"/>
                <a:gd name="connsiteX58" fmla="*/ 127635 w 1387792"/>
                <a:gd name="connsiteY58" fmla="*/ 456724 h 642461"/>
                <a:gd name="connsiteX59" fmla="*/ 125730 w 1387792"/>
                <a:gd name="connsiteY59" fmla="*/ 457200 h 642461"/>
                <a:gd name="connsiteX60" fmla="*/ 124301 w 1387792"/>
                <a:gd name="connsiteY60" fmla="*/ 459581 h 642461"/>
                <a:gd name="connsiteX61" fmla="*/ 125253 w 1387792"/>
                <a:gd name="connsiteY61" fmla="*/ 462439 h 642461"/>
                <a:gd name="connsiteX62" fmla="*/ 126682 w 1387792"/>
                <a:gd name="connsiteY62" fmla="*/ 461010 h 642461"/>
                <a:gd name="connsiteX63" fmla="*/ 1384935 w 1387792"/>
                <a:gd name="connsiteY63" fmla="*/ 283369 h 642461"/>
                <a:gd name="connsiteX64" fmla="*/ 1382553 w 1387792"/>
                <a:gd name="connsiteY64" fmla="*/ 280511 h 642461"/>
                <a:gd name="connsiteX65" fmla="*/ 1379696 w 1387792"/>
                <a:gd name="connsiteY65" fmla="*/ 279559 h 642461"/>
                <a:gd name="connsiteX66" fmla="*/ 1376839 w 1387792"/>
                <a:gd name="connsiteY66" fmla="*/ 279082 h 642461"/>
                <a:gd name="connsiteX67" fmla="*/ 1374457 w 1387792"/>
                <a:gd name="connsiteY67" fmla="*/ 277654 h 642461"/>
                <a:gd name="connsiteX68" fmla="*/ 1373028 w 1387792"/>
                <a:gd name="connsiteY68" fmla="*/ 276225 h 642461"/>
                <a:gd name="connsiteX69" fmla="*/ 1368266 w 1387792"/>
                <a:gd name="connsiteY69" fmla="*/ 269081 h 642461"/>
                <a:gd name="connsiteX70" fmla="*/ 1364932 w 1387792"/>
                <a:gd name="connsiteY70" fmla="*/ 265747 h 642461"/>
                <a:gd name="connsiteX71" fmla="*/ 1362075 w 1387792"/>
                <a:gd name="connsiteY71" fmla="*/ 265747 h 642461"/>
                <a:gd name="connsiteX72" fmla="*/ 1361598 w 1387792"/>
                <a:gd name="connsiteY72" fmla="*/ 263842 h 642461"/>
                <a:gd name="connsiteX73" fmla="*/ 1363503 w 1387792"/>
                <a:gd name="connsiteY73" fmla="*/ 261938 h 642461"/>
                <a:gd name="connsiteX74" fmla="*/ 1365885 w 1387792"/>
                <a:gd name="connsiteY74" fmla="*/ 260032 h 642461"/>
                <a:gd name="connsiteX75" fmla="*/ 1365885 w 1387792"/>
                <a:gd name="connsiteY75" fmla="*/ 257651 h 642461"/>
                <a:gd name="connsiteX76" fmla="*/ 1363980 w 1387792"/>
                <a:gd name="connsiteY76" fmla="*/ 256222 h 642461"/>
                <a:gd name="connsiteX77" fmla="*/ 1361598 w 1387792"/>
                <a:gd name="connsiteY77" fmla="*/ 256699 h 642461"/>
                <a:gd name="connsiteX78" fmla="*/ 1358741 w 1387792"/>
                <a:gd name="connsiteY78" fmla="*/ 259556 h 642461"/>
                <a:gd name="connsiteX79" fmla="*/ 1355407 w 1387792"/>
                <a:gd name="connsiteY79" fmla="*/ 262414 h 642461"/>
                <a:gd name="connsiteX80" fmla="*/ 1351121 w 1387792"/>
                <a:gd name="connsiteY80" fmla="*/ 264795 h 642461"/>
                <a:gd name="connsiteX81" fmla="*/ 1349216 w 1387792"/>
                <a:gd name="connsiteY81" fmla="*/ 266700 h 642461"/>
                <a:gd name="connsiteX82" fmla="*/ 1347311 w 1387792"/>
                <a:gd name="connsiteY82" fmla="*/ 268605 h 642461"/>
                <a:gd name="connsiteX83" fmla="*/ 1344453 w 1387792"/>
                <a:gd name="connsiteY83" fmla="*/ 268129 h 642461"/>
                <a:gd name="connsiteX84" fmla="*/ 1342072 w 1387792"/>
                <a:gd name="connsiteY84" fmla="*/ 268129 h 642461"/>
                <a:gd name="connsiteX85" fmla="*/ 1340167 w 1387792"/>
                <a:gd name="connsiteY85" fmla="*/ 268129 h 642461"/>
                <a:gd name="connsiteX86" fmla="*/ 1338739 w 1387792"/>
                <a:gd name="connsiteY86" fmla="*/ 265747 h 642461"/>
                <a:gd name="connsiteX87" fmla="*/ 1336834 w 1387792"/>
                <a:gd name="connsiteY87" fmla="*/ 265271 h 642461"/>
                <a:gd name="connsiteX88" fmla="*/ 1323975 w 1387792"/>
                <a:gd name="connsiteY88" fmla="*/ 263366 h 642461"/>
                <a:gd name="connsiteX89" fmla="*/ 1319689 w 1387792"/>
                <a:gd name="connsiteY89" fmla="*/ 262414 h 642461"/>
                <a:gd name="connsiteX90" fmla="*/ 1316831 w 1387792"/>
                <a:gd name="connsiteY90" fmla="*/ 263366 h 642461"/>
                <a:gd name="connsiteX91" fmla="*/ 1314926 w 1387792"/>
                <a:gd name="connsiteY91" fmla="*/ 262414 h 642461"/>
                <a:gd name="connsiteX92" fmla="*/ 1313973 w 1387792"/>
                <a:gd name="connsiteY92" fmla="*/ 260032 h 642461"/>
                <a:gd name="connsiteX93" fmla="*/ 1311592 w 1387792"/>
                <a:gd name="connsiteY93" fmla="*/ 256222 h 642461"/>
                <a:gd name="connsiteX94" fmla="*/ 1309688 w 1387792"/>
                <a:gd name="connsiteY94" fmla="*/ 252889 h 642461"/>
                <a:gd name="connsiteX95" fmla="*/ 1307306 w 1387792"/>
                <a:gd name="connsiteY95" fmla="*/ 249555 h 642461"/>
                <a:gd name="connsiteX96" fmla="*/ 1306353 w 1387792"/>
                <a:gd name="connsiteY96" fmla="*/ 247174 h 642461"/>
                <a:gd name="connsiteX97" fmla="*/ 1307306 w 1387792"/>
                <a:gd name="connsiteY97" fmla="*/ 244792 h 642461"/>
                <a:gd name="connsiteX98" fmla="*/ 1306830 w 1387792"/>
                <a:gd name="connsiteY98" fmla="*/ 242411 h 642461"/>
                <a:gd name="connsiteX99" fmla="*/ 1304448 w 1387792"/>
                <a:gd name="connsiteY99" fmla="*/ 241459 h 642461"/>
                <a:gd name="connsiteX100" fmla="*/ 1301591 w 1387792"/>
                <a:gd name="connsiteY100" fmla="*/ 241459 h 642461"/>
                <a:gd name="connsiteX101" fmla="*/ 1293495 w 1387792"/>
                <a:gd name="connsiteY101" fmla="*/ 236696 h 642461"/>
                <a:gd name="connsiteX102" fmla="*/ 1289685 w 1387792"/>
                <a:gd name="connsiteY102" fmla="*/ 235744 h 642461"/>
                <a:gd name="connsiteX103" fmla="*/ 1286351 w 1387792"/>
                <a:gd name="connsiteY103" fmla="*/ 234791 h 642461"/>
                <a:gd name="connsiteX104" fmla="*/ 1283494 w 1387792"/>
                <a:gd name="connsiteY104" fmla="*/ 234791 h 642461"/>
                <a:gd name="connsiteX105" fmla="*/ 1281113 w 1387792"/>
                <a:gd name="connsiteY105" fmla="*/ 232410 h 642461"/>
                <a:gd name="connsiteX106" fmla="*/ 1278731 w 1387792"/>
                <a:gd name="connsiteY106" fmla="*/ 225742 h 642461"/>
                <a:gd name="connsiteX107" fmla="*/ 1278255 w 1387792"/>
                <a:gd name="connsiteY107" fmla="*/ 221932 h 642461"/>
                <a:gd name="connsiteX108" fmla="*/ 1275873 w 1387792"/>
                <a:gd name="connsiteY108" fmla="*/ 218122 h 642461"/>
                <a:gd name="connsiteX109" fmla="*/ 1272540 w 1387792"/>
                <a:gd name="connsiteY109" fmla="*/ 214789 h 642461"/>
                <a:gd name="connsiteX110" fmla="*/ 1270635 w 1387792"/>
                <a:gd name="connsiteY110" fmla="*/ 210502 h 642461"/>
                <a:gd name="connsiteX111" fmla="*/ 1267777 w 1387792"/>
                <a:gd name="connsiteY111" fmla="*/ 208597 h 642461"/>
                <a:gd name="connsiteX112" fmla="*/ 1263015 w 1387792"/>
                <a:gd name="connsiteY112" fmla="*/ 205740 h 642461"/>
                <a:gd name="connsiteX113" fmla="*/ 1258252 w 1387792"/>
                <a:gd name="connsiteY113" fmla="*/ 203359 h 642461"/>
                <a:gd name="connsiteX114" fmla="*/ 1250632 w 1387792"/>
                <a:gd name="connsiteY114" fmla="*/ 200501 h 642461"/>
                <a:gd name="connsiteX115" fmla="*/ 1247775 w 1387792"/>
                <a:gd name="connsiteY115" fmla="*/ 200501 h 642461"/>
                <a:gd name="connsiteX116" fmla="*/ 1243965 w 1387792"/>
                <a:gd name="connsiteY116" fmla="*/ 200977 h 642461"/>
                <a:gd name="connsiteX117" fmla="*/ 1241584 w 1387792"/>
                <a:gd name="connsiteY117" fmla="*/ 202406 h 642461"/>
                <a:gd name="connsiteX118" fmla="*/ 1239202 w 1387792"/>
                <a:gd name="connsiteY118" fmla="*/ 205264 h 642461"/>
                <a:gd name="connsiteX119" fmla="*/ 1235869 w 1387792"/>
                <a:gd name="connsiteY119" fmla="*/ 205264 h 642461"/>
                <a:gd name="connsiteX120" fmla="*/ 1230630 w 1387792"/>
                <a:gd name="connsiteY120" fmla="*/ 205264 h 642461"/>
                <a:gd name="connsiteX121" fmla="*/ 1229201 w 1387792"/>
                <a:gd name="connsiteY121" fmla="*/ 206216 h 642461"/>
                <a:gd name="connsiteX122" fmla="*/ 1228248 w 1387792"/>
                <a:gd name="connsiteY122" fmla="*/ 208121 h 642461"/>
                <a:gd name="connsiteX123" fmla="*/ 1225391 w 1387792"/>
                <a:gd name="connsiteY123" fmla="*/ 210502 h 642461"/>
                <a:gd name="connsiteX124" fmla="*/ 1221581 w 1387792"/>
                <a:gd name="connsiteY124" fmla="*/ 212407 h 642461"/>
                <a:gd name="connsiteX125" fmla="*/ 1215866 w 1387792"/>
                <a:gd name="connsiteY125" fmla="*/ 211931 h 642461"/>
                <a:gd name="connsiteX126" fmla="*/ 1212056 w 1387792"/>
                <a:gd name="connsiteY126" fmla="*/ 212884 h 642461"/>
                <a:gd name="connsiteX127" fmla="*/ 1208246 w 1387792"/>
                <a:gd name="connsiteY127" fmla="*/ 213360 h 642461"/>
                <a:gd name="connsiteX128" fmla="*/ 1202531 w 1387792"/>
                <a:gd name="connsiteY128" fmla="*/ 210979 h 642461"/>
                <a:gd name="connsiteX129" fmla="*/ 1196340 w 1387792"/>
                <a:gd name="connsiteY129" fmla="*/ 210979 h 642461"/>
                <a:gd name="connsiteX130" fmla="*/ 1192530 w 1387792"/>
                <a:gd name="connsiteY130" fmla="*/ 211931 h 642461"/>
                <a:gd name="connsiteX131" fmla="*/ 1186815 w 1387792"/>
                <a:gd name="connsiteY131" fmla="*/ 211931 h 642461"/>
                <a:gd name="connsiteX132" fmla="*/ 1185863 w 1387792"/>
                <a:gd name="connsiteY132" fmla="*/ 210502 h 642461"/>
                <a:gd name="connsiteX133" fmla="*/ 1186339 w 1387792"/>
                <a:gd name="connsiteY133" fmla="*/ 208121 h 642461"/>
                <a:gd name="connsiteX134" fmla="*/ 1185863 w 1387792"/>
                <a:gd name="connsiteY134" fmla="*/ 206216 h 642461"/>
                <a:gd name="connsiteX135" fmla="*/ 1184910 w 1387792"/>
                <a:gd name="connsiteY135" fmla="*/ 204311 h 642461"/>
                <a:gd name="connsiteX136" fmla="*/ 1183957 w 1387792"/>
                <a:gd name="connsiteY136" fmla="*/ 202406 h 642461"/>
                <a:gd name="connsiteX137" fmla="*/ 1181576 w 1387792"/>
                <a:gd name="connsiteY137" fmla="*/ 201930 h 642461"/>
                <a:gd name="connsiteX138" fmla="*/ 1174909 w 1387792"/>
                <a:gd name="connsiteY138" fmla="*/ 202882 h 642461"/>
                <a:gd name="connsiteX139" fmla="*/ 1173003 w 1387792"/>
                <a:gd name="connsiteY139" fmla="*/ 201930 h 642461"/>
                <a:gd name="connsiteX140" fmla="*/ 1173003 w 1387792"/>
                <a:gd name="connsiteY140" fmla="*/ 200025 h 642461"/>
                <a:gd name="connsiteX141" fmla="*/ 1173956 w 1387792"/>
                <a:gd name="connsiteY141" fmla="*/ 197644 h 642461"/>
                <a:gd name="connsiteX142" fmla="*/ 1174909 w 1387792"/>
                <a:gd name="connsiteY142" fmla="*/ 194310 h 642461"/>
                <a:gd name="connsiteX143" fmla="*/ 1174432 w 1387792"/>
                <a:gd name="connsiteY143" fmla="*/ 192405 h 642461"/>
                <a:gd name="connsiteX144" fmla="*/ 1171098 w 1387792"/>
                <a:gd name="connsiteY144" fmla="*/ 192881 h 642461"/>
                <a:gd name="connsiteX145" fmla="*/ 1169194 w 1387792"/>
                <a:gd name="connsiteY145" fmla="*/ 192881 h 642461"/>
                <a:gd name="connsiteX146" fmla="*/ 1168241 w 1387792"/>
                <a:gd name="connsiteY146" fmla="*/ 190500 h 642461"/>
                <a:gd name="connsiteX147" fmla="*/ 1166336 w 1387792"/>
                <a:gd name="connsiteY147" fmla="*/ 188595 h 642461"/>
                <a:gd name="connsiteX148" fmla="*/ 1163955 w 1387792"/>
                <a:gd name="connsiteY148" fmla="*/ 188595 h 642461"/>
                <a:gd name="connsiteX149" fmla="*/ 1161097 w 1387792"/>
                <a:gd name="connsiteY149" fmla="*/ 188119 h 642461"/>
                <a:gd name="connsiteX150" fmla="*/ 1158240 w 1387792"/>
                <a:gd name="connsiteY150" fmla="*/ 189071 h 642461"/>
                <a:gd name="connsiteX151" fmla="*/ 1156811 w 1387792"/>
                <a:gd name="connsiteY151" fmla="*/ 191452 h 642461"/>
                <a:gd name="connsiteX152" fmla="*/ 1154906 w 1387792"/>
                <a:gd name="connsiteY152" fmla="*/ 191929 h 642461"/>
                <a:gd name="connsiteX153" fmla="*/ 1153001 w 1387792"/>
                <a:gd name="connsiteY153" fmla="*/ 192405 h 642461"/>
                <a:gd name="connsiteX154" fmla="*/ 1151572 w 1387792"/>
                <a:gd name="connsiteY154" fmla="*/ 193357 h 642461"/>
                <a:gd name="connsiteX155" fmla="*/ 1150620 w 1387792"/>
                <a:gd name="connsiteY155" fmla="*/ 195263 h 642461"/>
                <a:gd name="connsiteX156" fmla="*/ 1151096 w 1387792"/>
                <a:gd name="connsiteY156" fmla="*/ 197167 h 642461"/>
                <a:gd name="connsiteX157" fmla="*/ 1151572 w 1387792"/>
                <a:gd name="connsiteY157" fmla="*/ 201454 h 642461"/>
                <a:gd name="connsiteX158" fmla="*/ 1150620 w 1387792"/>
                <a:gd name="connsiteY158" fmla="*/ 203835 h 642461"/>
                <a:gd name="connsiteX159" fmla="*/ 1147763 w 1387792"/>
                <a:gd name="connsiteY159" fmla="*/ 205264 h 642461"/>
                <a:gd name="connsiteX160" fmla="*/ 1145381 w 1387792"/>
                <a:gd name="connsiteY160" fmla="*/ 204788 h 642461"/>
                <a:gd name="connsiteX161" fmla="*/ 1143476 w 1387792"/>
                <a:gd name="connsiteY161" fmla="*/ 205264 h 642461"/>
                <a:gd name="connsiteX162" fmla="*/ 1140142 w 1387792"/>
                <a:gd name="connsiteY162" fmla="*/ 207645 h 642461"/>
                <a:gd name="connsiteX163" fmla="*/ 1138714 w 1387792"/>
                <a:gd name="connsiteY163" fmla="*/ 208597 h 642461"/>
                <a:gd name="connsiteX164" fmla="*/ 1138238 w 1387792"/>
                <a:gd name="connsiteY164" fmla="*/ 210026 h 642461"/>
                <a:gd name="connsiteX165" fmla="*/ 1138238 w 1387792"/>
                <a:gd name="connsiteY165" fmla="*/ 212407 h 642461"/>
                <a:gd name="connsiteX166" fmla="*/ 1135380 w 1387792"/>
                <a:gd name="connsiteY166" fmla="*/ 211455 h 642461"/>
                <a:gd name="connsiteX167" fmla="*/ 1131094 w 1387792"/>
                <a:gd name="connsiteY167" fmla="*/ 203359 h 642461"/>
                <a:gd name="connsiteX168" fmla="*/ 1126331 w 1387792"/>
                <a:gd name="connsiteY168" fmla="*/ 194310 h 642461"/>
                <a:gd name="connsiteX169" fmla="*/ 1120616 w 1387792"/>
                <a:gd name="connsiteY169" fmla="*/ 184785 h 642461"/>
                <a:gd name="connsiteX170" fmla="*/ 1117759 w 1387792"/>
                <a:gd name="connsiteY170" fmla="*/ 179546 h 642461"/>
                <a:gd name="connsiteX171" fmla="*/ 1106805 w 1387792"/>
                <a:gd name="connsiteY171" fmla="*/ 162877 h 642461"/>
                <a:gd name="connsiteX172" fmla="*/ 1101566 w 1387792"/>
                <a:gd name="connsiteY172" fmla="*/ 154781 h 642461"/>
                <a:gd name="connsiteX173" fmla="*/ 1092517 w 1387792"/>
                <a:gd name="connsiteY173" fmla="*/ 140970 h 642461"/>
                <a:gd name="connsiteX174" fmla="*/ 1083945 w 1387792"/>
                <a:gd name="connsiteY174" fmla="*/ 128111 h 642461"/>
                <a:gd name="connsiteX175" fmla="*/ 1074420 w 1387792"/>
                <a:gd name="connsiteY175" fmla="*/ 114776 h 642461"/>
                <a:gd name="connsiteX176" fmla="*/ 1068705 w 1387792"/>
                <a:gd name="connsiteY176" fmla="*/ 107156 h 642461"/>
                <a:gd name="connsiteX177" fmla="*/ 1062990 w 1387792"/>
                <a:gd name="connsiteY177" fmla="*/ 99060 h 642461"/>
                <a:gd name="connsiteX178" fmla="*/ 1061085 w 1387792"/>
                <a:gd name="connsiteY178" fmla="*/ 96679 h 642461"/>
                <a:gd name="connsiteX179" fmla="*/ 1057751 w 1387792"/>
                <a:gd name="connsiteY179" fmla="*/ 93821 h 642461"/>
                <a:gd name="connsiteX180" fmla="*/ 1049655 w 1387792"/>
                <a:gd name="connsiteY180" fmla="*/ 88106 h 642461"/>
                <a:gd name="connsiteX181" fmla="*/ 1038225 w 1387792"/>
                <a:gd name="connsiteY181" fmla="*/ 80010 h 642461"/>
                <a:gd name="connsiteX182" fmla="*/ 1027747 w 1387792"/>
                <a:gd name="connsiteY182" fmla="*/ 72866 h 642461"/>
                <a:gd name="connsiteX183" fmla="*/ 1019175 w 1387792"/>
                <a:gd name="connsiteY183" fmla="*/ 67151 h 642461"/>
                <a:gd name="connsiteX184" fmla="*/ 1017270 w 1387792"/>
                <a:gd name="connsiteY184" fmla="*/ 64770 h 642461"/>
                <a:gd name="connsiteX185" fmla="*/ 1016317 w 1387792"/>
                <a:gd name="connsiteY185" fmla="*/ 63341 h 642461"/>
                <a:gd name="connsiteX186" fmla="*/ 1015365 w 1387792"/>
                <a:gd name="connsiteY186" fmla="*/ 61913 h 642461"/>
                <a:gd name="connsiteX187" fmla="*/ 1013936 w 1387792"/>
                <a:gd name="connsiteY187" fmla="*/ 59055 h 642461"/>
                <a:gd name="connsiteX188" fmla="*/ 1013936 w 1387792"/>
                <a:gd name="connsiteY188" fmla="*/ 57150 h 642461"/>
                <a:gd name="connsiteX189" fmla="*/ 1022032 w 1387792"/>
                <a:gd name="connsiteY189" fmla="*/ 57626 h 642461"/>
                <a:gd name="connsiteX190" fmla="*/ 1023461 w 1387792"/>
                <a:gd name="connsiteY190" fmla="*/ 55721 h 642461"/>
                <a:gd name="connsiteX191" fmla="*/ 1026319 w 1387792"/>
                <a:gd name="connsiteY191" fmla="*/ 49054 h 642461"/>
                <a:gd name="connsiteX192" fmla="*/ 1027747 w 1387792"/>
                <a:gd name="connsiteY192" fmla="*/ 43339 h 642461"/>
                <a:gd name="connsiteX193" fmla="*/ 1024890 w 1387792"/>
                <a:gd name="connsiteY193" fmla="*/ 43815 h 642461"/>
                <a:gd name="connsiteX194" fmla="*/ 1020127 w 1387792"/>
                <a:gd name="connsiteY194" fmla="*/ 46196 h 642461"/>
                <a:gd name="connsiteX195" fmla="*/ 1017746 w 1387792"/>
                <a:gd name="connsiteY195" fmla="*/ 48101 h 642461"/>
                <a:gd name="connsiteX196" fmla="*/ 1016317 w 1387792"/>
                <a:gd name="connsiteY196" fmla="*/ 49054 h 642461"/>
                <a:gd name="connsiteX197" fmla="*/ 1008697 w 1387792"/>
                <a:gd name="connsiteY197" fmla="*/ 50006 h 642461"/>
                <a:gd name="connsiteX198" fmla="*/ 1004411 w 1387792"/>
                <a:gd name="connsiteY198" fmla="*/ 52388 h 642461"/>
                <a:gd name="connsiteX199" fmla="*/ 995363 w 1387792"/>
                <a:gd name="connsiteY199" fmla="*/ 56674 h 642461"/>
                <a:gd name="connsiteX200" fmla="*/ 989171 w 1387792"/>
                <a:gd name="connsiteY200" fmla="*/ 59055 h 642461"/>
                <a:gd name="connsiteX201" fmla="*/ 987742 w 1387792"/>
                <a:gd name="connsiteY201" fmla="*/ 59531 h 642461"/>
                <a:gd name="connsiteX202" fmla="*/ 980122 w 1387792"/>
                <a:gd name="connsiteY202" fmla="*/ 60484 h 642461"/>
                <a:gd name="connsiteX203" fmla="*/ 978694 w 1387792"/>
                <a:gd name="connsiteY203" fmla="*/ 61436 h 642461"/>
                <a:gd name="connsiteX204" fmla="*/ 978694 w 1387792"/>
                <a:gd name="connsiteY204" fmla="*/ 63817 h 642461"/>
                <a:gd name="connsiteX205" fmla="*/ 978217 w 1387792"/>
                <a:gd name="connsiteY205" fmla="*/ 66199 h 642461"/>
                <a:gd name="connsiteX206" fmla="*/ 972978 w 1387792"/>
                <a:gd name="connsiteY206" fmla="*/ 69532 h 642461"/>
                <a:gd name="connsiteX207" fmla="*/ 967264 w 1387792"/>
                <a:gd name="connsiteY207" fmla="*/ 72866 h 642461"/>
                <a:gd name="connsiteX208" fmla="*/ 964882 w 1387792"/>
                <a:gd name="connsiteY208" fmla="*/ 73342 h 642461"/>
                <a:gd name="connsiteX209" fmla="*/ 961548 w 1387792"/>
                <a:gd name="connsiteY209" fmla="*/ 72866 h 642461"/>
                <a:gd name="connsiteX210" fmla="*/ 959644 w 1387792"/>
                <a:gd name="connsiteY210" fmla="*/ 73342 h 642461"/>
                <a:gd name="connsiteX211" fmla="*/ 954405 w 1387792"/>
                <a:gd name="connsiteY211" fmla="*/ 76676 h 642461"/>
                <a:gd name="connsiteX212" fmla="*/ 946785 w 1387792"/>
                <a:gd name="connsiteY212" fmla="*/ 81439 h 642461"/>
                <a:gd name="connsiteX213" fmla="*/ 945832 w 1387792"/>
                <a:gd name="connsiteY213" fmla="*/ 83344 h 642461"/>
                <a:gd name="connsiteX214" fmla="*/ 945832 w 1387792"/>
                <a:gd name="connsiteY214" fmla="*/ 85725 h 642461"/>
                <a:gd name="connsiteX215" fmla="*/ 944880 w 1387792"/>
                <a:gd name="connsiteY215" fmla="*/ 87630 h 642461"/>
                <a:gd name="connsiteX216" fmla="*/ 942975 w 1387792"/>
                <a:gd name="connsiteY216" fmla="*/ 88582 h 642461"/>
                <a:gd name="connsiteX217" fmla="*/ 940594 w 1387792"/>
                <a:gd name="connsiteY217" fmla="*/ 86677 h 642461"/>
                <a:gd name="connsiteX218" fmla="*/ 938213 w 1387792"/>
                <a:gd name="connsiteY218" fmla="*/ 84296 h 642461"/>
                <a:gd name="connsiteX219" fmla="*/ 933450 w 1387792"/>
                <a:gd name="connsiteY219" fmla="*/ 82867 h 642461"/>
                <a:gd name="connsiteX220" fmla="*/ 926306 w 1387792"/>
                <a:gd name="connsiteY220" fmla="*/ 82391 h 642461"/>
                <a:gd name="connsiteX221" fmla="*/ 922020 w 1387792"/>
                <a:gd name="connsiteY221" fmla="*/ 83344 h 642461"/>
                <a:gd name="connsiteX222" fmla="*/ 919163 w 1387792"/>
                <a:gd name="connsiteY222" fmla="*/ 84772 h 642461"/>
                <a:gd name="connsiteX223" fmla="*/ 913447 w 1387792"/>
                <a:gd name="connsiteY223" fmla="*/ 89535 h 642461"/>
                <a:gd name="connsiteX224" fmla="*/ 911066 w 1387792"/>
                <a:gd name="connsiteY224" fmla="*/ 90488 h 642461"/>
                <a:gd name="connsiteX225" fmla="*/ 909638 w 1387792"/>
                <a:gd name="connsiteY225" fmla="*/ 90011 h 642461"/>
                <a:gd name="connsiteX226" fmla="*/ 909161 w 1387792"/>
                <a:gd name="connsiteY226" fmla="*/ 87630 h 642461"/>
                <a:gd name="connsiteX227" fmla="*/ 907732 w 1387792"/>
                <a:gd name="connsiteY227" fmla="*/ 85725 h 642461"/>
                <a:gd name="connsiteX228" fmla="*/ 906303 w 1387792"/>
                <a:gd name="connsiteY228" fmla="*/ 83344 h 642461"/>
                <a:gd name="connsiteX229" fmla="*/ 906780 w 1387792"/>
                <a:gd name="connsiteY229" fmla="*/ 78105 h 642461"/>
                <a:gd name="connsiteX230" fmla="*/ 910114 w 1387792"/>
                <a:gd name="connsiteY230" fmla="*/ 73342 h 642461"/>
                <a:gd name="connsiteX231" fmla="*/ 915352 w 1387792"/>
                <a:gd name="connsiteY231" fmla="*/ 70485 h 642461"/>
                <a:gd name="connsiteX232" fmla="*/ 919639 w 1387792"/>
                <a:gd name="connsiteY232" fmla="*/ 67627 h 642461"/>
                <a:gd name="connsiteX233" fmla="*/ 921067 w 1387792"/>
                <a:gd name="connsiteY233" fmla="*/ 64770 h 642461"/>
                <a:gd name="connsiteX234" fmla="*/ 921067 w 1387792"/>
                <a:gd name="connsiteY234" fmla="*/ 62865 h 642461"/>
                <a:gd name="connsiteX235" fmla="*/ 919639 w 1387792"/>
                <a:gd name="connsiteY235" fmla="*/ 61913 h 642461"/>
                <a:gd name="connsiteX236" fmla="*/ 918210 w 1387792"/>
                <a:gd name="connsiteY236" fmla="*/ 61913 h 642461"/>
                <a:gd name="connsiteX237" fmla="*/ 917257 w 1387792"/>
                <a:gd name="connsiteY237" fmla="*/ 62865 h 642461"/>
                <a:gd name="connsiteX238" fmla="*/ 914400 w 1387792"/>
                <a:gd name="connsiteY238" fmla="*/ 64770 h 642461"/>
                <a:gd name="connsiteX239" fmla="*/ 910114 w 1387792"/>
                <a:gd name="connsiteY239" fmla="*/ 66675 h 642461"/>
                <a:gd name="connsiteX240" fmla="*/ 906780 w 1387792"/>
                <a:gd name="connsiteY240" fmla="*/ 67151 h 642461"/>
                <a:gd name="connsiteX241" fmla="*/ 905351 w 1387792"/>
                <a:gd name="connsiteY241" fmla="*/ 67151 h 642461"/>
                <a:gd name="connsiteX242" fmla="*/ 901541 w 1387792"/>
                <a:gd name="connsiteY242" fmla="*/ 66199 h 642461"/>
                <a:gd name="connsiteX243" fmla="*/ 894397 w 1387792"/>
                <a:gd name="connsiteY243" fmla="*/ 60484 h 642461"/>
                <a:gd name="connsiteX244" fmla="*/ 888682 w 1387792"/>
                <a:gd name="connsiteY244" fmla="*/ 59531 h 642461"/>
                <a:gd name="connsiteX245" fmla="*/ 884872 w 1387792"/>
                <a:gd name="connsiteY245" fmla="*/ 59055 h 642461"/>
                <a:gd name="connsiteX246" fmla="*/ 883444 w 1387792"/>
                <a:gd name="connsiteY246" fmla="*/ 59531 h 642461"/>
                <a:gd name="connsiteX247" fmla="*/ 882967 w 1387792"/>
                <a:gd name="connsiteY247" fmla="*/ 60960 h 642461"/>
                <a:gd name="connsiteX248" fmla="*/ 883444 w 1387792"/>
                <a:gd name="connsiteY248" fmla="*/ 62389 h 642461"/>
                <a:gd name="connsiteX249" fmla="*/ 884396 w 1387792"/>
                <a:gd name="connsiteY249" fmla="*/ 63817 h 642461"/>
                <a:gd name="connsiteX250" fmla="*/ 883920 w 1387792"/>
                <a:gd name="connsiteY250" fmla="*/ 65246 h 642461"/>
                <a:gd name="connsiteX251" fmla="*/ 882015 w 1387792"/>
                <a:gd name="connsiteY251" fmla="*/ 66199 h 642461"/>
                <a:gd name="connsiteX252" fmla="*/ 879157 w 1387792"/>
                <a:gd name="connsiteY252" fmla="*/ 67627 h 642461"/>
                <a:gd name="connsiteX253" fmla="*/ 877728 w 1387792"/>
                <a:gd name="connsiteY253" fmla="*/ 66675 h 642461"/>
                <a:gd name="connsiteX254" fmla="*/ 876776 w 1387792"/>
                <a:gd name="connsiteY254" fmla="*/ 62389 h 642461"/>
                <a:gd name="connsiteX255" fmla="*/ 876776 w 1387792"/>
                <a:gd name="connsiteY255" fmla="*/ 59055 h 642461"/>
                <a:gd name="connsiteX256" fmla="*/ 874871 w 1387792"/>
                <a:gd name="connsiteY256" fmla="*/ 56197 h 642461"/>
                <a:gd name="connsiteX257" fmla="*/ 872966 w 1387792"/>
                <a:gd name="connsiteY257" fmla="*/ 51911 h 642461"/>
                <a:gd name="connsiteX258" fmla="*/ 870109 w 1387792"/>
                <a:gd name="connsiteY258" fmla="*/ 49530 h 642461"/>
                <a:gd name="connsiteX259" fmla="*/ 867251 w 1387792"/>
                <a:gd name="connsiteY259" fmla="*/ 50482 h 642461"/>
                <a:gd name="connsiteX260" fmla="*/ 865822 w 1387792"/>
                <a:gd name="connsiteY260" fmla="*/ 54292 h 642461"/>
                <a:gd name="connsiteX261" fmla="*/ 863917 w 1387792"/>
                <a:gd name="connsiteY261" fmla="*/ 55721 h 642461"/>
                <a:gd name="connsiteX262" fmla="*/ 860107 w 1387792"/>
                <a:gd name="connsiteY262" fmla="*/ 54769 h 642461"/>
                <a:gd name="connsiteX263" fmla="*/ 852964 w 1387792"/>
                <a:gd name="connsiteY263" fmla="*/ 56674 h 642461"/>
                <a:gd name="connsiteX264" fmla="*/ 841534 w 1387792"/>
                <a:gd name="connsiteY264" fmla="*/ 57626 h 642461"/>
                <a:gd name="connsiteX265" fmla="*/ 833438 w 1387792"/>
                <a:gd name="connsiteY265" fmla="*/ 55245 h 642461"/>
                <a:gd name="connsiteX266" fmla="*/ 832009 w 1387792"/>
                <a:gd name="connsiteY266" fmla="*/ 52864 h 642461"/>
                <a:gd name="connsiteX267" fmla="*/ 835342 w 1387792"/>
                <a:gd name="connsiteY267" fmla="*/ 48101 h 642461"/>
                <a:gd name="connsiteX268" fmla="*/ 835819 w 1387792"/>
                <a:gd name="connsiteY268" fmla="*/ 43815 h 642461"/>
                <a:gd name="connsiteX269" fmla="*/ 835819 w 1387792"/>
                <a:gd name="connsiteY269" fmla="*/ 40005 h 642461"/>
                <a:gd name="connsiteX270" fmla="*/ 836771 w 1387792"/>
                <a:gd name="connsiteY270" fmla="*/ 37147 h 642461"/>
                <a:gd name="connsiteX271" fmla="*/ 834866 w 1387792"/>
                <a:gd name="connsiteY271" fmla="*/ 31909 h 642461"/>
                <a:gd name="connsiteX272" fmla="*/ 830103 w 1387792"/>
                <a:gd name="connsiteY272" fmla="*/ 20955 h 642461"/>
                <a:gd name="connsiteX273" fmla="*/ 827246 w 1387792"/>
                <a:gd name="connsiteY273" fmla="*/ 12382 h 642461"/>
                <a:gd name="connsiteX274" fmla="*/ 822960 w 1387792"/>
                <a:gd name="connsiteY274" fmla="*/ 6191 h 642461"/>
                <a:gd name="connsiteX275" fmla="*/ 821055 w 1387792"/>
                <a:gd name="connsiteY275" fmla="*/ 4286 h 642461"/>
                <a:gd name="connsiteX276" fmla="*/ 812482 w 1387792"/>
                <a:gd name="connsiteY276" fmla="*/ 5239 h 642461"/>
                <a:gd name="connsiteX277" fmla="*/ 810101 w 1387792"/>
                <a:gd name="connsiteY277" fmla="*/ 6667 h 642461"/>
                <a:gd name="connsiteX278" fmla="*/ 808672 w 1387792"/>
                <a:gd name="connsiteY278" fmla="*/ 8572 h 642461"/>
                <a:gd name="connsiteX279" fmla="*/ 805815 w 1387792"/>
                <a:gd name="connsiteY279" fmla="*/ 10001 h 642461"/>
                <a:gd name="connsiteX280" fmla="*/ 802005 w 1387792"/>
                <a:gd name="connsiteY280" fmla="*/ 10954 h 642461"/>
                <a:gd name="connsiteX281" fmla="*/ 798671 w 1387792"/>
                <a:gd name="connsiteY281" fmla="*/ 10477 h 642461"/>
                <a:gd name="connsiteX282" fmla="*/ 794861 w 1387792"/>
                <a:gd name="connsiteY282" fmla="*/ 9525 h 642461"/>
                <a:gd name="connsiteX283" fmla="*/ 791051 w 1387792"/>
                <a:gd name="connsiteY283" fmla="*/ 7144 h 642461"/>
                <a:gd name="connsiteX284" fmla="*/ 786765 w 1387792"/>
                <a:gd name="connsiteY284" fmla="*/ 4286 h 642461"/>
                <a:gd name="connsiteX285" fmla="*/ 778192 w 1387792"/>
                <a:gd name="connsiteY285" fmla="*/ 1905 h 642461"/>
                <a:gd name="connsiteX286" fmla="*/ 769620 w 1387792"/>
                <a:gd name="connsiteY286" fmla="*/ 952 h 642461"/>
                <a:gd name="connsiteX287" fmla="*/ 760571 w 1387792"/>
                <a:gd name="connsiteY287" fmla="*/ 0 h 642461"/>
                <a:gd name="connsiteX288" fmla="*/ 755809 w 1387792"/>
                <a:gd name="connsiteY288" fmla="*/ 1429 h 642461"/>
                <a:gd name="connsiteX289" fmla="*/ 751522 w 1387792"/>
                <a:gd name="connsiteY289" fmla="*/ 3810 h 642461"/>
                <a:gd name="connsiteX290" fmla="*/ 745331 w 1387792"/>
                <a:gd name="connsiteY290" fmla="*/ 8572 h 642461"/>
                <a:gd name="connsiteX291" fmla="*/ 742473 w 1387792"/>
                <a:gd name="connsiteY291" fmla="*/ 9049 h 642461"/>
                <a:gd name="connsiteX292" fmla="*/ 737711 w 1387792"/>
                <a:gd name="connsiteY292" fmla="*/ 9525 h 642461"/>
                <a:gd name="connsiteX293" fmla="*/ 734377 w 1387792"/>
                <a:gd name="connsiteY293" fmla="*/ 10954 h 642461"/>
                <a:gd name="connsiteX294" fmla="*/ 734853 w 1387792"/>
                <a:gd name="connsiteY294" fmla="*/ 13335 h 642461"/>
                <a:gd name="connsiteX295" fmla="*/ 735330 w 1387792"/>
                <a:gd name="connsiteY295" fmla="*/ 16192 h 642461"/>
                <a:gd name="connsiteX296" fmla="*/ 734377 w 1387792"/>
                <a:gd name="connsiteY296" fmla="*/ 18574 h 642461"/>
                <a:gd name="connsiteX297" fmla="*/ 732472 w 1387792"/>
                <a:gd name="connsiteY297" fmla="*/ 20002 h 642461"/>
                <a:gd name="connsiteX298" fmla="*/ 729615 w 1387792"/>
                <a:gd name="connsiteY298" fmla="*/ 20955 h 642461"/>
                <a:gd name="connsiteX299" fmla="*/ 724852 w 1387792"/>
                <a:gd name="connsiteY299" fmla="*/ 21431 h 642461"/>
                <a:gd name="connsiteX300" fmla="*/ 721042 w 1387792"/>
                <a:gd name="connsiteY300" fmla="*/ 21907 h 642461"/>
                <a:gd name="connsiteX301" fmla="*/ 716280 w 1387792"/>
                <a:gd name="connsiteY301" fmla="*/ 25241 h 642461"/>
                <a:gd name="connsiteX302" fmla="*/ 709136 w 1387792"/>
                <a:gd name="connsiteY302" fmla="*/ 26194 h 642461"/>
                <a:gd name="connsiteX303" fmla="*/ 701516 w 1387792"/>
                <a:gd name="connsiteY303" fmla="*/ 27622 h 642461"/>
                <a:gd name="connsiteX304" fmla="*/ 696277 w 1387792"/>
                <a:gd name="connsiteY304" fmla="*/ 29527 h 642461"/>
                <a:gd name="connsiteX305" fmla="*/ 684371 w 1387792"/>
                <a:gd name="connsiteY305" fmla="*/ 31909 h 642461"/>
                <a:gd name="connsiteX306" fmla="*/ 677703 w 1387792"/>
                <a:gd name="connsiteY306" fmla="*/ 32861 h 642461"/>
                <a:gd name="connsiteX307" fmla="*/ 666273 w 1387792"/>
                <a:gd name="connsiteY307" fmla="*/ 35242 h 642461"/>
                <a:gd name="connsiteX308" fmla="*/ 657225 w 1387792"/>
                <a:gd name="connsiteY308" fmla="*/ 35719 h 642461"/>
                <a:gd name="connsiteX309" fmla="*/ 655796 w 1387792"/>
                <a:gd name="connsiteY309" fmla="*/ 34290 h 642461"/>
                <a:gd name="connsiteX310" fmla="*/ 648652 w 1387792"/>
                <a:gd name="connsiteY310" fmla="*/ 37624 h 642461"/>
                <a:gd name="connsiteX311" fmla="*/ 641032 w 1387792"/>
                <a:gd name="connsiteY311" fmla="*/ 37624 h 642461"/>
                <a:gd name="connsiteX312" fmla="*/ 639603 w 1387792"/>
                <a:gd name="connsiteY312" fmla="*/ 39052 h 642461"/>
                <a:gd name="connsiteX313" fmla="*/ 637698 w 1387792"/>
                <a:gd name="connsiteY313" fmla="*/ 40481 h 642461"/>
                <a:gd name="connsiteX314" fmla="*/ 635794 w 1387792"/>
                <a:gd name="connsiteY314" fmla="*/ 40957 h 642461"/>
                <a:gd name="connsiteX315" fmla="*/ 632936 w 1387792"/>
                <a:gd name="connsiteY315" fmla="*/ 42386 h 642461"/>
                <a:gd name="connsiteX316" fmla="*/ 631507 w 1387792"/>
                <a:gd name="connsiteY316" fmla="*/ 45720 h 642461"/>
                <a:gd name="connsiteX317" fmla="*/ 630555 w 1387792"/>
                <a:gd name="connsiteY317" fmla="*/ 49530 h 642461"/>
                <a:gd name="connsiteX318" fmla="*/ 628173 w 1387792"/>
                <a:gd name="connsiteY318" fmla="*/ 50482 h 642461"/>
                <a:gd name="connsiteX319" fmla="*/ 624840 w 1387792"/>
                <a:gd name="connsiteY319" fmla="*/ 49054 h 642461"/>
                <a:gd name="connsiteX320" fmla="*/ 622459 w 1387792"/>
                <a:gd name="connsiteY320" fmla="*/ 47625 h 642461"/>
                <a:gd name="connsiteX321" fmla="*/ 618648 w 1387792"/>
                <a:gd name="connsiteY321" fmla="*/ 49054 h 642461"/>
                <a:gd name="connsiteX322" fmla="*/ 613410 w 1387792"/>
                <a:gd name="connsiteY322" fmla="*/ 50006 h 642461"/>
                <a:gd name="connsiteX323" fmla="*/ 609123 w 1387792"/>
                <a:gd name="connsiteY323" fmla="*/ 49530 h 642461"/>
                <a:gd name="connsiteX324" fmla="*/ 606742 w 1387792"/>
                <a:gd name="connsiteY324" fmla="*/ 48577 h 642461"/>
                <a:gd name="connsiteX325" fmla="*/ 597694 w 1387792"/>
                <a:gd name="connsiteY325" fmla="*/ 50482 h 642461"/>
                <a:gd name="connsiteX326" fmla="*/ 592931 w 1387792"/>
                <a:gd name="connsiteY326" fmla="*/ 52388 h 642461"/>
                <a:gd name="connsiteX327" fmla="*/ 591978 w 1387792"/>
                <a:gd name="connsiteY327" fmla="*/ 53340 h 642461"/>
                <a:gd name="connsiteX328" fmla="*/ 591026 w 1387792"/>
                <a:gd name="connsiteY328" fmla="*/ 53816 h 642461"/>
                <a:gd name="connsiteX329" fmla="*/ 585788 w 1387792"/>
                <a:gd name="connsiteY329" fmla="*/ 55245 h 642461"/>
                <a:gd name="connsiteX330" fmla="*/ 581501 w 1387792"/>
                <a:gd name="connsiteY330" fmla="*/ 54769 h 642461"/>
                <a:gd name="connsiteX331" fmla="*/ 581025 w 1387792"/>
                <a:gd name="connsiteY331" fmla="*/ 54769 h 642461"/>
                <a:gd name="connsiteX332" fmla="*/ 576739 w 1387792"/>
                <a:gd name="connsiteY332" fmla="*/ 55721 h 642461"/>
                <a:gd name="connsiteX333" fmla="*/ 571023 w 1387792"/>
                <a:gd name="connsiteY333" fmla="*/ 57626 h 642461"/>
                <a:gd name="connsiteX334" fmla="*/ 566738 w 1387792"/>
                <a:gd name="connsiteY334" fmla="*/ 58102 h 642461"/>
                <a:gd name="connsiteX335" fmla="*/ 563403 w 1387792"/>
                <a:gd name="connsiteY335" fmla="*/ 58102 h 642461"/>
                <a:gd name="connsiteX336" fmla="*/ 561022 w 1387792"/>
                <a:gd name="connsiteY336" fmla="*/ 59531 h 642461"/>
                <a:gd name="connsiteX337" fmla="*/ 559117 w 1387792"/>
                <a:gd name="connsiteY337" fmla="*/ 60960 h 642461"/>
                <a:gd name="connsiteX338" fmla="*/ 543877 w 1387792"/>
                <a:gd name="connsiteY338" fmla="*/ 62389 h 642461"/>
                <a:gd name="connsiteX339" fmla="*/ 542448 w 1387792"/>
                <a:gd name="connsiteY339" fmla="*/ 63341 h 642461"/>
                <a:gd name="connsiteX340" fmla="*/ 539591 w 1387792"/>
                <a:gd name="connsiteY340" fmla="*/ 64770 h 642461"/>
                <a:gd name="connsiteX341" fmla="*/ 523875 w 1387792"/>
                <a:gd name="connsiteY341" fmla="*/ 65246 h 642461"/>
                <a:gd name="connsiteX342" fmla="*/ 522446 w 1387792"/>
                <a:gd name="connsiteY342" fmla="*/ 66199 h 642461"/>
                <a:gd name="connsiteX343" fmla="*/ 521970 w 1387792"/>
                <a:gd name="connsiteY343" fmla="*/ 67151 h 642461"/>
                <a:gd name="connsiteX344" fmla="*/ 520065 w 1387792"/>
                <a:gd name="connsiteY344" fmla="*/ 67627 h 642461"/>
                <a:gd name="connsiteX345" fmla="*/ 508635 w 1387792"/>
                <a:gd name="connsiteY345" fmla="*/ 65246 h 642461"/>
                <a:gd name="connsiteX346" fmla="*/ 499586 w 1387792"/>
                <a:gd name="connsiteY346" fmla="*/ 62865 h 642461"/>
                <a:gd name="connsiteX347" fmla="*/ 496252 w 1387792"/>
                <a:gd name="connsiteY347" fmla="*/ 64294 h 642461"/>
                <a:gd name="connsiteX348" fmla="*/ 493395 w 1387792"/>
                <a:gd name="connsiteY348" fmla="*/ 66675 h 642461"/>
                <a:gd name="connsiteX349" fmla="*/ 492442 w 1387792"/>
                <a:gd name="connsiteY349" fmla="*/ 70485 h 642461"/>
                <a:gd name="connsiteX350" fmla="*/ 492442 w 1387792"/>
                <a:gd name="connsiteY350" fmla="*/ 73819 h 642461"/>
                <a:gd name="connsiteX351" fmla="*/ 492442 w 1387792"/>
                <a:gd name="connsiteY351" fmla="*/ 76676 h 642461"/>
                <a:gd name="connsiteX352" fmla="*/ 491014 w 1387792"/>
                <a:gd name="connsiteY352" fmla="*/ 78581 h 642461"/>
                <a:gd name="connsiteX353" fmla="*/ 488156 w 1387792"/>
                <a:gd name="connsiteY353" fmla="*/ 80963 h 642461"/>
                <a:gd name="connsiteX354" fmla="*/ 488156 w 1387792"/>
                <a:gd name="connsiteY354" fmla="*/ 82391 h 642461"/>
                <a:gd name="connsiteX355" fmla="*/ 492442 w 1387792"/>
                <a:gd name="connsiteY355" fmla="*/ 84296 h 642461"/>
                <a:gd name="connsiteX356" fmla="*/ 497681 w 1387792"/>
                <a:gd name="connsiteY356" fmla="*/ 85725 h 642461"/>
                <a:gd name="connsiteX357" fmla="*/ 500539 w 1387792"/>
                <a:gd name="connsiteY357" fmla="*/ 85249 h 642461"/>
                <a:gd name="connsiteX358" fmla="*/ 502920 w 1387792"/>
                <a:gd name="connsiteY358" fmla="*/ 84296 h 642461"/>
                <a:gd name="connsiteX359" fmla="*/ 505301 w 1387792"/>
                <a:gd name="connsiteY359" fmla="*/ 84772 h 642461"/>
                <a:gd name="connsiteX360" fmla="*/ 506730 w 1387792"/>
                <a:gd name="connsiteY360" fmla="*/ 85725 h 642461"/>
                <a:gd name="connsiteX361" fmla="*/ 507206 w 1387792"/>
                <a:gd name="connsiteY361" fmla="*/ 87154 h 642461"/>
                <a:gd name="connsiteX362" fmla="*/ 506730 w 1387792"/>
                <a:gd name="connsiteY362" fmla="*/ 88106 h 642461"/>
                <a:gd name="connsiteX363" fmla="*/ 505777 w 1387792"/>
                <a:gd name="connsiteY363" fmla="*/ 89059 h 642461"/>
                <a:gd name="connsiteX364" fmla="*/ 502444 w 1387792"/>
                <a:gd name="connsiteY364" fmla="*/ 90488 h 642461"/>
                <a:gd name="connsiteX365" fmla="*/ 499586 w 1387792"/>
                <a:gd name="connsiteY365" fmla="*/ 90011 h 642461"/>
                <a:gd name="connsiteX366" fmla="*/ 496728 w 1387792"/>
                <a:gd name="connsiteY366" fmla="*/ 90964 h 642461"/>
                <a:gd name="connsiteX367" fmla="*/ 495300 w 1387792"/>
                <a:gd name="connsiteY367" fmla="*/ 92869 h 642461"/>
                <a:gd name="connsiteX368" fmla="*/ 494347 w 1387792"/>
                <a:gd name="connsiteY368" fmla="*/ 96202 h 642461"/>
                <a:gd name="connsiteX369" fmla="*/ 495776 w 1387792"/>
                <a:gd name="connsiteY369" fmla="*/ 98584 h 642461"/>
                <a:gd name="connsiteX370" fmla="*/ 499586 w 1387792"/>
                <a:gd name="connsiteY370" fmla="*/ 99060 h 642461"/>
                <a:gd name="connsiteX371" fmla="*/ 503872 w 1387792"/>
                <a:gd name="connsiteY371" fmla="*/ 100489 h 642461"/>
                <a:gd name="connsiteX372" fmla="*/ 508635 w 1387792"/>
                <a:gd name="connsiteY372" fmla="*/ 101441 h 642461"/>
                <a:gd name="connsiteX373" fmla="*/ 511492 w 1387792"/>
                <a:gd name="connsiteY373" fmla="*/ 100965 h 642461"/>
                <a:gd name="connsiteX374" fmla="*/ 515302 w 1387792"/>
                <a:gd name="connsiteY374" fmla="*/ 103346 h 642461"/>
                <a:gd name="connsiteX375" fmla="*/ 523875 w 1387792"/>
                <a:gd name="connsiteY375" fmla="*/ 106204 h 642461"/>
                <a:gd name="connsiteX376" fmla="*/ 526256 w 1387792"/>
                <a:gd name="connsiteY376" fmla="*/ 108585 h 642461"/>
                <a:gd name="connsiteX377" fmla="*/ 526256 w 1387792"/>
                <a:gd name="connsiteY377" fmla="*/ 110966 h 642461"/>
                <a:gd name="connsiteX378" fmla="*/ 524827 w 1387792"/>
                <a:gd name="connsiteY378" fmla="*/ 112871 h 642461"/>
                <a:gd name="connsiteX379" fmla="*/ 522922 w 1387792"/>
                <a:gd name="connsiteY379" fmla="*/ 113824 h 642461"/>
                <a:gd name="connsiteX380" fmla="*/ 520065 w 1387792"/>
                <a:gd name="connsiteY380" fmla="*/ 113347 h 642461"/>
                <a:gd name="connsiteX381" fmla="*/ 514350 w 1387792"/>
                <a:gd name="connsiteY381" fmla="*/ 112871 h 642461"/>
                <a:gd name="connsiteX382" fmla="*/ 508159 w 1387792"/>
                <a:gd name="connsiteY382" fmla="*/ 112395 h 642461"/>
                <a:gd name="connsiteX383" fmla="*/ 503872 w 1387792"/>
                <a:gd name="connsiteY383" fmla="*/ 111442 h 642461"/>
                <a:gd name="connsiteX384" fmla="*/ 497205 w 1387792"/>
                <a:gd name="connsiteY384" fmla="*/ 111919 h 642461"/>
                <a:gd name="connsiteX385" fmla="*/ 491966 w 1387792"/>
                <a:gd name="connsiteY385" fmla="*/ 112871 h 642461"/>
                <a:gd name="connsiteX386" fmla="*/ 490538 w 1387792"/>
                <a:gd name="connsiteY386" fmla="*/ 114776 h 642461"/>
                <a:gd name="connsiteX387" fmla="*/ 488632 w 1387792"/>
                <a:gd name="connsiteY387" fmla="*/ 118110 h 642461"/>
                <a:gd name="connsiteX388" fmla="*/ 486727 w 1387792"/>
                <a:gd name="connsiteY388" fmla="*/ 120015 h 642461"/>
                <a:gd name="connsiteX389" fmla="*/ 483870 w 1387792"/>
                <a:gd name="connsiteY389" fmla="*/ 123349 h 642461"/>
                <a:gd name="connsiteX390" fmla="*/ 482917 w 1387792"/>
                <a:gd name="connsiteY390" fmla="*/ 126682 h 642461"/>
                <a:gd name="connsiteX391" fmla="*/ 484346 w 1387792"/>
                <a:gd name="connsiteY391" fmla="*/ 131445 h 642461"/>
                <a:gd name="connsiteX392" fmla="*/ 489585 w 1387792"/>
                <a:gd name="connsiteY392" fmla="*/ 139541 h 642461"/>
                <a:gd name="connsiteX393" fmla="*/ 490061 w 1387792"/>
                <a:gd name="connsiteY393" fmla="*/ 142399 h 642461"/>
                <a:gd name="connsiteX394" fmla="*/ 488156 w 1387792"/>
                <a:gd name="connsiteY394" fmla="*/ 144780 h 642461"/>
                <a:gd name="connsiteX395" fmla="*/ 484346 w 1387792"/>
                <a:gd name="connsiteY395" fmla="*/ 146685 h 642461"/>
                <a:gd name="connsiteX396" fmla="*/ 479107 w 1387792"/>
                <a:gd name="connsiteY396" fmla="*/ 150495 h 642461"/>
                <a:gd name="connsiteX397" fmla="*/ 473392 w 1387792"/>
                <a:gd name="connsiteY397" fmla="*/ 150495 h 642461"/>
                <a:gd name="connsiteX398" fmla="*/ 471011 w 1387792"/>
                <a:gd name="connsiteY398" fmla="*/ 151447 h 642461"/>
                <a:gd name="connsiteX399" fmla="*/ 464344 w 1387792"/>
                <a:gd name="connsiteY399" fmla="*/ 156210 h 642461"/>
                <a:gd name="connsiteX400" fmla="*/ 458628 w 1387792"/>
                <a:gd name="connsiteY400" fmla="*/ 158591 h 642461"/>
                <a:gd name="connsiteX401" fmla="*/ 457200 w 1387792"/>
                <a:gd name="connsiteY401" fmla="*/ 160496 h 642461"/>
                <a:gd name="connsiteX402" fmla="*/ 458628 w 1387792"/>
                <a:gd name="connsiteY402" fmla="*/ 162401 h 642461"/>
                <a:gd name="connsiteX403" fmla="*/ 465772 w 1387792"/>
                <a:gd name="connsiteY403" fmla="*/ 164782 h 642461"/>
                <a:gd name="connsiteX404" fmla="*/ 469582 w 1387792"/>
                <a:gd name="connsiteY404" fmla="*/ 167640 h 642461"/>
                <a:gd name="connsiteX405" fmla="*/ 470535 w 1387792"/>
                <a:gd name="connsiteY405" fmla="*/ 170974 h 642461"/>
                <a:gd name="connsiteX406" fmla="*/ 471964 w 1387792"/>
                <a:gd name="connsiteY406" fmla="*/ 173355 h 642461"/>
                <a:gd name="connsiteX407" fmla="*/ 477678 w 1387792"/>
                <a:gd name="connsiteY407" fmla="*/ 174784 h 642461"/>
                <a:gd name="connsiteX408" fmla="*/ 489585 w 1387792"/>
                <a:gd name="connsiteY408" fmla="*/ 178594 h 642461"/>
                <a:gd name="connsiteX409" fmla="*/ 490061 w 1387792"/>
                <a:gd name="connsiteY409" fmla="*/ 179070 h 642461"/>
                <a:gd name="connsiteX410" fmla="*/ 491014 w 1387792"/>
                <a:gd name="connsiteY410" fmla="*/ 180499 h 642461"/>
                <a:gd name="connsiteX411" fmla="*/ 502920 w 1387792"/>
                <a:gd name="connsiteY411" fmla="*/ 182880 h 642461"/>
                <a:gd name="connsiteX412" fmla="*/ 504348 w 1387792"/>
                <a:gd name="connsiteY412" fmla="*/ 184309 h 642461"/>
                <a:gd name="connsiteX413" fmla="*/ 509111 w 1387792"/>
                <a:gd name="connsiteY413" fmla="*/ 188119 h 642461"/>
                <a:gd name="connsiteX414" fmla="*/ 510064 w 1387792"/>
                <a:gd name="connsiteY414" fmla="*/ 192405 h 642461"/>
                <a:gd name="connsiteX415" fmla="*/ 507682 w 1387792"/>
                <a:gd name="connsiteY415" fmla="*/ 196691 h 642461"/>
                <a:gd name="connsiteX416" fmla="*/ 506253 w 1387792"/>
                <a:gd name="connsiteY416" fmla="*/ 203359 h 642461"/>
                <a:gd name="connsiteX417" fmla="*/ 503872 w 1387792"/>
                <a:gd name="connsiteY417" fmla="*/ 209074 h 642461"/>
                <a:gd name="connsiteX418" fmla="*/ 498157 w 1387792"/>
                <a:gd name="connsiteY418" fmla="*/ 212884 h 642461"/>
                <a:gd name="connsiteX419" fmla="*/ 488632 w 1387792"/>
                <a:gd name="connsiteY419" fmla="*/ 216217 h 642461"/>
                <a:gd name="connsiteX420" fmla="*/ 478155 w 1387792"/>
                <a:gd name="connsiteY420" fmla="*/ 217646 h 642461"/>
                <a:gd name="connsiteX421" fmla="*/ 473869 w 1387792"/>
                <a:gd name="connsiteY421" fmla="*/ 217170 h 642461"/>
                <a:gd name="connsiteX422" fmla="*/ 471011 w 1387792"/>
                <a:gd name="connsiteY422" fmla="*/ 216694 h 642461"/>
                <a:gd name="connsiteX423" fmla="*/ 466248 w 1387792"/>
                <a:gd name="connsiteY423" fmla="*/ 215741 h 642461"/>
                <a:gd name="connsiteX424" fmla="*/ 462915 w 1387792"/>
                <a:gd name="connsiteY424" fmla="*/ 212884 h 642461"/>
                <a:gd name="connsiteX425" fmla="*/ 460534 w 1387792"/>
                <a:gd name="connsiteY425" fmla="*/ 210026 h 642461"/>
                <a:gd name="connsiteX426" fmla="*/ 458628 w 1387792"/>
                <a:gd name="connsiteY426" fmla="*/ 209074 h 642461"/>
                <a:gd name="connsiteX427" fmla="*/ 456723 w 1387792"/>
                <a:gd name="connsiteY427" fmla="*/ 209550 h 642461"/>
                <a:gd name="connsiteX428" fmla="*/ 454819 w 1387792"/>
                <a:gd name="connsiteY428" fmla="*/ 211455 h 642461"/>
                <a:gd name="connsiteX429" fmla="*/ 452438 w 1387792"/>
                <a:gd name="connsiteY429" fmla="*/ 216217 h 642461"/>
                <a:gd name="connsiteX430" fmla="*/ 450056 w 1387792"/>
                <a:gd name="connsiteY430" fmla="*/ 220980 h 642461"/>
                <a:gd name="connsiteX431" fmla="*/ 448151 w 1387792"/>
                <a:gd name="connsiteY431" fmla="*/ 222885 h 642461"/>
                <a:gd name="connsiteX432" fmla="*/ 440531 w 1387792"/>
                <a:gd name="connsiteY432" fmla="*/ 225266 h 642461"/>
                <a:gd name="connsiteX433" fmla="*/ 439578 w 1387792"/>
                <a:gd name="connsiteY433" fmla="*/ 224314 h 642461"/>
                <a:gd name="connsiteX434" fmla="*/ 440531 w 1387792"/>
                <a:gd name="connsiteY434" fmla="*/ 220980 h 642461"/>
                <a:gd name="connsiteX435" fmla="*/ 439578 w 1387792"/>
                <a:gd name="connsiteY435" fmla="*/ 220027 h 642461"/>
                <a:gd name="connsiteX436" fmla="*/ 438150 w 1387792"/>
                <a:gd name="connsiteY436" fmla="*/ 219551 h 642461"/>
                <a:gd name="connsiteX437" fmla="*/ 428625 w 1387792"/>
                <a:gd name="connsiteY437" fmla="*/ 218122 h 642461"/>
                <a:gd name="connsiteX438" fmla="*/ 424815 w 1387792"/>
                <a:gd name="connsiteY438" fmla="*/ 217170 h 642461"/>
                <a:gd name="connsiteX439" fmla="*/ 421957 w 1387792"/>
                <a:gd name="connsiteY439" fmla="*/ 216694 h 642461"/>
                <a:gd name="connsiteX440" fmla="*/ 418623 w 1387792"/>
                <a:gd name="connsiteY440" fmla="*/ 215741 h 642461"/>
                <a:gd name="connsiteX441" fmla="*/ 416242 w 1387792"/>
                <a:gd name="connsiteY441" fmla="*/ 213836 h 642461"/>
                <a:gd name="connsiteX442" fmla="*/ 411003 w 1387792"/>
                <a:gd name="connsiteY442" fmla="*/ 208121 h 642461"/>
                <a:gd name="connsiteX443" fmla="*/ 407194 w 1387792"/>
                <a:gd name="connsiteY443" fmla="*/ 203359 h 642461"/>
                <a:gd name="connsiteX444" fmla="*/ 401002 w 1387792"/>
                <a:gd name="connsiteY444" fmla="*/ 199072 h 642461"/>
                <a:gd name="connsiteX445" fmla="*/ 395288 w 1387792"/>
                <a:gd name="connsiteY445" fmla="*/ 198120 h 642461"/>
                <a:gd name="connsiteX446" fmla="*/ 394811 w 1387792"/>
                <a:gd name="connsiteY446" fmla="*/ 198596 h 642461"/>
                <a:gd name="connsiteX447" fmla="*/ 390525 w 1387792"/>
                <a:gd name="connsiteY447" fmla="*/ 198596 h 642461"/>
                <a:gd name="connsiteX448" fmla="*/ 383381 w 1387792"/>
                <a:gd name="connsiteY448" fmla="*/ 197644 h 642461"/>
                <a:gd name="connsiteX449" fmla="*/ 382905 w 1387792"/>
                <a:gd name="connsiteY449" fmla="*/ 197644 h 642461"/>
                <a:gd name="connsiteX450" fmla="*/ 380523 w 1387792"/>
                <a:gd name="connsiteY450" fmla="*/ 199549 h 642461"/>
                <a:gd name="connsiteX451" fmla="*/ 379095 w 1387792"/>
                <a:gd name="connsiteY451" fmla="*/ 202406 h 642461"/>
                <a:gd name="connsiteX452" fmla="*/ 376714 w 1387792"/>
                <a:gd name="connsiteY452" fmla="*/ 204788 h 642461"/>
                <a:gd name="connsiteX453" fmla="*/ 373380 w 1387792"/>
                <a:gd name="connsiteY453" fmla="*/ 206216 h 642461"/>
                <a:gd name="connsiteX454" fmla="*/ 369570 w 1387792"/>
                <a:gd name="connsiteY454" fmla="*/ 206692 h 642461"/>
                <a:gd name="connsiteX455" fmla="*/ 365284 w 1387792"/>
                <a:gd name="connsiteY455" fmla="*/ 204311 h 642461"/>
                <a:gd name="connsiteX456" fmla="*/ 360521 w 1387792"/>
                <a:gd name="connsiteY456" fmla="*/ 200501 h 642461"/>
                <a:gd name="connsiteX457" fmla="*/ 354806 w 1387792"/>
                <a:gd name="connsiteY457" fmla="*/ 199072 h 642461"/>
                <a:gd name="connsiteX458" fmla="*/ 349091 w 1387792"/>
                <a:gd name="connsiteY458" fmla="*/ 200025 h 642461"/>
                <a:gd name="connsiteX459" fmla="*/ 347186 w 1387792"/>
                <a:gd name="connsiteY459" fmla="*/ 200501 h 642461"/>
                <a:gd name="connsiteX460" fmla="*/ 341471 w 1387792"/>
                <a:gd name="connsiteY460" fmla="*/ 202882 h 642461"/>
                <a:gd name="connsiteX461" fmla="*/ 339566 w 1387792"/>
                <a:gd name="connsiteY461" fmla="*/ 201930 h 642461"/>
                <a:gd name="connsiteX462" fmla="*/ 337185 w 1387792"/>
                <a:gd name="connsiteY462" fmla="*/ 201454 h 642461"/>
                <a:gd name="connsiteX463" fmla="*/ 331470 w 1387792"/>
                <a:gd name="connsiteY463" fmla="*/ 205264 h 642461"/>
                <a:gd name="connsiteX464" fmla="*/ 325278 w 1387792"/>
                <a:gd name="connsiteY464" fmla="*/ 209550 h 642461"/>
                <a:gd name="connsiteX465" fmla="*/ 323850 w 1387792"/>
                <a:gd name="connsiteY465" fmla="*/ 212407 h 642461"/>
                <a:gd name="connsiteX466" fmla="*/ 321945 w 1387792"/>
                <a:gd name="connsiteY466" fmla="*/ 215265 h 642461"/>
                <a:gd name="connsiteX467" fmla="*/ 317659 w 1387792"/>
                <a:gd name="connsiteY467" fmla="*/ 218122 h 642461"/>
                <a:gd name="connsiteX468" fmla="*/ 313372 w 1387792"/>
                <a:gd name="connsiteY468" fmla="*/ 220504 h 642461"/>
                <a:gd name="connsiteX469" fmla="*/ 309563 w 1387792"/>
                <a:gd name="connsiteY469" fmla="*/ 221456 h 642461"/>
                <a:gd name="connsiteX470" fmla="*/ 304800 w 1387792"/>
                <a:gd name="connsiteY470" fmla="*/ 220504 h 642461"/>
                <a:gd name="connsiteX471" fmla="*/ 298609 w 1387792"/>
                <a:gd name="connsiteY471" fmla="*/ 217646 h 642461"/>
                <a:gd name="connsiteX472" fmla="*/ 292894 w 1387792"/>
                <a:gd name="connsiteY472" fmla="*/ 214313 h 642461"/>
                <a:gd name="connsiteX473" fmla="*/ 286702 w 1387792"/>
                <a:gd name="connsiteY473" fmla="*/ 208597 h 642461"/>
                <a:gd name="connsiteX474" fmla="*/ 281940 w 1387792"/>
                <a:gd name="connsiteY474" fmla="*/ 205264 h 642461"/>
                <a:gd name="connsiteX475" fmla="*/ 277177 w 1387792"/>
                <a:gd name="connsiteY475" fmla="*/ 202882 h 642461"/>
                <a:gd name="connsiteX476" fmla="*/ 274320 w 1387792"/>
                <a:gd name="connsiteY476" fmla="*/ 202406 h 642461"/>
                <a:gd name="connsiteX477" fmla="*/ 271939 w 1387792"/>
                <a:gd name="connsiteY477" fmla="*/ 203359 h 642461"/>
                <a:gd name="connsiteX478" fmla="*/ 270986 w 1387792"/>
                <a:gd name="connsiteY478" fmla="*/ 205264 h 642461"/>
                <a:gd name="connsiteX479" fmla="*/ 271463 w 1387792"/>
                <a:gd name="connsiteY479" fmla="*/ 206692 h 642461"/>
                <a:gd name="connsiteX480" fmla="*/ 272891 w 1387792"/>
                <a:gd name="connsiteY480" fmla="*/ 208121 h 642461"/>
                <a:gd name="connsiteX481" fmla="*/ 273844 w 1387792"/>
                <a:gd name="connsiteY481" fmla="*/ 212407 h 642461"/>
                <a:gd name="connsiteX482" fmla="*/ 274320 w 1387792"/>
                <a:gd name="connsiteY482" fmla="*/ 217646 h 642461"/>
                <a:gd name="connsiteX483" fmla="*/ 273844 w 1387792"/>
                <a:gd name="connsiteY483" fmla="*/ 220504 h 642461"/>
                <a:gd name="connsiteX484" fmla="*/ 272415 w 1387792"/>
                <a:gd name="connsiteY484" fmla="*/ 222409 h 642461"/>
                <a:gd name="connsiteX485" fmla="*/ 270986 w 1387792"/>
                <a:gd name="connsiteY485" fmla="*/ 222885 h 642461"/>
                <a:gd name="connsiteX486" fmla="*/ 269557 w 1387792"/>
                <a:gd name="connsiteY486" fmla="*/ 222409 h 642461"/>
                <a:gd name="connsiteX487" fmla="*/ 268128 w 1387792"/>
                <a:gd name="connsiteY487" fmla="*/ 220504 h 642461"/>
                <a:gd name="connsiteX488" fmla="*/ 267176 w 1387792"/>
                <a:gd name="connsiteY488" fmla="*/ 216694 h 642461"/>
                <a:gd name="connsiteX489" fmla="*/ 266223 w 1387792"/>
                <a:gd name="connsiteY489" fmla="*/ 211931 h 642461"/>
                <a:gd name="connsiteX490" fmla="*/ 261938 w 1387792"/>
                <a:gd name="connsiteY490" fmla="*/ 206216 h 642461"/>
                <a:gd name="connsiteX491" fmla="*/ 258127 w 1387792"/>
                <a:gd name="connsiteY491" fmla="*/ 202406 h 642461"/>
                <a:gd name="connsiteX492" fmla="*/ 256222 w 1387792"/>
                <a:gd name="connsiteY492" fmla="*/ 200501 h 642461"/>
                <a:gd name="connsiteX493" fmla="*/ 252889 w 1387792"/>
                <a:gd name="connsiteY493" fmla="*/ 197167 h 642461"/>
                <a:gd name="connsiteX494" fmla="*/ 250031 w 1387792"/>
                <a:gd name="connsiteY494" fmla="*/ 195263 h 642461"/>
                <a:gd name="connsiteX495" fmla="*/ 243840 w 1387792"/>
                <a:gd name="connsiteY495" fmla="*/ 192881 h 642461"/>
                <a:gd name="connsiteX496" fmla="*/ 240982 w 1387792"/>
                <a:gd name="connsiteY496" fmla="*/ 190976 h 642461"/>
                <a:gd name="connsiteX497" fmla="*/ 235744 w 1387792"/>
                <a:gd name="connsiteY497" fmla="*/ 184309 h 642461"/>
                <a:gd name="connsiteX498" fmla="*/ 232886 w 1387792"/>
                <a:gd name="connsiteY498" fmla="*/ 182404 h 642461"/>
                <a:gd name="connsiteX499" fmla="*/ 229076 w 1387792"/>
                <a:gd name="connsiteY499" fmla="*/ 180499 h 642461"/>
                <a:gd name="connsiteX500" fmla="*/ 226219 w 1387792"/>
                <a:gd name="connsiteY500" fmla="*/ 180022 h 642461"/>
                <a:gd name="connsiteX501" fmla="*/ 225742 w 1387792"/>
                <a:gd name="connsiteY501" fmla="*/ 180499 h 642461"/>
                <a:gd name="connsiteX502" fmla="*/ 219075 w 1387792"/>
                <a:gd name="connsiteY502" fmla="*/ 181451 h 642461"/>
                <a:gd name="connsiteX503" fmla="*/ 214313 w 1387792"/>
                <a:gd name="connsiteY503" fmla="*/ 181451 h 642461"/>
                <a:gd name="connsiteX504" fmla="*/ 211455 w 1387792"/>
                <a:gd name="connsiteY504" fmla="*/ 180022 h 642461"/>
                <a:gd name="connsiteX505" fmla="*/ 208597 w 1387792"/>
                <a:gd name="connsiteY505" fmla="*/ 180022 h 642461"/>
                <a:gd name="connsiteX506" fmla="*/ 208597 w 1387792"/>
                <a:gd name="connsiteY506" fmla="*/ 180022 h 642461"/>
                <a:gd name="connsiteX507" fmla="*/ 205264 w 1387792"/>
                <a:gd name="connsiteY507" fmla="*/ 180975 h 642461"/>
                <a:gd name="connsiteX508" fmla="*/ 204788 w 1387792"/>
                <a:gd name="connsiteY508" fmla="*/ 180975 h 642461"/>
                <a:gd name="connsiteX509" fmla="*/ 203359 w 1387792"/>
                <a:gd name="connsiteY509" fmla="*/ 180975 h 642461"/>
                <a:gd name="connsiteX510" fmla="*/ 200977 w 1387792"/>
                <a:gd name="connsiteY510" fmla="*/ 179546 h 642461"/>
                <a:gd name="connsiteX511" fmla="*/ 198596 w 1387792"/>
                <a:gd name="connsiteY511" fmla="*/ 175736 h 642461"/>
                <a:gd name="connsiteX512" fmla="*/ 195263 w 1387792"/>
                <a:gd name="connsiteY512" fmla="*/ 171926 h 642461"/>
                <a:gd name="connsiteX513" fmla="*/ 191452 w 1387792"/>
                <a:gd name="connsiteY513" fmla="*/ 170497 h 642461"/>
                <a:gd name="connsiteX514" fmla="*/ 184309 w 1387792"/>
                <a:gd name="connsiteY514" fmla="*/ 171926 h 642461"/>
                <a:gd name="connsiteX515" fmla="*/ 176213 w 1387792"/>
                <a:gd name="connsiteY515" fmla="*/ 177165 h 642461"/>
                <a:gd name="connsiteX516" fmla="*/ 170497 w 1387792"/>
                <a:gd name="connsiteY516" fmla="*/ 180499 h 642461"/>
                <a:gd name="connsiteX517" fmla="*/ 165735 w 1387792"/>
                <a:gd name="connsiteY517" fmla="*/ 180499 h 642461"/>
                <a:gd name="connsiteX518" fmla="*/ 162877 w 1387792"/>
                <a:gd name="connsiteY518" fmla="*/ 180975 h 642461"/>
                <a:gd name="connsiteX519" fmla="*/ 160972 w 1387792"/>
                <a:gd name="connsiteY519" fmla="*/ 180975 h 642461"/>
                <a:gd name="connsiteX520" fmla="*/ 159544 w 1387792"/>
                <a:gd name="connsiteY520" fmla="*/ 180022 h 642461"/>
                <a:gd name="connsiteX521" fmla="*/ 159067 w 1387792"/>
                <a:gd name="connsiteY521" fmla="*/ 178117 h 642461"/>
                <a:gd name="connsiteX522" fmla="*/ 158591 w 1387792"/>
                <a:gd name="connsiteY522" fmla="*/ 175736 h 642461"/>
                <a:gd name="connsiteX523" fmla="*/ 154781 w 1387792"/>
                <a:gd name="connsiteY523" fmla="*/ 173355 h 642461"/>
                <a:gd name="connsiteX524" fmla="*/ 150019 w 1387792"/>
                <a:gd name="connsiteY524" fmla="*/ 171926 h 642461"/>
                <a:gd name="connsiteX525" fmla="*/ 145256 w 1387792"/>
                <a:gd name="connsiteY525" fmla="*/ 170021 h 642461"/>
                <a:gd name="connsiteX526" fmla="*/ 142398 w 1387792"/>
                <a:gd name="connsiteY526" fmla="*/ 169545 h 642461"/>
                <a:gd name="connsiteX527" fmla="*/ 140970 w 1387792"/>
                <a:gd name="connsiteY527" fmla="*/ 171926 h 642461"/>
                <a:gd name="connsiteX528" fmla="*/ 137160 w 1387792"/>
                <a:gd name="connsiteY528" fmla="*/ 175736 h 642461"/>
                <a:gd name="connsiteX529" fmla="*/ 132873 w 1387792"/>
                <a:gd name="connsiteY529" fmla="*/ 179546 h 642461"/>
                <a:gd name="connsiteX530" fmla="*/ 127159 w 1387792"/>
                <a:gd name="connsiteY530" fmla="*/ 185738 h 642461"/>
                <a:gd name="connsiteX531" fmla="*/ 125730 w 1387792"/>
                <a:gd name="connsiteY531" fmla="*/ 188119 h 642461"/>
                <a:gd name="connsiteX532" fmla="*/ 123825 w 1387792"/>
                <a:gd name="connsiteY532" fmla="*/ 189547 h 642461"/>
                <a:gd name="connsiteX533" fmla="*/ 119063 w 1387792"/>
                <a:gd name="connsiteY533" fmla="*/ 190976 h 642461"/>
                <a:gd name="connsiteX534" fmla="*/ 113347 w 1387792"/>
                <a:gd name="connsiteY534" fmla="*/ 193357 h 642461"/>
                <a:gd name="connsiteX535" fmla="*/ 109538 w 1387792"/>
                <a:gd name="connsiteY535" fmla="*/ 196215 h 642461"/>
                <a:gd name="connsiteX536" fmla="*/ 104298 w 1387792"/>
                <a:gd name="connsiteY536" fmla="*/ 197644 h 642461"/>
                <a:gd name="connsiteX537" fmla="*/ 98584 w 1387792"/>
                <a:gd name="connsiteY537" fmla="*/ 198596 h 642461"/>
                <a:gd name="connsiteX538" fmla="*/ 96202 w 1387792"/>
                <a:gd name="connsiteY538" fmla="*/ 200977 h 642461"/>
                <a:gd name="connsiteX539" fmla="*/ 94773 w 1387792"/>
                <a:gd name="connsiteY539" fmla="*/ 205264 h 642461"/>
                <a:gd name="connsiteX540" fmla="*/ 92869 w 1387792"/>
                <a:gd name="connsiteY540" fmla="*/ 209074 h 642461"/>
                <a:gd name="connsiteX541" fmla="*/ 83820 w 1387792"/>
                <a:gd name="connsiteY541" fmla="*/ 214789 h 642461"/>
                <a:gd name="connsiteX542" fmla="*/ 79057 w 1387792"/>
                <a:gd name="connsiteY542" fmla="*/ 218599 h 642461"/>
                <a:gd name="connsiteX543" fmla="*/ 75247 w 1387792"/>
                <a:gd name="connsiteY543" fmla="*/ 220504 h 642461"/>
                <a:gd name="connsiteX544" fmla="*/ 72866 w 1387792"/>
                <a:gd name="connsiteY544" fmla="*/ 220027 h 642461"/>
                <a:gd name="connsiteX545" fmla="*/ 70009 w 1387792"/>
                <a:gd name="connsiteY545" fmla="*/ 219551 h 642461"/>
                <a:gd name="connsiteX546" fmla="*/ 69056 w 1387792"/>
                <a:gd name="connsiteY546" fmla="*/ 220027 h 642461"/>
                <a:gd name="connsiteX547" fmla="*/ 70485 w 1387792"/>
                <a:gd name="connsiteY547" fmla="*/ 222885 h 642461"/>
                <a:gd name="connsiteX548" fmla="*/ 71438 w 1387792"/>
                <a:gd name="connsiteY548" fmla="*/ 231457 h 642461"/>
                <a:gd name="connsiteX549" fmla="*/ 72866 w 1387792"/>
                <a:gd name="connsiteY549" fmla="*/ 237172 h 642461"/>
                <a:gd name="connsiteX550" fmla="*/ 74295 w 1387792"/>
                <a:gd name="connsiteY550" fmla="*/ 240506 h 642461"/>
                <a:gd name="connsiteX551" fmla="*/ 75247 w 1387792"/>
                <a:gd name="connsiteY551" fmla="*/ 242888 h 642461"/>
                <a:gd name="connsiteX552" fmla="*/ 76200 w 1387792"/>
                <a:gd name="connsiteY552" fmla="*/ 246697 h 642461"/>
                <a:gd name="connsiteX553" fmla="*/ 75247 w 1387792"/>
                <a:gd name="connsiteY553" fmla="*/ 249079 h 642461"/>
                <a:gd name="connsiteX554" fmla="*/ 73342 w 1387792"/>
                <a:gd name="connsiteY554" fmla="*/ 250507 h 642461"/>
                <a:gd name="connsiteX555" fmla="*/ 68103 w 1387792"/>
                <a:gd name="connsiteY555" fmla="*/ 252889 h 642461"/>
                <a:gd name="connsiteX556" fmla="*/ 62389 w 1387792"/>
                <a:gd name="connsiteY556" fmla="*/ 254794 h 642461"/>
                <a:gd name="connsiteX557" fmla="*/ 59055 w 1387792"/>
                <a:gd name="connsiteY557" fmla="*/ 253365 h 642461"/>
                <a:gd name="connsiteX558" fmla="*/ 55245 w 1387792"/>
                <a:gd name="connsiteY558" fmla="*/ 250031 h 642461"/>
                <a:gd name="connsiteX559" fmla="*/ 53816 w 1387792"/>
                <a:gd name="connsiteY559" fmla="*/ 248126 h 642461"/>
                <a:gd name="connsiteX560" fmla="*/ 49530 w 1387792"/>
                <a:gd name="connsiteY560" fmla="*/ 242888 h 642461"/>
                <a:gd name="connsiteX561" fmla="*/ 42386 w 1387792"/>
                <a:gd name="connsiteY561" fmla="*/ 234791 h 642461"/>
                <a:gd name="connsiteX562" fmla="*/ 37623 w 1387792"/>
                <a:gd name="connsiteY562" fmla="*/ 230505 h 642461"/>
                <a:gd name="connsiteX563" fmla="*/ 33814 w 1387792"/>
                <a:gd name="connsiteY563" fmla="*/ 229076 h 642461"/>
                <a:gd name="connsiteX564" fmla="*/ 30480 w 1387792"/>
                <a:gd name="connsiteY564" fmla="*/ 229552 h 642461"/>
                <a:gd name="connsiteX565" fmla="*/ 28098 w 1387792"/>
                <a:gd name="connsiteY565" fmla="*/ 231457 h 642461"/>
                <a:gd name="connsiteX566" fmla="*/ 26194 w 1387792"/>
                <a:gd name="connsiteY566" fmla="*/ 233363 h 642461"/>
                <a:gd name="connsiteX567" fmla="*/ 24289 w 1387792"/>
                <a:gd name="connsiteY567" fmla="*/ 235267 h 642461"/>
                <a:gd name="connsiteX568" fmla="*/ 23336 w 1387792"/>
                <a:gd name="connsiteY568" fmla="*/ 237649 h 642461"/>
                <a:gd name="connsiteX569" fmla="*/ 23336 w 1387792"/>
                <a:gd name="connsiteY569" fmla="*/ 240982 h 642461"/>
                <a:gd name="connsiteX570" fmla="*/ 23336 w 1387792"/>
                <a:gd name="connsiteY570" fmla="*/ 244792 h 642461"/>
                <a:gd name="connsiteX571" fmla="*/ 21907 w 1387792"/>
                <a:gd name="connsiteY571" fmla="*/ 247174 h 642461"/>
                <a:gd name="connsiteX572" fmla="*/ 18097 w 1387792"/>
                <a:gd name="connsiteY572" fmla="*/ 250031 h 642461"/>
                <a:gd name="connsiteX573" fmla="*/ 13335 w 1387792"/>
                <a:gd name="connsiteY573" fmla="*/ 253841 h 642461"/>
                <a:gd name="connsiteX574" fmla="*/ 10001 w 1387792"/>
                <a:gd name="connsiteY574" fmla="*/ 260509 h 642461"/>
                <a:gd name="connsiteX575" fmla="*/ 7620 w 1387792"/>
                <a:gd name="connsiteY575" fmla="*/ 269081 h 642461"/>
                <a:gd name="connsiteX576" fmla="*/ 6667 w 1387792"/>
                <a:gd name="connsiteY576" fmla="*/ 274796 h 642461"/>
                <a:gd name="connsiteX577" fmla="*/ 8572 w 1387792"/>
                <a:gd name="connsiteY577" fmla="*/ 277654 h 642461"/>
                <a:gd name="connsiteX578" fmla="*/ 11906 w 1387792"/>
                <a:gd name="connsiteY578" fmla="*/ 280035 h 642461"/>
                <a:gd name="connsiteX579" fmla="*/ 14288 w 1387792"/>
                <a:gd name="connsiteY579" fmla="*/ 282416 h 642461"/>
                <a:gd name="connsiteX580" fmla="*/ 14764 w 1387792"/>
                <a:gd name="connsiteY580" fmla="*/ 284797 h 642461"/>
                <a:gd name="connsiteX581" fmla="*/ 14288 w 1387792"/>
                <a:gd name="connsiteY581" fmla="*/ 287179 h 642461"/>
                <a:gd name="connsiteX582" fmla="*/ 12382 w 1387792"/>
                <a:gd name="connsiteY582" fmla="*/ 289560 h 642461"/>
                <a:gd name="connsiteX583" fmla="*/ 8572 w 1387792"/>
                <a:gd name="connsiteY583" fmla="*/ 292417 h 642461"/>
                <a:gd name="connsiteX584" fmla="*/ 3334 w 1387792"/>
                <a:gd name="connsiteY584" fmla="*/ 299561 h 642461"/>
                <a:gd name="connsiteX585" fmla="*/ 0 w 1387792"/>
                <a:gd name="connsiteY585" fmla="*/ 309563 h 642461"/>
                <a:gd name="connsiteX586" fmla="*/ 1905 w 1387792"/>
                <a:gd name="connsiteY586" fmla="*/ 316706 h 642461"/>
                <a:gd name="connsiteX587" fmla="*/ 8572 w 1387792"/>
                <a:gd name="connsiteY587" fmla="*/ 320516 h 642461"/>
                <a:gd name="connsiteX588" fmla="*/ 13811 w 1387792"/>
                <a:gd name="connsiteY588" fmla="*/ 322421 h 642461"/>
                <a:gd name="connsiteX589" fmla="*/ 15716 w 1387792"/>
                <a:gd name="connsiteY589" fmla="*/ 324802 h 642461"/>
                <a:gd name="connsiteX590" fmla="*/ 17621 w 1387792"/>
                <a:gd name="connsiteY590" fmla="*/ 329565 h 642461"/>
                <a:gd name="connsiteX591" fmla="*/ 17145 w 1387792"/>
                <a:gd name="connsiteY591" fmla="*/ 334327 h 642461"/>
                <a:gd name="connsiteX592" fmla="*/ 16669 w 1387792"/>
                <a:gd name="connsiteY592" fmla="*/ 337661 h 642461"/>
                <a:gd name="connsiteX593" fmla="*/ 18097 w 1387792"/>
                <a:gd name="connsiteY593" fmla="*/ 340519 h 642461"/>
                <a:gd name="connsiteX594" fmla="*/ 20478 w 1387792"/>
                <a:gd name="connsiteY594" fmla="*/ 344329 h 642461"/>
                <a:gd name="connsiteX595" fmla="*/ 23336 w 1387792"/>
                <a:gd name="connsiteY595" fmla="*/ 346710 h 642461"/>
                <a:gd name="connsiteX596" fmla="*/ 26670 w 1387792"/>
                <a:gd name="connsiteY596" fmla="*/ 345281 h 642461"/>
                <a:gd name="connsiteX597" fmla="*/ 30003 w 1387792"/>
                <a:gd name="connsiteY597" fmla="*/ 343852 h 642461"/>
                <a:gd name="connsiteX598" fmla="*/ 33814 w 1387792"/>
                <a:gd name="connsiteY598" fmla="*/ 344329 h 642461"/>
                <a:gd name="connsiteX599" fmla="*/ 45244 w 1387792"/>
                <a:gd name="connsiteY599" fmla="*/ 345757 h 642461"/>
                <a:gd name="connsiteX600" fmla="*/ 51435 w 1387792"/>
                <a:gd name="connsiteY600" fmla="*/ 346234 h 642461"/>
                <a:gd name="connsiteX601" fmla="*/ 53340 w 1387792"/>
                <a:gd name="connsiteY601" fmla="*/ 347663 h 642461"/>
                <a:gd name="connsiteX602" fmla="*/ 57150 w 1387792"/>
                <a:gd name="connsiteY602" fmla="*/ 352901 h 642461"/>
                <a:gd name="connsiteX603" fmla="*/ 61913 w 1387792"/>
                <a:gd name="connsiteY603" fmla="*/ 358616 h 642461"/>
                <a:gd name="connsiteX604" fmla="*/ 66675 w 1387792"/>
                <a:gd name="connsiteY604" fmla="*/ 364331 h 642461"/>
                <a:gd name="connsiteX605" fmla="*/ 68103 w 1387792"/>
                <a:gd name="connsiteY605" fmla="*/ 366713 h 642461"/>
                <a:gd name="connsiteX606" fmla="*/ 71914 w 1387792"/>
                <a:gd name="connsiteY606" fmla="*/ 373380 h 642461"/>
                <a:gd name="connsiteX607" fmla="*/ 75723 w 1387792"/>
                <a:gd name="connsiteY607" fmla="*/ 379571 h 642461"/>
                <a:gd name="connsiteX608" fmla="*/ 80010 w 1387792"/>
                <a:gd name="connsiteY608" fmla="*/ 387191 h 642461"/>
                <a:gd name="connsiteX609" fmla="*/ 79534 w 1387792"/>
                <a:gd name="connsiteY609" fmla="*/ 389096 h 642461"/>
                <a:gd name="connsiteX610" fmla="*/ 77152 w 1387792"/>
                <a:gd name="connsiteY610" fmla="*/ 390049 h 642461"/>
                <a:gd name="connsiteX611" fmla="*/ 73342 w 1387792"/>
                <a:gd name="connsiteY611" fmla="*/ 390049 h 642461"/>
                <a:gd name="connsiteX612" fmla="*/ 70485 w 1387792"/>
                <a:gd name="connsiteY612" fmla="*/ 389096 h 642461"/>
                <a:gd name="connsiteX613" fmla="*/ 69056 w 1387792"/>
                <a:gd name="connsiteY613" fmla="*/ 388144 h 642461"/>
                <a:gd name="connsiteX614" fmla="*/ 67627 w 1387792"/>
                <a:gd name="connsiteY614" fmla="*/ 387667 h 642461"/>
                <a:gd name="connsiteX615" fmla="*/ 66198 w 1387792"/>
                <a:gd name="connsiteY615" fmla="*/ 388144 h 642461"/>
                <a:gd name="connsiteX616" fmla="*/ 64770 w 1387792"/>
                <a:gd name="connsiteY616" fmla="*/ 389096 h 642461"/>
                <a:gd name="connsiteX617" fmla="*/ 64294 w 1387792"/>
                <a:gd name="connsiteY617" fmla="*/ 390525 h 642461"/>
                <a:gd name="connsiteX618" fmla="*/ 64294 w 1387792"/>
                <a:gd name="connsiteY618" fmla="*/ 392430 h 642461"/>
                <a:gd name="connsiteX619" fmla="*/ 65246 w 1387792"/>
                <a:gd name="connsiteY619" fmla="*/ 394335 h 642461"/>
                <a:gd name="connsiteX620" fmla="*/ 66675 w 1387792"/>
                <a:gd name="connsiteY620" fmla="*/ 395764 h 642461"/>
                <a:gd name="connsiteX621" fmla="*/ 67627 w 1387792"/>
                <a:gd name="connsiteY621" fmla="*/ 396240 h 642461"/>
                <a:gd name="connsiteX622" fmla="*/ 73342 w 1387792"/>
                <a:gd name="connsiteY622" fmla="*/ 398621 h 642461"/>
                <a:gd name="connsiteX623" fmla="*/ 79534 w 1387792"/>
                <a:gd name="connsiteY623" fmla="*/ 401479 h 642461"/>
                <a:gd name="connsiteX624" fmla="*/ 87153 w 1387792"/>
                <a:gd name="connsiteY624" fmla="*/ 405289 h 642461"/>
                <a:gd name="connsiteX625" fmla="*/ 88582 w 1387792"/>
                <a:gd name="connsiteY625" fmla="*/ 405765 h 642461"/>
                <a:gd name="connsiteX626" fmla="*/ 87630 w 1387792"/>
                <a:gd name="connsiteY626" fmla="*/ 403860 h 642461"/>
                <a:gd name="connsiteX627" fmla="*/ 90488 w 1387792"/>
                <a:gd name="connsiteY627" fmla="*/ 401479 h 642461"/>
                <a:gd name="connsiteX628" fmla="*/ 92869 w 1387792"/>
                <a:gd name="connsiteY628" fmla="*/ 402431 h 642461"/>
                <a:gd name="connsiteX629" fmla="*/ 92392 w 1387792"/>
                <a:gd name="connsiteY629" fmla="*/ 399097 h 642461"/>
                <a:gd name="connsiteX630" fmla="*/ 92392 w 1387792"/>
                <a:gd name="connsiteY630" fmla="*/ 397669 h 642461"/>
                <a:gd name="connsiteX631" fmla="*/ 95250 w 1387792"/>
                <a:gd name="connsiteY631" fmla="*/ 396716 h 642461"/>
                <a:gd name="connsiteX632" fmla="*/ 100489 w 1387792"/>
                <a:gd name="connsiteY632" fmla="*/ 396240 h 642461"/>
                <a:gd name="connsiteX633" fmla="*/ 101917 w 1387792"/>
                <a:gd name="connsiteY633" fmla="*/ 395288 h 642461"/>
                <a:gd name="connsiteX634" fmla="*/ 106203 w 1387792"/>
                <a:gd name="connsiteY634" fmla="*/ 395288 h 642461"/>
                <a:gd name="connsiteX635" fmla="*/ 110490 w 1387792"/>
                <a:gd name="connsiteY635" fmla="*/ 394335 h 642461"/>
                <a:gd name="connsiteX636" fmla="*/ 114300 w 1387792"/>
                <a:gd name="connsiteY636" fmla="*/ 392906 h 642461"/>
                <a:gd name="connsiteX637" fmla="*/ 117634 w 1387792"/>
                <a:gd name="connsiteY637" fmla="*/ 390049 h 642461"/>
                <a:gd name="connsiteX638" fmla="*/ 124777 w 1387792"/>
                <a:gd name="connsiteY638" fmla="*/ 385763 h 642461"/>
                <a:gd name="connsiteX639" fmla="*/ 128588 w 1387792"/>
                <a:gd name="connsiteY639" fmla="*/ 381952 h 642461"/>
                <a:gd name="connsiteX640" fmla="*/ 130492 w 1387792"/>
                <a:gd name="connsiteY640" fmla="*/ 381952 h 642461"/>
                <a:gd name="connsiteX641" fmla="*/ 132397 w 1387792"/>
                <a:gd name="connsiteY641" fmla="*/ 382429 h 642461"/>
                <a:gd name="connsiteX642" fmla="*/ 134302 w 1387792"/>
                <a:gd name="connsiteY642" fmla="*/ 381952 h 642461"/>
                <a:gd name="connsiteX643" fmla="*/ 137636 w 1387792"/>
                <a:gd name="connsiteY643" fmla="*/ 379571 h 642461"/>
                <a:gd name="connsiteX644" fmla="*/ 139541 w 1387792"/>
                <a:gd name="connsiteY644" fmla="*/ 379095 h 642461"/>
                <a:gd name="connsiteX645" fmla="*/ 145732 w 1387792"/>
                <a:gd name="connsiteY645" fmla="*/ 375285 h 642461"/>
                <a:gd name="connsiteX646" fmla="*/ 154305 w 1387792"/>
                <a:gd name="connsiteY646" fmla="*/ 372427 h 642461"/>
                <a:gd name="connsiteX647" fmla="*/ 158115 w 1387792"/>
                <a:gd name="connsiteY647" fmla="*/ 372904 h 642461"/>
                <a:gd name="connsiteX648" fmla="*/ 169069 w 1387792"/>
                <a:gd name="connsiteY648" fmla="*/ 375761 h 642461"/>
                <a:gd name="connsiteX649" fmla="*/ 170021 w 1387792"/>
                <a:gd name="connsiteY649" fmla="*/ 376238 h 642461"/>
                <a:gd name="connsiteX650" fmla="*/ 173355 w 1387792"/>
                <a:gd name="connsiteY650" fmla="*/ 380047 h 642461"/>
                <a:gd name="connsiteX651" fmla="*/ 180022 w 1387792"/>
                <a:gd name="connsiteY651" fmla="*/ 381476 h 642461"/>
                <a:gd name="connsiteX652" fmla="*/ 182403 w 1387792"/>
                <a:gd name="connsiteY652" fmla="*/ 381000 h 642461"/>
                <a:gd name="connsiteX653" fmla="*/ 184785 w 1387792"/>
                <a:gd name="connsiteY653" fmla="*/ 383857 h 642461"/>
                <a:gd name="connsiteX654" fmla="*/ 186690 w 1387792"/>
                <a:gd name="connsiteY654" fmla="*/ 384334 h 642461"/>
                <a:gd name="connsiteX655" fmla="*/ 188595 w 1387792"/>
                <a:gd name="connsiteY655" fmla="*/ 383857 h 642461"/>
                <a:gd name="connsiteX656" fmla="*/ 193834 w 1387792"/>
                <a:gd name="connsiteY656" fmla="*/ 381476 h 642461"/>
                <a:gd name="connsiteX657" fmla="*/ 195263 w 1387792"/>
                <a:gd name="connsiteY657" fmla="*/ 380524 h 642461"/>
                <a:gd name="connsiteX658" fmla="*/ 196691 w 1387792"/>
                <a:gd name="connsiteY658" fmla="*/ 378619 h 642461"/>
                <a:gd name="connsiteX659" fmla="*/ 198596 w 1387792"/>
                <a:gd name="connsiteY659" fmla="*/ 377666 h 642461"/>
                <a:gd name="connsiteX660" fmla="*/ 205264 w 1387792"/>
                <a:gd name="connsiteY660" fmla="*/ 379095 h 642461"/>
                <a:gd name="connsiteX661" fmla="*/ 213360 w 1387792"/>
                <a:gd name="connsiteY661" fmla="*/ 379095 h 642461"/>
                <a:gd name="connsiteX662" fmla="*/ 217170 w 1387792"/>
                <a:gd name="connsiteY662" fmla="*/ 381476 h 642461"/>
                <a:gd name="connsiteX663" fmla="*/ 218122 w 1387792"/>
                <a:gd name="connsiteY663" fmla="*/ 382905 h 642461"/>
                <a:gd name="connsiteX664" fmla="*/ 220503 w 1387792"/>
                <a:gd name="connsiteY664" fmla="*/ 387667 h 642461"/>
                <a:gd name="connsiteX665" fmla="*/ 221456 w 1387792"/>
                <a:gd name="connsiteY665" fmla="*/ 391001 h 642461"/>
                <a:gd name="connsiteX666" fmla="*/ 220027 w 1387792"/>
                <a:gd name="connsiteY666" fmla="*/ 393382 h 642461"/>
                <a:gd name="connsiteX667" fmla="*/ 218122 w 1387792"/>
                <a:gd name="connsiteY667" fmla="*/ 395764 h 642461"/>
                <a:gd name="connsiteX668" fmla="*/ 217646 w 1387792"/>
                <a:gd name="connsiteY668" fmla="*/ 398621 h 642461"/>
                <a:gd name="connsiteX669" fmla="*/ 219075 w 1387792"/>
                <a:gd name="connsiteY669" fmla="*/ 401002 h 642461"/>
                <a:gd name="connsiteX670" fmla="*/ 220027 w 1387792"/>
                <a:gd name="connsiteY670" fmla="*/ 410527 h 642461"/>
                <a:gd name="connsiteX671" fmla="*/ 216694 w 1387792"/>
                <a:gd name="connsiteY671" fmla="*/ 420052 h 642461"/>
                <a:gd name="connsiteX672" fmla="*/ 211455 w 1387792"/>
                <a:gd name="connsiteY672" fmla="*/ 428149 h 642461"/>
                <a:gd name="connsiteX673" fmla="*/ 207645 w 1387792"/>
                <a:gd name="connsiteY673" fmla="*/ 436721 h 642461"/>
                <a:gd name="connsiteX674" fmla="*/ 210026 w 1387792"/>
                <a:gd name="connsiteY674" fmla="*/ 440055 h 642461"/>
                <a:gd name="connsiteX675" fmla="*/ 218598 w 1387792"/>
                <a:gd name="connsiteY675" fmla="*/ 443865 h 642461"/>
                <a:gd name="connsiteX676" fmla="*/ 222409 w 1387792"/>
                <a:gd name="connsiteY676" fmla="*/ 447199 h 642461"/>
                <a:gd name="connsiteX677" fmla="*/ 218122 w 1387792"/>
                <a:gd name="connsiteY677" fmla="*/ 448151 h 642461"/>
                <a:gd name="connsiteX678" fmla="*/ 212407 w 1387792"/>
                <a:gd name="connsiteY678" fmla="*/ 447675 h 642461"/>
                <a:gd name="connsiteX679" fmla="*/ 207645 w 1387792"/>
                <a:gd name="connsiteY679" fmla="*/ 446722 h 642461"/>
                <a:gd name="connsiteX680" fmla="*/ 199548 w 1387792"/>
                <a:gd name="connsiteY680" fmla="*/ 444341 h 642461"/>
                <a:gd name="connsiteX681" fmla="*/ 196215 w 1387792"/>
                <a:gd name="connsiteY681" fmla="*/ 443865 h 642461"/>
                <a:gd name="connsiteX682" fmla="*/ 183356 w 1387792"/>
                <a:gd name="connsiteY682" fmla="*/ 444341 h 642461"/>
                <a:gd name="connsiteX683" fmla="*/ 172402 w 1387792"/>
                <a:gd name="connsiteY683" fmla="*/ 443865 h 642461"/>
                <a:gd name="connsiteX684" fmla="*/ 165735 w 1387792"/>
                <a:gd name="connsiteY684" fmla="*/ 446246 h 642461"/>
                <a:gd name="connsiteX685" fmla="*/ 161448 w 1387792"/>
                <a:gd name="connsiteY685" fmla="*/ 445770 h 642461"/>
                <a:gd name="connsiteX686" fmla="*/ 158591 w 1387792"/>
                <a:gd name="connsiteY686" fmla="*/ 449104 h 642461"/>
                <a:gd name="connsiteX687" fmla="*/ 157163 w 1387792"/>
                <a:gd name="connsiteY687" fmla="*/ 451009 h 642461"/>
                <a:gd name="connsiteX688" fmla="*/ 155734 w 1387792"/>
                <a:gd name="connsiteY688" fmla="*/ 455295 h 642461"/>
                <a:gd name="connsiteX689" fmla="*/ 152400 w 1387792"/>
                <a:gd name="connsiteY689" fmla="*/ 458629 h 642461"/>
                <a:gd name="connsiteX690" fmla="*/ 148590 w 1387792"/>
                <a:gd name="connsiteY690" fmla="*/ 461010 h 642461"/>
                <a:gd name="connsiteX691" fmla="*/ 147638 w 1387792"/>
                <a:gd name="connsiteY691" fmla="*/ 463391 h 642461"/>
                <a:gd name="connsiteX692" fmla="*/ 148114 w 1387792"/>
                <a:gd name="connsiteY692" fmla="*/ 466249 h 642461"/>
                <a:gd name="connsiteX693" fmla="*/ 149542 w 1387792"/>
                <a:gd name="connsiteY693" fmla="*/ 468154 h 642461"/>
                <a:gd name="connsiteX694" fmla="*/ 154781 w 1387792"/>
                <a:gd name="connsiteY694" fmla="*/ 472440 h 642461"/>
                <a:gd name="connsiteX695" fmla="*/ 158115 w 1387792"/>
                <a:gd name="connsiteY695" fmla="*/ 476250 h 642461"/>
                <a:gd name="connsiteX696" fmla="*/ 160020 w 1387792"/>
                <a:gd name="connsiteY696" fmla="*/ 477202 h 642461"/>
                <a:gd name="connsiteX697" fmla="*/ 162401 w 1387792"/>
                <a:gd name="connsiteY697" fmla="*/ 477202 h 642461"/>
                <a:gd name="connsiteX698" fmla="*/ 164306 w 1387792"/>
                <a:gd name="connsiteY698" fmla="*/ 478155 h 642461"/>
                <a:gd name="connsiteX699" fmla="*/ 166211 w 1387792"/>
                <a:gd name="connsiteY699" fmla="*/ 480060 h 642461"/>
                <a:gd name="connsiteX700" fmla="*/ 160496 w 1387792"/>
                <a:gd name="connsiteY700" fmla="*/ 479584 h 642461"/>
                <a:gd name="connsiteX701" fmla="*/ 158115 w 1387792"/>
                <a:gd name="connsiteY701" fmla="*/ 480060 h 642461"/>
                <a:gd name="connsiteX702" fmla="*/ 153352 w 1387792"/>
                <a:gd name="connsiteY702" fmla="*/ 481489 h 642461"/>
                <a:gd name="connsiteX703" fmla="*/ 150971 w 1387792"/>
                <a:gd name="connsiteY703" fmla="*/ 481013 h 642461"/>
                <a:gd name="connsiteX704" fmla="*/ 149066 w 1387792"/>
                <a:gd name="connsiteY704" fmla="*/ 480060 h 642461"/>
                <a:gd name="connsiteX705" fmla="*/ 142875 w 1387792"/>
                <a:gd name="connsiteY705" fmla="*/ 475774 h 642461"/>
                <a:gd name="connsiteX706" fmla="*/ 135731 w 1387792"/>
                <a:gd name="connsiteY706" fmla="*/ 475774 h 642461"/>
                <a:gd name="connsiteX707" fmla="*/ 127635 w 1387792"/>
                <a:gd name="connsiteY707" fmla="*/ 476250 h 642461"/>
                <a:gd name="connsiteX708" fmla="*/ 123825 w 1387792"/>
                <a:gd name="connsiteY708" fmla="*/ 478155 h 642461"/>
                <a:gd name="connsiteX709" fmla="*/ 122872 w 1387792"/>
                <a:gd name="connsiteY709" fmla="*/ 480536 h 642461"/>
                <a:gd name="connsiteX710" fmla="*/ 122396 w 1387792"/>
                <a:gd name="connsiteY710" fmla="*/ 483394 h 642461"/>
                <a:gd name="connsiteX711" fmla="*/ 122396 w 1387792"/>
                <a:gd name="connsiteY711" fmla="*/ 485775 h 642461"/>
                <a:gd name="connsiteX712" fmla="*/ 123348 w 1387792"/>
                <a:gd name="connsiteY712" fmla="*/ 487680 h 642461"/>
                <a:gd name="connsiteX713" fmla="*/ 125253 w 1387792"/>
                <a:gd name="connsiteY713" fmla="*/ 489109 h 642461"/>
                <a:gd name="connsiteX714" fmla="*/ 130016 w 1387792"/>
                <a:gd name="connsiteY714" fmla="*/ 490538 h 642461"/>
                <a:gd name="connsiteX715" fmla="*/ 137160 w 1387792"/>
                <a:gd name="connsiteY715" fmla="*/ 491966 h 642461"/>
                <a:gd name="connsiteX716" fmla="*/ 140494 w 1387792"/>
                <a:gd name="connsiteY716" fmla="*/ 493395 h 642461"/>
                <a:gd name="connsiteX717" fmla="*/ 141922 w 1387792"/>
                <a:gd name="connsiteY717" fmla="*/ 494824 h 642461"/>
                <a:gd name="connsiteX718" fmla="*/ 145732 w 1387792"/>
                <a:gd name="connsiteY718" fmla="*/ 504349 h 642461"/>
                <a:gd name="connsiteX719" fmla="*/ 150019 w 1387792"/>
                <a:gd name="connsiteY719" fmla="*/ 512921 h 642461"/>
                <a:gd name="connsiteX720" fmla="*/ 152400 w 1387792"/>
                <a:gd name="connsiteY720" fmla="*/ 517207 h 642461"/>
                <a:gd name="connsiteX721" fmla="*/ 155734 w 1387792"/>
                <a:gd name="connsiteY721" fmla="*/ 520065 h 642461"/>
                <a:gd name="connsiteX722" fmla="*/ 157163 w 1387792"/>
                <a:gd name="connsiteY722" fmla="*/ 521970 h 642461"/>
                <a:gd name="connsiteX723" fmla="*/ 158115 w 1387792"/>
                <a:gd name="connsiteY723" fmla="*/ 523875 h 642461"/>
                <a:gd name="connsiteX724" fmla="*/ 158591 w 1387792"/>
                <a:gd name="connsiteY724" fmla="*/ 526256 h 642461"/>
                <a:gd name="connsiteX725" fmla="*/ 158591 w 1387792"/>
                <a:gd name="connsiteY725" fmla="*/ 529114 h 642461"/>
                <a:gd name="connsiteX726" fmla="*/ 158115 w 1387792"/>
                <a:gd name="connsiteY726" fmla="*/ 534352 h 642461"/>
                <a:gd name="connsiteX727" fmla="*/ 158115 w 1387792"/>
                <a:gd name="connsiteY727" fmla="*/ 536734 h 642461"/>
                <a:gd name="connsiteX728" fmla="*/ 160020 w 1387792"/>
                <a:gd name="connsiteY728" fmla="*/ 537210 h 642461"/>
                <a:gd name="connsiteX729" fmla="*/ 165735 w 1387792"/>
                <a:gd name="connsiteY729" fmla="*/ 537210 h 642461"/>
                <a:gd name="connsiteX730" fmla="*/ 169069 w 1387792"/>
                <a:gd name="connsiteY730" fmla="*/ 537686 h 642461"/>
                <a:gd name="connsiteX731" fmla="*/ 171926 w 1387792"/>
                <a:gd name="connsiteY731" fmla="*/ 540068 h 642461"/>
                <a:gd name="connsiteX732" fmla="*/ 174784 w 1387792"/>
                <a:gd name="connsiteY732" fmla="*/ 544354 h 642461"/>
                <a:gd name="connsiteX733" fmla="*/ 175736 w 1387792"/>
                <a:gd name="connsiteY733" fmla="*/ 546259 h 642461"/>
                <a:gd name="connsiteX734" fmla="*/ 176689 w 1387792"/>
                <a:gd name="connsiteY734" fmla="*/ 548164 h 642461"/>
                <a:gd name="connsiteX735" fmla="*/ 178594 w 1387792"/>
                <a:gd name="connsiteY735" fmla="*/ 549593 h 642461"/>
                <a:gd name="connsiteX736" fmla="*/ 180498 w 1387792"/>
                <a:gd name="connsiteY736" fmla="*/ 550545 h 642461"/>
                <a:gd name="connsiteX737" fmla="*/ 182403 w 1387792"/>
                <a:gd name="connsiteY737" fmla="*/ 550069 h 642461"/>
                <a:gd name="connsiteX738" fmla="*/ 184309 w 1387792"/>
                <a:gd name="connsiteY738" fmla="*/ 549116 h 642461"/>
                <a:gd name="connsiteX739" fmla="*/ 188119 w 1387792"/>
                <a:gd name="connsiteY739" fmla="*/ 549593 h 642461"/>
                <a:gd name="connsiteX740" fmla="*/ 190976 w 1387792"/>
                <a:gd name="connsiteY740" fmla="*/ 552450 h 642461"/>
                <a:gd name="connsiteX741" fmla="*/ 192881 w 1387792"/>
                <a:gd name="connsiteY741" fmla="*/ 551974 h 642461"/>
                <a:gd name="connsiteX742" fmla="*/ 196691 w 1387792"/>
                <a:gd name="connsiteY742" fmla="*/ 551497 h 642461"/>
                <a:gd name="connsiteX743" fmla="*/ 198596 w 1387792"/>
                <a:gd name="connsiteY743" fmla="*/ 551497 h 642461"/>
                <a:gd name="connsiteX744" fmla="*/ 200501 w 1387792"/>
                <a:gd name="connsiteY744" fmla="*/ 551974 h 642461"/>
                <a:gd name="connsiteX745" fmla="*/ 201930 w 1387792"/>
                <a:gd name="connsiteY745" fmla="*/ 553879 h 642461"/>
                <a:gd name="connsiteX746" fmla="*/ 203359 w 1387792"/>
                <a:gd name="connsiteY746" fmla="*/ 561975 h 642461"/>
                <a:gd name="connsiteX747" fmla="*/ 202882 w 1387792"/>
                <a:gd name="connsiteY747" fmla="*/ 567214 h 642461"/>
                <a:gd name="connsiteX748" fmla="*/ 201453 w 1387792"/>
                <a:gd name="connsiteY748" fmla="*/ 571024 h 642461"/>
                <a:gd name="connsiteX749" fmla="*/ 199548 w 1387792"/>
                <a:gd name="connsiteY749" fmla="*/ 574834 h 642461"/>
                <a:gd name="connsiteX750" fmla="*/ 197644 w 1387792"/>
                <a:gd name="connsiteY750" fmla="*/ 580549 h 642461"/>
                <a:gd name="connsiteX751" fmla="*/ 197644 w 1387792"/>
                <a:gd name="connsiteY751" fmla="*/ 582454 h 642461"/>
                <a:gd name="connsiteX752" fmla="*/ 198120 w 1387792"/>
                <a:gd name="connsiteY752" fmla="*/ 589121 h 642461"/>
                <a:gd name="connsiteX753" fmla="*/ 199072 w 1387792"/>
                <a:gd name="connsiteY753" fmla="*/ 593407 h 642461"/>
                <a:gd name="connsiteX754" fmla="*/ 205740 w 1387792"/>
                <a:gd name="connsiteY754" fmla="*/ 586740 h 642461"/>
                <a:gd name="connsiteX755" fmla="*/ 211455 w 1387792"/>
                <a:gd name="connsiteY755" fmla="*/ 581977 h 642461"/>
                <a:gd name="connsiteX756" fmla="*/ 216217 w 1387792"/>
                <a:gd name="connsiteY756" fmla="*/ 579120 h 642461"/>
                <a:gd name="connsiteX757" fmla="*/ 217646 w 1387792"/>
                <a:gd name="connsiteY757" fmla="*/ 578644 h 642461"/>
                <a:gd name="connsiteX758" fmla="*/ 224314 w 1387792"/>
                <a:gd name="connsiteY758" fmla="*/ 576263 h 642461"/>
                <a:gd name="connsiteX759" fmla="*/ 232886 w 1387792"/>
                <a:gd name="connsiteY759" fmla="*/ 574357 h 642461"/>
                <a:gd name="connsiteX760" fmla="*/ 239077 w 1387792"/>
                <a:gd name="connsiteY760" fmla="*/ 572929 h 642461"/>
                <a:gd name="connsiteX761" fmla="*/ 247173 w 1387792"/>
                <a:gd name="connsiteY761" fmla="*/ 571500 h 642461"/>
                <a:gd name="connsiteX762" fmla="*/ 250031 w 1387792"/>
                <a:gd name="connsiteY762" fmla="*/ 571024 h 642461"/>
                <a:gd name="connsiteX763" fmla="*/ 253841 w 1387792"/>
                <a:gd name="connsiteY763" fmla="*/ 571024 h 642461"/>
                <a:gd name="connsiteX764" fmla="*/ 257175 w 1387792"/>
                <a:gd name="connsiteY764" fmla="*/ 572452 h 642461"/>
                <a:gd name="connsiteX765" fmla="*/ 259080 w 1387792"/>
                <a:gd name="connsiteY765" fmla="*/ 573405 h 642461"/>
                <a:gd name="connsiteX766" fmla="*/ 265747 w 1387792"/>
                <a:gd name="connsiteY766" fmla="*/ 577691 h 642461"/>
                <a:gd name="connsiteX767" fmla="*/ 272891 w 1387792"/>
                <a:gd name="connsiteY767" fmla="*/ 581977 h 642461"/>
                <a:gd name="connsiteX768" fmla="*/ 279082 w 1387792"/>
                <a:gd name="connsiteY768" fmla="*/ 586740 h 642461"/>
                <a:gd name="connsiteX769" fmla="*/ 280988 w 1387792"/>
                <a:gd name="connsiteY769" fmla="*/ 588645 h 642461"/>
                <a:gd name="connsiteX770" fmla="*/ 281940 w 1387792"/>
                <a:gd name="connsiteY770" fmla="*/ 591026 h 642461"/>
                <a:gd name="connsiteX771" fmla="*/ 282416 w 1387792"/>
                <a:gd name="connsiteY771" fmla="*/ 593407 h 642461"/>
                <a:gd name="connsiteX772" fmla="*/ 287655 w 1387792"/>
                <a:gd name="connsiteY772" fmla="*/ 600551 h 642461"/>
                <a:gd name="connsiteX773" fmla="*/ 289560 w 1387792"/>
                <a:gd name="connsiteY773" fmla="*/ 603885 h 642461"/>
                <a:gd name="connsiteX774" fmla="*/ 292417 w 1387792"/>
                <a:gd name="connsiteY774" fmla="*/ 608171 h 642461"/>
                <a:gd name="connsiteX775" fmla="*/ 294798 w 1387792"/>
                <a:gd name="connsiteY775" fmla="*/ 610076 h 642461"/>
                <a:gd name="connsiteX776" fmla="*/ 297180 w 1387792"/>
                <a:gd name="connsiteY776" fmla="*/ 612457 h 642461"/>
                <a:gd name="connsiteX777" fmla="*/ 298609 w 1387792"/>
                <a:gd name="connsiteY777" fmla="*/ 614363 h 642461"/>
                <a:gd name="connsiteX778" fmla="*/ 300514 w 1387792"/>
                <a:gd name="connsiteY778" fmla="*/ 615315 h 642461"/>
                <a:gd name="connsiteX779" fmla="*/ 302419 w 1387792"/>
                <a:gd name="connsiteY779" fmla="*/ 615791 h 642461"/>
                <a:gd name="connsiteX780" fmla="*/ 307181 w 1387792"/>
                <a:gd name="connsiteY780" fmla="*/ 615315 h 642461"/>
                <a:gd name="connsiteX781" fmla="*/ 312420 w 1387792"/>
                <a:gd name="connsiteY781" fmla="*/ 613886 h 642461"/>
                <a:gd name="connsiteX782" fmla="*/ 315753 w 1387792"/>
                <a:gd name="connsiteY782" fmla="*/ 613410 h 642461"/>
                <a:gd name="connsiteX783" fmla="*/ 317182 w 1387792"/>
                <a:gd name="connsiteY783" fmla="*/ 613410 h 642461"/>
                <a:gd name="connsiteX784" fmla="*/ 317182 w 1387792"/>
                <a:gd name="connsiteY784" fmla="*/ 604361 h 642461"/>
                <a:gd name="connsiteX785" fmla="*/ 317182 w 1387792"/>
                <a:gd name="connsiteY785" fmla="*/ 595313 h 642461"/>
                <a:gd name="connsiteX786" fmla="*/ 317182 w 1387792"/>
                <a:gd name="connsiteY786" fmla="*/ 586264 h 642461"/>
                <a:gd name="connsiteX787" fmla="*/ 317182 w 1387792"/>
                <a:gd name="connsiteY787" fmla="*/ 576739 h 642461"/>
                <a:gd name="connsiteX788" fmla="*/ 317182 w 1387792"/>
                <a:gd name="connsiteY788" fmla="*/ 567214 h 642461"/>
                <a:gd name="connsiteX789" fmla="*/ 317182 w 1387792"/>
                <a:gd name="connsiteY789" fmla="*/ 557689 h 642461"/>
                <a:gd name="connsiteX790" fmla="*/ 317182 w 1387792"/>
                <a:gd name="connsiteY790" fmla="*/ 548164 h 642461"/>
                <a:gd name="connsiteX791" fmla="*/ 317182 w 1387792"/>
                <a:gd name="connsiteY791" fmla="*/ 538639 h 642461"/>
                <a:gd name="connsiteX792" fmla="*/ 317182 w 1387792"/>
                <a:gd name="connsiteY792" fmla="*/ 529114 h 642461"/>
                <a:gd name="connsiteX793" fmla="*/ 317182 w 1387792"/>
                <a:gd name="connsiteY793" fmla="*/ 519589 h 642461"/>
                <a:gd name="connsiteX794" fmla="*/ 317182 w 1387792"/>
                <a:gd name="connsiteY794" fmla="*/ 510064 h 642461"/>
                <a:gd name="connsiteX795" fmla="*/ 317182 w 1387792"/>
                <a:gd name="connsiteY795" fmla="*/ 500539 h 642461"/>
                <a:gd name="connsiteX796" fmla="*/ 317182 w 1387792"/>
                <a:gd name="connsiteY796" fmla="*/ 491014 h 642461"/>
                <a:gd name="connsiteX797" fmla="*/ 317182 w 1387792"/>
                <a:gd name="connsiteY797" fmla="*/ 481489 h 642461"/>
                <a:gd name="connsiteX798" fmla="*/ 317182 w 1387792"/>
                <a:gd name="connsiteY798" fmla="*/ 471964 h 642461"/>
                <a:gd name="connsiteX799" fmla="*/ 317182 w 1387792"/>
                <a:gd name="connsiteY799" fmla="*/ 462439 h 642461"/>
                <a:gd name="connsiteX800" fmla="*/ 321469 w 1387792"/>
                <a:gd name="connsiteY800" fmla="*/ 461486 h 642461"/>
                <a:gd name="connsiteX801" fmla="*/ 326707 w 1387792"/>
                <a:gd name="connsiteY801" fmla="*/ 460057 h 642461"/>
                <a:gd name="connsiteX802" fmla="*/ 331946 w 1387792"/>
                <a:gd name="connsiteY802" fmla="*/ 458629 h 642461"/>
                <a:gd name="connsiteX803" fmla="*/ 338138 w 1387792"/>
                <a:gd name="connsiteY803" fmla="*/ 456724 h 642461"/>
                <a:gd name="connsiteX804" fmla="*/ 345281 w 1387792"/>
                <a:gd name="connsiteY804" fmla="*/ 454819 h 642461"/>
                <a:gd name="connsiteX805" fmla="*/ 350996 w 1387792"/>
                <a:gd name="connsiteY805" fmla="*/ 453390 h 642461"/>
                <a:gd name="connsiteX806" fmla="*/ 358140 w 1387792"/>
                <a:gd name="connsiteY806" fmla="*/ 451485 h 642461"/>
                <a:gd name="connsiteX807" fmla="*/ 363378 w 1387792"/>
                <a:gd name="connsiteY807" fmla="*/ 450056 h 642461"/>
                <a:gd name="connsiteX808" fmla="*/ 368617 w 1387792"/>
                <a:gd name="connsiteY808" fmla="*/ 448627 h 642461"/>
                <a:gd name="connsiteX809" fmla="*/ 375285 w 1387792"/>
                <a:gd name="connsiteY809" fmla="*/ 446722 h 642461"/>
                <a:gd name="connsiteX810" fmla="*/ 385286 w 1387792"/>
                <a:gd name="connsiteY810" fmla="*/ 444341 h 642461"/>
                <a:gd name="connsiteX811" fmla="*/ 391001 w 1387792"/>
                <a:gd name="connsiteY811" fmla="*/ 442913 h 642461"/>
                <a:gd name="connsiteX812" fmla="*/ 396716 w 1387792"/>
                <a:gd name="connsiteY812" fmla="*/ 441484 h 642461"/>
                <a:gd name="connsiteX813" fmla="*/ 401955 w 1387792"/>
                <a:gd name="connsiteY813" fmla="*/ 440055 h 642461"/>
                <a:gd name="connsiteX814" fmla="*/ 405765 w 1387792"/>
                <a:gd name="connsiteY814" fmla="*/ 439579 h 642461"/>
                <a:gd name="connsiteX815" fmla="*/ 407194 w 1387792"/>
                <a:gd name="connsiteY815" fmla="*/ 440055 h 642461"/>
                <a:gd name="connsiteX816" fmla="*/ 407670 w 1387792"/>
                <a:gd name="connsiteY816" fmla="*/ 438150 h 642461"/>
                <a:gd name="connsiteX817" fmla="*/ 408146 w 1387792"/>
                <a:gd name="connsiteY817" fmla="*/ 437674 h 642461"/>
                <a:gd name="connsiteX818" fmla="*/ 409098 w 1387792"/>
                <a:gd name="connsiteY818" fmla="*/ 432911 h 642461"/>
                <a:gd name="connsiteX819" fmla="*/ 410051 w 1387792"/>
                <a:gd name="connsiteY819" fmla="*/ 430054 h 642461"/>
                <a:gd name="connsiteX820" fmla="*/ 411480 w 1387792"/>
                <a:gd name="connsiteY820" fmla="*/ 427196 h 642461"/>
                <a:gd name="connsiteX821" fmla="*/ 413385 w 1387792"/>
                <a:gd name="connsiteY821" fmla="*/ 425291 h 642461"/>
                <a:gd name="connsiteX822" fmla="*/ 415290 w 1387792"/>
                <a:gd name="connsiteY822" fmla="*/ 423863 h 642461"/>
                <a:gd name="connsiteX823" fmla="*/ 417195 w 1387792"/>
                <a:gd name="connsiteY823" fmla="*/ 423386 h 642461"/>
                <a:gd name="connsiteX824" fmla="*/ 418623 w 1387792"/>
                <a:gd name="connsiteY824" fmla="*/ 423863 h 642461"/>
                <a:gd name="connsiteX825" fmla="*/ 419576 w 1387792"/>
                <a:gd name="connsiteY825" fmla="*/ 423386 h 642461"/>
                <a:gd name="connsiteX826" fmla="*/ 420052 w 1387792"/>
                <a:gd name="connsiteY826" fmla="*/ 422434 h 642461"/>
                <a:gd name="connsiteX827" fmla="*/ 421005 w 1387792"/>
                <a:gd name="connsiteY827" fmla="*/ 421957 h 642461"/>
                <a:gd name="connsiteX828" fmla="*/ 424339 w 1387792"/>
                <a:gd name="connsiteY828" fmla="*/ 422910 h 642461"/>
                <a:gd name="connsiteX829" fmla="*/ 426720 w 1387792"/>
                <a:gd name="connsiteY829" fmla="*/ 422910 h 642461"/>
                <a:gd name="connsiteX830" fmla="*/ 428625 w 1387792"/>
                <a:gd name="connsiteY830" fmla="*/ 422434 h 642461"/>
                <a:gd name="connsiteX831" fmla="*/ 430530 w 1387792"/>
                <a:gd name="connsiteY831" fmla="*/ 421005 h 642461"/>
                <a:gd name="connsiteX832" fmla="*/ 431959 w 1387792"/>
                <a:gd name="connsiteY832" fmla="*/ 421005 h 642461"/>
                <a:gd name="connsiteX833" fmla="*/ 432911 w 1387792"/>
                <a:gd name="connsiteY833" fmla="*/ 421957 h 642461"/>
                <a:gd name="connsiteX834" fmla="*/ 432435 w 1387792"/>
                <a:gd name="connsiteY834" fmla="*/ 423863 h 642461"/>
                <a:gd name="connsiteX835" fmla="*/ 430530 w 1387792"/>
                <a:gd name="connsiteY835" fmla="*/ 426244 h 642461"/>
                <a:gd name="connsiteX836" fmla="*/ 429577 w 1387792"/>
                <a:gd name="connsiteY836" fmla="*/ 428625 h 642461"/>
                <a:gd name="connsiteX837" fmla="*/ 429101 w 1387792"/>
                <a:gd name="connsiteY837" fmla="*/ 431006 h 642461"/>
                <a:gd name="connsiteX838" fmla="*/ 430053 w 1387792"/>
                <a:gd name="connsiteY838" fmla="*/ 432911 h 642461"/>
                <a:gd name="connsiteX839" fmla="*/ 431959 w 1387792"/>
                <a:gd name="connsiteY839" fmla="*/ 434340 h 642461"/>
                <a:gd name="connsiteX840" fmla="*/ 432911 w 1387792"/>
                <a:gd name="connsiteY840" fmla="*/ 434340 h 642461"/>
                <a:gd name="connsiteX841" fmla="*/ 432911 w 1387792"/>
                <a:gd name="connsiteY841" fmla="*/ 432911 h 642461"/>
                <a:gd name="connsiteX842" fmla="*/ 433388 w 1387792"/>
                <a:gd name="connsiteY842" fmla="*/ 431959 h 642461"/>
                <a:gd name="connsiteX843" fmla="*/ 434340 w 1387792"/>
                <a:gd name="connsiteY843" fmla="*/ 431959 h 642461"/>
                <a:gd name="connsiteX844" fmla="*/ 434816 w 1387792"/>
                <a:gd name="connsiteY844" fmla="*/ 432435 h 642461"/>
                <a:gd name="connsiteX845" fmla="*/ 434816 w 1387792"/>
                <a:gd name="connsiteY845" fmla="*/ 433864 h 642461"/>
                <a:gd name="connsiteX846" fmla="*/ 435769 w 1387792"/>
                <a:gd name="connsiteY846" fmla="*/ 433388 h 642461"/>
                <a:gd name="connsiteX847" fmla="*/ 437673 w 1387792"/>
                <a:gd name="connsiteY847" fmla="*/ 431482 h 642461"/>
                <a:gd name="connsiteX848" fmla="*/ 439578 w 1387792"/>
                <a:gd name="connsiteY848" fmla="*/ 430530 h 642461"/>
                <a:gd name="connsiteX849" fmla="*/ 441484 w 1387792"/>
                <a:gd name="connsiteY849" fmla="*/ 430530 h 642461"/>
                <a:gd name="connsiteX850" fmla="*/ 442436 w 1387792"/>
                <a:gd name="connsiteY850" fmla="*/ 429577 h 642461"/>
                <a:gd name="connsiteX851" fmla="*/ 442436 w 1387792"/>
                <a:gd name="connsiteY851" fmla="*/ 427672 h 642461"/>
                <a:gd name="connsiteX852" fmla="*/ 443389 w 1387792"/>
                <a:gd name="connsiteY852" fmla="*/ 424339 h 642461"/>
                <a:gd name="connsiteX853" fmla="*/ 445294 w 1387792"/>
                <a:gd name="connsiteY853" fmla="*/ 419576 h 642461"/>
                <a:gd name="connsiteX854" fmla="*/ 444341 w 1387792"/>
                <a:gd name="connsiteY854" fmla="*/ 414814 h 642461"/>
                <a:gd name="connsiteX855" fmla="*/ 440531 w 1387792"/>
                <a:gd name="connsiteY855" fmla="*/ 409575 h 642461"/>
                <a:gd name="connsiteX856" fmla="*/ 439102 w 1387792"/>
                <a:gd name="connsiteY856" fmla="*/ 406717 h 642461"/>
                <a:gd name="connsiteX857" fmla="*/ 439578 w 1387792"/>
                <a:gd name="connsiteY857" fmla="*/ 406241 h 642461"/>
                <a:gd name="connsiteX858" fmla="*/ 440055 w 1387792"/>
                <a:gd name="connsiteY858" fmla="*/ 406241 h 642461"/>
                <a:gd name="connsiteX859" fmla="*/ 441007 w 1387792"/>
                <a:gd name="connsiteY859" fmla="*/ 406717 h 642461"/>
                <a:gd name="connsiteX860" fmla="*/ 445294 w 1387792"/>
                <a:gd name="connsiteY860" fmla="*/ 406717 h 642461"/>
                <a:gd name="connsiteX861" fmla="*/ 447198 w 1387792"/>
                <a:gd name="connsiteY861" fmla="*/ 407194 h 642461"/>
                <a:gd name="connsiteX862" fmla="*/ 448151 w 1387792"/>
                <a:gd name="connsiteY862" fmla="*/ 408146 h 642461"/>
                <a:gd name="connsiteX863" fmla="*/ 449103 w 1387792"/>
                <a:gd name="connsiteY863" fmla="*/ 410051 h 642461"/>
                <a:gd name="connsiteX864" fmla="*/ 449580 w 1387792"/>
                <a:gd name="connsiteY864" fmla="*/ 412909 h 642461"/>
                <a:gd name="connsiteX865" fmla="*/ 449580 w 1387792"/>
                <a:gd name="connsiteY865" fmla="*/ 415290 h 642461"/>
                <a:gd name="connsiteX866" fmla="*/ 448627 w 1387792"/>
                <a:gd name="connsiteY866" fmla="*/ 416719 h 642461"/>
                <a:gd name="connsiteX867" fmla="*/ 449103 w 1387792"/>
                <a:gd name="connsiteY867" fmla="*/ 417671 h 642461"/>
                <a:gd name="connsiteX868" fmla="*/ 451009 w 1387792"/>
                <a:gd name="connsiteY868" fmla="*/ 417671 h 642461"/>
                <a:gd name="connsiteX869" fmla="*/ 456723 w 1387792"/>
                <a:gd name="connsiteY869" fmla="*/ 415766 h 642461"/>
                <a:gd name="connsiteX870" fmla="*/ 459105 w 1387792"/>
                <a:gd name="connsiteY870" fmla="*/ 415766 h 642461"/>
                <a:gd name="connsiteX871" fmla="*/ 461010 w 1387792"/>
                <a:gd name="connsiteY871" fmla="*/ 416719 h 642461"/>
                <a:gd name="connsiteX872" fmla="*/ 463391 w 1387792"/>
                <a:gd name="connsiteY872" fmla="*/ 417195 h 642461"/>
                <a:gd name="connsiteX873" fmla="*/ 466248 w 1387792"/>
                <a:gd name="connsiteY873" fmla="*/ 417195 h 642461"/>
                <a:gd name="connsiteX874" fmla="*/ 477202 w 1387792"/>
                <a:gd name="connsiteY874" fmla="*/ 418624 h 642461"/>
                <a:gd name="connsiteX875" fmla="*/ 478155 w 1387792"/>
                <a:gd name="connsiteY875" fmla="*/ 418147 h 642461"/>
                <a:gd name="connsiteX876" fmla="*/ 479584 w 1387792"/>
                <a:gd name="connsiteY876" fmla="*/ 417195 h 642461"/>
                <a:gd name="connsiteX877" fmla="*/ 482441 w 1387792"/>
                <a:gd name="connsiteY877" fmla="*/ 414338 h 642461"/>
                <a:gd name="connsiteX878" fmla="*/ 482917 w 1387792"/>
                <a:gd name="connsiteY878" fmla="*/ 412432 h 642461"/>
                <a:gd name="connsiteX879" fmla="*/ 482917 w 1387792"/>
                <a:gd name="connsiteY879" fmla="*/ 411004 h 642461"/>
                <a:gd name="connsiteX880" fmla="*/ 480536 w 1387792"/>
                <a:gd name="connsiteY880" fmla="*/ 406241 h 642461"/>
                <a:gd name="connsiteX881" fmla="*/ 479584 w 1387792"/>
                <a:gd name="connsiteY881" fmla="*/ 404336 h 642461"/>
                <a:gd name="connsiteX882" fmla="*/ 479107 w 1387792"/>
                <a:gd name="connsiteY882" fmla="*/ 404336 h 642461"/>
                <a:gd name="connsiteX883" fmla="*/ 478631 w 1387792"/>
                <a:gd name="connsiteY883" fmla="*/ 404813 h 642461"/>
                <a:gd name="connsiteX884" fmla="*/ 478155 w 1387792"/>
                <a:gd name="connsiteY884" fmla="*/ 405765 h 642461"/>
                <a:gd name="connsiteX885" fmla="*/ 475773 w 1387792"/>
                <a:gd name="connsiteY885" fmla="*/ 407194 h 642461"/>
                <a:gd name="connsiteX886" fmla="*/ 474821 w 1387792"/>
                <a:gd name="connsiteY886" fmla="*/ 408146 h 642461"/>
                <a:gd name="connsiteX887" fmla="*/ 473392 w 1387792"/>
                <a:gd name="connsiteY887" fmla="*/ 408146 h 642461"/>
                <a:gd name="connsiteX888" fmla="*/ 470059 w 1387792"/>
                <a:gd name="connsiteY888" fmla="*/ 406241 h 642461"/>
                <a:gd name="connsiteX889" fmla="*/ 468153 w 1387792"/>
                <a:gd name="connsiteY889" fmla="*/ 404336 h 642461"/>
                <a:gd name="connsiteX890" fmla="*/ 464820 w 1387792"/>
                <a:gd name="connsiteY890" fmla="*/ 403860 h 642461"/>
                <a:gd name="connsiteX891" fmla="*/ 460534 w 1387792"/>
                <a:gd name="connsiteY891" fmla="*/ 404813 h 642461"/>
                <a:gd name="connsiteX892" fmla="*/ 457200 w 1387792"/>
                <a:gd name="connsiteY892" fmla="*/ 404336 h 642461"/>
                <a:gd name="connsiteX893" fmla="*/ 455295 w 1387792"/>
                <a:gd name="connsiteY893" fmla="*/ 402431 h 642461"/>
                <a:gd name="connsiteX894" fmla="*/ 454342 w 1387792"/>
                <a:gd name="connsiteY894" fmla="*/ 400050 h 642461"/>
                <a:gd name="connsiteX895" fmla="*/ 454819 w 1387792"/>
                <a:gd name="connsiteY895" fmla="*/ 397669 h 642461"/>
                <a:gd name="connsiteX896" fmla="*/ 457200 w 1387792"/>
                <a:gd name="connsiteY896" fmla="*/ 395288 h 642461"/>
                <a:gd name="connsiteX897" fmla="*/ 461010 w 1387792"/>
                <a:gd name="connsiteY897" fmla="*/ 392906 h 642461"/>
                <a:gd name="connsiteX898" fmla="*/ 463867 w 1387792"/>
                <a:gd name="connsiteY898" fmla="*/ 391954 h 642461"/>
                <a:gd name="connsiteX899" fmla="*/ 465296 w 1387792"/>
                <a:gd name="connsiteY899" fmla="*/ 392430 h 642461"/>
                <a:gd name="connsiteX900" fmla="*/ 466725 w 1387792"/>
                <a:gd name="connsiteY900" fmla="*/ 394811 h 642461"/>
                <a:gd name="connsiteX901" fmla="*/ 468153 w 1387792"/>
                <a:gd name="connsiteY901" fmla="*/ 398621 h 642461"/>
                <a:gd name="connsiteX902" fmla="*/ 469106 w 1387792"/>
                <a:gd name="connsiteY902" fmla="*/ 399097 h 642461"/>
                <a:gd name="connsiteX903" fmla="*/ 470059 w 1387792"/>
                <a:gd name="connsiteY903" fmla="*/ 396240 h 642461"/>
                <a:gd name="connsiteX904" fmla="*/ 471488 w 1387792"/>
                <a:gd name="connsiteY904" fmla="*/ 395288 h 642461"/>
                <a:gd name="connsiteX905" fmla="*/ 473392 w 1387792"/>
                <a:gd name="connsiteY905" fmla="*/ 396240 h 642461"/>
                <a:gd name="connsiteX906" fmla="*/ 475297 w 1387792"/>
                <a:gd name="connsiteY906" fmla="*/ 396716 h 642461"/>
                <a:gd name="connsiteX907" fmla="*/ 476726 w 1387792"/>
                <a:gd name="connsiteY907" fmla="*/ 396240 h 642461"/>
                <a:gd name="connsiteX908" fmla="*/ 479107 w 1387792"/>
                <a:gd name="connsiteY908" fmla="*/ 394811 h 642461"/>
                <a:gd name="connsiteX909" fmla="*/ 479107 w 1387792"/>
                <a:gd name="connsiteY909" fmla="*/ 392906 h 642461"/>
                <a:gd name="connsiteX910" fmla="*/ 476250 w 1387792"/>
                <a:gd name="connsiteY910" fmla="*/ 391001 h 642461"/>
                <a:gd name="connsiteX911" fmla="*/ 474345 w 1387792"/>
                <a:gd name="connsiteY911" fmla="*/ 389572 h 642461"/>
                <a:gd name="connsiteX912" fmla="*/ 473869 w 1387792"/>
                <a:gd name="connsiteY912" fmla="*/ 388620 h 642461"/>
                <a:gd name="connsiteX913" fmla="*/ 475773 w 1387792"/>
                <a:gd name="connsiteY913" fmla="*/ 388620 h 642461"/>
                <a:gd name="connsiteX914" fmla="*/ 480060 w 1387792"/>
                <a:gd name="connsiteY914" fmla="*/ 389096 h 642461"/>
                <a:gd name="connsiteX915" fmla="*/ 481965 w 1387792"/>
                <a:gd name="connsiteY915" fmla="*/ 391001 h 642461"/>
                <a:gd name="connsiteX916" fmla="*/ 481489 w 1387792"/>
                <a:gd name="connsiteY916" fmla="*/ 394335 h 642461"/>
                <a:gd name="connsiteX917" fmla="*/ 481965 w 1387792"/>
                <a:gd name="connsiteY917" fmla="*/ 397192 h 642461"/>
                <a:gd name="connsiteX918" fmla="*/ 483394 w 1387792"/>
                <a:gd name="connsiteY918" fmla="*/ 399097 h 642461"/>
                <a:gd name="connsiteX919" fmla="*/ 486727 w 1387792"/>
                <a:gd name="connsiteY919" fmla="*/ 400526 h 642461"/>
                <a:gd name="connsiteX920" fmla="*/ 491490 w 1387792"/>
                <a:gd name="connsiteY920" fmla="*/ 401479 h 642461"/>
                <a:gd name="connsiteX921" fmla="*/ 494823 w 1387792"/>
                <a:gd name="connsiteY921" fmla="*/ 401955 h 642461"/>
                <a:gd name="connsiteX922" fmla="*/ 496728 w 1387792"/>
                <a:gd name="connsiteY922" fmla="*/ 401479 h 642461"/>
                <a:gd name="connsiteX923" fmla="*/ 498157 w 1387792"/>
                <a:gd name="connsiteY923" fmla="*/ 401955 h 642461"/>
                <a:gd name="connsiteX924" fmla="*/ 498634 w 1387792"/>
                <a:gd name="connsiteY924" fmla="*/ 403384 h 642461"/>
                <a:gd name="connsiteX925" fmla="*/ 498157 w 1387792"/>
                <a:gd name="connsiteY925" fmla="*/ 405765 h 642461"/>
                <a:gd name="connsiteX926" fmla="*/ 496728 w 1387792"/>
                <a:gd name="connsiteY926" fmla="*/ 409099 h 642461"/>
                <a:gd name="connsiteX927" fmla="*/ 495300 w 1387792"/>
                <a:gd name="connsiteY927" fmla="*/ 411004 h 642461"/>
                <a:gd name="connsiteX928" fmla="*/ 493871 w 1387792"/>
                <a:gd name="connsiteY928" fmla="*/ 411004 h 642461"/>
                <a:gd name="connsiteX929" fmla="*/ 485298 w 1387792"/>
                <a:gd name="connsiteY929" fmla="*/ 414814 h 642461"/>
                <a:gd name="connsiteX930" fmla="*/ 483870 w 1387792"/>
                <a:gd name="connsiteY930" fmla="*/ 414814 h 642461"/>
                <a:gd name="connsiteX931" fmla="*/ 481965 w 1387792"/>
                <a:gd name="connsiteY931" fmla="*/ 416242 h 642461"/>
                <a:gd name="connsiteX932" fmla="*/ 480060 w 1387792"/>
                <a:gd name="connsiteY932" fmla="*/ 418624 h 642461"/>
                <a:gd name="connsiteX933" fmla="*/ 477678 w 1387792"/>
                <a:gd name="connsiteY933" fmla="*/ 420529 h 642461"/>
                <a:gd name="connsiteX934" fmla="*/ 474821 w 1387792"/>
                <a:gd name="connsiteY934" fmla="*/ 421957 h 642461"/>
                <a:gd name="connsiteX935" fmla="*/ 472440 w 1387792"/>
                <a:gd name="connsiteY935" fmla="*/ 423863 h 642461"/>
                <a:gd name="connsiteX936" fmla="*/ 471011 w 1387792"/>
                <a:gd name="connsiteY936" fmla="*/ 426244 h 642461"/>
                <a:gd name="connsiteX937" fmla="*/ 469582 w 1387792"/>
                <a:gd name="connsiteY937" fmla="*/ 427196 h 642461"/>
                <a:gd name="connsiteX938" fmla="*/ 466248 w 1387792"/>
                <a:gd name="connsiteY938" fmla="*/ 426720 h 642461"/>
                <a:gd name="connsiteX939" fmla="*/ 453390 w 1387792"/>
                <a:gd name="connsiteY939" fmla="*/ 424339 h 642461"/>
                <a:gd name="connsiteX940" fmla="*/ 451485 w 1387792"/>
                <a:gd name="connsiteY940" fmla="*/ 424339 h 642461"/>
                <a:gd name="connsiteX941" fmla="*/ 450056 w 1387792"/>
                <a:gd name="connsiteY941" fmla="*/ 424815 h 642461"/>
                <a:gd name="connsiteX942" fmla="*/ 449580 w 1387792"/>
                <a:gd name="connsiteY942" fmla="*/ 425291 h 642461"/>
                <a:gd name="connsiteX943" fmla="*/ 449580 w 1387792"/>
                <a:gd name="connsiteY943" fmla="*/ 425767 h 642461"/>
                <a:gd name="connsiteX944" fmla="*/ 450056 w 1387792"/>
                <a:gd name="connsiteY944" fmla="*/ 426244 h 642461"/>
                <a:gd name="connsiteX945" fmla="*/ 450056 w 1387792"/>
                <a:gd name="connsiteY945" fmla="*/ 426720 h 642461"/>
                <a:gd name="connsiteX946" fmla="*/ 449580 w 1387792"/>
                <a:gd name="connsiteY946" fmla="*/ 427672 h 642461"/>
                <a:gd name="connsiteX947" fmla="*/ 449580 w 1387792"/>
                <a:gd name="connsiteY947" fmla="*/ 429101 h 642461"/>
                <a:gd name="connsiteX948" fmla="*/ 449103 w 1387792"/>
                <a:gd name="connsiteY948" fmla="*/ 429577 h 642461"/>
                <a:gd name="connsiteX949" fmla="*/ 448627 w 1387792"/>
                <a:gd name="connsiteY949" fmla="*/ 430054 h 642461"/>
                <a:gd name="connsiteX950" fmla="*/ 448151 w 1387792"/>
                <a:gd name="connsiteY950" fmla="*/ 430530 h 642461"/>
                <a:gd name="connsiteX951" fmla="*/ 447675 w 1387792"/>
                <a:gd name="connsiteY951" fmla="*/ 432435 h 642461"/>
                <a:gd name="connsiteX952" fmla="*/ 446722 w 1387792"/>
                <a:gd name="connsiteY952" fmla="*/ 433388 h 642461"/>
                <a:gd name="connsiteX953" fmla="*/ 446246 w 1387792"/>
                <a:gd name="connsiteY953" fmla="*/ 434816 h 642461"/>
                <a:gd name="connsiteX954" fmla="*/ 446246 w 1387792"/>
                <a:gd name="connsiteY954" fmla="*/ 436721 h 642461"/>
                <a:gd name="connsiteX955" fmla="*/ 446722 w 1387792"/>
                <a:gd name="connsiteY955" fmla="*/ 437674 h 642461"/>
                <a:gd name="connsiteX956" fmla="*/ 447675 w 1387792"/>
                <a:gd name="connsiteY956" fmla="*/ 438150 h 642461"/>
                <a:gd name="connsiteX957" fmla="*/ 454342 w 1387792"/>
                <a:gd name="connsiteY957" fmla="*/ 437674 h 642461"/>
                <a:gd name="connsiteX958" fmla="*/ 455771 w 1387792"/>
                <a:gd name="connsiteY958" fmla="*/ 438150 h 642461"/>
                <a:gd name="connsiteX959" fmla="*/ 457200 w 1387792"/>
                <a:gd name="connsiteY959" fmla="*/ 440531 h 642461"/>
                <a:gd name="connsiteX960" fmla="*/ 458152 w 1387792"/>
                <a:gd name="connsiteY960" fmla="*/ 444817 h 642461"/>
                <a:gd name="connsiteX961" fmla="*/ 458628 w 1387792"/>
                <a:gd name="connsiteY961" fmla="*/ 449104 h 642461"/>
                <a:gd name="connsiteX962" fmla="*/ 458152 w 1387792"/>
                <a:gd name="connsiteY962" fmla="*/ 453866 h 642461"/>
                <a:gd name="connsiteX963" fmla="*/ 457676 w 1387792"/>
                <a:gd name="connsiteY963" fmla="*/ 468630 h 642461"/>
                <a:gd name="connsiteX964" fmla="*/ 462439 w 1387792"/>
                <a:gd name="connsiteY964" fmla="*/ 471488 h 642461"/>
                <a:gd name="connsiteX965" fmla="*/ 467201 w 1387792"/>
                <a:gd name="connsiteY965" fmla="*/ 474345 h 642461"/>
                <a:gd name="connsiteX966" fmla="*/ 471964 w 1387792"/>
                <a:gd name="connsiteY966" fmla="*/ 477202 h 642461"/>
                <a:gd name="connsiteX967" fmla="*/ 476726 w 1387792"/>
                <a:gd name="connsiteY967" fmla="*/ 480060 h 642461"/>
                <a:gd name="connsiteX968" fmla="*/ 481489 w 1387792"/>
                <a:gd name="connsiteY968" fmla="*/ 482917 h 642461"/>
                <a:gd name="connsiteX969" fmla="*/ 486251 w 1387792"/>
                <a:gd name="connsiteY969" fmla="*/ 485775 h 642461"/>
                <a:gd name="connsiteX970" fmla="*/ 490538 w 1387792"/>
                <a:gd name="connsiteY970" fmla="*/ 488156 h 642461"/>
                <a:gd name="connsiteX971" fmla="*/ 492442 w 1387792"/>
                <a:gd name="connsiteY971" fmla="*/ 490061 h 642461"/>
                <a:gd name="connsiteX972" fmla="*/ 493395 w 1387792"/>
                <a:gd name="connsiteY972" fmla="*/ 494347 h 642461"/>
                <a:gd name="connsiteX973" fmla="*/ 495776 w 1387792"/>
                <a:gd name="connsiteY973" fmla="*/ 497681 h 642461"/>
                <a:gd name="connsiteX974" fmla="*/ 499586 w 1387792"/>
                <a:gd name="connsiteY974" fmla="*/ 501015 h 642461"/>
                <a:gd name="connsiteX975" fmla="*/ 503396 w 1387792"/>
                <a:gd name="connsiteY975" fmla="*/ 504825 h 642461"/>
                <a:gd name="connsiteX976" fmla="*/ 508159 w 1387792"/>
                <a:gd name="connsiteY976" fmla="*/ 509588 h 642461"/>
                <a:gd name="connsiteX977" fmla="*/ 511492 w 1387792"/>
                <a:gd name="connsiteY977" fmla="*/ 512921 h 642461"/>
                <a:gd name="connsiteX978" fmla="*/ 514826 w 1387792"/>
                <a:gd name="connsiteY978" fmla="*/ 516255 h 642461"/>
                <a:gd name="connsiteX979" fmla="*/ 520541 w 1387792"/>
                <a:gd name="connsiteY979" fmla="*/ 521970 h 642461"/>
                <a:gd name="connsiteX980" fmla="*/ 523875 w 1387792"/>
                <a:gd name="connsiteY980" fmla="*/ 525304 h 642461"/>
                <a:gd name="connsiteX981" fmla="*/ 526732 w 1387792"/>
                <a:gd name="connsiteY981" fmla="*/ 525304 h 642461"/>
                <a:gd name="connsiteX982" fmla="*/ 532447 w 1387792"/>
                <a:gd name="connsiteY982" fmla="*/ 524351 h 642461"/>
                <a:gd name="connsiteX983" fmla="*/ 540067 w 1387792"/>
                <a:gd name="connsiteY983" fmla="*/ 523399 h 642461"/>
                <a:gd name="connsiteX984" fmla="*/ 546259 w 1387792"/>
                <a:gd name="connsiteY984" fmla="*/ 522446 h 642461"/>
                <a:gd name="connsiteX985" fmla="*/ 553402 w 1387792"/>
                <a:gd name="connsiteY985" fmla="*/ 521494 h 642461"/>
                <a:gd name="connsiteX986" fmla="*/ 560070 w 1387792"/>
                <a:gd name="connsiteY986" fmla="*/ 520541 h 642461"/>
                <a:gd name="connsiteX987" fmla="*/ 565309 w 1387792"/>
                <a:gd name="connsiteY987" fmla="*/ 519589 h 642461"/>
                <a:gd name="connsiteX988" fmla="*/ 573405 w 1387792"/>
                <a:gd name="connsiteY988" fmla="*/ 520065 h 642461"/>
                <a:gd name="connsiteX989" fmla="*/ 581501 w 1387792"/>
                <a:gd name="connsiteY989" fmla="*/ 520541 h 642461"/>
                <a:gd name="connsiteX990" fmla="*/ 587216 w 1387792"/>
                <a:gd name="connsiteY990" fmla="*/ 521017 h 642461"/>
                <a:gd name="connsiteX991" fmla="*/ 592931 w 1387792"/>
                <a:gd name="connsiteY991" fmla="*/ 521494 h 642461"/>
                <a:gd name="connsiteX992" fmla="*/ 599598 w 1387792"/>
                <a:gd name="connsiteY992" fmla="*/ 521970 h 642461"/>
                <a:gd name="connsiteX993" fmla="*/ 603409 w 1387792"/>
                <a:gd name="connsiteY993" fmla="*/ 522446 h 642461"/>
                <a:gd name="connsiteX994" fmla="*/ 607695 w 1387792"/>
                <a:gd name="connsiteY994" fmla="*/ 522922 h 642461"/>
                <a:gd name="connsiteX995" fmla="*/ 609600 w 1387792"/>
                <a:gd name="connsiteY995" fmla="*/ 521970 h 642461"/>
                <a:gd name="connsiteX996" fmla="*/ 613410 w 1387792"/>
                <a:gd name="connsiteY996" fmla="*/ 520065 h 642461"/>
                <a:gd name="connsiteX997" fmla="*/ 616744 w 1387792"/>
                <a:gd name="connsiteY997" fmla="*/ 518636 h 642461"/>
                <a:gd name="connsiteX998" fmla="*/ 620553 w 1387792"/>
                <a:gd name="connsiteY998" fmla="*/ 516731 h 642461"/>
                <a:gd name="connsiteX999" fmla="*/ 623888 w 1387792"/>
                <a:gd name="connsiteY999" fmla="*/ 515779 h 642461"/>
                <a:gd name="connsiteX1000" fmla="*/ 627221 w 1387792"/>
                <a:gd name="connsiteY1000" fmla="*/ 518636 h 642461"/>
                <a:gd name="connsiteX1001" fmla="*/ 630078 w 1387792"/>
                <a:gd name="connsiteY1001" fmla="*/ 521970 h 642461"/>
                <a:gd name="connsiteX1002" fmla="*/ 632936 w 1387792"/>
                <a:gd name="connsiteY1002" fmla="*/ 525304 h 642461"/>
                <a:gd name="connsiteX1003" fmla="*/ 636270 w 1387792"/>
                <a:gd name="connsiteY1003" fmla="*/ 528638 h 642461"/>
                <a:gd name="connsiteX1004" fmla="*/ 639603 w 1387792"/>
                <a:gd name="connsiteY1004" fmla="*/ 530543 h 642461"/>
                <a:gd name="connsiteX1005" fmla="*/ 643890 w 1387792"/>
                <a:gd name="connsiteY1005" fmla="*/ 532924 h 642461"/>
                <a:gd name="connsiteX1006" fmla="*/ 646271 w 1387792"/>
                <a:gd name="connsiteY1006" fmla="*/ 537210 h 642461"/>
                <a:gd name="connsiteX1007" fmla="*/ 649605 w 1387792"/>
                <a:gd name="connsiteY1007" fmla="*/ 542925 h 642461"/>
                <a:gd name="connsiteX1008" fmla="*/ 651986 w 1387792"/>
                <a:gd name="connsiteY1008" fmla="*/ 546735 h 642461"/>
                <a:gd name="connsiteX1009" fmla="*/ 654367 w 1387792"/>
                <a:gd name="connsiteY1009" fmla="*/ 550545 h 642461"/>
                <a:gd name="connsiteX1010" fmla="*/ 657701 w 1387792"/>
                <a:gd name="connsiteY1010" fmla="*/ 549116 h 642461"/>
                <a:gd name="connsiteX1011" fmla="*/ 661035 w 1387792"/>
                <a:gd name="connsiteY1011" fmla="*/ 547688 h 642461"/>
                <a:gd name="connsiteX1012" fmla="*/ 664369 w 1387792"/>
                <a:gd name="connsiteY1012" fmla="*/ 546259 h 642461"/>
                <a:gd name="connsiteX1013" fmla="*/ 663892 w 1387792"/>
                <a:gd name="connsiteY1013" fmla="*/ 551021 h 642461"/>
                <a:gd name="connsiteX1014" fmla="*/ 663416 w 1387792"/>
                <a:gd name="connsiteY1014" fmla="*/ 555307 h 642461"/>
                <a:gd name="connsiteX1015" fmla="*/ 662940 w 1387792"/>
                <a:gd name="connsiteY1015" fmla="*/ 561975 h 642461"/>
                <a:gd name="connsiteX1016" fmla="*/ 662464 w 1387792"/>
                <a:gd name="connsiteY1016" fmla="*/ 567214 h 642461"/>
                <a:gd name="connsiteX1017" fmla="*/ 661511 w 1387792"/>
                <a:gd name="connsiteY1017" fmla="*/ 573405 h 642461"/>
                <a:gd name="connsiteX1018" fmla="*/ 661511 w 1387792"/>
                <a:gd name="connsiteY1018" fmla="*/ 578168 h 642461"/>
                <a:gd name="connsiteX1019" fmla="*/ 661511 w 1387792"/>
                <a:gd name="connsiteY1019" fmla="*/ 582454 h 642461"/>
                <a:gd name="connsiteX1020" fmla="*/ 661511 w 1387792"/>
                <a:gd name="connsiteY1020" fmla="*/ 585788 h 642461"/>
                <a:gd name="connsiteX1021" fmla="*/ 667702 w 1387792"/>
                <a:gd name="connsiteY1021" fmla="*/ 585788 h 642461"/>
                <a:gd name="connsiteX1022" fmla="*/ 672465 w 1387792"/>
                <a:gd name="connsiteY1022" fmla="*/ 585788 h 642461"/>
                <a:gd name="connsiteX1023" fmla="*/ 678180 w 1387792"/>
                <a:gd name="connsiteY1023" fmla="*/ 585788 h 642461"/>
                <a:gd name="connsiteX1024" fmla="*/ 678656 w 1387792"/>
                <a:gd name="connsiteY1024" fmla="*/ 590074 h 642461"/>
                <a:gd name="connsiteX1025" fmla="*/ 679609 w 1387792"/>
                <a:gd name="connsiteY1025" fmla="*/ 596265 h 642461"/>
                <a:gd name="connsiteX1026" fmla="*/ 680561 w 1387792"/>
                <a:gd name="connsiteY1026" fmla="*/ 601504 h 642461"/>
                <a:gd name="connsiteX1027" fmla="*/ 681514 w 1387792"/>
                <a:gd name="connsiteY1027" fmla="*/ 606266 h 642461"/>
                <a:gd name="connsiteX1028" fmla="*/ 682942 w 1387792"/>
                <a:gd name="connsiteY1028" fmla="*/ 611981 h 642461"/>
                <a:gd name="connsiteX1029" fmla="*/ 683895 w 1387792"/>
                <a:gd name="connsiteY1029" fmla="*/ 615315 h 642461"/>
                <a:gd name="connsiteX1030" fmla="*/ 685323 w 1387792"/>
                <a:gd name="connsiteY1030" fmla="*/ 619125 h 642461"/>
                <a:gd name="connsiteX1031" fmla="*/ 686752 w 1387792"/>
                <a:gd name="connsiteY1031" fmla="*/ 620077 h 642461"/>
                <a:gd name="connsiteX1032" fmla="*/ 689134 w 1387792"/>
                <a:gd name="connsiteY1032" fmla="*/ 620554 h 642461"/>
                <a:gd name="connsiteX1033" fmla="*/ 696753 w 1387792"/>
                <a:gd name="connsiteY1033" fmla="*/ 620077 h 642461"/>
                <a:gd name="connsiteX1034" fmla="*/ 702945 w 1387792"/>
                <a:gd name="connsiteY1034" fmla="*/ 619601 h 642461"/>
                <a:gd name="connsiteX1035" fmla="*/ 707707 w 1387792"/>
                <a:gd name="connsiteY1035" fmla="*/ 619125 h 642461"/>
                <a:gd name="connsiteX1036" fmla="*/ 712946 w 1387792"/>
                <a:gd name="connsiteY1036" fmla="*/ 618649 h 642461"/>
                <a:gd name="connsiteX1037" fmla="*/ 720090 w 1387792"/>
                <a:gd name="connsiteY1037" fmla="*/ 618172 h 642461"/>
                <a:gd name="connsiteX1038" fmla="*/ 722471 w 1387792"/>
                <a:gd name="connsiteY1038" fmla="*/ 619125 h 642461"/>
                <a:gd name="connsiteX1039" fmla="*/ 724376 w 1387792"/>
                <a:gd name="connsiteY1039" fmla="*/ 618649 h 642461"/>
                <a:gd name="connsiteX1040" fmla="*/ 726757 w 1387792"/>
                <a:gd name="connsiteY1040" fmla="*/ 618172 h 642461"/>
                <a:gd name="connsiteX1041" fmla="*/ 728663 w 1387792"/>
                <a:gd name="connsiteY1041" fmla="*/ 621030 h 642461"/>
                <a:gd name="connsiteX1042" fmla="*/ 729615 w 1387792"/>
                <a:gd name="connsiteY1042" fmla="*/ 622459 h 642461"/>
                <a:gd name="connsiteX1043" fmla="*/ 731044 w 1387792"/>
                <a:gd name="connsiteY1043" fmla="*/ 623888 h 642461"/>
                <a:gd name="connsiteX1044" fmla="*/ 732948 w 1387792"/>
                <a:gd name="connsiteY1044" fmla="*/ 625316 h 642461"/>
                <a:gd name="connsiteX1045" fmla="*/ 731996 w 1387792"/>
                <a:gd name="connsiteY1045" fmla="*/ 628174 h 642461"/>
                <a:gd name="connsiteX1046" fmla="*/ 731044 w 1387792"/>
                <a:gd name="connsiteY1046" fmla="*/ 631984 h 642461"/>
                <a:gd name="connsiteX1047" fmla="*/ 730567 w 1387792"/>
                <a:gd name="connsiteY1047" fmla="*/ 633889 h 642461"/>
                <a:gd name="connsiteX1048" fmla="*/ 732948 w 1387792"/>
                <a:gd name="connsiteY1048" fmla="*/ 636270 h 642461"/>
                <a:gd name="connsiteX1049" fmla="*/ 734377 w 1387792"/>
                <a:gd name="connsiteY1049" fmla="*/ 637699 h 642461"/>
                <a:gd name="connsiteX1050" fmla="*/ 738664 w 1387792"/>
                <a:gd name="connsiteY1050" fmla="*/ 640556 h 642461"/>
                <a:gd name="connsiteX1051" fmla="*/ 742950 w 1387792"/>
                <a:gd name="connsiteY1051" fmla="*/ 641985 h 642461"/>
                <a:gd name="connsiteX1052" fmla="*/ 745807 w 1387792"/>
                <a:gd name="connsiteY1052" fmla="*/ 642461 h 642461"/>
                <a:gd name="connsiteX1053" fmla="*/ 748189 w 1387792"/>
                <a:gd name="connsiteY1053" fmla="*/ 641985 h 642461"/>
                <a:gd name="connsiteX1054" fmla="*/ 749141 w 1387792"/>
                <a:gd name="connsiteY1054" fmla="*/ 640556 h 642461"/>
                <a:gd name="connsiteX1055" fmla="*/ 748665 w 1387792"/>
                <a:gd name="connsiteY1055" fmla="*/ 638651 h 642461"/>
                <a:gd name="connsiteX1056" fmla="*/ 747236 w 1387792"/>
                <a:gd name="connsiteY1056" fmla="*/ 636270 h 642461"/>
                <a:gd name="connsiteX1057" fmla="*/ 747236 w 1387792"/>
                <a:gd name="connsiteY1057" fmla="*/ 633889 h 642461"/>
                <a:gd name="connsiteX1058" fmla="*/ 748189 w 1387792"/>
                <a:gd name="connsiteY1058" fmla="*/ 631984 h 642461"/>
                <a:gd name="connsiteX1059" fmla="*/ 751046 w 1387792"/>
                <a:gd name="connsiteY1059" fmla="*/ 628650 h 642461"/>
                <a:gd name="connsiteX1060" fmla="*/ 753427 w 1387792"/>
                <a:gd name="connsiteY1060" fmla="*/ 625316 h 642461"/>
                <a:gd name="connsiteX1061" fmla="*/ 757238 w 1387792"/>
                <a:gd name="connsiteY1061" fmla="*/ 621982 h 642461"/>
                <a:gd name="connsiteX1062" fmla="*/ 762000 w 1387792"/>
                <a:gd name="connsiteY1062" fmla="*/ 618649 h 642461"/>
                <a:gd name="connsiteX1063" fmla="*/ 763905 w 1387792"/>
                <a:gd name="connsiteY1063" fmla="*/ 616268 h 642461"/>
                <a:gd name="connsiteX1064" fmla="*/ 764857 w 1387792"/>
                <a:gd name="connsiteY1064" fmla="*/ 611981 h 642461"/>
                <a:gd name="connsiteX1065" fmla="*/ 767715 w 1387792"/>
                <a:gd name="connsiteY1065" fmla="*/ 609600 h 642461"/>
                <a:gd name="connsiteX1066" fmla="*/ 771048 w 1387792"/>
                <a:gd name="connsiteY1066" fmla="*/ 608171 h 642461"/>
                <a:gd name="connsiteX1067" fmla="*/ 775335 w 1387792"/>
                <a:gd name="connsiteY1067" fmla="*/ 606743 h 642461"/>
                <a:gd name="connsiteX1068" fmla="*/ 776288 w 1387792"/>
                <a:gd name="connsiteY1068" fmla="*/ 604838 h 642461"/>
                <a:gd name="connsiteX1069" fmla="*/ 782002 w 1387792"/>
                <a:gd name="connsiteY1069" fmla="*/ 601504 h 642461"/>
                <a:gd name="connsiteX1070" fmla="*/ 785336 w 1387792"/>
                <a:gd name="connsiteY1070" fmla="*/ 599599 h 642461"/>
                <a:gd name="connsiteX1071" fmla="*/ 789622 w 1387792"/>
                <a:gd name="connsiteY1071" fmla="*/ 598646 h 642461"/>
                <a:gd name="connsiteX1072" fmla="*/ 795338 w 1387792"/>
                <a:gd name="connsiteY1072" fmla="*/ 596265 h 642461"/>
                <a:gd name="connsiteX1073" fmla="*/ 800100 w 1387792"/>
                <a:gd name="connsiteY1073" fmla="*/ 593407 h 642461"/>
                <a:gd name="connsiteX1074" fmla="*/ 804386 w 1387792"/>
                <a:gd name="connsiteY1074" fmla="*/ 588169 h 642461"/>
                <a:gd name="connsiteX1075" fmla="*/ 807720 w 1387792"/>
                <a:gd name="connsiteY1075" fmla="*/ 584835 h 642461"/>
                <a:gd name="connsiteX1076" fmla="*/ 810577 w 1387792"/>
                <a:gd name="connsiteY1076" fmla="*/ 582930 h 642461"/>
                <a:gd name="connsiteX1077" fmla="*/ 812959 w 1387792"/>
                <a:gd name="connsiteY1077" fmla="*/ 582930 h 642461"/>
                <a:gd name="connsiteX1078" fmla="*/ 814864 w 1387792"/>
                <a:gd name="connsiteY1078" fmla="*/ 584359 h 642461"/>
                <a:gd name="connsiteX1079" fmla="*/ 816292 w 1387792"/>
                <a:gd name="connsiteY1079" fmla="*/ 584359 h 642461"/>
                <a:gd name="connsiteX1080" fmla="*/ 817245 w 1387792"/>
                <a:gd name="connsiteY1080" fmla="*/ 583406 h 642461"/>
                <a:gd name="connsiteX1081" fmla="*/ 819150 w 1387792"/>
                <a:gd name="connsiteY1081" fmla="*/ 581501 h 642461"/>
                <a:gd name="connsiteX1082" fmla="*/ 821055 w 1387792"/>
                <a:gd name="connsiteY1082" fmla="*/ 579120 h 642461"/>
                <a:gd name="connsiteX1083" fmla="*/ 822960 w 1387792"/>
                <a:gd name="connsiteY1083" fmla="*/ 578168 h 642461"/>
                <a:gd name="connsiteX1084" fmla="*/ 826294 w 1387792"/>
                <a:gd name="connsiteY1084" fmla="*/ 577691 h 642461"/>
                <a:gd name="connsiteX1085" fmla="*/ 829151 w 1387792"/>
                <a:gd name="connsiteY1085" fmla="*/ 575786 h 642461"/>
                <a:gd name="connsiteX1086" fmla="*/ 827246 w 1387792"/>
                <a:gd name="connsiteY1086" fmla="*/ 573881 h 642461"/>
                <a:gd name="connsiteX1087" fmla="*/ 827246 w 1387792"/>
                <a:gd name="connsiteY1087" fmla="*/ 571976 h 642461"/>
                <a:gd name="connsiteX1088" fmla="*/ 829151 w 1387792"/>
                <a:gd name="connsiteY1088" fmla="*/ 568643 h 642461"/>
                <a:gd name="connsiteX1089" fmla="*/ 831056 w 1387792"/>
                <a:gd name="connsiteY1089" fmla="*/ 567214 h 642461"/>
                <a:gd name="connsiteX1090" fmla="*/ 831532 w 1387792"/>
                <a:gd name="connsiteY1090" fmla="*/ 563880 h 642461"/>
                <a:gd name="connsiteX1091" fmla="*/ 833914 w 1387792"/>
                <a:gd name="connsiteY1091" fmla="*/ 561975 h 642461"/>
                <a:gd name="connsiteX1092" fmla="*/ 836295 w 1387792"/>
                <a:gd name="connsiteY1092" fmla="*/ 558641 h 642461"/>
                <a:gd name="connsiteX1093" fmla="*/ 839152 w 1387792"/>
                <a:gd name="connsiteY1093" fmla="*/ 555784 h 642461"/>
                <a:gd name="connsiteX1094" fmla="*/ 844867 w 1387792"/>
                <a:gd name="connsiteY1094" fmla="*/ 553879 h 642461"/>
                <a:gd name="connsiteX1095" fmla="*/ 848201 w 1387792"/>
                <a:gd name="connsiteY1095" fmla="*/ 554355 h 642461"/>
                <a:gd name="connsiteX1096" fmla="*/ 851059 w 1387792"/>
                <a:gd name="connsiteY1096" fmla="*/ 553879 h 642461"/>
                <a:gd name="connsiteX1097" fmla="*/ 855821 w 1387792"/>
                <a:gd name="connsiteY1097" fmla="*/ 552450 h 642461"/>
                <a:gd name="connsiteX1098" fmla="*/ 856773 w 1387792"/>
                <a:gd name="connsiteY1098" fmla="*/ 552450 h 642461"/>
                <a:gd name="connsiteX1099" fmla="*/ 858678 w 1387792"/>
                <a:gd name="connsiteY1099" fmla="*/ 552450 h 642461"/>
                <a:gd name="connsiteX1100" fmla="*/ 870585 w 1387792"/>
                <a:gd name="connsiteY1100" fmla="*/ 554831 h 642461"/>
                <a:gd name="connsiteX1101" fmla="*/ 874395 w 1387792"/>
                <a:gd name="connsiteY1101" fmla="*/ 554831 h 642461"/>
                <a:gd name="connsiteX1102" fmla="*/ 883444 w 1387792"/>
                <a:gd name="connsiteY1102" fmla="*/ 558165 h 642461"/>
                <a:gd name="connsiteX1103" fmla="*/ 887730 w 1387792"/>
                <a:gd name="connsiteY1103" fmla="*/ 558641 h 642461"/>
                <a:gd name="connsiteX1104" fmla="*/ 890588 w 1387792"/>
                <a:gd name="connsiteY1104" fmla="*/ 559594 h 642461"/>
                <a:gd name="connsiteX1105" fmla="*/ 892016 w 1387792"/>
                <a:gd name="connsiteY1105" fmla="*/ 561022 h 642461"/>
                <a:gd name="connsiteX1106" fmla="*/ 893921 w 1387792"/>
                <a:gd name="connsiteY1106" fmla="*/ 562927 h 642461"/>
                <a:gd name="connsiteX1107" fmla="*/ 905351 w 1387792"/>
                <a:gd name="connsiteY1107" fmla="*/ 564356 h 642461"/>
                <a:gd name="connsiteX1108" fmla="*/ 908685 w 1387792"/>
                <a:gd name="connsiteY1108" fmla="*/ 565309 h 642461"/>
                <a:gd name="connsiteX1109" fmla="*/ 909638 w 1387792"/>
                <a:gd name="connsiteY1109" fmla="*/ 566738 h 642461"/>
                <a:gd name="connsiteX1110" fmla="*/ 912971 w 1387792"/>
                <a:gd name="connsiteY1110" fmla="*/ 568643 h 642461"/>
                <a:gd name="connsiteX1111" fmla="*/ 915828 w 1387792"/>
                <a:gd name="connsiteY1111" fmla="*/ 569119 h 642461"/>
                <a:gd name="connsiteX1112" fmla="*/ 913447 w 1387792"/>
                <a:gd name="connsiteY1112" fmla="*/ 561499 h 642461"/>
                <a:gd name="connsiteX1113" fmla="*/ 914400 w 1387792"/>
                <a:gd name="connsiteY1113" fmla="*/ 557213 h 642461"/>
                <a:gd name="connsiteX1114" fmla="*/ 918210 w 1387792"/>
                <a:gd name="connsiteY1114" fmla="*/ 544830 h 642461"/>
                <a:gd name="connsiteX1115" fmla="*/ 920115 w 1387792"/>
                <a:gd name="connsiteY1115" fmla="*/ 542925 h 642461"/>
                <a:gd name="connsiteX1116" fmla="*/ 923925 w 1387792"/>
                <a:gd name="connsiteY1116" fmla="*/ 541496 h 642461"/>
                <a:gd name="connsiteX1117" fmla="*/ 929640 w 1387792"/>
                <a:gd name="connsiteY1117" fmla="*/ 539591 h 642461"/>
                <a:gd name="connsiteX1118" fmla="*/ 932021 w 1387792"/>
                <a:gd name="connsiteY1118" fmla="*/ 537210 h 642461"/>
                <a:gd name="connsiteX1119" fmla="*/ 936784 w 1387792"/>
                <a:gd name="connsiteY1119" fmla="*/ 537686 h 642461"/>
                <a:gd name="connsiteX1120" fmla="*/ 938689 w 1387792"/>
                <a:gd name="connsiteY1120" fmla="*/ 537686 h 642461"/>
                <a:gd name="connsiteX1121" fmla="*/ 940117 w 1387792"/>
                <a:gd name="connsiteY1121" fmla="*/ 537210 h 642461"/>
                <a:gd name="connsiteX1122" fmla="*/ 941070 w 1387792"/>
                <a:gd name="connsiteY1122" fmla="*/ 535781 h 642461"/>
                <a:gd name="connsiteX1123" fmla="*/ 946309 w 1387792"/>
                <a:gd name="connsiteY1123" fmla="*/ 538163 h 642461"/>
                <a:gd name="connsiteX1124" fmla="*/ 954881 w 1387792"/>
                <a:gd name="connsiteY1124" fmla="*/ 543401 h 642461"/>
                <a:gd name="connsiteX1125" fmla="*/ 961548 w 1387792"/>
                <a:gd name="connsiteY1125" fmla="*/ 546735 h 642461"/>
                <a:gd name="connsiteX1126" fmla="*/ 969169 w 1387792"/>
                <a:gd name="connsiteY1126" fmla="*/ 549593 h 642461"/>
                <a:gd name="connsiteX1127" fmla="*/ 980122 w 1387792"/>
                <a:gd name="connsiteY1127" fmla="*/ 552450 h 642461"/>
                <a:gd name="connsiteX1128" fmla="*/ 989171 w 1387792"/>
                <a:gd name="connsiteY1128" fmla="*/ 553402 h 642461"/>
                <a:gd name="connsiteX1129" fmla="*/ 990600 w 1387792"/>
                <a:gd name="connsiteY1129" fmla="*/ 552926 h 642461"/>
                <a:gd name="connsiteX1130" fmla="*/ 994410 w 1387792"/>
                <a:gd name="connsiteY1130" fmla="*/ 548640 h 642461"/>
                <a:gd name="connsiteX1131" fmla="*/ 996315 w 1387792"/>
                <a:gd name="connsiteY1131" fmla="*/ 548640 h 642461"/>
                <a:gd name="connsiteX1132" fmla="*/ 999648 w 1387792"/>
                <a:gd name="connsiteY1132" fmla="*/ 549116 h 642461"/>
                <a:gd name="connsiteX1133" fmla="*/ 1009173 w 1387792"/>
                <a:gd name="connsiteY1133" fmla="*/ 549116 h 642461"/>
                <a:gd name="connsiteX1134" fmla="*/ 1019175 w 1387792"/>
                <a:gd name="connsiteY1134" fmla="*/ 549116 h 642461"/>
                <a:gd name="connsiteX1135" fmla="*/ 1023938 w 1387792"/>
                <a:gd name="connsiteY1135" fmla="*/ 548640 h 642461"/>
                <a:gd name="connsiteX1136" fmla="*/ 1033939 w 1387792"/>
                <a:gd name="connsiteY1136" fmla="*/ 546735 h 642461"/>
                <a:gd name="connsiteX1137" fmla="*/ 1035367 w 1387792"/>
                <a:gd name="connsiteY1137" fmla="*/ 546735 h 642461"/>
                <a:gd name="connsiteX1138" fmla="*/ 1037748 w 1387792"/>
                <a:gd name="connsiteY1138" fmla="*/ 546735 h 642461"/>
                <a:gd name="connsiteX1139" fmla="*/ 1043940 w 1387792"/>
                <a:gd name="connsiteY1139" fmla="*/ 549116 h 642461"/>
                <a:gd name="connsiteX1140" fmla="*/ 1048226 w 1387792"/>
                <a:gd name="connsiteY1140" fmla="*/ 549593 h 642461"/>
                <a:gd name="connsiteX1141" fmla="*/ 1051084 w 1387792"/>
                <a:gd name="connsiteY1141" fmla="*/ 549593 h 642461"/>
                <a:gd name="connsiteX1142" fmla="*/ 1052989 w 1387792"/>
                <a:gd name="connsiteY1142" fmla="*/ 549593 h 642461"/>
                <a:gd name="connsiteX1143" fmla="*/ 1056798 w 1387792"/>
                <a:gd name="connsiteY1143" fmla="*/ 549593 h 642461"/>
                <a:gd name="connsiteX1144" fmla="*/ 1062990 w 1387792"/>
                <a:gd name="connsiteY1144" fmla="*/ 550069 h 642461"/>
                <a:gd name="connsiteX1145" fmla="*/ 1070610 w 1387792"/>
                <a:gd name="connsiteY1145" fmla="*/ 551497 h 642461"/>
                <a:gd name="connsiteX1146" fmla="*/ 1079659 w 1387792"/>
                <a:gd name="connsiteY1146" fmla="*/ 551021 h 642461"/>
                <a:gd name="connsiteX1147" fmla="*/ 1082516 w 1387792"/>
                <a:gd name="connsiteY1147" fmla="*/ 550545 h 642461"/>
                <a:gd name="connsiteX1148" fmla="*/ 1087755 w 1387792"/>
                <a:gd name="connsiteY1148" fmla="*/ 551021 h 642461"/>
                <a:gd name="connsiteX1149" fmla="*/ 1091565 w 1387792"/>
                <a:gd name="connsiteY1149" fmla="*/ 552450 h 642461"/>
                <a:gd name="connsiteX1150" fmla="*/ 1096803 w 1387792"/>
                <a:gd name="connsiteY1150" fmla="*/ 553879 h 642461"/>
                <a:gd name="connsiteX1151" fmla="*/ 1100138 w 1387792"/>
                <a:gd name="connsiteY1151" fmla="*/ 554355 h 642461"/>
                <a:gd name="connsiteX1152" fmla="*/ 1102042 w 1387792"/>
                <a:gd name="connsiteY1152" fmla="*/ 554831 h 642461"/>
                <a:gd name="connsiteX1153" fmla="*/ 1105852 w 1387792"/>
                <a:gd name="connsiteY1153" fmla="*/ 554831 h 642461"/>
                <a:gd name="connsiteX1154" fmla="*/ 1108234 w 1387792"/>
                <a:gd name="connsiteY1154" fmla="*/ 554355 h 642461"/>
                <a:gd name="connsiteX1155" fmla="*/ 1109663 w 1387792"/>
                <a:gd name="connsiteY1155" fmla="*/ 554831 h 642461"/>
                <a:gd name="connsiteX1156" fmla="*/ 1111091 w 1387792"/>
                <a:gd name="connsiteY1156" fmla="*/ 558641 h 642461"/>
                <a:gd name="connsiteX1157" fmla="*/ 1114425 w 1387792"/>
                <a:gd name="connsiteY1157" fmla="*/ 561022 h 642461"/>
                <a:gd name="connsiteX1158" fmla="*/ 1116806 w 1387792"/>
                <a:gd name="connsiteY1158" fmla="*/ 563404 h 642461"/>
                <a:gd name="connsiteX1159" fmla="*/ 1118711 w 1387792"/>
                <a:gd name="connsiteY1159" fmla="*/ 565785 h 642461"/>
                <a:gd name="connsiteX1160" fmla="*/ 1120616 w 1387792"/>
                <a:gd name="connsiteY1160" fmla="*/ 566738 h 642461"/>
                <a:gd name="connsiteX1161" fmla="*/ 1124426 w 1387792"/>
                <a:gd name="connsiteY1161" fmla="*/ 566738 h 642461"/>
                <a:gd name="connsiteX1162" fmla="*/ 1131570 w 1387792"/>
                <a:gd name="connsiteY1162" fmla="*/ 567690 h 642461"/>
                <a:gd name="connsiteX1163" fmla="*/ 1135380 w 1387792"/>
                <a:gd name="connsiteY1163" fmla="*/ 568643 h 642461"/>
                <a:gd name="connsiteX1164" fmla="*/ 1140619 w 1387792"/>
                <a:gd name="connsiteY1164" fmla="*/ 572929 h 642461"/>
                <a:gd name="connsiteX1165" fmla="*/ 1145381 w 1387792"/>
                <a:gd name="connsiteY1165" fmla="*/ 577691 h 642461"/>
                <a:gd name="connsiteX1166" fmla="*/ 1146334 w 1387792"/>
                <a:gd name="connsiteY1166" fmla="*/ 576739 h 642461"/>
                <a:gd name="connsiteX1167" fmla="*/ 1147286 w 1387792"/>
                <a:gd name="connsiteY1167" fmla="*/ 575786 h 642461"/>
                <a:gd name="connsiteX1168" fmla="*/ 1147286 w 1387792"/>
                <a:gd name="connsiteY1168" fmla="*/ 574357 h 642461"/>
                <a:gd name="connsiteX1169" fmla="*/ 1145381 w 1387792"/>
                <a:gd name="connsiteY1169" fmla="*/ 569119 h 642461"/>
                <a:gd name="connsiteX1170" fmla="*/ 1144428 w 1387792"/>
                <a:gd name="connsiteY1170" fmla="*/ 564356 h 642461"/>
                <a:gd name="connsiteX1171" fmla="*/ 1143952 w 1387792"/>
                <a:gd name="connsiteY1171" fmla="*/ 560070 h 642461"/>
                <a:gd name="connsiteX1172" fmla="*/ 1143952 w 1387792"/>
                <a:gd name="connsiteY1172" fmla="*/ 558641 h 642461"/>
                <a:gd name="connsiteX1173" fmla="*/ 1145381 w 1387792"/>
                <a:gd name="connsiteY1173" fmla="*/ 555784 h 642461"/>
                <a:gd name="connsiteX1174" fmla="*/ 1146810 w 1387792"/>
                <a:gd name="connsiteY1174" fmla="*/ 553402 h 642461"/>
                <a:gd name="connsiteX1175" fmla="*/ 1152525 w 1387792"/>
                <a:gd name="connsiteY1175" fmla="*/ 551021 h 642461"/>
                <a:gd name="connsiteX1176" fmla="*/ 1156335 w 1387792"/>
                <a:gd name="connsiteY1176" fmla="*/ 550069 h 642461"/>
                <a:gd name="connsiteX1177" fmla="*/ 1156335 w 1387792"/>
                <a:gd name="connsiteY1177" fmla="*/ 548640 h 642461"/>
                <a:gd name="connsiteX1178" fmla="*/ 1153001 w 1387792"/>
                <a:gd name="connsiteY1178" fmla="*/ 547688 h 642461"/>
                <a:gd name="connsiteX1179" fmla="*/ 1150620 w 1387792"/>
                <a:gd name="connsiteY1179" fmla="*/ 546259 h 642461"/>
                <a:gd name="connsiteX1180" fmla="*/ 1150144 w 1387792"/>
                <a:gd name="connsiteY1180" fmla="*/ 545306 h 642461"/>
                <a:gd name="connsiteX1181" fmla="*/ 1150144 w 1387792"/>
                <a:gd name="connsiteY1181" fmla="*/ 544354 h 642461"/>
                <a:gd name="connsiteX1182" fmla="*/ 1150620 w 1387792"/>
                <a:gd name="connsiteY1182" fmla="*/ 543401 h 642461"/>
                <a:gd name="connsiteX1183" fmla="*/ 1154430 w 1387792"/>
                <a:gd name="connsiteY1183" fmla="*/ 541496 h 642461"/>
                <a:gd name="connsiteX1184" fmla="*/ 1158240 w 1387792"/>
                <a:gd name="connsiteY1184" fmla="*/ 539591 h 642461"/>
                <a:gd name="connsiteX1185" fmla="*/ 1163002 w 1387792"/>
                <a:gd name="connsiteY1185" fmla="*/ 540544 h 642461"/>
                <a:gd name="connsiteX1186" fmla="*/ 1163955 w 1387792"/>
                <a:gd name="connsiteY1186" fmla="*/ 540068 h 642461"/>
                <a:gd name="connsiteX1187" fmla="*/ 1164431 w 1387792"/>
                <a:gd name="connsiteY1187" fmla="*/ 538163 h 642461"/>
                <a:gd name="connsiteX1188" fmla="*/ 1163478 w 1387792"/>
                <a:gd name="connsiteY1188" fmla="*/ 536257 h 642461"/>
                <a:gd name="connsiteX1189" fmla="*/ 1162526 w 1387792"/>
                <a:gd name="connsiteY1189" fmla="*/ 533400 h 642461"/>
                <a:gd name="connsiteX1190" fmla="*/ 1160621 w 1387792"/>
                <a:gd name="connsiteY1190" fmla="*/ 531971 h 642461"/>
                <a:gd name="connsiteX1191" fmla="*/ 1160621 w 1387792"/>
                <a:gd name="connsiteY1191" fmla="*/ 530066 h 642461"/>
                <a:gd name="connsiteX1192" fmla="*/ 1162050 w 1387792"/>
                <a:gd name="connsiteY1192" fmla="*/ 527209 h 642461"/>
                <a:gd name="connsiteX1193" fmla="*/ 1160145 w 1387792"/>
                <a:gd name="connsiteY1193" fmla="*/ 521494 h 642461"/>
                <a:gd name="connsiteX1194" fmla="*/ 1158240 w 1387792"/>
                <a:gd name="connsiteY1194" fmla="*/ 516731 h 642461"/>
                <a:gd name="connsiteX1195" fmla="*/ 1154906 w 1387792"/>
                <a:gd name="connsiteY1195" fmla="*/ 508159 h 642461"/>
                <a:gd name="connsiteX1196" fmla="*/ 1152525 w 1387792"/>
                <a:gd name="connsiteY1196" fmla="*/ 505777 h 642461"/>
                <a:gd name="connsiteX1197" fmla="*/ 1151096 w 1387792"/>
                <a:gd name="connsiteY1197" fmla="*/ 501967 h 642461"/>
                <a:gd name="connsiteX1198" fmla="*/ 1149667 w 1387792"/>
                <a:gd name="connsiteY1198" fmla="*/ 500063 h 642461"/>
                <a:gd name="connsiteX1199" fmla="*/ 1149667 w 1387792"/>
                <a:gd name="connsiteY1199" fmla="*/ 497205 h 642461"/>
                <a:gd name="connsiteX1200" fmla="*/ 1149667 w 1387792"/>
                <a:gd name="connsiteY1200" fmla="*/ 494824 h 642461"/>
                <a:gd name="connsiteX1201" fmla="*/ 1149191 w 1387792"/>
                <a:gd name="connsiteY1201" fmla="*/ 490538 h 642461"/>
                <a:gd name="connsiteX1202" fmla="*/ 1148715 w 1387792"/>
                <a:gd name="connsiteY1202" fmla="*/ 485775 h 642461"/>
                <a:gd name="connsiteX1203" fmla="*/ 1149191 w 1387792"/>
                <a:gd name="connsiteY1203" fmla="*/ 481013 h 642461"/>
                <a:gd name="connsiteX1204" fmla="*/ 1150620 w 1387792"/>
                <a:gd name="connsiteY1204" fmla="*/ 477679 h 642461"/>
                <a:gd name="connsiteX1205" fmla="*/ 1150144 w 1387792"/>
                <a:gd name="connsiteY1205" fmla="*/ 476726 h 642461"/>
                <a:gd name="connsiteX1206" fmla="*/ 1150620 w 1387792"/>
                <a:gd name="connsiteY1206" fmla="*/ 475774 h 642461"/>
                <a:gd name="connsiteX1207" fmla="*/ 1152525 w 1387792"/>
                <a:gd name="connsiteY1207" fmla="*/ 475297 h 642461"/>
                <a:gd name="connsiteX1208" fmla="*/ 1153477 w 1387792"/>
                <a:gd name="connsiteY1208" fmla="*/ 473869 h 642461"/>
                <a:gd name="connsiteX1209" fmla="*/ 1152525 w 1387792"/>
                <a:gd name="connsiteY1209" fmla="*/ 472440 h 642461"/>
                <a:gd name="connsiteX1210" fmla="*/ 1149191 w 1387792"/>
                <a:gd name="connsiteY1210" fmla="*/ 471488 h 642461"/>
                <a:gd name="connsiteX1211" fmla="*/ 1145381 w 1387792"/>
                <a:gd name="connsiteY1211" fmla="*/ 470059 h 642461"/>
                <a:gd name="connsiteX1212" fmla="*/ 1141095 w 1387792"/>
                <a:gd name="connsiteY1212" fmla="*/ 470059 h 642461"/>
                <a:gd name="connsiteX1213" fmla="*/ 1136809 w 1387792"/>
                <a:gd name="connsiteY1213" fmla="*/ 470535 h 642461"/>
                <a:gd name="connsiteX1214" fmla="*/ 1134427 w 1387792"/>
                <a:gd name="connsiteY1214" fmla="*/ 469582 h 642461"/>
                <a:gd name="connsiteX1215" fmla="*/ 1132522 w 1387792"/>
                <a:gd name="connsiteY1215" fmla="*/ 468154 h 642461"/>
                <a:gd name="connsiteX1216" fmla="*/ 1132522 w 1387792"/>
                <a:gd name="connsiteY1216" fmla="*/ 467201 h 642461"/>
                <a:gd name="connsiteX1217" fmla="*/ 1135380 w 1387792"/>
                <a:gd name="connsiteY1217" fmla="*/ 464820 h 642461"/>
                <a:gd name="connsiteX1218" fmla="*/ 1139190 w 1387792"/>
                <a:gd name="connsiteY1218" fmla="*/ 462439 h 642461"/>
                <a:gd name="connsiteX1219" fmla="*/ 1144905 w 1387792"/>
                <a:gd name="connsiteY1219" fmla="*/ 461486 h 642461"/>
                <a:gd name="connsiteX1220" fmla="*/ 1151096 w 1387792"/>
                <a:gd name="connsiteY1220" fmla="*/ 459581 h 642461"/>
                <a:gd name="connsiteX1221" fmla="*/ 1154430 w 1387792"/>
                <a:gd name="connsiteY1221" fmla="*/ 458152 h 642461"/>
                <a:gd name="connsiteX1222" fmla="*/ 1158716 w 1387792"/>
                <a:gd name="connsiteY1222" fmla="*/ 457200 h 642461"/>
                <a:gd name="connsiteX1223" fmla="*/ 1163478 w 1387792"/>
                <a:gd name="connsiteY1223" fmla="*/ 456724 h 642461"/>
                <a:gd name="connsiteX1224" fmla="*/ 1165860 w 1387792"/>
                <a:gd name="connsiteY1224" fmla="*/ 457200 h 642461"/>
                <a:gd name="connsiteX1225" fmla="*/ 1172051 w 1387792"/>
                <a:gd name="connsiteY1225" fmla="*/ 455771 h 642461"/>
                <a:gd name="connsiteX1226" fmla="*/ 1182052 w 1387792"/>
                <a:gd name="connsiteY1226" fmla="*/ 452438 h 642461"/>
                <a:gd name="connsiteX1227" fmla="*/ 1191101 w 1387792"/>
                <a:gd name="connsiteY1227" fmla="*/ 449580 h 642461"/>
                <a:gd name="connsiteX1228" fmla="*/ 1193959 w 1387792"/>
                <a:gd name="connsiteY1228" fmla="*/ 448151 h 642461"/>
                <a:gd name="connsiteX1229" fmla="*/ 1196340 w 1387792"/>
                <a:gd name="connsiteY1229" fmla="*/ 449580 h 642461"/>
                <a:gd name="connsiteX1230" fmla="*/ 1197292 w 1387792"/>
                <a:gd name="connsiteY1230" fmla="*/ 452914 h 642461"/>
                <a:gd name="connsiteX1231" fmla="*/ 1200150 w 1387792"/>
                <a:gd name="connsiteY1231" fmla="*/ 454819 h 642461"/>
                <a:gd name="connsiteX1232" fmla="*/ 1203007 w 1387792"/>
                <a:gd name="connsiteY1232" fmla="*/ 455771 h 642461"/>
                <a:gd name="connsiteX1233" fmla="*/ 1204436 w 1387792"/>
                <a:gd name="connsiteY1233" fmla="*/ 455771 h 642461"/>
                <a:gd name="connsiteX1234" fmla="*/ 1209198 w 1387792"/>
                <a:gd name="connsiteY1234" fmla="*/ 454342 h 642461"/>
                <a:gd name="connsiteX1235" fmla="*/ 1213961 w 1387792"/>
                <a:gd name="connsiteY1235" fmla="*/ 453390 h 642461"/>
                <a:gd name="connsiteX1236" fmla="*/ 1215866 w 1387792"/>
                <a:gd name="connsiteY1236" fmla="*/ 453866 h 642461"/>
                <a:gd name="connsiteX1237" fmla="*/ 1218247 w 1387792"/>
                <a:gd name="connsiteY1237" fmla="*/ 455771 h 642461"/>
                <a:gd name="connsiteX1238" fmla="*/ 1221105 w 1387792"/>
                <a:gd name="connsiteY1238" fmla="*/ 457200 h 642461"/>
                <a:gd name="connsiteX1239" fmla="*/ 1222534 w 1387792"/>
                <a:gd name="connsiteY1239" fmla="*/ 457200 h 642461"/>
                <a:gd name="connsiteX1240" fmla="*/ 1223963 w 1387792"/>
                <a:gd name="connsiteY1240" fmla="*/ 455771 h 642461"/>
                <a:gd name="connsiteX1241" fmla="*/ 1225391 w 1387792"/>
                <a:gd name="connsiteY1241" fmla="*/ 453390 h 642461"/>
                <a:gd name="connsiteX1242" fmla="*/ 1226344 w 1387792"/>
                <a:gd name="connsiteY1242" fmla="*/ 450056 h 642461"/>
                <a:gd name="connsiteX1243" fmla="*/ 1226344 w 1387792"/>
                <a:gd name="connsiteY1243" fmla="*/ 446722 h 642461"/>
                <a:gd name="connsiteX1244" fmla="*/ 1225867 w 1387792"/>
                <a:gd name="connsiteY1244" fmla="*/ 444817 h 642461"/>
                <a:gd name="connsiteX1245" fmla="*/ 1224915 w 1387792"/>
                <a:gd name="connsiteY1245" fmla="*/ 443865 h 642461"/>
                <a:gd name="connsiteX1246" fmla="*/ 1220628 w 1387792"/>
                <a:gd name="connsiteY1246" fmla="*/ 442436 h 642461"/>
                <a:gd name="connsiteX1247" fmla="*/ 1216342 w 1387792"/>
                <a:gd name="connsiteY1247" fmla="*/ 440531 h 642461"/>
                <a:gd name="connsiteX1248" fmla="*/ 1215866 w 1387792"/>
                <a:gd name="connsiteY1248" fmla="*/ 438626 h 642461"/>
                <a:gd name="connsiteX1249" fmla="*/ 1215866 w 1387792"/>
                <a:gd name="connsiteY1249" fmla="*/ 437197 h 642461"/>
                <a:gd name="connsiteX1250" fmla="*/ 1216819 w 1387792"/>
                <a:gd name="connsiteY1250" fmla="*/ 433864 h 642461"/>
                <a:gd name="connsiteX1251" fmla="*/ 1219676 w 1387792"/>
                <a:gd name="connsiteY1251" fmla="*/ 428149 h 642461"/>
                <a:gd name="connsiteX1252" fmla="*/ 1222534 w 1387792"/>
                <a:gd name="connsiteY1252" fmla="*/ 420052 h 642461"/>
                <a:gd name="connsiteX1253" fmla="*/ 1223963 w 1387792"/>
                <a:gd name="connsiteY1253" fmla="*/ 413385 h 642461"/>
                <a:gd name="connsiteX1254" fmla="*/ 1228725 w 1387792"/>
                <a:gd name="connsiteY1254" fmla="*/ 403860 h 642461"/>
                <a:gd name="connsiteX1255" fmla="*/ 1232535 w 1387792"/>
                <a:gd name="connsiteY1255" fmla="*/ 393859 h 642461"/>
                <a:gd name="connsiteX1256" fmla="*/ 1238250 w 1387792"/>
                <a:gd name="connsiteY1256" fmla="*/ 379571 h 642461"/>
                <a:gd name="connsiteX1257" fmla="*/ 1239202 w 1387792"/>
                <a:gd name="connsiteY1257" fmla="*/ 376714 h 642461"/>
                <a:gd name="connsiteX1258" fmla="*/ 1239678 w 1387792"/>
                <a:gd name="connsiteY1258" fmla="*/ 371951 h 642461"/>
                <a:gd name="connsiteX1259" fmla="*/ 1240155 w 1387792"/>
                <a:gd name="connsiteY1259" fmla="*/ 370046 h 642461"/>
                <a:gd name="connsiteX1260" fmla="*/ 1242060 w 1387792"/>
                <a:gd name="connsiteY1260" fmla="*/ 369094 h 642461"/>
                <a:gd name="connsiteX1261" fmla="*/ 1245394 w 1387792"/>
                <a:gd name="connsiteY1261" fmla="*/ 370046 h 642461"/>
                <a:gd name="connsiteX1262" fmla="*/ 1253966 w 1387792"/>
                <a:gd name="connsiteY1262" fmla="*/ 373380 h 642461"/>
                <a:gd name="connsiteX1263" fmla="*/ 1260634 w 1387792"/>
                <a:gd name="connsiteY1263" fmla="*/ 376238 h 642461"/>
                <a:gd name="connsiteX1264" fmla="*/ 1263491 w 1387792"/>
                <a:gd name="connsiteY1264" fmla="*/ 377190 h 642461"/>
                <a:gd name="connsiteX1265" fmla="*/ 1267301 w 1387792"/>
                <a:gd name="connsiteY1265" fmla="*/ 378142 h 642461"/>
                <a:gd name="connsiteX1266" fmla="*/ 1273492 w 1387792"/>
                <a:gd name="connsiteY1266" fmla="*/ 379095 h 642461"/>
                <a:gd name="connsiteX1267" fmla="*/ 1277302 w 1387792"/>
                <a:gd name="connsiteY1267" fmla="*/ 378619 h 642461"/>
                <a:gd name="connsiteX1268" fmla="*/ 1280636 w 1387792"/>
                <a:gd name="connsiteY1268" fmla="*/ 378142 h 642461"/>
                <a:gd name="connsiteX1269" fmla="*/ 1284922 w 1387792"/>
                <a:gd name="connsiteY1269" fmla="*/ 378142 h 642461"/>
                <a:gd name="connsiteX1270" fmla="*/ 1291590 w 1387792"/>
                <a:gd name="connsiteY1270" fmla="*/ 379095 h 642461"/>
                <a:gd name="connsiteX1271" fmla="*/ 1293495 w 1387792"/>
                <a:gd name="connsiteY1271" fmla="*/ 379095 h 642461"/>
                <a:gd name="connsiteX1272" fmla="*/ 1295876 w 1387792"/>
                <a:gd name="connsiteY1272" fmla="*/ 379095 h 642461"/>
                <a:gd name="connsiteX1273" fmla="*/ 1297781 w 1387792"/>
                <a:gd name="connsiteY1273" fmla="*/ 380524 h 642461"/>
                <a:gd name="connsiteX1274" fmla="*/ 1298734 w 1387792"/>
                <a:gd name="connsiteY1274" fmla="*/ 383857 h 642461"/>
                <a:gd name="connsiteX1275" fmla="*/ 1300163 w 1387792"/>
                <a:gd name="connsiteY1275" fmla="*/ 385286 h 642461"/>
                <a:gd name="connsiteX1276" fmla="*/ 1302544 w 1387792"/>
                <a:gd name="connsiteY1276" fmla="*/ 384810 h 642461"/>
                <a:gd name="connsiteX1277" fmla="*/ 1307782 w 1387792"/>
                <a:gd name="connsiteY1277" fmla="*/ 381952 h 642461"/>
                <a:gd name="connsiteX1278" fmla="*/ 1311116 w 1387792"/>
                <a:gd name="connsiteY1278" fmla="*/ 379571 h 642461"/>
                <a:gd name="connsiteX1279" fmla="*/ 1315402 w 1387792"/>
                <a:gd name="connsiteY1279" fmla="*/ 376238 h 642461"/>
                <a:gd name="connsiteX1280" fmla="*/ 1319689 w 1387792"/>
                <a:gd name="connsiteY1280" fmla="*/ 375761 h 642461"/>
                <a:gd name="connsiteX1281" fmla="*/ 1323975 w 1387792"/>
                <a:gd name="connsiteY1281" fmla="*/ 374809 h 642461"/>
                <a:gd name="connsiteX1282" fmla="*/ 1325403 w 1387792"/>
                <a:gd name="connsiteY1282" fmla="*/ 373380 h 642461"/>
                <a:gd name="connsiteX1283" fmla="*/ 1326832 w 1387792"/>
                <a:gd name="connsiteY1283" fmla="*/ 369570 h 642461"/>
                <a:gd name="connsiteX1284" fmla="*/ 1329690 w 1387792"/>
                <a:gd name="connsiteY1284" fmla="*/ 366713 h 642461"/>
                <a:gd name="connsiteX1285" fmla="*/ 1330166 w 1387792"/>
                <a:gd name="connsiteY1285" fmla="*/ 362902 h 642461"/>
                <a:gd name="connsiteX1286" fmla="*/ 1329214 w 1387792"/>
                <a:gd name="connsiteY1286" fmla="*/ 360521 h 642461"/>
                <a:gd name="connsiteX1287" fmla="*/ 1327309 w 1387792"/>
                <a:gd name="connsiteY1287" fmla="*/ 356235 h 642461"/>
                <a:gd name="connsiteX1288" fmla="*/ 1327309 w 1387792"/>
                <a:gd name="connsiteY1288" fmla="*/ 353377 h 642461"/>
                <a:gd name="connsiteX1289" fmla="*/ 1326356 w 1387792"/>
                <a:gd name="connsiteY1289" fmla="*/ 345281 h 642461"/>
                <a:gd name="connsiteX1290" fmla="*/ 1324927 w 1387792"/>
                <a:gd name="connsiteY1290" fmla="*/ 338138 h 642461"/>
                <a:gd name="connsiteX1291" fmla="*/ 1326356 w 1387792"/>
                <a:gd name="connsiteY1291" fmla="*/ 332422 h 642461"/>
                <a:gd name="connsiteX1292" fmla="*/ 1328738 w 1387792"/>
                <a:gd name="connsiteY1292" fmla="*/ 325755 h 642461"/>
                <a:gd name="connsiteX1293" fmla="*/ 1329690 w 1387792"/>
                <a:gd name="connsiteY1293" fmla="*/ 323850 h 642461"/>
                <a:gd name="connsiteX1294" fmla="*/ 1331119 w 1387792"/>
                <a:gd name="connsiteY1294" fmla="*/ 320992 h 642461"/>
                <a:gd name="connsiteX1295" fmla="*/ 1333023 w 1387792"/>
                <a:gd name="connsiteY1295" fmla="*/ 317659 h 642461"/>
                <a:gd name="connsiteX1296" fmla="*/ 1335881 w 1387792"/>
                <a:gd name="connsiteY1296" fmla="*/ 316706 h 642461"/>
                <a:gd name="connsiteX1297" fmla="*/ 1343501 w 1387792"/>
                <a:gd name="connsiteY1297" fmla="*/ 316230 h 642461"/>
                <a:gd name="connsiteX1298" fmla="*/ 1350645 w 1387792"/>
                <a:gd name="connsiteY1298" fmla="*/ 314801 h 642461"/>
                <a:gd name="connsiteX1299" fmla="*/ 1354455 w 1387792"/>
                <a:gd name="connsiteY1299" fmla="*/ 313372 h 642461"/>
                <a:gd name="connsiteX1300" fmla="*/ 1358265 w 1387792"/>
                <a:gd name="connsiteY1300" fmla="*/ 312420 h 642461"/>
                <a:gd name="connsiteX1301" fmla="*/ 1360646 w 1387792"/>
                <a:gd name="connsiteY1301" fmla="*/ 311467 h 642461"/>
                <a:gd name="connsiteX1302" fmla="*/ 1364456 w 1387792"/>
                <a:gd name="connsiteY1302" fmla="*/ 306705 h 642461"/>
                <a:gd name="connsiteX1303" fmla="*/ 1366361 w 1387792"/>
                <a:gd name="connsiteY1303" fmla="*/ 303847 h 642461"/>
                <a:gd name="connsiteX1304" fmla="*/ 1367790 w 1387792"/>
                <a:gd name="connsiteY1304" fmla="*/ 296704 h 642461"/>
                <a:gd name="connsiteX1305" fmla="*/ 1366838 w 1387792"/>
                <a:gd name="connsiteY1305" fmla="*/ 293370 h 642461"/>
                <a:gd name="connsiteX1306" fmla="*/ 1367790 w 1387792"/>
                <a:gd name="connsiteY1306" fmla="*/ 290513 h 642461"/>
                <a:gd name="connsiteX1307" fmla="*/ 1369695 w 1387792"/>
                <a:gd name="connsiteY1307" fmla="*/ 288607 h 642461"/>
                <a:gd name="connsiteX1308" fmla="*/ 1372552 w 1387792"/>
                <a:gd name="connsiteY1308" fmla="*/ 286702 h 642461"/>
                <a:gd name="connsiteX1309" fmla="*/ 1374457 w 1387792"/>
                <a:gd name="connsiteY1309" fmla="*/ 286226 h 642461"/>
                <a:gd name="connsiteX1310" fmla="*/ 1378267 w 1387792"/>
                <a:gd name="connsiteY1310" fmla="*/ 285750 h 642461"/>
                <a:gd name="connsiteX1311" fmla="*/ 1384459 w 1387792"/>
                <a:gd name="connsiteY1311" fmla="*/ 285750 h 642461"/>
                <a:gd name="connsiteX1312" fmla="*/ 1387792 w 1387792"/>
                <a:gd name="connsiteY1312" fmla="*/ 286702 h 642461"/>
                <a:gd name="connsiteX1313" fmla="*/ 1384935 w 1387792"/>
                <a:gd name="connsiteY1313" fmla="*/ 283369 h 642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Lst>
              <a:rect l="l" t="t" r="r" b="b"/>
              <a:pathLst>
                <a:path w="1387792" h="642461">
                  <a:moveTo>
                    <a:pt x="207169" y="442913"/>
                  </a:moveTo>
                  <a:lnTo>
                    <a:pt x="207645" y="441007"/>
                  </a:lnTo>
                  <a:lnTo>
                    <a:pt x="206692" y="438626"/>
                  </a:lnTo>
                  <a:lnTo>
                    <a:pt x="204788" y="438150"/>
                  </a:lnTo>
                  <a:lnTo>
                    <a:pt x="202882" y="440531"/>
                  </a:lnTo>
                  <a:lnTo>
                    <a:pt x="204311" y="442436"/>
                  </a:lnTo>
                  <a:lnTo>
                    <a:pt x="206692" y="443389"/>
                  </a:lnTo>
                  <a:lnTo>
                    <a:pt x="207169" y="442913"/>
                  </a:lnTo>
                  <a:close/>
                  <a:moveTo>
                    <a:pt x="117157" y="461963"/>
                  </a:moveTo>
                  <a:lnTo>
                    <a:pt x="117157" y="459581"/>
                  </a:lnTo>
                  <a:lnTo>
                    <a:pt x="119539" y="457676"/>
                  </a:lnTo>
                  <a:lnTo>
                    <a:pt x="119539" y="456724"/>
                  </a:lnTo>
                  <a:lnTo>
                    <a:pt x="117634" y="457200"/>
                  </a:lnTo>
                  <a:lnTo>
                    <a:pt x="116205" y="458152"/>
                  </a:lnTo>
                  <a:lnTo>
                    <a:pt x="115252" y="462439"/>
                  </a:lnTo>
                  <a:lnTo>
                    <a:pt x="118586" y="466725"/>
                  </a:lnTo>
                  <a:lnTo>
                    <a:pt x="120491" y="466725"/>
                  </a:lnTo>
                  <a:lnTo>
                    <a:pt x="121920" y="465772"/>
                  </a:lnTo>
                  <a:lnTo>
                    <a:pt x="119063" y="464820"/>
                  </a:lnTo>
                  <a:lnTo>
                    <a:pt x="117157" y="461963"/>
                  </a:lnTo>
                  <a:close/>
                  <a:moveTo>
                    <a:pt x="435769" y="443389"/>
                  </a:moveTo>
                  <a:lnTo>
                    <a:pt x="435292" y="440055"/>
                  </a:lnTo>
                  <a:lnTo>
                    <a:pt x="435292" y="437197"/>
                  </a:lnTo>
                  <a:lnTo>
                    <a:pt x="434816" y="435769"/>
                  </a:lnTo>
                  <a:lnTo>
                    <a:pt x="433864" y="435769"/>
                  </a:lnTo>
                  <a:lnTo>
                    <a:pt x="433388" y="434816"/>
                  </a:lnTo>
                  <a:lnTo>
                    <a:pt x="433388" y="433388"/>
                  </a:lnTo>
                  <a:lnTo>
                    <a:pt x="432435" y="432435"/>
                  </a:lnTo>
                  <a:lnTo>
                    <a:pt x="431006" y="431959"/>
                  </a:lnTo>
                  <a:lnTo>
                    <a:pt x="429577" y="430530"/>
                  </a:lnTo>
                  <a:lnTo>
                    <a:pt x="427672" y="427196"/>
                  </a:lnTo>
                  <a:lnTo>
                    <a:pt x="426720" y="426244"/>
                  </a:lnTo>
                  <a:lnTo>
                    <a:pt x="425767" y="427196"/>
                  </a:lnTo>
                  <a:lnTo>
                    <a:pt x="424815" y="429577"/>
                  </a:lnTo>
                  <a:lnTo>
                    <a:pt x="423863" y="431006"/>
                  </a:lnTo>
                  <a:lnTo>
                    <a:pt x="423386" y="431006"/>
                  </a:lnTo>
                  <a:lnTo>
                    <a:pt x="422910" y="430054"/>
                  </a:lnTo>
                  <a:lnTo>
                    <a:pt x="422910" y="428149"/>
                  </a:lnTo>
                  <a:lnTo>
                    <a:pt x="422434" y="427196"/>
                  </a:lnTo>
                  <a:lnTo>
                    <a:pt x="421481" y="427196"/>
                  </a:lnTo>
                  <a:lnTo>
                    <a:pt x="421005" y="428625"/>
                  </a:lnTo>
                  <a:lnTo>
                    <a:pt x="420528" y="431482"/>
                  </a:lnTo>
                  <a:lnTo>
                    <a:pt x="418623" y="434340"/>
                  </a:lnTo>
                  <a:lnTo>
                    <a:pt x="415766" y="436721"/>
                  </a:lnTo>
                  <a:lnTo>
                    <a:pt x="413861" y="439102"/>
                  </a:lnTo>
                  <a:lnTo>
                    <a:pt x="413385" y="440055"/>
                  </a:lnTo>
                  <a:lnTo>
                    <a:pt x="415290" y="441007"/>
                  </a:lnTo>
                  <a:lnTo>
                    <a:pt x="420052" y="443865"/>
                  </a:lnTo>
                  <a:lnTo>
                    <a:pt x="424815" y="446722"/>
                  </a:lnTo>
                  <a:lnTo>
                    <a:pt x="429577" y="449580"/>
                  </a:lnTo>
                  <a:lnTo>
                    <a:pt x="434340" y="452438"/>
                  </a:lnTo>
                  <a:lnTo>
                    <a:pt x="436721" y="453866"/>
                  </a:lnTo>
                  <a:lnTo>
                    <a:pt x="437197" y="452914"/>
                  </a:lnTo>
                  <a:lnTo>
                    <a:pt x="437673" y="450532"/>
                  </a:lnTo>
                  <a:lnTo>
                    <a:pt x="437197" y="447199"/>
                  </a:lnTo>
                  <a:lnTo>
                    <a:pt x="435769" y="443389"/>
                  </a:lnTo>
                  <a:close/>
                  <a:moveTo>
                    <a:pt x="126682" y="461010"/>
                  </a:moveTo>
                  <a:lnTo>
                    <a:pt x="127159" y="460057"/>
                  </a:lnTo>
                  <a:lnTo>
                    <a:pt x="127635" y="456724"/>
                  </a:lnTo>
                  <a:lnTo>
                    <a:pt x="125730" y="457200"/>
                  </a:lnTo>
                  <a:lnTo>
                    <a:pt x="124301" y="459581"/>
                  </a:lnTo>
                  <a:lnTo>
                    <a:pt x="125253" y="462439"/>
                  </a:lnTo>
                  <a:lnTo>
                    <a:pt x="126682" y="461010"/>
                  </a:lnTo>
                  <a:close/>
                  <a:moveTo>
                    <a:pt x="1384935" y="283369"/>
                  </a:moveTo>
                  <a:lnTo>
                    <a:pt x="1382553" y="280511"/>
                  </a:lnTo>
                  <a:lnTo>
                    <a:pt x="1379696" y="279559"/>
                  </a:lnTo>
                  <a:lnTo>
                    <a:pt x="1376839" y="279082"/>
                  </a:lnTo>
                  <a:lnTo>
                    <a:pt x="1374457" y="277654"/>
                  </a:lnTo>
                  <a:lnTo>
                    <a:pt x="1373028" y="276225"/>
                  </a:lnTo>
                  <a:lnTo>
                    <a:pt x="1368266" y="269081"/>
                  </a:lnTo>
                  <a:lnTo>
                    <a:pt x="1364932" y="265747"/>
                  </a:lnTo>
                  <a:lnTo>
                    <a:pt x="1362075" y="265747"/>
                  </a:lnTo>
                  <a:lnTo>
                    <a:pt x="1361598" y="263842"/>
                  </a:lnTo>
                  <a:lnTo>
                    <a:pt x="1363503" y="261938"/>
                  </a:lnTo>
                  <a:lnTo>
                    <a:pt x="1365885" y="260032"/>
                  </a:lnTo>
                  <a:lnTo>
                    <a:pt x="1365885" y="257651"/>
                  </a:lnTo>
                  <a:lnTo>
                    <a:pt x="1363980" y="256222"/>
                  </a:lnTo>
                  <a:lnTo>
                    <a:pt x="1361598" y="256699"/>
                  </a:lnTo>
                  <a:lnTo>
                    <a:pt x="1358741" y="259556"/>
                  </a:lnTo>
                  <a:lnTo>
                    <a:pt x="1355407" y="262414"/>
                  </a:lnTo>
                  <a:lnTo>
                    <a:pt x="1351121" y="264795"/>
                  </a:lnTo>
                  <a:lnTo>
                    <a:pt x="1349216" y="266700"/>
                  </a:lnTo>
                  <a:lnTo>
                    <a:pt x="1347311" y="268605"/>
                  </a:lnTo>
                  <a:lnTo>
                    <a:pt x="1344453" y="268129"/>
                  </a:lnTo>
                  <a:lnTo>
                    <a:pt x="1342072" y="268129"/>
                  </a:lnTo>
                  <a:lnTo>
                    <a:pt x="1340167" y="268129"/>
                  </a:lnTo>
                  <a:lnTo>
                    <a:pt x="1338739" y="265747"/>
                  </a:lnTo>
                  <a:lnTo>
                    <a:pt x="1336834" y="265271"/>
                  </a:lnTo>
                  <a:lnTo>
                    <a:pt x="1323975" y="263366"/>
                  </a:lnTo>
                  <a:lnTo>
                    <a:pt x="1319689" y="262414"/>
                  </a:lnTo>
                  <a:lnTo>
                    <a:pt x="1316831" y="263366"/>
                  </a:lnTo>
                  <a:lnTo>
                    <a:pt x="1314926" y="262414"/>
                  </a:lnTo>
                  <a:lnTo>
                    <a:pt x="1313973" y="260032"/>
                  </a:lnTo>
                  <a:lnTo>
                    <a:pt x="1311592" y="256222"/>
                  </a:lnTo>
                  <a:lnTo>
                    <a:pt x="1309688" y="252889"/>
                  </a:lnTo>
                  <a:lnTo>
                    <a:pt x="1307306" y="249555"/>
                  </a:lnTo>
                  <a:lnTo>
                    <a:pt x="1306353" y="247174"/>
                  </a:lnTo>
                  <a:lnTo>
                    <a:pt x="1307306" y="244792"/>
                  </a:lnTo>
                  <a:lnTo>
                    <a:pt x="1306830" y="242411"/>
                  </a:lnTo>
                  <a:lnTo>
                    <a:pt x="1304448" y="241459"/>
                  </a:lnTo>
                  <a:lnTo>
                    <a:pt x="1301591" y="241459"/>
                  </a:lnTo>
                  <a:lnTo>
                    <a:pt x="1293495" y="236696"/>
                  </a:lnTo>
                  <a:lnTo>
                    <a:pt x="1289685" y="235744"/>
                  </a:lnTo>
                  <a:lnTo>
                    <a:pt x="1286351" y="234791"/>
                  </a:lnTo>
                  <a:lnTo>
                    <a:pt x="1283494" y="234791"/>
                  </a:lnTo>
                  <a:lnTo>
                    <a:pt x="1281113" y="232410"/>
                  </a:lnTo>
                  <a:lnTo>
                    <a:pt x="1278731" y="225742"/>
                  </a:lnTo>
                  <a:lnTo>
                    <a:pt x="1278255" y="221932"/>
                  </a:lnTo>
                  <a:lnTo>
                    <a:pt x="1275873" y="218122"/>
                  </a:lnTo>
                  <a:lnTo>
                    <a:pt x="1272540" y="214789"/>
                  </a:lnTo>
                  <a:lnTo>
                    <a:pt x="1270635" y="210502"/>
                  </a:lnTo>
                  <a:lnTo>
                    <a:pt x="1267777" y="208597"/>
                  </a:lnTo>
                  <a:lnTo>
                    <a:pt x="1263015" y="205740"/>
                  </a:lnTo>
                  <a:lnTo>
                    <a:pt x="1258252" y="203359"/>
                  </a:lnTo>
                  <a:lnTo>
                    <a:pt x="1250632" y="200501"/>
                  </a:lnTo>
                  <a:lnTo>
                    <a:pt x="1247775" y="200501"/>
                  </a:lnTo>
                  <a:lnTo>
                    <a:pt x="1243965" y="200977"/>
                  </a:lnTo>
                  <a:lnTo>
                    <a:pt x="1241584" y="202406"/>
                  </a:lnTo>
                  <a:lnTo>
                    <a:pt x="1239202" y="205264"/>
                  </a:lnTo>
                  <a:lnTo>
                    <a:pt x="1235869" y="205264"/>
                  </a:lnTo>
                  <a:lnTo>
                    <a:pt x="1230630" y="205264"/>
                  </a:lnTo>
                  <a:lnTo>
                    <a:pt x="1229201" y="206216"/>
                  </a:lnTo>
                  <a:lnTo>
                    <a:pt x="1228248" y="208121"/>
                  </a:lnTo>
                  <a:lnTo>
                    <a:pt x="1225391" y="210502"/>
                  </a:lnTo>
                  <a:lnTo>
                    <a:pt x="1221581" y="212407"/>
                  </a:lnTo>
                  <a:lnTo>
                    <a:pt x="1215866" y="211931"/>
                  </a:lnTo>
                  <a:lnTo>
                    <a:pt x="1212056" y="212884"/>
                  </a:lnTo>
                  <a:lnTo>
                    <a:pt x="1208246" y="213360"/>
                  </a:lnTo>
                  <a:lnTo>
                    <a:pt x="1202531" y="210979"/>
                  </a:lnTo>
                  <a:lnTo>
                    <a:pt x="1196340" y="210979"/>
                  </a:lnTo>
                  <a:lnTo>
                    <a:pt x="1192530" y="211931"/>
                  </a:lnTo>
                  <a:lnTo>
                    <a:pt x="1186815" y="211931"/>
                  </a:lnTo>
                  <a:lnTo>
                    <a:pt x="1185863" y="210502"/>
                  </a:lnTo>
                  <a:lnTo>
                    <a:pt x="1186339" y="208121"/>
                  </a:lnTo>
                  <a:lnTo>
                    <a:pt x="1185863" y="206216"/>
                  </a:lnTo>
                  <a:lnTo>
                    <a:pt x="1184910" y="204311"/>
                  </a:lnTo>
                  <a:lnTo>
                    <a:pt x="1183957" y="202406"/>
                  </a:lnTo>
                  <a:lnTo>
                    <a:pt x="1181576" y="201930"/>
                  </a:lnTo>
                  <a:lnTo>
                    <a:pt x="1174909" y="202882"/>
                  </a:lnTo>
                  <a:lnTo>
                    <a:pt x="1173003" y="201930"/>
                  </a:lnTo>
                  <a:lnTo>
                    <a:pt x="1173003" y="200025"/>
                  </a:lnTo>
                  <a:lnTo>
                    <a:pt x="1173956" y="197644"/>
                  </a:lnTo>
                  <a:lnTo>
                    <a:pt x="1174909" y="194310"/>
                  </a:lnTo>
                  <a:lnTo>
                    <a:pt x="1174432" y="192405"/>
                  </a:lnTo>
                  <a:lnTo>
                    <a:pt x="1171098" y="192881"/>
                  </a:lnTo>
                  <a:lnTo>
                    <a:pt x="1169194" y="192881"/>
                  </a:lnTo>
                  <a:lnTo>
                    <a:pt x="1168241" y="190500"/>
                  </a:lnTo>
                  <a:lnTo>
                    <a:pt x="1166336" y="188595"/>
                  </a:lnTo>
                  <a:lnTo>
                    <a:pt x="1163955" y="188595"/>
                  </a:lnTo>
                  <a:lnTo>
                    <a:pt x="1161097" y="188119"/>
                  </a:lnTo>
                  <a:lnTo>
                    <a:pt x="1158240" y="189071"/>
                  </a:lnTo>
                  <a:lnTo>
                    <a:pt x="1156811" y="191452"/>
                  </a:lnTo>
                  <a:lnTo>
                    <a:pt x="1154906" y="191929"/>
                  </a:lnTo>
                  <a:lnTo>
                    <a:pt x="1153001" y="192405"/>
                  </a:lnTo>
                  <a:lnTo>
                    <a:pt x="1151572" y="193357"/>
                  </a:lnTo>
                  <a:lnTo>
                    <a:pt x="1150620" y="195263"/>
                  </a:lnTo>
                  <a:lnTo>
                    <a:pt x="1151096" y="197167"/>
                  </a:lnTo>
                  <a:lnTo>
                    <a:pt x="1151572" y="201454"/>
                  </a:lnTo>
                  <a:lnTo>
                    <a:pt x="1150620" y="203835"/>
                  </a:lnTo>
                  <a:lnTo>
                    <a:pt x="1147763" y="205264"/>
                  </a:lnTo>
                  <a:lnTo>
                    <a:pt x="1145381" y="204788"/>
                  </a:lnTo>
                  <a:lnTo>
                    <a:pt x="1143476" y="205264"/>
                  </a:lnTo>
                  <a:lnTo>
                    <a:pt x="1140142" y="207645"/>
                  </a:lnTo>
                  <a:lnTo>
                    <a:pt x="1138714" y="208597"/>
                  </a:lnTo>
                  <a:lnTo>
                    <a:pt x="1138238" y="210026"/>
                  </a:lnTo>
                  <a:lnTo>
                    <a:pt x="1138238" y="212407"/>
                  </a:lnTo>
                  <a:lnTo>
                    <a:pt x="1135380" y="211455"/>
                  </a:lnTo>
                  <a:lnTo>
                    <a:pt x="1131094" y="203359"/>
                  </a:lnTo>
                  <a:lnTo>
                    <a:pt x="1126331" y="194310"/>
                  </a:lnTo>
                  <a:lnTo>
                    <a:pt x="1120616" y="184785"/>
                  </a:lnTo>
                  <a:lnTo>
                    <a:pt x="1117759" y="179546"/>
                  </a:lnTo>
                  <a:lnTo>
                    <a:pt x="1106805" y="162877"/>
                  </a:lnTo>
                  <a:lnTo>
                    <a:pt x="1101566" y="154781"/>
                  </a:lnTo>
                  <a:lnTo>
                    <a:pt x="1092517" y="140970"/>
                  </a:lnTo>
                  <a:lnTo>
                    <a:pt x="1083945" y="128111"/>
                  </a:lnTo>
                  <a:lnTo>
                    <a:pt x="1074420" y="114776"/>
                  </a:lnTo>
                  <a:lnTo>
                    <a:pt x="1068705" y="107156"/>
                  </a:lnTo>
                  <a:lnTo>
                    <a:pt x="1062990" y="99060"/>
                  </a:lnTo>
                  <a:lnTo>
                    <a:pt x="1061085" y="96679"/>
                  </a:lnTo>
                  <a:lnTo>
                    <a:pt x="1057751" y="93821"/>
                  </a:lnTo>
                  <a:lnTo>
                    <a:pt x="1049655" y="88106"/>
                  </a:lnTo>
                  <a:lnTo>
                    <a:pt x="1038225" y="80010"/>
                  </a:lnTo>
                  <a:lnTo>
                    <a:pt x="1027747" y="72866"/>
                  </a:lnTo>
                  <a:lnTo>
                    <a:pt x="1019175" y="67151"/>
                  </a:lnTo>
                  <a:lnTo>
                    <a:pt x="1017270" y="64770"/>
                  </a:lnTo>
                  <a:lnTo>
                    <a:pt x="1016317" y="63341"/>
                  </a:lnTo>
                  <a:lnTo>
                    <a:pt x="1015365" y="61913"/>
                  </a:lnTo>
                  <a:lnTo>
                    <a:pt x="1013936" y="59055"/>
                  </a:lnTo>
                  <a:lnTo>
                    <a:pt x="1013936" y="57150"/>
                  </a:lnTo>
                  <a:lnTo>
                    <a:pt x="1022032" y="57626"/>
                  </a:lnTo>
                  <a:lnTo>
                    <a:pt x="1023461" y="55721"/>
                  </a:lnTo>
                  <a:lnTo>
                    <a:pt x="1026319" y="49054"/>
                  </a:lnTo>
                  <a:lnTo>
                    <a:pt x="1027747" y="43339"/>
                  </a:lnTo>
                  <a:lnTo>
                    <a:pt x="1024890" y="43815"/>
                  </a:lnTo>
                  <a:lnTo>
                    <a:pt x="1020127" y="46196"/>
                  </a:lnTo>
                  <a:lnTo>
                    <a:pt x="1017746" y="48101"/>
                  </a:lnTo>
                  <a:lnTo>
                    <a:pt x="1016317" y="49054"/>
                  </a:lnTo>
                  <a:lnTo>
                    <a:pt x="1008697" y="50006"/>
                  </a:lnTo>
                  <a:lnTo>
                    <a:pt x="1004411" y="52388"/>
                  </a:lnTo>
                  <a:lnTo>
                    <a:pt x="995363" y="56674"/>
                  </a:lnTo>
                  <a:lnTo>
                    <a:pt x="989171" y="59055"/>
                  </a:lnTo>
                  <a:lnTo>
                    <a:pt x="987742" y="59531"/>
                  </a:lnTo>
                  <a:lnTo>
                    <a:pt x="980122" y="60484"/>
                  </a:lnTo>
                  <a:lnTo>
                    <a:pt x="978694" y="61436"/>
                  </a:lnTo>
                  <a:lnTo>
                    <a:pt x="978694" y="63817"/>
                  </a:lnTo>
                  <a:lnTo>
                    <a:pt x="978217" y="66199"/>
                  </a:lnTo>
                  <a:lnTo>
                    <a:pt x="972978" y="69532"/>
                  </a:lnTo>
                  <a:lnTo>
                    <a:pt x="967264" y="72866"/>
                  </a:lnTo>
                  <a:lnTo>
                    <a:pt x="964882" y="73342"/>
                  </a:lnTo>
                  <a:lnTo>
                    <a:pt x="961548" y="72866"/>
                  </a:lnTo>
                  <a:lnTo>
                    <a:pt x="959644" y="73342"/>
                  </a:lnTo>
                  <a:lnTo>
                    <a:pt x="954405" y="76676"/>
                  </a:lnTo>
                  <a:lnTo>
                    <a:pt x="946785" y="81439"/>
                  </a:lnTo>
                  <a:lnTo>
                    <a:pt x="945832" y="83344"/>
                  </a:lnTo>
                  <a:lnTo>
                    <a:pt x="945832" y="85725"/>
                  </a:lnTo>
                  <a:lnTo>
                    <a:pt x="944880" y="87630"/>
                  </a:lnTo>
                  <a:lnTo>
                    <a:pt x="942975" y="88582"/>
                  </a:lnTo>
                  <a:lnTo>
                    <a:pt x="940594" y="86677"/>
                  </a:lnTo>
                  <a:lnTo>
                    <a:pt x="938213" y="84296"/>
                  </a:lnTo>
                  <a:lnTo>
                    <a:pt x="933450" y="82867"/>
                  </a:lnTo>
                  <a:lnTo>
                    <a:pt x="926306" y="82391"/>
                  </a:lnTo>
                  <a:lnTo>
                    <a:pt x="922020" y="83344"/>
                  </a:lnTo>
                  <a:lnTo>
                    <a:pt x="919163" y="84772"/>
                  </a:lnTo>
                  <a:lnTo>
                    <a:pt x="913447" y="89535"/>
                  </a:lnTo>
                  <a:lnTo>
                    <a:pt x="911066" y="90488"/>
                  </a:lnTo>
                  <a:lnTo>
                    <a:pt x="909638" y="90011"/>
                  </a:lnTo>
                  <a:lnTo>
                    <a:pt x="909161" y="87630"/>
                  </a:lnTo>
                  <a:lnTo>
                    <a:pt x="907732" y="85725"/>
                  </a:lnTo>
                  <a:lnTo>
                    <a:pt x="906303" y="83344"/>
                  </a:lnTo>
                  <a:lnTo>
                    <a:pt x="906780" y="78105"/>
                  </a:lnTo>
                  <a:lnTo>
                    <a:pt x="910114" y="73342"/>
                  </a:lnTo>
                  <a:lnTo>
                    <a:pt x="915352" y="70485"/>
                  </a:lnTo>
                  <a:lnTo>
                    <a:pt x="919639" y="67627"/>
                  </a:lnTo>
                  <a:lnTo>
                    <a:pt x="921067" y="64770"/>
                  </a:lnTo>
                  <a:lnTo>
                    <a:pt x="921067" y="62865"/>
                  </a:lnTo>
                  <a:lnTo>
                    <a:pt x="919639" y="61913"/>
                  </a:lnTo>
                  <a:lnTo>
                    <a:pt x="918210" y="61913"/>
                  </a:lnTo>
                  <a:lnTo>
                    <a:pt x="917257" y="62865"/>
                  </a:lnTo>
                  <a:lnTo>
                    <a:pt x="914400" y="64770"/>
                  </a:lnTo>
                  <a:lnTo>
                    <a:pt x="910114" y="66675"/>
                  </a:lnTo>
                  <a:lnTo>
                    <a:pt x="906780" y="67151"/>
                  </a:lnTo>
                  <a:lnTo>
                    <a:pt x="905351" y="67151"/>
                  </a:lnTo>
                  <a:lnTo>
                    <a:pt x="901541" y="66199"/>
                  </a:lnTo>
                  <a:lnTo>
                    <a:pt x="894397" y="60484"/>
                  </a:lnTo>
                  <a:lnTo>
                    <a:pt x="888682" y="59531"/>
                  </a:lnTo>
                  <a:lnTo>
                    <a:pt x="884872" y="59055"/>
                  </a:lnTo>
                  <a:lnTo>
                    <a:pt x="883444" y="59531"/>
                  </a:lnTo>
                  <a:lnTo>
                    <a:pt x="882967" y="60960"/>
                  </a:lnTo>
                  <a:lnTo>
                    <a:pt x="883444" y="62389"/>
                  </a:lnTo>
                  <a:lnTo>
                    <a:pt x="884396" y="63817"/>
                  </a:lnTo>
                  <a:lnTo>
                    <a:pt x="883920" y="65246"/>
                  </a:lnTo>
                  <a:lnTo>
                    <a:pt x="882015" y="66199"/>
                  </a:lnTo>
                  <a:lnTo>
                    <a:pt x="879157" y="67627"/>
                  </a:lnTo>
                  <a:lnTo>
                    <a:pt x="877728" y="66675"/>
                  </a:lnTo>
                  <a:lnTo>
                    <a:pt x="876776" y="62389"/>
                  </a:lnTo>
                  <a:lnTo>
                    <a:pt x="876776" y="59055"/>
                  </a:lnTo>
                  <a:lnTo>
                    <a:pt x="874871" y="56197"/>
                  </a:lnTo>
                  <a:lnTo>
                    <a:pt x="872966" y="51911"/>
                  </a:lnTo>
                  <a:lnTo>
                    <a:pt x="870109" y="49530"/>
                  </a:lnTo>
                  <a:lnTo>
                    <a:pt x="867251" y="50482"/>
                  </a:lnTo>
                  <a:lnTo>
                    <a:pt x="865822" y="54292"/>
                  </a:lnTo>
                  <a:lnTo>
                    <a:pt x="863917" y="55721"/>
                  </a:lnTo>
                  <a:lnTo>
                    <a:pt x="860107" y="54769"/>
                  </a:lnTo>
                  <a:lnTo>
                    <a:pt x="852964" y="56674"/>
                  </a:lnTo>
                  <a:lnTo>
                    <a:pt x="841534" y="57626"/>
                  </a:lnTo>
                  <a:lnTo>
                    <a:pt x="833438" y="55245"/>
                  </a:lnTo>
                  <a:lnTo>
                    <a:pt x="832009" y="52864"/>
                  </a:lnTo>
                  <a:lnTo>
                    <a:pt x="835342" y="48101"/>
                  </a:lnTo>
                  <a:lnTo>
                    <a:pt x="835819" y="43815"/>
                  </a:lnTo>
                  <a:lnTo>
                    <a:pt x="835819" y="40005"/>
                  </a:lnTo>
                  <a:lnTo>
                    <a:pt x="836771" y="37147"/>
                  </a:lnTo>
                  <a:lnTo>
                    <a:pt x="834866" y="31909"/>
                  </a:lnTo>
                  <a:lnTo>
                    <a:pt x="830103" y="20955"/>
                  </a:lnTo>
                  <a:lnTo>
                    <a:pt x="827246" y="12382"/>
                  </a:lnTo>
                  <a:lnTo>
                    <a:pt x="822960" y="6191"/>
                  </a:lnTo>
                  <a:lnTo>
                    <a:pt x="821055" y="4286"/>
                  </a:lnTo>
                  <a:lnTo>
                    <a:pt x="812482" y="5239"/>
                  </a:lnTo>
                  <a:lnTo>
                    <a:pt x="810101" y="6667"/>
                  </a:lnTo>
                  <a:lnTo>
                    <a:pt x="808672" y="8572"/>
                  </a:lnTo>
                  <a:lnTo>
                    <a:pt x="805815" y="10001"/>
                  </a:lnTo>
                  <a:lnTo>
                    <a:pt x="802005" y="10954"/>
                  </a:lnTo>
                  <a:lnTo>
                    <a:pt x="798671" y="10477"/>
                  </a:lnTo>
                  <a:lnTo>
                    <a:pt x="794861" y="9525"/>
                  </a:lnTo>
                  <a:lnTo>
                    <a:pt x="791051" y="7144"/>
                  </a:lnTo>
                  <a:lnTo>
                    <a:pt x="786765" y="4286"/>
                  </a:lnTo>
                  <a:lnTo>
                    <a:pt x="778192" y="1905"/>
                  </a:lnTo>
                  <a:lnTo>
                    <a:pt x="769620" y="952"/>
                  </a:lnTo>
                  <a:lnTo>
                    <a:pt x="760571" y="0"/>
                  </a:lnTo>
                  <a:lnTo>
                    <a:pt x="755809" y="1429"/>
                  </a:lnTo>
                  <a:lnTo>
                    <a:pt x="751522" y="3810"/>
                  </a:lnTo>
                  <a:lnTo>
                    <a:pt x="745331" y="8572"/>
                  </a:lnTo>
                  <a:lnTo>
                    <a:pt x="742473" y="9049"/>
                  </a:lnTo>
                  <a:lnTo>
                    <a:pt x="737711" y="9525"/>
                  </a:lnTo>
                  <a:lnTo>
                    <a:pt x="734377" y="10954"/>
                  </a:lnTo>
                  <a:lnTo>
                    <a:pt x="734853" y="13335"/>
                  </a:lnTo>
                  <a:lnTo>
                    <a:pt x="735330" y="16192"/>
                  </a:lnTo>
                  <a:lnTo>
                    <a:pt x="734377" y="18574"/>
                  </a:lnTo>
                  <a:lnTo>
                    <a:pt x="732472" y="20002"/>
                  </a:lnTo>
                  <a:lnTo>
                    <a:pt x="729615" y="20955"/>
                  </a:lnTo>
                  <a:lnTo>
                    <a:pt x="724852" y="21431"/>
                  </a:lnTo>
                  <a:lnTo>
                    <a:pt x="721042" y="21907"/>
                  </a:lnTo>
                  <a:lnTo>
                    <a:pt x="716280" y="25241"/>
                  </a:lnTo>
                  <a:lnTo>
                    <a:pt x="709136" y="26194"/>
                  </a:lnTo>
                  <a:lnTo>
                    <a:pt x="701516" y="27622"/>
                  </a:lnTo>
                  <a:lnTo>
                    <a:pt x="696277" y="29527"/>
                  </a:lnTo>
                  <a:lnTo>
                    <a:pt x="684371" y="31909"/>
                  </a:lnTo>
                  <a:lnTo>
                    <a:pt x="677703" y="32861"/>
                  </a:lnTo>
                  <a:lnTo>
                    <a:pt x="666273" y="35242"/>
                  </a:lnTo>
                  <a:lnTo>
                    <a:pt x="657225" y="35719"/>
                  </a:lnTo>
                  <a:lnTo>
                    <a:pt x="655796" y="34290"/>
                  </a:lnTo>
                  <a:lnTo>
                    <a:pt x="648652" y="37624"/>
                  </a:lnTo>
                  <a:lnTo>
                    <a:pt x="641032" y="37624"/>
                  </a:lnTo>
                  <a:lnTo>
                    <a:pt x="639603" y="39052"/>
                  </a:lnTo>
                  <a:lnTo>
                    <a:pt x="637698" y="40481"/>
                  </a:lnTo>
                  <a:lnTo>
                    <a:pt x="635794" y="40957"/>
                  </a:lnTo>
                  <a:lnTo>
                    <a:pt x="632936" y="42386"/>
                  </a:lnTo>
                  <a:lnTo>
                    <a:pt x="631507" y="45720"/>
                  </a:lnTo>
                  <a:lnTo>
                    <a:pt x="630555" y="49530"/>
                  </a:lnTo>
                  <a:lnTo>
                    <a:pt x="628173" y="50482"/>
                  </a:lnTo>
                  <a:lnTo>
                    <a:pt x="624840" y="49054"/>
                  </a:lnTo>
                  <a:lnTo>
                    <a:pt x="622459" y="47625"/>
                  </a:lnTo>
                  <a:lnTo>
                    <a:pt x="618648" y="49054"/>
                  </a:lnTo>
                  <a:lnTo>
                    <a:pt x="613410" y="50006"/>
                  </a:lnTo>
                  <a:lnTo>
                    <a:pt x="609123" y="49530"/>
                  </a:lnTo>
                  <a:lnTo>
                    <a:pt x="606742" y="48577"/>
                  </a:lnTo>
                  <a:lnTo>
                    <a:pt x="597694" y="50482"/>
                  </a:lnTo>
                  <a:lnTo>
                    <a:pt x="592931" y="52388"/>
                  </a:lnTo>
                  <a:lnTo>
                    <a:pt x="591978" y="53340"/>
                  </a:lnTo>
                  <a:lnTo>
                    <a:pt x="591026" y="53816"/>
                  </a:lnTo>
                  <a:lnTo>
                    <a:pt x="585788" y="55245"/>
                  </a:lnTo>
                  <a:lnTo>
                    <a:pt x="581501" y="54769"/>
                  </a:lnTo>
                  <a:lnTo>
                    <a:pt x="581025" y="54769"/>
                  </a:lnTo>
                  <a:lnTo>
                    <a:pt x="576739" y="55721"/>
                  </a:lnTo>
                  <a:lnTo>
                    <a:pt x="571023" y="57626"/>
                  </a:lnTo>
                  <a:lnTo>
                    <a:pt x="566738" y="58102"/>
                  </a:lnTo>
                  <a:lnTo>
                    <a:pt x="563403" y="58102"/>
                  </a:lnTo>
                  <a:lnTo>
                    <a:pt x="561022" y="59531"/>
                  </a:lnTo>
                  <a:lnTo>
                    <a:pt x="559117" y="60960"/>
                  </a:lnTo>
                  <a:lnTo>
                    <a:pt x="543877" y="62389"/>
                  </a:lnTo>
                  <a:lnTo>
                    <a:pt x="542448" y="63341"/>
                  </a:lnTo>
                  <a:lnTo>
                    <a:pt x="539591" y="64770"/>
                  </a:lnTo>
                  <a:lnTo>
                    <a:pt x="523875" y="65246"/>
                  </a:lnTo>
                  <a:lnTo>
                    <a:pt x="522446" y="66199"/>
                  </a:lnTo>
                  <a:lnTo>
                    <a:pt x="521970" y="67151"/>
                  </a:lnTo>
                  <a:lnTo>
                    <a:pt x="520065" y="67627"/>
                  </a:lnTo>
                  <a:lnTo>
                    <a:pt x="508635" y="65246"/>
                  </a:lnTo>
                  <a:lnTo>
                    <a:pt x="499586" y="62865"/>
                  </a:lnTo>
                  <a:lnTo>
                    <a:pt x="496252" y="64294"/>
                  </a:lnTo>
                  <a:lnTo>
                    <a:pt x="493395" y="66675"/>
                  </a:lnTo>
                  <a:lnTo>
                    <a:pt x="492442" y="70485"/>
                  </a:lnTo>
                  <a:lnTo>
                    <a:pt x="492442" y="73819"/>
                  </a:lnTo>
                  <a:lnTo>
                    <a:pt x="492442" y="76676"/>
                  </a:lnTo>
                  <a:lnTo>
                    <a:pt x="491014" y="78581"/>
                  </a:lnTo>
                  <a:lnTo>
                    <a:pt x="488156" y="80963"/>
                  </a:lnTo>
                  <a:lnTo>
                    <a:pt x="488156" y="82391"/>
                  </a:lnTo>
                  <a:lnTo>
                    <a:pt x="492442" y="84296"/>
                  </a:lnTo>
                  <a:lnTo>
                    <a:pt x="497681" y="85725"/>
                  </a:lnTo>
                  <a:lnTo>
                    <a:pt x="500539" y="85249"/>
                  </a:lnTo>
                  <a:lnTo>
                    <a:pt x="502920" y="84296"/>
                  </a:lnTo>
                  <a:lnTo>
                    <a:pt x="505301" y="84772"/>
                  </a:lnTo>
                  <a:lnTo>
                    <a:pt x="506730" y="85725"/>
                  </a:lnTo>
                  <a:lnTo>
                    <a:pt x="507206" y="87154"/>
                  </a:lnTo>
                  <a:lnTo>
                    <a:pt x="506730" y="88106"/>
                  </a:lnTo>
                  <a:lnTo>
                    <a:pt x="505777" y="89059"/>
                  </a:lnTo>
                  <a:lnTo>
                    <a:pt x="502444" y="90488"/>
                  </a:lnTo>
                  <a:lnTo>
                    <a:pt x="499586" y="90011"/>
                  </a:lnTo>
                  <a:lnTo>
                    <a:pt x="496728" y="90964"/>
                  </a:lnTo>
                  <a:lnTo>
                    <a:pt x="495300" y="92869"/>
                  </a:lnTo>
                  <a:lnTo>
                    <a:pt x="494347" y="96202"/>
                  </a:lnTo>
                  <a:lnTo>
                    <a:pt x="495776" y="98584"/>
                  </a:lnTo>
                  <a:lnTo>
                    <a:pt x="499586" y="99060"/>
                  </a:lnTo>
                  <a:lnTo>
                    <a:pt x="503872" y="100489"/>
                  </a:lnTo>
                  <a:lnTo>
                    <a:pt x="508635" y="101441"/>
                  </a:lnTo>
                  <a:lnTo>
                    <a:pt x="511492" y="100965"/>
                  </a:lnTo>
                  <a:lnTo>
                    <a:pt x="515302" y="103346"/>
                  </a:lnTo>
                  <a:lnTo>
                    <a:pt x="523875" y="106204"/>
                  </a:lnTo>
                  <a:lnTo>
                    <a:pt x="526256" y="108585"/>
                  </a:lnTo>
                  <a:lnTo>
                    <a:pt x="526256" y="110966"/>
                  </a:lnTo>
                  <a:lnTo>
                    <a:pt x="524827" y="112871"/>
                  </a:lnTo>
                  <a:lnTo>
                    <a:pt x="522922" y="113824"/>
                  </a:lnTo>
                  <a:lnTo>
                    <a:pt x="520065" y="113347"/>
                  </a:lnTo>
                  <a:lnTo>
                    <a:pt x="514350" y="112871"/>
                  </a:lnTo>
                  <a:lnTo>
                    <a:pt x="508159" y="112395"/>
                  </a:lnTo>
                  <a:lnTo>
                    <a:pt x="503872" y="111442"/>
                  </a:lnTo>
                  <a:lnTo>
                    <a:pt x="497205" y="111919"/>
                  </a:lnTo>
                  <a:lnTo>
                    <a:pt x="491966" y="112871"/>
                  </a:lnTo>
                  <a:lnTo>
                    <a:pt x="490538" y="114776"/>
                  </a:lnTo>
                  <a:lnTo>
                    <a:pt x="488632" y="118110"/>
                  </a:lnTo>
                  <a:lnTo>
                    <a:pt x="486727" y="120015"/>
                  </a:lnTo>
                  <a:lnTo>
                    <a:pt x="483870" y="123349"/>
                  </a:lnTo>
                  <a:lnTo>
                    <a:pt x="482917" y="126682"/>
                  </a:lnTo>
                  <a:lnTo>
                    <a:pt x="484346" y="131445"/>
                  </a:lnTo>
                  <a:lnTo>
                    <a:pt x="489585" y="139541"/>
                  </a:lnTo>
                  <a:lnTo>
                    <a:pt x="490061" y="142399"/>
                  </a:lnTo>
                  <a:lnTo>
                    <a:pt x="488156" y="144780"/>
                  </a:lnTo>
                  <a:lnTo>
                    <a:pt x="484346" y="146685"/>
                  </a:lnTo>
                  <a:lnTo>
                    <a:pt x="479107" y="150495"/>
                  </a:lnTo>
                  <a:lnTo>
                    <a:pt x="473392" y="150495"/>
                  </a:lnTo>
                  <a:lnTo>
                    <a:pt x="471011" y="151447"/>
                  </a:lnTo>
                  <a:lnTo>
                    <a:pt x="464344" y="156210"/>
                  </a:lnTo>
                  <a:lnTo>
                    <a:pt x="458628" y="158591"/>
                  </a:lnTo>
                  <a:lnTo>
                    <a:pt x="457200" y="160496"/>
                  </a:lnTo>
                  <a:lnTo>
                    <a:pt x="458628" y="162401"/>
                  </a:lnTo>
                  <a:lnTo>
                    <a:pt x="465772" y="164782"/>
                  </a:lnTo>
                  <a:lnTo>
                    <a:pt x="469582" y="167640"/>
                  </a:lnTo>
                  <a:lnTo>
                    <a:pt x="470535" y="170974"/>
                  </a:lnTo>
                  <a:lnTo>
                    <a:pt x="471964" y="173355"/>
                  </a:lnTo>
                  <a:lnTo>
                    <a:pt x="477678" y="174784"/>
                  </a:lnTo>
                  <a:lnTo>
                    <a:pt x="489585" y="178594"/>
                  </a:lnTo>
                  <a:lnTo>
                    <a:pt x="490061" y="179070"/>
                  </a:lnTo>
                  <a:lnTo>
                    <a:pt x="491014" y="180499"/>
                  </a:lnTo>
                  <a:lnTo>
                    <a:pt x="502920" y="182880"/>
                  </a:lnTo>
                  <a:lnTo>
                    <a:pt x="504348" y="184309"/>
                  </a:lnTo>
                  <a:lnTo>
                    <a:pt x="509111" y="188119"/>
                  </a:lnTo>
                  <a:lnTo>
                    <a:pt x="510064" y="192405"/>
                  </a:lnTo>
                  <a:lnTo>
                    <a:pt x="507682" y="196691"/>
                  </a:lnTo>
                  <a:lnTo>
                    <a:pt x="506253" y="203359"/>
                  </a:lnTo>
                  <a:lnTo>
                    <a:pt x="503872" y="209074"/>
                  </a:lnTo>
                  <a:lnTo>
                    <a:pt x="498157" y="212884"/>
                  </a:lnTo>
                  <a:lnTo>
                    <a:pt x="488632" y="216217"/>
                  </a:lnTo>
                  <a:lnTo>
                    <a:pt x="478155" y="217646"/>
                  </a:lnTo>
                  <a:lnTo>
                    <a:pt x="473869" y="217170"/>
                  </a:lnTo>
                  <a:lnTo>
                    <a:pt x="471011" y="216694"/>
                  </a:lnTo>
                  <a:lnTo>
                    <a:pt x="466248" y="215741"/>
                  </a:lnTo>
                  <a:lnTo>
                    <a:pt x="462915" y="212884"/>
                  </a:lnTo>
                  <a:lnTo>
                    <a:pt x="460534" y="210026"/>
                  </a:lnTo>
                  <a:lnTo>
                    <a:pt x="458628" y="209074"/>
                  </a:lnTo>
                  <a:lnTo>
                    <a:pt x="456723" y="209550"/>
                  </a:lnTo>
                  <a:lnTo>
                    <a:pt x="454819" y="211455"/>
                  </a:lnTo>
                  <a:lnTo>
                    <a:pt x="452438" y="216217"/>
                  </a:lnTo>
                  <a:lnTo>
                    <a:pt x="450056" y="220980"/>
                  </a:lnTo>
                  <a:lnTo>
                    <a:pt x="448151" y="222885"/>
                  </a:lnTo>
                  <a:lnTo>
                    <a:pt x="440531" y="225266"/>
                  </a:lnTo>
                  <a:lnTo>
                    <a:pt x="439578" y="224314"/>
                  </a:lnTo>
                  <a:lnTo>
                    <a:pt x="440531" y="220980"/>
                  </a:lnTo>
                  <a:lnTo>
                    <a:pt x="439578" y="220027"/>
                  </a:lnTo>
                  <a:lnTo>
                    <a:pt x="438150" y="219551"/>
                  </a:lnTo>
                  <a:lnTo>
                    <a:pt x="428625" y="218122"/>
                  </a:lnTo>
                  <a:lnTo>
                    <a:pt x="424815" y="217170"/>
                  </a:lnTo>
                  <a:lnTo>
                    <a:pt x="421957" y="216694"/>
                  </a:lnTo>
                  <a:lnTo>
                    <a:pt x="418623" y="215741"/>
                  </a:lnTo>
                  <a:lnTo>
                    <a:pt x="416242" y="213836"/>
                  </a:lnTo>
                  <a:lnTo>
                    <a:pt x="411003" y="208121"/>
                  </a:lnTo>
                  <a:lnTo>
                    <a:pt x="407194" y="203359"/>
                  </a:lnTo>
                  <a:lnTo>
                    <a:pt x="401002" y="199072"/>
                  </a:lnTo>
                  <a:lnTo>
                    <a:pt x="395288" y="198120"/>
                  </a:lnTo>
                  <a:lnTo>
                    <a:pt x="394811" y="198596"/>
                  </a:lnTo>
                  <a:lnTo>
                    <a:pt x="390525" y="198596"/>
                  </a:lnTo>
                  <a:lnTo>
                    <a:pt x="383381" y="197644"/>
                  </a:lnTo>
                  <a:lnTo>
                    <a:pt x="382905" y="197644"/>
                  </a:lnTo>
                  <a:lnTo>
                    <a:pt x="380523" y="199549"/>
                  </a:lnTo>
                  <a:lnTo>
                    <a:pt x="379095" y="202406"/>
                  </a:lnTo>
                  <a:lnTo>
                    <a:pt x="376714" y="204788"/>
                  </a:lnTo>
                  <a:lnTo>
                    <a:pt x="373380" y="206216"/>
                  </a:lnTo>
                  <a:lnTo>
                    <a:pt x="369570" y="206692"/>
                  </a:lnTo>
                  <a:lnTo>
                    <a:pt x="365284" y="204311"/>
                  </a:lnTo>
                  <a:lnTo>
                    <a:pt x="360521" y="200501"/>
                  </a:lnTo>
                  <a:lnTo>
                    <a:pt x="354806" y="199072"/>
                  </a:lnTo>
                  <a:lnTo>
                    <a:pt x="349091" y="200025"/>
                  </a:lnTo>
                  <a:lnTo>
                    <a:pt x="347186" y="200501"/>
                  </a:lnTo>
                  <a:lnTo>
                    <a:pt x="341471" y="202882"/>
                  </a:lnTo>
                  <a:lnTo>
                    <a:pt x="339566" y="201930"/>
                  </a:lnTo>
                  <a:lnTo>
                    <a:pt x="337185" y="201454"/>
                  </a:lnTo>
                  <a:lnTo>
                    <a:pt x="331470" y="205264"/>
                  </a:lnTo>
                  <a:lnTo>
                    <a:pt x="325278" y="209550"/>
                  </a:lnTo>
                  <a:lnTo>
                    <a:pt x="323850" y="212407"/>
                  </a:lnTo>
                  <a:lnTo>
                    <a:pt x="321945" y="215265"/>
                  </a:lnTo>
                  <a:lnTo>
                    <a:pt x="317659" y="218122"/>
                  </a:lnTo>
                  <a:lnTo>
                    <a:pt x="313372" y="220504"/>
                  </a:lnTo>
                  <a:lnTo>
                    <a:pt x="309563" y="221456"/>
                  </a:lnTo>
                  <a:lnTo>
                    <a:pt x="304800" y="220504"/>
                  </a:lnTo>
                  <a:lnTo>
                    <a:pt x="298609" y="217646"/>
                  </a:lnTo>
                  <a:lnTo>
                    <a:pt x="292894" y="214313"/>
                  </a:lnTo>
                  <a:lnTo>
                    <a:pt x="286702" y="208597"/>
                  </a:lnTo>
                  <a:lnTo>
                    <a:pt x="281940" y="205264"/>
                  </a:lnTo>
                  <a:lnTo>
                    <a:pt x="277177" y="202882"/>
                  </a:lnTo>
                  <a:lnTo>
                    <a:pt x="274320" y="202406"/>
                  </a:lnTo>
                  <a:lnTo>
                    <a:pt x="271939" y="203359"/>
                  </a:lnTo>
                  <a:lnTo>
                    <a:pt x="270986" y="205264"/>
                  </a:lnTo>
                  <a:lnTo>
                    <a:pt x="271463" y="206692"/>
                  </a:lnTo>
                  <a:lnTo>
                    <a:pt x="272891" y="208121"/>
                  </a:lnTo>
                  <a:lnTo>
                    <a:pt x="273844" y="212407"/>
                  </a:lnTo>
                  <a:lnTo>
                    <a:pt x="274320" y="217646"/>
                  </a:lnTo>
                  <a:lnTo>
                    <a:pt x="273844" y="220504"/>
                  </a:lnTo>
                  <a:lnTo>
                    <a:pt x="272415" y="222409"/>
                  </a:lnTo>
                  <a:lnTo>
                    <a:pt x="270986" y="222885"/>
                  </a:lnTo>
                  <a:lnTo>
                    <a:pt x="269557" y="222409"/>
                  </a:lnTo>
                  <a:lnTo>
                    <a:pt x="268128" y="220504"/>
                  </a:lnTo>
                  <a:lnTo>
                    <a:pt x="267176" y="216694"/>
                  </a:lnTo>
                  <a:lnTo>
                    <a:pt x="266223" y="211931"/>
                  </a:lnTo>
                  <a:lnTo>
                    <a:pt x="261938" y="206216"/>
                  </a:lnTo>
                  <a:lnTo>
                    <a:pt x="258127" y="202406"/>
                  </a:lnTo>
                  <a:lnTo>
                    <a:pt x="256222" y="200501"/>
                  </a:lnTo>
                  <a:lnTo>
                    <a:pt x="252889" y="197167"/>
                  </a:lnTo>
                  <a:lnTo>
                    <a:pt x="250031" y="195263"/>
                  </a:lnTo>
                  <a:lnTo>
                    <a:pt x="243840" y="192881"/>
                  </a:lnTo>
                  <a:lnTo>
                    <a:pt x="240982" y="190976"/>
                  </a:lnTo>
                  <a:lnTo>
                    <a:pt x="235744" y="184309"/>
                  </a:lnTo>
                  <a:lnTo>
                    <a:pt x="232886" y="182404"/>
                  </a:lnTo>
                  <a:lnTo>
                    <a:pt x="229076" y="180499"/>
                  </a:lnTo>
                  <a:lnTo>
                    <a:pt x="226219" y="180022"/>
                  </a:lnTo>
                  <a:lnTo>
                    <a:pt x="225742" y="180499"/>
                  </a:lnTo>
                  <a:lnTo>
                    <a:pt x="219075" y="181451"/>
                  </a:lnTo>
                  <a:lnTo>
                    <a:pt x="214313" y="181451"/>
                  </a:lnTo>
                  <a:lnTo>
                    <a:pt x="211455" y="180022"/>
                  </a:lnTo>
                  <a:lnTo>
                    <a:pt x="208597" y="180022"/>
                  </a:lnTo>
                  <a:lnTo>
                    <a:pt x="208597" y="180022"/>
                  </a:lnTo>
                  <a:lnTo>
                    <a:pt x="205264" y="180975"/>
                  </a:lnTo>
                  <a:lnTo>
                    <a:pt x="204788" y="180975"/>
                  </a:lnTo>
                  <a:lnTo>
                    <a:pt x="203359" y="180975"/>
                  </a:lnTo>
                  <a:lnTo>
                    <a:pt x="200977" y="179546"/>
                  </a:lnTo>
                  <a:lnTo>
                    <a:pt x="198596" y="175736"/>
                  </a:lnTo>
                  <a:lnTo>
                    <a:pt x="195263" y="171926"/>
                  </a:lnTo>
                  <a:lnTo>
                    <a:pt x="191452" y="170497"/>
                  </a:lnTo>
                  <a:lnTo>
                    <a:pt x="184309" y="171926"/>
                  </a:lnTo>
                  <a:lnTo>
                    <a:pt x="176213" y="177165"/>
                  </a:lnTo>
                  <a:lnTo>
                    <a:pt x="170497" y="180499"/>
                  </a:lnTo>
                  <a:lnTo>
                    <a:pt x="165735" y="180499"/>
                  </a:lnTo>
                  <a:lnTo>
                    <a:pt x="162877" y="180975"/>
                  </a:lnTo>
                  <a:lnTo>
                    <a:pt x="160972" y="180975"/>
                  </a:lnTo>
                  <a:lnTo>
                    <a:pt x="159544" y="180022"/>
                  </a:lnTo>
                  <a:lnTo>
                    <a:pt x="159067" y="178117"/>
                  </a:lnTo>
                  <a:lnTo>
                    <a:pt x="158591" y="175736"/>
                  </a:lnTo>
                  <a:lnTo>
                    <a:pt x="154781" y="173355"/>
                  </a:lnTo>
                  <a:lnTo>
                    <a:pt x="150019" y="171926"/>
                  </a:lnTo>
                  <a:lnTo>
                    <a:pt x="145256" y="170021"/>
                  </a:lnTo>
                  <a:lnTo>
                    <a:pt x="142398" y="169545"/>
                  </a:lnTo>
                  <a:lnTo>
                    <a:pt x="140970" y="171926"/>
                  </a:lnTo>
                  <a:lnTo>
                    <a:pt x="137160" y="175736"/>
                  </a:lnTo>
                  <a:lnTo>
                    <a:pt x="132873" y="179546"/>
                  </a:lnTo>
                  <a:lnTo>
                    <a:pt x="127159" y="185738"/>
                  </a:lnTo>
                  <a:lnTo>
                    <a:pt x="125730" y="188119"/>
                  </a:lnTo>
                  <a:lnTo>
                    <a:pt x="123825" y="189547"/>
                  </a:lnTo>
                  <a:lnTo>
                    <a:pt x="119063" y="190976"/>
                  </a:lnTo>
                  <a:lnTo>
                    <a:pt x="113347" y="193357"/>
                  </a:lnTo>
                  <a:lnTo>
                    <a:pt x="109538" y="196215"/>
                  </a:lnTo>
                  <a:lnTo>
                    <a:pt x="104298" y="197644"/>
                  </a:lnTo>
                  <a:lnTo>
                    <a:pt x="98584" y="198596"/>
                  </a:lnTo>
                  <a:lnTo>
                    <a:pt x="96202" y="200977"/>
                  </a:lnTo>
                  <a:lnTo>
                    <a:pt x="94773" y="205264"/>
                  </a:lnTo>
                  <a:lnTo>
                    <a:pt x="92869" y="209074"/>
                  </a:lnTo>
                  <a:lnTo>
                    <a:pt x="83820" y="214789"/>
                  </a:lnTo>
                  <a:lnTo>
                    <a:pt x="79057" y="218599"/>
                  </a:lnTo>
                  <a:lnTo>
                    <a:pt x="75247" y="220504"/>
                  </a:lnTo>
                  <a:lnTo>
                    <a:pt x="72866" y="220027"/>
                  </a:lnTo>
                  <a:lnTo>
                    <a:pt x="70009" y="219551"/>
                  </a:lnTo>
                  <a:lnTo>
                    <a:pt x="69056" y="220027"/>
                  </a:lnTo>
                  <a:lnTo>
                    <a:pt x="70485" y="222885"/>
                  </a:lnTo>
                  <a:lnTo>
                    <a:pt x="71438" y="231457"/>
                  </a:lnTo>
                  <a:lnTo>
                    <a:pt x="72866" y="237172"/>
                  </a:lnTo>
                  <a:lnTo>
                    <a:pt x="74295" y="240506"/>
                  </a:lnTo>
                  <a:lnTo>
                    <a:pt x="75247" y="242888"/>
                  </a:lnTo>
                  <a:lnTo>
                    <a:pt x="76200" y="246697"/>
                  </a:lnTo>
                  <a:lnTo>
                    <a:pt x="75247" y="249079"/>
                  </a:lnTo>
                  <a:lnTo>
                    <a:pt x="73342" y="250507"/>
                  </a:lnTo>
                  <a:lnTo>
                    <a:pt x="68103" y="252889"/>
                  </a:lnTo>
                  <a:lnTo>
                    <a:pt x="62389" y="254794"/>
                  </a:lnTo>
                  <a:lnTo>
                    <a:pt x="59055" y="253365"/>
                  </a:lnTo>
                  <a:lnTo>
                    <a:pt x="55245" y="250031"/>
                  </a:lnTo>
                  <a:lnTo>
                    <a:pt x="53816" y="248126"/>
                  </a:lnTo>
                  <a:lnTo>
                    <a:pt x="49530" y="242888"/>
                  </a:lnTo>
                  <a:lnTo>
                    <a:pt x="42386" y="234791"/>
                  </a:lnTo>
                  <a:lnTo>
                    <a:pt x="37623" y="230505"/>
                  </a:lnTo>
                  <a:lnTo>
                    <a:pt x="33814" y="229076"/>
                  </a:lnTo>
                  <a:lnTo>
                    <a:pt x="30480" y="229552"/>
                  </a:lnTo>
                  <a:lnTo>
                    <a:pt x="28098" y="231457"/>
                  </a:lnTo>
                  <a:lnTo>
                    <a:pt x="26194" y="233363"/>
                  </a:lnTo>
                  <a:lnTo>
                    <a:pt x="24289" y="235267"/>
                  </a:lnTo>
                  <a:lnTo>
                    <a:pt x="23336" y="237649"/>
                  </a:lnTo>
                  <a:lnTo>
                    <a:pt x="23336" y="240982"/>
                  </a:lnTo>
                  <a:lnTo>
                    <a:pt x="23336" y="244792"/>
                  </a:lnTo>
                  <a:lnTo>
                    <a:pt x="21907" y="247174"/>
                  </a:lnTo>
                  <a:lnTo>
                    <a:pt x="18097" y="250031"/>
                  </a:lnTo>
                  <a:lnTo>
                    <a:pt x="13335" y="253841"/>
                  </a:lnTo>
                  <a:lnTo>
                    <a:pt x="10001" y="260509"/>
                  </a:lnTo>
                  <a:lnTo>
                    <a:pt x="7620" y="269081"/>
                  </a:lnTo>
                  <a:lnTo>
                    <a:pt x="6667" y="274796"/>
                  </a:lnTo>
                  <a:lnTo>
                    <a:pt x="8572" y="277654"/>
                  </a:lnTo>
                  <a:lnTo>
                    <a:pt x="11906" y="280035"/>
                  </a:lnTo>
                  <a:lnTo>
                    <a:pt x="14288" y="282416"/>
                  </a:lnTo>
                  <a:lnTo>
                    <a:pt x="14764" y="284797"/>
                  </a:lnTo>
                  <a:lnTo>
                    <a:pt x="14288" y="287179"/>
                  </a:lnTo>
                  <a:lnTo>
                    <a:pt x="12382" y="289560"/>
                  </a:lnTo>
                  <a:lnTo>
                    <a:pt x="8572" y="292417"/>
                  </a:lnTo>
                  <a:lnTo>
                    <a:pt x="3334" y="299561"/>
                  </a:lnTo>
                  <a:lnTo>
                    <a:pt x="0" y="309563"/>
                  </a:lnTo>
                  <a:lnTo>
                    <a:pt x="1905" y="316706"/>
                  </a:lnTo>
                  <a:lnTo>
                    <a:pt x="8572" y="320516"/>
                  </a:lnTo>
                  <a:lnTo>
                    <a:pt x="13811" y="322421"/>
                  </a:lnTo>
                  <a:lnTo>
                    <a:pt x="15716" y="324802"/>
                  </a:lnTo>
                  <a:lnTo>
                    <a:pt x="17621" y="329565"/>
                  </a:lnTo>
                  <a:lnTo>
                    <a:pt x="17145" y="334327"/>
                  </a:lnTo>
                  <a:lnTo>
                    <a:pt x="16669" y="337661"/>
                  </a:lnTo>
                  <a:lnTo>
                    <a:pt x="18097" y="340519"/>
                  </a:lnTo>
                  <a:lnTo>
                    <a:pt x="20478" y="344329"/>
                  </a:lnTo>
                  <a:lnTo>
                    <a:pt x="23336" y="346710"/>
                  </a:lnTo>
                  <a:lnTo>
                    <a:pt x="26670" y="345281"/>
                  </a:lnTo>
                  <a:lnTo>
                    <a:pt x="30003" y="343852"/>
                  </a:lnTo>
                  <a:lnTo>
                    <a:pt x="33814" y="344329"/>
                  </a:lnTo>
                  <a:lnTo>
                    <a:pt x="45244" y="345757"/>
                  </a:lnTo>
                  <a:lnTo>
                    <a:pt x="51435" y="346234"/>
                  </a:lnTo>
                  <a:lnTo>
                    <a:pt x="53340" y="347663"/>
                  </a:lnTo>
                  <a:lnTo>
                    <a:pt x="57150" y="352901"/>
                  </a:lnTo>
                  <a:lnTo>
                    <a:pt x="61913" y="358616"/>
                  </a:lnTo>
                  <a:lnTo>
                    <a:pt x="66675" y="364331"/>
                  </a:lnTo>
                  <a:lnTo>
                    <a:pt x="68103" y="366713"/>
                  </a:lnTo>
                  <a:lnTo>
                    <a:pt x="71914" y="373380"/>
                  </a:lnTo>
                  <a:lnTo>
                    <a:pt x="75723" y="379571"/>
                  </a:lnTo>
                  <a:lnTo>
                    <a:pt x="80010" y="387191"/>
                  </a:lnTo>
                  <a:lnTo>
                    <a:pt x="79534" y="389096"/>
                  </a:lnTo>
                  <a:lnTo>
                    <a:pt x="77152" y="390049"/>
                  </a:lnTo>
                  <a:lnTo>
                    <a:pt x="73342" y="390049"/>
                  </a:lnTo>
                  <a:lnTo>
                    <a:pt x="70485" y="389096"/>
                  </a:lnTo>
                  <a:lnTo>
                    <a:pt x="69056" y="388144"/>
                  </a:lnTo>
                  <a:lnTo>
                    <a:pt x="67627" y="387667"/>
                  </a:lnTo>
                  <a:lnTo>
                    <a:pt x="66198" y="388144"/>
                  </a:lnTo>
                  <a:lnTo>
                    <a:pt x="64770" y="389096"/>
                  </a:lnTo>
                  <a:lnTo>
                    <a:pt x="64294" y="390525"/>
                  </a:lnTo>
                  <a:lnTo>
                    <a:pt x="64294" y="392430"/>
                  </a:lnTo>
                  <a:lnTo>
                    <a:pt x="65246" y="394335"/>
                  </a:lnTo>
                  <a:lnTo>
                    <a:pt x="66675" y="395764"/>
                  </a:lnTo>
                  <a:lnTo>
                    <a:pt x="67627" y="396240"/>
                  </a:lnTo>
                  <a:lnTo>
                    <a:pt x="73342" y="398621"/>
                  </a:lnTo>
                  <a:lnTo>
                    <a:pt x="79534" y="401479"/>
                  </a:lnTo>
                  <a:lnTo>
                    <a:pt x="87153" y="405289"/>
                  </a:lnTo>
                  <a:lnTo>
                    <a:pt x="88582" y="405765"/>
                  </a:lnTo>
                  <a:lnTo>
                    <a:pt x="87630" y="403860"/>
                  </a:lnTo>
                  <a:lnTo>
                    <a:pt x="90488" y="401479"/>
                  </a:lnTo>
                  <a:lnTo>
                    <a:pt x="92869" y="402431"/>
                  </a:lnTo>
                  <a:lnTo>
                    <a:pt x="92392" y="399097"/>
                  </a:lnTo>
                  <a:lnTo>
                    <a:pt x="92392" y="397669"/>
                  </a:lnTo>
                  <a:lnTo>
                    <a:pt x="95250" y="396716"/>
                  </a:lnTo>
                  <a:lnTo>
                    <a:pt x="100489" y="396240"/>
                  </a:lnTo>
                  <a:lnTo>
                    <a:pt x="101917" y="395288"/>
                  </a:lnTo>
                  <a:lnTo>
                    <a:pt x="106203" y="395288"/>
                  </a:lnTo>
                  <a:lnTo>
                    <a:pt x="110490" y="394335"/>
                  </a:lnTo>
                  <a:lnTo>
                    <a:pt x="114300" y="392906"/>
                  </a:lnTo>
                  <a:lnTo>
                    <a:pt x="117634" y="390049"/>
                  </a:lnTo>
                  <a:lnTo>
                    <a:pt x="124777" y="385763"/>
                  </a:lnTo>
                  <a:lnTo>
                    <a:pt x="128588" y="381952"/>
                  </a:lnTo>
                  <a:lnTo>
                    <a:pt x="130492" y="381952"/>
                  </a:lnTo>
                  <a:lnTo>
                    <a:pt x="132397" y="382429"/>
                  </a:lnTo>
                  <a:lnTo>
                    <a:pt x="134302" y="381952"/>
                  </a:lnTo>
                  <a:lnTo>
                    <a:pt x="137636" y="379571"/>
                  </a:lnTo>
                  <a:lnTo>
                    <a:pt x="139541" y="379095"/>
                  </a:lnTo>
                  <a:lnTo>
                    <a:pt x="145732" y="375285"/>
                  </a:lnTo>
                  <a:lnTo>
                    <a:pt x="154305" y="372427"/>
                  </a:lnTo>
                  <a:lnTo>
                    <a:pt x="158115" y="372904"/>
                  </a:lnTo>
                  <a:lnTo>
                    <a:pt x="169069" y="375761"/>
                  </a:lnTo>
                  <a:lnTo>
                    <a:pt x="170021" y="376238"/>
                  </a:lnTo>
                  <a:lnTo>
                    <a:pt x="173355" y="380047"/>
                  </a:lnTo>
                  <a:lnTo>
                    <a:pt x="180022" y="381476"/>
                  </a:lnTo>
                  <a:lnTo>
                    <a:pt x="182403" y="381000"/>
                  </a:lnTo>
                  <a:lnTo>
                    <a:pt x="184785" y="383857"/>
                  </a:lnTo>
                  <a:lnTo>
                    <a:pt x="186690" y="384334"/>
                  </a:lnTo>
                  <a:lnTo>
                    <a:pt x="188595" y="383857"/>
                  </a:lnTo>
                  <a:lnTo>
                    <a:pt x="193834" y="381476"/>
                  </a:lnTo>
                  <a:lnTo>
                    <a:pt x="195263" y="380524"/>
                  </a:lnTo>
                  <a:lnTo>
                    <a:pt x="196691" y="378619"/>
                  </a:lnTo>
                  <a:lnTo>
                    <a:pt x="198596" y="377666"/>
                  </a:lnTo>
                  <a:lnTo>
                    <a:pt x="205264" y="379095"/>
                  </a:lnTo>
                  <a:lnTo>
                    <a:pt x="213360" y="379095"/>
                  </a:lnTo>
                  <a:lnTo>
                    <a:pt x="217170" y="381476"/>
                  </a:lnTo>
                  <a:lnTo>
                    <a:pt x="218122" y="382905"/>
                  </a:lnTo>
                  <a:lnTo>
                    <a:pt x="220503" y="387667"/>
                  </a:lnTo>
                  <a:lnTo>
                    <a:pt x="221456" y="391001"/>
                  </a:lnTo>
                  <a:lnTo>
                    <a:pt x="220027" y="393382"/>
                  </a:lnTo>
                  <a:lnTo>
                    <a:pt x="218122" y="395764"/>
                  </a:lnTo>
                  <a:lnTo>
                    <a:pt x="217646" y="398621"/>
                  </a:lnTo>
                  <a:lnTo>
                    <a:pt x="219075" y="401002"/>
                  </a:lnTo>
                  <a:lnTo>
                    <a:pt x="220027" y="410527"/>
                  </a:lnTo>
                  <a:lnTo>
                    <a:pt x="216694" y="420052"/>
                  </a:lnTo>
                  <a:lnTo>
                    <a:pt x="211455" y="428149"/>
                  </a:lnTo>
                  <a:lnTo>
                    <a:pt x="207645" y="436721"/>
                  </a:lnTo>
                  <a:lnTo>
                    <a:pt x="210026" y="440055"/>
                  </a:lnTo>
                  <a:lnTo>
                    <a:pt x="218598" y="443865"/>
                  </a:lnTo>
                  <a:lnTo>
                    <a:pt x="222409" y="447199"/>
                  </a:lnTo>
                  <a:lnTo>
                    <a:pt x="218122" y="448151"/>
                  </a:lnTo>
                  <a:lnTo>
                    <a:pt x="212407" y="447675"/>
                  </a:lnTo>
                  <a:lnTo>
                    <a:pt x="207645" y="446722"/>
                  </a:lnTo>
                  <a:lnTo>
                    <a:pt x="199548" y="444341"/>
                  </a:lnTo>
                  <a:lnTo>
                    <a:pt x="196215" y="443865"/>
                  </a:lnTo>
                  <a:lnTo>
                    <a:pt x="183356" y="444341"/>
                  </a:lnTo>
                  <a:lnTo>
                    <a:pt x="172402" y="443865"/>
                  </a:lnTo>
                  <a:lnTo>
                    <a:pt x="165735" y="446246"/>
                  </a:lnTo>
                  <a:lnTo>
                    <a:pt x="161448" y="445770"/>
                  </a:lnTo>
                  <a:lnTo>
                    <a:pt x="158591" y="449104"/>
                  </a:lnTo>
                  <a:lnTo>
                    <a:pt x="157163" y="451009"/>
                  </a:lnTo>
                  <a:lnTo>
                    <a:pt x="155734" y="455295"/>
                  </a:lnTo>
                  <a:lnTo>
                    <a:pt x="152400" y="458629"/>
                  </a:lnTo>
                  <a:lnTo>
                    <a:pt x="148590" y="461010"/>
                  </a:lnTo>
                  <a:lnTo>
                    <a:pt x="147638" y="463391"/>
                  </a:lnTo>
                  <a:lnTo>
                    <a:pt x="148114" y="466249"/>
                  </a:lnTo>
                  <a:lnTo>
                    <a:pt x="149542" y="468154"/>
                  </a:lnTo>
                  <a:lnTo>
                    <a:pt x="154781" y="472440"/>
                  </a:lnTo>
                  <a:lnTo>
                    <a:pt x="158115" y="476250"/>
                  </a:lnTo>
                  <a:lnTo>
                    <a:pt x="160020" y="477202"/>
                  </a:lnTo>
                  <a:lnTo>
                    <a:pt x="162401" y="477202"/>
                  </a:lnTo>
                  <a:lnTo>
                    <a:pt x="164306" y="478155"/>
                  </a:lnTo>
                  <a:lnTo>
                    <a:pt x="166211" y="480060"/>
                  </a:lnTo>
                  <a:lnTo>
                    <a:pt x="160496" y="479584"/>
                  </a:lnTo>
                  <a:lnTo>
                    <a:pt x="158115" y="480060"/>
                  </a:lnTo>
                  <a:lnTo>
                    <a:pt x="153352" y="481489"/>
                  </a:lnTo>
                  <a:lnTo>
                    <a:pt x="150971" y="481013"/>
                  </a:lnTo>
                  <a:lnTo>
                    <a:pt x="149066" y="480060"/>
                  </a:lnTo>
                  <a:lnTo>
                    <a:pt x="142875" y="475774"/>
                  </a:lnTo>
                  <a:lnTo>
                    <a:pt x="135731" y="475774"/>
                  </a:lnTo>
                  <a:lnTo>
                    <a:pt x="127635" y="476250"/>
                  </a:lnTo>
                  <a:lnTo>
                    <a:pt x="123825" y="478155"/>
                  </a:lnTo>
                  <a:lnTo>
                    <a:pt x="122872" y="480536"/>
                  </a:lnTo>
                  <a:lnTo>
                    <a:pt x="122396" y="483394"/>
                  </a:lnTo>
                  <a:lnTo>
                    <a:pt x="122396" y="485775"/>
                  </a:lnTo>
                  <a:lnTo>
                    <a:pt x="123348" y="487680"/>
                  </a:lnTo>
                  <a:lnTo>
                    <a:pt x="125253" y="489109"/>
                  </a:lnTo>
                  <a:lnTo>
                    <a:pt x="130016" y="490538"/>
                  </a:lnTo>
                  <a:lnTo>
                    <a:pt x="137160" y="491966"/>
                  </a:lnTo>
                  <a:lnTo>
                    <a:pt x="140494" y="493395"/>
                  </a:lnTo>
                  <a:lnTo>
                    <a:pt x="141922" y="494824"/>
                  </a:lnTo>
                  <a:lnTo>
                    <a:pt x="145732" y="504349"/>
                  </a:lnTo>
                  <a:lnTo>
                    <a:pt x="150019" y="512921"/>
                  </a:lnTo>
                  <a:lnTo>
                    <a:pt x="152400" y="517207"/>
                  </a:lnTo>
                  <a:lnTo>
                    <a:pt x="155734" y="520065"/>
                  </a:lnTo>
                  <a:lnTo>
                    <a:pt x="157163" y="521970"/>
                  </a:lnTo>
                  <a:lnTo>
                    <a:pt x="158115" y="523875"/>
                  </a:lnTo>
                  <a:lnTo>
                    <a:pt x="158591" y="526256"/>
                  </a:lnTo>
                  <a:lnTo>
                    <a:pt x="158591" y="529114"/>
                  </a:lnTo>
                  <a:lnTo>
                    <a:pt x="158115" y="534352"/>
                  </a:lnTo>
                  <a:lnTo>
                    <a:pt x="158115" y="536734"/>
                  </a:lnTo>
                  <a:lnTo>
                    <a:pt x="160020" y="537210"/>
                  </a:lnTo>
                  <a:lnTo>
                    <a:pt x="165735" y="537210"/>
                  </a:lnTo>
                  <a:lnTo>
                    <a:pt x="169069" y="537686"/>
                  </a:lnTo>
                  <a:lnTo>
                    <a:pt x="171926" y="540068"/>
                  </a:lnTo>
                  <a:lnTo>
                    <a:pt x="174784" y="544354"/>
                  </a:lnTo>
                  <a:lnTo>
                    <a:pt x="175736" y="546259"/>
                  </a:lnTo>
                  <a:lnTo>
                    <a:pt x="176689" y="548164"/>
                  </a:lnTo>
                  <a:lnTo>
                    <a:pt x="178594" y="549593"/>
                  </a:lnTo>
                  <a:lnTo>
                    <a:pt x="180498" y="550545"/>
                  </a:lnTo>
                  <a:lnTo>
                    <a:pt x="182403" y="550069"/>
                  </a:lnTo>
                  <a:lnTo>
                    <a:pt x="184309" y="549116"/>
                  </a:lnTo>
                  <a:lnTo>
                    <a:pt x="188119" y="549593"/>
                  </a:lnTo>
                  <a:lnTo>
                    <a:pt x="190976" y="552450"/>
                  </a:lnTo>
                  <a:lnTo>
                    <a:pt x="192881" y="551974"/>
                  </a:lnTo>
                  <a:lnTo>
                    <a:pt x="196691" y="551497"/>
                  </a:lnTo>
                  <a:lnTo>
                    <a:pt x="198596" y="551497"/>
                  </a:lnTo>
                  <a:lnTo>
                    <a:pt x="200501" y="551974"/>
                  </a:lnTo>
                  <a:lnTo>
                    <a:pt x="201930" y="553879"/>
                  </a:lnTo>
                  <a:lnTo>
                    <a:pt x="203359" y="561975"/>
                  </a:lnTo>
                  <a:lnTo>
                    <a:pt x="202882" y="567214"/>
                  </a:lnTo>
                  <a:lnTo>
                    <a:pt x="201453" y="571024"/>
                  </a:lnTo>
                  <a:lnTo>
                    <a:pt x="199548" y="574834"/>
                  </a:lnTo>
                  <a:lnTo>
                    <a:pt x="197644" y="580549"/>
                  </a:lnTo>
                  <a:lnTo>
                    <a:pt x="197644" y="582454"/>
                  </a:lnTo>
                  <a:lnTo>
                    <a:pt x="198120" y="589121"/>
                  </a:lnTo>
                  <a:lnTo>
                    <a:pt x="199072" y="593407"/>
                  </a:lnTo>
                  <a:lnTo>
                    <a:pt x="205740" y="586740"/>
                  </a:lnTo>
                  <a:lnTo>
                    <a:pt x="211455" y="581977"/>
                  </a:lnTo>
                  <a:lnTo>
                    <a:pt x="216217" y="579120"/>
                  </a:lnTo>
                  <a:lnTo>
                    <a:pt x="217646" y="578644"/>
                  </a:lnTo>
                  <a:lnTo>
                    <a:pt x="224314" y="576263"/>
                  </a:lnTo>
                  <a:lnTo>
                    <a:pt x="232886" y="574357"/>
                  </a:lnTo>
                  <a:lnTo>
                    <a:pt x="239077" y="572929"/>
                  </a:lnTo>
                  <a:lnTo>
                    <a:pt x="247173" y="571500"/>
                  </a:lnTo>
                  <a:lnTo>
                    <a:pt x="250031" y="571024"/>
                  </a:lnTo>
                  <a:lnTo>
                    <a:pt x="253841" y="571024"/>
                  </a:lnTo>
                  <a:lnTo>
                    <a:pt x="257175" y="572452"/>
                  </a:lnTo>
                  <a:lnTo>
                    <a:pt x="259080" y="573405"/>
                  </a:lnTo>
                  <a:lnTo>
                    <a:pt x="265747" y="577691"/>
                  </a:lnTo>
                  <a:lnTo>
                    <a:pt x="272891" y="581977"/>
                  </a:lnTo>
                  <a:lnTo>
                    <a:pt x="279082" y="586740"/>
                  </a:lnTo>
                  <a:lnTo>
                    <a:pt x="280988" y="588645"/>
                  </a:lnTo>
                  <a:lnTo>
                    <a:pt x="281940" y="591026"/>
                  </a:lnTo>
                  <a:lnTo>
                    <a:pt x="282416" y="593407"/>
                  </a:lnTo>
                  <a:lnTo>
                    <a:pt x="287655" y="600551"/>
                  </a:lnTo>
                  <a:lnTo>
                    <a:pt x="289560" y="603885"/>
                  </a:lnTo>
                  <a:lnTo>
                    <a:pt x="292417" y="608171"/>
                  </a:lnTo>
                  <a:lnTo>
                    <a:pt x="294798" y="610076"/>
                  </a:lnTo>
                  <a:lnTo>
                    <a:pt x="297180" y="612457"/>
                  </a:lnTo>
                  <a:lnTo>
                    <a:pt x="298609" y="614363"/>
                  </a:lnTo>
                  <a:lnTo>
                    <a:pt x="300514" y="615315"/>
                  </a:lnTo>
                  <a:lnTo>
                    <a:pt x="302419" y="615791"/>
                  </a:lnTo>
                  <a:lnTo>
                    <a:pt x="307181" y="615315"/>
                  </a:lnTo>
                  <a:lnTo>
                    <a:pt x="312420" y="613886"/>
                  </a:lnTo>
                  <a:lnTo>
                    <a:pt x="315753" y="613410"/>
                  </a:lnTo>
                  <a:lnTo>
                    <a:pt x="317182" y="613410"/>
                  </a:lnTo>
                  <a:lnTo>
                    <a:pt x="317182" y="604361"/>
                  </a:lnTo>
                  <a:lnTo>
                    <a:pt x="317182" y="595313"/>
                  </a:lnTo>
                  <a:lnTo>
                    <a:pt x="317182" y="586264"/>
                  </a:lnTo>
                  <a:lnTo>
                    <a:pt x="317182" y="576739"/>
                  </a:lnTo>
                  <a:lnTo>
                    <a:pt x="317182" y="567214"/>
                  </a:lnTo>
                  <a:lnTo>
                    <a:pt x="317182" y="557689"/>
                  </a:lnTo>
                  <a:lnTo>
                    <a:pt x="317182" y="548164"/>
                  </a:lnTo>
                  <a:lnTo>
                    <a:pt x="317182" y="538639"/>
                  </a:lnTo>
                  <a:lnTo>
                    <a:pt x="317182" y="529114"/>
                  </a:lnTo>
                  <a:lnTo>
                    <a:pt x="317182" y="519589"/>
                  </a:lnTo>
                  <a:lnTo>
                    <a:pt x="317182" y="510064"/>
                  </a:lnTo>
                  <a:lnTo>
                    <a:pt x="317182" y="500539"/>
                  </a:lnTo>
                  <a:lnTo>
                    <a:pt x="317182" y="491014"/>
                  </a:lnTo>
                  <a:lnTo>
                    <a:pt x="317182" y="481489"/>
                  </a:lnTo>
                  <a:lnTo>
                    <a:pt x="317182" y="471964"/>
                  </a:lnTo>
                  <a:lnTo>
                    <a:pt x="317182" y="462439"/>
                  </a:lnTo>
                  <a:lnTo>
                    <a:pt x="321469" y="461486"/>
                  </a:lnTo>
                  <a:lnTo>
                    <a:pt x="326707" y="460057"/>
                  </a:lnTo>
                  <a:lnTo>
                    <a:pt x="331946" y="458629"/>
                  </a:lnTo>
                  <a:lnTo>
                    <a:pt x="338138" y="456724"/>
                  </a:lnTo>
                  <a:lnTo>
                    <a:pt x="345281" y="454819"/>
                  </a:lnTo>
                  <a:lnTo>
                    <a:pt x="350996" y="453390"/>
                  </a:lnTo>
                  <a:lnTo>
                    <a:pt x="358140" y="451485"/>
                  </a:lnTo>
                  <a:lnTo>
                    <a:pt x="363378" y="450056"/>
                  </a:lnTo>
                  <a:lnTo>
                    <a:pt x="368617" y="448627"/>
                  </a:lnTo>
                  <a:lnTo>
                    <a:pt x="375285" y="446722"/>
                  </a:lnTo>
                  <a:lnTo>
                    <a:pt x="385286" y="444341"/>
                  </a:lnTo>
                  <a:lnTo>
                    <a:pt x="391001" y="442913"/>
                  </a:lnTo>
                  <a:lnTo>
                    <a:pt x="396716" y="441484"/>
                  </a:lnTo>
                  <a:lnTo>
                    <a:pt x="401955" y="440055"/>
                  </a:lnTo>
                  <a:lnTo>
                    <a:pt x="405765" y="439579"/>
                  </a:lnTo>
                  <a:lnTo>
                    <a:pt x="407194" y="440055"/>
                  </a:lnTo>
                  <a:lnTo>
                    <a:pt x="407670" y="438150"/>
                  </a:lnTo>
                  <a:lnTo>
                    <a:pt x="408146" y="437674"/>
                  </a:lnTo>
                  <a:lnTo>
                    <a:pt x="409098" y="432911"/>
                  </a:lnTo>
                  <a:lnTo>
                    <a:pt x="410051" y="430054"/>
                  </a:lnTo>
                  <a:lnTo>
                    <a:pt x="411480" y="427196"/>
                  </a:lnTo>
                  <a:lnTo>
                    <a:pt x="413385" y="425291"/>
                  </a:lnTo>
                  <a:lnTo>
                    <a:pt x="415290" y="423863"/>
                  </a:lnTo>
                  <a:lnTo>
                    <a:pt x="417195" y="423386"/>
                  </a:lnTo>
                  <a:lnTo>
                    <a:pt x="418623" y="423863"/>
                  </a:lnTo>
                  <a:lnTo>
                    <a:pt x="419576" y="423386"/>
                  </a:lnTo>
                  <a:lnTo>
                    <a:pt x="420052" y="422434"/>
                  </a:lnTo>
                  <a:lnTo>
                    <a:pt x="421005" y="421957"/>
                  </a:lnTo>
                  <a:lnTo>
                    <a:pt x="424339" y="422910"/>
                  </a:lnTo>
                  <a:lnTo>
                    <a:pt x="426720" y="422910"/>
                  </a:lnTo>
                  <a:lnTo>
                    <a:pt x="428625" y="422434"/>
                  </a:lnTo>
                  <a:lnTo>
                    <a:pt x="430530" y="421005"/>
                  </a:lnTo>
                  <a:lnTo>
                    <a:pt x="431959" y="421005"/>
                  </a:lnTo>
                  <a:lnTo>
                    <a:pt x="432911" y="421957"/>
                  </a:lnTo>
                  <a:lnTo>
                    <a:pt x="432435" y="423863"/>
                  </a:lnTo>
                  <a:lnTo>
                    <a:pt x="430530" y="426244"/>
                  </a:lnTo>
                  <a:lnTo>
                    <a:pt x="429577" y="428625"/>
                  </a:lnTo>
                  <a:lnTo>
                    <a:pt x="429101" y="431006"/>
                  </a:lnTo>
                  <a:lnTo>
                    <a:pt x="430053" y="432911"/>
                  </a:lnTo>
                  <a:lnTo>
                    <a:pt x="431959" y="434340"/>
                  </a:lnTo>
                  <a:lnTo>
                    <a:pt x="432911" y="434340"/>
                  </a:lnTo>
                  <a:lnTo>
                    <a:pt x="432911" y="432911"/>
                  </a:lnTo>
                  <a:lnTo>
                    <a:pt x="433388" y="431959"/>
                  </a:lnTo>
                  <a:lnTo>
                    <a:pt x="434340" y="431959"/>
                  </a:lnTo>
                  <a:lnTo>
                    <a:pt x="434816" y="432435"/>
                  </a:lnTo>
                  <a:lnTo>
                    <a:pt x="434816" y="433864"/>
                  </a:lnTo>
                  <a:lnTo>
                    <a:pt x="435769" y="433388"/>
                  </a:lnTo>
                  <a:lnTo>
                    <a:pt x="437673" y="431482"/>
                  </a:lnTo>
                  <a:lnTo>
                    <a:pt x="439578" y="430530"/>
                  </a:lnTo>
                  <a:lnTo>
                    <a:pt x="441484" y="430530"/>
                  </a:lnTo>
                  <a:lnTo>
                    <a:pt x="442436" y="429577"/>
                  </a:lnTo>
                  <a:lnTo>
                    <a:pt x="442436" y="427672"/>
                  </a:lnTo>
                  <a:lnTo>
                    <a:pt x="443389" y="424339"/>
                  </a:lnTo>
                  <a:lnTo>
                    <a:pt x="445294" y="419576"/>
                  </a:lnTo>
                  <a:lnTo>
                    <a:pt x="444341" y="414814"/>
                  </a:lnTo>
                  <a:lnTo>
                    <a:pt x="440531" y="409575"/>
                  </a:lnTo>
                  <a:lnTo>
                    <a:pt x="439102" y="406717"/>
                  </a:lnTo>
                  <a:lnTo>
                    <a:pt x="439578" y="406241"/>
                  </a:lnTo>
                  <a:lnTo>
                    <a:pt x="440055" y="406241"/>
                  </a:lnTo>
                  <a:lnTo>
                    <a:pt x="441007" y="406717"/>
                  </a:lnTo>
                  <a:lnTo>
                    <a:pt x="445294" y="406717"/>
                  </a:lnTo>
                  <a:lnTo>
                    <a:pt x="447198" y="407194"/>
                  </a:lnTo>
                  <a:lnTo>
                    <a:pt x="448151" y="408146"/>
                  </a:lnTo>
                  <a:lnTo>
                    <a:pt x="449103" y="410051"/>
                  </a:lnTo>
                  <a:lnTo>
                    <a:pt x="449580" y="412909"/>
                  </a:lnTo>
                  <a:lnTo>
                    <a:pt x="449580" y="415290"/>
                  </a:lnTo>
                  <a:lnTo>
                    <a:pt x="448627" y="416719"/>
                  </a:lnTo>
                  <a:lnTo>
                    <a:pt x="449103" y="417671"/>
                  </a:lnTo>
                  <a:lnTo>
                    <a:pt x="451009" y="417671"/>
                  </a:lnTo>
                  <a:lnTo>
                    <a:pt x="456723" y="415766"/>
                  </a:lnTo>
                  <a:lnTo>
                    <a:pt x="459105" y="415766"/>
                  </a:lnTo>
                  <a:lnTo>
                    <a:pt x="461010" y="416719"/>
                  </a:lnTo>
                  <a:lnTo>
                    <a:pt x="463391" y="417195"/>
                  </a:lnTo>
                  <a:lnTo>
                    <a:pt x="466248" y="417195"/>
                  </a:lnTo>
                  <a:lnTo>
                    <a:pt x="477202" y="418624"/>
                  </a:lnTo>
                  <a:lnTo>
                    <a:pt x="478155" y="418147"/>
                  </a:lnTo>
                  <a:lnTo>
                    <a:pt x="479584" y="417195"/>
                  </a:lnTo>
                  <a:lnTo>
                    <a:pt x="482441" y="414338"/>
                  </a:lnTo>
                  <a:lnTo>
                    <a:pt x="482917" y="412432"/>
                  </a:lnTo>
                  <a:lnTo>
                    <a:pt x="482917" y="411004"/>
                  </a:lnTo>
                  <a:lnTo>
                    <a:pt x="480536" y="406241"/>
                  </a:lnTo>
                  <a:lnTo>
                    <a:pt x="479584" y="404336"/>
                  </a:lnTo>
                  <a:lnTo>
                    <a:pt x="479107" y="404336"/>
                  </a:lnTo>
                  <a:lnTo>
                    <a:pt x="478631" y="404813"/>
                  </a:lnTo>
                  <a:lnTo>
                    <a:pt x="478155" y="405765"/>
                  </a:lnTo>
                  <a:lnTo>
                    <a:pt x="475773" y="407194"/>
                  </a:lnTo>
                  <a:lnTo>
                    <a:pt x="474821" y="408146"/>
                  </a:lnTo>
                  <a:lnTo>
                    <a:pt x="473392" y="408146"/>
                  </a:lnTo>
                  <a:lnTo>
                    <a:pt x="470059" y="406241"/>
                  </a:lnTo>
                  <a:lnTo>
                    <a:pt x="468153" y="404336"/>
                  </a:lnTo>
                  <a:lnTo>
                    <a:pt x="464820" y="403860"/>
                  </a:lnTo>
                  <a:lnTo>
                    <a:pt x="460534" y="404813"/>
                  </a:lnTo>
                  <a:lnTo>
                    <a:pt x="457200" y="404336"/>
                  </a:lnTo>
                  <a:lnTo>
                    <a:pt x="455295" y="402431"/>
                  </a:lnTo>
                  <a:lnTo>
                    <a:pt x="454342" y="400050"/>
                  </a:lnTo>
                  <a:lnTo>
                    <a:pt x="454819" y="397669"/>
                  </a:lnTo>
                  <a:lnTo>
                    <a:pt x="457200" y="395288"/>
                  </a:lnTo>
                  <a:lnTo>
                    <a:pt x="461010" y="392906"/>
                  </a:lnTo>
                  <a:lnTo>
                    <a:pt x="463867" y="391954"/>
                  </a:lnTo>
                  <a:lnTo>
                    <a:pt x="465296" y="392430"/>
                  </a:lnTo>
                  <a:lnTo>
                    <a:pt x="466725" y="394811"/>
                  </a:lnTo>
                  <a:lnTo>
                    <a:pt x="468153" y="398621"/>
                  </a:lnTo>
                  <a:lnTo>
                    <a:pt x="469106" y="399097"/>
                  </a:lnTo>
                  <a:lnTo>
                    <a:pt x="470059" y="396240"/>
                  </a:lnTo>
                  <a:lnTo>
                    <a:pt x="471488" y="395288"/>
                  </a:lnTo>
                  <a:lnTo>
                    <a:pt x="473392" y="396240"/>
                  </a:lnTo>
                  <a:lnTo>
                    <a:pt x="475297" y="396716"/>
                  </a:lnTo>
                  <a:lnTo>
                    <a:pt x="476726" y="396240"/>
                  </a:lnTo>
                  <a:lnTo>
                    <a:pt x="479107" y="394811"/>
                  </a:lnTo>
                  <a:lnTo>
                    <a:pt x="479107" y="392906"/>
                  </a:lnTo>
                  <a:lnTo>
                    <a:pt x="476250" y="391001"/>
                  </a:lnTo>
                  <a:lnTo>
                    <a:pt x="474345" y="389572"/>
                  </a:lnTo>
                  <a:lnTo>
                    <a:pt x="473869" y="388620"/>
                  </a:lnTo>
                  <a:lnTo>
                    <a:pt x="475773" y="388620"/>
                  </a:lnTo>
                  <a:lnTo>
                    <a:pt x="480060" y="389096"/>
                  </a:lnTo>
                  <a:lnTo>
                    <a:pt x="481965" y="391001"/>
                  </a:lnTo>
                  <a:lnTo>
                    <a:pt x="481489" y="394335"/>
                  </a:lnTo>
                  <a:lnTo>
                    <a:pt x="481965" y="397192"/>
                  </a:lnTo>
                  <a:lnTo>
                    <a:pt x="483394" y="399097"/>
                  </a:lnTo>
                  <a:lnTo>
                    <a:pt x="486727" y="400526"/>
                  </a:lnTo>
                  <a:lnTo>
                    <a:pt x="491490" y="401479"/>
                  </a:lnTo>
                  <a:lnTo>
                    <a:pt x="494823" y="401955"/>
                  </a:lnTo>
                  <a:lnTo>
                    <a:pt x="496728" y="401479"/>
                  </a:lnTo>
                  <a:lnTo>
                    <a:pt x="498157" y="401955"/>
                  </a:lnTo>
                  <a:lnTo>
                    <a:pt x="498634" y="403384"/>
                  </a:lnTo>
                  <a:lnTo>
                    <a:pt x="498157" y="405765"/>
                  </a:lnTo>
                  <a:lnTo>
                    <a:pt x="496728" y="409099"/>
                  </a:lnTo>
                  <a:lnTo>
                    <a:pt x="495300" y="411004"/>
                  </a:lnTo>
                  <a:lnTo>
                    <a:pt x="493871" y="411004"/>
                  </a:lnTo>
                  <a:lnTo>
                    <a:pt x="485298" y="414814"/>
                  </a:lnTo>
                  <a:lnTo>
                    <a:pt x="483870" y="414814"/>
                  </a:lnTo>
                  <a:lnTo>
                    <a:pt x="481965" y="416242"/>
                  </a:lnTo>
                  <a:lnTo>
                    <a:pt x="480060" y="418624"/>
                  </a:lnTo>
                  <a:lnTo>
                    <a:pt x="477678" y="420529"/>
                  </a:lnTo>
                  <a:lnTo>
                    <a:pt x="474821" y="421957"/>
                  </a:lnTo>
                  <a:lnTo>
                    <a:pt x="472440" y="423863"/>
                  </a:lnTo>
                  <a:lnTo>
                    <a:pt x="471011" y="426244"/>
                  </a:lnTo>
                  <a:lnTo>
                    <a:pt x="469582" y="427196"/>
                  </a:lnTo>
                  <a:lnTo>
                    <a:pt x="466248" y="426720"/>
                  </a:lnTo>
                  <a:lnTo>
                    <a:pt x="453390" y="424339"/>
                  </a:lnTo>
                  <a:lnTo>
                    <a:pt x="451485" y="424339"/>
                  </a:lnTo>
                  <a:lnTo>
                    <a:pt x="450056" y="424815"/>
                  </a:lnTo>
                  <a:lnTo>
                    <a:pt x="449580" y="425291"/>
                  </a:lnTo>
                  <a:lnTo>
                    <a:pt x="449580" y="425767"/>
                  </a:lnTo>
                  <a:lnTo>
                    <a:pt x="450056" y="426244"/>
                  </a:lnTo>
                  <a:lnTo>
                    <a:pt x="450056" y="426720"/>
                  </a:lnTo>
                  <a:lnTo>
                    <a:pt x="449580" y="427672"/>
                  </a:lnTo>
                  <a:lnTo>
                    <a:pt x="449580" y="429101"/>
                  </a:lnTo>
                  <a:lnTo>
                    <a:pt x="449103" y="429577"/>
                  </a:lnTo>
                  <a:lnTo>
                    <a:pt x="448627" y="430054"/>
                  </a:lnTo>
                  <a:lnTo>
                    <a:pt x="448151" y="430530"/>
                  </a:lnTo>
                  <a:lnTo>
                    <a:pt x="447675" y="432435"/>
                  </a:lnTo>
                  <a:lnTo>
                    <a:pt x="446722" y="433388"/>
                  </a:lnTo>
                  <a:lnTo>
                    <a:pt x="446246" y="434816"/>
                  </a:lnTo>
                  <a:lnTo>
                    <a:pt x="446246" y="436721"/>
                  </a:lnTo>
                  <a:lnTo>
                    <a:pt x="446722" y="437674"/>
                  </a:lnTo>
                  <a:lnTo>
                    <a:pt x="447675" y="438150"/>
                  </a:lnTo>
                  <a:lnTo>
                    <a:pt x="454342" y="437674"/>
                  </a:lnTo>
                  <a:lnTo>
                    <a:pt x="455771" y="438150"/>
                  </a:lnTo>
                  <a:lnTo>
                    <a:pt x="457200" y="440531"/>
                  </a:lnTo>
                  <a:lnTo>
                    <a:pt x="458152" y="444817"/>
                  </a:lnTo>
                  <a:lnTo>
                    <a:pt x="458628" y="449104"/>
                  </a:lnTo>
                  <a:lnTo>
                    <a:pt x="458152" y="453866"/>
                  </a:lnTo>
                  <a:lnTo>
                    <a:pt x="457676" y="468630"/>
                  </a:lnTo>
                  <a:lnTo>
                    <a:pt x="462439" y="471488"/>
                  </a:lnTo>
                  <a:lnTo>
                    <a:pt x="467201" y="474345"/>
                  </a:lnTo>
                  <a:lnTo>
                    <a:pt x="471964" y="477202"/>
                  </a:lnTo>
                  <a:lnTo>
                    <a:pt x="476726" y="480060"/>
                  </a:lnTo>
                  <a:lnTo>
                    <a:pt x="481489" y="482917"/>
                  </a:lnTo>
                  <a:lnTo>
                    <a:pt x="486251" y="485775"/>
                  </a:lnTo>
                  <a:lnTo>
                    <a:pt x="490538" y="488156"/>
                  </a:lnTo>
                  <a:lnTo>
                    <a:pt x="492442" y="490061"/>
                  </a:lnTo>
                  <a:lnTo>
                    <a:pt x="493395" y="494347"/>
                  </a:lnTo>
                  <a:lnTo>
                    <a:pt x="495776" y="497681"/>
                  </a:lnTo>
                  <a:lnTo>
                    <a:pt x="499586" y="501015"/>
                  </a:lnTo>
                  <a:lnTo>
                    <a:pt x="503396" y="504825"/>
                  </a:lnTo>
                  <a:lnTo>
                    <a:pt x="508159" y="509588"/>
                  </a:lnTo>
                  <a:lnTo>
                    <a:pt x="511492" y="512921"/>
                  </a:lnTo>
                  <a:lnTo>
                    <a:pt x="514826" y="516255"/>
                  </a:lnTo>
                  <a:lnTo>
                    <a:pt x="520541" y="521970"/>
                  </a:lnTo>
                  <a:lnTo>
                    <a:pt x="523875" y="525304"/>
                  </a:lnTo>
                  <a:lnTo>
                    <a:pt x="526732" y="525304"/>
                  </a:lnTo>
                  <a:lnTo>
                    <a:pt x="532447" y="524351"/>
                  </a:lnTo>
                  <a:lnTo>
                    <a:pt x="540067" y="523399"/>
                  </a:lnTo>
                  <a:lnTo>
                    <a:pt x="546259" y="522446"/>
                  </a:lnTo>
                  <a:lnTo>
                    <a:pt x="553402" y="521494"/>
                  </a:lnTo>
                  <a:lnTo>
                    <a:pt x="560070" y="520541"/>
                  </a:lnTo>
                  <a:lnTo>
                    <a:pt x="565309" y="519589"/>
                  </a:lnTo>
                  <a:lnTo>
                    <a:pt x="573405" y="520065"/>
                  </a:lnTo>
                  <a:lnTo>
                    <a:pt x="581501" y="520541"/>
                  </a:lnTo>
                  <a:lnTo>
                    <a:pt x="587216" y="521017"/>
                  </a:lnTo>
                  <a:lnTo>
                    <a:pt x="592931" y="521494"/>
                  </a:lnTo>
                  <a:lnTo>
                    <a:pt x="599598" y="521970"/>
                  </a:lnTo>
                  <a:lnTo>
                    <a:pt x="603409" y="522446"/>
                  </a:lnTo>
                  <a:lnTo>
                    <a:pt x="607695" y="522922"/>
                  </a:lnTo>
                  <a:lnTo>
                    <a:pt x="609600" y="521970"/>
                  </a:lnTo>
                  <a:lnTo>
                    <a:pt x="613410" y="520065"/>
                  </a:lnTo>
                  <a:lnTo>
                    <a:pt x="616744" y="518636"/>
                  </a:lnTo>
                  <a:lnTo>
                    <a:pt x="620553" y="516731"/>
                  </a:lnTo>
                  <a:lnTo>
                    <a:pt x="623888" y="515779"/>
                  </a:lnTo>
                  <a:lnTo>
                    <a:pt x="627221" y="518636"/>
                  </a:lnTo>
                  <a:lnTo>
                    <a:pt x="630078" y="521970"/>
                  </a:lnTo>
                  <a:lnTo>
                    <a:pt x="632936" y="525304"/>
                  </a:lnTo>
                  <a:lnTo>
                    <a:pt x="636270" y="528638"/>
                  </a:lnTo>
                  <a:lnTo>
                    <a:pt x="639603" y="530543"/>
                  </a:lnTo>
                  <a:lnTo>
                    <a:pt x="643890" y="532924"/>
                  </a:lnTo>
                  <a:lnTo>
                    <a:pt x="646271" y="537210"/>
                  </a:lnTo>
                  <a:lnTo>
                    <a:pt x="649605" y="542925"/>
                  </a:lnTo>
                  <a:lnTo>
                    <a:pt x="651986" y="546735"/>
                  </a:lnTo>
                  <a:lnTo>
                    <a:pt x="654367" y="550545"/>
                  </a:lnTo>
                  <a:lnTo>
                    <a:pt x="657701" y="549116"/>
                  </a:lnTo>
                  <a:lnTo>
                    <a:pt x="661035" y="547688"/>
                  </a:lnTo>
                  <a:lnTo>
                    <a:pt x="664369" y="546259"/>
                  </a:lnTo>
                  <a:lnTo>
                    <a:pt x="663892" y="551021"/>
                  </a:lnTo>
                  <a:lnTo>
                    <a:pt x="663416" y="555307"/>
                  </a:lnTo>
                  <a:lnTo>
                    <a:pt x="662940" y="561975"/>
                  </a:lnTo>
                  <a:lnTo>
                    <a:pt x="662464" y="567214"/>
                  </a:lnTo>
                  <a:lnTo>
                    <a:pt x="661511" y="573405"/>
                  </a:lnTo>
                  <a:lnTo>
                    <a:pt x="661511" y="578168"/>
                  </a:lnTo>
                  <a:lnTo>
                    <a:pt x="661511" y="582454"/>
                  </a:lnTo>
                  <a:lnTo>
                    <a:pt x="661511" y="585788"/>
                  </a:lnTo>
                  <a:lnTo>
                    <a:pt x="667702" y="585788"/>
                  </a:lnTo>
                  <a:lnTo>
                    <a:pt x="672465" y="585788"/>
                  </a:lnTo>
                  <a:lnTo>
                    <a:pt x="678180" y="585788"/>
                  </a:lnTo>
                  <a:lnTo>
                    <a:pt x="678656" y="590074"/>
                  </a:lnTo>
                  <a:lnTo>
                    <a:pt x="679609" y="596265"/>
                  </a:lnTo>
                  <a:lnTo>
                    <a:pt x="680561" y="601504"/>
                  </a:lnTo>
                  <a:lnTo>
                    <a:pt x="681514" y="606266"/>
                  </a:lnTo>
                  <a:lnTo>
                    <a:pt x="682942" y="611981"/>
                  </a:lnTo>
                  <a:lnTo>
                    <a:pt x="683895" y="615315"/>
                  </a:lnTo>
                  <a:lnTo>
                    <a:pt x="685323" y="619125"/>
                  </a:lnTo>
                  <a:lnTo>
                    <a:pt x="686752" y="620077"/>
                  </a:lnTo>
                  <a:lnTo>
                    <a:pt x="689134" y="620554"/>
                  </a:lnTo>
                  <a:lnTo>
                    <a:pt x="696753" y="620077"/>
                  </a:lnTo>
                  <a:lnTo>
                    <a:pt x="702945" y="619601"/>
                  </a:lnTo>
                  <a:lnTo>
                    <a:pt x="707707" y="619125"/>
                  </a:lnTo>
                  <a:lnTo>
                    <a:pt x="712946" y="618649"/>
                  </a:lnTo>
                  <a:lnTo>
                    <a:pt x="720090" y="618172"/>
                  </a:lnTo>
                  <a:lnTo>
                    <a:pt x="722471" y="619125"/>
                  </a:lnTo>
                  <a:lnTo>
                    <a:pt x="724376" y="618649"/>
                  </a:lnTo>
                  <a:lnTo>
                    <a:pt x="726757" y="618172"/>
                  </a:lnTo>
                  <a:lnTo>
                    <a:pt x="728663" y="621030"/>
                  </a:lnTo>
                  <a:lnTo>
                    <a:pt x="729615" y="622459"/>
                  </a:lnTo>
                  <a:lnTo>
                    <a:pt x="731044" y="623888"/>
                  </a:lnTo>
                  <a:lnTo>
                    <a:pt x="732948" y="625316"/>
                  </a:lnTo>
                  <a:lnTo>
                    <a:pt x="731996" y="628174"/>
                  </a:lnTo>
                  <a:lnTo>
                    <a:pt x="731044" y="631984"/>
                  </a:lnTo>
                  <a:lnTo>
                    <a:pt x="730567" y="633889"/>
                  </a:lnTo>
                  <a:lnTo>
                    <a:pt x="732948" y="636270"/>
                  </a:lnTo>
                  <a:lnTo>
                    <a:pt x="734377" y="637699"/>
                  </a:lnTo>
                  <a:lnTo>
                    <a:pt x="738664" y="640556"/>
                  </a:lnTo>
                  <a:lnTo>
                    <a:pt x="742950" y="641985"/>
                  </a:lnTo>
                  <a:lnTo>
                    <a:pt x="745807" y="642461"/>
                  </a:lnTo>
                  <a:lnTo>
                    <a:pt x="748189" y="641985"/>
                  </a:lnTo>
                  <a:lnTo>
                    <a:pt x="749141" y="640556"/>
                  </a:lnTo>
                  <a:lnTo>
                    <a:pt x="748665" y="638651"/>
                  </a:lnTo>
                  <a:lnTo>
                    <a:pt x="747236" y="636270"/>
                  </a:lnTo>
                  <a:lnTo>
                    <a:pt x="747236" y="633889"/>
                  </a:lnTo>
                  <a:lnTo>
                    <a:pt x="748189" y="631984"/>
                  </a:lnTo>
                  <a:lnTo>
                    <a:pt x="751046" y="628650"/>
                  </a:lnTo>
                  <a:lnTo>
                    <a:pt x="753427" y="625316"/>
                  </a:lnTo>
                  <a:lnTo>
                    <a:pt x="757238" y="621982"/>
                  </a:lnTo>
                  <a:lnTo>
                    <a:pt x="762000" y="618649"/>
                  </a:lnTo>
                  <a:lnTo>
                    <a:pt x="763905" y="616268"/>
                  </a:lnTo>
                  <a:lnTo>
                    <a:pt x="764857" y="611981"/>
                  </a:lnTo>
                  <a:lnTo>
                    <a:pt x="767715" y="609600"/>
                  </a:lnTo>
                  <a:lnTo>
                    <a:pt x="771048" y="608171"/>
                  </a:lnTo>
                  <a:lnTo>
                    <a:pt x="775335" y="606743"/>
                  </a:lnTo>
                  <a:lnTo>
                    <a:pt x="776288" y="604838"/>
                  </a:lnTo>
                  <a:lnTo>
                    <a:pt x="782002" y="601504"/>
                  </a:lnTo>
                  <a:lnTo>
                    <a:pt x="785336" y="599599"/>
                  </a:lnTo>
                  <a:lnTo>
                    <a:pt x="789622" y="598646"/>
                  </a:lnTo>
                  <a:lnTo>
                    <a:pt x="795338" y="596265"/>
                  </a:lnTo>
                  <a:lnTo>
                    <a:pt x="800100" y="593407"/>
                  </a:lnTo>
                  <a:lnTo>
                    <a:pt x="804386" y="588169"/>
                  </a:lnTo>
                  <a:lnTo>
                    <a:pt x="807720" y="584835"/>
                  </a:lnTo>
                  <a:lnTo>
                    <a:pt x="810577" y="582930"/>
                  </a:lnTo>
                  <a:lnTo>
                    <a:pt x="812959" y="582930"/>
                  </a:lnTo>
                  <a:lnTo>
                    <a:pt x="814864" y="584359"/>
                  </a:lnTo>
                  <a:lnTo>
                    <a:pt x="816292" y="584359"/>
                  </a:lnTo>
                  <a:lnTo>
                    <a:pt x="817245" y="583406"/>
                  </a:lnTo>
                  <a:lnTo>
                    <a:pt x="819150" y="581501"/>
                  </a:lnTo>
                  <a:lnTo>
                    <a:pt x="821055" y="579120"/>
                  </a:lnTo>
                  <a:lnTo>
                    <a:pt x="822960" y="578168"/>
                  </a:lnTo>
                  <a:lnTo>
                    <a:pt x="826294" y="577691"/>
                  </a:lnTo>
                  <a:lnTo>
                    <a:pt x="829151" y="575786"/>
                  </a:lnTo>
                  <a:lnTo>
                    <a:pt x="827246" y="573881"/>
                  </a:lnTo>
                  <a:lnTo>
                    <a:pt x="827246" y="571976"/>
                  </a:lnTo>
                  <a:lnTo>
                    <a:pt x="829151" y="568643"/>
                  </a:lnTo>
                  <a:lnTo>
                    <a:pt x="831056" y="567214"/>
                  </a:lnTo>
                  <a:lnTo>
                    <a:pt x="831532" y="563880"/>
                  </a:lnTo>
                  <a:lnTo>
                    <a:pt x="833914" y="561975"/>
                  </a:lnTo>
                  <a:lnTo>
                    <a:pt x="836295" y="558641"/>
                  </a:lnTo>
                  <a:lnTo>
                    <a:pt x="839152" y="555784"/>
                  </a:lnTo>
                  <a:lnTo>
                    <a:pt x="844867" y="553879"/>
                  </a:lnTo>
                  <a:lnTo>
                    <a:pt x="848201" y="554355"/>
                  </a:lnTo>
                  <a:lnTo>
                    <a:pt x="851059" y="553879"/>
                  </a:lnTo>
                  <a:lnTo>
                    <a:pt x="855821" y="552450"/>
                  </a:lnTo>
                  <a:lnTo>
                    <a:pt x="856773" y="552450"/>
                  </a:lnTo>
                  <a:lnTo>
                    <a:pt x="858678" y="552450"/>
                  </a:lnTo>
                  <a:lnTo>
                    <a:pt x="870585" y="554831"/>
                  </a:lnTo>
                  <a:lnTo>
                    <a:pt x="874395" y="554831"/>
                  </a:lnTo>
                  <a:lnTo>
                    <a:pt x="883444" y="558165"/>
                  </a:lnTo>
                  <a:lnTo>
                    <a:pt x="887730" y="558641"/>
                  </a:lnTo>
                  <a:lnTo>
                    <a:pt x="890588" y="559594"/>
                  </a:lnTo>
                  <a:lnTo>
                    <a:pt x="892016" y="561022"/>
                  </a:lnTo>
                  <a:lnTo>
                    <a:pt x="893921" y="562927"/>
                  </a:lnTo>
                  <a:lnTo>
                    <a:pt x="905351" y="564356"/>
                  </a:lnTo>
                  <a:lnTo>
                    <a:pt x="908685" y="565309"/>
                  </a:lnTo>
                  <a:lnTo>
                    <a:pt x="909638" y="566738"/>
                  </a:lnTo>
                  <a:lnTo>
                    <a:pt x="912971" y="568643"/>
                  </a:lnTo>
                  <a:lnTo>
                    <a:pt x="915828" y="569119"/>
                  </a:lnTo>
                  <a:lnTo>
                    <a:pt x="913447" y="561499"/>
                  </a:lnTo>
                  <a:lnTo>
                    <a:pt x="914400" y="557213"/>
                  </a:lnTo>
                  <a:lnTo>
                    <a:pt x="918210" y="544830"/>
                  </a:lnTo>
                  <a:lnTo>
                    <a:pt x="920115" y="542925"/>
                  </a:lnTo>
                  <a:lnTo>
                    <a:pt x="923925" y="541496"/>
                  </a:lnTo>
                  <a:lnTo>
                    <a:pt x="929640" y="539591"/>
                  </a:lnTo>
                  <a:lnTo>
                    <a:pt x="932021" y="537210"/>
                  </a:lnTo>
                  <a:lnTo>
                    <a:pt x="936784" y="537686"/>
                  </a:lnTo>
                  <a:lnTo>
                    <a:pt x="938689" y="537686"/>
                  </a:lnTo>
                  <a:lnTo>
                    <a:pt x="940117" y="537210"/>
                  </a:lnTo>
                  <a:lnTo>
                    <a:pt x="941070" y="535781"/>
                  </a:lnTo>
                  <a:lnTo>
                    <a:pt x="946309" y="538163"/>
                  </a:lnTo>
                  <a:lnTo>
                    <a:pt x="954881" y="543401"/>
                  </a:lnTo>
                  <a:lnTo>
                    <a:pt x="961548" y="546735"/>
                  </a:lnTo>
                  <a:lnTo>
                    <a:pt x="969169" y="549593"/>
                  </a:lnTo>
                  <a:lnTo>
                    <a:pt x="980122" y="552450"/>
                  </a:lnTo>
                  <a:lnTo>
                    <a:pt x="989171" y="553402"/>
                  </a:lnTo>
                  <a:lnTo>
                    <a:pt x="990600" y="552926"/>
                  </a:lnTo>
                  <a:lnTo>
                    <a:pt x="994410" y="548640"/>
                  </a:lnTo>
                  <a:lnTo>
                    <a:pt x="996315" y="548640"/>
                  </a:lnTo>
                  <a:lnTo>
                    <a:pt x="999648" y="549116"/>
                  </a:lnTo>
                  <a:lnTo>
                    <a:pt x="1009173" y="549116"/>
                  </a:lnTo>
                  <a:lnTo>
                    <a:pt x="1019175" y="549116"/>
                  </a:lnTo>
                  <a:lnTo>
                    <a:pt x="1023938" y="548640"/>
                  </a:lnTo>
                  <a:lnTo>
                    <a:pt x="1033939" y="546735"/>
                  </a:lnTo>
                  <a:lnTo>
                    <a:pt x="1035367" y="546735"/>
                  </a:lnTo>
                  <a:lnTo>
                    <a:pt x="1037748" y="546735"/>
                  </a:lnTo>
                  <a:lnTo>
                    <a:pt x="1043940" y="549116"/>
                  </a:lnTo>
                  <a:lnTo>
                    <a:pt x="1048226" y="549593"/>
                  </a:lnTo>
                  <a:lnTo>
                    <a:pt x="1051084" y="549593"/>
                  </a:lnTo>
                  <a:lnTo>
                    <a:pt x="1052989" y="549593"/>
                  </a:lnTo>
                  <a:lnTo>
                    <a:pt x="1056798" y="549593"/>
                  </a:lnTo>
                  <a:lnTo>
                    <a:pt x="1062990" y="550069"/>
                  </a:lnTo>
                  <a:lnTo>
                    <a:pt x="1070610" y="551497"/>
                  </a:lnTo>
                  <a:lnTo>
                    <a:pt x="1079659" y="551021"/>
                  </a:lnTo>
                  <a:lnTo>
                    <a:pt x="1082516" y="550545"/>
                  </a:lnTo>
                  <a:lnTo>
                    <a:pt x="1087755" y="551021"/>
                  </a:lnTo>
                  <a:lnTo>
                    <a:pt x="1091565" y="552450"/>
                  </a:lnTo>
                  <a:lnTo>
                    <a:pt x="1096803" y="553879"/>
                  </a:lnTo>
                  <a:lnTo>
                    <a:pt x="1100138" y="554355"/>
                  </a:lnTo>
                  <a:lnTo>
                    <a:pt x="1102042" y="554831"/>
                  </a:lnTo>
                  <a:lnTo>
                    <a:pt x="1105852" y="554831"/>
                  </a:lnTo>
                  <a:lnTo>
                    <a:pt x="1108234" y="554355"/>
                  </a:lnTo>
                  <a:lnTo>
                    <a:pt x="1109663" y="554831"/>
                  </a:lnTo>
                  <a:lnTo>
                    <a:pt x="1111091" y="558641"/>
                  </a:lnTo>
                  <a:lnTo>
                    <a:pt x="1114425" y="561022"/>
                  </a:lnTo>
                  <a:lnTo>
                    <a:pt x="1116806" y="563404"/>
                  </a:lnTo>
                  <a:lnTo>
                    <a:pt x="1118711" y="565785"/>
                  </a:lnTo>
                  <a:lnTo>
                    <a:pt x="1120616" y="566738"/>
                  </a:lnTo>
                  <a:lnTo>
                    <a:pt x="1124426" y="566738"/>
                  </a:lnTo>
                  <a:lnTo>
                    <a:pt x="1131570" y="567690"/>
                  </a:lnTo>
                  <a:lnTo>
                    <a:pt x="1135380" y="568643"/>
                  </a:lnTo>
                  <a:lnTo>
                    <a:pt x="1140619" y="572929"/>
                  </a:lnTo>
                  <a:lnTo>
                    <a:pt x="1145381" y="577691"/>
                  </a:lnTo>
                  <a:lnTo>
                    <a:pt x="1146334" y="576739"/>
                  </a:lnTo>
                  <a:lnTo>
                    <a:pt x="1147286" y="575786"/>
                  </a:lnTo>
                  <a:lnTo>
                    <a:pt x="1147286" y="574357"/>
                  </a:lnTo>
                  <a:lnTo>
                    <a:pt x="1145381" y="569119"/>
                  </a:lnTo>
                  <a:lnTo>
                    <a:pt x="1144428" y="564356"/>
                  </a:lnTo>
                  <a:lnTo>
                    <a:pt x="1143952" y="560070"/>
                  </a:lnTo>
                  <a:lnTo>
                    <a:pt x="1143952" y="558641"/>
                  </a:lnTo>
                  <a:lnTo>
                    <a:pt x="1145381" y="555784"/>
                  </a:lnTo>
                  <a:lnTo>
                    <a:pt x="1146810" y="553402"/>
                  </a:lnTo>
                  <a:lnTo>
                    <a:pt x="1152525" y="551021"/>
                  </a:lnTo>
                  <a:lnTo>
                    <a:pt x="1156335" y="550069"/>
                  </a:lnTo>
                  <a:lnTo>
                    <a:pt x="1156335" y="548640"/>
                  </a:lnTo>
                  <a:lnTo>
                    <a:pt x="1153001" y="547688"/>
                  </a:lnTo>
                  <a:lnTo>
                    <a:pt x="1150620" y="546259"/>
                  </a:lnTo>
                  <a:lnTo>
                    <a:pt x="1150144" y="545306"/>
                  </a:lnTo>
                  <a:lnTo>
                    <a:pt x="1150144" y="544354"/>
                  </a:lnTo>
                  <a:lnTo>
                    <a:pt x="1150620" y="543401"/>
                  </a:lnTo>
                  <a:lnTo>
                    <a:pt x="1154430" y="541496"/>
                  </a:lnTo>
                  <a:lnTo>
                    <a:pt x="1158240" y="539591"/>
                  </a:lnTo>
                  <a:lnTo>
                    <a:pt x="1163002" y="540544"/>
                  </a:lnTo>
                  <a:lnTo>
                    <a:pt x="1163955" y="540068"/>
                  </a:lnTo>
                  <a:lnTo>
                    <a:pt x="1164431" y="538163"/>
                  </a:lnTo>
                  <a:lnTo>
                    <a:pt x="1163478" y="536257"/>
                  </a:lnTo>
                  <a:lnTo>
                    <a:pt x="1162526" y="533400"/>
                  </a:lnTo>
                  <a:lnTo>
                    <a:pt x="1160621" y="531971"/>
                  </a:lnTo>
                  <a:lnTo>
                    <a:pt x="1160621" y="530066"/>
                  </a:lnTo>
                  <a:lnTo>
                    <a:pt x="1162050" y="527209"/>
                  </a:lnTo>
                  <a:lnTo>
                    <a:pt x="1160145" y="521494"/>
                  </a:lnTo>
                  <a:lnTo>
                    <a:pt x="1158240" y="516731"/>
                  </a:lnTo>
                  <a:lnTo>
                    <a:pt x="1154906" y="508159"/>
                  </a:lnTo>
                  <a:lnTo>
                    <a:pt x="1152525" y="505777"/>
                  </a:lnTo>
                  <a:lnTo>
                    <a:pt x="1151096" y="501967"/>
                  </a:lnTo>
                  <a:lnTo>
                    <a:pt x="1149667" y="500063"/>
                  </a:lnTo>
                  <a:lnTo>
                    <a:pt x="1149667" y="497205"/>
                  </a:lnTo>
                  <a:lnTo>
                    <a:pt x="1149667" y="494824"/>
                  </a:lnTo>
                  <a:lnTo>
                    <a:pt x="1149191" y="490538"/>
                  </a:lnTo>
                  <a:lnTo>
                    <a:pt x="1148715" y="485775"/>
                  </a:lnTo>
                  <a:lnTo>
                    <a:pt x="1149191" y="481013"/>
                  </a:lnTo>
                  <a:lnTo>
                    <a:pt x="1150620" y="477679"/>
                  </a:lnTo>
                  <a:lnTo>
                    <a:pt x="1150144" y="476726"/>
                  </a:lnTo>
                  <a:lnTo>
                    <a:pt x="1150620" y="475774"/>
                  </a:lnTo>
                  <a:lnTo>
                    <a:pt x="1152525" y="475297"/>
                  </a:lnTo>
                  <a:lnTo>
                    <a:pt x="1153477" y="473869"/>
                  </a:lnTo>
                  <a:lnTo>
                    <a:pt x="1152525" y="472440"/>
                  </a:lnTo>
                  <a:lnTo>
                    <a:pt x="1149191" y="471488"/>
                  </a:lnTo>
                  <a:lnTo>
                    <a:pt x="1145381" y="470059"/>
                  </a:lnTo>
                  <a:lnTo>
                    <a:pt x="1141095" y="470059"/>
                  </a:lnTo>
                  <a:lnTo>
                    <a:pt x="1136809" y="470535"/>
                  </a:lnTo>
                  <a:lnTo>
                    <a:pt x="1134427" y="469582"/>
                  </a:lnTo>
                  <a:lnTo>
                    <a:pt x="1132522" y="468154"/>
                  </a:lnTo>
                  <a:lnTo>
                    <a:pt x="1132522" y="467201"/>
                  </a:lnTo>
                  <a:lnTo>
                    <a:pt x="1135380" y="464820"/>
                  </a:lnTo>
                  <a:lnTo>
                    <a:pt x="1139190" y="462439"/>
                  </a:lnTo>
                  <a:lnTo>
                    <a:pt x="1144905" y="461486"/>
                  </a:lnTo>
                  <a:lnTo>
                    <a:pt x="1151096" y="459581"/>
                  </a:lnTo>
                  <a:lnTo>
                    <a:pt x="1154430" y="458152"/>
                  </a:lnTo>
                  <a:lnTo>
                    <a:pt x="1158716" y="457200"/>
                  </a:lnTo>
                  <a:lnTo>
                    <a:pt x="1163478" y="456724"/>
                  </a:lnTo>
                  <a:lnTo>
                    <a:pt x="1165860" y="457200"/>
                  </a:lnTo>
                  <a:lnTo>
                    <a:pt x="1172051" y="455771"/>
                  </a:lnTo>
                  <a:lnTo>
                    <a:pt x="1182052" y="452438"/>
                  </a:lnTo>
                  <a:lnTo>
                    <a:pt x="1191101" y="449580"/>
                  </a:lnTo>
                  <a:lnTo>
                    <a:pt x="1193959" y="448151"/>
                  </a:lnTo>
                  <a:lnTo>
                    <a:pt x="1196340" y="449580"/>
                  </a:lnTo>
                  <a:lnTo>
                    <a:pt x="1197292" y="452914"/>
                  </a:lnTo>
                  <a:lnTo>
                    <a:pt x="1200150" y="454819"/>
                  </a:lnTo>
                  <a:lnTo>
                    <a:pt x="1203007" y="455771"/>
                  </a:lnTo>
                  <a:lnTo>
                    <a:pt x="1204436" y="455771"/>
                  </a:lnTo>
                  <a:lnTo>
                    <a:pt x="1209198" y="454342"/>
                  </a:lnTo>
                  <a:lnTo>
                    <a:pt x="1213961" y="453390"/>
                  </a:lnTo>
                  <a:lnTo>
                    <a:pt x="1215866" y="453866"/>
                  </a:lnTo>
                  <a:lnTo>
                    <a:pt x="1218247" y="455771"/>
                  </a:lnTo>
                  <a:lnTo>
                    <a:pt x="1221105" y="457200"/>
                  </a:lnTo>
                  <a:lnTo>
                    <a:pt x="1222534" y="457200"/>
                  </a:lnTo>
                  <a:lnTo>
                    <a:pt x="1223963" y="455771"/>
                  </a:lnTo>
                  <a:lnTo>
                    <a:pt x="1225391" y="453390"/>
                  </a:lnTo>
                  <a:lnTo>
                    <a:pt x="1226344" y="450056"/>
                  </a:lnTo>
                  <a:lnTo>
                    <a:pt x="1226344" y="446722"/>
                  </a:lnTo>
                  <a:lnTo>
                    <a:pt x="1225867" y="444817"/>
                  </a:lnTo>
                  <a:lnTo>
                    <a:pt x="1224915" y="443865"/>
                  </a:lnTo>
                  <a:lnTo>
                    <a:pt x="1220628" y="442436"/>
                  </a:lnTo>
                  <a:lnTo>
                    <a:pt x="1216342" y="440531"/>
                  </a:lnTo>
                  <a:lnTo>
                    <a:pt x="1215866" y="438626"/>
                  </a:lnTo>
                  <a:lnTo>
                    <a:pt x="1215866" y="437197"/>
                  </a:lnTo>
                  <a:lnTo>
                    <a:pt x="1216819" y="433864"/>
                  </a:lnTo>
                  <a:lnTo>
                    <a:pt x="1219676" y="428149"/>
                  </a:lnTo>
                  <a:lnTo>
                    <a:pt x="1222534" y="420052"/>
                  </a:lnTo>
                  <a:lnTo>
                    <a:pt x="1223963" y="413385"/>
                  </a:lnTo>
                  <a:lnTo>
                    <a:pt x="1228725" y="403860"/>
                  </a:lnTo>
                  <a:lnTo>
                    <a:pt x="1232535" y="393859"/>
                  </a:lnTo>
                  <a:lnTo>
                    <a:pt x="1238250" y="379571"/>
                  </a:lnTo>
                  <a:lnTo>
                    <a:pt x="1239202" y="376714"/>
                  </a:lnTo>
                  <a:lnTo>
                    <a:pt x="1239678" y="371951"/>
                  </a:lnTo>
                  <a:lnTo>
                    <a:pt x="1240155" y="370046"/>
                  </a:lnTo>
                  <a:lnTo>
                    <a:pt x="1242060" y="369094"/>
                  </a:lnTo>
                  <a:lnTo>
                    <a:pt x="1245394" y="370046"/>
                  </a:lnTo>
                  <a:lnTo>
                    <a:pt x="1253966" y="373380"/>
                  </a:lnTo>
                  <a:lnTo>
                    <a:pt x="1260634" y="376238"/>
                  </a:lnTo>
                  <a:lnTo>
                    <a:pt x="1263491" y="377190"/>
                  </a:lnTo>
                  <a:lnTo>
                    <a:pt x="1267301" y="378142"/>
                  </a:lnTo>
                  <a:lnTo>
                    <a:pt x="1273492" y="379095"/>
                  </a:lnTo>
                  <a:lnTo>
                    <a:pt x="1277302" y="378619"/>
                  </a:lnTo>
                  <a:lnTo>
                    <a:pt x="1280636" y="378142"/>
                  </a:lnTo>
                  <a:lnTo>
                    <a:pt x="1284922" y="378142"/>
                  </a:lnTo>
                  <a:lnTo>
                    <a:pt x="1291590" y="379095"/>
                  </a:lnTo>
                  <a:lnTo>
                    <a:pt x="1293495" y="379095"/>
                  </a:lnTo>
                  <a:lnTo>
                    <a:pt x="1295876" y="379095"/>
                  </a:lnTo>
                  <a:lnTo>
                    <a:pt x="1297781" y="380524"/>
                  </a:lnTo>
                  <a:lnTo>
                    <a:pt x="1298734" y="383857"/>
                  </a:lnTo>
                  <a:lnTo>
                    <a:pt x="1300163" y="385286"/>
                  </a:lnTo>
                  <a:lnTo>
                    <a:pt x="1302544" y="384810"/>
                  </a:lnTo>
                  <a:lnTo>
                    <a:pt x="1307782" y="381952"/>
                  </a:lnTo>
                  <a:lnTo>
                    <a:pt x="1311116" y="379571"/>
                  </a:lnTo>
                  <a:lnTo>
                    <a:pt x="1315402" y="376238"/>
                  </a:lnTo>
                  <a:lnTo>
                    <a:pt x="1319689" y="375761"/>
                  </a:lnTo>
                  <a:lnTo>
                    <a:pt x="1323975" y="374809"/>
                  </a:lnTo>
                  <a:lnTo>
                    <a:pt x="1325403" y="373380"/>
                  </a:lnTo>
                  <a:lnTo>
                    <a:pt x="1326832" y="369570"/>
                  </a:lnTo>
                  <a:lnTo>
                    <a:pt x="1329690" y="366713"/>
                  </a:lnTo>
                  <a:lnTo>
                    <a:pt x="1330166" y="362902"/>
                  </a:lnTo>
                  <a:lnTo>
                    <a:pt x="1329214" y="360521"/>
                  </a:lnTo>
                  <a:lnTo>
                    <a:pt x="1327309" y="356235"/>
                  </a:lnTo>
                  <a:lnTo>
                    <a:pt x="1327309" y="353377"/>
                  </a:lnTo>
                  <a:lnTo>
                    <a:pt x="1326356" y="345281"/>
                  </a:lnTo>
                  <a:lnTo>
                    <a:pt x="1324927" y="338138"/>
                  </a:lnTo>
                  <a:lnTo>
                    <a:pt x="1326356" y="332422"/>
                  </a:lnTo>
                  <a:lnTo>
                    <a:pt x="1328738" y="325755"/>
                  </a:lnTo>
                  <a:lnTo>
                    <a:pt x="1329690" y="323850"/>
                  </a:lnTo>
                  <a:lnTo>
                    <a:pt x="1331119" y="320992"/>
                  </a:lnTo>
                  <a:lnTo>
                    <a:pt x="1333023" y="317659"/>
                  </a:lnTo>
                  <a:lnTo>
                    <a:pt x="1335881" y="316706"/>
                  </a:lnTo>
                  <a:lnTo>
                    <a:pt x="1343501" y="316230"/>
                  </a:lnTo>
                  <a:lnTo>
                    <a:pt x="1350645" y="314801"/>
                  </a:lnTo>
                  <a:lnTo>
                    <a:pt x="1354455" y="313372"/>
                  </a:lnTo>
                  <a:lnTo>
                    <a:pt x="1358265" y="312420"/>
                  </a:lnTo>
                  <a:lnTo>
                    <a:pt x="1360646" y="311467"/>
                  </a:lnTo>
                  <a:lnTo>
                    <a:pt x="1364456" y="306705"/>
                  </a:lnTo>
                  <a:lnTo>
                    <a:pt x="1366361" y="303847"/>
                  </a:lnTo>
                  <a:lnTo>
                    <a:pt x="1367790" y="296704"/>
                  </a:lnTo>
                  <a:lnTo>
                    <a:pt x="1366838" y="293370"/>
                  </a:lnTo>
                  <a:lnTo>
                    <a:pt x="1367790" y="290513"/>
                  </a:lnTo>
                  <a:lnTo>
                    <a:pt x="1369695" y="288607"/>
                  </a:lnTo>
                  <a:lnTo>
                    <a:pt x="1372552" y="286702"/>
                  </a:lnTo>
                  <a:lnTo>
                    <a:pt x="1374457" y="286226"/>
                  </a:lnTo>
                  <a:lnTo>
                    <a:pt x="1378267" y="285750"/>
                  </a:lnTo>
                  <a:lnTo>
                    <a:pt x="1384459" y="285750"/>
                  </a:lnTo>
                  <a:lnTo>
                    <a:pt x="1387792" y="286702"/>
                  </a:lnTo>
                  <a:lnTo>
                    <a:pt x="1384935" y="283369"/>
                  </a:lnTo>
                  <a:close/>
                </a:path>
              </a:pathLst>
            </a:custGeom>
            <a:grpFill/>
            <a:ln w="317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70193103-4D07-4273-A255-F51587179073}"/>
                </a:ext>
              </a:extLst>
            </p:cNvPr>
            <p:cNvSpPr/>
            <p:nvPr/>
          </p:nvSpPr>
          <p:spPr>
            <a:xfrm>
              <a:off x="7303769" y="3256596"/>
              <a:ext cx="64293" cy="57626"/>
            </a:xfrm>
            <a:custGeom>
              <a:avLst/>
              <a:gdLst>
                <a:gd name="connsiteX0" fmla="*/ 61913 w 64293"/>
                <a:gd name="connsiteY0" fmla="*/ 54293 h 57626"/>
                <a:gd name="connsiteX1" fmla="*/ 61436 w 64293"/>
                <a:gd name="connsiteY1" fmla="*/ 51911 h 57626"/>
                <a:gd name="connsiteX2" fmla="*/ 60484 w 64293"/>
                <a:gd name="connsiteY2" fmla="*/ 49530 h 57626"/>
                <a:gd name="connsiteX3" fmla="*/ 57626 w 64293"/>
                <a:gd name="connsiteY3" fmla="*/ 44291 h 57626"/>
                <a:gd name="connsiteX4" fmla="*/ 55245 w 64293"/>
                <a:gd name="connsiteY4" fmla="*/ 41434 h 57626"/>
                <a:gd name="connsiteX5" fmla="*/ 52388 w 64293"/>
                <a:gd name="connsiteY5" fmla="*/ 32861 h 57626"/>
                <a:gd name="connsiteX6" fmla="*/ 51911 w 64293"/>
                <a:gd name="connsiteY6" fmla="*/ 30480 h 57626"/>
                <a:gd name="connsiteX7" fmla="*/ 50959 w 64293"/>
                <a:gd name="connsiteY7" fmla="*/ 27622 h 57626"/>
                <a:gd name="connsiteX8" fmla="*/ 49054 w 64293"/>
                <a:gd name="connsiteY8" fmla="*/ 26670 h 57626"/>
                <a:gd name="connsiteX9" fmla="*/ 47149 w 64293"/>
                <a:gd name="connsiteY9" fmla="*/ 27146 h 57626"/>
                <a:gd name="connsiteX10" fmla="*/ 44291 w 64293"/>
                <a:gd name="connsiteY10" fmla="*/ 27146 h 57626"/>
                <a:gd name="connsiteX11" fmla="*/ 40005 w 64293"/>
                <a:gd name="connsiteY11" fmla="*/ 26194 h 57626"/>
                <a:gd name="connsiteX12" fmla="*/ 40005 w 64293"/>
                <a:gd name="connsiteY12" fmla="*/ 25241 h 57626"/>
                <a:gd name="connsiteX13" fmla="*/ 43339 w 64293"/>
                <a:gd name="connsiteY13" fmla="*/ 22860 h 57626"/>
                <a:gd name="connsiteX14" fmla="*/ 48578 w 64293"/>
                <a:gd name="connsiteY14" fmla="*/ 18097 h 57626"/>
                <a:gd name="connsiteX15" fmla="*/ 51435 w 64293"/>
                <a:gd name="connsiteY15" fmla="*/ 18574 h 57626"/>
                <a:gd name="connsiteX16" fmla="*/ 52864 w 64293"/>
                <a:gd name="connsiteY16" fmla="*/ 19050 h 57626"/>
                <a:gd name="connsiteX17" fmla="*/ 54769 w 64293"/>
                <a:gd name="connsiteY17" fmla="*/ 19526 h 57626"/>
                <a:gd name="connsiteX18" fmla="*/ 54293 w 64293"/>
                <a:gd name="connsiteY18" fmla="*/ 17621 h 57626"/>
                <a:gd name="connsiteX19" fmla="*/ 52388 w 64293"/>
                <a:gd name="connsiteY19" fmla="*/ 13811 h 57626"/>
                <a:gd name="connsiteX20" fmla="*/ 50006 w 64293"/>
                <a:gd name="connsiteY20" fmla="*/ 9525 h 57626"/>
                <a:gd name="connsiteX21" fmla="*/ 49054 w 64293"/>
                <a:gd name="connsiteY21" fmla="*/ 5239 h 57626"/>
                <a:gd name="connsiteX22" fmla="*/ 49054 w 64293"/>
                <a:gd name="connsiteY22" fmla="*/ 3810 h 57626"/>
                <a:gd name="connsiteX23" fmla="*/ 41434 w 64293"/>
                <a:gd name="connsiteY23" fmla="*/ 476 h 57626"/>
                <a:gd name="connsiteX24" fmla="*/ 38576 w 64293"/>
                <a:gd name="connsiteY24" fmla="*/ 0 h 57626"/>
                <a:gd name="connsiteX25" fmla="*/ 37624 w 64293"/>
                <a:gd name="connsiteY25" fmla="*/ 0 h 57626"/>
                <a:gd name="connsiteX26" fmla="*/ 33338 w 64293"/>
                <a:gd name="connsiteY26" fmla="*/ 0 h 57626"/>
                <a:gd name="connsiteX27" fmla="*/ 27147 w 64293"/>
                <a:gd name="connsiteY27" fmla="*/ 476 h 57626"/>
                <a:gd name="connsiteX28" fmla="*/ 23336 w 64293"/>
                <a:gd name="connsiteY28" fmla="*/ 1905 h 57626"/>
                <a:gd name="connsiteX29" fmla="*/ 20955 w 64293"/>
                <a:gd name="connsiteY29" fmla="*/ 3334 h 57626"/>
                <a:gd name="connsiteX30" fmla="*/ 20003 w 64293"/>
                <a:gd name="connsiteY30" fmla="*/ 4763 h 57626"/>
                <a:gd name="connsiteX31" fmla="*/ 19526 w 64293"/>
                <a:gd name="connsiteY31" fmla="*/ 5715 h 57626"/>
                <a:gd name="connsiteX32" fmla="*/ 17622 w 64293"/>
                <a:gd name="connsiteY32" fmla="*/ 10001 h 57626"/>
                <a:gd name="connsiteX33" fmla="*/ 15240 w 64293"/>
                <a:gd name="connsiteY33" fmla="*/ 15716 h 57626"/>
                <a:gd name="connsiteX34" fmla="*/ 12859 w 64293"/>
                <a:gd name="connsiteY34" fmla="*/ 20479 h 57626"/>
                <a:gd name="connsiteX35" fmla="*/ 8097 w 64293"/>
                <a:gd name="connsiteY35" fmla="*/ 27622 h 57626"/>
                <a:gd name="connsiteX36" fmla="*/ 5715 w 64293"/>
                <a:gd name="connsiteY36" fmla="*/ 30956 h 57626"/>
                <a:gd name="connsiteX37" fmla="*/ 0 w 64293"/>
                <a:gd name="connsiteY37" fmla="*/ 37147 h 57626"/>
                <a:gd name="connsiteX38" fmla="*/ 6668 w 64293"/>
                <a:gd name="connsiteY38" fmla="*/ 38100 h 57626"/>
                <a:gd name="connsiteX39" fmla="*/ 15240 w 64293"/>
                <a:gd name="connsiteY39" fmla="*/ 39053 h 57626"/>
                <a:gd name="connsiteX40" fmla="*/ 20479 w 64293"/>
                <a:gd name="connsiteY40" fmla="*/ 39529 h 57626"/>
                <a:gd name="connsiteX41" fmla="*/ 30480 w 64293"/>
                <a:gd name="connsiteY41" fmla="*/ 40958 h 57626"/>
                <a:gd name="connsiteX42" fmla="*/ 33338 w 64293"/>
                <a:gd name="connsiteY42" fmla="*/ 46672 h 57626"/>
                <a:gd name="connsiteX43" fmla="*/ 34290 w 64293"/>
                <a:gd name="connsiteY43" fmla="*/ 50483 h 57626"/>
                <a:gd name="connsiteX44" fmla="*/ 35243 w 64293"/>
                <a:gd name="connsiteY44" fmla="*/ 54293 h 57626"/>
                <a:gd name="connsiteX45" fmla="*/ 38100 w 64293"/>
                <a:gd name="connsiteY45" fmla="*/ 57626 h 57626"/>
                <a:gd name="connsiteX46" fmla="*/ 44768 w 64293"/>
                <a:gd name="connsiteY46" fmla="*/ 57626 h 57626"/>
                <a:gd name="connsiteX47" fmla="*/ 50959 w 64293"/>
                <a:gd name="connsiteY47" fmla="*/ 57626 h 57626"/>
                <a:gd name="connsiteX48" fmla="*/ 58579 w 64293"/>
                <a:gd name="connsiteY48" fmla="*/ 57626 h 57626"/>
                <a:gd name="connsiteX49" fmla="*/ 64294 w 64293"/>
                <a:gd name="connsiteY49" fmla="*/ 57626 h 57626"/>
                <a:gd name="connsiteX50" fmla="*/ 61913 w 64293"/>
                <a:gd name="connsiteY50" fmla="*/ 54293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64293" h="57626">
                  <a:moveTo>
                    <a:pt x="61913" y="54293"/>
                  </a:moveTo>
                  <a:lnTo>
                    <a:pt x="61436" y="51911"/>
                  </a:lnTo>
                  <a:lnTo>
                    <a:pt x="60484" y="49530"/>
                  </a:lnTo>
                  <a:lnTo>
                    <a:pt x="57626" y="44291"/>
                  </a:lnTo>
                  <a:lnTo>
                    <a:pt x="55245" y="41434"/>
                  </a:lnTo>
                  <a:lnTo>
                    <a:pt x="52388" y="32861"/>
                  </a:lnTo>
                  <a:lnTo>
                    <a:pt x="51911" y="30480"/>
                  </a:lnTo>
                  <a:lnTo>
                    <a:pt x="50959" y="27622"/>
                  </a:lnTo>
                  <a:lnTo>
                    <a:pt x="49054" y="26670"/>
                  </a:lnTo>
                  <a:lnTo>
                    <a:pt x="47149" y="27146"/>
                  </a:lnTo>
                  <a:lnTo>
                    <a:pt x="44291" y="27146"/>
                  </a:lnTo>
                  <a:lnTo>
                    <a:pt x="40005" y="26194"/>
                  </a:lnTo>
                  <a:lnTo>
                    <a:pt x="40005" y="25241"/>
                  </a:lnTo>
                  <a:lnTo>
                    <a:pt x="43339" y="22860"/>
                  </a:lnTo>
                  <a:lnTo>
                    <a:pt x="48578" y="18097"/>
                  </a:lnTo>
                  <a:lnTo>
                    <a:pt x="51435" y="18574"/>
                  </a:lnTo>
                  <a:lnTo>
                    <a:pt x="52864" y="19050"/>
                  </a:lnTo>
                  <a:lnTo>
                    <a:pt x="54769" y="19526"/>
                  </a:lnTo>
                  <a:lnTo>
                    <a:pt x="54293" y="17621"/>
                  </a:lnTo>
                  <a:lnTo>
                    <a:pt x="52388" y="13811"/>
                  </a:lnTo>
                  <a:lnTo>
                    <a:pt x="50006" y="9525"/>
                  </a:lnTo>
                  <a:lnTo>
                    <a:pt x="49054" y="5239"/>
                  </a:lnTo>
                  <a:lnTo>
                    <a:pt x="49054" y="3810"/>
                  </a:lnTo>
                  <a:lnTo>
                    <a:pt x="41434" y="476"/>
                  </a:lnTo>
                  <a:lnTo>
                    <a:pt x="38576" y="0"/>
                  </a:lnTo>
                  <a:lnTo>
                    <a:pt x="37624" y="0"/>
                  </a:lnTo>
                  <a:lnTo>
                    <a:pt x="33338" y="0"/>
                  </a:lnTo>
                  <a:lnTo>
                    <a:pt x="27147" y="476"/>
                  </a:lnTo>
                  <a:lnTo>
                    <a:pt x="23336" y="1905"/>
                  </a:lnTo>
                  <a:lnTo>
                    <a:pt x="20955" y="3334"/>
                  </a:lnTo>
                  <a:lnTo>
                    <a:pt x="20003" y="4763"/>
                  </a:lnTo>
                  <a:lnTo>
                    <a:pt x="19526" y="5715"/>
                  </a:lnTo>
                  <a:lnTo>
                    <a:pt x="17622" y="10001"/>
                  </a:lnTo>
                  <a:lnTo>
                    <a:pt x="15240" y="15716"/>
                  </a:lnTo>
                  <a:lnTo>
                    <a:pt x="12859" y="20479"/>
                  </a:lnTo>
                  <a:lnTo>
                    <a:pt x="8097" y="27622"/>
                  </a:lnTo>
                  <a:lnTo>
                    <a:pt x="5715" y="30956"/>
                  </a:lnTo>
                  <a:lnTo>
                    <a:pt x="0" y="37147"/>
                  </a:lnTo>
                  <a:lnTo>
                    <a:pt x="6668" y="38100"/>
                  </a:lnTo>
                  <a:lnTo>
                    <a:pt x="15240" y="39053"/>
                  </a:lnTo>
                  <a:lnTo>
                    <a:pt x="20479" y="39529"/>
                  </a:lnTo>
                  <a:lnTo>
                    <a:pt x="30480" y="40958"/>
                  </a:lnTo>
                  <a:lnTo>
                    <a:pt x="33338" y="46672"/>
                  </a:lnTo>
                  <a:lnTo>
                    <a:pt x="34290" y="50483"/>
                  </a:lnTo>
                  <a:lnTo>
                    <a:pt x="35243" y="54293"/>
                  </a:lnTo>
                  <a:lnTo>
                    <a:pt x="38100" y="57626"/>
                  </a:lnTo>
                  <a:lnTo>
                    <a:pt x="44768" y="57626"/>
                  </a:lnTo>
                  <a:lnTo>
                    <a:pt x="50959" y="57626"/>
                  </a:lnTo>
                  <a:lnTo>
                    <a:pt x="58579" y="57626"/>
                  </a:lnTo>
                  <a:lnTo>
                    <a:pt x="64294" y="57626"/>
                  </a:lnTo>
                  <a:lnTo>
                    <a:pt x="61913" y="54293"/>
                  </a:lnTo>
                  <a:close/>
                </a:path>
              </a:pathLst>
            </a:custGeom>
            <a:grpFill/>
            <a:ln w="317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01BEAAB1-CB28-4C44-8039-E44267508326}"/>
                </a:ext>
              </a:extLst>
            </p:cNvPr>
            <p:cNvSpPr/>
            <p:nvPr/>
          </p:nvSpPr>
          <p:spPr>
            <a:xfrm>
              <a:off x="10011251" y="2932270"/>
              <a:ext cx="114300" cy="167640"/>
            </a:xfrm>
            <a:custGeom>
              <a:avLst/>
              <a:gdLst>
                <a:gd name="connsiteX0" fmla="*/ 112871 w 114300"/>
                <a:gd name="connsiteY0" fmla="*/ 102394 h 167640"/>
                <a:gd name="connsiteX1" fmla="*/ 111919 w 114300"/>
                <a:gd name="connsiteY1" fmla="*/ 101917 h 167640"/>
                <a:gd name="connsiteX2" fmla="*/ 110965 w 114300"/>
                <a:gd name="connsiteY2" fmla="*/ 100489 h 167640"/>
                <a:gd name="connsiteX3" fmla="*/ 110965 w 114300"/>
                <a:gd name="connsiteY3" fmla="*/ 97155 h 167640"/>
                <a:gd name="connsiteX4" fmla="*/ 110490 w 114300"/>
                <a:gd name="connsiteY4" fmla="*/ 94774 h 167640"/>
                <a:gd name="connsiteX5" fmla="*/ 110490 w 114300"/>
                <a:gd name="connsiteY5" fmla="*/ 90011 h 167640"/>
                <a:gd name="connsiteX6" fmla="*/ 111442 w 114300"/>
                <a:gd name="connsiteY6" fmla="*/ 87630 h 167640"/>
                <a:gd name="connsiteX7" fmla="*/ 111919 w 114300"/>
                <a:gd name="connsiteY7" fmla="*/ 84296 h 167640"/>
                <a:gd name="connsiteX8" fmla="*/ 111442 w 114300"/>
                <a:gd name="connsiteY8" fmla="*/ 78105 h 167640"/>
                <a:gd name="connsiteX9" fmla="*/ 112871 w 114300"/>
                <a:gd name="connsiteY9" fmla="*/ 73819 h 167640"/>
                <a:gd name="connsiteX10" fmla="*/ 111442 w 114300"/>
                <a:gd name="connsiteY10" fmla="*/ 66675 h 167640"/>
                <a:gd name="connsiteX11" fmla="*/ 110965 w 114300"/>
                <a:gd name="connsiteY11" fmla="*/ 61436 h 167640"/>
                <a:gd name="connsiteX12" fmla="*/ 108109 w 114300"/>
                <a:gd name="connsiteY12" fmla="*/ 52864 h 167640"/>
                <a:gd name="connsiteX13" fmla="*/ 98584 w 114300"/>
                <a:gd name="connsiteY13" fmla="*/ 37147 h 167640"/>
                <a:gd name="connsiteX14" fmla="*/ 91915 w 114300"/>
                <a:gd name="connsiteY14" fmla="*/ 29051 h 167640"/>
                <a:gd name="connsiteX15" fmla="*/ 83819 w 114300"/>
                <a:gd name="connsiteY15" fmla="*/ 17621 h 167640"/>
                <a:gd name="connsiteX16" fmla="*/ 75723 w 114300"/>
                <a:gd name="connsiteY16" fmla="*/ 0 h 167640"/>
                <a:gd name="connsiteX17" fmla="*/ 74294 w 114300"/>
                <a:gd name="connsiteY17" fmla="*/ 476 h 167640"/>
                <a:gd name="connsiteX18" fmla="*/ 72390 w 114300"/>
                <a:gd name="connsiteY18" fmla="*/ 3810 h 167640"/>
                <a:gd name="connsiteX19" fmla="*/ 70484 w 114300"/>
                <a:gd name="connsiteY19" fmla="*/ 8096 h 167640"/>
                <a:gd name="connsiteX20" fmla="*/ 68580 w 114300"/>
                <a:gd name="connsiteY20" fmla="*/ 10478 h 167640"/>
                <a:gd name="connsiteX21" fmla="*/ 66675 w 114300"/>
                <a:gd name="connsiteY21" fmla="*/ 11906 h 167640"/>
                <a:gd name="connsiteX22" fmla="*/ 64294 w 114300"/>
                <a:gd name="connsiteY22" fmla="*/ 12859 h 167640"/>
                <a:gd name="connsiteX23" fmla="*/ 59531 w 114300"/>
                <a:gd name="connsiteY23" fmla="*/ 13335 h 167640"/>
                <a:gd name="connsiteX24" fmla="*/ 55244 w 114300"/>
                <a:gd name="connsiteY24" fmla="*/ 12859 h 167640"/>
                <a:gd name="connsiteX25" fmla="*/ 53815 w 114300"/>
                <a:gd name="connsiteY25" fmla="*/ 12382 h 167640"/>
                <a:gd name="connsiteX26" fmla="*/ 48101 w 114300"/>
                <a:gd name="connsiteY26" fmla="*/ 12859 h 167640"/>
                <a:gd name="connsiteX27" fmla="*/ 46672 w 114300"/>
                <a:gd name="connsiteY27" fmla="*/ 13335 h 167640"/>
                <a:gd name="connsiteX28" fmla="*/ 38576 w 114300"/>
                <a:gd name="connsiteY28" fmla="*/ 12859 h 167640"/>
                <a:gd name="connsiteX29" fmla="*/ 34290 w 114300"/>
                <a:gd name="connsiteY29" fmla="*/ 13335 h 167640"/>
                <a:gd name="connsiteX30" fmla="*/ 31432 w 114300"/>
                <a:gd name="connsiteY30" fmla="*/ 14288 h 167640"/>
                <a:gd name="connsiteX31" fmla="*/ 28575 w 114300"/>
                <a:gd name="connsiteY31" fmla="*/ 16192 h 167640"/>
                <a:gd name="connsiteX32" fmla="*/ 26194 w 114300"/>
                <a:gd name="connsiteY32" fmla="*/ 18574 h 167640"/>
                <a:gd name="connsiteX33" fmla="*/ 24288 w 114300"/>
                <a:gd name="connsiteY33" fmla="*/ 21431 h 167640"/>
                <a:gd name="connsiteX34" fmla="*/ 20002 w 114300"/>
                <a:gd name="connsiteY34" fmla="*/ 26194 h 167640"/>
                <a:gd name="connsiteX35" fmla="*/ 17144 w 114300"/>
                <a:gd name="connsiteY35" fmla="*/ 28575 h 167640"/>
                <a:gd name="connsiteX36" fmla="*/ 17144 w 114300"/>
                <a:gd name="connsiteY36" fmla="*/ 31909 h 167640"/>
                <a:gd name="connsiteX37" fmla="*/ 17144 w 114300"/>
                <a:gd name="connsiteY37" fmla="*/ 32861 h 167640"/>
                <a:gd name="connsiteX38" fmla="*/ 16192 w 114300"/>
                <a:gd name="connsiteY38" fmla="*/ 33814 h 167640"/>
                <a:gd name="connsiteX39" fmla="*/ 15715 w 114300"/>
                <a:gd name="connsiteY39" fmla="*/ 34766 h 167640"/>
                <a:gd name="connsiteX40" fmla="*/ 14288 w 114300"/>
                <a:gd name="connsiteY40" fmla="*/ 35242 h 167640"/>
                <a:gd name="connsiteX41" fmla="*/ 13811 w 114300"/>
                <a:gd name="connsiteY41" fmla="*/ 36195 h 167640"/>
                <a:gd name="connsiteX42" fmla="*/ 14288 w 114300"/>
                <a:gd name="connsiteY42" fmla="*/ 38576 h 167640"/>
                <a:gd name="connsiteX43" fmla="*/ 15240 w 114300"/>
                <a:gd name="connsiteY43" fmla="*/ 40005 h 167640"/>
                <a:gd name="connsiteX44" fmla="*/ 17144 w 114300"/>
                <a:gd name="connsiteY44" fmla="*/ 42386 h 167640"/>
                <a:gd name="connsiteX45" fmla="*/ 17144 w 114300"/>
                <a:gd name="connsiteY45" fmla="*/ 46196 h 167640"/>
                <a:gd name="connsiteX46" fmla="*/ 18573 w 114300"/>
                <a:gd name="connsiteY46" fmla="*/ 47625 h 167640"/>
                <a:gd name="connsiteX47" fmla="*/ 21907 w 114300"/>
                <a:gd name="connsiteY47" fmla="*/ 51911 h 167640"/>
                <a:gd name="connsiteX48" fmla="*/ 20478 w 114300"/>
                <a:gd name="connsiteY48" fmla="*/ 55721 h 167640"/>
                <a:gd name="connsiteX49" fmla="*/ 21431 w 114300"/>
                <a:gd name="connsiteY49" fmla="*/ 57150 h 167640"/>
                <a:gd name="connsiteX50" fmla="*/ 21907 w 114300"/>
                <a:gd name="connsiteY50" fmla="*/ 59531 h 167640"/>
                <a:gd name="connsiteX51" fmla="*/ 24765 w 114300"/>
                <a:gd name="connsiteY51" fmla="*/ 64294 h 167640"/>
                <a:gd name="connsiteX52" fmla="*/ 27622 w 114300"/>
                <a:gd name="connsiteY52" fmla="*/ 64770 h 167640"/>
                <a:gd name="connsiteX53" fmla="*/ 28098 w 114300"/>
                <a:gd name="connsiteY53" fmla="*/ 65246 h 167640"/>
                <a:gd name="connsiteX54" fmla="*/ 27622 w 114300"/>
                <a:gd name="connsiteY54" fmla="*/ 66675 h 167640"/>
                <a:gd name="connsiteX55" fmla="*/ 24765 w 114300"/>
                <a:gd name="connsiteY55" fmla="*/ 68580 h 167640"/>
                <a:gd name="connsiteX56" fmla="*/ 24288 w 114300"/>
                <a:gd name="connsiteY56" fmla="*/ 70009 h 167640"/>
                <a:gd name="connsiteX57" fmla="*/ 23336 w 114300"/>
                <a:gd name="connsiteY57" fmla="*/ 69056 h 167640"/>
                <a:gd name="connsiteX58" fmla="*/ 21431 w 114300"/>
                <a:gd name="connsiteY58" fmla="*/ 65246 h 167640"/>
                <a:gd name="connsiteX59" fmla="*/ 18097 w 114300"/>
                <a:gd name="connsiteY59" fmla="*/ 64770 h 167640"/>
                <a:gd name="connsiteX60" fmla="*/ 14288 w 114300"/>
                <a:gd name="connsiteY60" fmla="*/ 62389 h 167640"/>
                <a:gd name="connsiteX61" fmla="*/ 11430 w 114300"/>
                <a:gd name="connsiteY61" fmla="*/ 62865 h 167640"/>
                <a:gd name="connsiteX62" fmla="*/ 9525 w 114300"/>
                <a:gd name="connsiteY62" fmla="*/ 64294 h 167640"/>
                <a:gd name="connsiteX63" fmla="*/ 6667 w 114300"/>
                <a:gd name="connsiteY63" fmla="*/ 64770 h 167640"/>
                <a:gd name="connsiteX64" fmla="*/ 1905 w 114300"/>
                <a:gd name="connsiteY64" fmla="*/ 68104 h 167640"/>
                <a:gd name="connsiteX65" fmla="*/ 0 w 114300"/>
                <a:gd name="connsiteY65" fmla="*/ 71914 h 167640"/>
                <a:gd name="connsiteX66" fmla="*/ 476 w 114300"/>
                <a:gd name="connsiteY66" fmla="*/ 75247 h 167640"/>
                <a:gd name="connsiteX67" fmla="*/ 2381 w 114300"/>
                <a:gd name="connsiteY67" fmla="*/ 75247 h 167640"/>
                <a:gd name="connsiteX68" fmla="*/ 7619 w 114300"/>
                <a:gd name="connsiteY68" fmla="*/ 76676 h 167640"/>
                <a:gd name="connsiteX69" fmla="*/ 9048 w 114300"/>
                <a:gd name="connsiteY69" fmla="*/ 75724 h 167640"/>
                <a:gd name="connsiteX70" fmla="*/ 10953 w 114300"/>
                <a:gd name="connsiteY70" fmla="*/ 75247 h 167640"/>
                <a:gd name="connsiteX71" fmla="*/ 11430 w 114300"/>
                <a:gd name="connsiteY71" fmla="*/ 79534 h 167640"/>
                <a:gd name="connsiteX72" fmla="*/ 12859 w 114300"/>
                <a:gd name="connsiteY72" fmla="*/ 83820 h 167640"/>
                <a:gd name="connsiteX73" fmla="*/ 12859 w 114300"/>
                <a:gd name="connsiteY73" fmla="*/ 85725 h 167640"/>
                <a:gd name="connsiteX74" fmla="*/ 12382 w 114300"/>
                <a:gd name="connsiteY74" fmla="*/ 89059 h 167640"/>
                <a:gd name="connsiteX75" fmla="*/ 12859 w 114300"/>
                <a:gd name="connsiteY75" fmla="*/ 93345 h 167640"/>
                <a:gd name="connsiteX76" fmla="*/ 12382 w 114300"/>
                <a:gd name="connsiteY76" fmla="*/ 96203 h 167640"/>
                <a:gd name="connsiteX77" fmla="*/ 14288 w 114300"/>
                <a:gd name="connsiteY77" fmla="*/ 98584 h 167640"/>
                <a:gd name="connsiteX78" fmla="*/ 17144 w 114300"/>
                <a:gd name="connsiteY78" fmla="*/ 100965 h 167640"/>
                <a:gd name="connsiteX79" fmla="*/ 17621 w 114300"/>
                <a:gd name="connsiteY79" fmla="*/ 101917 h 167640"/>
                <a:gd name="connsiteX80" fmla="*/ 16669 w 114300"/>
                <a:gd name="connsiteY80" fmla="*/ 103346 h 167640"/>
                <a:gd name="connsiteX81" fmla="*/ 16192 w 114300"/>
                <a:gd name="connsiteY81" fmla="*/ 105251 h 167640"/>
                <a:gd name="connsiteX82" fmla="*/ 18573 w 114300"/>
                <a:gd name="connsiteY82" fmla="*/ 106204 h 167640"/>
                <a:gd name="connsiteX83" fmla="*/ 19526 w 114300"/>
                <a:gd name="connsiteY83" fmla="*/ 107156 h 167640"/>
                <a:gd name="connsiteX84" fmla="*/ 18097 w 114300"/>
                <a:gd name="connsiteY84" fmla="*/ 110966 h 167640"/>
                <a:gd name="connsiteX85" fmla="*/ 14288 w 114300"/>
                <a:gd name="connsiteY85" fmla="*/ 112871 h 167640"/>
                <a:gd name="connsiteX86" fmla="*/ 12382 w 114300"/>
                <a:gd name="connsiteY86" fmla="*/ 114776 h 167640"/>
                <a:gd name="connsiteX87" fmla="*/ 10477 w 114300"/>
                <a:gd name="connsiteY87" fmla="*/ 115729 h 167640"/>
                <a:gd name="connsiteX88" fmla="*/ 10477 w 114300"/>
                <a:gd name="connsiteY88" fmla="*/ 117157 h 167640"/>
                <a:gd name="connsiteX89" fmla="*/ 13334 w 114300"/>
                <a:gd name="connsiteY89" fmla="*/ 117634 h 167640"/>
                <a:gd name="connsiteX90" fmla="*/ 15240 w 114300"/>
                <a:gd name="connsiteY90" fmla="*/ 118586 h 167640"/>
                <a:gd name="connsiteX91" fmla="*/ 14288 w 114300"/>
                <a:gd name="connsiteY91" fmla="*/ 120015 h 167640"/>
                <a:gd name="connsiteX92" fmla="*/ 11430 w 114300"/>
                <a:gd name="connsiteY92" fmla="*/ 121444 h 167640"/>
                <a:gd name="connsiteX93" fmla="*/ 10477 w 114300"/>
                <a:gd name="connsiteY93" fmla="*/ 123349 h 167640"/>
                <a:gd name="connsiteX94" fmla="*/ 8096 w 114300"/>
                <a:gd name="connsiteY94" fmla="*/ 128588 h 167640"/>
                <a:gd name="connsiteX95" fmla="*/ 6667 w 114300"/>
                <a:gd name="connsiteY95" fmla="*/ 132397 h 167640"/>
                <a:gd name="connsiteX96" fmla="*/ 4286 w 114300"/>
                <a:gd name="connsiteY96" fmla="*/ 134779 h 167640"/>
                <a:gd name="connsiteX97" fmla="*/ 5715 w 114300"/>
                <a:gd name="connsiteY97" fmla="*/ 139065 h 167640"/>
                <a:gd name="connsiteX98" fmla="*/ 8096 w 114300"/>
                <a:gd name="connsiteY98" fmla="*/ 143351 h 167640"/>
                <a:gd name="connsiteX99" fmla="*/ 9048 w 114300"/>
                <a:gd name="connsiteY99" fmla="*/ 147638 h 167640"/>
                <a:gd name="connsiteX100" fmla="*/ 10953 w 114300"/>
                <a:gd name="connsiteY100" fmla="*/ 148114 h 167640"/>
                <a:gd name="connsiteX101" fmla="*/ 13334 w 114300"/>
                <a:gd name="connsiteY101" fmla="*/ 147161 h 167640"/>
                <a:gd name="connsiteX102" fmla="*/ 14763 w 114300"/>
                <a:gd name="connsiteY102" fmla="*/ 147638 h 167640"/>
                <a:gd name="connsiteX103" fmla="*/ 12859 w 114300"/>
                <a:gd name="connsiteY103" fmla="*/ 149542 h 167640"/>
                <a:gd name="connsiteX104" fmla="*/ 10477 w 114300"/>
                <a:gd name="connsiteY104" fmla="*/ 150495 h 167640"/>
                <a:gd name="connsiteX105" fmla="*/ 11430 w 114300"/>
                <a:gd name="connsiteY105" fmla="*/ 151447 h 167640"/>
                <a:gd name="connsiteX106" fmla="*/ 11906 w 114300"/>
                <a:gd name="connsiteY106" fmla="*/ 152876 h 167640"/>
                <a:gd name="connsiteX107" fmla="*/ 8572 w 114300"/>
                <a:gd name="connsiteY107" fmla="*/ 152876 h 167640"/>
                <a:gd name="connsiteX108" fmla="*/ 4286 w 114300"/>
                <a:gd name="connsiteY108" fmla="*/ 151924 h 167640"/>
                <a:gd name="connsiteX109" fmla="*/ 2857 w 114300"/>
                <a:gd name="connsiteY109" fmla="*/ 153829 h 167640"/>
                <a:gd name="connsiteX110" fmla="*/ 5238 w 114300"/>
                <a:gd name="connsiteY110" fmla="*/ 157163 h 167640"/>
                <a:gd name="connsiteX111" fmla="*/ 10477 w 114300"/>
                <a:gd name="connsiteY111" fmla="*/ 160972 h 167640"/>
                <a:gd name="connsiteX112" fmla="*/ 11430 w 114300"/>
                <a:gd name="connsiteY112" fmla="*/ 163354 h 167640"/>
                <a:gd name="connsiteX113" fmla="*/ 11430 w 114300"/>
                <a:gd name="connsiteY113" fmla="*/ 166211 h 167640"/>
                <a:gd name="connsiteX114" fmla="*/ 12382 w 114300"/>
                <a:gd name="connsiteY114" fmla="*/ 167640 h 167640"/>
                <a:gd name="connsiteX115" fmla="*/ 14288 w 114300"/>
                <a:gd name="connsiteY115" fmla="*/ 167640 h 167640"/>
                <a:gd name="connsiteX116" fmla="*/ 15240 w 114300"/>
                <a:gd name="connsiteY116" fmla="*/ 164306 h 167640"/>
                <a:gd name="connsiteX117" fmla="*/ 20002 w 114300"/>
                <a:gd name="connsiteY117" fmla="*/ 160020 h 167640"/>
                <a:gd name="connsiteX118" fmla="*/ 21431 w 114300"/>
                <a:gd name="connsiteY118" fmla="*/ 160496 h 167640"/>
                <a:gd name="connsiteX119" fmla="*/ 22384 w 114300"/>
                <a:gd name="connsiteY119" fmla="*/ 161925 h 167640"/>
                <a:gd name="connsiteX120" fmla="*/ 24765 w 114300"/>
                <a:gd name="connsiteY120" fmla="*/ 162401 h 167640"/>
                <a:gd name="connsiteX121" fmla="*/ 29527 w 114300"/>
                <a:gd name="connsiteY121" fmla="*/ 156210 h 167640"/>
                <a:gd name="connsiteX122" fmla="*/ 36671 w 114300"/>
                <a:gd name="connsiteY122" fmla="*/ 150495 h 167640"/>
                <a:gd name="connsiteX123" fmla="*/ 37623 w 114300"/>
                <a:gd name="connsiteY123" fmla="*/ 151924 h 167640"/>
                <a:gd name="connsiteX124" fmla="*/ 37147 w 114300"/>
                <a:gd name="connsiteY124" fmla="*/ 154305 h 167640"/>
                <a:gd name="connsiteX125" fmla="*/ 34765 w 114300"/>
                <a:gd name="connsiteY125" fmla="*/ 156686 h 167640"/>
                <a:gd name="connsiteX126" fmla="*/ 33813 w 114300"/>
                <a:gd name="connsiteY126" fmla="*/ 159067 h 167640"/>
                <a:gd name="connsiteX127" fmla="*/ 39052 w 114300"/>
                <a:gd name="connsiteY127" fmla="*/ 162401 h 167640"/>
                <a:gd name="connsiteX128" fmla="*/ 40957 w 114300"/>
                <a:gd name="connsiteY128" fmla="*/ 160972 h 167640"/>
                <a:gd name="connsiteX129" fmla="*/ 41434 w 114300"/>
                <a:gd name="connsiteY129" fmla="*/ 159067 h 167640"/>
                <a:gd name="connsiteX130" fmla="*/ 44290 w 114300"/>
                <a:gd name="connsiteY130" fmla="*/ 156210 h 167640"/>
                <a:gd name="connsiteX131" fmla="*/ 42386 w 114300"/>
                <a:gd name="connsiteY131" fmla="*/ 153829 h 167640"/>
                <a:gd name="connsiteX132" fmla="*/ 41434 w 114300"/>
                <a:gd name="connsiteY132" fmla="*/ 151924 h 167640"/>
                <a:gd name="connsiteX133" fmla="*/ 41909 w 114300"/>
                <a:gd name="connsiteY133" fmla="*/ 149066 h 167640"/>
                <a:gd name="connsiteX134" fmla="*/ 44290 w 114300"/>
                <a:gd name="connsiteY134" fmla="*/ 148114 h 167640"/>
                <a:gd name="connsiteX135" fmla="*/ 45719 w 114300"/>
                <a:gd name="connsiteY135" fmla="*/ 148114 h 167640"/>
                <a:gd name="connsiteX136" fmla="*/ 47148 w 114300"/>
                <a:gd name="connsiteY136" fmla="*/ 150971 h 167640"/>
                <a:gd name="connsiteX137" fmla="*/ 49530 w 114300"/>
                <a:gd name="connsiteY137" fmla="*/ 153829 h 167640"/>
                <a:gd name="connsiteX138" fmla="*/ 52388 w 114300"/>
                <a:gd name="connsiteY138" fmla="*/ 152876 h 167640"/>
                <a:gd name="connsiteX139" fmla="*/ 53340 w 114300"/>
                <a:gd name="connsiteY139" fmla="*/ 150495 h 167640"/>
                <a:gd name="connsiteX140" fmla="*/ 50482 w 114300"/>
                <a:gd name="connsiteY140" fmla="*/ 148114 h 167640"/>
                <a:gd name="connsiteX141" fmla="*/ 49530 w 114300"/>
                <a:gd name="connsiteY141" fmla="*/ 146209 h 167640"/>
                <a:gd name="connsiteX142" fmla="*/ 50006 w 114300"/>
                <a:gd name="connsiteY142" fmla="*/ 144780 h 167640"/>
                <a:gd name="connsiteX143" fmla="*/ 51911 w 114300"/>
                <a:gd name="connsiteY143" fmla="*/ 143828 h 167640"/>
                <a:gd name="connsiteX144" fmla="*/ 57150 w 114300"/>
                <a:gd name="connsiteY144" fmla="*/ 143351 h 167640"/>
                <a:gd name="connsiteX145" fmla="*/ 60484 w 114300"/>
                <a:gd name="connsiteY145" fmla="*/ 141446 h 167640"/>
                <a:gd name="connsiteX146" fmla="*/ 62388 w 114300"/>
                <a:gd name="connsiteY146" fmla="*/ 141446 h 167640"/>
                <a:gd name="connsiteX147" fmla="*/ 64294 w 114300"/>
                <a:gd name="connsiteY147" fmla="*/ 144780 h 167640"/>
                <a:gd name="connsiteX148" fmla="*/ 66198 w 114300"/>
                <a:gd name="connsiteY148" fmla="*/ 145256 h 167640"/>
                <a:gd name="connsiteX149" fmla="*/ 70484 w 114300"/>
                <a:gd name="connsiteY149" fmla="*/ 145256 h 167640"/>
                <a:gd name="connsiteX150" fmla="*/ 74294 w 114300"/>
                <a:gd name="connsiteY150" fmla="*/ 146685 h 167640"/>
                <a:gd name="connsiteX151" fmla="*/ 76200 w 114300"/>
                <a:gd name="connsiteY151" fmla="*/ 146685 h 167640"/>
                <a:gd name="connsiteX152" fmla="*/ 76200 w 114300"/>
                <a:gd name="connsiteY152" fmla="*/ 144304 h 167640"/>
                <a:gd name="connsiteX153" fmla="*/ 75247 w 114300"/>
                <a:gd name="connsiteY153" fmla="*/ 140970 h 167640"/>
                <a:gd name="connsiteX154" fmla="*/ 76676 w 114300"/>
                <a:gd name="connsiteY154" fmla="*/ 139065 h 167640"/>
                <a:gd name="connsiteX155" fmla="*/ 78581 w 114300"/>
                <a:gd name="connsiteY155" fmla="*/ 137636 h 167640"/>
                <a:gd name="connsiteX156" fmla="*/ 82867 w 114300"/>
                <a:gd name="connsiteY156" fmla="*/ 137160 h 167640"/>
                <a:gd name="connsiteX157" fmla="*/ 88106 w 114300"/>
                <a:gd name="connsiteY157" fmla="*/ 138113 h 167640"/>
                <a:gd name="connsiteX158" fmla="*/ 94297 w 114300"/>
                <a:gd name="connsiteY158" fmla="*/ 137636 h 167640"/>
                <a:gd name="connsiteX159" fmla="*/ 97631 w 114300"/>
                <a:gd name="connsiteY159" fmla="*/ 136684 h 167640"/>
                <a:gd name="connsiteX160" fmla="*/ 102394 w 114300"/>
                <a:gd name="connsiteY160" fmla="*/ 134303 h 167640"/>
                <a:gd name="connsiteX161" fmla="*/ 106203 w 114300"/>
                <a:gd name="connsiteY161" fmla="*/ 128588 h 167640"/>
                <a:gd name="connsiteX162" fmla="*/ 109061 w 114300"/>
                <a:gd name="connsiteY162" fmla="*/ 122396 h 167640"/>
                <a:gd name="connsiteX163" fmla="*/ 111442 w 114300"/>
                <a:gd name="connsiteY163" fmla="*/ 115253 h 167640"/>
                <a:gd name="connsiteX164" fmla="*/ 113823 w 114300"/>
                <a:gd name="connsiteY164" fmla="*/ 105251 h 167640"/>
                <a:gd name="connsiteX165" fmla="*/ 114300 w 114300"/>
                <a:gd name="connsiteY165" fmla="*/ 101441 h 167640"/>
                <a:gd name="connsiteX166" fmla="*/ 111919 w 114300"/>
                <a:gd name="connsiteY166" fmla="*/ 101917 h 167640"/>
                <a:gd name="connsiteX167" fmla="*/ 112871 w 114300"/>
                <a:gd name="connsiteY167" fmla="*/ 102394 h 16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14300" h="167640">
                  <a:moveTo>
                    <a:pt x="112871" y="102394"/>
                  </a:moveTo>
                  <a:lnTo>
                    <a:pt x="111919" y="101917"/>
                  </a:lnTo>
                  <a:lnTo>
                    <a:pt x="110965" y="100489"/>
                  </a:lnTo>
                  <a:lnTo>
                    <a:pt x="110965" y="97155"/>
                  </a:lnTo>
                  <a:lnTo>
                    <a:pt x="110490" y="94774"/>
                  </a:lnTo>
                  <a:lnTo>
                    <a:pt x="110490" y="90011"/>
                  </a:lnTo>
                  <a:lnTo>
                    <a:pt x="111442" y="87630"/>
                  </a:lnTo>
                  <a:lnTo>
                    <a:pt x="111919" y="84296"/>
                  </a:lnTo>
                  <a:lnTo>
                    <a:pt x="111442" y="78105"/>
                  </a:lnTo>
                  <a:lnTo>
                    <a:pt x="112871" y="73819"/>
                  </a:lnTo>
                  <a:lnTo>
                    <a:pt x="111442" y="66675"/>
                  </a:lnTo>
                  <a:lnTo>
                    <a:pt x="110965" y="61436"/>
                  </a:lnTo>
                  <a:lnTo>
                    <a:pt x="108109" y="52864"/>
                  </a:lnTo>
                  <a:lnTo>
                    <a:pt x="98584" y="37147"/>
                  </a:lnTo>
                  <a:lnTo>
                    <a:pt x="91915" y="29051"/>
                  </a:lnTo>
                  <a:lnTo>
                    <a:pt x="83819" y="17621"/>
                  </a:lnTo>
                  <a:lnTo>
                    <a:pt x="75723" y="0"/>
                  </a:lnTo>
                  <a:lnTo>
                    <a:pt x="74294" y="476"/>
                  </a:lnTo>
                  <a:lnTo>
                    <a:pt x="72390" y="3810"/>
                  </a:lnTo>
                  <a:lnTo>
                    <a:pt x="70484" y="8096"/>
                  </a:lnTo>
                  <a:lnTo>
                    <a:pt x="68580" y="10478"/>
                  </a:lnTo>
                  <a:lnTo>
                    <a:pt x="66675" y="11906"/>
                  </a:lnTo>
                  <a:lnTo>
                    <a:pt x="64294" y="12859"/>
                  </a:lnTo>
                  <a:lnTo>
                    <a:pt x="59531" y="13335"/>
                  </a:lnTo>
                  <a:lnTo>
                    <a:pt x="55244" y="12859"/>
                  </a:lnTo>
                  <a:lnTo>
                    <a:pt x="53815" y="12382"/>
                  </a:lnTo>
                  <a:lnTo>
                    <a:pt x="48101" y="12859"/>
                  </a:lnTo>
                  <a:lnTo>
                    <a:pt x="46672" y="13335"/>
                  </a:lnTo>
                  <a:lnTo>
                    <a:pt x="38576" y="12859"/>
                  </a:lnTo>
                  <a:lnTo>
                    <a:pt x="34290" y="13335"/>
                  </a:lnTo>
                  <a:lnTo>
                    <a:pt x="31432" y="14288"/>
                  </a:lnTo>
                  <a:lnTo>
                    <a:pt x="28575" y="16192"/>
                  </a:lnTo>
                  <a:lnTo>
                    <a:pt x="26194" y="18574"/>
                  </a:lnTo>
                  <a:lnTo>
                    <a:pt x="24288" y="21431"/>
                  </a:lnTo>
                  <a:lnTo>
                    <a:pt x="20002" y="26194"/>
                  </a:lnTo>
                  <a:lnTo>
                    <a:pt x="17144" y="28575"/>
                  </a:lnTo>
                  <a:lnTo>
                    <a:pt x="17144" y="31909"/>
                  </a:lnTo>
                  <a:lnTo>
                    <a:pt x="17144" y="32861"/>
                  </a:lnTo>
                  <a:lnTo>
                    <a:pt x="16192" y="33814"/>
                  </a:lnTo>
                  <a:lnTo>
                    <a:pt x="15715" y="34766"/>
                  </a:lnTo>
                  <a:lnTo>
                    <a:pt x="14288" y="35242"/>
                  </a:lnTo>
                  <a:lnTo>
                    <a:pt x="13811" y="36195"/>
                  </a:lnTo>
                  <a:lnTo>
                    <a:pt x="14288" y="38576"/>
                  </a:lnTo>
                  <a:lnTo>
                    <a:pt x="15240" y="40005"/>
                  </a:lnTo>
                  <a:lnTo>
                    <a:pt x="17144" y="42386"/>
                  </a:lnTo>
                  <a:lnTo>
                    <a:pt x="17144" y="46196"/>
                  </a:lnTo>
                  <a:lnTo>
                    <a:pt x="18573" y="47625"/>
                  </a:lnTo>
                  <a:lnTo>
                    <a:pt x="21907" y="51911"/>
                  </a:lnTo>
                  <a:lnTo>
                    <a:pt x="20478" y="55721"/>
                  </a:lnTo>
                  <a:lnTo>
                    <a:pt x="21431" y="57150"/>
                  </a:lnTo>
                  <a:lnTo>
                    <a:pt x="21907" y="59531"/>
                  </a:lnTo>
                  <a:lnTo>
                    <a:pt x="24765" y="64294"/>
                  </a:lnTo>
                  <a:lnTo>
                    <a:pt x="27622" y="64770"/>
                  </a:lnTo>
                  <a:lnTo>
                    <a:pt x="28098" y="65246"/>
                  </a:lnTo>
                  <a:lnTo>
                    <a:pt x="27622" y="66675"/>
                  </a:lnTo>
                  <a:lnTo>
                    <a:pt x="24765" y="68580"/>
                  </a:lnTo>
                  <a:lnTo>
                    <a:pt x="24288" y="70009"/>
                  </a:lnTo>
                  <a:lnTo>
                    <a:pt x="23336" y="69056"/>
                  </a:lnTo>
                  <a:lnTo>
                    <a:pt x="21431" y="65246"/>
                  </a:lnTo>
                  <a:lnTo>
                    <a:pt x="18097" y="64770"/>
                  </a:lnTo>
                  <a:lnTo>
                    <a:pt x="14288" y="62389"/>
                  </a:lnTo>
                  <a:lnTo>
                    <a:pt x="11430" y="62865"/>
                  </a:lnTo>
                  <a:lnTo>
                    <a:pt x="9525" y="64294"/>
                  </a:lnTo>
                  <a:lnTo>
                    <a:pt x="6667" y="64770"/>
                  </a:lnTo>
                  <a:lnTo>
                    <a:pt x="1905" y="68104"/>
                  </a:lnTo>
                  <a:lnTo>
                    <a:pt x="0" y="71914"/>
                  </a:lnTo>
                  <a:lnTo>
                    <a:pt x="476" y="75247"/>
                  </a:lnTo>
                  <a:lnTo>
                    <a:pt x="2381" y="75247"/>
                  </a:lnTo>
                  <a:lnTo>
                    <a:pt x="7619" y="76676"/>
                  </a:lnTo>
                  <a:lnTo>
                    <a:pt x="9048" y="75724"/>
                  </a:lnTo>
                  <a:lnTo>
                    <a:pt x="10953" y="75247"/>
                  </a:lnTo>
                  <a:lnTo>
                    <a:pt x="11430" y="79534"/>
                  </a:lnTo>
                  <a:lnTo>
                    <a:pt x="12859" y="83820"/>
                  </a:lnTo>
                  <a:lnTo>
                    <a:pt x="12859" y="85725"/>
                  </a:lnTo>
                  <a:lnTo>
                    <a:pt x="12382" y="89059"/>
                  </a:lnTo>
                  <a:lnTo>
                    <a:pt x="12859" y="93345"/>
                  </a:lnTo>
                  <a:lnTo>
                    <a:pt x="12382" y="96203"/>
                  </a:lnTo>
                  <a:lnTo>
                    <a:pt x="14288" y="98584"/>
                  </a:lnTo>
                  <a:lnTo>
                    <a:pt x="17144" y="100965"/>
                  </a:lnTo>
                  <a:lnTo>
                    <a:pt x="17621" y="101917"/>
                  </a:lnTo>
                  <a:lnTo>
                    <a:pt x="16669" y="103346"/>
                  </a:lnTo>
                  <a:lnTo>
                    <a:pt x="16192" y="105251"/>
                  </a:lnTo>
                  <a:lnTo>
                    <a:pt x="18573" y="106204"/>
                  </a:lnTo>
                  <a:lnTo>
                    <a:pt x="19526" y="107156"/>
                  </a:lnTo>
                  <a:lnTo>
                    <a:pt x="18097" y="110966"/>
                  </a:lnTo>
                  <a:lnTo>
                    <a:pt x="14288" y="112871"/>
                  </a:lnTo>
                  <a:lnTo>
                    <a:pt x="12382" y="114776"/>
                  </a:lnTo>
                  <a:lnTo>
                    <a:pt x="10477" y="115729"/>
                  </a:lnTo>
                  <a:lnTo>
                    <a:pt x="10477" y="117157"/>
                  </a:lnTo>
                  <a:lnTo>
                    <a:pt x="13334" y="117634"/>
                  </a:lnTo>
                  <a:lnTo>
                    <a:pt x="15240" y="118586"/>
                  </a:lnTo>
                  <a:lnTo>
                    <a:pt x="14288" y="120015"/>
                  </a:lnTo>
                  <a:lnTo>
                    <a:pt x="11430" y="121444"/>
                  </a:lnTo>
                  <a:lnTo>
                    <a:pt x="10477" y="123349"/>
                  </a:lnTo>
                  <a:lnTo>
                    <a:pt x="8096" y="128588"/>
                  </a:lnTo>
                  <a:lnTo>
                    <a:pt x="6667" y="132397"/>
                  </a:lnTo>
                  <a:lnTo>
                    <a:pt x="4286" y="134779"/>
                  </a:lnTo>
                  <a:lnTo>
                    <a:pt x="5715" y="139065"/>
                  </a:lnTo>
                  <a:lnTo>
                    <a:pt x="8096" y="143351"/>
                  </a:lnTo>
                  <a:lnTo>
                    <a:pt x="9048" y="147638"/>
                  </a:lnTo>
                  <a:lnTo>
                    <a:pt x="10953" y="148114"/>
                  </a:lnTo>
                  <a:lnTo>
                    <a:pt x="13334" y="147161"/>
                  </a:lnTo>
                  <a:lnTo>
                    <a:pt x="14763" y="147638"/>
                  </a:lnTo>
                  <a:lnTo>
                    <a:pt x="12859" y="149542"/>
                  </a:lnTo>
                  <a:lnTo>
                    <a:pt x="10477" y="150495"/>
                  </a:lnTo>
                  <a:lnTo>
                    <a:pt x="11430" y="151447"/>
                  </a:lnTo>
                  <a:lnTo>
                    <a:pt x="11906" y="152876"/>
                  </a:lnTo>
                  <a:lnTo>
                    <a:pt x="8572" y="152876"/>
                  </a:lnTo>
                  <a:lnTo>
                    <a:pt x="4286" y="151924"/>
                  </a:lnTo>
                  <a:lnTo>
                    <a:pt x="2857" y="153829"/>
                  </a:lnTo>
                  <a:lnTo>
                    <a:pt x="5238" y="157163"/>
                  </a:lnTo>
                  <a:lnTo>
                    <a:pt x="10477" y="160972"/>
                  </a:lnTo>
                  <a:lnTo>
                    <a:pt x="11430" y="163354"/>
                  </a:lnTo>
                  <a:lnTo>
                    <a:pt x="11430" y="166211"/>
                  </a:lnTo>
                  <a:lnTo>
                    <a:pt x="12382" y="167640"/>
                  </a:lnTo>
                  <a:lnTo>
                    <a:pt x="14288" y="167640"/>
                  </a:lnTo>
                  <a:lnTo>
                    <a:pt x="15240" y="164306"/>
                  </a:lnTo>
                  <a:lnTo>
                    <a:pt x="20002" y="160020"/>
                  </a:lnTo>
                  <a:lnTo>
                    <a:pt x="21431" y="160496"/>
                  </a:lnTo>
                  <a:lnTo>
                    <a:pt x="22384" y="161925"/>
                  </a:lnTo>
                  <a:lnTo>
                    <a:pt x="24765" y="162401"/>
                  </a:lnTo>
                  <a:lnTo>
                    <a:pt x="29527" y="156210"/>
                  </a:lnTo>
                  <a:lnTo>
                    <a:pt x="36671" y="150495"/>
                  </a:lnTo>
                  <a:lnTo>
                    <a:pt x="37623" y="151924"/>
                  </a:lnTo>
                  <a:lnTo>
                    <a:pt x="37147" y="154305"/>
                  </a:lnTo>
                  <a:lnTo>
                    <a:pt x="34765" y="156686"/>
                  </a:lnTo>
                  <a:lnTo>
                    <a:pt x="33813" y="159067"/>
                  </a:lnTo>
                  <a:lnTo>
                    <a:pt x="39052" y="162401"/>
                  </a:lnTo>
                  <a:lnTo>
                    <a:pt x="40957" y="160972"/>
                  </a:lnTo>
                  <a:lnTo>
                    <a:pt x="41434" y="159067"/>
                  </a:lnTo>
                  <a:lnTo>
                    <a:pt x="44290" y="156210"/>
                  </a:lnTo>
                  <a:lnTo>
                    <a:pt x="42386" y="153829"/>
                  </a:lnTo>
                  <a:lnTo>
                    <a:pt x="41434" y="151924"/>
                  </a:lnTo>
                  <a:lnTo>
                    <a:pt x="41909" y="149066"/>
                  </a:lnTo>
                  <a:lnTo>
                    <a:pt x="44290" y="148114"/>
                  </a:lnTo>
                  <a:lnTo>
                    <a:pt x="45719" y="148114"/>
                  </a:lnTo>
                  <a:lnTo>
                    <a:pt x="47148" y="150971"/>
                  </a:lnTo>
                  <a:lnTo>
                    <a:pt x="49530" y="153829"/>
                  </a:lnTo>
                  <a:lnTo>
                    <a:pt x="52388" y="152876"/>
                  </a:lnTo>
                  <a:lnTo>
                    <a:pt x="53340" y="150495"/>
                  </a:lnTo>
                  <a:lnTo>
                    <a:pt x="50482" y="148114"/>
                  </a:lnTo>
                  <a:lnTo>
                    <a:pt x="49530" y="146209"/>
                  </a:lnTo>
                  <a:lnTo>
                    <a:pt x="50006" y="144780"/>
                  </a:lnTo>
                  <a:lnTo>
                    <a:pt x="51911" y="143828"/>
                  </a:lnTo>
                  <a:lnTo>
                    <a:pt x="57150" y="143351"/>
                  </a:lnTo>
                  <a:lnTo>
                    <a:pt x="60484" y="141446"/>
                  </a:lnTo>
                  <a:lnTo>
                    <a:pt x="62388" y="141446"/>
                  </a:lnTo>
                  <a:lnTo>
                    <a:pt x="64294" y="144780"/>
                  </a:lnTo>
                  <a:lnTo>
                    <a:pt x="66198" y="145256"/>
                  </a:lnTo>
                  <a:lnTo>
                    <a:pt x="70484" y="145256"/>
                  </a:lnTo>
                  <a:lnTo>
                    <a:pt x="74294" y="146685"/>
                  </a:lnTo>
                  <a:lnTo>
                    <a:pt x="76200" y="146685"/>
                  </a:lnTo>
                  <a:lnTo>
                    <a:pt x="76200" y="144304"/>
                  </a:lnTo>
                  <a:lnTo>
                    <a:pt x="75247" y="140970"/>
                  </a:lnTo>
                  <a:lnTo>
                    <a:pt x="76676" y="139065"/>
                  </a:lnTo>
                  <a:lnTo>
                    <a:pt x="78581" y="137636"/>
                  </a:lnTo>
                  <a:lnTo>
                    <a:pt x="82867" y="137160"/>
                  </a:lnTo>
                  <a:lnTo>
                    <a:pt x="88106" y="138113"/>
                  </a:lnTo>
                  <a:lnTo>
                    <a:pt x="94297" y="137636"/>
                  </a:lnTo>
                  <a:lnTo>
                    <a:pt x="97631" y="136684"/>
                  </a:lnTo>
                  <a:lnTo>
                    <a:pt x="102394" y="134303"/>
                  </a:lnTo>
                  <a:lnTo>
                    <a:pt x="106203" y="128588"/>
                  </a:lnTo>
                  <a:lnTo>
                    <a:pt x="109061" y="122396"/>
                  </a:lnTo>
                  <a:lnTo>
                    <a:pt x="111442" y="115253"/>
                  </a:lnTo>
                  <a:lnTo>
                    <a:pt x="113823" y="105251"/>
                  </a:lnTo>
                  <a:lnTo>
                    <a:pt x="114300" y="101441"/>
                  </a:lnTo>
                  <a:lnTo>
                    <a:pt x="111919" y="101917"/>
                  </a:lnTo>
                  <a:lnTo>
                    <a:pt x="112871" y="102394"/>
                  </a:lnTo>
                  <a:close/>
                </a:path>
              </a:pathLst>
            </a:custGeom>
            <a:grpFill/>
            <a:ln w="317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897417C-6734-46FC-851B-8D00125A03B5}"/>
                </a:ext>
              </a:extLst>
            </p:cNvPr>
            <p:cNvSpPr/>
            <p:nvPr/>
          </p:nvSpPr>
          <p:spPr>
            <a:xfrm>
              <a:off x="9947433" y="2757487"/>
              <a:ext cx="217170" cy="212407"/>
            </a:xfrm>
            <a:custGeom>
              <a:avLst/>
              <a:gdLst>
                <a:gd name="connsiteX0" fmla="*/ 217170 w 217170"/>
                <a:gd name="connsiteY0" fmla="*/ 27622 h 212407"/>
                <a:gd name="connsiteX1" fmla="*/ 217170 w 217170"/>
                <a:gd name="connsiteY1" fmla="*/ 25717 h 212407"/>
                <a:gd name="connsiteX2" fmla="*/ 216218 w 217170"/>
                <a:gd name="connsiteY2" fmla="*/ 23813 h 212407"/>
                <a:gd name="connsiteX3" fmla="*/ 213837 w 217170"/>
                <a:gd name="connsiteY3" fmla="*/ 21431 h 212407"/>
                <a:gd name="connsiteX4" fmla="*/ 212884 w 217170"/>
                <a:gd name="connsiteY4" fmla="*/ 19050 h 212407"/>
                <a:gd name="connsiteX5" fmla="*/ 211931 w 217170"/>
                <a:gd name="connsiteY5" fmla="*/ 17621 h 212407"/>
                <a:gd name="connsiteX6" fmla="*/ 210502 w 217170"/>
                <a:gd name="connsiteY6" fmla="*/ 17145 h 212407"/>
                <a:gd name="connsiteX7" fmla="*/ 207645 w 217170"/>
                <a:gd name="connsiteY7" fmla="*/ 15240 h 212407"/>
                <a:gd name="connsiteX8" fmla="*/ 205264 w 217170"/>
                <a:gd name="connsiteY8" fmla="*/ 12859 h 212407"/>
                <a:gd name="connsiteX9" fmla="*/ 203359 w 217170"/>
                <a:gd name="connsiteY9" fmla="*/ 10478 h 212407"/>
                <a:gd name="connsiteX10" fmla="*/ 203359 w 217170"/>
                <a:gd name="connsiteY10" fmla="*/ 5239 h 212407"/>
                <a:gd name="connsiteX11" fmla="*/ 202883 w 217170"/>
                <a:gd name="connsiteY11" fmla="*/ 4286 h 212407"/>
                <a:gd name="connsiteX12" fmla="*/ 200025 w 217170"/>
                <a:gd name="connsiteY12" fmla="*/ 3334 h 212407"/>
                <a:gd name="connsiteX13" fmla="*/ 199073 w 217170"/>
                <a:gd name="connsiteY13" fmla="*/ 1905 h 212407"/>
                <a:gd name="connsiteX14" fmla="*/ 197644 w 217170"/>
                <a:gd name="connsiteY14" fmla="*/ 953 h 212407"/>
                <a:gd name="connsiteX15" fmla="*/ 195739 w 217170"/>
                <a:gd name="connsiteY15" fmla="*/ 1429 h 212407"/>
                <a:gd name="connsiteX16" fmla="*/ 194310 w 217170"/>
                <a:gd name="connsiteY16" fmla="*/ 953 h 212407"/>
                <a:gd name="connsiteX17" fmla="*/ 192881 w 217170"/>
                <a:gd name="connsiteY17" fmla="*/ 0 h 212407"/>
                <a:gd name="connsiteX18" fmla="*/ 191452 w 217170"/>
                <a:gd name="connsiteY18" fmla="*/ 0 h 212407"/>
                <a:gd name="connsiteX19" fmla="*/ 190024 w 217170"/>
                <a:gd name="connsiteY19" fmla="*/ 1429 h 212407"/>
                <a:gd name="connsiteX20" fmla="*/ 189548 w 217170"/>
                <a:gd name="connsiteY20" fmla="*/ 4286 h 212407"/>
                <a:gd name="connsiteX21" fmla="*/ 187643 w 217170"/>
                <a:gd name="connsiteY21" fmla="*/ 9049 h 212407"/>
                <a:gd name="connsiteX22" fmla="*/ 187643 w 217170"/>
                <a:gd name="connsiteY22" fmla="*/ 11906 h 212407"/>
                <a:gd name="connsiteX23" fmla="*/ 186690 w 217170"/>
                <a:gd name="connsiteY23" fmla="*/ 16192 h 212407"/>
                <a:gd name="connsiteX24" fmla="*/ 185738 w 217170"/>
                <a:gd name="connsiteY24" fmla="*/ 21431 h 212407"/>
                <a:gd name="connsiteX25" fmla="*/ 184785 w 217170"/>
                <a:gd name="connsiteY25" fmla="*/ 22384 h 212407"/>
                <a:gd name="connsiteX26" fmla="*/ 182404 w 217170"/>
                <a:gd name="connsiteY26" fmla="*/ 22384 h 212407"/>
                <a:gd name="connsiteX27" fmla="*/ 181452 w 217170"/>
                <a:gd name="connsiteY27" fmla="*/ 22860 h 212407"/>
                <a:gd name="connsiteX28" fmla="*/ 180023 w 217170"/>
                <a:gd name="connsiteY28" fmla="*/ 24765 h 212407"/>
                <a:gd name="connsiteX29" fmla="*/ 178594 w 217170"/>
                <a:gd name="connsiteY29" fmla="*/ 25241 h 212407"/>
                <a:gd name="connsiteX30" fmla="*/ 177165 w 217170"/>
                <a:gd name="connsiteY30" fmla="*/ 24289 h 212407"/>
                <a:gd name="connsiteX31" fmla="*/ 175260 w 217170"/>
                <a:gd name="connsiteY31" fmla="*/ 23336 h 212407"/>
                <a:gd name="connsiteX32" fmla="*/ 173356 w 217170"/>
                <a:gd name="connsiteY32" fmla="*/ 23336 h 212407"/>
                <a:gd name="connsiteX33" fmla="*/ 171450 w 217170"/>
                <a:gd name="connsiteY33" fmla="*/ 24289 h 212407"/>
                <a:gd name="connsiteX34" fmla="*/ 169545 w 217170"/>
                <a:gd name="connsiteY34" fmla="*/ 26670 h 212407"/>
                <a:gd name="connsiteX35" fmla="*/ 168593 w 217170"/>
                <a:gd name="connsiteY35" fmla="*/ 28575 h 212407"/>
                <a:gd name="connsiteX36" fmla="*/ 168116 w 217170"/>
                <a:gd name="connsiteY36" fmla="*/ 30480 h 212407"/>
                <a:gd name="connsiteX37" fmla="*/ 167640 w 217170"/>
                <a:gd name="connsiteY37" fmla="*/ 32385 h 212407"/>
                <a:gd name="connsiteX38" fmla="*/ 165735 w 217170"/>
                <a:gd name="connsiteY38" fmla="*/ 34290 h 212407"/>
                <a:gd name="connsiteX39" fmla="*/ 163831 w 217170"/>
                <a:gd name="connsiteY39" fmla="*/ 35242 h 212407"/>
                <a:gd name="connsiteX40" fmla="*/ 160020 w 217170"/>
                <a:gd name="connsiteY40" fmla="*/ 38100 h 212407"/>
                <a:gd name="connsiteX41" fmla="*/ 158591 w 217170"/>
                <a:gd name="connsiteY41" fmla="*/ 39529 h 212407"/>
                <a:gd name="connsiteX42" fmla="*/ 155734 w 217170"/>
                <a:gd name="connsiteY42" fmla="*/ 39529 h 212407"/>
                <a:gd name="connsiteX43" fmla="*/ 152877 w 217170"/>
                <a:gd name="connsiteY43" fmla="*/ 39529 h 212407"/>
                <a:gd name="connsiteX44" fmla="*/ 148590 w 217170"/>
                <a:gd name="connsiteY44" fmla="*/ 40481 h 212407"/>
                <a:gd name="connsiteX45" fmla="*/ 141923 w 217170"/>
                <a:gd name="connsiteY45" fmla="*/ 40958 h 212407"/>
                <a:gd name="connsiteX46" fmla="*/ 137637 w 217170"/>
                <a:gd name="connsiteY46" fmla="*/ 40481 h 212407"/>
                <a:gd name="connsiteX47" fmla="*/ 132398 w 217170"/>
                <a:gd name="connsiteY47" fmla="*/ 40958 h 212407"/>
                <a:gd name="connsiteX48" fmla="*/ 128588 w 217170"/>
                <a:gd name="connsiteY48" fmla="*/ 41910 h 212407"/>
                <a:gd name="connsiteX49" fmla="*/ 128112 w 217170"/>
                <a:gd name="connsiteY49" fmla="*/ 43339 h 212407"/>
                <a:gd name="connsiteX50" fmla="*/ 128112 w 217170"/>
                <a:gd name="connsiteY50" fmla="*/ 45720 h 212407"/>
                <a:gd name="connsiteX51" fmla="*/ 129064 w 217170"/>
                <a:gd name="connsiteY51" fmla="*/ 47149 h 212407"/>
                <a:gd name="connsiteX52" fmla="*/ 130016 w 217170"/>
                <a:gd name="connsiteY52" fmla="*/ 48101 h 212407"/>
                <a:gd name="connsiteX53" fmla="*/ 131445 w 217170"/>
                <a:gd name="connsiteY53" fmla="*/ 50959 h 212407"/>
                <a:gd name="connsiteX54" fmla="*/ 133350 w 217170"/>
                <a:gd name="connsiteY54" fmla="*/ 53816 h 212407"/>
                <a:gd name="connsiteX55" fmla="*/ 135731 w 217170"/>
                <a:gd name="connsiteY55" fmla="*/ 55721 h 212407"/>
                <a:gd name="connsiteX56" fmla="*/ 136684 w 217170"/>
                <a:gd name="connsiteY56" fmla="*/ 57626 h 212407"/>
                <a:gd name="connsiteX57" fmla="*/ 136684 w 217170"/>
                <a:gd name="connsiteY57" fmla="*/ 59531 h 212407"/>
                <a:gd name="connsiteX58" fmla="*/ 135256 w 217170"/>
                <a:gd name="connsiteY58" fmla="*/ 61913 h 212407"/>
                <a:gd name="connsiteX59" fmla="*/ 133350 w 217170"/>
                <a:gd name="connsiteY59" fmla="*/ 64770 h 212407"/>
                <a:gd name="connsiteX60" fmla="*/ 131445 w 217170"/>
                <a:gd name="connsiteY60" fmla="*/ 66675 h 212407"/>
                <a:gd name="connsiteX61" fmla="*/ 130016 w 217170"/>
                <a:gd name="connsiteY61" fmla="*/ 66675 h 212407"/>
                <a:gd name="connsiteX62" fmla="*/ 128112 w 217170"/>
                <a:gd name="connsiteY62" fmla="*/ 65722 h 212407"/>
                <a:gd name="connsiteX63" fmla="*/ 126683 w 217170"/>
                <a:gd name="connsiteY63" fmla="*/ 64294 h 212407"/>
                <a:gd name="connsiteX64" fmla="*/ 123349 w 217170"/>
                <a:gd name="connsiteY64" fmla="*/ 63817 h 212407"/>
                <a:gd name="connsiteX65" fmla="*/ 115729 w 217170"/>
                <a:gd name="connsiteY65" fmla="*/ 64770 h 212407"/>
                <a:gd name="connsiteX66" fmla="*/ 111919 w 217170"/>
                <a:gd name="connsiteY66" fmla="*/ 64294 h 212407"/>
                <a:gd name="connsiteX67" fmla="*/ 110014 w 217170"/>
                <a:gd name="connsiteY67" fmla="*/ 63341 h 212407"/>
                <a:gd name="connsiteX68" fmla="*/ 106681 w 217170"/>
                <a:gd name="connsiteY68" fmla="*/ 63341 h 212407"/>
                <a:gd name="connsiteX69" fmla="*/ 101441 w 217170"/>
                <a:gd name="connsiteY69" fmla="*/ 61913 h 212407"/>
                <a:gd name="connsiteX70" fmla="*/ 98108 w 217170"/>
                <a:gd name="connsiteY70" fmla="*/ 61436 h 212407"/>
                <a:gd name="connsiteX71" fmla="*/ 96679 w 217170"/>
                <a:gd name="connsiteY71" fmla="*/ 60484 h 212407"/>
                <a:gd name="connsiteX72" fmla="*/ 96202 w 217170"/>
                <a:gd name="connsiteY72" fmla="*/ 58579 h 212407"/>
                <a:gd name="connsiteX73" fmla="*/ 94774 w 217170"/>
                <a:gd name="connsiteY73" fmla="*/ 57150 h 212407"/>
                <a:gd name="connsiteX74" fmla="*/ 93821 w 217170"/>
                <a:gd name="connsiteY74" fmla="*/ 55245 h 212407"/>
                <a:gd name="connsiteX75" fmla="*/ 91916 w 217170"/>
                <a:gd name="connsiteY75" fmla="*/ 52864 h 212407"/>
                <a:gd name="connsiteX76" fmla="*/ 90012 w 217170"/>
                <a:gd name="connsiteY76" fmla="*/ 51911 h 212407"/>
                <a:gd name="connsiteX77" fmla="*/ 88106 w 217170"/>
                <a:gd name="connsiteY77" fmla="*/ 51435 h 212407"/>
                <a:gd name="connsiteX78" fmla="*/ 86202 w 217170"/>
                <a:gd name="connsiteY78" fmla="*/ 52864 h 212407"/>
                <a:gd name="connsiteX79" fmla="*/ 84296 w 217170"/>
                <a:gd name="connsiteY79" fmla="*/ 54292 h 212407"/>
                <a:gd name="connsiteX80" fmla="*/ 82868 w 217170"/>
                <a:gd name="connsiteY80" fmla="*/ 53816 h 212407"/>
                <a:gd name="connsiteX81" fmla="*/ 81915 w 217170"/>
                <a:gd name="connsiteY81" fmla="*/ 54292 h 212407"/>
                <a:gd name="connsiteX82" fmla="*/ 80963 w 217170"/>
                <a:gd name="connsiteY82" fmla="*/ 55245 h 212407"/>
                <a:gd name="connsiteX83" fmla="*/ 77629 w 217170"/>
                <a:gd name="connsiteY83" fmla="*/ 57150 h 212407"/>
                <a:gd name="connsiteX84" fmla="*/ 76677 w 217170"/>
                <a:gd name="connsiteY84" fmla="*/ 59055 h 212407"/>
                <a:gd name="connsiteX85" fmla="*/ 75248 w 217170"/>
                <a:gd name="connsiteY85" fmla="*/ 62865 h 212407"/>
                <a:gd name="connsiteX86" fmla="*/ 74295 w 217170"/>
                <a:gd name="connsiteY86" fmla="*/ 67151 h 212407"/>
                <a:gd name="connsiteX87" fmla="*/ 73343 w 217170"/>
                <a:gd name="connsiteY87" fmla="*/ 68580 h 212407"/>
                <a:gd name="connsiteX88" fmla="*/ 71914 w 217170"/>
                <a:gd name="connsiteY88" fmla="*/ 69056 h 212407"/>
                <a:gd name="connsiteX89" fmla="*/ 70485 w 217170"/>
                <a:gd name="connsiteY89" fmla="*/ 70485 h 212407"/>
                <a:gd name="connsiteX90" fmla="*/ 67627 w 217170"/>
                <a:gd name="connsiteY90" fmla="*/ 74295 h 212407"/>
                <a:gd name="connsiteX91" fmla="*/ 65246 w 217170"/>
                <a:gd name="connsiteY91" fmla="*/ 77629 h 212407"/>
                <a:gd name="connsiteX92" fmla="*/ 61437 w 217170"/>
                <a:gd name="connsiteY92" fmla="*/ 80010 h 212407"/>
                <a:gd name="connsiteX93" fmla="*/ 59531 w 217170"/>
                <a:gd name="connsiteY93" fmla="*/ 82391 h 212407"/>
                <a:gd name="connsiteX94" fmla="*/ 58579 w 217170"/>
                <a:gd name="connsiteY94" fmla="*/ 84296 h 212407"/>
                <a:gd name="connsiteX95" fmla="*/ 55721 w 217170"/>
                <a:gd name="connsiteY95" fmla="*/ 87154 h 212407"/>
                <a:gd name="connsiteX96" fmla="*/ 51912 w 217170"/>
                <a:gd name="connsiteY96" fmla="*/ 87630 h 212407"/>
                <a:gd name="connsiteX97" fmla="*/ 49054 w 217170"/>
                <a:gd name="connsiteY97" fmla="*/ 88583 h 212407"/>
                <a:gd name="connsiteX98" fmla="*/ 47149 w 217170"/>
                <a:gd name="connsiteY98" fmla="*/ 88583 h 212407"/>
                <a:gd name="connsiteX99" fmla="*/ 45720 w 217170"/>
                <a:gd name="connsiteY99" fmla="*/ 89535 h 212407"/>
                <a:gd name="connsiteX100" fmla="*/ 44768 w 217170"/>
                <a:gd name="connsiteY100" fmla="*/ 91440 h 212407"/>
                <a:gd name="connsiteX101" fmla="*/ 44291 w 217170"/>
                <a:gd name="connsiteY101" fmla="*/ 91916 h 212407"/>
                <a:gd name="connsiteX102" fmla="*/ 42387 w 217170"/>
                <a:gd name="connsiteY102" fmla="*/ 91916 h 212407"/>
                <a:gd name="connsiteX103" fmla="*/ 40481 w 217170"/>
                <a:gd name="connsiteY103" fmla="*/ 93345 h 212407"/>
                <a:gd name="connsiteX104" fmla="*/ 36195 w 217170"/>
                <a:gd name="connsiteY104" fmla="*/ 96679 h 212407"/>
                <a:gd name="connsiteX105" fmla="*/ 32862 w 217170"/>
                <a:gd name="connsiteY105" fmla="*/ 97155 h 212407"/>
                <a:gd name="connsiteX106" fmla="*/ 28575 w 217170"/>
                <a:gd name="connsiteY106" fmla="*/ 99536 h 212407"/>
                <a:gd name="connsiteX107" fmla="*/ 24765 w 217170"/>
                <a:gd name="connsiteY107" fmla="*/ 101441 h 212407"/>
                <a:gd name="connsiteX108" fmla="*/ 23337 w 217170"/>
                <a:gd name="connsiteY108" fmla="*/ 102394 h 212407"/>
                <a:gd name="connsiteX109" fmla="*/ 22860 w 217170"/>
                <a:gd name="connsiteY109" fmla="*/ 103346 h 212407"/>
                <a:gd name="connsiteX110" fmla="*/ 22384 w 217170"/>
                <a:gd name="connsiteY110" fmla="*/ 104775 h 212407"/>
                <a:gd name="connsiteX111" fmla="*/ 20479 w 217170"/>
                <a:gd name="connsiteY111" fmla="*/ 105251 h 212407"/>
                <a:gd name="connsiteX112" fmla="*/ 18574 w 217170"/>
                <a:gd name="connsiteY112" fmla="*/ 105251 h 212407"/>
                <a:gd name="connsiteX113" fmla="*/ 14764 w 217170"/>
                <a:gd name="connsiteY113" fmla="*/ 108109 h 212407"/>
                <a:gd name="connsiteX114" fmla="*/ 12859 w 217170"/>
                <a:gd name="connsiteY114" fmla="*/ 110490 h 212407"/>
                <a:gd name="connsiteX115" fmla="*/ 4763 w 217170"/>
                <a:gd name="connsiteY115" fmla="*/ 116205 h 212407"/>
                <a:gd name="connsiteX116" fmla="*/ 1429 w 217170"/>
                <a:gd name="connsiteY116" fmla="*/ 119063 h 212407"/>
                <a:gd name="connsiteX117" fmla="*/ 477 w 217170"/>
                <a:gd name="connsiteY117" fmla="*/ 122872 h 212407"/>
                <a:gd name="connsiteX118" fmla="*/ 952 w 217170"/>
                <a:gd name="connsiteY118" fmla="*/ 123349 h 212407"/>
                <a:gd name="connsiteX119" fmla="*/ 0 w 217170"/>
                <a:gd name="connsiteY119" fmla="*/ 126683 h 212407"/>
                <a:gd name="connsiteX120" fmla="*/ 1906 w 217170"/>
                <a:gd name="connsiteY120" fmla="*/ 128111 h 212407"/>
                <a:gd name="connsiteX121" fmla="*/ 7144 w 217170"/>
                <a:gd name="connsiteY121" fmla="*/ 130969 h 212407"/>
                <a:gd name="connsiteX122" fmla="*/ 9049 w 217170"/>
                <a:gd name="connsiteY122" fmla="*/ 133826 h 212407"/>
                <a:gd name="connsiteX123" fmla="*/ 10002 w 217170"/>
                <a:gd name="connsiteY123" fmla="*/ 137636 h 212407"/>
                <a:gd name="connsiteX124" fmla="*/ 11906 w 217170"/>
                <a:gd name="connsiteY124" fmla="*/ 137160 h 212407"/>
                <a:gd name="connsiteX125" fmla="*/ 12859 w 217170"/>
                <a:gd name="connsiteY125" fmla="*/ 136208 h 212407"/>
                <a:gd name="connsiteX126" fmla="*/ 12859 w 217170"/>
                <a:gd name="connsiteY126" fmla="*/ 132874 h 212407"/>
                <a:gd name="connsiteX127" fmla="*/ 14288 w 217170"/>
                <a:gd name="connsiteY127" fmla="*/ 132397 h 212407"/>
                <a:gd name="connsiteX128" fmla="*/ 17621 w 217170"/>
                <a:gd name="connsiteY128" fmla="*/ 134779 h 212407"/>
                <a:gd name="connsiteX129" fmla="*/ 25718 w 217170"/>
                <a:gd name="connsiteY129" fmla="*/ 139065 h 212407"/>
                <a:gd name="connsiteX130" fmla="*/ 28575 w 217170"/>
                <a:gd name="connsiteY130" fmla="*/ 139541 h 212407"/>
                <a:gd name="connsiteX131" fmla="*/ 34766 w 217170"/>
                <a:gd name="connsiteY131" fmla="*/ 141922 h 212407"/>
                <a:gd name="connsiteX132" fmla="*/ 35243 w 217170"/>
                <a:gd name="connsiteY132" fmla="*/ 145732 h 212407"/>
                <a:gd name="connsiteX133" fmla="*/ 36671 w 217170"/>
                <a:gd name="connsiteY133" fmla="*/ 149543 h 212407"/>
                <a:gd name="connsiteX134" fmla="*/ 36671 w 217170"/>
                <a:gd name="connsiteY134" fmla="*/ 150971 h 212407"/>
                <a:gd name="connsiteX135" fmla="*/ 28099 w 217170"/>
                <a:gd name="connsiteY135" fmla="*/ 167164 h 212407"/>
                <a:gd name="connsiteX136" fmla="*/ 28575 w 217170"/>
                <a:gd name="connsiteY136" fmla="*/ 169545 h 212407"/>
                <a:gd name="connsiteX137" fmla="*/ 32862 w 217170"/>
                <a:gd name="connsiteY137" fmla="*/ 171926 h 212407"/>
                <a:gd name="connsiteX138" fmla="*/ 37148 w 217170"/>
                <a:gd name="connsiteY138" fmla="*/ 171926 h 212407"/>
                <a:gd name="connsiteX139" fmla="*/ 39529 w 217170"/>
                <a:gd name="connsiteY139" fmla="*/ 172879 h 212407"/>
                <a:gd name="connsiteX140" fmla="*/ 41910 w 217170"/>
                <a:gd name="connsiteY140" fmla="*/ 174307 h 212407"/>
                <a:gd name="connsiteX141" fmla="*/ 40006 w 217170"/>
                <a:gd name="connsiteY141" fmla="*/ 174784 h 212407"/>
                <a:gd name="connsiteX142" fmla="*/ 37624 w 217170"/>
                <a:gd name="connsiteY142" fmla="*/ 174784 h 212407"/>
                <a:gd name="connsiteX143" fmla="*/ 33814 w 217170"/>
                <a:gd name="connsiteY143" fmla="*/ 175260 h 212407"/>
                <a:gd name="connsiteX144" fmla="*/ 25718 w 217170"/>
                <a:gd name="connsiteY144" fmla="*/ 179546 h 212407"/>
                <a:gd name="connsiteX145" fmla="*/ 22384 w 217170"/>
                <a:gd name="connsiteY145" fmla="*/ 182404 h 212407"/>
                <a:gd name="connsiteX146" fmla="*/ 19050 w 217170"/>
                <a:gd name="connsiteY146" fmla="*/ 187643 h 212407"/>
                <a:gd name="connsiteX147" fmla="*/ 19050 w 217170"/>
                <a:gd name="connsiteY147" fmla="*/ 189547 h 212407"/>
                <a:gd name="connsiteX148" fmla="*/ 18574 w 217170"/>
                <a:gd name="connsiteY148" fmla="*/ 191929 h 212407"/>
                <a:gd name="connsiteX149" fmla="*/ 12383 w 217170"/>
                <a:gd name="connsiteY149" fmla="*/ 196215 h 212407"/>
                <a:gd name="connsiteX150" fmla="*/ 15240 w 217170"/>
                <a:gd name="connsiteY150" fmla="*/ 197168 h 212407"/>
                <a:gd name="connsiteX151" fmla="*/ 19527 w 217170"/>
                <a:gd name="connsiteY151" fmla="*/ 196691 h 212407"/>
                <a:gd name="connsiteX152" fmla="*/ 22384 w 217170"/>
                <a:gd name="connsiteY152" fmla="*/ 198120 h 212407"/>
                <a:gd name="connsiteX153" fmla="*/ 28099 w 217170"/>
                <a:gd name="connsiteY153" fmla="*/ 197644 h 212407"/>
                <a:gd name="connsiteX154" fmla="*/ 29527 w 217170"/>
                <a:gd name="connsiteY154" fmla="*/ 198120 h 212407"/>
                <a:gd name="connsiteX155" fmla="*/ 30956 w 217170"/>
                <a:gd name="connsiteY155" fmla="*/ 199072 h 212407"/>
                <a:gd name="connsiteX156" fmla="*/ 29052 w 217170"/>
                <a:gd name="connsiteY156" fmla="*/ 200025 h 212407"/>
                <a:gd name="connsiteX157" fmla="*/ 21908 w 217170"/>
                <a:gd name="connsiteY157" fmla="*/ 204311 h 212407"/>
                <a:gd name="connsiteX158" fmla="*/ 23337 w 217170"/>
                <a:gd name="connsiteY158" fmla="*/ 204788 h 212407"/>
                <a:gd name="connsiteX159" fmla="*/ 25718 w 217170"/>
                <a:gd name="connsiteY159" fmla="*/ 206216 h 212407"/>
                <a:gd name="connsiteX160" fmla="*/ 32862 w 217170"/>
                <a:gd name="connsiteY160" fmla="*/ 207645 h 212407"/>
                <a:gd name="connsiteX161" fmla="*/ 34766 w 217170"/>
                <a:gd name="connsiteY161" fmla="*/ 211455 h 212407"/>
                <a:gd name="connsiteX162" fmla="*/ 34290 w 217170"/>
                <a:gd name="connsiteY162" fmla="*/ 212407 h 212407"/>
                <a:gd name="connsiteX163" fmla="*/ 35719 w 217170"/>
                <a:gd name="connsiteY163" fmla="*/ 212407 h 212407"/>
                <a:gd name="connsiteX164" fmla="*/ 37148 w 217170"/>
                <a:gd name="connsiteY164" fmla="*/ 211931 h 212407"/>
                <a:gd name="connsiteX165" fmla="*/ 41434 w 217170"/>
                <a:gd name="connsiteY165" fmla="*/ 208597 h 212407"/>
                <a:gd name="connsiteX166" fmla="*/ 44768 w 217170"/>
                <a:gd name="connsiteY166" fmla="*/ 204788 h 212407"/>
                <a:gd name="connsiteX167" fmla="*/ 45244 w 217170"/>
                <a:gd name="connsiteY167" fmla="*/ 202882 h 212407"/>
                <a:gd name="connsiteX168" fmla="*/ 47625 w 217170"/>
                <a:gd name="connsiteY168" fmla="*/ 201930 h 212407"/>
                <a:gd name="connsiteX169" fmla="*/ 53340 w 217170"/>
                <a:gd name="connsiteY169" fmla="*/ 206216 h 212407"/>
                <a:gd name="connsiteX170" fmla="*/ 57150 w 217170"/>
                <a:gd name="connsiteY170" fmla="*/ 206216 h 212407"/>
                <a:gd name="connsiteX171" fmla="*/ 59531 w 217170"/>
                <a:gd name="connsiteY171" fmla="*/ 210979 h 212407"/>
                <a:gd name="connsiteX172" fmla="*/ 60960 w 217170"/>
                <a:gd name="connsiteY172" fmla="*/ 210026 h 212407"/>
                <a:gd name="connsiteX173" fmla="*/ 62389 w 217170"/>
                <a:gd name="connsiteY173" fmla="*/ 207645 h 212407"/>
                <a:gd name="connsiteX174" fmla="*/ 68104 w 217170"/>
                <a:gd name="connsiteY174" fmla="*/ 205740 h 212407"/>
                <a:gd name="connsiteX175" fmla="*/ 74771 w 217170"/>
                <a:gd name="connsiteY175" fmla="*/ 209074 h 212407"/>
                <a:gd name="connsiteX176" fmla="*/ 76677 w 217170"/>
                <a:gd name="connsiteY176" fmla="*/ 209550 h 212407"/>
                <a:gd name="connsiteX177" fmla="*/ 77152 w 217170"/>
                <a:gd name="connsiteY177" fmla="*/ 210026 h 212407"/>
                <a:gd name="connsiteX178" fmla="*/ 78106 w 217170"/>
                <a:gd name="connsiteY178" fmla="*/ 209074 h 212407"/>
                <a:gd name="connsiteX179" fmla="*/ 78106 w 217170"/>
                <a:gd name="connsiteY179" fmla="*/ 208121 h 212407"/>
                <a:gd name="connsiteX180" fmla="*/ 78106 w 217170"/>
                <a:gd name="connsiteY180" fmla="*/ 204788 h 212407"/>
                <a:gd name="connsiteX181" fmla="*/ 80963 w 217170"/>
                <a:gd name="connsiteY181" fmla="*/ 202406 h 212407"/>
                <a:gd name="connsiteX182" fmla="*/ 85249 w 217170"/>
                <a:gd name="connsiteY182" fmla="*/ 197644 h 212407"/>
                <a:gd name="connsiteX183" fmla="*/ 87154 w 217170"/>
                <a:gd name="connsiteY183" fmla="*/ 194786 h 212407"/>
                <a:gd name="connsiteX184" fmla="*/ 89535 w 217170"/>
                <a:gd name="connsiteY184" fmla="*/ 192405 h 212407"/>
                <a:gd name="connsiteX185" fmla="*/ 92393 w 217170"/>
                <a:gd name="connsiteY185" fmla="*/ 190500 h 212407"/>
                <a:gd name="connsiteX186" fmla="*/ 95250 w 217170"/>
                <a:gd name="connsiteY186" fmla="*/ 189547 h 212407"/>
                <a:gd name="connsiteX187" fmla="*/ 99537 w 217170"/>
                <a:gd name="connsiteY187" fmla="*/ 189071 h 212407"/>
                <a:gd name="connsiteX188" fmla="*/ 107633 w 217170"/>
                <a:gd name="connsiteY188" fmla="*/ 189547 h 212407"/>
                <a:gd name="connsiteX189" fmla="*/ 109062 w 217170"/>
                <a:gd name="connsiteY189" fmla="*/ 189071 h 212407"/>
                <a:gd name="connsiteX190" fmla="*/ 114777 w 217170"/>
                <a:gd name="connsiteY190" fmla="*/ 188595 h 212407"/>
                <a:gd name="connsiteX191" fmla="*/ 116206 w 217170"/>
                <a:gd name="connsiteY191" fmla="*/ 189071 h 212407"/>
                <a:gd name="connsiteX192" fmla="*/ 120491 w 217170"/>
                <a:gd name="connsiteY192" fmla="*/ 189547 h 212407"/>
                <a:gd name="connsiteX193" fmla="*/ 125254 w 217170"/>
                <a:gd name="connsiteY193" fmla="*/ 189071 h 212407"/>
                <a:gd name="connsiteX194" fmla="*/ 127635 w 217170"/>
                <a:gd name="connsiteY194" fmla="*/ 188119 h 212407"/>
                <a:gd name="connsiteX195" fmla="*/ 129540 w 217170"/>
                <a:gd name="connsiteY195" fmla="*/ 186690 h 212407"/>
                <a:gd name="connsiteX196" fmla="*/ 131445 w 217170"/>
                <a:gd name="connsiteY196" fmla="*/ 184309 h 212407"/>
                <a:gd name="connsiteX197" fmla="*/ 133350 w 217170"/>
                <a:gd name="connsiteY197" fmla="*/ 180022 h 212407"/>
                <a:gd name="connsiteX198" fmla="*/ 135256 w 217170"/>
                <a:gd name="connsiteY198" fmla="*/ 176689 h 212407"/>
                <a:gd name="connsiteX199" fmla="*/ 136684 w 217170"/>
                <a:gd name="connsiteY199" fmla="*/ 176213 h 212407"/>
                <a:gd name="connsiteX200" fmla="*/ 135256 w 217170"/>
                <a:gd name="connsiteY200" fmla="*/ 173831 h 212407"/>
                <a:gd name="connsiteX201" fmla="*/ 132398 w 217170"/>
                <a:gd name="connsiteY201" fmla="*/ 171450 h 212407"/>
                <a:gd name="connsiteX202" fmla="*/ 129540 w 217170"/>
                <a:gd name="connsiteY202" fmla="*/ 170021 h 212407"/>
                <a:gd name="connsiteX203" fmla="*/ 128112 w 217170"/>
                <a:gd name="connsiteY203" fmla="*/ 169069 h 212407"/>
                <a:gd name="connsiteX204" fmla="*/ 122873 w 217170"/>
                <a:gd name="connsiteY204" fmla="*/ 165735 h 212407"/>
                <a:gd name="connsiteX205" fmla="*/ 116681 w 217170"/>
                <a:gd name="connsiteY205" fmla="*/ 158591 h 212407"/>
                <a:gd name="connsiteX206" fmla="*/ 113824 w 217170"/>
                <a:gd name="connsiteY206" fmla="*/ 157163 h 212407"/>
                <a:gd name="connsiteX207" fmla="*/ 110014 w 217170"/>
                <a:gd name="connsiteY207" fmla="*/ 156210 h 212407"/>
                <a:gd name="connsiteX208" fmla="*/ 107156 w 217170"/>
                <a:gd name="connsiteY208" fmla="*/ 154781 h 212407"/>
                <a:gd name="connsiteX209" fmla="*/ 103823 w 217170"/>
                <a:gd name="connsiteY209" fmla="*/ 153829 h 212407"/>
                <a:gd name="connsiteX210" fmla="*/ 103346 w 217170"/>
                <a:gd name="connsiteY210" fmla="*/ 150495 h 212407"/>
                <a:gd name="connsiteX211" fmla="*/ 104775 w 217170"/>
                <a:gd name="connsiteY211" fmla="*/ 147638 h 212407"/>
                <a:gd name="connsiteX212" fmla="*/ 106204 w 217170"/>
                <a:gd name="connsiteY212" fmla="*/ 146685 h 212407"/>
                <a:gd name="connsiteX213" fmla="*/ 108585 w 217170"/>
                <a:gd name="connsiteY213" fmla="*/ 147638 h 212407"/>
                <a:gd name="connsiteX214" fmla="*/ 109538 w 217170"/>
                <a:gd name="connsiteY214" fmla="*/ 144304 h 212407"/>
                <a:gd name="connsiteX215" fmla="*/ 109538 w 217170"/>
                <a:gd name="connsiteY215" fmla="*/ 140494 h 212407"/>
                <a:gd name="connsiteX216" fmla="*/ 109062 w 217170"/>
                <a:gd name="connsiteY216" fmla="*/ 135255 h 212407"/>
                <a:gd name="connsiteX217" fmla="*/ 110490 w 217170"/>
                <a:gd name="connsiteY217" fmla="*/ 131921 h 212407"/>
                <a:gd name="connsiteX218" fmla="*/ 120491 w 217170"/>
                <a:gd name="connsiteY218" fmla="*/ 127635 h 212407"/>
                <a:gd name="connsiteX219" fmla="*/ 123825 w 217170"/>
                <a:gd name="connsiteY219" fmla="*/ 123825 h 212407"/>
                <a:gd name="connsiteX220" fmla="*/ 128588 w 217170"/>
                <a:gd name="connsiteY220" fmla="*/ 122396 h 212407"/>
                <a:gd name="connsiteX221" fmla="*/ 135256 w 217170"/>
                <a:gd name="connsiteY221" fmla="*/ 122396 h 212407"/>
                <a:gd name="connsiteX222" fmla="*/ 138113 w 217170"/>
                <a:gd name="connsiteY222" fmla="*/ 120491 h 212407"/>
                <a:gd name="connsiteX223" fmla="*/ 141923 w 217170"/>
                <a:gd name="connsiteY223" fmla="*/ 119063 h 212407"/>
                <a:gd name="connsiteX224" fmla="*/ 145256 w 217170"/>
                <a:gd name="connsiteY224" fmla="*/ 116205 h 212407"/>
                <a:gd name="connsiteX225" fmla="*/ 148114 w 217170"/>
                <a:gd name="connsiteY225" fmla="*/ 111442 h 212407"/>
                <a:gd name="connsiteX226" fmla="*/ 152877 w 217170"/>
                <a:gd name="connsiteY226" fmla="*/ 110014 h 212407"/>
                <a:gd name="connsiteX227" fmla="*/ 156210 w 217170"/>
                <a:gd name="connsiteY227" fmla="*/ 107156 h 212407"/>
                <a:gd name="connsiteX228" fmla="*/ 161925 w 217170"/>
                <a:gd name="connsiteY228" fmla="*/ 104775 h 212407"/>
                <a:gd name="connsiteX229" fmla="*/ 166688 w 217170"/>
                <a:gd name="connsiteY229" fmla="*/ 98108 h 212407"/>
                <a:gd name="connsiteX230" fmla="*/ 170021 w 217170"/>
                <a:gd name="connsiteY230" fmla="*/ 95726 h 212407"/>
                <a:gd name="connsiteX231" fmla="*/ 182404 w 217170"/>
                <a:gd name="connsiteY231" fmla="*/ 90488 h 212407"/>
                <a:gd name="connsiteX232" fmla="*/ 183356 w 217170"/>
                <a:gd name="connsiteY232" fmla="*/ 87630 h 212407"/>
                <a:gd name="connsiteX233" fmla="*/ 182404 w 217170"/>
                <a:gd name="connsiteY233" fmla="*/ 80010 h 212407"/>
                <a:gd name="connsiteX234" fmla="*/ 184309 w 217170"/>
                <a:gd name="connsiteY234" fmla="*/ 72866 h 212407"/>
                <a:gd name="connsiteX235" fmla="*/ 184309 w 217170"/>
                <a:gd name="connsiteY235" fmla="*/ 69533 h 212407"/>
                <a:gd name="connsiteX236" fmla="*/ 181927 w 217170"/>
                <a:gd name="connsiteY236" fmla="*/ 65246 h 212407"/>
                <a:gd name="connsiteX237" fmla="*/ 181927 w 217170"/>
                <a:gd name="connsiteY237" fmla="*/ 60960 h 212407"/>
                <a:gd name="connsiteX238" fmla="*/ 184309 w 217170"/>
                <a:gd name="connsiteY238" fmla="*/ 56197 h 212407"/>
                <a:gd name="connsiteX239" fmla="*/ 188595 w 217170"/>
                <a:gd name="connsiteY239" fmla="*/ 52388 h 212407"/>
                <a:gd name="connsiteX240" fmla="*/ 190500 w 217170"/>
                <a:gd name="connsiteY240" fmla="*/ 48578 h 212407"/>
                <a:gd name="connsiteX241" fmla="*/ 193358 w 217170"/>
                <a:gd name="connsiteY241" fmla="*/ 44767 h 212407"/>
                <a:gd name="connsiteX242" fmla="*/ 195263 w 217170"/>
                <a:gd name="connsiteY242" fmla="*/ 42386 h 212407"/>
                <a:gd name="connsiteX243" fmla="*/ 199073 w 217170"/>
                <a:gd name="connsiteY243" fmla="*/ 40481 h 212407"/>
                <a:gd name="connsiteX244" fmla="*/ 200977 w 217170"/>
                <a:gd name="connsiteY244" fmla="*/ 37147 h 212407"/>
                <a:gd name="connsiteX245" fmla="*/ 203835 w 217170"/>
                <a:gd name="connsiteY245" fmla="*/ 35719 h 212407"/>
                <a:gd name="connsiteX246" fmla="*/ 208598 w 217170"/>
                <a:gd name="connsiteY246" fmla="*/ 32385 h 212407"/>
                <a:gd name="connsiteX247" fmla="*/ 212408 w 217170"/>
                <a:gd name="connsiteY247" fmla="*/ 32861 h 212407"/>
                <a:gd name="connsiteX248" fmla="*/ 214789 w 217170"/>
                <a:gd name="connsiteY248" fmla="*/ 33338 h 212407"/>
                <a:gd name="connsiteX249" fmla="*/ 216694 w 217170"/>
                <a:gd name="connsiteY249" fmla="*/ 32385 h 212407"/>
                <a:gd name="connsiteX250" fmla="*/ 217170 w 217170"/>
                <a:gd name="connsiteY250" fmla="*/ 27622 h 21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217170" h="212407">
                  <a:moveTo>
                    <a:pt x="217170" y="27622"/>
                  </a:moveTo>
                  <a:lnTo>
                    <a:pt x="217170" y="25717"/>
                  </a:lnTo>
                  <a:lnTo>
                    <a:pt x="216218" y="23813"/>
                  </a:lnTo>
                  <a:lnTo>
                    <a:pt x="213837" y="21431"/>
                  </a:lnTo>
                  <a:lnTo>
                    <a:pt x="212884" y="19050"/>
                  </a:lnTo>
                  <a:lnTo>
                    <a:pt x="211931" y="17621"/>
                  </a:lnTo>
                  <a:lnTo>
                    <a:pt x="210502" y="17145"/>
                  </a:lnTo>
                  <a:lnTo>
                    <a:pt x="207645" y="15240"/>
                  </a:lnTo>
                  <a:lnTo>
                    <a:pt x="205264" y="12859"/>
                  </a:lnTo>
                  <a:lnTo>
                    <a:pt x="203359" y="10478"/>
                  </a:lnTo>
                  <a:lnTo>
                    <a:pt x="203359" y="5239"/>
                  </a:lnTo>
                  <a:lnTo>
                    <a:pt x="202883" y="4286"/>
                  </a:lnTo>
                  <a:lnTo>
                    <a:pt x="200025" y="3334"/>
                  </a:lnTo>
                  <a:lnTo>
                    <a:pt x="199073" y="1905"/>
                  </a:lnTo>
                  <a:lnTo>
                    <a:pt x="197644" y="953"/>
                  </a:lnTo>
                  <a:lnTo>
                    <a:pt x="195739" y="1429"/>
                  </a:lnTo>
                  <a:lnTo>
                    <a:pt x="194310" y="953"/>
                  </a:lnTo>
                  <a:lnTo>
                    <a:pt x="192881" y="0"/>
                  </a:lnTo>
                  <a:lnTo>
                    <a:pt x="191452" y="0"/>
                  </a:lnTo>
                  <a:lnTo>
                    <a:pt x="190024" y="1429"/>
                  </a:lnTo>
                  <a:lnTo>
                    <a:pt x="189548" y="4286"/>
                  </a:lnTo>
                  <a:lnTo>
                    <a:pt x="187643" y="9049"/>
                  </a:lnTo>
                  <a:lnTo>
                    <a:pt x="187643" y="11906"/>
                  </a:lnTo>
                  <a:lnTo>
                    <a:pt x="186690" y="16192"/>
                  </a:lnTo>
                  <a:lnTo>
                    <a:pt x="185738" y="21431"/>
                  </a:lnTo>
                  <a:lnTo>
                    <a:pt x="184785" y="22384"/>
                  </a:lnTo>
                  <a:lnTo>
                    <a:pt x="182404" y="22384"/>
                  </a:lnTo>
                  <a:lnTo>
                    <a:pt x="181452" y="22860"/>
                  </a:lnTo>
                  <a:lnTo>
                    <a:pt x="180023" y="24765"/>
                  </a:lnTo>
                  <a:lnTo>
                    <a:pt x="178594" y="25241"/>
                  </a:lnTo>
                  <a:lnTo>
                    <a:pt x="177165" y="24289"/>
                  </a:lnTo>
                  <a:lnTo>
                    <a:pt x="175260" y="23336"/>
                  </a:lnTo>
                  <a:lnTo>
                    <a:pt x="173356" y="23336"/>
                  </a:lnTo>
                  <a:lnTo>
                    <a:pt x="171450" y="24289"/>
                  </a:lnTo>
                  <a:lnTo>
                    <a:pt x="169545" y="26670"/>
                  </a:lnTo>
                  <a:lnTo>
                    <a:pt x="168593" y="28575"/>
                  </a:lnTo>
                  <a:lnTo>
                    <a:pt x="168116" y="30480"/>
                  </a:lnTo>
                  <a:lnTo>
                    <a:pt x="167640" y="32385"/>
                  </a:lnTo>
                  <a:lnTo>
                    <a:pt x="165735" y="34290"/>
                  </a:lnTo>
                  <a:lnTo>
                    <a:pt x="163831" y="35242"/>
                  </a:lnTo>
                  <a:lnTo>
                    <a:pt x="160020" y="38100"/>
                  </a:lnTo>
                  <a:lnTo>
                    <a:pt x="158591" y="39529"/>
                  </a:lnTo>
                  <a:lnTo>
                    <a:pt x="155734" y="39529"/>
                  </a:lnTo>
                  <a:lnTo>
                    <a:pt x="152877" y="39529"/>
                  </a:lnTo>
                  <a:lnTo>
                    <a:pt x="148590" y="40481"/>
                  </a:lnTo>
                  <a:lnTo>
                    <a:pt x="141923" y="40958"/>
                  </a:lnTo>
                  <a:lnTo>
                    <a:pt x="137637" y="40481"/>
                  </a:lnTo>
                  <a:lnTo>
                    <a:pt x="132398" y="40958"/>
                  </a:lnTo>
                  <a:lnTo>
                    <a:pt x="128588" y="41910"/>
                  </a:lnTo>
                  <a:lnTo>
                    <a:pt x="128112" y="43339"/>
                  </a:lnTo>
                  <a:lnTo>
                    <a:pt x="128112" y="45720"/>
                  </a:lnTo>
                  <a:lnTo>
                    <a:pt x="129064" y="47149"/>
                  </a:lnTo>
                  <a:lnTo>
                    <a:pt x="130016" y="48101"/>
                  </a:lnTo>
                  <a:lnTo>
                    <a:pt x="131445" y="50959"/>
                  </a:lnTo>
                  <a:lnTo>
                    <a:pt x="133350" y="53816"/>
                  </a:lnTo>
                  <a:lnTo>
                    <a:pt x="135731" y="55721"/>
                  </a:lnTo>
                  <a:lnTo>
                    <a:pt x="136684" y="57626"/>
                  </a:lnTo>
                  <a:lnTo>
                    <a:pt x="136684" y="59531"/>
                  </a:lnTo>
                  <a:lnTo>
                    <a:pt x="135256" y="61913"/>
                  </a:lnTo>
                  <a:lnTo>
                    <a:pt x="133350" y="64770"/>
                  </a:lnTo>
                  <a:lnTo>
                    <a:pt x="131445" y="66675"/>
                  </a:lnTo>
                  <a:lnTo>
                    <a:pt x="130016" y="66675"/>
                  </a:lnTo>
                  <a:lnTo>
                    <a:pt x="128112" y="65722"/>
                  </a:lnTo>
                  <a:lnTo>
                    <a:pt x="126683" y="64294"/>
                  </a:lnTo>
                  <a:lnTo>
                    <a:pt x="123349" y="63817"/>
                  </a:lnTo>
                  <a:lnTo>
                    <a:pt x="115729" y="64770"/>
                  </a:lnTo>
                  <a:lnTo>
                    <a:pt x="111919" y="64294"/>
                  </a:lnTo>
                  <a:lnTo>
                    <a:pt x="110014" y="63341"/>
                  </a:lnTo>
                  <a:lnTo>
                    <a:pt x="106681" y="63341"/>
                  </a:lnTo>
                  <a:lnTo>
                    <a:pt x="101441" y="61913"/>
                  </a:lnTo>
                  <a:lnTo>
                    <a:pt x="98108" y="61436"/>
                  </a:lnTo>
                  <a:lnTo>
                    <a:pt x="96679" y="60484"/>
                  </a:lnTo>
                  <a:lnTo>
                    <a:pt x="96202" y="58579"/>
                  </a:lnTo>
                  <a:lnTo>
                    <a:pt x="94774" y="57150"/>
                  </a:lnTo>
                  <a:lnTo>
                    <a:pt x="93821" y="55245"/>
                  </a:lnTo>
                  <a:lnTo>
                    <a:pt x="91916" y="52864"/>
                  </a:lnTo>
                  <a:lnTo>
                    <a:pt x="90012" y="51911"/>
                  </a:lnTo>
                  <a:lnTo>
                    <a:pt x="88106" y="51435"/>
                  </a:lnTo>
                  <a:lnTo>
                    <a:pt x="86202" y="52864"/>
                  </a:lnTo>
                  <a:lnTo>
                    <a:pt x="84296" y="54292"/>
                  </a:lnTo>
                  <a:lnTo>
                    <a:pt x="82868" y="53816"/>
                  </a:lnTo>
                  <a:lnTo>
                    <a:pt x="81915" y="54292"/>
                  </a:lnTo>
                  <a:lnTo>
                    <a:pt x="80963" y="55245"/>
                  </a:lnTo>
                  <a:lnTo>
                    <a:pt x="77629" y="57150"/>
                  </a:lnTo>
                  <a:lnTo>
                    <a:pt x="76677" y="59055"/>
                  </a:lnTo>
                  <a:lnTo>
                    <a:pt x="75248" y="62865"/>
                  </a:lnTo>
                  <a:lnTo>
                    <a:pt x="74295" y="67151"/>
                  </a:lnTo>
                  <a:lnTo>
                    <a:pt x="73343" y="68580"/>
                  </a:lnTo>
                  <a:lnTo>
                    <a:pt x="71914" y="69056"/>
                  </a:lnTo>
                  <a:lnTo>
                    <a:pt x="70485" y="70485"/>
                  </a:lnTo>
                  <a:lnTo>
                    <a:pt x="67627" y="74295"/>
                  </a:lnTo>
                  <a:lnTo>
                    <a:pt x="65246" y="77629"/>
                  </a:lnTo>
                  <a:lnTo>
                    <a:pt x="61437" y="80010"/>
                  </a:lnTo>
                  <a:lnTo>
                    <a:pt x="59531" y="82391"/>
                  </a:lnTo>
                  <a:lnTo>
                    <a:pt x="58579" y="84296"/>
                  </a:lnTo>
                  <a:lnTo>
                    <a:pt x="55721" y="87154"/>
                  </a:lnTo>
                  <a:lnTo>
                    <a:pt x="51912" y="87630"/>
                  </a:lnTo>
                  <a:lnTo>
                    <a:pt x="49054" y="88583"/>
                  </a:lnTo>
                  <a:lnTo>
                    <a:pt x="47149" y="88583"/>
                  </a:lnTo>
                  <a:lnTo>
                    <a:pt x="45720" y="89535"/>
                  </a:lnTo>
                  <a:lnTo>
                    <a:pt x="44768" y="91440"/>
                  </a:lnTo>
                  <a:lnTo>
                    <a:pt x="44291" y="91916"/>
                  </a:lnTo>
                  <a:lnTo>
                    <a:pt x="42387" y="91916"/>
                  </a:lnTo>
                  <a:lnTo>
                    <a:pt x="40481" y="93345"/>
                  </a:lnTo>
                  <a:lnTo>
                    <a:pt x="36195" y="96679"/>
                  </a:lnTo>
                  <a:lnTo>
                    <a:pt x="32862" y="97155"/>
                  </a:lnTo>
                  <a:lnTo>
                    <a:pt x="28575" y="99536"/>
                  </a:lnTo>
                  <a:lnTo>
                    <a:pt x="24765" y="101441"/>
                  </a:lnTo>
                  <a:lnTo>
                    <a:pt x="23337" y="102394"/>
                  </a:lnTo>
                  <a:lnTo>
                    <a:pt x="22860" y="103346"/>
                  </a:lnTo>
                  <a:lnTo>
                    <a:pt x="22384" y="104775"/>
                  </a:lnTo>
                  <a:lnTo>
                    <a:pt x="20479" y="105251"/>
                  </a:lnTo>
                  <a:lnTo>
                    <a:pt x="18574" y="105251"/>
                  </a:lnTo>
                  <a:lnTo>
                    <a:pt x="14764" y="108109"/>
                  </a:lnTo>
                  <a:lnTo>
                    <a:pt x="12859" y="110490"/>
                  </a:lnTo>
                  <a:lnTo>
                    <a:pt x="4763" y="116205"/>
                  </a:lnTo>
                  <a:lnTo>
                    <a:pt x="1429" y="119063"/>
                  </a:lnTo>
                  <a:lnTo>
                    <a:pt x="477" y="122872"/>
                  </a:lnTo>
                  <a:lnTo>
                    <a:pt x="952" y="123349"/>
                  </a:lnTo>
                  <a:lnTo>
                    <a:pt x="0" y="126683"/>
                  </a:lnTo>
                  <a:lnTo>
                    <a:pt x="1906" y="128111"/>
                  </a:lnTo>
                  <a:lnTo>
                    <a:pt x="7144" y="130969"/>
                  </a:lnTo>
                  <a:lnTo>
                    <a:pt x="9049" y="133826"/>
                  </a:lnTo>
                  <a:lnTo>
                    <a:pt x="10002" y="137636"/>
                  </a:lnTo>
                  <a:lnTo>
                    <a:pt x="11906" y="137160"/>
                  </a:lnTo>
                  <a:lnTo>
                    <a:pt x="12859" y="136208"/>
                  </a:lnTo>
                  <a:lnTo>
                    <a:pt x="12859" y="132874"/>
                  </a:lnTo>
                  <a:lnTo>
                    <a:pt x="14288" y="132397"/>
                  </a:lnTo>
                  <a:lnTo>
                    <a:pt x="17621" y="134779"/>
                  </a:lnTo>
                  <a:lnTo>
                    <a:pt x="25718" y="139065"/>
                  </a:lnTo>
                  <a:lnTo>
                    <a:pt x="28575" y="139541"/>
                  </a:lnTo>
                  <a:lnTo>
                    <a:pt x="34766" y="141922"/>
                  </a:lnTo>
                  <a:lnTo>
                    <a:pt x="35243" y="145732"/>
                  </a:lnTo>
                  <a:lnTo>
                    <a:pt x="36671" y="149543"/>
                  </a:lnTo>
                  <a:lnTo>
                    <a:pt x="36671" y="150971"/>
                  </a:lnTo>
                  <a:lnTo>
                    <a:pt x="28099" y="167164"/>
                  </a:lnTo>
                  <a:lnTo>
                    <a:pt x="28575" y="169545"/>
                  </a:lnTo>
                  <a:lnTo>
                    <a:pt x="32862" y="171926"/>
                  </a:lnTo>
                  <a:lnTo>
                    <a:pt x="37148" y="171926"/>
                  </a:lnTo>
                  <a:lnTo>
                    <a:pt x="39529" y="172879"/>
                  </a:lnTo>
                  <a:lnTo>
                    <a:pt x="41910" y="174307"/>
                  </a:lnTo>
                  <a:lnTo>
                    <a:pt x="40006" y="174784"/>
                  </a:lnTo>
                  <a:lnTo>
                    <a:pt x="37624" y="174784"/>
                  </a:lnTo>
                  <a:lnTo>
                    <a:pt x="33814" y="175260"/>
                  </a:lnTo>
                  <a:lnTo>
                    <a:pt x="25718" y="179546"/>
                  </a:lnTo>
                  <a:lnTo>
                    <a:pt x="22384" y="182404"/>
                  </a:lnTo>
                  <a:lnTo>
                    <a:pt x="19050" y="187643"/>
                  </a:lnTo>
                  <a:lnTo>
                    <a:pt x="19050" y="189547"/>
                  </a:lnTo>
                  <a:lnTo>
                    <a:pt x="18574" y="191929"/>
                  </a:lnTo>
                  <a:lnTo>
                    <a:pt x="12383" y="196215"/>
                  </a:lnTo>
                  <a:lnTo>
                    <a:pt x="15240" y="197168"/>
                  </a:lnTo>
                  <a:lnTo>
                    <a:pt x="19527" y="196691"/>
                  </a:lnTo>
                  <a:lnTo>
                    <a:pt x="22384" y="198120"/>
                  </a:lnTo>
                  <a:lnTo>
                    <a:pt x="28099" y="197644"/>
                  </a:lnTo>
                  <a:lnTo>
                    <a:pt x="29527" y="198120"/>
                  </a:lnTo>
                  <a:lnTo>
                    <a:pt x="30956" y="199072"/>
                  </a:lnTo>
                  <a:lnTo>
                    <a:pt x="29052" y="200025"/>
                  </a:lnTo>
                  <a:lnTo>
                    <a:pt x="21908" y="204311"/>
                  </a:lnTo>
                  <a:lnTo>
                    <a:pt x="23337" y="204788"/>
                  </a:lnTo>
                  <a:lnTo>
                    <a:pt x="25718" y="206216"/>
                  </a:lnTo>
                  <a:lnTo>
                    <a:pt x="32862" y="207645"/>
                  </a:lnTo>
                  <a:lnTo>
                    <a:pt x="34766" y="211455"/>
                  </a:lnTo>
                  <a:lnTo>
                    <a:pt x="34290" y="212407"/>
                  </a:lnTo>
                  <a:lnTo>
                    <a:pt x="35719" y="212407"/>
                  </a:lnTo>
                  <a:lnTo>
                    <a:pt x="37148" y="211931"/>
                  </a:lnTo>
                  <a:lnTo>
                    <a:pt x="41434" y="208597"/>
                  </a:lnTo>
                  <a:lnTo>
                    <a:pt x="44768" y="204788"/>
                  </a:lnTo>
                  <a:lnTo>
                    <a:pt x="45244" y="202882"/>
                  </a:lnTo>
                  <a:lnTo>
                    <a:pt x="47625" y="201930"/>
                  </a:lnTo>
                  <a:lnTo>
                    <a:pt x="53340" y="206216"/>
                  </a:lnTo>
                  <a:lnTo>
                    <a:pt x="57150" y="206216"/>
                  </a:lnTo>
                  <a:lnTo>
                    <a:pt x="59531" y="210979"/>
                  </a:lnTo>
                  <a:lnTo>
                    <a:pt x="60960" y="210026"/>
                  </a:lnTo>
                  <a:lnTo>
                    <a:pt x="62389" y="207645"/>
                  </a:lnTo>
                  <a:lnTo>
                    <a:pt x="68104" y="205740"/>
                  </a:lnTo>
                  <a:lnTo>
                    <a:pt x="74771" y="209074"/>
                  </a:lnTo>
                  <a:lnTo>
                    <a:pt x="76677" y="209550"/>
                  </a:lnTo>
                  <a:lnTo>
                    <a:pt x="77152" y="210026"/>
                  </a:lnTo>
                  <a:lnTo>
                    <a:pt x="78106" y="209074"/>
                  </a:lnTo>
                  <a:lnTo>
                    <a:pt x="78106" y="208121"/>
                  </a:lnTo>
                  <a:lnTo>
                    <a:pt x="78106" y="204788"/>
                  </a:lnTo>
                  <a:lnTo>
                    <a:pt x="80963" y="202406"/>
                  </a:lnTo>
                  <a:lnTo>
                    <a:pt x="85249" y="197644"/>
                  </a:lnTo>
                  <a:lnTo>
                    <a:pt x="87154" y="194786"/>
                  </a:lnTo>
                  <a:lnTo>
                    <a:pt x="89535" y="192405"/>
                  </a:lnTo>
                  <a:lnTo>
                    <a:pt x="92393" y="190500"/>
                  </a:lnTo>
                  <a:lnTo>
                    <a:pt x="95250" y="189547"/>
                  </a:lnTo>
                  <a:lnTo>
                    <a:pt x="99537" y="189071"/>
                  </a:lnTo>
                  <a:lnTo>
                    <a:pt x="107633" y="189547"/>
                  </a:lnTo>
                  <a:lnTo>
                    <a:pt x="109062" y="189071"/>
                  </a:lnTo>
                  <a:lnTo>
                    <a:pt x="114777" y="188595"/>
                  </a:lnTo>
                  <a:lnTo>
                    <a:pt x="116206" y="189071"/>
                  </a:lnTo>
                  <a:lnTo>
                    <a:pt x="120491" y="189547"/>
                  </a:lnTo>
                  <a:lnTo>
                    <a:pt x="125254" y="189071"/>
                  </a:lnTo>
                  <a:lnTo>
                    <a:pt x="127635" y="188119"/>
                  </a:lnTo>
                  <a:lnTo>
                    <a:pt x="129540" y="186690"/>
                  </a:lnTo>
                  <a:lnTo>
                    <a:pt x="131445" y="184309"/>
                  </a:lnTo>
                  <a:lnTo>
                    <a:pt x="133350" y="180022"/>
                  </a:lnTo>
                  <a:lnTo>
                    <a:pt x="135256" y="176689"/>
                  </a:lnTo>
                  <a:lnTo>
                    <a:pt x="136684" y="176213"/>
                  </a:lnTo>
                  <a:lnTo>
                    <a:pt x="135256" y="173831"/>
                  </a:lnTo>
                  <a:lnTo>
                    <a:pt x="132398" y="171450"/>
                  </a:lnTo>
                  <a:lnTo>
                    <a:pt x="129540" y="170021"/>
                  </a:lnTo>
                  <a:lnTo>
                    <a:pt x="128112" y="169069"/>
                  </a:lnTo>
                  <a:lnTo>
                    <a:pt x="122873" y="165735"/>
                  </a:lnTo>
                  <a:lnTo>
                    <a:pt x="116681" y="158591"/>
                  </a:lnTo>
                  <a:lnTo>
                    <a:pt x="113824" y="157163"/>
                  </a:lnTo>
                  <a:lnTo>
                    <a:pt x="110014" y="156210"/>
                  </a:lnTo>
                  <a:lnTo>
                    <a:pt x="107156" y="154781"/>
                  </a:lnTo>
                  <a:lnTo>
                    <a:pt x="103823" y="153829"/>
                  </a:lnTo>
                  <a:lnTo>
                    <a:pt x="103346" y="150495"/>
                  </a:lnTo>
                  <a:lnTo>
                    <a:pt x="104775" y="147638"/>
                  </a:lnTo>
                  <a:lnTo>
                    <a:pt x="106204" y="146685"/>
                  </a:lnTo>
                  <a:lnTo>
                    <a:pt x="108585" y="147638"/>
                  </a:lnTo>
                  <a:lnTo>
                    <a:pt x="109538" y="144304"/>
                  </a:lnTo>
                  <a:lnTo>
                    <a:pt x="109538" y="140494"/>
                  </a:lnTo>
                  <a:lnTo>
                    <a:pt x="109062" y="135255"/>
                  </a:lnTo>
                  <a:lnTo>
                    <a:pt x="110490" y="131921"/>
                  </a:lnTo>
                  <a:lnTo>
                    <a:pt x="120491" y="127635"/>
                  </a:lnTo>
                  <a:lnTo>
                    <a:pt x="123825" y="123825"/>
                  </a:lnTo>
                  <a:lnTo>
                    <a:pt x="128588" y="122396"/>
                  </a:lnTo>
                  <a:lnTo>
                    <a:pt x="135256" y="122396"/>
                  </a:lnTo>
                  <a:lnTo>
                    <a:pt x="138113" y="120491"/>
                  </a:lnTo>
                  <a:lnTo>
                    <a:pt x="141923" y="119063"/>
                  </a:lnTo>
                  <a:lnTo>
                    <a:pt x="145256" y="116205"/>
                  </a:lnTo>
                  <a:lnTo>
                    <a:pt x="148114" y="111442"/>
                  </a:lnTo>
                  <a:lnTo>
                    <a:pt x="152877" y="110014"/>
                  </a:lnTo>
                  <a:lnTo>
                    <a:pt x="156210" y="107156"/>
                  </a:lnTo>
                  <a:lnTo>
                    <a:pt x="161925" y="104775"/>
                  </a:lnTo>
                  <a:lnTo>
                    <a:pt x="166688" y="98108"/>
                  </a:lnTo>
                  <a:lnTo>
                    <a:pt x="170021" y="95726"/>
                  </a:lnTo>
                  <a:lnTo>
                    <a:pt x="182404" y="90488"/>
                  </a:lnTo>
                  <a:lnTo>
                    <a:pt x="183356" y="87630"/>
                  </a:lnTo>
                  <a:lnTo>
                    <a:pt x="182404" y="80010"/>
                  </a:lnTo>
                  <a:lnTo>
                    <a:pt x="184309" y="72866"/>
                  </a:lnTo>
                  <a:lnTo>
                    <a:pt x="184309" y="69533"/>
                  </a:lnTo>
                  <a:lnTo>
                    <a:pt x="181927" y="65246"/>
                  </a:lnTo>
                  <a:lnTo>
                    <a:pt x="181927" y="60960"/>
                  </a:lnTo>
                  <a:lnTo>
                    <a:pt x="184309" y="56197"/>
                  </a:lnTo>
                  <a:lnTo>
                    <a:pt x="188595" y="52388"/>
                  </a:lnTo>
                  <a:lnTo>
                    <a:pt x="190500" y="48578"/>
                  </a:lnTo>
                  <a:lnTo>
                    <a:pt x="193358" y="44767"/>
                  </a:lnTo>
                  <a:lnTo>
                    <a:pt x="195263" y="42386"/>
                  </a:lnTo>
                  <a:lnTo>
                    <a:pt x="199073" y="40481"/>
                  </a:lnTo>
                  <a:lnTo>
                    <a:pt x="200977" y="37147"/>
                  </a:lnTo>
                  <a:lnTo>
                    <a:pt x="203835" y="35719"/>
                  </a:lnTo>
                  <a:lnTo>
                    <a:pt x="208598" y="32385"/>
                  </a:lnTo>
                  <a:lnTo>
                    <a:pt x="212408" y="32861"/>
                  </a:lnTo>
                  <a:lnTo>
                    <a:pt x="214789" y="33338"/>
                  </a:lnTo>
                  <a:lnTo>
                    <a:pt x="216694" y="32385"/>
                  </a:lnTo>
                  <a:lnTo>
                    <a:pt x="217170" y="27622"/>
                  </a:lnTo>
                  <a:close/>
                </a:path>
              </a:pathLst>
            </a:custGeom>
            <a:grpFill/>
            <a:ln w="317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4167D184-D8DA-49A8-BBBD-69E45715720F}"/>
                </a:ext>
              </a:extLst>
            </p:cNvPr>
            <p:cNvSpPr/>
            <p:nvPr/>
          </p:nvSpPr>
          <p:spPr>
            <a:xfrm>
              <a:off x="9200673" y="3800950"/>
              <a:ext cx="180022" cy="144780"/>
            </a:xfrm>
            <a:custGeom>
              <a:avLst/>
              <a:gdLst>
                <a:gd name="connsiteX0" fmla="*/ 176689 w 180022"/>
                <a:gd name="connsiteY0" fmla="*/ 64770 h 144780"/>
                <a:gd name="connsiteX1" fmla="*/ 175736 w 180022"/>
                <a:gd name="connsiteY1" fmla="*/ 61436 h 144780"/>
                <a:gd name="connsiteX2" fmla="*/ 175736 w 180022"/>
                <a:gd name="connsiteY2" fmla="*/ 58103 h 144780"/>
                <a:gd name="connsiteX3" fmla="*/ 178118 w 180022"/>
                <a:gd name="connsiteY3" fmla="*/ 51435 h 144780"/>
                <a:gd name="connsiteX4" fmla="*/ 180022 w 180022"/>
                <a:gd name="connsiteY4" fmla="*/ 44291 h 144780"/>
                <a:gd name="connsiteX5" fmla="*/ 179546 w 180022"/>
                <a:gd name="connsiteY5" fmla="*/ 41434 h 144780"/>
                <a:gd name="connsiteX6" fmla="*/ 177165 w 180022"/>
                <a:gd name="connsiteY6" fmla="*/ 36671 h 144780"/>
                <a:gd name="connsiteX7" fmla="*/ 174784 w 180022"/>
                <a:gd name="connsiteY7" fmla="*/ 30956 h 144780"/>
                <a:gd name="connsiteX8" fmla="*/ 172402 w 180022"/>
                <a:gd name="connsiteY8" fmla="*/ 24765 h 144780"/>
                <a:gd name="connsiteX9" fmla="*/ 171450 w 180022"/>
                <a:gd name="connsiteY9" fmla="*/ 23813 h 144780"/>
                <a:gd name="connsiteX10" fmla="*/ 170974 w 180022"/>
                <a:gd name="connsiteY10" fmla="*/ 21908 h 144780"/>
                <a:gd name="connsiteX11" fmla="*/ 170497 w 180022"/>
                <a:gd name="connsiteY11" fmla="*/ 20003 h 144780"/>
                <a:gd name="connsiteX12" fmla="*/ 171450 w 180022"/>
                <a:gd name="connsiteY12" fmla="*/ 13811 h 144780"/>
                <a:gd name="connsiteX13" fmla="*/ 171450 w 180022"/>
                <a:gd name="connsiteY13" fmla="*/ 11906 h 144780"/>
                <a:gd name="connsiteX14" fmla="*/ 174307 w 180022"/>
                <a:gd name="connsiteY14" fmla="*/ 9049 h 144780"/>
                <a:gd name="connsiteX15" fmla="*/ 175736 w 180022"/>
                <a:gd name="connsiteY15" fmla="*/ 5715 h 144780"/>
                <a:gd name="connsiteX16" fmla="*/ 177165 w 180022"/>
                <a:gd name="connsiteY16" fmla="*/ 1905 h 144780"/>
                <a:gd name="connsiteX17" fmla="*/ 176689 w 180022"/>
                <a:gd name="connsiteY17" fmla="*/ 0 h 144780"/>
                <a:gd name="connsiteX18" fmla="*/ 174784 w 180022"/>
                <a:gd name="connsiteY18" fmla="*/ 1429 h 144780"/>
                <a:gd name="connsiteX19" fmla="*/ 172878 w 180022"/>
                <a:gd name="connsiteY19" fmla="*/ 4763 h 144780"/>
                <a:gd name="connsiteX20" fmla="*/ 171926 w 180022"/>
                <a:gd name="connsiteY20" fmla="*/ 5239 h 144780"/>
                <a:gd name="connsiteX21" fmla="*/ 169069 w 180022"/>
                <a:gd name="connsiteY21" fmla="*/ 3810 h 144780"/>
                <a:gd name="connsiteX22" fmla="*/ 168116 w 180022"/>
                <a:gd name="connsiteY22" fmla="*/ 4286 h 144780"/>
                <a:gd name="connsiteX23" fmla="*/ 166211 w 180022"/>
                <a:gd name="connsiteY23" fmla="*/ 6668 h 144780"/>
                <a:gd name="connsiteX24" fmla="*/ 162877 w 180022"/>
                <a:gd name="connsiteY24" fmla="*/ 9525 h 144780"/>
                <a:gd name="connsiteX25" fmla="*/ 161449 w 180022"/>
                <a:gd name="connsiteY25" fmla="*/ 9525 h 144780"/>
                <a:gd name="connsiteX26" fmla="*/ 160496 w 180022"/>
                <a:gd name="connsiteY26" fmla="*/ 9049 h 144780"/>
                <a:gd name="connsiteX27" fmla="*/ 159068 w 180022"/>
                <a:gd name="connsiteY27" fmla="*/ 10001 h 144780"/>
                <a:gd name="connsiteX28" fmla="*/ 157163 w 180022"/>
                <a:gd name="connsiteY28" fmla="*/ 12383 h 144780"/>
                <a:gd name="connsiteX29" fmla="*/ 156210 w 180022"/>
                <a:gd name="connsiteY29" fmla="*/ 12383 h 144780"/>
                <a:gd name="connsiteX30" fmla="*/ 152876 w 180022"/>
                <a:gd name="connsiteY30" fmla="*/ 12859 h 144780"/>
                <a:gd name="connsiteX31" fmla="*/ 151447 w 180022"/>
                <a:gd name="connsiteY31" fmla="*/ 12383 h 144780"/>
                <a:gd name="connsiteX32" fmla="*/ 150019 w 180022"/>
                <a:gd name="connsiteY32" fmla="*/ 10478 h 144780"/>
                <a:gd name="connsiteX33" fmla="*/ 147638 w 180022"/>
                <a:gd name="connsiteY33" fmla="*/ 8573 h 144780"/>
                <a:gd name="connsiteX34" fmla="*/ 145256 w 180022"/>
                <a:gd name="connsiteY34" fmla="*/ 7144 h 144780"/>
                <a:gd name="connsiteX35" fmla="*/ 143827 w 180022"/>
                <a:gd name="connsiteY35" fmla="*/ 6191 h 144780"/>
                <a:gd name="connsiteX36" fmla="*/ 142875 w 180022"/>
                <a:gd name="connsiteY36" fmla="*/ 4763 h 144780"/>
                <a:gd name="connsiteX37" fmla="*/ 141922 w 180022"/>
                <a:gd name="connsiteY37" fmla="*/ 3810 h 144780"/>
                <a:gd name="connsiteX38" fmla="*/ 140018 w 180022"/>
                <a:gd name="connsiteY38" fmla="*/ 6191 h 144780"/>
                <a:gd name="connsiteX39" fmla="*/ 136684 w 180022"/>
                <a:gd name="connsiteY39" fmla="*/ 8096 h 144780"/>
                <a:gd name="connsiteX40" fmla="*/ 133826 w 180022"/>
                <a:gd name="connsiteY40" fmla="*/ 7620 h 144780"/>
                <a:gd name="connsiteX41" fmla="*/ 132397 w 180022"/>
                <a:gd name="connsiteY41" fmla="*/ 7144 h 144780"/>
                <a:gd name="connsiteX42" fmla="*/ 131445 w 180022"/>
                <a:gd name="connsiteY42" fmla="*/ 10001 h 144780"/>
                <a:gd name="connsiteX43" fmla="*/ 130493 w 180022"/>
                <a:gd name="connsiteY43" fmla="*/ 10478 h 144780"/>
                <a:gd name="connsiteX44" fmla="*/ 125253 w 180022"/>
                <a:gd name="connsiteY44" fmla="*/ 10954 h 144780"/>
                <a:gd name="connsiteX45" fmla="*/ 124301 w 180022"/>
                <a:gd name="connsiteY45" fmla="*/ 11430 h 144780"/>
                <a:gd name="connsiteX46" fmla="*/ 125253 w 180022"/>
                <a:gd name="connsiteY46" fmla="*/ 14288 h 144780"/>
                <a:gd name="connsiteX47" fmla="*/ 128588 w 180022"/>
                <a:gd name="connsiteY47" fmla="*/ 19050 h 144780"/>
                <a:gd name="connsiteX48" fmla="*/ 129540 w 180022"/>
                <a:gd name="connsiteY48" fmla="*/ 21908 h 144780"/>
                <a:gd name="connsiteX49" fmla="*/ 127635 w 180022"/>
                <a:gd name="connsiteY49" fmla="*/ 26194 h 144780"/>
                <a:gd name="connsiteX50" fmla="*/ 121920 w 180022"/>
                <a:gd name="connsiteY50" fmla="*/ 26194 h 144780"/>
                <a:gd name="connsiteX51" fmla="*/ 119539 w 180022"/>
                <a:gd name="connsiteY51" fmla="*/ 24289 h 144780"/>
                <a:gd name="connsiteX52" fmla="*/ 117157 w 180022"/>
                <a:gd name="connsiteY52" fmla="*/ 21908 h 144780"/>
                <a:gd name="connsiteX53" fmla="*/ 116205 w 180022"/>
                <a:gd name="connsiteY53" fmla="*/ 20479 h 144780"/>
                <a:gd name="connsiteX54" fmla="*/ 109061 w 180022"/>
                <a:gd name="connsiteY54" fmla="*/ 18098 h 144780"/>
                <a:gd name="connsiteX55" fmla="*/ 104299 w 180022"/>
                <a:gd name="connsiteY55" fmla="*/ 20003 h 144780"/>
                <a:gd name="connsiteX56" fmla="*/ 102870 w 180022"/>
                <a:gd name="connsiteY56" fmla="*/ 20003 h 144780"/>
                <a:gd name="connsiteX57" fmla="*/ 100489 w 180022"/>
                <a:gd name="connsiteY57" fmla="*/ 18098 h 144780"/>
                <a:gd name="connsiteX58" fmla="*/ 99060 w 180022"/>
                <a:gd name="connsiteY58" fmla="*/ 16669 h 144780"/>
                <a:gd name="connsiteX59" fmla="*/ 97631 w 180022"/>
                <a:gd name="connsiteY59" fmla="*/ 14764 h 144780"/>
                <a:gd name="connsiteX60" fmla="*/ 96678 w 180022"/>
                <a:gd name="connsiteY60" fmla="*/ 12859 h 144780"/>
                <a:gd name="connsiteX61" fmla="*/ 96678 w 180022"/>
                <a:gd name="connsiteY61" fmla="*/ 11906 h 144780"/>
                <a:gd name="connsiteX62" fmla="*/ 96202 w 180022"/>
                <a:gd name="connsiteY62" fmla="*/ 12383 h 144780"/>
                <a:gd name="connsiteX63" fmla="*/ 94774 w 180022"/>
                <a:gd name="connsiteY63" fmla="*/ 14288 h 144780"/>
                <a:gd name="connsiteX64" fmla="*/ 92869 w 180022"/>
                <a:gd name="connsiteY64" fmla="*/ 16193 h 144780"/>
                <a:gd name="connsiteX65" fmla="*/ 91440 w 180022"/>
                <a:gd name="connsiteY65" fmla="*/ 16193 h 144780"/>
                <a:gd name="connsiteX66" fmla="*/ 90488 w 180022"/>
                <a:gd name="connsiteY66" fmla="*/ 15240 h 144780"/>
                <a:gd name="connsiteX67" fmla="*/ 90011 w 180022"/>
                <a:gd name="connsiteY67" fmla="*/ 13811 h 144780"/>
                <a:gd name="connsiteX68" fmla="*/ 89535 w 180022"/>
                <a:gd name="connsiteY68" fmla="*/ 10954 h 144780"/>
                <a:gd name="connsiteX69" fmla="*/ 86677 w 180022"/>
                <a:gd name="connsiteY69" fmla="*/ 9525 h 144780"/>
                <a:gd name="connsiteX70" fmla="*/ 83344 w 180022"/>
                <a:gd name="connsiteY70" fmla="*/ 8573 h 144780"/>
                <a:gd name="connsiteX71" fmla="*/ 76200 w 180022"/>
                <a:gd name="connsiteY71" fmla="*/ 10001 h 144780"/>
                <a:gd name="connsiteX72" fmla="*/ 70485 w 180022"/>
                <a:gd name="connsiteY72" fmla="*/ 10478 h 144780"/>
                <a:gd name="connsiteX73" fmla="*/ 64294 w 180022"/>
                <a:gd name="connsiteY73" fmla="*/ 9525 h 144780"/>
                <a:gd name="connsiteX74" fmla="*/ 58578 w 180022"/>
                <a:gd name="connsiteY74" fmla="*/ 10478 h 144780"/>
                <a:gd name="connsiteX75" fmla="*/ 56197 w 180022"/>
                <a:gd name="connsiteY75" fmla="*/ 10478 h 144780"/>
                <a:gd name="connsiteX76" fmla="*/ 53340 w 180022"/>
                <a:gd name="connsiteY76" fmla="*/ 10478 h 144780"/>
                <a:gd name="connsiteX77" fmla="*/ 50482 w 180022"/>
                <a:gd name="connsiteY77" fmla="*/ 10478 h 144780"/>
                <a:gd name="connsiteX78" fmla="*/ 48101 w 180022"/>
                <a:gd name="connsiteY78" fmla="*/ 10001 h 144780"/>
                <a:gd name="connsiteX79" fmla="*/ 43339 w 180022"/>
                <a:gd name="connsiteY79" fmla="*/ 8573 h 144780"/>
                <a:gd name="connsiteX80" fmla="*/ 41434 w 180022"/>
                <a:gd name="connsiteY80" fmla="*/ 8573 h 144780"/>
                <a:gd name="connsiteX81" fmla="*/ 37624 w 180022"/>
                <a:gd name="connsiteY81" fmla="*/ 10001 h 144780"/>
                <a:gd name="connsiteX82" fmla="*/ 33814 w 180022"/>
                <a:gd name="connsiteY82" fmla="*/ 10954 h 144780"/>
                <a:gd name="connsiteX83" fmla="*/ 30003 w 180022"/>
                <a:gd name="connsiteY83" fmla="*/ 11430 h 144780"/>
                <a:gd name="connsiteX84" fmla="*/ 24289 w 180022"/>
                <a:gd name="connsiteY84" fmla="*/ 14288 h 144780"/>
                <a:gd name="connsiteX85" fmla="*/ 20002 w 180022"/>
                <a:gd name="connsiteY85" fmla="*/ 18098 h 144780"/>
                <a:gd name="connsiteX86" fmla="*/ 18574 w 180022"/>
                <a:gd name="connsiteY86" fmla="*/ 20955 h 144780"/>
                <a:gd name="connsiteX87" fmla="*/ 16669 w 180022"/>
                <a:gd name="connsiteY87" fmla="*/ 23813 h 144780"/>
                <a:gd name="connsiteX88" fmla="*/ 13811 w 180022"/>
                <a:gd name="connsiteY88" fmla="*/ 28099 h 144780"/>
                <a:gd name="connsiteX89" fmla="*/ 10001 w 180022"/>
                <a:gd name="connsiteY89" fmla="*/ 32385 h 144780"/>
                <a:gd name="connsiteX90" fmla="*/ 7620 w 180022"/>
                <a:gd name="connsiteY90" fmla="*/ 34290 h 144780"/>
                <a:gd name="connsiteX91" fmla="*/ 8096 w 180022"/>
                <a:gd name="connsiteY91" fmla="*/ 35243 h 144780"/>
                <a:gd name="connsiteX92" fmla="*/ 7620 w 180022"/>
                <a:gd name="connsiteY92" fmla="*/ 36671 h 144780"/>
                <a:gd name="connsiteX93" fmla="*/ 3810 w 180022"/>
                <a:gd name="connsiteY93" fmla="*/ 37148 h 144780"/>
                <a:gd name="connsiteX94" fmla="*/ 476 w 180022"/>
                <a:gd name="connsiteY94" fmla="*/ 37624 h 144780"/>
                <a:gd name="connsiteX95" fmla="*/ 0 w 180022"/>
                <a:gd name="connsiteY95" fmla="*/ 38100 h 144780"/>
                <a:gd name="connsiteX96" fmla="*/ 476 w 180022"/>
                <a:gd name="connsiteY96" fmla="*/ 46673 h 144780"/>
                <a:gd name="connsiteX97" fmla="*/ 1428 w 180022"/>
                <a:gd name="connsiteY97" fmla="*/ 50006 h 144780"/>
                <a:gd name="connsiteX98" fmla="*/ 3334 w 180022"/>
                <a:gd name="connsiteY98" fmla="*/ 53816 h 144780"/>
                <a:gd name="connsiteX99" fmla="*/ 4763 w 180022"/>
                <a:gd name="connsiteY99" fmla="*/ 56198 h 144780"/>
                <a:gd name="connsiteX100" fmla="*/ 5715 w 180022"/>
                <a:gd name="connsiteY100" fmla="*/ 62389 h 144780"/>
                <a:gd name="connsiteX101" fmla="*/ 6191 w 180022"/>
                <a:gd name="connsiteY101" fmla="*/ 67628 h 144780"/>
                <a:gd name="connsiteX102" fmla="*/ 10477 w 180022"/>
                <a:gd name="connsiteY102" fmla="*/ 70961 h 144780"/>
                <a:gd name="connsiteX103" fmla="*/ 12859 w 180022"/>
                <a:gd name="connsiteY103" fmla="*/ 73343 h 144780"/>
                <a:gd name="connsiteX104" fmla="*/ 14764 w 180022"/>
                <a:gd name="connsiteY104" fmla="*/ 75724 h 144780"/>
                <a:gd name="connsiteX105" fmla="*/ 14288 w 180022"/>
                <a:gd name="connsiteY105" fmla="*/ 77153 h 144780"/>
                <a:gd name="connsiteX106" fmla="*/ 13335 w 180022"/>
                <a:gd name="connsiteY106" fmla="*/ 81439 h 144780"/>
                <a:gd name="connsiteX107" fmla="*/ 14288 w 180022"/>
                <a:gd name="connsiteY107" fmla="*/ 87154 h 144780"/>
                <a:gd name="connsiteX108" fmla="*/ 20478 w 180022"/>
                <a:gd name="connsiteY108" fmla="*/ 99536 h 144780"/>
                <a:gd name="connsiteX109" fmla="*/ 20955 w 180022"/>
                <a:gd name="connsiteY109" fmla="*/ 100489 h 144780"/>
                <a:gd name="connsiteX110" fmla="*/ 20955 w 180022"/>
                <a:gd name="connsiteY110" fmla="*/ 99536 h 144780"/>
                <a:gd name="connsiteX111" fmla="*/ 21431 w 180022"/>
                <a:gd name="connsiteY111" fmla="*/ 98584 h 144780"/>
                <a:gd name="connsiteX112" fmla="*/ 23336 w 180022"/>
                <a:gd name="connsiteY112" fmla="*/ 100489 h 144780"/>
                <a:gd name="connsiteX113" fmla="*/ 23336 w 180022"/>
                <a:gd name="connsiteY113" fmla="*/ 104775 h 144780"/>
                <a:gd name="connsiteX114" fmla="*/ 27146 w 180022"/>
                <a:gd name="connsiteY114" fmla="*/ 109061 h 144780"/>
                <a:gd name="connsiteX115" fmla="*/ 26670 w 180022"/>
                <a:gd name="connsiteY115" fmla="*/ 112395 h 144780"/>
                <a:gd name="connsiteX116" fmla="*/ 26194 w 180022"/>
                <a:gd name="connsiteY116" fmla="*/ 117634 h 144780"/>
                <a:gd name="connsiteX117" fmla="*/ 26670 w 180022"/>
                <a:gd name="connsiteY117" fmla="*/ 122396 h 144780"/>
                <a:gd name="connsiteX118" fmla="*/ 28099 w 180022"/>
                <a:gd name="connsiteY118" fmla="*/ 127635 h 144780"/>
                <a:gd name="connsiteX119" fmla="*/ 32385 w 180022"/>
                <a:gd name="connsiteY119" fmla="*/ 127635 h 144780"/>
                <a:gd name="connsiteX120" fmla="*/ 35243 w 180022"/>
                <a:gd name="connsiteY120" fmla="*/ 127159 h 144780"/>
                <a:gd name="connsiteX121" fmla="*/ 37147 w 180022"/>
                <a:gd name="connsiteY121" fmla="*/ 125254 h 144780"/>
                <a:gd name="connsiteX122" fmla="*/ 39052 w 180022"/>
                <a:gd name="connsiteY122" fmla="*/ 121444 h 144780"/>
                <a:gd name="connsiteX123" fmla="*/ 41434 w 180022"/>
                <a:gd name="connsiteY123" fmla="*/ 119539 h 144780"/>
                <a:gd name="connsiteX124" fmla="*/ 43339 w 180022"/>
                <a:gd name="connsiteY124" fmla="*/ 120968 h 144780"/>
                <a:gd name="connsiteX125" fmla="*/ 45244 w 180022"/>
                <a:gd name="connsiteY125" fmla="*/ 122396 h 144780"/>
                <a:gd name="connsiteX126" fmla="*/ 47625 w 180022"/>
                <a:gd name="connsiteY126" fmla="*/ 128111 h 144780"/>
                <a:gd name="connsiteX127" fmla="*/ 46196 w 180022"/>
                <a:gd name="connsiteY127" fmla="*/ 132398 h 144780"/>
                <a:gd name="connsiteX128" fmla="*/ 43339 w 180022"/>
                <a:gd name="connsiteY128" fmla="*/ 133826 h 144780"/>
                <a:gd name="connsiteX129" fmla="*/ 41434 w 180022"/>
                <a:gd name="connsiteY129" fmla="*/ 135731 h 144780"/>
                <a:gd name="connsiteX130" fmla="*/ 40957 w 180022"/>
                <a:gd name="connsiteY130" fmla="*/ 138113 h 144780"/>
                <a:gd name="connsiteX131" fmla="*/ 42863 w 180022"/>
                <a:gd name="connsiteY131" fmla="*/ 140018 h 144780"/>
                <a:gd name="connsiteX132" fmla="*/ 45244 w 180022"/>
                <a:gd name="connsiteY132" fmla="*/ 141446 h 144780"/>
                <a:gd name="connsiteX133" fmla="*/ 51435 w 180022"/>
                <a:gd name="connsiteY133" fmla="*/ 139065 h 144780"/>
                <a:gd name="connsiteX134" fmla="*/ 52388 w 180022"/>
                <a:gd name="connsiteY134" fmla="*/ 136684 h 144780"/>
                <a:gd name="connsiteX135" fmla="*/ 53340 w 180022"/>
                <a:gd name="connsiteY135" fmla="*/ 137160 h 144780"/>
                <a:gd name="connsiteX136" fmla="*/ 54769 w 180022"/>
                <a:gd name="connsiteY136" fmla="*/ 139065 h 144780"/>
                <a:gd name="connsiteX137" fmla="*/ 65722 w 180022"/>
                <a:gd name="connsiteY137" fmla="*/ 140494 h 144780"/>
                <a:gd name="connsiteX138" fmla="*/ 71438 w 180022"/>
                <a:gd name="connsiteY138" fmla="*/ 144780 h 144780"/>
                <a:gd name="connsiteX139" fmla="*/ 72866 w 180022"/>
                <a:gd name="connsiteY139" fmla="*/ 144304 h 144780"/>
                <a:gd name="connsiteX140" fmla="*/ 74295 w 180022"/>
                <a:gd name="connsiteY140" fmla="*/ 142875 h 144780"/>
                <a:gd name="connsiteX141" fmla="*/ 76200 w 180022"/>
                <a:gd name="connsiteY141" fmla="*/ 140970 h 144780"/>
                <a:gd name="connsiteX142" fmla="*/ 80486 w 180022"/>
                <a:gd name="connsiteY142" fmla="*/ 140494 h 144780"/>
                <a:gd name="connsiteX143" fmla="*/ 84772 w 180022"/>
                <a:gd name="connsiteY143" fmla="*/ 140494 h 144780"/>
                <a:gd name="connsiteX144" fmla="*/ 86201 w 180022"/>
                <a:gd name="connsiteY144" fmla="*/ 140018 h 144780"/>
                <a:gd name="connsiteX145" fmla="*/ 88106 w 180022"/>
                <a:gd name="connsiteY145" fmla="*/ 138113 h 144780"/>
                <a:gd name="connsiteX146" fmla="*/ 90964 w 180022"/>
                <a:gd name="connsiteY146" fmla="*/ 135731 h 144780"/>
                <a:gd name="connsiteX147" fmla="*/ 92869 w 180022"/>
                <a:gd name="connsiteY147" fmla="*/ 134303 h 144780"/>
                <a:gd name="connsiteX148" fmla="*/ 93345 w 180022"/>
                <a:gd name="connsiteY148" fmla="*/ 133350 h 144780"/>
                <a:gd name="connsiteX149" fmla="*/ 92393 w 180022"/>
                <a:gd name="connsiteY149" fmla="*/ 130969 h 144780"/>
                <a:gd name="connsiteX150" fmla="*/ 91916 w 180022"/>
                <a:gd name="connsiteY150" fmla="*/ 128111 h 144780"/>
                <a:gd name="connsiteX151" fmla="*/ 92869 w 180022"/>
                <a:gd name="connsiteY151" fmla="*/ 127159 h 144780"/>
                <a:gd name="connsiteX152" fmla="*/ 96678 w 180022"/>
                <a:gd name="connsiteY152" fmla="*/ 127635 h 144780"/>
                <a:gd name="connsiteX153" fmla="*/ 100965 w 180022"/>
                <a:gd name="connsiteY153" fmla="*/ 129064 h 144780"/>
                <a:gd name="connsiteX154" fmla="*/ 101918 w 180022"/>
                <a:gd name="connsiteY154" fmla="*/ 129540 h 144780"/>
                <a:gd name="connsiteX155" fmla="*/ 104299 w 180022"/>
                <a:gd name="connsiteY155" fmla="*/ 126206 h 144780"/>
                <a:gd name="connsiteX156" fmla="*/ 104775 w 180022"/>
                <a:gd name="connsiteY156" fmla="*/ 125730 h 144780"/>
                <a:gd name="connsiteX157" fmla="*/ 106203 w 180022"/>
                <a:gd name="connsiteY157" fmla="*/ 125730 h 144780"/>
                <a:gd name="connsiteX158" fmla="*/ 110490 w 180022"/>
                <a:gd name="connsiteY158" fmla="*/ 125254 h 144780"/>
                <a:gd name="connsiteX159" fmla="*/ 114776 w 180022"/>
                <a:gd name="connsiteY159" fmla="*/ 124301 h 144780"/>
                <a:gd name="connsiteX160" fmla="*/ 116681 w 180022"/>
                <a:gd name="connsiteY160" fmla="*/ 124301 h 144780"/>
                <a:gd name="connsiteX161" fmla="*/ 118586 w 180022"/>
                <a:gd name="connsiteY161" fmla="*/ 126683 h 144780"/>
                <a:gd name="connsiteX162" fmla="*/ 120015 w 180022"/>
                <a:gd name="connsiteY162" fmla="*/ 128588 h 144780"/>
                <a:gd name="connsiteX163" fmla="*/ 120968 w 180022"/>
                <a:gd name="connsiteY163" fmla="*/ 128588 h 144780"/>
                <a:gd name="connsiteX164" fmla="*/ 122872 w 180022"/>
                <a:gd name="connsiteY164" fmla="*/ 127635 h 144780"/>
                <a:gd name="connsiteX165" fmla="*/ 124777 w 180022"/>
                <a:gd name="connsiteY165" fmla="*/ 128588 h 144780"/>
                <a:gd name="connsiteX166" fmla="*/ 128588 w 180022"/>
                <a:gd name="connsiteY166" fmla="*/ 130493 h 144780"/>
                <a:gd name="connsiteX167" fmla="*/ 130969 w 180022"/>
                <a:gd name="connsiteY167" fmla="*/ 130493 h 144780"/>
                <a:gd name="connsiteX168" fmla="*/ 130016 w 180022"/>
                <a:gd name="connsiteY168" fmla="*/ 126206 h 144780"/>
                <a:gd name="connsiteX169" fmla="*/ 131445 w 180022"/>
                <a:gd name="connsiteY169" fmla="*/ 123349 h 144780"/>
                <a:gd name="connsiteX170" fmla="*/ 130969 w 180022"/>
                <a:gd name="connsiteY170" fmla="*/ 122396 h 144780"/>
                <a:gd name="connsiteX171" fmla="*/ 129064 w 180022"/>
                <a:gd name="connsiteY171" fmla="*/ 120968 h 144780"/>
                <a:gd name="connsiteX172" fmla="*/ 121920 w 180022"/>
                <a:gd name="connsiteY172" fmla="*/ 115253 h 144780"/>
                <a:gd name="connsiteX173" fmla="*/ 120491 w 180022"/>
                <a:gd name="connsiteY173" fmla="*/ 113348 h 144780"/>
                <a:gd name="connsiteX174" fmla="*/ 120491 w 180022"/>
                <a:gd name="connsiteY174" fmla="*/ 110490 h 144780"/>
                <a:gd name="connsiteX175" fmla="*/ 120491 w 180022"/>
                <a:gd name="connsiteY175" fmla="*/ 106680 h 144780"/>
                <a:gd name="connsiteX176" fmla="*/ 120015 w 180022"/>
                <a:gd name="connsiteY176" fmla="*/ 104299 h 144780"/>
                <a:gd name="connsiteX177" fmla="*/ 120015 w 180022"/>
                <a:gd name="connsiteY177" fmla="*/ 102870 h 144780"/>
                <a:gd name="connsiteX178" fmla="*/ 120491 w 180022"/>
                <a:gd name="connsiteY178" fmla="*/ 101918 h 144780"/>
                <a:gd name="connsiteX179" fmla="*/ 121920 w 180022"/>
                <a:gd name="connsiteY179" fmla="*/ 101441 h 144780"/>
                <a:gd name="connsiteX180" fmla="*/ 123349 w 180022"/>
                <a:gd name="connsiteY180" fmla="*/ 101441 h 144780"/>
                <a:gd name="connsiteX181" fmla="*/ 124301 w 180022"/>
                <a:gd name="connsiteY181" fmla="*/ 100489 h 144780"/>
                <a:gd name="connsiteX182" fmla="*/ 126206 w 180022"/>
                <a:gd name="connsiteY182" fmla="*/ 98108 h 144780"/>
                <a:gd name="connsiteX183" fmla="*/ 129540 w 180022"/>
                <a:gd name="connsiteY183" fmla="*/ 98108 h 144780"/>
                <a:gd name="connsiteX184" fmla="*/ 134302 w 180022"/>
                <a:gd name="connsiteY184" fmla="*/ 99536 h 144780"/>
                <a:gd name="connsiteX185" fmla="*/ 137636 w 180022"/>
                <a:gd name="connsiteY185" fmla="*/ 100489 h 144780"/>
                <a:gd name="connsiteX186" fmla="*/ 139541 w 180022"/>
                <a:gd name="connsiteY186" fmla="*/ 100489 h 144780"/>
                <a:gd name="connsiteX187" fmla="*/ 140018 w 180022"/>
                <a:gd name="connsiteY187" fmla="*/ 100013 h 144780"/>
                <a:gd name="connsiteX188" fmla="*/ 140018 w 180022"/>
                <a:gd name="connsiteY188" fmla="*/ 98584 h 144780"/>
                <a:gd name="connsiteX189" fmla="*/ 140494 w 180022"/>
                <a:gd name="connsiteY189" fmla="*/ 92869 h 144780"/>
                <a:gd name="connsiteX190" fmla="*/ 140494 w 180022"/>
                <a:gd name="connsiteY190" fmla="*/ 91440 h 144780"/>
                <a:gd name="connsiteX191" fmla="*/ 143351 w 180022"/>
                <a:gd name="connsiteY191" fmla="*/ 90964 h 144780"/>
                <a:gd name="connsiteX192" fmla="*/ 147638 w 180022"/>
                <a:gd name="connsiteY192" fmla="*/ 90964 h 144780"/>
                <a:gd name="connsiteX193" fmla="*/ 150019 w 180022"/>
                <a:gd name="connsiteY193" fmla="*/ 90488 h 144780"/>
                <a:gd name="connsiteX194" fmla="*/ 152400 w 180022"/>
                <a:gd name="connsiteY194" fmla="*/ 88106 h 144780"/>
                <a:gd name="connsiteX195" fmla="*/ 158115 w 180022"/>
                <a:gd name="connsiteY195" fmla="*/ 87154 h 144780"/>
                <a:gd name="connsiteX196" fmla="*/ 162401 w 180022"/>
                <a:gd name="connsiteY196" fmla="*/ 83820 h 144780"/>
                <a:gd name="connsiteX197" fmla="*/ 166211 w 180022"/>
                <a:gd name="connsiteY197" fmla="*/ 80486 h 144780"/>
                <a:gd name="connsiteX198" fmla="*/ 168116 w 180022"/>
                <a:gd name="connsiteY198" fmla="*/ 79534 h 144780"/>
                <a:gd name="connsiteX199" fmla="*/ 170497 w 180022"/>
                <a:gd name="connsiteY199" fmla="*/ 79058 h 144780"/>
                <a:gd name="connsiteX200" fmla="*/ 172402 w 180022"/>
                <a:gd name="connsiteY200" fmla="*/ 79058 h 144780"/>
                <a:gd name="connsiteX201" fmla="*/ 174784 w 180022"/>
                <a:gd name="connsiteY201" fmla="*/ 80963 h 144780"/>
                <a:gd name="connsiteX202" fmla="*/ 176689 w 180022"/>
                <a:gd name="connsiteY202" fmla="*/ 79534 h 144780"/>
                <a:gd name="connsiteX203" fmla="*/ 178594 w 180022"/>
                <a:gd name="connsiteY203" fmla="*/ 77153 h 144780"/>
                <a:gd name="connsiteX204" fmla="*/ 179546 w 180022"/>
                <a:gd name="connsiteY204" fmla="*/ 74771 h 144780"/>
                <a:gd name="connsiteX205" fmla="*/ 180022 w 180022"/>
                <a:gd name="connsiteY205" fmla="*/ 70961 h 144780"/>
                <a:gd name="connsiteX206" fmla="*/ 179546 w 180022"/>
                <a:gd name="connsiteY206" fmla="*/ 65246 h 144780"/>
                <a:gd name="connsiteX207" fmla="*/ 176689 w 180022"/>
                <a:gd name="connsiteY207" fmla="*/ 64770 h 14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80022" h="144780">
                  <a:moveTo>
                    <a:pt x="176689" y="64770"/>
                  </a:moveTo>
                  <a:lnTo>
                    <a:pt x="175736" y="61436"/>
                  </a:lnTo>
                  <a:lnTo>
                    <a:pt x="175736" y="58103"/>
                  </a:lnTo>
                  <a:lnTo>
                    <a:pt x="178118" y="51435"/>
                  </a:lnTo>
                  <a:lnTo>
                    <a:pt x="180022" y="44291"/>
                  </a:lnTo>
                  <a:lnTo>
                    <a:pt x="179546" y="41434"/>
                  </a:lnTo>
                  <a:lnTo>
                    <a:pt x="177165" y="36671"/>
                  </a:lnTo>
                  <a:lnTo>
                    <a:pt x="174784" y="30956"/>
                  </a:lnTo>
                  <a:lnTo>
                    <a:pt x="172402" y="24765"/>
                  </a:lnTo>
                  <a:lnTo>
                    <a:pt x="171450" y="23813"/>
                  </a:lnTo>
                  <a:lnTo>
                    <a:pt x="170974" y="21908"/>
                  </a:lnTo>
                  <a:lnTo>
                    <a:pt x="170497" y="20003"/>
                  </a:lnTo>
                  <a:lnTo>
                    <a:pt x="171450" y="13811"/>
                  </a:lnTo>
                  <a:lnTo>
                    <a:pt x="171450" y="11906"/>
                  </a:lnTo>
                  <a:lnTo>
                    <a:pt x="174307" y="9049"/>
                  </a:lnTo>
                  <a:lnTo>
                    <a:pt x="175736" y="5715"/>
                  </a:lnTo>
                  <a:lnTo>
                    <a:pt x="177165" y="1905"/>
                  </a:lnTo>
                  <a:lnTo>
                    <a:pt x="176689" y="0"/>
                  </a:lnTo>
                  <a:lnTo>
                    <a:pt x="174784" y="1429"/>
                  </a:lnTo>
                  <a:lnTo>
                    <a:pt x="172878" y="4763"/>
                  </a:lnTo>
                  <a:lnTo>
                    <a:pt x="171926" y="5239"/>
                  </a:lnTo>
                  <a:lnTo>
                    <a:pt x="169069" y="3810"/>
                  </a:lnTo>
                  <a:lnTo>
                    <a:pt x="168116" y="4286"/>
                  </a:lnTo>
                  <a:lnTo>
                    <a:pt x="166211" y="6668"/>
                  </a:lnTo>
                  <a:lnTo>
                    <a:pt x="162877" y="9525"/>
                  </a:lnTo>
                  <a:lnTo>
                    <a:pt x="161449" y="9525"/>
                  </a:lnTo>
                  <a:lnTo>
                    <a:pt x="160496" y="9049"/>
                  </a:lnTo>
                  <a:lnTo>
                    <a:pt x="159068" y="10001"/>
                  </a:lnTo>
                  <a:lnTo>
                    <a:pt x="157163" y="12383"/>
                  </a:lnTo>
                  <a:lnTo>
                    <a:pt x="156210" y="12383"/>
                  </a:lnTo>
                  <a:lnTo>
                    <a:pt x="152876" y="12859"/>
                  </a:lnTo>
                  <a:lnTo>
                    <a:pt x="151447" y="12383"/>
                  </a:lnTo>
                  <a:lnTo>
                    <a:pt x="150019" y="10478"/>
                  </a:lnTo>
                  <a:lnTo>
                    <a:pt x="147638" y="8573"/>
                  </a:lnTo>
                  <a:lnTo>
                    <a:pt x="145256" y="7144"/>
                  </a:lnTo>
                  <a:lnTo>
                    <a:pt x="143827" y="6191"/>
                  </a:lnTo>
                  <a:lnTo>
                    <a:pt x="142875" y="4763"/>
                  </a:lnTo>
                  <a:lnTo>
                    <a:pt x="141922" y="3810"/>
                  </a:lnTo>
                  <a:lnTo>
                    <a:pt x="140018" y="6191"/>
                  </a:lnTo>
                  <a:lnTo>
                    <a:pt x="136684" y="8096"/>
                  </a:lnTo>
                  <a:lnTo>
                    <a:pt x="133826" y="7620"/>
                  </a:lnTo>
                  <a:lnTo>
                    <a:pt x="132397" y="7144"/>
                  </a:lnTo>
                  <a:lnTo>
                    <a:pt x="131445" y="10001"/>
                  </a:lnTo>
                  <a:lnTo>
                    <a:pt x="130493" y="10478"/>
                  </a:lnTo>
                  <a:lnTo>
                    <a:pt x="125253" y="10954"/>
                  </a:lnTo>
                  <a:lnTo>
                    <a:pt x="124301" y="11430"/>
                  </a:lnTo>
                  <a:lnTo>
                    <a:pt x="125253" y="14288"/>
                  </a:lnTo>
                  <a:lnTo>
                    <a:pt x="128588" y="19050"/>
                  </a:lnTo>
                  <a:lnTo>
                    <a:pt x="129540" y="21908"/>
                  </a:lnTo>
                  <a:lnTo>
                    <a:pt x="127635" y="26194"/>
                  </a:lnTo>
                  <a:lnTo>
                    <a:pt x="121920" y="26194"/>
                  </a:lnTo>
                  <a:lnTo>
                    <a:pt x="119539" y="24289"/>
                  </a:lnTo>
                  <a:lnTo>
                    <a:pt x="117157" y="21908"/>
                  </a:lnTo>
                  <a:lnTo>
                    <a:pt x="116205" y="20479"/>
                  </a:lnTo>
                  <a:lnTo>
                    <a:pt x="109061" y="18098"/>
                  </a:lnTo>
                  <a:lnTo>
                    <a:pt x="104299" y="20003"/>
                  </a:lnTo>
                  <a:lnTo>
                    <a:pt x="102870" y="20003"/>
                  </a:lnTo>
                  <a:lnTo>
                    <a:pt x="100489" y="18098"/>
                  </a:lnTo>
                  <a:lnTo>
                    <a:pt x="99060" y="16669"/>
                  </a:lnTo>
                  <a:lnTo>
                    <a:pt x="97631" y="14764"/>
                  </a:lnTo>
                  <a:lnTo>
                    <a:pt x="96678" y="12859"/>
                  </a:lnTo>
                  <a:lnTo>
                    <a:pt x="96678" y="11906"/>
                  </a:lnTo>
                  <a:lnTo>
                    <a:pt x="96202" y="12383"/>
                  </a:lnTo>
                  <a:lnTo>
                    <a:pt x="94774" y="14288"/>
                  </a:lnTo>
                  <a:lnTo>
                    <a:pt x="92869" y="16193"/>
                  </a:lnTo>
                  <a:lnTo>
                    <a:pt x="91440" y="16193"/>
                  </a:lnTo>
                  <a:lnTo>
                    <a:pt x="90488" y="15240"/>
                  </a:lnTo>
                  <a:lnTo>
                    <a:pt x="90011" y="13811"/>
                  </a:lnTo>
                  <a:lnTo>
                    <a:pt x="89535" y="10954"/>
                  </a:lnTo>
                  <a:lnTo>
                    <a:pt x="86677" y="9525"/>
                  </a:lnTo>
                  <a:lnTo>
                    <a:pt x="83344" y="8573"/>
                  </a:lnTo>
                  <a:lnTo>
                    <a:pt x="76200" y="10001"/>
                  </a:lnTo>
                  <a:lnTo>
                    <a:pt x="70485" y="10478"/>
                  </a:lnTo>
                  <a:lnTo>
                    <a:pt x="64294" y="9525"/>
                  </a:lnTo>
                  <a:lnTo>
                    <a:pt x="58578" y="10478"/>
                  </a:lnTo>
                  <a:lnTo>
                    <a:pt x="56197" y="10478"/>
                  </a:lnTo>
                  <a:lnTo>
                    <a:pt x="53340" y="10478"/>
                  </a:lnTo>
                  <a:lnTo>
                    <a:pt x="50482" y="10478"/>
                  </a:lnTo>
                  <a:lnTo>
                    <a:pt x="48101" y="10001"/>
                  </a:lnTo>
                  <a:lnTo>
                    <a:pt x="43339" y="8573"/>
                  </a:lnTo>
                  <a:lnTo>
                    <a:pt x="41434" y="8573"/>
                  </a:lnTo>
                  <a:lnTo>
                    <a:pt x="37624" y="10001"/>
                  </a:lnTo>
                  <a:lnTo>
                    <a:pt x="33814" y="10954"/>
                  </a:lnTo>
                  <a:lnTo>
                    <a:pt x="30003" y="11430"/>
                  </a:lnTo>
                  <a:lnTo>
                    <a:pt x="24289" y="14288"/>
                  </a:lnTo>
                  <a:lnTo>
                    <a:pt x="20002" y="18098"/>
                  </a:lnTo>
                  <a:lnTo>
                    <a:pt x="18574" y="20955"/>
                  </a:lnTo>
                  <a:lnTo>
                    <a:pt x="16669" y="23813"/>
                  </a:lnTo>
                  <a:lnTo>
                    <a:pt x="13811" y="28099"/>
                  </a:lnTo>
                  <a:lnTo>
                    <a:pt x="10001" y="32385"/>
                  </a:lnTo>
                  <a:lnTo>
                    <a:pt x="7620" y="34290"/>
                  </a:lnTo>
                  <a:lnTo>
                    <a:pt x="8096" y="35243"/>
                  </a:lnTo>
                  <a:lnTo>
                    <a:pt x="7620" y="36671"/>
                  </a:lnTo>
                  <a:lnTo>
                    <a:pt x="3810" y="37148"/>
                  </a:lnTo>
                  <a:lnTo>
                    <a:pt x="476" y="37624"/>
                  </a:lnTo>
                  <a:lnTo>
                    <a:pt x="0" y="38100"/>
                  </a:lnTo>
                  <a:lnTo>
                    <a:pt x="476" y="46673"/>
                  </a:lnTo>
                  <a:lnTo>
                    <a:pt x="1428" y="50006"/>
                  </a:lnTo>
                  <a:lnTo>
                    <a:pt x="3334" y="53816"/>
                  </a:lnTo>
                  <a:lnTo>
                    <a:pt x="4763" y="56198"/>
                  </a:lnTo>
                  <a:lnTo>
                    <a:pt x="5715" y="62389"/>
                  </a:lnTo>
                  <a:lnTo>
                    <a:pt x="6191" y="67628"/>
                  </a:lnTo>
                  <a:lnTo>
                    <a:pt x="10477" y="70961"/>
                  </a:lnTo>
                  <a:lnTo>
                    <a:pt x="12859" y="73343"/>
                  </a:lnTo>
                  <a:lnTo>
                    <a:pt x="14764" y="75724"/>
                  </a:lnTo>
                  <a:lnTo>
                    <a:pt x="14288" y="77153"/>
                  </a:lnTo>
                  <a:lnTo>
                    <a:pt x="13335" y="81439"/>
                  </a:lnTo>
                  <a:lnTo>
                    <a:pt x="14288" y="87154"/>
                  </a:lnTo>
                  <a:lnTo>
                    <a:pt x="20478" y="99536"/>
                  </a:lnTo>
                  <a:lnTo>
                    <a:pt x="20955" y="100489"/>
                  </a:lnTo>
                  <a:lnTo>
                    <a:pt x="20955" y="99536"/>
                  </a:lnTo>
                  <a:lnTo>
                    <a:pt x="21431" y="98584"/>
                  </a:lnTo>
                  <a:lnTo>
                    <a:pt x="23336" y="100489"/>
                  </a:lnTo>
                  <a:lnTo>
                    <a:pt x="23336" y="104775"/>
                  </a:lnTo>
                  <a:lnTo>
                    <a:pt x="27146" y="109061"/>
                  </a:lnTo>
                  <a:lnTo>
                    <a:pt x="26670" y="112395"/>
                  </a:lnTo>
                  <a:lnTo>
                    <a:pt x="26194" y="117634"/>
                  </a:lnTo>
                  <a:lnTo>
                    <a:pt x="26670" y="122396"/>
                  </a:lnTo>
                  <a:lnTo>
                    <a:pt x="28099" y="127635"/>
                  </a:lnTo>
                  <a:lnTo>
                    <a:pt x="32385" y="127635"/>
                  </a:lnTo>
                  <a:lnTo>
                    <a:pt x="35243" y="127159"/>
                  </a:lnTo>
                  <a:lnTo>
                    <a:pt x="37147" y="125254"/>
                  </a:lnTo>
                  <a:lnTo>
                    <a:pt x="39052" y="121444"/>
                  </a:lnTo>
                  <a:lnTo>
                    <a:pt x="41434" y="119539"/>
                  </a:lnTo>
                  <a:lnTo>
                    <a:pt x="43339" y="120968"/>
                  </a:lnTo>
                  <a:lnTo>
                    <a:pt x="45244" y="122396"/>
                  </a:lnTo>
                  <a:lnTo>
                    <a:pt x="47625" y="128111"/>
                  </a:lnTo>
                  <a:lnTo>
                    <a:pt x="46196" y="132398"/>
                  </a:lnTo>
                  <a:lnTo>
                    <a:pt x="43339" y="133826"/>
                  </a:lnTo>
                  <a:lnTo>
                    <a:pt x="41434" y="135731"/>
                  </a:lnTo>
                  <a:lnTo>
                    <a:pt x="40957" y="138113"/>
                  </a:lnTo>
                  <a:lnTo>
                    <a:pt x="42863" y="140018"/>
                  </a:lnTo>
                  <a:lnTo>
                    <a:pt x="45244" y="141446"/>
                  </a:lnTo>
                  <a:lnTo>
                    <a:pt x="51435" y="139065"/>
                  </a:lnTo>
                  <a:lnTo>
                    <a:pt x="52388" y="136684"/>
                  </a:lnTo>
                  <a:lnTo>
                    <a:pt x="53340" y="137160"/>
                  </a:lnTo>
                  <a:lnTo>
                    <a:pt x="54769" y="139065"/>
                  </a:lnTo>
                  <a:lnTo>
                    <a:pt x="65722" y="140494"/>
                  </a:lnTo>
                  <a:lnTo>
                    <a:pt x="71438" y="144780"/>
                  </a:lnTo>
                  <a:lnTo>
                    <a:pt x="72866" y="144304"/>
                  </a:lnTo>
                  <a:lnTo>
                    <a:pt x="74295" y="142875"/>
                  </a:lnTo>
                  <a:lnTo>
                    <a:pt x="76200" y="140970"/>
                  </a:lnTo>
                  <a:lnTo>
                    <a:pt x="80486" y="140494"/>
                  </a:lnTo>
                  <a:lnTo>
                    <a:pt x="84772" y="140494"/>
                  </a:lnTo>
                  <a:lnTo>
                    <a:pt x="86201" y="140018"/>
                  </a:lnTo>
                  <a:lnTo>
                    <a:pt x="88106" y="138113"/>
                  </a:lnTo>
                  <a:lnTo>
                    <a:pt x="90964" y="135731"/>
                  </a:lnTo>
                  <a:lnTo>
                    <a:pt x="92869" y="134303"/>
                  </a:lnTo>
                  <a:lnTo>
                    <a:pt x="93345" y="133350"/>
                  </a:lnTo>
                  <a:lnTo>
                    <a:pt x="92393" y="130969"/>
                  </a:lnTo>
                  <a:lnTo>
                    <a:pt x="91916" y="128111"/>
                  </a:lnTo>
                  <a:lnTo>
                    <a:pt x="92869" y="127159"/>
                  </a:lnTo>
                  <a:lnTo>
                    <a:pt x="96678" y="127635"/>
                  </a:lnTo>
                  <a:lnTo>
                    <a:pt x="100965" y="129064"/>
                  </a:lnTo>
                  <a:lnTo>
                    <a:pt x="101918" y="129540"/>
                  </a:lnTo>
                  <a:lnTo>
                    <a:pt x="104299" y="126206"/>
                  </a:lnTo>
                  <a:lnTo>
                    <a:pt x="104775" y="125730"/>
                  </a:lnTo>
                  <a:lnTo>
                    <a:pt x="106203" y="125730"/>
                  </a:lnTo>
                  <a:lnTo>
                    <a:pt x="110490" y="125254"/>
                  </a:lnTo>
                  <a:lnTo>
                    <a:pt x="114776" y="124301"/>
                  </a:lnTo>
                  <a:lnTo>
                    <a:pt x="116681" y="124301"/>
                  </a:lnTo>
                  <a:lnTo>
                    <a:pt x="118586" y="126683"/>
                  </a:lnTo>
                  <a:lnTo>
                    <a:pt x="120015" y="128588"/>
                  </a:lnTo>
                  <a:lnTo>
                    <a:pt x="120968" y="128588"/>
                  </a:lnTo>
                  <a:lnTo>
                    <a:pt x="122872" y="127635"/>
                  </a:lnTo>
                  <a:lnTo>
                    <a:pt x="124777" y="128588"/>
                  </a:lnTo>
                  <a:lnTo>
                    <a:pt x="128588" y="130493"/>
                  </a:lnTo>
                  <a:lnTo>
                    <a:pt x="130969" y="130493"/>
                  </a:lnTo>
                  <a:lnTo>
                    <a:pt x="130016" y="126206"/>
                  </a:lnTo>
                  <a:lnTo>
                    <a:pt x="131445" y="123349"/>
                  </a:lnTo>
                  <a:lnTo>
                    <a:pt x="130969" y="122396"/>
                  </a:lnTo>
                  <a:lnTo>
                    <a:pt x="129064" y="120968"/>
                  </a:lnTo>
                  <a:lnTo>
                    <a:pt x="121920" y="115253"/>
                  </a:lnTo>
                  <a:lnTo>
                    <a:pt x="120491" y="113348"/>
                  </a:lnTo>
                  <a:lnTo>
                    <a:pt x="120491" y="110490"/>
                  </a:lnTo>
                  <a:lnTo>
                    <a:pt x="120491" y="106680"/>
                  </a:lnTo>
                  <a:lnTo>
                    <a:pt x="120015" y="104299"/>
                  </a:lnTo>
                  <a:lnTo>
                    <a:pt x="120015" y="102870"/>
                  </a:lnTo>
                  <a:lnTo>
                    <a:pt x="120491" y="101918"/>
                  </a:lnTo>
                  <a:lnTo>
                    <a:pt x="121920" y="101441"/>
                  </a:lnTo>
                  <a:lnTo>
                    <a:pt x="123349" y="101441"/>
                  </a:lnTo>
                  <a:lnTo>
                    <a:pt x="124301" y="100489"/>
                  </a:lnTo>
                  <a:lnTo>
                    <a:pt x="126206" y="98108"/>
                  </a:lnTo>
                  <a:lnTo>
                    <a:pt x="129540" y="98108"/>
                  </a:lnTo>
                  <a:lnTo>
                    <a:pt x="134302" y="99536"/>
                  </a:lnTo>
                  <a:lnTo>
                    <a:pt x="137636" y="100489"/>
                  </a:lnTo>
                  <a:lnTo>
                    <a:pt x="139541" y="100489"/>
                  </a:lnTo>
                  <a:lnTo>
                    <a:pt x="140018" y="100013"/>
                  </a:lnTo>
                  <a:lnTo>
                    <a:pt x="140018" y="98584"/>
                  </a:lnTo>
                  <a:lnTo>
                    <a:pt x="140494" y="92869"/>
                  </a:lnTo>
                  <a:lnTo>
                    <a:pt x="140494" y="91440"/>
                  </a:lnTo>
                  <a:lnTo>
                    <a:pt x="143351" y="90964"/>
                  </a:lnTo>
                  <a:lnTo>
                    <a:pt x="147638" y="90964"/>
                  </a:lnTo>
                  <a:lnTo>
                    <a:pt x="150019" y="90488"/>
                  </a:lnTo>
                  <a:lnTo>
                    <a:pt x="152400" y="88106"/>
                  </a:lnTo>
                  <a:lnTo>
                    <a:pt x="158115" y="87154"/>
                  </a:lnTo>
                  <a:lnTo>
                    <a:pt x="162401" y="83820"/>
                  </a:lnTo>
                  <a:lnTo>
                    <a:pt x="166211" y="80486"/>
                  </a:lnTo>
                  <a:lnTo>
                    <a:pt x="168116" y="79534"/>
                  </a:lnTo>
                  <a:lnTo>
                    <a:pt x="170497" y="79058"/>
                  </a:lnTo>
                  <a:lnTo>
                    <a:pt x="172402" y="79058"/>
                  </a:lnTo>
                  <a:lnTo>
                    <a:pt x="174784" y="80963"/>
                  </a:lnTo>
                  <a:lnTo>
                    <a:pt x="176689" y="79534"/>
                  </a:lnTo>
                  <a:lnTo>
                    <a:pt x="178594" y="77153"/>
                  </a:lnTo>
                  <a:lnTo>
                    <a:pt x="179546" y="74771"/>
                  </a:lnTo>
                  <a:lnTo>
                    <a:pt x="180022" y="70961"/>
                  </a:lnTo>
                  <a:lnTo>
                    <a:pt x="179546" y="65246"/>
                  </a:lnTo>
                  <a:lnTo>
                    <a:pt x="176689" y="64770"/>
                  </a:lnTo>
                  <a:close/>
                </a:path>
              </a:pathLst>
            </a:custGeom>
            <a:grpFill/>
            <a:ln w="317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B9C4C9F9-CC34-41B9-BE68-E49C25723059}"/>
                </a:ext>
              </a:extLst>
            </p:cNvPr>
            <p:cNvSpPr/>
            <p:nvPr/>
          </p:nvSpPr>
          <p:spPr>
            <a:xfrm>
              <a:off x="8073866" y="2748914"/>
              <a:ext cx="375760" cy="161448"/>
            </a:xfrm>
            <a:custGeom>
              <a:avLst/>
              <a:gdLst>
                <a:gd name="connsiteX0" fmla="*/ 375285 w 375760"/>
                <a:gd name="connsiteY0" fmla="*/ 44291 h 161448"/>
                <a:gd name="connsiteX1" fmla="*/ 374809 w 375760"/>
                <a:gd name="connsiteY1" fmla="*/ 41910 h 161448"/>
                <a:gd name="connsiteX2" fmla="*/ 370046 w 375760"/>
                <a:gd name="connsiteY2" fmla="*/ 37147 h 161448"/>
                <a:gd name="connsiteX3" fmla="*/ 364807 w 375760"/>
                <a:gd name="connsiteY3" fmla="*/ 32861 h 161448"/>
                <a:gd name="connsiteX4" fmla="*/ 360997 w 375760"/>
                <a:gd name="connsiteY4" fmla="*/ 31909 h 161448"/>
                <a:gd name="connsiteX5" fmla="*/ 353853 w 375760"/>
                <a:gd name="connsiteY5" fmla="*/ 30956 h 161448"/>
                <a:gd name="connsiteX6" fmla="*/ 350044 w 375760"/>
                <a:gd name="connsiteY6" fmla="*/ 30956 h 161448"/>
                <a:gd name="connsiteX7" fmla="*/ 348139 w 375760"/>
                <a:gd name="connsiteY7" fmla="*/ 30004 h 161448"/>
                <a:gd name="connsiteX8" fmla="*/ 346234 w 375760"/>
                <a:gd name="connsiteY8" fmla="*/ 27622 h 161448"/>
                <a:gd name="connsiteX9" fmla="*/ 343852 w 375760"/>
                <a:gd name="connsiteY9" fmla="*/ 25241 h 161448"/>
                <a:gd name="connsiteX10" fmla="*/ 340519 w 375760"/>
                <a:gd name="connsiteY10" fmla="*/ 22860 h 161448"/>
                <a:gd name="connsiteX11" fmla="*/ 339090 w 375760"/>
                <a:gd name="connsiteY11" fmla="*/ 19050 h 161448"/>
                <a:gd name="connsiteX12" fmla="*/ 337661 w 375760"/>
                <a:gd name="connsiteY12" fmla="*/ 18574 h 161448"/>
                <a:gd name="connsiteX13" fmla="*/ 335280 w 375760"/>
                <a:gd name="connsiteY13" fmla="*/ 19050 h 161448"/>
                <a:gd name="connsiteX14" fmla="*/ 331470 w 375760"/>
                <a:gd name="connsiteY14" fmla="*/ 19050 h 161448"/>
                <a:gd name="connsiteX15" fmla="*/ 329565 w 375760"/>
                <a:gd name="connsiteY15" fmla="*/ 18574 h 161448"/>
                <a:gd name="connsiteX16" fmla="*/ 326231 w 375760"/>
                <a:gd name="connsiteY16" fmla="*/ 18097 h 161448"/>
                <a:gd name="connsiteX17" fmla="*/ 320992 w 375760"/>
                <a:gd name="connsiteY17" fmla="*/ 16669 h 161448"/>
                <a:gd name="connsiteX18" fmla="*/ 317182 w 375760"/>
                <a:gd name="connsiteY18" fmla="*/ 15240 h 161448"/>
                <a:gd name="connsiteX19" fmla="*/ 311944 w 375760"/>
                <a:gd name="connsiteY19" fmla="*/ 14764 h 161448"/>
                <a:gd name="connsiteX20" fmla="*/ 309086 w 375760"/>
                <a:gd name="connsiteY20" fmla="*/ 15240 h 161448"/>
                <a:gd name="connsiteX21" fmla="*/ 300038 w 375760"/>
                <a:gd name="connsiteY21" fmla="*/ 15716 h 161448"/>
                <a:gd name="connsiteX22" fmla="*/ 292417 w 375760"/>
                <a:gd name="connsiteY22" fmla="*/ 14288 h 161448"/>
                <a:gd name="connsiteX23" fmla="*/ 286226 w 375760"/>
                <a:gd name="connsiteY23" fmla="*/ 13811 h 161448"/>
                <a:gd name="connsiteX24" fmla="*/ 282416 w 375760"/>
                <a:gd name="connsiteY24" fmla="*/ 13811 h 161448"/>
                <a:gd name="connsiteX25" fmla="*/ 280511 w 375760"/>
                <a:gd name="connsiteY25" fmla="*/ 13811 h 161448"/>
                <a:gd name="connsiteX26" fmla="*/ 277653 w 375760"/>
                <a:gd name="connsiteY26" fmla="*/ 13811 h 161448"/>
                <a:gd name="connsiteX27" fmla="*/ 273367 w 375760"/>
                <a:gd name="connsiteY27" fmla="*/ 13335 h 161448"/>
                <a:gd name="connsiteX28" fmla="*/ 267176 w 375760"/>
                <a:gd name="connsiteY28" fmla="*/ 10954 h 161448"/>
                <a:gd name="connsiteX29" fmla="*/ 264795 w 375760"/>
                <a:gd name="connsiteY29" fmla="*/ 10954 h 161448"/>
                <a:gd name="connsiteX30" fmla="*/ 263366 w 375760"/>
                <a:gd name="connsiteY30" fmla="*/ 10954 h 161448"/>
                <a:gd name="connsiteX31" fmla="*/ 253365 w 375760"/>
                <a:gd name="connsiteY31" fmla="*/ 12859 h 161448"/>
                <a:gd name="connsiteX32" fmla="*/ 248602 w 375760"/>
                <a:gd name="connsiteY32" fmla="*/ 13335 h 161448"/>
                <a:gd name="connsiteX33" fmla="*/ 238601 w 375760"/>
                <a:gd name="connsiteY33" fmla="*/ 13335 h 161448"/>
                <a:gd name="connsiteX34" fmla="*/ 229076 w 375760"/>
                <a:gd name="connsiteY34" fmla="*/ 13335 h 161448"/>
                <a:gd name="connsiteX35" fmla="*/ 225742 w 375760"/>
                <a:gd name="connsiteY35" fmla="*/ 12859 h 161448"/>
                <a:gd name="connsiteX36" fmla="*/ 223838 w 375760"/>
                <a:gd name="connsiteY36" fmla="*/ 12859 h 161448"/>
                <a:gd name="connsiteX37" fmla="*/ 220027 w 375760"/>
                <a:gd name="connsiteY37" fmla="*/ 17145 h 161448"/>
                <a:gd name="connsiteX38" fmla="*/ 218598 w 375760"/>
                <a:gd name="connsiteY38" fmla="*/ 17621 h 161448"/>
                <a:gd name="connsiteX39" fmla="*/ 209550 w 375760"/>
                <a:gd name="connsiteY39" fmla="*/ 16669 h 161448"/>
                <a:gd name="connsiteX40" fmla="*/ 198596 w 375760"/>
                <a:gd name="connsiteY40" fmla="*/ 13811 h 161448"/>
                <a:gd name="connsiteX41" fmla="*/ 190976 w 375760"/>
                <a:gd name="connsiteY41" fmla="*/ 10954 h 161448"/>
                <a:gd name="connsiteX42" fmla="*/ 184309 w 375760"/>
                <a:gd name="connsiteY42" fmla="*/ 7620 h 161448"/>
                <a:gd name="connsiteX43" fmla="*/ 175736 w 375760"/>
                <a:gd name="connsiteY43" fmla="*/ 2381 h 161448"/>
                <a:gd name="connsiteX44" fmla="*/ 170497 w 375760"/>
                <a:gd name="connsiteY44" fmla="*/ 0 h 161448"/>
                <a:gd name="connsiteX45" fmla="*/ 169545 w 375760"/>
                <a:gd name="connsiteY45" fmla="*/ 1429 h 161448"/>
                <a:gd name="connsiteX46" fmla="*/ 168116 w 375760"/>
                <a:gd name="connsiteY46" fmla="*/ 1905 h 161448"/>
                <a:gd name="connsiteX47" fmla="*/ 166211 w 375760"/>
                <a:gd name="connsiteY47" fmla="*/ 1905 h 161448"/>
                <a:gd name="connsiteX48" fmla="*/ 161448 w 375760"/>
                <a:gd name="connsiteY48" fmla="*/ 1429 h 161448"/>
                <a:gd name="connsiteX49" fmla="*/ 159067 w 375760"/>
                <a:gd name="connsiteY49" fmla="*/ 3810 h 161448"/>
                <a:gd name="connsiteX50" fmla="*/ 153352 w 375760"/>
                <a:gd name="connsiteY50" fmla="*/ 5715 h 161448"/>
                <a:gd name="connsiteX51" fmla="*/ 149542 w 375760"/>
                <a:gd name="connsiteY51" fmla="*/ 7144 h 161448"/>
                <a:gd name="connsiteX52" fmla="*/ 147638 w 375760"/>
                <a:gd name="connsiteY52" fmla="*/ 9049 h 161448"/>
                <a:gd name="connsiteX53" fmla="*/ 143827 w 375760"/>
                <a:gd name="connsiteY53" fmla="*/ 21431 h 161448"/>
                <a:gd name="connsiteX54" fmla="*/ 142875 w 375760"/>
                <a:gd name="connsiteY54" fmla="*/ 25717 h 161448"/>
                <a:gd name="connsiteX55" fmla="*/ 145256 w 375760"/>
                <a:gd name="connsiteY55" fmla="*/ 33338 h 161448"/>
                <a:gd name="connsiteX56" fmla="*/ 142398 w 375760"/>
                <a:gd name="connsiteY56" fmla="*/ 32861 h 161448"/>
                <a:gd name="connsiteX57" fmla="*/ 139065 w 375760"/>
                <a:gd name="connsiteY57" fmla="*/ 30956 h 161448"/>
                <a:gd name="connsiteX58" fmla="*/ 138113 w 375760"/>
                <a:gd name="connsiteY58" fmla="*/ 29527 h 161448"/>
                <a:gd name="connsiteX59" fmla="*/ 134778 w 375760"/>
                <a:gd name="connsiteY59" fmla="*/ 28575 h 161448"/>
                <a:gd name="connsiteX60" fmla="*/ 123348 w 375760"/>
                <a:gd name="connsiteY60" fmla="*/ 27146 h 161448"/>
                <a:gd name="connsiteX61" fmla="*/ 121444 w 375760"/>
                <a:gd name="connsiteY61" fmla="*/ 25241 h 161448"/>
                <a:gd name="connsiteX62" fmla="*/ 120015 w 375760"/>
                <a:gd name="connsiteY62" fmla="*/ 23813 h 161448"/>
                <a:gd name="connsiteX63" fmla="*/ 117157 w 375760"/>
                <a:gd name="connsiteY63" fmla="*/ 22860 h 161448"/>
                <a:gd name="connsiteX64" fmla="*/ 112871 w 375760"/>
                <a:gd name="connsiteY64" fmla="*/ 22384 h 161448"/>
                <a:gd name="connsiteX65" fmla="*/ 103822 w 375760"/>
                <a:gd name="connsiteY65" fmla="*/ 19050 h 161448"/>
                <a:gd name="connsiteX66" fmla="*/ 100013 w 375760"/>
                <a:gd name="connsiteY66" fmla="*/ 19050 h 161448"/>
                <a:gd name="connsiteX67" fmla="*/ 88106 w 375760"/>
                <a:gd name="connsiteY67" fmla="*/ 16669 h 161448"/>
                <a:gd name="connsiteX68" fmla="*/ 86201 w 375760"/>
                <a:gd name="connsiteY68" fmla="*/ 16669 h 161448"/>
                <a:gd name="connsiteX69" fmla="*/ 85248 w 375760"/>
                <a:gd name="connsiteY69" fmla="*/ 16669 h 161448"/>
                <a:gd name="connsiteX70" fmla="*/ 80486 w 375760"/>
                <a:gd name="connsiteY70" fmla="*/ 18097 h 161448"/>
                <a:gd name="connsiteX71" fmla="*/ 77628 w 375760"/>
                <a:gd name="connsiteY71" fmla="*/ 18574 h 161448"/>
                <a:gd name="connsiteX72" fmla="*/ 74295 w 375760"/>
                <a:gd name="connsiteY72" fmla="*/ 18097 h 161448"/>
                <a:gd name="connsiteX73" fmla="*/ 68580 w 375760"/>
                <a:gd name="connsiteY73" fmla="*/ 20002 h 161448"/>
                <a:gd name="connsiteX74" fmla="*/ 65722 w 375760"/>
                <a:gd name="connsiteY74" fmla="*/ 22860 h 161448"/>
                <a:gd name="connsiteX75" fmla="*/ 63341 w 375760"/>
                <a:gd name="connsiteY75" fmla="*/ 26194 h 161448"/>
                <a:gd name="connsiteX76" fmla="*/ 60960 w 375760"/>
                <a:gd name="connsiteY76" fmla="*/ 28099 h 161448"/>
                <a:gd name="connsiteX77" fmla="*/ 60484 w 375760"/>
                <a:gd name="connsiteY77" fmla="*/ 31432 h 161448"/>
                <a:gd name="connsiteX78" fmla="*/ 58578 w 375760"/>
                <a:gd name="connsiteY78" fmla="*/ 32861 h 161448"/>
                <a:gd name="connsiteX79" fmla="*/ 56673 w 375760"/>
                <a:gd name="connsiteY79" fmla="*/ 36195 h 161448"/>
                <a:gd name="connsiteX80" fmla="*/ 56673 w 375760"/>
                <a:gd name="connsiteY80" fmla="*/ 38100 h 161448"/>
                <a:gd name="connsiteX81" fmla="*/ 58578 w 375760"/>
                <a:gd name="connsiteY81" fmla="*/ 40005 h 161448"/>
                <a:gd name="connsiteX82" fmla="*/ 59531 w 375760"/>
                <a:gd name="connsiteY82" fmla="*/ 39052 h 161448"/>
                <a:gd name="connsiteX83" fmla="*/ 61436 w 375760"/>
                <a:gd name="connsiteY83" fmla="*/ 38100 h 161448"/>
                <a:gd name="connsiteX84" fmla="*/ 64770 w 375760"/>
                <a:gd name="connsiteY84" fmla="*/ 39529 h 161448"/>
                <a:gd name="connsiteX85" fmla="*/ 67627 w 375760"/>
                <a:gd name="connsiteY85" fmla="*/ 41434 h 161448"/>
                <a:gd name="connsiteX86" fmla="*/ 68103 w 375760"/>
                <a:gd name="connsiteY86" fmla="*/ 42386 h 161448"/>
                <a:gd name="connsiteX87" fmla="*/ 68103 w 375760"/>
                <a:gd name="connsiteY87" fmla="*/ 43339 h 161448"/>
                <a:gd name="connsiteX88" fmla="*/ 61436 w 375760"/>
                <a:gd name="connsiteY88" fmla="*/ 46672 h 161448"/>
                <a:gd name="connsiteX89" fmla="*/ 57150 w 375760"/>
                <a:gd name="connsiteY89" fmla="*/ 48101 h 161448"/>
                <a:gd name="connsiteX90" fmla="*/ 55245 w 375760"/>
                <a:gd name="connsiteY90" fmla="*/ 48577 h 161448"/>
                <a:gd name="connsiteX91" fmla="*/ 54769 w 375760"/>
                <a:gd name="connsiteY91" fmla="*/ 49054 h 161448"/>
                <a:gd name="connsiteX92" fmla="*/ 53340 w 375760"/>
                <a:gd name="connsiteY92" fmla="*/ 52864 h 161448"/>
                <a:gd name="connsiteX93" fmla="*/ 50959 w 375760"/>
                <a:gd name="connsiteY93" fmla="*/ 53340 h 161448"/>
                <a:gd name="connsiteX94" fmla="*/ 47625 w 375760"/>
                <a:gd name="connsiteY94" fmla="*/ 54769 h 161448"/>
                <a:gd name="connsiteX95" fmla="*/ 45244 w 375760"/>
                <a:gd name="connsiteY95" fmla="*/ 56674 h 161448"/>
                <a:gd name="connsiteX96" fmla="*/ 41434 w 375760"/>
                <a:gd name="connsiteY96" fmla="*/ 60960 h 161448"/>
                <a:gd name="connsiteX97" fmla="*/ 31909 w 375760"/>
                <a:gd name="connsiteY97" fmla="*/ 67151 h 161448"/>
                <a:gd name="connsiteX98" fmla="*/ 31909 w 375760"/>
                <a:gd name="connsiteY98" fmla="*/ 68580 h 161448"/>
                <a:gd name="connsiteX99" fmla="*/ 32861 w 375760"/>
                <a:gd name="connsiteY99" fmla="*/ 69532 h 161448"/>
                <a:gd name="connsiteX100" fmla="*/ 35719 w 375760"/>
                <a:gd name="connsiteY100" fmla="*/ 70009 h 161448"/>
                <a:gd name="connsiteX101" fmla="*/ 39528 w 375760"/>
                <a:gd name="connsiteY101" fmla="*/ 71914 h 161448"/>
                <a:gd name="connsiteX102" fmla="*/ 41910 w 375760"/>
                <a:gd name="connsiteY102" fmla="*/ 73342 h 161448"/>
                <a:gd name="connsiteX103" fmla="*/ 47625 w 375760"/>
                <a:gd name="connsiteY103" fmla="*/ 71438 h 161448"/>
                <a:gd name="connsiteX104" fmla="*/ 49053 w 375760"/>
                <a:gd name="connsiteY104" fmla="*/ 71914 h 161448"/>
                <a:gd name="connsiteX105" fmla="*/ 50482 w 375760"/>
                <a:gd name="connsiteY105" fmla="*/ 73819 h 161448"/>
                <a:gd name="connsiteX106" fmla="*/ 51911 w 375760"/>
                <a:gd name="connsiteY106" fmla="*/ 79534 h 161448"/>
                <a:gd name="connsiteX107" fmla="*/ 54769 w 375760"/>
                <a:gd name="connsiteY107" fmla="*/ 80963 h 161448"/>
                <a:gd name="connsiteX108" fmla="*/ 58102 w 375760"/>
                <a:gd name="connsiteY108" fmla="*/ 81915 h 161448"/>
                <a:gd name="connsiteX109" fmla="*/ 60484 w 375760"/>
                <a:gd name="connsiteY109" fmla="*/ 82391 h 161448"/>
                <a:gd name="connsiteX110" fmla="*/ 63341 w 375760"/>
                <a:gd name="connsiteY110" fmla="*/ 83820 h 161448"/>
                <a:gd name="connsiteX111" fmla="*/ 67151 w 375760"/>
                <a:gd name="connsiteY111" fmla="*/ 84296 h 161448"/>
                <a:gd name="connsiteX112" fmla="*/ 69532 w 375760"/>
                <a:gd name="connsiteY112" fmla="*/ 83820 h 161448"/>
                <a:gd name="connsiteX113" fmla="*/ 72866 w 375760"/>
                <a:gd name="connsiteY113" fmla="*/ 84772 h 161448"/>
                <a:gd name="connsiteX114" fmla="*/ 73342 w 375760"/>
                <a:gd name="connsiteY114" fmla="*/ 84296 h 161448"/>
                <a:gd name="connsiteX115" fmla="*/ 73819 w 375760"/>
                <a:gd name="connsiteY115" fmla="*/ 76200 h 161448"/>
                <a:gd name="connsiteX116" fmla="*/ 76676 w 375760"/>
                <a:gd name="connsiteY116" fmla="*/ 77629 h 161448"/>
                <a:gd name="connsiteX117" fmla="*/ 78105 w 375760"/>
                <a:gd name="connsiteY117" fmla="*/ 77629 h 161448"/>
                <a:gd name="connsiteX118" fmla="*/ 79534 w 375760"/>
                <a:gd name="connsiteY118" fmla="*/ 76676 h 161448"/>
                <a:gd name="connsiteX119" fmla="*/ 80010 w 375760"/>
                <a:gd name="connsiteY119" fmla="*/ 75247 h 161448"/>
                <a:gd name="connsiteX120" fmla="*/ 80486 w 375760"/>
                <a:gd name="connsiteY120" fmla="*/ 72390 h 161448"/>
                <a:gd name="connsiteX121" fmla="*/ 80010 w 375760"/>
                <a:gd name="connsiteY121" fmla="*/ 69532 h 161448"/>
                <a:gd name="connsiteX122" fmla="*/ 81439 w 375760"/>
                <a:gd name="connsiteY122" fmla="*/ 68104 h 161448"/>
                <a:gd name="connsiteX123" fmla="*/ 82391 w 375760"/>
                <a:gd name="connsiteY123" fmla="*/ 67627 h 161448"/>
                <a:gd name="connsiteX124" fmla="*/ 82867 w 375760"/>
                <a:gd name="connsiteY124" fmla="*/ 68104 h 161448"/>
                <a:gd name="connsiteX125" fmla="*/ 83344 w 375760"/>
                <a:gd name="connsiteY125" fmla="*/ 68580 h 161448"/>
                <a:gd name="connsiteX126" fmla="*/ 83344 w 375760"/>
                <a:gd name="connsiteY126" fmla="*/ 70961 h 161448"/>
                <a:gd name="connsiteX127" fmla="*/ 85248 w 375760"/>
                <a:gd name="connsiteY127" fmla="*/ 71914 h 161448"/>
                <a:gd name="connsiteX128" fmla="*/ 86201 w 375760"/>
                <a:gd name="connsiteY128" fmla="*/ 72390 h 161448"/>
                <a:gd name="connsiteX129" fmla="*/ 87153 w 375760"/>
                <a:gd name="connsiteY129" fmla="*/ 74295 h 161448"/>
                <a:gd name="connsiteX130" fmla="*/ 88106 w 375760"/>
                <a:gd name="connsiteY130" fmla="*/ 76200 h 161448"/>
                <a:gd name="connsiteX131" fmla="*/ 88582 w 375760"/>
                <a:gd name="connsiteY131" fmla="*/ 80963 h 161448"/>
                <a:gd name="connsiteX132" fmla="*/ 91440 w 375760"/>
                <a:gd name="connsiteY132" fmla="*/ 81439 h 161448"/>
                <a:gd name="connsiteX133" fmla="*/ 94773 w 375760"/>
                <a:gd name="connsiteY133" fmla="*/ 82391 h 161448"/>
                <a:gd name="connsiteX134" fmla="*/ 96678 w 375760"/>
                <a:gd name="connsiteY134" fmla="*/ 81439 h 161448"/>
                <a:gd name="connsiteX135" fmla="*/ 98107 w 375760"/>
                <a:gd name="connsiteY135" fmla="*/ 81915 h 161448"/>
                <a:gd name="connsiteX136" fmla="*/ 98584 w 375760"/>
                <a:gd name="connsiteY136" fmla="*/ 84296 h 161448"/>
                <a:gd name="connsiteX137" fmla="*/ 98584 w 375760"/>
                <a:gd name="connsiteY137" fmla="*/ 86201 h 161448"/>
                <a:gd name="connsiteX138" fmla="*/ 98584 w 375760"/>
                <a:gd name="connsiteY138" fmla="*/ 87630 h 161448"/>
                <a:gd name="connsiteX139" fmla="*/ 99536 w 375760"/>
                <a:gd name="connsiteY139" fmla="*/ 88106 h 161448"/>
                <a:gd name="connsiteX140" fmla="*/ 102394 w 375760"/>
                <a:gd name="connsiteY140" fmla="*/ 87154 h 161448"/>
                <a:gd name="connsiteX141" fmla="*/ 104775 w 375760"/>
                <a:gd name="connsiteY141" fmla="*/ 87154 h 161448"/>
                <a:gd name="connsiteX142" fmla="*/ 107156 w 375760"/>
                <a:gd name="connsiteY142" fmla="*/ 88106 h 161448"/>
                <a:gd name="connsiteX143" fmla="*/ 110014 w 375760"/>
                <a:gd name="connsiteY143" fmla="*/ 89535 h 161448"/>
                <a:gd name="connsiteX144" fmla="*/ 113823 w 375760"/>
                <a:gd name="connsiteY144" fmla="*/ 93345 h 161448"/>
                <a:gd name="connsiteX145" fmla="*/ 115252 w 375760"/>
                <a:gd name="connsiteY145" fmla="*/ 93821 h 161448"/>
                <a:gd name="connsiteX146" fmla="*/ 120967 w 375760"/>
                <a:gd name="connsiteY146" fmla="*/ 94297 h 161448"/>
                <a:gd name="connsiteX147" fmla="*/ 122396 w 375760"/>
                <a:gd name="connsiteY147" fmla="*/ 95250 h 161448"/>
                <a:gd name="connsiteX148" fmla="*/ 124301 w 375760"/>
                <a:gd name="connsiteY148" fmla="*/ 95250 h 161448"/>
                <a:gd name="connsiteX149" fmla="*/ 126682 w 375760"/>
                <a:gd name="connsiteY149" fmla="*/ 94774 h 161448"/>
                <a:gd name="connsiteX150" fmla="*/ 131445 w 375760"/>
                <a:gd name="connsiteY150" fmla="*/ 96202 h 161448"/>
                <a:gd name="connsiteX151" fmla="*/ 131445 w 375760"/>
                <a:gd name="connsiteY151" fmla="*/ 97155 h 161448"/>
                <a:gd name="connsiteX152" fmla="*/ 130492 w 375760"/>
                <a:gd name="connsiteY152" fmla="*/ 98107 h 161448"/>
                <a:gd name="connsiteX153" fmla="*/ 119063 w 375760"/>
                <a:gd name="connsiteY153" fmla="*/ 103346 h 161448"/>
                <a:gd name="connsiteX154" fmla="*/ 118110 w 375760"/>
                <a:gd name="connsiteY154" fmla="*/ 104775 h 161448"/>
                <a:gd name="connsiteX155" fmla="*/ 115728 w 375760"/>
                <a:gd name="connsiteY155" fmla="*/ 106680 h 161448"/>
                <a:gd name="connsiteX156" fmla="*/ 113347 w 375760"/>
                <a:gd name="connsiteY156" fmla="*/ 108109 h 161448"/>
                <a:gd name="connsiteX157" fmla="*/ 111919 w 375760"/>
                <a:gd name="connsiteY157" fmla="*/ 108109 h 161448"/>
                <a:gd name="connsiteX158" fmla="*/ 106203 w 375760"/>
                <a:gd name="connsiteY158" fmla="*/ 105727 h 161448"/>
                <a:gd name="connsiteX159" fmla="*/ 105727 w 375760"/>
                <a:gd name="connsiteY159" fmla="*/ 106204 h 161448"/>
                <a:gd name="connsiteX160" fmla="*/ 105251 w 375760"/>
                <a:gd name="connsiteY160" fmla="*/ 107156 h 161448"/>
                <a:gd name="connsiteX161" fmla="*/ 105251 w 375760"/>
                <a:gd name="connsiteY161" fmla="*/ 108109 h 161448"/>
                <a:gd name="connsiteX162" fmla="*/ 106680 w 375760"/>
                <a:gd name="connsiteY162" fmla="*/ 110490 h 161448"/>
                <a:gd name="connsiteX163" fmla="*/ 106203 w 375760"/>
                <a:gd name="connsiteY163" fmla="*/ 111919 h 161448"/>
                <a:gd name="connsiteX164" fmla="*/ 105251 w 375760"/>
                <a:gd name="connsiteY164" fmla="*/ 112871 h 161448"/>
                <a:gd name="connsiteX165" fmla="*/ 101917 w 375760"/>
                <a:gd name="connsiteY165" fmla="*/ 111919 h 161448"/>
                <a:gd name="connsiteX166" fmla="*/ 101441 w 375760"/>
                <a:gd name="connsiteY166" fmla="*/ 111442 h 161448"/>
                <a:gd name="connsiteX167" fmla="*/ 101441 w 375760"/>
                <a:gd name="connsiteY167" fmla="*/ 110966 h 161448"/>
                <a:gd name="connsiteX168" fmla="*/ 100013 w 375760"/>
                <a:gd name="connsiteY168" fmla="*/ 110966 h 161448"/>
                <a:gd name="connsiteX169" fmla="*/ 98107 w 375760"/>
                <a:gd name="connsiteY169" fmla="*/ 111442 h 161448"/>
                <a:gd name="connsiteX170" fmla="*/ 94297 w 375760"/>
                <a:gd name="connsiteY170" fmla="*/ 115252 h 161448"/>
                <a:gd name="connsiteX171" fmla="*/ 92869 w 375760"/>
                <a:gd name="connsiteY171" fmla="*/ 117157 h 161448"/>
                <a:gd name="connsiteX172" fmla="*/ 92392 w 375760"/>
                <a:gd name="connsiteY172" fmla="*/ 118586 h 161448"/>
                <a:gd name="connsiteX173" fmla="*/ 90488 w 375760"/>
                <a:gd name="connsiteY173" fmla="*/ 119063 h 161448"/>
                <a:gd name="connsiteX174" fmla="*/ 88582 w 375760"/>
                <a:gd name="connsiteY174" fmla="*/ 119539 h 161448"/>
                <a:gd name="connsiteX175" fmla="*/ 86201 w 375760"/>
                <a:gd name="connsiteY175" fmla="*/ 121444 h 161448"/>
                <a:gd name="connsiteX176" fmla="*/ 83344 w 375760"/>
                <a:gd name="connsiteY176" fmla="*/ 122872 h 161448"/>
                <a:gd name="connsiteX177" fmla="*/ 82391 w 375760"/>
                <a:gd name="connsiteY177" fmla="*/ 121920 h 161448"/>
                <a:gd name="connsiteX178" fmla="*/ 81915 w 375760"/>
                <a:gd name="connsiteY178" fmla="*/ 120967 h 161448"/>
                <a:gd name="connsiteX179" fmla="*/ 81439 w 375760"/>
                <a:gd name="connsiteY179" fmla="*/ 120491 h 161448"/>
                <a:gd name="connsiteX180" fmla="*/ 79534 w 375760"/>
                <a:gd name="connsiteY180" fmla="*/ 120967 h 161448"/>
                <a:gd name="connsiteX181" fmla="*/ 77628 w 375760"/>
                <a:gd name="connsiteY181" fmla="*/ 120967 h 161448"/>
                <a:gd name="connsiteX182" fmla="*/ 75247 w 375760"/>
                <a:gd name="connsiteY182" fmla="*/ 119539 h 161448"/>
                <a:gd name="connsiteX183" fmla="*/ 72390 w 375760"/>
                <a:gd name="connsiteY183" fmla="*/ 118110 h 161448"/>
                <a:gd name="connsiteX184" fmla="*/ 70009 w 375760"/>
                <a:gd name="connsiteY184" fmla="*/ 117634 h 161448"/>
                <a:gd name="connsiteX185" fmla="*/ 62865 w 375760"/>
                <a:gd name="connsiteY185" fmla="*/ 118110 h 161448"/>
                <a:gd name="connsiteX186" fmla="*/ 59531 w 375760"/>
                <a:gd name="connsiteY186" fmla="*/ 118586 h 161448"/>
                <a:gd name="connsiteX187" fmla="*/ 58578 w 375760"/>
                <a:gd name="connsiteY187" fmla="*/ 119063 h 161448"/>
                <a:gd name="connsiteX188" fmla="*/ 58578 w 375760"/>
                <a:gd name="connsiteY188" fmla="*/ 120015 h 161448"/>
                <a:gd name="connsiteX189" fmla="*/ 58102 w 375760"/>
                <a:gd name="connsiteY189" fmla="*/ 121444 h 161448"/>
                <a:gd name="connsiteX190" fmla="*/ 50959 w 375760"/>
                <a:gd name="connsiteY190" fmla="*/ 123825 h 161448"/>
                <a:gd name="connsiteX191" fmla="*/ 47625 w 375760"/>
                <a:gd name="connsiteY191" fmla="*/ 125730 h 161448"/>
                <a:gd name="connsiteX192" fmla="*/ 47148 w 375760"/>
                <a:gd name="connsiteY192" fmla="*/ 129064 h 161448"/>
                <a:gd name="connsiteX193" fmla="*/ 46196 w 375760"/>
                <a:gd name="connsiteY193" fmla="*/ 130016 h 161448"/>
                <a:gd name="connsiteX194" fmla="*/ 44767 w 375760"/>
                <a:gd name="connsiteY194" fmla="*/ 130969 h 161448"/>
                <a:gd name="connsiteX195" fmla="*/ 43339 w 375760"/>
                <a:gd name="connsiteY195" fmla="*/ 130969 h 161448"/>
                <a:gd name="connsiteX196" fmla="*/ 40957 w 375760"/>
                <a:gd name="connsiteY196" fmla="*/ 127159 h 161448"/>
                <a:gd name="connsiteX197" fmla="*/ 38576 w 375760"/>
                <a:gd name="connsiteY197" fmla="*/ 126206 h 161448"/>
                <a:gd name="connsiteX198" fmla="*/ 35242 w 375760"/>
                <a:gd name="connsiteY198" fmla="*/ 124777 h 161448"/>
                <a:gd name="connsiteX199" fmla="*/ 28575 w 375760"/>
                <a:gd name="connsiteY199" fmla="*/ 121920 h 161448"/>
                <a:gd name="connsiteX200" fmla="*/ 25241 w 375760"/>
                <a:gd name="connsiteY200" fmla="*/ 120967 h 161448"/>
                <a:gd name="connsiteX201" fmla="*/ 18573 w 375760"/>
                <a:gd name="connsiteY201" fmla="*/ 122872 h 161448"/>
                <a:gd name="connsiteX202" fmla="*/ 10477 w 375760"/>
                <a:gd name="connsiteY202" fmla="*/ 125254 h 161448"/>
                <a:gd name="connsiteX203" fmla="*/ 9048 w 375760"/>
                <a:gd name="connsiteY203" fmla="*/ 126682 h 161448"/>
                <a:gd name="connsiteX204" fmla="*/ 8096 w 375760"/>
                <a:gd name="connsiteY204" fmla="*/ 128111 h 161448"/>
                <a:gd name="connsiteX205" fmla="*/ 8096 w 375760"/>
                <a:gd name="connsiteY205" fmla="*/ 129540 h 161448"/>
                <a:gd name="connsiteX206" fmla="*/ 8572 w 375760"/>
                <a:gd name="connsiteY206" fmla="*/ 130969 h 161448"/>
                <a:gd name="connsiteX207" fmla="*/ 8096 w 375760"/>
                <a:gd name="connsiteY207" fmla="*/ 132397 h 161448"/>
                <a:gd name="connsiteX208" fmla="*/ 6667 w 375760"/>
                <a:gd name="connsiteY208" fmla="*/ 132874 h 161448"/>
                <a:gd name="connsiteX209" fmla="*/ 4286 w 375760"/>
                <a:gd name="connsiteY209" fmla="*/ 131445 h 161448"/>
                <a:gd name="connsiteX210" fmla="*/ 2381 w 375760"/>
                <a:gd name="connsiteY210" fmla="*/ 130492 h 161448"/>
                <a:gd name="connsiteX211" fmla="*/ 1428 w 375760"/>
                <a:gd name="connsiteY211" fmla="*/ 132397 h 161448"/>
                <a:gd name="connsiteX212" fmla="*/ 476 w 375760"/>
                <a:gd name="connsiteY212" fmla="*/ 136207 h 161448"/>
                <a:gd name="connsiteX213" fmla="*/ 0 w 375760"/>
                <a:gd name="connsiteY213" fmla="*/ 138589 h 161448"/>
                <a:gd name="connsiteX214" fmla="*/ 1905 w 375760"/>
                <a:gd name="connsiteY214" fmla="*/ 142399 h 161448"/>
                <a:gd name="connsiteX215" fmla="*/ 2381 w 375760"/>
                <a:gd name="connsiteY215" fmla="*/ 148114 h 161448"/>
                <a:gd name="connsiteX216" fmla="*/ 5715 w 375760"/>
                <a:gd name="connsiteY216" fmla="*/ 147638 h 161448"/>
                <a:gd name="connsiteX217" fmla="*/ 8096 w 375760"/>
                <a:gd name="connsiteY217" fmla="*/ 147638 h 161448"/>
                <a:gd name="connsiteX218" fmla="*/ 12859 w 375760"/>
                <a:gd name="connsiteY218" fmla="*/ 146209 h 161448"/>
                <a:gd name="connsiteX219" fmla="*/ 15240 w 375760"/>
                <a:gd name="connsiteY219" fmla="*/ 146209 h 161448"/>
                <a:gd name="connsiteX220" fmla="*/ 19050 w 375760"/>
                <a:gd name="connsiteY220" fmla="*/ 147161 h 161448"/>
                <a:gd name="connsiteX221" fmla="*/ 25241 w 375760"/>
                <a:gd name="connsiteY221" fmla="*/ 147161 h 161448"/>
                <a:gd name="connsiteX222" fmla="*/ 30003 w 375760"/>
                <a:gd name="connsiteY222" fmla="*/ 146685 h 161448"/>
                <a:gd name="connsiteX223" fmla="*/ 31432 w 375760"/>
                <a:gd name="connsiteY223" fmla="*/ 146685 h 161448"/>
                <a:gd name="connsiteX224" fmla="*/ 32385 w 375760"/>
                <a:gd name="connsiteY224" fmla="*/ 145732 h 161448"/>
                <a:gd name="connsiteX225" fmla="*/ 33814 w 375760"/>
                <a:gd name="connsiteY225" fmla="*/ 146209 h 161448"/>
                <a:gd name="connsiteX226" fmla="*/ 35242 w 375760"/>
                <a:gd name="connsiteY226" fmla="*/ 147638 h 161448"/>
                <a:gd name="connsiteX227" fmla="*/ 40481 w 375760"/>
                <a:gd name="connsiteY227" fmla="*/ 146209 h 161448"/>
                <a:gd name="connsiteX228" fmla="*/ 44291 w 375760"/>
                <a:gd name="connsiteY228" fmla="*/ 146209 h 161448"/>
                <a:gd name="connsiteX229" fmla="*/ 46672 w 375760"/>
                <a:gd name="connsiteY229" fmla="*/ 146685 h 161448"/>
                <a:gd name="connsiteX230" fmla="*/ 48101 w 375760"/>
                <a:gd name="connsiteY230" fmla="*/ 147161 h 161448"/>
                <a:gd name="connsiteX231" fmla="*/ 50482 w 375760"/>
                <a:gd name="connsiteY231" fmla="*/ 150971 h 161448"/>
                <a:gd name="connsiteX232" fmla="*/ 52388 w 375760"/>
                <a:gd name="connsiteY232" fmla="*/ 153353 h 161448"/>
                <a:gd name="connsiteX233" fmla="*/ 54769 w 375760"/>
                <a:gd name="connsiteY233" fmla="*/ 154305 h 161448"/>
                <a:gd name="connsiteX234" fmla="*/ 61913 w 375760"/>
                <a:gd name="connsiteY234" fmla="*/ 153829 h 161448"/>
                <a:gd name="connsiteX235" fmla="*/ 63817 w 375760"/>
                <a:gd name="connsiteY235" fmla="*/ 150495 h 161448"/>
                <a:gd name="connsiteX236" fmla="*/ 65722 w 375760"/>
                <a:gd name="connsiteY236" fmla="*/ 149542 h 161448"/>
                <a:gd name="connsiteX237" fmla="*/ 68580 w 375760"/>
                <a:gd name="connsiteY237" fmla="*/ 149066 h 161448"/>
                <a:gd name="connsiteX238" fmla="*/ 70961 w 375760"/>
                <a:gd name="connsiteY238" fmla="*/ 148590 h 161448"/>
                <a:gd name="connsiteX239" fmla="*/ 72866 w 375760"/>
                <a:gd name="connsiteY239" fmla="*/ 147161 h 161448"/>
                <a:gd name="connsiteX240" fmla="*/ 75247 w 375760"/>
                <a:gd name="connsiteY240" fmla="*/ 146209 h 161448"/>
                <a:gd name="connsiteX241" fmla="*/ 77628 w 375760"/>
                <a:gd name="connsiteY241" fmla="*/ 146209 h 161448"/>
                <a:gd name="connsiteX242" fmla="*/ 78581 w 375760"/>
                <a:gd name="connsiteY242" fmla="*/ 147161 h 161448"/>
                <a:gd name="connsiteX243" fmla="*/ 79057 w 375760"/>
                <a:gd name="connsiteY243" fmla="*/ 148114 h 161448"/>
                <a:gd name="connsiteX244" fmla="*/ 78581 w 375760"/>
                <a:gd name="connsiteY244" fmla="*/ 149542 h 161448"/>
                <a:gd name="connsiteX245" fmla="*/ 78581 w 375760"/>
                <a:gd name="connsiteY245" fmla="*/ 150971 h 161448"/>
                <a:gd name="connsiteX246" fmla="*/ 80010 w 375760"/>
                <a:gd name="connsiteY246" fmla="*/ 151924 h 161448"/>
                <a:gd name="connsiteX247" fmla="*/ 84296 w 375760"/>
                <a:gd name="connsiteY247" fmla="*/ 152400 h 161448"/>
                <a:gd name="connsiteX248" fmla="*/ 86201 w 375760"/>
                <a:gd name="connsiteY248" fmla="*/ 153353 h 161448"/>
                <a:gd name="connsiteX249" fmla="*/ 86201 w 375760"/>
                <a:gd name="connsiteY249" fmla="*/ 155257 h 161448"/>
                <a:gd name="connsiteX250" fmla="*/ 85725 w 375760"/>
                <a:gd name="connsiteY250" fmla="*/ 158115 h 161448"/>
                <a:gd name="connsiteX251" fmla="*/ 87630 w 375760"/>
                <a:gd name="connsiteY251" fmla="*/ 159067 h 161448"/>
                <a:gd name="connsiteX252" fmla="*/ 88582 w 375760"/>
                <a:gd name="connsiteY252" fmla="*/ 159067 h 161448"/>
                <a:gd name="connsiteX253" fmla="*/ 94773 w 375760"/>
                <a:gd name="connsiteY253" fmla="*/ 156210 h 161448"/>
                <a:gd name="connsiteX254" fmla="*/ 96678 w 375760"/>
                <a:gd name="connsiteY254" fmla="*/ 156210 h 161448"/>
                <a:gd name="connsiteX255" fmla="*/ 98107 w 375760"/>
                <a:gd name="connsiteY255" fmla="*/ 157639 h 161448"/>
                <a:gd name="connsiteX256" fmla="*/ 100489 w 375760"/>
                <a:gd name="connsiteY256" fmla="*/ 159544 h 161448"/>
                <a:gd name="connsiteX257" fmla="*/ 103346 w 375760"/>
                <a:gd name="connsiteY257" fmla="*/ 161449 h 161448"/>
                <a:gd name="connsiteX258" fmla="*/ 103822 w 375760"/>
                <a:gd name="connsiteY258" fmla="*/ 160972 h 161448"/>
                <a:gd name="connsiteX259" fmla="*/ 105251 w 375760"/>
                <a:gd name="connsiteY259" fmla="*/ 158591 h 161448"/>
                <a:gd name="connsiteX260" fmla="*/ 107632 w 375760"/>
                <a:gd name="connsiteY260" fmla="*/ 156210 h 161448"/>
                <a:gd name="connsiteX261" fmla="*/ 111919 w 375760"/>
                <a:gd name="connsiteY261" fmla="*/ 155257 h 161448"/>
                <a:gd name="connsiteX262" fmla="*/ 114300 w 375760"/>
                <a:gd name="connsiteY262" fmla="*/ 154305 h 161448"/>
                <a:gd name="connsiteX263" fmla="*/ 116681 w 375760"/>
                <a:gd name="connsiteY263" fmla="*/ 153829 h 161448"/>
                <a:gd name="connsiteX264" fmla="*/ 124777 w 375760"/>
                <a:gd name="connsiteY264" fmla="*/ 154781 h 161448"/>
                <a:gd name="connsiteX265" fmla="*/ 127159 w 375760"/>
                <a:gd name="connsiteY265" fmla="*/ 154781 h 161448"/>
                <a:gd name="connsiteX266" fmla="*/ 132397 w 375760"/>
                <a:gd name="connsiteY266" fmla="*/ 154781 h 161448"/>
                <a:gd name="connsiteX267" fmla="*/ 136684 w 375760"/>
                <a:gd name="connsiteY267" fmla="*/ 154305 h 161448"/>
                <a:gd name="connsiteX268" fmla="*/ 140017 w 375760"/>
                <a:gd name="connsiteY268" fmla="*/ 152876 h 161448"/>
                <a:gd name="connsiteX269" fmla="*/ 141922 w 375760"/>
                <a:gd name="connsiteY269" fmla="*/ 151447 h 161448"/>
                <a:gd name="connsiteX270" fmla="*/ 144780 w 375760"/>
                <a:gd name="connsiteY270" fmla="*/ 150971 h 161448"/>
                <a:gd name="connsiteX271" fmla="*/ 148590 w 375760"/>
                <a:gd name="connsiteY271" fmla="*/ 150971 h 161448"/>
                <a:gd name="connsiteX272" fmla="*/ 150495 w 375760"/>
                <a:gd name="connsiteY272" fmla="*/ 151447 h 161448"/>
                <a:gd name="connsiteX273" fmla="*/ 153352 w 375760"/>
                <a:gd name="connsiteY273" fmla="*/ 150971 h 161448"/>
                <a:gd name="connsiteX274" fmla="*/ 157163 w 375760"/>
                <a:gd name="connsiteY274" fmla="*/ 150019 h 161448"/>
                <a:gd name="connsiteX275" fmla="*/ 159067 w 375760"/>
                <a:gd name="connsiteY275" fmla="*/ 148114 h 161448"/>
                <a:gd name="connsiteX276" fmla="*/ 160020 w 375760"/>
                <a:gd name="connsiteY276" fmla="*/ 146209 h 161448"/>
                <a:gd name="connsiteX277" fmla="*/ 160496 w 375760"/>
                <a:gd name="connsiteY277" fmla="*/ 145256 h 161448"/>
                <a:gd name="connsiteX278" fmla="*/ 159544 w 375760"/>
                <a:gd name="connsiteY278" fmla="*/ 140970 h 161448"/>
                <a:gd name="connsiteX279" fmla="*/ 158115 w 375760"/>
                <a:gd name="connsiteY279" fmla="*/ 139065 h 161448"/>
                <a:gd name="connsiteX280" fmla="*/ 158115 w 375760"/>
                <a:gd name="connsiteY280" fmla="*/ 137636 h 161448"/>
                <a:gd name="connsiteX281" fmla="*/ 158591 w 375760"/>
                <a:gd name="connsiteY281" fmla="*/ 136684 h 161448"/>
                <a:gd name="connsiteX282" fmla="*/ 159544 w 375760"/>
                <a:gd name="connsiteY282" fmla="*/ 134779 h 161448"/>
                <a:gd name="connsiteX283" fmla="*/ 161448 w 375760"/>
                <a:gd name="connsiteY283" fmla="*/ 130969 h 161448"/>
                <a:gd name="connsiteX284" fmla="*/ 163353 w 375760"/>
                <a:gd name="connsiteY284" fmla="*/ 128588 h 161448"/>
                <a:gd name="connsiteX285" fmla="*/ 164306 w 375760"/>
                <a:gd name="connsiteY285" fmla="*/ 128111 h 161448"/>
                <a:gd name="connsiteX286" fmla="*/ 166688 w 375760"/>
                <a:gd name="connsiteY286" fmla="*/ 127635 h 161448"/>
                <a:gd name="connsiteX287" fmla="*/ 171926 w 375760"/>
                <a:gd name="connsiteY287" fmla="*/ 127159 h 161448"/>
                <a:gd name="connsiteX288" fmla="*/ 177641 w 375760"/>
                <a:gd name="connsiteY288" fmla="*/ 125254 h 161448"/>
                <a:gd name="connsiteX289" fmla="*/ 184309 w 375760"/>
                <a:gd name="connsiteY289" fmla="*/ 120015 h 161448"/>
                <a:gd name="connsiteX290" fmla="*/ 186690 w 375760"/>
                <a:gd name="connsiteY290" fmla="*/ 118586 h 161448"/>
                <a:gd name="connsiteX291" fmla="*/ 189547 w 375760"/>
                <a:gd name="connsiteY291" fmla="*/ 117634 h 161448"/>
                <a:gd name="connsiteX292" fmla="*/ 191452 w 375760"/>
                <a:gd name="connsiteY292" fmla="*/ 117634 h 161448"/>
                <a:gd name="connsiteX293" fmla="*/ 191928 w 375760"/>
                <a:gd name="connsiteY293" fmla="*/ 117157 h 161448"/>
                <a:gd name="connsiteX294" fmla="*/ 190500 w 375760"/>
                <a:gd name="connsiteY294" fmla="*/ 113824 h 161448"/>
                <a:gd name="connsiteX295" fmla="*/ 190976 w 375760"/>
                <a:gd name="connsiteY295" fmla="*/ 112395 h 161448"/>
                <a:gd name="connsiteX296" fmla="*/ 191928 w 375760"/>
                <a:gd name="connsiteY296" fmla="*/ 111442 h 161448"/>
                <a:gd name="connsiteX297" fmla="*/ 192881 w 375760"/>
                <a:gd name="connsiteY297" fmla="*/ 110966 h 161448"/>
                <a:gd name="connsiteX298" fmla="*/ 197644 w 375760"/>
                <a:gd name="connsiteY298" fmla="*/ 112871 h 161448"/>
                <a:gd name="connsiteX299" fmla="*/ 201453 w 375760"/>
                <a:gd name="connsiteY299" fmla="*/ 112871 h 161448"/>
                <a:gd name="connsiteX300" fmla="*/ 205740 w 375760"/>
                <a:gd name="connsiteY300" fmla="*/ 111919 h 161448"/>
                <a:gd name="connsiteX301" fmla="*/ 215265 w 375760"/>
                <a:gd name="connsiteY301" fmla="*/ 106204 h 161448"/>
                <a:gd name="connsiteX302" fmla="*/ 216217 w 375760"/>
                <a:gd name="connsiteY302" fmla="*/ 106204 h 161448"/>
                <a:gd name="connsiteX303" fmla="*/ 217170 w 375760"/>
                <a:gd name="connsiteY303" fmla="*/ 107156 h 161448"/>
                <a:gd name="connsiteX304" fmla="*/ 218122 w 375760"/>
                <a:gd name="connsiteY304" fmla="*/ 110490 h 161448"/>
                <a:gd name="connsiteX305" fmla="*/ 219551 w 375760"/>
                <a:gd name="connsiteY305" fmla="*/ 118110 h 161448"/>
                <a:gd name="connsiteX306" fmla="*/ 220503 w 375760"/>
                <a:gd name="connsiteY306" fmla="*/ 119063 h 161448"/>
                <a:gd name="connsiteX307" fmla="*/ 227171 w 375760"/>
                <a:gd name="connsiteY307" fmla="*/ 119063 h 161448"/>
                <a:gd name="connsiteX308" fmla="*/ 231457 w 375760"/>
                <a:gd name="connsiteY308" fmla="*/ 116205 h 161448"/>
                <a:gd name="connsiteX309" fmla="*/ 233363 w 375760"/>
                <a:gd name="connsiteY309" fmla="*/ 115729 h 161448"/>
                <a:gd name="connsiteX310" fmla="*/ 236696 w 375760"/>
                <a:gd name="connsiteY310" fmla="*/ 116205 h 161448"/>
                <a:gd name="connsiteX311" fmla="*/ 238601 w 375760"/>
                <a:gd name="connsiteY311" fmla="*/ 114776 h 161448"/>
                <a:gd name="connsiteX312" fmla="*/ 240506 w 375760"/>
                <a:gd name="connsiteY312" fmla="*/ 113824 h 161448"/>
                <a:gd name="connsiteX313" fmla="*/ 242411 w 375760"/>
                <a:gd name="connsiteY313" fmla="*/ 117157 h 161448"/>
                <a:gd name="connsiteX314" fmla="*/ 245269 w 375760"/>
                <a:gd name="connsiteY314" fmla="*/ 115729 h 161448"/>
                <a:gd name="connsiteX315" fmla="*/ 248126 w 375760"/>
                <a:gd name="connsiteY315" fmla="*/ 113347 h 161448"/>
                <a:gd name="connsiteX316" fmla="*/ 249555 w 375760"/>
                <a:gd name="connsiteY316" fmla="*/ 110966 h 161448"/>
                <a:gd name="connsiteX317" fmla="*/ 251460 w 375760"/>
                <a:gd name="connsiteY317" fmla="*/ 108109 h 161448"/>
                <a:gd name="connsiteX318" fmla="*/ 252889 w 375760"/>
                <a:gd name="connsiteY318" fmla="*/ 104775 h 161448"/>
                <a:gd name="connsiteX319" fmla="*/ 253365 w 375760"/>
                <a:gd name="connsiteY319" fmla="*/ 101441 h 161448"/>
                <a:gd name="connsiteX320" fmla="*/ 254317 w 375760"/>
                <a:gd name="connsiteY320" fmla="*/ 100013 h 161448"/>
                <a:gd name="connsiteX321" fmla="*/ 255746 w 375760"/>
                <a:gd name="connsiteY321" fmla="*/ 98584 h 161448"/>
                <a:gd name="connsiteX322" fmla="*/ 259556 w 375760"/>
                <a:gd name="connsiteY322" fmla="*/ 91916 h 161448"/>
                <a:gd name="connsiteX323" fmla="*/ 262414 w 375760"/>
                <a:gd name="connsiteY323" fmla="*/ 90011 h 161448"/>
                <a:gd name="connsiteX324" fmla="*/ 265271 w 375760"/>
                <a:gd name="connsiteY324" fmla="*/ 89535 h 161448"/>
                <a:gd name="connsiteX325" fmla="*/ 271939 w 375760"/>
                <a:gd name="connsiteY325" fmla="*/ 90488 h 161448"/>
                <a:gd name="connsiteX326" fmla="*/ 275272 w 375760"/>
                <a:gd name="connsiteY326" fmla="*/ 90488 h 161448"/>
                <a:gd name="connsiteX327" fmla="*/ 285273 w 375760"/>
                <a:gd name="connsiteY327" fmla="*/ 91440 h 161448"/>
                <a:gd name="connsiteX328" fmla="*/ 290036 w 375760"/>
                <a:gd name="connsiteY328" fmla="*/ 90011 h 161448"/>
                <a:gd name="connsiteX329" fmla="*/ 293370 w 375760"/>
                <a:gd name="connsiteY329" fmla="*/ 88582 h 161448"/>
                <a:gd name="connsiteX330" fmla="*/ 298132 w 375760"/>
                <a:gd name="connsiteY330" fmla="*/ 88582 h 161448"/>
                <a:gd name="connsiteX331" fmla="*/ 303847 w 375760"/>
                <a:gd name="connsiteY331" fmla="*/ 87630 h 161448"/>
                <a:gd name="connsiteX332" fmla="*/ 311467 w 375760"/>
                <a:gd name="connsiteY332" fmla="*/ 79534 h 161448"/>
                <a:gd name="connsiteX333" fmla="*/ 311467 w 375760"/>
                <a:gd name="connsiteY333" fmla="*/ 77629 h 161448"/>
                <a:gd name="connsiteX334" fmla="*/ 311944 w 375760"/>
                <a:gd name="connsiteY334" fmla="*/ 75724 h 161448"/>
                <a:gd name="connsiteX335" fmla="*/ 314801 w 375760"/>
                <a:gd name="connsiteY335" fmla="*/ 73819 h 161448"/>
                <a:gd name="connsiteX336" fmla="*/ 318135 w 375760"/>
                <a:gd name="connsiteY336" fmla="*/ 71914 h 161448"/>
                <a:gd name="connsiteX337" fmla="*/ 324802 w 375760"/>
                <a:gd name="connsiteY337" fmla="*/ 67627 h 161448"/>
                <a:gd name="connsiteX338" fmla="*/ 338614 w 375760"/>
                <a:gd name="connsiteY338" fmla="*/ 61436 h 161448"/>
                <a:gd name="connsiteX339" fmla="*/ 343376 w 375760"/>
                <a:gd name="connsiteY339" fmla="*/ 59055 h 161448"/>
                <a:gd name="connsiteX340" fmla="*/ 345281 w 375760"/>
                <a:gd name="connsiteY340" fmla="*/ 59055 h 161448"/>
                <a:gd name="connsiteX341" fmla="*/ 350520 w 375760"/>
                <a:gd name="connsiteY341" fmla="*/ 57626 h 161448"/>
                <a:gd name="connsiteX342" fmla="*/ 359569 w 375760"/>
                <a:gd name="connsiteY342" fmla="*/ 54292 h 161448"/>
                <a:gd name="connsiteX343" fmla="*/ 361950 w 375760"/>
                <a:gd name="connsiteY343" fmla="*/ 50482 h 161448"/>
                <a:gd name="connsiteX344" fmla="*/ 364331 w 375760"/>
                <a:gd name="connsiteY344" fmla="*/ 49530 h 161448"/>
                <a:gd name="connsiteX345" fmla="*/ 374809 w 375760"/>
                <a:gd name="connsiteY345" fmla="*/ 49054 h 161448"/>
                <a:gd name="connsiteX346" fmla="*/ 375285 w 375760"/>
                <a:gd name="connsiteY346" fmla="*/ 48577 h 161448"/>
                <a:gd name="connsiteX347" fmla="*/ 375761 w 375760"/>
                <a:gd name="connsiteY347" fmla="*/ 48101 h 161448"/>
                <a:gd name="connsiteX348" fmla="*/ 375285 w 375760"/>
                <a:gd name="connsiteY348" fmla="*/ 44291 h 161448"/>
                <a:gd name="connsiteX349" fmla="*/ 48101 w 375760"/>
                <a:gd name="connsiteY349" fmla="*/ 138113 h 161448"/>
                <a:gd name="connsiteX350" fmla="*/ 46196 w 375760"/>
                <a:gd name="connsiteY350" fmla="*/ 138113 h 161448"/>
                <a:gd name="connsiteX351" fmla="*/ 44767 w 375760"/>
                <a:gd name="connsiteY351" fmla="*/ 136684 h 161448"/>
                <a:gd name="connsiteX352" fmla="*/ 43815 w 375760"/>
                <a:gd name="connsiteY352" fmla="*/ 135255 h 161448"/>
                <a:gd name="connsiteX353" fmla="*/ 43815 w 375760"/>
                <a:gd name="connsiteY353" fmla="*/ 134302 h 161448"/>
                <a:gd name="connsiteX354" fmla="*/ 44291 w 375760"/>
                <a:gd name="connsiteY354" fmla="*/ 134302 h 161448"/>
                <a:gd name="connsiteX355" fmla="*/ 46672 w 375760"/>
                <a:gd name="connsiteY355" fmla="*/ 134779 h 161448"/>
                <a:gd name="connsiteX356" fmla="*/ 50006 w 375760"/>
                <a:gd name="connsiteY356" fmla="*/ 135255 h 161448"/>
                <a:gd name="connsiteX357" fmla="*/ 50959 w 375760"/>
                <a:gd name="connsiteY357" fmla="*/ 135731 h 161448"/>
                <a:gd name="connsiteX358" fmla="*/ 50959 w 375760"/>
                <a:gd name="connsiteY358" fmla="*/ 136684 h 161448"/>
                <a:gd name="connsiteX359" fmla="*/ 48101 w 375760"/>
                <a:gd name="connsiteY359" fmla="*/ 138113 h 161448"/>
                <a:gd name="connsiteX360" fmla="*/ 68580 w 375760"/>
                <a:gd name="connsiteY360" fmla="*/ 133350 h 161448"/>
                <a:gd name="connsiteX361" fmla="*/ 68103 w 375760"/>
                <a:gd name="connsiteY361" fmla="*/ 133826 h 161448"/>
                <a:gd name="connsiteX362" fmla="*/ 66198 w 375760"/>
                <a:gd name="connsiteY362" fmla="*/ 134302 h 161448"/>
                <a:gd name="connsiteX363" fmla="*/ 62865 w 375760"/>
                <a:gd name="connsiteY363" fmla="*/ 134302 h 161448"/>
                <a:gd name="connsiteX364" fmla="*/ 60960 w 375760"/>
                <a:gd name="connsiteY364" fmla="*/ 133826 h 161448"/>
                <a:gd name="connsiteX365" fmla="*/ 61913 w 375760"/>
                <a:gd name="connsiteY365" fmla="*/ 130492 h 161448"/>
                <a:gd name="connsiteX366" fmla="*/ 61913 w 375760"/>
                <a:gd name="connsiteY366" fmla="*/ 130016 h 161448"/>
                <a:gd name="connsiteX367" fmla="*/ 61913 w 375760"/>
                <a:gd name="connsiteY367" fmla="*/ 130016 h 161448"/>
                <a:gd name="connsiteX368" fmla="*/ 60960 w 375760"/>
                <a:gd name="connsiteY368" fmla="*/ 129540 h 161448"/>
                <a:gd name="connsiteX369" fmla="*/ 59531 w 375760"/>
                <a:gd name="connsiteY369" fmla="*/ 128111 h 161448"/>
                <a:gd name="connsiteX370" fmla="*/ 59055 w 375760"/>
                <a:gd name="connsiteY370" fmla="*/ 126206 h 161448"/>
                <a:gd name="connsiteX371" fmla="*/ 59531 w 375760"/>
                <a:gd name="connsiteY371" fmla="*/ 124301 h 161448"/>
                <a:gd name="connsiteX372" fmla="*/ 60484 w 375760"/>
                <a:gd name="connsiteY372" fmla="*/ 123349 h 161448"/>
                <a:gd name="connsiteX373" fmla="*/ 60960 w 375760"/>
                <a:gd name="connsiteY373" fmla="*/ 123349 h 161448"/>
                <a:gd name="connsiteX374" fmla="*/ 62865 w 375760"/>
                <a:gd name="connsiteY374" fmla="*/ 126206 h 161448"/>
                <a:gd name="connsiteX375" fmla="*/ 64770 w 375760"/>
                <a:gd name="connsiteY375" fmla="*/ 127159 h 161448"/>
                <a:gd name="connsiteX376" fmla="*/ 68103 w 375760"/>
                <a:gd name="connsiteY376" fmla="*/ 127635 h 161448"/>
                <a:gd name="connsiteX377" fmla="*/ 66198 w 375760"/>
                <a:gd name="connsiteY377" fmla="*/ 130492 h 161448"/>
                <a:gd name="connsiteX378" fmla="*/ 68580 w 375760"/>
                <a:gd name="connsiteY378" fmla="*/ 133350 h 161448"/>
                <a:gd name="connsiteX379" fmla="*/ 87630 w 375760"/>
                <a:gd name="connsiteY379" fmla="*/ 131921 h 161448"/>
                <a:gd name="connsiteX380" fmla="*/ 86677 w 375760"/>
                <a:gd name="connsiteY380" fmla="*/ 133826 h 161448"/>
                <a:gd name="connsiteX381" fmla="*/ 85248 w 375760"/>
                <a:gd name="connsiteY381" fmla="*/ 133350 h 161448"/>
                <a:gd name="connsiteX382" fmla="*/ 83820 w 375760"/>
                <a:gd name="connsiteY382" fmla="*/ 132397 h 161448"/>
                <a:gd name="connsiteX383" fmla="*/ 84296 w 375760"/>
                <a:gd name="connsiteY383" fmla="*/ 131445 h 161448"/>
                <a:gd name="connsiteX384" fmla="*/ 86201 w 375760"/>
                <a:gd name="connsiteY384" fmla="*/ 130969 h 161448"/>
                <a:gd name="connsiteX385" fmla="*/ 87153 w 375760"/>
                <a:gd name="connsiteY385" fmla="*/ 130492 h 161448"/>
                <a:gd name="connsiteX386" fmla="*/ 88106 w 375760"/>
                <a:gd name="connsiteY386" fmla="*/ 130492 h 161448"/>
                <a:gd name="connsiteX387" fmla="*/ 87630 w 375760"/>
                <a:gd name="connsiteY387" fmla="*/ 131921 h 16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375760" h="161448">
                  <a:moveTo>
                    <a:pt x="375285" y="44291"/>
                  </a:moveTo>
                  <a:lnTo>
                    <a:pt x="374809" y="41910"/>
                  </a:lnTo>
                  <a:lnTo>
                    <a:pt x="370046" y="37147"/>
                  </a:lnTo>
                  <a:lnTo>
                    <a:pt x="364807" y="32861"/>
                  </a:lnTo>
                  <a:lnTo>
                    <a:pt x="360997" y="31909"/>
                  </a:lnTo>
                  <a:lnTo>
                    <a:pt x="353853" y="30956"/>
                  </a:lnTo>
                  <a:lnTo>
                    <a:pt x="350044" y="30956"/>
                  </a:lnTo>
                  <a:lnTo>
                    <a:pt x="348139" y="30004"/>
                  </a:lnTo>
                  <a:lnTo>
                    <a:pt x="346234" y="27622"/>
                  </a:lnTo>
                  <a:lnTo>
                    <a:pt x="343852" y="25241"/>
                  </a:lnTo>
                  <a:lnTo>
                    <a:pt x="340519" y="22860"/>
                  </a:lnTo>
                  <a:lnTo>
                    <a:pt x="339090" y="19050"/>
                  </a:lnTo>
                  <a:lnTo>
                    <a:pt x="337661" y="18574"/>
                  </a:lnTo>
                  <a:lnTo>
                    <a:pt x="335280" y="19050"/>
                  </a:lnTo>
                  <a:lnTo>
                    <a:pt x="331470" y="19050"/>
                  </a:lnTo>
                  <a:lnTo>
                    <a:pt x="329565" y="18574"/>
                  </a:lnTo>
                  <a:lnTo>
                    <a:pt x="326231" y="18097"/>
                  </a:lnTo>
                  <a:lnTo>
                    <a:pt x="320992" y="16669"/>
                  </a:lnTo>
                  <a:lnTo>
                    <a:pt x="317182" y="15240"/>
                  </a:lnTo>
                  <a:lnTo>
                    <a:pt x="311944" y="14764"/>
                  </a:lnTo>
                  <a:lnTo>
                    <a:pt x="309086" y="15240"/>
                  </a:lnTo>
                  <a:lnTo>
                    <a:pt x="300038" y="15716"/>
                  </a:lnTo>
                  <a:lnTo>
                    <a:pt x="292417" y="14288"/>
                  </a:lnTo>
                  <a:lnTo>
                    <a:pt x="286226" y="13811"/>
                  </a:lnTo>
                  <a:lnTo>
                    <a:pt x="282416" y="13811"/>
                  </a:lnTo>
                  <a:lnTo>
                    <a:pt x="280511" y="13811"/>
                  </a:lnTo>
                  <a:lnTo>
                    <a:pt x="277653" y="13811"/>
                  </a:lnTo>
                  <a:lnTo>
                    <a:pt x="273367" y="13335"/>
                  </a:lnTo>
                  <a:lnTo>
                    <a:pt x="267176" y="10954"/>
                  </a:lnTo>
                  <a:lnTo>
                    <a:pt x="264795" y="10954"/>
                  </a:lnTo>
                  <a:lnTo>
                    <a:pt x="263366" y="10954"/>
                  </a:lnTo>
                  <a:lnTo>
                    <a:pt x="253365" y="12859"/>
                  </a:lnTo>
                  <a:lnTo>
                    <a:pt x="248602" y="13335"/>
                  </a:lnTo>
                  <a:lnTo>
                    <a:pt x="238601" y="13335"/>
                  </a:lnTo>
                  <a:lnTo>
                    <a:pt x="229076" y="13335"/>
                  </a:lnTo>
                  <a:lnTo>
                    <a:pt x="225742" y="12859"/>
                  </a:lnTo>
                  <a:lnTo>
                    <a:pt x="223838" y="12859"/>
                  </a:lnTo>
                  <a:lnTo>
                    <a:pt x="220027" y="17145"/>
                  </a:lnTo>
                  <a:lnTo>
                    <a:pt x="218598" y="17621"/>
                  </a:lnTo>
                  <a:lnTo>
                    <a:pt x="209550" y="16669"/>
                  </a:lnTo>
                  <a:lnTo>
                    <a:pt x="198596" y="13811"/>
                  </a:lnTo>
                  <a:lnTo>
                    <a:pt x="190976" y="10954"/>
                  </a:lnTo>
                  <a:lnTo>
                    <a:pt x="184309" y="7620"/>
                  </a:lnTo>
                  <a:lnTo>
                    <a:pt x="175736" y="2381"/>
                  </a:lnTo>
                  <a:lnTo>
                    <a:pt x="170497" y="0"/>
                  </a:lnTo>
                  <a:lnTo>
                    <a:pt x="169545" y="1429"/>
                  </a:lnTo>
                  <a:lnTo>
                    <a:pt x="168116" y="1905"/>
                  </a:lnTo>
                  <a:lnTo>
                    <a:pt x="166211" y="1905"/>
                  </a:lnTo>
                  <a:lnTo>
                    <a:pt x="161448" y="1429"/>
                  </a:lnTo>
                  <a:lnTo>
                    <a:pt x="159067" y="3810"/>
                  </a:lnTo>
                  <a:lnTo>
                    <a:pt x="153352" y="5715"/>
                  </a:lnTo>
                  <a:lnTo>
                    <a:pt x="149542" y="7144"/>
                  </a:lnTo>
                  <a:lnTo>
                    <a:pt x="147638" y="9049"/>
                  </a:lnTo>
                  <a:lnTo>
                    <a:pt x="143827" y="21431"/>
                  </a:lnTo>
                  <a:lnTo>
                    <a:pt x="142875" y="25717"/>
                  </a:lnTo>
                  <a:lnTo>
                    <a:pt x="145256" y="33338"/>
                  </a:lnTo>
                  <a:lnTo>
                    <a:pt x="142398" y="32861"/>
                  </a:lnTo>
                  <a:lnTo>
                    <a:pt x="139065" y="30956"/>
                  </a:lnTo>
                  <a:lnTo>
                    <a:pt x="138113" y="29527"/>
                  </a:lnTo>
                  <a:lnTo>
                    <a:pt x="134778" y="28575"/>
                  </a:lnTo>
                  <a:lnTo>
                    <a:pt x="123348" y="27146"/>
                  </a:lnTo>
                  <a:lnTo>
                    <a:pt x="121444" y="25241"/>
                  </a:lnTo>
                  <a:lnTo>
                    <a:pt x="120015" y="23813"/>
                  </a:lnTo>
                  <a:lnTo>
                    <a:pt x="117157" y="22860"/>
                  </a:lnTo>
                  <a:lnTo>
                    <a:pt x="112871" y="22384"/>
                  </a:lnTo>
                  <a:lnTo>
                    <a:pt x="103822" y="19050"/>
                  </a:lnTo>
                  <a:lnTo>
                    <a:pt x="100013" y="19050"/>
                  </a:lnTo>
                  <a:lnTo>
                    <a:pt x="88106" y="16669"/>
                  </a:lnTo>
                  <a:lnTo>
                    <a:pt x="86201" y="16669"/>
                  </a:lnTo>
                  <a:lnTo>
                    <a:pt x="85248" y="16669"/>
                  </a:lnTo>
                  <a:lnTo>
                    <a:pt x="80486" y="18097"/>
                  </a:lnTo>
                  <a:lnTo>
                    <a:pt x="77628" y="18574"/>
                  </a:lnTo>
                  <a:lnTo>
                    <a:pt x="74295" y="18097"/>
                  </a:lnTo>
                  <a:lnTo>
                    <a:pt x="68580" y="20002"/>
                  </a:lnTo>
                  <a:lnTo>
                    <a:pt x="65722" y="22860"/>
                  </a:lnTo>
                  <a:lnTo>
                    <a:pt x="63341" y="26194"/>
                  </a:lnTo>
                  <a:lnTo>
                    <a:pt x="60960" y="28099"/>
                  </a:lnTo>
                  <a:lnTo>
                    <a:pt x="60484" y="31432"/>
                  </a:lnTo>
                  <a:lnTo>
                    <a:pt x="58578" y="32861"/>
                  </a:lnTo>
                  <a:lnTo>
                    <a:pt x="56673" y="36195"/>
                  </a:lnTo>
                  <a:lnTo>
                    <a:pt x="56673" y="38100"/>
                  </a:lnTo>
                  <a:lnTo>
                    <a:pt x="58578" y="40005"/>
                  </a:lnTo>
                  <a:lnTo>
                    <a:pt x="59531" y="39052"/>
                  </a:lnTo>
                  <a:lnTo>
                    <a:pt x="61436" y="38100"/>
                  </a:lnTo>
                  <a:lnTo>
                    <a:pt x="64770" y="39529"/>
                  </a:lnTo>
                  <a:lnTo>
                    <a:pt x="67627" y="41434"/>
                  </a:lnTo>
                  <a:lnTo>
                    <a:pt x="68103" y="42386"/>
                  </a:lnTo>
                  <a:lnTo>
                    <a:pt x="68103" y="43339"/>
                  </a:lnTo>
                  <a:lnTo>
                    <a:pt x="61436" y="46672"/>
                  </a:lnTo>
                  <a:lnTo>
                    <a:pt x="57150" y="48101"/>
                  </a:lnTo>
                  <a:lnTo>
                    <a:pt x="55245" y="48577"/>
                  </a:lnTo>
                  <a:lnTo>
                    <a:pt x="54769" y="49054"/>
                  </a:lnTo>
                  <a:lnTo>
                    <a:pt x="53340" y="52864"/>
                  </a:lnTo>
                  <a:lnTo>
                    <a:pt x="50959" y="53340"/>
                  </a:lnTo>
                  <a:lnTo>
                    <a:pt x="47625" y="54769"/>
                  </a:lnTo>
                  <a:lnTo>
                    <a:pt x="45244" y="56674"/>
                  </a:lnTo>
                  <a:lnTo>
                    <a:pt x="41434" y="60960"/>
                  </a:lnTo>
                  <a:lnTo>
                    <a:pt x="31909" y="67151"/>
                  </a:lnTo>
                  <a:lnTo>
                    <a:pt x="31909" y="68580"/>
                  </a:lnTo>
                  <a:lnTo>
                    <a:pt x="32861" y="69532"/>
                  </a:lnTo>
                  <a:lnTo>
                    <a:pt x="35719" y="70009"/>
                  </a:lnTo>
                  <a:lnTo>
                    <a:pt x="39528" y="71914"/>
                  </a:lnTo>
                  <a:lnTo>
                    <a:pt x="41910" y="73342"/>
                  </a:lnTo>
                  <a:lnTo>
                    <a:pt x="47625" y="71438"/>
                  </a:lnTo>
                  <a:lnTo>
                    <a:pt x="49053" y="71914"/>
                  </a:lnTo>
                  <a:lnTo>
                    <a:pt x="50482" y="73819"/>
                  </a:lnTo>
                  <a:lnTo>
                    <a:pt x="51911" y="79534"/>
                  </a:lnTo>
                  <a:lnTo>
                    <a:pt x="54769" y="80963"/>
                  </a:lnTo>
                  <a:lnTo>
                    <a:pt x="58102" y="81915"/>
                  </a:lnTo>
                  <a:lnTo>
                    <a:pt x="60484" y="82391"/>
                  </a:lnTo>
                  <a:lnTo>
                    <a:pt x="63341" y="83820"/>
                  </a:lnTo>
                  <a:lnTo>
                    <a:pt x="67151" y="84296"/>
                  </a:lnTo>
                  <a:lnTo>
                    <a:pt x="69532" y="83820"/>
                  </a:lnTo>
                  <a:lnTo>
                    <a:pt x="72866" y="84772"/>
                  </a:lnTo>
                  <a:lnTo>
                    <a:pt x="73342" y="84296"/>
                  </a:lnTo>
                  <a:lnTo>
                    <a:pt x="73819" y="76200"/>
                  </a:lnTo>
                  <a:lnTo>
                    <a:pt x="76676" y="77629"/>
                  </a:lnTo>
                  <a:lnTo>
                    <a:pt x="78105" y="77629"/>
                  </a:lnTo>
                  <a:lnTo>
                    <a:pt x="79534" y="76676"/>
                  </a:lnTo>
                  <a:lnTo>
                    <a:pt x="80010" y="75247"/>
                  </a:lnTo>
                  <a:lnTo>
                    <a:pt x="80486" y="72390"/>
                  </a:lnTo>
                  <a:lnTo>
                    <a:pt x="80010" y="69532"/>
                  </a:lnTo>
                  <a:lnTo>
                    <a:pt x="81439" y="68104"/>
                  </a:lnTo>
                  <a:lnTo>
                    <a:pt x="82391" y="67627"/>
                  </a:lnTo>
                  <a:lnTo>
                    <a:pt x="82867" y="68104"/>
                  </a:lnTo>
                  <a:lnTo>
                    <a:pt x="83344" y="68580"/>
                  </a:lnTo>
                  <a:lnTo>
                    <a:pt x="83344" y="70961"/>
                  </a:lnTo>
                  <a:lnTo>
                    <a:pt x="85248" y="71914"/>
                  </a:lnTo>
                  <a:lnTo>
                    <a:pt x="86201" y="72390"/>
                  </a:lnTo>
                  <a:lnTo>
                    <a:pt x="87153" y="74295"/>
                  </a:lnTo>
                  <a:lnTo>
                    <a:pt x="88106" y="76200"/>
                  </a:lnTo>
                  <a:lnTo>
                    <a:pt x="88582" y="80963"/>
                  </a:lnTo>
                  <a:lnTo>
                    <a:pt x="91440" y="81439"/>
                  </a:lnTo>
                  <a:lnTo>
                    <a:pt x="94773" y="82391"/>
                  </a:lnTo>
                  <a:lnTo>
                    <a:pt x="96678" y="81439"/>
                  </a:lnTo>
                  <a:lnTo>
                    <a:pt x="98107" y="81915"/>
                  </a:lnTo>
                  <a:lnTo>
                    <a:pt x="98584" y="84296"/>
                  </a:lnTo>
                  <a:lnTo>
                    <a:pt x="98584" y="86201"/>
                  </a:lnTo>
                  <a:lnTo>
                    <a:pt x="98584" y="87630"/>
                  </a:lnTo>
                  <a:lnTo>
                    <a:pt x="99536" y="88106"/>
                  </a:lnTo>
                  <a:lnTo>
                    <a:pt x="102394" y="87154"/>
                  </a:lnTo>
                  <a:lnTo>
                    <a:pt x="104775" y="87154"/>
                  </a:lnTo>
                  <a:lnTo>
                    <a:pt x="107156" y="88106"/>
                  </a:lnTo>
                  <a:lnTo>
                    <a:pt x="110014" y="89535"/>
                  </a:lnTo>
                  <a:lnTo>
                    <a:pt x="113823" y="93345"/>
                  </a:lnTo>
                  <a:lnTo>
                    <a:pt x="115252" y="93821"/>
                  </a:lnTo>
                  <a:lnTo>
                    <a:pt x="120967" y="94297"/>
                  </a:lnTo>
                  <a:lnTo>
                    <a:pt x="122396" y="95250"/>
                  </a:lnTo>
                  <a:lnTo>
                    <a:pt x="124301" y="95250"/>
                  </a:lnTo>
                  <a:lnTo>
                    <a:pt x="126682" y="94774"/>
                  </a:lnTo>
                  <a:lnTo>
                    <a:pt x="131445" y="96202"/>
                  </a:lnTo>
                  <a:lnTo>
                    <a:pt x="131445" y="97155"/>
                  </a:lnTo>
                  <a:lnTo>
                    <a:pt x="130492" y="98107"/>
                  </a:lnTo>
                  <a:lnTo>
                    <a:pt x="119063" y="103346"/>
                  </a:lnTo>
                  <a:lnTo>
                    <a:pt x="118110" y="104775"/>
                  </a:lnTo>
                  <a:lnTo>
                    <a:pt x="115728" y="106680"/>
                  </a:lnTo>
                  <a:lnTo>
                    <a:pt x="113347" y="108109"/>
                  </a:lnTo>
                  <a:lnTo>
                    <a:pt x="111919" y="108109"/>
                  </a:lnTo>
                  <a:lnTo>
                    <a:pt x="106203" y="105727"/>
                  </a:lnTo>
                  <a:lnTo>
                    <a:pt x="105727" y="106204"/>
                  </a:lnTo>
                  <a:lnTo>
                    <a:pt x="105251" y="107156"/>
                  </a:lnTo>
                  <a:lnTo>
                    <a:pt x="105251" y="108109"/>
                  </a:lnTo>
                  <a:lnTo>
                    <a:pt x="106680" y="110490"/>
                  </a:lnTo>
                  <a:lnTo>
                    <a:pt x="106203" y="111919"/>
                  </a:lnTo>
                  <a:lnTo>
                    <a:pt x="105251" y="112871"/>
                  </a:lnTo>
                  <a:lnTo>
                    <a:pt x="101917" y="111919"/>
                  </a:lnTo>
                  <a:lnTo>
                    <a:pt x="101441" y="111442"/>
                  </a:lnTo>
                  <a:lnTo>
                    <a:pt x="101441" y="110966"/>
                  </a:lnTo>
                  <a:lnTo>
                    <a:pt x="100013" y="110966"/>
                  </a:lnTo>
                  <a:lnTo>
                    <a:pt x="98107" y="111442"/>
                  </a:lnTo>
                  <a:lnTo>
                    <a:pt x="94297" y="115252"/>
                  </a:lnTo>
                  <a:lnTo>
                    <a:pt x="92869" y="117157"/>
                  </a:lnTo>
                  <a:lnTo>
                    <a:pt x="92392" y="118586"/>
                  </a:lnTo>
                  <a:lnTo>
                    <a:pt x="90488" y="119063"/>
                  </a:lnTo>
                  <a:lnTo>
                    <a:pt x="88582" y="119539"/>
                  </a:lnTo>
                  <a:lnTo>
                    <a:pt x="86201" y="121444"/>
                  </a:lnTo>
                  <a:lnTo>
                    <a:pt x="83344" y="122872"/>
                  </a:lnTo>
                  <a:lnTo>
                    <a:pt x="82391" y="121920"/>
                  </a:lnTo>
                  <a:lnTo>
                    <a:pt x="81915" y="120967"/>
                  </a:lnTo>
                  <a:lnTo>
                    <a:pt x="81439" y="120491"/>
                  </a:lnTo>
                  <a:lnTo>
                    <a:pt x="79534" y="120967"/>
                  </a:lnTo>
                  <a:lnTo>
                    <a:pt x="77628" y="120967"/>
                  </a:lnTo>
                  <a:lnTo>
                    <a:pt x="75247" y="119539"/>
                  </a:lnTo>
                  <a:lnTo>
                    <a:pt x="72390" y="118110"/>
                  </a:lnTo>
                  <a:lnTo>
                    <a:pt x="70009" y="117634"/>
                  </a:lnTo>
                  <a:lnTo>
                    <a:pt x="62865" y="118110"/>
                  </a:lnTo>
                  <a:lnTo>
                    <a:pt x="59531" y="118586"/>
                  </a:lnTo>
                  <a:lnTo>
                    <a:pt x="58578" y="119063"/>
                  </a:lnTo>
                  <a:lnTo>
                    <a:pt x="58578" y="120015"/>
                  </a:lnTo>
                  <a:lnTo>
                    <a:pt x="58102" y="121444"/>
                  </a:lnTo>
                  <a:lnTo>
                    <a:pt x="50959" y="123825"/>
                  </a:lnTo>
                  <a:lnTo>
                    <a:pt x="47625" y="125730"/>
                  </a:lnTo>
                  <a:lnTo>
                    <a:pt x="47148" y="129064"/>
                  </a:lnTo>
                  <a:lnTo>
                    <a:pt x="46196" y="130016"/>
                  </a:lnTo>
                  <a:lnTo>
                    <a:pt x="44767" y="130969"/>
                  </a:lnTo>
                  <a:lnTo>
                    <a:pt x="43339" y="130969"/>
                  </a:lnTo>
                  <a:lnTo>
                    <a:pt x="40957" y="127159"/>
                  </a:lnTo>
                  <a:lnTo>
                    <a:pt x="38576" y="126206"/>
                  </a:lnTo>
                  <a:lnTo>
                    <a:pt x="35242" y="124777"/>
                  </a:lnTo>
                  <a:lnTo>
                    <a:pt x="28575" y="121920"/>
                  </a:lnTo>
                  <a:lnTo>
                    <a:pt x="25241" y="120967"/>
                  </a:lnTo>
                  <a:lnTo>
                    <a:pt x="18573" y="122872"/>
                  </a:lnTo>
                  <a:lnTo>
                    <a:pt x="10477" y="125254"/>
                  </a:lnTo>
                  <a:lnTo>
                    <a:pt x="9048" y="126682"/>
                  </a:lnTo>
                  <a:lnTo>
                    <a:pt x="8096" y="128111"/>
                  </a:lnTo>
                  <a:lnTo>
                    <a:pt x="8096" y="129540"/>
                  </a:lnTo>
                  <a:lnTo>
                    <a:pt x="8572" y="130969"/>
                  </a:lnTo>
                  <a:lnTo>
                    <a:pt x="8096" y="132397"/>
                  </a:lnTo>
                  <a:lnTo>
                    <a:pt x="6667" y="132874"/>
                  </a:lnTo>
                  <a:lnTo>
                    <a:pt x="4286" y="131445"/>
                  </a:lnTo>
                  <a:lnTo>
                    <a:pt x="2381" y="130492"/>
                  </a:lnTo>
                  <a:lnTo>
                    <a:pt x="1428" y="132397"/>
                  </a:lnTo>
                  <a:lnTo>
                    <a:pt x="476" y="136207"/>
                  </a:lnTo>
                  <a:lnTo>
                    <a:pt x="0" y="138589"/>
                  </a:lnTo>
                  <a:lnTo>
                    <a:pt x="1905" y="142399"/>
                  </a:lnTo>
                  <a:lnTo>
                    <a:pt x="2381" y="148114"/>
                  </a:lnTo>
                  <a:lnTo>
                    <a:pt x="5715" y="147638"/>
                  </a:lnTo>
                  <a:lnTo>
                    <a:pt x="8096" y="147638"/>
                  </a:lnTo>
                  <a:lnTo>
                    <a:pt x="12859" y="146209"/>
                  </a:lnTo>
                  <a:lnTo>
                    <a:pt x="15240" y="146209"/>
                  </a:lnTo>
                  <a:lnTo>
                    <a:pt x="19050" y="147161"/>
                  </a:lnTo>
                  <a:lnTo>
                    <a:pt x="25241" y="147161"/>
                  </a:lnTo>
                  <a:lnTo>
                    <a:pt x="30003" y="146685"/>
                  </a:lnTo>
                  <a:lnTo>
                    <a:pt x="31432" y="146685"/>
                  </a:lnTo>
                  <a:lnTo>
                    <a:pt x="32385" y="145732"/>
                  </a:lnTo>
                  <a:lnTo>
                    <a:pt x="33814" y="146209"/>
                  </a:lnTo>
                  <a:lnTo>
                    <a:pt x="35242" y="147638"/>
                  </a:lnTo>
                  <a:lnTo>
                    <a:pt x="40481" y="146209"/>
                  </a:lnTo>
                  <a:lnTo>
                    <a:pt x="44291" y="146209"/>
                  </a:lnTo>
                  <a:lnTo>
                    <a:pt x="46672" y="146685"/>
                  </a:lnTo>
                  <a:lnTo>
                    <a:pt x="48101" y="147161"/>
                  </a:lnTo>
                  <a:lnTo>
                    <a:pt x="50482" y="150971"/>
                  </a:lnTo>
                  <a:lnTo>
                    <a:pt x="52388" y="153353"/>
                  </a:lnTo>
                  <a:lnTo>
                    <a:pt x="54769" y="154305"/>
                  </a:lnTo>
                  <a:lnTo>
                    <a:pt x="61913" y="153829"/>
                  </a:lnTo>
                  <a:lnTo>
                    <a:pt x="63817" y="150495"/>
                  </a:lnTo>
                  <a:lnTo>
                    <a:pt x="65722" y="149542"/>
                  </a:lnTo>
                  <a:lnTo>
                    <a:pt x="68580" y="149066"/>
                  </a:lnTo>
                  <a:lnTo>
                    <a:pt x="70961" y="148590"/>
                  </a:lnTo>
                  <a:lnTo>
                    <a:pt x="72866" y="147161"/>
                  </a:lnTo>
                  <a:lnTo>
                    <a:pt x="75247" y="146209"/>
                  </a:lnTo>
                  <a:lnTo>
                    <a:pt x="77628" y="146209"/>
                  </a:lnTo>
                  <a:lnTo>
                    <a:pt x="78581" y="147161"/>
                  </a:lnTo>
                  <a:lnTo>
                    <a:pt x="79057" y="148114"/>
                  </a:lnTo>
                  <a:lnTo>
                    <a:pt x="78581" y="149542"/>
                  </a:lnTo>
                  <a:lnTo>
                    <a:pt x="78581" y="150971"/>
                  </a:lnTo>
                  <a:lnTo>
                    <a:pt x="80010" y="151924"/>
                  </a:lnTo>
                  <a:lnTo>
                    <a:pt x="84296" y="152400"/>
                  </a:lnTo>
                  <a:lnTo>
                    <a:pt x="86201" y="153353"/>
                  </a:lnTo>
                  <a:lnTo>
                    <a:pt x="86201" y="155257"/>
                  </a:lnTo>
                  <a:lnTo>
                    <a:pt x="85725" y="158115"/>
                  </a:lnTo>
                  <a:lnTo>
                    <a:pt x="87630" y="159067"/>
                  </a:lnTo>
                  <a:lnTo>
                    <a:pt x="88582" y="159067"/>
                  </a:lnTo>
                  <a:lnTo>
                    <a:pt x="94773" y="156210"/>
                  </a:lnTo>
                  <a:lnTo>
                    <a:pt x="96678" y="156210"/>
                  </a:lnTo>
                  <a:lnTo>
                    <a:pt x="98107" y="157639"/>
                  </a:lnTo>
                  <a:lnTo>
                    <a:pt x="100489" y="159544"/>
                  </a:lnTo>
                  <a:lnTo>
                    <a:pt x="103346" y="161449"/>
                  </a:lnTo>
                  <a:lnTo>
                    <a:pt x="103822" y="160972"/>
                  </a:lnTo>
                  <a:lnTo>
                    <a:pt x="105251" y="158591"/>
                  </a:lnTo>
                  <a:lnTo>
                    <a:pt x="107632" y="156210"/>
                  </a:lnTo>
                  <a:lnTo>
                    <a:pt x="111919" y="155257"/>
                  </a:lnTo>
                  <a:lnTo>
                    <a:pt x="114300" y="154305"/>
                  </a:lnTo>
                  <a:lnTo>
                    <a:pt x="116681" y="153829"/>
                  </a:lnTo>
                  <a:lnTo>
                    <a:pt x="124777" y="154781"/>
                  </a:lnTo>
                  <a:lnTo>
                    <a:pt x="127159" y="154781"/>
                  </a:lnTo>
                  <a:lnTo>
                    <a:pt x="132397" y="154781"/>
                  </a:lnTo>
                  <a:lnTo>
                    <a:pt x="136684" y="154305"/>
                  </a:lnTo>
                  <a:lnTo>
                    <a:pt x="140017" y="152876"/>
                  </a:lnTo>
                  <a:lnTo>
                    <a:pt x="141922" y="151447"/>
                  </a:lnTo>
                  <a:lnTo>
                    <a:pt x="144780" y="150971"/>
                  </a:lnTo>
                  <a:lnTo>
                    <a:pt x="148590" y="150971"/>
                  </a:lnTo>
                  <a:lnTo>
                    <a:pt x="150495" y="151447"/>
                  </a:lnTo>
                  <a:lnTo>
                    <a:pt x="153352" y="150971"/>
                  </a:lnTo>
                  <a:lnTo>
                    <a:pt x="157163" y="150019"/>
                  </a:lnTo>
                  <a:lnTo>
                    <a:pt x="159067" y="148114"/>
                  </a:lnTo>
                  <a:lnTo>
                    <a:pt x="160020" y="146209"/>
                  </a:lnTo>
                  <a:lnTo>
                    <a:pt x="160496" y="145256"/>
                  </a:lnTo>
                  <a:lnTo>
                    <a:pt x="159544" y="140970"/>
                  </a:lnTo>
                  <a:lnTo>
                    <a:pt x="158115" y="139065"/>
                  </a:lnTo>
                  <a:lnTo>
                    <a:pt x="158115" y="137636"/>
                  </a:lnTo>
                  <a:lnTo>
                    <a:pt x="158591" y="136684"/>
                  </a:lnTo>
                  <a:lnTo>
                    <a:pt x="159544" y="134779"/>
                  </a:lnTo>
                  <a:lnTo>
                    <a:pt x="161448" y="130969"/>
                  </a:lnTo>
                  <a:lnTo>
                    <a:pt x="163353" y="128588"/>
                  </a:lnTo>
                  <a:lnTo>
                    <a:pt x="164306" y="128111"/>
                  </a:lnTo>
                  <a:lnTo>
                    <a:pt x="166688" y="127635"/>
                  </a:lnTo>
                  <a:lnTo>
                    <a:pt x="171926" y="127159"/>
                  </a:lnTo>
                  <a:lnTo>
                    <a:pt x="177641" y="125254"/>
                  </a:lnTo>
                  <a:lnTo>
                    <a:pt x="184309" y="120015"/>
                  </a:lnTo>
                  <a:lnTo>
                    <a:pt x="186690" y="118586"/>
                  </a:lnTo>
                  <a:lnTo>
                    <a:pt x="189547" y="117634"/>
                  </a:lnTo>
                  <a:lnTo>
                    <a:pt x="191452" y="117634"/>
                  </a:lnTo>
                  <a:lnTo>
                    <a:pt x="191928" y="117157"/>
                  </a:lnTo>
                  <a:lnTo>
                    <a:pt x="190500" y="113824"/>
                  </a:lnTo>
                  <a:lnTo>
                    <a:pt x="190976" y="112395"/>
                  </a:lnTo>
                  <a:lnTo>
                    <a:pt x="191928" y="111442"/>
                  </a:lnTo>
                  <a:lnTo>
                    <a:pt x="192881" y="110966"/>
                  </a:lnTo>
                  <a:lnTo>
                    <a:pt x="197644" y="112871"/>
                  </a:lnTo>
                  <a:lnTo>
                    <a:pt x="201453" y="112871"/>
                  </a:lnTo>
                  <a:lnTo>
                    <a:pt x="205740" y="111919"/>
                  </a:lnTo>
                  <a:lnTo>
                    <a:pt x="215265" y="106204"/>
                  </a:lnTo>
                  <a:lnTo>
                    <a:pt x="216217" y="106204"/>
                  </a:lnTo>
                  <a:lnTo>
                    <a:pt x="217170" y="107156"/>
                  </a:lnTo>
                  <a:lnTo>
                    <a:pt x="218122" y="110490"/>
                  </a:lnTo>
                  <a:lnTo>
                    <a:pt x="219551" y="118110"/>
                  </a:lnTo>
                  <a:lnTo>
                    <a:pt x="220503" y="119063"/>
                  </a:lnTo>
                  <a:lnTo>
                    <a:pt x="227171" y="119063"/>
                  </a:lnTo>
                  <a:lnTo>
                    <a:pt x="231457" y="116205"/>
                  </a:lnTo>
                  <a:lnTo>
                    <a:pt x="233363" y="115729"/>
                  </a:lnTo>
                  <a:lnTo>
                    <a:pt x="236696" y="116205"/>
                  </a:lnTo>
                  <a:lnTo>
                    <a:pt x="238601" y="114776"/>
                  </a:lnTo>
                  <a:lnTo>
                    <a:pt x="240506" y="113824"/>
                  </a:lnTo>
                  <a:lnTo>
                    <a:pt x="242411" y="117157"/>
                  </a:lnTo>
                  <a:lnTo>
                    <a:pt x="245269" y="115729"/>
                  </a:lnTo>
                  <a:lnTo>
                    <a:pt x="248126" y="113347"/>
                  </a:lnTo>
                  <a:lnTo>
                    <a:pt x="249555" y="110966"/>
                  </a:lnTo>
                  <a:lnTo>
                    <a:pt x="251460" y="108109"/>
                  </a:lnTo>
                  <a:lnTo>
                    <a:pt x="252889" y="104775"/>
                  </a:lnTo>
                  <a:lnTo>
                    <a:pt x="253365" y="101441"/>
                  </a:lnTo>
                  <a:lnTo>
                    <a:pt x="254317" y="100013"/>
                  </a:lnTo>
                  <a:lnTo>
                    <a:pt x="255746" y="98584"/>
                  </a:lnTo>
                  <a:lnTo>
                    <a:pt x="259556" y="91916"/>
                  </a:lnTo>
                  <a:lnTo>
                    <a:pt x="262414" y="90011"/>
                  </a:lnTo>
                  <a:lnTo>
                    <a:pt x="265271" y="89535"/>
                  </a:lnTo>
                  <a:lnTo>
                    <a:pt x="271939" y="90488"/>
                  </a:lnTo>
                  <a:lnTo>
                    <a:pt x="275272" y="90488"/>
                  </a:lnTo>
                  <a:lnTo>
                    <a:pt x="285273" y="91440"/>
                  </a:lnTo>
                  <a:lnTo>
                    <a:pt x="290036" y="90011"/>
                  </a:lnTo>
                  <a:lnTo>
                    <a:pt x="293370" y="88582"/>
                  </a:lnTo>
                  <a:lnTo>
                    <a:pt x="298132" y="88582"/>
                  </a:lnTo>
                  <a:lnTo>
                    <a:pt x="303847" y="87630"/>
                  </a:lnTo>
                  <a:lnTo>
                    <a:pt x="311467" y="79534"/>
                  </a:lnTo>
                  <a:lnTo>
                    <a:pt x="311467" y="77629"/>
                  </a:lnTo>
                  <a:lnTo>
                    <a:pt x="311944" y="75724"/>
                  </a:lnTo>
                  <a:lnTo>
                    <a:pt x="314801" y="73819"/>
                  </a:lnTo>
                  <a:lnTo>
                    <a:pt x="318135" y="71914"/>
                  </a:lnTo>
                  <a:lnTo>
                    <a:pt x="324802" y="67627"/>
                  </a:lnTo>
                  <a:lnTo>
                    <a:pt x="338614" y="61436"/>
                  </a:lnTo>
                  <a:lnTo>
                    <a:pt x="343376" y="59055"/>
                  </a:lnTo>
                  <a:lnTo>
                    <a:pt x="345281" y="59055"/>
                  </a:lnTo>
                  <a:lnTo>
                    <a:pt x="350520" y="57626"/>
                  </a:lnTo>
                  <a:lnTo>
                    <a:pt x="359569" y="54292"/>
                  </a:lnTo>
                  <a:lnTo>
                    <a:pt x="361950" y="50482"/>
                  </a:lnTo>
                  <a:lnTo>
                    <a:pt x="364331" y="49530"/>
                  </a:lnTo>
                  <a:lnTo>
                    <a:pt x="374809" y="49054"/>
                  </a:lnTo>
                  <a:lnTo>
                    <a:pt x="375285" y="48577"/>
                  </a:lnTo>
                  <a:lnTo>
                    <a:pt x="375761" y="48101"/>
                  </a:lnTo>
                  <a:lnTo>
                    <a:pt x="375285" y="44291"/>
                  </a:lnTo>
                  <a:close/>
                  <a:moveTo>
                    <a:pt x="48101" y="138113"/>
                  </a:moveTo>
                  <a:lnTo>
                    <a:pt x="46196" y="138113"/>
                  </a:lnTo>
                  <a:lnTo>
                    <a:pt x="44767" y="136684"/>
                  </a:lnTo>
                  <a:lnTo>
                    <a:pt x="43815" y="135255"/>
                  </a:lnTo>
                  <a:lnTo>
                    <a:pt x="43815" y="134302"/>
                  </a:lnTo>
                  <a:lnTo>
                    <a:pt x="44291" y="134302"/>
                  </a:lnTo>
                  <a:lnTo>
                    <a:pt x="46672" y="134779"/>
                  </a:lnTo>
                  <a:lnTo>
                    <a:pt x="50006" y="135255"/>
                  </a:lnTo>
                  <a:lnTo>
                    <a:pt x="50959" y="135731"/>
                  </a:lnTo>
                  <a:lnTo>
                    <a:pt x="50959" y="136684"/>
                  </a:lnTo>
                  <a:lnTo>
                    <a:pt x="48101" y="138113"/>
                  </a:lnTo>
                  <a:close/>
                  <a:moveTo>
                    <a:pt x="68580" y="133350"/>
                  </a:moveTo>
                  <a:lnTo>
                    <a:pt x="68103" y="133826"/>
                  </a:lnTo>
                  <a:lnTo>
                    <a:pt x="66198" y="134302"/>
                  </a:lnTo>
                  <a:lnTo>
                    <a:pt x="62865" y="134302"/>
                  </a:lnTo>
                  <a:lnTo>
                    <a:pt x="60960" y="133826"/>
                  </a:lnTo>
                  <a:lnTo>
                    <a:pt x="61913" y="130492"/>
                  </a:lnTo>
                  <a:lnTo>
                    <a:pt x="61913" y="130016"/>
                  </a:lnTo>
                  <a:lnTo>
                    <a:pt x="61913" y="130016"/>
                  </a:lnTo>
                  <a:lnTo>
                    <a:pt x="60960" y="129540"/>
                  </a:lnTo>
                  <a:lnTo>
                    <a:pt x="59531" y="128111"/>
                  </a:lnTo>
                  <a:lnTo>
                    <a:pt x="59055" y="126206"/>
                  </a:lnTo>
                  <a:lnTo>
                    <a:pt x="59531" y="124301"/>
                  </a:lnTo>
                  <a:lnTo>
                    <a:pt x="60484" y="123349"/>
                  </a:lnTo>
                  <a:lnTo>
                    <a:pt x="60960" y="123349"/>
                  </a:lnTo>
                  <a:lnTo>
                    <a:pt x="62865" y="126206"/>
                  </a:lnTo>
                  <a:lnTo>
                    <a:pt x="64770" y="127159"/>
                  </a:lnTo>
                  <a:lnTo>
                    <a:pt x="68103" y="127635"/>
                  </a:lnTo>
                  <a:lnTo>
                    <a:pt x="66198" y="130492"/>
                  </a:lnTo>
                  <a:lnTo>
                    <a:pt x="68580" y="133350"/>
                  </a:lnTo>
                  <a:close/>
                  <a:moveTo>
                    <a:pt x="87630" y="131921"/>
                  </a:moveTo>
                  <a:lnTo>
                    <a:pt x="86677" y="133826"/>
                  </a:lnTo>
                  <a:lnTo>
                    <a:pt x="85248" y="133350"/>
                  </a:lnTo>
                  <a:lnTo>
                    <a:pt x="83820" y="132397"/>
                  </a:lnTo>
                  <a:lnTo>
                    <a:pt x="84296" y="131445"/>
                  </a:lnTo>
                  <a:lnTo>
                    <a:pt x="86201" y="130969"/>
                  </a:lnTo>
                  <a:lnTo>
                    <a:pt x="87153" y="130492"/>
                  </a:lnTo>
                  <a:lnTo>
                    <a:pt x="88106" y="130492"/>
                  </a:lnTo>
                  <a:lnTo>
                    <a:pt x="87630" y="131921"/>
                  </a:lnTo>
                  <a:close/>
                </a:path>
              </a:pathLst>
            </a:custGeom>
            <a:grpFill/>
            <a:ln w="317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21FEB002-9149-46D0-8004-B2067548E2B6}"/>
                </a:ext>
              </a:extLst>
            </p:cNvPr>
            <p:cNvSpPr/>
            <p:nvPr/>
          </p:nvSpPr>
          <p:spPr>
            <a:xfrm>
              <a:off x="6874668" y="4114323"/>
              <a:ext cx="267176" cy="341471"/>
            </a:xfrm>
            <a:custGeom>
              <a:avLst/>
              <a:gdLst>
                <a:gd name="connsiteX0" fmla="*/ 264795 w 267176"/>
                <a:gd name="connsiteY0" fmla="*/ 50959 h 341471"/>
                <a:gd name="connsiteX1" fmla="*/ 256223 w 267176"/>
                <a:gd name="connsiteY1" fmla="*/ 51435 h 341471"/>
                <a:gd name="connsiteX2" fmla="*/ 252413 w 267176"/>
                <a:gd name="connsiteY2" fmla="*/ 51911 h 341471"/>
                <a:gd name="connsiteX3" fmla="*/ 250507 w 267176"/>
                <a:gd name="connsiteY3" fmla="*/ 51911 h 341471"/>
                <a:gd name="connsiteX4" fmla="*/ 247174 w 267176"/>
                <a:gd name="connsiteY4" fmla="*/ 51911 h 341471"/>
                <a:gd name="connsiteX5" fmla="*/ 244316 w 267176"/>
                <a:gd name="connsiteY5" fmla="*/ 51435 h 341471"/>
                <a:gd name="connsiteX6" fmla="*/ 242411 w 267176"/>
                <a:gd name="connsiteY6" fmla="*/ 50482 h 341471"/>
                <a:gd name="connsiteX7" fmla="*/ 240030 w 267176"/>
                <a:gd name="connsiteY7" fmla="*/ 48101 h 341471"/>
                <a:gd name="connsiteX8" fmla="*/ 234791 w 267176"/>
                <a:gd name="connsiteY8" fmla="*/ 43815 h 341471"/>
                <a:gd name="connsiteX9" fmla="*/ 230981 w 267176"/>
                <a:gd name="connsiteY9" fmla="*/ 40957 h 341471"/>
                <a:gd name="connsiteX10" fmla="*/ 222885 w 267176"/>
                <a:gd name="connsiteY10" fmla="*/ 44291 h 341471"/>
                <a:gd name="connsiteX11" fmla="*/ 215741 w 267176"/>
                <a:gd name="connsiteY11" fmla="*/ 47625 h 341471"/>
                <a:gd name="connsiteX12" fmla="*/ 205264 w 267176"/>
                <a:gd name="connsiteY12" fmla="*/ 52388 h 341471"/>
                <a:gd name="connsiteX13" fmla="*/ 199549 w 267176"/>
                <a:gd name="connsiteY13" fmla="*/ 55721 h 341471"/>
                <a:gd name="connsiteX14" fmla="*/ 197644 w 267176"/>
                <a:gd name="connsiteY14" fmla="*/ 59055 h 341471"/>
                <a:gd name="connsiteX15" fmla="*/ 193357 w 267176"/>
                <a:gd name="connsiteY15" fmla="*/ 64770 h 341471"/>
                <a:gd name="connsiteX16" fmla="*/ 189548 w 267176"/>
                <a:gd name="connsiteY16" fmla="*/ 68580 h 341471"/>
                <a:gd name="connsiteX17" fmla="*/ 188119 w 267176"/>
                <a:gd name="connsiteY17" fmla="*/ 69056 h 341471"/>
                <a:gd name="connsiteX18" fmla="*/ 179070 w 267176"/>
                <a:gd name="connsiteY18" fmla="*/ 68104 h 341471"/>
                <a:gd name="connsiteX19" fmla="*/ 175736 w 267176"/>
                <a:gd name="connsiteY19" fmla="*/ 67151 h 341471"/>
                <a:gd name="connsiteX20" fmla="*/ 170498 w 267176"/>
                <a:gd name="connsiteY20" fmla="*/ 66675 h 341471"/>
                <a:gd name="connsiteX21" fmla="*/ 163354 w 267176"/>
                <a:gd name="connsiteY21" fmla="*/ 65246 h 341471"/>
                <a:gd name="connsiteX22" fmla="*/ 158591 w 267176"/>
                <a:gd name="connsiteY22" fmla="*/ 63817 h 341471"/>
                <a:gd name="connsiteX23" fmla="*/ 153352 w 267176"/>
                <a:gd name="connsiteY23" fmla="*/ 63817 h 341471"/>
                <a:gd name="connsiteX24" fmla="*/ 145732 w 267176"/>
                <a:gd name="connsiteY24" fmla="*/ 63341 h 341471"/>
                <a:gd name="connsiteX25" fmla="*/ 140970 w 267176"/>
                <a:gd name="connsiteY25" fmla="*/ 62389 h 341471"/>
                <a:gd name="connsiteX26" fmla="*/ 136207 w 267176"/>
                <a:gd name="connsiteY26" fmla="*/ 59055 h 341471"/>
                <a:gd name="connsiteX27" fmla="*/ 130016 w 267176"/>
                <a:gd name="connsiteY27" fmla="*/ 55245 h 341471"/>
                <a:gd name="connsiteX28" fmla="*/ 123825 w 267176"/>
                <a:gd name="connsiteY28" fmla="*/ 50959 h 341471"/>
                <a:gd name="connsiteX29" fmla="*/ 117157 w 267176"/>
                <a:gd name="connsiteY29" fmla="*/ 46672 h 341471"/>
                <a:gd name="connsiteX30" fmla="*/ 109538 w 267176"/>
                <a:gd name="connsiteY30" fmla="*/ 41910 h 341471"/>
                <a:gd name="connsiteX31" fmla="*/ 100965 w 267176"/>
                <a:gd name="connsiteY31" fmla="*/ 36671 h 341471"/>
                <a:gd name="connsiteX32" fmla="*/ 99060 w 267176"/>
                <a:gd name="connsiteY32" fmla="*/ 36195 h 341471"/>
                <a:gd name="connsiteX33" fmla="*/ 98107 w 267176"/>
                <a:gd name="connsiteY33" fmla="*/ 36195 h 341471"/>
                <a:gd name="connsiteX34" fmla="*/ 89059 w 267176"/>
                <a:gd name="connsiteY34" fmla="*/ 35719 h 341471"/>
                <a:gd name="connsiteX35" fmla="*/ 79534 w 267176"/>
                <a:gd name="connsiteY35" fmla="*/ 35242 h 341471"/>
                <a:gd name="connsiteX36" fmla="*/ 72866 w 267176"/>
                <a:gd name="connsiteY36" fmla="*/ 35242 h 341471"/>
                <a:gd name="connsiteX37" fmla="*/ 70961 w 267176"/>
                <a:gd name="connsiteY37" fmla="*/ 34766 h 341471"/>
                <a:gd name="connsiteX38" fmla="*/ 69532 w 267176"/>
                <a:gd name="connsiteY38" fmla="*/ 33338 h 341471"/>
                <a:gd name="connsiteX39" fmla="*/ 67627 w 267176"/>
                <a:gd name="connsiteY39" fmla="*/ 29527 h 341471"/>
                <a:gd name="connsiteX40" fmla="*/ 65246 w 267176"/>
                <a:gd name="connsiteY40" fmla="*/ 26670 h 341471"/>
                <a:gd name="connsiteX41" fmla="*/ 62389 w 267176"/>
                <a:gd name="connsiteY41" fmla="*/ 23336 h 341471"/>
                <a:gd name="connsiteX42" fmla="*/ 62389 w 267176"/>
                <a:gd name="connsiteY42" fmla="*/ 18574 h 341471"/>
                <a:gd name="connsiteX43" fmla="*/ 63341 w 267176"/>
                <a:gd name="connsiteY43" fmla="*/ 13335 h 341471"/>
                <a:gd name="connsiteX44" fmla="*/ 63818 w 267176"/>
                <a:gd name="connsiteY44" fmla="*/ 11430 h 341471"/>
                <a:gd name="connsiteX45" fmla="*/ 63341 w 267176"/>
                <a:gd name="connsiteY45" fmla="*/ 9525 h 341471"/>
                <a:gd name="connsiteX46" fmla="*/ 63341 w 267176"/>
                <a:gd name="connsiteY46" fmla="*/ 7144 h 341471"/>
                <a:gd name="connsiteX47" fmla="*/ 61913 w 267176"/>
                <a:gd name="connsiteY47" fmla="*/ 4763 h 341471"/>
                <a:gd name="connsiteX48" fmla="*/ 52388 w 267176"/>
                <a:gd name="connsiteY48" fmla="*/ 2381 h 341471"/>
                <a:gd name="connsiteX49" fmla="*/ 50959 w 267176"/>
                <a:gd name="connsiteY49" fmla="*/ 2381 h 341471"/>
                <a:gd name="connsiteX50" fmla="*/ 49530 w 267176"/>
                <a:gd name="connsiteY50" fmla="*/ 3334 h 341471"/>
                <a:gd name="connsiteX51" fmla="*/ 47625 w 267176"/>
                <a:gd name="connsiteY51" fmla="*/ 3810 h 341471"/>
                <a:gd name="connsiteX52" fmla="*/ 46196 w 267176"/>
                <a:gd name="connsiteY52" fmla="*/ 3334 h 341471"/>
                <a:gd name="connsiteX53" fmla="*/ 45244 w 267176"/>
                <a:gd name="connsiteY53" fmla="*/ 2381 h 341471"/>
                <a:gd name="connsiteX54" fmla="*/ 45244 w 267176"/>
                <a:gd name="connsiteY54" fmla="*/ 952 h 341471"/>
                <a:gd name="connsiteX55" fmla="*/ 45244 w 267176"/>
                <a:gd name="connsiteY55" fmla="*/ 0 h 341471"/>
                <a:gd name="connsiteX56" fmla="*/ 39052 w 267176"/>
                <a:gd name="connsiteY56" fmla="*/ 6191 h 341471"/>
                <a:gd name="connsiteX57" fmla="*/ 31909 w 267176"/>
                <a:gd name="connsiteY57" fmla="*/ 12859 h 341471"/>
                <a:gd name="connsiteX58" fmla="*/ 23813 w 267176"/>
                <a:gd name="connsiteY58" fmla="*/ 20955 h 341471"/>
                <a:gd name="connsiteX59" fmla="*/ 14764 w 267176"/>
                <a:gd name="connsiteY59" fmla="*/ 29527 h 341471"/>
                <a:gd name="connsiteX60" fmla="*/ 7620 w 267176"/>
                <a:gd name="connsiteY60" fmla="*/ 36195 h 341471"/>
                <a:gd name="connsiteX61" fmla="*/ 952 w 267176"/>
                <a:gd name="connsiteY61" fmla="*/ 42863 h 341471"/>
                <a:gd name="connsiteX62" fmla="*/ 6191 w 267176"/>
                <a:gd name="connsiteY62" fmla="*/ 53816 h 341471"/>
                <a:gd name="connsiteX63" fmla="*/ 8096 w 267176"/>
                <a:gd name="connsiteY63" fmla="*/ 54292 h 341471"/>
                <a:gd name="connsiteX64" fmla="*/ 7620 w 267176"/>
                <a:gd name="connsiteY64" fmla="*/ 55245 h 341471"/>
                <a:gd name="connsiteX65" fmla="*/ 7144 w 267176"/>
                <a:gd name="connsiteY65" fmla="*/ 56197 h 341471"/>
                <a:gd name="connsiteX66" fmla="*/ 10477 w 267176"/>
                <a:gd name="connsiteY66" fmla="*/ 59055 h 341471"/>
                <a:gd name="connsiteX67" fmla="*/ 14764 w 267176"/>
                <a:gd name="connsiteY67" fmla="*/ 60484 h 341471"/>
                <a:gd name="connsiteX68" fmla="*/ 16193 w 267176"/>
                <a:gd name="connsiteY68" fmla="*/ 61913 h 341471"/>
                <a:gd name="connsiteX69" fmla="*/ 16193 w 267176"/>
                <a:gd name="connsiteY69" fmla="*/ 63341 h 341471"/>
                <a:gd name="connsiteX70" fmla="*/ 14764 w 267176"/>
                <a:gd name="connsiteY70" fmla="*/ 70009 h 341471"/>
                <a:gd name="connsiteX71" fmla="*/ 15240 w 267176"/>
                <a:gd name="connsiteY71" fmla="*/ 71914 h 341471"/>
                <a:gd name="connsiteX72" fmla="*/ 16669 w 267176"/>
                <a:gd name="connsiteY72" fmla="*/ 78581 h 341471"/>
                <a:gd name="connsiteX73" fmla="*/ 19050 w 267176"/>
                <a:gd name="connsiteY73" fmla="*/ 80010 h 341471"/>
                <a:gd name="connsiteX74" fmla="*/ 21431 w 267176"/>
                <a:gd name="connsiteY74" fmla="*/ 86677 h 341471"/>
                <a:gd name="connsiteX75" fmla="*/ 26194 w 267176"/>
                <a:gd name="connsiteY75" fmla="*/ 89535 h 341471"/>
                <a:gd name="connsiteX76" fmla="*/ 26670 w 267176"/>
                <a:gd name="connsiteY76" fmla="*/ 90488 h 341471"/>
                <a:gd name="connsiteX77" fmla="*/ 27623 w 267176"/>
                <a:gd name="connsiteY77" fmla="*/ 93821 h 341471"/>
                <a:gd name="connsiteX78" fmla="*/ 29051 w 267176"/>
                <a:gd name="connsiteY78" fmla="*/ 97155 h 341471"/>
                <a:gd name="connsiteX79" fmla="*/ 30004 w 267176"/>
                <a:gd name="connsiteY79" fmla="*/ 98107 h 341471"/>
                <a:gd name="connsiteX80" fmla="*/ 30480 w 267176"/>
                <a:gd name="connsiteY80" fmla="*/ 98107 h 341471"/>
                <a:gd name="connsiteX81" fmla="*/ 31909 w 267176"/>
                <a:gd name="connsiteY81" fmla="*/ 101917 h 341471"/>
                <a:gd name="connsiteX82" fmla="*/ 30956 w 267176"/>
                <a:gd name="connsiteY82" fmla="*/ 103822 h 341471"/>
                <a:gd name="connsiteX83" fmla="*/ 31909 w 267176"/>
                <a:gd name="connsiteY83" fmla="*/ 110014 h 341471"/>
                <a:gd name="connsiteX84" fmla="*/ 33814 w 267176"/>
                <a:gd name="connsiteY84" fmla="*/ 115729 h 341471"/>
                <a:gd name="connsiteX85" fmla="*/ 34290 w 267176"/>
                <a:gd name="connsiteY85" fmla="*/ 122396 h 341471"/>
                <a:gd name="connsiteX86" fmla="*/ 34290 w 267176"/>
                <a:gd name="connsiteY86" fmla="*/ 125254 h 341471"/>
                <a:gd name="connsiteX87" fmla="*/ 34290 w 267176"/>
                <a:gd name="connsiteY87" fmla="*/ 127159 h 341471"/>
                <a:gd name="connsiteX88" fmla="*/ 33814 w 267176"/>
                <a:gd name="connsiteY88" fmla="*/ 129540 h 341471"/>
                <a:gd name="connsiteX89" fmla="*/ 32861 w 267176"/>
                <a:gd name="connsiteY89" fmla="*/ 130969 h 341471"/>
                <a:gd name="connsiteX90" fmla="*/ 31432 w 267176"/>
                <a:gd name="connsiteY90" fmla="*/ 132397 h 341471"/>
                <a:gd name="connsiteX91" fmla="*/ 30004 w 267176"/>
                <a:gd name="connsiteY91" fmla="*/ 134779 h 341471"/>
                <a:gd name="connsiteX92" fmla="*/ 28575 w 267176"/>
                <a:gd name="connsiteY92" fmla="*/ 137160 h 341471"/>
                <a:gd name="connsiteX93" fmla="*/ 27623 w 267176"/>
                <a:gd name="connsiteY93" fmla="*/ 138589 h 341471"/>
                <a:gd name="connsiteX94" fmla="*/ 28099 w 267176"/>
                <a:gd name="connsiteY94" fmla="*/ 142399 h 341471"/>
                <a:gd name="connsiteX95" fmla="*/ 28099 w 267176"/>
                <a:gd name="connsiteY95" fmla="*/ 143351 h 341471"/>
                <a:gd name="connsiteX96" fmla="*/ 27623 w 267176"/>
                <a:gd name="connsiteY96" fmla="*/ 143827 h 341471"/>
                <a:gd name="connsiteX97" fmla="*/ 25718 w 267176"/>
                <a:gd name="connsiteY97" fmla="*/ 144304 h 341471"/>
                <a:gd name="connsiteX98" fmla="*/ 22860 w 267176"/>
                <a:gd name="connsiteY98" fmla="*/ 145256 h 341471"/>
                <a:gd name="connsiteX99" fmla="*/ 21431 w 267176"/>
                <a:gd name="connsiteY99" fmla="*/ 146209 h 341471"/>
                <a:gd name="connsiteX100" fmla="*/ 19050 w 267176"/>
                <a:gd name="connsiteY100" fmla="*/ 148114 h 341471"/>
                <a:gd name="connsiteX101" fmla="*/ 17145 w 267176"/>
                <a:gd name="connsiteY101" fmla="*/ 150019 h 341471"/>
                <a:gd name="connsiteX102" fmla="*/ 14764 w 267176"/>
                <a:gd name="connsiteY102" fmla="*/ 155734 h 341471"/>
                <a:gd name="connsiteX103" fmla="*/ 10954 w 267176"/>
                <a:gd name="connsiteY103" fmla="*/ 160496 h 341471"/>
                <a:gd name="connsiteX104" fmla="*/ 10477 w 267176"/>
                <a:gd name="connsiteY104" fmla="*/ 161925 h 341471"/>
                <a:gd name="connsiteX105" fmla="*/ 6668 w 267176"/>
                <a:gd name="connsiteY105" fmla="*/ 164782 h 341471"/>
                <a:gd name="connsiteX106" fmla="*/ 4763 w 267176"/>
                <a:gd name="connsiteY106" fmla="*/ 168116 h 341471"/>
                <a:gd name="connsiteX107" fmla="*/ 3810 w 267176"/>
                <a:gd name="connsiteY107" fmla="*/ 172402 h 341471"/>
                <a:gd name="connsiteX108" fmla="*/ 2381 w 267176"/>
                <a:gd name="connsiteY108" fmla="*/ 175260 h 341471"/>
                <a:gd name="connsiteX109" fmla="*/ 0 w 267176"/>
                <a:gd name="connsiteY109" fmla="*/ 178117 h 341471"/>
                <a:gd name="connsiteX110" fmla="*/ 0 w 267176"/>
                <a:gd name="connsiteY110" fmla="*/ 178117 h 341471"/>
                <a:gd name="connsiteX111" fmla="*/ 0 w 267176"/>
                <a:gd name="connsiteY111" fmla="*/ 182404 h 341471"/>
                <a:gd name="connsiteX112" fmla="*/ 476 w 267176"/>
                <a:gd name="connsiteY112" fmla="*/ 184785 h 341471"/>
                <a:gd name="connsiteX113" fmla="*/ 952 w 267176"/>
                <a:gd name="connsiteY113" fmla="*/ 186214 h 341471"/>
                <a:gd name="connsiteX114" fmla="*/ 1905 w 267176"/>
                <a:gd name="connsiteY114" fmla="*/ 187642 h 341471"/>
                <a:gd name="connsiteX115" fmla="*/ 2857 w 267176"/>
                <a:gd name="connsiteY115" fmla="*/ 188119 h 341471"/>
                <a:gd name="connsiteX116" fmla="*/ 4763 w 267176"/>
                <a:gd name="connsiteY116" fmla="*/ 188119 h 341471"/>
                <a:gd name="connsiteX117" fmla="*/ 5239 w 267176"/>
                <a:gd name="connsiteY117" fmla="*/ 188595 h 341471"/>
                <a:gd name="connsiteX118" fmla="*/ 4763 w 267176"/>
                <a:gd name="connsiteY118" fmla="*/ 190024 h 341471"/>
                <a:gd name="connsiteX119" fmla="*/ 5239 w 267176"/>
                <a:gd name="connsiteY119" fmla="*/ 190976 h 341471"/>
                <a:gd name="connsiteX120" fmla="*/ 9049 w 267176"/>
                <a:gd name="connsiteY120" fmla="*/ 194310 h 341471"/>
                <a:gd name="connsiteX121" fmla="*/ 10954 w 267176"/>
                <a:gd name="connsiteY121" fmla="*/ 197167 h 341471"/>
                <a:gd name="connsiteX122" fmla="*/ 11906 w 267176"/>
                <a:gd name="connsiteY122" fmla="*/ 197167 h 341471"/>
                <a:gd name="connsiteX123" fmla="*/ 12859 w 267176"/>
                <a:gd name="connsiteY123" fmla="*/ 196691 h 341471"/>
                <a:gd name="connsiteX124" fmla="*/ 13335 w 267176"/>
                <a:gd name="connsiteY124" fmla="*/ 195739 h 341471"/>
                <a:gd name="connsiteX125" fmla="*/ 13811 w 267176"/>
                <a:gd name="connsiteY125" fmla="*/ 193357 h 341471"/>
                <a:gd name="connsiteX126" fmla="*/ 15716 w 267176"/>
                <a:gd name="connsiteY126" fmla="*/ 191929 h 341471"/>
                <a:gd name="connsiteX127" fmla="*/ 19526 w 267176"/>
                <a:gd name="connsiteY127" fmla="*/ 190024 h 341471"/>
                <a:gd name="connsiteX128" fmla="*/ 25718 w 267176"/>
                <a:gd name="connsiteY128" fmla="*/ 188119 h 341471"/>
                <a:gd name="connsiteX129" fmla="*/ 29051 w 267176"/>
                <a:gd name="connsiteY129" fmla="*/ 194310 h 341471"/>
                <a:gd name="connsiteX130" fmla="*/ 28575 w 267176"/>
                <a:gd name="connsiteY130" fmla="*/ 194786 h 341471"/>
                <a:gd name="connsiteX131" fmla="*/ 25241 w 267176"/>
                <a:gd name="connsiteY131" fmla="*/ 195739 h 341471"/>
                <a:gd name="connsiteX132" fmla="*/ 20955 w 267176"/>
                <a:gd name="connsiteY132" fmla="*/ 195739 h 341471"/>
                <a:gd name="connsiteX133" fmla="*/ 17621 w 267176"/>
                <a:gd name="connsiteY133" fmla="*/ 196691 h 341471"/>
                <a:gd name="connsiteX134" fmla="*/ 17145 w 267176"/>
                <a:gd name="connsiteY134" fmla="*/ 197167 h 341471"/>
                <a:gd name="connsiteX135" fmla="*/ 17621 w 267176"/>
                <a:gd name="connsiteY135" fmla="*/ 200501 h 341471"/>
                <a:gd name="connsiteX136" fmla="*/ 17145 w 267176"/>
                <a:gd name="connsiteY136" fmla="*/ 201454 h 341471"/>
                <a:gd name="connsiteX137" fmla="*/ 16193 w 267176"/>
                <a:gd name="connsiteY137" fmla="*/ 201454 h 341471"/>
                <a:gd name="connsiteX138" fmla="*/ 14288 w 267176"/>
                <a:gd name="connsiteY138" fmla="*/ 200025 h 341471"/>
                <a:gd name="connsiteX139" fmla="*/ 12859 w 267176"/>
                <a:gd name="connsiteY139" fmla="*/ 200025 h 341471"/>
                <a:gd name="connsiteX140" fmla="*/ 10954 w 267176"/>
                <a:gd name="connsiteY140" fmla="*/ 199549 h 341471"/>
                <a:gd name="connsiteX141" fmla="*/ 9049 w 267176"/>
                <a:gd name="connsiteY141" fmla="*/ 199549 h 341471"/>
                <a:gd name="connsiteX142" fmla="*/ 7620 w 267176"/>
                <a:gd name="connsiteY142" fmla="*/ 200501 h 341471"/>
                <a:gd name="connsiteX143" fmla="*/ 4286 w 267176"/>
                <a:gd name="connsiteY143" fmla="*/ 204311 h 341471"/>
                <a:gd name="connsiteX144" fmla="*/ 3810 w 267176"/>
                <a:gd name="connsiteY144" fmla="*/ 206692 h 341471"/>
                <a:gd name="connsiteX145" fmla="*/ 4286 w 267176"/>
                <a:gd name="connsiteY145" fmla="*/ 209550 h 341471"/>
                <a:gd name="connsiteX146" fmla="*/ 5715 w 267176"/>
                <a:gd name="connsiteY146" fmla="*/ 211931 h 341471"/>
                <a:gd name="connsiteX147" fmla="*/ 7620 w 267176"/>
                <a:gd name="connsiteY147" fmla="*/ 214789 h 341471"/>
                <a:gd name="connsiteX148" fmla="*/ 7144 w 267176"/>
                <a:gd name="connsiteY148" fmla="*/ 216694 h 341471"/>
                <a:gd name="connsiteX149" fmla="*/ 6191 w 267176"/>
                <a:gd name="connsiteY149" fmla="*/ 217646 h 341471"/>
                <a:gd name="connsiteX150" fmla="*/ 4286 w 267176"/>
                <a:gd name="connsiteY150" fmla="*/ 218599 h 341471"/>
                <a:gd name="connsiteX151" fmla="*/ 4286 w 267176"/>
                <a:gd name="connsiteY151" fmla="*/ 220027 h 341471"/>
                <a:gd name="connsiteX152" fmla="*/ 3810 w 267176"/>
                <a:gd name="connsiteY152" fmla="*/ 220504 h 341471"/>
                <a:gd name="connsiteX153" fmla="*/ 6191 w 267176"/>
                <a:gd name="connsiteY153" fmla="*/ 221932 h 341471"/>
                <a:gd name="connsiteX154" fmla="*/ 13335 w 267176"/>
                <a:gd name="connsiteY154" fmla="*/ 225742 h 341471"/>
                <a:gd name="connsiteX155" fmla="*/ 20479 w 267176"/>
                <a:gd name="connsiteY155" fmla="*/ 229552 h 341471"/>
                <a:gd name="connsiteX156" fmla="*/ 27623 w 267176"/>
                <a:gd name="connsiteY156" fmla="*/ 233363 h 341471"/>
                <a:gd name="connsiteX157" fmla="*/ 34766 w 267176"/>
                <a:gd name="connsiteY157" fmla="*/ 237172 h 341471"/>
                <a:gd name="connsiteX158" fmla="*/ 41910 w 267176"/>
                <a:gd name="connsiteY158" fmla="*/ 240982 h 341471"/>
                <a:gd name="connsiteX159" fmla="*/ 49054 w 267176"/>
                <a:gd name="connsiteY159" fmla="*/ 244792 h 341471"/>
                <a:gd name="connsiteX160" fmla="*/ 56198 w 267176"/>
                <a:gd name="connsiteY160" fmla="*/ 248602 h 341471"/>
                <a:gd name="connsiteX161" fmla="*/ 63341 w 267176"/>
                <a:gd name="connsiteY161" fmla="*/ 252413 h 341471"/>
                <a:gd name="connsiteX162" fmla="*/ 70485 w 267176"/>
                <a:gd name="connsiteY162" fmla="*/ 256222 h 341471"/>
                <a:gd name="connsiteX163" fmla="*/ 77629 w 267176"/>
                <a:gd name="connsiteY163" fmla="*/ 260032 h 341471"/>
                <a:gd name="connsiteX164" fmla="*/ 84773 w 267176"/>
                <a:gd name="connsiteY164" fmla="*/ 263842 h 341471"/>
                <a:gd name="connsiteX165" fmla="*/ 91916 w 267176"/>
                <a:gd name="connsiteY165" fmla="*/ 267652 h 341471"/>
                <a:gd name="connsiteX166" fmla="*/ 99060 w 267176"/>
                <a:gd name="connsiteY166" fmla="*/ 271463 h 341471"/>
                <a:gd name="connsiteX167" fmla="*/ 106204 w 267176"/>
                <a:gd name="connsiteY167" fmla="*/ 275272 h 341471"/>
                <a:gd name="connsiteX168" fmla="*/ 113348 w 267176"/>
                <a:gd name="connsiteY168" fmla="*/ 279082 h 341471"/>
                <a:gd name="connsiteX169" fmla="*/ 120491 w 267176"/>
                <a:gd name="connsiteY169" fmla="*/ 282892 h 341471"/>
                <a:gd name="connsiteX170" fmla="*/ 123825 w 267176"/>
                <a:gd name="connsiteY170" fmla="*/ 284797 h 341471"/>
                <a:gd name="connsiteX171" fmla="*/ 124301 w 267176"/>
                <a:gd name="connsiteY171" fmla="*/ 285750 h 341471"/>
                <a:gd name="connsiteX172" fmla="*/ 124777 w 267176"/>
                <a:gd name="connsiteY172" fmla="*/ 289560 h 341471"/>
                <a:gd name="connsiteX173" fmla="*/ 125254 w 267176"/>
                <a:gd name="connsiteY173" fmla="*/ 291941 h 341471"/>
                <a:gd name="connsiteX174" fmla="*/ 125254 w 267176"/>
                <a:gd name="connsiteY174" fmla="*/ 293846 h 341471"/>
                <a:gd name="connsiteX175" fmla="*/ 123349 w 267176"/>
                <a:gd name="connsiteY175" fmla="*/ 297180 h 341471"/>
                <a:gd name="connsiteX176" fmla="*/ 122873 w 267176"/>
                <a:gd name="connsiteY176" fmla="*/ 299085 h 341471"/>
                <a:gd name="connsiteX177" fmla="*/ 122873 w 267176"/>
                <a:gd name="connsiteY177" fmla="*/ 300514 h 341471"/>
                <a:gd name="connsiteX178" fmla="*/ 123349 w 267176"/>
                <a:gd name="connsiteY178" fmla="*/ 300990 h 341471"/>
                <a:gd name="connsiteX179" fmla="*/ 124777 w 267176"/>
                <a:gd name="connsiteY179" fmla="*/ 300990 h 341471"/>
                <a:gd name="connsiteX180" fmla="*/ 126206 w 267176"/>
                <a:gd name="connsiteY180" fmla="*/ 301942 h 341471"/>
                <a:gd name="connsiteX181" fmla="*/ 126682 w 267176"/>
                <a:gd name="connsiteY181" fmla="*/ 302419 h 341471"/>
                <a:gd name="connsiteX182" fmla="*/ 127635 w 267176"/>
                <a:gd name="connsiteY182" fmla="*/ 304800 h 341471"/>
                <a:gd name="connsiteX183" fmla="*/ 129064 w 267176"/>
                <a:gd name="connsiteY183" fmla="*/ 306229 h 341471"/>
                <a:gd name="connsiteX184" fmla="*/ 131921 w 267176"/>
                <a:gd name="connsiteY184" fmla="*/ 308610 h 341471"/>
                <a:gd name="connsiteX185" fmla="*/ 137160 w 267176"/>
                <a:gd name="connsiteY185" fmla="*/ 312420 h 341471"/>
                <a:gd name="connsiteX186" fmla="*/ 142399 w 267176"/>
                <a:gd name="connsiteY186" fmla="*/ 316230 h 341471"/>
                <a:gd name="connsiteX187" fmla="*/ 147638 w 267176"/>
                <a:gd name="connsiteY187" fmla="*/ 320040 h 341471"/>
                <a:gd name="connsiteX188" fmla="*/ 152876 w 267176"/>
                <a:gd name="connsiteY188" fmla="*/ 323850 h 341471"/>
                <a:gd name="connsiteX189" fmla="*/ 158115 w 267176"/>
                <a:gd name="connsiteY189" fmla="*/ 327660 h 341471"/>
                <a:gd name="connsiteX190" fmla="*/ 163354 w 267176"/>
                <a:gd name="connsiteY190" fmla="*/ 331470 h 341471"/>
                <a:gd name="connsiteX191" fmla="*/ 168593 w 267176"/>
                <a:gd name="connsiteY191" fmla="*/ 335280 h 341471"/>
                <a:gd name="connsiteX192" fmla="*/ 173831 w 267176"/>
                <a:gd name="connsiteY192" fmla="*/ 339090 h 341471"/>
                <a:gd name="connsiteX193" fmla="*/ 176213 w 267176"/>
                <a:gd name="connsiteY193" fmla="*/ 340995 h 341471"/>
                <a:gd name="connsiteX194" fmla="*/ 177165 w 267176"/>
                <a:gd name="connsiteY194" fmla="*/ 341471 h 341471"/>
                <a:gd name="connsiteX195" fmla="*/ 177165 w 267176"/>
                <a:gd name="connsiteY195" fmla="*/ 340519 h 341471"/>
                <a:gd name="connsiteX196" fmla="*/ 179070 w 267176"/>
                <a:gd name="connsiteY196" fmla="*/ 338614 h 341471"/>
                <a:gd name="connsiteX197" fmla="*/ 181927 w 267176"/>
                <a:gd name="connsiteY197" fmla="*/ 339090 h 341471"/>
                <a:gd name="connsiteX198" fmla="*/ 185738 w 267176"/>
                <a:gd name="connsiteY198" fmla="*/ 334327 h 341471"/>
                <a:gd name="connsiteX199" fmla="*/ 190500 w 267176"/>
                <a:gd name="connsiteY199" fmla="*/ 323374 h 341471"/>
                <a:gd name="connsiteX200" fmla="*/ 190976 w 267176"/>
                <a:gd name="connsiteY200" fmla="*/ 322421 h 341471"/>
                <a:gd name="connsiteX201" fmla="*/ 191929 w 267176"/>
                <a:gd name="connsiteY201" fmla="*/ 320516 h 341471"/>
                <a:gd name="connsiteX202" fmla="*/ 193357 w 267176"/>
                <a:gd name="connsiteY202" fmla="*/ 318135 h 341471"/>
                <a:gd name="connsiteX203" fmla="*/ 193834 w 267176"/>
                <a:gd name="connsiteY203" fmla="*/ 316706 h 341471"/>
                <a:gd name="connsiteX204" fmla="*/ 194310 w 267176"/>
                <a:gd name="connsiteY204" fmla="*/ 315277 h 341471"/>
                <a:gd name="connsiteX205" fmla="*/ 196215 w 267176"/>
                <a:gd name="connsiteY205" fmla="*/ 310991 h 341471"/>
                <a:gd name="connsiteX206" fmla="*/ 197644 w 267176"/>
                <a:gd name="connsiteY206" fmla="*/ 303847 h 341471"/>
                <a:gd name="connsiteX207" fmla="*/ 199073 w 267176"/>
                <a:gd name="connsiteY207" fmla="*/ 302419 h 341471"/>
                <a:gd name="connsiteX208" fmla="*/ 200501 w 267176"/>
                <a:gd name="connsiteY208" fmla="*/ 299085 h 341471"/>
                <a:gd name="connsiteX209" fmla="*/ 202406 w 267176"/>
                <a:gd name="connsiteY209" fmla="*/ 296227 h 341471"/>
                <a:gd name="connsiteX210" fmla="*/ 206693 w 267176"/>
                <a:gd name="connsiteY210" fmla="*/ 292894 h 341471"/>
                <a:gd name="connsiteX211" fmla="*/ 207169 w 267176"/>
                <a:gd name="connsiteY211" fmla="*/ 290513 h 341471"/>
                <a:gd name="connsiteX212" fmla="*/ 209550 w 267176"/>
                <a:gd name="connsiteY212" fmla="*/ 285274 h 341471"/>
                <a:gd name="connsiteX213" fmla="*/ 209074 w 267176"/>
                <a:gd name="connsiteY213" fmla="*/ 278606 h 341471"/>
                <a:gd name="connsiteX214" fmla="*/ 210502 w 267176"/>
                <a:gd name="connsiteY214" fmla="*/ 274320 h 341471"/>
                <a:gd name="connsiteX215" fmla="*/ 212407 w 267176"/>
                <a:gd name="connsiteY215" fmla="*/ 272415 h 341471"/>
                <a:gd name="connsiteX216" fmla="*/ 216694 w 267176"/>
                <a:gd name="connsiteY216" fmla="*/ 270034 h 341471"/>
                <a:gd name="connsiteX217" fmla="*/ 224790 w 267176"/>
                <a:gd name="connsiteY217" fmla="*/ 269557 h 341471"/>
                <a:gd name="connsiteX218" fmla="*/ 230505 w 267176"/>
                <a:gd name="connsiteY218" fmla="*/ 264795 h 341471"/>
                <a:gd name="connsiteX219" fmla="*/ 230505 w 267176"/>
                <a:gd name="connsiteY219" fmla="*/ 262890 h 341471"/>
                <a:gd name="connsiteX220" fmla="*/ 233363 w 267176"/>
                <a:gd name="connsiteY220" fmla="*/ 260509 h 341471"/>
                <a:gd name="connsiteX221" fmla="*/ 234315 w 267176"/>
                <a:gd name="connsiteY221" fmla="*/ 258127 h 341471"/>
                <a:gd name="connsiteX222" fmla="*/ 233839 w 267176"/>
                <a:gd name="connsiteY222" fmla="*/ 256222 h 341471"/>
                <a:gd name="connsiteX223" fmla="*/ 233363 w 267176"/>
                <a:gd name="connsiteY223" fmla="*/ 252413 h 341471"/>
                <a:gd name="connsiteX224" fmla="*/ 234315 w 267176"/>
                <a:gd name="connsiteY224" fmla="*/ 252889 h 341471"/>
                <a:gd name="connsiteX225" fmla="*/ 235744 w 267176"/>
                <a:gd name="connsiteY225" fmla="*/ 253365 h 341471"/>
                <a:gd name="connsiteX226" fmla="*/ 236220 w 267176"/>
                <a:gd name="connsiteY226" fmla="*/ 250984 h 341471"/>
                <a:gd name="connsiteX227" fmla="*/ 237173 w 267176"/>
                <a:gd name="connsiteY227" fmla="*/ 249555 h 341471"/>
                <a:gd name="connsiteX228" fmla="*/ 239554 w 267176"/>
                <a:gd name="connsiteY228" fmla="*/ 250507 h 341471"/>
                <a:gd name="connsiteX229" fmla="*/ 240982 w 267176"/>
                <a:gd name="connsiteY229" fmla="*/ 250984 h 341471"/>
                <a:gd name="connsiteX230" fmla="*/ 246221 w 267176"/>
                <a:gd name="connsiteY230" fmla="*/ 249555 h 341471"/>
                <a:gd name="connsiteX231" fmla="*/ 250507 w 267176"/>
                <a:gd name="connsiteY231" fmla="*/ 246697 h 341471"/>
                <a:gd name="connsiteX232" fmla="*/ 255270 w 267176"/>
                <a:gd name="connsiteY232" fmla="*/ 240982 h 341471"/>
                <a:gd name="connsiteX233" fmla="*/ 255270 w 267176"/>
                <a:gd name="connsiteY233" fmla="*/ 238125 h 341471"/>
                <a:gd name="connsiteX234" fmla="*/ 254794 w 267176"/>
                <a:gd name="connsiteY234" fmla="*/ 236696 h 341471"/>
                <a:gd name="connsiteX235" fmla="*/ 251460 w 267176"/>
                <a:gd name="connsiteY235" fmla="*/ 232410 h 341471"/>
                <a:gd name="connsiteX236" fmla="*/ 245269 w 267176"/>
                <a:gd name="connsiteY236" fmla="*/ 224790 h 341471"/>
                <a:gd name="connsiteX237" fmla="*/ 240506 w 267176"/>
                <a:gd name="connsiteY237" fmla="*/ 219075 h 341471"/>
                <a:gd name="connsiteX238" fmla="*/ 235744 w 267176"/>
                <a:gd name="connsiteY238" fmla="*/ 213360 h 341471"/>
                <a:gd name="connsiteX239" fmla="*/ 235744 w 267176"/>
                <a:gd name="connsiteY239" fmla="*/ 208597 h 341471"/>
                <a:gd name="connsiteX240" fmla="*/ 235744 w 267176"/>
                <a:gd name="connsiteY240" fmla="*/ 194310 h 341471"/>
                <a:gd name="connsiteX241" fmla="*/ 235744 w 267176"/>
                <a:gd name="connsiteY241" fmla="*/ 166211 h 341471"/>
                <a:gd name="connsiteX242" fmla="*/ 235744 w 267176"/>
                <a:gd name="connsiteY242" fmla="*/ 138113 h 341471"/>
                <a:gd name="connsiteX243" fmla="*/ 235744 w 267176"/>
                <a:gd name="connsiteY243" fmla="*/ 110014 h 341471"/>
                <a:gd name="connsiteX244" fmla="*/ 235744 w 267176"/>
                <a:gd name="connsiteY244" fmla="*/ 95726 h 341471"/>
                <a:gd name="connsiteX245" fmla="*/ 235744 w 267176"/>
                <a:gd name="connsiteY245" fmla="*/ 90011 h 341471"/>
                <a:gd name="connsiteX246" fmla="*/ 236220 w 267176"/>
                <a:gd name="connsiteY246" fmla="*/ 89059 h 341471"/>
                <a:gd name="connsiteX247" fmla="*/ 241459 w 267176"/>
                <a:gd name="connsiteY247" fmla="*/ 83820 h 341471"/>
                <a:gd name="connsiteX248" fmla="*/ 248602 w 267176"/>
                <a:gd name="connsiteY248" fmla="*/ 77152 h 341471"/>
                <a:gd name="connsiteX249" fmla="*/ 257651 w 267176"/>
                <a:gd name="connsiteY249" fmla="*/ 64294 h 341471"/>
                <a:gd name="connsiteX250" fmla="*/ 262890 w 267176"/>
                <a:gd name="connsiteY250" fmla="*/ 57150 h 341471"/>
                <a:gd name="connsiteX251" fmla="*/ 267176 w 267176"/>
                <a:gd name="connsiteY251" fmla="*/ 51435 h 341471"/>
                <a:gd name="connsiteX252" fmla="*/ 264795 w 267176"/>
                <a:gd name="connsiteY252" fmla="*/ 50959 h 34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67176" h="341471">
                  <a:moveTo>
                    <a:pt x="264795" y="50959"/>
                  </a:moveTo>
                  <a:lnTo>
                    <a:pt x="256223" y="51435"/>
                  </a:lnTo>
                  <a:lnTo>
                    <a:pt x="252413" y="51911"/>
                  </a:lnTo>
                  <a:lnTo>
                    <a:pt x="250507" y="51911"/>
                  </a:lnTo>
                  <a:lnTo>
                    <a:pt x="247174" y="51911"/>
                  </a:lnTo>
                  <a:lnTo>
                    <a:pt x="244316" y="51435"/>
                  </a:lnTo>
                  <a:lnTo>
                    <a:pt x="242411" y="50482"/>
                  </a:lnTo>
                  <a:lnTo>
                    <a:pt x="240030" y="48101"/>
                  </a:lnTo>
                  <a:lnTo>
                    <a:pt x="234791" y="43815"/>
                  </a:lnTo>
                  <a:lnTo>
                    <a:pt x="230981" y="40957"/>
                  </a:lnTo>
                  <a:lnTo>
                    <a:pt x="222885" y="44291"/>
                  </a:lnTo>
                  <a:lnTo>
                    <a:pt x="215741" y="47625"/>
                  </a:lnTo>
                  <a:lnTo>
                    <a:pt x="205264" y="52388"/>
                  </a:lnTo>
                  <a:lnTo>
                    <a:pt x="199549" y="55721"/>
                  </a:lnTo>
                  <a:lnTo>
                    <a:pt x="197644" y="59055"/>
                  </a:lnTo>
                  <a:lnTo>
                    <a:pt x="193357" y="64770"/>
                  </a:lnTo>
                  <a:lnTo>
                    <a:pt x="189548" y="68580"/>
                  </a:lnTo>
                  <a:lnTo>
                    <a:pt x="188119" y="69056"/>
                  </a:lnTo>
                  <a:lnTo>
                    <a:pt x="179070" y="68104"/>
                  </a:lnTo>
                  <a:lnTo>
                    <a:pt x="175736" y="67151"/>
                  </a:lnTo>
                  <a:lnTo>
                    <a:pt x="170498" y="66675"/>
                  </a:lnTo>
                  <a:lnTo>
                    <a:pt x="163354" y="65246"/>
                  </a:lnTo>
                  <a:lnTo>
                    <a:pt x="158591" y="63817"/>
                  </a:lnTo>
                  <a:lnTo>
                    <a:pt x="153352" y="63817"/>
                  </a:lnTo>
                  <a:lnTo>
                    <a:pt x="145732" y="63341"/>
                  </a:lnTo>
                  <a:lnTo>
                    <a:pt x="140970" y="62389"/>
                  </a:lnTo>
                  <a:lnTo>
                    <a:pt x="136207" y="59055"/>
                  </a:lnTo>
                  <a:lnTo>
                    <a:pt x="130016" y="55245"/>
                  </a:lnTo>
                  <a:lnTo>
                    <a:pt x="123825" y="50959"/>
                  </a:lnTo>
                  <a:lnTo>
                    <a:pt x="117157" y="46672"/>
                  </a:lnTo>
                  <a:lnTo>
                    <a:pt x="109538" y="41910"/>
                  </a:lnTo>
                  <a:lnTo>
                    <a:pt x="100965" y="36671"/>
                  </a:lnTo>
                  <a:lnTo>
                    <a:pt x="99060" y="36195"/>
                  </a:lnTo>
                  <a:lnTo>
                    <a:pt x="98107" y="36195"/>
                  </a:lnTo>
                  <a:lnTo>
                    <a:pt x="89059" y="35719"/>
                  </a:lnTo>
                  <a:lnTo>
                    <a:pt x="79534" y="35242"/>
                  </a:lnTo>
                  <a:lnTo>
                    <a:pt x="72866" y="35242"/>
                  </a:lnTo>
                  <a:lnTo>
                    <a:pt x="70961" y="34766"/>
                  </a:lnTo>
                  <a:lnTo>
                    <a:pt x="69532" y="33338"/>
                  </a:lnTo>
                  <a:lnTo>
                    <a:pt x="67627" y="29527"/>
                  </a:lnTo>
                  <a:lnTo>
                    <a:pt x="65246" y="26670"/>
                  </a:lnTo>
                  <a:lnTo>
                    <a:pt x="62389" y="23336"/>
                  </a:lnTo>
                  <a:lnTo>
                    <a:pt x="62389" y="18574"/>
                  </a:lnTo>
                  <a:lnTo>
                    <a:pt x="63341" y="13335"/>
                  </a:lnTo>
                  <a:lnTo>
                    <a:pt x="63818" y="11430"/>
                  </a:lnTo>
                  <a:lnTo>
                    <a:pt x="63341" y="9525"/>
                  </a:lnTo>
                  <a:lnTo>
                    <a:pt x="63341" y="7144"/>
                  </a:lnTo>
                  <a:lnTo>
                    <a:pt x="61913" y="4763"/>
                  </a:lnTo>
                  <a:lnTo>
                    <a:pt x="52388" y="2381"/>
                  </a:lnTo>
                  <a:lnTo>
                    <a:pt x="50959" y="2381"/>
                  </a:lnTo>
                  <a:lnTo>
                    <a:pt x="49530" y="3334"/>
                  </a:lnTo>
                  <a:lnTo>
                    <a:pt x="47625" y="3810"/>
                  </a:lnTo>
                  <a:lnTo>
                    <a:pt x="46196" y="3334"/>
                  </a:lnTo>
                  <a:lnTo>
                    <a:pt x="45244" y="2381"/>
                  </a:lnTo>
                  <a:lnTo>
                    <a:pt x="45244" y="952"/>
                  </a:lnTo>
                  <a:lnTo>
                    <a:pt x="45244" y="0"/>
                  </a:lnTo>
                  <a:lnTo>
                    <a:pt x="39052" y="6191"/>
                  </a:lnTo>
                  <a:lnTo>
                    <a:pt x="31909" y="12859"/>
                  </a:lnTo>
                  <a:lnTo>
                    <a:pt x="23813" y="20955"/>
                  </a:lnTo>
                  <a:lnTo>
                    <a:pt x="14764" y="29527"/>
                  </a:lnTo>
                  <a:lnTo>
                    <a:pt x="7620" y="36195"/>
                  </a:lnTo>
                  <a:lnTo>
                    <a:pt x="952" y="42863"/>
                  </a:lnTo>
                  <a:lnTo>
                    <a:pt x="6191" y="53816"/>
                  </a:lnTo>
                  <a:lnTo>
                    <a:pt x="8096" y="54292"/>
                  </a:lnTo>
                  <a:lnTo>
                    <a:pt x="7620" y="55245"/>
                  </a:lnTo>
                  <a:lnTo>
                    <a:pt x="7144" y="56197"/>
                  </a:lnTo>
                  <a:lnTo>
                    <a:pt x="10477" y="59055"/>
                  </a:lnTo>
                  <a:lnTo>
                    <a:pt x="14764" y="60484"/>
                  </a:lnTo>
                  <a:lnTo>
                    <a:pt x="16193" y="61913"/>
                  </a:lnTo>
                  <a:lnTo>
                    <a:pt x="16193" y="63341"/>
                  </a:lnTo>
                  <a:lnTo>
                    <a:pt x="14764" y="70009"/>
                  </a:lnTo>
                  <a:lnTo>
                    <a:pt x="15240" y="71914"/>
                  </a:lnTo>
                  <a:lnTo>
                    <a:pt x="16669" y="78581"/>
                  </a:lnTo>
                  <a:lnTo>
                    <a:pt x="19050" y="80010"/>
                  </a:lnTo>
                  <a:lnTo>
                    <a:pt x="21431" y="86677"/>
                  </a:lnTo>
                  <a:lnTo>
                    <a:pt x="26194" y="89535"/>
                  </a:lnTo>
                  <a:lnTo>
                    <a:pt x="26670" y="90488"/>
                  </a:lnTo>
                  <a:lnTo>
                    <a:pt x="27623" y="93821"/>
                  </a:lnTo>
                  <a:lnTo>
                    <a:pt x="29051" y="97155"/>
                  </a:lnTo>
                  <a:lnTo>
                    <a:pt x="30004" y="98107"/>
                  </a:lnTo>
                  <a:lnTo>
                    <a:pt x="30480" y="98107"/>
                  </a:lnTo>
                  <a:lnTo>
                    <a:pt x="31909" y="101917"/>
                  </a:lnTo>
                  <a:lnTo>
                    <a:pt x="30956" y="103822"/>
                  </a:lnTo>
                  <a:lnTo>
                    <a:pt x="31909" y="110014"/>
                  </a:lnTo>
                  <a:lnTo>
                    <a:pt x="33814" y="115729"/>
                  </a:lnTo>
                  <a:lnTo>
                    <a:pt x="34290" y="122396"/>
                  </a:lnTo>
                  <a:lnTo>
                    <a:pt x="34290" y="125254"/>
                  </a:lnTo>
                  <a:lnTo>
                    <a:pt x="34290" y="127159"/>
                  </a:lnTo>
                  <a:lnTo>
                    <a:pt x="33814" y="129540"/>
                  </a:lnTo>
                  <a:lnTo>
                    <a:pt x="32861" y="130969"/>
                  </a:lnTo>
                  <a:lnTo>
                    <a:pt x="31432" y="132397"/>
                  </a:lnTo>
                  <a:lnTo>
                    <a:pt x="30004" y="134779"/>
                  </a:lnTo>
                  <a:lnTo>
                    <a:pt x="28575" y="137160"/>
                  </a:lnTo>
                  <a:lnTo>
                    <a:pt x="27623" y="138589"/>
                  </a:lnTo>
                  <a:lnTo>
                    <a:pt x="28099" y="142399"/>
                  </a:lnTo>
                  <a:lnTo>
                    <a:pt x="28099" y="143351"/>
                  </a:lnTo>
                  <a:lnTo>
                    <a:pt x="27623" y="143827"/>
                  </a:lnTo>
                  <a:lnTo>
                    <a:pt x="25718" y="144304"/>
                  </a:lnTo>
                  <a:lnTo>
                    <a:pt x="22860" y="145256"/>
                  </a:lnTo>
                  <a:lnTo>
                    <a:pt x="21431" y="146209"/>
                  </a:lnTo>
                  <a:lnTo>
                    <a:pt x="19050" y="148114"/>
                  </a:lnTo>
                  <a:lnTo>
                    <a:pt x="17145" y="150019"/>
                  </a:lnTo>
                  <a:lnTo>
                    <a:pt x="14764" y="155734"/>
                  </a:lnTo>
                  <a:lnTo>
                    <a:pt x="10954" y="160496"/>
                  </a:lnTo>
                  <a:lnTo>
                    <a:pt x="10477" y="161925"/>
                  </a:lnTo>
                  <a:lnTo>
                    <a:pt x="6668" y="164782"/>
                  </a:lnTo>
                  <a:lnTo>
                    <a:pt x="4763" y="168116"/>
                  </a:lnTo>
                  <a:lnTo>
                    <a:pt x="3810" y="172402"/>
                  </a:lnTo>
                  <a:lnTo>
                    <a:pt x="2381" y="175260"/>
                  </a:lnTo>
                  <a:lnTo>
                    <a:pt x="0" y="178117"/>
                  </a:lnTo>
                  <a:lnTo>
                    <a:pt x="0" y="178117"/>
                  </a:lnTo>
                  <a:lnTo>
                    <a:pt x="0" y="182404"/>
                  </a:lnTo>
                  <a:lnTo>
                    <a:pt x="476" y="184785"/>
                  </a:lnTo>
                  <a:lnTo>
                    <a:pt x="952" y="186214"/>
                  </a:lnTo>
                  <a:lnTo>
                    <a:pt x="1905" y="187642"/>
                  </a:lnTo>
                  <a:lnTo>
                    <a:pt x="2857" y="188119"/>
                  </a:lnTo>
                  <a:lnTo>
                    <a:pt x="4763" y="188119"/>
                  </a:lnTo>
                  <a:lnTo>
                    <a:pt x="5239" y="188595"/>
                  </a:lnTo>
                  <a:lnTo>
                    <a:pt x="4763" y="190024"/>
                  </a:lnTo>
                  <a:lnTo>
                    <a:pt x="5239" y="190976"/>
                  </a:lnTo>
                  <a:lnTo>
                    <a:pt x="9049" y="194310"/>
                  </a:lnTo>
                  <a:lnTo>
                    <a:pt x="10954" y="197167"/>
                  </a:lnTo>
                  <a:lnTo>
                    <a:pt x="11906" y="197167"/>
                  </a:lnTo>
                  <a:lnTo>
                    <a:pt x="12859" y="196691"/>
                  </a:lnTo>
                  <a:lnTo>
                    <a:pt x="13335" y="195739"/>
                  </a:lnTo>
                  <a:lnTo>
                    <a:pt x="13811" y="193357"/>
                  </a:lnTo>
                  <a:lnTo>
                    <a:pt x="15716" y="191929"/>
                  </a:lnTo>
                  <a:lnTo>
                    <a:pt x="19526" y="190024"/>
                  </a:lnTo>
                  <a:lnTo>
                    <a:pt x="25718" y="188119"/>
                  </a:lnTo>
                  <a:lnTo>
                    <a:pt x="29051" y="194310"/>
                  </a:lnTo>
                  <a:lnTo>
                    <a:pt x="28575" y="194786"/>
                  </a:lnTo>
                  <a:lnTo>
                    <a:pt x="25241" y="195739"/>
                  </a:lnTo>
                  <a:lnTo>
                    <a:pt x="20955" y="195739"/>
                  </a:lnTo>
                  <a:lnTo>
                    <a:pt x="17621" y="196691"/>
                  </a:lnTo>
                  <a:lnTo>
                    <a:pt x="17145" y="197167"/>
                  </a:lnTo>
                  <a:lnTo>
                    <a:pt x="17621" y="200501"/>
                  </a:lnTo>
                  <a:lnTo>
                    <a:pt x="17145" y="201454"/>
                  </a:lnTo>
                  <a:lnTo>
                    <a:pt x="16193" y="201454"/>
                  </a:lnTo>
                  <a:lnTo>
                    <a:pt x="14288" y="200025"/>
                  </a:lnTo>
                  <a:lnTo>
                    <a:pt x="12859" y="200025"/>
                  </a:lnTo>
                  <a:lnTo>
                    <a:pt x="10954" y="199549"/>
                  </a:lnTo>
                  <a:lnTo>
                    <a:pt x="9049" y="199549"/>
                  </a:lnTo>
                  <a:lnTo>
                    <a:pt x="7620" y="200501"/>
                  </a:lnTo>
                  <a:lnTo>
                    <a:pt x="4286" y="204311"/>
                  </a:lnTo>
                  <a:lnTo>
                    <a:pt x="3810" y="206692"/>
                  </a:lnTo>
                  <a:lnTo>
                    <a:pt x="4286" y="209550"/>
                  </a:lnTo>
                  <a:lnTo>
                    <a:pt x="5715" y="211931"/>
                  </a:lnTo>
                  <a:lnTo>
                    <a:pt x="7620" y="214789"/>
                  </a:lnTo>
                  <a:lnTo>
                    <a:pt x="7144" y="216694"/>
                  </a:lnTo>
                  <a:lnTo>
                    <a:pt x="6191" y="217646"/>
                  </a:lnTo>
                  <a:lnTo>
                    <a:pt x="4286" y="218599"/>
                  </a:lnTo>
                  <a:lnTo>
                    <a:pt x="4286" y="220027"/>
                  </a:lnTo>
                  <a:lnTo>
                    <a:pt x="3810" y="220504"/>
                  </a:lnTo>
                  <a:lnTo>
                    <a:pt x="6191" y="221932"/>
                  </a:lnTo>
                  <a:lnTo>
                    <a:pt x="13335" y="225742"/>
                  </a:lnTo>
                  <a:lnTo>
                    <a:pt x="20479" y="229552"/>
                  </a:lnTo>
                  <a:lnTo>
                    <a:pt x="27623" y="233363"/>
                  </a:lnTo>
                  <a:lnTo>
                    <a:pt x="34766" y="237172"/>
                  </a:lnTo>
                  <a:lnTo>
                    <a:pt x="41910" y="240982"/>
                  </a:lnTo>
                  <a:lnTo>
                    <a:pt x="49054" y="244792"/>
                  </a:lnTo>
                  <a:lnTo>
                    <a:pt x="56198" y="248602"/>
                  </a:lnTo>
                  <a:lnTo>
                    <a:pt x="63341" y="252413"/>
                  </a:lnTo>
                  <a:lnTo>
                    <a:pt x="70485" y="256222"/>
                  </a:lnTo>
                  <a:lnTo>
                    <a:pt x="77629" y="260032"/>
                  </a:lnTo>
                  <a:lnTo>
                    <a:pt x="84773" y="263842"/>
                  </a:lnTo>
                  <a:lnTo>
                    <a:pt x="91916" y="267652"/>
                  </a:lnTo>
                  <a:lnTo>
                    <a:pt x="99060" y="271463"/>
                  </a:lnTo>
                  <a:lnTo>
                    <a:pt x="106204" y="275272"/>
                  </a:lnTo>
                  <a:lnTo>
                    <a:pt x="113348" y="279082"/>
                  </a:lnTo>
                  <a:lnTo>
                    <a:pt x="120491" y="282892"/>
                  </a:lnTo>
                  <a:lnTo>
                    <a:pt x="123825" y="284797"/>
                  </a:lnTo>
                  <a:lnTo>
                    <a:pt x="124301" y="285750"/>
                  </a:lnTo>
                  <a:lnTo>
                    <a:pt x="124777" y="289560"/>
                  </a:lnTo>
                  <a:lnTo>
                    <a:pt x="125254" y="291941"/>
                  </a:lnTo>
                  <a:lnTo>
                    <a:pt x="125254" y="293846"/>
                  </a:lnTo>
                  <a:lnTo>
                    <a:pt x="123349" y="297180"/>
                  </a:lnTo>
                  <a:lnTo>
                    <a:pt x="122873" y="299085"/>
                  </a:lnTo>
                  <a:lnTo>
                    <a:pt x="122873" y="300514"/>
                  </a:lnTo>
                  <a:lnTo>
                    <a:pt x="123349" y="300990"/>
                  </a:lnTo>
                  <a:lnTo>
                    <a:pt x="124777" y="300990"/>
                  </a:lnTo>
                  <a:lnTo>
                    <a:pt x="126206" y="301942"/>
                  </a:lnTo>
                  <a:lnTo>
                    <a:pt x="126682" y="302419"/>
                  </a:lnTo>
                  <a:lnTo>
                    <a:pt x="127635" y="304800"/>
                  </a:lnTo>
                  <a:lnTo>
                    <a:pt x="129064" y="306229"/>
                  </a:lnTo>
                  <a:lnTo>
                    <a:pt x="131921" y="308610"/>
                  </a:lnTo>
                  <a:lnTo>
                    <a:pt x="137160" y="312420"/>
                  </a:lnTo>
                  <a:lnTo>
                    <a:pt x="142399" y="316230"/>
                  </a:lnTo>
                  <a:lnTo>
                    <a:pt x="147638" y="320040"/>
                  </a:lnTo>
                  <a:lnTo>
                    <a:pt x="152876" y="323850"/>
                  </a:lnTo>
                  <a:lnTo>
                    <a:pt x="158115" y="327660"/>
                  </a:lnTo>
                  <a:lnTo>
                    <a:pt x="163354" y="331470"/>
                  </a:lnTo>
                  <a:lnTo>
                    <a:pt x="168593" y="335280"/>
                  </a:lnTo>
                  <a:lnTo>
                    <a:pt x="173831" y="339090"/>
                  </a:lnTo>
                  <a:lnTo>
                    <a:pt x="176213" y="340995"/>
                  </a:lnTo>
                  <a:lnTo>
                    <a:pt x="177165" y="341471"/>
                  </a:lnTo>
                  <a:lnTo>
                    <a:pt x="177165" y="340519"/>
                  </a:lnTo>
                  <a:lnTo>
                    <a:pt x="179070" y="338614"/>
                  </a:lnTo>
                  <a:lnTo>
                    <a:pt x="181927" y="339090"/>
                  </a:lnTo>
                  <a:lnTo>
                    <a:pt x="185738" y="334327"/>
                  </a:lnTo>
                  <a:lnTo>
                    <a:pt x="190500" y="323374"/>
                  </a:lnTo>
                  <a:lnTo>
                    <a:pt x="190976" y="322421"/>
                  </a:lnTo>
                  <a:lnTo>
                    <a:pt x="191929" y="320516"/>
                  </a:lnTo>
                  <a:lnTo>
                    <a:pt x="193357" y="318135"/>
                  </a:lnTo>
                  <a:lnTo>
                    <a:pt x="193834" y="316706"/>
                  </a:lnTo>
                  <a:lnTo>
                    <a:pt x="194310" y="315277"/>
                  </a:lnTo>
                  <a:lnTo>
                    <a:pt x="196215" y="310991"/>
                  </a:lnTo>
                  <a:lnTo>
                    <a:pt x="197644" y="303847"/>
                  </a:lnTo>
                  <a:lnTo>
                    <a:pt x="199073" y="302419"/>
                  </a:lnTo>
                  <a:lnTo>
                    <a:pt x="200501" y="299085"/>
                  </a:lnTo>
                  <a:lnTo>
                    <a:pt x="202406" y="296227"/>
                  </a:lnTo>
                  <a:lnTo>
                    <a:pt x="206693" y="292894"/>
                  </a:lnTo>
                  <a:lnTo>
                    <a:pt x="207169" y="290513"/>
                  </a:lnTo>
                  <a:lnTo>
                    <a:pt x="209550" y="285274"/>
                  </a:lnTo>
                  <a:lnTo>
                    <a:pt x="209074" y="278606"/>
                  </a:lnTo>
                  <a:lnTo>
                    <a:pt x="210502" y="274320"/>
                  </a:lnTo>
                  <a:lnTo>
                    <a:pt x="212407" y="272415"/>
                  </a:lnTo>
                  <a:lnTo>
                    <a:pt x="216694" y="270034"/>
                  </a:lnTo>
                  <a:lnTo>
                    <a:pt x="224790" y="269557"/>
                  </a:lnTo>
                  <a:lnTo>
                    <a:pt x="230505" y="264795"/>
                  </a:lnTo>
                  <a:lnTo>
                    <a:pt x="230505" y="262890"/>
                  </a:lnTo>
                  <a:lnTo>
                    <a:pt x="233363" y="260509"/>
                  </a:lnTo>
                  <a:lnTo>
                    <a:pt x="234315" y="258127"/>
                  </a:lnTo>
                  <a:lnTo>
                    <a:pt x="233839" y="256222"/>
                  </a:lnTo>
                  <a:lnTo>
                    <a:pt x="233363" y="252413"/>
                  </a:lnTo>
                  <a:lnTo>
                    <a:pt x="234315" y="252889"/>
                  </a:lnTo>
                  <a:lnTo>
                    <a:pt x="235744" y="253365"/>
                  </a:lnTo>
                  <a:lnTo>
                    <a:pt x="236220" y="250984"/>
                  </a:lnTo>
                  <a:lnTo>
                    <a:pt x="237173" y="249555"/>
                  </a:lnTo>
                  <a:lnTo>
                    <a:pt x="239554" y="250507"/>
                  </a:lnTo>
                  <a:lnTo>
                    <a:pt x="240982" y="250984"/>
                  </a:lnTo>
                  <a:lnTo>
                    <a:pt x="246221" y="249555"/>
                  </a:lnTo>
                  <a:lnTo>
                    <a:pt x="250507" y="246697"/>
                  </a:lnTo>
                  <a:lnTo>
                    <a:pt x="255270" y="240982"/>
                  </a:lnTo>
                  <a:lnTo>
                    <a:pt x="255270" y="238125"/>
                  </a:lnTo>
                  <a:lnTo>
                    <a:pt x="254794" y="236696"/>
                  </a:lnTo>
                  <a:lnTo>
                    <a:pt x="251460" y="232410"/>
                  </a:lnTo>
                  <a:lnTo>
                    <a:pt x="245269" y="224790"/>
                  </a:lnTo>
                  <a:lnTo>
                    <a:pt x="240506" y="219075"/>
                  </a:lnTo>
                  <a:lnTo>
                    <a:pt x="235744" y="213360"/>
                  </a:lnTo>
                  <a:lnTo>
                    <a:pt x="235744" y="208597"/>
                  </a:lnTo>
                  <a:lnTo>
                    <a:pt x="235744" y="194310"/>
                  </a:lnTo>
                  <a:lnTo>
                    <a:pt x="235744" y="166211"/>
                  </a:lnTo>
                  <a:lnTo>
                    <a:pt x="235744" y="138113"/>
                  </a:lnTo>
                  <a:lnTo>
                    <a:pt x="235744" y="110014"/>
                  </a:lnTo>
                  <a:lnTo>
                    <a:pt x="235744" y="95726"/>
                  </a:lnTo>
                  <a:lnTo>
                    <a:pt x="235744" y="90011"/>
                  </a:lnTo>
                  <a:lnTo>
                    <a:pt x="236220" y="89059"/>
                  </a:lnTo>
                  <a:lnTo>
                    <a:pt x="241459" y="83820"/>
                  </a:lnTo>
                  <a:lnTo>
                    <a:pt x="248602" y="77152"/>
                  </a:lnTo>
                  <a:lnTo>
                    <a:pt x="257651" y="64294"/>
                  </a:lnTo>
                  <a:lnTo>
                    <a:pt x="262890" y="57150"/>
                  </a:lnTo>
                  <a:lnTo>
                    <a:pt x="267176" y="51435"/>
                  </a:lnTo>
                  <a:lnTo>
                    <a:pt x="264795" y="50959"/>
                  </a:lnTo>
                  <a:close/>
                </a:path>
              </a:pathLst>
            </a:custGeom>
            <a:grpFill/>
            <a:ln w="317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28D90CAE-A5E4-4D82-B17F-9B6CC75B5E1E}"/>
                </a:ext>
              </a:extLst>
            </p:cNvPr>
            <p:cNvSpPr/>
            <p:nvPr/>
          </p:nvSpPr>
          <p:spPr>
            <a:xfrm>
              <a:off x="10127932" y="2654616"/>
              <a:ext cx="551021" cy="568642"/>
            </a:xfrm>
            <a:custGeom>
              <a:avLst/>
              <a:gdLst>
                <a:gd name="connsiteX0" fmla="*/ 550544 w 551021"/>
                <a:gd name="connsiteY0" fmla="*/ 87154 h 568642"/>
                <a:gd name="connsiteX1" fmla="*/ 547688 w 551021"/>
                <a:gd name="connsiteY1" fmla="*/ 87630 h 568642"/>
                <a:gd name="connsiteX2" fmla="*/ 544830 w 551021"/>
                <a:gd name="connsiteY2" fmla="*/ 90011 h 568642"/>
                <a:gd name="connsiteX3" fmla="*/ 541496 w 551021"/>
                <a:gd name="connsiteY3" fmla="*/ 91916 h 568642"/>
                <a:gd name="connsiteX4" fmla="*/ 539590 w 551021"/>
                <a:gd name="connsiteY4" fmla="*/ 91916 h 568642"/>
                <a:gd name="connsiteX5" fmla="*/ 536257 w 551021"/>
                <a:gd name="connsiteY5" fmla="*/ 90964 h 568642"/>
                <a:gd name="connsiteX6" fmla="*/ 533876 w 551021"/>
                <a:gd name="connsiteY6" fmla="*/ 84296 h 568642"/>
                <a:gd name="connsiteX7" fmla="*/ 531971 w 551021"/>
                <a:gd name="connsiteY7" fmla="*/ 79534 h 568642"/>
                <a:gd name="connsiteX8" fmla="*/ 529590 w 551021"/>
                <a:gd name="connsiteY8" fmla="*/ 76200 h 568642"/>
                <a:gd name="connsiteX9" fmla="*/ 528161 w 551021"/>
                <a:gd name="connsiteY9" fmla="*/ 71914 h 568642"/>
                <a:gd name="connsiteX10" fmla="*/ 529113 w 551021"/>
                <a:gd name="connsiteY10" fmla="*/ 67628 h 568642"/>
                <a:gd name="connsiteX11" fmla="*/ 532923 w 551021"/>
                <a:gd name="connsiteY11" fmla="*/ 59055 h 568642"/>
                <a:gd name="connsiteX12" fmla="*/ 536734 w 551021"/>
                <a:gd name="connsiteY12" fmla="*/ 52864 h 568642"/>
                <a:gd name="connsiteX13" fmla="*/ 537209 w 551021"/>
                <a:gd name="connsiteY13" fmla="*/ 50959 h 568642"/>
                <a:gd name="connsiteX14" fmla="*/ 537209 w 551021"/>
                <a:gd name="connsiteY14" fmla="*/ 49054 h 568642"/>
                <a:gd name="connsiteX15" fmla="*/ 536257 w 551021"/>
                <a:gd name="connsiteY15" fmla="*/ 48578 h 568642"/>
                <a:gd name="connsiteX16" fmla="*/ 528161 w 551021"/>
                <a:gd name="connsiteY16" fmla="*/ 55721 h 568642"/>
                <a:gd name="connsiteX17" fmla="*/ 520540 w 551021"/>
                <a:gd name="connsiteY17" fmla="*/ 63341 h 568642"/>
                <a:gd name="connsiteX18" fmla="*/ 518159 w 551021"/>
                <a:gd name="connsiteY18" fmla="*/ 65246 h 568642"/>
                <a:gd name="connsiteX19" fmla="*/ 515302 w 551021"/>
                <a:gd name="connsiteY19" fmla="*/ 65723 h 568642"/>
                <a:gd name="connsiteX20" fmla="*/ 511492 w 551021"/>
                <a:gd name="connsiteY20" fmla="*/ 65723 h 568642"/>
                <a:gd name="connsiteX21" fmla="*/ 507682 w 551021"/>
                <a:gd name="connsiteY21" fmla="*/ 64770 h 568642"/>
                <a:gd name="connsiteX22" fmla="*/ 494823 w 551021"/>
                <a:gd name="connsiteY22" fmla="*/ 58579 h 568642"/>
                <a:gd name="connsiteX23" fmla="*/ 491490 w 551021"/>
                <a:gd name="connsiteY23" fmla="*/ 58103 h 568642"/>
                <a:gd name="connsiteX24" fmla="*/ 489584 w 551021"/>
                <a:gd name="connsiteY24" fmla="*/ 58103 h 568642"/>
                <a:gd name="connsiteX25" fmla="*/ 485298 w 551021"/>
                <a:gd name="connsiteY25" fmla="*/ 58103 h 568642"/>
                <a:gd name="connsiteX26" fmla="*/ 482917 w 551021"/>
                <a:gd name="connsiteY26" fmla="*/ 57626 h 568642"/>
                <a:gd name="connsiteX27" fmla="*/ 479584 w 551021"/>
                <a:gd name="connsiteY27" fmla="*/ 53816 h 568642"/>
                <a:gd name="connsiteX28" fmla="*/ 474821 w 551021"/>
                <a:gd name="connsiteY28" fmla="*/ 51435 h 568642"/>
                <a:gd name="connsiteX29" fmla="*/ 467201 w 551021"/>
                <a:gd name="connsiteY29" fmla="*/ 46673 h 568642"/>
                <a:gd name="connsiteX30" fmla="*/ 460057 w 551021"/>
                <a:gd name="connsiteY30" fmla="*/ 40958 h 568642"/>
                <a:gd name="connsiteX31" fmla="*/ 453390 w 551021"/>
                <a:gd name="connsiteY31" fmla="*/ 35242 h 568642"/>
                <a:gd name="connsiteX32" fmla="*/ 447198 w 551021"/>
                <a:gd name="connsiteY32" fmla="*/ 29051 h 568642"/>
                <a:gd name="connsiteX33" fmla="*/ 437197 w 551021"/>
                <a:gd name="connsiteY33" fmla="*/ 16192 h 568642"/>
                <a:gd name="connsiteX34" fmla="*/ 429101 w 551021"/>
                <a:gd name="connsiteY34" fmla="*/ 7620 h 568642"/>
                <a:gd name="connsiteX35" fmla="*/ 423863 w 551021"/>
                <a:gd name="connsiteY35" fmla="*/ 2858 h 568642"/>
                <a:gd name="connsiteX36" fmla="*/ 422434 w 551021"/>
                <a:gd name="connsiteY36" fmla="*/ 953 h 568642"/>
                <a:gd name="connsiteX37" fmla="*/ 421005 w 551021"/>
                <a:gd name="connsiteY37" fmla="*/ 0 h 568642"/>
                <a:gd name="connsiteX38" fmla="*/ 419100 w 551021"/>
                <a:gd name="connsiteY38" fmla="*/ 953 h 568642"/>
                <a:gd name="connsiteX39" fmla="*/ 417194 w 551021"/>
                <a:gd name="connsiteY39" fmla="*/ 2858 h 568642"/>
                <a:gd name="connsiteX40" fmla="*/ 415290 w 551021"/>
                <a:gd name="connsiteY40" fmla="*/ 3810 h 568642"/>
                <a:gd name="connsiteX41" fmla="*/ 411480 w 551021"/>
                <a:gd name="connsiteY41" fmla="*/ 4763 h 568642"/>
                <a:gd name="connsiteX42" fmla="*/ 411003 w 551021"/>
                <a:gd name="connsiteY42" fmla="*/ 5715 h 568642"/>
                <a:gd name="connsiteX43" fmla="*/ 411003 w 551021"/>
                <a:gd name="connsiteY43" fmla="*/ 6667 h 568642"/>
                <a:gd name="connsiteX44" fmla="*/ 409098 w 551021"/>
                <a:gd name="connsiteY44" fmla="*/ 10478 h 568642"/>
                <a:gd name="connsiteX45" fmla="*/ 408622 w 551021"/>
                <a:gd name="connsiteY45" fmla="*/ 14764 h 568642"/>
                <a:gd name="connsiteX46" fmla="*/ 411003 w 551021"/>
                <a:gd name="connsiteY46" fmla="*/ 19050 h 568642"/>
                <a:gd name="connsiteX47" fmla="*/ 413384 w 551021"/>
                <a:gd name="connsiteY47" fmla="*/ 23813 h 568642"/>
                <a:gd name="connsiteX48" fmla="*/ 415765 w 551021"/>
                <a:gd name="connsiteY48" fmla="*/ 33338 h 568642"/>
                <a:gd name="connsiteX49" fmla="*/ 414813 w 551021"/>
                <a:gd name="connsiteY49" fmla="*/ 42863 h 568642"/>
                <a:gd name="connsiteX50" fmla="*/ 413384 w 551021"/>
                <a:gd name="connsiteY50" fmla="*/ 47625 h 568642"/>
                <a:gd name="connsiteX51" fmla="*/ 411480 w 551021"/>
                <a:gd name="connsiteY51" fmla="*/ 51911 h 568642"/>
                <a:gd name="connsiteX52" fmla="*/ 411003 w 551021"/>
                <a:gd name="connsiteY52" fmla="*/ 61913 h 568642"/>
                <a:gd name="connsiteX53" fmla="*/ 409575 w 551021"/>
                <a:gd name="connsiteY53" fmla="*/ 66199 h 568642"/>
                <a:gd name="connsiteX54" fmla="*/ 404336 w 551021"/>
                <a:gd name="connsiteY54" fmla="*/ 73342 h 568642"/>
                <a:gd name="connsiteX55" fmla="*/ 402431 w 551021"/>
                <a:gd name="connsiteY55" fmla="*/ 77629 h 568642"/>
                <a:gd name="connsiteX56" fmla="*/ 402431 w 551021"/>
                <a:gd name="connsiteY56" fmla="*/ 82867 h 568642"/>
                <a:gd name="connsiteX57" fmla="*/ 402907 w 551021"/>
                <a:gd name="connsiteY57" fmla="*/ 88106 h 568642"/>
                <a:gd name="connsiteX58" fmla="*/ 401478 w 551021"/>
                <a:gd name="connsiteY58" fmla="*/ 92392 h 568642"/>
                <a:gd name="connsiteX59" fmla="*/ 398621 w 551021"/>
                <a:gd name="connsiteY59" fmla="*/ 95726 h 568642"/>
                <a:gd name="connsiteX60" fmla="*/ 396715 w 551021"/>
                <a:gd name="connsiteY60" fmla="*/ 96203 h 568642"/>
                <a:gd name="connsiteX61" fmla="*/ 392906 w 551021"/>
                <a:gd name="connsiteY61" fmla="*/ 96203 h 568642"/>
                <a:gd name="connsiteX62" fmla="*/ 386715 w 551021"/>
                <a:gd name="connsiteY62" fmla="*/ 95250 h 568642"/>
                <a:gd name="connsiteX63" fmla="*/ 381952 w 551021"/>
                <a:gd name="connsiteY63" fmla="*/ 95250 h 568642"/>
                <a:gd name="connsiteX64" fmla="*/ 380523 w 551021"/>
                <a:gd name="connsiteY64" fmla="*/ 94774 h 568642"/>
                <a:gd name="connsiteX65" fmla="*/ 373856 w 551021"/>
                <a:gd name="connsiteY65" fmla="*/ 90964 h 568642"/>
                <a:gd name="connsiteX66" fmla="*/ 370522 w 551021"/>
                <a:gd name="connsiteY66" fmla="*/ 90011 h 568642"/>
                <a:gd name="connsiteX67" fmla="*/ 367188 w 551021"/>
                <a:gd name="connsiteY67" fmla="*/ 91440 h 568642"/>
                <a:gd name="connsiteX68" fmla="*/ 366713 w 551021"/>
                <a:gd name="connsiteY68" fmla="*/ 94298 h 568642"/>
                <a:gd name="connsiteX69" fmla="*/ 367188 w 551021"/>
                <a:gd name="connsiteY69" fmla="*/ 97155 h 568642"/>
                <a:gd name="connsiteX70" fmla="*/ 370046 w 551021"/>
                <a:gd name="connsiteY70" fmla="*/ 101917 h 568642"/>
                <a:gd name="connsiteX71" fmla="*/ 368140 w 551021"/>
                <a:gd name="connsiteY71" fmla="*/ 105728 h 568642"/>
                <a:gd name="connsiteX72" fmla="*/ 364807 w 551021"/>
                <a:gd name="connsiteY72" fmla="*/ 109061 h 568642"/>
                <a:gd name="connsiteX73" fmla="*/ 361473 w 551021"/>
                <a:gd name="connsiteY73" fmla="*/ 111919 h 568642"/>
                <a:gd name="connsiteX74" fmla="*/ 357663 w 551021"/>
                <a:gd name="connsiteY74" fmla="*/ 114300 h 568642"/>
                <a:gd name="connsiteX75" fmla="*/ 354330 w 551021"/>
                <a:gd name="connsiteY75" fmla="*/ 116205 h 568642"/>
                <a:gd name="connsiteX76" fmla="*/ 351948 w 551021"/>
                <a:gd name="connsiteY76" fmla="*/ 116681 h 568642"/>
                <a:gd name="connsiteX77" fmla="*/ 350044 w 551021"/>
                <a:gd name="connsiteY77" fmla="*/ 117634 h 568642"/>
                <a:gd name="connsiteX78" fmla="*/ 349090 w 551021"/>
                <a:gd name="connsiteY78" fmla="*/ 120491 h 568642"/>
                <a:gd name="connsiteX79" fmla="*/ 348138 w 551021"/>
                <a:gd name="connsiteY79" fmla="*/ 125730 h 568642"/>
                <a:gd name="connsiteX80" fmla="*/ 347663 w 551021"/>
                <a:gd name="connsiteY80" fmla="*/ 128111 h 568642"/>
                <a:gd name="connsiteX81" fmla="*/ 348138 w 551021"/>
                <a:gd name="connsiteY81" fmla="*/ 132398 h 568642"/>
                <a:gd name="connsiteX82" fmla="*/ 350044 w 551021"/>
                <a:gd name="connsiteY82" fmla="*/ 135731 h 568642"/>
                <a:gd name="connsiteX83" fmla="*/ 354330 w 551021"/>
                <a:gd name="connsiteY83" fmla="*/ 139541 h 568642"/>
                <a:gd name="connsiteX84" fmla="*/ 355282 w 551021"/>
                <a:gd name="connsiteY84" fmla="*/ 140970 h 568642"/>
                <a:gd name="connsiteX85" fmla="*/ 357188 w 551021"/>
                <a:gd name="connsiteY85" fmla="*/ 147161 h 568642"/>
                <a:gd name="connsiteX86" fmla="*/ 356234 w 551021"/>
                <a:gd name="connsiteY86" fmla="*/ 151448 h 568642"/>
                <a:gd name="connsiteX87" fmla="*/ 354330 w 551021"/>
                <a:gd name="connsiteY87" fmla="*/ 155734 h 568642"/>
                <a:gd name="connsiteX88" fmla="*/ 353377 w 551021"/>
                <a:gd name="connsiteY88" fmla="*/ 160496 h 568642"/>
                <a:gd name="connsiteX89" fmla="*/ 353853 w 551021"/>
                <a:gd name="connsiteY89" fmla="*/ 162878 h 568642"/>
                <a:gd name="connsiteX90" fmla="*/ 354806 w 551021"/>
                <a:gd name="connsiteY90" fmla="*/ 164783 h 568642"/>
                <a:gd name="connsiteX91" fmla="*/ 356234 w 551021"/>
                <a:gd name="connsiteY91" fmla="*/ 166211 h 568642"/>
                <a:gd name="connsiteX92" fmla="*/ 358615 w 551021"/>
                <a:gd name="connsiteY92" fmla="*/ 166688 h 568642"/>
                <a:gd name="connsiteX93" fmla="*/ 362902 w 551021"/>
                <a:gd name="connsiteY93" fmla="*/ 165259 h 568642"/>
                <a:gd name="connsiteX94" fmla="*/ 366713 w 551021"/>
                <a:gd name="connsiteY94" fmla="*/ 162878 h 568642"/>
                <a:gd name="connsiteX95" fmla="*/ 368140 w 551021"/>
                <a:gd name="connsiteY95" fmla="*/ 160973 h 568642"/>
                <a:gd name="connsiteX96" fmla="*/ 370046 w 551021"/>
                <a:gd name="connsiteY96" fmla="*/ 156686 h 568642"/>
                <a:gd name="connsiteX97" fmla="*/ 373380 w 551021"/>
                <a:gd name="connsiteY97" fmla="*/ 152876 h 568642"/>
                <a:gd name="connsiteX98" fmla="*/ 375761 w 551021"/>
                <a:gd name="connsiteY98" fmla="*/ 150971 h 568642"/>
                <a:gd name="connsiteX99" fmla="*/ 381000 w 551021"/>
                <a:gd name="connsiteY99" fmla="*/ 153353 h 568642"/>
                <a:gd name="connsiteX100" fmla="*/ 384334 w 551021"/>
                <a:gd name="connsiteY100" fmla="*/ 153829 h 568642"/>
                <a:gd name="connsiteX101" fmla="*/ 387667 w 551021"/>
                <a:gd name="connsiteY101" fmla="*/ 154305 h 568642"/>
                <a:gd name="connsiteX102" fmla="*/ 390525 w 551021"/>
                <a:gd name="connsiteY102" fmla="*/ 153353 h 568642"/>
                <a:gd name="connsiteX103" fmla="*/ 392906 w 551021"/>
                <a:gd name="connsiteY103" fmla="*/ 151448 h 568642"/>
                <a:gd name="connsiteX104" fmla="*/ 391477 w 551021"/>
                <a:gd name="connsiteY104" fmla="*/ 149542 h 568642"/>
                <a:gd name="connsiteX105" fmla="*/ 384809 w 551021"/>
                <a:gd name="connsiteY105" fmla="*/ 144304 h 568642"/>
                <a:gd name="connsiteX106" fmla="*/ 378619 w 551021"/>
                <a:gd name="connsiteY106" fmla="*/ 138589 h 568642"/>
                <a:gd name="connsiteX107" fmla="*/ 376713 w 551021"/>
                <a:gd name="connsiteY107" fmla="*/ 138113 h 568642"/>
                <a:gd name="connsiteX108" fmla="*/ 372903 w 551021"/>
                <a:gd name="connsiteY108" fmla="*/ 138113 h 568642"/>
                <a:gd name="connsiteX109" fmla="*/ 370998 w 551021"/>
                <a:gd name="connsiteY109" fmla="*/ 137636 h 568642"/>
                <a:gd name="connsiteX110" fmla="*/ 367188 w 551021"/>
                <a:gd name="connsiteY110" fmla="*/ 134779 h 568642"/>
                <a:gd name="connsiteX111" fmla="*/ 364331 w 551021"/>
                <a:gd name="connsiteY111" fmla="*/ 130969 h 568642"/>
                <a:gd name="connsiteX112" fmla="*/ 363855 w 551021"/>
                <a:gd name="connsiteY112" fmla="*/ 129540 h 568642"/>
                <a:gd name="connsiteX113" fmla="*/ 364331 w 551021"/>
                <a:gd name="connsiteY113" fmla="*/ 127635 h 568642"/>
                <a:gd name="connsiteX114" fmla="*/ 365284 w 551021"/>
                <a:gd name="connsiteY114" fmla="*/ 125254 h 568642"/>
                <a:gd name="connsiteX115" fmla="*/ 366236 w 551021"/>
                <a:gd name="connsiteY115" fmla="*/ 123349 h 568642"/>
                <a:gd name="connsiteX116" fmla="*/ 369569 w 551021"/>
                <a:gd name="connsiteY116" fmla="*/ 120491 h 568642"/>
                <a:gd name="connsiteX117" fmla="*/ 371951 w 551021"/>
                <a:gd name="connsiteY117" fmla="*/ 120015 h 568642"/>
                <a:gd name="connsiteX118" fmla="*/ 374332 w 551021"/>
                <a:gd name="connsiteY118" fmla="*/ 120015 h 568642"/>
                <a:gd name="connsiteX119" fmla="*/ 377665 w 551021"/>
                <a:gd name="connsiteY119" fmla="*/ 120491 h 568642"/>
                <a:gd name="connsiteX120" fmla="*/ 380523 w 551021"/>
                <a:gd name="connsiteY120" fmla="*/ 122873 h 568642"/>
                <a:gd name="connsiteX121" fmla="*/ 385763 w 551021"/>
                <a:gd name="connsiteY121" fmla="*/ 128588 h 568642"/>
                <a:gd name="connsiteX122" fmla="*/ 387190 w 551021"/>
                <a:gd name="connsiteY122" fmla="*/ 129064 h 568642"/>
                <a:gd name="connsiteX123" fmla="*/ 401478 w 551021"/>
                <a:gd name="connsiteY123" fmla="*/ 120967 h 568642"/>
                <a:gd name="connsiteX124" fmla="*/ 416719 w 551021"/>
                <a:gd name="connsiteY124" fmla="*/ 119539 h 568642"/>
                <a:gd name="connsiteX125" fmla="*/ 424815 w 551021"/>
                <a:gd name="connsiteY125" fmla="*/ 123825 h 568642"/>
                <a:gd name="connsiteX126" fmla="*/ 439102 w 551021"/>
                <a:gd name="connsiteY126" fmla="*/ 132398 h 568642"/>
                <a:gd name="connsiteX127" fmla="*/ 452438 w 551021"/>
                <a:gd name="connsiteY127" fmla="*/ 138113 h 568642"/>
                <a:gd name="connsiteX128" fmla="*/ 459581 w 551021"/>
                <a:gd name="connsiteY128" fmla="*/ 141923 h 568642"/>
                <a:gd name="connsiteX129" fmla="*/ 463867 w 551021"/>
                <a:gd name="connsiteY129" fmla="*/ 142875 h 568642"/>
                <a:gd name="connsiteX130" fmla="*/ 465296 w 551021"/>
                <a:gd name="connsiteY130" fmla="*/ 141446 h 568642"/>
                <a:gd name="connsiteX131" fmla="*/ 466248 w 551021"/>
                <a:gd name="connsiteY131" fmla="*/ 139541 h 568642"/>
                <a:gd name="connsiteX132" fmla="*/ 466725 w 551021"/>
                <a:gd name="connsiteY132" fmla="*/ 136684 h 568642"/>
                <a:gd name="connsiteX133" fmla="*/ 466725 w 551021"/>
                <a:gd name="connsiteY133" fmla="*/ 133826 h 568642"/>
                <a:gd name="connsiteX134" fmla="*/ 468153 w 551021"/>
                <a:gd name="connsiteY134" fmla="*/ 129540 h 568642"/>
                <a:gd name="connsiteX135" fmla="*/ 470059 w 551021"/>
                <a:gd name="connsiteY135" fmla="*/ 125730 h 568642"/>
                <a:gd name="connsiteX136" fmla="*/ 475297 w 551021"/>
                <a:gd name="connsiteY136" fmla="*/ 118586 h 568642"/>
                <a:gd name="connsiteX137" fmla="*/ 481488 w 551021"/>
                <a:gd name="connsiteY137" fmla="*/ 112395 h 568642"/>
                <a:gd name="connsiteX138" fmla="*/ 488632 w 551021"/>
                <a:gd name="connsiteY138" fmla="*/ 107156 h 568642"/>
                <a:gd name="connsiteX139" fmla="*/ 496252 w 551021"/>
                <a:gd name="connsiteY139" fmla="*/ 103346 h 568642"/>
                <a:gd name="connsiteX140" fmla="*/ 499586 w 551021"/>
                <a:gd name="connsiteY140" fmla="*/ 102870 h 568642"/>
                <a:gd name="connsiteX141" fmla="*/ 506730 w 551021"/>
                <a:gd name="connsiteY141" fmla="*/ 104775 h 568642"/>
                <a:gd name="connsiteX142" fmla="*/ 510540 w 551021"/>
                <a:gd name="connsiteY142" fmla="*/ 104775 h 568642"/>
                <a:gd name="connsiteX143" fmla="*/ 516731 w 551021"/>
                <a:gd name="connsiteY143" fmla="*/ 102870 h 568642"/>
                <a:gd name="connsiteX144" fmla="*/ 520540 w 551021"/>
                <a:gd name="connsiteY144" fmla="*/ 102394 h 568642"/>
                <a:gd name="connsiteX145" fmla="*/ 524351 w 551021"/>
                <a:gd name="connsiteY145" fmla="*/ 100965 h 568642"/>
                <a:gd name="connsiteX146" fmla="*/ 527684 w 551021"/>
                <a:gd name="connsiteY146" fmla="*/ 98584 h 568642"/>
                <a:gd name="connsiteX147" fmla="*/ 531019 w 551021"/>
                <a:gd name="connsiteY147" fmla="*/ 96679 h 568642"/>
                <a:gd name="connsiteX148" fmla="*/ 534828 w 551021"/>
                <a:gd name="connsiteY148" fmla="*/ 94774 h 568642"/>
                <a:gd name="connsiteX149" fmla="*/ 536734 w 551021"/>
                <a:gd name="connsiteY149" fmla="*/ 94774 h 568642"/>
                <a:gd name="connsiteX150" fmla="*/ 540067 w 551021"/>
                <a:gd name="connsiteY150" fmla="*/ 95250 h 568642"/>
                <a:gd name="connsiteX151" fmla="*/ 541019 w 551021"/>
                <a:gd name="connsiteY151" fmla="*/ 94298 h 568642"/>
                <a:gd name="connsiteX152" fmla="*/ 543877 w 551021"/>
                <a:gd name="connsiteY152" fmla="*/ 90488 h 568642"/>
                <a:gd name="connsiteX153" fmla="*/ 547211 w 551021"/>
                <a:gd name="connsiteY153" fmla="*/ 88583 h 568642"/>
                <a:gd name="connsiteX154" fmla="*/ 551021 w 551021"/>
                <a:gd name="connsiteY154" fmla="*/ 86678 h 568642"/>
                <a:gd name="connsiteX155" fmla="*/ 550544 w 551021"/>
                <a:gd name="connsiteY155" fmla="*/ 87154 h 568642"/>
                <a:gd name="connsiteX156" fmla="*/ 422434 w 551021"/>
                <a:gd name="connsiteY156" fmla="*/ 234315 h 568642"/>
                <a:gd name="connsiteX157" fmla="*/ 422434 w 551021"/>
                <a:gd name="connsiteY157" fmla="*/ 232410 h 568642"/>
                <a:gd name="connsiteX158" fmla="*/ 421957 w 551021"/>
                <a:gd name="connsiteY158" fmla="*/ 230505 h 568642"/>
                <a:gd name="connsiteX159" fmla="*/ 420528 w 551021"/>
                <a:gd name="connsiteY159" fmla="*/ 225742 h 568642"/>
                <a:gd name="connsiteX160" fmla="*/ 418623 w 551021"/>
                <a:gd name="connsiteY160" fmla="*/ 221456 h 568642"/>
                <a:gd name="connsiteX161" fmla="*/ 415765 w 551021"/>
                <a:gd name="connsiteY161" fmla="*/ 212408 h 568642"/>
                <a:gd name="connsiteX162" fmla="*/ 410527 w 551021"/>
                <a:gd name="connsiteY162" fmla="*/ 205264 h 568642"/>
                <a:gd name="connsiteX163" fmla="*/ 407194 w 551021"/>
                <a:gd name="connsiteY163" fmla="*/ 202883 h 568642"/>
                <a:gd name="connsiteX164" fmla="*/ 404336 w 551021"/>
                <a:gd name="connsiteY164" fmla="*/ 199549 h 568642"/>
                <a:gd name="connsiteX165" fmla="*/ 403384 w 551021"/>
                <a:gd name="connsiteY165" fmla="*/ 195263 h 568642"/>
                <a:gd name="connsiteX166" fmla="*/ 402907 w 551021"/>
                <a:gd name="connsiteY166" fmla="*/ 190500 h 568642"/>
                <a:gd name="connsiteX167" fmla="*/ 402431 w 551021"/>
                <a:gd name="connsiteY167" fmla="*/ 180023 h 568642"/>
                <a:gd name="connsiteX168" fmla="*/ 402907 w 551021"/>
                <a:gd name="connsiteY168" fmla="*/ 173831 h 568642"/>
                <a:gd name="connsiteX169" fmla="*/ 404336 w 551021"/>
                <a:gd name="connsiteY169" fmla="*/ 167640 h 568642"/>
                <a:gd name="connsiteX170" fmla="*/ 398144 w 551021"/>
                <a:gd name="connsiteY170" fmla="*/ 169545 h 568642"/>
                <a:gd name="connsiteX171" fmla="*/ 396715 w 551021"/>
                <a:gd name="connsiteY171" fmla="*/ 168592 h 568642"/>
                <a:gd name="connsiteX172" fmla="*/ 392430 w 551021"/>
                <a:gd name="connsiteY172" fmla="*/ 165259 h 568642"/>
                <a:gd name="connsiteX173" fmla="*/ 390525 w 551021"/>
                <a:gd name="connsiteY173" fmla="*/ 164306 h 568642"/>
                <a:gd name="connsiteX174" fmla="*/ 386715 w 551021"/>
                <a:gd name="connsiteY174" fmla="*/ 162878 h 568642"/>
                <a:gd name="connsiteX175" fmla="*/ 385286 w 551021"/>
                <a:gd name="connsiteY175" fmla="*/ 163830 h 568642"/>
                <a:gd name="connsiteX176" fmla="*/ 384334 w 551021"/>
                <a:gd name="connsiteY176" fmla="*/ 166211 h 568642"/>
                <a:gd name="connsiteX177" fmla="*/ 382428 w 551021"/>
                <a:gd name="connsiteY177" fmla="*/ 173355 h 568642"/>
                <a:gd name="connsiteX178" fmla="*/ 382428 w 551021"/>
                <a:gd name="connsiteY178" fmla="*/ 178117 h 568642"/>
                <a:gd name="connsiteX179" fmla="*/ 391477 w 551021"/>
                <a:gd name="connsiteY179" fmla="*/ 175736 h 568642"/>
                <a:gd name="connsiteX180" fmla="*/ 392906 w 551021"/>
                <a:gd name="connsiteY180" fmla="*/ 175260 h 568642"/>
                <a:gd name="connsiteX181" fmla="*/ 394334 w 551021"/>
                <a:gd name="connsiteY181" fmla="*/ 174308 h 568642"/>
                <a:gd name="connsiteX182" fmla="*/ 395763 w 551021"/>
                <a:gd name="connsiteY182" fmla="*/ 173831 h 568642"/>
                <a:gd name="connsiteX183" fmla="*/ 397192 w 551021"/>
                <a:gd name="connsiteY183" fmla="*/ 175260 h 568642"/>
                <a:gd name="connsiteX184" fmla="*/ 397669 w 551021"/>
                <a:gd name="connsiteY184" fmla="*/ 179546 h 568642"/>
                <a:gd name="connsiteX185" fmla="*/ 396240 w 551021"/>
                <a:gd name="connsiteY185" fmla="*/ 184309 h 568642"/>
                <a:gd name="connsiteX186" fmla="*/ 394811 w 551021"/>
                <a:gd name="connsiteY186" fmla="*/ 186690 h 568642"/>
                <a:gd name="connsiteX187" fmla="*/ 392430 w 551021"/>
                <a:gd name="connsiteY187" fmla="*/ 188595 h 568642"/>
                <a:gd name="connsiteX188" fmla="*/ 386238 w 551021"/>
                <a:gd name="connsiteY188" fmla="*/ 186214 h 568642"/>
                <a:gd name="connsiteX189" fmla="*/ 384334 w 551021"/>
                <a:gd name="connsiteY189" fmla="*/ 186690 h 568642"/>
                <a:gd name="connsiteX190" fmla="*/ 383381 w 551021"/>
                <a:gd name="connsiteY190" fmla="*/ 189071 h 568642"/>
                <a:gd name="connsiteX191" fmla="*/ 381952 w 551021"/>
                <a:gd name="connsiteY191" fmla="*/ 190500 h 568642"/>
                <a:gd name="connsiteX192" fmla="*/ 380047 w 551021"/>
                <a:gd name="connsiteY192" fmla="*/ 190500 h 568642"/>
                <a:gd name="connsiteX193" fmla="*/ 378619 w 551021"/>
                <a:gd name="connsiteY193" fmla="*/ 189548 h 568642"/>
                <a:gd name="connsiteX194" fmla="*/ 377665 w 551021"/>
                <a:gd name="connsiteY194" fmla="*/ 188119 h 568642"/>
                <a:gd name="connsiteX195" fmla="*/ 376238 w 551021"/>
                <a:gd name="connsiteY195" fmla="*/ 177641 h 568642"/>
                <a:gd name="connsiteX196" fmla="*/ 375761 w 551021"/>
                <a:gd name="connsiteY196" fmla="*/ 176213 h 568642"/>
                <a:gd name="connsiteX197" fmla="*/ 373380 w 551021"/>
                <a:gd name="connsiteY197" fmla="*/ 175736 h 568642"/>
                <a:gd name="connsiteX198" fmla="*/ 370998 w 551021"/>
                <a:gd name="connsiteY198" fmla="*/ 176213 h 568642"/>
                <a:gd name="connsiteX199" fmla="*/ 369094 w 551021"/>
                <a:gd name="connsiteY199" fmla="*/ 176213 h 568642"/>
                <a:gd name="connsiteX200" fmla="*/ 367188 w 551021"/>
                <a:gd name="connsiteY200" fmla="*/ 175260 h 568642"/>
                <a:gd name="connsiteX201" fmla="*/ 365759 w 551021"/>
                <a:gd name="connsiteY201" fmla="*/ 176213 h 568642"/>
                <a:gd name="connsiteX202" fmla="*/ 364807 w 551021"/>
                <a:gd name="connsiteY202" fmla="*/ 178117 h 568642"/>
                <a:gd name="connsiteX203" fmla="*/ 365759 w 551021"/>
                <a:gd name="connsiteY203" fmla="*/ 184309 h 568642"/>
                <a:gd name="connsiteX204" fmla="*/ 365284 w 551021"/>
                <a:gd name="connsiteY204" fmla="*/ 186690 h 568642"/>
                <a:gd name="connsiteX205" fmla="*/ 363855 w 551021"/>
                <a:gd name="connsiteY205" fmla="*/ 190976 h 568642"/>
                <a:gd name="connsiteX206" fmla="*/ 362902 w 551021"/>
                <a:gd name="connsiteY206" fmla="*/ 192405 h 568642"/>
                <a:gd name="connsiteX207" fmla="*/ 360997 w 551021"/>
                <a:gd name="connsiteY207" fmla="*/ 193834 h 568642"/>
                <a:gd name="connsiteX208" fmla="*/ 359092 w 551021"/>
                <a:gd name="connsiteY208" fmla="*/ 194786 h 568642"/>
                <a:gd name="connsiteX209" fmla="*/ 357188 w 551021"/>
                <a:gd name="connsiteY209" fmla="*/ 194786 h 568642"/>
                <a:gd name="connsiteX210" fmla="*/ 355282 w 551021"/>
                <a:gd name="connsiteY210" fmla="*/ 195263 h 568642"/>
                <a:gd name="connsiteX211" fmla="*/ 353377 w 551021"/>
                <a:gd name="connsiteY211" fmla="*/ 197644 h 568642"/>
                <a:gd name="connsiteX212" fmla="*/ 351948 w 551021"/>
                <a:gd name="connsiteY212" fmla="*/ 200501 h 568642"/>
                <a:gd name="connsiteX213" fmla="*/ 351948 w 551021"/>
                <a:gd name="connsiteY213" fmla="*/ 202883 h 568642"/>
                <a:gd name="connsiteX214" fmla="*/ 353377 w 551021"/>
                <a:gd name="connsiteY214" fmla="*/ 207645 h 568642"/>
                <a:gd name="connsiteX215" fmla="*/ 355282 w 551021"/>
                <a:gd name="connsiteY215" fmla="*/ 211455 h 568642"/>
                <a:gd name="connsiteX216" fmla="*/ 355282 w 551021"/>
                <a:gd name="connsiteY216" fmla="*/ 213836 h 568642"/>
                <a:gd name="connsiteX217" fmla="*/ 353853 w 551021"/>
                <a:gd name="connsiteY217" fmla="*/ 218599 h 568642"/>
                <a:gd name="connsiteX218" fmla="*/ 351472 w 551021"/>
                <a:gd name="connsiteY218" fmla="*/ 223361 h 568642"/>
                <a:gd name="connsiteX219" fmla="*/ 350519 w 551021"/>
                <a:gd name="connsiteY219" fmla="*/ 224790 h 568642"/>
                <a:gd name="connsiteX220" fmla="*/ 349090 w 551021"/>
                <a:gd name="connsiteY220" fmla="*/ 225742 h 568642"/>
                <a:gd name="connsiteX221" fmla="*/ 346709 w 551021"/>
                <a:gd name="connsiteY221" fmla="*/ 226219 h 568642"/>
                <a:gd name="connsiteX222" fmla="*/ 346234 w 551021"/>
                <a:gd name="connsiteY222" fmla="*/ 227648 h 568642"/>
                <a:gd name="connsiteX223" fmla="*/ 348615 w 551021"/>
                <a:gd name="connsiteY223" fmla="*/ 229553 h 568642"/>
                <a:gd name="connsiteX224" fmla="*/ 351472 w 551021"/>
                <a:gd name="connsiteY224" fmla="*/ 229076 h 568642"/>
                <a:gd name="connsiteX225" fmla="*/ 353377 w 551021"/>
                <a:gd name="connsiteY225" fmla="*/ 229076 h 568642"/>
                <a:gd name="connsiteX226" fmla="*/ 355282 w 551021"/>
                <a:gd name="connsiteY226" fmla="*/ 230505 h 568642"/>
                <a:gd name="connsiteX227" fmla="*/ 357188 w 551021"/>
                <a:gd name="connsiteY227" fmla="*/ 234791 h 568642"/>
                <a:gd name="connsiteX228" fmla="*/ 357663 w 551021"/>
                <a:gd name="connsiteY228" fmla="*/ 239554 h 568642"/>
                <a:gd name="connsiteX229" fmla="*/ 357188 w 551021"/>
                <a:gd name="connsiteY229" fmla="*/ 245745 h 568642"/>
                <a:gd name="connsiteX230" fmla="*/ 356711 w 551021"/>
                <a:gd name="connsiteY230" fmla="*/ 247650 h 568642"/>
                <a:gd name="connsiteX231" fmla="*/ 355759 w 551021"/>
                <a:gd name="connsiteY231" fmla="*/ 249555 h 568642"/>
                <a:gd name="connsiteX232" fmla="*/ 354806 w 551021"/>
                <a:gd name="connsiteY232" fmla="*/ 251460 h 568642"/>
                <a:gd name="connsiteX233" fmla="*/ 353377 w 551021"/>
                <a:gd name="connsiteY233" fmla="*/ 252889 h 568642"/>
                <a:gd name="connsiteX234" fmla="*/ 352425 w 551021"/>
                <a:gd name="connsiteY234" fmla="*/ 254794 h 568642"/>
                <a:gd name="connsiteX235" fmla="*/ 351472 w 551021"/>
                <a:gd name="connsiteY235" fmla="*/ 259556 h 568642"/>
                <a:gd name="connsiteX236" fmla="*/ 349090 w 551021"/>
                <a:gd name="connsiteY236" fmla="*/ 268129 h 568642"/>
                <a:gd name="connsiteX237" fmla="*/ 347186 w 551021"/>
                <a:gd name="connsiteY237" fmla="*/ 271939 h 568642"/>
                <a:gd name="connsiteX238" fmla="*/ 344328 w 551021"/>
                <a:gd name="connsiteY238" fmla="*/ 275749 h 568642"/>
                <a:gd name="connsiteX239" fmla="*/ 341471 w 551021"/>
                <a:gd name="connsiteY239" fmla="*/ 279559 h 568642"/>
                <a:gd name="connsiteX240" fmla="*/ 339565 w 551021"/>
                <a:gd name="connsiteY240" fmla="*/ 283369 h 568642"/>
                <a:gd name="connsiteX241" fmla="*/ 338138 w 551021"/>
                <a:gd name="connsiteY241" fmla="*/ 287179 h 568642"/>
                <a:gd name="connsiteX242" fmla="*/ 337184 w 551021"/>
                <a:gd name="connsiteY242" fmla="*/ 292417 h 568642"/>
                <a:gd name="connsiteX243" fmla="*/ 335756 w 551021"/>
                <a:gd name="connsiteY243" fmla="*/ 297180 h 568642"/>
                <a:gd name="connsiteX244" fmla="*/ 334327 w 551021"/>
                <a:gd name="connsiteY244" fmla="*/ 299085 h 568642"/>
                <a:gd name="connsiteX245" fmla="*/ 330517 w 551021"/>
                <a:gd name="connsiteY245" fmla="*/ 302419 h 568642"/>
                <a:gd name="connsiteX246" fmla="*/ 318134 w 551021"/>
                <a:gd name="connsiteY246" fmla="*/ 309086 h 568642"/>
                <a:gd name="connsiteX247" fmla="*/ 315753 w 551021"/>
                <a:gd name="connsiteY247" fmla="*/ 311944 h 568642"/>
                <a:gd name="connsiteX248" fmla="*/ 314325 w 551021"/>
                <a:gd name="connsiteY248" fmla="*/ 316230 h 568642"/>
                <a:gd name="connsiteX249" fmla="*/ 312419 w 551021"/>
                <a:gd name="connsiteY249" fmla="*/ 320040 h 568642"/>
                <a:gd name="connsiteX250" fmla="*/ 310038 w 551021"/>
                <a:gd name="connsiteY250" fmla="*/ 323374 h 568642"/>
                <a:gd name="connsiteX251" fmla="*/ 307181 w 551021"/>
                <a:gd name="connsiteY251" fmla="*/ 326708 h 568642"/>
                <a:gd name="connsiteX252" fmla="*/ 299561 w 551021"/>
                <a:gd name="connsiteY252" fmla="*/ 333375 h 568642"/>
                <a:gd name="connsiteX253" fmla="*/ 296227 w 551021"/>
                <a:gd name="connsiteY253" fmla="*/ 335280 h 568642"/>
                <a:gd name="connsiteX254" fmla="*/ 292417 w 551021"/>
                <a:gd name="connsiteY254" fmla="*/ 336233 h 568642"/>
                <a:gd name="connsiteX255" fmla="*/ 285750 w 551021"/>
                <a:gd name="connsiteY255" fmla="*/ 339566 h 568642"/>
                <a:gd name="connsiteX256" fmla="*/ 271938 w 551021"/>
                <a:gd name="connsiteY256" fmla="*/ 343852 h 568642"/>
                <a:gd name="connsiteX257" fmla="*/ 270986 w 551021"/>
                <a:gd name="connsiteY257" fmla="*/ 344805 h 568642"/>
                <a:gd name="connsiteX258" fmla="*/ 266223 w 551021"/>
                <a:gd name="connsiteY258" fmla="*/ 350996 h 568642"/>
                <a:gd name="connsiteX259" fmla="*/ 264794 w 551021"/>
                <a:gd name="connsiteY259" fmla="*/ 351473 h 568642"/>
                <a:gd name="connsiteX260" fmla="*/ 262890 w 551021"/>
                <a:gd name="connsiteY260" fmla="*/ 351473 h 568642"/>
                <a:gd name="connsiteX261" fmla="*/ 258603 w 551021"/>
                <a:gd name="connsiteY261" fmla="*/ 350520 h 568642"/>
                <a:gd name="connsiteX262" fmla="*/ 254794 w 551021"/>
                <a:gd name="connsiteY262" fmla="*/ 348139 h 568642"/>
                <a:gd name="connsiteX263" fmla="*/ 254794 w 551021"/>
                <a:gd name="connsiteY263" fmla="*/ 345758 h 568642"/>
                <a:gd name="connsiteX264" fmla="*/ 254794 w 551021"/>
                <a:gd name="connsiteY264" fmla="*/ 343376 h 568642"/>
                <a:gd name="connsiteX265" fmla="*/ 253840 w 551021"/>
                <a:gd name="connsiteY265" fmla="*/ 340995 h 568642"/>
                <a:gd name="connsiteX266" fmla="*/ 250507 w 551021"/>
                <a:gd name="connsiteY266" fmla="*/ 337661 h 568642"/>
                <a:gd name="connsiteX267" fmla="*/ 251459 w 551021"/>
                <a:gd name="connsiteY267" fmla="*/ 335756 h 568642"/>
                <a:gd name="connsiteX268" fmla="*/ 253365 w 551021"/>
                <a:gd name="connsiteY268" fmla="*/ 334804 h 568642"/>
                <a:gd name="connsiteX269" fmla="*/ 255746 w 551021"/>
                <a:gd name="connsiteY269" fmla="*/ 333851 h 568642"/>
                <a:gd name="connsiteX270" fmla="*/ 259556 w 551021"/>
                <a:gd name="connsiteY270" fmla="*/ 331470 h 568642"/>
                <a:gd name="connsiteX271" fmla="*/ 265747 w 551021"/>
                <a:gd name="connsiteY271" fmla="*/ 325279 h 568642"/>
                <a:gd name="connsiteX272" fmla="*/ 265747 w 551021"/>
                <a:gd name="connsiteY272" fmla="*/ 323374 h 568642"/>
                <a:gd name="connsiteX273" fmla="*/ 265271 w 551021"/>
                <a:gd name="connsiteY273" fmla="*/ 321945 h 568642"/>
                <a:gd name="connsiteX274" fmla="*/ 260984 w 551021"/>
                <a:gd name="connsiteY274" fmla="*/ 322898 h 568642"/>
                <a:gd name="connsiteX275" fmla="*/ 252888 w 551021"/>
                <a:gd name="connsiteY275" fmla="*/ 326231 h 568642"/>
                <a:gd name="connsiteX276" fmla="*/ 249078 w 551021"/>
                <a:gd name="connsiteY276" fmla="*/ 327660 h 568642"/>
                <a:gd name="connsiteX277" fmla="*/ 244792 w 551021"/>
                <a:gd name="connsiteY277" fmla="*/ 334804 h 568642"/>
                <a:gd name="connsiteX278" fmla="*/ 245744 w 551021"/>
                <a:gd name="connsiteY278" fmla="*/ 344329 h 568642"/>
                <a:gd name="connsiteX279" fmla="*/ 243840 w 551021"/>
                <a:gd name="connsiteY279" fmla="*/ 352425 h 568642"/>
                <a:gd name="connsiteX280" fmla="*/ 239077 w 551021"/>
                <a:gd name="connsiteY280" fmla="*/ 359092 h 568642"/>
                <a:gd name="connsiteX281" fmla="*/ 232409 w 551021"/>
                <a:gd name="connsiteY281" fmla="*/ 367189 h 568642"/>
                <a:gd name="connsiteX282" fmla="*/ 229076 w 551021"/>
                <a:gd name="connsiteY282" fmla="*/ 370046 h 568642"/>
                <a:gd name="connsiteX283" fmla="*/ 225265 w 551021"/>
                <a:gd name="connsiteY283" fmla="*/ 372427 h 568642"/>
                <a:gd name="connsiteX284" fmla="*/ 222409 w 551021"/>
                <a:gd name="connsiteY284" fmla="*/ 376714 h 568642"/>
                <a:gd name="connsiteX285" fmla="*/ 220503 w 551021"/>
                <a:gd name="connsiteY285" fmla="*/ 381476 h 568642"/>
                <a:gd name="connsiteX286" fmla="*/ 220980 w 551021"/>
                <a:gd name="connsiteY286" fmla="*/ 385763 h 568642"/>
                <a:gd name="connsiteX287" fmla="*/ 223361 w 551021"/>
                <a:gd name="connsiteY287" fmla="*/ 390049 h 568642"/>
                <a:gd name="connsiteX288" fmla="*/ 220503 w 551021"/>
                <a:gd name="connsiteY288" fmla="*/ 393383 h 568642"/>
                <a:gd name="connsiteX289" fmla="*/ 216694 w 551021"/>
                <a:gd name="connsiteY289" fmla="*/ 396240 h 568642"/>
                <a:gd name="connsiteX290" fmla="*/ 212884 w 551021"/>
                <a:gd name="connsiteY290" fmla="*/ 398621 h 568642"/>
                <a:gd name="connsiteX291" fmla="*/ 209073 w 551021"/>
                <a:gd name="connsiteY291" fmla="*/ 400526 h 568642"/>
                <a:gd name="connsiteX292" fmla="*/ 206215 w 551021"/>
                <a:gd name="connsiteY292" fmla="*/ 400050 h 568642"/>
                <a:gd name="connsiteX293" fmla="*/ 196690 w 551021"/>
                <a:gd name="connsiteY293" fmla="*/ 399574 h 568642"/>
                <a:gd name="connsiteX294" fmla="*/ 194786 w 551021"/>
                <a:gd name="connsiteY294" fmla="*/ 398621 h 568642"/>
                <a:gd name="connsiteX295" fmla="*/ 193357 w 551021"/>
                <a:gd name="connsiteY295" fmla="*/ 397192 h 568642"/>
                <a:gd name="connsiteX296" fmla="*/ 194786 w 551021"/>
                <a:gd name="connsiteY296" fmla="*/ 394811 h 568642"/>
                <a:gd name="connsiteX297" fmla="*/ 194786 w 551021"/>
                <a:gd name="connsiteY297" fmla="*/ 392430 h 568642"/>
                <a:gd name="connsiteX298" fmla="*/ 193357 w 551021"/>
                <a:gd name="connsiteY298" fmla="*/ 391477 h 568642"/>
                <a:gd name="connsiteX299" fmla="*/ 191928 w 551021"/>
                <a:gd name="connsiteY299" fmla="*/ 391477 h 568642"/>
                <a:gd name="connsiteX300" fmla="*/ 181927 w 551021"/>
                <a:gd name="connsiteY300" fmla="*/ 394811 h 568642"/>
                <a:gd name="connsiteX301" fmla="*/ 167640 w 551021"/>
                <a:gd name="connsiteY301" fmla="*/ 396240 h 568642"/>
                <a:gd name="connsiteX302" fmla="*/ 163353 w 551021"/>
                <a:gd name="connsiteY302" fmla="*/ 398145 h 568642"/>
                <a:gd name="connsiteX303" fmla="*/ 159067 w 551021"/>
                <a:gd name="connsiteY303" fmla="*/ 399574 h 568642"/>
                <a:gd name="connsiteX304" fmla="*/ 150971 w 551021"/>
                <a:gd name="connsiteY304" fmla="*/ 401002 h 568642"/>
                <a:gd name="connsiteX305" fmla="*/ 146684 w 551021"/>
                <a:gd name="connsiteY305" fmla="*/ 401479 h 568642"/>
                <a:gd name="connsiteX306" fmla="*/ 142398 w 551021"/>
                <a:gd name="connsiteY306" fmla="*/ 401479 h 568642"/>
                <a:gd name="connsiteX307" fmla="*/ 138113 w 551021"/>
                <a:gd name="connsiteY307" fmla="*/ 401002 h 568642"/>
                <a:gd name="connsiteX308" fmla="*/ 133826 w 551021"/>
                <a:gd name="connsiteY308" fmla="*/ 401479 h 568642"/>
                <a:gd name="connsiteX309" fmla="*/ 131921 w 551021"/>
                <a:gd name="connsiteY309" fmla="*/ 402431 h 568642"/>
                <a:gd name="connsiteX310" fmla="*/ 130015 w 551021"/>
                <a:gd name="connsiteY310" fmla="*/ 402908 h 568642"/>
                <a:gd name="connsiteX311" fmla="*/ 126206 w 551021"/>
                <a:gd name="connsiteY311" fmla="*/ 399098 h 568642"/>
                <a:gd name="connsiteX312" fmla="*/ 122396 w 551021"/>
                <a:gd name="connsiteY312" fmla="*/ 399098 h 568642"/>
                <a:gd name="connsiteX313" fmla="*/ 114300 w 551021"/>
                <a:gd name="connsiteY313" fmla="*/ 401002 h 568642"/>
                <a:gd name="connsiteX314" fmla="*/ 108109 w 551021"/>
                <a:gd name="connsiteY314" fmla="*/ 403384 h 568642"/>
                <a:gd name="connsiteX315" fmla="*/ 106203 w 551021"/>
                <a:gd name="connsiteY315" fmla="*/ 404336 h 568642"/>
                <a:gd name="connsiteX316" fmla="*/ 103346 w 551021"/>
                <a:gd name="connsiteY316" fmla="*/ 408623 h 568642"/>
                <a:gd name="connsiteX317" fmla="*/ 96202 w 551021"/>
                <a:gd name="connsiteY317" fmla="*/ 414338 h 568642"/>
                <a:gd name="connsiteX318" fmla="*/ 90963 w 551021"/>
                <a:gd name="connsiteY318" fmla="*/ 419576 h 568642"/>
                <a:gd name="connsiteX319" fmla="*/ 87630 w 551021"/>
                <a:gd name="connsiteY319" fmla="*/ 421481 h 568642"/>
                <a:gd name="connsiteX320" fmla="*/ 84296 w 551021"/>
                <a:gd name="connsiteY320" fmla="*/ 423863 h 568642"/>
                <a:gd name="connsiteX321" fmla="*/ 80963 w 551021"/>
                <a:gd name="connsiteY321" fmla="*/ 427196 h 568642"/>
                <a:gd name="connsiteX322" fmla="*/ 77152 w 551021"/>
                <a:gd name="connsiteY322" fmla="*/ 430530 h 568642"/>
                <a:gd name="connsiteX323" fmla="*/ 72865 w 551021"/>
                <a:gd name="connsiteY323" fmla="*/ 432911 h 568642"/>
                <a:gd name="connsiteX324" fmla="*/ 68580 w 551021"/>
                <a:gd name="connsiteY324" fmla="*/ 434816 h 568642"/>
                <a:gd name="connsiteX325" fmla="*/ 65246 w 551021"/>
                <a:gd name="connsiteY325" fmla="*/ 437198 h 568642"/>
                <a:gd name="connsiteX326" fmla="*/ 62388 w 551021"/>
                <a:gd name="connsiteY326" fmla="*/ 440055 h 568642"/>
                <a:gd name="connsiteX327" fmla="*/ 59531 w 551021"/>
                <a:gd name="connsiteY327" fmla="*/ 442436 h 568642"/>
                <a:gd name="connsiteX328" fmla="*/ 56197 w 551021"/>
                <a:gd name="connsiteY328" fmla="*/ 443389 h 568642"/>
                <a:gd name="connsiteX329" fmla="*/ 51911 w 551021"/>
                <a:gd name="connsiteY329" fmla="*/ 442913 h 568642"/>
                <a:gd name="connsiteX330" fmla="*/ 47625 w 551021"/>
                <a:gd name="connsiteY330" fmla="*/ 443389 h 568642"/>
                <a:gd name="connsiteX331" fmla="*/ 45719 w 551021"/>
                <a:gd name="connsiteY331" fmla="*/ 444817 h 568642"/>
                <a:gd name="connsiteX332" fmla="*/ 44290 w 551021"/>
                <a:gd name="connsiteY332" fmla="*/ 446723 h 568642"/>
                <a:gd name="connsiteX333" fmla="*/ 43815 w 551021"/>
                <a:gd name="connsiteY333" fmla="*/ 448151 h 568642"/>
                <a:gd name="connsiteX334" fmla="*/ 44767 w 551021"/>
                <a:gd name="connsiteY334" fmla="*/ 459105 h 568642"/>
                <a:gd name="connsiteX335" fmla="*/ 47625 w 551021"/>
                <a:gd name="connsiteY335" fmla="*/ 457676 h 568642"/>
                <a:gd name="connsiteX336" fmla="*/ 50006 w 551021"/>
                <a:gd name="connsiteY336" fmla="*/ 457200 h 568642"/>
                <a:gd name="connsiteX337" fmla="*/ 52863 w 551021"/>
                <a:gd name="connsiteY337" fmla="*/ 459105 h 568642"/>
                <a:gd name="connsiteX338" fmla="*/ 55721 w 551021"/>
                <a:gd name="connsiteY338" fmla="*/ 460058 h 568642"/>
                <a:gd name="connsiteX339" fmla="*/ 58578 w 551021"/>
                <a:gd name="connsiteY339" fmla="*/ 459581 h 568642"/>
                <a:gd name="connsiteX340" fmla="*/ 61436 w 551021"/>
                <a:gd name="connsiteY340" fmla="*/ 458152 h 568642"/>
                <a:gd name="connsiteX341" fmla="*/ 63817 w 551021"/>
                <a:gd name="connsiteY341" fmla="*/ 457676 h 568642"/>
                <a:gd name="connsiteX342" fmla="*/ 72865 w 551021"/>
                <a:gd name="connsiteY342" fmla="*/ 456248 h 568642"/>
                <a:gd name="connsiteX343" fmla="*/ 73819 w 551021"/>
                <a:gd name="connsiteY343" fmla="*/ 456724 h 568642"/>
                <a:gd name="connsiteX344" fmla="*/ 84772 w 551021"/>
                <a:gd name="connsiteY344" fmla="*/ 463867 h 568642"/>
                <a:gd name="connsiteX345" fmla="*/ 86677 w 551021"/>
                <a:gd name="connsiteY345" fmla="*/ 464344 h 568642"/>
                <a:gd name="connsiteX346" fmla="*/ 87153 w 551021"/>
                <a:gd name="connsiteY346" fmla="*/ 460534 h 568642"/>
                <a:gd name="connsiteX347" fmla="*/ 88582 w 551021"/>
                <a:gd name="connsiteY347" fmla="*/ 457200 h 568642"/>
                <a:gd name="connsiteX348" fmla="*/ 90011 w 551021"/>
                <a:gd name="connsiteY348" fmla="*/ 449580 h 568642"/>
                <a:gd name="connsiteX349" fmla="*/ 92392 w 551021"/>
                <a:gd name="connsiteY349" fmla="*/ 445770 h 568642"/>
                <a:gd name="connsiteX350" fmla="*/ 96202 w 551021"/>
                <a:gd name="connsiteY350" fmla="*/ 444817 h 568642"/>
                <a:gd name="connsiteX351" fmla="*/ 100013 w 551021"/>
                <a:gd name="connsiteY351" fmla="*/ 447199 h 568642"/>
                <a:gd name="connsiteX352" fmla="*/ 104298 w 551021"/>
                <a:gd name="connsiteY352" fmla="*/ 448627 h 568642"/>
                <a:gd name="connsiteX353" fmla="*/ 108109 w 551021"/>
                <a:gd name="connsiteY353" fmla="*/ 448151 h 568642"/>
                <a:gd name="connsiteX354" fmla="*/ 116205 w 551021"/>
                <a:gd name="connsiteY354" fmla="*/ 445294 h 568642"/>
                <a:gd name="connsiteX355" fmla="*/ 120490 w 551021"/>
                <a:gd name="connsiteY355" fmla="*/ 446246 h 568642"/>
                <a:gd name="connsiteX356" fmla="*/ 122872 w 551021"/>
                <a:gd name="connsiteY356" fmla="*/ 444817 h 568642"/>
                <a:gd name="connsiteX357" fmla="*/ 127159 w 551021"/>
                <a:gd name="connsiteY357" fmla="*/ 443389 h 568642"/>
                <a:gd name="connsiteX358" fmla="*/ 130969 w 551021"/>
                <a:gd name="connsiteY358" fmla="*/ 441484 h 568642"/>
                <a:gd name="connsiteX359" fmla="*/ 131921 w 551021"/>
                <a:gd name="connsiteY359" fmla="*/ 441484 h 568642"/>
                <a:gd name="connsiteX360" fmla="*/ 135255 w 551021"/>
                <a:gd name="connsiteY360" fmla="*/ 440055 h 568642"/>
                <a:gd name="connsiteX361" fmla="*/ 138588 w 551021"/>
                <a:gd name="connsiteY361" fmla="*/ 439102 h 568642"/>
                <a:gd name="connsiteX362" fmla="*/ 145256 w 551021"/>
                <a:gd name="connsiteY362" fmla="*/ 438626 h 568642"/>
                <a:gd name="connsiteX363" fmla="*/ 148590 w 551021"/>
                <a:gd name="connsiteY363" fmla="*/ 437198 h 568642"/>
                <a:gd name="connsiteX364" fmla="*/ 152400 w 551021"/>
                <a:gd name="connsiteY364" fmla="*/ 434816 h 568642"/>
                <a:gd name="connsiteX365" fmla="*/ 157163 w 551021"/>
                <a:gd name="connsiteY365" fmla="*/ 431006 h 568642"/>
                <a:gd name="connsiteX366" fmla="*/ 158590 w 551021"/>
                <a:gd name="connsiteY366" fmla="*/ 430530 h 568642"/>
                <a:gd name="connsiteX367" fmla="*/ 162401 w 551021"/>
                <a:gd name="connsiteY367" fmla="*/ 430054 h 568642"/>
                <a:gd name="connsiteX368" fmla="*/ 166211 w 551021"/>
                <a:gd name="connsiteY368" fmla="*/ 429101 h 568642"/>
                <a:gd name="connsiteX369" fmla="*/ 170021 w 551021"/>
                <a:gd name="connsiteY369" fmla="*/ 428625 h 568642"/>
                <a:gd name="connsiteX370" fmla="*/ 175259 w 551021"/>
                <a:gd name="connsiteY370" fmla="*/ 428625 h 568642"/>
                <a:gd name="connsiteX371" fmla="*/ 176688 w 551021"/>
                <a:gd name="connsiteY371" fmla="*/ 429101 h 568642"/>
                <a:gd name="connsiteX372" fmla="*/ 181451 w 551021"/>
                <a:gd name="connsiteY372" fmla="*/ 432435 h 568642"/>
                <a:gd name="connsiteX373" fmla="*/ 185261 w 551021"/>
                <a:gd name="connsiteY373" fmla="*/ 433388 h 568642"/>
                <a:gd name="connsiteX374" fmla="*/ 190500 w 551021"/>
                <a:gd name="connsiteY374" fmla="*/ 432435 h 568642"/>
                <a:gd name="connsiteX375" fmla="*/ 195738 w 551021"/>
                <a:gd name="connsiteY375" fmla="*/ 432435 h 568642"/>
                <a:gd name="connsiteX376" fmla="*/ 197644 w 551021"/>
                <a:gd name="connsiteY376" fmla="*/ 433864 h 568642"/>
                <a:gd name="connsiteX377" fmla="*/ 197644 w 551021"/>
                <a:gd name="connsiteY377" fmla="*/ 436721 h 568642"/>
                <a:gd name="connsiteX378" fmla="*/ 196690 w 551021"/>
                <a:gd name="connsiteY378" fmla="*/ 438626 h 568642"/>
                <a:gd name="connsiteX379" fmla="*/ 194309 w 551021"/>
                <a:gd name="connsiteY379" fmla="*/ 441960 h 568642"/>
                <a:gd name="connsiteX380" fmla="*/ 192881 w 551021"/>
                <a:gd name="connsiteY380" fmla="*/ 443389 h 568642"/>
                <a:gd name="connsiteX381" fmla="*/ 188119 w 551021"/>
                <a:gd name="connsiteY381" fmla="*/ 445770 h 568642"/>
                <a:gd name="connsiteX382" fmla="*/ 187165 w 551021"/>
                <a:gd name="connsiteY382" fmla="*/ 446723 h 568642"/>
                <a:gd name="connsiteX383" fmla="*/ 188594 w 551021"/>
                <a:gd name="connsiteY383" fmla="*/ 450533 h 568642"/>
                <a:gd name="connsiteX384" fmla="*/ 188119 w 551021"/>
                <a:gd name="connsiteY384" fmla="*/ 457200 h 568642"/>
                <a:gd name="connsiteX385" fmla="*/ 189547 w 551021"/>
                <a:gd name="connsiteY385" fmla="*/ 461486 h 568642"/>
                <a:gd name="connsiteX386" fmla="*/ 192405 w 551021"/>
                <a:gd name="connsiteY386" fmla="*/ 464820 h 568642"/>
                <a:gd name="connsiteX387" fmla="*/ 195263 w 551021"/>
                <a:gd name="connsiteY387" fmla="*/ 468154 h 568642"/>
                <a:gd name="connsiteX388" fmla="*/ 196690 w 551021"/>
                <a:gd name="connsiteY388" fmla="*/ 471488 h 568642"/>
                <a:gd name="connsiteX389" fmla="*/ 198596 w 551021"/>
                <a:gd name="connsiteY389" fmla="*/ 474345 h 568642"/>
                <a:gd name="connsiteX390" fmla="*/ 206692 w 551021"/>
                <a:gd name="connsiteY390" fmla="*/ 476726 h 568642"/>
                <a:gd name="connsiteX391" fmla="*/ 214313 w 551021"/>
                <a:gd name="connsiteY391" fmla="*/ 473869 h 568642"/>
                <a:gd name="connsiteX392" fmla="*/ 219551 w 551021"/>
                <a:gd name="connsiteY392" fmla="*/ 465773 h 568642"/>
                <a:gd name="connsiteX393" fmla="*/ 226219 w 551021"/>
                <a:gd name="connsiteY393" fmla="*/ 453866 h 568642"/>
                <a:gd name="connsiteX394" fmla="*/ 228123 w 551021"/>
                <a:gd name="connsiteY394" fmla="*/ 450533 h 568642"/>
                <a:gd name="connsiteX395" fmla="*/ 235267 w 551021"/>
                <a:gd name="connsiteY395" fmla="*/ 447675 h 568642"/>
                <a:gd name="connsiteX396" fmla="*/ 243840 w 551021"/>
                <a:gd name="connsiteY396" fmla="*/ 446246 h 568642"/>
                <a:gd name="connsiteX397" fmla="*/ 245744 w 551021"/>
                <a:gd name="connsiteY397" fmla="*/ 445294 h 568642"/>
                <a:gd name="connsiteX398" fmla="*/ 246697 w 551021"/>
                <a:gd name="connsiteY398" fmla="*/ 443389 h 568642"/>
                <a:gd name="connsiteX399" fmla="*/ 246697 w 551021"/>
                <a:gd name="connsiteY399" fmla="*/ 441484 h 568642"/>
                <a:gd name="connsiteX400" fmla="*/ 245269 w 551021"/>
                <a:gd name="connsiteY400" fmla="*/ 440531 h 568642"/>
                <a:gd name="connsiteX401" fmla="*/ 237648 w 551021"/>
                <a:gd name="connsiteY401" fmla="*/ 435769 h 568642"/>
                <a:gd name="connsiteX402" fmla="*/ 234790 w 551021"/>
                <a:gd name="connsiteY402" fmla="*/ 432435 h 568642"/>
                <a:gd name="connsiteX403" fmla="*/ 236219 w 551021"/>
                <a:gd name="connsiteY403" fmla="*/ 428149 h 568642"/>
                <a:gd name="connsiteX404" fmla="*/ 240030 w 551021"/>
                <a:gd name="connsiteY404" fmla="*/ 420529 h 568642"/>
                <a:gd name="connsiteX405" fmla="*/ 241934 w 551021"/>
                <a:gd name="connsiteY405" fmla="*/ 419100 h 568642"/>
                <a:gd name="connsiteX406" fmla="*/ 243840 w 551021"/>
                <a:gd name="connsiteY406" fmla="*/ 418148 h 568642"/>
                <a:gd name="connsiteX407" fmla="*/ 245269 w 551021"/>
                <a:gd name="connsiteY407" fmla="*/ 417671 h 568642"/>
                <a:gd name="connsiteX408" fmla="*/ 246697 w 551021"/>
                <a:gd name="connsiteY408" fmla="*/ 418624 h 568642"/>
                <a:gd name="connsiteX409" fmla="*/ 245269 w 551021"/>
                <a:gd name="connsiteY409" fmla="*/ 421005 h 568642"/>
                <a:gd name="connsiteX410" fmla="*/ 245269 w 551021"/>
                <a:gd name="connsiteY410" fmla="*/ 423386 h 568642"/>
                <a:gd name="connsiteX411" fmla="*/ 246221 w 551021"/>
                <a:gd name="connsiteY411" fmla="*/ 427673 h 568642"/>
                <a:gd name="connsiteX412" fmla="*/ 245744 w 551021"/>
                <a:gd name="connsiteY412" fmla="*/ 430530 h 568642"/>
                <a:gd name="connsiteX413" fmla="*/ 247173 w 551021"/>
                <a:gd name="connsiteY413" fmla="*/ 431483 h 568642"/>
                <a:gd name="connsiteX414" fmla="*/ 248126 w 551021"/>
                <a:gd name="connsiteY414" fmla="*/ 431006 h 568642"/>
                <a:gd name="connsiteX415" fmla="*/ 247650 w 551021"/>
                <a:gd name="connsiteY415" fmla="*/ 427673 h 568642"/>
                <a:gd name="connsiteX416" fmla="*/ 248602 w 551021"/>
                <a:gd name="connsiteY416" fmla="*/ 426720 h 568642"/>
                <a:gd name="connsiteX417" fmla="*/ 250031 w 551021"/>
                <a:gd name="connsiteY417" fmla="*/ 427673 h 568642"/>
                <a:gd name="connsiteX418" fmla="*/ 250984 w 551021"/>
                <a:gd name="connsiteY418" fmla="*/ 429577 h 568642"/>
                <a:gd name="connsiteX419" fmla="*/ 253365 w 551021"/>
                <a:gd name="connsiteY419" fmla="*/ 430054 h 568642"/>
                <a:gd name="connsiteX420" fmla="*/ 257651 w 551021"/>
                <a:gd name="connsiteY420" fmla="*/ 429577 h 568642"/>
                <a:gd name="connsiteX421" fmla="*/ 259556 w 551021"/>
                <a:gd name="connsiteY421" fmla="*/ 429577 h 568642"/>
                <a:gd name="connsiteX422" fmla="*/ 260032 w 551021"/>
                <a:gd name="connsiteY422" fmla="*/ 431483 h 568642"/>
                <a:gd name="connsiteX423" fmla="*/ 259556 w 551021"/>
                <a:gd name="connsiteY423" fmla="*/ 432435 h 568642"/>
                <a:gd name="connsiteX424" fmla="*/ 252413 w 551021"/>
                <a:gd name="connsiteY424" fmla="*/ 435769 h 568642"/>
                <a:gd name="connsiteX425" fmla="*/ 251936 w 551021"/>
                <a:gd name="connsiteY425" fmla="*/ 437198 h 568642"/>
                <a:gd name="connsiteX426" fmla="*/ 260509 w 551021"/>
                <a:gd name="connsiteY426" fmla="*/ 435292 h 568642"/>
                <a:gd name="connsiteX427" fmla="*/ 268128 w 551021"/>
                <a:gd name="connsiteY427" fmla="*/ 434340 h 568642"/>
                <a:gd name="connsiteX428" fmla="*/ 275272 w 551021"/>
                <a:gd name="connsiteY428" fmla="*/ 434816 h 568642"/>
                <a:gd name="connsiteX429" fmla="*/ 279082 w 551021"/>
                <a:gd name="connsiteY429" fmla="*/ 434816 h 568642"/>
                <a:gd name="connsiteX430" fmla="*/ 282892 w 551021"/>
                <a:gd name="connsiteY430" fmla="*/ 435292 h 568642"/>
                <a:gd name="connsiteX431" fmla="*/ 290036 w 551021"/>
                <a:gd name="connsiteY431" fmla="*/ 437198 h 568642"/>
                <a:gd name="connsiteX432" fmla="*/ 292417 w 551021"/>
                <a:gd name="connsiteY432" fmla="*/ 431959 h 568642"/>
                <a:gd name="connsiteX433" fmla="*/ 295751 w 551021"/>
                <a:gd name="connsiteY433" fmla="*/ 427673 h 568642"/>
                <a:gd name="connsiteX434" fmla="*/ 298609 w 551021"/>
                <a:gd name="connsiteY434" fmla="*/ 425291 h 568642"/>
                <a:gd name="connsiteX435" fmla="*/ 300990 w 551021"/>
                <a:gd name="connsiteY435" fmla="*/ 422434 h 568642"/>
                <a:gd name="connsiteX436" fmla="*/ 301942 w 551021"/>
                <a:gd name="connsiteY436" fmla="*/ 420052 h 568642"/>
                <a:gd name="connsiteX437" fmla="*/ 303371 w 551021"/>
                <a:gd name="connsiteY437" fmla="*/ 418624 h 568642"/>
                <a:gd name="connsiteX438" fmla="*/ 308134 w 551021"/>
                <a:gd name="connsiteY438" fmla="*/ 417195 h 568642"/>
                <a:gd name="connsiteX439" fmla="*/ 311467 w 551021"/>
                <a:gd name="connsiteY439" fmla="*/ 418148 h 568642"/>
                <a:gd name="connsiteX440" fmla="*/ 314325 w 551021"/>
                <a:gd name="connsiteY440" fmla="*/ 421005 h 568642"/>
                <a:gd name="connsiteX441" fmla="*/ 310990 w 551021"/>
                <a:gd name="connsiteY441" fmla="*/ 422910 h 568642"/>
                <a:gd name="connsiteX442" fmla="*/ 310990 w 551021"/>
                <a:gd name="connsiteY442" fmla="*/ 426720 h 568642"/>
                <a:gd name="connsiteX443" fmla="*/ 309563 w 551021"/>
                <a:gd name="connsiteY443" fmla="*/ 433388 h 568642"/>
                <a:gd name="connsiteX444" fmla="*/ 310515 w 551021"/>
                <a:gd name="connsiteY444" fmla="*/ 435292 h 568642"/>
                <a:gd name="connsiteX445" fmla="*/ 311944 w 551021"/>
                <a:gd name="connsiteY445" fmla="*/ 436721 h 568642"/>
                <a:gd name="connsiteX446" fmla="*/ 313848 w 551021"/>
                <a:gd name="connsiteY446" fmla="*/ 436245 h 568642"/>
                <a:gd name="connsiteX447" fmla="*/ 316706 w 551021"/>
                <a:gd name="connsiteY447" fmla="*/ 433388 h 568642"/>
                <a:gd name="connsiteX448" fmla="*/ 317659 w 551021"/>
                <a:gd name="connsiteY448" fmla="*/ 431959 h 568642"/>
                <a:gd name="connsiteX449" fmla="*/ 320040 w 551021"/>
                <a:gd name="connsiteY449" fmla="*/ 428149 h 568642"/>
                <a:gd name="connsiteX450" fmla="*/ 321469 w 551021"/>
                <a:gd name="connsiteY450" fmla="*/ 423863 h 568642"/>
                <a:gd name="connsiteX451" fmla="*/ 321469 w 551021"/>
                <a:gd name="connsiteY451" fmla="*/ 418624 h 568642"/>
                <a:gd name="connsiteX452" fmla="*/ 321944 w 551021"/>
                <a:gd name="connsiteY452" fmla="*/ 416242 h 568642"/>
                <a:gd name="connsiteX453" fmla="*/ 322897 w 551021"/>
                <a:gd name="connsiteY453" fmla="*/ 414338 h 568642"/>
                <a:gd name="connsiteX454" fmla="*/ 325755 w 551021"/>
                <a:gd name="connsiteY454" fmla="*/ 411956 h 568642"/>
                <a:gd name="connsiteX455" fmla="*/ 329565 w 551021"/>
                <a:gd name="connsiteY455" fmla="*/ 411004 h 568642"/>
                <a:gd name="connsiteX456" fmla="*/ 333375 w 551021"/>
                <a:gd name="connsiteY456" fmla="*/ 411004 h 568642"/>
                <a:gd name="connsiteX457" fmla="*/ 336232 w 551021"/>
                <a:gd name="connsiteY457" fmla="*/ 412909 h 568642"/>
                <a:gd name="connsiteX458" fmla="*/ 338613 w 551021"/>
                <a:gd name="connsiteY458" fmla="*/ 416719 h 568642"/>
                <a:gd name="connsiteX459" fmla="*/ 340042 w 551021"/>
                <a:gd name="connsiteY459" fmla="*/ 416242 h 568642"/>
                <a:gd name="connsiteX460" fmla="*/ 341947 w 551021"/>
                <a:gd name="connsiteY460" fmla="*/ 413385 h 568642"/>
                <a:gd name="connsiteX461" fmla="*/ 342423 w 551021"/>
                <a:gd name="connsiteY461" fmla="*/ 412433 h 568642"/>
                <a:gd name="connsiteX462" fmla="*/ 340994 w 551021"/>
                <a:gd name="connsiteY462" fmla="*/ 411480 h 568642"/>
                <a:gd name="connsiteX463" fmla="*/ 340042 w 551021"/>
                <a:gd name="connsiteY463" fmla="*/ 409575 h 568642"/>
                <a:gd name="connsiteX464" fmla="*/ 339565 w 551021"/>
                <a:gd name="connsiteY464" fmla="*/ 406241 h 568642"/>
                <a:gd name="connsiteX465" fmla="*/ 343376 w 551021"/>
                <a:gd name="connsiteY465" fmla="*/ 402908 h 568642"/>
                <a:gd name="connsiteX466" fmla="*/ 343376 w 551021"/>
                <a:gd name="connsiteY466" fmla="*/ 401955 h 568642"/>
                <a:gd name="connsiteX467" fmla="*/ 343376 w 551021"/>
                <a:gd name="connsiteY467" fmla="*/ 401002 h 568642"/>
                <a:gd name="connsiteX468" fmla="*/ 343852 w 551021"/>
                <a:gd name="connsiteY468" fmla="*/ 398621 h 568642"/>
                <a:gd name="connsiteX469" fmla="*/ 345281 w 551021"/>
                <a:gd name="connsiteY469" fmla="*/ 396716 h 568642"/>
                <a:gd name="connsiteX470" fmla="*/ 347663 w 551021"/>
                <a:gd name="connsiteY470" fmla="*/ 396240 h 568642"/>
                <a:gd name="connsiteX471" fmla="*/ 350519 w 551021"/>
                <a:gd name="connsiteY471" fmla="*/ 396240 h 568642"/>
                <a:gd name="connsiteX472" fmla="*/ 352425 w 551021"/>
                <a:gd name="connsiteY472" fmla="*/ 397669 h 568642"/>
                <a:gd name="connsiteX473" fmla="*/ 354330 w 551021"/>
                <a:gd name="connsiteY473" fmla="*/ 399574 h 568642"/>
                <a:gd name="connsiteX474" fmla="*/ 353853 w 551021"/>
                <a:gd name="connsiteY474" fmla="*/ 401479 h 568642"/>
                <a:gd name="connsiteX475" fmla="*/ 351948 w 551021"/>
                <a:gd name="connsiteY475" fmla="*/ 403384 h 568642"/>
                <a:gd name="connsiteX476" fmla="*/ 349090 w 551021"/>
                <a:gd name="connsiteY476" fmla="*/ 405765 h 568642"/>
                <a:gd name="connsiteX477" fmla="*/ 347663 w 551021"/>
                <a:gd name="connsiteY477" fmla="*/ 408623 h 568642"/>
                <a:gd name="connsiteX478" fmla="*/ 344805 w 551021"/>
                <a:gd name="connsiteY478" fmla="*/ 410527 h 568642"/>
                <a:gd name="connsiteX479" fmla="*/ 345757 w 551021"/>
                <a:gd name="connsiteY479" fmla="*/ 412909 h 568642"/>
                <a:gd name="connsiteX480" fmla="*/ 344805 w 551021"/>
                <a:gd name="connsiteY480" fmla="*/ 419100 h 568642"/>
                <a:gd name="connsiteX481" fmla="*/ 345281 w 551021"/>
                <a:gd name="connsiteY481" fmla="*/ 421481 h 568642"/>
                <a:gd name="connsiteX482" fmla="*/ 343852 w 551021"/>
                <a:gd name="connsiteY482" fmla="*/ 423386 h 568642"/>
                <a:gd name="connsiteX483" fmla="*/ 345281 w 551021"/>
                <a:gd name="connsiteY483" fmla="*/ 424815 h 568642"/>
                <a:gd name="connsiteX484" fmla="*/ 347663 w 551021"/>
                <a:gd name="connsiteY484" fmla="*/ 425291 h 568642"/>
                <a:gd name="connsiteX485" fmla="*/ 349090 w 551021"/>
                <a:gd name="connsiteY485" fmla="*/ 423386 h 568642"/>
                <a:gd name="connsiteX486" fmla="*/ 352425 w 551021"/>
                <a:gd name="connsiteY486" fmla="*/ 420052 h 568642"/>
                <a:gd name="connsiteX487" fmla="*/ 355759 w 551021"/>
                <a:gd name="connsiteY487" fmla="*/ 417671 h 568642"/>
                <a:gd name="connsiteX488" fmla="*/ 360997 w 551021"/>
                <a:gd name="connsiteY488" fmla="*/ 415290 h 568642"/>
                <a:gd name="connsiteX489" fmla="*/ 362426 w 551021"/>
                <a:gd name="connsiteY489" fmla="*/ 414338 h 568642"/>
                <a:gd name="connsiteX490" fmla="*/ 363855 w 551021"/>
                <a:gd name="connsiteY490" fmla="*/ 412909 h 568642"/>
                <a:gd name="connsiteX491" fmla="*/ 364807 w 551021"/>
                <a:gd name="connsiteY491" fmla="*/ 411004 h 568642"/>
                <a:gd name="connsiteX492" fmla="*/ 364807 w 551021"/>
                <a:gd name="connsiteY492" fmla="*/ 406241 h 568642"/>
                <a:gd name="connsiteX493" fmla="*/ 366236 w 551021"/>
                <a:gd name="connsiteY493" fmla="*/ 401955 h 568642"/>
                <a:gd name="connsiteX494" fmla="*/ 370998 w 551021"/>
                <a:gd name="connsiteY494" fmla="*/ 397192 h 568642"/>
                <a:gd name="connsiteX495" fmla="*/ 372427 w 551021"/>
                <a:gd name="connsiteY495" fmla="*/ 396240 h 568642"/>
                <a:gd name="connsiteX496" fmla="*/ 380523 w 551021"/>
                <a:gd name="connsiteY496" fmla="*/ 393859 h 568642"/>
                <a:gd name="connsiteX497" fmla="*/ 378619 w 551021"/>
                <a:gd name="connsiteY497" fmla="*/ 391477 h 568642"/>
                <a:gd name="connsiteX498" fmla="*/ 376713 w 551021"/>
                <a:gd name="connsiteY498" fmla="*/ 389096 h 568642"/>
                <a:gd name="connsiteX499" fmla="*/ 371951 w 551021"/>
                <a:gd name="connsiteY499" fmla="*/ 381000 h 568642"/>
                <a:gd name="connsiteX500" fmla="*/ 370998 w 551021"/>
                <a:gd name="connsiteY500" fmla="*/ 377666 h 568642"/>
                <a:gd name="connsiteX501" fmla="*/ 370522 w 551021"/>
                <a:gd name="connsiteY501" fmla="*/ 374333 h 568642"/>
                <a:gd name="connsiteX502" fmla="*/ 370998 w 551021"/>
                <a:gd name="connsiteY502" fmla="*/ 371475 h 568642"/>
                <a:gd name="connsiteX503" fmla="*/ 371951 w 551021"/>
                <a:gd name="connsiteY503" fmla="*/ 368617 h 568642"/>
                <a:gd name="connsiteX504" fmla="*/ 371951 w 551021"/>
                <a:gd name="connsiteY504" fmla="*/ 366236 h 568642"/>
                <a:gd name="connsiteX505" fmla="*/ 372427 w 551021"/>
                <a:gd name="connsiteY505" fmla="*/ 363855 h 568642"/>
                <a:gd name="connsiteX506" fmla="*/ 375761 w 551021"/>
                <a:gd name="connsiteY506" fmla="*/ 354806 h 568642"/>
                <a:gd name="connsiteX507" fmla="*/ 377665 w 551021"/>
                <a:gd name="connsiteY507" fmla="*/ 350520 h 568642"/>
                <a:gd name="connsiteX508" fmla="*/ 379094 w 551021"/>
                <a:gd name="connsiteY508" fmla="*/ 348615 h 568642"/>
                <a:gd name="connsiteX509" fmla="*/ 381000 w 551021"/>
                <a:gd name="connsiteY509" fmla="*/ 347186 h 568642"/>
                <a:gd name="connsiteX510" fmla="*/ 383381 w 551021"/>
                <a:gd name="connsiteY510" fmla="*/ 344329 h 568642"/>
                <a:gd name="connsiteX511" fmla="*/ 384334 w 551021"/>
                <a:gd name="connsiteY511" fmla="*/ 340042 h 568642"/>
                <a:gd name="connsiteX512" fmla="*/ 385286 w 551021"/>
                <a:gd name="connsiteY512" fmla="*/ 326231 h 568642"/>
                <a:gd name="connsiteX513" fmla="*/ 384334 w 551021"/>
                <a:gd name="connsiteY513" fmla="*/ 317183 h 568642"/>
                <a:gd name="connsiteX514" fmla="*/ 382905 w 551021"/>
                <a:gd name="connsiteY514" fmla="*/ 312420 h 568642"/>
                <a:gd name="connsiteX515" fmla="*/ 381952 w 551021"/>
                <a:gd name="connsiteY515" fmla="*/ 307658 h 568642"/>
                <a:gd name="connsiteX516" fmla="*/ 381952 w 551021"/>
                <a:gd name="connsiteY516" fmla="*/ 303848 h 568642"/>
                <a:gd name="connsiteX517" fmla="*/ 382905 w 551021"/>
                <a:gd name="connsiteY517" fmla="*/ 300038 h 568642"/>
                <a:gd name="connsiteX518" fmla="*/ 386715 w 551021"/>
                <a:gd name="connsiteY518" fmla="*/ 293846 h 568642"/>
                <a:gd name="connsiteX519" fmla="*/ 387667 w 551021"/>
                <a:gd name="connsiteY519" fmla="*/ 292894 h 568642"/>
                <a:gd name="connsiteX520" fmla="*/ 392430 w 551021"/>
                <a:gd name="connsiteY520" fmla="*/ 290989 h 568642"/>
                <a:gd name="connsiteX521" fmla="*/ 396240 w 551021"/>
                <a:gd name="connsiteY521" fmla="*/ 290989 h 568642"/>
                <a:gd name="connsiteX522" fmla="*/ 399573 w 551021"/>
                <a:gd name="connsiteY522" fmla="*/ 290036 h 568642"/>
                <a:gd name="connsiteX523" fmla="*/ 401002 w 551021"/>
                <a:gd name="connsiteY523" fmla="*/ 286226 h 568642"/>
                <a:gd name="connsiteX524" fmla="*/ 401478 w 551021"/>
                <a:gd name="connsiteY524" fmla="*/ 280988 h 568642"/>
                <a:gd name="connsiteX525" fmla="*/ 402431 w 551021"/>
                <a:gd name="connsiteY525" fmla="*/ 275749 h 568642"/>
                <a:gd name="connsiteX526" fmla="*/ 403384 w 551021"/>
                <a:gd name="connsiteY526" fmla="*/ 273844 h 568642"/>
                <a:gd name="connsiteX527" fmla="*/ 404813 w 551021"/>
                <a:gd name="connsiteY527" fmla="*/ 271939 h 568642"/>
                <a:gd name="connsiteX528" fmla="*/ 405765 w 551021"/>
                <a:gd name="connsiteY528" fmla="*/ 270034 h 568642"/>
                <a:gd name="connsiteX529" fmla="*/ 406240 w 551021"/>
                <a:gd name="connsiteY529" fmla="*/ 267652 h 568642"/>
                <a:gd name="connsiteX530" fmla="*/ 407194 w 551021"/>
                <a:gd name="connsiteY530" fmla="*/ 266700 h 568642"/>
                <a:gd name="connsiteX531" fmla="*/ 408622 w 551021"/>
                <a:gd name="connsiteY531" fmla="*/ 266700 h 568642"/>
                <a:gd name="connsiteX532" fmla="*/ 409575 w 551021"/>
                <a:gd name="connsiteY532" fmla="*/ 266224 h 568642"/>
                <a:gd name="connsiteX533" fmla="*/ 410527 w 551021"/>
                <a:gd name="connsiteY533" fmla="*/ 265271 h 568642"/>
                <a:gd name="connsiteX534" fmla="*/ 411956 w 551021"/>
                <a:gd name="connsiteY534" fmla="*/ 263366 h 568642"/>
                <a:gd name="connsiteX535" fmla="*/ 413861 w 551021"/>
                <a:gd name="connsiteY535" fmla="*/ 262414 h 568642"/>
                <a:gd name="connsiteX536" fmla="*/ 414338 w 551021"/>
                <a:gd name="connsiteY536" fmla="*/ 258127 h 568642"/>
                <a:gd name="connsiteX537" fmla="*/ 416719 w 551021"/>
                <a:gd name="connsiteY537" fmla="*/ 250031 h 568642"/>
                <a:gd name="connsiteX538" fmla="*/ 417194 w 551021"/>
                <a:gd name="connsiteY538" fmla="*/ 242888 h 568642"/>
                <a:gd name="connsiteX539" fmla="*/ 416719 w 551021"/>
                <a:gd name="connsiteY539" fmla="*/ 240506 h 568642"/>
                <a:gd name="connsiteX540" fmla="*/ 422434 w 551021"/>
                <a:gd name="connsiteY540" fmla="*/ 234315 h 568642"/>
                <a:gd name="connsiteX541" fmla="*/ 174307 w 551021"/>
                <a:gd name="connsiteY541" fmla="*/ 459581 h 568642"/>
                <a:gd name="connsiteX542" fmla="*/ 172878 w 551021"/>
                <a:gd name="connsiteY542" fmla="*/ 457676 h 568642"/>
                <a:gd name="connsiteX543" fmla="*/ 172402 w 551021"/>
                <a:gd name="connsiteY543" fmla="*/ 455295 h 568642"/>
                <a:gd name="connsiteX544" fmla="*/ 172402 w 551021"/>
                <a:gd name="connsiteY544" fmla="*/ 448151 h 568642"/>
                <a:gd name="connsiteX545" fmla="*/ 167640 w 551021"/>
                <a:gd name="connsiteY545" fmla="*/ 448627 h 568642"/>
                <a:gd name="connsiteX546" fmla="*/ 162877 w 551021"/>
                <a:gd name="connsiteY546" fmla="*/ 447199 h 568642"/>
                <a:gd name="connsiteX547" fmla="*/ 158115 w 551021"/>
                <a:gd name="connsiteY547" fmla="*/ 444817 h 568642"/>
                <a:gd name="connsiteX548" fmla="*/ 153352 w 551021"/>
                <a:gd name="connsiteY548" fmla="*/ 443389 h 568642"/>
                <a:gd name="connsiteX549" fmla="*/ 149065 w 551021"/>
                <a:gd name="connsiteY549" fmla="*/ 443865 h 568642"/>
                <a:gd name="connsiteX550" fmla="*/ 144780 w 551021"/>
                <a:gd name="connsiteY550" fmla="*/ 445294 h 568642"/>
                <a:gd name="connsiteX551" fmla="*/ 140494 w 551021"/>
                <a:gd name="connsiteY551" fmla="*/ 448151 h 568642"/>
                <a:gd name="connsiteX552" fmla="*/ 138588 w 551021"/>
                <a:gd name="connsiteY552" fmla="*/ 448151 h 568642"/>
                <a:gd name="connsiteX553" fmla="*/ 136684 w 551021"/>
                <a:gd name="connsiteY553" fmla="*/ 447675 h 568642"/>
                <a:gd name="connsiteX554" fmla="*/ 138113 w 551021"/>
                <a:gd name="connsiteY554" fmla="*/ 451961 h 568642"/>
                <a:gd name="connsiteX555" fmla="*/ 137636 w 551021"/>
                <a:gd name="connsiteY555" fmla="*/ 454342 h 568642"/>
                <a:gd name="connsiteX556" fmla="*/ 136207 w 551021"/>
                <a:gd name="connsiteY556" fmla="*/ 456248 h 568642"/>
                <a:gd name="connsiteX557" fmla="*/ 132397 w 551021"/>
                <a:gd name="connsiteY557" fmla="*/ 458152 h 568642"/>
                <a:gd name="connsiteX558" fmla="*/ 128111 w 551021"/>
                <a:gd name="connsiteY558" fmla="*/ 458152 h 568642"/>
                <a:gd name="connsiteX559" fmla="*/ 126206 w 551021"/>
                <a:gd name="connsiteY559" fmla="*/ 458629 h 568642"/>
                <a:gd name="connsiteX560" fmla="*/ 122396 w 551021"/>
                <a:gd name="connsiteY560" fmla="*/ 460058 h 568642"/>
                <a:gd name="connsiteX561" fmla="*/ 120490 w 551021"/>
                <a:gd name="connsiteY561" fmla="*/ 460058 h 568642"/>
                <a:gd name="connsiteX562" fmla="*/ 117634 w 551021"/>
                <a:gd name="connsiteY562" fmla="*/ 457200 h 568642"/>
                <a:gd name="connsiteX563" fmla="*/ 115728 w 551021"/>
                <a:gd name="connsiteY563" fmla="*/ 453866 h 568642"/>
                <a:gd name="connsiteX564" fmla="*/ 113823 w 551021"/>
                <a:gd name="connsiteY564" fmla="*/ 453390 h 568642"/>
                <a:gd name="connsiteX565" fmla="*/ 110490 w 551021"/>
                <a:gd name="connsiteY565" fmla="*/ 456248 h 568642"/>
                <a:gd name="connsiteX566" fmla="*/ 108584 w 551021"/>
                <a:gd name="connsiteY566" fmla="*/ 457200 h 568642"/>
                <a:gd name="connsiteX567" fmla="*/ 107632 w 551021"/>
                <a:gd name="connsiteY567" fmla="*/ 460534 h 568642"/>
                <a:gd name="connsiteX568" fmla="*/ 106203 w 551021"/>
                <a:gd name="connsiteY568" fmla="*/ 462439 h 568642"/>
                <a:gd name="connsiteX569" fmla="*/ 105727 w 551021"/>
                <a:gd name="connsiteY569" fmla="*/ 464820 h 568642"/>
                <a:gd name="connsiteX570" fmla="*/ 103822 w 551021"/>
                <a:gd name="connsiteY570" fmla="*/ 468630 h 568642"/>
                <a:gd name="connsiteX571" fmla="*/ 100013 w 551021"/>
                <a:gd name="connsiteY571" fmla="*/ 471011 h 568642"/>
                <a:gd name="connsiteX572" fmla="*/ 94297 w 551021"/>
                <a:gd name="connsiteY572" fmla="*/ 475774 h 568642"/>
                <a:gd name="connsiteX573" fmla="*/ 91440 w 551021"/>
                <a:gd name="connsiteY573" fmla="*/ 477202 h 568642"/>
                <a:gd name="connsiteX574" fmla="*/ 85725 w 551021"/>
                <a:gd name="connsiteY574" fmla="*/ 480060 h 568642"/>
                <a:gd name="connsiteX575" fmla="*/ 82867 w 551021"/>
                <a:gd name="connsiteY575" fmla="*/ 481965 h 568642"/>
                <a:gd name="connsiteX576" fmla="*/ 84772 w 551021"/>
                <a:gd name="connsiteY576" fmla="*/ 481965 h 568642"/>
                <a:gd name="connsiteX577" fmla="*/ 91440 w 551021"/>
                <a:gd name="connsiteY577" fmla="*/ 479108 h 568642"/>
                <a:gd name="connsiteX578" fmla="*/ 94773 w 551021"/>
                <a:gd name="connsiteY578" fmla="*/ 478631 h 568642"/>
                <a:gd name="connsiteX579" fmla="*/ 96202 w 551021"/>
                <a:gd name="connsiteY579" fmla="*/ 478631 h 568642"/>
                <a:gd name="connsiteX580" fmla="*/ 95726 w 551021"/>
                <a:gd name="connsiteY580" fmla="*/ 482441 h 568642"/>
                <a:gd name="connsiteX581" fmla="*/ 97155 w 551021"/>
                <a:gd name="connsiteY581" fmla="*/ 483394 h 568642"/>
                <a:gd name="connsiteX582" fmla="*/ 99536 w 551021"/>
                <a:gd name="connsiteY582" fmla="*/ 483870 h 568642"/>
                <a:gd name="connsiteX583" fmla="*/ 99536 w 551021"/>
                <a:gd name="connsiteY583" fmla="*/ 485299 h 568642"/>
                <a:gd name="connsiteX584" fmla="*/ 99059 w 551021"/>
                <a:gd name="connsiteY584" fmla="*/ 486727 h 568642"/>
                <a:gd name="connsiteX585" fmla="*/ 98107 w 551021"/>
                <a:gd name="connsiteY585" fmla="*/ 487680 h 568642"/>
                <a:gd name="connsiteX586" fmla="*/ 98107 w 551021"/>
                <a:gd name="connsiteY586" fmla="*/ 489585 h 568642"/>
                <a:gd name="connsiteX587" fmla="*/ 96678 w 551021"/>
                <a:gd name="connsiteY587" fmla="*/ 491966 h 568642"/>
                <a:gd name="connsiteX588" fmla="*/ 99059 w 551021"/>
                <a:gd name="connsiteY588" fmla="*/ 493871 h 568642"/>
                <a:gd name="connsiteX589" fmla="*/ 99059 w 551021"/>
                <a:gd name="connsiteY589" fmla="*/ 497205 h 568642"/>
                <a:gd name="connsiteX590" fmla="*/ 102869 w 551021"/>
                <a:gd name="connsiteY590" fmla="*/ 497205 h 568642"/>
                <a:gd name="connsiteX591" fmla="*/ 106680 w 551021"/>
                <a:gd name="connsiteY591" fmla="*/ 497681 h 568642"/>
                <a:gd name="connsiteX592" fmla="*/ 104298 w 551021"/>
                <a:gd name="connsiteY592" fmla="*/ 502920 h 568642"/>
                <a:gd name="connsiteX593" fmla="*/ 106203 w 551021"/>
                <a:gd name="connsiteY593" fmla="*/ 502444 h 568642"/>
                <a:gd name="connsiteX594" fmla="*/ 110013 w 551021"/>
                <a:gd name="connsiteY594" fmla="*/ 503396 h 568642"/>
                <a:gd name="connsiteX595" fmla="*/ 112394 w 551021"/>
                <a:gd name="connsiteY595" fmla="*/ 503396 h 568642"/>
                <a:gd name="connsiteX596" fmla="*/ 116205 w 551021"/>
                <a:gd name="connsiteY596" fmla="*/ 500063 h 568642"/>
                <a:gd name="connsiteX597" fmla="*/ 117634 w 551021"/>
                <a:gd name="connsiteY597" fmla="*/ 494824 h 568642"/>
                <a:gd name="connsiteX598" fmla="*/ 119063 w 551021"/>
                <a:gd name="connsiteY598" fmla="*/ 493871 h 568642"/>
                <a:gd name="connsiteX599" fmla="*/ 120967 w 551021"/>
                <a:gd name="connsiteY599" fmla="*/ 493395 h 568642"/>
                <a:gd name="connsiteX600" fmla="*/ 122396 w 551021"/>
                <a:gd name="connsiteY600" fmla="*/ 491490 h 568642"/>
                <a:gd name="connsiteX601" fmla="*/ 125730 w 551021"/>
                <a:gd name="connsiteY601" fmla="*/ 485299 h 568642"/>
                <a:gd name="connsiteX602" fmla="*/ 127159 w 551021"/>
                <a:gd name="connsiteY602" fmla="*/ 481013 h 568642"/>
                <a:gd name="connsiteX603" fmla="*/ 139065 w 551021"/>
                <a:gd name="connsiteY603" fmla="*/ 475298 h 568642"/>
                <a:gd name="connsiteX604" fmla="*/ 140969 w 551021"/>
                <a:gd name="connsiteY604" fmla="*/ 475298 h 568642"/>
                <a:gd name="connsiteX605" fmla="*/ 146684 w 551021"/>
                <a:gd name="connsiteY605" fmla="*/ 476250 h 568642"/>
                <a:gd name="connsiteX606" fmla="*/ 150019 w 551021"/>
                <a:gd name="connsiteY606" fmla="*/ 478155 h 568642"/>
                <a:gd name="connsiteX607" fmla="*/ 155734 w 551021"/>
                <a:gd name="connsiteY607" fmla="*/ 484346 h 568642"/>
                <a:gd name="connsiteX608" fmla="*/ 157638 w 551021"/>
                <a:gd name="connsiteY608" fmla="*/ 485775 h 568642"/>
                <a:gd name="connsiteX609" fmla="*/ 158590 w 551021"/>
                <a:gd name="connsiteY609" fmla="*/ 481965 h 568642"/>
                <a:gd name="connsiteX610" fmla="*/ 160019 w 551021"/>
                <a:gd name="connsiteY610" fmla="*/ 478631 h 568642"/>
                <a:gd name="connsiteX611" fmla="*/ 162401 w 551021"/>
                <a:gd name="connsiteY611" fmla="*/ 475298 h 568642"/>
                <a:gd name="connsiteX612" fmla="*/ 164782 w 551021"/>
                <a:gd name="connsiteY612" fmla="*/ 472440 h 568642"/>
                <a:gd name="connsiteX613" fmla="*/ 170497 w 551021"/>
                <a:gd name="connsiteY613" fmla="*/ 467677 h 568642"/>
                <a:gd name="connsiteX614" fmla="*/ 177165 w 551021"/>
                <a:gd name="connsiteY614" fmla="*/ 464344 h 568642"/>
                <a:gd name="connsiteX615" fmla="*/ 174784 w 551021"/>
                <a:gd name="connsiteY615" fmla="*/ 463391 h 568642"/>
                <a:gd name="connsiteX616" fmla="*/ 174307 w 551021"/>
                <a:gd name="connsiteY616" fmla="*/ 459581 h 568642"/>
                <a:gd name="connsiteX617" fmla="*/ 80486 w 551021"/>
                <a:gd name="connsiteY617" fmla="*/ 493871 h 568642"/>
                <a:gd name="connsiteX618" fmla="*/ 80963 w 551021"/>
                <a:gd name="connsiteY618" fmla="*/ 492442 h 568642"/>
                <a:gd name="connsiteX619" fmla="*/ 79534 w 551021"/>
                <a:gd name="connsiteY619" fmla="*/ 491014 h 568642"/>
                <a:gd name="connsiteX620" fmla="*/ 77628 w 551021"/>
                <a:gd name="connsiteY620" fmla="*/ 490061 h 568642"/>
                <a:gd name="connsiteX621" fmla="*/ 77628 w 551021"/>
                <a:gd name="connsiteY621" fmla="*/ 487680 h 568642"/>
                <a:gd name="connsiteX622" fmla="*/ 79057 w 551021"/>
                <a:gd name="connsiteY622" fmla="*/ 484823 h 568642"/>
                <a:gd name="connsiteX623" fmla="*/ 72865 w 551021"/>
                <a:gd name="connsiteY623" fmla="*/ 484823 h 568642"/>
                <a:gd name="connsiteX624" fmla="*/ 66675 w 551021"/>
                <a:gd name="connsiteY624" fmla="*/ 483870 h 568642"/>
                <a:gd name="connsiteX625" fmla="*/ 69532 w 551021"/>
                <a:gd name="connsiteY625" fmla="*/ 479584 h 568642"/>
                <a:gd name="connsiteX626" fmla="*/ 72865 w 551021"/>
                <a:gd name="connsiteY626" fmla="*/ 475298 h 568642"/>
                <a:gd name="connsiteX627" fmla="*/ 73342 w 551021"/>
                <a:gd name="connsiteY627" fmla="*/ 473392 h 568642"/>
                <a:gd name="connsiteX628" fmla="*/ 72390 w 551021"/>
                <a:gd name="connsiteY628" fmla="*/ 471488 h 568642"/>
                <a:gd name="connsiteX629" fmla="*/ 70484 w 551021"/>
                <a:gd name="connsiteY629" fmla="*/ 470059 h 568642"/>
                <a:gd name="connsiteX630" fmla="*/ 68580 w 551021"/>
                <a:gd name="connsiteY630" fmla="*/ 469583 h 568642"/>
                <a:gd name="connsiteX631" fmla="*/ 65722 w 551021"/>
                <a:gd name="connsiteY631" fmla="*/ 470535 h 568642"/>
                <a:gd name="connsiteX632" fmla="*/ 62865 w 551021"/>
                <a:gd name="connsiteY632" fmla="*/ 471964 h 568642"/>
                <a:gd name="connsiteX633" fmla="*/ 60959 w 551021"/>
                <a:gd name="connsiteY633" fmla="*/ 472440 h 568642"/>
                <a:gd name="connsiteX634" fmla="*/ 59055 w 551021"/>
                <a:gd name="connsiteY634" fmla="*/ 472440 h 568642"/>
                <a:gd name="connsiteX635" fmla="*/ 54292 w 551021"/>
                <a:gd name="connsiteY635" fmla="*/ 471488 h 568642"/>
                <a:gd name="connsiteX636" fmla="*/ 50482 w 551021"/>
                <a:gd name="connsiteY636" fmla="*/ 468630 h 568642"/>
                <a:gd name="connsiteX637" fmla="*/ 48577 w 551021"/>
                <a:gd name="connsiteY637" fmla="*/ 464820 h 568642"/>
                <a:gd name="connsiteX638" fmla="*/ 46672 w 551021"/>
                <a:gd name="connsiteY638" fmla="*/ 461010 h 568642"/>
                <a:gd name="connsiteX639" fmla="*/ 42863 w 551021"/>
                <a:gd name="connsiteY639" fmla="*/ 459105 h 568642"/>
                <a:gd name="connsiteX640" fmla="*/ 38576 w 551021"/>
                <a:gd name="connsiteY640" fmla="*/ 458629 h 568642"/>
                <a:gd name="connsiteX641" fmla="*/ 37147 w 551021"/>
                <a:gd name="connsiteY641" fmla="*/ 459105 h 568642"/>
                <a:gd name="connsiteX642" fmla="*/ 30956 w 551021"/>
                <a:gd name="connsiteY642" fmla="*/ 461963 h 568642"/>
                <a:gd name="connsiteX643" fmla="*/ 30003 w 551021"/>
                <a:gd name="connsiteY643" fmla="*/ 463867 h 568642"/>
                <a:gd name="connsiteX644" fmla="*/ 29527 w 551021"/>
                <a:gd name="connsiteY644" fmla="*/ 465773 h 568642"/>
                <a:gd name="connsiteX645" fmla="*/ 27146 w 551021"/>
                <a:gd name="connsiteY645" fmla="*/ 469583 h 568642"/>
                <a:gd name="connsiteX646" fmla="*/ 24288 w 551021"/>
                <a:gd name="connsiteY646" fmla="*/ 471011 h 568642"/>
                <a:gd name="connsiteX647" fmla="*/ 20478 w 551021"/>
                <a:gd name="connsiteY647" fmla="*/ 471011 h 568642"/>
                <a:gd name="connsiteX648" fmla="*/ 19050 w 551021"/>
                <a:gd name="connsiteY648" fmla="*/ 471964 h 568642"/>
                <a:gd name="connsiteX649" fmla="*/ 18097 w 551021"/>
                <a:gd name="connsiteY649" fmla="*/ 473392 h 568642"/>
                <a:gd name="connsiteX650" fmla="*/ 17144 w 551021"/>
                <a:gd name="connsiteY650" fmla="*/ 473869 h 568642"/>
                <a:gd name="connsiteX651" fmla="*/ 11906 w 551021"/>
                <a:gd name="connsiteY651" fmla="*/ 475298 h 568642"/>
                <a:gd name="connsiteX652" fmla="*/ 8572 w 551021"/>
                <a:gd name="connsiteY652" fmla="*/ 477202 h 568642"/>
                <a:gd name="connsiteX653" fmla="*/ 9048 w 551021"/>
                <a:gd name="connsiteY653" fmla="*/ 478631 h 568642"/>
                <a:gd name="connsiteX654" fmla="*/ 9525 w 551021"/>
                <a:gd name="connsiteY654" fmla="*/ 479584 h 568642"/>
                <a:gd name="connsiteX655" fmla="*/ 9048 w 551021"/>
                <a:gd name="connsiteY655" fmla="*/ 481489 h 568642"/>
                <a:gd name="connsiteX656" fmla="*/ 4286 w 551021"/>
                <a:gd name="connsiteY656" fmla="*/ 480060 h 568642"/>
                <a:gd name="connsiteX657" fmla="*/ 2857 w 551021"/>
                <a:gd name="connsiteY657" fmla="*/ 480060 h 568642"/>
                <a:gd name="connsiteX658" fmla="*/ 952 w 551021"/>
                <a:gd name="connsiteY658" fmla="*/ 481013 h 568642"/>
                <a:gd name="connsiteX659" fmla="*/ 0 w 551021"/>
                <a:gd name="connsiteY659" fmla="*/ 484823 h 568642"/>
                <a:gd name="connsiteX660" fmla="*/ 2857 w 551021"/>
                <a:gd name="connsiteY660" fmla="*/ 486727 h 568642"/>
                <a:gd name="connsiteX661" fmla="*/ 7619 w 551021"/>
                <a:gd name="connsiteY661" fmla="*/ 490538 h 568642"/>
                <a:gd name="connsiteX662" fmla="*/ 10953 w 551021"/>
                <a:gd name="connsiteY662" fmla="*/ 492919 h 568642"/>
                <a:gd name="connsiteX663" fmla="*/ 11906 w 551021"/>
                <a:gd name="connsiteY663" fmla="*/ 494348 h 568642"/>
                <a:gd name="connsiteX664" fmla="*/ 14288 w 551021"/>
                <a:gd name="connsiteY664" fmla="*/ 499586 h 568642"/>
                <a:gd name="connsiteX665" fmla="*/ 11430 w 551021"/>
                <a:gd name="connsiteY665" fmla="*/ 499586 h 568642"/>
                <a:gd name="connsiteX666" fmla="*/ 9048 w 551021"/>
                <a:gd name="connsiteY666" fmla="*/ 498158 h 568642"/>
                <a:gd name="connsiteX667" fmla="*/ 7144 w 551021"/>
                <a:gd name="connsiteY667" fmla="*/ 494824 h 568642"/>
                <a:gd name="connsiteX668" fmla="*/ 3809 w 551021"/>
                <a:gd name="connsiteY668" fmla="*/ 491966 h 568642"/>
                <a:gd name="connsiteX669" fmla="*/ 3334 w 551021"/>
                <a:gd name="connsiteY669" fmla="*/ 494348 h 568642"/>
                <a:gd name="connsiteX670" fmla="*/ 3334 w 551021"/>
                <a:gd name="connsiteY670" fmla="*/ 496729 h 568642"/>
                <a:gd name="connsiteX671" fmla="*/ 4286 w 551021"/>
                <a:gd name="connsiteY671" fmla="*/ 498634 h 568642"/>
                <a:gd name="connsiteX672" fmla="*/ 7619 w 551021"/>
                <a:gd name="connsiteY672" fmla="*/ 501967 h 568642"/>
                <a:gd name="connsiteX673" fmla="*/ 9048 w 551021"/>
                <a:gd name="connsiteY673" fmla="*/ 503873 h 568642"/>
                <a:gd name="connsiteX674" fmla="*/ 8572 w 551021"/>
                <a:gd name="connsiteY674" fmla="*/ 506730 h 568642"/>
                <a:gd name="connsiteX675" fmla="*/ 7144 w 551021"/>
                <a:gd name="connsiteY675" fmla="*/ 509588 h 568642"/>
                <a:gd name="connsiteX676" fmla="*/ 10001 w 551021"/>
                <a:gd name="connsiteY676" fmla="*/ 507683 h 568642"/>
                <a:gd name="connsiteX677" fmla="*/ 13334 w 551021"/>
                <a:gd name="connsiteY677" fmla="*/ 503873 h 568642"/>
                <a:gd name="connsiteX678" fmla="*/ 16669 w 551021"/>
                <a:gd name="connsiteY678" fmla="*/ 501967 h 568642"/>
                <a:gd name="connsiteX679" fmla="*/ 20002 w 551021"/>
                <a:gd name="connsiteY679" fmla="*/ 502920 h 568642"/>
                <a:gd name="connsiteX680" fmla="*/ 21431 w 551021"/>
                <a:gd name="connsiteY680" fmla="*/ 504349 h 568642"/>
                <a:gd name="connsiteX681" fmla="*/ 23336 w 551021"/>
                <a:gd name="connsiteY681" fmla="*/ 505301 h 568642"/>
                <a:gd name="connsiteX682" fmla="*/ 25240 w 551021"/>
                <a:gd name="connsiteY682" fmla="*/ 505301 h 568642"/>
                <a:gd name="connsiteX683" fmla="*/ 26669 w 551021"/>
                <a:gd name="connsiteY683" fmla="*/ 504349 h 568642"/>
                <a:gd name="connsiteX684" fmla="*/ 27146 w 551021"/>
                <a:gd name="connsiteY684" fmla="*/ 502444 h 568642"/>
                <a:gd name="connsiteX685" fmla="*/ 26669 w 551021"/>
                <a:gd name="connsiteY685" fmla="*/ 500539 h 568642"/>
                <a:gd name="connsiteX686" fmla="*/ 25717 w 551021"/>
                <a:gd name="connsiteY686" fmla="*/ 499110 h 568642"/>
                <a:gd name="connsiteX687" fmla="*/ 24288 w 551021"/>
                <a:gd name="connsiteY687" fmla="*/ 498634 h 568642"/>
                <a:gd name="connsiteX688" fmla="*/ 22384 w 551021"/>
                <a:gd name="connsiteY688" fmla="*/ 499586 h 568642"/>
                <a:gd name="connsiteX689" fmla="*/ 20955 w 551021"/>
                <a:gd name="connsiteY689" fmla="*/ 499586 h 568642"/>
                <a:gd name="connsiteX690" fmla="*/ 20478 w 551021"/>
                <a:gd name="connsiteY690" fmla="*/ 496729 h 568642"/>
                <a:gd name="connsiteX691" fmla="*/ 20478 w 551021"/>
                <a:gd name="connsiteY691" fmla="*/ 493871 h 568642"/>
                <a:gd name="connsiteX692" fmla="*/ 19050 w 551021"/>
                <a:gd name="connsiteY692" fmla="*/ 490538 h 568642"/>
                <a:gd name="connsiteX693" fmla="*/ 20955 w 551021"/>
                <a:gd name="connsiteY693" fmla="*/ 489109 h 568642"/>
                <a:gd name="connsiteX694" fmla="*/ 22859 w 551021"/>
                <a:gd name="connsiteY694" fmla="*/ 487680 h 568642"/>
                <a:gd name="connsiteX695" fmla="*/ 24765 w 551021"/>
                <a:gd name="connsiteY695" fmla="*/ 488633 h 568642"/>
                <a:gd name="connsiteX696" fmla="*/ 28098 w 551021"/>
                <a:gd name="connsiteY696" fmla="*/ 491014 h 568642"/>
                <a:gd name="connsiteX697" fmla="*/ 30003 w 551021"/>
                <a:gd name="connsiteY697" fmla="*/ 496252 h 568642"/>
                <a:gd name="connsiteX698" fmla="*/ 33813 w 551021"/>
                <a:gd name="connsiteY698" fmla="*/ 500539 h 568642"/>
                <a:gd name="connsiteX699" fmla="*/ 34765 w 551021"/>
                <a:gd name="connsiteY699" fmla="*/ 504349 h 568642"/>
                <a:gd name="connsiteX700" fmla="*/ 32384 w 551021"/>
                <a:gd name="connsiteY700" fmla="*/ 507206 h 568642"/>
                <a:gd name="connsiteX701" fmla="*/ 34765 w 551021"/>
                <a:gd name="connsiteY701" fmla="*/ 508159 h 568642"/>
                <a:gd name="connsiteX702" fmla="*/ 37623 w 551021"/>
                <a:gd name="connsiteY702" fmla="*/ 508635 h 568642"/>
                <a:gd name="connsiteX703" fmla="*/ 34765 w 551021"/>
                <a:gd name="connsiteY703" fmla="*/ 514826 h 568642"/>
                <a:gd name="connsiteX704" fmla="*/ 31432 w 551021"/>
                <a:gd name="connsiteY704" fmla="*/ 520541 h 568642"/>
                <a:gd name="connsiteX705" fmla="*/ 29051 w 551021"/>
                <a:gd name="connsiteY705" fmla="*/ 523875 h 568642"/>
                <a:gd name="connsiteX706" fmla="*/ 26669 w 551021"/>
                <a:gd name="connsiteY706" fmla="*/ 526733 h 568642"/>
                <a:gd name="connsiteX707" fmla="*/ 22859 w 551021"/>
                <a:gd name="connsiteY707" fmla="*/ 527685 h 568642"/>
                <a:gd name="connsiteX708" fmla="*/ 22384 w 551021"/>
                <a:gd name="connsiteY708" fmla="*/ 528638 h 568642"/>
                <a:gd name="connsiteX709" fmla="*/ 22384 w 551021"/>
                <a:gd name="connsiteY709" fmla="*/ 533876 h 568642"/>
                <a:gd name="connsiteX710" fmla="*/ 22859 w 551021"/>
                <a:gd name="connsiteY710" fmla="*/ 537686 h 568642"/>
                <a:gd name="connsiteX711" fmla="*/ 21907 w 551021"/>
                <a:gd name="connsiteY711" fmla="*/ 540544 h 568642"/>
                <a:gd name="connsiteX712" fmla="*/ 23336 w 551021"/>
                <a:gd name="connsiteY712" fmla="*/ 541973 h 568642"/>
                <a:gd name="connsiteX713" fmla="*/ 24765 w 551021"/>
                <a:gd name="connsiteY713" fmla="*/ 543401 h 568642"/>
                <a:gd name="connsiteX714" fmla="*/ 26669 w 551021"/>
                <a:gd name="connsiteY714" fmla="*/ 546735 h 568642"/>
                <a:gd name="connsiteX715" fmla="*/ 26194 w 551021"/>
                <a:gd name="connsiteY715" fmla="*/ 551021 h 568642"/>
                <a:gd name="connsiteX716" fmla="*/ 25717 w 551021"/>
                <a:gd name="connsiteY716" fmla="*/ 552450 h 568642"/>
                <a:gd name="connsiteX717" fmla="*/ 24765 w 551021"/>
                <a:gd name="connsiteY717" fmla="*/ 552926 h 568642"/>
                <a:gd name="connsiteX718" fmla="*/ 20955 w 551021"/>
                <a:gd name="connsiteY718" fmla="*/ 553879 h 568642"/>
                <a:gd name="connsiteX719" fmla="*/ 22859 w 551021"/>
                <a:gd name="connsiteY719" fmla="*/ 558165 h 568642"/>
                <a:gd name="connsiteX720" fmla="*/ 24765 w 551021"/>
                <a:gd name="connsiteY720" fmla="*/ 558641 h 568642"/>
                <a:gd name="connsiteX721" fmla="*/ 26669 w 551021"/>
                <a:gd name="connsiteY721" fmla="*/ 558641 h 568642"/>
                <a:gd name="connsiteX722" fmla="*/ 36194 w 551021"/>
                <a:gd name="connsiteY722" fmla="*/ 561975 h 568642"/>
                <a:gd name="connsiteX723" fmla="*/ 37147 w 551021"/>
                <a:gd name="connsiteY723" fmla="*/ 560546 h 568642"/>
                <a:gd name="connsiteX724" fmla="*/ 38100 w 551021"/>
                <a:gd name="connsiteY724" fmla="*/ 558641 h 568642"/>
                <a:gd name="connsiteX725" fmla="*/ 35242 w 551021"/>
                <a:gd name="connsiteY725" fmla="*/ 555308 h 568642"/>
                <a:gd name="connsiteX726" fmla="*/ 34290 w 551021"/>
                <a:gd name="connsiteY726" fmla="*/ 553402 h 568642"/>
                <a:gd name="connsiteX727" fmla="*/ 33813 w 551021"/>
                <a:gd name="connsiteY727" fmla="*/ 551498 h 568642"/>
                <a:gd name="connsiteX728" fmla="*/ 34765 w 551021"/>
                <a:gd name="connsiteY728" fmla="*/ 547688 h 568642"/>
                <a:gd name="connsiteX729" fmla="*/ 36671 w 551021"/>
                <a:gd name="connsiteY729" fmla="*/ 543877 h 568642"/>
                <a:gd name="connsiteX730" fmla="*/ 38100 w 551021"/>
                <a:gd name="connsiteY730" fmla="*/ 541973 h 568642"/>
                <a:gd name="connsiteX731" fmla="*/ 40005 w 551021"/>
                <a:gd name="connsiteY731" fmla="*/ 541973 h 568642"/>
                <a:gd name="connsiteX732" fmla="*/ 41909 w 551021"/>
                <a:gd name="connsiteY732" fmla="*/ 542449 h 568642"/>
                <a:gd name="connsiteX733" fmla="*/ 42386 w 551021"/>
                <a:gd name="connsiteY733" fmla="*/ 543877 h 568642"/>
                <a:gd name="connsiteX734" fmla="*/ 42386 w 551021"/>
                <a:gd name="connsiteY734" fmla="*/ 545783 h 568642"/>
                <a:gd name="connsiteX735" fmla="*/ 41909 w 551021"/>
                <a:gd name="connsiteY735" fmla="*/ 546735 h 568642"/>
                <a:gd name="connsiteX736" fmla="*/ 40957 w 551021"/>
                <a:gd name="connsiteY736" fmla="*/ 546735 h 568642"/>
                <a:gd name="connsiteX737" fmla="*/ 39528 w 551021"/>
                <a:gd name="connsiteY737" fmla="*/ 547688 h 568642"/>
                <a:gd name="connsiteX738" fmla="*/ 39528 w 551021"/>
                <a:gd name="connsiteY738" fmla="*/ 549593 h 568642"/>
                <a:gd name="connsiteX739" fmla="*/ 41909 w 551021"/>
                <a:gd name="connsiteY739" fmla="*/ 554831 h 568642"/>
                <a:gd name="connsiteX740" fmla="*/ 42386 w 551021"/>
                <a:gd name="connsiteY740" fmla="*/ 559118 h 568642"/>
                <a:gd name="connsiteX741" fmla="*/ 41434 w 551021"/>
                <a:gd name="connsiteY741" fmla="*/ 563404 h 568642"/>
                <a:gd name="connsiteX742" fmla="*/ 40481 w 551021"/>
                <a:gd name="connsiteY742" fmla="*/ 564833 h 568642"/>
                <a:gd name="connsiteX743" fmla="*/ 39528 w 551021"/>
                <a:gd name="connsiteY743" fmla="*/ 565785 h 568642"/>
                <a:gd name="connsiteX744" fmla="*/ 39052 w 551021"/>
                <a:gd name="connsiteY744" fmla="*/ 567214 h 568642"/>
                <a:gd name="connsiteX745" fmla="*/ 39052 w 551021"/>
                <a:gd name="connsiteY745" fmla="*/ 568643 h 568642"/>
                <a:gd name="connsiteX746" fmla="*/ 46196 w 551021"/>
                <a:gd name="connsiteY746" fmla="*/ 564833 h 568642"/>
                <a:gd name="connsiteX747" fmla="*/ 52863 w 551021"/>
                <a:gd name="connsiteY747" fmla="*/ 559594 h 568642"/>
                <a:gd name="connsiteX748" fmla="*/ 50482 w 551021"/>
                <a:gd name="connsiteY748" fmla="*/ 555308 h 568642"/>
                <a:gd name="connsiteX749" fmla="*/ 51911 w 551021"/>
                <a:gd name="connsiteY749" fmla="*/ 552926 h 568642"/>
                <a:gd name="connsiteX750" fmla="*/ 54292 w 551021"/>
                <a:gd name="connsiteY750" fmla="*/ 552926 h 568642"/>
                <a:gd name="connsiteX751" fmla="*/ 58102 w 551021"/>
                <a:gd name="connsiteY751" fmla="*/ 554355 h 568642"/>
                <a:gd name="connsiteX752" fmla="*/ 60959 w 551021"/>
                <a:gd name="connsiteY752" fmla="*/ 554355 h 568642"/>
                <a:gd name="connsiteX753" fmla="*/ 65246 w 551021"/>
                <a:gd name="connsiteY753" fmla="*/ 544354 h 568642"/>
                <a:gd name="connsiteX754" fmla="*/ 65722 w 551021"/>
                <a:gd name="connsiteY754" fmla="*/ 540544 h 568642"/>
                <a:gd name="connsiteX755" fmla="*/ 65246 w 551021"/>
                <a:gd name="connsiteY755" fmla="*/ 536734 h 568642"/>
                <a:gd name="connsiteX756" fmla="*/ 66675 w 551021"/>
                <a:gd name="connsiteY756" fmla="*/ 532448 h 568642"/>
                <a:gd name="connsiteX757" fmla="*/ 67627 w 551021"/>
                <a:gd name="connsiteY757" fmla="*/ 528161 h 568642"/>
                <a:gd name="connsiteX758" fmla="*/ 68580 w 551021"/>
                <a:gd name="connsiteY758" fmla="*/ 524351 h 568642"/>
                <a:gd name="connsiteX759" fmla="*/ 70009 w 551021"/>
                <a:gd name="connsiteY759" fmla="*/ 520541 h 568642"/>
                <a:gd name="connsiteX760" fmla="*/ 71913 w 551021"/>
                <a:gd name="connsiteY760" fmla="*/ 515302 h 568642"/>
                <a:gd name="connsiteX761" fmla="*/ 74294 w 551021"/>
                <a:gd name="connsiteY761" fmla="*/ 510540 h 568642"/>
                <a:gd name="connsiteX762" fmla="*/ 82390 w 551021"/>
                <a:gd name="connsiteY762" fmla="*/ 501015 h 568642"/>
                <a:gd name="connsiteX763" fmla="*/ 83344 w 551021"/>
                <a:gd name="connsiteY763" fmla="*/ 499586 h 568642"/>
                <a:gd name="connsiteX764" fmla="*/ 83344 w 551021"/>
                <a:gd name="connsiteY764" fmla="*/ 498158 h 568642"/>
                <a:gd name="connsiteX765" fmla="*/ 80009 w 551021"/>
                <a:gd name="connsiteY765" fmla="*/ 496252 h 568642"/>
                <a:gd name="connsiteX766" fmla="*/ 80486 w 551021"/>
                <a:gd name="connsiteY766" fmla="*/ 493871 h 56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Lst>
              <a:rect l="l" t="t" r="r" b="b"/>
              <a:pathLst>
                <a:path w="551021" h="568642">
                  <a:moveTo>
                    <a:pt x="550544" y="87154"/>
                  </a:moveTo>
                  <a:lnTo>
                    <a:pt x="547688" y="87630"/>
                  </a:lnTo>
                  <a:lnTo>
                    <a:pt x="544830" y="90011"/>
                  </a:lnTo>
                  <a:lnTo>
                    <a:pt x="541496" y="91916"/>
                  </a:lnTo>
                  <a:lnTo>
                    <a:pt x="539590" y="91916"/>
                  </a:lnTo>
                  <a:lnTo>
                    <a:pt x="536257" y="90964"/>
                  </a:lnTo>
                  <a:lnTo>
                    <a:pt x="533876" y="84296"/>
                  </a:lnTo>
                  <a:lnTo>
                    <a:pt x="531971" y="79534"/>
                  </a:lnTo>
                  <a:lnTo>
                    <a:pt x="529590" y="76200"/>
                  </a:lnTo>
                  <a:lnTo>
                    <a:pt x="528161" y="71914"/>
                  </a:lnTo>
                  <a:lnTo>
                    <a:pt x="529113" y="67628"/>
                  </a:lnTo>
                  <a:lnTo>
                    <a:pt x="532923" y="59055"/>
                  </a:lnTo>
                  <a:lnTo>
                    <a:pt x="536734" y="52864"/>
                  </a:lnTo>
                  <a:lnTo>
                    <a:pt x="537209" y="50959"/>
                  </a:lnTo>
                  <a:lnTo>
                    <a:pt x="537209" y="49054"/>
                  </a:lnTo>
                  <a:lnTo>
                    <a:pt x="536257" y="48578"/>
                  </a:lnTo>
                  <a:lnTo>
                    <a:pt x="528161" y="55721"/>
                  </a:lnTo>
                  <a:lnTo>
                    <a:pt x="520540" y="63341"/>
                  </a:lnTo>
                  <a:lnTo>
                    <a:pt x="518159" y="65246"/>
                  </a:lnTo>
                  <a:lnTo>
                    <a:pt x="515302" y="65723"/>
                  </a:lnTo>
                  <a:lnTo>
                    <a:pt x="511492" y="65723"/>
                  </a:lnTo>
                  <a:lnTo>
                    <a:pt x="507682" y="64770"/>
                  </a:lnTo>
                  <a:lnTo>
                    <a:pt x="494823" y="58579"/>
                  </a:lnTo>
                  <a:lnTo>
                    <a:pt x="491490" y="58103"/>
                  </a:lnTo>
                  <a:lnTo>
                    <a:pt x="489584" y="58103"/>
                  </a:lnTo>
                  <a:lnTo>
                    <a:pt x="485298" y="58103"/>
                  </a:lnTo>
                  <a:lnTo>
                    <a:pt x="482917" y="57626"/>
                  </a:lnTo>
                  <a:lnTo>
                    <a:pt x="479584" y="53816"/>
                  </a:lnTo>
                  <a:lnTo>
                    <a:pt x="474821" y="51435"/>
                  </a:lnTo>
                  <a:lnTo>
                    <a:pt x="467201" y="46673"/>
                  </a:lnTo>
                  <a:lnTo>
                    <a:pt x="460057" y="40958"/>
                  </a:lnTo>
                  <a:lnTo>
                    <a:pt x="453390" y="35242"/>
                  </a:lnTo>
                  <a:lnTo>
                    <a:pt x="447198" y="29051"/>
                  </a:lnTo>
                  <a:lnTo>
                    <a:pt x="437197" y="16192"/>
                  </a:lnTo>
                  <a:lnTo>
                    <a:pt x="429101" y="7620"/>
                  </a:lnTo>
                  <a:lnTo>
                    <a:pt x="423863" y="2858"/>
                  </a:lnTo>
                  <a:lnTo>
                    <a:pt x="422434" y="953"/>
                  </a:lnTo>
                  <a:lnTo>
                    <a:pt x="421005" y="0"/>
                  </a:lnTo>
                  <a:lnTo>
                    <a:pt x="419100" y="953"/>
                  </a:lnTo>
                  <a:lnTo>
                    <a:pt x="417194" y="2858"/>
                  </a:lnTo>
                  <a:lnTo>
                    <a:pt x="415290" y="3810"/>
                  </a:lnTo>
                  <a:lnTo>
                    <a:pt x="411480" y="4763"/>
                  </a:lnTo>
                  <a:lnTo>
                    <a:pt x="411003" y="5715"/>
                  </a:lnTo>
                  <a:lnTo>
                    <a:pt x="411003" y="6667"/>
                  </a:lnTo>
                  <a:lnTo>
                    <a:pt x="409098" y="10478"/>
                  </a:lnTo>
                  <a:lnTo>
                    <a:pt x="408622" y="14764"/>
                  </a:lnTo>
                  <a:lnTo>
                    <a:pt x="411003" y="19050"/>
                  </a:lnTo>
                  <a:lnTo>
                    <a:pt x="413384" y="23813"/>
                  </a:lnTo>
                  <a:lnTo>
                    <a:pt x="415765" y="33338"/>
                  </a:lnTo>
                  <a:lnTo>
                    <a:pt x="414813" y="42863"/>
                  </a:lnTo>
                  <a:lnTo>
                    <a:pt x="413384" y="47625"/>
                  </a:lnTo>
                  <a:lnTo>
                    <a:pt x="411480" y="51911"/>
                  </a:lnTo>
                  <a:lnTo>
                    <a:pt x="411003" y="61913"/>
                  </a:lnTo>
                  <a:lnTo>
                    <a:pt x="409575" y="66199"/>
                  </a:lnTo>
                  <a:lnTo>
                    <a:pt x="404336" y="73342"/>
                  </a:lnTo>
                  <a:lnTo>
                    <a:pt x="402431" y="77629"/>
                  </a:lnTo>
                  <a:lnTo>
                    <a:pt x="402431" y="82867"/>
                  </a:lnTo>
                  <a:lnTo>
                    <a:pt x="402907" y="88106"/>
                  </a:lnTo>
                  <a:lnTo>
                    <a:pt x="401478" y="92392"/>
                  </a:lnTo>
                  <a:lnTo>
                    <a:pt x="398621" y="95726"/>
                  </a:lnTo>
                  <a:lnTo>
                    <a:pt x="396715" y="96203"/>
                  </a:lnTo>
                  <a:lnTo>
                    <a:pt x="392906" y="96203"/>
                  </a:lnTo>
                  <a:lnTo>
                    <a:pt x="386715" y="95250"/>
                  </a:lnTo>
                  <a:lnTo>
                    <a:pt x="381952" y="95250"/>
                  </a:lnTo>
                  <a:lnTo>
                    <a:pt x="380523" y="94774"/>
                  </a:lnTo>
                  <a:lnTo>
                    <a:pt x="373856" y="90964"/>
                  </a:lnTo>
                  <a:lnTo>
                    <a:pt x="370522" y="90011"/>
                  </a:lnTo>
                  <a:lnTo>
                    <a:pt x="367188" y="91440"/>
                  </a:lnTo>
                  <a:lnTo>
                    <a:pt x="366713" y="94298"/>
                  </a:lnTo>
                  <a:lnTo>
                    <a:pt x="367188" y="97155"/>
                  </a:lnTo>
                  <a:lnTo>
                    <a:pt x="370046" y="101917"/>
                  </a:lnTo>
                  <a:lnTo>
                    <a:pt x="368140" y="105728"/>
                  </a:lnTo>
                  <a:lnTo>
                    <a:pt x="364807" y="109061"/>
                  </a:lnTo>
                  <a:lnTo>
                    <a:pt x="361473" y="111919"/>
                  </a:lnTo>
                  <a:lnTo>
                    <a:pt x="357663" y="114300"/>
                  </a:lnTo>
                  <a:lnTo>
                    <a:pt x="354330" y="116205"/>
                  </a:lnTo>
                  <a:lnTo>
                    <a:pt x="351948" y="116681"/>
                  </a:lnTo>
                  <a:lnTo>
                    <a:pt x="350044" y="117634"/>
                  </a:lnTo>
                  <a:lnTo>
                    <a:pt x="349090" y="120491"/>
                  </a:lnTo>
                  <a:lnTo>
                    <a:pt x="348138" y="125730"/>
                  </a:lnTo>
                  <a:lnTo>
                    <a:pt x="347663" y="128111"/>
                  </a:lnTo>
                  <a:lnTo>
                    <a:pt x="348138" y="132398"/>
                  </a:lnTo>
                  <a:lnTo>
                    <a:pt x="350044" y="135731"/>
                  </a:lnTo>
                  <a:lnTo>
                    <a:pt x="354330" y="139541"/>
                  </a:lnTo>
                  <a:lnTo>
                    <a:pt x="355282" y="140970"/>
                  </a:lnTo>
                  <a:lnTo>
                    <a:pt x="357188" y="147161"/>
                  </a:lnTo>
                  <a:lnTo>
                    <a:pt x="356234" y="151448"/>
                  </a:lnTo>
                  <a:lnTo>
                    <a:pt x="354330" y="155734"/>
                  </a:lnTo>
                  <a:lnTo>
                    <a:pt x="353377" y="160496"/>
                  </a:lnTo>
                  <a:lnTo>
                    <a:pt x="353853" y="162878"/>
                  </a:lnTo>
                  <a:lnTo>
                    <a:pt x="354806" y="164783"/>
                  </a:lnTo>
                  <a:lnTo>
                    <a:pt x="356234" y="166211"/>
                  </a:lnTo>
                  <a:lnTo>
                    <a:pt x="358615" y="166688"/>
                  </a:lnTo>
                  <a:lnTo>
                    <a:pt x="362902" y="165259"/>
                  </a:lnTo>
                  <a:lnTo>
                    <a:pt x="366713" y="162878"/>
                  </a:lnTo>
                  <a:lnTo>
                    <a:pt x="368140" y="160973"/>
                  </a:lnTo>
                  <a:lnTo>
                    <a:pt x="370046" y="156686"/>
                  </a:lnTo>
                  <a:lnTo>
                    <a:pt x="373380" y="152876"/>
                  </a:lnTo>
                  <a:lnTo>
                    <a:pt x="375761" y="150971"/>
                  </a:lnTo>
                  <a:lnTo>
                    <a:pt x="381000" y="153353"/>
                  </a:lnTo>
                  <a:lnTo>
                    <a:pt x="384334" y="153829"/>
                  </a:lnTo>
                  <a:lnTo>
                    <a:pt x="387667" y="154305"/>
                  </a:lnTo>
                  <a:lnTo>
                    <a:pt x="390525" y="153353"/>
                  </a:lnTo>
                  <a:lnTo>
                    <a:pt x="392906" y="151448"/>
                  </a:lnTo>
                  <a:lnTo>
                    <a:pt x="391477" y="149542"/>
                  </a:lnTo>
                  <a:lnTo>
                    <a:pt x="384809" y="144304"/>
                  </a:lnTo>
                  <a:lnTo>
                    <a:pt x="378619" y="138589"/>
                  </a:lnTo>
                  <a:lnTo>
                    <a:pt x="376713" y="138113"/>
                  </a:lnTo>
                  <a:lnTo>
                    <a:pt x="372903" y="138113"/>
                  </a:lnTo>
                  <a:lnTo>
                    <a:pt x="370998" y="137636"/>
                  </a:lnTo>
                  <a:lnTo>
                    <a:pt x="367188" y="134779"/>
                  </a:lnTo>
                  <a:lnTo>
                    <a:pt x="364331" y="130969"/>
                  </a:lnTo>
                  <a:lnTo>
                    <a:pt x="363855" y="129540"/>
                  </a:lnTo>
                  <a:lnTo>
                    <a:pt x="364331" y="127635"/>
                  </a:lnTo>
                  <a:lnTo>
                    <a:pt x="365284" y="125254"/>
                  </a:lnTo>
                  <a:lnTo>
                    <a:pt x="366236" y="123349"/>
                  </a:lnTo>
                  <a:lnTo>
                    <a:pt x="369569" y="120491"/>
                  </a:lnTo>
                  <a:lnTo>
                    <a:pt x="371951" y="120015"/>
                  </a:lnTo>
                  <a:lnTo>
                    <a:pt x="374332" y="120015"/>
                  </a:lnTo>
                  <a:lnTo>
                    <a:pt x="377665" y="120491"/>
                  </a:lnTo>
                  <a:lnTo>
                    <a:pt x="380523" y="122873"/>
                  </a:lnTo>
                  <a:lnTo>
                    <a:pt x="385763" y="128588"/>
                  </a:lnTo>
                  <a:lnTo>
                    <a:pt x="387190" y="129064"/>
                  </a:lnTo>
                  <a:lnTo>
                    <a:pt x="401478" y="120967"/>
                  </a:lnTo>
                  <a:lnTo>
                    <a:pt x="416719" y="119539"/>
                  </a:lnTo>
                  <a:lnTo>
                    <a:pt x="424815" y="123825"/>
                  </a:lnTo>
                  <a:lnTo>
                    <a:pt x="439102" y="132398"/>
                  </a:lnTo>
                  <a:lnTo>
                    <a:pt x="452438" y="138113"/>
                  </a:lnTo>
                  <a:lnTo>
                    <a:pt x="459581" y="141923"/>
                  </a:lnTo>
                  <a:lnTo>
                    <a:pt x="463867" y="142875"/>
                  </a:lnTo>
                  <a:lnTo>
                    <a:pt x="465296" y="141446"/>
                  </a:lnTo>
                  <a:lnTo>
                    <a:pt x="466248" y="139541"/>
                  </a:lnTo>
                  <a:lnTo>
                    <a:pt x="466725" y="136684"/>
                  </a:lnTo>
                  <a:lnTo>
                    <a:pt x="466725" y="133826"/>
                  </a:lnTo>
                  <a:lnTo>
                    <a:pt x="468153" y="129540"/>
                  </a:lnTo>
                  <a:lnTo>
                    <a:pt x="470059" y="125730"/>
                  </a:lnTo>
                  <a:lnTo>
                    <a:pt x="475297" y="118586"/>
                  </a:lnTo>
                  <a:lnTo>
                    <a:pt x="481488" y="112395"/>
                  </a:lnTo>
                  <a:lnTo>
                    <a:pt x="488632" y="107156"/>
                  </a:lnTo>
                  <a:lnTo>
                    <a:pt x="496252" y="103346"/>
                  </a:lnTo>
                  <a:lnTo>
                    <a:pt x="499586" y="102870"/>
                  </a:lnTo>
                  <a:lnTo>
                    <a:pt x="506730" y="104775"/>
                  </a:lnTo>
                  <a:lnTo>
                    <a:pt x="510540" y="104775"/>
                  </a:lnTo>
                  <a:lnTo>
                    <a:pt x="516731" y="102870"/>
                  </a:lnTo>
                  <a:lnTo>
                    <a:pt x="520540" y="102394"/>
                  </a:lnTo>
                  <a:lnTo>
                    <a:pt x="524351" y="100965"/>
                  </a:lnTo>
                  <a:lnTo>
                    <a:pt x="527684" y="98584"/>
                  </a:lnTo>
                  <a:lnTo>
                    <a:pt x="531019" y="96679"/>
                  </a:lnTo>
                  <a:lnTo>
                    <a:pt x="534828" y="94774"/>
                  </a:lnTo>
                  <a:lnTo>
                    <a:pt x="536734" y="94774"/>
                  </a:lnTo>
                  <a:lnTo>
                    <a:pt x="540067" y="95250"/>
                  </a:lnTo>
                  <a:lnTo>
                    <a:pt x="541019" y="94298"/>
                  </a:lnTo>
                  <a:lnTo>
                    <a:pt x="543877" y="90488"/>
                  </a:lnTo>
                  <a:lnTo>
                    <a:pt x="547211" y="88583"/>
                  </a:lnTo>
                  <a:lnTo>
                    <a:pt x="551021" y="86678"/>
                  </a:lnTo>
                  <a:lnTo>
                    <a:pt x="550544" y="87154"/>
                  </a:lnTo>
                  <a:close/>
                  <a:moveTo>
                    <a:pt x="422434" y="234315"/>
                  </a:moveTo>
                  <a:lnTo>
                    <a:pt x="422434" y="232410"/>
                  </a:lnTo>
                  <a:lnTo>
                    <a:pt x="421957" y="230505"/>
                  </a:lnTo>
                  <a:lnTo>
                    <a:pt x="420528" y="225742"/>
                  </a:lnTo>
                  <a:lnTo>
                    <a:pt x="418623" y="221456"/>
                  </a:lnTo>
                  <a:lnTo>
                    <a:pt x="415765" y="212408"/>
                  </a:lnTo>
                  <a:lnTo>
                    <a:pt x="410527" y="205264"/>
                  </a:lnTo>
                  <a:lnTo>
                    <a:pt x="407194" y="202883"/>
                  </a:lnTo>
                  <a:lnTo>
                    <a:pt x="404336" y="199549"/>
                  </a:lnTo>
                  <a:lnTo>
                    <a:pt x="403384" y="195263"/>
                  </a:lnTo>
                  <a:lnTo>
                    <a:pt x="402907" y="190500"/>
                  </a:lnTo>
                  <a:lnTo>
                    <a:pt x="402431" y="180023"/>
                  </a:lnTo>
                  <a:lnTo>
                    <a:pt x="402907" y="173831"/>
                  </a:lnTo>
                  <a:lnTo>
                    <a:pt x="404336" y="167640"/>
                  </a:lnTo>
                  <a:lnTo>
                    <a:pt x="398144" y="169545"/>
                  </a:lnTo>
                  <a:lnTo>
                    <a:pt x="396715" y="168592"/>
                  </a:lnTo>
                  <a:lnTo>
                    <a:pt x="392430" y="165259"/>
                  </a:lnTo>
                  <a:lnTo>
                    <a:pt x="390525" y="164306"/>
                  </a:lnTo>
                  <a:lnTo>
                    <a:pt x="386715" y="162878"/>
                  </a:lnTo>
                  <a:lnTo>
                    <a:pt x="385286" y="163830"/>
                  </a:lnTo>
                  <a:lnTo>
                    <a:pt x="384334" y="166211"/>
                  </a:lnTo>
                  <a:lnTo>
                    <a:pt x="382428" y="173355"/>
                  </a:lnTo>
                  <a:lnTo>
                    <a:pt x="382428" y="178117"/>
                  </a:lnTo>
                  <a:lnTo>
                    <a:pt x="391477" y="175736"/>
                  </a:lnTo>
                  <a:lnTo>
                    <a:pt x="392906" y="175260"/>
                  </a:lnTo>
                  <a:lnTo>
                    <a:pt x="394334" y="174308"/>
                  </a:lnTo>
                  <a:lnTo>
                    <a:pt x="395763" y="173831"/>
                  </a:lnTo>
                  <a:lnTo>
                    <a:pt x="397192" y="175260"/>
                  </a:lnTo>
                  <a:lnTo>
                    <a:pt x="397669" y="179546"/>
                  </a:lnTo>
                  <a:lnTo>
                    <a:pt x="396240" y="184309"/>
                  </a:lnTo>
                  <a:lnTo>
                    <a:pt x="394811" y="186690"/>
                  </a:lnTo>
                  <a:lnTo>
                    <a:pt x="392430" y="188595"/>
                  </a:lnTo>
                  <a:lnTo>
                    <a:pt x="386238" y="186214"/>
                  </a:lnTo>
                  <a:lnTo>
                    <a:pt x="384334" y="186690"/>
                  </a:lnTo>
                  <a:lnTo>
                    <a:pt x="383381" y="189071"/>
                  </a:lnTo>
                  <a:lnTo>
                    <a:pt x="381952" y="190500"/>
                  </a:lnTo>
                  <a:lnTo>
                    <a:pt x="380047" y="190500"/>
                  </a:lnTo>
                  <a:lnTo>
                    <a:pt x="378619" y="189548"/>
                  </a:lnTo>
                  <a:lnTo>
                    <a:pt x="377665" y="188119"/>
                  </a:lnTo>
                  <a:lnTo>
                    <a:pt x="376238" y="177641"/>
                  </a:lnTo>
                  <a:lnTo>
                    <a:pt x="375761" y="176213"/>
                  </a:lnTo>
                  <a:lnTo>
                    <a:pt x="373380" y="175736"/>
                  </a:lnTo>
                  <a:lnTo>
                    <a:pt x="370998" y="176213"/>
                  </a:lnTo>
                  <a:lnTo>
                    <a:pt x="369094" y="176213"/>
                  </a:lnTo>
                  <a:lnTo>
                    <a:pt x="367188" y="175260"/>
                  </a:lnTo>
                  <a:lnTo>
                    <a:pt x="365759" y="176213"/>
                  </a:lnTo>
                  <a:lnTo>
                    <a:pt x="364807" y="178117"/>
                  </a:lnTo>
                  <a:lnTo>
                    <a:pt x="365759" y="184309"/>
                  </a:lnTo>
                  <a:lnTo>
                    <a:pt x="365284" y="186690"/>
                  </a:lnTo>
                  <a:lnTo>
                    <a:pt x="363855" y="190976"/>
                  </a:lnTo>
                  <a:lnTo>
                    <a:pt x="362902" y="192405"/>
                  </a:lnTo>
                  <a:lnTo>
                    <a:pt x="360997" y="193834"/>
                  </a:lnTo>
                  <a:lnTo>
                    <a:pt x="359092" y="194786"/>
                  </a:lnTo>
                  <a:lnTo>
                    <a:pt x="357188" y="194786"/>
                  </a:lnTo>
                  <a:lnTo>
                    <a:pt x="355282" y="195263"/>
                  </a:lnTo>
                  <a:lnTo>
                    <a:pt x="353377" y="197644"/>
                  </a:lnTo>
                  <a:lnTo>
                    <a:pt x="351948" y="200501"/>
                  </a:lnTo>
                  <a:lnTo>
                    <a:pt x="351948" y="202883"/>
                  </a:lnTo>
                  <a:lnTo>
                    <a:pt x="353377" y="207645"/>
                  </a:lnTo>
                  <a:lnTo>
                    <a:pt x="355282" y="211455"/>
                  </a:lnTo>
                  <a:lnTo>
                    <a:pt x="355282" y="213836"/>
                  </a:lnTo>
                  <a:lnTo>
                    <a:pt x="353853" y="218599"/>
                  </a:lnTo>
                  <a:lnTo>
                    <a:pt x="351472" y="223361"/>
                  </a:lnTo>
                  <a:lnTo>
                    <a:pt x="350519" y="224790"/>
                  </a:lnTo>
                  <a:lnTo>
                    <a:pt x="349090" y="225742"/>
                  </a:lnTo>
                  <a:lnTo>
                    <a:pt x="346709" y="226219"/>
                  </a:lnTo>
                  <a:lnTo>
                    <a:pt x="346234" y="227648"/>
                  </a:lnTo>
                  <a:lnTo>
                    <a:pt x="348615" y="229553"/>
                  </a:lnTo>
                  <a:lnTo>
                    <a:pt x="351472" y="229076"/>
                  </a:lnTo>
                  <a:lnTo>
                    <a:pt x="353377" y="229076"/>
                  </a:lnTo>
                  <a:lnTo>
                    <a:pt x="355282" y="230505"/>
                  </a:lnTo>
                  <a:lnTo>
                    <a:pt x="357188" y="234791"/>
                  </a:lnTo>
                  <a:lnTo>
                    <a:pt x="357663" y="239554"/>
                  </a:lnTo>
                  <a:lnTo>
                    <a:pt x="357188" y="245745"/>
                  </a:lnTo>
                  <a:lnTo>
                    <a:pt x="356711" y="247650"/>
                  </a:lnTo>
                  <a:lnTo>
                    <a:pt x="355759" y="249555"/>
                  </a:lnTo>
                  <a:lnTo>
                    <a:pt x="354806" y="251460"/>
                  </a:lnTo>
                  <a:lnTo>
                    <a:pt x="353377" y="252889"/>
                  </a:lnTo>
                  <a:lnTo>
                    <a:pt x="352425" y="254794"/>
                  </a:lnTo>
                  <a:lnTo>
                    <a:pt x="351472" y="259556"/>
                  </a:lnTo>
                  <a:lnTo>
                    <a:pt x="349090" y="268129"/>
                  </a:lnTo>
                  <a:lnTo>
                    <a:pt x="347186" y="271939"/>
                  </a:lnTo>
                  <a:lnTo>
                    <a:pt x="344328" y="275749"/>
                  </a:lnTo>
                  <a:lnTo>
                    <a:pt x="341471" y="279559"/>
                  </a:lnTo>
                  <a:lnTo>
                    <a:pt x="339565" y="283369"/>
                  </a:lnTo>
                  <a:lnTo>
                    <a:pt x="338138" y="287179"/>
                  </a:lnTo>
                  <a:lnTo>
                    <a:pt x="337184" y="292417"/>
                  </a:lnTo>
                  <a:lnTo>
                    <a:pt x="335756" y="297180"/>
                  </a:lnTo>
                  <a:lnTo>
                    <a:pt x="334327" y="299085"/>
                  </a:lnTo>
                  <a:lnTo>
                    <a:pt x="330517" y="302419"/>
                  </a:lnTo>
                  <a:lnTo>
                    <a:pt x="318134" y="309086"/>
                  </a:lnTo>
                  <a:lnTo>
                    <a:pt x="315753" y="311944"/>
                  </a:lnTo>
                  <a:lnTo>
                    <a:pt x="314325" y="316230"/>
                  </a:lnTo>
                  <a:lnTo>
                    <a:pt x="312419" y="320040"/>
                  </a:lnTo>
                  <a:lnTo>
                    <a:pt x="310038" y="323374"/>
                  </a:lnTo>
                  <a:lnTo>
                    <a:pt x="307181" y="326708"/>
                  </a:lnTo>
                  <a:lnTo>
                    <a:pt x="299561" y="333375"/>
                  </a:lnTo>
                  <a:lnTo>
                    <a:pt x="296227" y="335280"/>
                  </a:lnTo>
                  <a:lnTo>
                    <a:pt x="292417" y="336233"/>
                  </a:lnTo>
                  <a:lnTo>
                    <a:pt x="285750" y="339566"/>
                  </a:lnTo>
                  <a:lnTo>
                    <a:pt x="271938" y="343852"/>
                  </a:lnTo>
                  <a:lnTo>
                    <a:pt x="270986" y="344805"/>
                  </a:lnTo>
                  <a:lnTo>
                    <a:pt x="266223" y="350996"/>
                  </a:lnTo>
                  <a:lnTo>
                    <a:pt x="264794" y="351473"/>
                  </a:lnTo>
                  <a:lnTo>
                    <a:pt x="262890" y="351473"/>
                  </a:lnTo>
                  <a:lnTo>
                    <a:pt x="258603" y="350520"/>
                  </a:lnTo>
                  <a:lnTo>
                    <a:pt x="254794" y="348139"/>
                  </a:lnTo>
                  <a:lnTo>
                    <a:pt x="254794" y="345758"/>
                  </a:lnTo>
                  <a:lnTo>
                    <a:pt x="254794" y="343376"/>
                  </a:lnTo>
                  <a:lnTo>
                    <a:pt x="253840" y="340995"/>
                  </a:lnTo>
                  <a:lnTo>
                    <a:pt x="250507" y="337661"/>
                  </a:lnTo>
                  <a:lnTo>
                    <a:pt x="251459" y="335756"/>
                  </a:lnTo>
                  <a:lnTo>
                    <a:pt x="253365" y="334804"/>
                  </a:lnTo>
                  <a:lnTo>
                    <a:pt x="255746" y="333851"/>
                  </a:lnTo>
                  <a:lnTo>
                    <a:pt x="259556" y="331470"/>
                  </a:lnTo>
                  <a:lnTo>
                    <a:pt x="265747" y="325279"/>
                  </a:lnTo>
                  <a:lnTo>
                    <a:pt x="265747" y="323374"/>
                  </a:lnTo>
                  <a:lnTo>
                    <a:pt x="265271" y="321945"/>
                  </a:lnTo>
                  <a:lnTo>
                    <a:pt x="260984" y="322898"/>
                  </a:lnTo>
                  <a:lnTo>
                    <a:pt x="252888" y="326231"/>
                  </a:lnTo>
                  <a:lnTo>
                    <a:pt x="249078" y="327660"/>
                  </a:lnTo>
                  <a:lnTo>
                    <a:pt x="244792" y="334804"/>
                  </a:lnTo>
                  <a:lnTo>
                    <a:pt x="245744" y="344329"/>
                  </a:lnTo>
                  <a:lnTo>
                    <a:pt x="243840" y="352425"/>
                  </a:lnTo>
                  <a:lnTo>
                    <a:pt x="239077" y="359092"/>
                  </a:lnTo>
                  <a:lnTo>
                    <a:pt x="232409" y="367189"/>
                  </a:lnTo>
                  <a:lnTo>
                    <a:pt x="229076" y="370046"/>
                  </a:lnTo>
                  <a:lnTo>
                    <a:pt x="225265" y="372427"/>
                  </a:lnTo>
                  <a:lnTo>
                    <a:pt x="222409" y="376714"/>
                  </a:lnTo>
                  <a:lnTo>
                    <a:pt x="220503" y="381476"/>
                  </a:lnTo>
                  <a:lnTo>
                    <a:pt x="220980" y="385763"/>
                  </a:lnTo>
                  <a:lnTo>
                    <a:pt x="223361" y="390049"/>
                  </a:lnTo>
                  <a:lnTo>
                    <a:pt x="220503" y="393383"/>
                  </a:lnTo>
                  <a:lnTo>
                    <a:pt x="216694" y="396240"/>
                  </a:lnTo>
                  <a:lnTo>
                    <a:pt x="212884" y="398621"/>
                  </a:lnTo>
                  <a:lnTo>
                    <a:pt x="209073" y="400526"/>
                  </a:lnTo>
                  <a:lnTo>
                    <a:pt x="206215" y="400050"/>
                  </a:lnTo>
                  <a:lnTo>
                    <a:pt x="196690" y="399574"/>
                  </a:lnTo>
                  <a:lnTo>
                    <a:pt x="194786" y="398621"/>
                  </a:lnTo>
                  <a:lnTo>
                    <a:pt x="193357" y="397192"/>
                  </a:lnTo>
                  <a:lnTo>
                    <a:pt x="194786" y="394811"/>
                  </a:lnTo>
                  <a:lnTo>
                    <a:pt x="194786" y="392430"/>
                  </a:lnTo>
                  <a:lnTo>
                    <a:pt x="193357" y="391477"/>
                  </a:lnTo>
                  <a:lnTo>
                    <a:pt x="191928" y="391477"/>
                  </a:lnTo>
                  <a:lnTo>
                    <a:pt x="181927" y="394811"/>
                  </a:lnTo>
                  <a:lnTo>
                    <a:pt x="167640" y="396240"/>
                  </a:lnTo>
                  <a:lnTo>
                    <a:pt x="163353" y="398145"/>
                  </a:lnTo>
                  <a:lnTo>
                    <a:pt x="159067" y="399574"/>
                  </a:lnTo>
                  <a:lnTo>
                    <a:pt x="150971" y="401002"/>
                  </a:lnTo>
                  <a:lnTo>
                    <a:pt x="146684" y="401479"/>
                  </a:lnTo>
                  <a:lnTo>
                    <a:pt x="142398" y="401479"/>
                  </a:lnTo>
                  <a:lnTo>
                    <a:pt x="138113" y="401002"/>
                  </a:lnTo>
                  <a:lnTo>
                    <a:pt x="133826" y="401479"/>
                  </a:lnTo>
                  <a:lnTo>
                    <a:pt x="131921" y="402431"/>
                  </a:lnTo>
                  <a:lnTo>
                    <a:pt x="130015" y="402908"/>
                  </a:lnTo>
                  <a:lnTo>
                    <a:pt x="126206" y="399098"/>
                  </a:lnTo>
                  <a:lnTo>
                    <a:pt x="122396" y="399098"/>
                  </a:lnTo>
                  <a:lnTo>
                    <a:pt x="114300" y="401002"/>
                  </a:lnTo>
                  <a:lnTo>
                    <a:pt x="108109" y="403384"/>
                  </a:lnTo>
                  <a:lnTo>
                    <a:pt x="106203" y="404336"/>
                  </a:lnTo>
                  <a:lnTo>
                    <a:pt x="103346" y="408623"/>
                  </a:lnTo>
                  <a:lnTo>
                    <a:pt x="96202" y="414338"/>
                  </a:lnTo>
                  <a:lnTo>
                    <a:pt x="90963" y="419576"/>
                  </a:lnTo>
                  <a:lnTo>
                    <a:pt x="87630" y="421481"/>
                  </a:lnTo>
                  <a:lnTo>
                    <a:pt x="84296" y="423863"/>
                  </a:lnTo>
                  <a:lnTo>
                    <a:pt x="80963" y="427196"/>
                  </a:lnTo>
                  <a:lnTo>
                    <a:pt x="77152" y="430530"/>
                  </a:lnTo>
                  <a:lnTo>
                    <a:pt x="72865" y="432911"/>
                  </a:lnTo>
                  <a:lnTo>
                    <a:pt x="68580" y="434816"/>
                  </a:lnTo>
                  <a:lnTo>
                    <a:pt x="65246" y="437198"/>
                  </a:lnTo>
                  <a:lnTo>
                    <a:pt x="62388" y="440055"/>
                  </a:lnTo>
                  <a:lnTo>
                    <a:pt x="59531" y="442436"/>
                  </a:lnTo>
                  <a:lnTo>
                    <a:pt x="56197" y="443389"/>
                  </a:lnTo>
                  <a:lnTo>
                    <a:pt x="51911" y="442913"/>
                  </a:lnTo>
                  <a:lnTo>
                    <a:pt x="47625" y="443389"/>
                  </a:lnTo>
                  <a:lnTo>
                    <a:pt x="45719" y="444817"/>
                  </a:lnTo>
                  <a:lnTo>
                    <a:pt x="44290" y="446723"/>
                  </a:lnTo>
                  <a:lnTo>
                    <a:pt x="43815" y="448151"/>
                  </a:lnTo>
                  <a:lnTo>
                    <a:pt x="44767" y="459105"/>
                  </a:lnTo>
                  <a:lnTo>
                    <a:pt x="47625" y="457676"/>
                  </a:lnTo>
                  <a:lnTo>
                    <a:pt x="50006" y="457200"/>
                  </a:lnTo>
                  <a:lnTo>
                    <a:pt x="52863" y="459105"/>
                  </a:lnTo>
                  <a:lnTo>
                    <a:pt x="55721" y="460058"/>
                  </a:lnTo>
                  <a:lnTo>
                    <a:pt x="58578" y="459581"/>
                  </a:lnTo>
                  <a:lnTo>
                    <a:pt x="61436" y="458152"/>
                  </a:lnTo>
                  <a:lnTo>
                    <a:pt x="63817" y="457676"/>
                  </a:lnTo>
                  <a:lnTo>
                    <a:pt x="72865" y="456248"/>
                  </a:lnTo>
                  <a:lnTo>
                    <a:pt x="73819" y="456724"/>
                  </a:lnTo>
                  <a:lnTo>
                    <a:pt x="84772" y="463867"/>
                  </a:lnTo>
                  <a:lnTo>
                    <a:pt x="86677" y="464344"/>
                  </a:lnTo>
                  <a:lnTo>
                    <a:pt x="87153" y="460534"/>
                  </a:lnTo>
                  <a:lnTo>
                    <a:pt x="88582" y="457200"/>
                  </a:lnTo>
                  <a:lnTo>
                    <a:pt x="90011" y="449580"/>
                  </a:lnTo>
                  <a:lnTo>
                    <a:pt x="92392" y="445770"/>
                  </a:lnTo>
                  <a:lnTo>
                    <a:pt x="96202" y="444817"/>
                  </a:lnTo>
                  <a:lnTo>
                    <a:pt x="100013" y="447199"/>
                  </a:lnTo>
                  <a:lnTo>
                    <a:pt x="104298" y="448627"/>
                  </a:lnTo>
                  <a:lnTo>
                    <a:pt x="108109" y="448151"/>
                  </a:lnTo>
                  <a:lnTo>
                    <a:pt x="116205" y="445294"/>
                  </a:lnTo>
                  <a:lnTo>
                    <a:pt x="120490" y="446246"/>
                  </a:lnTo>
                  <a:lnTo>
                    <a:pt x="122872" y="444817"/>
                  </a:lnTo>
                  <a:lnTo>
                    <a:pt x="127159" y="443389"/>
                  </a:lnTo>
                  <a:lnTo>
                    <a:pt x="130969" y="441484"/>
                  </a:lnTo>
                  <a:lnTo>
                    <a:pt x="131921" y="441484"/>
                  </a:lnTo>
                  <a:lnTo>
                    <a:pt x="135255" y="440055"/>
                  </a:lnTo>
                  <a:lnTo>
                    <a:pt x="138588" y="439102"/>
                  </a:lnTo>
                  <a:lnTo>
                    <a:pt x="145256" y="438626"/>
                  </a:lnTo>
                  <a:lnTo>
                    <a:pt x="148590" y="437198"/>
                  </a:lnTo>
                  <a:lnTo>
                    <a:pt x="152400" y="434816"/>
                  </a:lnTo>
                  <a:lnTo>
                    <a:pt x="157163" y="431006"/>
                  </a:lnTo>
                  <a:lnTo>
                    <a:pt x="158590" y="430530"/>
                  </a:lnTo>
                  <a:lnTo>
                    <a:pt x="162401" y="430054"/>
                  </a:lnTo>
                  <a:lnTo>
                    <a:pt x="166211" y="429101"/>
                  </a:lnTo>
                  <a:lnTo>
                    <a:pt x="170021" y="428625"/>
                  </a:lnTo>
                  <a:lnTo>
                    <a:pt x="175259" y="428625"/>
                  </a:lnTo>
                  <a:lnTo>
                    <a:pt x="176688" y="429101"/>
                  </a:lnTo>
                  <a:lnTo>
                    <a:pt x="181451" y="432435"/>
                  </a:lnTo>
                  <a:lnTo>
                    <a:pt x="185261" y="433388"/>
                  </a:lnTo>
                  <a:lnTo>
                    <a:pt x="190500" y="432435"/>
                  </a:lnTo>
                  <a:lnTo>
                    <a:pt x="195738" y="432435"/>
                  </a:lnTo>
                  <a:lnTo>
                    <a:pt x="197644" y="433864"/>
                  </a:lnTo>
                  <a:lnTo>
                    <a:pt x="197644" y="436721"/>
                  </a:lnTo>
                  <a:lnTo>
                    <a:pt x="196690" y="438626"/>
                  </a:lnTo>
                  <a:lnTo>
                    <a:pt x="194309" y="441960"/>
                  </a:lnTo>
                  <a:lnTo>
                    <a:pt x="192881" y="443389"/>
                  </a:lnTo>
                  <a:lnTo>
                    <a:pt x="188119" y="445770"/>
                  </a:lnTo>
                  <a:lnTo>
                    <a:pt x="187165" y="446723"/>
                  </a:lnTo>
                  <a:lnTo>
                    <a:pt x="188594" y="450533"/>
                  </a:lnTo>
                  <a:lnTo>
                    <a:pt x="188119" y="457200"/>
                  </a:lnTo>
                  <a:lnTo>
                    <a:pt x="189547" y="461486"/>
                  </a:lnTo>
                  <a:lnTo>
                    <a:pt x="192405" y="464820"/>
                  </a:lnTo>
                  <a:lnTo>
                    <a:pt x="195263" y="468154"/>
                  </a:lnTo>
                  <a:lnTo>
                    <a:pt x="196690" y="471488"/>
                  </a:lnTo>
                  <a:lnTo>
                    <a:pt x="198596" y="474345"/>
                  </a:lnTo>
                  <a:lnTo>
                    <a:pt x="206692" y="476726"/>
                  </a:lnTo>
                  <a:lnTo>
                    <a:pt x="214313" y="473869"/>
                  </a:lnTo>
                  <a:lnTo>
                    <a:pt x="219551" y="465773"/>
                  </a:lnTo>
                  <a:lnTo>
                    <a:pt x="226219" y="453866"/>
                  </a:lnTo>
                  <a:lnTo>
                    <a:pt x="228123" y="450533"/>
                  </a:lnTo>
                  <a:lnTo>
                    <a:pt x="235267" y="447675"/>
                  </a:lnTo>
                  <a:lnTo>
                    <a:pt x="243840" y="446246"/>
                  </a:lnTo>
                  <a:lnTo>
                    <a:pt x="245744" y="445294"/>
                  </a:lnTo>
                  <a:lnTo>
                    <a:pt x="246697" y="443389"/>
                  </a:lnTo>
                  <a:lnTo>
                    <a:pt x="246697" y="441484"/>
                  </a:lnTo>
                  <a:lnTo>
                    <a:pt x="245269" y="440531"/>
                  </a:lnTo>
                  <a:lnTo>
                    <a:pt x="237648" y="435769"/>
                  </a:lnTo>
                  <a:lnTo>
                    <a:pt x="234790" y="432435"/>
                  </a:lnTo>
                  <a:lnTo>
                    <a:pt x="236219" y="428149"/>
                  </a:lnTo>
                  <a:lnTo>
                    <a:pt x="240030" y="420529"/>
                  </a:lnTo>
                  <a:lnTo>
                    <a:pt x="241934" y="419100"/>
                  </a:lnTo>
                  <a:lnTo>
                    <a:pt x="243840" y="418148"/>
                  </a:lnTo>
                  <a:lnTo>
                    <a:pt x="245269" y="417671"/>
                  </a:lnTo>
                  <a:lnTo>
                    <a:pt x="246697" y="418624"/>
                  </a:lnTo>
                  <a:lnTo>
                    <a:pt x="245269" y="421005"/>
                  </a:lnTo>
                  <a:lnTo>
                    <a:pt x="245269" y="423386"/>
                  </a:lnTo>
                  <a:lnTo>
                    <a:pt x="246221" y="427673"/>
                  </a:lnTo>
                  <a:lnTo>
                    <a:pt x="245744" y="430530"/>
                  </a:lnTo>
                  <a:lnTo>
                    <a:pt x="247173" y="431483"/>
                  </a:lnTo>
                  <a:lnTo>
                    <a:pt x="248126" y="431006"/>
                  </a:lnTo>
                  <a:lnTo>
                    <a:pt x="247650" y="427673"/>
                  </a:lnTo>
                  <a:lnTo>
                    <a:pt x="248602" y="426720"/>
                  </a:lnTo>
                  <a:lnTo>
                    <a:pt x="250031" y="427673"/>
                  </a:lnTo>
                  <a:lnTo>
                    <a:pt x="250984" y="429577"/>
                  </a:lnTo>
                  <a:lnTo>
                    <a:pt x="253365" y="430054"/>
                  </a:lnTo>
                  <a:lnTo>
                    <a:pt x="257651" y="429577"/>
                  </a:lnTo>
                  <a:lnTo>
                    <a:pt x="259556" y="429577"/>
                  </a:lnTo>
                  <a:lnTo>
                    <a:pt x="260032" y="431483"/>
                  </a:lnTo>
                  <a:lnTo>
                    <a:pt x="259556" y="432435"/>
                  </a:lnTo>
                  <a:lnTo>
                    <a:pt x="252413" y="435769"/>
                  </a:lnTo>
                  <a:lnTo>
                    <a:pt x="251936" y="437198"/>
                  </a:lnTo>
                  <a:lnTo>
                    <a:pt x="260509" y="435292"/>
                  </a:lnTo>
                  <a:lnTo>
                    <a:pt x="268128" y="434340"/>
                  </a:lnTo>
                  <a:lnTo>
                    <a:pt x="275272" y="434816"/>
                  </a:lnTo>
                  <a:lnTo>
                    <a:pt x="279082" y="434816"/>
                  </a:lnTo>
                  <a:lnTo>
                    <a:pt x="282892" y="435292"/>
                  </a:lnTo>
                  <a:lnTo>
                    <a:pt x="290036" y="437198"/>
                  </a:lnTo>
                  <a:lnTo>
                    <a:pt x="292417" y="431959"/>
                  </a:lnTo>
                  <a:lnTo>
                    <a:pt x="295751" y="427673"/>
                  </a:lnTo>
                  <a:lnTo>
                    <a:pt x="298609" y="425291"/>
                  </a:lnTo>
                  <a:lnTo>
                    <a:pt x="300990" y="422434"/>
                  </a:lnTo>
                  <a:lnTo>
                    <a:pt x="301942" y="420052"/>
                  </a:lnTo>
                  <a:lnTo>
                    <a:pt x="303371" y="418624"/>
                  </a:lnTo>
                  <a:lnTo>
                    <a:pt x="308134" y="417195"/>
                  </a:lnTo>
                  <a:lnTo>
                    <a:pt x="311467" y="418148"/>
                  </a:lnTo>
                  <a:lnTo>
                    <a:pt x="314325" y="421005"/>
                  </a:lnTo>
                  <a:lnTo>
                    <a:pt x="310990" y="422910"/>
                  </a:lnTo>
                  <a:lnTo>
                    <a:pt x="310990" y="426720"/>
                  </a:lnTo>
                  <a:lnTo>
                    <a:pt x="309563" y="433388"/>
                  </a:lnTo>
                  <a:lnTo>
                    <a:pt x="310515" y="435292"/>
                  </a:lnTo>
                  <a:lnTo>
                    <a:pt x="311944" y="436721"/>
                  </a:lnTo>
                  <a:lnTo>
                    <a:pt x="313848" y="436245"/>
                  </a:lnTo>
                  <a:lnTo>
                    <a:pt x="316706" y="433388"/>
                  </a:lnTo>
                  <a:lnTo>
                    <a:pt x="317659" y="431959"/>
                  </a:lnTo>
                  <a:lnTo>
                    <a:pt x="320040" y="428149"/>
                  </a:lnTo>
                  <a:lnTo>
                    <a:pt x="321469" y="423863"/>
                  </a:lnTo>
                  <a:lnTo>
                    <a:pt x="321469" y="418624"/>
                  </a:lnTo>
                  <a:lnTo>
                    <a:pt x="321944" y="416242"/>
                  </a:lnTo>
                  <a:lnTo>
                    <a:pt x="322897" y="414338"/>
                  </a:lnTo>
                  <a:lnTo>
                    <a:pt x="325755" y="411956"/>
                  </a:lnTo>
                  <a:lnTo>
                    <a:pt x="329565" y="411004"/>
                  </a:lnTo>
                  <a:lnTo>
                    <a:pt x="333375" y="411004"/>
                  </a:lnTo>
                  <a:lnTo>
                    <a:pt x="336232" y="412909"/>
                  </a:lnTo>
                  <a:lnTo>
                    <a:pt x="338613" y="416719"/>
                  </a:lnTo>
                  <a:lnTo>
                    <a:pt x="340042" y="416242"/>
                  </a:lnTo>
                  <a:lnTo>
                    <a:pt x="341947" y="413385"/>
                  </a:lnTo>
                  <a:lnTo>
                    <a:pt x="342423" y="412433"/>
                  </a:lnTo>
                  <a:lnTo>
                    <a:pt x="340994" y="411480"/>
                  </a:lnTo>
                  <a:lnTo>
                    <a:pt x="340042" y="409575"/>
                  </a:lnTo>
                  <a:lnTo>
                    <a:pt x="339565" y="406241"/>
                  </a:lnTo>
                  <a:lnTo>
                    <a:pt x="343376" y="402908"/>
                  </a:lnTo>
                  <a:lnTo>
                    <a:pt x="343376" y="401955"/>
                  </a:lnTo>
                  <a:lnTo>
                    <a:pt x="343376" y="401002"/>
                  </a:lnTo>
                  <a:lnTo>
                    <a:pt x="343852" y="398621"/>
                  </a:lnTo>
                  <a:lnTo>
                    <a:pt x="345281" y="396716"/>
                  </a:lnTo>
                  <a:lnTo>
                    <a:pt x="347663" y="396240"/>
                  </a:lnTo>
                  <a:lnTo>
                    <a:pt x="350519" y="396240"/>
                  </a:lnTo>
                  <a:lnTo>
                    <a:pt x="352425" y="397669"/>
                  </a:lnTo>
                  <a:lnTo>
                    <a:pt x="354330" y="399574"/>
                  </a:lnTo>
                  <a:lnTo>
                    <a:pt x="353853" y="401479"/>
                  </a:lnTo>
                  <a:lnTo>
                    <a:pt x="351948" y="403384"/>
                  </a:lnTo>
                  <a:lnTo>
                    <a:pt x="349090" y="405765"/>
                  </a:lnTo>
                  <a:lnTo>
                    <a:pt x="347663" y="408623"/>
                  </a:lnTo>
                  <a:lnTo>
                    <a:pt x="344805" y="410527"/>
                  </a:lnTo>
                  <a:lnTo>
                    <a:pt x="345757" y="412909"/>
                  </a:lnTo>
                  <a:lnTo>
                    <a:pt x="344805" y="419100"/>
                  </a:lnTo>
                  <a:lnTo>
                    <a:pt x="345281" y="421481"/>
                  </a:lnTo>
                  <a:lnTo>
                    <a:pt x="343852" y="423386"/>
                  </a:lnTo>
                  <a:lnTo>
                    <a:pt x="345281" y="424815"/>
                  </a:lnTo>
                  <a:lnTo>
                    <a:pt x="347663" y="425291"/>
                  </a:lnTo>
                  <a:lnTo>
                    <a:pt x="349090" y="423386"/>
                  </a:lnTo>
                  <a:lnTo>
                    <a:pt x="352425" y="420052"/>
                  </a:lnTo>
                  <a:lnTo>
                    <a:pt x="355759" y="417671"/>
                  </a:lnTo>
                  <a:lnTo>
                    <a:pt x="360997" y="415290"/>
                  </a:lnTo>
                  <a:lnTo>
                    <a:pt x="362426" y="414338"/>
                  </a:lnTo>
                  <a:lnTo>
                    <a:pt x="363855" y="412909"/>
                  </a:lnTo>
                  <a:lnTo>
                    <a:pt x="364807" y="411004"/>
                  </a:lnTo>
                  <a:lnTo>
                    <a:pt x="364807" y="406241"/>
                  </a:lnTo>
                  <a:lnTo>
                    <a:pt x="366236" y="401955"/>
                  </a:lnTo>
                  <a:lnTo>
                    <a:pt x="370998" y="397192"/>
                  </a:lnTo>
                  <a:lnTo>
                    <a:pt x="372427" y="396240"/>
                  </a:lnTo>
                  <a:lnTo>
                    <a:pt x="380523" y="393859"/>
                  </a:lnTo>
                  <a:lnTo>
                    <a:pt x="378619" y="391477"/>
                  </a:lnTo>
                  <a:lnTo>
                    <a:pt x="376713" y="389096"/>
                  </a:lnTo>
                  <a:lnTo>
                    <a:pt x="371951" y="381000"/>
                  </a:lnTo>
                  <a:lnTo>
                    <a:pt x="370998" y="377666"/>
                  </a:lnTo>
                  <a:lnTo>
                    <a:pt x="370522" y="374333"/>
                  </a:lnTo>
                  <a:lnTo>
                    <a:pt x="370998" y="371475"/>
                  </a:lnTo>
                  <a:lnTo>
                    <a:pt x="371951" y="368617"/>
                  </a:lnTo>
                  <a:lnTo>
                    <a:pt x="371951" y="366236"/>
                  </a:lnTo>
                  <a:lnTo>
                    <a:pt x="372427" y="363855"/>
                  </a:lnTo>
                  <a:lnTo>
                    <a:pt x="375761" y="354806"/>
                  </a:lnTo>
                  <a:lnTo>
                    <a:pt x="377665" y="350520"/>
                  </a:lnTo>
                  <a:lnTo>
                    <a:pt x="379094" y="348615"/>
                  </a:lnTo>
                  <a:lnTo>
                    <a:pt x="381000" y="347186"/>
                  </a:lnTo>
                  <a:lnTo>
                    <a:pt x="383381" y="344329"/>
                  </a:lnTo>
                  <a:lnTo>
                    <a:pt x="384334" y="340042"/>
                  </a:lnTo>
                  <a:lnTo>
                    <a:pt x="385286" y="326231"/>
                  </a:lnTo>
                  <a:lnTo>
                    <a:pt x="384334" y="317183"/>
                  </a:lnTo>
                  <a:lnTo>
                    <a:pt x="382905" y="312420"/>
                  </a:lnTo>
                  <a:lnTo>
                    <a:pt x="381952" y="307658"/>
                  </a:lnTo>
                  <a:lnTo>
                    <a:pt x="381952" y="303848"/>
                  </a:lnTo>
                  <a:lnTo>
                    <a:pt x="382905" y="300038"/>
                  </a:lnTo>
                  <a:lnTo>
                    <a:pt x="386715" y="293846"/>
                  </a:lnTo>
                  <a:lnTo>
                    <a:pt x="387667" y="292894"/>
                  </a:lnTo>
                  <a:lnTo>
                    <a:pt x="392430" y="290989"/>
                  </a:lnTo>
                  <a:lnTo>
                    <a:pt x="396240" y="290989"/>
                  </a:lnTo>
                  <a:lnTo>
                    <a:pt x="399573" y="290036"/>
                  </a:lnTo>
                  <a:lnTo>
                    <a:pt x="401002" y="286226"/>
                  </a:lnTo>
                  <a:lnTo>
                    <a:pt x="401478" y="280988"/>
                  </a:lnTo>
                  <a:lnTo>
                    <a:pt x="402431" y="275749"/>
                  </a:lnTo>
                  <a:lnTo>
                    <a:pt x="403384" y="273844"/>
                  </a:lnTo>
                  <a:lnTo>
                    <a:pt x="404813" y="271939"/>
                  </a:lnTo>
                  <a:lnTo>
                    <a:pt x="405765" y="270034"/>
                  </a:lnTo>
                  <a:lnTo>
                    <a:pt x="406240" y="267652"/>
                  </a:lnTo>
                  <a:lnTo>
                    <a:pt x="407194" y="266700"/>
                  </a:lnTo>
                  <a:lnTo>
                    <a:pt x="408622" y="266700"/>
                  </a:lnTo>
                  <a:lnTo>
                    <a:pt x="409575" y="266224"/>
                  </a:lnTo>
                  <a:lnTo>
                    <a:pt x="410527" y="265271"/>
                  </a:lnTo>
                  <a:lnTo>
                    <a:pt x="411956" y="263366"/>
                  </a:lnTo>
                  <a:lnTo>
                    <a:pt x="413861" y="262414"/>
                  </a:lnTo>
                  <a:lnTo>
                    <a:pt x="414338" y="258127"/>
                  </a:lnTo>
                  <a:lnTo>
                    <a:pt x="416719" y="250031"/>
                  </a:lnTo>
                  <a:lnTo>
                    <a:pt x="417194" y="242888"/>
                  </a:lnTo>
                  <a:lnTo>
                    <a:pt x="416719" y="240506"/>
                  </a:lnTo>
                  <a:lnTo>
                    <a:pt x="422434" y="234315"/>
                  </a:lnTo>
                  <a:close/>
                  <a:moveTo>
                    <a:pt x="174307" y="459581"/>
                  </a:moveTo>
                  <a:lnTo>
                    <a:pt x="172878" y="457676"/>
                  </a:lnTo>
                  <a:lnTo>
                    <a:pt x="172402" y="455295"/>
                  </a:lnTo>
                  <a:lnTo>
                    <a:pt x="172402" y="448151"/>
                  </a:lnTo>
                  <a:lnTo>
                    <a:pt x="167640" y="448627"/>
                  </a:lnTo>
                  <a:lnTo>
                    <a:pt x="162877" y="447199"/>
                  </a:lnTo>
                  <a:lnTo>
                    <a:pt x="158115" y="444817"/>
                  </a:lnTo>
                  <a:lnTo>
                    <a:pt x="153352" y="443389"/>
                  </a:lnTo>
                  <a:lnTo>
                    <a:pt x="149065" y="443865"/>
                  </a:lnTo>
                  <a:lnTo>
                    <a:pt x="144780" y="445294"/>
                  </a:lnTo>
                  <a:lnTo>
                    <a:pt x="140494" y="448151"/>
                  </a:lnTo>
                  <a:lnTo>
                    <a:pt x="138588" y="448151"/>
                  </a:lnTo>
                  <a:lnTo>
                    <a:pt x="136684" y="447675"/>
                  </a:lnTo>
                  <a:lnTo>
                    <a:pt x="138113" y="451961"/>
                  </a:lnTo>
                  <a:lnTo>
                    <a:pt x="137636" y="454342"/>
                  </a:lnTo>
                  <a:lnTo>
                    <a:pt x="136207" y="456248"/>
                  </a:lnTo>
                  <a:lnTo>
                    <a:pt x="132397" y="458152"/>
                  </a:lnTo>
                  <a:lnTo>
                    <a:pt x="128111" y="458152"/>
                  </a:lnTo>
                  <a:lnTo>
                    <a:pt x="126206" y="458629"/>
                  </a:lnTo>
                  <a:lnTo>
                    <a:pt x="122396" y="460058"/>
                  </a:lnTo>
                  <a:lnTo>
                    <a:pt x="120490" y="460058"/>
                  </a:lnTo>
                  <a:lnTo>
                    <a:pt x="117634" y="457200"/>
                  </a:lnTo>
                  <a:lnTo>
                    <a:pt x="115728" y="453866"/>
                  </a:lnTo>
                  <a:lnTo>
                    <a:pt x="113823" y="453390"/>
                  </a:lnTo>
                  <a:lnTo>
                    <a:pt x="110490" y="456248"/>
                  </a:lnTo>
                  <a:lnTo>
                    <a:pt x="108584" y="457200"/>
                  </a:lnTo>
                  <a:lnTo>
                    <a:pt x="107632" y="460534"/>
                  </a:lnTo>
                  <a:lnTo>
                    <a:pt x="106203" y="462439"/>
                  </a:lnTo>
                  <a:lnTo>
                    <a:pt x="105727" y="464820"/>
                  </a:lnTo>
                  <a:lnTo>
                    <a:pt x="103822" y="468630"/>
                  </a:lnTo>
                  <a:lnTo>
                    <a:pt x="100013" y="471011"/>
                  </a:lnTo>
                  <a:lnTo>
                    <a:pt x="94297" y="475774"/>
                  </a:lnTo>
                  <a:lnTo>
                    <a:pt x="91440" y="477202"/>
                  </a:lnTo>
                  <a:lnTo>
                    <a:pt x="85725" y="480060"/>
                  </a:lnTo>
                  <a:lnTo>
                    <a:pt x="82867" y="481965"/>
                  </a:lnTo>
                  <a:lnTo>
                    <a:pt x="84772" y="481965"/>
                  </a:lnTo>
                  <a:lnTo>
                    <a:pt x="91440" y="479108"/>
                  </a:lnTo>
                  <a:lnTo>
                    <a:pt x="94773" y="478631"/>
                  </a:lnTo>
                  <a:lnTo>
                    <a:pt x="96202" y="478631"/>
                  </a:lnTo>
                  <a:lnTo>
                    <a:pt x="95726" y="482441"/>
                  </a:lnTo>
                  <a:lnTo>
                    <a:pt x="97155" y="483394"/>
                  </a:lnTo>
                  <a:lnTo>
                    <a:pt x="99536" y="483870"/>
                  </a:lnTo>
                  <a:lnTo>
                    <a:pt x="99536" y="485299"/>
                  </a:lnTo>
                  <a:lnTo>
                    <a:pt x="99059" y="486727"/>
                  </a:lnTo>
                  <a:lnTo>
                    <a:pt x="98107" y="487680"/>
                  </a:lnTo>
                  <a:lnTo>
                    <a:pt x="98107" y="489585"/>
                  </a:lnTo>
                  <a:lnTo>
                    <a:pt x="96678" y="491966"/>
                  </a:lnTo>
                  <a:lnTo>
                    <a:pt x="99059" y="493871"/>
                  </a:lnTo>
                  <a:lnTo>
                    <a:pt x="99059" y="497205"/>
                  </a:lnTo>
                  <a:lnTo>
                    <a:pt x="102869" y="497205"/>
                  </a:lnTo>
                  <a:lnTo>
                    <a:pt x="106680" y="497681"/>
                  </a:lnTo>
                  <a:lnTo>
                    <a:pt x="104298" y="502920"/>
                  </a:lnTo>
                  <a:lnTo>
                    <a:pt x="106203" y="502444"/>
                  </a:lnTo>
                  <a:lnTo>
                    <a:pt x="110013" y="503396"/>
                  </a:lnTo>
                  <a:lnTo>
                    <a:pt x="112394" y="503396"/>
                  </a:lnTo>
                  <a:lnTo>
                    <a:pt x="116205" y="500063"/>
                  </a:lnTo>
                  <a:lnTo>
                    <a:pt x="117634" y="494824"/>
                  </a:lnTo>
                  <a:lnTo>
                    <a:pt x="119063" y="493871"/>
                  </a:lnTo>
                  <a:lnTo>
                    <a:pt x="120967" y="493395"/>
                  </a:lnTo>
                  <a:lnTo>
                    <a:pt x="122396" y="491490"/>
                  </a:lnTo>
                  <a:lnTo>
                    <a:pt x="125730" y="485299"/>
                  </a:lnTo>
                  <a:lnTo>
                    <a:pt x="127159" y="481013"/>
                  </a:lnTo>
                  <a:lnTo>
                    <a:pt x="139065" y="475298"/>
                  </a:lnTo>
                  <a:lnTo>
                    <a:pt x="140969" y="475298"/>
                  </a:lnTo>
                  <a:lnTo>
                    <a:pt x="146684" y="476250"/>
                  </a:lnTo>
                  <a:lnTo>
                    <a:pt x="150019" y="478155"/>
                  </a:lnTo>
                  <a:lnTo>
                    <a:pt x="155734" y="484346"/>
                  </a:lnTo>
                  <a:lnTo>
                    <a:pt x="157638" y="485775"/>
                  </a:lnTo>
                  <a:lnTo>
                    <a:pt x="158590" y="481965"/>
                  </a:lnTo>
                  <a:lnTo>
                    <a:pt x="160019" y="478631"/>
                  </a:lnTo>
                  <a:lnTo>
                    <a:pt x="162401" y="475298"/>
                  </a:lnTo>
                  <a:lnTo>
                    <a:pt x="164782" y="472440"/>
                  </a:lnTo>
                  <a:lnTo>
                    <a:pt x="170497" y="467677"/>
                  </a:lnTo>
                  <a:lnTo>
                    <a:pt x="177165" y="464344"/>
                  </a:lnTo>
                  <a:lnTo>
                    <a:pt x="174784" y="463391"/>
                  </a:lnTo>
                  <a:lnTo>
                    <a:pt x="174307" y="459581"/>
                  </a:lnTo>
                  <a:close/>
                  <a:moveTo>
                    <a:pt x="80486" y="493871"/>
                  </a:moveTo>
                  <a:lnTo>
                    <a:pt x="80963" y="492442"/>
                  </a:lnTo>
                  <a:lnTo>
                    <a:pt x="79534" y="491014"/>
                  </a:lnTo>
                  <a:lnTo>
                    <a:pt x="77628" y="490061"/>
                  </a:lnTo>
                  <a:lnTo>
                    <a:pt x="77628" y="487680"/>
                  </a:lnTo>
                  <a:lnTo>
                    <a:pt x="79057" y="484823"/>
                  </a:lnTo>
                  <a:lnTo>
                    <a:pt x="72865" y="484823"/>
                  </a:lnTo>
                  <a:lnTo>
                    <a:pt x="66675" y="483870"/>
                  </a:lnTo>
                  <a:lnTo>
                    <a:pt x="69532" y="479584"/>
                  </a:lnTo>
                  <a:lnTo>
                    <a:pt x="72865" y="475298"/>
                  </a:lnTo>
                  <a:lnTo>
                    <a:pt x="73342" y="473392"/>
                  </a:lnTo>
                  <a:lnTo>
                    <a:pt x="72390" y="471488"/>
                  </a:lnTo>
                  <a:lnTo>
                    <a:pt x="70484" y="470059"/>
                  </a:lnTo>
                  <a:lnTo>
                    <a:pt x="68580" y="469583"/>
                  </a:lnTo>
                  <a:lnTo>
                    <a:pt x="65722" y="470535"/>
                  </a:lnTo>
                  <a:lnTo>
                    <a:pt x="62865" y="471964"/>
                  </a:lnTo>
                  <a:lnTo>
                    <a:pt x="60959" y="472440"/>
                  </a:lnTo>
                  <a:lnTo>
                    <a:pt x="59055" y="472440"/>
                  </a:lnTo>
                  <a:lnTo>
                    <a:pt x="54292" y="471488"/>
                  </a:lnTo>
                  <a:lnTo>
                    <a:pt x="50482" y="468630"/>
                  </a:lnTo>
                  <a:lnTo>
                    <a:pt x="48577" y="464820"/>
                  </a:lnTo>
                  <a:lnTo>
                    <a:pt x="46672" y="461010"/>
                  </a:lnTo>
                  <a:lnTo>
                    <a:pt x="42863" y="459105"/>
                  </a:lnTo>
                  <a:lnTo>
                    <a:pt x="38576" y="458629"/>
                  </a:lnTo>
                  <a:lnTo>
                    <a:pt x="37147" y="459105"/>
                  </a:lnTo>
                  <a:lnTo>
                    <a:pt x="30956" y="461963"/>
                  </a:lnTo>
                  <a:lnTo>
                    <a:pt x="30003" y="463867"/>
                  </a:lnTo>
                  <a:lnTo>
                    <a:pt x="29527" y="465773"/>
                  </a:lnTo>
                  <a:lnTo>
                    <a:pt x="27146" y="469583"/>
                  </a:lnTo>
                  <a:lnTo>
                    <a:pt x="24288" y="471011"/>
                  </a:lnTo>
                  <a:lnTo>
                    <a:pt x="20478" y="471011"/>
                  </a:lnTo>
                  <a:lnTo>
                    <a:pt x="19050" y="471964"/>
                  </a:lnTo>
                  <a:lnTo>
                    <a:pt x="18097" y="473392"/>
                  </a:lnTo>
                  <a:lnTo>
                    <a:pt x="17144" y="473869"/>
                  </a:lnTo>
                  <a:lnTo>
                    <a:pt x="11906" y="475298"/>
                  </a:lnTo>
                  <a:lnTo>
                    <a:pt x="8572" y="477202"/>
                  </a:lnTo>
                  <a:lnTo>
                    <a:pt x="9048" y="478631"/>
                  </a:lnTo>
                  <a:lnTo>
                    <a:pt x="9525" y="479584"/>
                  </a:lnTo>
                  <a:lnTo>
                    <a:pt x="9048" y="481489"/>
                  </a:lnTo>
                  <a:lnTo>
                    <a:pt x="4286" y="480060"/>
                  </a:lnTo>
                  <a:lnTo>
                    <a:pt x="2857" y="480060"/>
                  </a:lnTo>
                  <a:lnTo>
                    <a:pt x="952" y="481013"/>
                  </a:lnTo>
                  <a:lnTo>
                    <a:pt x="0" y="484823"/>
                  </a:lnTo>
                  <a:lnTo>
                    <a:pt x="2857" y="486727"/>
                  </a:lnTo>
                  <a:lnTo>
                    <a:pt x="7619" y="490538"/>
                  </a:lnTo>
                  <a:lnTo>
                    <a:pt x="10953" y="492919"/>
                  </a:lnTo>
                  <a:lnTo>
                    <a:pt x="11906" y="494348"/>
                  </a:lnTo>
                  <a:lnTo>
                    <a:pt x="14288" y="499586"/>
                  </a:lnTo>
                  <a:lnTo>
                    <a:pt x="11430" y="499586"/>
                  </a:lnTo>
                  <a:lnTo>
                    <a:pt x="9048" y="498158"/>
                  </a:lnTo>
                  <a:lnTo>
                    <a:pt x="7144" y="494824"/>
                  </a:lnTo>
                  <a:lnTo>
                    <a:pt x="3809" y="491966"/>
                  </a:lnTo>
                  <a:lnTo>
                    <a:pt x="3334" y="494348"/>
                  </a:lnTo>
                  <a:lnTo>
                    <a:pt x="3334" y="496729"/>
                  </a:lnTo>
                  <a:lnTo>
                    <a:pt x="4286" y="498634"/>
                  </a:lnTo>
                  <a:lnTo>
                    <a:pt x="7619" y="501967"/>
                  </a:lnTo>
                  <a:lnTo>
                    <a:pt x="9048" y="503873"/>
                  </a:lnTo>
                  <a:lnTo>
                    <a:pt x="8572" y="506730"/>
                  </a:lnTo>
                  <a:lnTo>
                    <a:pt x="7144" y="509588"/>
                  </a:lnTo>
                  <a:lnTo>
                    <a:pt x="10001" y="507683"/>
                  </a:lnTo>
                  <a:lnTo>
                    <a:pt x="13334" y="503873"/>
                  </a:lnTo>
                  <a:lnTo>
                    <a:pt x="16669" y="501967"/>
                  </a:lnTo>
                  <a:lnTo>
                    <a:pt x="20002" y="502920"/>
                  </a:lnTo>
                  <a:lnTo>
                    <a:pt x="21431" y="504349"/>
                  </a:lnTo>
                  <a:lnTo>
                    <a:pt x="23336" y="505301"/>
                  </a:lnTo>
                  <a:lnTo>
                    <a:pt x="25240" y="505301"/>
                  </a:lnTo>
                  <a:lnTo>
                    <a:pt x="26669" y="504349"/>
                  </a:lnTo>
                  <a:lnTo>
                    <a:pt x="27146" y="502444"/>
                  </a:lnTo>
                  <a:lnTo>
                    <a:pt x="26669" y="500539"/>
                  </a:lnTo>
                  <a:lnTo>
                    <a:pt x="25717" y="499110"/>
                  </a:lnTo>
                  <a:lnTo>
                    <a:pt x="24288" y="498634"/>
                  </a:lnTo>
                  <a:lnTo>
                    <a:pt x="22384" y="499586"/>
                  </a:lnTo>
                  <a:lnTo>
                    <a:pt x="20955" y="499586"/>
                  </a:lnTo>
                  <a:lnTo>
                    <a:pt x="20478" y="496729"/>
                  </a:lnTo>
                  <a:lnTo>
                    <a:pt x="20478" y="493871"/>
                  </a:lnTo>
                  <a:lnTo>
                    <a:pt x="19050" y="490538"/>
                  </a:lnTo>
                  <a:lnTo>
                    <a:pt x="20955" y="489109"/>
                  </a:lnTo>
                  <a:lnTo>
                    <a:pt x="22859" y="487680"/>
                  </a:lnTo>
                  <a:lnTo>
                    <a:pt x="24765" y="488633"/>
                  </a:lnTo>
                  <a:lnTo>
                    <a:pt x="28098" y="491014"/>
                  </a:lnTo>
                  <a:lnTo>
                    <a:pt x="30003" y="496252"/>
                  </a:lnTo>
                  <a:lnTo>
                    <a:pt x="33813" y="500539"/>
                  </a:lnTo>
                  <a:lnTo>
                    <a:pt x="34765" y="504349"/>
                  </a:lnTo>
                  <a:lnTo>
                    <a:pt x="32384" y="507206"/>
                  </a:lnTo>
                  <a:lnTo>
                    <a:pt x="34765" y="508159"/>
                  </a:lnTo>
                  <a:lnTo>
                    <a:pt x="37623" y="508635"/>
                  </a:lnTo>
                  <a:lnTo>
                    <a:pt x="34765" y="514826"/>
                  </a:lnTo>
                  <a:lnTo>
                    <a:pt x="31432" y="520541"/>
                  </a:lnTo>
                  <a:lnTo>
                    <a:pt x="29051" y="523875"/>
                  </a:lnTo>
                  <a:lnTo>
                    <a:pt x="26669" y="526733"/>
                  </a:lnTo>
                  <a:lnTo>
                    <a:pt x="22859" y="527685"/>
                  </a:lnTo>
                  <a:lnTo>
                    <a:pt x="22384" y="528638"/>
                  </a:lnTo>
                  <a:lnTo>
                    <a:pt x="22384" y="533876"/>
                  </a:lnTo>
                  <a:lnTo>
                    <a:pt x="22859" y="537686"/>
                  </a:lnTo>
                  <a:lnTo>
                    <a:pt x="21907" y="540544"/>
                  </a:lnTo>
                  <a:lnTo>
                    <a:pt x="23336" y="541973"/>
                  </a:lnTo>
                  <a:lnTo>
                    <a:pt x="24765" y="543401"/>
                  </a:lnTo>
                  <a:lnTo>
                    <a:pt x="26669" y="546735"/>
                  </a:lnTo>
                  <a:lnTo>
                    <a:pt x="26194" y="551021"/>
                  </a:lnTo>
                  <a:lnTo>
                    <a:pt x="25717" y="552450"/>
                  </a:lnTo>
                  <a:lnTo>
                    <a:pt x="24765" y="552926"/>
                  </a:lnTo>
                  <a:lnTo>
                    <a:pt x="20955" y="553879"/>
                  </a:lnTo>
                  <a:lnTo>
                    <a:pt x="22859" y="558165"/>
                  </a:lnTo>
                  <a:lnTo>
                    <a:pt x="24765" y="558641"/>
                  </a:lnTo>
                  <a:lnTo>
                    <a:pt x="26669" y="558641"/>
                  </a:lnTo>
                  <a:lnTo>
                    <a:pt x="36194" y="561975"/>
                  </a:lnTo>
                  <a:lnTo>
                    <a:pt x="37147" y="560546"/>
                  </a:lnTo>
                  <a:lnTo>
                    <a:pt x="38100" y="558641"/>
                  </a:lnTo>
                  <a:lnTo>
                    <a:pt x="35242" y="555308"/>
                  </a:lnTo>
                  <a:lnTo>
                    <a:pt x="34290" y="553402"/>
                  </a:lnTo>
                  <a:lnTo>
                    <a:pt x="33813" y="551498"/>
                  </a:lnTo>
                  <a:lnTo>
                    <a:pt x="34765" y="547688"/>
                  </a:lnTo>
                  <a:lnTo>
                    <a:pt x="36671" y="543877"/>
                  </a:lnTo>
                  <a:lnTo>
                    <a:pt x="38100" y="541973"/>
                  </a:lnTo>
                  <a:lnTo>
                    <a:pt x="40005" y="541973"/>
                  </a:lnTo>
                  <a:lnTo>
                    <a:pt x="41909" y="542449"/>
                  </a:lnTo>
                  <a:lnTo>
                    <a:pt x="42386" y="543877"/>
                  </a:lnTo>
                  <a:lnTo>
                    <a:pt x="42386" y="545783"/>
                  </a:lnTo>
                  <a:lnTo>
                    <a:pt x="41909" y="546735"/>
                  </a:lnTo>
                  <a:lnTo>
                    <a:pt x="40957" y="546735"/>
                  </a:lnTo>
                  <a:lnTo>
                    <a:pt x="39528" y="547688"/>
                  </a:lnTo>
                  <a:lnTo>
                    <a:pt x="39528" y="549593"/>
                  </a:lnTo>
                  <a:lnTo>
                    <a:pt x="41909" y="554831"/>
                  </a:lnTo>
                  <a:lnTo>
                    <a:pt x="42386" y="559118"/>
                  </a:lnTo>
                  <a:lnTo>
                    <a:pt x="41434" y="563404"/>
                  </a:lnTo>
                  <a:lnTo>
                    <a:pt x="40481" y="564833"/>
                  </a:lnTo>
                  <a:lnTo>
                    <a:pt x="39528" y="565785"/>
                  </a:lnTo>
                  <a:lnTo>
                    <a:pt x="39052" y="567214"/>
                  </a:lnTo>
                  <a:lnTo>
                    <a:pt x="39052" y="568643"/>
                  </a:lnTo>
                  <a:lnTo>
                    <a:pt x="46196" y="564833"/>
                  </a:lnTo>
                  <a:lnTo>
                    <a:pt x="52863" y="559594"/>
                  </a:lnTo>
                  <a:lnTo>
                    <a:pt x="50482" y="555308"/>
                  </a:lnTo>
                  <a:lnTo>
                    <a:pt x="51911" y="552926"/>
                  </a:lnTo>
                  <a:lnTo>
                    <a:pt x="54292" y="552926"/>
                  </a:lnTo>
                  <a:lnTo>
                    <a:pt x="58102" y="554355"/>
                  </a:lnTo>
                  <a:lnTo>
                    <a:pt x="60959" y="554355"/>
                  </a:lnTo>
                  <a:lnTo>
                    <a:pt x="65246" y="544354"/>
                  </a:lnTo>
                  <a:lnTo>
                    <a:pt x="65722" y="540544"/>
                  </a:lnTo>
                  <a:lnTo>
                    <a:pt x="65246" y="536734"/>
                  </a:lnTo>
                  <a:lnTo>
                    <a:pt x="66675" y="532448"/>
                  </a:lnTo>
                  <a:lnTo>
                    <a:pt x="67627" y="528161"/>
                  </a:lnTo>
                  <a:lnTo>
                    <a:pt x="68580" y="524351"/>
                  </a:lnTo>
                  <a:lnTo>
                    <a:pt x="70009" y="520541"/>
                  </a:lnTo>
                  <a:lnTo>
                    <a:pt x="71913" y="515302"/>
                  </a:lnTo>
                  <a:lnTo>
                    <a:pt x="74294" y="510540"/>
                  </a:lnTo>
                  <a:lnTo>
                    <a:pt x="82390" y="501015"/>
                  </a:lnTo>
                  <a:lnTo>
                    <a:pt x="83344" y="499586"/>
                  </a:lnTo>
                  <a:lnTo>
                    <a:pt x="83344" y="498158"/>
                  </a:lnTo>
                  <a:lnTo>
                    <a:pt x="80009" y="496252"/>
                  </a:lnTo>
                  <a:lnTo>
                    <a:pt x="80486" y="493871"/>
                  </a:lnTo>
                  <a:close/>
                </a:path>
              </a:pathLst>
            </a:custGeom>
            <a:grpFill/>
            <a:ln w="317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903C80DC-BEDD-4D34-A7B9-F573F9B92F2E}"/>
                </a:ext>
              </a:extLst>
            </p:cNvPr>
            <p:cNvSpPr/>
            <p:nvPr/>
          </p:nvSpPr>
          <p:spPr>
            <a:xfrm>
              <a:off x="6908482" y="3135153"/>
              <a:ext cx="148113" cy="155257"/>
            </a:xfrm>
            <a:custGeom>
              <a:avLst/>
              <a:gdLst>
                <a:gd name="connsiteX0" fmla="*/ 146209 w 148113"/>
                <a:gd name="connsiteY0" fmla="*/ 38100 h 155257"/>
                <a:gd name="connsiteX1" fmla="*/ 142875 w 148113"/>
                <a:gd name="connsiteY1" fmla="*/ 39053 h 155257"/>
                <a:gd name="connsiteX2" fmla="*/ 139541 w 148113"/>
                <a:gd name="connsiteY2" fmla="*/ 40005 h 155257"/>
                <a:gd name="connsiteX3" fmla="*/ 137160 w 148113"/>
                <a:gd name="connsiteY3" fmla="*/ 33338 h 155257"/>
                <a:gd name="connsiteX4" fmla="*/ 140018 w 148113"/>
                <a:gd name="connsiteY4" fmla="*/ 32861 h 155257"/>
                <a:gd name="connsiteX5" fmla="*/ 137636 w 148113"/>
                <a:gd name="connsiteY5" fmla="*/ 24765 h 155257"/>
                <a:gd name="connsiteX6" fmla="*/ 135255 w 148113"/>
                <a:gd name="connsiteY6" fmla="*/ 16193 h 155257"/>
                <a:gd name="connsiteX7" fmla="*/ 132874 w 148113"/>
                <a:gd name="connsiteY7" fmla="*/ 8096 h 155257"/>
                <a:gd name="connsiteX8" fmla="*/ 130493 w 148113"/>
                <a:gd name="connsiteY8" fmla="*/ 0 h 155257"/>
                <a:gd name="connsiteX9" fmla="*/ 121444 w 148113"/>
                <a:gd name="connsiteY9" fmla="*/ 4763 h 155257"/>
                <a:gd name="connsiteX10" fmla="*/ 112395 w 148113"/>
                <a:gd name="connsiteY10" fmla="*/ 10001 h 155257"/>
                <a:gd name="connsiteX11" fmla="*/ 105728 w 148113"/>
                <a:gd name="connsiteY11" fmla="*/ 13811 h 155257"/>
                <a:gd name="connsiteX12" fmla="*/ 95726 w 148113"/>
                <a:gd name="connsiteY12" fmla="*/ 20003 h 155257"/>
                <a:gd name="connsiteX13" fmla="*/ 89535 w 148113"/>
                <a:gd name="connsiteY13" fmla="*/ 23813 h 155257"/>
                <a:gd name="connsiteX14" fmla="*/ 80486 w 148113"/>
                <a:gd name="connsiteY14" fmla="*/ 29051 h 155257"/>
                <a:gd name="connsiteX15" fmla="*/ 72866 w 148113"/>
                <a:gd name="connsiteY15" fmla="*/ 33814 h 155257"/>
                <a:gd name="connsiteX16" fmla="*/ 63818 w 148113"/>
                <a:gd name="connsiteY16" fmla="*/ 39529 h 155257"/>
                <a:gd name="connsiteX17" fmla="*/ 52388 w 148113"/>
                <a:gd name="connsiteY17" fmla="*/ 37624 h 155257"/>
                <a:gd name="connsiteX18" fmla="*/ 48578 w 148113"/>
                <a:gd name="connsiteY18" fmla="*/ 36671 h 155257"/>
                <a:gd name="connsiteX19" fmla="*/ 45720 w 148113"/>
                <a:gd name="connsiteY19" fmla="*/ 34290 h 155257"/>
                <a:gd name="connsiteX20" fmla="*/ 43339 w 148113"/>
                <a:gd name="connsiteY20" fmla="*/ 32861 h 155257"/>
                <a:gd name="connsiteX21" fmla="*/ 38100 w 148113"/>
                <a:gd name="connsiteY21" fmla="*/ 31433 h 155257"/>
                <a:gd name="connsiteX22" fmla="*/ 34290 w 148113"/>
                <a:gd name="connsiteY22" fmla="*/ 26194 h 155257"/>
                <a:gd name="connsiteX23" fmla="*/ 32385 w 148113"/>
                <a:gd name="connsiteY23" fmla="*/ 24765 h 155257"/>
                <a:gd name="connsiteX24" fmla="*/ 28575 w 148113"/>
                <a:gd name="connsiteY24" fmla="*/ 23813 h 155257"/>
                <a:gd name="connsiteX25" fmla="*/ 26670 w 148113"/>
                <a:gd name="connsiteY25" fmla="*/ 23813 h 155257"/>
                <a:gd name="connsiteX26" fmla="*/ 22860 w 148113"/>
                <a:gd name="connsiteY26" fmla="*/ 25718 h 155257"/>
                <a:gd name="connsiteX27" fmla="*/ 21907 w 148113"/>
                <a:gd name="connsiteY27" fmla="*/ 26194 h 155257"/>
                <a:gd name="connsiteX28" fmla="*/ 21431 w 148113"/>
                <a:gd name="connsiteY28" fmla="*/ 27146 h 155257"/>
                <a:gd name="connsiteX29" fmla="*/ 21431 w 148113"/>
                <a:gd name="connsiteY29" fmla="*/ 28099 h 155257"/>
                <a:gd name="connsiteX30" fmla="*/ 20479 w 148113"/>
                <a:gd name="connsiteY30" fmla="*/ 36671 h 155257"/>
                <a:gd name="connsiteX31" fmla="*/ 21431 w 148113"/>
                <a:gd name="connsiteY31" fmla="*/ 42386 h 155257"/>
                <a:gd name="connsiteX32" fmla="*/ 20003 w 148113"/>
                <a:gd name="connsiteY32" fmla="*/ 47149 h 155257"/>
                <a:gd name="connsiteX33" fmla="*/ 20003 w 148113"/>
                <a:gd name="connsiteY33" fmla="*/ 51911 h 155257"/>
                <a:gd name="connsiteX34" fmla="*/ 20955 w 148113"/>
                <a:gd name="connsiteY34" fmla="*/ 60008 h 155257"/>
                <a:gd name="connsiteX35" fmla="*/ 19050 w 148113"/>
                <a:gd name="connsiteY35" fmla="*/ 63341 h 155257"/>
                <a:gd name="connsiteX36" fmla="*/ 17622 w 148113"/>
                <a:gd name="connsiteY36" fmla="*/ 67628 h 155257"/>
                <a:gd name="connsiteX37" fmla="*/ 17145 w 148113"/>
                <a:gd name="connsiteY37" fmla="*/ 70485 h 155257"/>
                <a:gd name="connsiteX38" fmla="*/ 16193 w 148113"/>
                <a:gd name="connsiteY38" fmla="*/ 76200 h 155257"/>
                <a:gd name="connsiteX39" fmla="*/ 16193 w 148113"/>
                <a:gd name="connsiteY39" fmla="*/ 76200 h 155257"/>
                <a:gd name="connsiteX40" fmla="*/ 15716 w 148113"/>
                <a:gd name="connsiteY40" fmla="*/ 80010 h 155257"/>
                <a:gd name="connsiteX41" fmla="*/ 15716 w 148113"/>
                <a:gd name="connsiteY41" fmla="*/ 80486 h 155257"/>
                <a:gd name="connsiteX42" fmla="*/ 16669 w 148113"/>
                <a:gd name="connsiteY42" fmla="*/ 83344 h 155257"/>
                <a:gd name="connsiteX43" fmla="*/ 14764 w 148113"/>
                <a:gd name="connsiteY43" fmla="*/ 89059 h 155257"/>
                <a:gd name="connsiteX44" fmla="*/ 12859 w 148113"/>
                <a:gd name="connsiteY44" fmla="*/ 93821 h 155257"/>
                <a:gd name="connsiteX45" fmla="*/ 11906 w 148113"/>
                <a:gd name="connsiteY45" fmla="*/ 95726 h 155257"/>
                <a:gd name="connsiteX46" fmla="*/ 10001 w 148113"/>
                <a:gd name="connsiteY46" fmla="*/ 100489 h 155257"/>
                <a:gd name="connsiteX47" fmla="*/ 7620 w 148113"/>
                <a:gd name="connsiteY47" fmla="*/ 106204 h 155257"/>
                <a:gd name="connsiteX48" fmla="*/ 6668 w 148113"/>
                <a:gd name="connsiteY48" fmla="*/ 110014 h 155257"/>
                <a:gd name="connsiteX49" fmla="*/ 7144 w 148113"/>
                <a:gd name="connsiteY49" fmla="*/ 110966 h 155257"/>
                <a:gd name="connsiteX50" fmla="*/ 6191 w 148113"/>
                <a:gd name="connsiteY50" fmla="*/ 118110 h 155257"/>
                <a:gd name="connsiteX51" fmla="*/ 6668 w 148113"/>
                <a:gd name="connsiteY51" fmla="*/ 120015 h 155257"/>
                <a:gd name="connsiteX52" fmla="*/ 4286 w 148113"/>
                <a:gd name="connsiteY52" fmla="*/ 126206 h 155257"/>
                <a:gd name="connsiteX53" fmla="*/ 3810 w 148113"/>
                <a:gd name="connsiteY53" fmla="*/ 129064 h 155257"/>
                <a:gd name="connsiteX54" fmla="*/ 2857 w 148113"/>
                <a:gd name="connsiteY54" fmla="*/ 133350 h 155257"/>
                <a:gd name="connsiteX55" fmla="*/ 953 w 148113"/>
                <a:gd name="connsiteY55" fmla="*/ 141922 h 155257"/>
                <a:gd name="connsiteX56" fmla="*/ 1429 w 148113"/>
                <a:gd name="connsiteY56" fmla="*/ 144304 h 155257"/>
                <a:gd name="connsiteX57" fmla="*/ 0 w 148113"/>
                <a:gd name="connsiteY57" fmla="*/ 149066 h 155257"/>
                <a:gd name="connsiteX58" fmla="*/ 7620 w 148113"/>
                <a:gd name="connsiteY58" fmla="*/ 150495 h 155257"/>
                <a:gd name="connsiteX59" fmla="*/ 13335 w 148113"/>
                <a:gd name="connsiteY59" fmla="*/ 151447 h 155257"/>
                <a:gd name="connsiteX60" fmla="*/ 21907 w 148113"/>
                <a:gd name="connsiteY60" fmla="*/ 152876 h 155257"/>
                <a:gd name="connsiteX61" fmla="*/ 30956 w 148113"/>
                <a:gd name="connsiteY61" fmla="*/ 154305 h 155257"/>
                <a:gd name="connsiteX62" fmla="*/ 36195 w 148113"/>
                <a:gd name="connsiteY62" fmla="*/ 155258 h 155257"/>
                <a:gd name="connsiteX63" fmla="*/ 38100 w 148113"/>
                <a:gd name="connsiteY63" fmla="*/ 154781 h 155257"/>
                <a:gd name="connsiteX64" fmla="*/ 45720 w 148113"/>
                <a:gd name="connsiteY64" fmla="*/ 149066 h 155257"/>
                <a:gd name="connsiteX65" fmla="*/ 51911 w 148113"/>
                <a:gd name="connsiteY65" fmla="*/ 143828 h 155257"/>
                <a:gd name="connsiteX66" fmla="*/ 56198 w 148113"/>
                <a:gd name="connsiteY66" fmla="*/ 137636 h 155257"/>
                <a:gd name="connsiteX67" fmla="*/ 60007 w 148113"/>
                <a:gd name="connsiteY67" fmla="*/ 131445 h 155257"/>
                <a:gd name="connsiteX68" fmla="*/ 61436 w 148113"/>
                <a:gd name="connsiteY68" fmla="*/ 130493 h 155257"/>
                <a:gd name="connsiteX69" fmla="*/ 67628 w 148113"/>
                <a:gd name="connsiteY69" fmla="*/ 129064 h 155257"/>
                <a:gd name="connsiteX70" fmla="*/ 76676 w 148113"/>
                <a:gd name="connsiteY70" fmla="*/ 127159 h 155257"/>
                <a:gd name="connsiteX71" fmla="*/ 85725 w 148113"/>
                <a:gd name="connsiteY71" fmla="*/ 125730 h 155257"/>
                <a:gd name="connsiteX72" fmla="*/ 86678 w 148113"/>
                <a:gd name="connsiteY72" fmla="*/ 124778 h 155257"/>
                <a:gd name="connsiteX73" fmla="*/ 88582 w 148113"/>
                <a:gd name="connsiteY73" fmla="*/ 120015 h 155257"/>
                <a:gd name="connsiteX74" fmla="*/ 91440 w 148113"/>
                <a:gd name="connsiteY74" fmla="*/ 113824 h 155257"/>
                <a:gd name="connsiteX75" fmla="*/ 91916 w 148113"/>
                <a:gd name="connsiteY75" fmla="*/ 113347 h 155257"/>
                <a:gd name="connsiteX76" fmla="*/ 92869 w 148113"/>
                <a:gd name="connsiteY76" fmla="*/ 112395 h 155257"/>
                <a:gd name="connsiteX77" fmla="*/ 99060 w 148113"/>
                <a:gd name="connsiteY77" fmla="*/ 109061 h 155257"/>
                <a:gd name="connsiteX78" fmla="*/ 103347 w 148113"/>
                <a:gd name="connsiteY78" fmla="*/ 106680 h 155257"/>
                <a:gd name="connsiteX79" fmla="*/ 97631 w 148113"/>
                <a:gd name="connsiteY79" fmla="*/ 100489 h 155257"/>
                <a:gd name="connsiteX80" fmla="*/ 92393 w 148113"/>
                <a:gd name="connsiteY80" fmla="*/ 94774 h 155257"/>
                <a:gd name="connsiteX81" fmla="*/ 86201 w 148113"/>
                <a:gd name="connsiteY81" fmla="*/ 88106 h 155257"/>
                <a:gd name="connsiteX82" fmla="*/ 80963 w 148113"/>
                <a:gd name="connsiteY82" fmla="*/ 82868 h 155257"/>
                <a:gd name="connsiteX83" fmla="*/ 73343 w 148113"/>
                <a:gd name="connsiteY83" fmla="*/ 75247 h 155257"/>
                <a:gd name="connsiteX84" fmla="*/ 68580 w 148113"/>
                <a:gd name="connsiteY84" fmla="*/ 70009 h 155257"/>
                <a:gd name="connsiteX85" fmla="*/ 77153 w 148113"/>
                <a:gd name="connsiteY85" fmla="*/ 67628 h 155257"/>
                <a:gd name="connsiteX86" fmla="*/ 86678 w 148113"/>
                <a:gd name="connsiteY86" fmla="*/ 65246 h 155257"/>
                <a:gd name="connsiteX87" fmla="*/ 96203 w 148113"/>
                <a:gd name="connsiteY87" fmla="*/ 62389 h 155257"/>
                <a:gd name="connsiteX88" fmla="*/ 107632 w 148113"/>
                <a:gd name="connsiteY88" fmla="*/ 59531 h 155257"/>
                <a:gd name="connsiteX89" fmla="*/ 116681 w 148113"/>
                <a:gd name="connsiteY89" fmla="*/ 57150 h 155257"/>
                <a:gd name="connsiteX90" fmla="*/ 130016 w 148113"/>
                <a:gd name="connsiteY90" fmla="*/ 53340 h 155257"/>
                <a:gd name="connsiteX91" fmla="*/ 136684 w 148113"/>
                <a:gd name="connsiteY91" fmla="*/ 51435 h 155257"/>
                <a:gd name="connsiteX92" fmla="*/ 137636 w 148113"/>
                <a:gd name="connsiteY92" fmla="*/ 50959 h 155257"/>
                <a:gd name="connsiteX93" fmla="*/ 142875 w 148113"/>
                <a:gd name="connsiteY93" fmla="*/ 46672 h 155257"/>
                <a:gd name="connsiteX94" fmla="*/ 148114 w 148113"/>
                <a:gd name="connsiteY94" fmla="*/ 41910 h 155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48113" h="155257">
                  <a:moveTo>
                    <a:pt x="146209" y="38100"/>
                  </a:moveTo>
                  <a:lnTo>
                    <a:pt x="142875" y="39053"/>
                  </a:lnTo>
                  <a:lnTo>
                    <a:pt x="139541" y="40005"/>
                  </a:lnTo>
                  <a:lnTo>
                    <a:pt x="137160" y="33338"/>
                  </a:lnTo>
                  <a:lnTo>
                    <a:pt x="140018" y="32861"/>
                  </a:lnTo>
                  <a:lnTo>
                    <a:pt x="137636" y="24765"/>
                  </a:lnTo>
                  <a:lnTo>
                    <a:pt x="135255" y="16193"/>
                  </a:lnTo>
                  <a:lnTo>
                    <a:pt x="132874" y="8096"/>
                  </a:lnTo>
                  <a:lnTo>
                    <a:pt x="130493" y="0"/>
                  </a:lnTo>
                  <a:lnTo>
                    <a:pt x="121444" y="4763"/>
                  </a:lnTo>
                  <a:lnTo>
                    <a:pt x="112395" y="10001"/>
                  </a:lnTo>
                  <a:lnTo>
                    <a:pt x="105728" y="13811"/>
                  </a:lnTo>
                  <a:lnTo>
                    <a:pt x="95726" y="20003"/>
                  </a:lnTo>
                  <a:lnTo>
                    <a:pt x="89535" y="23813"/>
                  </a:lnTo>
                  <a:lnTo>
                    <a:pt x="80486" y="29051"/>
                  </a:lnTo>
                  <a:lnTo>
                    <a:pt x="72866" y="33814"/>
                  </a:lnTo>
                  <a:lnTo>
                    <a:pt x="63818" y="39529"/>
                  </a:lnTo>
                  <a:lnTo>
                    <a:pt x="52388" y="37624"/>
                  </a:lnTo>
                  <a:lnTo>
                    <a:pt x="48578" y="36671"/>
                  </a:lnTo>
                  <a:lnTo>
                    <a:pt x="45720" y="34290"/>
                  </a:lnTo>
                  <a:lnTo>
                    <a:pt x="43339" y="32861"/>
                  </a:lnTo>
                  <a:lnTo>
                    <a:pt x="38100" y="31433"/>
                  </a:lnTo>
                  <a:lnTo>
                    <a:pt x="34290" y="26194"/>
                  </a:lnTo>
                  <a:lnTo>
                    <a:pt x="32385" y="24765"/>
                  </a:lnTo>
                  <a:lnTo>
                    <a:pt x="28575" y="23813"/>
                  </a:lnTo>
                  <a:lnTo>
                    <a:pt x="26670" y="23813"/>
                  </a:lnTo>
                  <a:lnTo>
                    <a:pt x="22860" y="25718"/>
                  </a:lnTo>
                  <a:lnTo>
                    <a:pt x="21907" y="26194"/>
                  </a:lnTo>
                  <a:lnTo>
                    <a:pt x="21431" y="27146"/>
                  </a:lnTo>
                  <a:lnTo>
                    <a:pt x="21431" y="28099"/>
                  </a:lnTo>
                  <a:lnTo>
                    <a:pt x="20479" y="36671"/>
                  </a:lnTo>
                  <a:lnTo>
                    <a:pt x="21431" y="42386"/>
                  </a:lnTo>
                  <a:lnTo>
                    <a:pt x="20003" y="47149"/>
                  </a:lnTo>
                  <a:lnTo>
                    <a:pt x="20003" y="51911"/>
                  </a:lnTo>
                  <a:lnTo>
                    <a:pt x="20955" y="60008"/>
                  </a:lnTo>
                  <a:lnTo>
                    <a:pt x="19050" y="63341"/>
                  </a:lnTo>
                  <a:lnTo>
                    <a:pt x="17622" y="67628"/>
                  </a:lnTo>
                  <a:lnTo>
                    <a:pt x="17145" y="70485"/>
                  </a:lnTo>
                  <a:lnTo>
                    <a:pt x="16193" y="76200"/>
                  </a:lnTo>
                  <a:lnTo>
                    <a:pt x="16193" y="76200"/>
                  </a:lnTo>
                  <a:lnTo>
                    <a:pt x="15716" y="80010"/>
                  </a:lnTo>
                  <a:lnTo>
                    <a:pt x="15716" y="80486"/>
                  </a:lnTo>
                  <a:lnTo>
                    <a:pt x="16669" y="83344"/>
                  </a:lnTo>
                  <a:lnTo>
                    <a:pt x="14764" y="89059"/>
                  </a:lnTo>
                  <a:lnTo>
                    <a:pt x="12859" y="93821"/>
                  </a:lnTo>
                  <a:lnTo>
                    <a:pt x="11906" y="95726"/>
                  </a:lnTo>
                  <a:lnTo>
                    <a:pt x="10001" y="100489"/>
                  </a:lnTo>
                  <a:lnTo>
                    <a:pt x="7620" y="106204"/>
                  </a:lnTo>
                  <a:lnTo>
                    <a:pt x="6668" y="110014"/>
                  </a:lnTo>
                  <a:lnTo>
                    <a:pt x="7144" y="110966"/>
                  </a:lnTo>
                  <a:lnTo>
                    <a:pt x="6191" y="118110"/>
                  </a:lnTo>
                  <a:lnTo>
                    <a:pt x="6668" y="120015"/>
                  </a:lnTo>
                  <a:lnTo>
                    <a:pt x="4286" y="126206"/>
                  </a:lnTo>
                  <a:lnTo>
                    <a:pt x="3810" y="129064"/>
                  </a:lnTo>
                  <a:lnTo>
                    <a:pt x="2857" y="133350"/>
                  </a:lnTo>
                  <a:lnTo>
                    <a:pt x="953" y="141922"/>
                  </a:lnTo>
                  <a:lnTo>
                    <a:pt x="1429" y="144304"/>
                  </a:lnTo>
                  <a:lnTo>
                    <a:pt x="0" y="149066"/>
                  </a:lnTo>
                  <a:lnTo>
                    <a:pt x="7620" y="150495"/>
                  </a:lnTo>
                  <a:lnTo>
                    <a:pt x="13335" y="151447"/>
                  </a:lnTo>
                  <a:lnTo>
                    <a:pt x="21907" y="152876"/>
                  </a:lnTo>
                  <a:lnTo>
                    <a:pt x="30956" y="154305"/>
                  </a:lnTo>
                  <a:lnTo>
                    <a:pt x="36195" y="155258"/>
                  </a:lnTo>
                  <a:lnTo>
                    <a:pt x="38100" y="154781"/>
                  </a:lnTo>
                  <a:lnTo>
                    <a:pt x="45720" y="149066"/>
                  </a:lnTo>
                  <a:lnTo>
                    <a:pt x="51911" y="143828"/>
                  </a:lnTo>
                  <a:lnTo>
                    <a:pt x="56198" y="137636"/>
                  </a:lnTo>
                  <a:lnTo>
                    <a:pt x="60007" y="131445"/>
                  </a:lnTo>
                  <a:lnTo>
                    <a:pt x="61436" y="130493"/>
                  </a:lnTo>
                  <a:lnTo>
                    <a:pt x="67628" y="129064"/>
                  </a:lnTo>
                  <a:lnTo>
                    <a:pt x="76676" y="127159"/>
                  </a:lnTo>
                  <a:lnTo>
                    <a:pt x="85725" y="125730"/>
                  </a:lnTo>
                  <a:lnTo>
                    <a:pt x="86678" y="124778"/>
                  </a:lnTo>
                  <a:lnTo>
                    <a:pt x="88582" y="120015"/>
                  </a:lnTo>
                  <a:lnTo>
                    <a:pt x="91440" y="113824"/>
                  </a:lnTo>
                  <a:lnTo>
                    <a:pt x="91916" y="113347"/>
                  </a:lnTo>
                  <a:lnTo>
                    <a:pt x="92869" y="112395"/>
                  </a:lnTo>
                  <a:lnTo>
                    <a:pt x="99060" y="109061"/>
                  </a:lnTo>
                  <a:lnTo>
                    <a:pt x="103347" y="106680"/>
                  </a:lnTo>
                  <a:lnTo>
                    <a:pt x="97631" y="100489"/>
                  </a:lnTo>
                  <a:lnTo>
                    <a:pt x="92393" y="94774"/>
                  </a:lnTo>
                  <a:lnTo>
                    <a:pt x="86201" y="88106"/>
                  </a:lnTo>
                  <a:lnTo>
                    <a:pt x="80963" y="82868"/>
                  </a:lnTo>
                  <a:lnTo>
                    <a:pt x="73343" y="75247"/>
                  </a:lnTo>
                  <a:lnTo>
                    <a:pt x="68580" y="70009"/>
                  </a:lnTo>
                  <a:lnTo>
                    <a:pt x="77153" y="67628"/>
                  </a:lnTo>
                  <a:lnTo>
                    <a:pt x="86678" y="65246"/>
                  </a:lnTo>
                  <a:lnTo>
                    <a:pt x="96203" y="62389"/>
                  </a:lnTo>
                  <a:lnTo>
                    <a:pt x="107632" y="59531"/>
                  </a:lnTo>
                  <a:lnTo>
                    <a:pt x="116681" y="57150"/>
                  </a:lnTo>
                  <a:lnTo>
                    <a:pt x="130016" y="53340"/>
                  </a:lnTo>
                  <a:lnTo>
                    <a:pt x="136684" y="51435"/>
                  </a:lnTo>
                  <a:lnTo>
                    <a:pt x="137636" y="50959"/>
                  </a:lnTo>
                  <a:lnTo>
                    <a:pt x="142875" y="46672"/>
                  </a:lnTo>
                  <a:lnTo>
                    <a:pt x="148114" y="41910"/>
                  </a:lnTo>
                  <a:close/>
                </a:path>
              </a:pathLst>
            </a:custGeom>
            <a:grpFill/>
            <a:ln w="317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E5549E7A-1114-4876-B3D5-26C36EE8D8C0}"/>
                </a:ext>
              </a:extLst>
            </p:cNvPr>
            <p:cNvSpPr/>
            <p:nvPr/>
          </p:nvSpPr>
          <p:spPr>
            <a:xfrm>
              <a:off x="3054191" y="3669981"/>
              <a:ext cx="72390" cy="28098"/>
            </a:xfrm>
            <a:custGeom>
              <a:avLst/>
              <a:gdLst>
                <a:gd name="connsiteX0" fmla="*/ 71914 w 72390"/>
                <a:gd name="connsiteY0" fmla="*/ 19050 h 28098"/>
                <a:gd name="connsiteX1" fmla="*/ 67628 w 72390"/>
                <a:gd name="connsiteY1" fmla="*/ 12859 h 28098"/>
                <a:gd name="connsiteX2" fmla="*/ 55721 w 72390"/>
                <a:gd name="connsiteY2" fmla="*/ 9525 h 28098"/>
                <a:gd name="connsiteX3" fmla="*/ 52864 w 72390"/>
                <a:gd name="connsiteY3" fmla="*/ 7620 h 28098"/>
                <a:gd name="connsiteX4" fmla="*/ 49054 w 72390"/>
                <a:gd name="connsiteY4" fmla="*/ 4763 h 28098"/>
                <a:gd name="connsiteX5" fmla="*/ 47149 w 72390"/>
                <a:gd name="connsiteY5" fmla="*/ 4286 h 28098"/>
                <a:gd name="connsiteX6" fmla="*/ 45244 w 72390"/>
                <a:gd name="connsiteY6" fmla="*/ 4286 h 28098"/>
                <a:gd name="connsiteX7" fmla="*/ 40958 w 72390"/>
                <a:gd name="connsiteY7" fmla="*/ 3810 h 28098"/>
                <a:gd name="connsiteX8" fmla="*/ 36671 w 72390"/>
                <a:gd name="connsiteY8" fmla="*/ 2381 h 28098"/>
                <a:gd name="connsiteX9" fmla="*/ 33814 w 72390"/>
                <a:gd name="connsiteY9" fmla="*/ 1905 h 28098"/>
                <a:gd name="connsiteX10" fmla="*/ 30480 w 72390"/>
                <a:gd name="connsiteY10" fmla="*/ 1905 h 28098"/>
                <a:gd name="connsiteX11" fmla="*/ 16193 w 72390"/>
                <a:gd name="connsiteY11" fmla="*/ 0 h 28098"/>
                <a:gd name="connsiteX12" fmla="*/ 14288 w 72390"/>
                <a:gd name="connsiteY12" fmla="*/ 953 h 28098"/>
                <a:gd name="connsiteX13" fmla="*/ 12383 w 72390"/>
                <a:gd name="connsiteY13" fmla="*/ 1905 h 28098"/>
                <a:gd name="connsiteX14" fmla="*/ 8572 w 72390"/>
                <a:gd name="connsiteY14" fmla="*/ 2858 h 28098"/>
                <a:gd name="connsiteX15" fmla="*/ 4286 w 72390"/>
                <a:gd name="connsiteY15" fmla="*/ 2858 h 28098"/>
                <a:gd name="connsiteX16" fmla="*/ 3334 w 72390"/>
                <a:gd name="connsiteY16" fmla="*/ 3334 h 28098"/>
                <a:gd name="connsiteX17" fmla="*/ 476 w 72390"/>
                <a:gd name="connsiteY17" fmla="*/ 6191 h 28098"/>
                <a:gd name="connsiteX18" fmla="*/ 0 w 72390"/>
                <a:gd name="connsiteY18" fmla="*/ 8096 h 28098"/>
                <a:gd name="connsiteX19" fmla="*/ 1905 w 72390"/>
                <a:gd name="connsiteY19" fmla="*/ 10478 h 28098"/>
                <a:gd name="connsiteX20" fmla="*/ 9049 w 72390"/>
                <a:gd name="connsiteY20" fmla="*/ 11430 h 28098"/>
                <a:gd name="connsiteX21" fmla="*/ 10001 w 72390"/>
                <a:gd name="connsiteY21" fmla="*/ 12383 h 28098"/>
                <a:gd name="connsiteX22" fmla="*/ 12859 w 72390"/>
                <a:gd name="connsiteY22" fmla="*/ 16669 h 28098"/>
                <a:gd name="connsiteX23" fmla="*/ 15716 w 72390"/>
                <a:gd name="connsiteY23" fmla="*/ 17621 h 28098"/>
                <a:gd name="connsiteX24" fmla="*/ 16669 w 72390"/>
                <a:gd name="connsiteY24" fmla="*/ 18574 h 28098"/>
                <a:gd name="connsiteX25" fmla="*/ 19526 w 72390"/>
                <a:gd name="connsiteY25" fmla="*/ 22384 h 28098"/>
                <a:gd name="connsiteX26" fmla="*/ 22860 w 72390"/>
                <a:gd name="connsiteY26" fmla="*/ 22860 h 28098"/>
                <a:gd name="connsiteX27" fmla="*/ 30004 w 72390"/>
                <a:gd name="connsiteY27" fmla="*/ 23336 h 28098"/>
                <a:gd name="connsiteX28" fmla="*/ 33338 w 72390"/>
                <a:gd name="connsiteY28" fmla="*/ 23813 h 28098"/>
                <a:gd name="connsiteX29" fmla="*/ 36195 w 72390"/>
                <a:gd name="connsiteY29" fmla="*/ 25718 h 28098"/>
                <a:gd name="connsiteX30" fmla="*/ 38576 w 72390"/>
                <a:gd name="connsiteY30" fmla="*/ 28099 h 28098"/>
                <a:gd name="connsiteX31" fmla="*/ 40481 w 72390"/>
                <a:gd name="connsiteY31" fmla="*/ 23813 h 28098"/>
                <a:gd name="connsiteX32" fmla="*/ 41434 w 72390"/>
                <a:gd name="connsiteY32" fmla="*/ 22384 h 28098"/>
                <a:gd name="connsiteX33" fmla="*/ 43339 w 72390"/>
                <a:gd name="connsiteY33" fmla="*/ 21431 h 28098"/>
                <a:gd name="connsiteX34" fmla="*/ 44291 w 72390"/>
                <a:gd name="connsiteY34" fmla="*/ 23336 h 28098"/>
                <a:gd name="connsiteX35" fmla="*/ 47625 w 72390"/>
                <a:gd name="connsiteY35" fmla="*/ 23336 h 28098"/>
                <a:gd name="connsiteX36" fmla="*/ 49054 w 72390"/>
                <a:gd name="connsiteY36" fmla="*/ 21431 h 28098"/>
                <a:gd name="connsiteX37" fmla="*/ 50959 w 72390"/>
                <a:gd name="connsiteY37" fmla="*/ 19050 h 28098"/>
                <a:gd name="connsiteX38" fmla="*/ 52864 w 72390"/>
                <a:gd name="connsiteY38" fmla="*/ 19050 h 28098"/>
                <a:gd name="connsiteX39" fmla="*/ 54293 w 72390"/>
                <a:gd name="connsiteY39" fmla="*/ 19526 h 28098"/>
                <a:gd name="connsiteX40" fmla="*/ 53340 w 72390"/>
                <a:gd name="connsiteY40" fmla="*/ 20479 h 28098"/>
                <a:gd name="connsiteX41" fmla="*/ 57150 w 72390"/>
                <a:gd name="connsiteY41" fmla="*/ 20955 h 28098"/>
                <a:gd name="connsiteX42" fmla="*/ 58579 w 72390"/>
                <a:gd name="connsiteY42" fmla="*/ 21431 h 28098"/>
                <a:gd name="connsiteX43" fmla="*/ 61913 w 72390"/>
                <a:gd name="connsiteY43" fmla="*/ 22860 h 28098"/>
                <a:gd name="connsiteX44" fmla="*/ 65722 w 72390"/>
                <a:gd name="connsiteY44" fmla="*/ 22860 h 28098"/>
                <a:gd name="connsiteX45" fmla="*/ 69533 w 72390"/>
                <a:gd name="connsiteY45" fmla="*/ 22384 h 28098"/>
                <a:gd name="connsiteX46" fmla="*/ 72390 w 72390"/>
                <a:gd name="connsiteY46" fmla="*/ 21431 h 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2390" h="28098">
                  <a:moveTo>
                    <a:pt x="71914" y="19050"/>
                  </a:moveTo>
                  <a:lnTo>
                    <a:pt x="67628" y="12859"/>
                  </a:lnTo>
                  <a:lnTo>
                    <a:pt x="55721" y="9525"/>
                  </a:lnTo>
                  <a:lnTo>
                    <a:pt x="52864" y="7620"/>
                  </a:lnTo>
                  <a:lnTo>
                    <a:pt x="49054" y="4763"/>
                  </a:lnTo>
                  <a:lnTo>
                    <a:pt x="47149" y="4286"/>
                  </a:lnTo>
                  <a:lnTo>
                    <a:pt x="45244" y="4286"/>
                  </a:lnTo>
                  <a:lnTo>
                    <a:pt x="40958" y="3810"/>
                  </a:lnTo>
                  <a:lnTo>
                    <a:pt x="36671" y="2381"/>
                  </a:lnTo>
                  <a:lnTo>
                    <a:pt x="33814" y="1905"/>
                  </a:lnTo>
                  <a:lnTo>
                    <a:pt x="30480" y="1905"/>
                  </a:lnTo>
                  <a:lnTo>
                    <a:pt x="16193" y="0"/>
                  </a:lnTo>
                  <a:lnTo>
                    <a:pt x="14288" y="953"/>
                  </a:lnTo>
                  <a:lnTo>
                    <a:pt x="12383" y="1905"/>
                  </a:lnTo>
                  <a:lnTo>
                    <a:pt x="8572" y="2858"/>
                  </a:lnTo>
                  <a:lnTo>
                    <a:pt x="4286" y="2858"/>
                  </a:lnTo>
                  <a:lnTo>
                    <a:pt x="3334" y="3334"/>
                  </a:lnTo>
                  <a:lnTo>
                    <a:pt x="476" y="6191"/>
                  </a:lnTo>
                  <a:lnTo>
                    <a:pt x="0" y="8096"/>
                  </a:lnTo>
                  <a:lnTo>
                    <a:pt x="1905" y="10478"/>
                  </a:lnTo>
                  <a:lnTo>
                    <a:pt x="9049" y="11430"/>
                  </a:lnTo>
                  <a:lnTo>
                    <a:pt x="10001" y="12383"/>
                  </a:lnTo>
                  <a:lnTo>
                    <a:pt x="12859" y="16669"/>
                  </a:lnTo>
                  <a:lnTo>
                    <a:pt x="15716" y="17621"/>
                  </a:lnTo>
                  <a:lnTo>
                    <a:pt x="16669" y="18574"/>
                  </a:lnTo>
                  <a:lnTo>
                    <a:pt x="19526" y="22384"/>
                  </a:lnTo>
                  <a:lnTo>
                    <a:pt x="22860" y="22860"/>
                  </a:lnTo>
                  <a:lnTo>
                    <a:pt x="30004" y="23336"/>
                  </a:lnTo>
                  <a:lnTo>
                    <a:pt x="33338" y="23813"/>
                  </a:lnTo>
                  <a:lnTo>
                    <a:pt x="36195" y="25718"/>
                  </a:lnTo>
                  <a:lnTo>
                    <a:pt x="38576" y="28099"/>
                  </a:lnTo>
                  <a:lnTo>
                    <a:pt x="40481" y="23813"/>
                  </a:lnTo>
                  <a:lnTo>
                    <a:pt x="41434" y="22384"/>
                  </a:lnTo>
                  <a:lnTo>
                    <a:pt x="43339" y="21431"/>
                  </a:lnTo>
                  <a:lnTo>
                    <a:pt x="44291" y="23336"/>
                  </a:lnTo>
                  <a:lnTo>
                    <a:pt x="47625" y="23336"/>
                  </a:lnTo>
                  <a:lnTo>
                    <a:pt x="49054" y="21431"/>
                  </a:lnTo>
                  <a:lnTo>
                    <a:pt x="50959" y="19050"/>
                  </a:lnTo>
                  <a:lnTo>
                    <a:pt x="52864" y="19050"/>
                  </a:lnTo>
                  <a:lnTo>
                    <a:pt x="54293" y="19526"/>
                  </a:lnTo>
                  <a:lnTo>
                    <a:pt x="53340" y="20479"/>
                  </a:lnTo>
                  <a:lnTo>
                    <a:pt x="57150" y="20955"/>
                  </a:lnTo>
                  <a:lnTo>
                    <a:pt x="58579" y="21431"/>
                  </a:lnTo>
                  <a:lnTo>
                    <a:pt x="61913" y="22860"/>
                  </a:lnTo>
                  <a:lnTo>
                    <a:pt x="65722" y="22860"/>
                  </a:lnTo>
                  <a:lnTo>
                    <a:pt x="69533" y="22384"/>
                  </a:lnTo>
                  <a:lnTo>
                    <a:pt x="72390" y="21431"/>
                  </a:lnTo>
                  <a:close/>
                </a:path>
              </a:pathLst>
            </a:custGeom>
            <a:grpFill/>
            <a:ln w="317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B63FAC1B-2500-4746-AC9D-F49A95836421}"/>
                </a:ext>
              </a:extLst>
            </p:cNvPr>
            <p:cNvSpPr/>
            <p:nvPr/>
          </p:nvSpPr>
          <p:spPr>
            <a:xfrm>
              <a:off x="5944076" y="2586989"/>
              <a:ext cx="405765" cy="421957"/>
            </a:xfrm>
            <a:custGeom>
              <a:avLst/>
              <a:gdLst>
                <a:gd name="connsiteX0" fmla="*/ 104775 w 405765"/>
                <a:gd name="connsiteY0" fmla="*/ 259080 h 421957"/>
                <a:gd name="connsiteX1" fmla="*/ 102870 w 405765"/>
                <a:gd name="connsiteY1" fmla="*/ 256699 h 421957"/>
                <a:gd name="connsiteX2" fmla="*/ 100965 w 405765"/>
                <a:gd name="connsiteY2" fmla="*/ 255270 h 421957"/>
                <a:gd name="connsiteX3" fmla="*/ 100489 w 405765"/>
                <a:gd name="connsiteY3" fmla="*/ 254794 h 421957"/>
                <a:gd name="connsiteX4" fmla="*/ 101918 w 405765"/>
                <a:gd name="connsiteY4" fmla="*/ 252413 h 421957"/>
                <a:gd name="connsiteX5" fmla="*/ 102870 w 405765"/>
                <a:gd name="connsiteY5" fmla="*/ 251936 h 421957"/>
                <a:gd name="connsiteX6" fmla="*/ 102870 w 405765"/>
                <a:gd name="connsiteY6" fmla="*/ 251460 h 421957"/>
                <a:gd name="connsiteX7" fmla="*/ 101441 w 405765"/>
                <a:gd name="connsiteY7" fmla="*/ 250984 h 421957"/>
                <a:gd name="connsiteX8" fmla="*/ 100013 w 405765"/>
                <a:gd name="connsiteY8" fmla="*/ 250031 h 421957"/>
                <a:gd name="connsiteX9" fmla="*/ 98584 w 405765"/>
                <a:gd name="connsiteY9" fmla="*/ 248126 h 421957"/>
                <a:gd name="connsiteX10" fmla="*/ 97155 w 405765"/>
                <a:gd name="connsiteY10" fmla="*/ 246221 h 421957"/>
                <a:gd name="connsiteX11" fmla="*/ 93822 w 405765"/>
                <a:gd name="connsiteY11" fmla="*/ 244316 h 421957"/>
                <a:gd name="connsiteX12" fmla="*/ 91440 w 405765"/>
                <a:gd name="connsiteY12" fmla="*/ 244316 h 421957"/>
                <a:gd name="connsiteX13" fmla="*/ 89535 w 405765"/>
                <a:gd name="connsiteY13" fmla="*/ 241935 h 421957"/>
                <a:gd name="connsiteX14" fmla="*/ 88106 w 405765"/>
                <a:gd name="connsiteY14" fmla="*/ 242411 h 421957"/>
                <a:gd name="connsiteX15" fmla="*/ 87630 w 405765"/>
                <a:gd name="connsiteY15" fmla="*/ 244792 h 421957"/>
                <a:gd name="connsiteX16" fmla="*/ 85725 w 405765"/>
                <a:gd name="connsiteY16" fmla="*/ 246697 h 421957"/>
                <a:gd name="connsiteX17" fmla="*/ 81915 w 405765"/>
                <a:gd name="connsiteY17" fmla="*/ 248126 h 421957"/>
                <a:gd name="connsiteX18" fmla="*/ 75724 w 405765"/>
                <a:gd name="connsiteY18" fmla="*/ 254794 h 421957"/>
                <a:gd name="connsiteX19" fmla="*/ 71438 w 405765"/>
                <a:gd name="connsiteY19" fmla="*/ 257175 h 421957"/>
                <a:gd name="connsiteX20" fmla="*/ 67151 w 405765"/>
                <a:gd name="connsiteY20" fmla="*/ 259080 h 421957"/>
                <a:gd name="connsiteX21" fmla="*/ 63818 w 405765"/>
                <a:gd name="connsiteY21" fmla="*/ 259556 h 421957"/>
                <a:gd name="connsiteX22" fmla="*/ 60007 w 405765"/>
                <a:gd name="connsiteY22" fmla="*/ 259080 h 421957"/>
                <a:gd name="connsiteX23" fmla="*/ 58103 w 405765"/>
                <a:gd name="connsiteY23" fmla="*/ 258604 h 421957"/>
                <a:gd name="connsiteX24" fmla="*/ 55722 w 405765"/>
                <a:gd name="connsiteY24" fmla="*/ 256699 h 421957"/>
                <a:gd name="connsiteX25" fmla="*/ 55245 w 405765"/>
                <a:gd name="connsiteY25" fmla="*/ 256222 h 421957"/>
                <a:gd name="connsiteX26" fmla="*/ 54769 w 405765"/>
                <a:gd name="connsiteY26" fmla="*/ 258127 h 421957"/>
                <a:gd name="connsiteX27" fmla="*/ 53816 w 405765"/>
                <a:gd name="connsiteY27" fmla="*/ 261938 h 421957"/>
                <a:gd name="connsiteX28" fmla="*/ 54293 w 405765"/>
                <a:gd name="connsiteY28" fmla="*/ 266700 h 421957"/>
                <a:gd name="connsiteX29" fmla="*/ 55722 w 405765"/>
                <a:gd name="connsiteY29" fmla="*/ 268605 h 421957"/>
                <a:gd name="connsiteX30" fmla="*/ 58103 w 405765"/>
                <a:gd name="connsiteY30" fmla="*/ 270510 h 421957"/>
                <a:gd name="connsiteX31" fmla="*/ 60007 w 405765"/>
                <a:gd name="connsiteY31" fmla="*/ 272891 h 421957"/>
                <a:gd name="connsiteX32" fmla="*/ 60960 w 405765"/>
                <a:gd name="connsiteY32" fmla="*/ 275272 h 421957"/>
                <a:gd name="connsiteX33" fmla="*/ 61913 w 405765"/>
                <a:gd name="connsiteY33" fmla="*/ 279082 h 421957"/>
                <a:gd name="connsiteX34" fmla="*/ 63818 w 405765"/>
                <a:gd name="connsiteY34" fmla="*/ 281464 h 421957"/>
                <a:gd name="connsiteX35" fmla="*/ 63818 w 405765"/>
                <a:gd name="connsiteY35" fmla="*/ 288131 h 421957"/>
                <a:gd name="connsiteX36" fmla="*/ 63341 w 405765"/>
                <a:gd name="connsiteY36" fmla="*/ 290036 h 421957"/>
                <a:gd name="connsiteX37" fmla="*/ 61913 w 405765"/>
                <a:gd name="connsiteY37" fmla="*/ 291465 h 421957"/>
                <a:gd name="connsiteX38" fmla="*/ 61436 w 405765"/>
                <a:gd name="connsiteY38" fmla="*/ 293846 h 421957"/>
                <a:gd name="connsiteX39" fmla="*/ 61913 w 405765"/>
                <a:gd name="connsiteY39" fmla="*/ 296227 h 421957"/>
                <a:gd name="connsiteX40" fmla="*/ 64770 w 405765"/>
                <a:gd name="connsiteY40" fmla="*/ 297180 h 421957"/>
                <a:gd name="connsiteX41" fmla="*/ 66675 w 405765"/>
                <a:gd name="connsiteY41" fmla="*/ 299561 h 421957"/>
                <a:gd name="connsiteX42" fmla="*/ 66199 w 405765"/>
                <a:gd name="connsiteY42" fmla="*/ 302419 h 421957"/>
                <a:gd name="connsiteX43" fmla="*/ 66199 w 405765"/>
                <a:gd name="connsiteY43" fmla="*/ 303847 h 421957"/>
                <a:gd name="connsiteX44" fmla="*/ 65247 w 405765"/>
                <a:gd name="connsiteY44" fmla="*/ 304324 h 421957"/>
                <a:gd name="connsiteX45" fmla="*/ 63818 w 405765"/>
                <a:gd name="connsiteY45" fmla="*/ 303371 h 421957"/>
                <a:gd name="connsiteX46" fmla="*/ 63341 w 405765"/>
                <a:gd name="connsiteY46" fmla="*/ 304324 h 421957"/>
                <a:gd name="connsiteX47" fmla="*/ 63818 w 405765"/>
                <a:gd name="connsiteY47" fmla="*/ 307181 h 421957"/>
                <a:gd name="connsiteX48" fmla="*/ 63341 w 405765"/>
                <a:gd name="connsiteY48" fmla="*/ 310515 h 421957"/>
                <a:gd name="connsiteX49" fmla="*/ 62389 w 405765"/>
                <a:gd name="connsiteY49" fmla="*/ 311944 h 421957"/>
                <a:gd name="connsiteX50" fmla="*/ 61913 w 405765"/>
                <a:gd name="connsiteY50" fmla="*/ 313372 h 421957"/>
                <a:gd name="connsiteX51" fmla="*/ 62389 w 405765"/>
                <a:gd name="connsiteY51" fmla="*/ 320992 h 421957"/>
                <a:gd name="connsiteX52" fmla="*/ 62865 w 405765"/>
                <a:gd name="connsiteY52" fmla="*/ 324326 h 421957"/>
                <a:gd name="connsiteX53" fmla="*/ 65247 w 405765"/>
                <a:gd name="connsiteY53" fmla="*/ 328136 h 421957"/>
                <a:gd name="connsiteX54" fmla="*/ 67628 w 405765"/>
                <a:gd name="connsiteY54" fmla="*/ 331470 h 421957"/>
                <a:gd name="connsiteX55" fmla="*/ 69056 w 405765"/>
                <a:gd name="connsiteY55" fmla="*/ 333851 h 421957"/>
                <a:gd name="connsiteX56" fmla="*/ 70961 w 405765"/>
                <a:gd name="connsiteY56" fmla="*/ 335280 h 421957"/>
                <a:gd name="connsiteX57" fmla="*/ 73343 w 405765"/>
                <a:gd name="connsiteY57" fmla="*/ 335280 h 421957"/>
                <a:gd name="connsiteX58" fmla="*/ 76200 w 405765"/>
                <a:gd name="connsiteY58" fmla="*/ 335756 h 421957"/>
                <a:gd name="connsiteX59" fmla="*/ 79057 w 405765"/>
                <a:gd name="connsiteY59" fmla="*/ 335756 h 421957"/>
                <a:gd name="connsiteX60" fmla="*/ 81915 w 405765"/>
                <a:gd name="connsiteY60" fmla="*/ 333851 h 421957"/>
                <a:gd name="connsiteX61" fmla="*/ 83820 w 405765"/>
                <a:gd name="connsiteY61" fmla="*/ 330517 h 421957"/>
                <a:gd name="connsiteX62" fmla="*/ 84773 w 405765"/>
                <a:gd name="connsiteY62" fmla="*/ 322897 h 421957"/>
                <a:gd name="connsiteX63" fmla="*/ 86201 w 405765"/>
                <a:gd name="connsiteY63" fmla="*/ 323850 h 421957"/>
                <a:gd name="connsiteX64" fmla="*/ 87630 w 405765"/>
                <a:gd name="connsiteY64" fmla="*/ 324326 h 421957"/>
                <a:gd name="connsiteX65" fmla="*/ 89535 w 405765"/>
                <a:gd name="connsiteY65" fmla="*/ 323850 h 421957"/>
                <a:gd name="connsiteX66" fmla="*/ 91440 w 405765"/>
                <a:gd name="connsiteY66" fmla="*/ 323850 h 421957"/>
                <a:gd name="connsiteX67" fmla="*/ 95726 w 405765"/>
                <a:gd name="connsiteY67" fmla="*/ 325755 h 421957"/>
                <a:gd name="connsiteX68" fmla="*/ 99060 w 405765"/>
                <a:gd name="connsiteY68" fmla="*/ 326707 h 421957"/>
                <a:gd name="connsiteX69" fmla="*/ 101441 w 405765"/>
                <a:gd name="connsiteY69" fmla="*/ 325755 h 421957"/>
                <a:gd name="connsiteX70" fmla="*/ 102394 w 405765"/>
                <a:gd name="connsiteY70" fmla="*/ 322421 h 421957"/>
                <a:gd name="connsiteX71" fmla="*/ 103347 w 405765"/>
                <a:gd name="connsiteY71" fmla="*/ 318611 h 421957"/>
                <a:gd name="connsiteX72" fmla="*/ 105728 w 405765"/>
                <a:gd name="connsiteY72" fmla="*/ 296227 h 421957"/>
                <a:gd name="connsiteX73" fmla="*/ 106204 w 405765"/>
                <a:gd name="connsiteY73" fmla="*/ 292417 h 421957"/>
                <a:gd name="connsiteX74" fmla="*/ 106204 w 405765"/>
                <a:gd name="connsiteY74" fmla="*/ 289560 h 421957"/>
                <a:gd name="connsiteX75" fmla="*/ 104775 w 405765"/>
                <a:gd name="connsiteY75" fmla="*/ 286702 h 421957"/>
                <a:gd name="connsiteX76" fmla="*/ 104299 w 405765"/>
                <a:gd name="connsiteY76" fmla="*/ 282416 h 421957"/>
                <a:gd name="connsiteX77" fmla="*/ 108109 w 405765"/>
                <a:gd name="connsiteY77" fmla="*/ 277177 h 421957"/>
                <a:gd name="connsiteX78" fmla="*/ 109061 w 405765"/>
                <a:gd name="connsiteY78" fmla="*/ 275749 h 421957"/>
                <a:gd name="connsiteX79" fmla="*/ 110014 w 405765"/>
                <a:gd name="connsiteY79" fmla="*/ 273367 h 421957"/>
                <a:gd name="connsiteX80" fmla="*/ 109538 w 405765"/>
                <a:gd name="connsiteY80" fmla="*/ 270986 h 421957"/>
                <a:gd name="connsiteX81" fmla="*/ 104775 w 405765"/>
                <a:gd name="connsiteY81" fmla="*/ 259080 h 421957"/>
                <a:gd name="connsiteX82" fmla="*/ 403384 w 405765"/>
                <a:gd name="connsiteY82" fmla="*/ 282892 h 421957"/>
                <a:gd name="connsiteX83" fmla="*/ 399098 w 405765"/>
                <a:gd name="connsiteY83" fmla="*/ 276701 h 421957"/>
                <a:gd name="connsiteX84" fmla="*/ 389097 w 405765"/>
                <a:gd name="connsiteY84" fmla="*/ 269081 h 421957"/>
                <a:gd name="connsiteX85" fmla="*/ 386239 w 405765"/>
                <a:gd name="connsiteY85" fmla="*/ 265271 h 421957"/>
                <a:gd name="connsiteX86" fmla="*/ 370047 w 405765"/>
                <a:gd name="connsiteY86" fmla="*/ 257651 h 421957"/>
                <a:gd name="connsiteX87" fmla="*/ 363379 w 405765"/>
                <a:gd name="connsiteY87" fmla="*/ 252413 h 421957"/>
                <a:gd name="connsiteX88" fmla="*/ 357664 w 405765"/>
                <a:gd name="connsiteY88" fmla="*/ 249079 h 421957"/>
                <a:gd name="connsiteX89" fmla="*/ 339090 w 405765"/>
                <a:gd name="connsiteY89" fmla="*/ 242411 h 421957"/>
                <a:gd name="connsiteX90" fmla="*/ 320516 w 405765"/>
                <a:gd name="connsiteY90" fmla="*/ 234315 h 421957"/>
                <a:gd name="connsiteX91" fmla="*/ 316706 w 405765"/>
                <a:gd name="connsiteY91" fmla="*/ 231457 h 421957"/>
                <a:gd name="connsiteX92" fmla="*/ 317182 w 405765"/>
                <a:gd name="connsiteY92" fmla="*/ 227171 h 421957"/>
                <a:gd name="connsiteX93" fmla="*/ 321469 w 405765"/>
                <a:gd name="connsiteY93" fmla="*/ 223838 h 421957"/>
                <a:gd name="connsiteX94" fmla="*/ 325279 w 405765"/>
                <a:gd name="connsiteY94" fmla="*/ 221456 h 421957"/>
                <a:gd name="connsiteX95" fmla="*/ 326707 w 405765"/>
                <a:gd name="connsiteY95" fmla="*/ 219075 h 421957"/>
                <a:gd name="connsiteX96" fmla="*/ 325755 w 405765"/>
                <a:gd name="connsiteY96" fmla="*/ 215741 h 421957"/>
                <a:gd name="connsiteX97" fmla="*/ 322422 w 405765"/>
                <a:gd name="connsiteY97" fmla="*/ 214313 h 421957"/>
                <a:gd name="connsiteX98" fmla="*/ 319088 w 405765"/>
                <a:gd name="connsiteY98" fmla="*/ 213836 h 421957"/>
                <a:gd name="connsiteX99" fmla="*/ 300038 w 405765"/>
                <a:gd name="connsiteY99" fmla="*/ 214789 h 421957"/>
                <a:gd name="connsiteX100" fmla="*/ 291941 w 405765"/>
                <a:gd name="connsiteY100" fmla="*/ 213836 h 421957"/>
                <a:gd name="connsiteX101" fmla="*/ 281464 w 405765"/>
                <a:gd name="connsiteY101" fmla="*/ 209074 h 421957"/>
                <a:gd name="connsiteX102" fmla="*/ 270510 w 405765"/>
                <a:gd name="connsiteY102" fmla="*/ 201454 h 421957"/>
                <a:gd name="connsiteX103" fmla="*/ 258128 w 405765"/>
                <a:gd name="connsiteY103" fmla="*/ 190976 h 421957"/>
                <a:gd name="connsiteX104" fmla="*/ 252413 w 405765"/>
                <a:gd name="connsiteY104" fmla="*/ 183356 h 421957"/>
                <a:gd name="connsiteX105" fmla="*/ 249555 w 405765"/>
                <a:gd name="connsiteY105" fmla="*/ 176689 h 421957"/>
                <a:gd name="connsiteX106" fmla="*/ 245269 w 405765"/>
                <a:gd name="connsiteY106" fmla="*/ 163354 h 421957"/>
                <a:gd name="connsiteX107" fmla="*/ 241459 w 405765"/>
                <a:gd name="connsiteY107" fmla="*/ 154781 h 421957"/>
                <a:gd name="connsiteX108" fmla="*/ 237173 w 405765"/>
                <a:gd name="connsiteY108" fmla="*/ 147161 h 421957"/>
                <a:gd name="connsiteX109" fmla="*/ 235268 w 405765"/>
                <a:gd name="connsiteY109" fmla="*/ 145732 h 421957"/>
                <a:gd name="connsiteX110" fmla="*/ 228124 w 405765"/>
                <a:gd name="connsiteY110" fmla="*/ 142875 h 421957"/>
                <a:gd name="connsiteX111" fmla="*/ 214789 w 405765"/>
                <a:gd name="connsiteY111" fmla="*/ 133350 h 421957"/>
                <a:gd name="connsiteX112" fmla="*/ 207645 w 405765"/>
                <a:gd name="connsiteY112" fmla="*/ 130492 h 421957"/>
                <a:gd name="connsiteX113" fmla="*/ 200501 w 405765"/>
                <a:gd name="connsiteY113" fmla="*/ 124777 h 421957"/>
                <a:gd name="connsiteX114" fmla="*/ 197644 w 405765"/>
                <a:gd name="connsiteY114" fmla="*/ 120967 h 421957"/>
                <a:gd name="connsiteX115" fmla="*/ 194310 w 405765"/>
                <a:gd name="connsiteY115" fmla="*/ 112395 h 421957"/>
                <a:gd name="connsiteX116" fmla="*/ 192405 w 405765"/>
                <a:gd name="connsiteY116" fmla="*/ 100013 h 421957"/>
                <a:gd name="connsiteX117" fmla="*/ 193357 w 405765"/>
                <a:gd name="connsiteY117" fmla="*/ 95250 h 421957"/>
                <a:gd name="connsiteX118" fmla="*/ 194786 w 405765"/>
                <a:gd name="connsiteY118" fmla="*/ 95250 h 421957"/>
                <a:gd name="connsiteX119" fmla="*/ 197168 w 405765"/>
                <a:gd name="connsiteY119" fmla="*/ 96679 h 421957"/>
                <a:gd name="connsiteX120" fmla="*/ 200025 w 405765"/>
                <a:gd name="connsiteY120" fmla="*/ 94774 h 421957"/>
                <a:gd name="connsiteX121" fmla="*/ 200978 w 405765"/>
                <a:gd name="connsiteY121" fmla="*/ 92392 h 421957"/>
                <a:gd name="connsiteX122" fmla="*/ 201930 w 405765"/>
                <a:gd name="connsiteY122" fmla="*/ 89535 h 421957"/>
                <a:gd name="connsiteX123" fmla="*/ 197644 w 405765"/>
                <a:gd name="connsiteY123" fmla="*/ 86677 h 421957"/>
                <a:gd name="connsiteX124" fmla="*/ 193834 w 405765"/>
                <a:gd name="connsiteY124" fmla="*/ 79534 h 421957"/>
                <a:gd name="connsiteX125" fmla="*/ 191929 w 405765"/>
                <a:gd name="connsiteY125" fmla="*/ 78105 h 421957"/>
                <a:gd name="connsiteX126" fmla="*/ 192881 w 405765"/>
                <a:gd name="connsiteY126" fmla="*/ 72866 h 421957"/>
                <a:gd name="connsiteX127" fmla="*/ 193834 w 405765"/>
                <a:gd name="connsiteY127" fmla="*/ 69532 h 421957"/>
                <a:gd name="connsiteX128" fmla="*/ 196691 w 405765"/>
                <a:gd name="connsiteY128" fmla="*/ 67627 h 421957"/>
                <a:gd name="connsiteX129" fmla="*/ 201454 w 405765"/>
                <a:gd name="connsiteY129" fmla="*/ 65246 h 421957"/>
                <a:gd name="connsiteX130" fmla="*/ 202882 w 405765"/>
                <a:gd name="connsiteY130" fmla="*/ 65246 h 421957"/>
                <a:gd name="connsiteX131" fmla="*/ 199549 w 405765"/>
                <a:gd name="connsiteY131" fmla="*/ 68580 h 421957"/>
                <a:gd name="connsiteX132" fmla="*/ 201930 w 405765"/>
                <a:gd name="connsiteY132" fmla="*/ 69056 h 421957"/>
                <a:gd name="connsiteX133" fmla="*/ 205740 w 405765"/>
                <a:gd name="connsiteY133" fmla="*/ 67627 h 421957"/>
                <a:gd name="connsiteX134" fmla="*/ 210979 w 405765"/>
                <a:gd name="connsiteY134" fmla="*/ 65722 h 421957"/>
                <a:gd name="connsiteX135" fmla="*/ 215741 w 405765"/>
                <a:gd name="connsiteY135" fmla="*/ 62865 h 421957"/>
                <a:gd name="connsiteX136" fmla="*/ 220028 w 405765"/>
                <a:gd name="connsiteY136" fmla="*/ 61913 h 421957"/>
                <a:gd name="connsiteX137" fmla="*/ 222885 w 405765"/>
                <a:gd name="connsiteY137" fmla="*/ 59531 h 421957"/>
                <a:gd name="connsiteX138" fmla="*/ 224314 w 405765"/>
                <a:gd name="connsiteY138" fmla="*/ 57626 h 421957"/>
                <a:gd name="connsiteX139" fmla="*/ 226219 w 405765"/>
                <a:gd name="connsiteY139" fmla="*/ 56674 h 421957"/>
                <a:gd name="connsiteX140" fmla="*/ 234791 w 405765"/>
                <a:gd name="connsiteY140" fmla="*/ 59055 h 421957"/>
                <a:gd name="connsiteX141" fmla="*/ 238125 w 405765"/>
                <a:gd name="connsiteY141" fmla="*/ 56674 h 421957"/>
                <a:gd name="connsiteX142" fmla="*/ 240506 w 405765"/>
                <a:gd name="connsiteY142" fmla="*/ 56674 h 421957"/>
                <a:gd name="connsiteX143" fmla="*/ 245745 w 405765"/>
                <a:gd name="connsiteY143" fmla="*/ 62865 h 421957"/>
                <a:gd name="connsiteX144" fmla="*/ 243364 w 405765"/>
                <a:gd name="connsiteY144" fmla="*/ 64294 h 421957"/>
                <a:gd name="connsiteX145" fmla="*/ 245269 w 405765"/>
                <a:gd name="connsiteY145" fmla="*/ 64294 h 421957"/>
                <a:gd name="connsiteX146" fmla="*/ 247650 w 405765"/>
                <a:gd name="connsiteY146" fmla="*/ 63817 h 421957"/>
                <a:gd name="connsiteX147" fmla="*/ 248603 w 405765"/>
                <a:gd name="connsiteY147" fmla="*/ 62865 h 421957"/>
                <a:gd name="connsiteX148" fmla="*/ 247174 w 405765"/>
                <a:gd name="connsiteY148" fmla="*/ 60007 h 421957"/>
                <a:gd name="connsiteX149" fmla="*/ 243364 w 405765"/>
                <a:gd name="connsiteY149" fmla="*/ 56674 h 421957"/>
                <a:gd name="connsiteX150" fmla="*/ 241459 w 405765"/>
                <a:gd name="connsiteY150" fmla="*/ 55245 h 421957"/>
                <a:gd name="connsiteX151" fmla="*/ 238601 w 405765"/>
                <a:gd name="connsiteY151" fmla="*/ 54292 h 421957"/>
                <a:gd name="connsiteX152" fmla="*/ 238125 w 405765"/>
                <a:gd name="connsiteY152" fmla="*/ 53340 h 421957"/>
                <a:gd name="connsiteX153" fmla="*/ 239554 w 405765"/>
                <a:gd name="connsiteY153" fmla="*/ 48101 h 421957"/>
                <a:gd name="connsiteX154" fmla="*/ 239078 w 405765"/>
                <a:gd name="connsiteY154" fmla="*/ 47149 h 421957"/>
                <a:gd name="connsiteX155" fmla="*/ 235744 w 405765"/>
                <a:gd name="connsiteY155" fmla="*/ 47625 h 421957"/>
                <a:gd name="connsiteX156" fmla="*/ 234791 w 405765"/>
                <a:gd name="connsiteY156" fmla="*/ 47149 h 421957"/>
                <a:gd name="connsiteX157" fmla="*/ 234315 w 405765"/>
                <a:gd name="connsiteY157" fmla="*/ 46196 h 421957"/>
                <a:gd name="connsiteX158" fmla="*/ 234315 w 405765"/>
                <a:gd name="connsiteY158" fmla="*/ 44767 h 421957"/>
                <a:gd name="connsiteX159" fmla="*/ 236220 w 405765"/>
                <a:gd name="connsiteY159" fmla="*/ 42863 h 421957"/>
                <a:gd name="connsiteX160" fmla="*/ 238601 w 405765"/>
                <a:gd name="connsiteY160" fmla="*/ 40957 h 421957"/>
                <a:gd name="connsiteX161" fmla="*/ 239078 w 405765"/>
                <a:gd name="connsiteY161" fmla="*/ 40005 h 421957"/>
                <a:gd name="connsiteX162" fmla="*/ 239078 w 405765"/>
                <a:gd name="connsiteY162" fmla="*/ 39052 h 421957"/>
                <a:gd name="connsiteX163" fmla="*/ 236220 w 405765"/>
                <a:gd name="connsiteY163" fmla="*/ 38100 h 421957"/>
                <a:gd name="connsiteX164" fmla="*/ 234315 w 405765"/>
                <a:gd name="connsiteY164" fmla="*/ 37147 h 421957"/>
                <a:gd name="connsiteX165" fmla="*/ 232886 w 405765"/>
                <a:gd name="connsiteY165" fmla="*/ 36671 h 421957"/>
                <a:gd name="connsiteX166" fmla="*/ 231934 w 405765"/>
                <a:gd name="connsiteY166" fmla="*/ 37147 h 421957"/>
                <a:gd name="connsiteX167" fmla="*/ 230981 w 405765"/>
                <a:gd name="connsiteY167" fmla="*/ 36671 h 421957"/>
                <a:gd name="connsiteX168" fmla="*/ 230029 w 405765"/>
                <a:gd name="connsiteY168" fmla="*/ 35242 h 421957"/>
                <a:gd name="connsiteX169" fmla="*/ 230981 w 405765"/>
                <a:gd name="connsiteY169" fmla="*/ 32861 h 421957"/>
                <a:gd name="connsiteX170" fmla="*/ 233839 w 405765"/>
                <a:gd name="connsiteY170" fmla="*/ 30480 h 421957"/>
                <a:gd name="connsiteX171" fmla="*/ 236697 w 405765"/>
                <a:gd name="connsiteY171" fmla="*/ 28575 h 421957"/>
                <a:gd name="connsiteX172" fmla="*/ 239078 w 405765"/>
                <a:gd name="connsiteY172" fmla="*/ 27146 h 421957"/>
                <a:gd name="connsiteX173" fmla="*/ 240506 w 405765"/>
                <a:gd name="connsiteY173" fmla="*/ 26670 h 421957"/>
                <a:gd name="connsiteX174" fmla="*/ 240982 w 405765"/>
                <a:gd name="connsiteY174" fmla="*/ 24289 h 421957"/>
                <a:gd name="connsiteX175" fmla="*/ 233839 w 405765"/>
                <a:gd name="connsiteY175" fmla="*/ 22860 h 421957"/>
                <a:gd name="connsiteX176" fmla="*/ 229076 w 405765"/>
                <a:gd name="connsiteY176" fmla="*/ 22860 h 421957"/>
                <a:gd name="connsiteX177" fmla="*/ 222885 w 405765"/>
                <a:gd name="connsiteY177" fmla="*/ 22384 h 421957"/>
                <a:gd name="connsiteX178" fmla="*/ 210503 w 405765"/>
                <a:gd name="connsiteY178" fmla="*/ 20002 h 421957"/>
                <a:gd name="connsiteX179" fmla="*/ 206693 w 405765"/>
                <a:gd name="connsiteY179" fmla="*/ 19050 h 421957"/>
                <a:gd name="connsiteX180" fmla="*/ 203359 w 405765"/>
                <a:gd name="connsiteY180" fmla="*/ 18574 h 421957"/>
                <a:gd name="connsiteX181" fmla="*/ 199073 w 405765"/>
                <a:gd name="connsiteY181" fmla="*/ 17621 h 421957"/>
                <a:gd name="connsiteX182" fmla="*/ 196215 w 405765"/>
                <a:gd name="connsiteY182" fmla="*/ 16192 h 421957"/>
                <a:gd name="connsiteX183" fmla="*/ 194310 w 405765"/>
                <a:gd name="connsiteY183" fmla="*/ 13811 h 421957"/>
                <a:gd name="connsiteX184" fmla="*/ 192405 w 405765"/>
                <a:gd name="connsiteY184" fmla="*/ 10477 h 421957"/>
                <a:gd name="connsiteX185" fmla="*/ 188595 w 405765"/>
                <a:gd name="connsiteY185" fmla="*/ 6191 h 421957"/>
                <a:gd name="connsiteX186" fmla="*/ 187643 w 405765"/>
                <a:gd name="connsiteY186" fmla="*/ 4286 h 421957"/>
                <a:gd name="connsiteX187" fmla="*/ 188595 w 405765"/>
                <a:gd name="connsiteY187" fmla="*/ 2381 h 421957"/>
                <a:gd name="connsiteX188" fmla="*/ 190024 w 405765"/>
                <a:gd name="connsiteY188" fmla="*/ 952 h 421957"/>
                <a:gd name="connsiteX189" fmla="*/ 190024 w 405765"/>
                <a:gd name="connsiteY189" fmla="*/ 476 h 421957"/>
                <a:gd name="connsiteX190" fmla="*/ 189072 w 405765"/>
                <a:gd name="connsiteY190" fmla="*/ 0 h 421957"/>
                <a:gd name="connsiteX191" fmla="*/ 182404 w 405765"/>
                <a:gd name="connsiteY191" fmla="*/ 1905 h 421957"/>
                <a:gd name="connsiteX192" fmla="*/ 175736 w 405765"/>
                <a:gd name="connsiteY192" fmla="*/ 4286 h 421957"/>
                <a:gd name="connsiteX193" fmla="*/ 173355 w 405765"/>
                <a:gd name="connsiteY193" fmla="*/ 4286 h 421957"/>
                <a:gd name="connsiteX194" fmla="*/ 170974 w 405765"/>
                <a:gd name="connsiteY194" fmla="*/ 3810 h 421957"/>
                <a:gd name="connsiteX195" fmla="*/ 167640 w 405765"/>
                <a:gd name="connsiteY195" fmla="*/ 3810 h 421957"/>
                <a:gd name="connsiteX196" fmla="*/ 164306 w 405765"/>
                <a:gd name="connsiteY196" fmla="*/ 4286 h 421957"/>
                <a:gd name="connsiteX197" fmla="*/ 158115 w 405765"/>
                <a:gd name="connsiteY197" fmla="*/ 4763 h 421957"/>
                <a:gd name="connsiteX198" fmla="*/ 154305 w 405765"/>
                <a:gd name="connsiteY198" fmla="*/ 6667 h 421957"/>
                <a:gd name="connsiteX199" fmla="*/ 151924 w 405765"/>
                <a:gd name="connsiteY199" fmla="*/ 10001 h 421957"/>
                <a:gd name="connsiteX200" fmla="*/ 150495 w 405765"/>
                <a:gd name="connsiteY200" fmla="*/ 12859 h 421957"/>
                <a:gd name="connsiteX201" fmla="*/ 149543 w 405765"/>
                <a:gd name="connsiteY201" fmla="*/ 13811 h 421957"/>
                <a:gd name="connsiteX202" fmla="*/ 147161 w 405765"/>
                <a:gd name="connsiteY202" fmla="*/ 14288 h 421957"/>
                <a:gd name="connsiteX203" fmla="*/ 143828 w 405765"/>
                <a:gd name="connsiteY203" fmla="*/ 13811 h 421957"/>
                <a:gd name="connsiteX204" fmla="*/ 141447 w 405765"/>
                <a:gd name="connsiteY204" fmla="*/ 12859 h 421957"/>
                <a:gd name="connsiteX205" fmla="*/ 139065 w 405765"/>
                <a:gd name="connsiteY205" fmla="*/ 10477 h 421957"/>
                <a:gd name="connsiteX206" fmla="*/ 135255 w 405765"/>
                <a:gd name="connsiteY206" fmla="*/ 10001 h 421957"/>
                <a:gd name="connsiteX207" fmla="*/ 131922 w 405765"/>
                <a:gd name="connsiteY207" fmla="*/ 10001 h 421957"/>
                <a:gd name="connsiteX208" fmla="*/ 130969 w 405765"/>
                <a:gd name="connsiteY208" fmla="*/ 9525 h 421957"/>
                <a:gd name="connsiteX209" fmla="*/ 129540 w 405765"/>
                <a:gd name="connsiteY209" fmla="*/ 15240 h 421957"/>
                <a:gd name="connsiteX210" fmla="*/ 129064 w 405765"/>
                <a:gd name="connsiteY210" fmla="*/ 18097 h 421957"/>
                <a:gd name="connsiteX211" fmla="*/ 130493 w 405765"/>
                <a:gd name="connsiteY211" fmla="*/ 20002 h 421957"/>
                <a:gd name="connsiteX212" fmla="*/ 130493 w 405765"/>
                <a:gd name="connsiteY212" fmla="*/ 21431 h 421957"/>
                <a:gd name="connsiteX213" fmla="*/ 130016 w 405765"/>
                <a:gd name="connsiteY213" fmla="*/ 22860 h 421957"/>
                <a:gd name="connsiteX214" fmla="*/ 127635 w 405765"/>
                <a:gd name="connsiteY214" fmla="*/ 22860 h 421957"/>
                <a:gd name="connsiteX215" fmla="*/ 124778 w 405765"/>
                <a:gd name="connsiteY215" fmla="*/ 21907 h 421957"/>
                <a:gd name="connsiteX216" fmla="*/ 122397 w 405765"/>
                <a:gd name="connsiteY216" fmla="*/ 19526 h 421957"/>
                <a:gd name="connsiteX217" fmla="*/ 120491 w 405765"/>
                <a:gd name="connsiteY217" fmla="*/ 20002 h 421957"/>
                <a:gd name="connsiteX218" fmla="*/ 118586 w 405765"/>
                <a:gd name="connsiteY218" fmla="*/ 20479 h 421957"/>
                <a:gd name="connsiteX219" fmla="*/ 117634 w 405765"/>
                <a:gd name="connsiteY219" fmla="*/ 22860 h 421957"/>
                <a:gd name="connsiteX220" fmla="*/ 116681 w 405765"/>
                <a:gd name="connsiteY220" fmla="*/ 25717 h 421957"/>
                <a:gd name="connsiteX221" fmla="*/ 117157 w 405765"/>
                <a:gd name="connsiteY221" fmla="*/ 27146 h 421957"/>
                <a:gd name="connsiteX222" fmla="*/ 118586 w 405765"/>
                <a:gd name="connsiteY222" fmla="*/ 28099 h 421957"/>
                <a:gd name="connsiteX223" fmla="*/ 119539 w 405765"/>
                <a:gd name="connsiteY223" fmla="*/ 30480 h 421957"/>
                <a:gd name="connsiteX224" fmla="*/ 120015 w 405765"/>
                <a:gd name="connsiteY224" fmla="*/ 33814 h 421957"/>
                <a:gd name="connsiteX225" fmla="*/ 120491 w 405765"/>
                <a:gd name="connsiteY225" fmla="*/ 35242 h 421957"/>
                <a:gd name="connsiteX226" fmla="*/ 120015 w 405765"/>
                <a:gd name="connsiteY226" fmla="*/ 35719 h 421957"/>
                <a:gd name="connsiteX227" fmla="*/ 118586 w 405765"/>
                <a:gd name="connsiteY227" fmla="*/ 36195 h 421957"/>
                <a:gd name="connsiteX228" fmla="*/ 117157 w 405765"/>
                <a:gd name="connsiteY228" fmla="*/ 35719 h 421957"/>
                <a:gd name="connsiteX229" fmla="*/ 114776 w 405765"/>
                <a:gd name="connsiteY229" fmla="*/ 31909 h 421957"/>
                <a:gd name="connsiteX230" fmla="*/ 113824 w 405765"/>
                <a:gd name="connsiteY230" fmla="*/ 30480 h 421957"/>
                <a:gd name="connsiteX231" fmla="*/ 111919 w 405765"/>
                <a:gd name="connsiteY231" fmla="*/ 30004 h 421957"/>
                <a:gd name="connsiteX232" fmla="*/ 108585 w 405765"/>
                <a:gd name="connsiteY232" fmla="*/ 30956 h 421957"/>
                <a:gd name="connsiteX233" fmla="*/ 103347 w 405765"/>
                <a:gd name="connsiteY233" fmla="*/ 32861 h 421957"/>
                <a:gd name="connsiteX234" fmla="*/ 101441 w 405765"/>
                <a:gd name="connsiteY234" fmla="*/ 32861 h 421957"/>
                <a:gd name="connsiteX235" fmla="*/ 99536 w 405765"/>
                <a:gd name="connsiteY235" fmla="*/ 32385 h 421957"/>
                <a:gd name="connsiteX236" fmla="*/ 98107 w 405765"/>
                <a:gd name="connsiteY236" fmla="*/ 30480 h 421957"/>
                <a:gd name="connsiteX237" fmla="*/ 96679 w 405765"/>
                <a:gd name="connsiteY237" fmla="*/ 27146 h 421957"/>
                <a:gd name="connsiteX238" fmla="*/ 96203 w 405765"/>
                <a:gd name="connsiteY238" fmla="*/ 24765 h 421957"/>
                <a:gd name="connsiteX239" fmla="*/ 95250 w 405765"/>
                <a:gd name="connsiteY239" fmla="*/ 24765 h 421957"/>
                <a:gd name="connsiteX240" fmla="*/ 91916 w 405765"/>
                <a:gd name="connsiteY240" fmla="*/ 24289 h 421957"/>
                <a:gd name="connsiteX241" fmla="*/ 90488 w 405765"/>
                <a:gd name="connsiteY241" fmla="*/ 25241 h 421957"/>
                <a:gd name="connsiteX242" fmla="*/ 90488 w 405765"/>
                <a:gd name="connsiteY242" fmla="*/ 28575 h 421957"/>
                <a:gd name="connsiteX243" fmla="*/ 90011 w 405765"/>
                <a:gd name="connsiteY243" fmla="*/ 32861 h 421957"/>
                <a:gd name="connsiteX244" fmla="*/ 88582 w 405765"/>
                <a:gd name="connsiteY244" fmla="*/ 35719 h 421957"/>
                <a:gd name="connsiteX245" fmla="*/ 84297 w 405765"/>
                <a:gd name="connsiteY245" fmla="*/ 40481 h 421957"/>
                <a:gd name="connsiteX246" fmla="*/ 82868 w 405765"/>
                <a:gd name="connsiteY246" fmla="*/ 42863 h 421957"/>
                <a:gd name="connsiteX247" fmla="*/ 82391 w 405765"/>
                <a:gd name="connsiteY247" fmla="*/ 44291 h 421957"/>
                <a:gd name="connsiteX248" fmla="*/ 82391 w 405765"/>
                <a:gd name="connsiteY248" fmla="*/ 45720 h 421957"/>
                <a:gd name="connsiteX249" fmla="*/ 82868 w 405765"/>
                <a:gd name="connsiteY249" fmla="*/ 48101 h 421957"/>
                <a:gd name="connsiteX250" fmla="*/ 83820 w 405765"/>
                <a:gd name="connsiteY250" fmla="*/ 50482 h 421957"/>
                <a:gd name="connsiteX251" fmla="*/ 82868 w 405765"/>
                <a:gd name="connsiteY251" fmla="*/ 51911 h 421957"/>
                <a:gd name="connsiteX252" fmla="*/ 80486 w 405765"/>
                <a:gd name="connsiteY252" fmla="*/ 52388 h 421957"/>
                <a:gd name="connsiteX253" fmla="*/ 78581 w 405765"/>
                <a:gd name="connsiteY253" fmla="*/ 50959 h 421957"/>
                <a:gd name="connsiteX254" fmla="*/ 78105 w 405765"/>
                <a:gd name="connsiteY254" fmla="*/ 48577 h 421957"/>
                <a:gd name="connsiteX255" fmla="*/ 74295 w 405765"/>
                <a:gd name="connsiteY255" fmla="*/ 45244 h 421957"/>
                <a:gd name="connsiteX256" fmla="*/ 75724 w 405765"/>
                <a:gd name="connsiteY256" fmla="*/ 42386 h 421957"/>
                <a:gd name="connsiteX257" fmla="*/ 75248 w 405765"/>
                <a:gd name="connsiteY257" fmla="*/ 41910 h 421957"/>
                <a:gd name="connsiteX258" fmla="*/ 69056 w 405765"/>
                <a:gd name="connsiteY258" fmla="*/ 40481 h 421957"/>
                <a:gd name="connsiteX259" fmla="*/ 66675 w 405765"/>
                <a:gd name="connsiteY259" fmla="*/ 38576 h 421957"/>
                <a:gd name="connsiteX260" fmla="*/ 62865 w 405765"/>
                <a:gd name="connsiteY260" fmla="*/ 34766 h 421957"/>
                <a:gd name="connsiteX261" fmla="*/ 62389 w 405765"/>
                <a:gd name="connsiteY261" fmla="*/ 33338 h 421957"/>
                <a:gd name="connsiteX262" fmla="*/ 62389 w 405765"/>
                <a:gd name="connsiteY262" fmla="*/ 28099 h 421957"/>
                <a:gd name="connsiteX263" fmla="*/ 62389 w 405765"/>
                <a:gd name="connsiteY263" fmla="*/ 26670 h 421957"/>
                <a:gd name="connsiteX264" fmla="*/ 61913 w 405765"/>
                <a:gd name="connsiteY264" fmla="*/ 26194 h 421957"/>
                <a:gd name="connsiteX265" fmla="*/ 60007 w 405765"/>
                <a:gd name="connsiteY265" fmla="*/ 26194 h 421957"/>
                <a:gd name="connsiteX266" fmla="*/ 57626 w 405765"/>
                <a:gd name="connsiteY266" fmla="*/ 28099 h 421957"/>
                <a:gd name="connsiteX267" fmla="*/ 55245 w 405765"/>
                <a:gd name="connsiteY267" fmla="*/ 30956 h 421957"/>
                <a:gd name="connsiteX268" fmla="*/ 50482 w 405765"/>
                <a:gd name="connsiteY268" fmla="*/ 33814 h 421957"/>
                <a:gd name="connsiteX269" fmla="*/ 50006 w 405765"/>
                <a:gd name="connsiteY269" fmla="*/ 34290 h 421957"/>
                <a:gd name="connsiteX270" fmla="*/ 51435 w 405765"/>
                <a:gd name="connsiteY270" fmla="*/ 37147 h 421957"/>
                <a:gd name="connsiteX271" fmla="*/ 51435 w 405765"/>
                <a:gd name="connsiteY271" fmla="*/ 38100 h 421957"/>
                <a:gd name="connsiteX272" fmla="*/ 47625 w 405765"/>
                <a:gd name="connsiteY272" fmla="*/ 42863 h 421957"/>
                <a:gd name="connsiteX273" fmla="*/ 46673 w 405765"/>
                <a:gd name="connsiteY273" fmla="*/ 44291 h 421957"/>
                <a:gd name="connsiteX274" fmla="*/ 41910 w 405765"/>
                <a:gd name="connsiteY274" fmla="*/ 47149 h 421957"/>
                <a:gd name="connsiteX275" fmla="*/ 39529 w 405765"/>
                <a:gd name="connsiteY275" fmla="*/ 48101 h 421957"/>
                <a:gd name="connsiteX276" fmla="*/ 32861 w 405765"/>
                <a:gd name="connsiteY276" fmla="*/ 46196 h 421957"/>
                <a:gd name="connsiteX277" fmla="*/ 30956 w 405765"/>
                <a:gd name="connsiteY277" fmla="*/ 45720 h 421957"/>
                <a:gd name="connsiteX278" fmla="*/ 28099 w 405765"/>
                <a:gd name="connsiteY278" fmla="*/ 47149 h 421957"/>
                <a:gd name="connsiteX279" fmla="*/ 23813 w 405765"/>
                <a:gd name="connsiteY279" fmla="*/ 48577 h 421957"/>
                <a:gd name="connsiteX280" fmla="*/ 17145 w 405765"/>
                <a:gd name="connsiteY280" fmla="*/ 50006 h 421957"/>
                <a:gd name="connsiteX281" fmla="*/ 14764 w 405765"/>
                <a:gd name="connsiteY281" fmla="*/ 49054 h 421957"/>
                <a:gd name="connsiteX282" fmla="*/ 13811 w 405765"/>
                <a:gd name="connsiteY282" fmla="*/ 48101 h 421957"/>
                <a:gd name="connsiteX283" fmla="*/ 10954 w 405765"/>
                <a:gd name="connsiteY283" fmla="*/ 50482 h 421957"/>
                <a:gd name="connsiteX284" fmla="*/ 6191 w 405765"/>
                <a:gd name="connsiteY284" fmla="*/ 52864 h 421957"/>
                <a:gd name="connsiteX285" fmla="*/ 5715 w 405765"/>
                <a:gd name="connsiteY285" fmla="*/ 54292 h 421957"/>
                <a:gd name="connsiteX286" fmla="*/ 5715 w 405765"/>
                <a:gd name="connsiteY286" fmla="*/ 55721 h 421957"/>
                <a:gd name="connsiteX287" fmla="*/ 6191 w 405765"/>
                <a:gd name="connsiteY287" fmla="*/ 57150 h 421957"/>
                <a:gd name="connsiteX288" fmla="*/ 8573 w 405765"/>
                <a:gd name="connsiteY288" fmla="*/ 58579 h 421957"/>
                <a:gd name="connsiteX289" fmla="*/ 11430 w 405765"/>
                <a:gd name="connsiteY289" fmla="*/ 62389 h 421957"/>
                <a:gd name="connsiteX290" fmla="*/ 13335 w 405765"/>
                <a:gd name="connsiteY290" fmla="*/ 65722 h 421957"/>
                <a:gd name="connsiteX291" fmla="*/ 17145 w 405765"/>
                <a:gd name="connsiteY291" fmla="*/ 69056 h 421957"/>
                <a:gd name="connsiteX292" fmla="*/ 18098 w 405765"/>
                <a:gd name="connsiteY292" fmla="*/ 70009 h 421957"/>
                <a:gd name="connsiteX293" fmla="*/ 17622 w 405765"/>
                <a:gd name="connsiteY293" fmla="*/ 70961 h 421957"/>
                <a:gd name="connsiteX294" fmla="*/ 16669 w 405765"/>
                <a:gd name="connsiteY294" fmla="*/ 72390 h 421957"/>
                <a:gd name="connsiteX295" fmla="*/ 15240 w 405765"/>
                <a:gd name="connsiteY295" fmla="*/ 77152 h 421957"/>
                <a:gd name="connsiteX296" fmla="*/ 13811 w 405765"/>
                <a:gd name="connsiteY296" fmla="*/ 78105 h 421957"/>
                <a:gd name="connsiteX297" fmla="*/ 11906 w 405765"/>
                <a:gd name="connsiteY297" fmla="*/ 78581 h 421957"/>
                <a:gd name="connsiteX298" fmla="*/ 7144 w 405765"/>
                <a:gd name="connsiteY298" fmla="*/ 81915 h 421957"/>
                <a:gd name="connsiteX299" fmla="*/ 5239 w 405765"/>
                <a:gd name="connsiteY299" fmla="*/ 81439 h 421957"/>
                <a:gd name="connsiteX300" fmla="*/ 2381 w 405765"/>
                <a:gd name="connsiteY300" fmla="*/ 81439 h 421957"/>
                <a:gd name="connsiteX301" fmla="*/ 0 w 405765"/>
                <a:gd name="connsiteY301" fmla="*/ 82391 h 421957"/>
                <a:gd name="connsiteX302" fmla="*/ 476 w 405765"/>
                <a:gd name="connsiteY302" fmla="*/ 84296 h 421957"/>
                <a:gd name="connsiteX303" fmla="*/ 2381 w 405765"/>
                <a:gd name="connsiteY303" fmla="*/ 86201 h 421957"/>
                <a:gd name="connsiteX304" fmla="*/ 3334 w 405765"/>
                <a:gd name="connsiteY304" fmla="*/ 88106 h 421957"/>
                <a:gd name="connsiteX305" fmla="*/ 3810 w 405765"/>
                <a:gd name="connsiteY305" fmla="*/ 90488 h 421957"/>
                <a:gd name="connsiteX306" fmla="*/ 5715 w 405765"/>
                <a:gd name="connsiteY306" fmla="*/ 91916 h 421957"/>
                <a:gd name="connsiteX307" fmla="*/ 8573 w 405765"/>
                <a:gd name="connsiteY307" fmla="*/ 92869 h 421957"/>
                <a:gd name="connsiteX308" fmla="*/ 10478 w 405765"/>
                <a:gd name="connsiteY308" fmla="*/ 92869 h 421957"/>
                <a:gd name="connsiteX309" fmla="*/ 11430 w 405765"/>
                <a:gd name="connsiteY309" fmla="*/ 93345 h 421957"/>
                <a:gd name="connsiteX310" fmla="*/ 11906 w 405765"/>
                <a:gd name="connsiteY310" fmla="*/ 94297 h 421957"/>
                <a:gd name="connsiteX311" fmla="*/ 13335 w 405765"/>
                <a:gd name="connsiteY311" fmla="*/ 99060 h 421957"/>
                <a:gd name="connsiteX312" fmla="*/ 12382 w 405765"/>
                <a:gd name="connsiteY312" fmla="*/ 100013 h 421957"/>
                <a:gd name="connsiteX313" fmla="*/ 10954 w 405765"/>
                <a:gd name="connsiteY313" fmla="*/ 100489 h 421957"/>
                <a:gd name="connsiteX314" fmla="*/ 10001 w 405765"/>
                <a:gd name="connsiteY314" fmla="*/ 102394 h 421957"/>
                <a:gd name="connsiteX315" fmla="*/ 8097 w 405765"/>
                <a:gd name="connsiteY315" fmla="*/ 105251 h 421957"/>
                <a:gd name="connsiteX316" fmla="*/ 7144 w 405765"/>
                <a:gd name="connsiteY316" fmla="*/ 107632 h 421957"/>
                <a:gd name="connsiteX317" fmla="*/ 8573 w 405765"/>
                <a:gd name="connsiteY317" fmla="*/ 109538 h 421957"/>
                <a:gd name="connsiteX318" fmla="*/ 9049 w 405765"/>
                <a:gd name="connsiteY318" fmla="*/ 110966 h 421957"/>
                <a:gd name="connsiteX319" fmla="*/ 8573 w 405765"/>
                <a:gd name="connsiteY319" fmla="*/ 112395 h 421957"/>
                <a:gd name="connsiteX320" fmla="*/ 9525 w 405765"/>
                <a:gd name="connsiteY320" fmla="*/ 114776 h 421957"/>
                <a:gd name="connsiteX321" fmla="*/ 11906 w 405765"/>
                <a:gd name="connsiteY321" fmla="*/ 117157 h 421957"/>
                <a:gd name="connsiteX322" fmla="*/ 18098 w 405765"/>
                <a:gd name="connsiteY322" fmla="*/ 120491 h 421957"/>
                <a:gd name="connsiteX323" fmla="*/ 23813 w 405765"/>
                <a:gd name="connsiteY323" fmla="*/ 123349 h 421957"/>
                <a:gd name="connsiteX324" fmla="*/ 25718 w 405765"/>
                <a:gd name="connsiteY324" fmla="*/ 123825 h 421957"/>
                <a:gd name="connsiteX325" fmla="*/ 33338 w 405765"/>
                <a:gd name="connsiteY325" fmla="*/ 121920 h 421957"/>
                <a:gd name="connsiteX326" fmla="*/ 34766 w 405765"/>
                <a:gd name="connsiteY326" fmla="*/ 121920 h 421957"/>
                <a:gd name="connsiteX327" fmla="*/ 35719 w 405765"/>
                <a:gd name="connsiteY327" fmla="*/ 123825 h 421957"/>
                <a:gd name="connsiteX328" fmla="*/ 36195 w 405765"/>
                <a:gd name="connsiteY328" fmla="*/ 125254 h 421957"/>
                <a:gd name="connsiteX329" fmla="*/ 35243 w 405765"/>
                <a:gd name="connsiteY329" fmla="*/ 127159 h 421957"/>
                <a:gd name="connsiteX330" fmla="*/ 33338 w 405765"/>
                <a:gd name="connsiteY330" fmla="*/ 130016 h 421957"/>
                <a:gd name="connsiteX331" fmla="*/ 30956 w 405765"/>
                <a:gd name="connsiteY331" fmla="*/ 132397 h 421957"/>
                <a:gd name="connsiteX332" fmla="*/ 29528 w 405765"/>
                <a:gd name="connsiteY332" fmla="*/ 134302 h 421957"/>
                <a:gd name="connsiteX333" fmla="*/ 30004 w 405765"/>
                <a:gd name="connsiteY333" fmla="*/ 136207 h 421957"/>
                <a:gd name="connsiteX334" fmla="*/ 30004 w 405765"/>
                <a:gd name="connsiteY334" fmla="*/ 138589 h 421957"/>
                <a:gd name="connsiteX335" fmla="*/ 38100 w 405765"/>
                <a:gd name="connsiteY335" fmla="*/ 137160 h 421957"/>
                <a:gd name="connsiteX336" fmla="*/ 47149 w 405765"/>
                <a:gd name="connsiteY336" fmla="*/ 134302 h 421957"/>
                <a:gd name="connsiteX337" fmla="*/ 49530 w 405765"/>
                <a:gd name="connsiteY337" fmla="*/ 132397 h 421957"/>
                <a:gd name="connsiteX338" fmla="*/ 56674 w 405765"/>
                <a:gd name="connsiteY338" fmla="*/ 123349 h 421957"/>
                <a:gd name="connsiteX339" fmla="*/ 65723 w 405765"/>
                <a:gd name="connsiteY339" fmla="*/ 114776 h 421957"/>
                <a:gd name="connsiteX340" fmla="*/ 72866 w 405765"/>
                <a:gd name="connsiteY340" fmla="*/ 111442 h 421957"/>
                <a:gd name="connsiteX341" fmla="*/ 78581 w 405765"/>
                <a:gd name="connsiteY341" fmla="*/ 111919 h 421957"/>
                <a:gd name="connsiteX342" fmla="*/ 87630 w 405765"/>
                <a:gd name="connsiteY342" fmla="*/ 115252 h 421957"/>
                <a:gd name="connsiteX343" fmla="*/ 90964 w 405765"/>
                <a:gd name="connsiteY343" fmla="*/ 115252 h 421957"/>
                <a:gd name="connsiteX344" fmla="*/ 106204 w 405765"/>
                <a:gd name="connsiteY344" fmla="*/ 124301 h 421957"/>
                <a:gd name="connsiteX345" fmla="*/ 117157 w 405765"/>
                <a:gd name="connsiteY345" fmla="*/ 127635 h 421957"/>
                <a:gd name="connsiteX346" fmla="*/ 121920 w 405765"/>
                <a:gd name="connsiteY346" fmla="*/ 130492 h 421957"/>
                <a:gd name="connsiteX347" fmla="*/ 123825 w 405765"/>
                <a:gd name="connsiteY347" fmla="*/ 134302 h 421957"/>
                <a:gd name="connsiteX348" fmla="*/ 126206 w 405765"/>
                <a:gd name="connsiteY348" fmla="*/ 148114 h 421957"/>
                <a:gd name="connsiteX349" fmla="*/ 130493 w 405765"/>
                <a:gd name="connsiteY349" fmla="*/ 153829 h 421957"/>
                <a:gd name="connsiteX350" fmla="*/ 132874 w 405765"/>
                <a:gd name="connsiteY350" fmla="*/ 160496 h 421957"/>
                <a:gd name="connsiteX351" fmla="*/ 133350 w 405765"/>
                <a:gd name="connsiteY351" fmla="*/ 162877 h 421957"/>
                <a:gd name="connsiteX352" fmla="*/ 132874 w 405765"/>
                <a:gd name="connsiteY352" fmla="*/ 165735 h 421957"/>
                <a:gd name="connsiteX353" fmla="*/ 132874 w 405765"/>
                <a:gd name="connsiteY353" fmla="*/ 169545 h 421957"/>
                <a:gd name="connsiteX354" fmla="*/ 135255 w 405765"/>
                <a:gd name="connsiteY354" fmla="*/ 170021 h 421957"/>
                <a:gd name="connsiteX355" fmla="*/ 137160 w 405765"/>
                <a:gd name="connsiteY355" fmla="*/ 170021 h 421957"/>
                <a:gd name="connsiteX356" fmla="*/ 139541 w 405765"/>
                <a:gd name="connsiteY356" fmla="*/ 170974 h 421957"/>
                <a:gd name="connsiteX357" fmla="*/ 140494 w 405765"/>
                <a:gd name="connsiteY357" fmla="*/ 172402 h 421957"/>
                <a:gd name="connsiteX358" fmla="*/ 141447 w 405765"/>
                <a:gd name="connsiteY358" fmla="*/ 174784 h 421957"/>
                <a:gd name="connsiteX359" fmla="*/ 142875 w 405765"/>
                <a:gd name="connsiteY359" fmla="*/ 176213 h 421957"/>
                <a:gd name="connsiteX360" fmla="*/ 147638 w 405765"/>
                <a:gd name="connsiteY360" fmla="*/ 179070 h 421957"/>
                <a:gd name="connsiteX361" fmla="*/ 155257 w 405765"/>
                <a:gd name="connsiteY361" fmla="*/ 187166 h 421957"/>
                <a:gd name="connsiteX362" fmla="*/ 155734 w 405765"/>
                <a:gd name="connsiteY362" fmla="*/ 190500 h 421957"/>
                <a:gd name="connsiteX363" fmla="*/ 154305 w 405765"/>
                <a:gd name="connsiteY363" fmla="*/ 190976 h 421957"/>
                <a:gd name="connsiteX364" fmla="*/ 152876 w 405765"/>
                <a:gd name="connsiteY364" fmla="*/ 191929 h 421957"/>
                <a:gd name="connsiteX365" fmla="*/ 154305 w 405765"/>
                <a:gd name="connsiteY365" fmla="*/ 192881 h 421957"/>
                <a:gd name="connsiteX366" fmla="*/ 155734 w 405765"/>
                <a:gd name="connsiteY366" fmla="*/ 192881 h 421957"/>
                <a:gd name="connsiteX367" fmla="*/ 157639 w 405765"/>
                <a:gd name="connsiteY367" fmla="*/ 191929 h 421957"/>
                <a:gd name="connsiteX368" fmla="*/ 159068 w 405765"/>
                <a:gd name="connsiteY368" fmla="*/ 191452 h 421957"/>
                <a:gd name="connsiteX369" fmla="*/ 165735 w 405765"/>
                <a:gd name="connsiteY369" fmla="*/ 193834 h 421957"/>
                <a:gd name="connsiteX370" fmla="*/ 170498 w 405765"/>
                <a:gd name="connsiteY370" fmla="*/ 196691 h 421957"/>
                <a:gd name="connsiteX371" fmla="*/ 176213 w 405765"/>
                <a:gd name="connsiteY371" fmla="*/ 204788 h 421957"/>
                <a:gd name="connsiteX372" fmla="*/ 185261 w 405765"/>
                <a:gd name="connsiteY372" fmla="*/ 210502 h 421957"/>
                <a:gd name="connsiteX373" fmla="*/ 189548 w 405765"/>
                <a:gd name="connsiteY373" fmla="*/ 215741 h 421957"/>
                <a:gd name="connsiteX374" fmla="*/ 203835 w 405765"/>
                <a:gd name="connsiteY374" fmla="*/ 229552 h 421957"/>
                <a:gd name="connsiteX375" fmla="*/ 211455 w 405765"/>
                <a:gd name="connsiteY375" fmla="*/ 231934 h 421957"/>
                <a:gd name="connsiteX376" fmla="*/ 217647 w 405765"/>
                <a:gd name="connsiteY376" fmla="*/ 236220 h 421957"/>
                <a:gd name="connsiteX377" fmla="*/ 218123 w 405765"/>
                <a:gd name="connsiteY377" fmla="*/ 237649 h 421957"/>
                <a:gd name="connsiteX378" fmla="*/ 219551 w 405765"/>
                <a:gd name="connsiteY378" fmla="*/ 238601 h 421957"/>
                <a:gd name="connsiteX379" fmla="*/ 222885 w 405765"/>
                <a:gd name="connsiteY379" fmla="*/ 237172 h 421957"/>
                <a:gd name="connsiteX380" fmla="*/ 225266 w 405765"/>
                <a:gd name="connsiteY380" fmla="*/ 236696 h 421957"/>
                <a:gd name="connsiteX381" fmla="*/ 229076 w 405765"/>
                <a:gd name="connsiteY381" fmla="*/ 237172 h 421957"/>
                <a:gd name="connsiteX382" fmla="*/ 235744 w 405765"/>
                <a:gd name="connsiteY382" fmla="*/ 239077 h 421957"/>
                <a:gd name="connsiteX383" fmla="*/ 239554 w 405765"/>
                <a:gd name="connsiteY383" fmla="*/ 238125 h 421957"/>
                <a:gd name="connsiteX384" fmla="*/ 241935 w 405765"/>
                <a:gd name="connsiteY384" fmla="*/ 239077 h 421957"/>
                <a:gd name="connsiteX385" fmla="*/ 246222 w 405765"/>
                <a:gd name="connsiteY385" fmla="*/ 243364 h 421957"/>
                <a:gd name="connsiteX386" fmla="*/ 252413 w 405765"/>
                <a:gd name="connsiteY386" fmla="*/ 253841 h 421957"/>
                <a:gd name="connsiteX387" fmla="*/ 252413 w 405765"/>
                <a:gd name="connsiteY387" fmla="*/ 256222 h 421957"/>
                <a:gd name="connsiteX388" fmla="*/ 253365 w 405765"/>
                <a:gd name="connsiteY388" fmla="*/ 257175 h 421957"/>
                <a:gd name="connsiteX389" fmla="*/ 254318 w 405765"/>
                <a:gd name="connsiteY389" fmla="*/ 255746 h 421957"/>
                <a:gd name="connsiteX390" fmla="*/ 255747 w 405765"/>
                <a:gd name="connsiteY390" fmla="*/ 256222 h 421957"/>
                <a:gd name="connsiteX391" fmla="*/ 261461 w 405765"/>
                <a:gd name="connsiteY391" fmla="*/ 256699 h 421957"/>
                <a:gd name="connsiteX392" fmla="*/ 265748 w 405765"/>
                <a:gd name="connsiteY392" fmla="*/ 258604 h 421957"/>
                <a:gd name="connsiteX393" fmla="*/ 266700 w 405765"/>
                <a:gd name="connsiteY393" fmla="*/ 260032 h 421957"/>
                <a:gd name="connsiteX394" fmla="*/ 262414 w 405765"/>
                <a:gd name="connsiteY394" fmla="*/ 265271 h 421957"/>
                <a:gd name="connsiteX395" fmla="*/ 263843 w 405765"/>
                <a:gd name="connsiteY395" fmla="*/ 265271 h 421957"/>
                <a:gd name="connsiteX396" fmla="*/ 266224 w 405765"/>
                <a:gd name="connsiteY396" fmla="*/ 263842 h 421957"/>
                <a:gd name="connsiteX397" fmla="*/ 269557 w 405765"/>
                <a:gd name="connsiteY397" fmla="*/ 264319 h 421957"/>
                <a:gd name="connsiteX398" fmla="*/ 271463 w 405765"/>
                <a:gd name="connsiteY398" fmla="*/ 263366 h 421957"/>
                <a:gd name="connsiteX399" fmla="*/ 276701 w 405765"/>
                <a:gd name="connsiteY399" fmla="*/ 262414 h 421957"/>
                <a:gd name="connsiteX400" fmla="*/ 279082 w 405765"/>
                <a:gd name="connsiteY400" fmla="*/ 263842 h 421957"/>
                <a:gd name="connsiteX401" fmla="*/ 281464 w 405765"/>
                <a:gd name="connsiteY401" fmla="*/ 266700 h 421957"/>
                <a:gd name="connsiteX402" fmla="*/ 282893 w 405765"/>
                <a:gd name="connsiteY402" fmla="*/ 270034 h 421957"/>
                <a:gd name="connsiteX403" fmla="*/ 284322 w 405765"/>
                <a:gd name="connsiteY403" fmla="*/ 273844 h 421957"/>
                <a:gd name="connsiteX404" fmla="*/ 282416 w 405765"/>
                <a:gd name="connsiteY404" fmla="*/ 276701 h 421957"/>
                <a:gd name="connsiteX405" fmla="*/ 282416 w 405765"/>
                <a:gd name="connsiteY405" fmla="*/ 278606 h 421957"/>
                <a:gd name="connsiteX406" fmla="*/ 283369 w 405765"/>
                <a:gd name="connsiteY406" fmla="*/ 279559 h 421957"/>
                <a:gd name="connsiteX407" fmla="*/ 295275 w 405765"/>
                <a:gd name="connsiteY407" fmla="*/ 286226 h 421957"/>
                <a:gd name="connsiteX408" fmla="*/ 298609 w 405765"/>
                <a:gd name="connsiteY408" fmla="*/ 286702 h 421957"/>
                <a:gd name="connsiteX409" fmla="*/ 305276 w 405765"/>
                <a:gd name="connsiteY409" fmla="*/ 286702 h 421957"/>
                <a:gd name="connsiteX410" fmla="*/ 309086 w 405765"/>
                <a:gd name="connsiteY410" fmla="*/ 289084 h 421957"/>
                <a:gd name="connsiteX411" fmla="*/ 311468 w 405765"/>
                <a:gd name="connsiteY411" fmla="*/ 293846 h 421957"/>
                <a:gd name="connsiteX412" fmla="*/ 314325 w 405765"/>
                <a:gd name="connsiteY412" fmla="*/ 303371 h 421957"/>
                <a:gd name="connsiteX413" fmla="*/ 320040 w 405765"/>
                <a:gd name="connsiteY413" fmla="*/ 314325 h 421957"/>
                <a:gd name="connsiteX414" fmla="*/ 321469 w 405765"/>
                <a:gd name="connsiteY414" fmla="*/ 322897 h 421957"/>
                <a:gd name="connsiteX415" fmla="*/ 322898 w 405765"/>
                <a:gd name="connsiteY415" fmla="*/ 327660 h 421957"/>
                <a:gd name="connsiteX416" fmla="*/ 326231 w 405765"/>
                <a:gd name="connsiteY416" fmla="*/ 330994 h 421957"/>
                <a:gd name="connsiteX417" fmla="*/ 325755 w 405765"/>
                <a:gd name="connsiteY417" fmla="*/ 338138 h 421957"/>
                <a:gd name="connsiteX418" fmla="*/ 321469 w 405765"/>
                <a:gd name="connsiteY418" fmla="*/ 339090 h 421957"/>
                <a:gd name="connsiteX419" fmla="*/ 318135 w 405765"/>
                <a:gd name="connsiteY419" fmla="*/ 340042 h 421957"/>
                <a:gd name="connsiteX420" fmla="*/ 316706 w 405765"/>
                <a:gd name="connsiteY420" fmla="*/ 341471 h 421957"/>
                <a:gd name="connsiteX421" fmla="*/ 315278 w 405765"/>
                <a:gd name="connsiteY421" fmla="*/ 343853 h 421957"/>
                <a:gd name="connsiteX422" fmla="*/ 316230 w 405765"/>
                <a:gd name="connsiteY422" fmla="*/ 349091 h 421957"/>
                <a:gd name="connsiteX423" fmla="*/ 313373 w 405765"/>
                <a:gd name="connsiteY423" fmla="*/ 356235 h 421957"/>
                <a:gd name="connsiteX424" fmla="*/ 309086 w 405765"/>
                <a:gd name="connsiteY424" fmla="*/ 357664 h 421957"/>
                <a:gd name="connsiteX425" fmla="*/ 307181 w 405765"/>
                <a:gd name="connsiteY425" fmla="*/ 360997 h 421957"/>
                <a:gd name="connsiteX426" fmla="*/ 307181 w 405765"/>
                <a:gd name="connsiteY426" fmla="*/ 366713 h 421957"/>
                <a:gd name="connsiteX427" fmla="*/ 310039 w 405765"/>
                <a:gd name="connsiteY427" fmla="*/ 370522 h 421957"/>
                <a:gd name="connsiteX428" fmla="*/ 321469 w 405765"/>
                <a:gd name="connsiteY428" fmla="*/ 370522 h 421957"/>
                <a:gd name="connsiteX429" fmla="*/ 323374 w 405765"/>
                <a:gd name="connsiteY429" fmla="*/ 367665 h 421957"/>
                <a:gd name="connsiteX430" fmla="*/ 324326 w 405765"/>
                <a:gd name="connsiteY430" fmla="*/ 364807 h 421957"/>
                <a:gd name="connsiteX431" fmla="*/ 329089 w 405765"/>
                <a:gd name="connsiteY431" fmla="*/ 358616 h 421957"/>
                <a:gd name="connsiteX432" fmla="*/ 338138 w 405765"/>
                <a:gd name="connsiteY432" fmla="*/ 352425 h 421957"/>
                <a:gd name="connsiteX433" fmla="*/ 339090 w 405765"/>
                <a:gd name="connsiteY433" fmla="*/ 349091 h 421957"/>
                <a:gd name="connsiteX434" fmla="*/ 338614 w 405765"/>
                <a:gd name="connsiteY434" fmla="*/ 340519 h 421957"/>
                <a:gd name="connsiteX435" fmla="*/ 340519 w 405765"/>
                <a:gd name="connsiteY435" fmla="*/ 337185 h 421957"/>
                <a:gd name="connsiteX436" fmla="*/ 345281 w 405765"/>
                <a:gd name="connsiteY436" fmla="*/ 333851 h 421957"/>
                <a:gd name="connsiteX437" fmla="*/ 351949 w 405765"/>
                <a:gd name="connsiteY437" fmla="*/ 331946 h 421957"/>
                <a:gd name="connsiteX438" fmla="*/ 357188 w 405765"/>
                <a:gd name="connsiteY438" fmla="*/ 332899 h 421957"/>
                <a:gd name="connsiteX439" fmla="*/ 359569 w 405765"/>
                <a:gd name="connsiteY439" fmla="*/ 329565 h 421957"/>
                <a:gd name="connsiteX440" fmla="*/ 357664 w 405765"/>
                <a:gd name="connsiteY440" fmla="*/ 324326 h 421957"/>
                <a:gd name="connsiteX441" fmla="*/ 357188 w 405765"/>
                <a:gd name="connsiteY441" fmla="*/ 314801 h 421957"/>
                <a:gd name="connsiteX442" fmla="*/ 353378 w 405765"/>
                <a:gd name="connsiteY442" fmla="*/ 310991 h 421957"/>
                <a:gd name="connsiteX443" fmla="*/ 347663 w 405765"/>
                <a:gd name="connsiteY443" fmla="*/ 307181 h 421957"/>
                <a:gd name="connsiteX444" fmla="*/ 340043 w 405765"/>
                <a:gd name="connsiteY444" fmla="*/ 304800 h 421957"/>
                <a:gd name="connsiteX445" fmla="*/ 337661 w 405765"/>
                <a:gd name="connsiteY445" fmla="*/ 300514 h 421957"/>
                <a:gd name="connsiteX446" fmla="*/ 338138 w 405765"/>
                <a:gd name="connsiteY446" fmla="*/ 296227 h 421957"/>
                <a:gd name="connsiteX447" fmla="*/ 342900 w 405765"/>
                <a:gd name="connsiteY447" fmla="*/ 285274 h 421957"/>
                <a:gd name="connsiteX448" fmla="*/ 347663 w 405765"/>
                <a:gd name="connsiteY448" fmla="*/ 277654 h 421957"/>
                <a:gd name="connsiteX449" fmla="*/ 351949 w 405765"/>
                <a:gd name="connsiteY449" fmla="*/ 272415 h 421957"/>
                <a:gd name="connsiteX450" fmla="*/ 355282 w 405765"/>
                <a:gd name="connsiteY450" fmla="*/ 270034 h 421957"/>
                <a:gd name="connsiteX451" fmla="*/ 360522 w 405765"/>
                <a:gd name="connsiteY451" fmla="*/ 270510 h 421957"/>
                <a:gd name="connsiteX452" fmla="*/ 361950 w 405765"/>
                <a:gd name="connsiteY452" fmla="*/ 270986 h 421957"/>
                <a:gd name="connsiteX453" fmla="*/ 362903 w 405765"/>
                <a:gd name="connsiteY453" fmla="*/ 272891 h 421957"/>
                <a:gd name="connsiteX454" fmla="*/ 363379 w 405765"/>
                <a:gd name="connsiteY454" fmla="*/ 274320 h 421957"/>
                <a:gd name="connsiteX455" fmla="*/ 368141 w 405765"/>
                <a:gd name="connsiteY455" fmla="*/ 276701 h 421957"/>
                <a:gd name="connsiteX456" fmla="*/ 370999 w 405765"/>
                <a:gd name="connsiteY456" fmla="*/ 277654 h 421957"/>
                <a:gd name="connsiteX457" fmla="*/ 384334 w 405765"/>
                <a:gd name="connsiteY457" fmla="*/ 279082 h 421957"/>
                <a:gd name="connsiteX458" fmla="*/ 391478 w 405765"/>
                <a:gd name="connsiteY458" fmla="*/ 292894 h 421957"/>
                <a:gd name="connsiteX459" fmla="*/ 396240 w 405765"/>
                <a:gd name="connsiteY459" fmla="*/ 296227 h 421957"/>
                <a:gd name="connsiteX460" fmla="*/ 400526 w 405765"/>
                <a:gd name="connsiteY460" fmla="*/ 297656 h 421957"/>
                <a:gd name="connsiteX461" fmla="*/ 402431 w 405765"/>
                <a:gd name="connsiteY461" fmla="*/ 294322 h 421957"/>
                <a:gd name="connsiteX462" fmla="*/ 403384 w 405765"/>
                <a:gd name="connsiteY462" fmla="*/ 290989 h 421957"/>
                <a:gd name="connsiteX463" fmla="*/ 405765 w 405765"/>
                <a:gd name="connsiteY463" fmla="*/ 286226 h 421957"/>
                <a:gd name="connsiteX464" fmla="*/ 403384 w 405765"/>
                <a:gd name="connsiteY464" fmla="*/ 282892 h 421957"/>
                <a:gd name="connsiteX465" fmla="*/ 302895 w 405765"/>
                <a:gd name="connsiteY465" fmla="*/ 359092 h 421957"/>
                <a:gd name="connsiteX466" fmla="*/ 297656 w 405765"/>
                <a:gd name="connsiteY466" fmla="*/ 361950 h 421957"/>
                <a:gd name="connsiteX467" fmla="*/ 295751 w 405765"/>
                <a:gd name="connsiteY467" fmla="*/ 361474 h 421957"/>
                <a:gd name="connsiteX468" fmla="*/ 293847 w 405765"/>
                <a:gd name="connsiteY468" fmla="*/ 362426 h 421957"/>
                <a:gd name="connsiteX469" fmla="*/ 292418 w 405765"/>
                <a:gd name="connsiteY469" fmla="*/ 364331 h 421957"/>
                <a:gd name="connsiteX470" fmla="*/ 290513 w 405765"/>
                <a:gd name="connsiteY470" fmla="*/ 364807 h 421957"/>
                <a:gd name="connsiteX471" fmla="*/ 285750 w 405765"/>
                <a:gd name="connsiteY471" fmla="*/ 364331 h 421957"/>
                <a:gd name="connsiteX472" fmla="*/ 280988 w 405765"/>
                <a:gd name="connsiteY472" fmla="*/ 364331 h 421957"/>
                <a:gd name="connsiteX473" fmla="*/ 279082 w 405765"/>
                <a:gd name="connsiteY473" fmla="*/ 364331 h 421957"/>
                <a:gd name="connsiteX474" fmla="*/ 277178 w 405765"/>
                <a:gd name="connsiteY474" fmla="*/ 364807 h 421957"/>
                <a:gd name="connsiteX475" fmla="*/ 273844 w 405765"/>
                <a:gd name="connsiteY475" fmla="*/ 367189 h 421957"/>
                <a:gd name="connsiteX476" fmla="*/ 269557 w 405765"/>
                <a:gd name="connsiteY476" fmla="*/ 368617 h 421957"/>
                <a:gd name="connsiteX477" fmla="*/ 266700 w 405765"/>
                <a:gd name="connsiteY477" fmla="*/ 368617 h 421957"/>
                <a:gd name="connsiteX478" fmla="*/ 262414 w 405765"/>
                <a:gd name="connsiteY478" fmla="*/ 369570 h 421957"/>
                <a:gd name="connsiteX479" fmla="*/ 254318 w 405765"/>
                <a:gd name="connsiteY479" fmla="*/ 368617 h 421957"/>
                <a:gd name="connsiteX480" fmla="*/ 250507 w 405765"/>
                <a:gd name="connsiteY480" fmla="*/ 369094 h 421957"/>
                <a:gd name="connsiteX481" fmla="*/ 245269 w 405765"/>
                <a:gd name="connsiteY481" fmla="*/ 370999 h 421957"/>
                <a:gd name="connsiteX482" fmla="*/ 243364 w 405765"/>
                <a:gd name="connsiteY482" fmla="*/ 370999 h 421957"/>
                <a:gd name="connsiteX483" fmla="*/ 241459 w 405765"/>
                <a:gd name="connsiteY483" fmla="*/ 370522 h 421957"/>
                <a:gd name="connsiteX484" fmla="*/ 234791 w 405765"/>
                <a:gd name="connsiteY484" fmla="*/ 366713 h 421957"/>
                <a:gd name="connsiteX485" fmla="*/ 232886 w 405765"/>
                <a:gd name="connsiteY485" fmla="*/ 366236 h 421957"/>
                <a:gd name="connsiteX486" fmla="*/ 230981 w 405765"/>
                <a:gd name="connsiteY486" fmla="*/ 365760 h 421957"/>
                <a:gd name="connsiteX487" fmla="*/ 230029 w 405765"/>
                <a:gd name="connsiteY487" fmla="*/ 363855 h 421957"/>
                <a:gd name="connsiteX488" fmla="*/ 228124 w 405765"/>
                <a:gd name="connsiteY488" fmla="*/ 363379 h 421957"/>
                <a:gd name="connsiteX489" fmla="*/ 223838 w 405765"/>
                <a:gd name="connsiteY489" fmla="*/ 363379 h 421957"/>
                <a:gd name="connsiteX490" fmla="*/ 220504 w 405765"/>
                <a:gd name="connsiteY490" fmla="*/ 365760 h 421957"/>
                <a:gd name="connsiteX491" fmla="*/ 220028 w 405765"/>
                <a:gd name="connsiteY491" fmla="*/ 367665 h 421957"/>
                <a:gd name="connsiteX492" fmla="*/ 216694 w 405765"/>
                <a:gd name="connsiteY492" fmla="*/ 369570 h 421957"/>
                <a:gd name="connsiteX493" fmla="*/ 214789 w 405765"/>
                <a:gd name="connsiteY493" fmla="*/ 370046 h 421957"/>
                <a:gd name="connsiteX494" fmla="*/ 212884 w 405765"/>
                <a:gd name="connsiteY494" fmla="*/ 369094 h 421957"/>
                <a:gd name="connsiteX495" fmla="*/ 209074 w 405765"/>
                <a:gd name="connsiteY495" fmla="*/ 364331 h 421957"/>
                <a:gd name="connsiteX496" fmla="*/ 208122 w 405765"/>
                <a:gd name="connsiteY496" fmla="*/ 365760 h 421957"/>
                <a:gd name="connsiteX497" fmla="*/ 206693 w 405765"/>
                <a:gd name="connsiteY497" fmla="*/ 367189 h 421957"/>
                <a:gd name="connsiteX498" fmla="*/ 204788 w 405765"/>
                <a:gd name="connsiteY498" fmla="*/ 368141 h 421957"/>
                <a:gd name="connsiteX499" fmla="*/ 202882 w 405765"/>
                <a:gd name="connsiteY499" fmla="*/ 369570 h 421957"/>
                <a:gd name="connsiteX500" fmla="*/ 200978 w 405765"/>
                <a:gd name="connsiteY500" fmla="*/ 373856 h 421957"/>
                <a:gd name="connsiteX501" fmla="*/ 199073 w 405765"/>
                <a:gd name="connsiteY501" fmla="*/ 378619 h 421957"/>
                <a:gd name="connsiteX502" fmla="*/ 199549 w 405765"/>
                <a:gd name="connsiteY502" fmla="*/ 380524 h 421957"/>
                <a:gd name="connsiteX503" fmla="*/ 201930 w 405765"/>
                <a:gd name="connsiteY503" fmla="*/ 384810 h 421957"/>
                <a:gd name="connsiteX504" fmla="*/ 205740 w 405765"/>
                <a:gd name="connsiteY504" fmla="*/ 387667 h 421957"/>
                <a:gd name="connsiteX505" fmla="*/ 207645 w 405765"/>
                <a:gd name="connsiteY505" fmla="*/ 388620 h 421957"/>
                <a:gd name="connsiteX506" fmla="*/ 209550 w 405765"/>
                <a:gd name="connsiteY506" fmla="*/ 388620 h 421957"/>
                <a:gd name="connsiteX507" fmla="*/ 213360 w 405765"/>
                <a:gd name="connsiteY507" fmla="*/ 388144 h 421957"/>
                <a:gd name="connsiteX508" fmla="*/ 215265 w 405765"/>
                <a:gd name="connsiteY508" fmla="*/ 388144 h 421957"/>
                <a:gd name="connsiteX509" fmla="*/ 219075 w 405765"/>
                <a:gd name="connsiteY509" fmla="*/ 390525 h 421957"/>
                <a:gd name="connsiteX510" fmla="*/ 223361 w 405765"/>
                <a:gd name="connsiteY510" fmla="*/ 391478 h 421957"/>
                <a:gd name="connsiteX511" fmla="*/ 225266 w 405765"/>
                <a:gd name="connsiteY511" fmla="*/ 392430 h 421957"/>
                <a:gd name="connsiteX512" fmla="*/ 226695 w 405765"/>
                <a:gd name="connsiteY512" fmla="*/ 393859 h 421957"/>
                <a:gd name="connsiteX513" fmla="*/ 230029 w 405765"/>
                <a:gd name="connsiteY513" fmla="*/ 396240 h 421957"/>
                <a:gd name="connsiteX514" fmla="*/ 237649 w 405765"/>
                <a:gd name="connsiteY514" fmla="*/ 400050 h 421957"/>
                <a:gd name="connsiteX515" fmla="*/ 244793 w 405765"/>
                <a:gd name="connsiteY515" fmla="*/ 404813 h 421957"/>
                <a:gd name="connsiteX516" fmla="*/ 248126 w 405765"/>
                <a:gd name="connsiteY516" fmla="*/ 406241 h 421957"/>
                <a:gd name="connsiteX517" fmla="*/ 251936 w 405765"/>
                <a:gd name="connsiteY517" fmla="*/ 405765 h 421957"/>
                <a:gd name="connsiteX518" fmla="*/ 255747 w 405765"/>
                <a:gd name="connsiteY518" fmla="*/ 405765 h 421957"/>
                <a:gd name="connsiteX519" fmla="*/ 259556 w 405765"/>
                <a:gd name="connsiteY519" fmla="*/ 408146 h 421957"/>
                <a:gd name="connsiteX520" fmla="*/ 263366 w 405765"/>
                <a:gd name="connsiteY520" fmla="*/ 411004 h 421957"/>
                <a:gd name="connsiteX521" fmla="*/ 268129 w 405765"/>
                <a:gd name="connsiteY521" fmla="*/ 417671 h 421957"/>
                <a:gd name="connsiteX522" fmla="*/ 270034 w 405765"/>
                <a:gd name="connsiteY522" fmla="*/ 418624 h 421957"/>
                <a:gd name="connsiteX523" fmla="*/ 271939 w 405765"/>
                <a:gd name="connsiteY523" fmla="*/ 419100 h 421957"/>
                <a:gd name="connsiteX524" fmla="*/ 277654 w 405765"/>
                <a:gd name="connsiteY524" fmla="*/ 421481 h 421957"/>
                <a:gd name="connsiteX525" fmla="*/ 281464 w 405765"/>
                <a:gd name="connsiteY525" fmla="*/ 421005 h 421957"/>
                <a:gd name="connsiteX526" fmla="*/ 285274 w 405765"/>
                <a:gd name="connsiteY526" fmla="*/ 421957 h 421957"/>
                <a:gd name="connsiteX527" fmla="*/ 289084 w 405765"/>
                <a:gd name="connsiteY527" fmla="*/ 421957 h 421957"/>
                <a:gd name="connsiteX528" fmla="*/ 289084 w 405765"/>
                <a:gd name="connsiteY528" fmla="*/ 420053 h 421957"/>
                <a:gd name="connsiteX529" fmla="*/ 288607 w 405765"/>
                <a:gd name="connsiteY529" fmla="*/ 418147 h 421957"/>
                <a:gd name="connsiteX530" fmla="*/ 289084 w 405765"/>
                <a:gd name="connsiteY530" fmla="*/ 416242 h 421957"/>
                <a:gd name="connsiteX531" fmla="*/ 290036 w 405765"/>
                <a:gd name="connsiteY531" fmla="*/ 414338 h 421957"/>
                <a:gd name="connsiteX532" fmla="*/ 291465 w 405765"/>
                <a:gd name="connsiteY532" fmla="*/ 412432 h 421957"/>
                <a:gd name="connsiteX533" fmla="*/ 295275 w 405765"/>
                <a:gd name="connsiteY533" fmla="*/ 409575 h 421957"/>
                <a:gd name="connsiteX534" fmla="*/ 295275 w 405765"/>
                <a:gd name="connsiteY534" fmla="*/ 408146 h 421957"/>
                <a:gd name="connsiteX535" fmla="*/ 294799 w 405765"/>
                <a:gd name="connsiteY535" fmla="*/ 406717 h 421957"/>
                <a:gd name="connsiteX536" fmla="*/ 292894 w 405765"/>
                <a:gd name="connsiteY536" fmla="*/ 405289 h 421957"/>
                <a:gd name="connsiteX537" fmla="*/ 290989 w 405765"/>
                <a:gd name="connsiteY537" fmla="*/ 402431 h 421957"/>
                <a:gd name="connsiteX538" fmla="*/ 292894 w 405765"/>
                <a:gd name="connsiteY538" fmla="*/ 401003 h 421957"/>
                <a:gd name="connsiteX539" fmla="*/ 291465 w 405765"/>
                <a:gd name="connsiteY539" fmla="*/ 399574 h 421957"/>
                <a:gd name="connsiteX540" fmla="*/ 290036 w 405765"/>
                <a:gd name="connsiteY540" fmla="*/ 398621 h 421957"/>
                <a:gd name="connsiteX541" fmla="*/ 289084 w 405765"/>
                <a:gd name="connsiteY541" fmla="*/ 397669 h 421957"/>
                <a:gd name="connsiteX542" fmla="*/ 288607 w 405765"/>
                <a:gd name="connsiteY542" fmla="*/ 396240 h 421957"/>
                <a:gd name="connsiteX543" fmla="*/ 288607 w 405765"/>
                <a:gd name="connsiteY543" fmla="*/ 392906 h 421957"/>
                <a:gd name="connsiteX544" fmla="*/ 289560 w 405765"/>
                <a:gd name="connsiteY544" fmla="*/ 390049 h 421957"/>
                <a:gd name="connsiteX545" fmla="*/ 290513 w 405765"/>
                <a:gd name="connsiteY545" fmla="*/ 387667 h 421957"/>
                <a:gd name="connsiteX546" fmla="*/ 291465 w 405765"/>
                <a:gd name="connsiteY546" fmla="*/ 385286 h 421957"/>
                <a:gd name="connsiteX547" fmla="*/ 291941 w 405765"/>
                <a:gd name="connsiteY547" fmla="*/ 382429 h 421957"/>
                <a:gd name="connsiteX548" fmla="*/ 292894 w 405765"/>
                <a:gd name="connsiteY548" fmla="*/ 380047 h 421957"/>
                <a:gd name="connsiteX549" fmla="*/ 300990 w 405765"/>
                <a:gd name="connsiteY549" fmla="*/ 369094 h 421957"/>
                <a:gd name="connsiteX550" fmla="*/ 301943 w 405765"/>
                <a:gd name="connsiteY550" fmla="*/ 367189 h 421957"/>
                <a:gd name="connsiteX551" fmla="*/ 304324 w 405765"/>
                <a:gd name="connsiteY551" fmla="*/ 362903 h 421957"/>
                <a:gd name="connsiteX552" fmla="*/ 306229 w 405765"/>
                <a:gd name="connsiteY552" fmla="*/ 360997 h 421957"/>
                <a:gd name="connsiteX553" fmla="*/ 303848 w 405765"/>
                <a:gd name="connsiteY553" fmla="*/ 360045 h 421957"/>
                <a:gd name="connsiteX554" fmla="*/ 302895 w 405765"/>
                <a:gd name="connsiteY554" fmla="*/ 359092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Lst>
              <a:rect l="l" t="t" r="r" b="b"/>
              <a:pathLst>
                <a:path w="405765" h="421957">
                  <a:moveTo>
                    <a:pt x="104775" y="259080"/>
                  </a:moveTo>
                  <a:lnTo>
                    <a:pt x="102870" y="256699"/>
                  </a:lnTo>
                  <a:lnTo>
                    <a:pt x="100965" y="255270"/>
                  </a:lnTo>
                  <a:lnTo>
                    <a:pt x="100489" y="254794"/>
                  </a:lnTo>
                  <a:lnTo>
                    <a:pt x="101918" y="252413"/>
                  </a:lnTo>
                  <a:lnTo>
                    <a:pt x="102870" y="251936"/>
                  </a:lnTo>
                  <a:lnTo>
                    <a:pt x="102870" y="251460"/>
                  </a:lnTo>
                  <a:lnTo>
                    <a:pt x="101441" y="250984"/>
                  </a:lnTo>
                  <a:lnTo>
                    <a:pt x="100013" y="250031"/>
                  </a:lnTo>
                  <a:lnTo>
                    <a:pt x="98584" y="248126"/>
                  </a:lnTo>
                  <a:lnTo>
                    <a:pt x="97155" y="246221"/>
                  </a:lnTo>
                  <a:lnTo>
                    <a:pt x="93822" y="244316"/>
                  </a:lnTo>
                  <a:lnTo>
                    <a:pt x="91440" y="244316"/>
                  </a:lnTo>
                  <a:lnTo>
                    <a:pt x="89535" y="241935"/>
                  </a:lnTo>
                  <a:lnTo>
                    <a:pt x="88106" y="242411"/>
                  </a:lnTo>
                  <a:lnTo>
                    <a:pt x="87630" y="244792"/>
                  </a:lnTo>
                  <a:lnTo>
                    <a:pt x="85725" y="246697"/>
                  </a:lnTo>
                  <a:lnTo>
                    <a:pt x="81915" y="248126"/>
                  </a:lnTo>
                  <a:lnTo>
                    <a:pt x="75724" y="254794"/>
                  </a:lnTo>
                  <a:lnTo>
                    <a:pt x="71438" y="257175"/>
                  </a:lnTo>
                  <a:lnTo>
                    <a:pt x="67151" y="259080"/>
                  </a:lnTo>
                  <a:lnTo>
                    <a:pt x="63818" y="259556"/>
                  </a:lnTo>
                  <a:lnTo>
                    <a:pt x="60007" y="259080"/>
                  </a:lnTo>
                  <a:lnTo>
                    <a:pt x="58103" y="258604"/>
                  </a:lnTo>
                  <a:lnTo>
                    <a:pt x="55722" y="256699"/>
                  </a:lnTo>
                  <a:lnTo>
                    <a:pt x="55245" y="256222"/>
                  </a:lnTo>
                  <a:lnTo>
                    <a:pt x="54769" y="258127"/>
                  </a:lnTo>
                  <a:lnTo>
                    <a:pt x="53816" y="261938"/>
                  </a:lnTo>
                  <a:lnTo>
                    <a:pt x="54293" y="266700"/>
                  </a:lnTo>
                  <a:lnTo>
                    <a:pt x="55722" y="268605"/>
                  </a:lnTo>
                  <a:lnTo>
                    <a:pt x="58103" y="270510"/>
                  </a:lnTo>
                  <a:lnTo>
                    <a:pt x="60007" y="272891"/>
                  </a:lnTo>
                  <a:lnTo>
                    <a:pt x="60960" y="275272"/>
                  </a:lnTo>
                  <a:lnTo>
                    <a:pt x="61913" y="279082"/>
                  </a:lnTo>
                  <a:lnTo>
                    <a:pt x="63818" y="281464"/>
                  </a:lnTo>
                  <a:lnTo>
                    <a:pt x="63818" y="288131"/>
                  </a:lnTo>
                  <a:lnTo>
                    <a:pt x="63341" y="290036"/>
                  </a:lnTo>
                  <a:lnTo>
                    <a:pt x="61913" y="291465"/>
                  </a:lnTo>
                  <a:lnTo>
                    <a:pt x="61436" y="293846"/>
                  </a:lnTo>
                  <a:lnTo>
                    <a:pt x="61913" y="296227"/>
                  </a:lnTo>
                  <a:lnTo>
                    <a:pt x="64770" y="297180"/>
                  </a:lnTo>
                  <a:lnTo>
                    <a:pt x="66675" y="299561"/>
                  </a:lnTo>
                  <a:lnTo>
                    <a:pt x="66199" y="302419"/>
                  </a:lnTo>
                  <a:lnTo>
                    <a:pt x="66199" y="303847"/>
                  </a:lnTo>
                  <a:lnTo>
                    <a:pt x="65247" y="304324"/>
                  </a:lnTo>
                  <a:lnTo>
                    <a:pt x="63818" y="303371"/>
                  </a:lnTo>
                  <a:lnTo>
                    <a:pt x="63341" y="304324"/>
                  </a:lnTo>
                  <a:lnTo>
                    <a:pt x="63818" y="307181"/>
                  </a:lnTo>
                  <a:lnTo>
                    <a:pt x="63341" y="310515"/>
                  </a:lnTo>
                  <a:lnTo>
                    <a:pt x="62389" y="311944"/>
                  </a:lnTo>
                  <a:lnTo>
                    <a:pt x="61913" y="313372"/>
                  </a:lnTo>
                  <a:lnTo>
                    <a:pt x="62389" y="320992"/>
                  </a:lnTo>
                  <a:lnTo>
                    <a:pt x="62865" y="324326"/>
                  </a:lnTo>
                  <a:lnTo>
                    <a:pt x="65247" y="328136"/>
                  </a:lnTo>
                  <a:lnTo>
                    <a:pt x="67628" y="331470"/>
                  </a:lnTo>
                  <a:lnTo>
                    <a:pt x="69056" y="333851"/>
                  </a:lnTo>
                  <a:lnTo>
                    <a:pt x="70961" y="335280"/>
                  </a:lnTo>
                  <a:lnTo>
                    <a:pt x="73343" y="335280"/>
                  </a:lnTo>
                  <a:lnTo>
                    <a:pt x="76200" y="335756"/>
                  </a:lnTo>
                  <a:lnTo>
                    <a:pt x="79057" y="335756"/>
                  </a:lnTo>
                  <a:lnTo>
                    <a:pt x="81915" y="333851"/>
                  </a:lnTo>
                  <a:lnTo>
                    <a:pt x="83820" y="330517"/>
                  </a:lnTo>
                  <a:lnTo>
                    <a:pt x="84773" y="322897"/>
                  </a:lnTo>
                  <a:lnTo>
                    <a:pt x="86201" y="323850"/>
                  </a:lnTo>
                  <a:lnTo>
                    <a:pt x="87630" y="324326"/>
                  </a:lnTo>
                  <a:lnTo>
                    <a:pt x="89535" y="323850"/>
                  </a:lnTo>
                  <a:lnTo>
                    <a:pt x="91440" y="323850"/>
                  </a:lnTo>
                  <a:lnTo>
                    <a:pt x="95726" y="325755"/>
                  </a:lnTo>
                  <a:lnTo>
                    <a:pt x="99060" y="326707"/>
                  </a:lnTo>
                  <a:lnTo>
                    <a:pt x="101441" y="325755"/>
                  </a:lnTo>
                  <a:lnTo>
                    <a:pt x="102394" y="322421"/>
                  </a:lnTo>
                  <a:lnTo>
                    <a:pt x="103347" y="318611"/>
                  </a:lnTo>
                  <a:lnTo>
                    <a:pt x="105728" y="296227"/>
                  </a:lnTo>
                  <a:lnTo>
                    <a:pt x="106204" y="292417"/>
                  </a:lnTo>
                  <a:lnTo>
                    <a:pt x="106204" y="289560"/>
                  </a:lnTo>
                  <a:lnTo>
                    <a:pt x="104775" y="286702"/>
                  </a:lnTo>
                  <a:lnTo>
                    <a:pt x="104299" y="282416"/>
                  </a:lnTo>
                  <a:lnTo>
                    <a:pt x="108109" y="277177"/>
                  </a:lnTo>
                  <a:lnTo>
                    <a:pt x="109061" y="275749"/>
                  </a:lnTo>
                  <a:lnTo>
                    <a:pt x="110014" y="273367"/>
                  </a:lnTo>
                  <a:lnTo>
                    <a:pt x="109538" y="270986"/>
                  </a:lnTo>
                  <a:lnTo>
                    <a:pt x="104775" y="259080"/>
                  </a:lnTo>
                  <a:close/>
                  <a:moveTo>
                    <a:pt x="403384" y="282892"/>
                  </a:moveTo>
                  <a:lnTo>
                    <a:pt x="399098" y="276701"/>
                  </a:lnTo>
                  <a:lnTo>
                    <a:pt x="389097" y="269081"/>
                  </a:lnTo>
                  <a:lnTo>
                    <a:pt x="386239" y="265271"/>
                  </a:lnTo>
                  <a:lnTo>
                    <a:pt x="370047" y="257651"/>
                  </a:lnTo>
                  <a:lnTo>
                    <a:pt x="363379" y="252413"/>
                  </a:lnTo>
                  <a:lnTo>
                    <a:pt x="357664" y="249079"/>
                  </a:lnTo>
                  <a:lnTo>
                    <a:pt x="339090" y="242411"/>
                  </a:lnTo>
                  <a:lnTo>
                    <a:pt x="320516" y="234315"/>
                  </a:lnTo>
                  <a:lnTo>
                    <a:pt x="316706" y="231457"/>
                  </a:lnTo>
                  <a:lnTo>
                    <a:pt x="317182" y="227171"/>
                  </a:lnTo>
                  <a:lnTo>
                    <a:pt x="321469" y="223838"/>
                  </a:lnTo>
                  <a:lnTo>
                    <a:pt x="325279" y="221456"/>
                  </a:lnTo>
                  <a:lnTo>
                    <a:pt x="326707" y="219075"/>
                  </a:lnTo>
                  <a:lnTo>
                    <a:pt x="325755" y="215741"/>
                  </a:lnTo>
                  <a:lnTo>
                    <a:pt x="322422" y="214313"/>
                  </a:lnTo>
                  <a:lnTo>
                    <a:pt x="319088" y="213836"/>
                  </a:lnTo>
                  <a:lnTo>
                    <a:pt x="300038" y="214789"/>
                  </a:lnTo>
                  <a:lnTo>
                    <a:pt x="291941" y="213836"/>
                  </a:lnTo>
                  <a:lnTo>
                    <a:pt x="281464" y="209074"/>
                  </a:lnTo>
                  <a:lnTo>
                    <a:pt x="270510" y="201454"/>
                  </a:lnTo>
                  <a:lnTo>
                    <a:pt x="258128" y="190976"/>
                  </a:lnTo>
                  <a:lnTo>
                    <a:pt x="252413" y="183356"/>
                  </a:lnTo>
                  <a:lnTo>
                    <a:pt x="249555" y="176689"/>
                  </a:lnTo>
                  <a:lnTo>
                    <a:pt x="245269" y="163354"/>
                  </a:lnTo>
                  <a:lnTo>
                    <a:pt x="241459" y="154781"/>
                  </a:lnTo>
                  <a:lnTo>
                    <a:pt x="237173" y="147161"/>
                  </a:lnTo>
                  <a:lnTo>
                    <a:pt x="235268" y="145732"/>
                  </a:lnTo>
                  <a:lnTo>
                    <a:pt x="228124" y="142875"/>
                  </a:lnTo>
                  <a:lnTo>
                    <a:pt x="214789" y="133350"/>
                  </a:lnTo>
                  <a:lnTo>
                    <a:pt x="207645" y="130492"/>
                  </a:lnTo>
                  <a:lnTo>
                    <a:pt x="200501" y="124777"/>
                  </a:lnTo>
                  <a:lnTo>
                    <a:pt x="197644" y="120967"/>
                  </a:lnTo>
                  <a:lnTo>
                    <a:pt x="194310" y="112395"/>
                  </a:lnTo>
                  <a:lnTo>
                    <a:pt x="192405" y="100013"/>
                  </a:lnTo>
                  <a:lnTo>
                    <a:pt x="193357" y="95250"/>
                  </a:lnTo>
                  <a:lnTo>
                    <a:pt x="194786" y="95250"/>
                  </a:lnTo>
                  <a:lnTo>
                    <a:pt x="197168" y="96679"/>
                  </a:lnTo>
                  <a:lnTo>
                    <a:pt x="200025" y="94774"/>
                  </a:lnTo>
                  <a:lnTo>
                    <a:pt x="200978" y="92392"/>
                  </a:lnTo>
                  <a:lnTo>
                    <a:pt x="201930" y="89535"/>
                  </a:lnTo>
                  <a:lnTo>
                    <a:pt x="197644" y="86677"/>
                  </a:lnTo>
                  <a:lnTo>
                    <a:pt x="193834" y="79534"/>
                  </a:lnTo>
                  <a:lnTo>
                    <a:pt x="191929" y="78105"/>
                  </a:lnTo>
                  <a:lnTo>
                    <a:pt x="192881" y="72866"/>
                  </a:lnTo>
                  <a:lnTo>
                    <a:pt x="193834" y="69532"/>
                  </a:lnTo>
                  <a:lnTo>
                    <a:pt x="196691" y="67627"/>
                  </a:lnTo>
                  <a:lnTo>
                    <a:pt x="201454" y="65246"/>
                  </a:lnTo>
                  <a:lnTo>
                    <a:pt x="202882" y="65246"/>
                  </a:lnTo>
                  <a:lnTo>
                    <a:pt x="199549" y="68580"/>
                  </a:lnTo>
                  <a:lnTo>
                    <a:pt x="201930" y="69056"/>
                  </a:lnTo>
                  <a:lnTo>
                    <a:pt x="205740" y="67627"/>
                  </a:lnTo>
                  <a:lnTo>
                    <a:pt x="210979" y="65722"/>
                  </a:lnTo>
                  <a:lnTo>
                    <a:pt x="215741" y="62865"/>
                  </a:lnTo>
                  <a:lnTo>
                    <a:pt x="220028" y="61913"/>
                  </a:lnTo>
                  <a:lnTo>
                    <a:pt x="222885" y="59531"/>
                  </a:lnTo>
                  <a:lnTo>
                    <a:pt x="224314" y="57626"/>
                  </a:lnTo>
                  <a:lnTo>
                    <a:pt x="226219" y="56674"/>
                  </a:lnTo>
                  <a:lnTo>
                    <a:pt x="234791" y="59055"/>
                  </a:lnTo>
                  <a:lnTo>
                    <a:pt x="238125" y="56674"/>
                  </a:lnTo>
                  <a:lnTo>
                    <a:pt x="240506" y="56674"/>
                  </a:lnTo>
                  <a:lnTo>
                    <a:pt x="245745" y="62865"/>
                  </a:lnTo>
                  <a:lnTo>
                    <a:pt x="243364" y="64294"/>
                  </a:lnTo>
                  <a:lnTo>
                    <a:pt x="245269" y="64294"/>
                  </a:lnTo>
                  <a:lnTo>
                    <a:pt x="247650" y="63817"/>
                  </a:lnTo>
                  <a:lnTo>
                    <a:pt x="248603" y="62865"/>
                  </a:lnTo>
                  <a:lnTo>
                    <a:pt x="247174" y="60007"/>
                  </a:lnTo>
                  <a:lnTo>
                    <a:pt x="243364" y="56674"/>
                  </a:lnTo>
                  <a:lnTo>
                    <a:pt x="241459" y="55245"/>
                  </a:lnTo>
                  <a:lnTo>
                    <a:pt x="238601" y="54292"/>
                  </a:lnTo>
                  <a:lnTo>
                    <a:pt x="238125" y="53340"/>
                  </a:lnTo>
                  <a:lnTo>
                    <a:pt x="239554" y="48101"/>
                  </a:lnTo>
                  <a:lnTo>
                    <a:pt x="239078" y="47149"/>
                  </a:lnTo>
                  <a:lnTo>
                    <a:pt x="235744" y="47625"/>
                  </a:lnTo>
                  <a:lnTo>
                    <a:pt x="234791" y="47149"/>
                  </a:lnTo>
                  <a:lnTo>
                    <a:pt x="234315" y="46196"/>
                  </a:lnTo>
                  <a:lnTo>
                    <a:pt x="234315" y="44767"/>
                  </a:lnTo>
                  <a:lnTo>
                    <a:pt x="236220" y="42863"/>
                  </a:lnTo>
                  <a:lnTo>
                    <a:pt x="238601" y="40957"/>
                  </a:lnTo>
                  <a:lnTo>
                    <a:pt x="239078" y="40005"/>
                  </a:lnTo>
                  <a:lnTo>
                    <a:pt x="239078" y="39052"/>
                  </a:lnTo>
                  <a:lnTo>
                    <a:pt x="236220" y="38100"/>
                  </a:lnTo>
                  <a:lnTo>
                    <a:pt x="234315" y="37147"/>
                  </a:lnTo>
                  <a:lnTo>
                    <a:pt x="232886" y="36671"/>
                  </a:lnTo>
                  <a:lnTo>
                    <a:pt x="231934" y="37147"/>
                  </a:lnTo>
                  <a:lnTo>
                    <a:pt x="230981" y="36671"/>
                  </a:lnTo>
                  <a:lnTo>
                    <a:pt x="230029" y="35242"/>
                  </a:lnTo>
                  <a:lnTo>
                    <a:pt x="230981" y="32861"/>
                  </a:lnTo>
                  <a:lnTo>
                    <a:pt x="233839" y="30480"/>
                  </a:lnTo>
                  <a:lnTo>
                    <a:pt x="236697" y="28575"/>
                  </a:lnTo>
                  <a:lnTo>
                    <a:pt x="239078" y="27146"/>
                  </a:lnTo>
                  <a:lnTo>
                    <a:pt x="240506" y="26670"/>
                  </a:lnTo>
                  <a:lnTo>
                    <a:pt x="240982" y="24289"/>
                  </a:lnTo>
                  <a:lnTo>
                    <a:pt x="233839" y="22860"/>
                  </a:lnTo>
                  <a:lnTo>
                    <a:pt x="229076" y="22860"/>
                  </a:lnTo>
                  <a:lnTo>
                    <a:pt x="222885" y="22384"/>
                  </a:lnTo>
                  <a:lnTo>
                    <a:pt x="210503" y="20002"/>
                  </a:lnTo>
                  <a:lnTo>
                    <a:pt x="206693" y="19050"/>
                  </a:lnTo>
                  <a:lnTo>
                    <a:pt x="203359" y="18574"/>
                  </a:lnTo>
                  <a:lnTo>
                    <a:pt x="199073" y="17621"/>
                  </a:lnTo>
                  <a:lnTo>
                    <a:pt x="196215" y="16192"/>
                  </a:lnTo>
                  <a:lnTo>
                    <a:pt x="194310" y="13811"/>
                  </a:lnTo>
                  <a:lnTo>
                    <a:pt x="192405" y="10477"/>
                  </a:lnTo>
                  <a:lnTo>
                    <a:pt x="188595" y="6191"/>
                  </a:lnTo>
                  <a:lnTo>
                    <a:pt x="187643" y="4286"/>
                  </a:lnTo>
                  <a:lnTo>
                    <a:pt x="188595" y="2381"/>
                  </a:lnTo>
                  <a:lnTo>
                    <a:pt x="190024" y="952"/>
                  </a:lnTo>
                  <a:lnTo>
                    <a:pt x="190024" y="476"/>
                  </a:lnTo>
                  <a:lnTo>
                    <a:pt x="189072" y="0"/>
                  </a:lnTo>
                  <a:lnTo>
                    <a:pt x="182404" y="1905"/>
                  </a:lnTo>
                  <a:lnTo>
                    <a:pt x="175736" y="4286"/>
                  </a:lnTo>
                  <a:lnTo>
                    <a:pt x="173355" y="4286"/>
                  </a:lnTo>
                  <a:lnTo>
                    <a:pt x="170974" y="3810"/>
                  </a:lnTo>
                  <a:lnTo>
                    <a:pt x="167640" y="3810"/>
                  </a:lnTo>
                  <a:lnTo>
                    <a:pt x="164306" y="4286"/>
                  </a:lnTo>
                  <a:lnTo>
                    <a:pt x="158115" y="4763"/>
                  </a:lnTo>
                  <a:lnTo>
                    <a:pt x="154305" y="6667"/>
                  </a:lnTo>
                  <a:lnTo>
                    <a:pt x="151924" y="10001"/>
                  </a:lnTo>
                  <a:lnTo>
                    <a:pt x="150495" y="12859"/>
                  </a:lnTo>
                  <a:lnTo>
                    <a:pt x="149543" y="13811"/>
                  </a:lnTo>
                  <a:lnTo>
                    <a:pt x="147161" y="14288"/>
                  </a:lnTo>
                  <a:lnTo>
                    <a:pt x="143828" y="13811"/>
                  </a:lnTo>
                  <a:lnTo>
                    <a:pt x="141447" y="12859"/>
                  </a:lnTo>
                  <a:lnTo>
                    <a:pt x="139065" y="10477"/>
                  </a:lnTo>
                  <a:lnTo>
                    <a:pt x="135255" y="10001"/>
                  </a:lnTo>
                  <a:lnTo>
                    <a:pt x="131922" y="10001"/>
                  </a:lnTo>
                  <a:lnTo>
                    <a:pt x="130969" y="9525"/>
                  </a:lnTo>
                  <a:lnTo>
                    <a:pt x="129540" y="15240"/>
                  </a:lnTo>
                  <a:lnTo>
                    <a:pt x="129064" y="18097"/>
                  </a:lnTo>
                  <a:lnTo>
                    <a:pt x="130493" y="20002"/>
                  </a:lnTo>
                  <a:lnTo>
                    <a:pt x="130493" y="21431"/>
                  </a:lnTo>
                  <a:lnTo>
                    <a:pt x="130016" y="22860"/>
                  </a:lnTo>
                  <a:lnTo>
                    <a:pt x="127635" y="22860"/>
                  </a:lnTo>
                  <a:lnTo>
                    <a:pt x="124778" y="21907"/>
                  </a:lnTo>
                  <a:lnTo>
                    <a:pt x="122397" y="19526"/>
                  </a:lnTo>
                  <a:lnTo>
                    <a:pt x="120491" y="20002"/>
                  </a:lnTo>
                  <a:lnTo>
                    <a:pt x="118586" y="20479"/>
                  </a:lnTo>
                  <a:lnTo>
                    <a:pt x="117634" y="22860"/>
                  </a:lnTo>
                  <a:lnTo>
                    <a:pt x="116681" y="25717"/>
                  </a:lnTo>
                  <a:lnTo>
                    <a:pt x="117157" y="27146"/>
                  </a:lnTo>
                  <a:lnTo>
                    <a:pt x="118586" y="28099"/>
                  </a:lnTo>
                  <a:lnTo>
                    <a:pt x="119539" y="30480"/>
                  </a:lnTo>
                  <a:lnTo>
                    <a:pt x="120015" y="33814"/>
                  </a:lnTo>
                  <a:lnTo>
                    <a:pt x="120491" y="35242"/>
                  </a:lnTo>
                  <a:lnTo>
                    <a:pt x="120015" y="35719"/>
                  </a:lnTo>
                  <a:lnTo>
                    <a:pt x="118586" y="36195"/>
                  </a:lnTo>
                  <a:lnTo>
                    <a:pt x="117157" y="35719"/>
                  </a:lnTo>
                  <a:lnTo>
                    <a:pt x="114776" y="31909"/>
                  </a:lnTo>
                  <a:lnTo>
                    <a:pt x="113824" y="30480"/>
                  </a:lnTo>
                  <a:lnTo>
                    <a:pt x="111919" y="30004"/>
                  </a:lnTo>
                  <a:lnTo>
                    <a:pt x="108585" y="30956"/>
                  </a:lnTo>
                  <a:lnTo>
                    <a:pt x="103347" y="32861"/>
                  </a:lnTo>
                  <a:lnTo>
                    <a:pt x="101441" y="32861"/>
                  </a:lnTo>
                  <a:lnTo>
                    <a:pt x="99536" y="32385"/>
                  </a:lnTo>
                  <a:lnTo>
                    <a:pt x="98107" y="30480"/>
                  </a:lnTo>
                  <a:lnTo>
                    <a:pt x="96679" y="27146"/>
                  </a:lnTo>
                  <a:lnTo>
                    <a:pt x="96203" y="24765"/>
                  </a:lnTo>
                  <a:lnTo>
                    <a:pt x="95250" y="24765"/>
                  </a:lnTo>
                  <a:lnTo>
                    <a:pt x="91916" y="24289"/>
                  </a:lnTo>
                  <a:lnTo>
                    <a:pt x="90488" y="25241"/>
                  </a:lnTo>
                  <a:lnTo>
                    <a:pt x="90488" y="28575"/>
                  </a:lnTo>
                  <a:lnTo>
                    <a:pt x="90011" y="32861"/>
                  </a:lnTo>
                  <a:lnTo>
                    <a:pt x="88582" y="35719"/>
                  </a:lnTo>
                  <a:lnTo>
                    <a:pt x="84297" y="40481"/>
                  </a:lnTo>
                  <a:lnTo>
                    <a:pt x="82868" y="42863"/>
                  </a:lnTo>
                  <a:lnTo>
                    <a:pt x="82391" y="44291"/>
                  </a:lnTo>
                  <a:lnTo>
                    <a:pt x="82391" y="45720"/>
                  </a:lnTo>
                  <a:lnTo>
                    <a:pt x="82868" y="48101"/>
                  </a:lnTo>
                  <a:lnTo>
                    <a:pt x="83820" y="50482"/>
                  </a:lnTo>
                  <a:lnTo>
                    <a:pt x="82868" y="51911"/>
                  </a:lnTo>
                  <a:lnTo>
                    <a:pt x="80486" y="52388"/>
                  </a:lnTo>
                  <a:lnTo>
                    <a:pt x="78581" y="50959"/>
                  </a:lnTo>
                  <a:lnTo>
                    <a:pt x="78105" y="48577"/>
                  </a:lnTo>
                  <a:lnTo>
                    <a:pt x="74295" y="45244"/>
                  </a:lnTo>
                  <a:lnTo>
                    <a:pt x="75724" y="42386"/>
                  </a:lnTo>
                  <a:lnTo>
                    <a:pt x="75248" y="41910"/>
                  </a:lnTo>
                  <a:lnTo>
                    <a:pt x="69056" y="40481"/>
                  </a:lnTo>
                  <a:lnTo>
                    <a:pt x="66675" y="38576"/>
                  </a:lnTo>
                  <a:lnTo>
                    <a:pt x="62865" y="34766"/>
                  </a:lnTo>
                  <a:lnTo>
                    <a:pt x="62389" y="33338"/>
                  </a:lnTo>
                  <a:lnTo>
                    <a:pt x="62389" y="28099"/>
                  </a:lnTo>
                  <a:lnTo>
                    <a:pt x="62389" y="26670"/>
                  </a:lnTo>
                  <a:lnTo>
                    <a:pt x="61913" y="26194"/>
                  </a:lnTo>
                  <a:lnTo>
                    <a:pt x="60007" y="26194"/>
                  </a:lnTo>
                  <a:lnTo>
                    <a:pt x="57626" y="28099"/>
                  </a:lnTo>
                  <a:lnTo>
                    <a:pt x="55245" y="30956"/>
                  </a:lnTo>
                  <a:lnTo>
                    <a:pt x="50482" y="33814"/>
                  </a:lnTo>
                  <a:lnTo>
                    <a:pt x="50006" y="34290"/>
                  </a:lnTo>
                  <a:lnTo>
                    <a:pt x="51435" y="37147"/>
                  </a:lnTo>
                  <a:lnTo>
                    <a:pt x="51435" y="38100"/>
                  </a:lnTo>
                  <a:lnTo>
                    <a:pt x="47625" y="42863"/>
                  </a:lnTo>
                  <a:lnTo>
                    <a:pt x="46673" y="44291"/>
                  </a:lnTo>
                  <a:lnTo>
                    <a:pt x="41910" y="47149"/>
                  </a:lnTo>
                  <a:lnTo>
                    <a:pt x="39529" y="48101"/>
                  </a:lnTo>
                  <a:lnTo>
                    <a:pt x="32861" y="46196"/>
                  </a:lnTo>
                  <a:lnTo>
                    <a:pt x="30956" y="45720"/>
                  </a:lnTo>
                  <a:lnTo>
                    <a:pt x="28099" y="47149"/>
                  </a:lnTo>
                  <a:lnTo>
                    <a:pt x="23813" y="48577"/>
                  </a:lnTo>
                  <a:lnTo>
                    <a:pt x="17145" y="50006"/>
                  </a:lnTo>
                  <a:lnTo>
                    <a:pt x="14764" y="49054"/>
                  </a:lnTo>
                  <a:lnTo>
                    <a:pt x="13811" y="48101"/>
                  </a:lnTo>
                  <a:lnTo>
                    <a:pt x="10954" y="50482"/>
                  </a:lnTo>
                  <a:lnTo>
                    <a:pt x="6191" y="52864"/>
                  </a:lnTo>
                  <a:lnTo>
                    <a:pt x="5715" y="54292"/>
                  </a:lnTo>
                  <a:lnTo>
                    <a:pt x="5715" y="55721"/>
                  </a:lnTo>
                  <a:lnTo>
                    <a:pt x="6191" y="57150"/>
                  </a:lnTo>
                  <a:lnTo>
                    <a:pt x="8573" y="58579"/>
                  </a:lnTo>
                  <a:lnTo>
                    <a:pt x="11430" y="62389"/>
                  </a:lnTo>
                  <a:lnTo>
                    <a:pt x="13335" y="65722"/>
                  </a:lnTo>
                  <a:lnTo>
                    <a:pt x="17145" y="69056"/>
                  </a:lnTo>
                  <a:lnTo>
                    <a:pt x="18098" y="70009"/>
                  </a:lnTo>
                  <a:lnTo>
                    <a:pt x="17622" y="70961"/>
                  </a:lnTo>
                  <a:lnTo>
                    <a:pt x="16669" y="72390"/>
                  </a:lnTo>
                  <a:lnTo>
                    <a:pt x="15240" y="77152"/>
                  </a:lnTo>
                  <a:lnTo>
                    <a:pt x="13811" y="78105"/>
                  </a:lnTo>
                  <a:lnTo>
                    <a:pt x="11906" y="78581"/>
                  </a:lnTo>
                  <a:lnTo>
                    <a:pt x="7144" y="81915"/>
                  </a:lnTo>
                  <a:lnTo>
                    <a:pt x="5239" y="81439"/>
                  </a:lnTo>
                  <a:lnTo>
                    <a:pt x="2381" y="81439"/>
                  </a:lnTo>
                  <a:lnTo>
                    <a:pt x="0" y="82391"/>
                  </a:lnTo>
                  <a:lnTo>
                    <a:pt x="476" y="84296"/>
                  </a:lnTo>
                  <a:lnTo>
                    <a:pt x="2381" y="86201"/>
                  </a:lnTo>
                  <a:lnTo>
                    <a:pt x="3334" y="88106"/>
                  </a:lnTo>
                  <a:lnTo>
                    <a:pt x="3810" y="90488"/>
                  </a:lnTo>
                  <a:lnTo>
                    <a:pt x="5715" y="91916"/>
                  </a:lnTo>
                  <a:lnTo>
                    <a:pt x="8573" y="92869"/>
                  </a:lnTo>
                  <a:lnTo>
                    <a:pt x="10478" y="92869"/>
                  </a:lnTo>
                  <a:lnTo>
                    <a:pt x="11430" y="93345"/>
                  </a:lnTo>
                  <a:lnTo>
                    <a:pt x="11906" y="94297"/>
                  </a:lnTo>
                  <a:lnTo>
                    <a:pt x="13335" y="99060"/>
                  </a:lnTo>
                  <a:lnTo>
                    <a:pt x="12382" y="100013"/>
                  </a:lnTo>
                  <a:lnTo>
                    <a:pt x="10954" y="100489"/>
                  </a:lnTo>
                  <a:lnTo>
                    <a:pt x="10001" y="102394"/>
                  </a:lnTo>
                  <a:lnTo>
                    <a:pt x="8097" y="105251"/>
                  </a:lnTo>
                  <a:lnTo>
                    <a:pt x="7144" y="107632"/>
                  </a:lnTo>
                  <a:lnTo>
                    <a:pt x="8573" y="109538"/>
                  </a:lnTo>
                  <a:lnTo>
                    <a:pt x="9049" y="110966"/>
                  </a:lnTo>
                  <a:lnTo>
                    <a:pt x="8573" y="112395"/>
                  </a:lnTo>
                  <a:lnTo>
                    <a:pt x="9525" y="114776"/>
                  </a:lnTo>
                  <a:lnTo>
                    <a:pt x="11906" y="117157"/>
                  </a:lnTo>
                  <a:lnTo>
                    <a:pt x="18098" y="120491"/>
                  </a:lnTo>
                  <a:lnTo>
                    <a:pt x="23813" y="123349"/>
                  </a:lnTo>
                  <a:lnTo>
                    <a:pt x="25718" y="123825"/>
                  </a:lnTo>
                  <a:lnTo>
                    <a:pt x="33338" y="121920"/>
                  </a:lnTo>
                  <a:lnTo>
                    <a:pt x="34766" y="121920"/>
                  </a:lnTo>
                  <a:lnTo>
                    <a:pt x="35719" y="123825"/>
                  </a:lnTo>
                  <a:lnTo>
                    <a:pt x="36195" y="125254"/>
                  </a:lnTo>
                  <a:lnTo>
                    <a:pt x="35243" y="127159"/>
                  </a:lnTo>
                  <a:lnTo>
                    <a:pt x="33338" y="130016"/>
                  </a:lnTo>
                  <a:lnTo>
                    <a:pt x="30956" y="132397"/>
                  </a:lnTo>
                  <a:lnTo>
                    <a:pt x="29528" y="134302"/>
                  </a:lnTo>
                  <a:lnTo>
                    <a:pt x="30004" y="136207"/>
                  </a:lnTo>
                  <a:lnTo>
                    <a:pt x="30004" y="138589"/>
                  </a:lnTo>
                  <a:lnTo>
                    <a:pt x="38100" y="137160"/>
                  </a:lnTo>
                  <a:lnTo>
                    <a:pt x="47149" y="134302"/>
                  </a:lnTo>
                  <a:lnTo>
                    <a:pt x="49530" y="132397"/>
                  </a:lnTo>
                  <a:lnTo>
                    <a:pt x="56674" y="123349"/>
                  </a:lnTo>
                  <a:lnTo>
                    <a:pt x="65723" y="114776"/>
                  </a:lnTo>
                  <a:lnTo>
                    <a:pt x="72866" y="111442"/>
                  </a:lnTo>
                  <a:lnTo>
                    <a:pt x="78581" y="111919"/>
                  </a:lnTo>
                  <a:lnTo>
                    <a:pt x="87630" y="115252"/>
                  </a:lnTo>
                  <a:lnTo>
                    <a:pt x="90964" y="115252"/>
                  </a:lnTo>
                  <a:lnTo>
                    <a:pt x="106204" y="124301"/>
                  </a:lnTo>
                  <a:lnTo>
                    <a:pt x="117157" y="127635"/>
                  </a:lnTo>
                  <a:lnTo>
                    <a:pt x="121920" y="130492"/>
                  </a:lnTo>
                  <a:lnTo>
                    <a:pt x="123825" y="134302"/>
                  </a:lnTo>
                  <a:lnTo>
                    <a:pt x="126206" y="148114"/>
                  </a:lnTo>
                  <a:lnTo>
                    <a:pt x="130493" y="153829"/>
                  </a:lnTo>
                  <a:lnTo>
                    <a:pt x="132874" y="160496"/>
                  </a:lnTo>
                  <a:lnTo>
                    <a:pt x="133350" y="162877"/>
                  </a:lnTo>
                  <a:lnTo>
                    <a:pt x="132874" y="165735"/>
                  </a:lnTo>
                  <a:lnTo>
                    <a:pt x="132874" y="169545"/>
                  </a:lnTo>
                  <a:lnTo>
                    <a:pt x="135255" y="170021"/>
                  </a:lnTo>
                  <a:lnTo>
                    <a:pt x="137160" y="170021"/>
                  </a:lnTo>
                  <a:lnTo>
                    <a:pt x="139541" y="170974"/>
                  </a:lnTo>
                  <a:lnTo>
                    <a:pt x="140494" y="172402"/>
                  </a:lnTo>
                  <a:lnTo>
                    <a:pt x="141447" y="174784"/>
                  </a:lnTo>
                  <a:lnTo>
                    <a:pt x="142875" y="176213"/>
                  </a:lnTo>
                  <a:lnTo>
                    <a:pt x="147638" y="179070"/>
                  </a:lnTo>
                  <a:lnTo>
                    <a:pt x="155257" y="187166"/>
                  </a:lnTo>
                  <a:lnTo>
                    <a:pt x="155734" y="190500"/>
                  </a:lnTo>
                  <a:lnTo>
                    <a:pt x="154305" y="190976"/>
                  </a:lnTo>
                  <a:lnTo>
                    <a:pt x="152876" y="191929"/>
                  </a:lnTo>
                  <a:lnTo>
                    <a:pt x="154305" y="192881"/>
                  </a:lnTo>
                  <a:lnTo>
                    <a:pt x="155734" y="192881"/>
                  </a:lnTo>
                  <a:lnTo>
                    <a:pt x="157639" y="191929"/>
                  </a:lnTo>
                  <a:lnTo>
                    <a:pt x="159068" y="191452"/>
                  </a:lnTo>
                  <a:lnTo>
                    <a:pt x="165735" y="193834"/>
                  </a:lnTo>
                  <a:lnTo>
                    <a:pt x="170498" y="196691"/>
                  </a:lnTo>
                  <a:lnTo>
                    <a:pt x="176213" y="204788"/>
                  </a:lnTo>
                  <a:lnTo>
                    <a:pt x="185261" y="210502"/>
                  </a:lnTo>
                  <a:lnTo>
                    <a:pt x="189548" y="215741"/>
                  </a:lnTo>
                  <a:lnTo>
                    <a:pt x="203835" y="229552"/>
                  </a:lnTo>
                  <a:lnTo>
                    <a:pt x="211455" y="231934"/>
                  </a:lnTo>
                  <a:lnTo>
                    <a:pt x="217647" y="236220"/>
                  </a:lnTo>
                  <a:lnTo>
                    <a:pt x="218123" y="237649"/>
                  </a:lnTo>
                  <a:lnTo>
                    <a:pt x="219551" y="238601"/>
                  </a:lnTo>
                  <a:lnTo>
                    <a:pt x="222885" y="237172"/>
                  </a:lnTo>
                  <a:lnTo>
                    <a:pt x="225266" y="236696"/>
                  </a:lnTo>
                  <a:lnTo>
                    <a:pt x="229076" y="237172"/>
                  </a:lnTo>
                  <a:lnTo>
                    <a:pt x="235744" y="239077"/>
                  </a:lnTo>
                  <a:lnTo>
                    <a:pt x="239554" y="238125"/>
                  </a:lnTo>
                  <a:lnTo>
                    <a:pt x="241935" y="239077"/>
                  </a:lnTo>
                  <a:lnTo>
                    <a:pt x="246222" y="243364"/>
                  </a:lnTo>
                  <a:lnTo>
                    <a:pt x="252413" y="253841"/>
                  </a:lnTo>
                  <a:lnTo>
                    <a:pt x="252413" y="256222"/>
                  </a:lnTo>
                  <a:lnTo>
                    <a:pt x="253365" y="257175"/>
                  </a:lnTo>
                  <a:lnTo>
                    <a:pt x="254318" y="255746"/>
                  </a:lnTo>
                  <a:lnTo>
                    <a:pt x="255747" y="256222"/>
                  </a:lnTo>
                  <a:lnTo>
                    <a:pt x="261461" y="256699"/>
                  </a:lnTo>
                  <a:lnTo>
                    <a:pt x="265748" y="258604"/>
                  </a:lnTo>
                  <a:lnTo>
                    <a:pt x="266700" y="260032"/>
                  </a:lnTo>
                  <a:lnTo>
                    <a:pt x="262414" y="265271"/>
                  </a:lnTo>
                  <a:lnTo>
                    <a:pt x="263843" y="265271"/>
                  </a:lnTo>
                  <a:lnTo>
                    <a:pt x="266224" y="263842"/>
                  </a:lnTo>
                  <a:lnTo>
                    <a:pt x="269557" y="264319"/>
                  </a:lnTo>
                  <a:lnTo>
                    <a:pt x="271463" y="263366"/>
                  </a:lnTo>
                  <a:lnTo>
                    <a:pt x="276701" y="262414"/>
                  </a:lnTo>
                  <a:lnTo>
                    <a:pt x="279082" y="263842"/>
                  </a:lnTo>
                  <a:lnTo>
                    <a:pt x="281464" y="266700"/>
                  </a:lnTo>
                  <a:lnTo>
                    <a:pt x="282893" y="270034"/>
                  </a:lnTo>
                  <a:lnTo>
                    <a:pt x="284322" y="273844"/>
                  </a:lnTo>
                  <a:lnTo>
                    <a:pt x="282416" y="276701"/>
                  </a:lnTo>
                  <a:lnTo>
                    <a:pt x="282416" y="278606"/>
                  </a:lnTo>
                  <a:lnTo>
                    <a:pt x="283369" y="279559"/>
                  </a:lnTo>
                  <a:lnTo>
                    <a:pt x="295275" y="286226"/>
                  </a:lnTo>
                  <a:lnTo>
                    <a:pt x="298609" y="286702"/>
                  </a:lnTo>
                  <a:lnTo>
                    <a:pt x="305276" y="286702"/>
                  </a:lnTo>
                  <a:lnTo>
                    <a:pt x="309086" y="289084"/>
                  </a:lnTo>
                  <a:lnTo>
                    <a:pt x="311468" y="293846"/>
                  </a:lnTo>
                  <a:lnTo>
                    <a:pt x="314325" y="303371"/>
                  </a:lnTo>
                  <a:lnTo>
                    <a:pt x="320040" y="314325"/>
                  </a:lnTo>
                  <a:lnTo>
                    <a:pt x="321469" y="322897"/>
                  </a:lnTo>
                  <a:lnTo>
                    <a:pt x="322898" y="327660"/>
                  </a:lnTo>
                  <a:lnTo>
                    <a:pt x="326231" y="330994"/>
                  </a:lnTo>
                  <a:lnTo>
                    <a:pt x="325755" y="338138"/>
                  </a:lnTo>
                  <a:lnTo>
                    <a:pt x="321469" y="339090"/>
                  </a:lnTo>
                  <a:lnTo>
                    <a:pt x="318135" y="340042"/>
                  </a:lnTo>
                  <a:lnTo>
                    <a:pt x="316706" y="341471"/>
                  </a:lnTo>
                  <a:lnTo>
                    <a:pt x="315278" y="343853"/>
                  </a:lnTo>
                  <a:lnTo>
                    <a:pt x="316230" y="349091"/>
                  </a:lnTo>
                  <a:lnTo>
                    <a:pt x="313373" y="356235"/>
                  </a:lnTo>
                  <a:lnTo>
                    <a:pt x="309086" y="357664"/>
                  </a:lnTo>
                  <a:lnTo>
                    <a:pt x="307181" y="360997"/>
                  </a:lnTo>
                  <a:lnTo>
                    <a:pt x="307181" y="366713"/>
                  </a:lnTo>
                  <a:lnTo>
                    <a:pt x="310039" y="370522"/>
                  </a:lnTo>
                  <a:lnTo>
                    <a:pt x="321469" y="370522"/>
                  </a:lnTo>
                  <a:lnTo>
                    <a:pt x="323374" y="367665"/>
                  </a:lnTo>
                  <a:lnTo>
                    <a:pt x="324326" y="364807"/>
                  </a:lnTo>
                  <a:lnTo>
                    <a:pt x="329089" y="358616"/>
                  </a:lnTo>
                  <a:lnTo>
                    <a:pt x="338138" y="352425"/>
                  </a:lnTo>
                  <a:lnTo>
                    <a:pt x="339090" y="349091"/>
                  </a:lnTo>
                  <a:lnTo>
                    <a:pt x="338614" y="340519"/>
                  </a:lnTo>
                  <a:lnTo>
                    <a:pt x="340519" y="337185"/>
                  </a:lnTo>
                  <a:lnTo>
                    <a:pt x="345281" y="333851"/>
                  </a:lnTo>
                  <a:lnTo>
                    <a:pt x="351949" y="331946"/>
                  </a:lnTo>
                  <a:lnTo>
                    <a:pt x="357188" y="332899"/>
                  </a:lnTo>
                  <a:lnTo>
                    <a:pt x="359569" y="329565"/>
                  </a:lnTo>
                  <a:lnTo>
                    <a:pt x="357664" y="324326"/>
                  </a:lnTo>
                  <a:lnTo>
                    <a:pt x="357188" y="314801"/>
                  </a:lnTo>
                  <a:lnTo>
                    <a:pt x="353378" y="310991"/>
                  </a:lnTo>
                  <a:lnTo>
                    <a:pt x="347663" y="307181"/>
                  </a:lnTo>
                  <a:lnTo>
                    <a:pt x="340043" y="304800"/>
                  </a:lnTo>
                  <a:lnTo>
                    <a:pt x="337661" y="300514"/>
                  </a:lnTo>
                  <a:lnTo>
                    <a:pt x="338138" y="296227"/>
                  </a:lnTo>
                  <a:lnTo>
                    <a:pt x="342900" y="285274"/>
                  </a:lnTo>
                  <a:lnTo>
                    <a:pt x="347663" y="277654"/>
                  </a:lnTo>
                  <a:lnTo>
                    <a:pt x="351949" y="272415"/>
                  </a:lnTo>
                  <a:lnTo>
                    <a:pt x="355282" y="270034"/>
                  </a:lnTo>
                  <a:lnTo>
                    <a:pt x="360522" y="270510"/>
                  </a:lnTo>
                  <a:lnTo>
                    <a:pt x="361950" y="270986"/>
                  </a:lnTo>
                  <a:lnTo>
                    <a:pt x="362903" y="272891"/>
                  </a:lnTo>
                  <a:lnTo>
                    <a:pt x="363379" y="274320"/>
                  </a:lnTo>
                  <a:lnTo>
                    <a:pt x="368141" y="276701"/>
                  </a:lnTo>
                  <a:lnTo>
                    <a:pt x="370999" y="277654"/>
                  </a:lnTo>
                  <a:lnTo>
                    <a:pt x="384334" y="279082"/>
                  </a:lnTo>
                  <a:lnTo>
                    <a:pt x="391478" y="292894"/>
                  </a:lnTo>
                  <a:lnTo>
                    <a:pt x="396240" y="296227"/>
                  </a:lnTo>
                  <a:lnTo>
                    <a:pt x="400526" y="297656"/>
                  </a:lnTo>
                  <a:lnTo>
                    <a:pt x="402431" y="294322"/>
                  </a:lnTo>
                  <a:lnTo>
                    <a:pt x="403384" y="290989"/>
                  </a:lnTo>
                  <a:lnTo>
                    <a:pt x="405765" y="286226"/>
                  </a:lnTo>
                  <a:lnTo>
                    <a:pt x="403384" y="282892"/>
                  </a:lnTo>
                  <a:close/>
                  <a:moveTo>
                    <a:pt x="302895" y="359092"/>
                  </a:moveTo>
                  <a:lnTo>
                    <a:pt x="297656" y="361950"/>
                  </a:lnTo>
                  <a:lnTo>
                    <a:pt x="295751" y="361474"/>
                  </a:lnTo>
                  <a:lnTo>
                    <a:pt x="293847" y="362426"/>
                  </a:lnTo>
                  <a:lnTo>
                    <a:pt x="292418" y="364331"/>
                  </a:lnTo>
                  <a:lnTo>
                    <a:pt x="290513" y="364807"/>
                  </a:lnTo>
                  <a:lnTo>
                    <a:pt x="285750" y="364331"/>
                  </a:lnTo>
                  <a:lnTo>
                    <a:pt x="280988" y="364331"/>
                  </a:lnTo>
                  <a:lnTo>
                    <a:pt x="279082" y="364331"/>
                  </a:lnTo>
                  <a:lnTo>
                    <a:pt x="277178" y="364807"/>
                  </a:lnTo>
                  <a:lnTo>
                    <a:pt x="273844" y="367189"/>
                  </a:lnTo>
                  <a:lnTo>
                    <a:pt x="269557" y="368617"/>
                  </a:lnTo>
                  <a:lnTo>
                    <a:pt x="266700" y="368617"/>
                  </a:lnTo>
                  <a:lnTo>
                    <a:pt x="262414" y="369570"/>
                  </a:lnTo>
                  <a:lnTo>
                    <a:pt x="254318" y="368617"/>
                  </a:lnTo>
                  <a:lnTo>
                    <a:pt x="250507" y="369094"/>
                  </a:lnTo>
                  <a:lnTo>
                    <a:pt x="245269" y="370999"/>
                  </a:lnTo>
                  <a:lnTo>
                    <a:pt x="243364" y="370999"/>
                  </a:lnTo>
                  <a:lnTo>
                    <a:pt x="241459" y="370522"/>
                  </a:lnTo>
                  <a:lnTo>
                    <a:pt x="234791" y="366713"/>
                  </a:lnTo>
                  <a:lnTo>
                    <a:pt x="232886" y="366236"/>
                  </a:lnTo>
                  <a:lnTo>
                    <a:pt x="230981" y="365760"/>
                  </a:lnTo>
                  <a:lnTo>
                    <a:pt x="230029" y="363855"/>
                  </a:lnTo>
                  <a:lnTo>
                    <a:pt x="228124" y="363379"/>
                  </a:lnTo>
                  <a:lnTo>
                    <a:pt x="223838" y="363379"/>
                  </a:lnTo>
                  <a:lnTo>
                    <a:pt x="220504" y="365760"/>
                  </a:lnTo>
                  <a:lnTo>
                    <a:pt x="220028" y="367665"/>
                  </a:lnTo>
                  <a:lnTo>
                    <a:pt x="216694" y="369570"/>
                  </a:lnTo>
                  <a:lnTo>
                    <a:pt x="214789" y="370046"/>
                  </a:lnTo>
                  <a:lnTo>
                    <a:pt x="212884" y="369094"/>
                  </a:lnTo>
                  <a:lnTo>
                    <a:pt x="209074" y="364331"/>
                  </a:lnTo>
                  <a:lnTo>
                    <a:pt x="208122" y="365760"/>
                  </a:lnTo>
                  <a:lnTo>
                    <a:pt x="206693" y="367189"/>
                  </a:lnTo>
                  <a:lnTo>
                    <a:pt x="204788" y="368141"/>
                  </a:lnTo>
                  <a:lnTo>
                    <a:pt x="202882" y="369570"/>
                  </a:lnTo>
                  <a:lnTo>
                    <a:pt x="200978" y="373856"/>
                  </a:lnTo>
                  <a:lnTo>
                    <a:pt x="199073" y="378619"/>
                  </a:lnTo>
                  <a:lnTo>
                    <a:pt x="199549" y="380524"/>
                  </a:lnTo>
                  <a:lnTo>
                    <a:pt x="201930" y="384810"/>
                  </a:lnTo>
                  <a:lnTo>
                    <a:pt x="205740" y="387667"/>
                  </a:lnTo>
                  <a:lnTo>
                    <a:pt x="207645" y="388620"/>
                  </a:lnTo>
                  <a:lnTo>
                    <a:pt x="209550" y="388620"/>
                  </a:lnTo>
                  <a:lnTo>
                    <a:pt x="213360" y="388144"/>
                  </a:lnTo>
                  <a:lnTo>
                    <a:pt x="215265" y="388144"/>
                  </a:lnTo>
                  <a:lnTo>
                    <a:pt x="219075" y="390525"/>
                  </a:lnTo>
                  <a:lnTo>
                    <a:pt x="223361" y="391478"/>
                  </a:lnTo>
                  <a:lnTo>
                    <a:pt x="225266" y="392430"/>
                  </a:lnTo>
                  <a:lnTo>
                    <a:pt x="226695" y="393859"/>
                  </a:lnTo>
                  <a:lnTo>
                    <a:pt x="230029" y="396240"/>
                  </a:lnTo>
                  <a:lnTo>
                    <a:pt x="237649" y="400050"/>
                  </a:lnTo>
                  <a:lnTo>
                    <a:pt x="244793" y="404813"/>
                  </a:lnTo>
                  <a:lnTo>
                    <a:pt x="248126" y="406241"/>
                  </a:lnTo>
                  <a:lnTo>
                    <a:pt x="251936" y="405765"/>
                  </a:lnTo>
                  <a:lnTo>
                    <a:pt x="255747" y="405765"/>
                  </a:lnTo>
                  <a:lnTo>
                    <a:pt x="259556" y="408146"/>
                  </a:lnTo>
                  <a:lnTo>
                    <a:pt x="263366" y="411004"/>
                  </a:lnTo>
                  <a:lnTo>
                    <a:pt x="268129" y="417671"/>
                  </a:lnTo>
                  <a:lnTo>
                    <a:pt x="270034" y="418624"/>
                  </a:lnTo>
                  <a:lnTo>
                    <a:pt x="271939" y="419100"/>
                  </a:lnTo>
                  <a:lnTo>
                    <a:pt x="277654" y="421481"/>
                  </a:lnTo>
                  <a:lnTo>
                    <a:pt x="281464" y="421005"/>
                  </a:lnTo>
                  <a:lnTo>
                    <a:pt x="285274" y="421957"/>
                  </a:lnTo>
                  <a:lnTo>
                    <a:pt x="289084" y="421957"/>
                  </a:lnTo>
                  <a:lnTo>
                    <a:pt x="289084" y="420053"/>
                  </a:lnTo>
                  <a:lnTo>
                    <a:pt x="288607" y="418147"/>
                  </a:lnTo>
                  <a:lnTo>
                    <a:pt x="289084" y="416242"/>
                  </a:lnTo>
                  <a:lnTo>
                    <a:pt x="290036" y="414338"/>
                  </a:lnTo>
                  <a:lnTo>
                    <a:pt x="291465" y="412432"/>
                  </a:lnTo>
                  <a:lnTo>
                    <a:pt x="295275" y="409575"/>
                  </a:lnTo>
                  <a:lnTo>
                    <a:pt x="295275" y="408146"/>
                  </a:lnTo>
                  <a:lnTo>
                    <a:pt x="294799" y="406717"/>
                  </a:lnTo>
                  <a:lnTo>
                    <a:pt x="292894" y="405289"/>
                  </a:lnTo>
                  <a:lnTo>
                    <a:pt x="290989" y="402431"/>
                  </a:lnTo>
                  <a:lnTo>
                    <a:pt x="292894" y="401003"/>
                  </a:lnTo>
                  <a:lnTo>
                    <a:pt x="291465" y="399574"/>
                  </a:lnTo>
                  <a:lnTo>
                    <a:pt x="290036" y="398621"/>
                  </a:lnTo>
                  <a:lnTo>
                    <a:pt x="289084" y="397669"/>
                  </a:lnTo>
                  <a:lnTo>
                    <a:pt x="288607" y="396240"/>
                  </a:lnTo>
                  <a:lnTo>
                    <a:pt x="288607" y="392906"/>
                  </a:lnTo>
                  <a:lnTo>
                    <a:pt x="289560" y="390049"/>
                  </a:lnTo>
                  <a:lnTo>
                    <a:pt x="290513" y="387667"/>
                  </a:lnTo>
                  <a:lnTo>
                    <a:pt x="291465" y="385286"/>
                  </a:lnTo>
                  <a:lnTo>
                    <a:pt x="291941" y="382429"/>
                  </a:lnTo>
                  <a:lnTo>
                    <a:pt x="292894" y="380047"/>
                  </a:lnTo>
                  <a:lnTo>
                    <a:pt x="300990" y="369094"/>
                  </a:lnTo>
                  <a:lnTo>
                    <a:pt x="301943" y="367189"/>
                  </a:lnTo>
                  <a:lnTo>
                    <a:pt x="304324" y="362903"/>
                  </a:lnTo>
                  <a:lnTo>
                    <a:pt x="306229" y="360997"/>
                  </a:lnTo>
                  <a:lnTo>
                    <a:pt x="303848" y="360045"/>
                  </a:lnTo>
                  <a:lnTo>
                    <a:pt x="302895" y="359092"/>
                  </a:lnTo>
                  <a:close/>
                </a:path>
              </a:pathLst>
            </a:custGeom>
            <a:grpFill/>
            <a:ln w="317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5A8D6BE3-5B40-425A-9D24-8917A486466C}"/>
                </a:ext>
              </a:extLst>
            </p:cNvPr>
            <p:cNvSpPr/>
            <p:nvPr/>
          </p:nvSpPr>
          <p:spPr>
            <a:xfrm>
              <a:off x="4886801" y="1642109"/>
              <a:ext cx="371475" cy="171449"/>
            </a:xfrm>
            <a:custGeom>
              <a:avLst/>
              <a:gdLst>
                <a:gd name="connsiteX0" fmla="*/ 371475 w 371475"/>
                <a:gd name="connsiteY0" fmla="*/ 78105 h 171449"/>
                <a:gd name="connsiteX1" fmla="*/ 370523 w 371475"/>
                <a:gd name="connsiteY1" fmla="*/ 77152 h 171449"/>
                <a:gd name="connsiteX2" fmla="*/ 364807 w 371475"/>
                <a:gd name="connsiteY2" fmla="*/ 74771 h 171449"/>
                <a:gd name="connsiteX3" fmla="*/ 366236 w 371475"/>
                <a:gd name="connsiteY3" fmla="*/ 73343 h 171449"/>
                <a:gd name="connsiteX4" fmla="*/ 367665 w 371475"/>
                <a:gd name="connsiteY4" fmla="*/ 72866 h 171449"/>
                <a:gd name="connsiteX5" fmla="*/ 368618 w 371475"/>
                <a:gd name="connsiteY5" fmla="*/ 71914 h 171449"/>
                <a:gd name="connsiteX6" fmla="*/ 368618 w 371475"/>
                <a:gd name="connsiteY6" fmla="*/ 70961 h 171449"/>
                <a:gd name="connsiteX7" fmla="*/ 368618 w 371475"/>
                <a:gd name="connsiteY7" fmla="*/ 70009 h 171449"/>
                <a:gd name="connsiteX8" fmla="*/ 368141 w 371475"/>
                <a:gd name="connsiteY8" fmla="*/ 69056 h 171449"/>
                <a:gd name="connsiteX9" fmla="*/ 365760 w 371475"/>
                <a:gd name="connsiteY9" fmla="*/ 69056 h 171449"/>
                <a:gd name="connsiteX10" fmla="*/ 364331 w 371475"/>
                <a:gd name="connsiteY10" fmla="*/ 67627 h 171449"/>
                <a:gd name="connsiteX11" fmla="*/ 362903 w 371475"/>
                <a:gd name="connsiteY11" fmla="*/ 65723 h 171449"/>
                <a:gd name="connsiteX12" fmla="*/ 363855 w 371475"/>
                <a:gd name="connsiteY12" fmla="*/ 64770 h 171449"/>
                <a:gd name="connsiteX13" fmla="*/ 366236 w 371475"/>
                <a:gd name="connsiteY13" fmla="*/ 64294 h 171449"/>
                <a:gd name="connsiteX14" fmla="*/ 367665 w 371475"/>
                <a:gd name="connsiteY14" fmla="*/ 63341 h 171449"/>
                <a:gd name="connsiteX15" fmla="*/ 368141 w 371475"/>
                <a:gd name="connsiteY15" fmla="*/ 60960 h 171449"/>
                <a:gd name="connsiteX16" fmla="*/ 369570 w 371475"/>
                <a:gd name="connsiteY16" fmla="*/ 58102 h 171449"/>
                <a:gd name="connsiteX17" fmla="*/ 369570 w 371475"/>
                <a:gd name="connsiteY17" fmla="*/ 56674 h 171449"/>
                <a:gd name="connsiteX18" fmla="*/ 367665 w 371475"/>
                <a:gd name="connsiteY18" fmla="*/ 54769 h 171449"/>
                <a:gd name="connsiteX19" fmla="*/ 366713 w 371475"/>
                <a:gd name="connsiteY19" fmla="*/ 54769 h 171449"/>
                <a:gd name="connsiteX20" fmla="*/ 363855 w 371475"/>
                <a:gd name="connsiteY20" fmla="*/ 55721 h 171449"/>
                <a:gd name="connsiteX21" fmla="*/ 361950 w 371475"/>
                <a:gd name="connsiteY21" fmla="*/ 52864 h 171449"/>
                <a:gd name="connsiteX22" fmla="*/ 358616 w 371475"/>
                <a:gd name="connsiteY22" fmla="*/ 50959 h 171449"/>
                <a:gd name="connsiteX23" fmla="*/ 350997 w 371475"/>
                <a:gd name="connsiteY23" fmla="*/ 49530 h 171449"/>
                <a:gd name="connsiteX24" fmla="*/ 346234 w 371475"/>
                <a:gd name="connsiteY24" fmla="*/ 50482 h 171449"/>
                <a:gd name="connsiteX25" fmla="*/ 340519 w 371475"/>
                <a:gd name="connsiteY25" fmla="*/ 53340 h 171449"/>
                <a:gd name="connsiteX26" fmla="*/ 345281 w 371475"/>
                <a:gd name="connsiteY26" fmla="*/ 48577 h 171449"/>
                <a:gd name="connsiteX27" fmla="*/ 345757 w 371475"/>
                <a:gd name="connsiteY27" fmla="*/ 47149 h 171449"/>
                <a:gd name="connsiteX28" fmla="*/ 344329 w 371475"/>
                <a:gd name="connsiteY28" fmla="*/ 45720 h 171449"/>
                <a:gd name="connsiteX29" fmla="*/ 343853 w 371475"/>
                <a:gd name="connsiteY29" fmla="*/ 44291 h 171449"/>
                <a:gd name="connsiteX30" fmla="*/ 343853 w 371475"/>
                <a:gd name="connsiteY30" fmla="*/ 42386 h 171449"/>
                <a:gd name="connsiteX31" fmla="*/ 343376 w 371475"/>
                <a:gd name="connsiteY31" fmla="*/ 41434 h 171449"/>
                <a:gd name="connsiteX32" fmla="*/ 341948 w 371475"/>
                <a:gd name="connsiteY32" fmla="*/ 41434 h 171449"/>
                <a:gd name="connsiteX33" fmla="*/ 330518 w 371475"/>
                <a:gd name="connsiteY33" fmla="*/ 43339 h 171449"/>
                <a:gd name="connsiteX34" fmla="*/ 328136 w 371475"/>
                <a:gd name="connsiteY34" fmla="*/ 42862 h 171449"/>
                <a:gd name="connsiteX35" fmla="*/ 328136 w 371475"/>
                <a:gd name="connsiteY35" fmla="*/ 41910 h 171449"/>
                <a:gd name="connsiteX36" fmla="*/ 330994 w 371475"/>
                <a:gd name="connsiteY36" fmla="*/ 39052 h 171449"/>
                <a:gd name="connsiteX37" fmla="*/ 332899 w 371475"/>
                <a:gd name="connsiteY37" fmla="*/ 35242 h 171449"/>
                <a:gd name="connsiteX38" fmla="*/ 333851 w 371475"/>
                <a:gd name="connsiteY38" fmla="*/ 31909 h 171449"/>
                <a:gd name="connsiteX39" fmla="*/ 333375 w 371475"/>
                <a:gd name="connsiteY39" fmla="*/ 30480 h 171449"/>
                <a:gd name="connsiteX40" fmla="*/ 332899 w 371475"/>
                <a:gd name="connsiteY40" fmla="*/ 28575 h 171449"/>
                <a:gd name="connsiteX41" fmla="*/ 331470 w 371475"/>
                <a:gd name="connsiteY41" fmla="*/ 26670 h 171449"/>
                <a:gd name="connsiteX42" fmla="*/ 329565 w 371475"/>
                <a:gd name="connsiteY42" fmla="*/ 26194 h 171449"/>
                <a:gd name="connsiteX43" fmla="*/ 326231 w 371475"/>
                <a:gd name="connsiteY43" fmla="*/ 27623 h 171449"/>
                <a:gd name="connsiteX44" fmla="*/ 321945 w 371475"/>
                <a:gd name="connsiteY44" fmla="*/ 26194 h 171449"/>
                <a:gd name="connsiteX45" fmla="*/ 318611 w 371475"/>
                <a:gd name="connsiteY45" fmla="*/ 23813 h 171449"/>
                <a:gd name="connsiteX46" fmla="*/ 318611 w 371475"/>
                <a:gd name="connsiteY46" fmla="*/ 22860 h 171449"/>
                <a:gd name="connsiteX47" fmla="*/ 321469 w 371475"/>
                <a:gd name="connsiteY47" fmla="*/ 19526 h 171449"/>
                <a:gd name="connsiteX48" fmla="*/ 325279 w 371475"/>
                <a:gd name="connsiteY48" fmla="*/ 13811 h 171449"/>
                <a:gd name="connsiteX49" fmla="*/ 329565 w 371475"/>
                <a:gd name="connsiteY49" fmla="*/ 10954 h 171449"/>
                <a:gd name="connsiteX50" fmla="*/ 332423 w 371475"/>
                <a:gd name="connsiteY50" fmla="*/ 10477 h 171449"/>
                <a:gd name="connsiteX51" fmla="*/ 336232 w 371475"/>
                <a:gd name="connsiteY51" fmla="*/ 8573 h 171449"/>
                <a:gd name="connsiteX52" fmla="*/ 336232 w 371475"/>
                <a:gd name="connsiteY52" fmla="*/ 8096 h 171449"/>
                <a:gd name="connsiteX53" fmla="*/ 333375 w 371475"/>
                <a:gd name="connsiteY53" fmla="*/ 8573 h 171449"/>
                <a:gd name="connsiteX54" fmla="*/ 327184 w 371475"/>
                <a:gd name="connsiteY54" fmla="*/ 8096 h 171449"/>
                <a:gd name="connsiteX55" fmla="*/ 323374 w 371475"/>
                <a:gd name="connsiteY55" fmla="*/ 9525 h 171449"/>
                <a:gd name="connsiteX56" fmla="*/ 317182 w 371475"/>
                <a:gd name="connsiteY56" fmla="*/ 13811 h 171449"/>
                <a:gd name="connsiteX57" fmla="*/ 314325 w 371475"/>
                <a:gd name="connsiteY57" fmla="*/ 15240 h 171449"/>
                <a:gd name="connsiteX58" fmla="*/ 307657 w 371475"/>
                <a:gd name="connsiteY58" fmla="*/ 17145 h 171449"/>
                <a:gd name="connsiteX59" fmla="*/ 303848 w 371475"/>
                <a:gd name="connsiteY59" fmla="*/ 16669 h 171449"/>
                <a:gd name="connsiteX60" fmla="*/ 300514 w 371475"/>
                <a:gd name="connsiteY60" fmla="*/ 15240 h 171449"/>
                <a:gd name="connsiteX61" fmla="*/ 298609 w 371475"/>
                <a:gd name="connsiteY61" fmla="*/ 13811 h 171449"/>
                <a:gd name="connsiteX62" fmla="*/ 298132 w 371475"/>
                <a:gd name="connsiteY62" fmla="*/ 9525 h 171449"/>
                <a:gd name="connsiteX63" fmla="*/ 296704 w 371475"/>
                <a:gd name="connsiteY63" fmla="*/ 7620 h 171449"/>
                <a:gd name="connsiteX64" fmla="*/ 293370 w 371475"/>
                <a:gd name="connsiteY64" fmla="*/ 5239 h 171449"/>
                <a:gd name="connsiteX65" fmla="*/ 289084 w 371475"/>
                <a:gd name="connsiteY65" fmla="*/ 952 h 171449"/>
                <a:gd name="connsiteX66" fmla="*/ 287179 w 371475"/>
                <a:gd name="connsiteY66" fmla="*/ 0 h 171449"/>
                <a:gd name="connsiteX67" fmla="*/ 280035 w 371475"/>
                <a:gd name="connsiteY67" fmla="*/ 476 h 171449"/>
                <a:gd name="connsiteX68" fmla="*/ 271463 w 371475"/>
                <a:gd name="connsiteY68" fmla="*/ 2857 h 171449"/>
                <a:gd name="connsiteX69" fmla="*/ 270034 w 371475"/>
                <a:gd name="connsiteY69" fmla="*/ 4763 h 171449"/>
                <a:gd name="connsiteX70" fmla="*/ 273844 w 371475"/>
                <a:gd name="connsiteY70" fmla="*/ 14288 h 171449"/>
                <a:gd name="connsiteX71" fmla="*/ 273368 w 371475"/>
                <a:gd name="connsiteY71" fmla="*/ 15716 h 171449"/>
                <a:gd name="connsiteX72" fmla="*/ 271939 w 371475"/>
                <a:gd name="connsiteY72" fmla="*/ 18574 h 171449"/>
                <a:gd name="connsiteX73" fmla="*/ 267176 w 371475"/>
                <a:gd name="connsiteY73" fmla="*/ 20002 h 171449"/>
                <a:gd name="connsiteX74" fmla="*/ 262890 w 371475"/>
                <a:gd name="connsiteY74" fmla="*/ 22384 h 171449"/>
                <a:gd name="connsiteX75" fmla="*/ 260032 w 371475"/>
                <a:gd name="connsiteY75" fmla="*/ 22860 h 171449"/>
                <a:gd name="connsiteX76" fmla="*/ 257175 w 371475"/>
                <a:gd name="connsiteY76" fmla="*/ 21907 h 171449"/>
                <a:gd name="connsiteX77" fmla="*/ 255270 w 371475"/>
                <a:gd name="connsiteY77" fmla="*/ 20479 h 171449"/>
                <a:gd name="connsiteX78" fmla="*/ 252413 w 371475"/>
                <a:gd name="connsiteY78" fmla="*/ 18574 h 171449"/>
                <a:gd name="connsiteX79" fmla="*/ 250507 w 371475"/>
                <a:gd name="connsiteY79" fmla="*/ 18098 h 171449"/>
                <a:gd name="connsiteX80" fmla="*/ 249079 w 371475"/>
                <a:gd name="connsiteY80" fmla="*/ 18574 h 171449"/>
                <a:gd name="connsiteX81" fmla="*/ 242888 w 371475"/>
                <a:gd name="connsiteY81" fmla="*/ 24765 h 171449"/>
                <a:gd name="connsiteX82" fmla="*/ 240030 w 371475"/>
                <a:gd name="connsiteY82" fmla="*/ 28099 h 171449"/>
                <a:gd name="connsiteX83" fmla="*/ 238601 w 371475"/>
                <a:gd name="connsiteY83" fmla="*/ 29527 h 171449"/>
                <a:gd name="connsiteX84" fmla="*/ 236220 w 371475"/>
                <a:gd name="connsiteY84" fmla="*/ 30956 h 171449"/>
                <a:gd name="connsiteX85" fmla="*/ 235744 w 371475"/>
                <a:gd name="connsiteY85" fmla="*/ 31909 h 171449"/>
                <a:gd name="connsiteX86" fmla="*/ 234791 w 371475"/>
                <a:gd name="connsiteY86" fmla="*/ 31432 h 171449"/>
                <a:gd name="connsiteX87" fmla="*/ 232886 w 371475"/>
                <a:gd name="connsiteY87" fmla="*/ 29527 h 171449"/>
                <a:gd name="connsiteX88" fmla="*/ 226695 w 371475"/>
                <a:gd name="connsiteY88" fmla="*/ 23336 h 171449"/>
                <a:gd name="connsiteX89" fmla="*/ 223361 w 371475"/>
                <a:gd name="connsiteY89" fmla="*/ 21907 h 171449"/>
                <a:gd name="connsiteX90" fmla="*/ 214313 w 371475"/>
                <a:gd name="connsiteY90" fmla="*/ 20955 h 171449"/>
                <a:gd name="connsiteX91" fmla="*/ 210503 w 371475"/>
                <a:gd name="connsiteY91" fmla="*/ 20955 h 171449"/>
                <a:gd name="connsiteX92" fmla="*/ 209550 w 371475"/>
                <a:gd name="connsiteY92" fmla="*/ 22384 h 171449"/>
                <a:gd name="connsiteX93" fmla="*/ 209550 w 371475"/>
                <a:gd name="connsiteY93" fmla="*/ 24289 h 171449"/>
                <a:gd name="connsiteX94" fmla="*/ 215265 w 371475"/>
                <a:gd name="connsiteY94" fmla="*/ 35242 h 171449"/>
                <a:gd name="connsiteX95" fmla="*/ 217170 w 371475"/>
                <a:gd name="connsiteY95" fmla="*/ 39052 h 171449"/>
                <a:gd name="connsiteX96" fmla="*/ 216694 w 371475"/>
                <a:gd name="connsiteY96" fmla="*/ 42386 h 171449"/>
                <a:gd name="connsiteX97" fmla="*/ 216218 w 371475"/>
                <a:gd name="connsiteY97" fmla="*/ 43815 h 171449"/>
                <a:gd name="connsiteX98" fmla="*/ 215741 w 371475"/>
                <a:gd name="connsiteY98" fmla="*/ 44768 h 171449"/>
                <a:gd name="connsiteX99" fmla="*/ 214789 w 371475"/>
                <a:gd name="connsiteY99" fmla="*/ 44291 h 171449"/>
                <a:gd name="connsiteX100" fmla="*/ 214313 w 371475"/>
                <a:gd name="connsiteY100" fmla="*/ 43339 h 171449"/>
                <a:gd name="connsiteX101" fmla="*/ 210979 w 371475"/>
                <a:gd name="connsiteY101" fmla="*/ 36195 h 171449"/>
                <a:gd name="connsiteX102" fmla="*/ 204788 w 371475"/>
                <a:gd name="connsiteY102" fmla="*/ 31909 h 171449"/>
                <a:gd name="connsiteX103" fmla="*/ 200025 w 371475"/>
                <a:gd name="connsiteY103" fmla="*/ 25717 h 171449"/>
                <a:gd name="connsiteX104" fmla="*/ 196215 w 371475"/>
                <a:gd name="connsiteY104" fmla="*/ 21907 h 171449"/>
                <a:gd name="connsiteX105" fmla="*/ 193834 w 371475"/>
                <a:gd name="connsiteY105" fmla="*/ 20479 h 171449"/>
                <a:gd name="connsiteX106" fmla="*/ 191453 w 371475"/>
                <a:gd name="connsiteY106" fmla="*/ 19526 h 171449"/>
                <a:gd name="connsiteX107" fmla="*/ 189548 w 371475"/>
                <a:gd name="connsiteY107" fmla="*/ 19526 h 171449"/>
                <a:gd name="connsiteX108" fmla="*/ 186690 w 371475"/>
                <a:gd name="connsiteY108" fmla="*/ 20955 h 171449"/>
                <a:gd name="connsiteX109" fmla="*/ 183356 w 371475"/>
                <a:gd name="connsiteY109" fmla="*/ 22860 h 171449"/>
                <a:gd name="connsiteX110" fmla="*/ 179547 w 371475"/>
                <a:gd name="connsiteY110" fmla="*/ 24289 h 171449"/>
                <a:gd name="connsiteX111" fmla="*/ 173355 w 371475"/>
                <a:gd name="connsiteY111" fmla="*/ 25717 h 171449"/>
                <a:gd name="connsiteX112" fmla="*/ 171926 w 371475"/>
                <a:gd name="connsiteY112" fmla="*/ 27623 h 171449"/>
                <a:gd name="connsiteX113" fmla="*/ 170974 w 371475"/>
                <a:gd name="connsiteY113" fmla="*/ 30480 h 171449"/>
                <a:gd name="connsiteX114" fmla="*/ 171450 w 371475"/>
                <a:gd name="connsiteY114" fmla="*/ 40005 h 171449"/>
                <a:gd name="connsiteX115" fmla="*/ 171450 w 371475"/>
                <a:gd name="connsiteY115" fmla="*/ 41434 h 171449"/>
                <a:gd name="connsiteX116" fmla="*/ 170498 w 371475"/>
                <a:gd name="connsiteY116" fmla="*/ 42386 h 171449"/>
                <a:gd name="connsiteX117" fmla="*/ 169545 w 371475"/>
                <a:gd name="connsiteY117" fmla="*/ 42862 h 171449"/>
                <a:gd name="connsiteX118" fmla="*/ 166211 w 371475"/>
                <a:gd name="connsiteY118" fmla="*/ 41910 h 171449"/>
                <a:gd name="connsiteX119" fmla="*/ 164306 w 371475"/>
                <a:gd name="connsiteY119" fmla="*/ 40957 h 171449"/>
                <a:gd name="connsiteX120" fmla="*/ 160973 w 371475"/>
                <a:gd name="connsiteY120" fmla="*/ 37148 h 171449"/>
                <a:gd name="connsiteX121" fmla="*/ 156686 w 371475"/>
                <a:gd name="connsiteY121" fmla="*/ 33814 h 171449"/>
                <a:gd name="connsiteX122" fmla="*/ 151448 w 371475"/>
                <a:gd name="connsiteY122" fmla="*/ 27146 h 171449"/>
                <a:gd name="connsiteX123" fmla="*/ 149066 w 371475"/>
                <a:gd name="connsiteY123" fmla="*/ 25241 h 171449"/>
                <a:gd name="connsiteX124" fmla="*/ 145256 w 371475"/>
                <a:gd name="connsiteY124" fmla="*/ 24289 h 171449"/>
                <a:gd name="connsiteX125" fmla="*/ 142399 w 371475"/>
                <a:gd name="connsiteY125" fmla="*/ 24765 h 171449"/>
                <a:gd name="connsiteX126" fmla="*/ 140018 w 371475"/>
                <a:gd name="connsiteY126" fmla="*/ 27623 h 171449"/>
                <a:gd name="connsiteX127" fmla="*/ 139541 w 371475"/>
                <a:gd name="connsiteY127" fmla="*/ 32861 h 171449"/>
                <a:gd name="connsiteX128" fmla="*/ 140494 w 371475"/>
                <a:gd name="connsiteY128" fmla="*/ 39529 h 171449"/>
                <a:gd name="connsiteX129" fmla="*/ 140018 w 371475"/>
                <a:gd name="connsiteY129" fmla="*/ 45244 h 171449"/>
                <a:gd name="connsiteX130" fmla="*/ 138589 w 371475"/>
                <a:gd name="connsiteY130" fmla="*/ 50959 h 171449"/>
                <a:gd name="connsiteX131" fmla="*/ 136684 w 371475"/>
                <a:gd name="connsiteY131" fmla="*/ 53816 h 171449"/>
                <a:gd name="connsiteX132" fmla="*/ 135731 w 371475"/>
                <a:gd name="connsiteY132" fmla="*/ 53816 h 171449"/>
                <a:gd name="connsiteX133" fmla="*/ 133826 w 371475"/>
                <a:gd name="connsiteY133" fmla="*/ 53340 h 171449"/>
                <a:gd name="connsiteX134" fmla="*/ 130493 w 371475"/>
                <a:gd name="connsiteY134" fmla="*/ 49054 h 171449"/>
                <a:gd name="connsiteX135" fmla="*/ 129064 w 371475"/>
                <a:gd name="connsiteY135" fmla="*/ 48577 h 171449"/>
                <a:gd name="connsiteX136" fmla="*/ 127159 w 371475"/>
                <a:gd name="connsiteY136" fmla="*/ 48577 h 171449"/>
                <a:gd name="connsiteX137" fmla="*/ 124778 w 371475"/>
                <a:gd name="connsiteY137" fmla="*/ 50006 h 171449"/>
                <a:gd name="connsiteX138" fmla="*/ 120491 w 371475"/>
                <a:gd name="connsiteY138" fmla="*/ 53816 h 171449"/>
                <a:gd name="connsiteX139" fmla="*/ 119063 w 371475"/>
                <a:gd name="connsiteY139" fmla="*/ 59055 h 171449"/>
                <a:gd name="connsiteX140" fmla="*/ 118586 w 371475"/>
                <a:gd name="connsiteY140" fmla="*/ 60484 h 171449"/>
                <a:gd name="connsiteX141" fmla="*/ 117634 w 371475"/>
                <a:gd name="connsiteY141" fmla="*/ 61436 h 171449"/>
                <a:gd name="connsiteX142" fmla="*/ 116681 w 371475"/>
                <a:gd name="connsiteY142" fmla="*/ 61436 h 171449"/>
                <a:gd name="connsiteX143" fmla="*/ 115729 w 371475"/>
                <a:gd name="connsiteY143" fmla="*/ 63818 h 171449"/>
                <a:gd name="connsiteX144" fmla="*/ 114776 w 371475"/>
                <a:gd name="connsiteY144" fmla="*/ 68580 h 171449"/>
                <a:gd name="connsiteX145" fmla="*/ 113824 w 371475"/>
                <a:gd name="connsiteY145" fmla="*/ 70485 h 171449"/>
                <a:gd name="connsiteX146" fmla="*/ 112872 w 371475"/>
                <a:gd name="connsiteY146" fmla="*/ 68580 h 171449"/>
                <a:gd name="connsiteX147" fmla="*/ 110490 w 371475"/>
                <a:gd name="connsiteY147" fmla="*/ 61912 h 171449"/>
                <a:gd name="connsiteX148" fmla="*/ 107632 w 371475"/>
                <a:gd name="connsiteY148" fmla="*/ 60007 h 171449"/>
                <a:gd name="connsiteX149" fmla="*/ 105728 w 371475"/>
                <a:gd name="connsiteY149" fmla="*/ 59531 h 171449"/>
                <a:gd name="connsiteX150" fmla="*/ 103823 w 371475"/>
                <a:gd name="connsiteY150" fmla="*/ 59531 h 171449"/>
                <a:gd name="connsiteX151" fmla="*/ 103823 w 371475"/>
                <a:gd name="connsiteY151" fmla="*/ 59055 h 171449"/>
                <a:gd name="connsiteX152" fmla="*/ 104775 w 371475"/>
                <a:gd name="connsiteY152" fmla="*/ 57626 h 171449"/>
                <a:gd name="connsiteX153" fmla="*/ 105728 w 371475"/>
                <a:gd name="connsiteY153" fmla="*/ 55721 h 171449"/>
                <a:gd name="connsiteX154" fmla="*/ 105728 w 371475"/>
                <a:gd name="connsiteY154" fmla="*/ 53340 h 171449"/>
                <a:gd name="connsiteX155" fmla="*/ 105251 w 371475"/>
                <a:gd name="connsiteY155" fmla="*/ 52387 h 171449"/>
                <a:gd name="connsiteX156" fmla="*/ 103347 w 371475"/>
                <a:gd name="connsiteY156" fmla="*/ 53340 h 171449"/>
                <a:gd name="connsiteX157" fmla="*/ 102870 w 371475"/>
                <a:gd name="connsiteY157" fmla="*/ 52864 h 171449"/>
                <a:gd name="connsiteX158" fmla="*/ 103823 w 371475"/>
                <a:gd name="connsiteY158" fmla="*/ 51435 h 171449"/>
                <a:gd name="connsiteX159" fmla="*/ 102394 w 371475"/>
                <a:gd name="connsiteY159" fmla="*/ 50006 h 171449"/>
                <a:gd name="connsiteX160" fmla="*/ 97631 w 371475"/>
                <a:gd name="connsiteY160" fmla="*/ 47625 h 171449"/>
                <a:gd name="connsiteX161" fmla="*/ 95726 w 371475"/>
                <a:gd name="connsiteY161" fmla="*/ 45244 h 171449"/>
                <a:gd name="connsiteX162" fmla="*/ 102870 w 371475"/>
                <a:gd name="connsiteY162" fmla="*/ 46673 h 171449"/>
                <a:gd name="connsiteX163" fmla="*/ 104299 w 371475"/>
                <a:gd name="connsiteY163" fmla="*/ 45720 h 171449"/>
                <a:gd name="connsiteX164" fmla="*/ 105728 w 371475"/>
                <a:gd name="connsiteY164" fmla="*/ 44291 h 171449"/>
                <a:gd name="connsiteX165" fmla="*/ 108109 w 371475"/>
                <a:gd name="connsiteY165" fmla="*/ 36671 h 171449"/>
                <a:gd name="connsiteX166" fmla="*/ 107632 w 371475"/>
                <a:gd name="connsiteY166" fmla="*/ 35719 h 171449"/>
                <a:gd name="connsiteX167" fmla="*/ 105251 w 371475"/>
                <a:gd name="connsiteY167" fmla="*/ 33338 h 171449"/>
                <a:gd name="connsiteX168" fmla="*/ 101441 w 371475"/>
                <a:gd name="connsiteY168" fmla="*/ 32385 h 171449"/>
                <a:gd name="connsiteX169" fmla="*/ 100965 w 371475"/>
                <a:gd name="connsiteY169" fmla="*/ 31432 h 171449"/>
                <a:gd name="connsiteX170" fmla="*/ 103823 w 371475"/>
                <a:gd name="connsiteY170" fmla="*/ 30480 h 171449"/>
                <a:gd name="connsiteX171" fmla="*/ 104775 w 371475"/>
                <a:gd name="connsiteY171" fmla="*/ 29051 h 171449"/>
                <a:gd name="connsiteX172" fmla="*/ 104299 w 371475"/>
                <a:gd name="connsiteY172" fmla="*/ 28099 h 171449"/>
                <a:gd name="connsiteX173" fmla="*/ 97155 w 371475"/>
                <a:gd name="connsiteY173" fmla="*/ 24765 h 171449"/>
                <a:gd name="connsiteX174" fmla="*/ 89535 w 371475"/>
                <a:gd name="connsiteY174" fmla="*/ 18574 h 171449"/>
                <a:gd name="connsiteX175" fmla="*/ 86201 w 371475"/>
                <a:gd name="connsiteY175" fmla="*/ 16192 h 171449"/>
                <a:gd name="connsiteX176" fmla="*/ 85249 w 371475"/>
                <a:gd name="connsiteY176" fmla="*/ 15240 h 171449"/>
                <a:gd name="connsiteX177" fmla="*/ 78581 w 371475"/>
                <a:gd name="connsiteY177" fmla="*/ 12382 h 171449"/>
                <a:gd name="connsiteX178" fmla="*/ 73343 w 371475"/>
                <a:gd name="connsiteY178" fmla="*/ 8096 h 171449"/>
                <a:gd name="connsiteX179" fmla="*/ 70009 w 371475"/>
                <a:gd name="connsiteY179" fmla="*/ 5715 h 171449"/>
                <a:gd name="connsiteX180" fmla="*/ 65247 w 371475"/>
                <a:gd name="connsiteY180" fmla="*/ 4763 h 171449"/>
                <a:gd name="connsiteX181" fmla="*/ 59531 w 371475"/>
                <a:gd name="connsiteY181" fmla="*/ 5239 h 171449"/>
                <a:gd name="connsiteX182" fmla="*/ 54293 w 371475"/>
                <a:gd name="connsiteY182" fmla="*/ 4763 h 171449"/>
                <a:gd name="connsiteX183" fmla="*/ 52388 w 371475"/>
                <a:gd name="connsiteY183" fmla="*/ 5715 h 171449"/>
                <a:gd name="connsiteX184" fmla="*/ 48101 w 371475"/>
                <a:gd name="connsiteY184" fmla="*/ 8096 h 171449"/>
                <a:gd name="connsiteX185" fmla="*/ 46197 w 371475"/>
                <a:gd name="connsiteY185" fmla="*/ 9525 h 171449"/>
                <a:gd name="connsiteX186" fmla="*/ 46197 w 371475"/>
                <a:gd name="connsiteY186" fmla="*/ 10477 h 171449"/>
                <a:gd name="connsiteX187" fmla="*/ 51435 w 371475"/>
                <a:gd name="connsiteY187" fmla="*/ 11430 h 171449"/>
                <a:gd name="connsiteX188" fmla="*/ 56198 w 371475"/>
                <a:gd name="connsiteY188" fmla="*/ 11430 h 171449"/>
                <a:gd name="connsiteX189" fmla="*/ 60960 w 371475"/>
                <a:gd name="connsiteY189" fmla="*/ 10954 h 171449"/>
                <a:gd name="connsiteX190" fmla="*/ 61436 w 371475"/>
                <a:gd name="connsiteY190" fmla="*/ 11906 h 171449"/>
                <a:gd name="connsiteX191" fmla="*/ 62389 w 371475"/>
                <a:gd name="connsiteY191" fmla="*/ 12859 h 171449"/>
                <a:gd name="connsiteX192" fmla="*/ 66199 w 371475"/>
                <a:gd name="connsiteY192" fmla="*/ 13335 h 171449"/>
                <a:gd name="connsiteX193" fmla="*/ 67628 w 371475"/>
                <a:gd name="connsiteY193" fmla="*/ 14764 h 171449"/>
                <a:gd name="connsiteX194" fmla="*/ 67151 w 371475"/>
                <a:gd name="connsiteY194" fmla="*/ 15240 h 171449"/>
                <a:gd name="connsiteX195" fmla="*/ 58579 w 371475"/>
                <a:gd name="connsiteY195" fmla="*/ 15240 h 171449"/>
                <a:gd name="connsiteX196" fmla="*/ 54769 w 371475"/>
                <a:gd name="connsiteY196" fmla="*/ 15716 h 171449"/>
                <a:gd name="connsiteX197" fmla="*/ 52388 w 371475"/>
                <a:gd name="connsiteY197" fmla="*/ 16669 h 171449"/>
                <a:gd name="connsiteX198" fmla="*/ 51911 w 371475"/>
                <a:gd name="connsiteY198" fmla="*/ 17621 h 171449"/>
                <a:gd name="connsiteX199" fmla="*/ 54769 w 371475"/>
                <a:gd name="connsiteY199" fmla="*/ 20002 h 171449"/>
                <a:gd name="connsiteX200" fmla="*/ 56674 w 371475"/>
                <a:gd name="connsiteY200" fmla="*/ 20955 h 171449"/>
                <a:gd name="connsiteX201" fmla="*/ 69056 w 371475"/>
                <a:gd name="connsiteY201" fmla="*/ 25717 h 171449"/>
                <a:gd name="connsiteX202" fmla="*/ 69532 w 371475"/>
                <a:gd name="connsiteY202" fmla="*/ 26670 h 171449"/>
                <a:gd name="connsiteX203" fmla="*/ 70009 w 371475"/>
                <a:gd name="connsiteY203" fmla="*/ 30004 h 171449"/>
                <a:gd name="connsiteX204" fmla="*/ 70009 w 371475"/>
                <a:gd name="connsiteY204" fmla="*/ 33814 h 171449"/>
                <a:gd name="connsiteX205" fmla="*/ 69056 w 371475"/>
                <a:gd name="connsiteY205" fmla="*/ 34766 h 171449"/>
                <a:gd name="connsiteX206" fmla="*/ 65723 w 371475"/>
                <a:gd name="connsiteY206" fmla="*/ 35242 h 171449"/>
                <a:gd name="connsiteX207" fmla="*/ 63341 w 371475"/>
                <a:gd name="connsiteY207" fmla="*/ 37148 h 171449"/>
                <a:gd name="connsiteX208" fmla="*/ 63341 w 371475"/>
                <a:gd name="connsiteY208" fmla="*/ 36671 h 171449"/>
                <a:gd name="connsiteX209" fmla="*/ 63818 w 371475"/>
                <a:gd name="connsiteY209" fmla="*/ 32861 h 171449"/>
                <a:gd name="connsiteX210" fmla="*/ 63341 w 371475"/>
                <a:gd name="connsiteY210" fmla="*/ 30956 h 171449"/>
                <a:gd name="connsiteX211" fmla="*/ 63341 w 371475"/>
                <a:gd name="connsiteY211" fmla="*/ 29527 h 171449"/>
                <a:gd name="connsiteX212" fmla="*/ 61913 w 371475"/>
                <a:gd name="connsiteY212" fmla="*/ 28099 h 171449"/>
                <a:gd name="connsiteX213" fmla="*/ 59531 w 371475"/>
                <a:gd name="connsiteY213" fmla="*/ 27623 h 171449"/>
                <a:gd name="connsiteX214" fmla="*/ 56674 w 371475"/>
                <a:gd name="connsiteY214" fmla="*/ 30480 h 171449"/>
                <a:gd name="connsiteX215" fmla="*/ 55245 w 371475"/>
                <a:gd name="connsiteY215" fmla="*/ 30956 h 171449"/>
                <a:gd name="connsiteX216" fmla="*/ 52864 w 371475"/>
                <a:gd name="connsiteY216" fmla="*/ 30004 h 171449"/>
                <a:gd name="connsiteX217" fmla="*/ 49530 w 371475"/>
                <a:gd name="connsiteY217" fmla="*/ 30956 h 171449"/>
                <a:gd name="connsiteX218" fmla="*/ 49530 w 371475"/>
                <a:gd name="connsiteY218" fmla="*/ 30004 h 171449"/>
                <a:gd name="connsiteX219" fmla="*/ 49530 w 371475"/>
                <a:gd name="connsiteY219" fmla="*/ 27623 h 171449"/>
                <a:gd name="connsiteX220" fmla="*/ 49530 w 371475"/>
                <a:gd name="connsiteY220" fmla="*/ 26194 h 171449"/>
                <a:gd name="connsiteX221" fmla="*/ 48101 w 371475"/>
                <a:gd name="connsiteY221" fmla="*/ 24765 h 171449"/>
                <a:gd name="connsiteX222" fmla="*/ 40005 w 371475"/>
                <a:gd name="connsiteY222" fmla="*/ 20479 h 171449"/>
                <a:gd name="connsiteX223" fmla="*/ 37624 w 371475"/>
                <a:gd name="connsiteY223" fmla="*/ 19526 h 171449"/>
                <a:gd name="connsiteX224" fmla="*/ 34766 w 371475"/>
                <a:gd name="connsiteY224" fmla="*/ 19526 h 171449"/>
                <a:gd name="connsiteX225" fmla="*/ 32385 w 371475"/>
                <a:gd name="connsiteY225" fmla="*/ 20479 h 171449"/>
                <a:gd name="connsiteX226" fmla="*/ 32385 w 371475"/>
                <a:gd name="connsiteY226" fmla="*/ 21431 h 171449"/>
                <a:gd name="connsiteX227" fmla="*/ 31432 w 371475"/>
                <a:gd name="connsiteY227" fmla="*/ 22860 h 171449"/>
                <a:gd name="connsiteX228" fmla="*/ 30004 w 371475"/>
                <a:gd name="connsiteY228" fmla="*/ 23813 h 171449"/>
                <a:gd name="connsiteX229" fmla="*/ 30004 w 371475"/>
                <a:gd name="connsiteY229" fmla="*/ 24289 h 171449"/>
                <a:gd name="connsiteX230" fmla="*/ 33814 w 371475"/>
                <a:gd name="connsiteY230" fmla="*/ 26670 h 171449"/>
                <a:gd name="connsiteX231" fmla="*/ 35719 w 371475"/>
                <a:gd name="connsiteY231" fmla="*/ 28575 h 171449"/>
                <a:gd name="connsiteX232" fmla="*/ 33814 w 371475"/>
                <a:gd name="connsiteY232" fmla="*/ 28099 h 171449"/>
                <a:gd name="connsiteX233" fmla="*/ 25241 w 371475"/>
                <a:gd name="connsiteY233" fmla="*/ 25717 h 171449"/>
                <a:gd name="connsiteX234" fmla="*/ 24765 w 371475"/>
                <a:gd name="connsiteY234" fmla="*/ 26194 h 171449"/>
                <a:gd name="connsiteX235" fmla="*/ 24289 w 371475"/>
                <a:gd name="connsiteY235" fmla="*/ 27146 h 171449"/>
                <a:gd name="connsiteX236" fmla="*/ 23813 w 371475"/>
                <a:gd name="connsiteY236" fmla="*/ 28575 h 171449"/>
                <a:gd name="connsiteX237" fmla="*/ 24289 w 371475"/>
                <a:gd name="connsiteY237" fmla="*/ 30004 h 171449"/>
                <a:gd name="connsiteX238" fmla="*/ 27623 w 371475"/>
                <a:gd name="connsiteY238" fmla="*/ 32385 h 171449"/>
                <a:gd name="connsiteX239" fmla="*/ 32385 w 371475"/>
                <a:gd name="connsiteY239" fmla="*/ 36195 h 171449"/>
                <a:gd name="connsiteX240" fmla="*/ 25241 w 371475"/>
                <a:gd name="connsiteY240" fmla="*/ 36195 h 171449"/>
                <a:gd name="connsiteX241" fmla="*/ 22860 w 371475"/>
                <a:gd name="connsiteY241" fmla="*/ 37148 h 171449"/>
                <a:gd name="connsiteX242" fmla="*/ 21907 w 371475"/>
                <a:gd name="connsiteY242" fmla="*/ 38100 h 171449"/>
                <a:gd name="connsiteX243" fmla="*/ 23813 w 371475"/>
                <a:gd name="connsiteY243" fmla="*/ 40481 h 171449"/>
                <a:gd name="connsiteX244" fmla="*/ 26194 w 371475"/>
                <a:gd name="connsiteY244" fmla="*/ 41910 h 171449"/>
                <a:gd name="connsiteX245" fmla="*/ 30956 w 371475"/>
                <a:gd name="connsiteY245" fmla="*/ 42862 h 171449"/>
                <a:gd name="connsiteX246" fmla="*/ 39529 w 371475"/>
                <a:gd name="connsiteY246" fmla="*/ 42862 h 171449"/>
                <a:gd name="connsiteX247" fmla="*/ 40481 w 371475"/>
                <a:gd name="connsiteY247" fmla="*/ 43815 h 171449"/>
                <a:gd name="connsiteX248" fmla="*/ 37148 w 371475"/>
                <a:gd name="connsiteY248" fmla="*/ 44768 h 171449"/>
                <a:gd name="connsiteX249" fmla="*/ 34290 w 371475"/>
                <a:gd name="connsiteY249" fmla="*/ 46673 h 171449"/>
                <a:gd name="connsiteX250" fmla="*/ 29528 w 371475"/>
                <a:gd name="connsiteY250" fmla="*/ 47625 h 171449"/>
                <a:gd name="connsiteX251" fmla="*/ 19526 w 371475"/>
                <a:gd name="connsiteY251" fmla="*/ 42862 h 171449"/>
                <a:gd name="connsiteX252" fmla="*/ 15240 w 371475"/>
                <a:gd name="connsiteY252" fmla="*/ 41910 h 171449"/>
                <a:gd name="connsiteX253" fmla="*/ 13335 w 371475"/>
                <a:gd name="connsiteY253" fmla="*/ 42386 h 171449"/>
                <a:gd name="connsiteX254" fmla="*/ 12382 w 371475"/>
                <a:gd name="connsiteY254" fmla="*/ 43339 h 171449"/>
                <a:gd name="connsiteX255" fmla="*/ 14288 w 371475"/>
                <a:gd name="connsiteY255" fmla="*/ 45720 h 171449"/>
                <a:gd name="connsiteX256" fmla="*/ 15716 w 371475"/>
                <a:gd name="connsiteY256" fmla="*/ 47149 h 171449"/>
                <a:gd name="connsiteX257" fmla="*/ 16193 w 371475"/>
                <a:gd name="connsiteY257" fmla="*/ 49530 h 171449"/>
                <a:gd name="connsiteX258" fmla="*/ 15716 w 371475"/>
                <a:gd name="connsiteY258" fmla="*/ 50959 h 171449"/>
                <a:gd name="connsiteX259" fmla="*/ 20955 w 371475"/>
                <a:gd name="connsiteY259" fmla="*/ 55245 h 171449"/>
                <a:gd name="connsiteX260" fmla="*/ 17145 w 371475"/>
                <a:gd name="connsiteY260" fmla="*/ 54293 h 171449"/>
                <a:gd name="connsiteX261" fmla="*/ 10954 w 371475"/>
                <a:gd name="connsiteY261" fmla="*/ 51435 h 171449"/>
                <a:gd name="connsiteX262" fmla="*/ 7620 w 371475"/>
                <a:gd name="connsiteY262" fmla="*/ 50959 h 171449"/>
                <a:gd name="connsiteX263" fmla="*/ 4763 w 371475"/>
                <a:gd name="connsiteY263" fmla="*/ 51911 h 171449"/>
                <a:gd name="connsiteX264" fmla="*/ 0 w 371475"/>
                <a:gd name="connsiteY264" fmla="*/ 56198 h 171449"/>
                <a:gd name="connsiteX265" fmla="*/ 953 w 371475"/>
                <a:gd name="connsiteY265" fmla="*/ 57626 h 171449"/>
                <a:gd name="connsiteX266" fmla="*/ 8573 w 371475"/>
                <a:gd name="connsiteY266" fmla="*/ 58102 h 171449"/>
                <a:gd name="connsiteX267" fmla="*/ 15716 w 371475"/>
                <a:gd name="connsiteY267" fmla="*/ 60484 h 171449"/>
                <a:gd name="connsiteX268" fmla="*/ 19526 w 371475"/>
                <a:gd name="connsiteY268" fmla="*/ 62865 h 171449"/>
                <a:gd name="connsiteX269" fmla="*/ 23336 w 371475"/>
                <a:gd name="connsiteY269" fmla="*/ 61912 h 171449"/>
                <a:gd name="connsiteX270" fmla="*/ 29528 w 371475"/>
                <a:gd name="connsiteY270" fmla="*/ 59531 h 171449"/>
                <a:gd name="connsiteX271" fmla="*/ 46197 w 371475"/>
                <a:gd name="connsiteY271" fmla="*/ 55721 h 171449"/>
                <a:gd name="connsiteX272" fmla="*/ 53816 w 371475"/>
                <a:gd name="connsiteY272" fmla="*/ 53340 h 171449"/>
                <a:gd name="connsiteX273" fmla="*/ 56674 w 371475"/>
                <a:gd name="connsiteY273" fmla="*/ 54769 h 171449"/>
                <a:gd name="connsiteX274" fmla="*/ 62389 w 371475"/>
                <a:gd name="connsiteY274" fmla="*/ 53816 h 171449"/>
                <a:gd name="connsiteX275" fmla="*/ 70961 w 371475"/>
                <a:gd name="connsiteY275" fmla="*/ 55721 h 171449"/>
                <a:gd name="connsiteX276" fmla="*/ 73819 w 371475"/>
                <a:gd name="connsiteY276" fmla="*/ 58579 h 171449"/>
                <a:gd name="connsiteX277" fmla="*/ 84297 w 371475"/>
                <a:gd name="connsiteY277" fmla="*/ 58102 h 171449"/>
                <a:gd name="connsiteX278" fmla="*/ 89535 w 371475"/>
                <a:gd name="connsiteY278" fmla="*/ 60484 h 171449"/>
                <a:gd name="connsiteX279" fmla="*/ 89535 w 371475"/>
                <a:gd name="connsiteY279" fmla="*/ 61912 h 171449"/>
                <a:gd name="connsiteX280" fmla="*/ 87630 w 371475"/>
                <a:gd name="connsiteY280" fmla="*/ 63341 h 171449"/>
                <a:gd name="connsiteX281" fmla="*/ 79057 w 371475"/>
                <a:gd name="connsiteY281" fmla="*/ 66199 h 171449"/>
                <a:gd name="connsiteX282" fmla="*/ 73819 w 371475"/>
                <a:gd name="connsiteY282" fmla="*/ 69056 h 171449"/>
                <a:gd name="connsiteX283" fmla="*/ 68104 w 371475"/>
                <a:gd name="connsiteY283" fmla="*/ 72866 h 171449"/>
                <a:gd name="connsiteX284" fmla="*/ 67151 w 371475"/>
                <a:gd name="connsiteY284" fmla="*/ 74295 h 171449"/>
                <a:gd name="connsiteX285" fmla="*/ 70485 w 371475"/>
                <a:gd name="connsiteY285" fmla="*/ 76200 h 171449"/>
                <a:gd name="connsiteX286" fmla="*/ 80963 w 371475"/>
                <a:gd name="connsiteY286" fmla="*/ 78105 h 171449"/>
                <a:gd name="connsiteX287" fmla="*/ 82868 w 371475"/>
                <a:gd name="connsiteY287" fmla="*/ 78105 h 171449"/>
                <a:gd name="connsiteX288" fmla="*/ 91916 w 371475"/>
                <a:gd name="connsiteY288" fmla="*/ 74771 h 171449"/>
                <a:gd name="connsiteX289" fmla="*/ 92393 w 371475"/>
                <a:gd name="connsiteY289" fmla="*/ 75724 h 171449"/>
                <a:gd name="connsiteX290" fmla="*/ 90964 w 371475"/>
                <a:gd name="connsiteY290" fmla="*/ 79534 h 171449"/>
                <a:gd name="connsiteX291" fmla="*/ 90011 w 371475"/>
                <a:gd name="connsiteY291" fmla="*/ 80962 h 171449"/>
                <a:gd name="connsiteX292" fmla="*/ 88106 w 371475"/>
                <a:gd name="connsiteY292" fmla="*/ 82391 h 171449"/>
                <a:gd name="connsiteX293" fmla="*/ 73819 w 371475"/>
                <a:gd name="connsiteY293" fmla="*/ 82868 h 171449"/>
                <a:gd name="connsiteX294" fmla="*/ 67628 w 371475"/>
                <a:gd name="connsiteY294" fmla="*/ 82868 h 171449"/>
                <a:gd name="connsiteX295" fmla="*/ 63818 w 371475"/>
                <a:gd name="connsiteY295" fmla="*/ 83820 h 171449"/>
                <a:gd name="connsiteX296" fmla="*/ 60960 w 371475"/>
                <a:gd name="connsiteY296" fmla="*/ 83820 h 171449"/>
                <a:gd name="connsiteX297" fmla="*/ 57626 w 371475"/>
                <a:gd name="connsiteY297" fmla="*/ 82868 h 171449"/>
                <a:gd name="connsiteX298" fmla="*/ 56674 w 371475"/>
                <a:gd name="connsiteY298" fmla="*/ 83344 h 171449"/>
                <a:gd name="connsiteX299" fmla="*/ 56198 w 371475"/>
                <a:gd name="connsiteY299" fmla="*/ 83820 h 171449"/>
                <a:gd name="connsiteX300" fmla="*/ 53816 w 371475"/>
                <a:gd name="connsiteY300" fmla="*/ 85249 h 171449"/>
                <a:gd name="connsiteX301" fmla="*/ 46673 w 371475"/>
                <a:gd name="connsiteY301" fmla="*/ 87154 h 171449"/>
                <a:gd name="connsiteX302" fmla="*/ 45720 w 371475"/>
                <a:gd name="connsiteY302" fmla="*/ 85725 h 171449"/>
                <a:gd name="connsiteX303" fmla="*/ 43339 w 371475"/>
                <a:gd name="connsiteY303" fmla="*/ 85249 h 171449"/>
                <a:gd name="connsiteX304" fmla="*/ 42386 w 371475"/>
                <a:gd name="connsiteY304" fmla="*/ 85725 h 171449"/>
                <a:gd name="connsiteX305" fmla="*/ 39529 w 371475"/>
                <a:gd name="connsiteY305" fmla="*/ 87630 h 171449"/>
                <a:gd name="connsiteX306" fmla="*/ 38100 w 371475"/>
                <a:gd name="connsiteY306" fmla="*/ 87630 h 171449"/>
                <a:gd name="connsiteX307" fmla="*/ 33814 w 371475"/>
                <a:gd name="connsiteY307" fmla="*/ 88106 h 171449"/>
                <a:gd name="connsiteX308" fmla="*/ 26670 w 371475"/>
                <a:gd name="connsiteY308" fmla="*/ 90011 h 171449"/>
                <a:gd name="connsiteX309" fmla="*/ 20955 w 371475"/>
                <a:gd name="connsiteY309" fmla="*/ 89535 h 171449"/>
                <a:gd name="connsiteX310" fmla="*/ 19050 w 371475"/>
                <a:gd name="connsiteY310" fmla="*/ 90011 h 171449"/>
                <a:gd name="connsiteX311" fmla="*/ 16193 w 371475"/>
                <a:gd name="connsiteY311" fmla="*/ 90964 h 171449"/>
                <a:gd name="connsiteX312" fmla="*/ 15240 w 371475"/>
                <a:gd name="connsiteY312" fmla="*/ 92869 h 171449"/>
                <a:gd name="connsiteX313" fmla="*/ 16669 w 371475"/>
                <a:gd name="connsiteY313" fmla="*/ 95250 h 171449"/>
                <a:gd name="connsiteX314" fmla="*/ 18574 w 371475"/>
                <a:gd name="connsiteY314" fmla="*/ 97155 h 171449"/>
                <a:gd name="connsiteX315" fmla="*/ 20479 w 371475"/>
                <a:gd name="connsiteY315" fmla="*/ 99060 h 171449"/>
                <a:gd name="connsiteX316" fmla="*/ 22384 w 371475"/>
                <a:gd name="connsiteY316" fmla="*/ 99536 h 171449"/>
                <a:gd name="connsiteX317" fmla="*/ 26670 w 371475"/>
                <a:gd name="connsiteY317" fmla="*/ 98584 h 171449"/>
                <a:gd name="connsiteX318" fmla="*/ 34290 w 371475"/>
                <a:gd name="connsiteY318" fmla="*/ 95726 h 171449"/>
                <a:gd name="connsiteX319" fmla="*/ 38576 w 371475"/>
                <a:gd name="connsiteY319" fmla="*/ 94774 h 171449"/>
                <a:gd name="connsiteX320" fmla="*/ 60007 w 371475"/>
                <a:gd name="connsiteY320" fmla="*/ 96679 h 171449"/>
                <a:gd name="connsiteX321" fmla="*/ 68580 w 371475"/>
                <a:gd name="connsiteY321" fmla="*/ 96202 h 171449"/>
                <a:gd name="connsiteX322" fmla="*/ 73819 w 371475"/>
                <a:gd name="connsiteY322" fmla="*/ 100012 h 171449"/>
                <a:gd name="connsiteX323" fmla="*/ 75724 w 371475"/>
                <a:gd name="connsiteY323" fmla="*/ 100012 h 171449"/>
                <a:gd name="connsiteX324" fmla="*/ 76200 w 371475"/>
                <a:gd name="connsiteY324" fmla="*/ 100965 h 171449"/>
                <a:gd name="connsiteX325" fmla="*/ 73343 w 371475"/>
                <a:gd name="connsiteY325" fmla="*/ 104299 h 171449"/>
                <a:gd name="connsiteX326" fmla="*/ 73343 w 371475"/>
                <a:gd name="connsiteY326" fmla="*/ 105727 h 171449"/>
                <a:gd name="connsiteX327" fmla="*/ 74772 w 371475"/>
                <a:gd name="connsiteY327" fmla="*/ 107632 h 171449"/>
                <a:gd name="connsiteX328" fmla="*/ 75724 w 371475"/>
                <a:gd name="connsiteY328" fmla="*/ 108585 h 171449"/>
                <a:gd name="connsiteX329" fmla="*/ 79057 w 371475"/>
                <a:gd name="connsiteY329" fmla="*/ 110490 h 171449"/>
                <a:gd name="connsiteX330" fmla="*/ 80486 w 371475"/>
                <a:gd name="connsiteY330" fmla="*/ 110966 h 171449"/>
                <a:gd name="connsiteX331" fmla="*/ 86678 w 371475"/>
                <a:gd name="connsiteY331" fmla="*/ 109061 h 171449"/>
                <a:gd name="connsiteX332" fmla="*/ 95250 w 371475"/>
                <a:gd name="connsiteY332" fmla="*/ 104299 h 171449"/>
                <a:gd name="connsiteX333" fmla="*/ 97155 w 371475"/>
                <a:gd name="connsiteY333" fmla="*/ 104775 h 171449"/>
                <a:gd name="connsiteX334" fmla="*/ 98107 w 371475"/>
                <a:gd name="connsiteY334" fmla="*/ 105727 h 171449"/>
                <a:gd name="connsiteX335" fmla="*/ 97155 w 371475"/>
                <a:gd name="connsiteY335" fmla="*/ 106680 h 171449"/>
                <a:gd name="connsiteX336" fmla="*/ 94298 w 371475"/>
                <a:gd name="connsiteY336" fmla="*/ 107156 h 171449"/>
                <a:gd name="connsiteX337" fmla="*/ 86201 w 371475"/>
                <a:gd name="connsiteY337" fmla="*/ 111919 h 171449"/>
                <a:gd name="connsiteX338" fmla="*/ 84297 w 371475"/>
                <a:gd name="connsiteY338" fmla="*/ 115252 h 171449"/>
                <a:gd name="connsiteX339" fmla="*/ 84297 w 371475"/>
                <a:gd name="connsiteY339" fmla="*/ 117157 h 171449"/>
                <a:gd name="connsiteX340" fmla="*/ 85249 w 371475"/>
                <a:gd name="connsiteY340" fmla="*/ 118110 h 171449"/>
                <a:gd name="connsiteX341" fmla="*/ 87630 w 371475"/>
                <a:gd name="connsiteY341" fmla="*/ 118586 h 171449"/>
                <a:gd name="connsiteX342" fmla="*/ 84297 w 371475"/>
                <a:gd name="connsiteY342" fmla="*/ 120491 h 171449"/>
                <a:gd name="connsiteX343" fmla="*/ 82868 w 371475"/>
                <a:gd name="connsiteY343" fmla="*/ 121920 h 171449"/>
                <a:gd name="connsiteX344" fmla="*/ 82391 w 371475"/>
                <a:gd name="connsiteY344" fmla="*/ 122873 h 171449"/>
                <a:gd name="connsiteX345" fmla="*/ 86201 w 371475"/>
                <a:gd name="connsiteY345" fmla="*/ 122873 h 171449"/>
                <a:gd name="connsiteX346" fmla="*/ 96203 w 371475"/>
                <a:gd name="connsiteY346" fmla="*/ 118110 h 171449"/>
                <a:gd name="connsiteX347" fmla="*/ 99536 w 371475"/>
                <a:gd name="connsiteY347" fmla="*/ 118110 h 171449"/>
                <a:gd name="connsiteX348" fmla="*/ 102394 w 371475"/>
                <a:gd name="connsiteY348" fmla="*/ 119062 h 171449"/>
                <a:gd name="connsiteX349" fmla="*/ 97631 w 371475"/>
                <a:gd name="connsiteY349" fmla="*/ 120015 h 171449"/>
                <a:gd name="connsiteX350" fmla="*/ 95726 w 371475"/>
                <a:gd name="connsiteY350" fmla="*/ 120968 h 171449"/>
                <a:gd name="connsiteX351" fmla="*/ 93822 w 371475"/>
                <a:gd name="connsiteY351" fmla="*/ 122396 h 171449"/>
                <a:gd name="connsiteX352" fmla="*/ 92393 w 371475"/>
                <a:gd name="connsiteY352" fmla="*/ 124301 h 171449"/>
                <a:gd name="connsiteX353" fmla="*/ 90011 w 371475"/>
                <a:gd name="connsiteY353" fmla="*/ 128587 h 171449"/>
                <a:gd name="connsiteX354" fmla="*/ 89059 w 371475"/>
                <a:gd name="connsiteY354" fmla="*/ 130016 h 171449"/>
                <a:gd name="connsiteX355" fmla="*/ 86678 w 371475"/>
                <a:gd name="connsiteY355" fmla="*/ 131445 h 171449"/>
                <a:gd name="connsiteX356" fmla="*/ 84297 w 371475"/>
                <a:gd name="connsiteY356" fmla="*/ 134302 h 171449"/>
                <a:gd name="connsiteX357" fmla="*/ 82391 w 371475"/>
                <a:gd name="connsiteY357" fmla="*/ 135731 h 171449"/>
                <a:gd name="connsiteX358" fmla="*/ 78105 w 371475"/>
                <a:gd name="connsiteY358" fmla="*/ 137636 h 171449"/>
                <a:gd name="connsiteX359" fmla="*/ 67151 w 371475"/>
                <a:gd name="connsiteY359" fmla="*/ 140018 h 171449"/>
                <a:gd name="connsiteX360" fmla="*/ 65247 w 371475"/>
                <a:gd name="connsiteY360" fmla="*/ 139065 h 171449"/>
                <a:gd name="connsiteX361" fmla="*/ 63818 w 371475"/>
                <a:gd name="connsiteY361" fmla="*/ 137160 h 171449"/>
                <a:gd name="connsiteX362" fmla="*/ 62389 w 371475"/>
                <a:gd name="connsiteY362" fmla="*/ 135255 h 171449"/>
                <a:gd name="connsiteX363" fmla="*/ 60484 w 371475"/>
                <a:gd name="connsiteY363" fmla="*/ 135255 h 171449"/>
                <a:gd name="connsiteX364" fmla="*/ 59531 w 371475"/>
                <a:gd name="connsiteY364" fmla="*/ 137160 h 171449"/>
                <a:gd name="connsiteX365" fmla="*/ 59055 w 371475"/>
                <a:gd name="connsiteY365" fmla="*/ 138589 h 171449"/>
                <a:gd name="connsiteX366" fmla="*/ 59531 w 371475"/>
                <a:gd name="connsiteY366" fmla="*/ 141923 h 171449"/>
                <a:gd name="connsiteX367" fmla="*/ 60960 w 371475"/>
                <a:gd name="connsiteY367" fmla="*/ 146685 h 171449"/>
                <a:gd name="connsiteX368" fmla="*/ 61913 w 371475"/>
                <a:gd name="connsiteY368" fmla="*/ 149066 h 171449"/>
                <a:gd name="connsiteX369" fmla="*/ 63818 w 371475"/>
                <a:gd name="connsiteY369" fmla="*/ 148590 h 171449"/>
                <a:gd name="connsiteX370" fmla="*/ 71438 w 371475"/>
                <a:gd name="connsiteY370" fmla="*/ 148114 h 171449"/>
                <a:gd name="connsiteX371" fmla="*/ 102870 w 371475"/>
                <a:gd name="connsiteY371" fmla="*/ 147161 h 171449"/>
                <a:gd name="connsiteX372" fmla="*/ 105251 w 371475"/>
                <a:gd name="connsiteY372" fmla="*/ 146685 h 171449"/>
                <a:gd name="connsiteX373" fmla="*/ 110014 w 371475"/>
                <a:gd name="connsiteY373" fmla="*/ 143351 h 171449"/>
                <a:gd name="connsiteX374" fmla="*/ 113348 w 371475"/>
                <a:gd name="connsiteY374" fmla="*/ 142875 h 171449"/>
                <a:gd name="connsiteX375" fmla="*/ 114776 w 371475"/>
                <a:gd name="connsiteY375" fmla="*/ 142875 h 171449"/>
                <a:gd name="connsiteX376" fmla="*/ 115253 w 371475"/>
                <a:gd name="connsiteY376" fmla="*/ 143351 h 171449"/>
                <a:gd name="connsiteX377" fmla="*/ 112872 w 371475"/>
                <a:gd name="connsiteY377" fmla="*/ 144780 h 171449"/>
                <a:gd name="connsiteX378" fmla="*/ 113824 w 371475"/>
                <a:gd name="connsiteY378" fmla="*/ 145732 h 171449"/>
                <a:gd name="connsiteX379" fmla="*/ 118110 w 371475"/>
                <a:gd name="connsiteY379" fmla="*/ 148590 h 171449"/>
                <a:gd name="connsiteX380" fmla="*/ 122397 w 371475"/>
                <a:gd name="connsiteY380" fmla="*/ 150019 h 171449"/>
                <a:gd name="connsiteX381" fmla="*/ 127635 w 371475"/>
                <a:gd name="connsiteY381" fmla="*/ 150971 h 171449"/>
                <a:gd name="connsiteX382" fmla="*/ 127635 w 371475"/>
                <a:gd name="connsiteY382" fmla="*/ 152400 h 171449"/>
                <a:gd name="connsiteX383" fmla="*/ 130016 w 371475"/>
                <a:gd name="connsiteY383" fmla="*/ 153829 h 171449"/>
                <a:gd name="connsiteX384" fmla="*/ 132398 w 371475"/>
                <a:gd name="connsiteY384" fmla="*/ 153829 h 171449"/>
                <a:gd name="connsiteX385" fmla="*/ 136684 w 371475"/>
                <a:gd name="connsiteY385" fmla="*/ 150971 h 171449"/>
                <a:gd name="connsiteX386" fmla="*/ 138113 w 371475"/>
                <a:gd name="connsiteY386" fmla="*/ 150019 h 171449"/>
                <a:gd name="connsiteX387" fmla="*/ 140018 w 371475"/>
                <a:gd name="connsiteY387" fmla="*/ 152400 h 171449"/>
                <a:gd name="connsiteX388" fmla="*/ 139541 w 371475"/>
                <a:gd name="connsiteY388" fmla="*/ 152876 h 171449"/>
                <a:gd name="connsiteX389" fmla="*/ 137636 w 371475"/>
                <a:gd name="connsiteY389" fmla="*/ 152876 h 171449"/>
                <a:gd name="connsiteX390" fmla="*/ 136207 w 371475"/>
                <a:gd name="connsiteY390" fmla="*/ 153352 h 171449"/>
                <a:gd name="connsiteX391" fmla="*/ 135731 w 371475"/>
                <a:gd name="connsiteY391" fmla="*/ 154305 h 171449"/>
                <a:gd name="connsiteX392" fmla="*/ 135255 w 371475"/>
                <a:gd name="connsiteY392" fmla="*/ 155257 h 171449"/>
                <a:gd name="connsiteX393" fmla="*/ 135731 w 371475"/>
                <a:gd name="connsiteY393" fmla="*/ 156686 h 171449"/>
                <a:gd name="connsiteX394" fmla="*/ 138589 w 371475"/>
                <a:gd name="connsiteY394" fmla="*/ 159068 h 171449"/>
                <a:gd name="connsiteX395" fmla="*/ 145732 w 371475"/>
                <a:gd name="connsiteY395" fmla="*/ 163354 h 171449"/>
                <a:gd name="connsiteX396" fmla="*/ 153829 w 371475"/>
                <a:gd name="connsiteY396" fmla="*/ 163830 h 171449"/>
                <a:gd name="connsiteX397" fmla="*/ 160020 w 371475"/>
                <a:gd name="connsiteY397" fmla="*/ 164782 h 171449"/>
                <a:gd name="connsiteX398" fmla="*/ 170022 w 371475"/>
                <a:gd name="connsiteY398" fmla="*/ 167640 h 171449"/>
                <a:gd name="connsiteX399" fmla="*/ 177641 w 371475"/>
                <a:gd name="connsiteY399" fmla="*/ 169545 h 171449"/>
                <a:gd name="connsiteX400" fmla="*/ 198120 w 371475"/>
                <a:gd name="connsiteY400" fmla="*/ 171450 h 171449"/>
                <a:gd name="connsiteX401" fmla="*/ 210026 w 371475"/>
                <a:gd name="connsiteY401" fmla="*/ 169069 h 171449"/>
                <a:gd name="connsiteX402" fmla="*/ 212884 w 371475"/>
                <a:gd name="connsiteY402" fmla="*/ 168116 h 171449"/>
                <a:gd name="connsiteX403" fmla="*/ 211455 w 371475"/>
                <a:gd name="connsiteY403" fmla="*/ 165735 h 171449"/>
                <a:gd name="connsiteX404" fmla="*/ 211455 w 371475"/>
                <a:gd name="connsiteY404" fmla="*/ 165259 h 171449"/>
                <a:gd name="connsiteX405" fmla="*/ 211931 w 371475"/>
                <a:gd name="connsiteY405" fmla="*/ 164782 h 171449"/>
                <a:gd name="connsiteX406" fmla="*/ 212884 w 371475"/>
                <a:gd name="connsiteY406" fmla="*/ 164782 h 171449"/>
                <a:gd name="connsiteX407" fmla="*/ 215741 w 371475"/>
                <a:gd name="connsiteY407" fmla="*/ 166687 h 171449"/>
                <a:gd name="connsiteX408" fmla="*/ 217647 w 371475"/>
                <a:gd name="connsiteY408" fmla="*/ 166687 h 171449"/>
                <a:gd name="connsiteX409" fmla="*/ 222409 w 371475"/>
                <a:gd name="connsiteY409" fmla="*/ 164782 h 171449"/>
                <a:gd name="connsiteX410" fmla="*/ 224314 w 371475"/>
                <a:gd name="connsiteY410" fmla="*/ 161925 h 171449"/>
                <a:gd name="connsiteX411" fmla="*/ 224314 w 371475"/>
                <a:gd name="connsiteY411" fmla="*/ 160973 h 171449"/>
                <a:gd name="connsiteX412" fmla="*/ 223361 w 371475"/>
                <a:gd name="connsiteY412" fmla="*/ 160020 h 171449"/>
                <a:gd name="connsiteX413" fmla="*/ 223361 w 371475"/>
                <a:gd name="connsiteY413" fmla="*/ 159068 h 171449"/>
                <a:gd name="connsiteX414" fmla="*/ 225743 w 371475"/>
                <a:gd name="connsiteY414" fmla="*/ 156686 h 171449"/>
                <a:gd name="connsiteX415" fmla="*/ 226695 w 371475"/>
                <a:gd name="connsiteY415" fmla="*/ 155257 h 171449"/>
                <a:gd name="connsiteX416" fmla="*/ 232886 w 371475"/>
                <a:gd name="connsiteY416" fmla="*/ 153352 h 171449"/>
                <a:gd name="connsiteX417" fmla="*/ 250984 w 371475"/>
                <a:gd name="connsiteY417" fmla="*/ 150019 h 171449"/>
                <a:gd name="connsiteX418" fmla="*/ 256699 w 371475"/>
                <a:gd name="connsiteY418" fmla="*/ 148114 h 171449"/>
                <a:gd name="connsiteX419" fmla="*/ 263366 w 371475"/>
                <a:gd name="connsiteY419" fmla="*/ 147637 h 171449"/>
                <a:gd name="connsiteX420" fmla="*/ 266700 w 371475"/>
                <a:gd name="connsiteY420" fmla="*/ 146685 h 171449"/>
                <a:gd name="connsiteX421" fmla="*/ 272415 w 371475"/>
                <a:gd name="connsiteY421" fmla="*/ 144304 h 171449"/>
                <a:gd name="connsiteX422" fmla="*/ 280511 w 371475"/>
                <a:gd name="connsiteY422" fmla="*/ 137636 h 171449"/>
                <a:gd name="connsiteX423" fmla="*/ 286226 w 371475"/>
                <a:gd name="connsiteY423" fmla="*/ 133826 h 171449"/>
                <a:gd name="connsiteX424" fmla="*/ 294323 w 371475"/>
                <a:gd name="connsiteY424" fmla="*/ 130016 h 171449"/>
                <a:gd name="connsiteX425" fmla="*/ 305753 w 371475"/>
                <a:gd name="connsiteY425" fmla="*/ 125730 h 171449"/>
                <a:gd name="connsiteX426" fmla="*/ 313849 w 371475"/>
                <a:gd name="connsiteY426" fmla="*/ 123825 h 171449"/>
                <a:gd name="connsiteX427" fmla="*/ 321945 w 371475"/>
                <a:gd name="connsiteY427" fmla="*/ 123825 h 171449"/>
                <a:gd name="connsiteX428" fmla="*/ 324803 w 371475"/>
                <a:gd name="connsiteY428" fmla="*/ 122396 h 171449"/>
                <a:gd name="connsiteX429" fmla="*/ 329565 w 371475"/>
                <a:gd name="connsiteY429" fmla="*/ 119062 h 171449"/>
                <a:gd name="connsiteX430" fmla="*/ 335280 w 371475"/>
                <a:gd name="connsiteY430" fmla="*/ 117157 h 171449"/>
                <a:gd name="connsiteX431" fmla="*/ 337661 w 371475"/>
                <a:gd name="connsiteY431" fmla="*/ 115252 h 171449"/>
                <a:gd name="connsiteX432" fmla="*/ 340519 w 371475"/>
                <a:gd name="connsiteY432" fmla="*/ 112871 h 171449"/>
                <a:gd name="connsiteX433" fmla="*/ 341948 w 371475"/>
                <a:gd name="connsiteY433" fmla="*/ 110490 h 171449"/>
                <a:gd name="connsiteX434" fmla="*/ 342424 w 371475"/>
                <a:gd name="connsiteY434" fmla="*/ 108109 h 171449"/>
                <a:gd name="connsiteX435" fmla="*/ 341472 w 371475"/>
                <a:gd name="connsiteY435" fmla="*/ 107156 h 171449"/>
                <a:gd name="connsiteX436" fmla="*/ 340519 w 371475"/>
                <a:gd name="connsiteY436" fmla="*/ 105251 h 171449"/>
                <a:gd name="connsiteX437" fmla="*/ 343853 w 371475"/>
                <a:gd name="connsiteY437" fmla="*/ 102870 h 171449"/>
                <a:gd name="connsiteX438" fmla="*/ 343376 w 371475"/>
                <a:gd name="connsiteY438" fmla="*/ 99060 h 171449"/>
                <a:gd name="connsiteX439" fmla="*/ 346234 w 371475"/>
                <a:gd name="connsiteY439" fmla="*/ 100489 h 171449"/>
                <a:gd name="connsiteX440" fmla="*/ 351949 w 371475"/>
                <a:gd name="connsiteY440" fmla="*/ 100965 h 171449"/>
                <a:gd name="connsiteX441" fmla="*/ 354806 w 371475"/>
                <a:gd name="connsiteY441" fmla="*/ 99536 h 171449"/>
                <a:gd name="connsiteX442" fmla="*/ 358140 w 371475"/>
                <a:gd name="connsiteY442" fmla="*/ 97155 h 171449"/>
                <a:gd name="connsiteX443" fmla="*/ 361474 w 371475"/>
                <a:gd name="connsiteY443" fmla="*/ 92869 h 171449"/>
                <a:gd name="connsiteX444" fmla="*/ 362426 w 371475"/>
                <a:gd name="connsiteY444" fmla="*/ 90011 h 171449"/>
                <a:gd name="connsiteX445" fmla="*/ 362426 w 371475"/>
                <a:gd name="connsiteY445" fmla="*/ 87630 h 171449"/>
                <a:gd name="connsiteX446" fmla="*/ 361474 w 371475"/>
                <a:gd name="connsiteY446" fmla="*/ 85725 h 171449"/>
                <a:gd name="connsiteX447" fmla="*/ 363855 w 371475"/>
                <a:gd name="connsiteY447" fmla="*/ 84296 h 171449"/>
                <a:gd name="connsiteX448" fmla="*/ 368141 w 371475"/>
                <a:gd name="connsiteY448" fmla="*/ 84296 h 171449"/>
                <a:gd name="connsiteX449" fmla="*/ 370047 w 371475"/>
                <a:gd name="connsiteY449" fmla="*/ 83344 h 171449"/>
                <a:gd name="connsiteX450" fmla="*/ 370999 w 371475"/>
                <a:gd name="connsiteY450" fmla="*/ 81439 h 171449"/>
                <a:gd name="connsiteX451" fmla="*/ 371475 w 371475"/>
                <a:gd name="connsiteY451" fmla="*/ 80010 h 17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Lst>
              <a:rect l="l" t="t" r="r" b="b"/>
              <a:pathLst>
                <a:path w="371475" h="171449">
                  <a:moveTo>
                    <a:pt x="371475" y="78105"/>
                  </a:moveTo>
                  <a:lnTo>
                    <a:pt x="370523" y="77152"/>
                  </a:lnTo>
                  <a:lnTo>
                    <a:pt x="364807" y="74771"/>
                  </a:lnTo>
                  <a:lnTo>
                    <a:pt x="366236" y="73343"/>
                  </a:lnTo>
                  <a:lnTo>
                    <a:pt x="367665" y="72866"/>
                  </a:lnTo>
                  <a:lnTo>
                    <a:pt x="368618" y="71914"/>
                  </a:lnTo>
                  <a:lnTo>
                    <a:pt x="368618" y="70961"/>
                  </a:lnTo>
                  <a:lnTo>
                    <a:pt x="368618" y="70009"/>
                  </a:lnTo>
                  <a:lnTo>
                    <a:pt x="368141" y="69056"/>
                  </a:lnTo>
                  <a:lnTo>
                    <a:pt x="365760" y="69056"/>
                  </a:lnTo>
                  <a:lnTo>
                    <a:pt x="364331" y="67627"/>
                  </a:lnTo>
                  <a:lnTo>
                    <a:pt x="362903" y="65723"/>
                  </a:lnTo>
                  <a:lnTo>
                    <a:pt x="363855" y="64770"/>
                  </a:lnTo>
                  <a:lnTo>
                    <a:pt x="366236" y="64294"/>
                  </a:lnTo>
                  <a:lnTo>
                    <a:pt x="367665" y="63341"/>
                  </a:lnTo>
                  <a:lnTo>
                    <a:pt x="368141" y="60960"/>
                  </a:lnTo>
                  <a:lnTo>
                    <a:pt x="369570" y="58102"/>
                  </a:lnTo>
                  <a:lnTo>
                    <a:pt x="369570" y="56674"/>
                  </a:lnTo>
                  <a:lnTo>
                    <a:pt x="367665" y="54769"/>
                  </a:lnTo>
                  <a:lnTo>
                    <a:pt x="366713" y="54769"/>
                  </a:lnTo>
                  <a:lnTo>
                    <a:pt x="363855" y="55721"/>
                  </a:lnTo>
                  <a:lnTo>
                    <a:pt x="361950" y="52864"/>
                  </a:lnTo>
                  <a:lnTo>
                    <a:pt x="358616" y="50959"/>
                  </a:lnTo>
                  <a:lnTo>
                    <a:pt x="350997" y="49530"/>
                  </a:lnTo>
                  <a:lnTo>
                    <a:pt x="346234" y="50482"/>
                  </a:lnTo>
                  <a:lnTo>
                    <a:pt x="340519" y="53340"/>
                  </a:lnTo>
                  <a:lnTo>
                    <a:pt x="345281" y="48577"/>
                  </a:lnTo>
                  <a:lnTo>
                    <a:pt x="345757" y="47149"/>
                  </a:lnTo>
                  <a:lnTo>
                    <a:pt x="344329" y="45720"/>
                  </a:lnTo>
                  <a:lnTo>
                    <a:pt x="343853" y="44291"/>
                  </a:lnTo>
                  <a:lnTo>
                    <a:pt x="343853" y="42386"/>
                  </a:lnTo>
                  <a:lnTo>
                    <a:pt x="343376" y="41434"/>
                  </a:lnTo>
                  <a:lnTo>
                    <a:pt x="341948" y="41434"/>
                  </a:lnTo>
                  <a:lnTo>
                    <a:pt x="330518" y="43339"/>
                  </a:lnTo>
                  <a:lnTo>
                    <a:pt x="328136" y="42862"/>
                  </a:lnTo>
                  <a:lnTo>
                    <a:pt x="328136" y="41910"/>
                  </a:lnTo>
                  <a:lnTo>
                    <a:pt x="330994" y="39052"/>
                  </a:lnTo>
                  <a:lnTo>
                    <a:pt x="332899" y="35242"/>
                  </a:lnTo>
                  <a:lnTo>
                    <a:pt x="333851" y="31909"/>
                  </a:lnTo>
                  <a:lnTo>
                    <a:pt x="333375" y="30480"/>
                  </a:lnTo>
                  <a:lnTo>
                    <a:pt x="332899" y="28575"/>
                  </a:lnTo>
                  <a:lnTo>
                    <a:pt x="331470" y="26670"/>
                  </a:lnTo>
                  <a:lnTo>
                    <a:pt x="329565" y="26194"/>
                  </a:lnTo>
                  <a:lnTo>
                    <a:pt x="326231" y="27623"/>
                  </a:lnTo>
                  <a:lnTo>
                    <a:pt x="321945" y="26194"/>
                  </a:lnTo>
                  <a:lnTo>
                    <a:pt x="318611" y="23813"/>
                  </a:lnTo>
                  <a:lnTo>
                    <a:pt x="318611" y="22860"/>
                  </a:lnTo>
                  <a:lnTo>
                    <a:pt x="321469" y="19526"/>
                  </a:lnTo>
                  <a:lnTo>
                    <a:pt x="325279" y="13811"/>
                  </a:lnTo>
                  <a:lnTo>
                    <a:pt x="329565" y="10954"/>
                  </a:lnTo>
                  <a:lnTo>
                    <a:pt x="332423" y="10477"/>
                  </a:lnTo>
                  <a:lnTo>
                    <a:pt x="336232" y="8573"/>
                  </a:lnTo>
                  <a:lnTo>
                    <a:pt x="336232" y="8096"/>
                  </a:lnTo>
                  <a:lnTo>
                    <a:pt x="333375" y="8573"/>
                  </a:lnTo>
                  <a:lnTo>
                    <a:pt x="327184" y="8096"/>
                  </a:lnTo>
                  <a:lnTo>
                    <a:pt x="323374" y="9525"/>
                  </a:lnTo>
                  <a:lnTo>
                    <a:pt x="317182" y="13811"/>
                  </a:lnTo>
                  <a:lnTo>
                    <a:pt x="314325" y="15240"/>
                  </a:lnTo>
                  <a:lnTo>
                    <a:pt x="307657" y="17145"/>
                  </a:lnTo>
                  <a:lnTo>
                    <a:pt x="303848" y="16669"/>
                  </a:lnTo>
                  <a:lnTo>
                    <a:pt x="300514" y="15240"/>
                  </a:lnTo>
                  <a:lnTo>
                    <a:pt x="298609" y="13811"/>
                  </a:lnTo>
                  <a:lnTo>
                    <a:pt x="298132" y="9525"/>
                  </a:lnTo>
                  <a:lnTo>
                    <a:pt x="296704" y="7620"/>
                  </a:lnTo>
                  <a:lnTo>
                    <a:pt x="293370" y="5239"/>
                  </a:lnTo>
                  <a:lnTo>
                    <a:pt x="289084" y="952"/>
                  </a:lnTo>
                  <a:lnTo>
                    <a:pt x="287179" y="0"/>
                  </a:lnTo>
                  <a:lnTo>
                    <a:pt x="280035" y="476"/>
                  </a:lnTo>
                  <a:lnTo>
                    <a:pt x="271463" y="2857"/>
                  </a:lnTo>
                  <a:lnTo>
                    <a:pt x="270034" y="4763"/>
                  </a:lnTo>
                  <a:lnTo>
                    <a:pt x="273844" y="14288"/>
                  </a:lnTo>
                  <a:lnTo>
                    <a:pt x="273368" y="15716"/>
                  </a:lnTo>
                  <a:lnTo>
                    <a:pt x="271939" y="18574"/>
                  </a:lnTo>
                  <a:lnTo>
                    <a:pt x="267176" y="20002"/>
                  </a:lnTo>
                  <a:lnTo>
                    <a:pt x="262890" y="22384"/>
                  </a:lnTo>
                  <a:lnTo>
                    <a:pt x="260032" y="22860"/>
                  </a:lnTo>
                  <a:lnTo>
                    <a:pt x="257175" y="21907"/>
                  </a:lnTo>
                  <a:lnTo>
                    <a:pt x="255270" y="20479"/>
                  </a:lnTo>
                  <a:lnTo>
                    <a:pt x="252413" y="18574"/>
                  </a:lnTo>
                  <a:lnTo>
                    <a:pt x="250507" y="18098"/>
                  </a:lnTo>
                  <a:lnTo>
                    <a:pt x="249079" y="18574"/>
                  </a:lnTo>
                  <a:lnTo>
                    <a:pt x="242888" y="24765"/>
                  </a:lnTo>
                  <a:lnTo>
                    <a:pt x="240030" y="28099"/>
                  </a:lnTo>
                  <a:lnTo>
                    <a:pt x="238601" y="29527"/>
                  </a:lnTo>
                  <a:lnTo>
                    <a:pt x="236220" y="30956"/>
                  </a:lnTo>
                  <a:lnTo>
                    <a:pt x="235744" y="31909"/>
                  </a:lnTo>
                  <a:lnTo>
                    <a:pt x="234791" y="31432"/>
                  </a:lnTo>
                  <a:lnTo>
                    <a:pt x="232886" y="29527"/>
                  </a:lnTo>
                  <a:lnTo>
                    <a:pt x="226695" y="23336"/>
                  </a:lnTo>
                  <a:lnTo>
                    <a:pt x="223361" y="21907"/>
                  </a:lnTo>
                  <a:lnTo>
                    <a:pt x="214313" y="20955"/>
                  </a:lnTo>
                  <a:lnTo>
                    <a:pt x="210503" y="20955"/>
                  </a:lnTo>
                  <a:lnTo>
                    <a:pt x="209550" y="22384"/>
                  </a:lnTo>
                  <a:lnTo>
                    <a:pt x="209550" y="24289"/>
                  </a:lnTo>
                  <a:lnTo>
                    <a:pt x="215265" y="35242"/>
                  </a:lnTo>
                  <a:lnTo>
                    <a:pt x="217170" y="39052"/>
                  </a:lnTo>
                  <a:lnTo>
                    <a:pt x="216694" y="42386"/>
                  </a:lnTo>
                  <a:lnTo>
                    <a:pt x="216218" y="43815"/>
                  </a:lnTo>
                  <a:lnTo>
                    <a:pt x="215741" y="44768"/>
                  </a:lnTo>
                  <a:lnTo>
                    <a:pt x="214789" y="44291"/>
                  </a:lnTo>
                  <a:lnTo>
                    <a:pt x="214313" y="43339"/>
                  </a:lnTo>
                  <a:lnTo>
                    <a:pt x="210979" y="36195"/>
                  </a:lnTo>
                  <a:lnTo>
                    <a:pt x="204788" y="31909"/>
                  </a:lnTo>
                  <a:lnTo>
                    <a:pt x="200025" y="25717"/>
                  </a:lnTo>
                  <a:lnTo>
                    <a:pt x="196215" y="21907"/>
                  </a:lnTo>
                  <a:lnTo>
                    <a:pt x="193834" y="20479"/>
                  </a:lnTo>
                  <a:lnTo>
                    <a:pt x="191453" y="19526"/>
                  </a:lnTo>
                  <a:lnTo>
                    <a:pt x="189548" y="19526"/>
                  </a:lnTo>
                  <a:lnTo>
                    <a:pt x="186690" y="20955"/>
                  </a:lnTo>
                  <a:lnTo>
                    <a:pt x="183356" y="22860"/>
                  </a:lnTo>
                  <a:lnTo>
                    <a:pt x="179547" y="24289"/>
                  </a:lnTo>
                  <a:lnTo>
                    <a:pt x="173355" y="25717"/>
                  </a:lnTo>
                  <a:lnTo>
                    <a:pt x="171926" y="27623"/>
                  </a:lnTo>
                  <a:lnTo>
                    <a:pt x="170974" y="30480"/>
                  </a:lnTo>
                  <a:lnTo>
                    <a:pt x="171450" y="40005"/>
                  </a:lnTo>
                  <a:lnTo>
                    <a:pt x="171450" y="41434"/>
                  </a:lnTo>
                  <a:lnTo>
                    <a:pt x="170498" y="42386"/>
                  </a:lnTo>
                  <a:lnTo>
                    <a:pt x="169545" y="42862"/>
                  </a:lnTo>
                  <a:lnTo>
                    <a:pt x="166211" y="41910"/>
                  </a:lnTo>
                  <a:lnTo>
                    <a:pt x="164306" y="40957"/>
                  </a:lnTo>
                  <a:lnTo>
                    <a:pt x="160973" y="37148"/>
                  </a:lnTo>
                  <a:lnTo>
                    <a:pt x="156686" y="33814"/>
                  </a:lnTo>
                  <a:lnTo>
                    <a:pt x="151448" y="27146"/>
                  </a:lnTo>
                  <a:lnTo>
                    <a:pt x="149066" y="25241"/>
                  </a:lnTo>
                  <a:lnTo>
                    <a:pt x="145256" y="24289"/>
                  </a:lnTo>
                  <a:lnTo>
                    <a:pt x="142399" y="24765"/>
                  </a:lnTo>
                  <a:lnTo>
                    <a:pt x="140018" y="27623"/>
                  </a:lnTo>
                  <a:lnTo>
                    <a:pt x="139541" y="32861"/>
                  </a:lnTo>
                  <a:lnTo>
                    <a:pt x="140494" y="39529"/>
                  </a:lnTo>
                  <a:lnTo>
                    <a:pt x="140018" y="45244"/>
                  </a:lnTo>
                  <a:lnTo>
                    <a:pt x="138589" y="50959"/>
                  </a:lnTo>
                  <a:lnTo>
                    <a:pt x="136684" y="53816"/>
                  </a:lnTo>
                  <a:lnTo>
                    <a:pt x="135731" y="53816"/>
                  </a:lnTo>
                  <a:lnTo>
                    <a:pt x="133826" y="53340"/>
                  </a:lnTo>
                  <a:lnTo>
                    <a:pt x="130493" y="49054"/>
                  </a:lnTo>
                  <a:lnTo>
                    <a:pt x="129064" y="48577"/>
                  </a:lnTo>
                  <a:lnTo>
                    <a:pt x="127159" y="48577"/>
                  </a:lnTo>
                  <a:lnTo>
                    <a:pt x="124778" y="50006"/>
                  </a:lnTo>
                  <a:lnTo>
                    <a:pt x="120491" y="53816"/>
                  </a:lnTo>
                  <a:lnTo>
                    <a:pt x="119063" y="59055"/>
                  </a:lnTo>
                  <a:lnTo>
                    <a:pt x="118586" y="60484"/>
                  </a:lnTo>
                  <a:lnTo>
                    <a:pt x="117634" y="61436"/>
                  </a:lnTo>
                  <a:lnTo>
                    <a:pt x="116681" y="61436"/>
                  </a:lnTo>
                  <a:lnTo>
                    <a:pt x="115729" y="63818"/>
                  </a:lnTo>
                  <a:lnTo>
                    <a:pt x="114776" y="68580"/>
                  </a:lnTo>
                  <a:lnTo>
                    <a:pt x="113824" y="70485"/>
                  </a:lnTo>
                  <a:lnTo>
                    <a:pt x="112872" y="68580"/>
                  </a:lnTo>
                  <a:lnTo>
                    <a:pt x="110490" y="61912"/>
                  </a:lnTo>
                  <a:lnTo>
                    <a:pt x="107632" y="60007"/>
                  </a:lnTo>
                  <a:lnTo>
                    <a:pt x="105728" y="59531"/>
                  </a:lnTo>
                  <a:lnTo>
                    <a:pt x="103823" y="59531"/>
                  </a:lnTo>
                  <a:lnTo>
                    <a:pt x="103823" y="59055"/>
                  </a:lnTo>
                  <a:lnTo>
                    <a:pt x="104775" y="57626"/>
                  </a:lnTo>
                  <a:lnTo>
                    <a:pt x="105728" y="55721"/>
                  </a:lnTo>
                  <a:lnTo>
                    <a:pt x="105728" y="53340"/>
                  </a:lnTo>
                  <a:lnTo>
                    <a:pt x="105251" y="52387"/>
                  </a:lnTo>
                  <a:lnTo>
                    <a:pt x="103347" y="53340"/>
                  </a:lnTo>
                  <a:lnTo>
                    <a:pt x="102870" y="52864"/>
                  </a:lnTo>
                  <a:lnTo>
                    <a:pt x="103823" y="51435"/>
                  </a:lnTo>
                  <a:lnTo>
                    <a:pt x="102394" y="50006"/>
                  </a:lnTo>
                  <a:lnTo>
                    <a:pt x="97631" y="47625"/>
                  </a:lnTo>
                  <a:lnTo>
                    <a:pt x="95726" y="45244"/>
                  </a:lnTo>
                  <a:lnTo>
                    <a:pt x="102870" y="46673"/>
                  </a:lnTo>
                  <a:lnTo>
                    <a:pt x="104299" y="45720"/>
                  </a:lnTo>
                  <a:lnTo>
                    <a:pt x="105728" y="44291"/>
                  </a:lnTo>
                  <a:lnTo>
                    <a:pt x="108109" y="36671"/>
                  </a:lnTo>
                  <a:lnTo>
                    <a:pt x="107632" y="35719"/>
                  </a:lnTo>
                  <a:lnTo>
                    <a:pt x="105251" y="33338"/>
                  </a:lnTo>
                  <a:lnTo>
                    <a:pt x="101441" y="32385"/>
                  </a:lnTo>
                  <a:lnTo>
                    <a:pt x="100965" y="31432"/>
                  </a:lnTo>
                  <a:lnTo>
                    <a:pt x="103823" y="30480"/>
                  </a:lnTo>
                  <a:lnTo>
                    <a:pt x="104775" y="29051"/>
                  </a:lnTo>
                  <a:lnTo>
                    <a:pt x="104299" y="28099"/>
                  </a:lnTo>
                  <a:lnTo>
                    <a:pt x="97155" y="24765"/>
                  </a:lnTo>
                  <a:lnTo>
                    <a:pt x="89535" y="18574"/>
                  </a:lnTo>
                  <a:lnTo>
                    <a:pt x="86201" y="16192"/>
                  </a:lnTo>
                  <a:lnTo>
                    <a:pt x="85249" y="15240"/>
                  </a:lnTo>
                  <a:lnTo>
                    <a:pt x="78581" y="12382"/>
                  </a:lnTo>
                  <a:lnTo>
                    <a:pt x="73343" y="8096"/>
                  </a:lnTo>
                  <a:lnTo>
                    <a:pt x="70009" y="5715"/>
                  </a:lnTo>
                  <a:lnTo>
                    <a:pt x="65247" y="4763"/>
                  </a:lnTo>
                  <a:lnTo>
                    <a:pt x="59531" y="5239"/>
                  </a:lnTo>
                  <a:lnTo>
                    <a:pt x="54293" y="4763"/>
                  </a:lnTo>
                  <a:lnTo>
                    <a:pt x="52388" y="5715"/>
                  </a:lnTo>
                  <a:lnTo>
                    <a:pt x="48101" y="8096"/>
                  </a:lnTo>
                  <a:lnTo>
                    <a:pt x="46197" y="9525"/>
                  </a:lnTo>
                  <a:lnTo>
                    <a:pt x="46197" y="10477"/>
                  </a:lnTo>
                  <a:lnTo>
                    <a:pt x="51435" y="11430"/>
                  </a:lnTo>
                  <a:lnTo>
                    <a:pt x="56198" y="11430"/>
                  </a:lnTo>
                  <a:lnTo>
                    <a:pt x="60960" y="10954"/>
                  </a:lnTo>
                  <a:lnTo>
                    <a:pt x="61436" y="11906"/>
                  </a:lnTo>
                  <a:lnTo>
                    <a:pt x="62389" y="12859"/>
                  </a:lnTo>
                  <a:lnTo>
                    <a:pt x="66199" y="13335"/>
                  </a:lnTo>
                  <a:lnTo>
                    <a:pt x="67628" y="14764"/>
                  </a:lnTo>
                  <a:lnTo>
                    <a:pt x="67151" y="15240"/>
                  </a:lnTo>
                  <a:lnTo>
                    <a:pt x="58579" y="15240"/>
                  </a:lnTo>
                  <a:lnTo>
                    <a:pt x="54769" y="15716"/>
                  </a:lnTo>
                  <a:lnTo>
                    <a:pt x="52388" y="16669"/>
                  </a:lnTo>
                  <a:lnTo>
                    <a:pt x="51911" y="17621"/>
                  </a:lnTo>
                  <a:lnTo>
                    <a:pt x="54769" y="20002"/>
                  </a:lnTo>
                  <a:lnTo>
                    <a:pt x="56674" y="20955"/>
                  </a:lnTo>
                  <a:lnTo>
                    <a:pt x="69056" y="25717"/>
                  </a:lnTo>
                  <a:lnTo>
                    <a:pt x="69532" y="26670"/>
                  </a:lnTo>
                  <a:lnTo>
                    <a:pt x="70009" y="30004"/>
                  </a:lnTo>
                  <a:lnTo>
                    <a:pt x="70009" y="33814"/>
                  </a:lnTo>
                  <a:lnTo>
                    <a:pt x="69056" y="34766"/>
                  </a:lnTo>
                  <a:lnTo>
                    <a:pt x="65723" y="35242"/>
                  </a:lnTo>
                  <a:lnTo>
                    <a:pt x="63341" y="37148"/>
                  </a:lnTo>
                  <a:lnTo>
                    <a:pt x="63341" y="36671"/>
                  </a:lnTo>
                  <a:lnTo>
                    <a:pt x="63818" y="32861"/>
                  </a:lnTo>
                  <a:lnTo>
                    <a:pt x="63341" y="30956"/>
                  </a:lnTo>
                  <a:lnTo>
                    <a:pt x="63341" y="29527"/>
                  </a:lnTo>
                  <a:lnTo>
                    <a:pt x="61913" y="28099"/>
                  </a:lnTo>
                  <a:lnTo>
                    <a:pt x="59531" y="27623"/>
                  </a:lnTo>
                  <a:lnTo>
                    <a:pt x="56674" y="30480"/>
                  </a:lnTo>
                  <a:lnTo>
                    <a:pt x="55245" y="30956"/>
                  </a:lnTo>
                  <a:lnTo>
                    <a:pt x="52864" y="30004"/>
                  </a:lnTo>
                  <a:lnTo>
                    <a:pt x="49530" y="30956"/>
                  </a:lnTo>
                  <a:lnTo>
                    <a:pt x="49530" y="30004"/>
                  </a:lnTo>
                  <a:lnTo>
                    <a:pt x="49530" y="27623"/>
                  </a:lnTo>
                  <a:lnTo>
                    <a:pt x="49530" y="26194"/>
                  </a:lnTo>
                  <a:lnTo>
                    <a:pt x="48101" y="24765"/>
                  </a:lnTo>
                  <a:lnTo>
                    <a:pt x="40005" y="20479"/>
                  </a:lnTo>
                  <a:lnTo>
                    <a:pt x="37624" y="19526"/>
                  </a:lnTo>
                  <a:lnTo>
                    <a:pt x="34766" y="19526"/>
                  </a:lnTo>
                  <a:lnTo>
                    <a:pt x="32385" y="20479"/>
                  </a:lnTo>
                  <a:lnTo>
                    <a:pt x="32385" y="21431"/>
                  </a:lnTo>
                  <a:lnTo>
                    <a:pt x="31432" y="22860"/>
                  </a:lnTo>
                  <a:lnTo>
                    <a:pt x="30004" y="23813"/>
                  </a:lnTo>
                  <a:lnTo>
                    <a:pt x="30004" y="24289"/>
                  </a:lnTo>
                  <a:lnTo>
                    <a:pt x="33814" y="26670"/>
                  </a:lnTo>
                  <a:lnTo>
                    <a:pt x="35719" y="28575"/>
                  </a:lnTo>
                  <a:lnTo>
                    <a:pt x="33814" y="28099"/>
                  </a:lnTo>
                  <a:lnTo>
                    <a:pt x="25241" y="25717"/>
                  </a:lnTo>
                  <a:lnTo>
                    <a:pt x="24765" y="26194"/>
                  </a:lnTo>
                  <a:lnTo>
                    <a:pt x="24289" y="27146"/>
                  </a:lnTo>
                  <a:lnTo>
                    <a:pt x="23813" y="28575"/>
                  </a:lnTo>
                  <a:lnTo>
                    <a:pt x="24289" y="30004"/>
                  </a:lnTo>
                  <a:lnTo>
                    <a:pt x="27623" y="32385"/>
                  </a:lnTo>
                  <a:lnTo>
                    <a:pt x="32385" y="36195"/>
                  </a:lnTo>
                  <a:lnTo>
                    <a:pt x="25241" y="36195"/>
                  </a:lnTo>
                  <a:lnTo>
                    <a:pt x="22860" y="37148"/>
                  </a:lnTo>
                  <a:lnTo>
                    <a:pt x="21907" y="38100"/>
                  </a:lnTo>
                  <a:lnTo>
                    <a:pt x="23813" y="40481"/>
                  </a:lnTo>
                  <a:lnTo>
                    <a:pt x="26194" y="41910"/>
                  </a:lnTo>
                  <a:lnTo>
                    <a:pt x="30956" y="42862"/>
                  </a:lnTo>
                  <a:lnTo>
                    <a:pt x="39529" y="42862"/>
                  </a:lnTo>
                  <a:lnTo>
                    <a:pt x="40481" y="43815"/>
                  </a:lnTo>
                  <a:lnTo>
                    <a:pt x="37148" y="44768"/>
                  </a:lnTo>
                  <a:lnTo>
                    <a:pt x="34290" y="46673"/>
                  </a:lnTo>
                  <a:lnTo>
                    <a:pt x="29528" y="47625"/>
                  </a:lnTo>
                  <a:lnTo>
                    <a:pt x="19526" y="42862"/>
                  </a:lnTo>
                  <a:lnTo>
                    <a:pt x="15240" y="41910"/>
                  </a:lnTo>
                  <a:lnTo>
                    <a:pt x="13335" y="42386"/>
                  </a:lnTo>
                  <a:lnTo>
                    <a:pt x="12382" y="43339"/>
                  </a:lnTo>
                  <a:lnTo>
                    <a:pt x="14288" y="45720"/>
                  </a:lnTo>
                  <a:lnTo>
                    <a:pt x="15716" y="47149"/>
                  </a:lnTo>
                  <a:lnTo>
                    <a:pt x="16193" y="49530"/>
                  </a:lnTo>
                  <a:lnTo>
                    <a:pt x="15716" y="50959"/>
                  </a:lnTo>
                  <a:lnTo>
                    <a:pt x="20955" y="55245"/>
                  </a:lnTo>
                  <a:lnTo>
                    <a:pt x="17145" y="54293"/>
                  </a:lnTo>
                  <a:lnTo>
                    <a:pt x="10954" y="51435"/>
                  </a:lnTo>
                  <a:lnTo>
                    <a:pt x="7620" y="50959"/>
                  </a:lnTo>
                  <a:lnTo>
                    <a:pt x="4763" y="51911"/>
                  </a:lnTo>
                  <a:lnTo>
                    <a:pt x="0" y="56198"/>
                  </a:lnTo>
                  <a:lnTo>
                    <a:pt x="953" y="57626"/>
                  </a:lnTo>
                  <a:lnTo>
                    <a:pt x="8573" y="58102"/>
                  </a:lnTo>
                  <a:lnTo>
                    <a:pt x="15716" y="60484"/>
                  </a:lnTo>
                  <a:lnTo>
                    <a:pt x="19526" y="62865"/>
                  </a:lnTo>
                  <a:lnTo>
                    <a:pt x="23336" y="61912"/>
                  </a:lnTo>
                  <a:lnTo>
                    <a:pt x="29528" y="59531"/>
                  </a:lnTo>
                  <a:lnTo>
                    <a:pt x="46197" y="55721"/>
                  </a:lnTo>
                  <a:lnTo>
                    <a:pt x="53816" y="53340"/>
                  </a:lnTo>
                  <a:lnTo>
                    <a:pt x="56674" y="54769"/>
                  </a:lnTo>
                  <a:lnTo>
                    <a:pt x="62389" y="53816"/>
                  </a:lnTo>
                  <a:lnTo>
                    <a:pt x="70961" y="55721"/>
                  </a:lnTo>
                  <a:lnTo>
                    <a:pt x="73819" y="58579"/>
                  </a:lnTo>
                  <a:lnTo>
                    <a:pt x="84297" y="58102"/>
                  </a:lnTo>
                  <a:lnTo>
                    <a:pt x="89535" y="60484"/>
                  </a:lnTo>
                  <a:lnTo>
                    <a:pt x="89535" y="61912"/>
                  </a:lnTo>
                  <a:lnTo>
                    <a:pt x="87630" y="63341"/>
                  </a:lnTo>
                  <a:lnTo>
                    <a:pt x="79057" y="66199"/>
                  </a:lnTo>
                  <a:lnTo>
                    <a:pt x="73819" y="69056"/>
                  </a:lnTo>
                  <a:lnTo>
                    <a:pt x="68104" y="72866"/>
                  </a:lnTo>
                  <a:lnTo>
                    <a:pt x="67151" y="74295"/>
                  </a:lnTo>
                  <a:lnTo>
                    <a:pt x="70485" y="76200"/>
                  </a:lnTo>
                  <a:lnTo>
                    <a:pt x="80963" y="78105"/>
                  </a:lnTo>
                  <a:lnTo>
                    <a:pt x="82868" y="78105"/>
                  </a:lnTo>
                  <a:lnTo>
                    <a:pt x="91916" y="74771"/>
                  </a:lnTo>
                  <a:lnTo>
                    <a:pt x="92393" y="75724"/>
                  </a:lnTo>
                  <a:lnTo>
                    <a:pt x="90964" y="79534"/>
                  </a:lnTo>
                  <a:lnTo>
                    <a:pt x="90011" y="80962"/>
                  </a:lnTo>
                  <a:lnTo>
                    <a:pt x="88106" y="82391"/>
                  </a:lnTo>
                  <a:lnTo>
                    <a:pt x="73819" y="82868"/>
                  </a:lnTo>
                  <a:lnTo>
                    <a:pt x="67628" y="82868"/>
                  </a:lnTo>
                  <a:lnTo>
                    <a:pt x="63818" y="83820"/>
                  </a:lnTo>
                  <a:lnTo>
                    <a:pt x="60960" y="83820"/>
                  </a:lnTo>
                  <a:lnTo>
                    <a:pt x="57626" y="82868"/>
                  </a:lnTo>
                  <a:lnTo>
                    <a:pt x="56674" y="83344"/>
                  </a:lnTo>
                  <a:lnTo>
                    <a:pt x="56198" y="83820"/>
                  </a:lnTo>
                  <a:lnTo>
                    <a:pt x="53816" y="85249"/>
                  </a:lnTo>
                  <a:lnTo>
                    <a:pt x="46673" y="87154"/>
                  </a:lnTo>
                  <a:lnTo>
                    <a:pt x="45720" y="85725"/>
                  </a:lnTo>
                  <a:lnTo>
                    <a:pt x="43339" y="85249"/>
                  </a:lnTo>
                  <a:lnTo>
                    <a:pt x="42386" y="85725"/>
                  </a:lnTo>
                  <a:lnTo>
                    <a:pt x="39529" y="87630"/>
                  </a:lnTo>
                  <a:lnTo>
                    <a:pt x="38100" y="87630"/>
                  </a:lnTo>
                  <a:lnTo>
                    <a:pt x="33814" y="88106"/>
                  </a:lnTo>
                  <a:lnTo>
                    <a:pt x="26670" y="90011"/>
                  </a:lnTo>
                  <a:lnTo>
                    <a:pt x="20955" y="89535"/>
                  </a:lnTo>
                  <a:lnTo>
                    <a:pt x="19050" y="90011"/>
                  </a:lnTo>
                  <a:lnTo>
                    <a:pt x="16193" y="90964"/>
                  </a:lnTo>
                  <a:lnTo>
                    <a:pt x="15240" y="92869"/>
                  </a:lnTo>
                  <a:lnTo>
                    <a:pt x="16669" y="95250"/>
                  </a:lnTo>
                  <a:lnTo>
                    <a:pt x="18574" y="97155"/>
                  </a:lnTo>
                  <a:lnTo>
                    <a:pt x="20479" y="99060"/>
                  </a:lnTo>
                  <a:lnTo>
                    <a:pt x="22384" y="99536"/>
                  </a:lnTo>
                  <a:lnTo>
                    <a:pt x="26670" y="98584"/>
                  </a:lnTo>
                  <a:lnTo>
                    <a:pt x="34290" y="95726"/>
                  </a:lnTo>
                  <a:lnTo>
                    <a:pt x="38576" y="94774"/>
                  </a:lnTo>
                  <a:lnTo>
                    <a:pt x="60007" y="96679"/>
                  </a:lnTo>
                  <a:lnTo>
                    <a:pt x="68580" y="96202"/>
                  </a:lnTo>
                  <a:lnTo>
                    <a:pt x="73819" y="100012"/>
                  </a:lnTo>
                  <a:lnTo>
                    <a:pt x="75724" y="100012"/>
                  </a:lnTo>
                  <a:lnTo>
                    <a:pt x="76200" y="100965"/>
                  </a:lnTo>
                  <a:lnTo>
                    <a:pt x="73343" y="104299"/>
                  </a:lnTo>
                  <a:lnTo>
                    <a:pt x="73343" y="105727"/>
                  </a:lnTo>
                  <a:lnTo>
                    <a:pt x="74772" y="107632"/>
                  </a:lnTo>
                  <a:lnTo>
                    <a:pt x="75724" y="108585"/>
                  </a:lnTo>
                  <a:lnTo>
                    <a:pt x="79057" y="110490"/>
                  </a:lnTo>
                  <a:lnTo>
                    <a:pt x="80486" y="110966"/>
                  </a:lnTo>
                  <a:lnTo>
                    <a:pt x="86678" y="109061"/>
                  </a:lnTo>
                  <a:lnTo>
                    <a:pt x="95250" y="104299"/>
                  </a:lnTo>
                  <a:lnTo>
                    <a:pt x="97155" y="104775"/>
                  </a:lnTo>
                  <a:lnTo>
                    <a:pt x="98107" y="105727"/>
                  </a:lnTo>
                  <a:lnTo>
                    <a:pt x="97155" y="106680"/>
                  </a:lnTo>
                  <a:lnTo>
                    <a:pt x="94298" y="107156"/>
                  </a:lnTo>
                  <a:lnTo>
                    <a:pt x="86201" y="111919"/>
                  </a:lnTo>
                  <a:lnTo>
                    <a:pt x="84297" y="115252"/>
                  </a:lnTo>
                  <a:lnTo>
                    <a:pt x="84297" y="117157"/>
                  </a:lnTo>
                  <a:lnTo>
                    <a:pt x="85249" y="118110"/>
                  </a:lnTo>
                  <a:lnTo>
                    <a:pt x="87630" y="118586"/>
                  </a:lnTo>
                  <a:lnTo>
                    <a:pt x="84297" y="120491"/>
                  </a:lnTo>
                  <a:lnTo>
                    <a:pt x="82868" y="121920"/>
                  </a:lnTo>
                  <a:lnTo>
                    <a:pt x="82391" y="122873"/>
                  </a:lnTo>
                  <a:lnTo>
                    <a:pt x="86201" y="122873"/>
                  </a:lnTo>
                  <a:lnTo>
                    <a:pt x="96203" y="118110"/>
                  </a:lnTo>
                  <a:lnTo>
                    <a:pt x="99536" y="118110"/>
                  </a:lnTo>
                  <a:lnTo>
                    <a:pt x="102394" y="119062"/>
                  </a:lnTo>
                  <a:lnTo>
                    <a:pt x="97631" y="120015"/>
                  </a:lnTo>
                  <a:lnTo>
                    <a:pt x="95726" y="120968"/>
                  </a:lnTo>
                  <a:lnTo>
                    <a:pt x="93822" y="122396"/>
                  </a:lnTo>
                  <a:lnTo>
                    <a:pt x="92393" y="124301"/>
                  </a:lnTo>
                  <a:lnTo>
                    <a:pt x="90011" y="128587"/>
                  </a:lnTo>
                  <a:lnTo>
                    <a:pt x="89059" y="130016"/>
                  </a:lnTo>
                  <a:lnTo>
                    <a:pt x="86678" y="131445"/>
                  </a:lnTo>
                  <a:lnTo>
                    <a:pt x="84297" y="134302"/>
                  </a:lnTo>
                  <a:lnTo>
                    <a:pt x="82391" y="135731"/>
                  </a:lnTo>
                  <a:lnTo>
                    <a:pt x="78105" y="137636"/>
                  </a:lnTo>
                  <a:lnTo>
                    <a:pt x="67151" y="140018"/>
                  </a:lnTo>
                  <a:lnTo>
                    <a:pt x="65247" y="139065"/>
                  </a:lnTo>
                  <a:lnTo>
                    <a:pt x="63818" y="137160"/>
                  </a:lnTo>
                  <a:lnTo>
                    <a:pt x="62389" y="135255"/>
                  </a:lnTo>
                  <a:lnTo>
                    <a:pt x="60484" y="135255"/>
                  </a:lnTo>
                  <a:lnTo>
                    <a:pt x="59531" y="137160"/>
                  </a:lnTo>
                  <a:lnTo>
                    <a:pt x="59055" y="138589"/>
                  </a:lnTo>
                  <a:lnTo>
                    <a:pt x="59531" y="141923"/>
                  </a:lnTo>
                  <a:lnTo>
                    <a:pt x="60960" y="146685"/>
                  </a:lnTo>
                  <a:lnTo>
                    <a:pt x="61913" y="149066"/>
                  </a:lnTo>
                  <a:lnTo>
                    <a:pt x="63818" y="148590"/>
                  </a:lnTo>
                  <a:lnTo>
                    <a:pt x="71438" y="148114"/>
                  </a:lnTo>
                  <a:lnTo>
                    <a:pt x="102870" y="147161"/>
                  </a:lnTo>
                  <a:lnTo>
                    <a:pt x="105251" y="146685"/>
                  </a:lnTo>
                  <a:lnTo>
                    <a:pt x="110014" y="143351"/>
                  </a:lnTo>
                  <a:lnTo>
                    <a:pt x="113348" y="142875"/>
                  </a:lnTo>
                  <a:lnTo>
                    <a:pt x="114776" y="142875"/>
                  </a:lnTo>
                  <a:lnTo>
                    <a:pt x="115253" y="143351"/>
                  </a:lnTo>
                  <a:lnTo>
                    <a:pt x="112872" y="144780"/>
                  </a:lnTo>
                  <a:lnTo>
                    <a:pt x="113824" y="145732"/>
                  </a:lnTo>
                  <a:lnTo>
                    <a:pt x="118110" y="148590"/>
                  </a:lnTo>
                  <a:lnTo>
                    <a:pt x="122397" y="150019"/>
                  </a:lnTo>
                  <a:lnTo>
                    <a:pt x="127635" y="150971"/>
                  </a:lnTo>
                  <a:lnTo>
                    <a:pt x="127635" y="152400"/>
                  </a:lnTo>
                  <a:lnTo>
                    <a:pt x="130016" y="153829"/>
                  </a:lnTo>
                  <a:lnTo>
                    <a:pt x="132398" y="153829"/>
                  </a:lnTo>
                  <a:lnTo>
                    <a:pt x="136684" y="150971"/>
                  </a:lnTo>
                  <a:lnTo>
                    <a:pt x="138113" y="150019"/>
                  </a:lnTo>
                  <a:lnTo>
                    <a:pt x="140018" y="152400"/>
                  </a:lnTo>
                  <a:lnTo>
                    <a:pt x="139541" y="152876"/>
                  </a:lnTo>
                  <a:lnTo>
                    <a:pt x="137636" y="152876"/>
                  </a:lnTo>
                  <a:lnTo>
                    <a:pt x="136207" y="153352"/>
                  </a:lnTo>
                  <a:lnTo>
                    <a:pt x="135731" y="154305"/>
                  </a:lnTo>
                  <a:lnTo>
                    <a:pt x="135255" y="155257"/>
                  </a:lnTo>
                  <a:lnTo>
                    <a:pt x="135731" y="156686"/>
                  </a:lnTo>
                  <a:lnTo>
                    <a:pt x="138589" y="159068"/>
                  </a:lnTo>
                  <a:lnTo>
                    <a:pt x="145732" y="163354"/>
                  </a:lnTo>
                  <a:lnTo>
                    <a:pt x="153829" y="163830"/>
                  </a:lnTo>
                  <a:lnTo>
                    <a:pt x="160020" y="164782"/>
                  </a:lnTo>
                  <a:lnTo>
                    <a:pt x="170022" y="167640"/>
                  </a:lnTo>
                  <a:lnTo>
                    <a:pt x="177641" y="169545"/>
                  </a:lnTo>
                  <a:lnTo>
                    <a:pt x="198120" y="171450"/>
                  </a:lnTo>
                  <a:lnTo>
                    <a:pt x="210026" y="169069"/>
                  </a:lnTo>
                  <a:lnTo>
                    <a:pt x="212884" y="168116"/>
                  </a:lnTo>
                  <a:lnTo>
                    <a:pt x="211455" y="165735"/>
                  </a:lnTo>
                  <a:lnTo>
                    <a:pt x="211455" y="165259"/>
                  </a:lnTo>
                  <a:lnTo>
                    <a:pt x="211931" y="164782"/>
                  </a:lnTo>
                  <a:lnTo>
                    <a:pt x="212884" y="164782"/>
                  </a:lnTo>
                  <a:lnTo>
                    <a:pt x="215741" y="166687"/>
                  </a:lnTo>
                  <a:lnTo>
                    <a:pt x="217647" y="166687"/>
                  </a:lnTo>
                  <a:lnTo>
                    <a:pt x="222409" y="164782"/>
                  </a:lnTo>
                  <a:lnTo>
                    <a:pt x="224314" y="161925"/>
                  </a:lnTo>
                  <a:lnTo>
                    <a:pt x="224314" y="160973"/>
                  </a:lnTo>
                  <a:lnTo>
                    <a:pt x="223361" y="160020"/>
                  </a:lnTo>
                  <a:lnTo>
                    <a:pt x="223361" y="159068"/>
                  </a:lnTo>
                  <a:lnTo>
                    <a:pt x="225743" y="156686"/>
                  </a:lnTo>
                  <a:lnTo>
                    <a:pt x="226695" y="155257"/>
                  </a:lnTo>
                  <a:lnTo>
                    <a:pt x="232886" y="153352"/>
                  </a:lnTo>
                  <a:lnTo>
                    <a:pt x="250984" y="150019"/>
                  </a:lnTo>
                  <a:lnTo>
                    <a:pt x="256699" y="148114"/>
                  </a:lnTo>
                  <a:lnTo>
                    <a:pt x="263366" y="147637"/>
                  </a:lnTo>
                  <a:lnTo>
                    <a:pt x="266700" y="146685"/>
                  </a:lnTo>
                  <a:lnTo>
                    <a:pt x="272415" y="144304"/>
                  </a:lnTo>
                  <a:lnTo>
                    <a:pt x="280511" y="137636"/>
                  </a:lnTo>
                  <a:lnTo>
                    <a:pt x="286226" y="133826"/>
                  </a:lnTo>
                  <a:lnTo>
                    <a:pt x="294323" y="130016"/>
                  </a:lnTo>
                  <a:lnTo>
                    <a:pt x="305753" y="125730"/>
                  </a:lnTo>
                  <a:lnTo>
                    <a:pt x="313849" y="123825"/>
                  </a:lnTo>
                  <a:lnTo>
                    <a:pt x="321945" y="123825"/>
                  </a:lnTo>
                  <a:lnTo>
                    <a:pt x="324803" y="122396"/>
                  </a:lnTo>
                  <a:lnTo>
                    <a:pt x="329565" y="119062"/>
                  </a:lnTo>
                  <a:lnTo>
                    <a:pt x="335280" y="117157"/>
                  </a:lnTo>
                  <a:lnTo>
                    <a:pt x="337661" y="115252"/>
                  </a:lnTo>
                  <a:lnTo>
                    <a:pt x="340519" y="112871"/>
                  </a:lnTo>
                  <a:lnTo>
                    <a:pt x="341948" y="110490"/>
                  </a:lnTo>
                  <a:lnTo>
                    <a:pt x="342424" y="108109"/>
                  </a:lnTo>
                  <a:lnTo>
                    <a:pt x="341472" y="107156"/>
                  </a:lnTo>
                  <a:lnTo>
                    <a:pt x="340519" y="105251"/>
                  </a:lnTo>
                  <a:lnTo>
                    <a:pt x="343853" y="102870"/>
                  </a:lnTo>
                  <a:lnTo>
                    <a:pt x="343376" y="99060"/>
                  </a:lnTo>
                  <a:lnTo>
                    <a:pt x="346234" y="100489"/>
                  </a:lnTo>
                  <a:lnTo>
                    <a:pt x="351949" y="100965"/>
                  </a:lnTo>
                  <a:lnTo>
                    <a:pt x="354806" y="99536"/>
                  </a:lnTo>
                  <a:lnTo>
                    <a:pt x="358140" y="97155"/>
                  </a:lnTo>
                  <a:lnTo>
                    <a:pt x="361474" y="92869"/>
                  </a:lnTo>
                  <a:lnTo>
                    <a:pt x="362426" y="90011"/>
                  </a:lnTo>
                  <a:lnTo>
                    <a:pt x="362426" y="87630"/>
                  </a:lnTo>
                  <a:lnTo>
                    <a:pt x="361474" y="85725"/>
                  </a:lnTo>
                  <a:lnTo>
                    <a:pt x="363855" y="84296"/>
                  </a:lnTo>
                  <a:lnTo>
                    <a:pt x="368141" y="84296"/>
                  </a:lnTo>
                  <a:lnTo>
                    <a:pt x="370047" y="83344"/>
                  </a:lnTo>
                  <a:lnTo>
                    <a:pt x="370999" y="81439"/>
                  </a:lnTo>
                  <a:lnTo>
                    <a:pt x="371475" y="80010"/>
                  </a:lnTo>
                  <a:close/>
                </a:path>
              </a:pathLst>
            </a:custGeom>
            <a:grpFill/>
            <a:ln w="317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28EEA978-4928-4C3C-B5E8-ABD74063C6C6}"/>
                </a:ext>
              </a:extLst>
            </p:cNvPr>
            <p:cNvSpPr/>
            <p:nvPr/>
          </p:nvSpPr>
          <p:spPr>
            <a:xfrm>
              <a:off x="7218044" y="2888932"/>
              <a:ext cx="658653" cy="546258"/>
            </a:xfrm>
            <a:custGeom>
              <a:avLst/>
              <a:gdLst>
                <a:gd name="connsiteX0" fmla="*/ 652939 w 658653"/>
                <a:gd name="connsiteY0" fmla="*/ 478155 h 546258"/>
                <a:gd name="connsiteX1" fmla="*/ 655320 w 658653"/>
                <a:gd name="connsiteY1" fmla="*/ 476250 h 546258"/>
                <a:gd name="connsiteX2" fmla="*/ 655320 w 658653"/>
                <a:gd name="connsiteY2" fmla="*/ 475298 h 546258"/>
                <a:gd name="connsiteX3" fmla="*/ 653892 w 658653"/>
                <a:gd name="connsiteY3" fmla="*/ 473392 h 546258"/>
                <a:gd name="connsiteX4" fmla="*/ 651986 w 658653"/>
                <a:gd name="connsiteY4" fmla="*/ 471964 h 546258"/>
                <a:gd name="connsiteX5" fmla="*/ 651034 w 658653"/>
                <a:gd name="connsiteY5" fmla="*/ 471487 h 546258"/>
                <a:gd name="connsiteX6" fmla="*/ 642461 w 658653"/>
                <a:gd name="connsiteY6" fmla="*/ 472916 h 546258"/>
                <a:gd name="connsiteX7" fmla="*/ 639128 w 658653"/>
                <a:gd name="connsiteY7" fmla="*/ 472440 h 546258"/>
                <a:gd name="connsiteX8" fmla="*/ 637699 w 658653"/>
                <a:gd name="connsiteY8" fmla="*/ 471487 h 546258"/>
                <a:gd name="connsiteX9" fmla="*/ 637223 w 658653"/>
                <a:gd name="connsiteY9" fmla="*/ 471011 h 546258"/>
                <a:gd name="connsiteX10" fmla="*/ 637699 w 658653"/>
                <a:gd name="connsiteY10" fmla="*/ 469583 h 546258"/>
                <a:gd name="connsiteX11" fmla="*/ 637699 w 658653"/>
                <a:gd name="connsiteY11" fmla="*/ 467677 h 546258"/>
                <a:gd name="connsiteX12" fmla="*/ 639128 w 658653"/>
                <a:gd name="connsiteY12" fmla="*/ 464344 h 546258"/>
                <a:gd name="connsiteX13" fmla="*/ 639604 w 658653"/>
                <a:gd name="connsiteY13" fmla="*/ 462439 h 546258"/>
                <a:gd name="connsiteX14" fmla="*/ 638651 w 658653"/>
                <a:gd name="connsiteY14" fmla="*/ 451485 h 546258"/>
                <a:gd name="connsiteX15" fmla="*/ 637223 w 658653"/>
                <a:gd name="connsiteY15" fmla="*/ 444341 h 546258"/>
                <a:gd name="connsiteX16" fmla="*/ 638175 w 658653"/>
                <a:gd name="connsiteY16" fmla="*/ 437198 h 546258"/>
                <a:gd name="connsiteX17" fmla="*/ 638175 w 658653"/>
                <a:gd name="connsiteY17" fmla="*/ 435769 h 546258"/>
                <a:gd name="connsiteX18" fmla="*/ 637699 w 658653"/>
                <a:gd name="connsiteY18" fmla="*/ 435292 h 546258"/>
                <a:gd name="connsiteX19" fmla="*/ 636747 w 658653"/>
                <a:gd name="connsiteY19" fmla="*/ 435292 h 546258"/>
                <a:gd name="connsiteX20" fmla="*/ 631507 w 658653"/>
                <a:gd name="connsiteY20" fmla="*/ 435769 h 546258"/>
                <a:gd name="connsiteX21" fmla="*/ 627222 w 658653"/>
                <a:gd name="connsiteY21" fmla="*/ 431006 h 546258"/>
                <a:gd name="connsiteX22" fmla="*/ 624364 w 658653"/>
                <a:gd name="connsiteY22" fmla="*/ 429101 h 546258"/>
                <a:gd name="connsiteX23" fmla="*/ 616744 w 658653"/>
                <a:gd name="connsiteY23" fmla="*/ 426720 h 546258"/>
                <a:gd name="connsiteX24" fmla="*/ 613410 w 658653"/>
                <a:gd name="connsiteY24" fmla="*/ 426244 h 546258"/>
                <a:gd name="connsiteX25" fmla="*/ 608648 w 658653"/>
                <a:gd name="connsiteY25" fmla="*/ 424339 h 546258"/>
                <a:gd name="connsiteX26" fmla="*/ 604361 w 658653"/>
                <a:gd name="connsiteY26" fmla="*/ 420052 h 546258"/>
                <a:gd name="connsiteX27" fmla="*/ 599599 w 658653"/>
                <a:gd name="connsiteY27" fmla="*/ 415290 h 546258"/>
                <a:gd name="connsiteX28" fmla="*/ 597694 w 658653"/>
                <a:gd name="connsiteY28" fmla="*/ 412433 h 546258"/>
                <a:gd name="connsiteX29" fmla="*/ 595789 w 658653"/>
                <a:gd name="connsiteY29" fmla="*/ 407670 h 546258"/>
                <a:gd name="connsiteX30" fmla="*/ 590074 w 658653"/>
                <a:gd name="connsiteY30" fmla="*/ 398145 h 546258"/>
                <a:gd name="connsiteX31" fmla="*/ 590074 w 658653"/>
                <a:gd name="connsiteY31" fmla="*/ 395764 h 546258"/>
                <a:gd name="connsiteX32" fmla="*/ 589122 w 658653"/>
                <a:gd name="connsiteY32" fmla="*/ 394335 h 546258"/>
                <a:gd name="connsiteX33" fmla="*/ 583406 w 658653"/>
                <a:gd name="connsiteY33" fmla="*/ 388144 h 546258"/>
                <a:gd name="connsiteX34" fmla="*/ 579597 w 658653"/>
                <a:gd name="connsiteY34" fmla="*/ 383858 h 546258"/>
                <a:gd name="connsiteX35" fmla="*/ 572929 w 658653"/>
                <a:gd name="connsiteY35" fmla="*/ 376714 h 546258"/>
                <a:gd name="connsiteX36" fmla="*/ 573881 w 658653"/>
                <a:gd name="connsiteY36" fmla="*/ 375761 h 546258"/>
                <a:gd name="connsiteX37" fmla="*/ 581978 w 658653"/>
                <a:gd name="connsiteY37" fmla="*/ 366712 h 546258"/>
                <a:gd name="connsiteX38" fmla="*/ 589598 w 658653"/>
                <a:gd name="connsiteY38" fmla="*/ 358140 h 546258"/>
                <a:gd name="connsiteX39" fmla="*/ 597218 w 658653"/>
                <a:gd name="connsiteY39" fmla="*/ 349567 h 546258"/>
                <a:gd name="connsiteX40" fmla="*/ 604838 w 658653"/>
                <a:gd name="connsiteY40" fmla="*/ 340995 h 546258"/>
                <a:gd name="connsiteX41" fmla="*/ 605790 w 658653"/>
                <a:gd name="connsiteY41" fmla="*/ 338137 h 546258"/>
                <a:gd name="connsiteX42" fmla="*/ 605790 w 658653"/>
                <a:gd name="connsiteY42" fmla="*/ 332423 h 546258"/>
                <a:gd name="connsiteX43" fmla="*/ 603885 w 658653"/>
                <a:gd name="connsiteY43" fmla="*/ 324326 h 546258"/>
                <a:gd name="connsiteX44" fmla="*/ 600551 w 658653"/>
                <a:gd name="connsiteY44" fmla="*/ 320516 h 546258"/>
                <a:gd name="connsiteX45" fmla="*/ 590074 w 658653"/>
                <a:gd name="connsiteY45" fmla="*/ 319087 h 546258"/>
                <a:gd name="connsiteX46" fmla="*/ 581978 w 658653"/>
                <a:gd name="connsiteY46" fmla="*/ 318135 h 546258"/>
                <a:gd name="connsiteX47" fmla="*/ 573405 w 658653"/>
                <a:gd name="connsiteY47" fmla="*/ 316706 h 546258"/>
                <a:gd name="connsiteX48" fmla="*/ 572453 w 658653"/>
                <a:gd name="connsiteY48" fmla="*/ 316230 h 546258"/>
                <a:gd name="connsiteX49" fmla="*/ 571500 w 658653"/>
                <a:gd name="connsiteY49" fmla="*/ 310039 h 546258"/>
                <a:gd name="connsiteX50" fmla="*/ 571976 w 658653"/>
                <a:gd name="connsiteY50" fmla="*/ 307181 h 546258"/>
                <a:gd name="connsiteX51" fmla="*/ 571500 w 658653"/>
                <a:gd name="connsiteY51" fmla="*/ 301942 h 546258"/>
                <a:gd name="connsiteX52" fmla="*/ 571500 w 658653"/>
                <a:gd name="connsiteY52" fmla="*/ 297656 h 546258"/>
                <a:gd name="connsiteX53" fmla="*/ 572929 w 658653"/>
                <a:gd name="connsiteY53" fmla="*/ 290989 h 546258"/>
                <a:gd name="connsiteX54" fmla="*/ 572929 w 658653"/>
                <a:gd name="connsiteY54" fmla="*/ 288131 h 546258"/>
                <a:gd name="connsiteX55" fmla="*/ 569119 w 658653"/>
                <a:gd name="connsiteY55" fmla="*/ 274796 h 546258"/>
                <a:gd name="connsiteX56" fmla="*/ 566738 w 658653"/>
                <a:gd name="connsiteY56" fmla="*/ 267652 h 546258"/>
                <a:gd name="connsiteX57" fmla="*/ 564356 w 658653"/>
                <a:gd name="connsiteY57" fmla="*/ 260033 h 546258"/>
                <a:gd name="connsiteX58" fmla="*/ 563880 w 658653"/>
                <a:gd name="connsiteY58" fmla="*/ 257651 h 546258"/>
                <a:gd name="connsiteX59" fmla="*/ 563880 w 658653"/>
                <a:gd name="connsiteY59" fmla="*/ 254794 h 546258"/>
                <a:gd name="connsiteX60" fmla="*/ 569119 w 658653"/>
                <a:gd name="connsiteY60" fmla="*/ 247650 h 546258"/>
                <a:gd name="connsiteX61" fmla="*/ 570548 w 658653"/>
                <a:gd name="connsiteY61" fmla="*/ 246221 h 546258"/>
                <a:gd name="connsiteX62" fmla="*/ 573881 w 658653"/>
                <a:gd name="connsiteY62" fmla="*/ 242887 h 546258"/>
                <a:gd name="connsiteX63" fmla="*/ 575786 w 658653"/>
                <a:gd name="connsiteY63" fmla="*/ 240983 h 546258"/>
                <a:gd name="connsiteX64" fmla="*/ 575310 w 658653"/>
                <a:gd name="connsiteY64" fmla="*/ 239554 h 546258"/>
                <a:gd name="connsiteX65" fmla="*/ 571976 w 658653"/>
                <a:gd name="connsiteY65" fmla="*/ 238601 h 546258"/>
                <a:gd name="connsiteX66" fmla="*/ 566738 w 658653"/>
                <a:gd name="connsiteY66" fmla="*/ 238601 h 546258"/>
                <a:gd name="connsiteX67" fmla="*/ 563880 w 658653"/>
                <a:gd name="connsiteY67" fmla="*/ 237649 h 546258"/>
                <a:gd name="connsiteX68" fmla="*/ 561975 w 658653"/>
                <a:gd name="connsiteY68" fmla="*/ 235744 h 546258"/>
                <a:gd name="connsiteX69" fmla="*/ 561023 w 658653"/>
                <a:gd name="connsiteY69" fmla="*/ 232886 h 546258"/>
                <a:gd name="connsiteX70" fmla="*/ 562451 w 658653"/>
                <a:gd name="connsiteY70" fmla="*/ 228124 h 546258"/>
                <a:gd name="connsiteX71" fmla="*/ 561023 w 658653"/>
                <a:gd name="connsiteY71" fmla="*/ 218599 h 546258"/>
                <a:gd name="connsiteX72" fmla="*/ 563880 w 658653"/>
                <a:gd name="connsiteY72" fmla="*/ 213836 h 546258"/>
                <a:gd name="connsiteX73" fmla="*/ 566261 w 658653"/>
                <a:gd name="connsiteY73" fmla="*/ 210502 h 546258"/>
                <a:gd name="connsiteX74" fmla="*/ 574834 w 658653"/>
                <a:gd name="connsiteY74" fmla="*/ 210026 h 546258"/>
                <a:gd name="connsiteX75" fmla="*/ 571976 w 658653"/>
                <a:gd name="connsiteY75" fmla="*/ 206216 h 546258"/>
                <a:gd name="connsiteX76" fmla="*/ 570548 w 658653"/>
                <a:gd name="connsiteY76" fmla="*/ 203835 h 546258"/>
                <a:gd name="connsiteX77" fmla="*/ 569595 w 658653"/>
                <a:gd name="connsiteY77" fmla="*/ 203359 h 546258"/>
                <a:gd name="connsiteX78" fmla="*/ 569119 w 658653"/>
                <a:gd name="connsiteY78" fmla="*/ 202406 h 546258"/>
                <a:gd name="connsiteX79" fmla="*/ 569595 w 658653"/>
                <a:gd name="connsiteY79" fmla="*/ 201454 h 546258"/>
                <a:gd name="connsiteX80" fmla="*/ 571500 w 658653"/>
                <a:gd name="connsiteY80" fmla="*/ 200977 h 546258"/>
                <a:gd name="connsiteX81" fmla="*/ 572929 w 658653"/>
                <a:gd name="connsiteY81" fmla="*/ 199549 h 546258"/>
                <a:gd name="connsiteX82" fmla="*/ 575310 w 658653"/>
                <a:gd name="connsiteY82" fmla="*/ 197644 h 546258"/>
                <a:gd name="connsiteX83" fmla="*/ 576739 w 658653"/>
                <a:gd name="connsiteY83" fmla="*/ 196691 h 546258"/>
                <a:gd name="connsiteX84" fmla="*/ 576739 w 658653"/>
                <a:gd name="connsiteY84" fmla="*/ 194786 h 546258"/>
                <a:gd name="connsiteX85" fmla="*/ 577692 w 658653"/>
                <a:gd name="connsiteY85" fmla="*/ 193358 h 546258"/>
                <a:gd name="connsiteX86" fmla="*/ 579597 w 658653"/>
                <a:gd name="connsiteY86" fmla="*/ 191452 h 546258"/>
                <a:gd name="connsiteX87" fmla="*/ 581025 w 658653"/>
                <a:gd name="connsiteY87" fmla="*/ 189548 h 546258"/>
                <a:gd name="connsiteX88" fmla="*/ 580549 w 658653"/>
                <a:gd name="connsiteY88" fmla="*/ 187166 h 546258"/>
                <a:gd name="connsiteX89" fmla="*/ 581978 w 658653"/>
                <a:gd name="connsiteY89" fmla="*/ 184309 h 546258"/>
                <a:gd name="connsiteX90" fmla="*/ 582454 w 658653"/>
                <a:gd name="connsiteY90" fmla="*/ 182404 h 546258"/>
                <a:gd name="connsiteX91" fmla="*/ 583406 w 658653"/>
                <a:gd name="connsiteY91" fmla="*/ 180975 h 546258"/>
                <a:gd name="connsiteX92" fmla="*/ 582454 w 658653"/>
                <a:gd name="connsiteY92" fmla="*/ 178594 h 546258"/>
                <a:gd name="connsiteX93" fmla="*/ 581978 w 658653"/>
                <a:gd name="connsiteY93" fmla="*/ 176689 h 546258"/>
                <a:gd name="connsiteX94" fmla="*/ 581978 w 658653"/>
                <a:gd name="connsiteY94" fmla="*/ 174308 h 546258"/>
                <a:gd name="connsiteX95" fmla="*/ 583406 w 658653"/>
                <a:gd name="connsiteY95" fmla="*/ 173831 h 546258"/>
                <a:gd name="connsiteX96" fmla="*/ 585311 w 658653"/>
                <a:gd name="connsiteY96" fmla="*/ 172879 h 546258"/>
                <a:gd name="connsiteX97" fmla="*/ 585788 w 658653"/>
                <a:gd name="connsiteY97" fmla="*/ 170974 h 546258"/>
                <a:gd name="connsiteX98" fmla="*/ 586740 w 658653"/>
                <a:gd name="connsiteY98" fmla="*/ 168592 h 546258"/>
                <a:gd name="connsiteX99" fmla="*/ 587217 w 658653"/>
                <a:gd name="connsiteY99" fmla="*/ 166687 h 546258"/>
                <a:gd name="connsiteX100" fmla="*/ 588169 w 658653"/>
                <a:gd name="connsiteY100" fmla="*/ 165259 h 546258"/>
                <a:gd name="connsiteX101" fmla="*/ 588169 w 658653"/>
                <a:gd name="connsiteY101" fmla="*/ 163830 h 546258"/>
                <a:gd name="connsiteX102" fmla="*/ 587693 w 658653"/>
                <a:gd name="connsiteY102" fmla="*/ 161449 h 546258"/>
                <a:gd name="connsiteX103" fmla="*/ 586740 w 658653"/>
                <a:gd name="connsiteY103" fmla="*/ 160020 h 546258"/>
                <a:gd name="connsiteX104" fmla="*/ 586740 w 658653"/>
                <a:gd name="connsiteY104" fmla="*/ 158115 h 546258"/>
                <a:gd name="connsiteX105" fmla="*/ 587693 w 658653"/>
                <a:gd name="connsiteY105" fmla="*/ 155734 h 546258"/>
                <a:gd name="connsiteX106" fmla="*/ 587693 w 658653"/>
                <a:gd name="connsiteY106" fmla="*/ 151448 h 546258"/>
                <a:gd name="connsiteX107" fmla="*/ 586264 w 658653"/>
                <a:gd name="connsiteY107" fmla="*/ 148590 h 546258"/>
                <a:gd name="connsiteX108" fmla="*/ 584359 w 658653"/>
                <a:gd name="connsiteY108" fmla="*/ 147161 h 546258"/>
                <a:gd name="connsiteX109" fmla="*/ 584359 w 658653"/>
                <a:gd name="connsiteY109" fmla="*/ 146209 h 546258"/>
                <a:gd name="connsiteX110" fmla="*/ 585311 w 658653"/>
                <a:gd name="connsiteY110" fmla="*/ 144304 h 546258"/>
                <a:gd name="connsiteX111" fmla="*/ 586264 w 658653"/>
                <a:gd name="connsiteY111" fmla="*/ 142399 h 546258"/>
                <a:gd name="connsiteX112" fmla="*/ 586264 w 658653"/>
                <a:gd name="connsiteY112" fmla="*/ 139065 h 546258"/>
                <a:gd name="connsiteX113" fmla="*/ 584835 w 658653"/>
                <a:gd name="connsiteY113" fmla="*/ 135255 h 546258"/>
                <a:gd name="connsiteX114" fmla="*/ 584359 w 658653"/>
                <a:gd name="connsiteY114" fmla="*/ 129540 h 546258"/>
                <a:gd name="connsiteX115" fmla="*/ 584835 w 658653"/>
                <a:gd name="connsiteY115" fmla="*/ 124301 h 546258"/>
                <a:gd name="connsiteX116" fmla="*/ 582930 w 658653"/>
                <a:gd name="connsiteY116" fmla="*/ 121444 h 546258"/>
                <a:gd name="connsiteX117" fmla="*/ 569119 w 658653"/>
                <a:gd name="connsiteY117" fmla="*/ 121444 h 546258"/>
                <a:gd name="connsiteX118" fmla="*/ 556736 w 658653"/>
                <a:gd name="connsiteY118" fmla="*/ 121444 h 546258"/>
                <a:gd name="connsiteX119" fmla="*/ 556260 w 658653"/>
                <a:gd name="connsiteY119" fmla="*/ 120967 h 546258"/>
                <a:gd name="connsiteX120" fmla="*/ 551498 w 658653"/>
                <a:gd name="connsiteY120" fmla="*/ 114300 h 546258"/>
                <a:gd name="connsiteX121" fmla="*/ 547688 w 658653"/>
                <a:gd name="connsiteY121" fmla="*/ 109061 h 546258"/>
                <a:gd name="connsiteX122" fmla="*/ 543878 w 658653"/>
                <a:gd name="connsiteY122" fmla="*/ 106204 h 546258"/>
                <a:gd name="connsiteX123" fmla="*/ 534829 w 658653"/>
                <a:gd name="connsiteY123" fmla="*/ 102394 h 546258"/>
                <a:gd name="connsiteX124" fmla="*/ 530543 w 658653"/>
                <a:gd name="connsiteY124" fmla="*/ 100965 h 546258"/>
                <a:gd name="connsiteX125" fmla="*/ 526732 w 658653"/>
                <a:gd name="connsiteY125" fmla="*/ 98108 h 546258"/>
                <a:gd name="connsiteX126" fmla="*/ 523875 w 658653"/>
                <a:gd name="connsiteY126" fmla="*/ 94774 h 546258"/>
                <a:gd name="connsiteX127" fmla="*/ 522923 w 658653"/>
                <a:gd name="connsiteY127" fmla="*/ 90487 h 546258"/>
                <a:gd name="connsiteX128" fmla="*/ 522447 w 658653"/>
                <a:gd name="connsiteY128" fmla="*/ 89059 h 546258"/>
                <a:gd name="connsiteX129" fmla="*/ 521494 w 658653"/>
                <a:gd name="connsiteY129" fmla="*/ 88106 h 546258"/>
                <a:gd name="connsiteX130" fmla="*/ 520541 w 658653"/>
                <a:gd name="connsiteY130" fmla="*/ 87630 h 546258"/>
                <a:gd name="connsiteX131" fmla="*/ 519589 w 658653"/>
                <a:gd name="connsiteY131" fmla="*/ 87630 h 546258"/>
                <a:gd name="connsiteX132" fmla="*/ 509111 w 658653"/>
                <a:gd name="connsiteY132" fmla="*/ 82391 h 546258"/>
                <a:gd name="connsiteX133" fmla="*/ 504825 w 658653"/>
                <a:gd name="connsiteY133" fmla="*/ 80962 h 546258"/>
                <a:gd name="connsiteX134" fmla="*/ 501015 w 658653"/>
                <a:gd name="connsiteY134" fmla="*/ 81915 h 546258"/>
                <a:gd name="connsiteX135" fmla="*/ 499110 w 658653"/>
                <a:gd name="connsiteY135" fmla="*/ 81915 h 546258"/>
                <a:gd name="connsiteX136" fmla="*/ 495776 w 658653"/>
                <a:gd name="connsiteY136" fmla="*/ 80486 h 546258"/>
                <a:gd name="connsiteX137" fmla="*/ 491966 w 658653"/>
                <a:gd name="connsiteY137" fmla="*/ 82391 h 546258"/>
                <a:gd name="connsiteX138" fmla="*/ 490061 w 658653"/>
                <a:gd name="connsiteY138" fmla="*/ 82391 h 546258"/>
                <a:gd name="connsiteX139" fmla="*/ 487680 w 658653"/>
                <a:gd name="connsiteY139" fmla="*/ 81915 h 546258"/>
                <a:gd name="connsiteX140" fmla="*/ 485775 w 658653"/>
                <a:gd name="connsiteY140" fmla="*/ 80962 h 546258"/>
                <a:gd name="connsiteX141" fmla="*/ 480536 w 658653"/>
                <a:gd name="connsiteY141" fmla="*/ 76200 h 546258"/>
                <a:gd name="connsiteX142" fmla="*/ 476250 w 658653"/>
                <a:gd name="connsiteY142" fmla="*/ 74295 h 546258"/>
                <a:gd name="connsiteX143" fmla="*/ 472916 w 658653"/>
                <a:gd name="connsiteY143" fmla="*/ 73342 h 546258"/>
                <a:gd name="connsiteX144" fmla="*/ 466725 w 658653"/>
                <a:gd name="connsiteY144" fmla="*/ 71437 h 546258"/>
                <a:gd name="connsiteX145" fmla="*/ 460057 w 658653"/>
                <a:gd name="connsiteY145" fmla="*/ 70485 h 546258"/>
                <a:gd name="connsiteX146" fmla="*/ 456724 w 658653"/>
                <a:gd name="connsiteY146" fmla="*/ 69533 h 546258"/>
                <a:gd name="connsiteX147" fmla="*/ 454343 w 658653"/>
                <a:gd name="connsiteY147" fmla="*/ 68580 h 546258"/>
                <a:gd name="connsiteX148" fmla="*/ 453866 w 658653"/>
                <a:gd name="connsiteY148" fmla="*/ 68104 h 546258"/>
                <a:gd name="connsiteX149" fmla="*/ 453866 w 658653"/>
                <a:gd name="connsiteY149" fmla="*/ 66199 h 546258"/>
                <a:gd name="connsiteX150" fmla="*/ 453866 w 658653"/>
                <a:gd name="connsiteY150" fmla="*/ 63817 h 546258"/>
                <a:gd name="connsiteX151" fmla="*/ 452914 w 658653"/>
                <a:gd name="connsiteY151" fmla="*/ 62389 h 546258"/>
                <a:gd name="connsiteX152" fmla="*/ 451485 w 658653"/>
                <a:gd name="connsiteY152" fmla="*/ 60484 h 546258"/>
                <a:gd name="connsiteX153" fmla="*/ 449104 w 658653"/>
                <a:gd name="connsiteY153" fmla="*/ 59055 h 546258"/>
                <a:gd name="connsiteX154" fmla="*/ 445294 w 658653"/>
                <a:gd name="connsiteY154" fmla="*/ 59531 h 546258"/>
                <a:gd name="connsiteX155" fmla="*/ 439579 w 658653"/>
                <a:gd name="connsiteY155" fmla="*/ 59531 h 546258"/>
                <a:gd name="connsiteX156" fmla="*/ 435293 w 658653"/>
                <a:gd name="connsiteY156" fmla="*/ 58102 h 546258"/>
                <a:gd name="connsiteX157" fmla="*/ 431959 w 658653"/>
                <a:gd name="connsiteY157" fmla="*/ 57626 h 546258"/>
                <a:gd name="connsiteX158" fmla="*/ 427673 w 658653"/>
                <a:gd name="connsiteY158" fmla="*/ 58102 h 546258"/>
                <a:gd name="connsiteX159" fmla="*/ 424339 w 658653"/>
                <a:gd name="connsiteY159" fmla="*/ 58102 h 546258"/>
                <a:gd name="connsiteX160" fmla="*/ 421957 w 658653"/>
                <a:gd name="connsiteY160" fmla="*/ 59055 h 546258"/>
                <a:gd name="connsiteX161" fmla="*/ 420529 w 658653"/>
                <a:gd name="connsiteY161" fmla="*/ 60484 h 546258"/>
                <a:gd name="connsiteX162" fmla="*/ 419576 w 658653"/>
                <a:gd name="connsiteY162" fmla="*/ 64294 h 546258"/>
                <a:gd name="connsiteX163" fmla="*/ 418624 w 658653"/>
                <a:gd name="connsiteY163" fmla="*/ 64770 h 546258"/>
                <a:gd name="connsiteX164" fmla="*/ 417195 w 658653"/>
                <a:gd name="connsiteY164" fmla="*/ 65246 h 546258"/>
                <a:gd name="connsiteX165" fmla="*/ 415290 w 658653"/>
                <a:gd name="connsiteY165" fmla="*/ 65246 h 546258"/>
                <a:gd name="connsiteX166" fmla="*/ 411004 w 658653"/>
                <a:gd name="connsiteY166" fmla="*/ 65246 h 546258"/>
                <a:gd name="connsiteX167" fmla="*/ 403860 w 658653"/>
                <a:gd name="connsiteY167" fmla="*/ 64770 h 546258"/>
                <a:gd name="connsiteX168" fmla="*/ 394811 w 658653"/>
                <a:gd name="connsiteY168" fmla="*/ 64770 h 546258"/>
                <a:gd name="connsiteX169" fmla="*/ 388144 w 658653"/>
                <a:gd name="connsiteY169" fmla="*/ 66675 h 546258"/>
                <a:gd name="connsiteX170" fmla="*/ 382905 w 658653"/>
                <a:gd name="connsiteY170" fmla="*/ 69533 h 546258"/>
                <a:gd name="connsiteX171" fmla="*/ 377666 w 658653"/>
                <a:gd name="connsiteY171" fmla="*/ 72390 h 546258"/>
                <a:gd name="connsiteX172" fmla="*/ 371475 w 658653"/>
                <a:gd name="connsiteY172" fmla="*/ 77152 h 546258"/>
                <a:gd name="connsiteX173" fmla="*/ 369570 w 658653"/>
                <a:gd name="connsiteY173" fmla="*/ 79534 h 546258"/>
                <a:gd name="connsiteX174" fmla="*/ 366236 w 658653"/>
                <a:gd name="connsiteY174" fmla="*/ 88106 h 546258"/>
                <a:gd name="connsiteX175" fmla="*/ 364807 w 658653"/>
                <a:gd name="connsiteY175" fmla="*/ 89535 h 546258"/>
                <a:gd name="connsiteX176" fmla="*/ 362903 w 658653"/>
                <a:gd name="connsiteY176" fmla="*/ 90487 h 546258"/>
                <a:gd name="connsiteX177" fmla="*/ 360998 w 658653"/>
                <a:gd name="connsiteY177" fmla="*/ 90487 h 546258"/>
                <a:gd name="connsiteX178" fmla="*/ 356711 w 658653"/>
                <a:gd name="connsiteY178" fmla="*/ 91916 h 546258"/>
                <a:gd name="connsiteX179" fmla="*/ 351473 w 658653"/>
                <a:gd name="connsiteY179" fmla="*/ 93821 h 546258"/>
                <a:gd name="connsiteX180" fmla="*/ 347663 w 658653"/>
                <a:gd name="connsiteY180" fmla="*/ 94774 h 546258"/>
                <a:gd name="connsiteX181" fmla="*/ 338138 w 658653"/>
                <a:gd name="connsiteY181" fmla="*/ 94298 h 546258"/>
                <a:gd name="connsiteX182" fmla="*/ 339566 w 658653"/>
                <a:gd name="connsiteY182" fmla="*/ 100489 h 546258"/>
                <a:gd name="connsiteX183" fmla="*/ 341948 w 658653"/>
                <a:gd name="connsiteY183" fmla="*/ 109537 h 546258"/>
                <a:gd name="connsiteX184" fmla="*/ 341948 w 658653"/>
                <a:gd name="connsiteY184" fmla="*/ 111442 h 546258"/>
                <a:gd name="connsiteX185" fmla="*/ 341472 w 658653"/>
                <a:gd name="connsiteY185" fmla="*/ 113348 h 546258"/>
                <a:gd name="connsiteX186" fmla="*/ 340043 w 658653"/>
                <a:gd name="connsiteY186" fmla="*/ 114776 h 546258"/>
                <a:gd name="connsiteX187" fmla="*/ 337661 w 658653"/>
                <a:gd name="connsiteY187" fmla="*/ 114776 h 546258"/>
                <a:gd name="connsiteX188" fmla="*/ 332899 w 658653"/>
                <a:gd name="connsiteY188" fmla="*/ 114776 h 546258"/>
                <a:gd name="connsiteX189" fmla="*/ 330041 w 658653"/>
                <a:gd name="connsiteY189" fmla="*/ 113348 h 546258"/>
                <a:gd name="connsiteX190" fmla="*/ 335280 w 658653"/>
                <a:gd name="connsiteY190" fmla="*/ 112395 h 546258"/>
                <a:gd name="connsiteX191" fmla="*/ 338138 w 658653"/>
                <a:gd name="connsiteY191" fmla="*/ 110490 h 546258"/>
                <a:gd name="connsiteX192" fmla="*/ 332899 w 658653"/>
                <a:gd name="connsiteY192" fmla="*/ 110490 h 546258"/>
                <a:gd name="connsiteX193" fmla="*/ 319564 w 658653"/>
                <a:gd name="connsiteY193" fmla="*/ 112871 h 546258"/>
                <a:gd name="connsiteX194" fmla="*/ 279082 w 658653"/>
                <a:gd name="connsiteY194" fmla="*/ 122396 h 546258"/>
                <a:gd name="connsiteX195" fmla="*/ 264319 w 658653"/>
                <a:gd name="connsiteY195" fmla="*/ 122873 h 546258"/>
                <a:gd name="connsiteX196" fmla="*/ 242411 w 658653"/>
                <a:gd name="connsiteY196" fmla="*/ 118110 h 546258"/>
                <a:gd name="connsiteX197" fmla="*/ 235744 w 658653"/>
                <a:gd name="connsiteY197" fmla="*/ 115729 h 546258"/>
                <a:gd name="connsiteX198" fmla="*/ 222409 w 658653"/>
                <a:gd name="connsiteY198" fmla="*/ 107633 h 546258"/>
                <a:gd name="connsiteX199" fmla="*/ 215741 w 658653"/>
                <a:gd name="connsiteY199" fmla="*/ 102394 h 546258"/>
                <a:gd name="connsiteX200" fmla="*/ 211455 w 658653"/>
                <a:gd name="connsiteY200" fmla="*/ 94774 h 546258"/>
                <a:gd name="connsiteX201" fmla="*/ 210026 w 658653"/>
                <a:gd name="connsiteY201" fmla="*/ 93345 h 546258"/>
                <a:gd name="connsiteX202" fmla="*/ 208598 w 658653"/>
                <a:gd name="connsiteY202" fmla="*/ 92392 h 546258"/>
                <a:gd name="connsiteX203" fmla="*/ 203359 w 658653"/>
                <a:gd name="connsiteY203" fmla="*/ 90964 h 546258"/>
                <a:gd name="connsiteX204" fmla="*/ 194786 w 658653"/>
                <a:gd name="connsiteY204" fmla="*/ 89535 h 546258"/>
                <a:gd name="connsiteX205" fmla="*/ 186214 w 658653"/>
                <a:gd name="connsiteY205" fmla="*/ 89059 h 546258"/>
                <a:gd name="connsiteX206" fmla="*/ 182880 w 658653"/>
                <a:gd name="connsiteY206" fmla="*/ 88106 h 546258"/>
                <a:gd name="connsiteX207" fmla="*/ 176213 w 658653"/>
                <a:gd name="connsiteY207" fmla="*/ 84773 h 546258"/>
                <a:gd name="connsiteX208" fmla="*/ 173355 w 658653"/>
                <a:gd name="connsiteY208" fmla="*/ 82391 h 546258"/>
                <a:gd name="connsiteX209" fmla="*/ 170974 w 658653"/>
                <a:gd name="connsiteY209" fmla="*/ 78105 h 546258"/>
                <a:gd name="connsiteX210" fmla="*/ 169069 w 658653"/>
                <a:gd name="connsiteY210" fmla="*/ 73819 h 546258"/>
                <a:gd name="connsiteX211" fmla="*/ 168116 w 658653"/>
                <a:gd name="connsiteY211" fmla="*/ 69056 h 546258"/>
                <a:gd name="connsiteX212" fmla="*/ 167164 w 658653"/>
                <a:gd name="connsiteY212" fmla="*/ 63817 h 546258"/>
                <a:gd name="connsiteX213" fmla="*/ 166211 w 658653"/>
                <a:gd name="connsiteY213" fmla="*/ 54292 h 546258"/>
                <a:gd name="connsiteX214" fmla="*/ 166211 w 658653"/>
                <a:gd name="connsiteY214" fmla="*/ 52387 h 546258"/>
                <a:gd name="connsiteX215" fmla="*/ 165259 w 658653"/>
                <a:gd name="connsiteY215" fmla="*/ 52387 h 546258"/>
                <a:gd name="connsiteX216" fmla="*/ 158115 w 658653"/>
                <a:gd name="connsiteY216" fmla="*/ 53816 h 546258"/>
                <a:gd name="connsiteX217" fmla="*/ 156686 w 658653"/>
                <a:gd name="connsiteY217" fmla="*/ 53340 h 546258"/>
                <a:gd name="connsiteX218" fmla="*/ 150495 w 658653"/>
                <a:gd name="connsiteY218" fmla="*/ 46673 h 546258"/>
                <a:gd name="connsiteX219" fmla="*/ 149066 w 658653"/>
                <a:gd name="connsiteY219" fmla="*/ 45720 h 546258"/>
                <a:gd name="connsiteX220" fmla="*/ 146685 w 658653"/>
                <a:gd name="connsiteY220" fmla="*/ 45244 h 546258"/>
                <a:gd name="connsiteX221" fmla="*/ 145256 w 658653"/>
                <a:gd name="connsiteY221" fmla="*/ 44291 h 546258"/>
                <a:gd name="connsiteX222" fmla="*/ 143828 w 658653"/>
                <a:gd name="connsiteY222" fmla="*/ 42386 h 546258"/>
                <a:gd name="connsiteX223" fmla="*/ 143351 w 658653"/>
                <a:gd name="connsiteY223" fmla="*/ 40958 h 546258"/>
                <a:gd name="connsiteX224" fmla="*/ 137160 w 658653"/>
                <a:gd name="connsiteY224" fmla="*/ 37148 h 546258"/>
                <a:gd name="connsiteX225" fmla="*/ 136207 w 658653"/>
                <a:gd name="connsiteY225" fmla="*/ 35719 h 546258"/>
                <a:gd name="connsiteX226" fmla="*/ 136207 w 658653"/>
                <a:gd name="connsiteY226" fmla="*/ 34290 h 546258"/>
                <a:gd name="connsiteX227" fmla="*/ 137160 w 658653"/>
                <a:gd name="connsiteY227" fmla="*/ 33337 h 546258"/>
                <a:gd name="connsiteX228" fmla="*/ 138113 w 658653"/>
                <a:gd name="connsiteY228" fmla="*/ 32385 h 546258"/>
                <a:gd name="connsiteX229" fmla="*/ 140970 w 658653"/>
                <a:gd name="connsiteY229" fmla="*/ 31433 h 546258"/>
                <a:gd name="connsiteX230" fmla="*/ 144304 w 658653"/>
                <a:gd name="connsiteY230" fmla="*/ 30480 h 546258"/>
                <a:gd name="connsiteX231" fmla="*/ 145256 w 658653"/>
                <a:gd name="connsiteY231" fmla="*/ 30004 h 546258"/>
                <a:gd name="connsiteX232" fmla="*/ 145732 w 658653"/>
                <a:gd name="connsiteY232" fmla="*/ 29051 h 546258"/>
                <a:gd name="connsiteX233" fmla="*/ 145732 w 658653"/>
                <a:gd name="connsiteY233" fmla="*/ 27623 h 546258"/>
                <a:gd name="connsiteX234" fmla="*/ 145256 w 658653"/>
                <a:gd name="connsiteY234" fmla="*/ 26194 h 546258"/>
                <a:gd name="connsiteX235" fmla="*/ 140018 w 658653"/>
                <a:gd name="connsiteY235" fmla="*/ 23336 h 546258"/>
                <a:gd name="connsiteX236" fmla="*/ 139541 w 658653"/>
                <a:gd name="connsiteY236" fmla="*/ 21908 h 546258"/>
                <a:gd name="connsiteX237" fmla="*/ 139541 w 658653"/>
                <a:gd name="connsiteY237" fmla="*/ 20479 h 546258"/>
                <a:gd name="connsiteX238" fmla="*/ 140018 w 658653"/>
                <a:gd name="connsiteY238" fmla="*/ 19050 h 546258"/>
                <a:gd name="connsiteX239" fmla="*/ 140970 w 658653"/>
                <a:gd name="connsiteY239" fmla="*/ 17621 h 546258"/>
                <a:gd name="connsiteX240" fmla="*/ 145256 w 658653"/>
                <a:gd name="connsiteY240" fmla="*/ 15716 h 546258"/>
                <a:gd name="connsiteX241" fmla="*/ 147638 w 658653"/>
                <a:gd name="connsiteY241" fmla="*/ 13811 h 546258"/>
                <a:gd name="connsiteX242" fmla="*/ 146209 w 658653"/>
                <a:gd name="connsiteY242" fmla="*/ 11906 h 546258"/>
                <a:gd name="connsiteX243" fmla="*/ 141923 w 658653"/>
                <a:gd name="connsiteY243" fmla="*/ 7620 h 546258"/>
                <a:gd name="connsiteX244" fmla="*/ 136684 w 658653"/>
                <a:gd name="connsiteY244" fmla="*/ 2858 h 546258"/>
                <a:gd name="connsiteX245" fmla="*/ 133350 w 658653"/>
                <a:gd name="connsiteY245" fmla="*/ 2858 h 546258"/>
                <a:gd name="connsiteX246" fmla="*/ 129064 w 658653"/>
                <a:gd name="connsiteY246" fmla="*/ 4286 h 546258"/>
                <a:gd name="connsiteX247" fmla="*/ 122397 w 658653"/>
                <a:gd name="connsiteY247" fmla="*/ 8572 h 546258"/>
                <a:gd name="connsiteX248" fmla="*/ 118586 w 658653"/>
                <a:gd name="connsiteY248" fmla="*/ 10477 h 546258"/>
                <a:gd name="connsiteX249" fmla="*/ 113824 w 658653"/>
                <a:gd name="connsiteY249" fmla="*/ 13335 h 546258"/>
                <a:gd name="connsiteX250" fmla="*/ 108585 w 658653"/>
                <a:gd name="connsiteY250" fmla="*/ 16669 h 546258"/>
                <a:gd name="connsiteX251" fmla="*/ 104299 w 658653"/>
                <a:gd name="connsiteY251" fmla="*/ 20002 h 546258"/>
                <a:gd name="connsiteX252" fmla="*/ 101918 w 658653"/>
                <a:gd name="connsiteY252" fmla="*/ 22860 h 546258"/>
                <a:gd name="connsiteX253" fmla="*/ 97155 w 658653"/>
                <a:gd name="connsiteY253" fmla="*/ 24289 h 546258"/>
                <a:gd name="connsiteX254" fmla="*/ 94774 w 658653"/>
                <a:gd name="connsiteY254" fmla="*/ 26670 h 546258"/>
                <a:gd name="connsiteX255" fmla="*/ 87154 w 658653"/>
                <a:gd name="connsiteY255" fmla="*/ 33814 h 546258"/>
                <a:gd name="connsiteX256" fmla="*/ 84773 w 658653"/>
                <a:gd name="connsiteY256" fmla="*/ 33814 h 546258"/>
                <a:gd name="connsiteX257" fmla="*/ 79057 w 658653"/>
                <a:gd name="connsiteY257" fmla="*/ 33814 h 546258"/>
                <a:gd name="connsiteX258" fmla="*/ 73819 w 658653"/>
                <a:gd name="connsiteY258" fmla="*/ 35719 h 546258"/>
                <a:gd name="connsiteX259" fmla="*/ 71914 w 658653"/>
                <a:gd name="connsiteY259" fmla="*/ 35242 h 546258"/>
                <a:gd name="connsiteX260" fmla="*/ 65247 w 658653"/>
                <a:gd name="connsiteY260" fmla="*/ 34290 h 546258"/>
                <a:gd name="connsiteX261" fmla="*/ 53340 w 658653"/>
                <a:gd name="connsiteY261" fmla="*/ 31909 h 546258"/>
                <a:gd name="connsiteX262" fmla="*/ 50006 w 658653"/>
                <a:gd name="connsiteY262" fmla="*/ 30480 h 546258"/>
                <a:gd name="connsiteX263" fmla="*/ 47149 w 658653"/>
                <a:gd name="connsiteY263" fmla="*/ 27146 h 546258"/>
                <a:gd name="connsiteX264" fmla="*/ 45244 w 658653"/>
                <a:gd name="connsiteY264" fmla="*/ 25241 h 546258"/>
                <a:gd name="connsiteX265" fmla="*/ 42386 w 658653"/>
                <a:gd name="connsiteY265" fmla="*/ 22860 h 546258"/>
                <a:gd name="connsiteX266" fmla="*/ 40005 w 658653"/>
                <a:gd name="connsiteY266" fmla="*/ 21908 h 546258"/>
                <a:gd name="connsiteX267" fmla="*/ 38100 w 658653"/>
                <a:gd name="connsiteY267" fmla="*/ 20479 h 546258"/>
                <a:gd name="connsiteX268" fmla="*/ 37148 w 658653"/>
                <a:gd name="connsiteY268" fmla="*/ 18098 h 546258"/>
                <a:gd name="connsiteX269" fmla="*/ 35719 w 658653"/>
                <a:gd name="connsiteY269" fmla="*/ 16192 h 546258"/>
                <a:gd name="connsiteX270" fmla="*/ 33338 w 658653"/>
                <a:gd name="connsiteY270" fmla="*/ 13811 h 546258"/>
                <a:gd name="connsiteX271" fmla="*/ 27623 w 658653"/>
                <a:gd name="connsiteY271" fmla="*/ 5715 h 546258"/>
                <a:gd name="connsiteX272" fmla="*/ 27147 w 658653"/>
                <a:gd name="connsiteY272" fmla="*/ 4763 h 546258"/>
                <a:gd name="connsiteX273" fmla="*/ 25718 w 658653"/>
                <a:gd name="connsiteY273" fmla="*/ 4763 h 546258"/>
                <a:gd name="connsiteX274" fmla="*/ 23813 w 658653"/>
                <a:gd name="connsiteY274" fmla="*/ 3334 h 546258"/>
                <a:gd name="connsiteX275" fmla="*/ 19050 w 658653"/>
                <a:gd name="connsiteY275" fmla="*/ 0 h 546258"/>
                <a:gd name="connsiteX276" fmla="*/ 16669 w 658653"/>
                <a:gd name="connsiteY276" fmla="*/ 1429 h 546258"/>
                <a:gd name="connsiteX277" fmla="*/ 14764 w 658653"/>
                <a:gd name="connsiteY277" fmla="*/ 3810 h 546258"/>
                <a:gd name="connsiteX278" fmla="*/ 12382 w 658653"/>
                <a:gd name="connsiteY278" fmla="*/ 13335 h 546258"/>
                <a:gd name="connsiteX279" fmla="*/ 10478 w 658653"/>
                <a:gd name="connsiteY279" fmla="*/ 14287 h 546258"/>
                <a:gd name="connsiteX280" fmla="*/ 7144 w 658653"/>
                <a:gd name="connsiteY280" fmla="*/ 14287 h 546258"/>
                <a:gd name="connsiteX281" fmla="*/ 3334 w 658653"/>
                <a:gd name="connsiteY281" fmla="*/ 13811 h 546258"/>
                <a:gd name="connsiteX282" fmla="*/ 476 w 658653"/>
                <a:gd name="connsiteY282" fmla="*/ 14287 h 546258"/>
                <a:gd name="connsiteX283" fmla="*/ 0 w 658653"/>
                <a:gd name="connsiteY283" fmla="*/ 14764 h 546258"/>
                <a:gd name="connsiteX284" fmla="*/ 476 w 658653"/>
                <a:gd name="connsiteY284" fmla="*/ 15716 h 546258"/>
                <a:gd name="connsiteX285" fmla="*/ 1429 w 658653"/>
                <a:gd name="connsiteY285" fmla="*/ 17145 h 546258"/>
                <a:gd name="connsiteX286" fmla="*/ 1905 w 658653"/>
                <a:gd name="connsiteY286" fmla="*/ 19050 h 546258"/>
                <a:gd name="connsiteX287" fmla="*/ 1905 w 658653"/>
                <a:gd name="connsiteY287" fmla="*/ 20479 h 546258"/>
                <a:gd name="connsiteX288" fmla="*/ 3334 w 658653"/>
                <a:gd name="connsiteY288" fmla="*/ 21908 h 546258"/>
                <a:gd name="connsiteX289" fmla="*/ 5239 w 658653"/>
                <a:gd name="connsiteY289" fmla="*/ 23336 h 546258"/>
                <a:gd name="connsiteX290" fmla="*/ 5239 w 658653"/>
                <a:gd name="connsiteY290" fmla="*/ 24765 h 546258"/>
                <a:gd name="connsiteX291" fmla="*/ 4763 w 658653"/>
                <a:gd name="connsiteY291" fmla="*/ 26670 h 546258"/>
                <a:gd name="connsiteX292" fmla="*/ 4286 w 658653"/>
                <a:gd name="connsiteY292" fmla="*/ 28099 h 546258"/>
                <a:gd name="connsiteX293" fmla="*/ 3810 w 658653"/>
                <a:gd name="connsiteY293" fmla="*/ 29051 h 546258"/>
                <a:gd name="connsiteX294" fmla="*/ 4763 w 658653"/>
                <a:gd name="connsiteY294" fmla="*/ 31433 h 546258"/>
                <a:gd name="connsiteX295" fmla="*/ 6668 w 658653"/>
                <a:gd name="connsiteY295" fmla="*/ 34290 h 546258"/>
                <a:gd name="connsiteX296" fmla="*/ 8097 w 658653"/>
                <a:gd name="connsiteY296" fmla="*/ 35242 h 546258"/>
                <a:gd name="connsiteX297" fmla="*/ 7620 w 658653"/>
                <a:gd name="connsiteY297" fmla="*/ 40481 h 546258"/>
                <a:gd name="connsiteX298" fmla="*/ 8573 w 658653"/>
                <a:gd name="connsiteY298" fmla="*/ 42862 h 546258"/>
                <a:gd name="connsiteX299" fmla="*/ 9049 w 658653"/>
                <a:gd name="connsiteY299" fmla="*/ 46196 h 546258"/>
                <a:gd name="connsiteX300" fmla="*/ 8573 w 658653"/>
                <a:gd name="connsiteY300" fmla="*/ 51435 h 546258"/>
                <a:gd name="connsiteX301" fmla="*/ 9049 w 658653"/>
                <a:gd name="connsiteY301" fmla="*/ 52864 h 546258"/>
                <a:gd name="connsiteX302" fmla="*/ 10001 w 658653"/>
                <a:gd name="connsiteY302" fmla="*/ 53340 h 546258"/>
                <a:gd name="connsiteX303" fmla="*/ 11906 w 658653"/>
                <a:gd name="connsiteY303" fmla="*/ 53340 h 546258"/>
                <a:gd name="connsiteX304" fmla="*/ 13811 w 658653"/>
                <a:gd name="connsiteY304" fmla="*/ 53816 h 546258"/>
                <a:gd name="connsiteX305" fmla="*/ 14288 w 658653"/>
                <a:gd name="connsiteY305" fmla="*/ 54769 h 546258"/>
                <a:gd name="connsiteX306" fmla="*/ 14288 w 658653"/>
                <a:gd name="connsiteY306" fmla="*/ 55245 h 546258"/>
                <a:gd name="connsiteX307" fmla="*/ 11906 w 658653"/>
                <a:gd name="connsiteY307" fmla="*/ 57626 h 546258"/>
                <a:gd name="connsiteX308" fmla="*/ 11430 w 658653"/>
                <a:gd name="connsiteY308" fmla="*/ 59531 h 546258"/>
                <a:gd name="connsiteX309" fmla="*/ 10478 w 658653"/>
                <a:gd name="connsiteY309" fmla="*/ 61912 h 546258"/>
                <a:gd name="connsiteX310" fmla="*/ 10001 w 658653"/>
                <a:gd name="connsiteY310" fmla="*/ 63341 h 546258"/>
                <a:gd name="connsiteX311" fmla="*/ 8097 w 658653"/>
                <a:gd name="connsiteY311" fmla="*/ 66199 h 546258"/>
                <a:gd name="connsiteX312" fmla="*/ 6668 w 658653"/>
                <a:gd name="connsiteY312" fmla="*/ 69056 h 546258"/>
                <a:gd name="connsiteX313" fmla="*/ 6191 w 658653"/>
                <a:gd name="connsiteY313" fmla="*/ 71437 h 546258"/>
                <a:gd name="connsiteX314" fmla="*/ 6668 w 658653"/>
                <a:gd name="connsiteY314" fmla="*/ 72390 h 546258"/>
                <a:gd name="connsiteX315" fmla="*/ 10478 w 658653"/>
                <a:gd name="connsiteY315" fmla="*/ 72866 h 546258"/>
                <a:gd name="connsiteX316" fmla="*/ 12382 w 658653"/>
                <a:gd name="connsiteY316" fmla="*/ 74295 h 546258"/>
                <a:gd name="connsiteX317" fmla="*/ 18098 w 658653"/>
                <a:gd name="connsiteY317" fmla="*/ 77629 h 546258"/>
                <a:gd name="connsiteX318" fmla="*/ 19050 w 658653"/>
                <a:gd name="connsiteY318" fmla="*/ 79058 h 546258"/>
                <a:gd name="connsiteX319" fmla="*/ 17622 w 658653"/>
                <a:gd name="connsiteY319" fmla="*/ 80962 h 546258"/>
                <a:gd name="connsiteX320" fmla="*/ 17622 w 658653"/>
                <a:gd name="connsiteY320" fmla="*/ 81915 h 546258"/>
                <a:gd name="connsiteX321" fmla="*/ 18574 w 658653"/>
                <a:gd name="connsiteY321" fmla="*/ 82867 h 546258"/>
                <a:gd name="connsiteX322" fmla="*/ 19050 w 658653"/>
                <a:gd name="connsiteY322" fmla="*/ 84773 h 546258"/>
                <a:gd name="connsiteX323" fmla="*/ 19050 w 658653"/>
                <a:gd name="connsiteY323" fmla="*/ 86677 h 546258"/>
                <a:gd name="connsiteX324" fmla="*/ 19050 w 658653"/>
                <a:gd name="connsiteY324" fmla="*/ 89535 h 546258"/>
                <a:gd name="connsiteX325" fmla="*/ 20003 w 658653"/>
                <a:gd name="connsiteY325" fmla="*/ 90011 h 546258"/>
                <a:gd name="connsiteX326" fmla="*/ 23813 w 658653"/>
                <a:gd name="connsiteY326" fmla="*/ 92392 h 546258"/>
                <a:gd name="connsiteX327" fmla="*/ 26670 w 658653"/>
                <a:gd name="connsiteY327" fmla="*/ 94774 h 546258"/>
                <a:gd name="connsiteX328" fmla="*/ 26670 w 658653"/>
                <a:gd name="connsiteY328" fmla="*/ 95726 h 546258"/>
                <a:gd name="connsiteX329" fmla="*/ 25241 w 658653"/>
                <a:gd name="connsiteY329" fmla="*/ 97631 h 546258"/>
                <a:gd name="connsiteX330" fmla="*/ 25718 w 658653"/>
                <a:gd name="connsiteY330" fmla="*/ 100012 h 546258"/>
                <a:gd name="connsiteX331" fmla="*/ 25718 w 658653"/>
                <a:gd name="connsiteY331" fmla="*/ 100489 h 546258"/>
                <a:gd name="connsiteX332" fmla="*/ 25718 w 658653"/>
                <a:gd name="connsiteY332" fmla="*/ 100965 h 546258"/>
                <a:gd name="connsiteX333" fmla="*/ 26670 w 658653"/>
                <a:gd name="connsiteY333" fmla="*/ 103823 h 546258"/>
                <a:gd name="connsiteX334" fmla="*/ 29528 w 658653"/>
                <a:gd name="connsiteY334" fmla="*/ 113824 h 546258"/>
                <a:gd name="connsiteX335" fmla="*/ 30956 w 658653"/>
                <a:gd name="connsiteY335" fmla="*/ 115252 h 546258"/>
                <a:gd name="connsiteX336" fmla="*/ 32861 w 658653"/>
                <a:gd name="connsiteY336" fmla="*/ 116205 h 546258"/>
                <a:gd name="connsiteX337" fmla="*/ 34290 w 658653"/>
                <a:gd name="connsiteY337" fmla="*/ 117634 h 546258"/>
                <a:gd name="connsiteX338" fmla="*/ 34766 w 658653"/>
                <a:gd name="connsiteY338" fmla="*/ 119062 h 546258"/>
                <a:gd name="connsiteX339" fmla="*/ 34766 w 658653"/>
                <a:gd name="connsiteY339" fmla="*/ 121444 h 546258"/>
                <a:gd name="connsiteX340" fmla="*/ 34766 w 658653"/>
                <a:gd name="connsiteY340" fmla="*/ 124301 h 546258"/>
                <a:gd name="connsiteX341" fmla="*/ 35719 w 658653"/>
                <a:gd name="connsiteY341" fmla="*/ 126206 h 546258"/>
                <a:gd name="connsiteX342" fmla="*/ 36672 w 658653"/>
                <a:gd name="connsiteY342" fmla="*/ 127635 h 546258"/>
                <a:gd name="connsiteX343" fmla="*/ 37624 w 658653"/>
                <a:gd name="connsiteY343" fmla="*/ 128587 h 546258"/>
                <a:gd name="connsiteX344" fmla="*/ 39053 w 658653"/>
                <a:gd name="connsiteY344" fmla="*/ 128587 h 546258"/>
                <a:gd name="connsiteX345" fmla="*/ 40957 w 658653"/>
                <a:gd name="connsiteY345" fmla="*/ 129064 h 546258"/>
                <a:gd name="connsiteX346" fmla="*/ 41910 w 658653"/>
                <a:gd name="connsiteY346" fmla="*/ 130492 h 546258"/>
                <a:gd name="connsiteX347" fmla="*/ 45720 w 658653"/>
                <a:gd name="connsiteY347" fmla="*/ 141923 h 546258"/>
                <a:gd name="connsiteX348" fmla="*/ 46197 w 658653"/>
                <a:gd name="connsiteY348" fmla="*/ 143351 h 546258"/>
                <a:gd name="connsiteX349" fmla="*/ 47625 w 658653"/>
                <a:gd name="connsiteY349" fmla="*/ 143827 h 546258"/>
                <a:gd name="connsiteX350" fmla="*/ 50006 w 658653"/>
                <a:gd name="connsiteY350" fmla="*/ 143827 h 546258"/>
                <a:gd name="connsiteX351" fmla="*/ 52864 w 658653"/>
                <a:gd name="connsiteY351" fmla="*/ 145256 h 546258"/>
                <a:gd name="connsiteX352" fmla="*/ 55722 w 658653"/>
                <a:gd name="connsiteY352" fmla="*/ 147161 h 546258"/>
                <a:gd name="connsiteX353" fmla="*/ 58579 w 658653"/>
                <a:gd name="connsiteY353" fmla="*/ 150495 h 546258"/>
                <a:gd name="connsiteX354" fmla="*/ 60484 w 658653"/>
                <a:gd name="connsiteY354" fmla="*/ 150971 h 546258"/>
                <a:gd name="connsiteX355" fmla="*/ 66199 w 658653"/>
                <a:gd name="connsiteY355" fmla="*/ 150495 h 546258"/>
                <a:gd name="connsiteX356" fmla="*/ 73819 w 658653"/>
                <a:gd name="connsiteY356" fmla="*/ 150971 h 546258"/>
                <a:gd name="connsiteX357" fmla="*/ 77629 w 658653"/>
                <a:gd name="connsiteY357" fmla="*/ 152876 h 546258"/>
                <a:gd name="connsiteX358" fmla="*/ 77153 w 658653"/>
                <a:gd name="connsiteY358" fmla="*/ 153829 h 546258"/>
                <a:gd name="connsiteX359" fmla="*/ 74295 w 658653"/>
                <a:gd name="connsiteY359" fmla="*/ 155258 h 546258"/>
                <a:gd name="connsiteX360" fmla="*/ 69532 w 658653"/>
                <a:gd name="connsiteY360" fmla="*/ 156686 h 546258"/>
                <a:gd name="connsiteX361" fmla="*/ 68104 w 658653"/>
                <a:gd name="connsiteY361" fmla="*/ 159067 h 546258"/>
                <a:gd name="connsiteX362" fmla="*/ 67151 w 658653"/>
                <a:gd name="connsiteY362" fmla="*/ 162401 h 546258"/>
                <a:gd name="connsiteX363" fmla="*/ 67151 w 658653"/>
                <a:gd name="connsiteY363" fmla="*/ 164306 h 546258"/>
                <a:gd name="connsiteX364" fmla="*/ 68580 w 658653"/>
                <a:gd name="connsiteY364" fmla="*/ 166211 h 546258"/>
                <a:gd name="connsiteX365" fmla="*/ 71914 w 658653"/>
                <a:gd name="connsiteY365" fmla="*/ 170021 h 546258"/>
                <a:gd name="connsiteX366" fmla="*/ 71914 w 658653"/>
                <a:gd name="connsiteY366" fmla="*/ 171450 h 546258"/>
                <a:gd name="connsiteX367" fmla="*/ 72390 w 658653"/>
                <a:gd name="connsiteY367" fmla="*/ 173355 h 546258"/>
                <a:gd name="connsiteX368" fmla="*/ 72866 w 658653"/>
                <a:gd name="connsiteY368" fmla="*/ 174784 h 546258"/>
                <a:gd name="connsiteX369" fmla="*/ 72390 w 658653"/>
                <a:gd name="connsiteY369" fmla="*/ 177641 h 546258"/>
                <a:gd name="connsiteX370" fmla="*/ 69056 w 658653"/>
                <a:gd name="connsiteY370" fmla="*/ 179546 h 546258"/>
                <a:gd name="connsiteX371" fmla="*/ 64770 w 658653"/>
                <a:gd name="connsiteY371" fmla="*/ 181451 h 546258"/>
                <a:gd name="connsiteX372" fmla="*/ 56674 w 658653"/>
                <a:gd name="connsiteY372" fmla="*/ 190024 h 546258"/>
                <a:gd name="connsiteX373" fmla="*/ 56198 w 658653"/>
                <a:gd name="connsiteY373" fmla="*/ 191929 h 546258"/>
                <a:gd name="connsiteX374" fmla="*/ 56198 w 658653"/>
                <a:gd name="connsiteY374" fmla="*/ 197167 h 546258"/>
                <a:gd name="connsiteX375" fmla="*/ 55245 w 658653"/>
                <a:gd name="connsiteY375" fmla="*/ 198596 h 546258"/>
                <a:gd name="connsiteX376" fmla="*/ 52864 w 658653"/>
                <a:gd name="connsiteY376" fmla="*/ 198596 h 546258"/>
                <a:gd name="connsiteX377" fmla="*/ 50959 w 658653"/>
                <a:gd name="connsiteY377" fmla="*/ 198120 h 546258"/>
                <a:gd name="connsiteX378" fmla="*/ 50959 w 658653"/>
                <a:gd name="connsiteY378" fmla="*/ 200025 h 546258"/>
                <a:gd name="connsiteX379" fmla="*/ 49530 w 658653"/>
                <a:gd name="connsiteY379" fmla="*/ 202406 h 546258"/>
                <a:gd name="connsiteX380" fmla="*/ 48578 w 658653"/>
                <a:gd name="connsiteY380" fmla="*/ 204311 h 546258"/>
                <a:gd name="connsiteX381" fmla="*/ 51435 w 658653"/>
                <a:gd name="connsiteY381" fmla="*/ 209074 h 546258"/>
                <a:gd name="connsiteX382" fmla="*/ 51911 w 658653"/>
                <a:gd name="connsiteY382" fmla="*/ 211931 h 546258"/>
                <a:gd name="connsiteX383" fmla="*/ 51435 w 658653"/>
                <a:gd name="connsiteY383" fmla="*/ 214312 h 546258"/>
                <a:gd name="connsiteX384" fmla="*/ 48578 w 658653"/>
                <a:gd name="connsiteY384" fmla="*/ 218599 h 546258"/>
                <a:gd name="connsiteX385" fmla="*/ 47149 w 658653"/>
                <a:gd name="connsiteY385" fmla="*/ 221456 h 546258"/>
                <a:gd name="connsiteX386" fmla="*/ 47625 w 658653"/>
                <a:gd name="connsiteY386" fmla="*/ 221933 h 546258"/>
                <a:gd name="connsiteX387" fmla="*/ 50006 w 658653"/>
                <a:gd name="connsiteY387" fmla="*/ 222885 h 546258"/>
                <a:gd name="connsiteX388" fmla="*/ 56674 w 658653"/>
                <a:gd name="connsiteY388" fmla="*/ 231934 h 546258"/>
                <a:gd name="connsiteX389" fmla="*/ 59055 w 658653"/>
                <a:gd name="connsiteY389" fmla="*/ 235267 h 546258"/>
                <a:gd name="connsiteX390" fmla="*/ 61913 w 658653"/>
                <a:gd name="connsiteY390" fmla="*/ 234315 h 546258"/>
                <a:gd name="connsiteX391" fmla="*/ 62865 w 658653"/>
                <a:gd name="connsiteY391" fmla="*/ 234315 h 546258"/>
                <a:gd name="connsiteX392" fmla="*/ 63818 w 658653"/>
                <a:gd name="connsiteY392" fmla="*/ 234791 h 546258"/>
                <a:gd name="connsiteX393" fmla="*/ 64294 w 658653"/>
                <a:gd name="connsiteY393" fmla="*/ 235744 h 546258"/>
                <a:gd name="connsiteX394" fmla="*/ 64294 w 658653"/>
                <a:gd name="connsiteY394" fmla="*/ 237173 h 546258"/>
                <a:gd name="connsiteX395" fmla="*/ 63341 w 658653"/>
                <a:gd name="connsiteY395" fmla="*/ 239077 h 546258"/>
                <a:gd name="connsiteX396" fmla="*/ 67151 w 658653"/>
                <a:gd name="connsiteY396" fmla="*/ 240030 h 546258"/>
                <a:gd name="connsiteX397" fmla="*/ 68580 w 658653"/>
                <a:gd name="connsiteY397" fmla="*/ 241935 h 546258"/>
                <a:gd name="connsiteX398" fmla="*/ 72866 w 658653"/>
                <a:gd name="connsiteY398" fmla="*/ 249079 h 546258"/>
                <a:gd name="connsiteX399" fmla="*/ 72866 w 658653"/>
                <a:gd name="connsiteY399" fmla="*/ 250984 h 546258"/>
                <a:gd name="connsiteX400" fmla="*/ 70961 w 658653"/>
                <a:gd name="connsiteY400" fmla="*/ 254317 h 546258"/>
                <a:gd name="connsiteX401" fmla="*/ 70961 w 658653"/>
                <a:gd name="connsiteY401" fmla="*/ 256699 h 546258"/>
                <a:gd name="connsiteX402" fmla="*/ 71438 w 658653"/>
                <a:gd name="connsiteY402" fmla="*/ 258604 h 546258"/>
                <a:gd name="connsiteX403" fmla="*/ 71914 w 658653"/>
                <a:gd name="connsiteY403" fmla="*/ 259080 h 546258"/>
                <a:gd name="connsiteX404" fmla="*/ 78105 w 658653"/>
                <a:gd name="connsiteY404" fmla="*/ 259556 h 546258"/>
                <a:gd name="connsiteX405" fmla="*/ 80963 w 658653"/>
                <a:gd name="connsiteY405" fmla="*/ 260509 h 546258"/>
                <a:gd name="connsiteX406" fmla="*/ 87630 w 658653"/>
                <a:gd name="connsiteY406" fmla="*/ 264319 h 546258"/>
                <a:gd name="connsiteX407" fmla="*/ 95250 w 658653"/>
                <a:gd name="connsiteY407" fmla="*/ 269558 h 546258"/>
                <a:gd name="connsiteX408" fmla="*/ 101441 w 658653"/>
                <a:gd name="connsiteY408" fmla="*/ 273844 h 546258"/>
                <a:gd name="connsiteX409" fmla="*/ 106680 w 658653"/>
                <a:gd name="connsiteY409" fmla="*/ 277654 h 546258"/>
                <a:gd name="connsiteX410" fmla="*/ 112395 w 658653"/>
                <a:gd name="connsiteY410" fmla="*/ 277177 h 546258"/>
                <a:gd name="connsiteX411" fmla="*/ 113824 w 658653"/>
                <a:gd name="connsiteY411" fmla="*/ 277654 h 546258"/>
                <a:gd name="connsiteX412" fmla="*/ 115253 w 658653"/>
                <a:gd name="connsiteY412" fmla="*/ 278606 h 546258"/>
                <a:gd name="connsiteX413" fmla="*/ 116681 w 658653"/>
                <a:gd name="connsiteY413" fmla="*/ 281940 h 546258"/>
                <a:gd name="connsiteX414" fmla="*/ 120015 w 658653"/>
                <a:gd name="connsiteY414" fmla="*/ 289084 h 546258"/>
                <a:gd name="connsiteX415" fmla="*/ 122873 w 658653"/>
                <a:gd name="connsiteY415" fmla="*/ 291465 h 546258"/>
                <a:gd name="connsiteX416" fmla="*/ 127159 w 658653"/>
                <a:gd name="connsiteY416" fmla="*/ 297180 h 546258"/>
                <a:gd name="connsiteX417" fmla="*/ 130969 w 658653"/>
                <a:gd name="connsiteY417" fmla="*/ 302419 h 546258"/>
                <a:gd name="connsiteX418" fmla="*/ 128588 w 658653"/>
                <a:gd name="connsiteY418" fmla="*/ 309562 h 546258"/>
                <a:gd name="connsiteX419" fmla="*/ 126206 w 658653"/>
                <a:gd name="connsiteY419" fmla="*/ 317183 h 546258"/>
                <a:gd name="connsiteX420" fmla="*/ 126206 w 658653"/>
                <a:gd name="connsiteY420" fmla="*/ 326708 h 546258"/>
                <a:gd name="connsiteX421" fmla="*/ 126206 w 658653"/>
                <a:gd name="connsiteY421" fmla="*/ 331946 h 546258"/>
                <a:gd name="connsiteX422" fmla="*/ 131445 w 658653"/>
                <a:gd name="connsiteY422" fmla="*/ 331946 h 546258"/>
                <a:gd name="connsiteX423" fmla="*/ 137160 w 658653"/>
                <a:gd name="connsiteY423" fmla="*/ 332423 h 546258"/>
                <a:gd name="connsiteX424" fmla="*/ 137160 w 658653"/>
                <a:gd name="connsiteY424" fmla="*/ 338614 h 546258"/>
                <a:gd name="connsiteX425" fmla="*/ 137160 w 658653"/>
                <a:gd name="connsiteY425" fmla="*/ 344805 h 546258"/>
                <a:gd name="connsiteX426" fmla="*/ 137160 w 658653"/>
                <a:gd name="connsiteY426" fmla="*/ 351949 h 546258"/>
                <a:gd name="connsiteX427" fmla="*/ 139065 w 658653"/>
                <a:gd name="connsiteY427" fmla="*/ 352425 h 546258"/>
                <a:gd name="connsiteX428" fmla="*/ 141923 w 658653"/>
                <a:gd name="connsiteY428" fmla="*/ 353854 h 546258"/>
                <a:gd name="connsiteX429" fmla="*/ 142875 w 658653"/>
                <a:gd name="connsiteY429" fmla="*/ 356235 h 546258"/>
                <a:gd name="connsiteX430" fmla="*/ 144304 w 658653"/>
                <a:gd name="connsiteY430" fmla="*/ 357664 h 546258"/>
                <a:gd name="connsiteX431" fmla="*/ 146209 w 658653"/>
                <a:gd name="connsiteY431" fmla="*/ 357664 h 546258"/>
                <a:gd name="connsiteX432" fmla="*/ 148114 w 658653"/>
                <a:gd name="connsiteY432" fmla="*/ 358616 h 546258"/>
                <a:gd name="connsiteX433" fmla="*/ 150019 w 658653"/>
                <a:gd name="connsiteY433" fmla="*/ 360521 h 546258"/>
                <a:gd name="connsiteX434" fmla="*/ 150495 w 658653"/>
                <a:gd name="connsiteY434" fmla="*/ 361950 h 546258"/>
                <a:gd name="connsiteX435" fmla="*/ 150019 w 658653"/>
                <a:gd name="connsiteY435" fmla="*/ 362902 h 546258"/>
                <a:gd name="connsiteX436" fmla="*/ 150495 w 658653"/>
                <a:gd name="connsiteY436" fmla="*/ 364808 h 546258"/>
                <a:gd name="connsiteX437" fmla="*/ 151924 w 658653"/>
                <a:gd name="connsiteY437" fmla="*/ 367665 h 546258"/>
                <a:gd name="connsiteX438" fmla="*/ 153353 w 658653"/>
                <a:gd name="connsiteY438" fmla="*/ 369094 h 546258"/>
                <a:gd name="connsiteX439" fmla="*/ 155734 w 658653"/>
                <a:gd name="connsiteY439" fmla="*/ 370523 h 546258"/>
                <a:gd name="connsiteX440" fmla="*/ 157639 w 658653"/>
                <a:gd name="connsiteY440" fmla="*/ 370046 h 546258"/>
                <a:gd name="connsiteX441" fmla="*/ 160020 w 658653"/>
                <a:gd name="connsiteY441" fmla="*/ 368141 h 546258"/>
                <a:gd name="connsiteX442" fmla="*/ 165735 w 658653"/>
                <a:gd name="connsiteY442" fmla="*/ 367665 h 546258"/>
                <a:gd name="connsiteX443" fmla="*/ 167164 w 658653"/>
                <a:gd name="connsiteY443" fmla="*/ 366712 h 546258"/>
                <a:gd name="connsiteX444" fmla="*/ 169069 w 658653"/>
                <a:gd name="connsiteY444" fmla="*/ 364331 h 546258"/>
                <a:gd name="connsiteX445" fmla="*/ 168593 w 658653"/>
                <a:gd name="connsiteY445" fmla="*/ 360045 h 546258"/>
                <a:gd name="connsiteX446" fmla="*/ 168116 w 658653"/>
                <a:gd name="connsiteY446" fmla="*/ 356711 h 546258"/>
                <a:gd name="connsiteX447" fmla="*/ 169069 w 658653"/>
                <a:gd name="connsiteY447" fmla="*/ 354330 h 546258"/>
                <a:gd name="connsiteX448" fmla="*/ 173355 w 658653"/>
                <a:gd name="connsiteY448" fmla="*/ 352425 h 546258"/>
                <a:gd name="connsiteX449" fmla="*/ 171926 w 658653"/>
                <a:gd name="connsiteY449" fmla="*/ 350520 h 546258"/>
                <a:gd name="connsiteX450" fmla="*/ 176213 w 658653"/>
                <a:gd name="connsiteY450" fmla="*/ 350520 h 546258"/>
                <a:gd name="connsiteX451" fmla="*/ 179547 w 658653"/>
                <a:gd name="connsiteY451" fmla="*/ 351949 h 546258"/>
                <a:gd name="connsiteX452" fmla="*/ 180499 w 658653"/>
                <a:gd name="connsiteY452" fmla="*/ 354330 h 546258"/>
                <a:gd name="connsiteX453" fmla="*/ 178594 w 658653"/>
                <a:gd name="connsiteY453" fmla="*/ 355759 h 546258"/>
                <a:gd name="connsiteX454" fmla="*/ 175260 w 658653"/>
                <a:gd name="connsiteY454" fmla="*/ 354806 h 546258"/>
                <a:gd name="connsiteX455" fmla="*/ 173831 w 658653"/>
                <a:gd name="connsiteY455" fmla="*/ 355283 h 546258"/>
                <a:gd name="connsiteX456" fmla="*/ 172403 w 658653"/>
                <a:gd name="connsiteY456" fmla="*/ 356235 h 546258"/>
                <a:gd name="connsiteX457" fmla="*/ 173355 w 658653"/>
                <a:gd name="connsiteY457" fmla="*/ 357664 h 546258"/>
                <a:gd name="connsiteX458" fmla="*/ 174307 w 658653"/>
                <a:gd name="connsiteY458" fmla="*/ 358616 h 546258"/>
                <a:gd name="connsiteX459" fmla="*/ 187166 w 658653"/>
                <a:gd name="connsiteY459" fmla="*/ 365284 h 546258"/>
                <a:gd name="connsiteX460" fmla="*/ 191453 w 658653"/>
                <a:gd name="connsiteY460" fmla="*/ 369094 h 546258"/>
                <a:gd name="connsiteX461" fmla="*/ 206216 w 658653"/>
                <a:gd name="connsiteY461" fmla="*/ 362426 h 546258"/>
                <a:gd name="connsiteX462" fmla="*/ 209074 w 658653"/>
                <a:gd name="connsiteY462" fmla="*/ 362902 h 546258"/>
                <a:gd name="connsiteX463" fmla="*/ 210979 w 658653"/>
                <a:gd name="connsiteY463" fmla="*/ 368617 h 546258"/>
                <a:gd name="connsiteX464" fmla="*/ 212407 w 658653"/>
                <a:gd name="connsiteY464" fmla="*/ 373380 h 546258"/>
                <a:gd name="connsiteX465" fmla="*/ 214313 w 658653"/>
                <a:gd name="connsiteY465" fmla="*/ 375285 h 546258"/>
                <a:gd name="connsiteX466" fmla="*/ 219551 w 658653"/>
                <a:gd name="connsiteY466" fmla="*/ 382429 h 546258"/>
                <a:gd name="connsiteX467" fmla="*/ 224790 w 658653"/>
                <a:gd name="connsiteY467" fmla="*/ 387191 h 546258"/>
                <a:gd name="connsiteX468" fmla="*/ 228600 w 658653"/>
                <a:gd name="connsiteY468" fmla="*/ 391954 h 546258"/>
                <a:gd name="connsiteX469" fmla="*/ 229076 w 658653"/>
                <a:gd name="connsiteY469" fmla="*/ 394811 h 546258"/>
                <a:gd name="connsiteX470" fmla="*/ 228124 w 658653"/>
                <a:gd name="connsiteY470" fmla="*/ 399574 h 546258"/>
                <a:gd name="connsiteX471" fmla="*/ 229076 w 658653"/>
                <a:gd name="connsiteY471" fmla="*/ 401955 h 546258"/>
                <a:gd name="connsiteX472" fmla="*/ 233363 w 658653"/>
                <a:gd name="connsiteY472" fmla="*/ 402908 h 546258"/>
                <a:gd name="connsiteX473" fmla="*/ 236220 w 658653"/>
                <a:gd name="connsiteY473" fmla="*/ 404812 h 546258"/>
                <a:gd name="connsiteX474" fmla="*/ 236220 w 658653"/>
                <a:gd name="connsiteY474" fmla="*/ 406717 h 546258"/>
                <a:gd name="connsiteX475" fmla="*/ 235268 w 658653"/>
                <a:gd name="connsiteY475" fmla="*/ 409575 h 546258"/>
                <a:gd name="connsiteX476" fmla="*/ 236220 w 658653"/>
                <a:gd name="connsiteY476" fmla="*/ 411480 h 546258"/>
                <a:gd name="connsiteX477" fmla="*/ 241459 w 658653"/>
                <a:gd name="connsiteY477" fmla="*/ 414814 h 546258"/>
                <a:gd name="connsiteX478" fmla="*/ 242888 w 658653"/>
                <a:gd name="connsiteY478" fmla="*/ 416719 h 546258"/>
                <a:gd name="connsiteX479" fmla="*/ 243840 w 658653"/>
                <a:gd name="connsiteY479" fmla="*/ 424339 h 546258"/>
                <a:gd name="connsiteX480" fmla="*/ 244793 w 658653"/>
                <a:gd name="connsiteY480" fmla="*/ 427196 h 546258"/>
                <a:gd name="connsiteX481" fmla="*/ 250031 w 658653"/>
                <a:gd name="connsiteY481" fmla="*/ 435292 h 546258"/>
                <a:gd name="connsiteX482" fmla="*/ 250031 w 658653"/>
                <a:gd name="connsiteY482" fmla="*/ 438626 h 546258"/>
                <a:gd name="connsiteX483" fmla="*/ 258128 w 658653"/>
                <a:gd name="connsiteY483" fmla="*/ 446723 h 546258"/>
                <a:gd name="connsiteX484" fmla="*/ 260509 w 658653"/>
                <a:gd name="connsiteY484" fmla="*/ 448151 h 546258"/>
                <a:gd name="connsiteX485" fmla="*/ 263366 w 658653"/>
                <a:gd name="connsiteY485" fmla="*/ 448627 h 546258"/>
                <a:gd name="connsiteX486" fmla="*/ 269557 w 658653"/>
                <a:gd name="connsiteY486" fmla="*/ 448627 h 546258"/>
                <a:gd name="connsiteX487" fmla="*/ 275749 w 658653"/>
                <a:gd name="connsiteY487" fmla="*/ 449580 h 546258"/>
                <a:gd name="connsiteX488" fmla="*/ 281464 w 658653"/>
                <a:gd name="connsiteY488" fmla="*/ 453390 h 546258"/>
                <a:gd name="connsiteX489" fmla="*/ 290989 w 658653"/>
                <a:gd name="connsiteY489" fmla="*/ 457200 h 546258"/>
                <a:gd name="connsiteX490" fmla="*/ 295275 w 658653"/>
                <a:gd name="connsiteY490" fmla="*/ 461486 h 546258"/>
                <a:gd name="connsiteX491" fmla="*/ 296704 w 658653"/>
                <a:gd name="connsiteY491" fmla="*/ 465296 h 546258"/>
                <a:gd name="connsiteX492" fmla="*/ 298609 w 658653"/>
                <a:gd name="connsiteY492" fmla="*/ 467677 h 546258"/>
                <a:gd name="connsiteX493" fmla="*/ 308610 w 658653"/>
                <a:gd name="connsiteY493" fmla="*/ 474345 h 546258"/>
                <a:gd name="connsiteX494" fmla="*/ 320993 w 658653"/>
                <a:gd name="connsiteY494" fmla="*/ 479108 h 546258"/>
                <a:gd name="connsiteX495" fmla="*/ 324803 w 658653"/>
                <a:gd name="connsiteY495" fmla="*/ 481489 h 546258"/>
                <a:gd name="connsiteX496" fmla="*/ 326707 w 658653"/>
                <a:gd name="connsiteY496" fmla="*/ 484823 h 546258"/>
                <a:gd name="connsiteX497" fmla="*/ 333375 w 658653"/>
                <a:gd name="connsiteY497" fmla="*/ 489585 h 546258"/>
                <a:gd name="connsiteX498" fmla="*/ 337185 w 658653"/>
                <a:gd name="connsiteY498" fmla="*/ 490061 h 546258"/>
                <a:gd name="connsiteX499" fmla="*/ 345757 w 658653"/>
                <a:gd name="connsiteY499" fmla="*/ 489109 h 546258"/>
                <a:gd name="connsiteX500" fmla="*/ 351949 w 658653"/>
                <a:gd name="connsiteY500" fmla="*/ 490537 h 546258"/>
                <a:gd name="connsiteX501" fmla="*/ 361474 w 658653"/>
                <a:gd name="connsiteY501" fmla="*/ 494348 h 546258"/>
                <a:gd name="connsiteX502" fmla="*/ 365760 w 658653"/>
                <a:gd name="connsiteY502" fmla="*/ 497205 h 546258"/>
                <a:gd name="connsiteX503" fmla="*/ 369570 w 658653"/>
                <a:gd name="connsiteY503" fmla="*/ 497205 h 546258"/>
                <a:gd name="connsiteX504" fmla="*/ 374332 w 658653"/>
                <a:gd name="connsiteY504" fmla="*/ 495300 h 546258"/>
                <a:gd name="connsiteX505" fmla="*/ 382905 w 658653"/>
                <a:gd name="connsiteY505" fmla="*/ 489109 h 546258"/>
                <a:gd name="connsiteX506" fmla="*/ 387668 w 658653"/>
                <a:gd name="connsiteY506" fmla="*/ 486727 h 546258"/>
                <a:gd name="connsiteX507" fmla="*/ 391954 w 658653"/>
                <a:gd name="connsiteY507" fmla="*/ 487204 h 546258"/>
                <a:gd name="connsiteX508" fmla="*/ 395288 w 658653"/>
                <a:gd name="connsiteY508" fmla="*/ 484823 h 546258"/>
                <a:gd name="connsiteX509" fmla="*/ 397669 w 658653"/>
                <a:gd name="connsiteY509" fmla="*/ 481012 h 546258"/>
                <a:gd name="connsiteX510" fmla="*/ 399574 w 658653"/>
                <a:gd name="connsiteY510" fmla="*/ 479584 h 546258"/>
                <a:gd name="connsiteX511" fmla="*/ 409575 w 658653"/>
                <a:gd name="connsiteY511" fmla="*/ 477202 h 546258"/>
                <a:gd name="connsiteX512" fmla="*/ 415766 w 658653"/>
                <a:gd name="connsiteY512" fmla="*/ 473392 h 546258"/>
                <a:gd name="connsiteX513" fmla="*/ 421481 w 658653"/>
                <a:gd name="connsiteY513" fmla="*/ 471487 h 546258"/>
                <a:gd name="connsiteX514" fmla="*/ 423863 w 658653"/>
                <a:gd name="connsiteY514" fmla="*/ 471011 h 546258"/>
                <a:gd name="connsiteX515" fmla="*/ 436722 w 658653"/>
                <a:gd name="connsiteY515" fmla="*/ 473869 h 546258"/>
                <a:gd name="connsiteX516" fmla="*/ 439579 w 658653"/>
                <a:gd name="connsiteY516" fmla="*/ 475298 h 546258"/>
                <a:gd name="connsiteX517" fmla="*/ 442913 w 658653"/>
                <a:gd name="connsiteY517" fmla="*/ 478631 h 546258"/>
                <a:gd name="connsiteX518" fmla="*/ 445294 w 658653"/>
                <a:gd name="connsiteY518" fmla="*/ 481965 h 546258"/>
                <a:gd name="connsiteX519" fmla="*/ 447199 w 658653"/>
                <a:gd name="connsiteY519" fmla="*/ 485775 h 546258"/>
                <a:gd name="connsiteX520" fmla="*/ 448628 w 658653"/>
                <a:gd name="connsiteY520" fmla="*/ 490061 h 546258"/>
                <a:gd name="connsiteX521" fmla="*/ 449580 w 658653"/>
                <a:gd name="connsiteY521" fmla="*/ 501015 h 546258"/>
                <a:gd name="connsiteX522" fmla="*/ 452914 w 658653"/>
                <a:gd name="connsiteY522" fmla="*/ 508635 h 546258"/>
                <a:gd name="connsiteX523" fmla="*/ 452914 w 658653"/>
                <a:gd name="connsiteY523" fmla="*/ 512921 h 546258"/>
                <a:gd name="connsiteX524" fmla="*/ 454819 w 658653"/>
                <a:gd name="connsiteY524" fmla="*/ 517208 h 546258"/>
                <a:gd name="connsiteX525" fmla="*/ 457200 w 658653"/>
                <a:gd name="connsiteY525" fmla="*/ 521970 h 546258"/>
                <a:gd name="connsiteX526" fmla="*/ 470535 w 658653"/>
                <a:gd name="connsiteY526" fmla="*/ 524351 h 546258"/>
                <a:gd name="connsiteX527" fmla="*/ 472916 w 658653"/>
                <a:gd name="connsiteY527" fmla="*/ 526733 h 546258"/>
                <a:gd name="connsiteX528" fmla="*/ 477679 w 658653"/>
                <a:gd name="connsiteY528" fmla="*/ 525304 h 546258"/>
                <a:gd name="connsiteX529" fmla="*/ 480536 w 658653"/>
                <a:gd name="connsiteY529" fmla="*/ 527209 h 546258"/>
                <a:gd name="connsiteX530" fmla="*/ 486728 w 658653"/>
                <a:gd name="connsiteY530" fmla="*/ 529114 h 546258"/>
                <a:gd name="connsiteX531" fmla="*/ 490538 w 658653"/>
                <a:gd name="connsiteY531" fmla="*/ 529590 h 546258"/>
                <a:gd name="connsiteX532" fmla="*/ 497681 w 658653"/>
                <a:gd name="connsiteY532" fmla="*/ 529114 h 546258"/>
                <a:gd name="connsiteX533" fmla="*/ 506730 w 658653"/>
                <a:gd name="connsiteY533" fmla="*/ 530543 h 546258"/>
                <a:gd name="connsiteX534" fmla="*/ 515303 w 658653"/>
                <a:gd name="connsiteY534" fmla="*/ 535305 h 546258"/>
                <a:gd name="connsiteX535" fmla="*/ 521494 w 658653"/>
                <a:gd name="connsiteY535" fmla="*/ 534829 h 546258"/>
                <a:gd name="connsiteX536" fmla="*/ 529114 w 658653"/>
                <a:gd name="connsiteY536" fmla="*/ 532924 h 546258"/>
                <a:gd name="connsiteX537" fmla="*/ 534353 w 658653"/>
                <a:gd name="connsiteY537" fmla="*/ 535781 h 546258"/>
                <a:gd name="connsiteX538" fmla="*/ 541020 w 658653"/>
                <a:gd name="connsiteY538" fmla="*/ 535781 h 546258"/>
                <a:gd name="connsiteX539" fmla="*/ 543878 w 658653"/>
                <a:gd name="connsiteY539" fmla="*/ 537210 h 546258"/>
                <a:gd name="connsiteX540" fmla="*/ 548164 w 658653"/>
                <a:gd name="connsiteY540" fmla="*/ 536258 h 546258"/>
                <a:gd name="connsiteX541" fmla="*/ 561023 w 658653"/>
                <a:gd name="connsiteY541" fmla="*/ 538639 h 546258"/>
                <a:gd name="connsiteX542" fmla="*/ 564832 w 658653"/>
                <a:gd name="connsiteY542" fmla="*/ 534352 h 546258"/>
                <a:gd name="connsiteX543" fmla="*/ 567214 w 658653"/>
                <a:gd name="connsiteY543" fmla="*/ 535305 h 546258"/>
                <a:gd name="connsiteX544" fmla="*/ 568167 w 658653"/>
                <a:gd name="connsiteY544" fmla="*/ 538162 h 546258"/>
                <a:gd name="connsiteX545" fmla="*/ 569595 w 658653"/>
                <a:gd name="connsiteY545" fmla="*/ 540068 h 546258"/>
                <a:gd name="connsiteX546" fmla="*/ 584835 w 658653"/>
                <a:gd name="connsiteY546" fmla="*/ 543401 h 546258"/>
                <a:gd name="connsiteX547" fmla="*/ 589598 w 658653"/>
                <a:gd name="connsiteY547" fmla="*/ 544830 h 546258"/>
                <a:gd name="connsiteX548" fmla="*/ 595313 w 658653"/>
                <a:gd name="connsiteY548" fmla="*/ 546259 h 546258"/>
                <a:gd name="connsiteX549" fmla="*/ 598170 w 658653"/>
                <a:gd name="connsiteY549" fmla="*/ 544354 h 546258"/>
                <a:gd name="connsiteX550" fmla="*/ 599599 w 658653"/>
                <a:gd name="connsiteY550" fmla="*/ 542925 h 546258"/>
                <a:gd name="connsiteX551" fmla="*/ 601504 w 658653"/>
                <a:gd name="connsiteY551" fmla="*/ 542449 h 546258"/>
                <a:gd name="connsiteX552" fmla="*/ 602456 w 658653"/>
                <a:gd name="connsiteY552" fmla="*/ 539591 h 546258"/>
                <a:gd name="connsiteX553" fmla="*/ 603409 w 658653"/>
                <a:gd name="connsiteY553" fmla="*/ 529114 h 546258"/>
                <a:gd name="connsiteX554" fmla="*/ 604361 w 658653"/>
                <a:gd name="connsiteY554" fmla="*/ 525304 h 546258"/>
                <a:gd name="connsiteX555" fmla="*/ 603885 w 658653"/>
                <a:gd name="connsiteY555" fmla="*/ 523399 h 546258"/>
                <a:gd name="connsiteX556" fmla="*/ 603885 w 658653"/>
                <a:gd name="connsiteY556" fmla="*/ 522923 h 546258"/>
                <a:gd name="connsiteX557" fmla="*/ 606267 w 658653"/>
                <a:gd name="connsiteY557" fmla="*/ 521017 h 546258"/>
                <a:gd name="connsiteX558" fmla="*/ 606743 w 658653"/>
                <a:gd name="connsiteY558" fmla="*/ 520065 h 546258"/>
                <a:gd name="connsiteX559" fmla="*/ 607695 w 658653"/>
                <a:gd name="connsiteY559" fmla="*/ 514350 h 546258"/>
                <a:gd name="connsiteX560" fmla="*/ 608648 w 658653"/>
                <a:gd name="connsiteY560" fmla="*/ 508159 h 546258"/>
                <a:gd name="connsiteX561" fmla="*/ 609600 w 658653"/>
                <a:gd name="connsiteY561" fmla="*/ 505777 h 546258"/>
                <a:gd name="connsiteX562" fmla="*/ 610553 w 658653"/>
                <a:gd name="connsiteY562" fmla="*/ 505301 h 546258"/>
                <a:gd name="connsiteX563" fmla="*/ 618173 w 658653"/>
                <a:gd name="connsiteY563" fmla="*/ 502444 h 546258"/>
                <a:gd name="connsiteX564" fmla="*/ 619601 w 658653"/>
                <a:gd name="connsiteY564" fmla="*/ 500539 h 546258"/>
                <a:gd name="connsiteX565" fmla="*/ 623411 w 658653"/>
                <a:gd name="connsiteY565" fmla="*/ 501015 h 546258"/>
                <a:gd name="connsiteX566" fmla="*/ 623888 w 658653"/>
                <a:gd name="connsiteY566" fmla="*/ 500539 h 546258"/>
                <a:gd name="connsiteX567" fmla="*/ 624364 w 658653"/>
                <a:gd name="connsiteY567" fmla="*/ 498634 h 546258"/>
                <a:gd name="connsiteX568" fmla="*/ 626269 w 658653"/>
                <a:gd name="connsiteY568" fmla="*/ 496252 h 546258"/>
                <a:gd name="connsiteX569" fmla="*/ 628650 w 658653"/>
                <a:gd name="connsiteY569" fmla="*/ 494348 h 546258"/>
                <a:gd name="connsiteX570" fmla="*/ 630555 w 658653"/>
                <a:gd name="connsiteY570" fmla="*/ 493871 h 546258"/>
                <a:gd name="connsiteX571" fmla="*/ 637223 w 658653"/>
                <a:gd name="connsiteY571" fmla="*/ 492919 h 546258"/>
                <a:gd name="connsiteX572" fmla="*/ 641032 w 658653"/>
                <a:gd name="connsiteY572" fmla="*/ 491490 h 546258"/>
                <a:gd name="connsiteX573" fmla="*/ 642461 w 658653"/>
                <a:gd name="connsiteY573" fmla="*/ 491490 h 546258"/>
                <a:gd name="connsiteX574" fmla="*/ 652939 w 658653"/>
                <a:gd name="connsiteY574" fmla="*/ 491966 h 546258"/>
                <a:gd name="connsiteX575" fmla="*/ 655320 w 658653"/>
                <a:gd name="connsiteY575" fmla="*/ 491490 h 546258"/>
                <a:gd name="connsiteX576" fmla="*/ 655797 w 658653"/>
                <a:gd name="connsiteY576" fmla="*/ 491014 h 546258"/>
                <a:gd name="connsiteX577" fmla="*/ 656273 w 658653"/>
                <a:gd name="connsiteY577" fmla="*/ 484823 h 546258"/>
                <a:gd name="connsiteX578" fmla="*/ 658178 w 658653"/>
                <a:gd name="connsiteY578" fmla="*/ 483870 h 546258"/>
                <a:gd name="connsiteX579" fmla="*/ 658654 w 658653"/>
                <a:gd name="connsiteY579" fmla="*/ 483394 h 546258"/>
                <a:gd name="connsiteX580" fmla="*/ 658178 w 658653"/>
                <a:gd name="connsiteY580" fmla="*/ 479108 h 546258"/>
                <a:gd name="connsiteX581" fmla="*/ 652939 w 658653"/>
                <a:gd name="connsiteY581" fmla="*/ 478155 h 54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Lst>
              <a:rect l="l" t="t" r="r" b="b"/>
              <a:pathLst>
                <a:path w="658653" h="546258">
                  <a:moveTo>
                    <a:pt x="652939" y="478155"/>
                  </a:moveTo>
                  <a:lnTo>
                    <a:pt x="655320" y="476250"/>
                  </a:lnTo>
                  <a:lnTo>
                    <a:pt x="655320" y="475298"/>
                  </a:lnTo>
                  <a:lnTo>
                    <a:pt x="653892" y="473392"/>
                  </a:lnTo>
                  <a:lnTo>
                    <a:pt x="651986" y="471964"/>
                  </a:lnTo>
                  <a:lnTo>
                    <a:pt x="651034" y="471487"/>
                  </a:lnTo>
                  <a:lnTo>
                    <a:pt x="642461" y="472916"/>
                  </a:lnTo>
                  <a:lnTo>
                    <a:pt x="639128" y="472440"/>
                  </a:lnTo>
                  <a:lnTo>
                    <a:pt x="637699" y="471487"/>
                  </a:lnTo>
                  <a:lnTo>
                    <a:pt x="637223" y="471011"/>
                  </a:lnTo>
                  <a:lnTo>
                    <a:pt x="637699" y="469583"/>
                  </a:lnTo>
                  <a:lnTo>
                    <a:pt x="637699" y="467677"/>
                  </a:lnTo>
                  <a:lnTo>
                    <a:pt x="639128" y="464344"/>
                  </a:lnTo>
                  <a:lnTo>
                    <a:pt x="639604" y="462439"/>
                  </a:lnTo>
                  <a:lnTo>
                    <a:pt x="638651" y="451485"/>
                  </a:lnTo>
                  <a:lnTo>
                    <a:pt x="637223" y="444341"/>
                  </a:lnTo>
                  <a:lnTo>
                    <a:pt x="638175" y="437198"/>
                  </a:lnTo>
                  <a:lnTo>
                    <a:pt x="638175" y="435769"/>
                  </a:lnTo>
                  <a:lnTo>
                    <a:pt x="637699" y="435292"/>
                  </a:lnTo>
                  <a:lnTo>
                    <a:pt x="636747" y="435292"/>
                  </a:lnTo>
                  <a:lnTo>
                    <a:pt x="631507" y="435769"/>
                  </a:lnTo>
                  <a:lnTo>
                    <a:pt x="627222" y="431006"/>
                  </a:lnTo>
                  <a:lnTo>
                    <a:pt x="624364" y="429101"/>
                  </a:lnTo>
                  <a:lnTo>
                    <a:pt x="616744" y="426720"/>
                  </a:lnTo>
                  <a:lnTo>
                    <a:pt x="613410" y="426244"/>
                  </a:lnTo>
                  <a:lnTo>
                    <a:pt x="608648" y="424339"/>
                  </a:lnTo>
                  <a:lnTo>
                    <a:pt x="604361" y="420052"/>
                  </a:lnTo>
                  <a:lnTo>
                    <a:pt x="599599" y="415290"/>
                  </a:lnTo>
                  <a:lnTo>
                    <a:pt x="597694" y="412433"/>
                  </a:lnTo>
                  <a:lnTo>
                    <a:pt x="595789" y="407670"/>
                  </a:lnTo>
                  <a:lnTo>
                    <a:pt x="590074" y="398145"/>
                  </a:lnTo>
                  <a:lnTo>
                    <a:pt x="590074" y="395764"/>
                  </a:lnTo>
                  <a:lnTo>
                    <a:pt x="589122" y="394335"/>
                  </a:lnTo>
                  <a:lnTo>
                    <a:pt x="583406" y="388144"/>
                  </a:lnTo>
                  <a:lnTo>
                    <a:pt x="579597" y="383858"/>
                  </a:lnTo>
                  <a:lnTo>
                    <a:pt x="572929" y="376714"/>
                  </a:lnTo>
                  <a:lnTo>
                    <a:pt x="573881" y="375761"/>
                  </a:lnTo>
                  <a:lnTo>
                    <a:pt x="581978" y="366712"/>
                  </a:lnTo>
                  <a:lnTo>
                    <a:pt x="589598" y="358140"/>
                  </a:lnTo>
                  <a:lnTo>
                    <a:pt x="597218" y="349567"/>
                  </a:lnTo>
                  <a:lnTo>
                    <a:pt x="604838" y="340995"/>
                  </a:lnTo>
                  <a:lnTo>
                    <a:pt x="605790" y="338137"/>
                  </a:lnTo>
                  <a:lnTo>
                    <a:pt x="605790" y="332423"/>
                  </a:lnTo>
                  <a:lnTo>
                    <a:pt x="603885" y="324326"/>
                  </a:lnTo>
                  <a:lnTo>
                    <a:pt x="600551" y="320516"/>
                  </a:lnTo>
                  <a:lnTo>
                    <a:pt x="590074" y="319087"/>
                  </a:lnTo>
                  <a:lnTo>
                    <a:pt x="581978" y="318135"/>
                  </a:lnTo>
                  <a:lnTo>
                    <a:pt x="573405" y="316706"/>
                  </a:lnTo>
                  <a:lnTo>
                    <a:pt x="572453" y="316230"/>
                  </a:lnTo>
                  <a:lnTo>
                    <a:pt x="571500" y="310039"/>
                  </a:lnTo>
                  <a:lnTo>
                    <a:pt x="571976" y="307181"/>
                  </a:lnTo>
                  <a:lnTo>
                    <a:pt x="571500" y="301942"/>
                  </a:lnTo>
                  <a:lnTo>
                    <a:pt x="571500" y="297656"/>
                  </a:lnTo>
                  <a:lnTo>
                    <a:pt x="572929" y="290989"/>
                  </a:lnTo>
                  <a:lnTo>
                    <a:pt x="572929" y="288131"/>
                  </a:lnTo>
                  <a:lnTo>
                    <a:pt x="569119" y="274796"/>
                  </a:lnTo>
                  <a:lnTo>
                    <a:pt x="566738" y="267652"/>
                  </a:lnTo>
                  <a:lnTo>
                    <a:pt x="564356" y="260033"/>
                  </a:lnTo>
                  <a:lnTo>
                    <a:pt x="563880" y="257651"/>
                  </a:lnTo>
                  <a:lnTo>
                    <a:pt x="563880" y="254794"/>
                  </a:lnTo>
                  <a:lnTo>
                    <a:pt x="569119" y="247650"/>
                  </a:lnTo>
                  <a:lnTo>
                    <a:pt x="570548" y="246221"/>
                  </a:lnTo>
                  <a:lnTo>
                    <a:pt x="573881" y="242887"/>
                  </a:lnTo>
                  <a:lnTo>
                    <a:pt x="575786" y="240983"/>
                  </a:lnTo>
                  <a:lnTo>
                    <a:pt x="575310" y="239554"/>
                  </a:lnTo>
                  <a:lnTo>
                    <a:pt x="571976" y="238601"/>
                  </a:lnTo>
                  <a:lnTo>
                    <a:pt x="566738" y="238601"/>
                  </a:lnTo>
                  <a:lnTo>
                    <a:pt x="563880" y="237649"/>
                  </a:lnTo>
                  <a:lnTo>
                    <a:pt x="561975" y="235744"/>
                  </a:lnTo>
                  <a:lnTo>
                    <a:pt x="561023" y="232886"/>
                  </a:lnTo>
                  <a:lnTo>
                    <a:pt x="562451" y="228124"/>
                  </a:lnTo>
                  <a:lnTo>
                    <a:pt x="561023" y="218599"/>
                  </a:lnTo>
                  <a:lnTo>
                    <a:pt x="563880" y="213836"/>
                  </a:lnTo>
                  <a:lnTo>
                    <a:pt x="566261" y="210502"/>
                  </a:lnTo>
                  <a:lnTo>
                    <a:pt x="574834" y="210026"/>
                  </a:lnTo>
                  <a:lnTo>
                    <a:pt x="571976" y="206216"/>
                  </a:lnTo>
                  <a:lnTo>
                    <a:pt x="570548" y="203835"/>
                  </a:lnTo>
                  <a:lnTo>
                    <a:pt x="569595" y="203359"/>
                  </a:lnTo>
                  <a:lnTo>
                    <a:pt x="569119" y="202406"/>
                  </a:lnTo>
                  <a:lnTo>
                    <a:pt x="569595" y="201454"/>
                  </a:lnTo>
                  <a:lnTo>
                    <a:pt x="571500" y="200977"/>
                  </a:lnTo>
                  <a:lnTo>
                    <a:pt x="572929" y="199549"/>
                  </a:lnTo>
                  <a:lnTo>
                    <a:pt x="575310" y="197644"/>
                  </a:lnTo>
                  <a:lnTo>
                    <a:pt x="576739" y="196691"/>
                  </a:lnTo>
                  <a:lnTo>
                    <a:pt x="576739" y="194786"/>
                  </a:lnTo>
                  <a:lnTo>
                    <a:pt x="577692" y="193358"/>
                  </a:lnTo>
                  <a:lnTo>
                    <a:pt x="579597" y="191452"/>
                  </a:lnTo>
                  <a:lnTo>
                    <a:pt x="581025" y="189548"/>
                  </a:lnTo>
                  <a:lnTo>
                    <a:pt x="580549" y="187166"/>
                  </a:lnTo>
                  <a:lnTo>
                    <a:pt x="581978" y="184309"/>
                  </a:lnTo>
                  <a:lnTo>
                    <a:pt x="582454" y="182404"/>
                  </a:lnTo>
                  <a:lnTo>
                    <a:pt x="583406" y="180975"/>
                  </a:lnTo>
                  <a:lnTo>
                    <a:pt x="582454" y="178594"/>
                  </a:lnTo>
                  <a:lnTo>
                    <a:pt x="581978" y="176689"/>
                  </a:lnTo>
                  <a:lnTo>
                    <a:pt x="581978" y="174308"/>
                  </a:lnTo>
                  <a:lnTo>
                    <a:pt x="583406" y="173831"/>
                  </a:lnTo>
                  <a:lnTo>
                    <a:pt x="585311" y="172879"/>
                  </a:lnTo>
                  <a:lnTo>
                    <a:pt x="585788" y="170974"/>
                  </a:lnTo>
                  <a:lnTo>
                    <a:pt x="586740" y="168592"/>
                  </a:lnTo>
                  <a:lnTo>
                    <a:pt x="587217" y="166687"/>
                  </a:lnTo>
                  <a:lnTo>
                    <a:pt x="588169" y="165259"/>
                  </a:lnTo>
                  <a:lnTo>
                    <a:pt x="588169" y="163830"/>
                  </a:lnTo>
                  <a:lnTo>
                    <a:pt x="587693" y="161449"/>
                  </a:lnTo>
                  <a:lnTo>
                    <a:pt x="586740" y="160020"/>
                  </a:lnTo>
                  <a:lnTo>
                    <a:pt x="586740" y="158115"/>
                  </a:lnTo>
                  <a:lnTo>
                    <a:pt x="587693" y="155734"/>
                  </a:lnTo>
                  <a:lnTo>
                    <a:pt x="587693" y="151448"/>
                  </a:lnTo>
                  <a:lnTo>
                    <a:pt x="586264" y="148590"/>
                  </a:lnTo>
                  <a:lnTo>
                    <a:pt x="584359" y="147161"/>
                  </a:lnTo>
                  <a:lnTo>
                    <a:pt x="584359" y="146209"/>
                  </a:lnTo>
                  <a:lnTo>
                    <a:pt x="585311" y="144304"/>
                  </a:lnTo>
                  <a:lnTo>
                    <a:pt x="586264" y="142399"/>
                  </a:lnTo>
                  <a:lnTo>
                    <a:pt x="586264" y="139065"/>
                  </a:lnTo>
                  <a:lnTo>
                    <a:pt x="584835" y="135255"/>
                  </a:lnTo>
                  <a:lnTo>
                    <a:pt x="584359" y="129540"/>
                  </a:lnTo>
                  <a:lnTo>
                    <a:pt x="584835" y="124301"/>
                  </a:lnTo>
                  <a:lnTo>
                    <a:pt x="582930" y="121444"/>
                  </a:lnTo>
                  <a:lnTo>
                    <a:pt x="569119" y="121444"/>
                  </a:lnTo>
                  <a:lnTo>
                    <a:pt x="556736" y="121444"/>
                  </a:lnTo>
                  <a:lnTo>
                    <a:pt x="556260" y="120967"/>
                  </a:lnTo>
                  <a:lnTo>
                    <a:pt x="551498" y="114300"/>
                  </a:lnTo>
                  <a:lnTo>
                    <a:pt x="547688" y="109061"/>
                  </a:lnTo>
                  <a:lnTo>
                    <a:pt x="543878" y="106204"/>
                  </a:lnTo>
                  <a:lnTo>
                    <a:pt x="534829" y="102394"/>
                  </a:lnTo>
                  <a:lnTo>
                    <a:pt x="530543" y="100965"/>
                  </a:lnTo>
                  <a:lnTo>
                    <a:pt x="526732" y="98108"/>
                  </a:lnTo>
                  <a:lnTo>
                    <a:pt x="523875" y="94774"/>
                  </a:lnTo>
                  <a:lnTo>
                    <a:pt x="522923" y="90487"/>
                  </a:lnTo>
                  <a:lnTo>
                    <a:pt x="522447" y="89059"/>
                  </a:lnTo>
                  <a:lnTo>
                    <a:pt x="521494" y="88106"/>
                  </a:lnTo>
                  <a:lnTo>
                    <a:pt x="520541" y="87630"/>
                  </a:lnTo>
                  <a:lnTo>
                    <a:pt x="519589" y="87630"/>
                  </a:lnTo>
                  <a:lnTo>
                    <a:pt x="509111" y="82391"/>
                  </a:lnTo>
                  <a:lnTo>
                    <a:pt x="504825" y="80962"/>
                  </a:lnTo>
                  <a:lnTo>
                    <a:pt x="501015" y="81915"/>
                  </a:lnTo>
                  <a:lnTo>
                    <a:pt x="499110" y="81915"/>
                  </a:lnTo>
                  <a:lnTo>
                    <a:pt x="495776" y="80486"/>
                  </a:lnTo>
                  <a:lnTo>
                    <a:pt x="491966" y="82391"/>
                  </a:lnTo>
                  <a:lnTo>
                    <a:pt x="490061" y="82391"/>
                  </a:lnTo>
                  <a:lnTo>
                    <a:pt x="487680" y="81915"/>
                  </a:lnTo>
                  <a:lnTo>
                    <a:pt x="485775" y="80962"/>
                  </a:lnTo>
                  <a:lnTo>
                    <a:pt x="480536" y="76200"/>
                  </a:lnTo>
                  <a:lnTo>
                    <a:pt x="476250" y="74295"/>
                  </a:lnTo>
                  <a:lnTo>
                    <a:pt x="472916" y="73342"/>
                  </a:lnTo>
                  <a:lnTo>
                    <a:pt x="466725" y="71437"/>
                  </a:lnTo>
                  <a:lnTo>
                    <a:pt x="460057" y="70485"/>
                  </a:lnTo>
                  <a:lnTo>
                    <a:pt x="456724" y="69533"/>
                  </a:lnTo>
                  <a:lnTo>
                    <a:pt x="454343" y="68580"/>
                  </a:lnTo>
                  <a:lnTo>
                    <a:pt x="453866" y="68104"/>
                  </a:lnTo>
                  <a:lnTo>
                    <a:pt x="453866" y="66199"/>
                  </a:lnTo>
                  <a:lnTo>
                    <a:pt x="453866" y="63817"/>
                  </a:lnTo>
                  <a:lnTo>
                    <a:pt x="452914" y="62389"/>
                  </a:lnTo>
                  <a:lnTo>
                    <a:pt x="451485" y="60484"/>
                  </a:lnTo>
                  <a:lnTo>
                    <a:pt x="449104" y="59055"/>
                  </a:lnTo>
                  <a:lnTo>
                    <a:pt x="445294" y="59531"/>
                  </a:lnTo>
                  <a:lnTo>
                    <a:pt x="439579" y="59531"/>
                  </a:lnTo>
                  <a:lnTo>
                    <a:pt x="435293" y="58102"/>
                  </a:lnTo>
                  <a:lnTo>
                    <a:pt x="431959" y="57626"/>
                  </a:lnTo>
                  <a:lnTo>
                    <a:pt x="427673" y="58102"/>
                  </a:lnTo>
                  <a:lnTo>
                    <a:pt x="424339" y="58102"/>
                  </a:lnTo>
                  <a:lnTo>
                    <a:pt x="421957" y="59055"/>
                  </a:lnTo>
                  <a:lnTo>
                    <a:pt x="420529" y="60484"/>
                  </a:lnTo>
                  <a:lnTo>
                    <a:pt x="419576" y="64294"/>
                  </a:lnTo>
                  <a:lnTo>
                    <a:pt x="418624" y="64770"/>
                  </a:lnTo>
                  <a:lnTo>
                    <a:pt x="417195" y="65246"/>
                  </a:lnTo>
                  <a:lnTo>
                    <a:pt x="415290" y="65246"/>
                  </a:lnTo>
                  <a:lnTo>
                    <a:pt x="411004" y="65246"/>
                  </a:lnTo>
                  <a:lnTo>
                    <a:pt x="403860" y="64770"/>
                  </a:lnTo>
                  <a:lnTo>
                    <a:pt x="394811" y="64770"/>
                  </a:lnTo>
                  <a:lnTo>
                    <a:pt x="388144" y="66675"/>
                  </a:lnTo>
                  <a:lnTo>
                    <a:pt x="382905" y="69533"/>
                  </a:lnTo>
                  <a:lnTo>
                    <a:pt x="377666" y="72390"/>
                  </a:lnTo>
                  <a:lnTo>
                    <a:pt x="371475" y="77152"/>
                  </a:lnTo>
                  <a:lnTo>
                    <a:pt x="369570" y="79534"/>
                  </a:lnTo>
                  <a:lnTo>
                    <a:pt x="366236" y="88106"/>
                  </a:lnTo>
                  <a:lnTo>
                    <a:pt x="364807" y="89535"/>
                  </a:lnTo>
                  <a:lnTo>
                    <a:pt x="362903" y="90487"/>
                  </a:lnTo>
                  <a:lnTo>
                    <a:pt x="360998" y="90487"/>
                  </a:lnTo>
                  <a:lnTo>
                    <a:pt x="356711" y="91916"/>
                  </a:lnTo>
                  <a:lnTo>
                    <a:pt x="351473" y="93821"/>
                  </a:lnTo>
                  <a:lnTo>
                    <a:pt x="347663" y="94774"/>
                  </a:lnTo>
                  <a:lnTo>
                    <a:pt x="338138" y="94298"/>
                  </a:lnTo>
                  <a:lnTo>
                    <a:pt x="339566" y="100489"/>
                  </a:lnTo>
                  <a:lnTo>
                    <a:pt x="341948" y="109537"/>
                  </a:lnTo>
                  <a:lnTo>
                    <a:pt x="341948" y="111442"/>
                  </a:lnTo>
                  <a:lnTo>
                    <a:pt x="341472" y="113348"/>
                  </a:lnTo>
                  <a:lnTo>
                    <a:pt x="340043" y="114776"/>
                  </a:lnTo>
                  <a:lnTo>
                    <a:pt x="337661" y="114776"/>
                  </a:lnTo>
                  <a:lnTo>
                    <a:pt x="332899" y="114776"/>
                  </a:lnTo>
                  <a:lnTo>
                    <a:pt x="330041" y="113348"/>
                  </a:lnTo>
                  <a:lnTo>
                    <a:pt x="335280" y="112395"/>
                  </a:lnTo>
                  <a:lnTo>
                    <a:pt x="338138" y="110490"/>
                  </a:lnTo>
                  <a:lnTo>
                    <a:pt x="332899" y="110490"/>
                  </a:lnTo>
                  <a:lnTo>
                    <a:pt x="319564" y="112871"/>
                  </a:lnTo>
                  <a:lnTo>
                    <a:pt x="279082" y="122396"/>
                  </a:lnTo>
                  <a:lnTo>
                    <a:pt x="264319" y="122873"/>
                  </a:lnTo>
                  <a:lnTo>
                    <a:pt x="242411" y="118110"/>
                  </a:lnTo>
                  <a:lnTo>
                    <a:pt x="235744" y="115729"/>
                  </a:lnTo>
                  <a:lnTo>
                    <a:pt x="222409" y="107633"/>
                  </a:lnTo>
                  <a:lnTo>
                    <a:pt x="215741" y="102394"/>
                  </a:lnTo>
                  <a:lnTo>
                    <a:pt x="211455" y="94774"/>
                  </a:lnTo>
                  <a:lnTo>
                    <a:pt x="210026" y="93345"/>
                  </a:lnTo>
                  <a:lnTo>
                    <a:pt x="208598" y="92392"/>
                  </a:lnTo>
                  <a:lnTo>
                    <a:pt x="203359" y="90964"/>
                  </a:lnTo>
                  <a:lnTo>
                    <a:pt x="194786" y="89535"/>
                  </a:lnTo>
                  <a:lnTo>
                    <a:pt x="186214" y="89059"/>
                  </a:lnTo>
                  <a:lnTo>
                    <a:pt x="182880" y="88106"/>
                  </a:lnTo>
                  <a:lnTo>
                    <a:pt x="176213" y="84773"/>
                  </a:lnTo>
                  <a:lnTo>
                    <a:pt x="173355" y="82391"/>
                  </a:lnTo>
                  <a:lnTo>
                    <a:pt x="170974" y="78105"/>
                  </a:lnTo>
                  <a:lnTo>
                    <a:pt x="169069" y="73819"/>
                  </a:lnTo>
                  <a:lnTo>
                    <a:pt x="168116" y="69056"/>
                  </a:lnTo>
                  <a:lnTo>
                    <a:pt x="167164" y="63817"/>
                  </a:lnTo>
                  <a:lnTo>
                    <a:pt x="166211" y="54292"/>
                  </a:lnTo>
                  <a:lnTo>
                    <a:pt x="166211" y="52387"/>
                  </a:lnTo>
                  <a:lnTo>
                    <a:pt x="165259" y="52387"/>
                  </a:lnTo>
                  <a:lnTo>
                    <a:pt x="158115" y="53816"/>
                  </a:lnTo>
                  <a:lnTo>
                    <a:pt x="156686" y="53340"/>
                  </a:lnTo>
                  <a:lnTo>
                    <a:pt x="150495" y="46673"/>
                  </a:lnTo>
                  <a:lnTo>
                    <a:pt x="149066" y="45720"/>
                  </a:lnTo>
                  <a:lnTo>
                    <a:pt x="146685" y="45244"/>
                  </a:lnTo>
                  <a:lnTo>
                    <a:pt x="145256" y="44291"/>
                  </a:lnTo>
                  <a:lnTo>
                    <a:pt x="143828" y="42386"/>
                  </a:lnTo>
                  <a:lnTo>
                    <a:pt x="143351" y="40958"/>
                  </a:lnTo>
                  <a:lnTo>
                    <a:pt x="137160" y="37148"/>
                  </a:lnTo>
                  <a:lnTo>
                    <a:pt x="136207" y="35719"/>
                  </a:lnTo>
                  <a:lnTo>
                    <a:pt x="136207" y="34290"/>
                  </a:lnTo>
                  <a:lnTo>
                    <a:pt x="137160" y="33337"/>
                  </a:lnTo>
                  <a:lnTo>
                    <a:pt x="138113" y="32385"/>
                  </a:lnTo>
                  <a:lnTo>
                    <a:pt x="140970" y="31433"/>
                  </a:lnTo>
                  <a:lnTo>
                    <a:pt x="144304" y="30480"/>
                  </a:lnTo>
                  <a:lnTo>
                    <a:pt x="145256" y="30004"/>
                  </a:lnTo>
                  <a:lnTo>
                    <a:pt x="145732" y="29051"/>
                  </a:lnTo>
                  <a:lnTo>
                    <a:pt x="145732" y="27623"/>
                  </a:lnTo>
                  <a:lnTo>
                    <a:pt x="145256" y="26194"/>
                  </a:lnTo>
                  <a:lnTo>
                    <a:pt x="140018" y="23336"/>
                  </a:lnTo>
                  <a:lnTo>
                    <a:pt x="139541" y="21908"/>
                  </a:lnTo>
                  <a:lnTo>
                    <a:pt x="139541" y="20479"/>
                  </a:lnTo>
                  <a:lnTo>
                    <a:pt x="140018" y="19050"/>
                  </a:lnTo>
                  <a:lnTo>
                    <a:pt x="140970" y="17621"/>
                  </a:lnTo>
                  <a:lnTo>
                    <a:pt x="145256" y="15716"/>
                  </a:lnTo>
                  <a:lnTo>
                    <a:pt x="147638" y="13811"/>
                  </a:lnTo>
                  <a:lnTo>
                    <a:pt x="146209" y="11906"/>
                  </a:lnTo>
                  <a:lnTo>
                    <a:pt x="141923" y="7620"/>
                  </a:lnTo>
                  <a:lnTo>
                    <a:pt x="136684" y="2858"/>
                  </a:lnTo>
                  <a:lnTo>
                    <a:pt x="133350" y="2858"/>
                  </a:lnTo>
                  <a:lnTo>
                    <a:pt x="129064" y="4286"/>
                  </a:lnTo>
                  <a:lnTo>
                    <a:pt x="122397" y="8572"/>
                  </a:lnTo>
                  <a:lnTo>
                    <a:pt x="118586" y="10477"/>
                  </a:lnTo>
                  <a:lnTo>
                    <a:pt x="113824" y="13335"/>
                  </a:lnTo>
                  <a:lnTo>
                    <a:pt x="108585" y="16669"/>
                  </a:lnTo>
                  <a:lnTo>
                    <a:pt x="104299" y="20002"/>
                  </a:lnTo>
                  <a:lnTo>
                    <a:pt x="101918" y="22860"/>
                  </a:lnTo>
                  <a:lnTo>
                    <a:pt x="97155" y="24289"/>
                  </a:lnTo>
                  <a:lnTo>
                    <a:pt x="94774" y="26670"/>
                  </a:lnTo>
                  <a:lnTo>
                    <a:pt x="87154" y="33814"/>
                  </a:lnTo>
                  <a:lnTo>
                    <a:pt x="84773" y="33814"/>
                  </a:lnTo>
                  <a:lnTo>
                    <a:pt x="79057" y="33814"/>
                  </a:lnTo>
                  <a:lnTo>
                    <a:pt x="73819" y="35719"/>
                  </a:lnTo>
                  <a:lnTo>
                    <a:pt x="71914" y="35242"/>
                  </a:lnTo>
                  <a:lnTo>
                    <a:pt x="65247" y="34290"/>
                  </a:lnTo>
                  <a:lnTo>
                    <a:pt x="53340" y="31909"/>
                  </a:lnTo>
                  <a:lnTo>
                    <a:pt x="50006" y="30480"/>
                  </a:lnTo>
                  <a:lnTo>
                    <a:pt x="47149" y="27146"/>
                  </a:lnTo>
                  <a:lnTo>
                    <a:pt x="45244" y="25241"/>
                  </a:lnTo>
                  <a:lnTo>
                    <a:pt x="42386" y="22860"/>
                  </a:lnTo>
                  <a:lnTo>
                    <a:pt x="40005" y="21908"/>
                  </a:lnTo>
                  <a:lnTo>
                    <a:pt x="38100" y="20479"/>
                  </a:lnTo>
                  <a:lnTo>
                    <a:pt x="37148" y="18098"/>
                  </a:lnTo>
                  <a:lnTo>
                    <a:pt x="35719" y="16192"/>
                  </a:lnTo>
                  <a:lnTo>
                    <a:pt x="33338" y="13811"/>
                  </a:lnTo>
                  <a:lnTo>
                    <a:pt x="27623" y="5715"/>
                  </a:lnTo>
                  <a:lnTo>
                    <a:pt x="27147" y="4763"/>
                  </a:lnTo>
                  <a:lnTo>
                    <a:pt x="25718" y="4763"/>
                  </a:lnTo>
                  <a:lnTo>
                    <a:pt x="23813" y="3334"/>
                  </a:lnTo>
                  <a:lnTo>
                    <a:pt x="19050" y="0"/>
                  </a:lnTo>
                  <a:lnTo>
                    <a:pt x="16669" y="1429"/>
                  </a:lnTo>
                  <a:lnTo>
                    <a:pt x="14764" y="3810"/>
                  </a:lnTo>
                  <a:lnTo>
                    <a:pt x="12382" y="13335"/>
                  </a:lnTo>
                  <a:lnTo>
                    <a:pt x="10478" y="14287"/>
                  </a:lnTo>
                  <a:lnTo>
                    <a:pt x="7144" y="14287"/>
                  </a:lnTo>
                  <a:lnTo>
                    <a:pt x="3334" y="13811"/>
                  </a:lnTo>
                  <a:lnTo>
                    <a:pt x="476" y="14287"/>
                  </a:lnTo>
                  <a:lnTo>
                    <a:pt x="0" y="14764"/>
                  </a:lnTo>
                  <a:lnTo>
                    <a:pt x="476" y="15716"/>
                  </a:lnTo>
                  <a:lnTo>
                    <a:pt x="1429" y="17145"/>
                  </a:lnTo>
                  <a:lnTo>
                    <a:pt x="1905" y="19050"/>
                  </a:lnTo>
                  <a:lnTo>
                    <a:pt x="1905" y="20479"/>
                  </a:lnTo>
                  <a:lnTo>
                    <a:pt x="3334" y="21908"/>
                  </a:lnTo>
                  <a:lnTo>
                    <a:pt x="5239" y="23336"/>
                  </a:lnTo>
                  <a:lnTo>
                    <a:pt x="5239" y="24765"/>
                  </a:lnTo>
                  <a:lnTo>
                    <a:pt x="4763" y="26670"/>
                  </a:lnTo>
                  <a:lnTo>
                    <a:pt x="4286" y="28099"/>
                  </a:lnTo>
                  <a:lnTo>
                    <a:pt x="3810" y="29051"/>
                  </a:lnTo>
                  <a:lnTo>
                    <a:pt x="4763" y="31433"/>
                  </a:lnTo>
                  <a:lnTo>
                    <a:pt x="6668" y="34290"/>
                  </a:lnTo>
                  <a:lnTo>
                    <a:pt x="8097" y="35242"/>
                  </a:lnTo>
                  <a:lnTo>
                    <a:pt x="7620" y="40481"/>
                  </a:lnTo>
                  <a:lnTo>
                    <a:pt x="8573" y="42862"/>
                  </a:lnTo>
                  <a:lnTo>
                    <a:pt x="9049" y="46196"/>
                  </a:lnTo>
                  <a:lnTo>
                    <a:pt x="8573" y="51435"/>
                  </a:lnTo>
                  <a:lnTo>
                    <a:pt x="9049" y="52864"/>
                  </a:lnTo>
                  <a:lnTo>
                    <a:pt x="10001" y="53340"/>
                  </a:lnTo>
                  <a:lnTo>
                    <a:pt x="11906" y="53340"/>
                  </a:lnTo>
                  <a:lnTo>
                    <a:pt x="13811" y="53816"/>
                  </a:lnTo>
                  <a:lnTo>
                    <a:pt x="14288" y="54769"/>
                  </a:lnTo>
                  <a:lnTo>
                    <a:pt x="14288" y="55245"/>
                  </a:lnTo>
                  <a:lnTo>
                    <a:pt x="11906" y="57626"/>
                  </a:lnTo>
                  <a:lnTo>
                    <a:pt x="11430" y="59531"/>
                  </a:lnTo>
                  <a:lnTo>
                    <a:pt x="10478" y="61912"/>
                  </a:lnTo>
                  <a:lnTo>
                    <a:pt x="10001" y="63341"/>
                  </a:lnTo>
                  <a:lnTo>
                    <a:pt x="8097" y="66199"/>
                  </a:lnTo>
                  <a:lnTo>
                    <a:pt x="6668" y="69056"/>
                  </a:lnTo>
                  <a:lnTo>
                    <a:pt x="6191" y="71437"/>
                  </a:lnTo>
                  <a:lnTo>
                    <a:pt x="6668" y="72390"/>
                  </a:lnTo>
                  <a:lnTo>
                    <a:pt x="10478" y="72866"/>
                  </a:lnTo>
                  <a:lnTo>
                    <a:pt x="12382" y="74295"/>
                  </a:lnTo>
                  <a:lnTo>
                    <a:pt x="18098" y="77629"/>
                  </a:lnTo>
                  <a:lnTo>
                    <a:pt x="19050" y="79058"/>
                  </a:lnTo>
                  <a:lnTo>
                    <a:pt x="17622" y="80962"/>
                  </a:lnTo>
                  <a:lnTo>
                    <a:pt x="17622" y="81915"/>
                  </a:lnTo>
                  <a:lnTo>
                    <a:pt x="18574" y="82867"/>
                  </a:lnTo>
                  <a:lnTo>
                    <a:pt x="19050" y="84773"/>
                  </a:lnTo>
                  <a:lnTo>
                    <a:pt x="19050" y="86677"/>
                  </a:lnTo>
                  <a:lnTo>
                    <a:pt x="19050" y="89535"/>
                  </a:lnTo>
                  <a:lnTo>
                    <a:pt x="20003" y="90011"/>
                  </a:lnTo>
                  <a:lnTo>
                    <a:pt x="23813" y="92392"/>
                  </a:lnTo>
                  <a:lnTo>
                    <a:pt x="26670" y="94774"/>
                  </a:lnTo>
                  <a:lnTo>
                    <a:pt x="26670" y="95726"/>
                  </a:lnTo>
                  <a:lnTo>
                    <a:pt x="25241" y="97631"/>
                  </a:lnTo>
                  <a:lnTo>
                    <a:pt x="25718" y="100012"/>
                  </a:lnTo>
                  <a:lnTo>
                    <a:pt x="25718" y="100489"/>
                  </a:lnTo>
                  <a:lnTo>
                    <a:pt x="25718" y="100965"/>
                  </a:lnTo>
                  <a:lnTo>
                    <a:pt x="26670" y="103823"/>
                  </a:lnTo>
                  <a:lnTo>
                    <a:pt x="29528" y="113824"/>
                  </a:lnTo>
                  <a:lnTo>
                    <a:pt x="30956" y="115252"/>
                  </a:lnTo>
                  <a:lnTo>
                    <a:pt x="32861" y="116205"/>
                  </a:lnTo>
                  <a:lnTo>
                    <a:pt x="34290" y="117634"/>
                  </a:lnTo>
                  <a:lnTo>
                    <a:pt x="34766" y="119062"/>
                  </a:lnTo>
                  <a:lnTo>
                    <a:pt x="34766" y="121444"/>
                  </a:lnTo>
                  <a:lnTo>
                    <a:pt x="34766" y="124301"/>
                  </a:lnTo>
                  <a:lnTo>
                    <a:pt x="35719" y="126206"/>
                  </a:lnTo>
                  <a:lnTo>
                    <a:pt x="36672" y="127635"/>
                  </a:lnTo>
                  <a:lnTo>
                    <a:pt x="37624" y="128587"/>
                  </a:lnTo>
                  <a:lnTo>
                    <a:pt x="39053" y="128587"/>
                  </a:lnTo>
                  <a:lnTo>
                    <a:pt x="40957" y="129064"/>
                  </a:lnTo>
                  <a:lnTo>
                    <a:pt x="41910" y="130492"/>
                  </a:lnTo>
                  <a:lnTo>
                    <a:pt x="45720" y="141923"/>
                  </a:lnTo>
                  <a:lnTo>
                    <a:pt x="46197" y="143351"/>
                  </a:lnTo>
                  <a:lnTo>
                    <a:pt x="47625" y="143827"/>
                  </a:lnTo>
                  <a:lnTo>
                    <a:pt x="50006" y="143827"/>
                  </a:lnTo>
                  <a:lnTo>
                    <a:pt x="52864" y="145256"/>
                  </a:lnTo>
                  <a:lnTo>
                    <a:pt x="55722" y="147161"/>
                  </a:lnTo>
                  <a:lnTo>
                    <a:pt x="58579" y="150495"/>
                  </a:lnTo>
                  <a:lnTo>
                    <a:pt x="60484" y="150971"/>
                  </a:lnTo>
                  <a:lnTo>
                    <a:pt x="66199" y="150495"/>
                  </a:lnTo>
                  <a:lnTo>
                    <a:pt x="73819" y="150971"/>
                  </a:lnTo>
                  <a:lnTo>
                    <a:pt x="77629" y="152876"/>
                  </a:lnTo>
                  <a:lnTo>
                    <a:pt x="77153" y="153829"/>
                  </a:lnTo>
                  <a:lnTo>
                    <a:pt x="74295" y="155258"/>
                  </a:lnTo>
                  <a:lnTo>
                    <a:pt x="69532" y="156686"/>
                  </a:lnTo>
                  <a:lnTo>
                    <a:pt x="68104" y="159067"/>
                  </a:lnTo>
                  <a:lnTo>
                    <a:pt x="67151" y="162401"/>
                  </a:lnTo>
                  <a:lnTo>
                    <a:pt x="67151" y="164306"/>
                  </a:lnTo>
                  <a:lnTo>
                    <a:pt x="68580" y="166211"/>
                  </a:lnTo>
                  <a:lnTo>
                    <a:pt x="71914" y="170021"/>
                  </a:lnTo>
                  <a:lnTo>
                    <a:pt x="71914" y="171450"/>
                  </a:lnTo>
                  <a:lnTo>
                    <a:pt x="72390" y="173355"/>
                  </a:lnTo>
                  <a:lnTo>
                    <a:pt x="72866" y="174784"/>
                  </a:lnTo>
                  <a:lnTo>
                    <a:pt x="72390" y="177641"/>
                  </a:lnTo>
                  <a:lnTo>
                    <a:pt x="69056" y="179546"/>
                  </a:lnTo>
                  <a:lnTo>
                    <a:pt x="64770" y="181451"/>
                  </a:lnTo>
                  <a:lnTo>
                    <a:pt x="56674" y="190024"/>
                  </a:lnTo>
                  <a:lnTo>
                    <a:pt x="56198" y="191929"/>
                  </a:lnTo>
                  <a:lnTo>
                    <a:pt x="56198" y="197167"/>
                  </a:lnTo>
                  <a:lnTo>
                    <a:pt x="55245" y="198596"/>
                  </a:lnTo>
                  <a:lnTo>
                    <a:pt x="52864" y="198596"/>
                  </a:lnTo>
                  <a:lnTo>
                    <a:pt x="50959" y="198120"/>
                  </a:lnTo>
                  <a:lnTo>
                    <a:pt x="50959" y="200025"/>
                  </a:lnTo>
                  <a:lnTo>
                    <a:pt x="49530" y="202406"/>
                  </a:lnTo>
                  <a:lnTo>
                    <a:pt x="48578" y="204311"/>
                  </a:lnTo>
                  <a:lnTo>
                    <a:pt x="51435" y="209074"/>
                  </a:lnTo>
                  <a:lnTo>
                    <a:pt x="51911" y="211931"/>
                  </a:lnTo>
                  <a:lnTo>
                    <a:pt x="51435" y="214312"/>
                  </a:lnTo>
                  <a:lnTo>
                    <a:pt x="48578" y="218599"/>
                  </a:lnTo>
                  <a:lnTo>
                    <a:pt x="47149" y="221456"/>
                  </a:lnTo>
                  <a:lnTo>
                    <a:pt x="47625" y="221933"/>
                  </a:lnTo>
                  <a:lnTo>
                    <a:pt x="50006" y="222885"/>
                  </a:lnTo>
                  <a:lnTo>
                    <a:pt x="56674" y="231934"/>
                  </a:lnTo>
                  <a:lnTo>
                    <a:pt x="59055" y="235267"/>
                  </a:lnTo>
                  <a:lnTo>
                    <a:pt x="61913" y="234315"/>
                  </a:lnTo>
                  <a:lnTo>
                    <a:pt x="62865" y="234315"/>
                  </a:lnTo>
                  <a:lnTo>
                    <a:pt x="63818" y="234791"/>
                  </a:lnTo>
                  <a:lnTo>
                    <a:pt x="64294" y="235744"/>
                  </a:lnTo>
                  <a:lnTo>
                    <a:pt x="64294" y="237173"/>
                  </a:lnTo>
                  <a:lnTo>
                    <a:pt x="63341" y="239077"/>
                  </a:lnTo>
                  <a:lnTo>
                    <a:pt x="67151" y="240030"/>
                  </a:lnTo>
                  <a:lnTo>
                    <a:pt x="68580" y="241935"/>
                  </a:lnTo>
                  <a:lnTo>
                    <a:pt x="72866" y="249079"/>
                  </a:lnTo>
                  <a:lnTo>
                    <a:pt x="72866" y="250984"/>
                  </a:lnTo>
                  <a:lnTo>
                    <a:pt x="70961" y="254317"/>
                  </a:lnTo>
                  <a:lnTo>
                    <a:pt x="70961" y="256699"/>
                  </a:lnTo>
                  <a:lnTo>
                    <a:pt x="71438" y="258604"/>
                  </a:lnTo>
                  <a:lnTo>
                    <a:pt x="71914" y="259080"/>
                  </a:lnTo>
                  <a:lnTo>
                    <a:pt x="78105" y="259556"/>
                  </a:lnTo>
                  <a:lnTo>
                    <a:pt x="80963" y="260509"/>
                  </a:lnTo>
                  <a:lnTo>
                    <a:pt x="87630" y="264319"/>
                  </a:lnTo>
                  <a:lnTo>
                    <a:pt x="95250" y="269558"/>
                  </a:lnTo>
                  <a:lnTo>
                    <a:pt x="101441" y="273844"/>
                  </a:lnTo>
                  <a:lnTo>
                    <a:pt x="106680" y="277654"/>
                  </a:lnTo>
                  <a:lnTo>
                    <a:pt x="112395" y="277177"/>
                  </a:lnTo>
                  <a:lnTo>
                    <a:pt x="113824" y="277654"/>
                  </a:lnTo>
                  <a:lnTo>
                    <a:pt x="115253" y="278606"/>
                  </a:lnTo>
                  <a:lnTo>
                    <a:pt x="116681" y="281940"/>
                  </a:lnTo>
                  <a:lnTo>
                    <a:pt x="120015" y="289084"/>
                  </a:lnTo>
                  <a:lnTo>
                    <a:pt x="122873" y="291465"/>
                  </a:lnTo>
                  <a:lnTo>
                    <a:pt x="127159" y="297180"/>
                  </a:lnTo>
                  <a:lnTo>
                    <a:pt x="130969" y="302419"/>
                  </a:lnTo>
                  <a:lnTo>
                    <a:pt x="128588" y="309562"/>
                  </a:lnTo>
                  <a:lnTo>
                    <a:pt x="126206" y="317183"/>
                  </a:lnTo>
                  <a:lnTo>
                    <a:pt x="126206" y="326708"/>
                  </a:lnTo>
                  <a:lnTo>
                    <a:pt x="126206" y="331946"/>
                  </a:lnTo>
                  <a:lnTo>
                    <a:pt x="131445" y="331946"/>
                  </a:lnTo>
                  <a:lnTo>
                    <a:pt x="137160" y="332423"/>
                  </a:lnTo>
                  <a:lnTo>
                    <a:pt x="137160" y="338614"/>
                  </a:lnTo>
                  <a:lnTo>
                    <a:pt x="137160" y="344805"/>
                  </a:lnTo>
                  <a:lnTo>
                    <a:pt x="137160" y="351949"/>
                  </a:lnTo>
                  <a:lnTo>
                    <a:pt x="139065" y="352425"/>
                  </a:lnTo>
                  <a:lnTo>
                    <a:pt x="141923" y="353854"/>
                  </a:lnTo>
                  <a:lnTo>
                    <a:pt x="142875" y="356235"/>
                  </a:lnTo>
                  <a:lnTo>
                    <a:pt x="144304" y="357664"/>
                  </a:lnTo>
                  <a:lnTo>
                    <a:pt x="146209" y="357664"/>
                  </a:lnTo>
                  <a:lnTo>
                    <a:pt x="148114" y="358616"/>
                  </a:lnTo>
                  <a:lnTo>
                    <a:pt x="150019" y="360521"/>
                  </a:lnTo>
                  <a:lnTo>
                    <a:pt x="150495" y="361950"/>
                  </a:lnTo>
                  <a:lnTo>
                    <a:pt x="150019" y="362902"/>
                  </a:lnTo>
                  <a:lnTo>
                    <a:pt x="150495" y="364808"/>
                  </a:lnTo>
                  <a:lnTo>
                    <a:pt x="151924" y="367665"/>
                  </a:lnTo>
                  <a:lnTo>
                    <a:pt x="153353" y="369094"/>
                  </a:lnTo>
                  <a:lnTo>
                    <a:pt x="155734" y="370523"/>
                  </a:lnTo>
                  <a:lnTo>
                    <a:pt x="157639" y="370046"/>
                  </a:lnTo>
                  <a:lnTo>
                    <a:pt x="160020" y="368141"/>
                  </a:lnTo>
                  <a:lnTo>
                    <a:pt x="165735" y="367665"/>
                  </a:lnTo>
                  <a:lnTo>
                    <a:pt x="167164" y="366712"/>
                  </a:lnTo>
                  <a:lnTo>
                    <a:pt x="169069" y="364331"/>
                  </a:lnTo>
                  <a:lnTo>
                    <a:pt x="168593" y="360045"/>
                  </a:lnTo>
                  <a:lnTo>
                    <a:pt x="168116" y="356711"/>
                  </a:lnTo>
                  <a:lnTo>
                    <a:pt x="169069" y="354330"/>
                  </a:lnTo>
                  <a:lnTo>
                    <a:pt x="173355" y="352425"/>
                  </a:lnTo>
                  <a:lnTo>
                    <a:pt x="171926" y="350520"/>
                  </a:lnTo>
                  <a:lnTo>
                    <a:pt x="176213" y="350520"/>
                  </a:lnTo>
                  <a:lnTo>
                    <a:pt x="179547" y="351949"/>
                  </a:lnTo>
                  <a:lnTo>
                    <a:pt x="180499" y="354330"/>
                  </a:lnTo>
                  <a:lnTo>
                    <a:pt x="178594" y="355759"/>
                  </a:lnTo>
                  <a:lnTo>
                    <a:pt x="175260" y="354806"/>
                  </a:lnTo>
                  <a:lnTo>
                    <a:pt x="173831" y="355283"/>
                  </a:lnTo>
                  <a:lnTo>
                    <a:pt x="172403" y="356235"/>
                  </a:lnTo>
                  <a:lnTo>
                    <a:pt x="173355" y="357664"/>
                  </a:lnTo>
                  <a:lnTo>
                    <a:pt x="174307" y="358616"/>
                  </a:lnTo>
                  <a:lnTo>
                    <a:pt x="187166" y="365284"/>
                  </a:lnTo>
                  <a:lnTo>
                    <a:pt x="191453" y="369094"/>
                  </a:lnTo>
                  <a:lnTo>
                    <a:pt x="206216" y="362426"/>
                  </a:lnTo>
                  <a:lnTo>
                    <a:pt x="209074" y="362902"/>
                  </a:lnTo>
                  <a:lnTo>
                    <a:pt x="210979" y="368617"/>
                  </a:lnTo>
                  <a:lnTo>
                    <a:pt x="212407" y="373380"/>
                  </a:lnTo>
                  <a:lnTo>
                    <a:pt x="214313" y="375285"/>
                  </a:lnTo>
                  <a:lnTo>
                    <a:pt x="219551" y="382429"/>
                  </a:lnTo>
                  <a:lnTo>
                    <a:pt x="224790" y="387191"/>
                  </a:lnTo>
                  <a:lnTo>
                    <a:pt x="228600" y="391954"/>
                  </a:lnTo>
                  <a:lnTo>
                    <a:pt x="229076" y="394811"/>
                  </a:lnTo>
                  <a:lnTo>
                    <a:pt x="228124" y="399574"/>
                  </a:lnTo>
                  <a:lnTo>
                    <a:pt x="229076" y="401955"/>
                  </a:lnTo>
                  <a:lnTo>
                    <a:pt x="233363" y="402908"/>
                  </a:lnTo>
                  <a:lnTo>
                    <a:pt x="236220" y="404812"/>
                  </a:lnTo>
                  <a:lnTo>
                    <a:pt x="236220" y="406717"/>
                  </a:lnTo>
                  <a:lnTo>
                    <a:pt x="235268" y="409575"/>
                  </a:lnTo>
                  <a:lnTo>
                    <a:pt x="236220" y="411480"/>
                  </a:lnTo>
                  <a:lnTo>
                    <a:pt x="241459" y="414814"/>
                  </a:lnTo>
                  <a:lnTo>
                    <a:pt x="242888" y="416719"/>
                  </a:lnTo>
                  <a:lnTo>
                    <a:pt x="243840" y="424339"/>
                  </a:lnTo>
                  <a:lnTo>
                    <a:pt x="244793" y="427196"/>
                  </a:lnTo>
                  <a:lnTo>
                    <a:pt x="250031" y="435292"/>
                  </a:lnTo>
                  <a:lnTo>
                    <a:pt x="250031" y="438626"/>
                  </a:lnTo>
                  <a:lnTo>
                    <a:pt x="258128" y="446723"/>
                  </a:lnTo>
                  <a:lnTo>
                    <a:pt x="260509" y="448151"/>
                  </a:lnTo>
                  <a:lnTo>
                    <a:pt x="263366" y="448627"/>
                  </a:lnTo>
                  <a:lnTo>
                    <a:pt x="269557" y="448627"/>
                  </a:lnTo>
                  <a:lnTo>
                    <a:pt x="275749" y="449580"/>
                  </a:lnTo>
                  <a:lnTo>
                    <a:pt x="281464" y="453390"/>
                  </a:lnTo>
                  <a:lnTo>
                    <a:pt x="290989" y="457200"/>
                  </a:lnTo>
                  <a:lnTo>
                    <a:pt x="295275" y="461486"/>
                  </a:lnTo>
                  <a:lnTo>
                    <a:pt x="296704" y="465296"/>
                  </a:lnTo>
                  <a:lnTo>
                    <a:pt x="298609" y="467677"/>
                  </a:lnTo>
                  <a:lnTo>
                    <a:pt x="308610" y="474345"/>
                  </a:lnTo>
                  <a:lnTo>
                    <a:pt x="320993" y="479108"/>
                  </a:lnTo>
                  <a:lnTo>
                    <a:pt x="324803" y="481489"/>
                  </a:lnTo>
                  <a:lnTo>
                    <a:pt x="326707" y="484823"/>
                  </a:lnTo>
                  <a:lnTo>
                    <a:pt x="333375" y="489585"/>
                  </a:lnTo>
                  <a:lnTo>
                    <a:pt x="337185" y="490061"/>
                  </a:lnTo>
                  <a:lnTo>
                    <a:pt x="345757" y="489109"/>
                  </a:lnTo>
                  <a:lnTo>
                    <a:pt x="351949" y="490537"/>
                  </a:lnTo>
                  <a:lnTo>
                    <a:pt x="361474" y="494348"/>
                  </a:lnTo>
                  <a:lnTo>
                    <a:pt x="365760" y="497205"/>
                  </a:lnTo>
                  <a:lnTo>
                    <a:pt x="369570" y="497205"/>
                  </a:lnTo>
                  <a:lnTo>
                    <a:pt x="374332" y="495300"/>
                  </a:lnTo>
                  <a:lnTo>
                    <a:pt x="382905" y="489109"/>
                  </a:lnTo>
                  <a:lnTo>
                    <a:pt x="387668" y="486727"/>
                  </a:lnTo>
                  <a:lnTo>
                    <a:pt x="391954" y="487204"/>
                  </a:lnTo>
                  <a:lnTo>
                    <a:pt x="395288" y="484823"/>
                  </a:lnTo>
                  <a:lnTo>
                    <a:pt x="397669" y="481012"/>
                  </a:lnTo>
                  <a:lnTo>
                    <a:pt x="399574" y="479584"/>
                  </a:lnTo>
                  <a:lnTo>
                    <a:pt x="409575" y="477202"/>
                  </a:lnTo>
                  <a:lnTo>
                    <a:pt x="415766" y="473392"/>
                  </a:lnTo>
                  <a:lnTo>
                    <a:pt x="421481" y="471487"/>
                  </a:lnTo>
                  <a:lnTo>
                    <a:pt x="423863" y="471011"/>
                  </a:lnTo>
                  <a:lnTo>
                    <a:pt x="436722" y="473869"/>
                  </a:lnTo>
                  <a:lnTo>
                    <a:pt x="439579" y="475298"/>
                  </a:lnTo>
                  <a:lnTo>
                    <a:pt x="442913" y="478631"/>
                  </a:lnTo>
                  <a:lnTo>
                    <a:pt x="445294" y="481965"/>
                  </a:lnTo>
                  <a:lnTo>
                    <a:pt x="447199" y="485775"/>
                  </a:lnTo>
                  <a:lnTo>
                    <a:pt x="448628" y="490061"/>
                  </a:lnTo>
                  <a:lnTo>
                    <a:pt x="449580" y="501015"/>
                  </a:lnTo>
                  <a:lnTo>
                    <a:pt x="452914" y="508635"/>
                  </a:lnTo>
                  <a:lnTo>
                    <a:pt x="452914" y="512921"/>
                  </a:lnTo>
                  <a:lnTo>
                    <a:pt x="454819" y="517208"/>
                  </a:lnTo>
                  <a:lnTo>
                    <a:pt x="457200" y="521970"/>
                  </a:lnTo>
                  <a:lnTo>
                    <a:pt x="470535" y="524351"/>
                  </a:lnTo>
                  <a:lnTo>
                    <a:pt x="472916" y="526733"/>
                  </a:lnTo>
                  <a:lnTo>
                    <a:pt x="477679" y="525304"/>
                  </a:lnTo>
                  <a:lnTo>
                    <a:pt x="480536" y="527209"/>
                  </a:lnTo>
                  <a:lnTo>
                    <a:pt x="486728" y="529114"/>
                  </a:lnTo>
                  <a:lnTo>
                    <a:pt x="490538" y="529590"/>
                  </a:lnTo>
                  <a:lnTo>
                    <a:pt x="497681" y="529114"/>
                  </a:lnTo>
                  <a:lnTo>
                    <a:pt x="506730" y="530543"/>
                  </a:lnTo>
                  <a:lnTo>
                    <a:pt x="515303" y="535305"/>
                  </a:lnTo>
                  <a:lnTo>
                    <a:pt x="521494" y="534829"/>
                  </a:lnTo>
                  <a:lnTo>
                    <a:pt x="529114" y="532924"/>
                  </a:lnTo>
                  <a:lnTo>
                    <a:pt x="534353" y="535781"/>
                  </a:lnTo>
                  <a:lnTo>
                    <a:pt x="541020" y="535781"/>
                  </a:lnTo>
                  <a:lnTo>
                    <a:pt x="543878" y="537210"/>
                  </a:lnTo>
                  <a:lnTo>
                    <a:pt x="548164" y="536258"/>
                  </a:lnTo>
                  <a:lnTo>
                    <a:pt x="561023" y="538639"/>
                  </a:lnTo>
                  <a:lnTo>
                    <a:pt x="564832" y="534352"/>
                  </a:lnTo>
                  <a:lnTo>
                    <a:pt x="567214" y="535305"/>
                  </a:lnTo>
                  <a:lnTo>
                    <a:pt x="568167" y="538162"/>
                  </a:lnTo>
                  <a:lnTo>
                    <a:pt x="569595" y="540068"/>
                  </a:lnTo>
                  <a:lnTo>
                    <a:pt x="584835" y="543401"/>
                  </a:lnTo>
                  <a:lnTo>
                    <a:pt x="589598" y="544830"/>
                  </a:lnTo>
                  <a:lnTo>
                    <a:pt x="595313" y="546259"/>
                  </a:lnTo>
                  <a:lnTo>
                    <a:pt x="598170" y="544354"/>
                  </a:lnTo>
                  <a:lnTo>
                    <a:pt x="599599" y="542925"/>
                  </a:lnTo>
                  <a:lnTo>
                    <a:pt x="601504" y="542449"/>
                  </a:lnTo>
                  <a:lnTo>
                    <a:pt x="602456" y="539591"/>
                  </a:lnTo>
                  <a:lnTo>
                    <a:pt x="603409" y="529114"/>
                  </a:lnTo>
                  <a:lnTo>
                    <a:pt x="604361" y="525304"/>
                  </a:lnTo>
                  <a:lnTo>
                    <a:pt x="603885" y="523399"/>
                  </a:lnTo>
                  <a:lnTo>
                    <a:pt x="603885" y="522923"/>
                  </a:lnTo>
                  <a:lnTo>
                    <a:pt x="606267" y="521017"/>
                  </a:lnTo>
                  <a:lnTo>
                    <a:pt x="606743" y="520065"/>
                  </a:lnTo>
                  <a:lnTo>
                    <a:pt x="607695" y="514350"/>
                  </a:lnTo>
                  <a:lnTo>
                    <a:pt x="608648" y="508159"/>
                  </a:lnTo>
                  <a:lnTo>
                    <a:pt x="609600" y="505777"/>
                  </a:lnTo>
                  <a:lnTo>
                    <a:pt x="610553" y="505301"/>
                  </a:lnTo>
                  <a:lnTo>
                    <a:pt x="618173" y="502444"/>
                  </a:lnTo>
                  <a:lnTo>
                    <a:pt x="619601" y="500539"/>
                  </a:lnTo>
                  <a:lnTo>
                    <a:pt x="623411" y="501015"/>
                  </a:lnTo>
                  <a:lnTo>
                    <a:pt x="623888" y="500539"/>
                  </a:lnTo>
                  <a:lnTo>
                    <a:pt x="624364" y="498634"/>
                  </a:lnTo>
                  <a:lnTo>
                    <a:pt x="626269" y="496252"/>
                  </a:lnTo>
                  <a:lnTo>
                    <a:pt x="628650" y="494348"/>
                  </a:lnTo>
                  <a:lnTo>
                    <a:pt x="630555" y="493871"/>
                  </a:lnTo>
                  <a:lnTo>
                    <a:pt x="637223" y="492919"/>
                  </a:lnTo>
                  <a:lnTo>
                    <a:pt x="641032" y="491490"/>
                  </a:lnTo>
                  <a:lnTo>
                    <a:pt x="642461" y="491490"/>
                  </a:lnTo>
                  <a:lnTo>
                    <a:pt x="652939" y="491966"/>
                  </a:lnTo>
                  <a:lnTo>
                    <a:pt x="655320" y="491490"/>
                  </a:lnTo>
                  <a:lnTo>
                    <a:pt x="655797" y="491014"/>
                  </a:lnTo>
                  <a:lnTo>
                    <a:pt x="656273" y="484823"/>
                  </a:lnTo>
                  <a:lnTo>
                    <a:pt x="658178" y="483870"/>
                  </a:lnTo>
                  <a:lnTo>
                    <a:pt x="658654" y="483394"/>
                  </a:lnTo>
                  <a:lnTo>
                    <a:pt x="658178" y="479108"/>
                  </a:lnTo>
                  <a:lnTo>
                    <a:pt x="652939" y="478155"/>
                  </a:lnTo>
                  <a:close/>
                </a:path>
              </a:pathLst>
            </a:custGeom>
            <a:grpFill/>
            <a:ln w="317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AA2BDF5C-7004-472E-9877-DDBCE6D07679}"/>
                </a:ext>
              </a:extLst>
            </p:cNvPr>
            <p:cNvSpPr/>
            <p:nvPr/>
          </p:nvSpPr>
          <p:spPr>
            <a:xfrm>
              <a:off x="7038975" y="2981800"/>
              <a:ext cx="332422" cy="312896"/>
            </a:xfrm>
            <a:custGeom>
              <a:avLst/>
              <a:gdLst>
                <a:gd name="connsiteX0" fmla="*/ 330041 w 332422"/>
                <a:gd name="connsiteY0" fmla="*/ 278606 h 312896"/>
                <a:gd name="connsiteX1" fmla="*/ 328613 w 332422"/>
                <a:gd name="connsiteY1" fmla="*/ 277178 h 312896"/>
                <a:gd name="connsiteX2" fmla="*/ 327184 w 332422"/>
                <a:gd name="connsiteY2" fmla="*/ 274796 h 312896"/>
                <a:gd name="connsiteX3" fmla="*/ 326707 w 332422"/>
                <a:gd name="connsiteY3" fmla="*/ 272891 h 312896"/>
                <a:gd name="connsiteX4" fmla="*/ 327184 w 332422"/>
                <a:gd name="connsiteY4" fmla="*/ 271939 h 312896"/>
                <a:gd name="connsiteX5" fmla="*/ 326707 w 332422"/>
                <a:gd name="connsiteY5" fmla="*/ 270034 h 312896"/>
                <a:gd name="connsiteX6" fmla="*/ 324802 w 332422"/>
                <a:gd name="connsiteY6" fmla="*/ 268129 h 312896"/>
                <a:gd name="connsiteX7" fmla="*/ 323374 w 332422"/>
                <a:gd name="connsiteY7" fmla="*/ 267176 h 312896"/>
                <a:gd name="connsiteX8" fmla="*/ 321469 w 332422"/>
                <a:gd name="connsiteY8" fmla="*/ 266700 h 312896"/>
                <a:gd name="connsiteX9" fmla="*/ 320040 w 332422"/>
                <a:gd name="connsiteY9" fmla="*/ 265748 h 312896"/>
                <a:gd name="connsiteX10" fmla="*/ 318611 w 332422"/>
                <a:gd name="connsiteY10" fmla="*/ 263366 h 312896"/>
                <a:gd name="connsiteX11" fmla="*/ 315754 w 332422"/>
                <a:gd name="connsiteY11" fmla="*/ 261938 h 312896"/>
                <a:gd name="connsiteX12" fmla="*/ 314325 w 332422"/>
                <a:gd name="connsiteY12" fmla="*/ 261461 h 312896"/>
                <a:gd name="connsiteX13" fmla="*/ 314325 w 332422"/>
                <a:gd name="connsiteY13" fmla="*/ 254318 h 312896"/>
                <a:gd name="connsiteX14" fmla="*/ 313849 w 332422"/>
                <a:gd name="connsiteY14" fmla="*/ 248126 h 312896"/>
                <a:gd name="connsiteX15" fmla="*/ 313849 w 332422"/>
                <a:gd name="connsiteY15" fmla="*/ 241935 h 312896"/>
                <a:gd name="connsiteX16" fmla="*/ 308134 w 332422"/>
                <a:gd name="connsiteY16" fmla="*/ 241935 h 312896"/>
                <a:gd name="connsiteX17" fmla="*/ 302895 w 332422"/>
                <a:gd name="connsiteY17" fmla="*/ 241459 h 312896"/>
                <a:gd name="connsiteX18" fmla="*/ 302895 w 332422"/>
                <a:gd name="connsiteY18" fmla="*/ 236696 h 312896"/>
                <a:gd name="connsiteX19" fmla="*/ 302895 w 332422"/>
                <a:gd name="connsiteY19" fmla="*/ 226695 h 312896"/>
                <a:gd name="connsiteX20" fmla="*/ 305276 w 332422"/>
                <a:gd name="connsiteY20" fmla="*/ 219551 h 312896"/>
                <a:gd name="connsiteX21" fmla="*/ 307657 w 332422"/>
                <a:gd name="connsiteY21" fmla="*/ 212408 h 312896"/>
                <a:gd name="connsiteX22" fmla="*/ 303848 w 332422"/>
                <a:gd name="connsiteY22" fmla="*/ 207169 h 312896"/>
                <a:gd name="connsiteX23" fmla="*/ 299561 w 332422"/>
                <a:gd name="connsiteY23" fmla="*/ 201454 h 312896"/>
                <a:gd name="connsiteX24" fmla="*/ 297180 w 332422"/>
                <a:gd name="connsiteY24" fmla="*/ 199073 h 312896"/>
                <a:gd name="connsiteX25" fmla="*/ 293846 w 332422"/>
                <a:gd name="connsiteY25" fmla="*/ 191929 h 312896"/>
                <a:gd name="connsiteX26" fmla="*/ 292418 w 332422"/>
                <a:gd name="connsiteY26" fmla="*/ 188595 h 312896"/>
                <a:gd name="connsiteX27" fmla="*/ 290989 w 332422"/>
                <a:gd name="connsiteY27" fmla="*/ 187643 h 312896"/>
                <a:gd name="connsiteX28" fmla="*/ 289560 w 332422"/>
                <a:gd name="connsiteY28" fmla="*/ 186690 h 312896"/>
                <a:gd name="connsiteX29" fmla="*/ 283845 w 332422"/>
                <a:gd name="connsiteY29" fmla="*/ 187166 h 312896"/>
                <a:gd name="connsiteX30" fmla="*/ 278606 w 332422"/>
                <a:gd name="connsiteY30" fmla="*/ 183356 h 312896"/>
                <a:gd name="connsiteX31" fmla="*/ 272415 w 332422"/>
                <a:gd name="connsiteY31" fmla="*/ 179070 h 312896"/>
                <a:gd name="connsiteX32" fmla="*/ 264795 w 332422"/>
                <a:gd name="connsiteY32" fmla="*/ 173355 h 312896"/>
                <a:gd name="connsiteX33" fmla="*/ 258604 w 332422"/>
                <a:gd name="connsiteY33" fmla="*/ 170021 h 312896"/>
                <a:gd name="connsiteX34" fmla="*/ 255746 w 332422"/>
                <a:gd name="connsiteY34" fmla="*/ 169069 h 312896"/>
                <a:gd name="connsiteX35" fmla="*/ 249555 w 332422"/>
                <a:gd name="connsiteY35" fmla="*/ 168593 h 312896"/>
                <a:gd name="connsiteX36" fmla="*/ 248602 w 332422"/>
                <a:gd name="connsiteY36" fmla="*/ 168116 h 312896"/>
                <a:gd name="connsiteX37" fmla="*/ 248126 w 332422"/>
                <a:gd name="connsiteY37" fmla="*/ 166211 h 312896"/>
                <a:gd name="connsiteX38" fmla="*/ 248602 w 332422"/>
                <a:gd name="connsiteY38" fmla="*/ 163830 h 312896"/>
                <a:gd name="connsiteX39" fmla="*/ 250507 w 332422"/>
                <a:gd name="connsiteY39" fmla="*/ 160496 h 312896"/>
                <a:gd name="connsiteX40" fmla="*/ 250507 w 332422"/>
                <a:gd name="connsiteY40" fmla="*/ 158591 h 312896"/>
                <a:gd name="connsiteX41" fmla="*/ 246221 w 332422"/>
                <a:gd name="connsiteY41" fmla="*/ 151448 h 312896"/>
                <a:gd name="connsiteX42" fmla="*/ 244793 w 332422"/>
                <a:gd name="connsiteY42" fmla="*/ 149543 h 312896"/>
                <a:gd name="connsiteX43" fmla="*/ 241459 w 332422"/>
                <a:gd name="connsiteY43" fmla="*/ 148590 h 312896"/>
                <a:gd name="connsiteX44" fmla="*/ 241935 w 332422"/>
                <a:gd name="connsiteY44" fmla="*/ 146685 h 312896"/>
                <a:gd name="connsiteX45" fmla="*/ 241935 w 332422"/>
                <a:gd name="connsiteY45" fmla="*/ 145256 h 312896"/>
                <a:gd name="connsiteX46" fmla="*/ 241459 w 332422"/>
                <a:gd name="connsiteY46" fmla="*/ 144304 h 312896"/>
                <a:gd name="connsiteX47" fmla="*/ 240506 w 332422"/>
                <a:gd name="connsiteY47" fmla="*/ 143828 h 312896"/>
                <a:gd name="connsiteX48" fmla="*/ 239554 w 332422"/>
                <a:gd name="connsiteY48" fmla="*/ 143828 h 312896"/>
                <a:gd name="connsiteX49" fmla="*/ 236696 w 332422"/>
                <a:gd name="connsiteY49" fmla="*/ 144304 h 312896"/>
                <a:gd name="connsiteX50" fmla="*/ 234315 w 332422"/>
                <a:gd name="connsiteY50" fmla="*/ 141446 h 312896"/>
                <a:gd name="connsiteX51" fmla="*/ 227648 w 332422"/>
                <a:gd name="connsiteY51" fmla="*/ 132398 h 312896"/>
                <a:gd name="connsiteX52" fmla="*/ 225743 w 332422"/>
                <a:gd name="connsiteY52" fmla="*/ 130969 h 312896"/>
                <a:gd name="connsiteX53" fmla="*/ 225266 w 332422"/>
                <a:gd name="connsiteY53" fmla="*/ 130493 h 312896"/>
                <a:gd name="connsiteX54" fmla="*/ 226695 w 332422"/>
                <a:gd name="connsiteY54" fmla="*/ 127635 h 312896"/>
                <a:gd name="connsiteX55" fmla="*/ 229552 w 332422"/>
                <a:gd name="connsiteY55" fmla="*/ 123825 h 312896"/>
                <a:gd name="connsiteX56" fmla="*/ 230029 w 332422"/>
                <a:gd name="connsiteY56" fmla="*/ 121444 h 312896"/>
                <a:gd name="connsiteX57" fmla="*/ 229552 w 332422"/>
                <a:gd name="connsiteY57" fmla="*/ 118586 h 312896"/>
                <a:gd name="connsiteX58" fmla="*/ 226695 w 332422"/>
                <a:gd name="connsiteY58" fmla="*/ 113824 h 312896"/>
                <a:gd name="connsiteX59" fmla="*/ 227171 w 332422"/>
                <a:gd name="connsiteY59" fmla="*/ 111443 h 312896"/>
                <a:gd name="connsiteX60" fmla="*/ 228600 w 332422"/>
                <a:gd name="connsiteY60" fmla="*/ 109061 h 312896"/>
                <a:gd name="connsiteX61" fmla="*/ 228600 w 332422"/>
                <a:gd name="connsiteY61" fmla="*/ 107156 h 312896"/>
                <a:gd name="connsiteX62" fmla="*/ 230505 w 332422"/>
                <a:gd name="connsiteY62" fmla="*/ 107633 h 312896"/>
                <a:gd name="connsiteX63" fmla="*/ 233363 w 332422"/>
                <a:gd name="connsiteY63" fmla="*/ 107633 h 312896"/>
                <a:gd name="connsiteX64" fmla="*/ 234315 w 332422"/>
                <a:gd name="connsiteY64" fmla="*/ 106204 h 312896"/>
                <a:gd name="connsiteX65" fmla="*/ 233839 w 332422"/>
                <a:gd name="connsiteY65" fmla="*/ 100965 h 312896"/>
                <a:gd name="connsiteX66" fmla="*/ 234791 w 332422"/>
                <a:gd name="connsiteY66" fmla="*/ 99060 h 312896"/>
                <a:gd name="connsiteX67" fmla="*/ 242888 w 332422"/>
                <a:gd name="connsiteY67" fmla="*/ 90488 h 312896"/>
                <a:gd name="connsiteX68" fmla="*/ 247174 w 332422"/>
                <a:gd name="connsiteY68" fmla="*/ 88583 h 312896"/>
                <a:gd name="connsiteX69" fmla="*/ 250031 w 332422"/>
                <a:gd name="connsiteY69" fmla="*/ 86678 h 312896"/>
                <a:gd name="connsiteX70" fmla="*/ 250984 w 332422"/>
                <a:gd name="connsiteY70" fmla="*/ 83820 h 312896"/>
                <a:gd name="connsiteX71" fmla="*/ 250031 w 332422"/>
                <a:gd name="connsiteY71" fmla="*/ 82391 h 312896"/>
                <a:gd name="connsiteX72" fmla="*/ 249555 w 332422"/>
                <a:gd name="connsiteY72" fmla="*/ 80486 h 312896"/>
                <a:gd name="connsiteX73" fmla="*/ 249555 w 332422"/>
                <a:gd name="connsiteY73" fmla="*/ 79058 h 312896"/>
                <a:gd name="connsiteX74" fmla="*/ 246221 w 332422"/>
                <a:gd name="connsiteY74" fmla="*/ 75248 h 312896"/>
                <a:gd name="connsiteX75" fmla="*/ 244793 w 332422"/>
                <a:gd name="connsiteY75" fmla="*/ 73343 h 312896"/>
                <a:gd name="connsiteX76" fmla="*/ 244793 w 332422"/>
                <a:gd name="connsiteY76" fmla="*/ 71438 h 312896"/>
                <a:gd name="connsiteX77" fmla="*/ 245269 w 332422"/>
                <a:gd name="connsiteY77" fmla="*/ 68104 h 312896"/>
                <a:gd name="connsiteX78" fmla="*/ 246698 w 332422"/>
                <a:gd name="connsiteY78" fmla="*/ 65723 h 312896"/>
                <a:gd name="connsiteX79" fmla="*/ 251936 w 332422"/>
                <a:gd name="connsiteY79" fmla="*/ 64294 h 312896"/>
                <a:gd name="connsiteX80" fmla="*/ 254318 w 332422"/>
                <a:gd name="connsiteY80" fmla="*/ 62865 h 312896"/>
                <a:gd name="connsiteX81" fmla="*/ 254794 w 332422"/>
                <a:gd name="connsiteY81" fmla="*/ 61913 h 312896"/>
                <a:gd name="connsiteX82" fmla="*/ 251460 w 332422"/>
                <a:gd name="connsiteY82" fmla="*/ 60008 h 312896"/>
                <a:gd name="connsiteX83" fmla="*/ 243840 w 332422"/>
                <a:gd name="connsiteY83" fmla="*/ 59531 h 312896"/>
                <a:gd name="connsiteX84" fmla="*/ 238125 w 332422"/>
                <a:gd name="connsiteY84" fmla="*/ 60008 h 312896"/>
                <a:gd name="connsiteX85" fmla="*/ 236220 w 332422"/>
                <a:gd name="connsiteY85" fmla="*/ 59531 h 312896"/>
                <a:gd name="connsiteX86" fmla="*/ 233363 w 332422"/>
                <a:gd name="connsiteY86" fmla="*/ 55721 h 312896"/>
                <a:gd name="connsiteX87" fmla="*/ 230505 w 332422"/>
                <a:gd name="connsiteY87" fmla="*/ 54293 h 312896"/>
                <a:gd name="connsiteX88" fmla="*/ 228124 w 332422"/>
                <a:gd name="connsiteY88" fmla="*/ 52864 h 312896"/>
                <a:gd name="connsiteX89" fmla="*/ 225266 w 332422"/>
                <a:gd name="connsiteY89" fmla="*/ 52864 h 312896"/>
                <a:gd name="connsiteX90" fmla="*/ 223838 w 332422"/>
                <a:gd name="connsiteY90" fmla="*/ 52388 h 312896"/>
                <a:gd name="connsiteX91" fmla="*/ 223361 w 332422"/>
                <a:gd name="connsiteY91" fmla="*/ 50959 h 312896"/>
                <a:gd name="connsiteX92" fmla="*/ 220027 w 332422"/>
                <a:gd name="connsiteY92" fmla="*/ 39529 h 312896"/>
                <a:gd name="connsiteX93" fmla="*/ 218599 w 332422"/>
                <a:gd name="connsiteY93" fmla="*/ 38100 h 312896"/>
                <a:gd name="connsiteX94" fmla="*/ 216694 w 332422"/>
                <a:gd name="connsiteY94" fmla="*/ 37624 h 312896"/>
                <a:gd name="connsiteX95" fmla="*/ 215265 w 332422"/>
                <a:gd name="connsiteY95" fmla="*/ 37624 h 312896"/>
                <a:gd name="connsiteX96" fmla="*/ 214313 w 332422"/>
                <a:gd name="connsiteY96" fmla="*/ 36671 h 312896"/>
                <a:gd name="connsiteX97" fmla="*/ 213360 w 332422"/>
                <a:gd name="connsiteY97" fmla="*/ 35243 h 312896"/>
                <a:gd name="connsiteX98" fmla="*/ 212884 w 332422"/>
                <a:gd name="connsiteY98" fmla="*/ 32861 h 312896"/>
                <a:gd name="connsiteX99" fmla="*/ 212407 w 332422"/>
                <a:gd name="connsiteY99" fmla="*/ 30004 h 312896"/>
                <a:gd name="connsiteX100" fmla="*/ 212884 w 332422"/>
                <a:gd name="connsiteY100" fmla="*/ 27623 h 312896"/>
                <a:gd name="connsiteX101" fmla="*/ 212407 w 332422"/>
                <a:gd name="connsiteY101" fmla="*/ 26194 h 312896"/>
                <a:gd name="connsiteX102" fmla="*/ 210979 w 332422"/>
                <a:gd name="connsiteY102" fmla="*/ 24765 h 312896"/>
                <a:gd name="connsiteX103" fmla="*/ 209074 w 332422"/>
                <a:gd name="connsiteY103" fmla="*/ 23813 h 312896"/>
                <a:gd name="connsiteX104" fmla="*/ 207645 w 332422"/>
                <a:gd name="connsiteY104" fmla="*/ 22384 h 312896"/>
                <a:gd name="connsiteX105" fmla="*/ 204788 w 332422"/>
                <a:gd name="connsiteY105" fmla="*/ 12383 h 312896"/>
                <a:gd name="connsiteX106" fmla="*/ 203835 w 332422"/>
                <a:gd name="connsiteY106" fmla="*/ 9525 h 312896"/>
                <a:gd name="connsiteX107" fmla="*/ 203835 w 332422"/>
                <a:gd name="connsiteY107" fmla="*/ 9049 h 312896"/>
                <a:gd name="connsiteX108" fmla="*/ 202406 w 332422"/>
                <a:gd name="connsiteY108" fmla="*/ 8096 h 312896"/>
                <a:gd name="connsiteX109" fmla="*/ 200501 w 332422"/>
                <a:gd name="connsiteY109" fmla="*/ 8096 h 312896"/>
                <a:gd name="connsiteX110" fmla="*/ 198120 w 332422"/>
                <a:gd name="connsiteY110" fmla="*/ 7620 h 312896"/>
                <a:gd name="connsiteX111" fmla="*/ 196691 w 332422"/>
                <a:gd name="connsiteY111" fmla="*/ 8573 h 312896"/>
                <a:gd name="connsiteX112" fmla="*/ 194310 w 332422"/>
                <a:gd name="connsiteY112" fmla="*/ 10478 h 312896"/>
                <a:gd name="connsiteX113" fmla="*/ 191452 w 332422"/>
                <a:gd name="connsiteY113" fmla="*/ 12383 h 312896"/>
                <a:gd name="connsiteX114" fmla="*/ 188595 w 332422"/>
                <a:gd name="connsiteY114" fmla="*/ 14288 h 312896"/>
                <a:gd name="connsiteX115" fmla="*/ 187166 w 332422"/>
                <a:gd name="connsiteY115" fmla="*/ 15240 h 312896"/>
                <a:gd name="connsiteX116" fmla="*/ 185738 w 332422"/>
                <a:gd name="connsiteY116" fmla="*/ 15240 h 312896"/>
                <a:gd name="connsiteX117" fmla="*/ 184785 w 332422"/>
                <a:gd name="connsiteY117" fmla="*/ 14288 h 312896"/>
                <a:gd name="connsiteX118" fmla="*/ 184309 w 332422"/>
                <a:gd name="connsiteY118" fmla="*/ 12383 h 312896"/>
                <a:gd name="connsiteX119" fmla="*/ 184785 w 332422"/>
                <a:gd name="connsiteY119" fmla="*/ 6668 h 312896"/>
                <a:gd name="connsiteX120" fmla="*/ 184309 w 332422"/>
                <a:gd name="connsiteY120" fmla="*/ 4763 h 312896"/>
                <a:gd name="connsiteX121" fmla="*/ 182880 w 332422"/>
                <a:gd name="connsiteY121" fmla="*/ 3810 h 312896"/>
                <a:gd name="connsiteX122" fmla="*/ 181451 w 332422"/>
                <a:gd name="connsiteY122" fmla="*/ 2858 h 312896"/>
                <a:gd name="connsiteX123" fmla="*/ 179546 w 332422"/>
                <a:gd name="connsiteY123" fmla="*/ 2381 h 312896"/>
                <a:gd name="connsiteX124" fmla="*/ 178118 w 332422"/>
                <a:gd name="connsiteY124" fmla="*/ 2381 h 312896"/>
                <a:gd name="connsiteX125" fmla="*/ 175736 w 332422"/>
                <a:gd name="connsiteY125" fmla="*/ 4286 h 312896"/>
                <a:gd name="connsiteX126" fmla="*/ 171926 w 332422"/>
                <a:gd name="connsiteY126" fmla="*/ 5715 h 312896"/>
                <a:gd name="connsiteX127" fmla="*/ 166688 w 332422"/>
                <a:gd name="connsiteY127" fmla="*/ 5715 h 312896"/>
                <a:gd name="connsiteX128" fmla="*/ 162877 w 332422"/>
                <a:gd name="connsiteY128" fmla="*/ 5239 h 312896"/>
                <a:gd name="connsiteX129" fmla="*/ 160973 w 332422"/>
                <a:gd name="connsiteY129" fmla="*/ 5239 h 312896"/>
                <a:gd name="connsiteX130" fmla="*/ 153829 w 332422"/>
                <a:gd name="connsiteY130" fmla="*/ 2381 h 312896"/>
                <a:gd name="connsiteX131" fmla="*/ 152400 w 332422"/>
                <a:gd name="connsiteY131" fmla="*/ 2381 h 312896"/>
                <a:gd name="connsiteX132" fmla="*/ 150019 w 332422"/>
                <a:gd name="connsiteY132" fmla="*/ 1429 h 312896"/>
                <a:gd name="connsiteX133" fmla="*/ 146685 w 332422"/>
                <a:gd name="connsiteY133" fmla="*/ 476 h 312896"/>
                <a:gd name="connsiteX134" fmla="*/ 141446 w 332422"/>
                <a:gd name="connsiteY134" fmla="*/ 1905 h 312896"/>
                <a:gd name="connsiteX135" fmla="*/ 139065 w 332422"/>
                <a:gd name="connsiteY135" fmla="*/ 1429 h 312896"/>
                <a:gd name="connsiteX136" fmla="*/ 135731 w 332422"/>
                <a:gd name="connsiteY136" fmla="*/ 0 h 312896"/>
                <a:gd name="connsiteX137" fmla="*/ 134779 w 332422"/>
                <a:gd name="connsiteY137" fmla="*/ 476 h 312896"/>
                <a:gd name="connsiteX138" fmla="*/ 130969 w 332422"/>
                <a:gd name="connsiteY138" fmla="*/ 4763 h 312896"/>
                <a:gd name="connsiteX139" fmla="*/ 125254 w 332422"/>
                <a:gd name="connsiteY139" fmla="*/ 9525 h 312896"/>
                <a:gd name="connsiteX140" fmla="*/ 121920 w 332422"/>
                <a:gd name="connsiteY140" fmla="*/ 10478 h 312896"/>
                <a:gd name="connsiteX141" fmla="*/ 121920 w 332422"/>
                <a:gd name="connsiteY141" fmla="*/ 10954 h 312896"/>
                <a:gd name="connsiteX142" fmla="*/ 121444 w 332422"/>
                <a:gd name="connsiteY142" fmla="*/ 12383 h 312896"/>
                <a:gd name="connsiteX143" fmla="*/ 117634 w 332422"/>
                <a:gd name="connsiteY143" fmla="*/ 16193 h 312896"/>
                <a:gd name="connsiteX144" fmla="*/ 112395 w 332422"/>
                <a:gd name="connsiteY144" fmla="*/ 21431 h 312896"/>
                <a:gd name="connsiteX145" fmla="*/ 108585 w 332422"/>
                <a:gd name="connsiteY145" fmla="*/ 24765 h 312896"/>
                <a:gd name="connsiteX146" fmla="*/ 102394 w 332422"/>
                <a:gd name="connsiteY146" fmla="*/ 30004 h 312896"/>
                <a:gd name="connsiteX147" fmla="*/ 97631 w 332422"/>
                <a:gd name="connsiteY147" fmla="*/ 31433 h 312896"/>
                <a:gd name="connsiteX148" fmla="*/ 89535 w 332422"/>
                <a:gd name="connsiteY148" fmla="*/ 33338 h 312896"/>
                <a:gd name="connsiteX149" fmla="*/ 87630 w 332422"/>
                <a:gd name="connsiteY149" fmla="*/ 35243 h 312896"/>
                <a:gd name="connsiteX150" fmla="*/ 85725 w 332422"/>
                <a:gd name="connsiteY150" fmla="*/ 38576 h 312896"/>
                <a:gd name="connsiteX151" fmla="*/ 84296 w 332422"/>
                <a:gd name="connsiteY151" fmla="*/ 42863 h 312896"/>
                <a:gd name="connsiteX152" fmla="*/ 84296 w 332422"/>
                <a:gd name="connsiteY152" fmla="*/ 45244 h 312896"/>
                <a:gd name="connsiteX153" fmla="*/ 83820 w 332422"/>
                <a:gd name="connsiteY153" fmla="*/ 50483 h 312896"/>
                <a:gd name="connsiteX154" fmla="*/ 85725 w 332422"/>
                <a:gd name="connsiteY154" fmla="*/ 55721 h 312896"/>
                <a:gd name="connsiteX155" fmla="*/ 87630 w 332422"/>
                <a:gd name="connsiteY155" fmla="*/ 60484 h 312896"/>
                <a:gd name="connsiteX156" fmla="*/ 87630 w 332422"/>
                <a:gd name="connsiteY156" fmla="*/ 63818 h 312896"/>
                <a:gd name="connsiteX157" fmla="*/ 87630 w 332422"/>
                <a:gd name="connsiteY157" fmla="*/ 67151 h 312896"/>
                <a:gd name="connsiteX158" fmla="*/ 85725 w 332422"/>
                <a:gd name="connsiteY158" fmla="*/ 70485 h 312896"/>
                <a:gd name="connsiteX159" fmla="*/ 83820 w 332422"/>
                <a:gd name="connsiteY159" fmla="*/ 75248 h 312896"/>
                <a:gd name="connsiteX160" fmla="*/ 82868 w 332422"/>
                <a:gd name="connsiteY160" fmla="*/ 80486 h 312896"/>
                <a:gd name="connsiteX161" fmla="*/ 82391 w 332422"/>
                <a:gd name="connsiteY161" fmla="*/ 90488 h 312896"/>
                <a:gd name="connsiteX162" fmla="*/ 82391 w 332422"/>
                <a:gd name="connsiteY162" fmla="*/ 99060 h 312896"/>
                <a:gd name="connsiteX163" fmla="*/ 81915 w 332422"/>
                <a:gd name="connsiteY163" fmla="*/ 100489 h 312896"/>
                <a:gd name="connsiteX164" fmla="*/ 79057 w 332422"/>
                <a:gd name="connsiteY164" fmla="*/ 106204 h 312896"/>
                <a:gd name="connsiteX165" fmla="*/ 75248 w 332422"/>
                <a:gd name="connsiteY165" fmla="*/ 113348 h 312896"/>
                <a:gd name="connsiteX166" fmla="*/ 73343 w 332422"/>
                <a:gd name="connsiteY166" fmla="*/ 114776 h 312896"/>
                <a:gd name="connsiteX167" fmla="*/ 64770 w 332422"/>
                <a:gd name="connsiteY167" fmla="*/ 116681 h 312896"/>
                <a:gd name="connsiteX168" fmla="*/ 55721 w 332422"/>
                <a:gd name="connsiteY168" fmla="*/ 121920 h 312896"/>
                <a:gd name="connsiteX169" fmla="*/ 45720 w 332422"/>
                <a:gd name="connsiteY169" fmla="*/ 127635 h 312896"/>
                <a:gd name="connsiteX170" fmla="*/ 36195 w 332422"/>
                <a:gd name="connsiteY170" fmla="*/ 132874 h 312896"/>
                <a:gd name="connsiteX171" fmla="*/ 26670 w 332422"/>
                <a:gd name="connsiteY171" fmla="*/ 138113 h 312896"/>
                <a:gd name="connsiteX172" fmla="*/ 16669 w 332422"/>
                <a:gd name="connsiteY172" fmla="*/ 143828 h 312896"/>
                <a:gd name="connsiteX173" fmla="*/ 9525 w 332422"/>
                <a:gd name="connsiteY173" fmla="*/ 147638 h 312896"/>
                <a:gd name="connsiteX174" fmla="*/ 0 w 332422"/>
                <a:gd name="connsiteY174" fmla="*/ 153353 h 312896"/>
                <a:gd name="connsiteX175" fmla="*/ 2381 w 332422"/>
                <a:gd name="connsiteY175" fmla="*/ 161449 h 312896"/>
                <a:gd name="connsiteX176" fmla="*/ 4763 w 332422"/>
                <a:gd name="connsiteY176" fmla="*/ 169545 h 312896"/>
                <a:gd name="connsiteX177" fmla="*/ 7144 w 332422"/>
                <a:gd name="connsiteY177" fmla="*/ 178118 h 312896"/>
                <a:gd name="connsiteX178" fmla="*/ 9525 w 332422"/>
                <a:gd name="connsiteY178" fmla="*/ 186214 h 312896"/>
                <a:gd name="connsiteX179" fmla="*/ 6668 w 332422"/>
                <a:gd name="connsiteY179" fmla="*/ 186690 h 312896"/>
                <a:gd name="connsiteX180" fmla="*/ 9049 w 332422"/>
                <a:gd name="connsiteY180" fmla="*/ 193358 h 312896"/>
                <a:gd name="connsiteX181" fmla="*/ 12382 w 332422"/>
                <a:gd name="connsiteY181" fmla="*/ 192405 h 312896"/>
                <a:gd name="connsiteX182" fmla="*/ 15716 w 332422"/>
                <a:gd name="connsiteY182" fmla="*/ 191453 h 312896"/>
                <a:gd name="connsiteX183" fmla="*/ 17621 w 332422"/>
                <a:gd name="connsiteY183" fmla="*/ 195263 h 312896"/>
                <a:gd name="connsiteX184" fmla="*/ 12382 w 332422"/>
                <a:gd name="connsiteY184" fmla="*/ 200025 h 312896"/>
                <a:gd name="connsiteX185" fmla="*/ 20002 w 332422"/>
                <a:gd name="connsiteY185" fmla="*/ 200978 h 312896"/>
                <a:gd name="connsiteX186" fmla="*/ 31432 w 332422"/>
                <a:gd name="connsiteY186" fmla="*/ 202883 h 312896"/>
                <a:gd name="connsiteX187" fmla="*/ 42386 w 332422"/>
                <a:gd name="connsiteY187" fmla="*/ 204788 h 312896"/>
                <a:gd name="connsiteX188" fmla="*/ 54293 w 332422"/>
                <a:gd name="connsiteY188" fmla="*/ 206693 h 312896"/>
                <a:gd name="connsiteX189" fmla="*/ 57626 w 332422"/>
                <a:gd name="connsiteY189" fmla="*/ 208598 h 312896"/>
                <a:gd name="connsiteX190" fmla="*/ 69056 w 332422"/>
                <a:gd name="connsiteY190" fmla="*/ 214789 h 312896"/>
                <a:gd name="connsiteX191" fmla="*/ 76200 w 332422"/>
                <a:gd name="connsiteY191" fmla="*/ 219075 h 312896"/>
                <a:gd name="connsiteX192" fmla="*/ 84773 w 332422"/>
                <a:gd name="connsiteY192" fmla="*/ 223838 h 312896"/>
                <a:gd name="connsiteX193" fmla="*/ 95250 w 332422"/>
                <a:gd name="connsiteY193" fmla="*/ 229553 h 312896"/>
                <a:gd name="connsiteX194" fmla="*/ 102870 w 332422"/>
                <a:gd name="connsiteY194" fmla="*/ 233363 h 312896"/>
                <a:gd name="connsiteX195" fmla="*/ 111919 w 332422"/>
                <a:gd name="connsiteY195" fmla="*/ 238601 h 312896"/>
                <a:gd name="connsiteX196" fmla="*/ 119539 w 332422"/>
                <a:gd name="connsiteY196" fmla="*/ 244793 h 312896"/>
                <a:gd name="connsiteX197" fmla="*/ 128588 w 332422"/>
                <a:gd name="connsiteY197" fmla="*/ 252413 h 312896"/>
                <a:gd name="connsiteX198" fmla="*/ 138589 w 332422"/>
                <a:gd name="connsiteY198" fmla="*/ 260509 h 312896"/>
                <a:gd name="connsiteX199" fmla="*/ 147161 w 332422"/>
                <a:gd name="connsiteY199" fmla="*/ 266700 h 312896"/>
                <a:gd name="connsiteX200" fmla="*/ 158591 w 332422"/>
                <a:gd name="connsiteY200" fmla="*/ 275749 h 312896"/>
                <a:gd name="connsiteX201" fmla="*/ 170021 w 332422"/>
                <a:gd name="connsiteY201" fmla="*/ 284321 h 312896"/>
                <a:gd name="connsiteX202" fmla="*/ 180975 w 332422"/>
                <a:gd name="connsiteY202" fmla="*/ 292894 h 312896"/>
                <a:gd name="connsiteX203" fmla="*/ 190024 w 332422"/>
                <a:gd name="connsiteY203" fmla="*/ 299561 h 312896"/>
                <a:gd name="connsiteX204" fmla="*/ 200977 w 332422"/>
                <a:gd name="connsiteY204" fmla="*/ 308134 h 312896"/>
                <a:gd name="connsiteX205" fmla="*/ 201930 w 332422"/>
                <a:gd name="connsiteY205" fmla="*/ 308134 h 312896"/>
                <a:gd name="connsiteX206" fmla="*/ 213360 w 332422"/>
                <a:gd name="connsiteY206" fmla="*/ 309086 h 312896"/>
                <a:gd name="connsiteX207" fmla="*/ 228600 w 332422"/>
                <a:gd name="connsiteY207" fmla="*/ 310515 h 312896"/>
                <a:gd name="connsiteX208" fmla="*/ 243840 w 332422"/>
                <a:gd name="connsiteY208" fmla="*/ 311944 h 312896"/>
                <a:gd name="connsiteX209" fmla="*/ 257651 w 332422"/>
                <a:gd name="connsiteY209" fmla="*/ 312896 h 312896"/>
                <a:gd name="connsiteX210" fmla="*/ 263843 w 332422"/>
                <a:gd name="connsiteY210" fmla="*/ 311944 h 312896"/>
                <a:gd name="connsiteX211" fmla="*/ 269081 w 332422"/>
                <a:gd name="connsiteY211" fmla="*/ 305753 h 312896"/>
                <a:gd name="connsiteX212" fmla="*/ 271939 w 332422"/>
                <a:gd name="connsiteY212" fmla="*/ 302895 h 312896"/>
                <a:gd name="connsiteX213" fmla="*/ 276225 w 332422"/>
                <a:gd name="connsiteY213" fmla="*/ 295751 h 312896"/>
                <a:gd name="connsiteX214" fmla="*/ 278606 w 332422"/>
                <a:gd name="connsiteY214" fmla="*/ 290513 h 312896"/>
                <a:gd name="connsiteX215" fmla="*/ 280988 w 332422"/>
                <a:gd name="connsiteY215" fmla="*/ 285274 h 312896"/>
                <a:gd name="connsiteX216" fmla="*/ 282893 w 332422"/>
                <a:gd name="connsiteY216" fmla="*/ 280988 h 312896"/>
                <a:gd name="connsiteX217" fmla="*/ 283369 w 332422"/>
                <a:gd name="connsiteY217" fmla="*/ 280035 h 312896"/>
                <a:gd name="connsiteX218" fmla="*/ 284798 w 332422"/>
                <a:gd name="connsiteY218" fmla="*/ 278606 h 312896"/>
                <a:gd name="connsiteX219" fmla="*/ 287179 w 332422"/>
                <a:gd name="connsiteY219" fmla="*/ 277178 h 312896"/>
                <a:gd name="connsiteX220" fmla="*/ 290989 w 332422"/>
                <a:gd name="connsiteY220" fmla="*/ 275749 h 312896"/>
                <a:gd name="connsiteX221" fmla="*/ 297180 w 332422"/>
                <a:gd name="connsiteY221" fmla="*/ 275273 h 312896"/>
                <a:gd name="connsiteX222" fmla="*/ 301466 w 332422"/>
                <a:gd name="connsiteY222" fmla="*/ 275273 h 312896"/>
                <a:gd name="connsiteX223" fmla="*/ 302419 w 332422"/>
                <a:gd name="connsiteY223" fmla="*/ 275273 h 312896"/>
                <a:gd name="connsiteX224" fmla="*/ 305276 w 332422"/>
                <a:gd name="connsiteY224" fmla="*/ 275749 h 312896"/>
                <a:gd name="connsiteX225" fmla="*/ 312896 w 332422"/>
                <a:gd name="connsiteY225" fmla="*/ 279559 h 312896"/>
                <a:gd name="connsiteX226" fmla="*/ 312896 w 332422"/>
                <a:gd name="connsiteY226" fmla="*/ 278130 h 312896"/>
                <a:gd name="connsiteX227" fmla="*/ 316230 w 332422"/>
                <a:gd name="connsiteY227" fmla="*/ 277178 h 312896"/>
                <a:gd name="connsiteX228" fmla="*/ 318611 w 332422"/>
                <a:gd name="connsiteY228" fmla="*/ 277178 h 312896"/>
                <a:gd name="connsiteX229" fmla="*/ 325755 w 332422"/>
                <a:gd name="connsiteY229" fmla="*/ 280511 h 312896"/>
                <a:gd name="connsiteX230" fmla="*/ 329089 w 332422"/>
                <a:gd name="connsiteY230" fmla="*/ 280988 h 312896"/>
                <a:gd name="connsiteX231" fmla="*/ 332423 w 332422"/>
                <a:gd name="connsiteY231" fmla="*/ 280035 h 31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332422" h="312896">
                  <a:moveTo>
                    <a:pt x="330041" y="278606"/>
                  </a:moveTo>
                  <a:lnTo>
                    <a:pt x="328613" y="277178"/>
                  </a:lnTo>
                  <a:lnTo>
                    <a:pt x="327184" y="274796"/>
                  </a:lnTo>
                  <a:lnTo>
                    <a:pt x="326707" y="272891"/>
                  </a:lnTo>
                  <a:lnTo>
                    <a:pt x="327184" y="271939"/>
                  </a:lnTo>
                  <a:lnTo>
                    <a:pt x="326707" y="270034"/>
                  </a:lnTo>
                  <a:lnTo>
                    <a:pt x="324802" y="268129"/>
                  </a:lnTo>
                  <a:lnTo>
                    <a:pt x="323374" y="267176"/>
                  </a:lnTo>
                  <a:lnTo>
                    <a:pt x="321469" y="266700"/>
                  </a:lnTo>
                  <a:lnTo>
                    <a:pt x="320040" y="265748"/>
                  </a:lnTo>
                  <a:lnTo>
                    <a:pt x="318611" y="263366"/>
                  </a:lnTo>
                  <a:lnTo>
                    <a:pt x="315754" y="261938"/>
                  </a:lnTo>
                  <a:lnTo>
                    <a:pt x="314325" y="261461"/>
                  </a:lnTo>
                  <a:lnTo>
                    <a:pt x="314325" y="254318"/>
                  </a:lnTo>
                  <a:lnTo>
                    <a:pt x="313849" y="248126"/>
                  </a:lnTo>
                  <a:lnTo>
                    <a:pt x="313849" y="241935"/>
                  </a:lnTo>
                  <a:lnTo>
                    <a:pt x="308134" y="241935"/>
                  </a:lnTo>
                  <a:lnTo>
                    <a:pt x="302895" y="241459"/>
                  </a:lnTo>
                  <a:lnTo>
                    <a:pt x="302895" y="236696"/>
                  </a:lnTo>
                  <a:lnTo>
                    <a:pt x="302895" y="226695"/>
                  </a:lnTo>
                  <a:lnTo>
                    <a:pt x="305276" y="219551"/>
                  </a:lnTo>
                  <a:lnTo>
                    <a:pt x="307657" y="212408"/>
                  </a:lnTo>
                  <a:lnTo>
                    <a:pt x="303848" y="207169"/>
                  </a:lnTo>
                  <a:lnTo>
                    <a:pt x="299561" y="201454"/>
                  </a:lnTo>
                  <a:lnTo>
                    <a:pt x="297180" y="199073"/>
                  </a:lnTo>
                  <a:lnTo>
                    <a:pt x="293846" y="191929"/>
                  </a:lnTo>
                  <a:lnTo>
                    <a:pt x="292418" y="188595"/>
                  </a:lnTo>
                  <a:lnTo>
                    <a:pt x="290989" y="187643"/>
                  </a:lnTo>
                  <a:lnTo>
                    <a:pt x="289560" y="186690"/>
                  </a:lnTo>
                  <a:lnTo>
                    <a:pt x="283845" y="187166"/>
                  </a:lnTo>
                  <a:lnTo>
                    <a:pt x="278606" y="183356"/>
                  </a:lnTo>
                  <a:lnTo>
                    <a:pt x="272415" y="179070"/>
                  </a:lnTo>
                  <a:lnTo>
                    <a:pt x="264795" y="173355"/>
                  </a:lnTo>
                  <a:lnTo>
                    <a:pt x="258604" y="170021"/>
                  </a:lnTo>
                  <a:lnTo>
                    <a:pt x="255746" y="169069"/>
                  </a:lnTo>
                  <a:lnTo>
                    <a:pt x="249555" y="168593"/>
                  </a:lnTo>
                  <a:lnTo>
                    <a:pt x="248602" y="168116"/>
                  </a:lnTo>
                  <a:lnTo>
                    <a:pt x="248126" y="166211"/>
                  </a:lnTo>
                  <a:lnTo>
                    <a:pt x="248602" y="163830"/>
                  </a:lnTo>
                  <a:lnTo>
                    <a:pt x="250507" y="160496"/>
                  </a:lnTo>
                  <a:lnTo>
                    <a:pt x="250507" y="158591"/>
                  </a:lnTo>
                  <a:lnTo>
                    <a:pt x="246221" y="151448"/>
                  </a:lnTo>
                  <a:lnTo>
                    <a:pt x="244793" y="149543"/>
                  </a:lnTo>
                  <a:lnTo>
                    <a:pt x="241459" y="148590"/>
                  </a:lnTo>
                  <a:lnTo>
                    <a:pt x="241935" y="146685"/>
                  </a:lnTo>
                  <a:lnTo>
                    <a:pt x="241935" y="145256"/>
                  </a:lnTo>
                  <a:lnTo>
                    <a:pt x="241459" y="144304"/>
                  </a:lnTo>
                  <a:lnTo>
                    <a:pt x="240506" y="143828"/>
                  </a:lnTo>
                  <a:lnTo>
                    <a:pt x="239554" y="143828"/>
                  </a:lnTo>
                  <a:lnTo>
                    <a:pt x="236696" y="144304"/>
                  </a:lnTo>
                  <a:lnTo>
                    <a:pt x="234315" y="141446"/>
                  </a:lnTo>
                  <a:lnTo>
                    <a:pt x="227648" y="132398"/>
                  </a:lnTo>
                  <a:lnTo>
                    <a:pt x="225743" y="130969"/>
                  </a:lnTo>
                  <a:lnTo>
                    <a:pt x="225266" y="130493"/>
                  </a:lnTo>
                  <a:lnTo>
                    <a:pt x="226695" y="127635"/>
                  </a:lnTo>
                  <a:lnTo>
                    <a:pt x="229552" y="123825"/>
                  </a:lnTo>
                  <a:lnTo>
                    <a:pt x="230029" y="121444"/>
                  </a:lnTo>
                  <a:lnTo>
                    <a:pt x="229552" y="118586"/>
                  </a:lnTo>
                  <a:lnTo>
                    <a:pt x="226695" y="113824"/>
                  </a:lnTo>
                  <a:lnTo>
                    <a:pt x="227171" y="111443"/>
                  </a:lnTo>
                  <a:lnTo>
                    <a:pt x="228600" y="109061"/>
                  </a:lnTo>
                  <a:lnTo>
                    <a:pt x="228600" y="107156"/>
                  </a:lnTo>
                  <a:lnTo>
                    <a:pt x="230505" y="107633"/>
                  </a:lnTo>
                  <a:lnTo>
                    <a:pt x="233363" y="107633"/>
                  </a:lnTo>
                  <a:lnTo>
                    <a:pt x="234315" y="106204"/>
                  </a:lnTo>
                  <a:lnTo>
                    <a:pt x="233839" y="100965"/>
                  </a:lnTo>
                  <a:lnTo>
                    <a:pt x="234791" y="99060"/>
                  </a:lnTo>
                  <a:lnTo>
                    <a:pt x="242888" y="90488"/>
                  </a:lnTo>
                  <a:lnTo>
                    <a:pt x="247174" y="88583"/>
                  </a:lnTo>
                  <a:lnTo>
                    <a:pt x="250031" y="86678"/>
                  </a:lnTo>
                  <a:lnTo>
                    <a:pt x="250984" y="83820"/>
                  </a:lnTo>
                  <a:lnTo>
                    <a:pt x="250031" y="82391"/>
                  </a:lnTo>
                  <a:lnTo>
                    <a:pt x="249555" y="80486"/>
                  </a:lnTo>
                  <a:lnTo>
                    <a:pt x="249555" y="79058"/>
                  </a:lnTo>
                  <a:lnTo>
                    <a:pt x="246221" y="75248"/>
                  </a:lnTo>
                  <a:lnTo>
                    <a:pt x="244793" y="73343"/>
                  </a:lnTo>
                  <a:lnTo>
                    <a:pt x="244793" y="71438"/>
                  </a:lnTo>
                  <a:lnTo>
                    <a:pt x="245269" y="68104"/>
                  </a:lnTo>
                  <a:lnTo>
                    <a:pt x="246698" y="65723"/>
                  </a:lnTo>
                  <a:lnTo>
                    <a:pt x="251936" y="64294"/>
                  </a:lnTo>
                  <a:lnTo>
                    <a:pt x="254318" y="62865"/>
                  </a:lnTo>
                  <a:lnTo>
                    <a:pt x="254794" y="61913"/>
                  </a:lnTo>
                  <a:lnTo>
                    <a:pt x="251460" y="60008"/>
                  </a:lnTo>
                  <a:lnTo>
                    <a:pt x="243840" y="59531"/>
                  </a:lnTo>
                  <a:lnTo>
                    <a:pt x="238125" y="60008"/>
                  </a:lnTo>
                  <a:lnTo>
                    <a:pt x="236220" y="59531"/>
                  </a:lnTo>
                  <a:lnTo>
                    <a:pt x="233363" y="55721"/>
                  </a:lnTo>
                  <a:lnTo>
                    <a:pt x="230505" y="54293"/>
                  </a:lnTo>
                  <a:lnTo>
                    <a:pt x="228124" y="52864"/>
                  </a:lnTo>
                  <a:lnTo>
                    <a:pt x="225266" y="52864"/>
                  </a:lnTo>
                  <a:lnTo>
                    <a:pt x="223838" y="52388"/>
                  </a:lnTo>
                  <a:lnTo>
                    <a:pt x="223361" y="50959"/>
                  </a:lnTo>
                  <a:lnTo>
                    <a:pt x="220027" y="39529"/>
                  </a:lnTo>
                  <a:lnTo>
                    <a:pt x="218599" y="38100"/>
                  </a:lnTo>
                  <a:lnTo>
                    <a:pt x="216694" y="37624"/>
                  </a:lnTo>
                  <a:lnTo>
                    <a:pt x="215265" y="37624"/>
                  </a:lnTo>
                  <a:lnTo>
                    <a:pt x="214313" y="36671"/>
                  </a:lnTo>
                  <a:lnTo>
                    <a:pt x="213360" y="35243"/>
                  </a:lnTo>
                  <a:lnTo>
                    <a:pt x="212884" y="32861"/>
                  </a:lnTo>
                  <a:lnTo>
                    <a:pt x="212407" y="30004"/>
                  </a:lnTo>
                  <a:lnTo>
                    <a:pt x="212884" y="27623"/>
                  </a:lnTo>
                  <a:lnTo>
                    <a:pt x="212407" y="26194"/>
                  </a:lnTo>
                  <a:lnTo>
                    <a:pt x="210979" y="24765"/>
                  </a:lnTo>
                  <a:lnTo>
                    <a:pt x="209074" y="23813"/>
                  </a:lnTo>
                  <a:lnTo>
                    <a:pt x="207645" y="22384"/>
                  </a:lnTo>
                  <a:lnTo>
                    <a:pt x="204788" y="12383"/>
                  </a:lnTo>
                  <a:lnTo>
                    <a:pt x="203835" y="9525"/>
                  </a:lnTo>
                  <a:lnTo>
                    <a:pt x="203835" y="9049"/>
                  </a:lnTo>
                  <a:lnTo>
                    <a:pt x="202406" y="8096"/>
                  </a:lnTo>
                  <a:lnTo>
                    <a:pt x="200501" y="8096"/>
                  </a:lnTo>
                  <a:lnTo>
                    <a:pt x="198120" y="7620"/>
                  </a:lnTo>
                  <a:lnTo>
                    <a:pt x="196691" y="8573"/>
                  </a:lnTo>
                  <a:lnTo>
                    <a:pt x="194310" y="10478"/>
                  </a:lnTo>
                  <a:lnTo>
                    <a:pt x="191452" y="12383"/>
                  </a:lnTo>
                  <a:lnTo>
                    <a:pt x="188595" y="14288"/>
                  </a:lnTo>
                  <a:lnTo>
                    <a:pt x="187166" y="15240"/>
                  </a:lnTo>
                  <a:lnTo>
                    <a:pt x="185738" y="15240"/>
                  </a:lnTo>
                  <a:lnTo>
                    <a:pt x="184785" y="14288"/>
                  </a:lnTo>
                  <a:lnTo>
                    <a:pt x="184309" y="12383"/>
                  </a:lnTo>
                  <a:lnTo>
                    <a:pt x="184785" y="6668"/>
                  </a:lnTo>
                  <a:lnTo>
                    <a:pt x="184309" y="4763"/>
                  </a:lnTo>
                  <a:lnTo>
                    <a:pt x="182880" y="3810"/>
                  </a:lnTo>
                  <a:lnTo>
                    <a:pt x="181451" y="2858"/>
                  </a:lnTo>
                  <a:lnTo>
                    <a:pt x="179546" y="2381"/>
                  </a:lnTo>
                  <a:lnTo>
                    <a:pt x="178118" y="2381"/>
                  </a:lnTo>
                  <a:lnTo>
                    <a:pt x="175736" y="4286"/>
                  </a:lnTo>
                  <a:lnTo>
                    <a:pt x="171926" y="5715"/>
                  </a:lnTo>
                  <a:lnTo>
                    <a:pt x="166688" y="5715"/>
                  </a:lnTo>
                  <a:lnTo>
                    <a:pt x="162877" y="5239"/>
                  </a:lnTo>
                  <a:lnTo>
                    <a:pt x="160973" y="5239"/>
                  </a:lnTo>
                  <a:lnTo>
                    <a:pt x="153829" y="2381"/>
                  </a:lnTo>
                  <a:lnTo>
                    <a:pt x="152400" y="2381"/>
                  </a:lnTo>
                  <a:lnTo>
                    <a:pt x="150019" y="1429"/>
                  </a:lnTo>
                  <a:lnTo>
                    <a:pt x="146685" y="476"/>
                  </a:lnTo>
                  <a:lnTo>
                    <a:pt x="141446" y="1905"/>
                  </a:lnTo>
                  <a:lnTo>
                    <a:pt x="139065" y="1429"/>
                  </a:lnTo>
                  <a:lnTo>
                    <a:pt x="135731" y="0"/>
                  </a:lnTo>
                  <a:lnTo>
                    <a:pt x="134779" y="476"/>
                  </a:lnTo>
                  <a:lnTo>
                    <a:pt x="130969" y="4763"/>
                  </a:lnTo>
                  <a:lnTo>
                    <a:pt x="125254" y="9525"/>
                  </a:lnTo>
                  <a:lnTo>
                    <a:pt x="121920" y="10478"/>
                  </a:lnTo>
                  <a:lnTo>
                    <a:pt x="121920" y="10954"/>
                  </a:lnTo>
                  <a:lnTo>
                    <a:pt x="121444" y="12383"/>
                  </a:lnTo>
                  <a:lnTo>
                    <a:pt x="117634" y="16193"/>
                  </a:lnTo>
                  <a:lnTo>
                    <a:pt x="112395" y="21431"/>
                  </a:lnTo>
                  <a:lnTo>
                    <a:pt x="108585" y="24765"/>
                  </a:lnTo>
                  <a:lnTo>
                    <a:pt x="102394" y="30004"/>
                  </a:lnTo>
                  <a:lnTo>
                    <a:pt x="97631" y="31433"/>
                  </a:lnTo>
                  <a:lnTo>
                    <a:pt x="89535" y="33338"/>
                  </a:lnTo>
                  <a:lnTo>
                    <a:pt x="87630" y="35243"/>
                  </a:lnTo>
                  <a:lnTo>
                    <a:pt x="85725" y="38576"/>
                  </a:lnTo>
                  <a:lnTo>
                    <a:pt x="84296" y="42863"/>
                  </a:lnTo>
                  <a:lnTo>
                    <a:pt x="84296" y="45244"/>
                  </a:lnTo>
                  <a:lnTo>
                    <a:pt x="83820" y="50483"/>
                  </a:lnTo>
                  <a:lnTo>
                    <a:pt x="85725" y="55721"/>
                  </a:lnTo>
                  <a:lnTo>
                    <a:pt x="87630" y="60484"/>
                  </a:lnTo>
                  <a:lnTo>
                    <a:pt x="87630" y="63818"/>
                  </a:lnTo>
                  <a:lnTo>
                    <a:pt x="87630" y="67151"/>
                  </a:lnTo>
                  <a:lnTo>
                    <a:pt x="85725" y="70485"/>
                  </a:lnTo>
                  <a:lnTo>
                    <a:pt x="83820" y="75248"/>
                  </a:lnTo>
                  <a:lnTo>
                    <a:pt x="82868" y="80486"/>
                  </a:lnTo>
                  <a:lnTo>
                    <a:pt x="82391" y="90488"/>
                  </a:lnTo>
                  <a:lnTo>
                    <a:pt x="82391" y="99060"/>
                  </a:lnTo>
                  <a:lnTo>
                    <a:pt x="81915" y="100489"/>
                  </a:lnTo>
                  <a:lnTo>
                    <a:pt x="79057" y="106204"/>
                  </a:lnTo>
                  <a:lnTo>
                    <a:pt x="75248" y="113348"/>
                  </a:lnTo>
                  <a:lnTo>
                    <a:pt x="73343" y="114776"/>
                  </a:lnTo>
                  <a:lnTo>
                    <a:pt x="64770" y="116681"/>
                  </a:lnTo>
                  <a:lnTo>
                    <a:pt x="55721" y="121920"/>
                  </a:lnTo>
                  <a:lnTo>
                    <a:pt x="45720" y="127635"/>
                  </a:lnTo>
                  <a:lnTo>
                    <a:pt x="36195" y="132874"/>
                  </a:lnTo>
                  <a:lnTo>
                    <a:pt x="26670" y="138113"/>
                  </a:lnTo>
                  <a:lnTo>
                    <a:pt x="16669" y="143828"/>
                  </a:lnTo>
                  <a:lnTo>
                    <a:pt x="9525" y="147638"/>
                  </a:lnTo>
                  <a:lnTo>
                    <a:pt x="0" y="153353"/>
                  </a:lnTo>
                  <a:lnTo>
                    <a:pt x="2381" y="161449"/>
                  </a:lnTo>
                  <a:lnTo>
                    <a:pt x="4763" y="169545"/>
                  </a:lnTo>
                  <a:lnTo>
                    <a:pt x="7144" y="178118"/>
                  </a:lnTo>
                  <a:lnTo>
                    <a:pt x="9525" y="186214"/>
                  </a:lnTo>
                  <a:lnTo>
                    <a:pt x="6668" y="186690"/>
                  </a:lnTo>
                  <a:lnTo>
                    <a:pt x="9049" y="193358"/>
                  </a:lnTo>
                  <a:lnTo>
                    <a:pt x="12382" y="192405"/>
                  </a:lnTo>
                  <a:lnTo>
                    <a:pt x="15716" y="191453"/>
                  </a:lnTo>
                  <a:lnTo>
                    <a:pt x="17621" y="195263"/>
                  </a:lnTo>
                  <a:lnTo>
                    <a:pt x="12382" y="200025"/>
                  </a:lnTo>
                  <a:lnTo>
                    <a:pt x="20002" y="200978"/>
                  </a:lnTo>
                  <a:lnTo>
                    <a:pt x="31432" y="202883"/>
                  </a:lnTo>
                  <a:lnTo>
                    <a:pt x="42386" y="204788"/>
                  </a:lnTo>
                  <a:lnTo>
                    <a:pt x="54293" y="206693"/>
                  </a:lnTo>
                  <a:lnTo>
                    <a:pt x="57626" y="208598"/>
                  </a:lnTo>
                  <a:lnTo>
                    <a:pt x="69056" y="214789"/>
                  </a:lnTo>
                  <a:lnTo>
                    <a:pt x="76200" y="219075"/>
                  </a:lnTo>
                  <a:lnTo>
                    <a:pt x="84773" y="223838"/>
                  </a:lnTo>
                  <a:lnTo>
                    <a:pt x="95250" y="229553"/>
                  </a:lnTo>
                  <a:lnTo>
                    <a:pt x="102870" y="233363"/>
                  </a:lnTo>
                  <a:lnTo>
                    <a:pt x="111919" y="238601"/>
                  </a:lnTo>
                  <a:lnTo>
                    <a:pt x="119539" y="244793"/>
                  </a:lnTo>
                  <a:lnTo>
                    <a:pt x="128588" y="252413"/>
                  </a:lnTo>
                  <a:lnTo>
                    <a:pt x="138589" y="260509"/>
                  </a:lnTo>
                  <a:lnTo>
                    <a:pt x="147161" y="266700"/>
                  </a:lnTo>
                  <a:lnTo>
                    <a:pt x="158591" y="275749"/>
                  </a:lnTo>
                  <a:lnTo>
                    <a:pt x="170021" y="284321"/>
                  </a:lnTo>
                  <a:lnTo>
                    <a:pt x="180975" y="292894"/>
                  </a:lnTo>
                  <a:lnTo>
                    <a:pt x="190024" y="299561"/>
                  </a:lnTo>
                  <a:lnTo>
                    <a:pt x="200977" y="308134"/>
                  </a:lnTo>
                  <a:lnTo>
                    <a:pt x="201930" y="308134"/>
                  </a:lnTo>
                  <a:lnTo>
                    <a:pt x="213360" y="309086"/>
                  </a:lnTo>
                  <a:lnTo>
                    <a:pt x="228600" y="310515"/>
                  </a:lnTo>
                  <a:lnTo>
                    <a:pt x="243840" y="311944"/>
                  </a:lnTo>
                  <a:lnTo>
                    <a:pt x="257651" y="312896"/>
                  </a:lnTo>
                  <a:lnTo>
                    <a:pt x="263843" y="311944"/>
                  </a:lnTo>
                  <a:lnTo>
                    <a:pt x="269081" y="305753"/>
                  </a:lnTo>
                  <a:lnTo>
                    <a:pt x="271939" y="302895"/>
                  </a:lnTo>
                  <a:lnTo>
                    <a:pt x="276225" y="295751"/>
                  </a:lnTo>
                  <a:lnTo>
                    <a:pt x="278606" y="290513"/>
                  </a:lnTo>
                  <a:lnTo>
                    <a:pt x="280988" y="285274"/>
                  </a:lnTo>
                  <a:lnTo>
                    <a:pt x="282893" y="280988"/>
                  </a:lnTo>
                  <a:lnTo>
                    <a:pt x="283369" y="280035"/>
                  </a:lnTo>
                  <a:lnTo>
                    <a:pt x="284798" y="278606"/>
                  </a:lnTo>
                  <a:lnTo>
                    <a:pt x="287179" y="277178"/>
                  </a:lnTo>
                  <a:lnTo>
                    <a:pt x="290989" y="275749"/>
                  </a:lnTo>
                  <a:lnTo>
                    <a:pt x="297180" y="275273"/>
                  </a:lnTo>
                  <a:lnTo>
                    <a:pt x="301466" y="275273"/>
                  </a:lnTo>
                  <a:lnTo>
                    <a:pt x="302419" y="275273"/>
                  </a:lnTo>
                  <a:lnTo>
                    <a:pt x="305276" y="275749"/>
                  </a:lnTo>
                  <a:lnTo>
                    <a:pt x="312896" y="279559"/>
                  </a:lnTo>
                  <a:lnTo>
                    <a:pt x="312896" y="278130"/>
                  </a:lnTo>
                  <a:lnTo>
                    <a:pt x="316230" y="277178"/>
                  </a:lnTo>
                  <a:lnTo>
                    <a:pt x="318611" y="277178"/>
                  </a:lnTo>
                  <a:lnTo>
                    <a:pt x="325755" y="280511"/>
                  </a:lnTo>
                  <a:lnTo>
                    <a:pt x="329089" y="280988"/>
                  </a:lnTo>
                  <a:lnTo>
                    <a:pt x="332423" y="280035"/>
                  </a:lnTo>
                  <a:close/>
                </a:path>
              </a:pathLst>
            </a:custGeom>
            <a:grpFill/>
            <a:ln w="317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A7AC5FDE-0589-4AED-931A-1AAF44AE9112}"/>
                </a:ext>
              </a:extLst>
            </p:cNvPr>
            <p:cNvSpPr/>
            <p:nvPr/>
          </p:nvSpPr>
          <p:spPr>
            <a:xfrm>
              <a:off x="8037671" y="3058477"/>
              <a:ext cx="995839" cy="973454"/>
            </a:xfrm>
            <a:custGeom>
              <a:avLst/>
              <a:gdLst>
                <a:gd name="connsiteX0" fmla="*/ 993458 w 995839"/>
                <a:gd name="connsiteY0" fmla="*/ 273844 h 973454"/>
                <a:gd name="connsiteX1" fmla="*/ 992029 w 995839"/>
                <a:gd name="connsiteY1" fmla="*/ 271939 h 973454"/>
                <a:gd name="connsiteX2" fmla="*/ 992505 w 995839"/>
                <a:gd name="connsiteY2" fmla="*/ 269557 h 973454"/>
                <a:gd name="connsiteX3" fmla="*/ 992981 w 995839"/>
                <a:gd name="connsiteY3" fmla="*/ 267176 h 973454"/>
                <a:gd name="connsiteX4" fmla="*/ 992029 w 995839"/>
                <a:gd name="connsiteY4" fmla="*/ 266700 h 973454"/>
                <a:gd name="connsiteX5" fmla="*/ 987267 w 995839"/>
                <a:gd name="connsiteY5" fmla="*/ 262890 h 973454"/>
                <a:gd name="connsiteX6" fmla="*/ 984885 w 995839"/>
                <a:gd name="connsiteY6" fmla="*/ 261938 h 973454"/>
                <a:gd name="connsiteX7" fmla="*/ 981552 w 995839"/>
                <a:gd name="connsiteY7" fmla="*/ 262890 h 973454"/>
                <a:gd name="connsiteX8" fmla="*/ 976313 w 995839"/>
                <a:gd name="connsiteY8" fmla="*/ 261938 h 973454"/>
                <a:gd name="connsiteX9" fmla="*/ 974408 w 995839"/>
                <a:gd name="connsiteY9" fmla="*/ 261938 h 973454"/>
                <a:gd name="connsiteX10" fmla="*/ 970122 w 995839"/>
                <a:gd name="connsiteY10" fmla="*/ 259080 h 973454"/>
                <a:gd name="connsiteX11" fmla="*/ 968217 w 995839"/>
                <a:gd name="connsiteY11" fmla="*/ 258604 h 973454"/>
                <a:gd name="connsiteX12" fmla="*/ 962502 w 995839"/>
                <a:gd name="connsiteY12" fmla="*/ 260509 h 973454"/>
                <a:gd name="connsiteX13" fmla="*/ 961073 w 995839"/>
                <a:gd name="connsiteY13" fmla="*/ 261938 h 973454"/>
                <a:gd name="connsiteX14" fmla="*/ 960120 w 995839"/>
                <a:gd name="connsiteY14" fmla="*/ 261938 h 973454"/>
                <a:gd name="connsiteX15" fmla="*/ 958692 w 995839"/>
                <a:gd name="connsiteY15" fmla="*/ 261461 h 973454"/>
                <a:gd name="connsiteX16" fmla="*/ 957263 w 995839"/>
                <a:gd name="connsiteY16" fmla="*/ 260509 h 973454"/>
                <a:gd name="connsiteX17" fmla="*/ 957263 w 995839"/>
                <a:gd name="connsiteY17" fmla="*/ 260032 h 973454"/>
                <a:gd name="connsiteX18" fmla="*/ 958692 w 995839"/>
                <a:gd name="connsiteY18" fmla="*/ 258604 h 973454"/>
                <a:gd name="connsiteX19" fmla="*/ 958692 w 995839"/>
                <a:gd name="connsiteY19" fmla="*/ 257651 h 973454"/>
                <a:gd name="connsiteX20" fmla="*/ 958692 w 995839"/>
                <a:gd name="connsiteY20" fmla="*/ 256699 h 973454"/>
                <a:gd name="connsiteX21" fmla="*/ 961073 w 995839"/>
                <a:gd name="connsiteY21" fmla="*/ 253841 h 973454"/>
                <a:gd name="connsiteX22" fmla="*/ 967264 w 995839"/>
                <a:gd name="connsiteY22" fmla="*/ 248126 h 973454"/>
                <a:gd name="connsiteX23" fmla="*/ 966311 w 995839"/>
                <a:gd name="connsiteY23" fmla="*/ 245745 h 973454"/>
                <a:gd name="connsiteX24" fmla="*/ 963930 w 995839"/>
                <a:gd name="connsiteY24" fmla="*/ 240982 h 973454"/>
                <a:gd name="connsiteX25" fmla="*/ 963454 w 995839"/>
                <a:gd name="connsiteY25" fmla="*/ 238601 h 973454"/>
                <a:gd name="connsiteX26" fmla="*/ 962502 w 995839"/>
                <a:gd name="connsiteY26" fmla="*/ 237649 h 973454"/>
                <a:gd name="connsiteX27" fmla="*/ 959644 w 995839"/>
                <a:gd name="connsiteY27" fmla="*/ 238601 h 973454"/>
                <a:gd name="connsiteX28" fmla="*/ 953453 w 995839"/>
                <a:gd name="connsiteY28" fmla="*/ 242888 h 973454"/>
                <a:gd name="connsiteX29" fmla="*/ 952500 w 995839"/>
                <a:gd name="connsiteY29" fmla="*/ 242411 h 973454"/>
                <a:gd name="connsiteX30" fmla="*/ 952500 w 995839"/>
                <a:gd name="connsiteY30" fmla="*/ 240982 h 973454"/>
                <a:gd name="connsiteX31" fmla="*/ 952024 w 995839"/>
                <a:gd name="connsiteY31" fmla="*/ 236696 h 973454"/>
                <a:gd name="connsiteX32" fmla="*/ 953929 w 995839"/>
                <a:gd name="connsiteY32" fmla="*/ 235267 h 973454"/>
                <a:gd name="connsiteX33" fmla="*/ 956786 w 995839"/>
                <a:gd name="connsiteY33" fmla="*/ 233839 h 973454"/>
                <a:gd name="connsiteX34" fmla="*/ 959168 w 995839"/>
                <a:gd name="connsiteY34" fmla="*/ 231934 h 973454"/>
                <a:gd name="connsiteX35" fmla="*/ 959644 w 995839"/>
                <a:gd name="connsiteY35" fmla="*/ 230505 h 973454"/>
                <a:gd name="connsiteX36" fmla="*/ 959168 w 995839"/>
                <a:gd name="connsiteY36" fmla="*/ 230029 h 973454"/>
                <a:gd name="connsiteX37" fmla="*/ 955834 w 995839"/>
                <a:gd name="connsiteY37" fmla="*/ 230505 h 973454"/>
                <a:gd name="connsiteX38" fmla="*/ 954405 w 995839"/>
                <a:gd name="connsiteY38" fmla="*/ 229553 h 973454"/>
                <a:gd name="connsiteX39" fmla="*/ 952024 w 995839"/>
                <a:gd name="connsiteY39" fmla="*/ 225742 h 973454"/>
                <a:gd name="connsiteX40" fmla="*/ 950595 w 995839"/>
                <a:gd name="connsiteY40" fmla="*/ 224314 h 973454"/>
                <a:gd name="connsiteX41" fmla="*/ 949167 w 995839"/>
                <a:gd name="connsiteY41" fmla="*/ 223361 h 973454"/>
                <a:gd name="connsiteX42" fmla="*/ 943928 w 995839"/>
                <a:gd name="connsiteY42" fmla="*/ 225266 h 973454"/>
                <a:gd name="connsiteX43" fmla="*/ 938213 w 995839"/>
                <a:gd name="connsiteY43" fmla="*/ 228124 h 973454"/>
                <a:gd name="connsiteX44" fmla="*/ 931545 w 995839"/>
                <a:gd name="connsiteY44" fmla="*/ 231934 h 973454"/>
                <a:gd name="connsiteX45" fmla="*/ 931545 w 995839"/>
                <a:gd name="connsiteY45" fmla="*/ 233839 h 973454"/>
                <a:gd name="connsiteX46" fmla="*/ 930593 w 995839"/>
                <a:gd name="connsiteY46" fmla="*/ 234315 h 973454"/>
                <a:gd name="connsiteX47" fmla="*/ 929164 w 995839"/>
                <a:gd name="connsiteY47" fmla="*/ 235744 h 973454"/>
                <a:gd name="connsiteX48" fmla="*/ 927735 w 995839"/>
                <a:gd name="connsiteY48" fmla="*/ 237649 h 973454"/>
                <a:gd name="connsiteX49" fmla="*/ 926783 w 995839"/>
                <a:gd name="connsiteY49" fmla="*/ 238125 h 973454"/>
                <a:gd name="connsiteX50" fmla="*/ 925354 w 995839"/>
                <a:gd name="connsiteY50" fmla="*/ 238125 h 973454"/>
                <a:gd name="connsiteX51" fmla="*/ 922973 w 995839"/>
                <a:gd name="connsiteY51" fmla="*/ 237649 h 973454"/>
                <a:gd name="connsiteX52" fmla="*/ 918210 w 995839"/>
                <a:gd name="connsiteY52" fmla="*/ 235744 h 973454"/>
                <a:gd name="connsiteX53" fmla="*/ 913448 w 995839"/>
                <a:gd name="connsiteY53" fmla="*/ 234315 h 973454"/>
                <a:gd name="connsiteX54" fmla="*/ 912495 w 995839"/>
                <a:gd name="connsiteY54" fmla="*/ 234315 h 973454"/>
                <a:gd name="connsiteX55" fmla="*/ 905828 w 995839"/>
                <a:gd name="connsiteY55" fmla="*/ 233363 h 973454"/>
                <a:gd name="connsiteX56" fmla="*/ 905828 w 995839"/>
                <a:gd name="connsiteY56" fmla="*/ 232410 h 973454"/>
                <a:gd name="connsiteX57" fmla="*/ 904875 w 995839"/>
                <a:gd name="connsiteY57" fmla="*/ 230505 h 973454"/>
                <a:gd name="connsiteX58" fmla="*/ 902970 w 995839"/>
                <a:gd name="connsiteY58" fmla="*/ 229076 h 973454"/>
                <a:gd name="connsiteX59" fmla="*/ 901065 w 995839"/>
                <a:gd name="connsiteY59" fmla="*/ 228600 h 973454"/>
                <a:gd name="connsiteX60" fmla="*/ 895827 w 995839"/>
                <a:gd name="connsiteY60" fmla="*/ 231934 h 973454"/>
                <a:gd name="connsiteX61" fmla="*/ 890111 w 995839"/>
                <a:gd name="connsiteY61" fmla="*/ 234791 h 973454"/>
                <a:gd name="connsiteX62" fmla="*/ 886778 w 995839"/>
                <a:gd name="connsiteY62" fmla="*/ 238125 h 973454"/>
                <a:gd name="connsiteX63" fmla="*/ 883920 w 995839"/>
                <a:gd name="connsiteY63" fmla="*/ 240982 h 973454"/>
                <a:gd name="connsiteX64" fmla="*/ 880586 w 995839"/>
                <a:gd name="connsiteY64" fmla="*/ 241459 h 973454"/>
                <a:gd name="connsiteX65" fmla="*/ 880586 w 995839"/>
                <a:gd name="connsiteY65" fmla="*/ 243364 h 973454"/>
                <a:gd name="connsiteX66" fmla="*/ 879158 w 995839"/>
                <a:gd name="connsiteY66" fmla="*/ 245269 h 973454"/>
                <a:gd name="connsiteX67" fmla="*/ 876777 w 995839"/>
                <a:gd name="connsiteY67" fmla="*/ 247174 h 973454"/>
                <a:gd name="connsiteX68" fmla="*/ 872014 w 995839"/>
                <a:gd name="connsiteY68" fmla="*/ 250031 h 973454"/>
                <a:gd name="connsiteX69" fmla="*/ 868680 w 995839"/>
                <a:gd name="connsiteY69" fmla="*/ 251460 h 973454"/>
                <a:gd name="connsiteX70" fmla="*/ 858203 w 995839"/>
                <a:gd name="connsiteY70" fmla="*/ 252889 h 973454"/>
                <a:gd name="connsiteX71" fmla="*/ 854393 w 995839"/>
                <a:gd name="connsiteY71" fmla="*/ 253841 h 973454"/>
                <a:gd name="connsiteX72" fmla="*/ 852964 w 995839"/>
                <a:gd name="connsiteY72" fmla="*/ 255270 h 973454"/>
                <a:gd name="connsiteX73" fmla="*/ 851535 w 995839"/>
                <a:gd name="connsiteY73" fmla="*/ 259080 h 973454"/>
                <a:gd name="connsiteX74" fmla="*/ 850106 w 995839"/>
                <a:gd name="connsiteY74" fmla="*/ 262414 h 973454"/>
                <a:gd name="connsiteX75" fmla="*/ 847249 w 995839"/>
                <a:gd name="connsiteY75" fmla="*/ 265271 h 973454"/>
                <a:gd name="connsiteX76" fmla="*/ 842010 w 995839"/>
                <a:gd name="connsiteY76" fmla="*/ 269081 h 973454"/>
                <a:gd name="connsiteX77" fmla="*/ 835819 w 995839"/>
                <a:gd name="connsiteY77" fmla="*/ 271939 h 973454"/>
                <a:gd name="connsiteX78" fmla="*/ 833914 w 995839"/>
                <a:gd name="connsiteY78" fmla="*/ 273844 h 973454"/>
                <a:gd name="connsiteX79" fmla="*/ 833438 w 995839"/>
                <a:gd name="connsiteY79" fmla="*/ 274796 h 973454"/>
                <a:gd name="connsiteX80" fmla="*/ 834390 w 995839"/>
                <a:gd name="connsiteY80" fmla="*/ 275272 h 973454"/>
                <a:gd name="connsiteX81" fmla="*/ 835343 w 995839"/>
                <a:gd name="connsiteY81" fmla="*/ 276225 h 973454"/>
                <a:gd name="connsiteX82" fmla="*/ 835343 w 995839"/>
                <a:gd name="connsiteY82" fmla="*/ 277654 h 973454"/>
                <a:gd name="connsiteX83" fmla="*/ 834390 w 995839"/>
                <a:gd name="connsiteY83" fmla="*/ 279082 h 973454"/>
                <a:gd name="connsiteX84" fmla="*/ 830580 w 995839"/>
                <a:gd name="connsiteY84" fmla="*/ 281464 h 973454"/>
                <a:gd name="connsiteX85" fmla="*/ 828199 w 995839"/>
                <a:gd name="connsiteY85" fmla="*/ 282892 h 973454"/>
                <a:gd name="connsiteX86" fmla="*/ 825818 w 995839"/>
                <a:gd name="connsiteY86" fmla="*/ 283845 h 973454"/>
                <a:gd name="connsiteX87" fmla="*/ 823436 w 995839"/>
                <a:gd name="connsiteY87" fmla="*/ 283845 h 973454"/>
                <a:gd name="connsiteX88" fmla="*/ 821055 w 995839"/>
                <a:gd name="connsiteY88" fmla="*/ 283369 h 973454"/>
                <a:gd name="connsiteX89" fmla="*/ 820579 w 995839"/>
                <a:gd name="connsiteY89" fmla="*/ 282892 h 973454"/>
                <a:gd name="connsiteX90" fmla="*/ 819627 w 995839"/>
                <a:gd name="connsiteY90" fmla="*/ 283369 h 973454"/>
                <a:gd name="connsiteX91" fmla="*/ 817245 w 995839"/>
                <a:gd name="connsiteY91" fmla="*/ 283845 h 973454"/>
                <a:gd name="connsiteX92" fmla="*/ 815340 w 995839"/>
                <a:gd name="connsiteY92" fmla="*/ 283845 h 973454"/>
                <a:gd name="connsiteX93" fmla="*/ 811054 w 995839"/>
                <a:gd name="connsiteY93" fmla="*/ 286703 h 973454"/>
                <a:gd name="connsiteX94" fmla="*/ 808673 w 995839"/>
                <a:gd name="connsiteY94" fmla="*/ 286703 h 973454"/>
                <a:gd name="connsiteX95" fmla="*/ 805815 w 995839"/>
                <a:gd name="connsiteY95" fmla="*/ 286226 h 973454"/>
                <a:gd name="connsiteX96" fmla="*/ 802005 w 995839"/>
                <a:gd name="connsiteY96" fmla="*/ 285750 h 973454"/>
                <a:gd name="connsiteX97" fmla="*/ 799148 w 995839"/>
                <a:gd name="connsiteY97" fmla="*/ 285750 h 973454"/>
                <a:gd name="connsiteX98" fmla="*/ 799148 w 995839"/>
                <a:gd name="connsiteY98" fmla="*/ 286703 h 973454"/>
                <a:gd name="connsiteX99" fmla="*/ 798195 w 995839"/>
                <a:gd name="connsiteY99" fmla="*/ 289084 h 973454"/>
                <a:gd name="connsiteX100" fmla="*/ 797719 w 995839"/>
                <a:gd name="connsiteY100" fmla="*/ 291465 h 973454"/>
                <a:gd name="connsiteX101" fmla="*/ 798195 w 995839"/>
                <a:gd name="connsiteY101" fmla="*/ 293370 h 973454"/>
                <a:gd name="connsiteX102" fmla="*/ 800577 w 995839"/>
                <a:gd name="connsiteY102" fmla="*/ 295751 h 973454"/>
                <a:gd name="connsiteX103" fmla="*/ 803434 w 995839"/>
                <a:gd name="connsiteY103" fmla="*/ 297656 h 973454"/>
                <a:gd name="connsiteX104" fmla="*/ 807244 w 995839"/>
                <a:gd name="connsiteY104" fmla="*/ 297656 h 973454"/>
                <a:gd name="connsiteX105" fmla="*/ 810578 w 995839"/>
                <a:gd name="connsiteY105" fmla="*/ 297180 h 973454"/>
                <a:gd name="connsiteX106" fmla="*/ 812006 w 995839"/>
                <a:gd name="connsiteY106" fmla="*/ 297656 h 973454"/>
                <a:gd name="connsiteX107" fmla="*/ 813911 w 995839"/>
                <a:gd name="connsiteY107" fmla="*/ 300990 h 973454"/>
                <a:gd name="connsiteX108" fmla="*/ 815340 w 995839"/>
                <a:gd name="connsiteY108" fmla="*/ 303847 h 973454"/>
                <a:gd name="connsiteX109" fmla="*/ 813435 w 995839"/>
                <a:gd name="connsiteY109" fmla="*/ 306705 h 973454"/>
                <a:gd name="connsiteX110" fmla="*/ 812483 w 995839"/>
                <a:gd name="connsiteY110" fmla="*/ 309086 h 973454"/>
                <a:gd name="connsiteX111" fmla="*/ 812006 w 995839"/>
                <a:gd name="connsiteY111" fmla="*/ 310991 h 973454"/>
                <a:gd name="connsiteX112" fmla="*/ 812006 w 995839"/>
                <a:gd name="connsiteY112" fmla="*/ 311944 h 973454"/>
                <a:gd name="connsiteX113" fmla="*/ 812959 w 995839"/>
                <a:gd name="connsiteY113" fmla="*/ 313372 h 973454"/>
                <a:gd name="connsiteX114" fmla="*/ 814388 w 995839"/>
                <a:gd name="connsiteY114" fmla="*/ 315754 h 973454"/>
                <a:gd name="connsiteX115" fmla="*/ 814388 w 995839"/>
                <a:gd name="connsiteY115" fmla="*/ 318135 h 973454"/>
                <a:gd name="connsiteX116" fmla="*/ 813435 w 995839"/>
                <a:gd name="connsiteY116" fmla="*/ 319564 h 973454"/>
                <a:gd name="connsiteX117" fmla="*/ 811530 w 995839"/>
                <a:gd name="connsiteY117" fmla="*/ 320516 h 973454"/>
                <a:gd name="connsiteX118" fmla="*/ 809625 w 995839"/>
                <a:gd name="connsiteY118" fmla="*/ 320516 h 973454"/>
                <a:gd name="connsiteX119" fmla="*/ 808197 w 995839"/>
                <a:gd name="connsiteY119" fmla="*/ 320516 h 973454"/>
                <a:gd name="connsiteX120" fmla="*/ 806292 w 995839"/>
                <a:gd name="connsiteY120" fmla="*/ 320992 h 973454"/>
                <a:gd name="connsiteX121" fmla="*/ 803434 w 995839"/>
                <a:gd name="connsiteY121" fmla="*/ 321945 h 973454"/>
                <a:gd name="connsiteX122" fmla="*/ 800577 w 995839"/>
                <a:gd name="connsiteY122" fmla="*/ 322897 h 973454"/>
                <a:gd name="connsiteX123" fmla="*/ 795338 w 995839"/>
                <a:gd name="connsiteY123" fmla="*/ 322897 h 973454"/>
                <a:gd name="connsiteX124" fmla="*/ 793433 w 995839"/>
                <a:gd name="connsiteY124" fmla="*/ 320516 h 973454"/>
                <a:gd name="connsiteX125" fmla="*/ 792480 w 995839"/>
                <a:gd name="connsiteY125" fmla="*/ 320516 h 973454"/>
                <a:gd name="connsiteX126" fmla="*/ 787718 w 995839"/>
                <a:gd name="connsiteY126" fmla="*/ 323374 h 973454"/>
                <a:gd name="connsiteX127" fmla="*/ 782479 w 995839"/>
                <a:gd name="connsiteY127" fmla="*/ 322897 h 973454"/>
                <a:gd name="connsiteX128" fmla="*/ 772954 w 995839"/>
                <a:gd name="connsiteY128" fmla="*/ 323850 h 973454"/>
                <a:gd name="connsiteX129" fmla="*/ 769144 w 995839"/>
                <a:gd name="connsiteY129" fmla="*/ 323850 h 973454"/>
                <a:gd name="connsiteX130" fmla="*/ 764858 w 995839"/>
                <a:gd name="connsiteY130" fmla="*/ 323374 h 973454"/>
                <a:gd name="connsiteX131" fmla="*/ 762953 w 995839"/>
                <a:gd name="connsiteY131" fmla="*/ 322897 h 973454"/>
                <a:gd name="connsiteX132" fmla="*/ 759143 w 995839"/>
                <a:gd name="connsiteY132" fmla="*/ 320992 h 973454"/>
                <a:gd name="connsiteX133" fmla="*/ 755809 w 995839"/>
                <a:gd name="connsiteY133" fmla="*/ 319564 h 973454"/>
                <a:gd name="connsiteX134" fmla="*/ 752475 w 995839"/>
                <a:gd name="connsiteY134" fmla="*/ 320992 h 973454"/>
                <a:gd name="connsiteX135" fmla="*/ 751047 w 995839"/>
                <a:gd name="connsiteY135" fmla="*/ 321469 h 973454"/>
                <a:gd name="connsiteX136" fmla="*/ 748189 w 995839"/>
                <a:gd name="connsiteY136" fmla="*/ 324803 h 973454"/>
                <a:gd name="connsiteX137" fmla="*/ 741998 w 995839"/>
                <a:gd name="connsiteY137" fmla="*/ 325755 h 973454"/>
                <a:gd name="connsiteX138" fmla="*/ 735806 w 995839"/>
                <a:gd name="connsiteY138" fmla="*/ 326707 h 973454"/>
                <a:gd name="connsiteX139" fmla="*/ 733902 w 995839"/>
                <a:gd name="connsiteY139" fmla="*/ 326231 h 973454"/>
                <a:gd name="connsiteX140" fmla="*/ 730568 w 995839"/>
                <a:gd name="connsiteY140" fmla="*/ 326231 h 973454"/>
                <a:gd name="connsiteX141" fmla="*/ 730568 w 995839"/>
                <a:gd name="connsiteY141" fmla="*/ 325279 h 973454"/>
                <a:gd name="connsiteX142" fmla="*/ 730568 w 995839"/>
                <a:gd name="connsiteY142" fmla="*/ 324326 h 973454"/>
                <a:gd name="connsiteX143" fmla="*/ 729615 w 995839"/>
                <a:gd name="connsiteY143" fmla="*/ 323850 h 973454"/>
                <a:gd name="connsiteX144" fmla="*/ 728186 w 995839"/>
                <a:gd name="connsiteY144" fmla="*/ 323374 h 973454"/>
                <a:gd name="connsiteX145" fmla="*/ 725805 w 995839"/>
                <a:gd name="connsiteY145" fmla="*/ 322897 h 973454"/>
                <a:gd name="connsiteX146" fmla="*/ 722948 w 995839"/>
                <a:gd name="connsiteY146" fmla="*/ 321945 h 973454"/>
                <a:gd name="connsiteX147" fmla="*/ 721043 w 995839"/>
                <a:gd name="connsiteY147" fmla="*/ 320992 h 973454"/>
                <a:gd name="connsiteX148" fmla="*/ 714852 w 995839"/>
                <a:gd name="connsiteY148" fmla="*/ 321945 h 973454"/>
                <a:gd name="connsiteX149" fmla="*/ 711042 w 995839"/>
                <a:gd name="connsiteY149" fmla="*/ 320040 h 973454"/>
                <a:gd name="connsiteX150" fmla="*/ 706755 w 995839"/>
                <a:gd name="connsiteY150" fmla="*/ 317659 h 973454"/>
                <a:gd name="connsiteX151" fmla="*/ 704850 w 995839"/>
                <a:gd name="connsiteY151" fmla="*/ 316706 h 973454"/>
                <a:gd name="connsiteX152" fmla="*/ 703898 w 995839"/>
                <a:gd name="connsiteY152" fmla="*/ 312896 h 973454"/>
                <a:gd name="connsiteX153" fmla="*/ 702945 w 995839"/>
                <a:gd name="connsiteY153" fmla="*/ 311467 h 973454"/>
                <a:gd name="connsiteX154" fmla="*/ 701517 w 995839"/>
                <a:gd name="connsiteY154" fmla="*/ 310039 h 973454"/>
                <a:gd name="connsiteX155" fmla="*/ 700564 w 995839"/>
                <a:gd name="connsiteY155" fmla="*/ 308610 h 973454"/>
                <a:gd name="connsiteX156" fmla="*/ 701517 w 995839"/>
                <a:gd name="connsiteY156" fmla="*/ 307181 h 973454"/>
                <a:gd name="connsiteX157" fmla="*/ 705803 w 995839"/>
                <a:gd name="connsiteY157" fmla="*/ 304324 h 973454"/>
                <a:gd name="connsiteX158" fmla="*/ 706279 w 995839"/>
                <a:gd name="connsiteY158" fmla="*/ 303847 h 973454"/>
                <a:gd name="connsiteX159" fmla="*/ 704374 w 995839"/>
                <a:gd name="connsiteY159" fmla="*/ 301942 h 973454"/>
                <a:gd name="connsiteX160" fmla="*/ 701993 w 995839"/>
                <a:gd name="connsiteY160" fmla="*/ 299561 h 973454"/>
                <a:gd name="connsiteX161" fmla="*/ 701517 w 995839"/>
                <a:gd name="connsiteY161" fmla="*/ 296228 h 973454"/>
                <a:gd name="connsiteX162" fmla="*/ 704374 w 995839"/>
                <a:gd name="connsiteY162" fmla="*/ 287179 h 973454"/>
                <a:gd name="connsiteX163" fmla="*/ 704850 w 995839"/>
                <a:gd name="connsiteY163" fmla="*/ 283369 h 973454"/>
                <a:gd name="connsiteX164" fmla="*/ 704374 w 995839"/>
                <a:gd name="connsiteY164" fmla="*/ 281940 h 973454"/>
                <a:gd name="connsiteX165" fmla="*/ 703422 w 995839"/>
                <a:gd name="connsiteY165" fmla="*/ 278130 h 973454"/>
                <a:gd name="connsiteX166" fmla="*/ 701993 w 995839"/>
                <a:gd name="connsiteY166" fmla="*/ 276701 h 973454"/>
                <a:gd name="connsiteX167" fmla="*/ 697230 w 995839"/>
                <a:gd name="connsiteY167" fmla="*/ 274796 h 973454"/>
                <a:gd name="connsiteX168" fmla="*/ 695802 w 995839"/>
                <a:gd name="connsiteY168" fmla="*/ 274796 h 973454"/>
                <a:gd name="connsiteX169" fmla="*/ 694373 w 995839"/>
                <a:gd name="connsiteY169" fmla="*/ 276225 h 973454"/>
                <a:gd name="connsiteX170" fmla="*/ 692944 w 995839"/>
                <a:gd name="connsiteY170" fmla="*/ 277178 h 973454"/>
                <a:gd name="connsiteX171" fmla="*/ 691039 w 995839"/>
                <a:gd name="connsiteY171" fmla="*/ 278130 h 973454"/>
                <a:gd name="connsiteX172" fmla="*/ 685800 w 995839"/>
                <a:gd name="connsiteY172" fmla="*/ 279559 h 973454"/>
                <a:gd name="connsiteX173" fmla="*/ 681038 w 995839"/>
                <a:gd name="connsiteY173" fmla="*/ 280511 h 973454"/>
                <a:gd name="connsiteX174" fmla="*/ 680085 w 995839"/>
                <a:gd name="connsiteY174" fmla="*/ 280988 h 973454"/>
                <a:gd name="connsiteX175" fmla="*/ 679609 w 995839"/>
                <a:gd name="connsiteY175" fmla="*/ 281940 h 973454"/>
                <a:gd name="connsiteX176" fmla="*/ 680085 w 995839"/>
                <a:gd name="connsiteY176" fmla="*/ 283369 h 973454"/>
                <a:gd name="connsiteX177" fmla="*/ 681514 w 995839"/>
                <a:gd name="connsiteY177" fmla="*/ 284321 h 973454"/>
                <a:gd name="connsiteX178" fmla="*/ 681514 w 995839"/>
                <a:gd name="connsiteY178" fmla="*/ 285750 h 973454"/>
                <a:gd name="connsiteX179" fmla="*/ 681038 w 995839"/>
                <a:gd name="connsiteY179" fmla="*/ 287655 h 973454"/>
                <a:gd name="connsiteX180" fmla="*/ 679609 w 995839"/>
                <a:gd name="connsiteY180" fmla="*/ 291465 h 973454"/>
                <a:gd name="connsiteX181" fmla="*/ 678180 w 995839"/>
                <a:gd name="connsiteY181" fmla="*/ 294322 h 973454"/>
                <a:gd name="connsiteX182" fmla="*/ 676752 w 995839"/>
                <a:gd name="connsiteY182" fmla="*/ 300038 h 973454"/>
                <a:gd name="connsiteX183" fmla="*/ 675323 w 995839"/>
                <a:gd name="connsiteY183" fmla="*/ 310039 h 973454"/>
                <a:gd name="connsiteX184" fmla="*/ 675799 w 995839"/>
                <a:gd name="connsiteY184" fmla="*/ 311944 h 973454"/>
                <a:gd name="connsiteX185" fmla="*/ 679609 w 995839"/>
                <a:gd name="connsiteY185" fmla="*/ 317659 h 973454"/>
                <a:gd name="connsiteX186" fmla="*/ 681038 w 995839"/>
                <a:gd name="connsiteY186" fmla="*/ 321945 h 973454"/>
                <a:gd name="connsiteX187" fmla="*/ 681038 w 995839"/>
                <a:gd name="connsiteY187" fmla="*/ 324803 h 973454"/>
                <a:gd name="connsiteX188" fmla="*/ 679133 w 995839"/>
                <a:gd name="connsiteY188" fmla="*/ 329565 h 973454"/>
                <a:gd name="connsiteX189" fmla="*/ 677228 w 995839"/>
                <a:gd name="connsiteY189" fmla="*/ 335280 h 973454"/>
                <a:gd name="connsiteX190" fmla="*/ 676275 w 995839"/>
                <a:gd name="connsiteY190" fmla="*/ 336709 h 973454"/>
                <a:gd name="connsiteX191" fmla="*/ 675323 w 995839"/>
                <a:gd name="connsiteY191" fmla="*/ 337185 h 973454"/>
                <a:gd name="connsiteX192" fmla="*/ 670560 w 995839"/>
                <a:gd name="connsiteY192" fmla="*/ 335280 h 973454"/>
                <a:gd name="connsiteX193" fmla="*/ 667227 w 995839"/>
                <a:gd name="connsiteY193" fmla="*/ 335756 h 973454"/>
                <a:gd name="connsiteX194" fmla="*/ 663417 w 995839"/>
                <a:gd name="connsiteY194" fmla="*/ 336709 h 973454"/>
                <a:gd name="connsiteX195" fmla="*/ 659130 w 995839"/>
                <a:gd name="connsiteY195" fmla="*/ 336709 h 973454"/>
                <a:gd name="connsiteX196" fmla="*/ 655797 w 995839"/>
                <a:gd name="connsiteY196" fmla="*/ 336232 h 973454"/>
                <a:gd name="connsiteX197" fmla="*/ 651510 w 995839"/>
                <a:gd name="connsiteY197" fmla="*/ 338614 h 973454"/>
                <a:gd name="connsiteX198" fmla="*/ 647224 w 995839"/>
                <a:gd name="connsiteY198" fmla="*/ 337185 h 973454"/>
                <a:gd name="connsiteX199" fmla="*/ 644367 w 995839"/>
                <a:gd name="connsiteY199" fmla="*/ 335756 h 973454"/>
                <a:gd name="connsiteX200" fmla="*/ 642461 w 995839"/>
                <a:gd name="connsiteY200" fmla="*/ 331946 h 973454"/>
                <a:gd name="connsiteX201" fmla="*/ 641509 w 995839"/>
                <a:gd name="connsiteY201" fmla="*/ 331470 h 973454"/>
                <a:gd name="connsiteX202" fmla="*/ 632936 w 995839"/>
                <a:gd name="connsiteY202" fmla="*/ 335756 h 973454"/>
                <a:gd name="connsiteX203" fmla="*/ 631031 w 995839"/>
                <a:gd name="connsiteY203" fmla="*/ 336232 h 973454"/>
                <a:gd name="connsiteX204" fmla="*/ 625793 w 995839"/>
                <a:gd name="connsiteY204" fmla="*/ 333851 h 973454"/>
                <a:gd name="connsiteX205" fmla="*/ 621506 w 995839"/>
                <a:gd name="connsiteY205" fmla="*/ 331470 h 973454"/>
                <a:gd name="connsiteX206" fmla="*/ 620078 w 995839"/>
                <a:gd name="connsiteY206" fmla="*/ 330994 h 973454"/>
                <a:gd name="connsiteX207" fmla="*/ 615792 w 995839"/>
                <a:gd name="connsiteY207" fmla="*/ 330041 h 973454"/>
                <a:gd name="connsiteX208" fmla="*/ 611981 w 995839"/>
                <a:gd name="connsiteY208" fmla="*/ 329565 h 973454"/>
                <a:gd name="connsiteX209" fmla="*/ 607695 w 995839"/>
                <a:gd name="connsiteY209" fmla="*/ 328136 h 973454"/>
                <a:gd name="connsiteX210" fmla="*/ 602456 w 995839"/>
                <a:gd name="connsiteY210" fmla="*/ 330041 h 973454"/>
                <a:gd name="connsiteX211" fmla="*/ 600552 w 995839"/>
                <a:gd name="connsiteY211" fmla="*/ 330041 h 973454"/>
                <a:gd name="connsiteX212" fmla="*/ 598647 w 995839"/>
                <a:gd name="connsiteY212" fmla="*/ 328613 h 973454"/>
                <a:gd name="connsiteX213" fmla="*/ 597694 w 995839"/>
                <a:gd name="connsiteY213" fmla="*/ 325755 h 973454"/>
                <a:gd name="connsiteX214" fmla="*/ 597218 w 995839"/>
                <a:gd name="connsiteY214" fmla="*/ 323374 h 973454"/>
                <a:gd name="connsiteX215" fmla="*/ 595313 w 995839"/>
                <a:gd name="connsiteY215" fmla="*/ 321469 h 973454"/>
                <a:gd name="connsiteX216" fmla="*/ 592455 w 995839"/>
                <a:gd name="connsiteY216" fmla="*/ 320992 h 973454"/>
                <a:gd name="connsiteX217" fmla="*/ 588645 w 995839"/>
                <a:gd name="connsiteY217" fmla="*/ 322421 h 973454"/>
                <a:gd name="connsiteX218" fmla="*/ 582930 w 995839"/>
                <a:gd name="connsiteY218" fmla="*/ 324326 h 973454"/>
                <a:gd name="connsiteX219" fmla="*/ 581025 w 995839"/>
                <a:gd name="connsiteY219" fmla="*/ 323850 h 973454"/>
                <a:gd name="connsiteX220" fmla="*/ 579597 w 995839"/>
                <a:gd name="connsiteY220" fmla="*/ 323374 h 973454"/>
                <a:gd name="connsiteX221" fmla="*/ 579120 w 995839"/>
                <a:gd name="connsiteY221" fmla="*/ 322897 h 973454"/>
                <a:gd name="connsiteX222" fmla="*/ 578168 w 995839"/>
                <a:gd name="connsiteY222" fmla="*/ 320516 h 973454"/>
                <a:gd name="connsiteX223" fmla="*/ 577215 w 995839"/>
                <a:gd name="connsiteY223" fmla="*/ 320040 h 973454"/>
                <a:gd name="connsiteX224" fmla="*/ 575786 w 995839"/>
                <a:gd name="connsiteY224" fmla="*/ 320040 h 973454"/>
                <a:gd name="connsiteX225" fmla="*/ 573405 w 995839"/>
                <a:gd name="connsiteY225" fmla="*/ 319564 h 973454"/>
                <a:gd name="connsiteX226" fmla="*/ 570548 w 995839"/>
                <a:gd name="connsiteY226" fmla="*/ 317659 h 973454"/>
                <a:gd name="connsiteX227" fmla="*/ 561975 w 995839"/>
                <a:gd name="connsiteY227" fmla="*/ 313372 h 973454"/>
                <a:gd name="connsiteX228" fmla="*/ 561023 w 995839"/>
                <a:gd name="connsiteY228" fmla="*/ 311467 h 973454"/>
                <a:gd name="connsiteX229" fmla="*/ 561023 w 995839"/>
                <a:gd name="connsiteY229" fmla="*/ 307181 h 973454"/>
                <a:gd name="connsiteX230" fmla="*/ 560547 w 995839"/>
                <a:gd name="connsiteY230" fmla="*/ 305276 h 973454"/>
                <a:gd name="connsiteX231" fmla="*/ 559594 w 995839"/>
                <a:gd name="connsiteY231" fmla="*/ 303371 h 973454"/>
                <a:gd name="connsiteX232" fmla="*/ 555308 w 995839"/>
                <a:gd name="connsiteY232" fmla="*/ 301466 h 973454"/>
                <a:gd name="connsiteX233" fmla="*/ 546735 w 995839"/>
                <a:gd name="connsiteY233" fmla="*/ 298609 h 973454"/>
                <a:gd name="connsiteX234" fmla="*/ 541973 w 995839"/>
                <a:gd name="connsiteY234" fmla="*/ 296228 h 973454"/>
                <a:gd name="connsiteX235" fmla="*/ 539592 w 995839"/>
                <a:gd name="connsiteY235" fmla="*/ 297180 h 973454"/>
                <a:gd name="connsiteX236" fmla="*/ 535305 w 995839"/>
                <a:gd name="connsiteY236" fmla="*/ 298132 h 973454"/>
                <a:gd name="connsiteX237" fmla="*/ 532924 w 995839"/>
                <a:gd name="connsiteY237" fmla="*/ 300038 h 973454"/>
                <a:gd name="connsiteX238" fmla="*/ 530067 w 995839"/>
                <a:gd name="connsiteY238" fmla="*/ 299561 h 973454"/>
                <a:gd name="connsiteX239" fmla="*/ 523399 w 995839"/>
                <a:gd name="connsiteY239" fmla="*/ 297180 h 973454"/>
                <a:gd name="connsiteX240" fmla="*/ 520065 w 995839"/>
                <a:gd name="connsiteY240" fmla="*/ 296704 h 973454"/>
                <a:gd name="connsiteX241" fmla="*/ 517684 w 995839"/>
                <a:gd name="connsiteY241" fmla="*/ 297656 h 973454"/>
                <a:gd name="connsiteX242" fmla="*/ 517208 w 995839"/>
                <a:gd name="connsiteY242" fmla="*/ 299085 h 973454"/>
                <a:gd name="connsiteX243" fmla="*/ 514350 w 995839"/>
                <a:gd name="connsiteY243" fmla="*/ 300514 h 973454"/>
                <a:gd name="connsiteX244" fmla="*/ 511969 w 995839"/>
                <a:gd name="connsiteY244" fmla="*/ 299561 h 973454"/>
                <a:gd name="connsiteX245" fmla="*/ 506730 w 995839"/>
                <a:gd name="connsiteY245" fmla="*/ 298132 h 973454"/>
                <a:gd name="connsiteX246" fmla="*/ 502444 w 995839"/>
                <a:gd name="connsiteY246" fmla="*/ 297180 h 973454"/>
                <a:gd name="connsiteX247" fmla="*/ 495777 w 995839"/>
                <a:gd name="connsiteY247" fmla="*/ 295275 h 973454"/>
                <a:gd name="connsiteX248" fmla="*/ 494824 w 995839"/>
                <a:gd name="connsiteY248" fmla="*/ 292417 h 973454"/>
                <a:gd name="connsiteX249" fmla="*/ 493872 w 995839"/>
                <a:gd name="connsiteY249" fmla="*/ 289560 h 973454"/>
                <a:gd name="connsiteX250" fmla="*/ 492443 w 995839"/>
                <a:gd name="connsiteY250" fmla="*/ 289084 h 973454"/>
                <a:gd name="connsiteX251" fmla="*/ 486252 w 995839"/>
                <a:gd name="connsiteY251" fmla="*/ 289560 h 973454"/>
                <a:gd name="connsiteX252" fmla="*/ 480536 w 995839"/>
                <a:gd name="connsiteY252" fmla="*/ 286703 h 973454"/>
                <a:gd name="connsiteX253" fmla="*/ 474345 w 995839"/>
                <a:gd name="connsiteY253" fmla="*/ 282892 h 973454"/>
                <a:gd name="connsiteX254" fmla="*/ 471964 w 995839"/>
                <a:gd name="connsiteY254" fmla="*/ 281464 h 973454"/>
                <a:gd name="connsiteX255" fmla="*/ 470059 w 995839"/>
                <a:gd name="connsiteY255" fmla="*/ 280988 h 973454"/>
                <a:gd name="connsiteX256" fmla="*/ 468630 w 995839"/>
                <a:gd name="connsiteY256" fmla="*/ 281464 h 973454"/>
                <a:gd name="connsiteX257" fmla="*/ 467202 w 995839"/>
                <a:gd name="connsiteY257" fmla="*/ 282416 h 973454"/>
                <a:gd name="connsiteX258" fmla="*/ 465773 w 995839"/>
                <a:gd name="connsiteY258" fmla="*/ 282892 h 973454"/>
                <a:gd name="connsiteX259" fmla="*/ 462439 w 995839"/>
                <a:gd name="connsiteY259" fmla="*/ 280988 h 973454"/>
                <a:gd name="connsiteX260" fmla="*/ 458153 w 995839"/>
                <a:gd name="connsiteY260" fmla="*/ 278606 h 973454"/>
                <a:gd name="connsiteX261" fmla="*/ 452914 w 995839"/>
                <a:gd name="connsiteY261" fmla="*/ 275749 h 973454"/>
                <a:gd name="connsiteX262" fmla="*/ 446723 w 995839"/>
                <a:gd name="connsiteY262" fmla="*/ 271463 h 973454"/>
                <a:gd name="connsiteX263" fmla="*/ 444341 w 995839"/>
                <a:gd name="connsiteY263" fmla="*/ 269081 h 973454"/>
                <a:gd name="connsiteX264" fmla="*/ 443389 w 995839"/>
                <a:gd name="connsiteY264" fmla="*/ 267176 h 973454"/>
                <a:gd name="connsiteX265" fmla="*/ 441960 w 995839"/>
                <a:gd name="connsiteY265" fmla="*/ 265747 h 973454"/>
                <a:gd name="connsiteX266" fmla="*/ 436722 w 995839"/>
                <a:gd name="connsiteY266" fmla="*/ 262890 h 973454"/>
                <a:gd name="connsiteX267" fmla="*/ 432435 w 995839"/>
                <a:gd name="connsiteY267" fmla="*/ 260509 h 973454"/>
                <a:gd name="connsiteX268" fmla="*/ 427673 w 995839"/>
                <a:gd name="connsiteY268" fmla="*/ 258128 h 973454"/>
                <a:gd name="connsiteX269" fmla="*/ 426720 w 995839"/>
                <a:gd name="connsiteY269" fmla="*/ 257651 h 973454"/>
                <a:gd name="connsiteX270" fmla="*/ 424815 w 995839"/>
                <a:gd name="connsiteY270" fmla="*/ 256222 h 973454"/>
                <a:gd name="connsiteX271" fmla="*/ 421958 w 995839"/>
                <a:gd name="connsiteY271" fmla="*/ 254317 h 973454"/>
                <a:gd name="connsiteX272" fmla="*/ 419577 w 995839"/>
                <a:gd name="connsiteY272" fmla="*/ 253841 h 973454"/>
                <a:gd name="connsiteX273" fmla="*/ 418624 w 995839"/>
                <a:gd name="connsiteY273" fmla="*/ 254794 h 973454"/>
                <a:gd name="connsiteX274" fmla="*/ 418148 w 995839"/>
                <a:gd name="connsiteY274" fmla="*/ 255746 h 973454"/>
                <a:gd name="connsiteX275" fmla="*/ 416243 w 995839"/>
                <a:gd name="connsiteY275" fmla="*/ 255270 h 973454"/>
                <a:gd name="connsiteX276" fmla="*/ 412909 w 995839"/>
                <a:gd name="connsiteY276" fmla="*/ 253365 h 973454"/>
                <a:gd name="connsiteX277" fmla="*/ 409575 w 995839"/>
                <a:gd name="connsiteY277" fmla="*/ 251460 h 973454"/>
                <a:gd name="connsiteX278" fmla="*/ 407194 w 995839"/>
                <a:gd name="connsiteY278" fmla="*/ 249555 h 973454"/>
                <a:gd name="connsiteX279" fmla="*/ 404336 w 995839"/>
                <a:gd name="connsiteY279" fmla="*/ 247650 h 973454"/>
                <a:gd name="connsiteX280" fmla="*/ 403860 w 995839"/>
                <a:gd name="connsiteY280" fmla="*/ 246221 h 973454"/>
                <a:gd name="connsiteX281" fmla="*/ 404813 w 995839"/>
                <a:gd name="connsiteY281" fmla="*/ 241459 h 973454"/>
                <a:gd name="connsiteX282" fmla="*/ 406241 w 995839"/>
                <a:gd name="connsiteY282" fmla="*/ 237649 h 973454"/>
                <a:gd name="connsiteX283" fmla="*/ 407670 w 995839"/>
                <a:gd name="connsiteY283" fmla="*/ 236696 h 973454"/>
                <a:gd name="connsiteX284" fmla="*/ 410052 w 995839"/>
                <a:gd name="connsiteY284" fmla="*/ 234315 h 973454"/>
                <a:gd name="connsiteX285" fmla="*/ 411004 w 995839"/>
                <a:gd name="connsiteY285" fmla="*/ 230029 h 973454"/>
                <a:gd name="connsiteX286" fmla="*/ 411004 w 995839"/>
                <a:gd name="connsiteY286" fmla="*/ 226219 h 973454"/>
                <a:gd name="connsiteX287" fmla="*/ 412909 w 995839"/>
                <a:gd name="connsiteY287" fmla="*/ 220980 h 973454"/>
                <a:gd name="connsiteX288" fmla="*/ 415766 w 995839"/>
                <a:gd name="connsiteY288" fmla="*/ 215265 h 973454"/>
                <a:gd name="connsiteX289" fmla="*/ 421005 w 995839"/>
                <a:gd name="connsiteY289" fmla="*/ 209074 h 973454"/>
                <a:gd name="connsiteX290" fmla="*/ 423386 w 995839"/>
                <a:gd name="connsiteY290" fmla="*/ 207169 h 973454"/>
                <a:gd name="connsiteX291" fmla="*/ 425768 w 995839"/>
                <a:gd name="connsiteY291" fmla="*/ 205740 h 973454"/>
                <a:gd name="connsiteX292" fmla="*/ 430530 w 995839"/>
                <a:gd name="connsiteY292" fmla="*/ 200978 h 973454"/>
                <a:gd name="connsiteX293" fmla="*/ 431483 w 995839"/>
                <a:gd name="connsiteY293" fmla="*/ 200025 h 973454"/>
                <a:gd name="connsiteX294" fmla="*/ 433388 w 995839"/>
                <a:gd name="connsiteY294" fmla="*/ 199072 h 973454"/>
                <a:gd name="connsiteX295" fmla="*/ 435293 w 995839"/>
                <a:gd name="connsiteY295" fmla="*/ 198596 h 973454"/>
                <a:gd name="connsiteX296" fmla="*/ 436722 w 995839"/>
                <a:gd name="connsiteY296" fmla="*/ 199072 h 973454"/>
                <a:gd name="connsiteX297" fmla="*/ 435769 w 995839"/>
                <a:gd name="connsiteY297" fmla="*/ 196215 h 973454"/>
                <a:gd name="connsiteX298" fmla="*/ 431959 w 995839"/>
                <a:gd name="connsiteY298" fmla="*/ 194310 h 973454"/>
                <a:gd name="connsiteX299" fmla="*/ 427673 w 995839"/>
                <a:gd name="connsiteY299" fmla="*/ 191929 h 973454"/>
                <a:gd name="connsiteX300" fmla="*/ 425291 w 995839"/>
                <a:gd name="connsiteY300" fmla="*/ 190024 h 973454"/>
                <a:gd name="connsiteX301" fmla="*/ 422910 w 995839"/>
                <a:gd name="connsiteY301" fmla="*/ 188595 h 973454"/>
                <a:gd name="connsiteX302" fmla="*/ 420529 w 995839"/>
                <a:gd name="connsiteY302" fmla="*/ 188119 h 973454"/>
                <a:gd name="connsiteX303" fmla="*/ 416243 w 995839"/>
                <a:gd name="connsiteY303" fmla="*/ 186214 h 973454"/>
                <a:gd name="connsiteX304" fmla="*/ 411004 w 995839"/>
                <a:gd name="connsiteY304" fmla="*/ 184309 h 973454"/>
                <a:gd name="connsiteX305" fmla="*/ 408623 w 995839"/>
                <a:gd name="connsiteY305" fmla="*/ 183832 h 973454"/>
                <a:gd name="connsiteX306" fmla="*/ 408623 w 995839"/>
                <a:gd name="connsiteY306" fmla="*/ 182404 h 973454"/>
                <a:gd name="connsiteX307" fmla="*/ 409099 w 995839"/>
                <a:gd name="connsiteY307" fmla="*/ 179546 h 973454"/>
                <a:gd name="connsiteX308" fmla="*/ 408623 w 995839"/>
                <a:gd name="connsiteY308" fmla="*/ 176689 h 973454"/>
                <a:gd name="connsiteX309" fmla="*/ 407194 w 995839"/>
                <a:gd name="connsiteY309" fmla="*/ 175736 h 973454"/>
                <a:gd name="connsiteX310" fmla="*/ 404813 w 995839"/>
                <a:gd name="connsiteY310" fmla="*/ 176213 h 973454"/>
                <a:gd name="connsiteX311" fmla="*/ 399574 w 995839"/>
                <a:gd name="connsiteY311" fmla="*/ 172403 h 973454"/>
                <a:gd name="connsiteX312" fmla="*/ 399574 w 995839"/>
                <a:gd name="connsiteY312" fmla="*/ 172403 h 973454"/>
                <a:gd name="connsiteX313" fmla="*/ 399574 w 995839"/>
                <a:gd name="connsiteY313" fmla="*/ 172403 h 973454"/>
                <a:gd name="connsiteX314" fmla="*/ 399574 w 995839"/>
                <a:gd name="connsiteY314" fmla="*/ 172403 h 973454"/>
                <a:gd name="connsiteX315" fmla="*/ 398145 w 995839"/>
                <a:gd name="connsiteY315" fmla="*/ 171450 h 973454"/>
                <a:gd name="connsiteX316" fmla="*/ 395288 w 995839"/>
                <a:gd name="connsiteY316" fmla="*/ 170021 h 973454"/>
                <a:gd name="connsiteX317" fmla="*/ 391002 w 995839"/>
                <a:gd name="connsiteY317" fmla="*/ 170021 h 973454"/>
                <a:gd name="connsiteX318" fmla="*/ 387668 w 995839"/>
                <a:gd name="connsiteY318" fmla="*/ 170497 h 973454"/>
                <a:gd name="connsiteX319" fmla="*/ 385286 w 995839"/>
                <a:gd name="connsiteY319" fmla="*/ 169069 h 973454"/>
                <a:gd name="connsiteX320" fmla="*/ 381953 w 995839"/>
                <a:gd name="connsiteY320" fmla="*/ 166688 h 973454"/>
                <a:gd name="connsiteX321" fmla="*/ 381477 w 995839"/>
                <a:gd name="connsiteY321" fmla="*/ 166211 h 973454"/>
                <a:gd name="connsiteX322" fmla="*/ 381000 w 995839"/>
                <a:gd name="connsiteY322" fmla="*/ 165735 h 973454"/>
                <a:gd name="connsiteX323" fmla="*/ 380048 w 995839"/>
                <a:gd name="connsiteY323" fmla="*/ 165259 h 973454"/>
                <a:gd name="connsiteX324" fmla="*/ 376238 w 995839"/>
                <a:gd name="connsiteY324" fmla="*/ 160020 h 973454"/>
                <a:gd name="connsiteX325" fmla="*/ 371952 w 995839"/>
                <a:gd name="connsiteY325" fmla="*/ 153829 h 973454"/>
                <a:gd name="connsiteX326" fmla="*/ 369570 w 995839"/>
                <a:gd name="connsiteY326" fmla="*/ 152876 h 973454"/>
                <a:gd name="connsiteX327" fmla="*/ 368618 w 995839"/>
                <a:gd name="connsiteY327" fmla="*/ 153353 h 973454"/>
                <a:gd name="connsiteX328" fmla="*/ 367189 w 995839"/>
                <a:gd name="connsiteY328" fmla="*/ 156686 h 973454"/>
                <a:gd name="connsiteX329" fmla="*/ 366236 w 995839"/>
                <a:gd name="connsiteY329" fmla="*/ 156210 h 973454"/>
                <a:gd name="connsiteX330" fmla="*/ 364808 w 995839"/>
                <a:gd name="connsiteY330" fmla="*/ 156210 h 973454"/>
                <a:gd name="connsiteX331" fmla="*/ 362903 w 995839"/>
                <a:gd name="connsiteY331" fmla="*/ 157163 h 973454"/>
                <a:gd name="connsiteX332" fmla="*/ 360998 w 995839"/>
                <a:gd name="connsiteY332" fmla="*/ 157639 h 973454"/>
                <a:gd name="connsiteX333" fmla="*/ 360045 w 995839"/>
                <a:gd name="connsiteY333" fmla="*/ 157163 h 973454"/>
                <a:gd name="connsiteX334" fmla="*/ 359569 w 995839"/>
                <a:gd name="connsiteY334" fmla="*/ 156210 h 973454"/>
                <a:gd name="connsiteX335" fmla="*/ 360045 w 995839"/>
                <a:gd name="connsiteY335" fmla="*/ 151924 h 973454"/>
                <a:gd name="connsiteX336" fmla="*/ 359093 w 995839"/>
                <a:gd name="connsiteY336" fmla="*/ 150495 h 973454"/>
                <a:gd name="connsiteX337" fmla="*/ 360045 w 995839"/>
                <a:gd name="connsiteY337" fmla="*/ 147638 h 973454"/>
                <a:gd name="connsiteX338" fmla="*/ 361474 w 995839"/>
                <a:gd name="connsiteY338" fmla="*/ 145256 h 973454"/>
                <a:gd name="connsiteX339" fmla="*/ 359569 w 995839"/>
                <a:gd name="connsiteY339" fmla="*/ 143351 h 973454"/>
                <a:gd name="connsiteX340" fmla="*/ 357664 w 995839"/>
                <a:gd name="connsiteY340" fmla="*/ 140494 h 973454"/>
                <a:gd name="connsiteX341" fmla="*/ 357664 w 995839"/>
                <a:gd name="connsiteY341" fmla="*/ 138113 h 973454"/>
                <a:gd name="connsiteX342" fmla="*/ 358616 w 995839"/>
                <a:gd name="connsiteY342" fmla="*/ 135255 h 973454"/>
                <a:gd name="connsiteX343" fmla="*/ 356711 w 995839"/>
                <a:gd name="connsiteY343" fmla="*/ 132397 h 973454"/>
                <a:gd name="connsiteX344" fmla="*/ 358616 w 995839"/>
                <a:gd name="connsiteY344" fmla="*/ 135255 h 973454"/>
                <a:gd name="connsiteX345" fmla="*/ 358616 w 995839"/>
                <a:gd name="connsiteY345" fmla="*/ 135255 h 973454"/>
                <a:gd name="connsiteX346" fmla="*/ 359093 w 995839"/>
                <a:gd name="connsiteY346" fmla="*/ 132397 h 973454"/>
                <a:gd name="connsiteX347" fmla="*/ 358616 w 995839"/>
                <a:gd name="connsiteY347" fmla="*/ 131445 h 973454"/>
                <a:gd name="connsiteX348" fmla="*/ 357188 w 995839"/>
                <a:gd name="connsiteY348" fmla="*/ 130016 h 973454"/>
                <a:gd name="connsiteX349" fmla="*/ 350997 w 995839"/>
                <a:gd name="connsiteY349" fmla="*/ 122872 h 973454"/>
                <a:gd name="connsiteX350" fmla="*/ 350520 w 995839"/>
                <a:gd name="connsiteY350" fmla="*/ 121920 h 973454"/>
                <a:gd name="connsiteX351" fmla="*/ 349568 w 995839"/>
                <a:gd name="connsiteY351" fmla="*/ 119539 h 973454"/>
                <a:gd name="connsiteX352" fmla="*/ 349091 w 995839"/>
                <a:gd name="connsiteY352" fmla="*/ 115729 h 973454"/>
                <a:gd name="connsiteX353" fmla="*/ 348139 w 995839"/>
                <a:gd name="connsiteY353" fmla="*/ 113347 h 973454"/>
                <a:gd name="connsiteX354" fmla="*/ 347186 w 995839"/>
                <a:gd name="connsiteY354" fmla="*/ 111442 h 973454"/>
                <a:gd name="connsiteX355" fmla="*/ 347186 w 995839"/>
                <a:gd name="connsiteY355" fmla="*/ 110490 h 973454"/>
                <a:gd name="connsiteX356" fmla="*/ 347663 w 995839"/>
                <a:gd name="connsiteY356" fmla="*/ 110014 h 973454"/>
                <a:gd name="connsiteX357" fmla="*/ 351473 w 995839"/>
                <a:gd name="connsiteY357" fmla="*/ 109538 h 973454"/>
                <a:gd name="connsiteX358" fmla="*/ 355283 w 995839"/>
                <a:gd name="connsiteY358" fmla="*/ 109061 h 973454"/>
                <a:gd name="connsiteX359" fmla="*/ 357664 w 995839"/>
                <a:gd name="connsiteY359" fmla="*/ 108585 h 973454"/>
                <a:gd name="connsiteX360" fmla="*/ 359093 w 995839"/>
                <a:gd name="connsiteY360" fmla="*/ 110014 h 973454"/>
                <a:gd name="connsiteX361" fmla="*/ 359569 w 995839"/>
                <a:gd name="connsiteY361" fmla="*/ 112395 h 973454"/>
                <a:gd name="connsiteX362" fmla="*/ 360045 w 995839"/>
                <a:gd name="connsiteY362" fmla="*/ 113347 h 973454"/>
                <a:gd name="connsiteX363" fmla="*/ 362427 w 995839"/>
                <a:gd name="connsiteY363" fmla="*/ 115253 h 973454"/>
                <a:gd name="connsiteX364" fmla="*/ 365284 w 995839"/>
                <a:gd name="connsiteY364" fmla="*/ 117157 h 973454"/>
                <a:gd name="connsiteX365" fmla="*/ 368141 w 995839"/>
                <a:gd name="connsiteY365" fmla="*/ 116681 h 973454"/>
                <a:gd name="connsiteX366" fmla="*/ 370523 w 995839"/>
                <a:gd name="connsiteY366" fmla="*/ 115729 h 973454"/>
                <a:gd name="connsiteX367" fmla="*/ 372428 w 995839"/>
                <a:gd name="connsiteY367" fmla="*/ 112395 h 973454"/>
                <a:gd name="connsiteX368" fmla="*/ 373856 w 995839"/>
                <a:gd name="connsiteY368" fmla="*/ 111442 h 973454"/>
                <a:gd name="connsiteX369" fmla="*/ 375761 w 995839"/>
                <a:gd name="connsiteY369" fmla="*/ 111442 h 973454"/>
                <a:gd name="connsiteX370" fmla="*/ 375761 w 995839"/>
                <a:gd name="connsiteY370" fmla="*/ 109061 h 973454"/>
                <a:gd name="connsiteX371" fmla="*/ 376238 w 995839"/>
                <a:gd name="connsiteY371" fmla="*/ 103822 h 973454"/>
                <a:gd name="connsiteX372" fmla="*/ 376238 w 995839"/>
                <a:gd name="connsiteY372" fmla="*/ 101917 h 973454"/>
                <a:gd name="connsiteX373" fmla="*/ 375285 w 995839"/>
                <a:gd name="connsiteY373" fmla="*/ 100013 h 973454"/>
                <a:gd name="connsiteX374" fmla="*/ 375285 w 995839"/>
                <a:gd name="connsiteY374" fmla="*/ 98107 h 973454"/>
                <a:gd name="connsiteX375" fmla="*/ 374809 w 995839"/>
                <a:gd name="connsiteY375" fmla="*/ 95250 h 973454"/>
                <a:gd name="connsiteX376" fmla="*/ 372904 w 995839"/>
                <a:gd name="connsiteY376" fmla="*/ 93345 h 973454"/>
                <a:gd name="connsiteX377" fmla="*/ 371475 w 995839"/>
                <a:gd name="connsiteY377" fmla="*/ 92392 h 973454"/>
                <a:gd name="connsiteX378" fmla="*/ 371475 w 995839"/>
                <a:gd name="connsiteY378" fmla="*/ 91440 h 973454"/>
                <a:gd name="connsiteX379" fmla="*/ 371952 w 995839"/>
                <a:gd name="connsiteY379" fmla="*/ 89535 h 973454"/>
                <a:gd name="connsiteX380" fmla="*/ 372428 w 995839"/>
                <a:gd name="connsiteY380" fmla="*/ 87154 h 973454"/>
                <a:gd name="connsiteX381" fmla="*/ 371475 w 995839"/>
                <a:gd name="connsiteY381" fmla="*/ 85249 h 973454"/>
                <a:gd name="connsiteX382" fmla="*/ 370047 w 995839"/>
                <a:gd name="connsiteY382" fmla="*/ 84296 h 973454"/>
                <a:gd name="connsiteX383" fmla="*/ 368141 w 995839"/>
                <a:gd name="connsiteY383" fmla="*/ 82867 h 973454"/>
                <a:gd name="connsiteX384" fmla="*/ 365760 w 995839"/>
                <a:gd name="connsiteY384" fmla="*/ 80963 h 973454"/>
                <a:gd name="connsiteX385" fmla="*/ 364808 w 995839"/>
                <a:gd name="connsiteY385" fmla="*/ 79534 h 973454"/>
                <a:gd name="connsiteX386" fmla="*/ 362903 w 995839"/>
                <a:gd name="connsiteY386" fmla="*/ 77629 h 973454"/>
                <a:gd name="connsiteX387" fmla="*/ 360522 w 995839"/>
                <a:gd name="connsiteY387" fmla="*/ 75247 h 973454"/>
                <a:gd name="connsiteX388" fmla="*/ 360045 w 995839"/>
                <a:gd name="connsiteY388" fmla="*/ 69532 h 973454"/>
                <a:gd name="connsiteX389" fmla="*/ 360045 w 995839"/>
                <a:gd name="connsiteY389" fmla="*/ 63341 h 973454"/>
                <a:gd name="connsiteX390" fmla="*/ 359093 w 995839"/>
                <a:gd name="connsiteY390" fmla="*/ 60484 h 973454"/>
                <a:gd name="connsiteX391" fmla="*/ 357664 w 995839"/>
                <a:gd name="connsiteY391" fmla="*/ 55721 h 973454"/>
                <a:gd name="connsiteX392" fmla="*/ 357664 w 995839"/>
                <a:gd name="connsiteY392" fmla="*/ 54292 h 973454"/>
                <a:gd name="connsiteX393" fmla="*/ 358616 w 995839"/>
                <a:gd name="connsiteY393" fmla="*/ 52864 h 973454"/>
                <a:gd name="connsiteX394" fmla="*/ 364808 w 995839"/>
                <a:gd name="connsiteY394" fmla="*/ 49054 h 973454"/>
                <a:gd name="connsiteX395" fmla="*/ 366236 w 995839"/>
                <a:gd name="connsiteY395" fmla="*/ 47625 h 973454"/>
                <a:gd name="connsiteX396" fmla="*/ 366236 w 995839"/>
                <a:gd name="connsiteY396" fmla="*/ 46672 h 973454"/>
                <a:gd name="connsiteX397" fmla="*/ 366236 w 995839"/>
                <a:gd name="connsiteY397" fmla="*/ 44767 h 973454"/>
                <a:gd name="connsiteX398" fmla="*/ 365284 w 995839"/>
                <a:gd name="connsiteY398" fmla="*/ 42863 h 973454"/>
                <a:gd name="connsiteX399" fmla="*/ 362903 w 995839"/>
                <a:gd name="connsiteY399" fmla="*/ 41434 h 973454"/>
                <a:gd name="connsiteX400" fmla="*/ 359569 w 995839"/>
                <a:gd name="connsiteY400" fmla="*/ 39053 h 973454"/>
                <a:gd name="connsiteX401" fmla="*/ 356235 w 995839"/>
                <a:gd name="connsiteY401" fmla="*/ 36671 h 973454"/>
                <a:gd name="connsiteX402" fmla="*/ 350997 w 995839"/>
                <a:gd name="connsiteY402" fmla="*/ 35242 h 973454"/>
                <a:gd name="connsiteX403" fmla="*/ 344805 w 995839"/>
                <a:gd name="connsiteY403" fmla="*/ 33338 h 973454"/>
                <a:gd name="connsiteX404" fmla="*/ 343377 w 995839"/>
                <a:gd name="connsiteY404" fmla="*/ 31432 h 973454"/>
                <a:gd name="connsiteX405" fmla="*/ 341948 w 995839"/>
                <a:gd name="connsiteY405" fmla="*/ 27146 h 973454"/>
                <a:gd name="connsiteX406" fmla="*/ 339090 w 995839"/>
                <a:gd name="connsiteY406" fmla="*/ 20479 h 973454"/>
                <a:gd name="connsiteX407" fmla="*/ 336233 w 995839"/>
                <a:gd name="connsiteY407" fmla="*/ 13335 h 973454"/>
                <a:gd name="connsiteX408" fmla="*/ 333852 w 995839"/>
                <a:gd name="connsiteY408" fmla="*/ 9049 h 973454"/>
                <a:gd name="connsiteX409" fmla="*/ 333852 w 995839"/>
                <a:gd name="connsiteY409" fmla="*/ 7144 h 973454"/>
                <a:gd name="connsiteX410" fmla="*/ 335280 w 995839"/>
                <a:gd name="connsiteY410" fmla="*/ 1905 h 973454"/>
                <a:gd name="connsiteX411" fmla="*/ 335280 w 995839"/>
                <a:gd name="connsiteY411" fmla="*/ 953 h 973454"/>
                <a:gd name="connsiteX412" fmla="*/ 334328 w 995839"/>
                <a:gd name="connsiteY412" fmla="*/ 476 h 973454"/>
                <a:gd name="connsiteX413" fmla="*/ 331947 w 995839"/>
                <a:gd name="connsiteY413" fmla="*/ 953 h 973454"/>
                <a:gd name="connsiteX414" fmla="*/ 330041 w 995839"/>
                <a:gd name="connsiteY414" fmla="*/ 1905 h 973454"/>
                <a:gd name="connsiteX415" fmla="*/ 328613 w 995839"/>
                <a:gd name="connsiteY415" fmla="*/ 1429 h 973454"/>
                <a:gd name="connsiteX416" fmla="*/ 327184 w 995839"/>
                <a:gd name="connsiteY416" fmla="*/ 476 h 973454"/>
                <a:gd name="connsiteX417" fmla="*/ 326708 w 995839"/>
                <a:gd name="connsiteY417" fmla="*/ 0 h 973454"/>
                <a:gd name="connsiteX418" fmla="*/ 323374 w 995839"/>
                <a:gd name="connsiteY418" fmla="*/ 1905 h 973454"/>
                <a:gd name="connsiteX419" fmla="*/ 319088 w 995839"/>
                <a:gd name="connsiteY419" fmla="*/ 4286 h 973454"/>
                <a:gd name="connsiteX420" fmla="*/ 313849 w 995839"/>
                <a:gd name="connsiteY420" fmla="*/ 7144 h 973454"/>
                <a:gd name="connsiteX421" fmla="*/ 309563 w 995839"/>
                <a:gd name="connsiteY421" fmla="*/ 9525 h 973454"/>
                <a:gd name="connsiteX422" fmla="*/ 305277 w 995839"/>
                <a:gd name="connsiteY422" fmla="*/ 11906 h 973454"/>
                <a:gd name="connsiteX423" fmla="*/ 300990 w 995839"/>
                <a:gd name="connsiteY423" fmla="*/ 14288 h 973454"/>
                <a:gd name="connsiteX424" fmla="*/ 300514 w 995839"/>
                <a:gd name="connsiteY424" fmla="*/ 16192 h 973454"/>
                <a:gd name="connsiteX425" fmla="*/ 299561 w 995839"/>
                <a:gd name="connsiteY425" fmla="*/ 19050 h 973454"/>
                <a:gd name="connsiteX426" fmla="*/ 295752 w 995839"/>
                <a:gd name="connsiteY426" fmla="*/ 20955 h 973454"/>
                <a:gd name="connsiteX427" fmla="*/ 291941 w 995839"/>
                <a:gd name="connsiteY427" fmla="*/ 22384 h 973454"/>
                <a:gd name="connsiteX428" fmla="*/ 290989 w 995839"/>
                <a:gd name="connsiteY428" fmla="*/ 23336 h 973454"/>
                <a:gd name="connsiteX429" fmla="*/ 290513 w 995839"/>
                <a:gd name="connsiteY429" fmla="*/ 24289 h 973454"/>
                <a:gd name="connsiteX430" fmla="*/ 288608 w 995839"/>
                <a:gd name="connsiteY430" fmla="*/ 26670 h 973454"/>
                <a:gd name="connsiteX431" fmla="*/ 285274 w 995839"/>
                <a:gd name="connsiteY431" fmla="*/ 28575 h 973454"/>
                <a:gd name="connsiteX432" fmla="*/ 282416 w 995839"/>
                <a:gd name="connsiteY432" fmla="*/ 28575 h 973454"/>
                <a:gd name="connsiteX433" fmla="*/ 280511 w 995839"/>
                <a:gd name="connsiteY433" fmla="*/ 28099 h 973454"/>
                <a:gd name="connsiteX434" fmla="*/ 270986 w 995839"/>
                <a:gd name="connsiteY434" fmla="*/ 31432 h 973454"/>
                <a:gd name="connsiteX435" fmla="*/ 266700 w 995839"/>
                <a:gd name="connsiteY435" fmla="*/ 31432 h 973454"/>
                <a:gd name="connsiteX436" fmla="*/ 263366 w 995839"/>
                <a:gd name="connsiteY436" fmla="*/ 33814 h 973454"/>
                <a:gd name="connsiteX437" fmla="*/ 260985 w 995839"/>
                <a:gd name="connsiteY437" fmla="*/ 35719 h 973454"/>
                <a:gd name="connsiteX438" fmla="*/ 255747 w 995839"/>
                <a:gd name="connsiteY438" fmla="*/ 38100 h 973454"/>
                <a:gd name="connsiteX439" fmla="*/ 252413 w 995839"/>
                <a:gd name="connsiteY439" fmla="*/ 38100 h 973454"/>
                <a:gd name="connsiteX440" fmla="*/ 247174 w 995839"/>
                <a:gd name="connsiteY440" fmla="*/ 36671 h 973454"/>
                <a:gd name="connsiteX441" fmla="*/ 240983 w 995839"/>
                <a:gd name="connsiteY441" fmla="*/ 34290 h 973454"/>
                <a:gd name="connsiteX442" fmla="*/ 238602 w 995839"/>
                <a:gd name="connsiteY442" fmla="*/ 32861 h 973454"/>
                <a:gd name="connsiteX443" fmla="*/ 236220 w 995839"/>
                <a:gd name="connsiteY443" fmla="*/ 32861 h 973454"/>
                <a:gd name="connsiteX444" fmla="*/ 230505 w 995839"/>
                <a:gd name="connsiteY444" fmla="*/ 32385 h 973454"/>
                <a:gd name="connsiteX445" fmla="*/ 224790 w 995839"/>
                <a:gd name="connsiteY445" fmla="*/ 30956 h 973454"/>
                <a:gd name="connsiteX446" fmla="*/ 218123 w 995839"/>
                <a:gd name="connsiteY446" fmla="*/ 29528 h 973454"/>
                <a:gd name="connsiteX447" fmla="*/ 214789 w 995839"/>
                <a:gd name="connsiteY447" fmla="*/ 29051 h 973454"/>
                <a:gd name="connsiteX448" fmla="*/ 208122 w 995839"/>
                <a:gd name="connsiteY448" fmla="*/ 27622 h 973454"/>
                <a:gd name="connsiteX449" fmla="*/ 203835 w 995839"/>
                <a:gd name="connsiteY449" fmla="*/ 29528 h 973454"/>
                <a:gd name="connsiteX450" fmla="*/ 200025 w 995839"/>
                <a:gd name="connsiteY450" fmla="*/ 30956 h 973454"/>
                <a:gd name="connsiteX451" fmla="*/ 196691 w 995839"/>
                <a:gd name="connsiteY451" fmla="*/ 31909 h 973454"/>
                <a:gd name="connsiteX452" fmla="*/ 193834 w 995839"/>
                <a:gd name="connsiteY452" fmla="*/ 36671 h 973454"/>
                <a:gd name="connsiteX453" fmla="*/ 192881 w 995839"/>
                <a:gd name="connsiteY453" fmla="*/ 38100 h 973454"/>
                <a:gd name="connsiteX454" fmla="*/ 191453 w 995839"/>
                <a:gd name="connsiteY454" fmla="*/ 40481 h 973454"/>
                <a:gd name="connsiteX455" fmla="*/ 190977 w 995839"/>
                <a:gd name="connsiteY455" fmla="*/ 42386 h 973454"/>
                <a:gd name="connsiteX456" fmla="*/ 191453 w 995839"/>
                <a:gd name="connsiteY456" fmla="*/ 44291 h 973454"/>
                <a:gd name="connsiteX457" fmla="*/ 195263 w 995839"/>
                <a:gd name="connsiteY457" fmla="*/ 45720 h 973454"/>
                <a:gd name="connsiteX458" fmla="*/ 196691 w 995839"/>
                <a:gd name="connsiteY458" fmla="*/ 47625 h 973454"/>
                <a:gd name="connsiteX459" fmla="*/ 197168 w 995839"/>
                <a:gd name="connsiteY459" fmla="*/ 49530 h 973454"/>
                <a:gd name="connsiteX460" fmla="*/ 195739 w 995839"/>
                <a:gd name="connsiteY460" fmla="*/ 51435 h 973454"/>
                <a:gd name="connsiteX461" fmla="*/ 194786 w 995839"/>
                <a:gd name="connsiteY461" fmla="*/ 52864 h 973454"/>
                <a:gd name="connsiteX462" fmla="*/ 194786 w 995839"/>
                <a:gd name="connsiteY462" fmla="*/ 54292 h 973454"/>
                <a:gd name="connsiteX463" fmla="*/ 195263 w 995839"/>
                <a:gd name="connsiteY463" fmla="*/ 55721 h 973454"/>
                <a:gd name="connsiteX464" fmla="*/ 196215 w 995839"/>
                <a:gd name="connsiteY464" fmla="*/ 56674 h 973454"/>
                <a:gd name="connsiteX465" fmla="*/ 201930 w 995839"/>
                <a:gd name="connsiteY465" fmla="*/ 57150 h 973454"/>
                <a:gd name="connsiteX466" fmla="*/ 205264 w 995839"/>
                <a:gd name="connsiteY466" fmla="*/ 57150 h 973454"/>
                <a:gd name="connsiteX467" fmla="*/ 206693 w 995839"/>
                <a:gd name="connsiteY467" fmla="*/ 57626 h 973454"/>
                <a:gd name="connsiteX468" fmla="*/ 206693 w 995839"/>
                <a:gd name="connsiteY468" fmla="*/ 59531 h 973454"/>
                <a:gd name="connsiteX469" fmla="*/ 205264 w 995839"/>
                <a:gd name="connsiteY469" fmla="*/ 61913 h 973454"/>
                <a:gd name="connsiteX470" fmla="*/ 200502 w 995839"/>
                <a:gd name="connsiteY470" fmla="*/ 63817 h 973454"/>
                <a:gd name="connsiteX471" fmla="*/ 197644 w 995839"/>
                <a:gd name="connsiteY471" fmla="*/ 65722 h 973454"/>
                <a:gd name="connsiteX472" fmla="*/ 196691 w 995839"/>
                <a:gd name="connsiteY472" fmla="*/ 68104 h 973454"/>
                <a:gd name="connsiteX473" fmla="*/ 196691 w 995839"/>
                <a:gd name="connsiteY473" fmla="*/ 70009 h 973454"/>
                <a:gd name="connsiteX474" fmla="*/ 197644 w 995839"/>
                <a:gd name="connsiteY474" fmla="*/ 71438 h 973454"/>
                <a:gd name="connsiteX475" fmla="*/ 200025 w 995839"/>
                <a:gd name="connsiteY475" fmla="*/ 72866 h 973454"/>
                <a:gd name="connsiteX476" fmla="*/ 201930 w 995839"/>
                <a:gd name="connsiteY476" fmla="*/ 74771 h 973454"/>
                <a:gd name="connsiteX477" fmla="*/ 202406 w 995839"/>
                <a:gd name="connsiteY477" fmla="*/ 76200 h 973454"/>
                <a:gd name="connsiteX478" fmla="*/ 201930 w 995839"/>
                <a:gd name="connsiteY478" fmla="*/ 78105 h 973454"/>
                <a:gd name="connsiteX479" fmla="*/ 200978 w 995839"/>
                <a:gd name="connsiteY479" fmla="*/ 80963 h 973454"/>
                <a:gd name="connsiteX480" fmla="*/ 198597 w 995839"/>
                <a:gd name="connsiteY480" fmla="*/ 84296 h 973454"/>
                <a:gd name="connsiteX481" fmla="*/ 196691 w 995839"/>
                <a:gd name="connsiteY481" fmla="*/ 86678 h 973454"/>
                <a:gd name="connsiteX482" fmla="*/ 196691 w 995839"/>
                <a:gd name="connsiteY482" fmla="*/ 87630 h 973454"/>
                <a:gd name="connsiteX483" fmla="*/ 197168 w 995839"/>
                <a:gd name="connsiteY483" fmla="*/ 89059 h 973454"/>
                <a:gd name="connsiteX484" fmla="*/ 198597 w 995839"/>
                <a:gd name="connsiteY484" fmla="*/ 90964 h 973454"/>
                <a:gd name="connsiteX485" fmla="*/ 201454 w 995839"/>
                <a:gd name="connsiteY485" fmla="*/ 93345 h 973454"/>
                <a:gd name="connsiteX486" fmla="*/ 204788 w 995839"/>
                <a:gd name="connsiteY486" fmla="*/ 95250 h 973454"/>
                <a:gd name="connsiteX487" fmla="*/ 206693 w 995839"/>
                <a:gd name="connsiteY487" fmla="*/ 95726 h 973454"/>
                <a:gd name="connsiteX488" fmla="*/ 207169 w 995839"/>
                <a:gd name="connsiteY488" fmla="*/ 96203 h 973454"/>
                <a:gd name="connsiteX489" fmla="*/ 207645 w 995839"/>
                <a:gd name="connsiteY489" fmla="*/ 98584 h 973454"/>
                <a:gd name="connsiteX490" fmla="*/ 208122 w 995839"/>
                <a:gd name="connsiteY490" fmla="*/ 100965 h 973454"/>
                <a:gd name="connsiteX491" fmla="*/ 207169 w 995839"/>
                <a:gd name="connsiteY491" fmla="*/ 102870 h 973454"/>
                <a:gd name="connsiteX492" fmla="*/ 209074 w 995839"/>
                <a:gd name="connsiteY492" fmla="*/ 104299 h 973454"/>
                <a:gd name="connsiteX493" fmla="*/ 213360 w 995839"/>
                <a:gd name="connsiteY493" fmla="*/ 104299 h 973454"/>
                <a:gd name="connsiteX494" fmla="*/ 216694 w 995839"/>
                <a:gd name="connsiteY494" fmla="*/ 104775 h 973454"/>
                <a:gd name="connsiteX495" fmla="*/ 218123 w 995839"/>
                <a:gd name="connsiteY495" fmla="*/ 104299 h 973454"/>
                <a:gd name="connsiteX496" fmla="*/ 219075 w 995839"/>
                <a:gd name="connsiteY496" fmla="*/ 104775 h 973454"/>
                <a:gd name="connsiteX497" fmla="*/ 218599 w 995839"/>
                <a:gd name="connsiteY497" fmla="*/ 110490 h 973454"/>
                <a:gd name="connsiteX498" fmla="*/ 219075 w 995839"/>
                <a:gd name="connsiteY498" fmla="*/ 113824 h 973454"/>
                <a:gd name="connsiteX499" fmla="*/ 220028 w 995839"/>
                <a:gd name="connsiteY499" fmla="*/ 114776 h 973454"/>
                <a:gd name="connsiteX500" fmla="*/ 223361 w 995839"/>
                <a:gd name="connsiteY500" fmla="*/ 116205 h 973454"/>
                <a:gd name="connsiteX501" fmla="*/ 230029 w 995839"/>
                <a:gd name="connsiteY501" fmla="*/ 116205 h 973454"/>
                <a:gd name="connsiteX502" fmla="*/ 233839 w 995839"/>
                <a:gd name="connsiteY502" fmla="*/ 117634 h 973454"/>
                <a:gd name="connsiteX503" fmla="*/ 238125 w 995839"/>
                <a:gd name="connsiteY503" fmla="*/ 119539 h 973454"/>
                <a:gd name="connsiteX504" fmla="*/ 240506 w 995839"/>
                <a:gd name="connsiteY504" fmla="*/ 121444 h 973454"/>
                <a:gd name="connsiteX505" fmla="*/ 241459 w 995839"/>
                <a:gd name="connsiteY505" fmla="*/ 122872 h 973454"/>
                <a:gd name="connsiteX506" fmla="*/ 240983 w 995839"/>
                <a:gd name="connsiteY506" fmla="*/ 125254 h 973454"/>
                <a:gd name="connsiteX507" fmla="*/ 238602 w 995839"/>
                <a:gd name="connsiteY507" fmla="*/ 128111 h 973454"/>
                <a:gd name="connsiteX508" fmla="*/ 234791 w 995839"/>
                <a:gd name="connsiteY508" fmla="*/ 129540 h 973454"/>
                <a:gd name="connsiteX509" fmla="*/ 232410 w 995839"/>
                <a:gd name="connsiteY509" fmla="*/ 130016 h 973454"/>
                <a:gd name="connsiteX510" fmla="*/ 220980 w 995839"/>
                <a:gd name="connsiteY510" fmla="*/ 135255 h 973454"/>
                <a:gd name="connsiteX511" fmla="*/ 217647 w 995839"/>
                <a:gd name="connsiteY511" fmla="*/ 137636 h 973454"/>
                <a:gd name="connsiteX512" fmla="*/ 214789 w 995839"/>
                <a:gd name="connsiteY512" fmla="*/ 140494 h 973454"/>
                <a:gd name="connsiteX513" fmla="*/ 213836 w 995839"/>
                <a:gd name="connsiteY513" fmla="*/ 142399 h 973454"/>
                <a:gd name="connsiteX514" fmla="*/ 213360 w 995839"/>
                <a:gd name="connsiteY514" fmla="*/ 144304 h 973454"/>
                <a:gd name="connsiteX515" fmla="*/ 215741 w 995839"/>
                <a:gd name="connsiteY515" fmla="*/ 151447 h 973454"/>
                <a:gd name="connsiteX516" fmla="*/ 216218 w 995839"/>
                <a:gd name="connsiteY516" fmla="*/ 153829 h 973454"/>
                <a:gd name="connsiteX517" fmla="*/ 214313 w 995839"/>
                <a:gd name="connsiteY517" fmla="*/ 161449 h 973454"/>
                <a:gd name="connsiteX518" fmla="*/ 213836 w 995839"/>
                <a:gd name="connsiteY518" fmla="*/ 164306 h 973454"/>
                <a:gd name="connsiteX519" fmla="*/ 214789 w 995839"/>
                <a:gd name="connsiteY519" fmla="*/ 166211 h 973454"/>
                <a:gd name="connsiteX520" fmla="*/ 217170 w 995839"/>
                <a:gd name="connsiteY520" fmla="*/ 167164 h 973454"/>
                <a:gd name="connsiteX521" fmla="*/ 217647 w 995839"/>
                <a:gd name="connsiteY521" fmla="*/ 168592 h 973454"/>
                <a:gd name="connsiteX522" fmla="*/ 218123 w 995839"/>
                <a:gd name="connsiteY522" fmla="*/ 170021 h 973454"/>
                <a:gd name="connsiteX523" fmla="*/ 213836 w 995839"/>
                <a:gd name="connsiteY523" fmla="*/ 172879 h 973454"/>
                <a:gd name="connsiteX524" fmla="*/ 209550 w 995839"/>
                <a:gd name="connsiteY524" fmla="*/ 175260 h 973454"/>
                <a:gd name="connsiteX525" fmla="*/ 208122 w 995839"/>
                <a:gd name="connsiteY525" fmla="*/ 175260 h 973454"/>
                <a:gd name="connsiteX526" fmla="*/ 203835 w 995839"/>
                <a:gd name="connsiteY526" fmla="*/ 180022 h 973454"/>
                <a:gd name="connsiteX527" fmla="*/ 196691 w 995839"/>
                <a:gd name="connsiteY527" fmla="*/ 189071 h 973454"/>
                <a:gd name="connsiteX528" fmla="*/ 192881 w 995839"/>
                <a:gd name="connsiteY528" fmla="*/ 192405 h 973454"/>
                <a:gd name="connsiteX529" fmla="*/ 192405 w 995839"/>
                <a:gd name="connsiteY529" fmla="*/ 193834 h 973454"/>
                <a:gd name="connsiteX530" fmla="*/ 191929 w 995839"/>
                <a:gd name="connsiteY530" fmla="*/ 195263 h 973454"/>
                <a:gd name="connsiteX531" fmla="*/ 193358 w 995839"/>
                <a:gd name="connsiteY531" fmla="*/ 197644 h 973454"/>
                <a:gd name="connsiteX532" fmla="*/ 193834 w 995839"/>
                <a:gd name="connsiteY532" fmla="*/ 200025 h 973454"/>
                <a:gd name="connsiteX533" fmla="*/ 192405 w 995839"/>
                <a:gd name="connsiteY533" fmla="*/ 202406 h 973454"/>
                <a:gd name="connsiteX534" fmla="*/ 189548 w 995839"/>
                <a:gd name="connsiteY534" fmla="*/ 204788 h 973454"/>
                <a:gd name="connsiteX535" fmla="*/ 184309 w 995839"/>
                <a:gd name="connsiteY535" fmla="*/ 207169 h 973454"/>
                <a:gd name="connsiteX536" fmla="*/ 177641 w 995839"/>
                <a:gd name="connsiteY536" fmla="*/ 209550 h 973454"/>
                <a:gd name="connsiteX537" fmla="*/ 174784 w 995839"/>
                <a:gd name="connsiteY537" fmla="*/ 210979 h 973454"/>
                <a:gd name="connsiteX538" fmla="*/ 172403 w 995839"/>
                <a:gd name="connsiteY538" fmla="*/ 216694 h 973454"/>
                <a:gd name="connsiteX539" fmla="*/ 170498 w 995839"/>
                <a:gd name="connsiteY539" fmla="*/ 222885 h 973454"/>
                <a:gd name="connsiteX540" fmla="*/ 169545 w 995839"/>
                <a:gd name="connsiteY540" fmla="*/ 225266 h 973454"/>
                <a:gd name="connsiteX541" fmla="*/ 166211 w 995839"/>
                <a:gd name="connsiteY541" fmla="*/ 231934 h 973454"/>
                <a:gd name="connsiteX542" fmla="*/ 160020 w 995839"/>
                <a:gd name="connsiteY542" fmla="*/ 241935 h 973454"/>
                <a:gd name="connsiteX543" fmla="*/ 158591 w 995839"/>
                <a:gd name="connsiteY543" fmla="*/ 244316 h 973454"/>
                <a:gd name="connsiteX544" fmla="*/ 149066 w 995839"/>
                <a:gd name="connsiteY544" fmla="*/ 249079 h 973454"/>
                <a:gd name="connsiteX545" fmla="*/ 139541 w 995839"/>
                <a:gd name="connsiteY545" fmla="*/ 254317 h 973454"/>
                <a:gd name="connsiteX546" fmla="*/ 137636 w 995839"/>
                <a:gd name="connsiteY546" fmla="*/ 256222 h 973454"/>
                <a:gd name="connsiteX547" fmla="*/ 135731 w 995839"/>
                <a:gd name="connsiteY547" fmla="*/ 260985 h 973454"/>
                <a:gd name="connsiteX548" fmla="*/ 133827 w 995839"/>
                <a:gd name="connsiteY548" fmla="*/ 266224 h 973454"/>
                <a:gd name="connsiteX549" fmla="*/ 131922 w 995839"/>
                <a:gd name="connsiteY549" fmla="*/ 269081 h 973454"/>
                <a:gd name="connsiteX550" fmla="*/ 125730 w 995839"/>
                <a:gd name="connsiteY550" fmla="*/ 275272 h 973454"/>
                <a:gd name="connsiteX551" fmla="*/ 123825 w 995839"/>
                <a:gd name="connsiteY551" fmla="*/ 280035 h 973454"/>
                <a:gd name="connsiteX552" fmla="*/ 123349 w 995839"/>
                <a:gd name="connsiteY552" fmla="*/ 282892 h 973454"/>
                <a:gd name="connsiteX553" fmla="*/ 118110 w 995839"/>
                <a:gd name="connsiteY553" fmla="*/ 284797 h 973454"/>
                <a:gd name="connsiteX554" fmla="*/ 112395 w 995839"/>
                <a:gd name="connsiteY554" fmla="*/ 286226 h 973454"/>
                <a:gd name="connsiteX555" fmla="*/ 103823 w 995839"/>
                <a:gd name="connsiteY555" fmla="*/ 286703 h 973454"/>
                <a:gd name="connsiteX556" fmla="*/ 100013 w 995839"/>
                <a:gd name="connsiteY556" fmla="*/ 287655 h 973454"/>
                <a:gd name="connsiteX557" fmla="*/ 89535 w 995839"/>
                <a:gd name="connsiteY557" fmla="*/ 291941 h 973454"/>
                <a:gd name="connsiteX558" fmla="*/ 87154 w 995839"/>
                <a:gd name="connsiteY558" fmla="*/ 291941 h 973454"/>
                <a:gd name="connsiteX559" fmla="*/ 85249 w 995839"/>
                <a:gd name="connsiteY559" fmla="*/ 291465 h 973454"/>
                <a:gd name="connsiteX560" fmla="*/ 83820 w 995839"/>
                <a:gd name="connsiteY560" fmla="*/ 290036 h 973454"/>
                <a:gd name="connsiteX561" fmla="*/ 82391 w 995839"/>
                <a:gd name="connsiteY561" fmla="*/ 287655 h 973454"/>
                <a:gd name="connsiteX562" fmla="*/ 81915 w 995839"/>
                <a:gd name="connsiteY562" fmla="*/ 283845 h 973454"/>
                <a:gd name="connsiteX563" fmla="*/ 80010 w 995839"/>
                <a:gd name="connsiteY563" fmla="*/ 281940 h 973454"/>
                <a:gd name="connsiteX564" fmla="*/ 77153 w 995839"/>
                <a:gd name="connsiteY564" fmla="*/ 280511 h 973454"/>
                <a:gd name="connsiteX565" fmla="*/ 74295 w 995839"/>
                <a:gd name="connsiteY565" fmla="*/ 280511 h 973454"/>
                <a:gd name="connsiteX566" fmla="*/ 71438 w 995839"/>
                <a:gd name="connsiteY566" fmla="*/ 281940 h 973454"/>
                <a:gd name="connsiteX567" fmla="*/ 69056 w 995839"/>
                <a:gd name="connsiteY567" fmla="*/ 283845 h 973454"/>
                <a:gd name="connsiteX568" fmla="*/ 67152 w 995839"/>
                <a:gd name="connsiteY568" fmla="*/ 285274 h 973454"/>
                <a:gd name="connsiteX569" fmla="*/ 65247 w 995839"/>
                <a:gd name="connsiteY569" fmla="*/ 286703 h 973454"/>
                <a:gd name="connsiteX570" fmla="*/ 61913 w 995839"/>
                <a:gd name="connsiteY570" fmla="*/ 292417 h 973454"/>
                <a:gd name="connsiteX571" fmla="*/ 56674 w 995839"/>
                <a:gd name="connsiteY571" fmla="*/ 300514 h 973454"/>
                <a:gd name="connsiteX572" fmla="*/ 50959 w 995839"/>
                <a:gd name="connsiteY572" fmla="*/ 306229 h 973454"/>
                <a:gd name="connsiteX573" fmla="*/ 48578 w 995839"/>
                <a:gd name="connsiteY573" fmla="*/ 308134 h 973454"/>
                <a:gd name="connsiteX574" fmla="*/ 47149 w 995839"/>
                <a:gd name="connsiteY574" fmla="*/ 309563 h 973454"/>
                <a:gd name="connsiteX575" fmla="*/ 45244 w 995839"/>
                <a:gd name="connsiteY575" fmla="*/ 311467 h 973454"/>
                <a:gd name="connsiteX576" fmla="*/ 44291 w 995839"/>
                <a:gd name="connsiteY576" fmla="*/ 313372 h 973454"/>
                <a:gd name="connsiteX577" fmla="*/ 42863 w 995839"/>
                <a:gd name="connsiteY577" fmla="*/ 319564 h 973454"/>
                <a:gd name="connsiteX578" fmla="*/ 41910 w 995839"/>
                <a:gd name="connsiteY578" fmla="*/ 324803 h 973454"/>
                <a:gd name="connsiteX579" fmla="*/ 42386 w 995839"/>
                <a:gd name="connsiteY579" fmla="*/ 326231 h 973454"/>
                <a:gd name="connsiteX580" fmla="*/ 43339 w 995839"/>
                <a:gd name="connsiteY580" fmla="*/ 327184 h 973454"/>
                <a:gd name="connsiteX581" fmla="*/ 46673 w 995839"/>
                <a:gd name="connsiteY581" fmla="*/ 328613 h 973454"/>
                <a:gd name="connsiteX582" fmla="*/ 51435 w 995839"/>
                <a:gd name="connsiteY582" fmla="*/ 330994 h 973454"/>
                <a:gd name="connsiteX583" fmla="*/ 57627 w 995839"/>
                <a:gd name="connsiteY583" fmla="*/ 332422 h 973454"/>
                <a:gd name="connsiteX584" fmla="*/ 62865 w 995839"/>
                <a:gd name="connsiteY584" fmla="*/ 332899 h 973454"/>
                <a:gd name="connsiteX585" fmla="*/ 64770 w 995839"/>
                <a:gd name="connsiteY585" fmla="*/ 333851 h 973454"/>
                <a:gd name="connsiteX586" fmla="*/ 65723 w 995839"/>
                <a:gd name="connsiteY586" fmla="*/ 335280 h 973454"/>
                <a:gd name="connsiteX587" fmla="*/ 66199 w 995839"/>
                <a:gd name="connsiteY587" fmla="*/ 336709 h 973454"/>
                <a:gd name="connsiteX588" fmla="*/ 65723 w 995839"/>
                <a:gd name="connsiteY588" fmla="*/ 340995 h 973454"/>
                <a:gd name="connsiteX589" fmla="*/ 65247 w 995839"/>
                <a:gd name="connsiteY589" fmla="*/ 345757 h 973454"/>
                <a:gd name="connsiteX590" fmla="*/ 63341 w 995839"/>
                <a:gd name="connsiteY590" fmla="*/ 350996 h 973454"/>
                <a:gd name="connsiteX591" fmla="*/ 63341 w 995839"/>
                <a:gd name="connsiteY591" fmla="*/ 353854 h 973454"/>
                <a:gd name="connsiteX592" fmla="*/ 64294 w 995839"/>
                <a:gd name="connsiteY592" fmla="*/ 356711 h 973454"/>
                <a:gd name="connsiteX593" fmla="*/ 70009 w 995839"/>
                <a:gd name="connsiteY593" fmla="*/ 363855 h 973454"/>
                <a:gd name="connsiteX594" fmla="*/ 71914 w 995839"/>
                <a:gd name="connsiteY594" fmla="*/ 364807 h 973454"/>
                <a:gd name="connsiteX595" fmla="*/ 76200 w 995839"/>
                <a:gd name="connsiteY595" fmla="*/ 364807 h 973454"/>
                <a:gd name="connsiteX596" fmla="*/ 78105 w 995839"/>
                <a:gd name="connsiteY596" fmla="*/ 364807 h 973454"/>
                <a:gd name="connsiteX597" fmla="*/ 80486 w 995839"/>
                <a:gd name="connsiteY597" fmla="*/ 363855 h 973454"/>
                <a:gd name="connsiteX598" fmla="*/ 81915 w 995839"/>
                <a:gd name="connsiteY598" fmla="*/ 364331 h 973454"/>
                <a:gd name="connsiteX599" fmla="*/ 82868 w 995839"/>
                <a:gd name="connsiteY599" fmla="*/ 365284 h 973454"/>
                <a:gd name="connsiteX600" fmla="*/ 83344 w 995839"/>
                <a:gd name="connsiteY600" fmla="*/ 366713 h 973454"/>
                <a:gd name="connsiteX601" fmla="*/ 83344 w 995839"/>
                <a:gd name="connsiteY601" fmla="*/ 373856 h 973454"/>
                <a:gd name="connsiteX602" fmla="*/ 85249 w 995839"/>
                <a:gd name="connsiteY602" fmla="*/ 377190 h 973454"/>
                <a:gd name="connsiteX603" fmla="*/ 88583 w 995839"/>
                <a:gd name="connsiteY603" fmla="*/ 381476 h 973454"/>
                <a:gd name="connsiteX604" fmla="*/ 91440 w 995839"/>
                <a:gd name="connsiteY604" fmla="*/ 386715 h 973454"/>
                <a:gd name="connsiteX605" fmla="*/ 93822 w 995839"/>
                <a:gd name="connsiteY605" fmla="*/ 392906 h 973454"/>
                <a:gd name="connsiteX606" fmla="*/ 96203 w 995839"/>
                <a:gd name="connsiteY606" fmla="*/ 397669 h 973454"/>
                <a:gd name="connsiteX607" fmla="*/ 97155 w 995839"/>
                <a:gd name="connsiteY607" fmla="*/ 400050 h 973454"/>
                <a:gd name="connsiteX608" fmla="*/ 95727 w 995839"/>
                <a:gd name="connsiteY608" fmla="*/ 401479 h 973454"/>
                <a:gd name="connsiteX609" fmla="*/ 94774 w 995839"/>
                <a:gd name="connsiteY609" fmla="*/ 402907 h 973454"/>
                <a:gd name="connsiteX610" fmla="*/ 94774 w 995839"/>
                <a:gd name="connsiteY610" fmla="*/ 404813 h 973454"/>
                <a:gd name="connsiteX611" fmla="*/ 95250 w 995839"/>
                <a:gd name="connsiteY611" fmla="*/ 406717 h 973454"/>
                <a:gd name="connsiteX612" fmla="*/ 95250 w 995839"/>
                <a:gd name="connsiteY612" fmla="*/ 408146 h 973454"/>
                <a:gd name="connsiteX613" fmla="*/ 96203 w 995839"/>
                <a:gd name="connsiteY613" fmla="*/ 409575 h 973454"/>
                <a:gd name="connsiteX614" fmla="*/ 97631 w 995839"/>
                <a:gd name="connsiteY614" fmla="*/ 410051 h 973454"/>
                <a:gd name="connsiteX615" fmla="*/ 97631 w 995839"/>
                <a:gd name="connsiteY615" fmla="*/ 411004 h 973454"/>
                <a:gd name="connsiteX616" fmla="*/ 95727 w 995839"/>
                <a:gd name="connsiteY616" fmla="*/ 412432 h 973454"/>
                <a:gd name="connsiteX617" fmla="*/ 93822 w 995839"/>
                <a:gd name="connsiteY617" fmla="*/ 412432 h 973454"/>
                <a:gd name="connsiteX618" fmla="*/ 92393 w 995839"/>
                <a:gd name="connsiteY618" fmla="*/ 412909 h 973454"/>
                <a:gd name="connsiteX619" fmla="*/ 89535 w 995839"/>
                <a:gd name="connsiteY619" fmla="*/ 415766 h 973454"/>
                <a:gd name="connsiteX620" fmla="*/ 88106 w 995839"/>
                <a:gd name="connsiteY620" fmla="*/ 416242 h 973454"/>
                <a:gd name="connsiteX621" fmla="*/ 86202 w 995839"/>
                <a:gd name="connsiteY621" fmla="*/ 416719 h 973454"/>
                <a:gd name="connsiteX622" fmla="*/ 84297 w 995839"/>
                <a:gd name="connsiteY622" fmla="*/ 416242 h 973454"/>
                <a:gd name="connsiteX623" fmla="*/ 81439 w 995839"/>
                <a:gd name="connsiteY623" fmla="*/ 415290 h 973454"/>
                <a:gd name="connsiteX624" fmla="*/ 80486 w 995839"/>
                <a:gd name="connsiteY624" fmla="*/ 413385 h 973454"/>
                <a:gd name="connsiteX625" fmla="*/ 80963 w 995839"/>
                <a:gd name="connsiteY625" fmla="*/ 411480 h 973454"/>
                <a:gd name="connsiteX626" fmla="*/ 80486 w 995839"/>
                <a:gd name="connsiteY626" fmla="*/ 410528 h 973454"/>
                <a:gd name="connsiteX627" fmla="*/ 78581 w 995839"/>
                <a:gd name="connsiteY627" fmla="*/ 410528 h 973454"/>
                <a:gd name="connsiteX628" fmla="*/ 71914 w 995839"/>
                <a:gd name="connsiteY628" fmla="*/ 412432 h 973454"/>
                <a:gd name="connsiteX629" fmla="*/ 65247 w 995839"/>
                <a:gd name="connsiteY629" fmla="*/ 414814 h 973454"/>
                <a:gd name="connsiteX630" fmla="*/ 64294 w 995839"/>
                <a:gd name="connsiteY630" fmla="*/ 416719 h 973454"/>
                <a:gd name="connsiteX631" fmla="*/ 62865 w 995839"/>
                <a:gd name="connsiteY631" fmla="*/ 418624 h 973454"/>
                <a:gd name="connsiteX632" fmla="*/ 60008 w 995839"/>
                <a:gd name="connsiteY632" fmla="*/ 419576 h 973454"/>
                <a:gd name="connsiteX633" fmla="*/ 55722 w 995839"/>
                <a:gd name="connsiteY633" fmla="*/ 419576 h 973454"/>
                <a:gd name="connsiteX634" fmla="*/ 52864 w 995839"/>
                <a:gd name="connsiteY634" fmla="*/ 419100 h 973454"/>
                <a:gd name="connsiteX635" fmla="*/ 50006 w 995839"/>
                <a:gd name="connsiteY635" fmla="*/ 417195 h 973454"/>
                <a:gd name="connsiteX636" fmla="*/ 47625 w 995839"/>
                <a:gd name="connsiteY636" fmla="*/ 415290 h 973454"/>
                <a:gd name="connsiteX637" fmla="*/ 43815 w 995839"/>
                <a:gd name="connsiteY637" fmla="*/ 415290 h 973454"/>
                <a:gd name="connsiteX638" fmla="*/ 36672 w 995839"/>
                <a:gd name="connsiteY638" fmla="*/ 415766 h 973454"/>
                <a:gd name="connsiteX639" fmla="*/ 32861 w 995839"/>
                <a:gd name="connsiteY639" fmla="*/ 415766 h 973454"/>
                <a:gd name="connsiteX640" fmla="*/ 30480 w 995839"/>
                <a:gd name="connsiteY640" fmla="*/ 415290 h 973454"/>
                <a:gd name="connsiteX641" fmla="*/ 28099 w 995839"/>
                <a:gd name="connsiteY641" fmla="*/ 415766 h 973454"/>
                <a:gd name="connsiteX642" fmla="*/ 25241 w 995839"/>
                <a:gd name="connsiteY642" fmla="*/ 415290 h 973454"/>
                <a:gd name="connsiteX643" fmla="*/ 23813 w 995839"/>
                <a:gd name="connsiteY643" fmla="*/ 416242 h 973454"/>
                <a:gd name="connsiteX644" fmla="*/ 22384 w 995839"/>
                <a:gd name="connsiteY644" fmla="*/ 416242 h 973454"/>
                <a:gd name="connsiteX645" fmla="*/ 21431 w 995839"/>
                <a:gd name="connsiteY645" fmla="*/ 414814 h 973454"/>
                <a:gd name="connsiteX646" fmla="*/ 20955 w 995839"/>
                <a:gd name="connsiteY646" fmla="*/ 414814 h 973454"/>
                <a:gd name="connsiteX647" fmla="*/ 20003 w 995839"/>
                <a:gd name="connsiteY647" fmla="*/ 414814 h 973454"/>
                <a:gd name="connsiteX648" fmla="*/ 19527 w 995839"/>
                <a:gd name="connsiteY648" fmla="*/ 415290 h 973454"/>
                <a:gd name="connsiteX649" fmla="*/ 19050 w 995839"/>
                <a:gd name="connsiteY649" fmla="*/ 416242 h 973454"/>
                <a:gd name="connsiteX650" fmla="*/ 19050 w 995839"/>
                <a:gd name="connsiteY650" fmla="*/ 426720 h 973454"/>
                <a:gd name="connsiteX651" fmla="*/ 14288 w 995839"/>
                <a:gd name="connsiteY651" fmla="*/ 426720 h 973454"/>
                <a:gd name="connsiteX652" fmla="*/ 10954 w 995839"/>
                <a:gd name="connsiteY652" fmla="*/ 426720 h 973454"/>
                <a:gd name="connsiteX653" fmla="*/ 7144 w 995839"/>
                <a:gd name="connsiteY653" fmla="*/ 427196 h 973454"/>
                <a:gd name="connsiteX654" fmla="*/ 3810 w 995839"/>
                <a:gd name="connsiteY654" fmla="*/ 428149 h 973454"/>
                <a:gd name="connsiteX655" fmla="*/ 2381 w 995839"/>
                <a:gd name="connsiteY655" fmla="*/ 429101 h 973454"/>
                <a:gd name="connsiteX656" fmla="*/ 0 w 995839"/>
                <a:gd name="connsiteY656" fmla="*/ 430530 h 973454"/>
                <a:gd name="connsiteX657" fmla="*/ 953 w 995839"/>
                <a:gd name="connsiteY657" fmla="*/ 435292 h 973454"/>
                <a:gd name="connsiteX658" fmla="*/ 2381 w 995839"/>
                <a:gd name="connsiteY658" fmla="*/ 440055 h 973454"/>
                <a:gd name="connsiteX659" fmla="*/ 6191 w 995839"/>
                <a:gd name="connsiteY659" fmla="*/ 439579 h 973454"/>
                <a:gd name="connsiteX660" fmla="*/ 9049 w 995839"/>
                <a:gd name="connsiteY660" fmla="*/ 436245 h 973454"/>
                <a:gd name="connsiteX661" fmla="*/ 11430 w 995839"/>
                <a:gd name="connsiteY661" fmla="*/ 434816 h 973454"/>
                <a:gd name="connsiteX662" fmla="*/ 16193 w 995839"/>
                <a:gd name="connsiteY662" fmla="*/ 432435 h 973454"/>
                <a:gd name="connsiteX663" fmla="*/ 20955 w 995839"/>
                <a:gd name="connsiteY663" fmla="*/ 431006 h 973454"/>
                <a:gd name="connsiteX664" fmla="*/ 15716 w 995839"/>
                <a:gd name="connsiteY664" fmla="*/ 434340 h 973454"/>
                <a:gd name="connsiteX665" fmla="*/ 10002 w 995839"/>
                <a:gd name="connsiteY665" fmla="*/ 438626 h 973454"/>
                <a:gd name="connsiteX666" fmla="*/ 8573 w 995839"/>
                <a:gd name="connsiteY666" fmla="*/ 440531 h 973454"/>
                <a:gd name="connsiteX667" fmla="*/ 12383 w 995839"/>
                <a:gd name="connsiteY667" fmla="*/ 447675 h 973454"/>
                <a:gd name="connsiteX668" fmla="*/ 16193 w 995839"/>
                <a:gd name="connsiteY668" fmla="*/ 453866 h 973454"/>
                <a:gd name="connsiteX669" fmla="*/ 22384 w 995839"/>
                <a:gd name="connsiteY669" fmla="*/ 458629 h 973454"/>
                <a:gd name="connsiteX670" fmla="*/ 36672 w 995839"/>
                <a:gd name="connsiteY670" fmla="*/ 465772 h 973454"/>
                <a:gd name="connsiteX671" fmla="*/ 51435 w 995839"/>
                <a:gd name="connsiteY671" fmla="*/ 469106 h 973454"/>
                <a:gd name="connsiteX672" fmla="*/ 53816 w 995839"/>
                <a:gd name="connsiteY672" fmla="*/ 468630 h 973454"/>
                <a:gd name="connsiteX673" fmla="*/ 57627 w 995839"/>
                <a:gd name="connsiteY673" fmla="*/ 465772 h 973454"/>
                <a:gd name="connsiteX674" fmla="*/ 66675 w 995839"/>
                <a:gd name="connsiteY674" fmla="*/ 462439 h 973454"/>
                <a:gd name="connsiteX675" fmla="*/ 69056 w 995839"/>
                <a:gd name="connsiteY675" fmla="*/ 461963 h 973454"/>
                <a:gd name="connsiteX676" fmla="*/ 70961 w 995839"/>
                <a:gd name="connsiteY676" fmla="*/ 461963 h 973454"/>
                <a:gd name="connsiteX677" fmla="*/ 73819 w 995839"/>
                <a:gd name="connsiteY677" fmla="*/ 462915 h 973454"/>
                <a:gd name="connsiteX678" fmla="*/ 74772 w 995839"/>
                <a:gd name="connsiteY678" fmla="*/ 461486 h 973454"/>
                <a:gd name="connsiteX679" fmla="*/ 75724 w 995839"/>
                <a:gd name="connsiteY679" fmla="*/ 459581 h 973454"/>
                <a:gd name="connsiteX680" fmla="*/ 77153 w 995839"/>
                <a:gd name="connsiteY680" fmla="*/ 458153 h 973454"/>
                <a:gd name="connsiteX681" fmla="*/ 79058 w 995839"/>
                <a:gd name="connsiteY681" fmla="*/ 457676 h 973454"/>
                <a:gd name="connsiteX682" fmla="*/ 79534 w 995839"/>
                <a:gd name="connsiteY682" fmla="*/ 459581 h 973454"/>
                <a:gd name="connsiteX683" fmla="*/ 79534 w 995839"/>
                <a:gd name="connsiteY683" fmla="*/ 461010 h 973454"/>
                <a:gd name="connsiteX684" fmla="*/ 77153 w 995839"/>
                <a:gd name="connsiteY684" fmla="*/ 461963 h 973454"/>
                <a:gd name="connsiteX685" fmla="*/ 73343 w 995839"/>
                <a:gd name="connsiteY685" fmla="*/ 467201 h 973454"/>
                <a:gd name="connsiteX686" fmla="*/ 68104 w 995839"/>
                <a:gd name="connsiteY686" fmla="*/ 475774 h 973454"/>
                <a:gd name="connsiteX687" fmla="*/ 64770 w 995839"/>
                <a:gd name="connsiteY687" fmla="*/ 476250 h 973454"/>
                <a:gd name="connsiteX688" fmla="*/ 61913 w 995839"/>
                <a:gd name="connsiteY688" fmla="*/ 476250 h 973454"/>
                <a:gd name="connsiteX689" fmla="*/ 55722 w 995839"/>
                <a:gd name="connsiteY689" fmla="*/ 479584 h 973454"/>
                <a:gd name="connsiteX690" fmla="*/ 52388 w 995839"/>
                <a:gd name="connsiteY690" fmla="*/ 479107 h 973454"/>
                <a:gd name="connsiteX691" fmla="*/ 50006 w 995839"/>
                <a:gd name="connsiteY691" fmla="*/ 481489 h 973454"/>
                <a:gd name="connsiteX692" fmla="*/ 46197 w 995839"/>
                <a:gd name="connsiteY692" fmla="*/ 481489 h 973454"/>
                <a:gd name="connsiteX693" fmla="*/ 37148 w 995839"/>
                <a:gd name="connsiteY693" fmla="*/ 485775 h 973454"/>
                <a:gd name="connsiteX694" fmla="*/ 35719 w 995839"/>
                <a:gd name="connsiteY694" fmla="*/ 485299 h 973454"/>
                <a:gd name="connsiteX695" fmla="*/ 34290 w 995839"/>
                <a:gd name="connsiteY695" fmla="*/ 483870 h 973454"/>
                <a:gd name="connsiteX696" fmla="*/ 32385 w 995839"/>
                <a:gd name="connsiteY696" fmla="*/ 481013 h 973454"/>
                <a:gd name="connsiteX697" fmla="*/ 29528 w 995839"/>
                <a:gd name="connsiteY697" fmla="*/ 480060 h 973454"/>
                <a:gd name="connsiteX698" fmla="*/ 27147 w 995839"/>
                <a:gd name="connsiteY698" fmla="*/ 481965 h 973454"/>
                <a:gd name="connsiteX699" fmla="*/ 26670 w 995839"/>
                <a:gd name="connsiteY699" fmla="*/ 485299 h 973454"/>
                <a:gd name="connsiteX700" fmla="*/ 28099 w 995839"/>
                <a:gd name="connsiteY700" fmla="*/ 488632 h 973454"/>
                <a:gd name="connsiteX701" fmla="*/ 34290 w 995839"/>
                <a:gd name="connsiteY701" fmla="*/ 495776 h 973454"/>
                <a:gd name="connsiteX702" fmla="*/ 40958 w 995839"/>
                <a:gd name="connsiteY702" fmla="*/ 501015 h 973454"/>
                <a:gd name="connsiteX703" fmla="*/ 46197 w 995839"/>
                <a:gd name="connsiteY703" fmla="*/ 506730 h 973454"/>
                <a:gd name="connsiteX704" fmla="*/ 53340 w 995839"/>
                <a:gd name="connsiteY704" fmla="*/ 512921 h 973454"/>
                <a:gd name="connsiteX705" fmla="*/ 62865 w 995839"/>
                <a:gd name="connsiteY705" fmla="*/ 524351 h 973454"/>
                <a:gd name="connsiteX706" fmla="*/ 66199 w 995839"/>
                <a:gd name="connsiteY706" fmla="*/ 527209 h 973454"/>
                <a:gd name="connsiteX707" fmla="*/ 78581 w 995839"/>
                <a:gd name="connsiteY707" fmla="*/ 536257 h 973454"/>
                <a:gd name="connsiteX708" fmla="*/ 86678 w 995839"/>
                <a:gd name="connsiteY708" fmla="*/ 539591 h 973454"/>
                <a:gd name="connsiteX709" fmla="*/ 91916 w 995839"/>
                <a:gd name="connsiteY709" fmla="*/ 540544 h 973454"/>
                <a:gd name="connsiteX710" fmla="*/ 96679 w 995839"/>
                <a:gd name="connsiteY710" fmla="*/ 539591 h 973454"/>
                <a:gd name="connsiteX711" fmla="*/ 109538 w 995839"/>
                <a:gd name="connsiteY711" fmla="*/ 534829 h 973454"/>
                <a:gd name="connsiteX712" fmla="*/ 115253 w 995839"/>
                <a:gd name="connsiteY712" fmla="*/ 531495 h 973454"/>
                <a:gd name="connsiteX713" fmla="*/ 130493 w 995839"/>
                <a:gd name="connsiteY713" fmla="*/ 524828 h 973454"/>
                <a:gd name="connsiteX714" fmla="*/ 132398 w 995839"/>
                <a:gd name="connsiteY714" fmla="*/ 522446 h 973454"/>
                <a:gd name="connsiteX715" fmla="*/ 138589 w 995839"/>
                <a:gd name="connsiteY715" fmla="*/ 511492 h 973454"/>
                <a:gd name="connsiteX716" fmla="*/ 138589 w 995839"/>
                <a:gd name="connsiteY716" fmla="*/ 506730 h 973454"/>
                <a:gd name="connsiteX717" fmla="*/ 137160 w 995839"/>
                <a:gd name="connsiteY717" fmla="*/ 504349 h 973454"/>
                <a:gd name="connsiteX718" fmla="*/ 135731 w 995839"/>
                <a:gd name="connsiteY718" fmla="*/ 502920 h 973454"/>
                <a:gd name="connsiteX719" fmla="*/ 133350 w 995839"/>
                <a:gd name="connsiteY719" fmla="*/ 502444 h 973454"/>
                <a:gd name="connsiteX720" fmla="*/ 130969 w 995839"/>
                <a:gd name="connsiteY720" fmla="*/ 501491 h 973454"/>
                <a:gd name="connsiteX721" fmla="*/ 132398 w 995839"/>
                <a:gd name="connsiteY721" fmla="*/ 500063 h 973454"/>
                <a:gd name="connsiteX722" fmla="*/ 132874 w 995839"/>
                <a:gd name="connsiteY722" fmla="*/ 498157 h 973454"/>
                <a:gd name="connsiteX723" fmla="*/ 135255 w 995839"/>
                <a:gd name="connsiteY723" fmla="*/ 495776 h 973454"/>
                <a:gd name="connsiteX724" fmla="*/ 138113 w 995839"/>
                <a:gd name="connsiteY724" fmla="*/ 494347 h 973454"/>
                <a:gd name="connsiteX725" fmla="*/ 139065 w 995839"/>
                <a:gd name="connsiteY725" fmla="*/ 491966 h 973454"/>
                <a:gd name="connsiteX726" fmla="*/ 140018 w 995839"/>
                <a:gd name="connsiteY726" fmla="*/ 488632 h 973454"/>
                <a:gd name="connsiteX727" fmla="*/ 137636 w 995839"/>
                <a:gd name="connsiteY727" fmla="*/ 486728 h 973454"/>
                <a:gd name="connsiteX728" fmla="*/ 135731 w 995839"/>
                <a:gd name="connsiteY728" fmla="*/ 485775 h 973454"/>
                <a:gd name="connsiteX729" fmla="*/ 140970 w 995839"/>
                <a:gd name="connsiteY729" fmla="*/ 485775 h 973454"/>
                <a:gd name="connsiteX730" fmla="*/ 145256 w 995839"/>
                <a:gd name="connsiteY730" fmla="*/ 486728 h 973454"/>
                <a:gd name="connsiteX731" fmla="*/ 150019 w 995839"/>
                <a:gd name="connsiteY731" fmla="*/ 485775 h 973454"/>
                <a:gd name="connsiteX732" fmla="*/ 153829 w 995839"/>
                <a:gd name="connsiteY732" fmla="*/ 486251 h 973454"/>
                <a:gd name="connsiteX733" fmla="*/ 157639 w 995839"/>
                <a:gd name="connsiteY733" fmla="*/ 487204 h 973454"/>
                <a:gd name="connsiteX734" fmla="*/ 154305 w 995839"/>
                <a:gd name="connsiteY734" fmla="*/ 488156 h 973454"/>
                <a:gd name="connsiteX735" fmla="*/ 151448 w 995839"/>
                <a:gd name="connsiteY735" fmla="*/ 488632 h 973454"/>
                <a:gd name="connsiteX736" fmla="*/ 149066 w 995839"/>
                <a:gd name="connsiteY736" fmla="*/ 490061 h 973454"/>
                <a:gd name="connsiteX737" fmla="*/ 148114 w 995839"/>
                <a:gd name="connsiteY737" fmla="*/ 496729 h 973454"/>
                <a:gd name="connsiteX738" fmla="*/ 151448 w 995839"/>
                <a:gd name="connsiteY738" fmla="*/ 497205 h 973454"/>
                <a:gd name="connsiteX739" fmla="*/ 154305 w 995839"/>
                <a:gd name="connsiteY739" fmla="*/ 496729 h 973454"/>
                <a:gd name="connsiteX740" fmla="*/ 152400 w 995839"/>
                <a:gd name="connsiteY740" fmla="*/ 498157 h 973454"/>
                <a:gd name="connsiteX741" fmla="*/ 150495 w 995839"/>
                <a:gd name="connsiteY741" fmla="*/ 500063 h 973454"/>
                <a:gd name="connsiteX742" fmla="*/ 148590 w 995839"/>
                <a:gd name="connsiteY742" fmla="*/ 506254 h 973454"/>
                <a:gd name="connsiteX743" fmla="*/ 158591 w 995839"/>
                <a:gd name="connsiteY743" fmla="*/ 506730 h 973454"/>
                <a:gd name="connsiteX744" fmla="*/ 163354 w 995839"/>
                <a:gd name="connsiteY744" fmla="*/ 506254 h 973454"/>
                <a:gd name="connsiteX745" fmla="*/ 168116 w 995839"/>
                <a:gd name="connsiteY745" fmla="*/ 504825 h 973454"/>
                <a:gd name="connsiteX746" fmla="*/ 165259 w 995839"/>
                <a:gd name="connsiteY746" fmla="*/ 506730 h 973454"/>
                <a:gd name="connsiteX747" fmla="*/ 158115 w 995839"/>
                <a:gd name="connsiteY747" fmla="*/ 509588 h 973454"/>
                <a:gd name="connsiteX748" fmla="*/ 154781 w 995839"/>
                <a:gd name="connsiteY748" fmla="*/ 511969 h 973454"/>
                <a:gd name="connsiteX749" fmla="*/ 151448 w 995839"/>
                <a:gd name="connsiteY749" fmla="*/ 515303 h 973454"/>
                <a:gd name="connsiteX750" fmla="*/ 153353 w 995839"/>
                <a:gd name="connsiteY750" fmla="*/ 515303 h 973454"/>
                <a:gd name="connsiteX751" fmla="*/ 155734 w 995839"/>
                <a:gd name="connsiteY751" fmla="*/ 514826 h 973454"/>
                <a:gd name="connsiteX752" fmla="*/ 154305 w 995839"/>
                <a:gd name="connsiteY752" fmla="*/ 516255 h 973454"/>
                <a:gd name="connsiteX753" fmla="*/ 152400 w 995839"/>
                <a:gd name="connsiteY753" fmla="*/ 518636 h 973454"/>
                <a:gd name="connsiteX754" fmla="*/ 154781 w 995839"/>
                <a:gd name="connsiteY754" fmla="*/ 525304 h 973454"/>
                <a:gd name="connsiteX755" fmla="*/ 156686 w 995839"/>
                <a:gd name="connsiteY755" fmla="*/ 527209 h 973454"/>
                <a:gd name="connsiteX756" fmla="*/ 158591 w 995839"/>
                <a:gd name="connsiteY756" fmla="*/ 527685 h 973454"/>
                <a:gd name="connsiteX757" fmla="*/ 159068 w 995839"/>
                <a:gd name="connsiteY757" fmla="*/ 528638 h 973454"/>
                <a:gd name="connsiteX758" fmla="*/ 159544 w 995839"/>
                <a:gd name="connsiteY758" fmla="*/ 533400 h 973454"/>
                <a:gd name="connsiteX759" fmla="*/ 160973 w 995839"/>
                <a:gd name="connsiteY759" fmla="*/ 537686 h 973454"/>
                <a:gd name="connsiteX760" fmla="*/ 161449 w 995839"/>
                <a:gd name="connsiteY760" fmla="*/ 542925 h 973454"/>
                <a:gd name="connsiteX761" fmla="*/ 160973 w 995839"/>
                <a:gd name="connsiteY761" fmla="*/ 546735 h 973454"/>
                <a:gd name="connsiteX762" fmla="*/ 155258 w 995839"/>
                <a:gd name="connsiteY762" fmla="*/ 563880 h 973454"/>
                <a:gd name="connsiteX763" fmla="*/ 153829 w 995839"/>
                <a:gd name="connsiteY763" fmla="*/ 572453 h 973454"/>
                <a:gd name="connsiteX764" fmla="*/ 154305 w 995839"/>
                <a:gd name="connsiteY764" fmla="*/ 573405 h 973454"/>
                <a:gd name="connsiteX765" fmla="*/ 155258 w 995839"/>
                <a:gd name="connsiteY765" fmla="*/ 574834 h 973454"/>
                <a:gd name="connsiteX766" fmla="*/ 156210 w 995839"/>
                <a:gd name="connsiteY766" fmla="*/ 581025 h 973454"/>
                <a:gd name="connsiteX767" fmla="*/ 158591 w 995839"/>
                <a:gd name="connsiteY767" fmla="*/ 582930 h 973454"/>
                <a:gd name="connsiteX768" fmla="*/ 157163 w 995839"/>
                <a:gd name="connsiteY768" fmla="*/ 585311 h 973454"/>
                <a:gd name="connsiteX769" fmla="*/ 157639 w 995839"/>
                <a:gd name="connsiteY769" fmla="*/ 586740 h 973454"/>
                <a:gd name="connsiteX770" fmla="*/ 158591 w 995839"/>
                <a:gd name="connsiteY770" fmla="*/ 588645 h 973454"/>
                <a:gd name="connsiteX771" fmla="*/ 165259 w 995839"/>
                <a:gd name="connsiteY771" fmla="*/ 591503 h 973454"/>
                <a:gd name="connsiteX772" fmla="*/ 159068 w 995839"/>
                <a:gd name="connsiteY772" fmla="*/ 590550 h 973454"/>
                <a:gd name="connsiteX773" fmla="*/ 158591 w 995839"/>
                <a:gd name="connsiteY773" fmla="*/ 591979 h 973454"/>
                <a:gd name="connsiteX774" fmla="*/ 159068 w 995839"/>
                <a:gd name="connsiteY774" fmla="*/ 592931 h 973454"/>
                <a:gd name="connsiteX775" fmla="*/ 159068 w 995839"/>
                <a:gd name="connsiteY775" fmla="*/ 597694 h 973454"/>
                <a:gd name="connsiteX776" fmla="*/ 160020 w 995839"/>
                <a:gd name="connsiteY776" fmla="*/ 601504 h 973454"/>
                <a:gd name="connsiteX777" fmla="*/ 162402 w 995839"/>
                <a:gd name="connsiteY777" fmla="*/ 600075 h 973454"/>
                <a:gd name="connsiteX778" fmla="*/ 164783 w 995839"/>
                <a:gd name="connsiteY778" fmla="*/ 595313 h 973454"/>
                <a:gd name="connsiteX779" fmla="*/ 165735 w 995839"/>
                <a:gd name="connsiteY779" fmla="*/ 600075 h 973454"/>
                <a:gd name="connsiteX780" fmla="*/ 164783 w 995839"/>
                <a:gd name="connsiteY780" fmla="*/ 603409 h 973454"/>
                <a:gd name="connsiteX781" fmla="*/ 161925 w 995839"/>
                <a:gd name="connsiteY781" fmla="*/ 608647 h 973454"/>
                <a:gd name="connsiteX782" fmla="*/ 160973 w 995839"/>
                <a:gd name="connsiteY782" fmla="*/ 611981 h 973454"/>
                <a:gd name="connsiteX783" fmla="*/ 160973 w 995839"/>
                <a:gd name="connsiteY783" fmla="*/ 613410 h 973454"/>
                <a:gd name="connsiteX784" fmla="*/ 162402 w 995839"/>
                <a:gd name="connsiteY784" fmla="*/ 615791 h 973454"/>
                <a:gd name="connsiteX785" fmla="*/ 163354 w 995839"/>
                <a:gd name="connsiteY785" fmla="*/ 622935 h 973454"/>
                <a:gd name="connsiteX786" fmla="*/ 164306 w 995839"/>
                <a:gd name="connsiteY786" fmla="*/ 626745 h 973454"/>
                <a:gd name="connsiteX787" fmla="*/ 165259 w 995839"/>
                <a:gd name="connsiteY787" fmla="*/ 632460 h 973454"/>
                <a:gd name="connsiteX788" fmla="*/ 167164 w 995839"/>
                <a:gd name="connsiteY788" fmla="*/ 639128 h 973454"/>
                <a:gd name="connsiteX789" fmla="*/ 170974 w 995839"/>
                <a:gd name="connsiteY789" fmla="*/ 649129 h 973454"/>
                <a:gd name="connsiteX790" fmla="*/ 170498 w 995839"/>
                <a:gd name="connsiteY790" fmla="*/ 652463 h 973454"/>
                <a:gd name="connsiteX791" fmla="*/ 173355 w 995839"/>
                <a:gd name="connsiteY791" fmla="*/ 663892 h 973454"/>
                <a:gd name="connsiteX792" fmla="*/ 176689 w 995839"/>
                <a:gd name="connsiteY792" fmla="*/ 689610 h 973454"/>
                <a:gd name="connsiteX793" fmla="*/ 180499 w 995839"/>
                <a:gd name="connsiteY793" fmla="*/ 700088 h 973454"/>
                <a:gd name="connsiteX794" fmla="*/ 181452 w 995839"/>
                <a:gd name="connsiteY794" fmla="*/ 703421 h 973454"/>
                <a:gd name="connsiteX795" fmla="*/ 185738 w 995839"/>
                <a:gd name="connsiteY795" fmla="*/ 709613 h 973454"/>
                <a:gd name="connsiteX796" fmla="*/ 188119 w 995839"/>
                <a:gd name="connsiteY796" fmla="*/ 715328 h 973454"/>
                <a:gd name="connsiteX797" fmla="*/ 190024 w 995839"/>
                <a:gd name="connsiteY797" fmla="*/ 717232 h 973454"/>
                <a:gd name="connsiteX798" fmla="*/ 193358 w 995839"/>
                <a:gd name="connsiteY798" fmla="*/ 717232 h 973454"/>
                <a:gd name="connsiteX799" fmla="*/ 191453 w 995839"/>
                <a:gd name="connsiteY799" fmla="*/ 720090 h 973454"/>
                <a:gd name="connsiteX800" fmla="*/ 192881 w 995839"/>
                <a:gd name="connsiteY800" fmla="*/ 721042 h 973454"/>
                <a:gd name="connsiteX801" fmla="*/ 194310 w 995839"/>
                <a:gd name="connsiteY801" fmla="*/ 722947 h 973454"/>
                <a:gd name="connsiteX802" fmla="*/ 197168 w 995839"/>
                <a:gd name="connsiteY802" fmla="*/ 725805 h 973454"/>
                <a:gd name="connsiteX803" fmla="*/ 192881 w 995839"/>
                <a:gd name="connsiteY803" fmla="*/ 725805 h 973454"/>
                <a:gd name="connsiteX804" fmla="*/ 195739 w 995839"/>
                <a:gd name="connsiteY804" fmla="*/ 729139 h 973454"/>
                <a:gd name="connsiteX805" fmla="*/ 198120 w 995839"/>
                <a:gd name="connsiteY805" fmla="*/ 737235 h 973454"/>
                <a:gd name="connsiteX806" fmla="*/ 201454 w 995839"/>
                <a:gd name="connsiteY806" fmla="*/ 741521 h 973454"/>
                <a:gd name="connsiteX807" fmla="*/ 202883 w 995839"/>
                <a:gd name="connsiteY807" fmla="*/ 742950 h 973454"/>
                <a:gd name="connsiteX808" fmla="*/ 207645 w 995839"/>
                <a:gd name="connsiteY808" fmla="*/ 749617 h 973454"/>
                <a:gd name="connsiteX809" fmla="*/ 209550 w 995839"/>
                <a:gd name="connsiteY809" fmla="*/ 751522 h 973454"/>
                <a:gd name="connsiteX810" fmla="*/ 211455 w 995839"/>
                <a:gd name="connsiteY810" fmla="*/ 753904 h 973454"/>
                <a:gd name="connsiteX811" fmla="*/ 212884 w 995839"/>
                <a:gd name="connsiteY811" fmla="*/ 756761 h 973454"/>
                <a:gd name="connsiteX812" fmla="*/ 213360 w 995839"/>
                <a:gd name="connsiteY812" fmla="*/ 759619 h 973454"/>
                <a:gd name="connsiteX813" fmla="*/ 215741 w 995839"/>
                <a:gd name="connsiteY813" fmla="*/ 766286 h 973454"/>
                <a:gd name="connsiteX814" fmla="*/ 215741 w 995839"/>
                <a:gd name="connsiteY814" fmla="*/ 767715 h 973454"/>
                <a:gd name="connsiteX815" fmla="*/ 216694 w 995839"/>
                <a:gd name="connsiteY815" fmla="*/ 772001 h 973454"/>
                <a:gd name="connsiteX816" fmla="*/ 220504 w 995839"/>
                <a:gd name="connsiteY816" fmla="*/ 778669 h 973454"/>
                <a:gd name="connsiteX817" fmla="*/ 222409 w 995839"/>
                <a:gd name="connsiteY817" fmla="*/ 784860 h 973454"/>
                <a:gd name="connsiteX818" fmla="*/ 222885 w 995839"/>
                <a:gd name="connsiteY818" fmla="*/ 787717 h 973454"/>
                <a:gd name="connsiteX819" fmla="*/ 222885 w 995839"/>
                <a:gd name="connsiteY819" fmla="*/ 790575 h 973454"/>
                <a:gd name="connsiteX820" fmla="*/ 225743 w 995839"/>
                <a:gd name="connsiteY820" fmla="*/ 805339 h 973454"/>
                <a:gd name="connsiteX821" fmla="*/ 226695 w 995839"/>
                <a:gd name="connsiteY821" fmla="*/ 808672 h 973454"/>
                <a:gd name="connsiteX822" fmla="*/ 229077 w 995839"/>
                <a:gd name="connsiteY822" fmla="*/ 812959 h 973454"/>
                <a:gd name="connsiteX823" fmla="*/ 231934 w 995839"/>
                <a:gd name="connsiteY823" fmla="*/ 822484 h 973454"/>
                <a:gd name="connsiteX824" fmla="*/ 240506 w 995839"/>
                <a:gd name="connsiteY824" fmla="*/ 839629 h 973454"/>
                <a:gd name="connsiteX825" fmla="*/ 241459 w 995839"/>
                <a:gd name="connsiteY825" fmla="*/ 840581 h 973454"/>
                <a:gd name="connsiteX826" fmla="*/ 244316 w 995839"/>
                <a:gd name="connsiteY826" fmla="*/ 842963 h 973454"/>
                <a:gd name="connsiteX827" fmla="*/ 248127 w 995839"/>
                <a:gd name="connsiteY827" fmla="*/ 847725 h 973454"/>
                <a:gd name="connsiteX828" fmla="*/ 251460 w 995839"/>
                <a:gd name="connsiteY828" fmla="*/ 851535 h 973454"/>
                <a:gd name="connsiteX829" fmla="*/ 255747 w 995839"/>
                <a:gd name="connsiteY829" fmla="*/ 859631 h 973454"/>
                <a:gd name="connsiteX830" fmla="*/ 258604 w 995839"/>
                <a:gd name="connsiteY830" fmla="*/ 863441 h 973454"/>
                <a:gd name="connsiteX831" fmla="*/ 262890 w 995839"/>
                <a:gd name="connsiteY831" fmla="*/ 873919 h 973454"/>
                <a:gd name="connsiteX832" fmla="*/ 265748 w 995839"/>
                <a:gd name="connsiteY832" fmla="*/ 882967 h 973454"/>
                <a:gd name="connsiteX833" fmla="*/ 271463 w 995839"/>
                <a:gd name="connsiteY833" fmla="*/ 895826 h 973454"/>
                <a:gd name="connsiteX834" fmla="*/ 272415 w 995839"/>
                <a:gd name="connsiteY834" fmla="*/ 898207 h 973454"/>
                <a:gd name="connsiteX835" fmla="*/ 275273 w 995839"/>
                <a:gd name="connsiteY835" fmla="*/ 902494 h 973454"/>
                <a:gd name="connsiteX836" fmla="*/ 274797 w 995839"/>
                <a:gd name="connsiteY836" fmla="*/ 903922 h 973454"/>
                <a:gd name="connsiteX837" fmla="*/ 274797 w 995839"/>
                <a:gd name="connsiteY837" fmla="*/ 906780 h 973454"/>
                <a:gd name="connsiteX838" fmla="*/ 275749 w 995839"/>
                <a:gd name="connsiteY838" fmla="*/ 908685 h 973454"/>
                <a:gd name="connsiteX839" fmla="*/ 276702 w 995839"/>
                <a:gd name="connsiteY839" fmla="*/ 908685 h 973454"/>
                <a:gd name="connsiteX840" fmla="*/ 280035 w 995839"/>
                <a:gd name="connsiteY840" fmla="*/ 912019 h 973454"/>
                <a:gd name="connsiteX841" fmla="*/ 283845 w 995839"/>
                <a:gd name="connsiteY841" fmla="*/ 924878 h 973454"/>
                <a:gd name="connsiteX842" fmla="*/ 282416 w 995839"/>
                <a:gd name="connsiteY842" fmla="*/ 925354 h 973454"/>
                <a:gd name="connsiteX843" fmla="*/ 280988 w 995839"/>
                <a:gd name="connsiteY843" fmla="*/ 924878 h 973454"/>
                <a:gd name="connsiteX844" fmla="*/ 280988 w 995839"/>
                <a:gd name="connsiteY844" fmla="*/ 919163 h 973454"/>
                <a:gd name="connsiteX845" fmla="*/ 280035 w 995839"/>
                <a:gd name="connsiteY845" fmla="*/ 914876 h 973454"/>
                <a:gd name="connsiteX846" fmla="*/ 278130 w 995839"/>
                <a:gd name="connsiteY846" fmla="*/ 912019 h 973454"/>
                <a:gd name="connsiteX847" fmla="*/ 276702 w 995839"/>
                <a:gd name="connsiteY847" fmla="*/ 911542 h 973454"/>
                <a:gd name="connsiteX848" fmla="*/ 278606 w 995839"/>
                <a:gd name="connsiteY848" fmla="*/ 920115 h 973454"/>
                <a:gd name="connsiteX849" fmla="*/ 279559 w 995839"/>
                <a:gd name="connsiteY849" fmla="*/ 927735 h 973454"/>
                <a:gd name="connsiteX850" fmla="*/ 282416 w 995839"/>
                <a:gd name="connsiteY850" fmla="*/ 934879 h 973454"/>
                <a:gd name="connsiteX851" fmla="*/ 282893 w 995839"/>
                <a:gd name="connsiteY851" fmla="*/ 935831 h 973454"/>
                <a:gd name="connsiteX852" fmla="*/ 283845 w 995839"/>
                <a:gd name="connsiteY852" fmla="*/ 936307 h 973454"/>
                <a:gd name="connsiteX853" fmla="*/ 284322 w 995839"/>
                <a:gd name="connsiteY853" fmla="*/ 937260 h 973454"/>
                <a:gd name="connsiteX854" fmla="*/ 284798 w 995839"/>
                <a:gd name="connsiteY854" fmla="*/ 939641 h 973454"/>
                <a:gd name="connsiteX855" fmla="*/ 287179 w 995839"/>
                <a:gd name="connsiteY855" fmla="*/ 945832 h 973454"/>
                <a:gd name="connsiteX856" fmla="*/ 289560 w 995839"/>
                <a:gd name="connsiteY856" fmla="*/ 947738 h 973454"/>
                <a:gd name="connsiteX857" fmla="*/ 301466 w 995839"/>
                <a:gd name="connsiteY857" fmla="*/ 962501 h 973454"/>
                <a:gd name="connsiteX858" fmla="*/ 304800 w 995839"/>
                <a:gd name="connsiteY858" fmla="*/ 965359 h 973454"/>
                <a:gd name="connsiteX859" fmla="*/ 312897 w 995839"/>
                <a:gd name="connsiteY859" fmla="*/ 971074 h 973454"/>
                <a:gd name="connsiteX860" fmla="*/ 320040 w 995839"/>
                <a:gd name="connsiteY860" fmla="*/ 973455 h 973454"/>
                <a:gd name="connsiteX861" fmla="*/ 322422 w 995839"/>
                <a:gd name="connsiteY861" fmla="*/ 971550 h 973454"/>
                <a:gd name="connsiteX862" fmla="*/ 328613 w 995839"/>
                <a:gd name="connsiteY862" fmla="*/ 969645 h 973454"/>
                <a:gd name="connsiteX863" fmla="*/ 338614 w 995839"/>
                <a:gd name="connsiteY863" fmla="*/ 962978 h 973454"/>
                <a:gd name="connsiteX864" fmla="*/ 340995 w 995839"/>
                <a:gd name="connsiteY864" fmla="*/ 958691 h 973454"/>
                <a:gd name="connsiteX865" fmla="*/ 341472 w 995839"/>
                <a:gd name="connsiteY865" fmla="*/ 953453 h 973454"/>
                <a:gd name="connsiteX866" fmla="*/ 343377 w 995839"/>
                <a:gd name="connsiteY866" fmla="*/ 945832 h 973454"/>
                <a:gd name="connsiteX867" fmla="*/ 346234 w 995839"/>
                <a:gd name="connsiteY867" fmla="*/ 942499 h 973454"/>
                <a:gd name="connsiteX868" fmla="*/ 350997 w 995839"/>
                <a:gd name="connsiteY868" fmla="*/ 938689 h 973454"/>
                <a:gd name="connsiteX869" fmla="*/ 370047 w 995839"/>
                <a:gd name="connsiteY869" fmla="*/ 932974 h 973454"/>
                <a:gd name="connsiteX870" fmla="*/ 378143 w 995839"/>
                <a:gd name="connsiteY870" fmla="*/ 933450 h 973454"/>
                <a:gd name="connsiteX871" fmla="*/ 384810 w 995839"/>
                <a:gd name="connsiteY871" fmla="*/ 935831 h 973454"/>
                <a:gd name="connsiteX872" fmla="*/ 382905 w 995839"/>
                <a:gd name="connsiteY872" fmla="*/ 933926 h 973454"/>
                <a:gd name="connsiteX873" fmla="*/ 380048 w 995839"/>
                <a:gd name="connsiteY873" fmla="*/ 932974 h 973454"/>
                <a:gd name="connsiteX874" fmla="*/ 374333 w 995839"/>
                <a:gd name="connsiteY874" fmla="*/ 932021 h 973454"/>
                <a:gd name="connsiteX875" fmla="*/ 371475 w 995839"/>
                <a:gd name="connsiteY875" fmla="*/ 931069 h 973454"/>
                <a:gd name="connsiteX876" fmla="*/ 369094 w 995839"/>
                <a:gd name="connsiteY876" fmla="*/ 929164 h 973454"/>
                <a:gd name="connsiteX877" fmla="*/ 368141 w 995839"/>
                <a:gd name="connsiteY877" fmla="*/ 927259 h 973454"/>
                <a:gd name="connsiteX878" fmla="*/ 368618 w 995839"/>
                <a:gd name="connsiteY878" fmla="*/ 923449 h 973454"/>
                <a:gd name="connsiteX879" fmla="*/ 370523 w 995839"/>
                <a:gd name="connsiteY879" fmla="*/ 919639 h 973454"/>
                <a:gd name="connsiteX880" fmla="*/ 379572 w 995839"/>
                <a:gd name="connsiteY880" fmla="*/ 907732 h 973454"/>
                <a:gd name="connsiteX881" fmla="*/ 379572 w 995839"/>
                <a:gd name="connsiteY881" fmla="*/ 902970 h 973454"/>
                <a:gd name="connsiteX882" fmla="*/ 381477 w 995839"/>
                <a:gd name="connsiteY882" fmla="*/ 900113 h 973454"/>
                <a:gd name="connsiteX883" fmla="*/ 383858 w 995839"/>
                <a:gd name="connsiteY883" fmla="*/ 898207 h 973454"/>
                <a:gd name="connsiteX884" fmla="*/ 388620 w 995839"/>
                <a:gd name="connsiteY884" fmla="*/ 897255 h 973454"/>
                <a:gd name="connsiteX885" fmla="*/ 390525 w 995839"/>
                <a:gd name="connsiteY885" fmla="*/ 897731 h 973454"/>
                <a:gd name="connsiteX886" fmla="*/ 393383 w 995839"/>
                <a:gd name="connsiteY886" fmla="*/ 898207 h 973454"/>
                <a:gd name="connsiteX887" fmla="*/ 396240 w 995839"/>
                <a:gd name="connsiteY887" fmla="*/ 898207 h 973454"/>
                <a:gd name="connsiteX888" fmla="*/ 399098 w 995839"/>
                <a:gd name="connsiteY888" fmla="*/ 897731 h 973454"/>
                <a:gd name="connsiteX889" fmla="*/ 399574 w 995839"/>
                <a:gd name="connsiteY889" fmla="*/ 882491 h 973454"/>
                <a:gd name="connsiteX890" fmla="*/ 399574 w 995839"/>
                <a:gd name="connsiteY890" fmla="*/ 867728 h 973454"/>
                <a:gd name="connsiteX891" fmla="*/ 399098 w 995839"/>
                <a:gd name="connsiteY891" fmla="*/ 865346 h 973454"/>
                <a:gd name="connsiteX892" fmla="*/ 397669 w 995839"/>
                <a:gd name="connsiteY892" fmla="*/ 862965 h 973454"/>
                <a:gd name="connsiteX893" fmla="*/ 393859 w 995839"/>
                <a:gd name="connsiteY893" fmla="*/ 863917 h 973454"/>
                <a:gd name="connsiteX894" fmla="*/ 395764 w 995839"/>
                <a:gd name="connsiteY894" fmla="*/ 862013 h 973454"/>
                <a:gd name="connsiteX895" fmla="*/ 397193 w 995839"/>
                <a:gd name="connsiteY895" fmla="*/ 859631 h 973454"/>
                <a:gd name="connsiteX896" fmla="*/ 395764 w 995839"/>
                <a:gd name="connsiteY896" fmla="*/ 855345 h 973454"/>
                <a:gd name="connsiteX897" fmla="*/ 396240 w 995839"/>
                <a:gd name="connsiteY897" fmla="*/ 851535 h 973454"/>
                <a:gd name="connsiteX898" fmla="*/ 399098 w 995839"/>
                <a:gd name="connsiteY898" fmla="*/ 841534 h 973454"/>
                <a:gd name="connsiteX899" fmla="*/ 403384 w 995839"/>
                <a:gd name="connsiteY899" fmla="*/ 832961 h 973454"/>
                <a:gd name="connsiteX900" fmla="*/ 405289 w 995839"/>
                <a:gd name="connsiteY900" fmla="*/ 831056 h 973454"/>
                <a:gd name="connsiteX901" fmla="*/ 409099 w 995839"/>
                <a:gd name="connsiteY901" fmla="*/ 825817 h 973454"/>
                <a:gd name="connsiteX902" fmla="*/ 411956 w 995839"/>
                <a:gd name="connsiteY902" fmla="*/ 817721 h 973454"/>
                <a:gd name="connsiteX903" fmla="*/ 415766 w 995839"/>
                <a:gd name="connsiteY903" fmla="*/ 794861 h 973454"/>
                <a:gd name="connsiteX904" fmla="*/ 413861 w 995839"/>
                <a:gd name="connsiteY904" fmla="*/ 792480 h 973454"/>
                <a:gd name="connsiteX905" fmla="*/ 407670 w 995839"/>
                <a:gd name="connsiteY905" fmla="*/ 789146 h 973454"/>
                <a:gd name="connsiteX906" fmla="*/ 405765 w 995839"/>
                <a:gd name="connsiteY906" fmla="*/ 786289 h 973454"/>
                <a:gd name="connsiteX907" fmla="*/ 409099 w 995839"/>
                <a:gd name="connsiteY907" fmla="*/ 782479 h 973454"/>
                <a:gd name="connsiteX908" fmla="*/ 411956 w 995839"/>
                <a:gd name="connsiteY908" fmla="*/ 786289 h 973454"/>
                <a:gd name="connsiteX909" fmla="*/ 412909 w 995839"/>
                <a:gd name="connsiteY909" fmla="*/ 789146 h 973454"/>
                <a:gd name="connsiteX910" fmla="*/ 414338 w 995839"/>
                <a:gd name="connsiteY910" fmla="*/ 790575 h 973454"/>
                <a:gd name="connsiteX911" fmla="*/ 412433 w 995839"/>
                <a:gd name="connsiteY911" fmla="*/ 783907 h 973454"/>
                <a:gd name="connsiteX912" fmla="*/ 412433 w 995839"/>
                <a:gd name="connsiteY912" fmla="*/ 781050 h 973454"/>
                <a:gd name="connsiteX913" fmla="*/ 411956 w 995839"/>
                <a:gd name="connsiteY913" fmla="*/ 778192 h 973454"/>
                <a:gd name="connsiteX914" fmla="*/ 409099 w 995839"/>
                <a:gd name="connsiteY914" fmla="*/ 771525 h 973454"/>
                <a:gd name="connsiteX915" fmla="*/ 408147 w 995839"/>
                <a:gd name="connsiteY915" fmla="*/ 766286 h 973454"/>
                <a:gd name="connsiteX916" fmla="*/ 409099 w 995839"/>
                <a:gd name="connsiteY916" fmla="*/ 763905 h 973454"/>
                <a:gd name="connsiteX917" fmla="*/ 410052 w 995839"/>
                <a:gd name="connsiteY917" fmla="*/ 761524 h 973454"/>
                <a:gd name="connsiteX918" fmla="*/ 410528 w 995839"/>
                <a:gd name="connsiteY918" fmla="*/ 757238 h 973454"/>
                <a:gd name="connsiteX919" fmla="*/ 410052 w 995839"/>
                <a:gd name="connsiteY919" fmla="*/ 753904 h 973454"/>
                <a:gd name="connsiteX920" fmla="*/ 407670 w 995839"/>
                <a:gd name="connsiteY920" fmla="*/ 746284 h 973454"/>
                <a:gd name="connsiteX921" fmla="*/ 406241 w 995839"/>
                <a:gd name="connsiteY921" fmla="*/ 736759 h 973454"/>
                <a:gd name="connsiteX922" fmla="*/ 407670 w 995839"/>
                <a:gd name="connsiteY922" fmla="*/ 728186 h 973454"/>
                <a:gd name="connsiteX923" fmla="*/ 414338 w 995839"/>
                <a:gd name="connsiteY923" fmla="*/ 714851 h 973454"/>
                <a:gd name="connsiteX924" fmla="*/ 417672 w 995839"/>
                <a:gd name="connsiteY924" fmla="*/ 711994 h 973454"/>
                <a:gd name="connsiteX925" fmla="*/ 426720 w 995839"/>
                <a:gd name="connsiteY925" fmla="*/ 708660 h 973454"/>
                <a:gd name="connsiteX926" fmla="*/ 428625 w 995839"/>
                <a:gd name="connsiteY926" fmla="*/ 708660 h 973454"/>
                <a:gd name="connsiteX927" fmla="*/ 431006 w 995839"/>
                <a:gd name="connsiteY927" fmla="*/ 709613 h 973454"/>
                <a:gd name="connsiteX928" fmla="*/ 432435 w 995839"/>
                <a:gd name="connsiteY928" fmla="*/ 712946 h 973454"/>
                <a:gd name="connsiteX929" fmla="*/ 433864 w 995839"/>
                <a:gd name="connsiteY929" fmla="*/ 712470 h 973454"/>
                <a:gd name="connsiteX930" fmla="*/ 435769 w 995839"/>
                <a:gd name="connsiteY930" fmla="*/ 713422 h 973454"/>
                <a:gd name="connsiteX931" fmla="*/ 437674 w 995839"/>
                <a:gd name="connsiteY931" fmla="*/ 713422 h 973454"/>
                <a:gd name="connsiteX932" fmla="*/ 438150 w 995839"/>
                <a:gd name="connsiteY932" fmla="*/ 711517 h 973454"/>
                <a:gd name="connsiteX933" fmla="*/ 439579 w 995839"/>
                <a:gd name="connsiteY933" fmla="*/ 709136 h 973454"/>
                <a:gd name="connsiteX934" fmla="*/ 442913 w 995839"/>
                <a:gd name="connsiteY934" fmla="*/ 706279 h 973454"/>
                <a:gd name="connsiteX935" fmla="*/ 446723 w 995839"/>
                <a:gd name="connsiteY935" fmla="*/ 695801 h 973454"/>
                <a:gd name="connsiteX936" fmla="*/ 448152 w 995839"/>
                <a:gd name="connsiteY936" fmla="*/ 693420 h 973454"/>
                <a:gd name="connsiteX937" fmla="*/ 451961 w 995839"/>
                <a:gd name="connsiteY937" fmla="*/ 692467 h 973454"/>
                <a:gd name="connsiteX938" fmla="*/ 462439 w 995839"/>
                <a:gd name="connsiteY938" fmla="*/ 693420 h 973454"/>
                <a:gd name="connsiteX939" fmla="*/ 464344 w 995839"/>
                <a:gd name="connsiteY939" fmla="*/ 693420 h 973454"/>
                <a:gd name="connsiteX940" fmla="*/ 477203 w 995839"/>
                <a:gd name="connsiteY940" fmla="*/ 688181 h 973454"/>
                <a:gd name="connsiteX941" fmla="*/ 481013 w 995839"/>
                <a:gd name="connsiteY941" fmla="*/ 685800 h 973454"/>
                <a:gd name="connsiteX942" fmla="*/ 483394 w 995839"/>
                <a:gd name="connsiteY942" fmla="*/ 681990 h 973454"/>
                <a:gd name="connsiteX943" fmla="*/ 483870 w 995839"/>
                <a:gd name="connsiteY943" fmla="*/ 680561 h 973454"/>
                <a:gd name="connsiteX944" fmla="*/ 484823 w 995839"/>
                <a:gd name="connsiteY944" fmla="*/ 677704 h 973454"/>
                <a:gd name="connsiteX945" fmla="*/ 484347 w 995839"/>
                <a:gd name="connsiteY945" fmla="*/ 676275 h 973454"/>
                <a:gd name="connsiteX946" fmla="*/ 482918 w 995839"/>
                <a:gd name="connsiteY946" fmla="*/ 674370 h 973454"/>
                <a:gd name="connsiteX947" fmla="*/ 481965 w 995839"/>
                <a:gd name="connsiteY947" fmla="*/ 672465 h 973454"/>
                <a:gd name="connsiteX948" fmla="*/ 481965 w 995839"/>
                <a:gd name="connsiteY948" fmla="*/ 671036 h 973454"/>
                <a:gd name="connsiteX949" fmla="*/ 484347 w 995839"/>
                <a:gd name="connsiteY949" fmla="*/ 666750 h 973454"/>
                <a:gd name="connsiteX950" fmla="*/ 492443 w 995839"/>
                <a:gd name="connsiteY950" fmla="*/ 660559 h 973454"/>
                <a:gd name="connsiteX951" fmla="*/ 505302 w 995839"/>
                <a:gd name="connsiteY951" fmla="*/ 653891 h 973454"/>
                <a:gd name="connsiteX952" fmla="*/ 512922 w 995839"/>
                <a:gd name="connsiteY952" fmla="*/ 648653 h 973454"/>
                <a:gd name="connsiteX953" fmla="*/ 519589 w 995839"/>
                <a:gd name="connsiteY953" fmla="*/ 642461 h 973454"/>
                <a:gd name="connsiteX954" fmla="*/ 525780 w 995839"/>
                <a:gd name="connsiteY954" fmla="*/ 634841 h 973454"/>
                <a:gd name="connsiteX955" fmla="*/ 528638 w 995839"/>
                <a:gd name="connsiteY955" fmla="*/ 632460 h 973454"/>
                <a:gd name="connsiteX956" fmla="*/ 543878 w 995839"/>
                <a:gd name="connsiteY956" fmla="*/ 624840 h 973454"/>
                <a:gd name="connsiteX957" fmla="*/ 546735 w 995839"/>
                <a:gd name="connsiteY957" fmla="*/ 621030 h 973454"/>
                <a:gd name="connsiteX958" fmla="*/ 556260 w 995839"/>
                <a:gd name="connsiteY958" fmla="*/ 611029 h 973454"/>
                <a:gd name="connsiteX959" fmla="*/ 561023 w 995839"/>
                <a:gd name="connsiteY959" fmla="*/ 604361 h 973454"/>
                <a:gd name="connsiteX960" fmla="*/ 563880 w 995839"/>
                <a:gd name="connsiteY960" fmla="*/ 601504 h 973454"/>
                <a:gd name="connsiteX961" fmla="*/ 565785 w 995839"/>
                <a:gd name="connsiteY961" fmla="*/ 598646 h 973454"/>
                <a:gd name="connsiteX962" fmla="*/ 566738 w 995839"/>
                <a:gd name="connsiteY962" fmla="*/ 595789 h 973454"/>
                <a:gd name="connsiteX963" fmla="*/ 581978 w 995839"/>
                <a:gd name="connsiteY963" fmla="*/ 582454 h 973454"/>
                <a:gd name="connsiteX964" fmla="*/ 589122 w 995839"/>
                <a:gd name="connsiteY964" fmla="*/ 578167 h 973454"/>
                <a:gd name="connsiteX965" fmla="*/ 589122 w 995839"/>
                <a:gd name="connsiteY965" fmla="*/ 577215 h 973454"/>
                <a:gd name="connsiteX966" fmla="*/ 586740 w 995839"/>
                <a:gd name="connsiteY966" fmla="*/ 576263 h 973454"/>
                <a:gd name="connsiteX967" fmla="*/ 581978 w 995839"/>
                <a:gd name="connsiteY967" fmla="*/ 579120 h 973454"/>
                <a:gd name="connsiteX968" fmla="*/ 580549 w 995839"/>
                <a:gd name="connsiteY968" fmla="*/ 579120 h 973454"/>
                <a:gd name="connsiteX969" fmla="*/ 580073 w 995839"/>
                <a:gd name="connsiteY969" fmla="*/ 578167 h 973454"/>
                <a:gd name="connsiteX970" fmla="*/ 582930 w 995839"/>
                <a:gd name="connsiteY970" fmla="*/ 573405 h 973454"/>
                <a:gd name="connsiteX971" fmla="*/ 590074 w 995839"/>
                <a:gd name="connsiteY971" fmla="*/ 568642 h 973454"/>
                <a:gd name="connsiteX972" fmla="*/ 591503 w 995839"/>
                <a:gd name="connsiteY972" fmla="*/ 569119 h 973454"/>
                <a:gd name="connsiteX973" fmla="*/ 593408 w 995839"/>
                <a:gd name="connsiteY973" fmla="*/ 570071 h 973454"/>
                <a:gd name="connsiteX974" fmla="*/ 593408 w 995839"/>
                <a:gd name="connsiteY974" fmla="*/ 573881 h 973454"/>
                <a:gd name="connsiteX975" fmla="*/ 591979 w 995839"/>
                <a:gd name="connsiteY975" fmla="*/ 574834 h 973454"/>
                <a:gd name="connsiteX976" fmla="*/ 591503 w 995839"/>
                <a:gd name="connsiteY976" fmla="*/ 575786 h 973454"/>
                <a:gd name="connsiteX977" fmla="*/ 594360 w 995839"/>
                <a:gd name="connsiteY977" fmla="*/ 575786 h 973454"/>
                <a:gd name="connsiteX978" fmla="*/ 603885 w 995839"/>
                <a:gd name="connsiteY978" fmla="*/ 572453 h 973454"/>
                <a:gd name="connsiteX979" fmla="*/ 616268 w 995839"/>
                <a:gd name="connsiteY979" fmla="*/ 568642 h 973454"/>
                <a:gd name="connsiteX980" fmla="*/ 618649 w 995839"/>
                <a:gd name="connsiteY980" fmla="*/ 567690 h 973454"/>
                <a:gd name="connsiteX981" fmla="*/ 619602 w 995839"/>
                <a:gd name="connsiteY981" fmla="*/ 566738 h 973454"/>
                <a:gd name="connsiteX982" fmla="*/ 620078 w 995839"/>
                <a:gd name="connsiteY982" fmla="*/ 565309 h 973454"/>
                <a:gd name="connsiteX983" fmla="*/ 617697 w 995839"/>
                <a:gd name="connsiteY983" fmla="*/ 562928 h 973454"/>
                <a:gd name="connsiteX984" fmla="*/ 619125 w 995839"/>
                <a:gd name="connsiteY984" fmla="*/ 562928 h 973454"/>
                <a:gd name="connsiteX985" fmla="*/ 621983 w 995839"/>
                <a:gd name="connsiteY985" fmla="*/ 564356 h 973454"/>
                <a:gd name="connsiteX986" fmla="*/ 624364 w 995839"/>
                <a:gd name="connsiteY986" fmla="*/ 561499 h 973454"/>
                <a:gd name="connsiteX987" fmla="*/ 626269 w 995839"/>
                <a:gd name="connsiteY987" fmla="*/ 558641 h 973454"/>
                <a:gd name="connsiteX988" fmla="*/ 634842 w 995839"/>
                <a:gd name="connsiteY988" fmla="*/ 553879 h 973454"/>
                <a:gd name="connsiteX989" fmla="*/ 635318 w 995839"/>
                <a:gd name="connsiteY989" fmla="*/ 552450 h 973454"/>
                <a:gd name="connsiteX990" fmla="*/ 635318 w 995839"/>
                <a:gd name="connsiteY990" fmla="*/ 550069 h 973454"/>
                <a:gd name="connsiteX991" fmla="*/ 637699 w 995839"/>
                <a:gd name="connsiteY991" fmla="*/ 546259 h 973454"/>
                <a:gd name="connsiteX992" fmla="*/ 640556 w 995839"/>
                <a:gd name="connsiteY992" fmla="*/ 543401 h 973454"/>
                <a:gd name="connsiteX993" fmla="*/ 642461 w 995839"/>
                <a:gd name="connsiteY993" fmla="*/ 540544 h 973454"/>
                <a:gd name="connsiteX994" fmla="*/ 641033 w 995839"/>
                <a:gd name="connsiteY994" fmla="*/ 539115 h 973454"/>
                <a:gd name="connsiteX995" fmla="*/ 639604 w 995839"/>
                <a:gd name="connsiteY995" fmla="*/ 531495 h 973454"/>
                <a:gd name="connsiteX996" fmla="*/ 637699 w 995839"/>
                <a:gd name="connsiteY996" fmla="*/ 526732 h 973454"/>
                <a:gd name="connsiteX997" fmla="*/ 638175 w 995839"/>
                <a:gd name="connsiteY997" fmla="*/ 521970 h 973454"/>
                <a:gd name="connsiteX998" fmla="*/ 641509 w 995839"/>
                <a:gd name="connsiteY998" fmla="*/ 517684 h 973454"/>
                <a:gd name="connsiteX999" fmla="*/ 646272 w 995839"/>
                <a:gd name="connsiteY999" fmla="*/ 512921 h 973454"/>
                <a:gd name="connsiteX1000" fmla="*/ 649605 w 995839"/>
                <a:gd name="connsiteY1000" fmla="*/ 511492 h 973454"/>
                <a:gd name="connsiteX1001" fmla="*/ 665798 w 995839"/>
                <a:gd name="connsiteY1001" fmla="*/ 507682 h 973454"/>
                <a:gd name="connsiteX1002" fmla="*/ 670560 w 995839"/>
                <a:gd name="connsiteY1002" fmla="*/ 505301 h 973454"/>
                <a:gd name="connsiteX1003" fmla="*/ 674847 w 995839"/>
                <a:gd name="connsiteY1003" fmla="*/ 501967 h 973454"/>
                <a:gd name="connsiteX1004" fmla="*/ 678180 w 995839"/>
                <a:gd name="connsiteY1004" fmla="*/ 495776 h 973454"/>
                <a:gd name="connsiteX1005" fmla="*/ 680085 w 995839"/>
                <a:gd name="connsiteY1005" fmla="*/ 494347 h 973454"/>
                <a:gd name="connsiteX1006" fmla="*/ 681990 w 995839"/>
                <a:gd name="connsiteY1006" fmla="*/ 491490 h 973454"/>
                <a:gd name="connsiteX1007" fmla="*/ 679609 w 995839"/>
                <a:gd name="connsiteY1007" fmla="*/ 489109 h 973454"/>
                <a:gd name="connsiteX1008" fmla="*/ 677228 w 995839"/>
                <a:gd name="connsiteY1008" fmla="*/ 488156 h 973454"/>
                <a:gd name="connsiteX1009" fmla="*/ 675323 w 995839"/>
                <a:gd name="connsiteY1009" fmla="*/ 486728 h 973454"/>
                <a:gd name="connsiteX1010" fmla="*/ 674847 w 995839"/>
                <a:gd name="connsiteY1010" fmla="*/ 482441 h 973454"/>
                <a:gd name="connsiteX1011" fmla="*/ 676752 w 995839"/>
                <a:gd name="connsiteY1011" fmla="*/ 486251 h 973454"/>
                <a:gd name="connsiteX1012" fmla="*/ 680085 w 995839"/>
                <a:gd name="connsiteY1012" fmla="*/ 488156 h 973454"/>
                <a:gd name="connsiteX1013" fmla="*/ 683895 w 995839"/>
                <a:gd name="connsiteY1013" fmla="*/ 491014 h 973454"/>
                <a:gd name="connsiteX1014" fmla="*/ 683419 w 995839"/>
                <a:gd name="connsiteY1014" fmla="*/ 494824 h 973454"/>
                <a:gd name="connsiteX1015" fmla="*/ 680561 w 995839"/>
                <a:gd name="connsiteY1015" fmla="*/ 503396 h 973454"/>
                <a:gd name="connsiteX1016" fmla="*/ 679133 w 995839"/>
                <a:gd name="connsiteY1016" fmla="*/ 506730 h 973454"/>
                <a:gd name="connsiteX1017" fmla="*/ 681514 w 995839"/>
                <a:gd name="connsiteY1017" fmla="*/ 508635 h 973454"/>
                <a:gd name="connsiteX1018" fmla="*/ 685800 w 995839"/>
                <a:gd name="connsiteY1018" fmla="*/ 509111 h 973454"/>
                <a:gd name="connsiteX1019" fmla="*/ 686753 w 995839"/>
                <a:gd name="connsiteY1019" fmla="*/ 506254 h 973454"/>
                <a:gd name="connsiteX1020" fmla="*/ 687229 w 995839"/>
                <a:gd name="connsiteY1020" fmla="*/ 503872 h 973454"/>
                <a:gd name="connsiteX1021" fmla="*/ 687705 w 995839"/>
                <a:gd name="connsiteY1021" fmla="*/ 505301 h 973454"/>
                <a:gd name="connsiteX1022" fmla="*/ 692468 w 995839"/>
                <a:gd name="connsiteY1022" fmla="*/ 509111 h 973454"/>
                <a:gd name="connsiteX1023" fmla="*/ 697230 w 995839"/>
                <a:gd name="connsiteY1023" fmla="*/ 507682 h 973454"/>
                <a:gd name="connsiteX1024" fmla="*/ 697706 w 995839"/>
                <a:gd name="connsiteY1024" fmla="*/ 505778 h 973454"/>
                <a:gd name="connsiteX1025" fmla="*/ 696754 w 995839"/>
                <a:gd name="connsiteY1025" fmla="*/ 501491 h 973454"/>
                <a:gd name="connsiteX1026" fmla="*/ 699135 w 995839"/>
                <a:gd name="connsiteY1026" fmla="*/ 491490 h 973454"/>
                <a:gd name="connsiteX1027" fmla="*/ 699611 w 995839"/>
                <a:gd name="connsiteY1027" fmla="*/ 493395 h 973454"/>
                <a:gd name="connsiteX1028" fmla="*/ 701040 w 995839"/>
                <a:gd name="connsiteY1028" fmla="*/ 493871 h 973454"/>
                <a:gd name="connsiteX1029" fmla="*/ 701993 w 995839"/>
                <a:gd name="connsiteY1029" fmla="*/ 494347 h 973454"/>
                <a:gd name="connsiteX1030" fmla="*/ 702469 w 995839"/>
                <a:gd name="connsiteY1030" fmla="*/ 495300 h 973454"/>
                <a:gd name="connsiteX1031" fmla="*/ 700564 w 995839"/>
                <a:gd name="connsiteY1031" fmla="*/ 504825 h 973454"/>
                <a:gd name="connsiteX1032" fmla="*/ 700564 w 995839"/>
                <a:gd name="connsiteY1032" fmla="*/ 507206 h 973454"/>
                <a:gd name="connsiteX1033" fmla="*/ 701040 w 995839"/>
                <a:gd name="connsiteY1033" fmla="*/ 508635 h 973454"/>
                <a:gd name="connsiteX1034" fmla="*/ 701993 w 995839"/>
                <a:gd name="connsiteY1034" fmla="*/ 510064 h 973454"/>
                <a:gd name="connsiteX1035" fmla="*/ 704850 w 995839"/>
                <a:gd name="connsiteY1035" fmla="*/ 507206 h 973454"/>
                <a:gd name="connsiteX1036" fmla="*/ 705803 w 995839"/>
                <a:gd name="connsiteY1036" fmla="*/ 504349 h 973454"/>
                <a:gd name="connsiteX1037" fmla="*/ 707708 w 995839"/>
                <a:gd name="connsiteY1037" fmla="*/ 507682 h 973454"/>
                <a:gd name="connsiteX1038" fmla="*/ 709613 w 995839"/>
                <a:gd name="connsiteY1038" fmla="*/ 508159 h 973454"/>
                <a:gd name="connsiteX1039" fmla="*/ 712470 w 995839"/>
                <a:gd name="connsiteY1039" fmla="*/ 507682 h 973454"/>
                <a:gd name="connsiteX1040" fmla="*/ 711994 w 995839"/>
                <a:gd name="connsiteY1040" fmla="*/ 503872 h 973454"/>
                <a:gd name="connsiteX1041" fmla="*/ 711042 w 995839"/>
                <a:gd name="connsiteY1041" fmla="*/ 501015 h 973454"/>
                <a:gd name="connsiteX1042" fmla="*/ 708660 w 995839"/>
                <a:gd name="connsiteY1042" fmla="*/ 497205 h 973454"/>
                <a:gd name="connsiteX1043" fmla="*/ 711518 w 995839"/>
                <a:gd name="connsiteY1043" fmla="*/ 497205 h 973454"/>
                <a:gd name="connsiteX1044" fmla="*/ 712470 w 995839"/>
                <a:gd name="connsiteY1044" fmla="*/ 491490 h 973454"/>
                <a:gd name="connsiteX1045" fmla="*/ 712470 w 995839"/>
                <a:gd name="connsiteY1045" fmla="*/ 488156 h 973454"/>
                <a:gd name="connsiteX1046" fmla="*/ 712470 w 995839"/>
                <a:gd name="connsiteY1046" fmla="*/ 484822 h 973454"/>
                <a:gd name="connsiteX1047" fmla="*/ 709613 w 995839"/>
                <a:gd name="connsiteY1047" fmla="*/ 476250 h 973454"/>
                <a:gd name="connsiteX1048" fmla="*/ 707708 w 995839"/>
                <a:gd name="connsiteY1048" fmla="*/ 471964 h 973454"/>
                <a:gd name="connsiteX1049" fmla="*/ 707708 w 995839"/>
                <a:gd name="connsiteY1049" fmla="*/ 470535 h 973454"/>
                <a:gd name="connsiteX1050" fmla="*/ 707708 w 995839"/>
                <a:gd name="connsiteY1050" fmla="*/ 470059 h 973454"/>
                <a:gd name="connsiteX1051" fmla="*/ 706755 w 995839"/>
                <a:gd name="connsiteY1051" fmla="*/ 464344 h 973454"/>
                <a:gd name="connsiteX1052" fmla="*/ 705803 w 995839"/>
                <a:gd name="connsiteY1052" fmla="*/ 461010 h 973454"/>
                <a:gd name="connsiteX1053" fmla="*/ 705327 w 995839"/>
                <a:gd name="connsiteY1053" fmla="*/ 457200 h 973454"/>
                <a:gd name="connsiteX1054" fmla="*/ 708184 w 995839"/>
                <a:gd name="connsiteY1054" fmla="*/ 451961 h 973454"/>
                <a:gd name="connsiteX1055" fmla="*/ 707231 w 995839"/>
                <a:gd name="connsiteY1055" fmla="*/ 451009 h 973454"/>
                <a:gd name="connsiteX1056" fmla="*/ 704374 w 995839"/>
                <a:gd name="connsiteY1056" fmla="*/ 450532 h 973454"/>
                <a:gd name="connsiteX1057" fmla="*/ 701517 w 995839"/>
                <a:gd name="connsiteY1057" fmla="*/ 449580 h 973454"/>
                <a:gd name="connsiteX1058" fmla="*/ 701040 w 995839"/>
                <a:gd name="connsiteY1058" fmla="*/ 448151 h 973454"/>
                <a:gd name="connsiteX1059" fmla="*/ 702469 w 995839"/>
                <a:gd name="connsiteY1059" fmla="*/ 442913 h 973454"/>
                <a:gd name="connsiteX1060" fmla="*/ 701040 w 995839"/>
                <a:gd name="connsiteY1060" fmla="*/ 441007 h 973454"/>
                <a:gd name="connsiteX1061" fmla="*/ 699135 w 995839"/>
                <a:gd name="connsiteY1061" fmla="*/ 439103 h 973454"/>
                <a:gd name="connsiteX1062" fmla="*/ 698659 w 995839"/>
                <a:gd name="connsiteY1062" fmla="*/ 438150 h 973454"/>
                <a:gd name="connsiteX1063" fmla="*/ 698183 w 995839"/>
                <a:gd name="connsiteY1063" fmla="*/ 437197 h 973454"/>
                <a:gd name="connsiteX1064" fmla="*/ 697230 w 995839"/>
                <a:gd name="connsiteY1064" fmla="*/ 434816 h 973454"/>
                <a:gd name="connsiteX1065" fmla="*/ 699135 w 995839"/>
                <a:gd name="connsiteY1065" fmla="*/ 429578 h 973454"/>
                <a:gd name="connsiteX1066" fmla="*/ 701993 w 995839"/>
                <a:gd name="connsiteY1066" fmla="*/ 423386 h 973454"/>
                <a:gd name="connsiteX1067" fmla="*/ 702469 w 995839"/>
                <a:gd name="connsiteY1067" fmla="*/ 421005 h 973454"/>
                <a:gd name="connsiteX1068" fmla="*/ 702945 w 995839"/>
                <a:gd name="connsiteY1068" fmla="*/ 416719 h 973454"/>
                <a:gd name="connsiteX1069" fmla="*/ 703422 w 995839"/>
                <a:gd name="connsiteY1069" fmla="*/ 415290 h 973454"/>
                <a:gd name="connsiteX1070" fmla="*/ 702945 w 995839"/>
                <a:gd name="connsiteY1070" fmla="*/ 413861 h 973454"/>
                <a:gd name="connsiteX1071" fmla="*/ 700088 w 995839"/>
                <a:gd name="connsiteY1071" fmla="*/ 411956 h 973454"/>
                <a:gd name="connsiteX1072" fmla="*/ 695325 w 995839"/>
                <a:gd name="connsiteY1072" fmla="*/ 411004 h 973454"/>
                <a:gd name="connsiteX1073" fmla="*/ 691992 w 995839"/>
                <a:gd name="connsiteY1073" fmla="*/ 409575 h 973454"/>
                <a:gd name="connsiteX1074" fmla="*/ 690086 w 995839"/>
                <a:gd name="connsiteY1074" fmla="*/ 407194 h 973454"/>
                <a:gd name="connsiteX1075" fmla="*/ 688181 w 995839"/>
                <a:gd name="connsiteY1075" fmla="*/ 406241 h 973454"/>
                <a:gd name="connsiteX1076" fmla="*/ 686277 w 995839"/>
                <a:gd name="connsiteY1076" fmla="*/ 406717 h 973454"/>
                <a:gd name="connsiteX1077" fmla="*/ 683419 w 995839"/>
                <a:gd name="connsiteY1077" fmla="*/ 405765 h 973454"/>
                <a:gd name="connsiteX1078" fmla="*/ 681038 w 995839"/>
                <a:gd name="connsiteY1078" fmla="*/ 403384 h 973454"/>
                <a:gd name="connsiteX1079" fmla="*/ 679133 w 995839"/>
                <a:gd name="connsiteY1079" fmla="*/ 400526 h 973454"/>
                <a:gd name="connsiteX1080" fmla="*/ 679133 w 995839"/>
                <a:gd name="connsiteY1080" fmla="*/ 399097 h 973454"/>
                <a:gd name="connsiteX1081" fmla="*/ 679609 w 995839"/>
                <a:gd name="connsiteY1081" fmla="*/ 397192 h 973454"/>
                <a:gd name="connsiteX1082" fmla="*/ 682943 w 995839"/>
                <a:gd name="connsiteY1082" fmla="*/ 390049 h 973454"/>
                <a:gd name="connsiteX1083" fmla="*/ 684372 w 995839"/>
                <a:gd name="connsiteY1083" fmla="*/ 390049 h 973454"/>
                <a:gd name="connsiteX1084" fmla="*/ 687229 w 995839"/>
                <a:gd name="connsiteY1084" fmla="*/ 391478 h 973454"/>
                <a:gd name="connsiteX1085" fmla="*/ 688181 w 995839"/>
                <a:gd name="connsiteY1085" fmla="*/ 391478 h 973454"/>
                <a:gd name="connsiteX1086" fmla="*/ 690086 w 995839"/>
                <a:gd name="connsiteY1086" fmla="*/ 388620 h 973454"/>
                <a:gd name="connsiteX1087" fmla="*/ 692944 w 995839"/>
                <a:gd name="connsiteY1087" fmla="*/ 380524 h 973454"/>
                <a:gd name="connsiteX1088" fmla="*/ 696754 w 995839"/>
                <a:gd name="connsiteY1088" fmla="*/ 380524 h 973454"/>
                <a:gd name="connsiteX1089" fmla="*/ 700088 w 995839"/>
                <a:gd name="connsiteY1089" fmla="*/ 381000 h 973454"/>
                <a:gd name="connsiteX1090" fmla="*/ 702469 w 995839"/>
                <a:gd name="connsiteY1090" fmla="*/ 381476 h 973454"/>
                <a:gd name="connsiteX1091" fmla="*/ 704850 w 995839"/>
                <a:gd name="connsiteY1091" fmla="*/ 381000 h 973454"/>
                <a:gd name="connsiteX1092" fmla="*/ 707231 w 995839"/>
                <a:gd name="connsiteY1092" fmla="*/ 380524 h 973454"/>
                <a:gd name="connsiteX1093" fmla="*/ 708660 w 995839"/>
                <a:gd name="connsiteY1093" fmla="*/ 379571 h 973454"/>
                <a:gd name="connsiteX1094" fmla="*/ 709613 w 995839"/>
                <a:gd name="connsiteY1094" fmla="*/ 378142 h 973454"/>
                <a:gd name="connsiteX1095" fmla="*/ 709136 w 995839"/>
                <a:gd name="connsiteY1095" fmla="*/ 377190 h 973454"/>
                <a:gd name="connsiteX1096" fmla="*/ 706279 w 995839"/>
                <a:gd name="connsiteY1096" fmla="*/ 375761 h 973454"/>
                <a:gd name="connsiteX1097" fmla="*/ 705327 w 995839"/>
                <a:gd name="connsiteY1097" fmla="*/ 374809 h 973454"/>
                <a:gd name="connsiteX1098" fmla="*/ 704374 w 995839"/>
                <a:gd name="connsiteY1098" fmla="*/ 371475 h 973454"/>
                <a:gd name="connsiteX1099" fmla="*/ 703422 w 995839"/>
                <a:gd name="connsiteY1099" fmla="*/ 370046 h 973454"/>
                <a:gd name="connsiteX1100" fmla="*/ 697230 w 995839"/>
                <a:gd name="connsiteY1100" fmla="*/ 370046 h 973454"/>
                <a:gd name="connsiteX1101" fmla="*/ 694373 w 995839"/>
                <a:gd name="connsiteY1101" fmla="*/ 368617 h 973454"/>
                <a:gd name="connsiteX1102" fmla="*/ 692468 w 995839"/>
                <a:gd name="connsiteY1102" fmla="*/ 367189 h 973454"/>
                <a:gd name="connsiteX1103" fmla="*/ 689610 w 995839"/>
                <a:gd name="connsiteY1103" fmla="*/ 362903 h 973454"/>
                <a:gd name="connsiteX1104" fmla="*/ 685800 w 995839"/>
                <a:gd name="connsiteY1104" fmla="*/ 359569 h 973454"/>
                <a:gd name="connsiteX1105" fmla="*/ 681990 w 995839"/>
                <a:gd name="connsiteY1105" fmla="*/ 358616 h 973454"/>
                <a:gd name="connsiteX1106" fmla="*/ 680561 w 995839"/>
                <a:gd name="connsiteY1106" fmla="*/ 357664 h 973454"/>
                <a:gd name="connsiteX1107" fmla="*/ 679609 w 995839"/>
                <a:gd name="connsiteY1107" fmla="*/ 355759 h 973454"/>
                <a:gd name="connsiteX1108" fmla="*/ 680085 w 995839"/>
                <a:gd name="connsiteY1108" fmla="*/ 353378 h 973454"/>
                <a:gd name="connsiteX1109" fmla="*/ 681038 w 995839"/>
                <a:gd name="connsiteY1109" fmla="*/ 350996 h 973454"/>
                <a:gd name="connsiteX1110" fmla="*/ 681990 w 995839"/>
                <a:gd name="connsiteY1110" fmla="*/ 348615 h 973454"/>
                <a:gd name="connsiteX1111" fmla="*/ 684848 w 995839"/>
                <a:gd name="connsiteY1111" fmla="*/ 345281 h 973454"/>
                <a:gd name="connsiteX1112" fmla="*/ 688181 w 995839"/>
                <a:gd name="connsiteY1112" fmla="*/ 342424 h 973454"/>
                <a:gd name="connsiteX1113" fmla="*/ 689610 w 995839"/>
                <a:gd name="connsiteY1113" fmla="*/ 340519 h 973454"/>
                <a:gd name="connsiteX1114" fmla="*/ 691515 w 995839"/>
                <a:gd name="connsiteY1114" fmla="*/ 338614 h 973454"/>
                <a:gd name="connsiteX1115" fmla="*/ 691992 w 995839"/>
                <a:gd name="connsiteY1115" fmla="*/ 337661 h 973454"/>
                <a:gd name="connsiteX1116" fmla="*/ 691515 w 995839"/>
                <a:gd name="connsiteY1116" fmla="*/ 336232 h 973454"/>
                <a:gd name="connsiteX1117" fmla="*/ 689610 w 995839"/>
                <a:gd name="connsiteY1117" fmla="*/ 334804 h 973454"/>
                <a:gd name="connsiteX1118" fmla="*/ 688658 w 995839"/>
                <a:gd name="connsiteY1118" fmla="*/ 334328 h 973454"/>
                <a:gd name="connsiteX1119" fmla="*/ 688658 w 995839"/>
                <a:gd name="connsiteY1119" fmla="*/ 333375 h 973454"/>
                <a:gd name="connsiteX1120" fmla="*/ 689610 w 995839"/>
                <a:gd name="connsiteY1120" fmla="*/ 331470 h 973454"/>
                <a:gd name="connsiteX1121" fmla="*/ 691039 w 995839"/>
                <a:gd name="connsiteY1121" fmla="*/ 330994 h 973454"/>
                <a:gd name="connsiteX1122" fmla="*/ 694373 w 995839"/>
                <a:gd name="connsiteY1122" fmla="*/ 332899 h 973454"/>
                <a:gd name="connsiteX1123" fmla="*/ 697706 w 995839"/>
                <a:gd name="connsiteY1123" fmla="*/ 336232 h 973454"/>
                <a:gd name="connsiteX1124" fmla="*/ 699611 w 995839"/>
                <a:gd name="connsiteY1124" fmla="*/ 339090 h 973454"/>
                <a:gd name="connsiteX1125" fmla="*/ 699611 w 995839"/>
                <a:gd name="connsiteY1125" fmla="*/ 341471 h 973454"/>
                <a:gd name="connsiteX1126" fmla="*/ 701040 w 995839"/>
                <a:gd name="connsiteY1126" fmla="*/ 341947 h 973454"/>
                <a:gd name="connsiteX1127" fmla="*/ 702469 w 995839"/>
                <a:gd name="connsiteY1127" fmla="*/ 341947 h 973454"/>
                <a:gd name="connsiteX1128" fmla="*/ 704850 w 995839"/>
                <a:gd name="connsiteY1128" fmla="*/ 342900 h 973454"/>
                <a:gd name="connsiteX1129" fmla="*/ 707231 w 995839"/>
                <a:gd name="connsiteY1129" fmla="*/ 342424 h 973454"/>
                <a:gd name="connsiteX1130" fmla="*/ 708660 w 995839"/>
                <a:gd name="connsiteY1130" fmla="*/ 342900 h 973454"/>
                <a:gd name="connsiteX1131" fmla="*/ 709613 w 995839"/>
                <a:gd name="connsiteY1131" fmla="*/ 342900 h 973454"/>
                <a:gd name="connsiteX1132" fmla="*/ 710089 w 995839"/>
                <a:gd name="connsiteY1132" fmla="*/ 341471 h 973454"/>
                <a:gd name="connsiteX1133" fmla="*/ 709136 w 995839"/>
                <a:gd name="connsiteY1133" fmla="*/ 339566 h 973454"/>
                <a:gd name="connsiteX1134" fmla="*/ 708184 w 995839"/>
                <a:gd name="connsiteY1134" fmla="*/ 338138 h 973454"/>
                <a:gd name="connsiteX1135" fmla="*/ 709136 w 995839"/>
                <a:gd name="connsiteY1135" fmla="*/ 336709 h 973454"/>
                <a:gd name="connsiteX1136" fmla="*/ 710089 w 995839"/>
                <a:gd name="connsiteY1136" fmla="*/ 336232 h 973454"/>
                <a:gd name="connsiteX1137" fmla="*/ 711518 w 995839"/>
                <a:gd name="connsiteY1137" fmla="*/ 336709 h 973454"/>
                <a:gd name="connsiteX1138" fmla="*/ 712947 w 995839"/>
                <a:gd name="connsiteY1138" fmla="*/ 338138 h 973454"/>
                <a:gd name="connsiteX1139" fmla="*/ 714375 w 995839"/>
                <a:gd name="connsiteY1139" fmla="*/ 340519 h 973454"/>
                <a:gd name="connsiteX1140" fmla="*/ 714375 w 995839"/>
                <a:gd name="connsiteY1140" fmla="*/ 344329 h 973454"/>
                <a:gd name="connsiteX1141" fmla="*/ 717233 w 995839"/>
                <a:gd name="connsiteY1141" fmla="*/ 347663 h 973454"/>
                <a:gd name="connsiteX1142" fmla="*/ 720567 w 995839"/>
                <a:gd name="connsiteY1142" fmla="*/ 350044 h 973454"/>
                <a:gd name="connsiteX1143" fmla="*/ 723424 w 995839"/>
                <a:gd name="connsiteY1143" fmla="*/ 350996 h 973454"/>
                <a:gd name="connsiteX1144" fmla="*/ 726758 w 995839"/>
                <a:gd name="connsiteY1144" fmla="*/ 351949 h 973454"/>
                <a:gd name="connsiteX1145" fmla="*/ 729615 w 995839"/>
                <a:gd name="connsiteY1145" fmla="*/ 350996 h 973454"/>
                <a:gd name="connsiteX1146" fmla="*/ 731044 w 995839"/>
                <a:gd name="connsiteY1146" fmla="*/ 348615 h 973454"/>
                <a:gd name="connsiteX1147" fmla="*/ 730568 w 995839"/>
                <a:gd name="connsiteY1147" fmla="*/ 346234 h 973454"/>
                <a:gd name="connsiteX1148" fmla="*/ 731044 w 995839"/>
                <a:gd name="connsiteY1148" fmla="*/ 344329 h 973454"/>
                <a:gd name="connsiteX1149" fmla="*/ 731997 w 995839"/>
                <a:gd name="connsiteY1149" fmla="*/ 343376 h 973454"/>
                <a:gd name="connsiteX1150" fmla="*/ 733902 w 995839"/>
                <a:gd name="connsiteY1150" fmla="*/ 343376 h 973454"/>
                <a:gd name="connsiteX1151" fmla="*/ 735330 w 995839"/>
                <a:gd name="connsiteY1151" fmla="*/ 344805 h 973454"/>
                <a:gd name="connsiteX1152" fmla="*/ 739140 w 995839"/>
                <a:gd name="connsiteY1152" fmla="*/ 352901 h 973454"/>
                <a:gd name="connsiteX1153" fmla="*/ 738188 w 995839"/>
                <a:gd name="connsiteY1153" fmla="*/ 356711 h 973454"/>
                <a:gd name="connsiteX1154" fmla="*/ 739140 w 995839"/>
                <a:gd name="connsiteY1154" fmla="*/ 366713 h 973454"/>
                <a:gd name="connsiteX1155" fmla="*/ 738188 w 995839"/>
                <a:gd name="connsiteY1155" fmla="*/ 373380 h 973454"/>
                <a:gd name="connsiteX1156" fmla="*/ 738188 w 995839"/>
                <a:gd name="connsiteY1156" fmla="*/ 374809 h 973454"/>
                <a:gd name="connsiteX1157" fmla="*/ 738664 w 995839"/>
                <a:gd name="connsiteY1157" fmla="*/ 375761 h 973454"/>
                <a:gd name="connsiteX1158" fmla="*/ 739140 w 995839"/>
                <a:gd name="connsiteY1158" fmla="*/ 376238 h 973454"/>
                <a:gd name="connsiteX1159" fmla="*/ 740093 w 995839"/>
                <a:gd name="connsiteY1159" fmla="*/ 376238 h 973454"/>
                <a:gd name="connsiteX1160" fmla="*/ 744855 w 995839"/>
                <a:gd name="connsiteY1160" fmla="*/ 377666 h 973454"/>
                <a:gd name="connsiteX1161" fmla="*/ 748665 w 995839"/>
                <a:gd name="connsiteY1161" fmla="*/ 379095 h 973454"/>
                <a:gd name="connsiteX1162" fmla="*/ 752952 w 995839"/>
                <a:gd name="connsiteY1162" fmla="*/ 380524 h 973454"/>
                <a:gd name="connsiteX1163" fmla="*/ 759143 w 995839"/>
                <a:gd name="connsiteY1163" fmla="*/ 381476 h 973454"/>
                <a:gd name="connsiteX1164" fmla="*/ 762953 w 995839"/>
                <a:gd name="connsiteY1164" fmla="*/ 381000 h 973454"/>
                <a:gd name="connsiteX1165" fmla="*/ 764858 w 995839"/>
                <a:gd name="connsiteY1165" fmla="*/ 381000 h 973454"/>
                <a:gd name="connsiteX1166" fmla="*/ 768668 w 995839"/>
                <a:gd name="connsiteY1166" fmla="*/ 381476 h 973454"/>
                <a:gd name="connsiteX1167" fmla="*/ 779145 w 995839"/>
                <a:gd name="connsiteY1167" fmla="*/ 381000 h 973454"/>
                <a:gd name="connsiteX1168" fmla="*/ 787718 w 995839"/>
                <a:gd name="connsiteY1168" fmla="*/ 381000 h 973454"/>
                <a:gd name="connsiteX1169" fmla="*/ 791052 w 995839"/>
                <a:gd name="connsiteY1169" fmla="*/ 381953 h 973454"/>
                <a:gd name="connsiteX1170" fmla="*/ 793909 w 995839"/>
                <a:gd name="connsiteY1170" fmla="*/ 382429 h 973454"/>
                <a:gd name="connsiteX1171" fmla="*/ 803434 w 995839"/>
                <a:gd name="connsiteY1171" fmla="*/ 381953 h 973454"/>
                <a:gd name="connsiteX1172" fmla="*/ 812959 w 995839"/>
                <a:gd name="connsiteY1172" fmla="*/ 381476 h 973454"/>
                <a:gd name="connsiteX1173" fmla="*/ 818198 w 995839"/>
                <a:gd name="connsiteY1173" fmla="*/ 383381 h 973454"/>
                <a:gd name="connsiteX1174" fmla="*/ 823913 w 995839"/>
                <a:gd name="connsiteY1174" fmla="*/ 386715 h 973454"/>
                <a:gd name="connsiteX1175" fmla="*/ 827247 w 995839"/>
                <a:gd name="connsiteY1175" fmla="*/ 389096 h 973454"/>
                <a:gd name="connsiteX1176" fmla="*/ 827723 w 995839"/>
                <a:gd name="connsiteY1176" fmla="*/ 390525 h 973454"/>
                <a:gd name="connsiteX1177" fmla="*/ 827247 w 995839"/>
                <a:gd name="connsiteY1177" fmla="*/ 391954 h 973454"/>
                <a:gd name="connsiteX1178" fmla="*/ 826294 w 995839"/>
                <a:gd name="connsiteY1178" fmla="*/ 392430 h 973454"/>
                <a:gd name="connsiteX1179" fmla="*/ 824389 w 995839"/>
                <a:gd name="connsiteY1179" fmla="*/ 392430 h 973454"/>
                <a:gd name="connsiteX1180" fmla="*/ 819627 w 995839"/>
                <a:gd name="connsiteY1180" fmla="*/ 391001 h 973454"/>
                <a:gd name="connsiteX1181" fmla="*/ 818674 w 995839"/>
                <a:gd name="connsiteY1181" fmla="*/ 391478 h 973454"/>
                <a:gd name="connsiteX1182" fmla="*/ 818674 w 995839"/>
                <a:gd name="connsiteY1182" fmla="*/ 394811 h 973454"/>
                <a:gd name="connsiteX1183" fmla="*/ 818674 w 995839"/>
                <a:gd name="connsiteY1183" fmla="*/ 395288 h 973454"/>
                <a:gd name="connsiteX1184" fmla="*/ 817722 w 995839"/>
                <a:gd name="connsiteY1184" fmla="*/ 398145 h 973454"/>
                <a:gd name="connsiteX1185" fmla="*/ 814864 w 995839"/>
                <a:gd name="connsiteY1185" fmla="*/ 404813 h 973454"/>
                <a:gd name="connsiteX1186" fmla="*/ 814388 w 995839"/>
                <a:gd name="connsiteY1186" fmla="*/ 407670 h 973454"/>
                <a:gd name="connsiteX1187" fmla="*/ 813911 w 995839"/>
                <a:gd name="connsiteY1187" fmla="*/ 408622 h 973454"/>
                <a:gd name="connsiteX1188" fmla="*/ 813435 w 995839"/>
                <a:gd name="connsiteY1188" fmla="*/ 409099 h 973454"/>
                <a:gd name="connsiteX1189" fmla="*/ 811054 w 995839"/>
                <a:gd name="connsiteY1189" fmla="*/ 409099 h 973454"/>
                <a:gd name="connsiteX1190" fmla="*/ 809149 w 995839"/>
                <a:gd name="connsiteY1190" fmla="*/ 409575 h 973454"/>
                <a:gd name="connsiteX1191" fmla="*/ 808673 w 995839"/>
                <a:gd name="connsiteY1191" fmla="*/ 410528 h 973454"/>
                <a:gd name="connsiteX1192" fmla="*/ 807720 w 995839"/>
                <a:gd name="connsiteY1192" fmla="*/ 412909 h 973454"/>
                <a:gd name="connsiteX1193" fmla="*/ 806768 w 995839"/>
                <a:gd name="connsiteY1193" fmla="*/ 415290 h 973454"/>
                <a:gd name="connsiteX1194" fmla="*/ 805815 w 995839"/>
                <a:gd name="connsiteY1194" fmla="*/ 415766 h 973454"/>
                <a:gd name="connsiteX1195" fmla="*/ 803434 w 995839"/>
                <a:gd name="connsiteY1195" fmla="*/ 414338 h 973454"/>
                <a:gd name="connsiteX1196" fmla="*/ 802005 w 995839"/>
                <a:gd name="connsiteY1196" fmla="*/ 414338 h 973454"/>
                <a:gd name="connsiteX1197" fmla="*/ 800100 w 995839"/>
                <a:gd name="connsiteY1197" fmla="*/ 414814 h 973454"/>
                <a:gd name="connsiteX1198" fmla="*/ 798195 w 995839"/>
                <a:gd name="connsiteY1198" fmla="*/ 416242 h 973454"/>
                <a:gd name="connsiteX1199" fmla="*/ 796767 w 995839"/>
                <a:gd name="connsiteY1199" fmla="*/ 417671 h 973454"/>
                <a:gd name="connsiteX1200" fmla="*/ 795338 w 995839"/>
                <a:gd name="connsiteY1200" fmla="*/ 418147 h 973454"/>
                <a:gd name="connsiteX1201" fmla="*/ 790575 w 995839"/>
                <a:gd name="connsiteY1201" fmla="*/ 417671 h 973454"/>
                <a:gd name="connsiteX1202" fmla="*/ 789623 w 995839"/>
                <a:gd name="connsiteY1202" fmla="*/ 417671 h 973454"/>
                <a:gd name="connsiteX1203" fmla="*/ 789147 w 995839"/>
                <a:gd name="connsiteY1203" fmla="*/ 418624 h 973454"/>
                <a:gd name="connsiteX1204" fmla="*/ 788670 w 995839"/>
                <a:gd name="connsiteY1204" fmla="*/ 420053 h 973454"/>
                <a:gd name="connsiteX1205" fmla="*/ 785336 w 995839"/>
                <a:gd name="connsiteY1205" fmla="*/ 423386 h 973454"/>
                <a:gd name="connsiteX1206" fmla="*/ 783908 w 995839"/>
                <a:gd name="connsiteY1206" fmla="*/ 429101 h 973454"/>
                <a:gd name="connsiteX1207" fmla="*/ 782955 w 995839"/>
                <a:gd name="connsiteY1207" fmla="*/ 432911 h 973454"/>
                <a:gd name="connsiteX1208" fmla="*/ 782955 w 995839"/>
                <a:gd name="connsiteY1208" fmla="*/ 435769 h 973454"/>
                <a:gd name="connsiteX1209" fmla="*/ 785813 w 995839"/>
                <a:gd name="connsiteY1209" fmla="*/ 442913 h 973454"/>
                <a:gd name="connsiteX1210" fmla="*/ 787718 w 995839"/>
                <a:gd name="connsiteY1210" fmla="*/ 452438 h 973454"/>
                <a:gd name="connsiteX1211" fmla="*/ 788670 w 995839"/>
                <a:gd name="connsiteY1211" fmla="*/ 453390 h 973454"/>
                <a:gd name="connsiteX1212" fmla="*/ 789147 w 995839"/>
                <a:gd name="connsiteY1212" fmla="*/ 453866 h 973454"/>
                <a:gd name="connsiteX1213" fmla="*/ 789623 w 995839"/>
                <a:gd name="connsiteY1213" fmla="*/ 453866 h 973454"/>
                <a:gd name="connsiteX1214" fmla="*/ 789623 w 995839"/>
                <a:gd name="connsiteY1214" fmla="*/ 451961 h 973454"/>
                <a:gd name="connsiteX1215" fmla="*/ 789623 w 995839"/>
                <a:gd name="connsiteY1215" fmla="*/ 449580 h 973454"/>
                <a:gd name="connsiteX1216" fmla="*/ 790575 w 995839"/>
                <a:gd name="connsiteY1216" fmla="*/ 449104 h 973454"/>
                <a:gd name="connsiteX1217" fmla="*/ 792004 w 995839"/>
                <a:gd name="connsiteY1217" fmla="*/ 449580 h 973454"/>
                <a:gd name="connsiteX1218" fmla="*/ 793433 w 995839"/>
                <a:gd name="connsiteY1218" fmla="*/ 451485 h 973454"/>
                <a:gd name="connsiteX1219" fmla="*/ 794861 w 995839"/>
                <a:gd name="connsiteY1219" fmla="*/ 455295 h 973454"/>
                <a:gd name="connsiteX1220" fmla="*/ 796290 w 995839"/>
                <a:gd name="connsiteY1220" fmla="*/ 456724 h 973454"/>
                <a:gd name="connsiteX1221" fmla="*/ 798672 w 995839"/>
                <a:gd name="connsiteY1221" fmla="*/ 457200 h 973454"/>
                <a:gd name="connsiteX1222" fmla="*/ 801053 w 995839"/>
                <a:gd name="connsiteY1222" fmla="*/ 456247 h 973454"/>
                <a:gd name="connsiteX1223" fmla="*/ 802958 w 995839"/>
                <a:gd name="connsiteY1223" fmla="*/ 454342 h 973454"/>
                <a:gd name="connsiteX1224" fmla="*/ 803910 w 995839"/>
                <a:gd name="connsiteY1224" fmla="*/ 452438 h 973454"/>
                <a:gd name="connsiteX1225" fmla="*/ 803434 w 995839"/>
                <a:gd name="connsiteY1225" fmla="*/ 448628 h 973454"/>
                <a:gd name="connsiteX1226" fmla="*/ 803434 w 995839"/>
                <a:gd name="connsiteY1226" fmla="*/ 445770 h 973454"/>
                <a:gd name="connsiteX1227" fmla="*/ 804863 w 995839"/>
                <a:gd name="connsiteY1227" fmla="*/ 443389 h 973454"/>
                <a:gd name="connsiteX1228" fmla="*/ 809149 w 995839"/>
                <a:gd name="connsiteY1228" fmla="*/ 439579 h 973454"/>
                <a:gd name="connsiteX1229" fmla="*/ 809625 w 995839"/>
                <a:gd name="connsiteY1229" fmla="*/ 438150 h 973454"/>
                <a:gd name="connsiteX1230" fmla="*/ 809149 w 995839"/>
                <a:gd name="connsiteY1230" fmla="*/ 434816 h 973454"/>
                <a:gd name="connsiteX1231" fmla="*/ 809149 w 995839"/>
                <a:gd name="connsiteY1231" fmla="*/ 431482 h 973454"/>
                <a:gd name="connsiteX1232" fmla="*/ 810578 w 995839"/>
                <a:gd name="connsiteY1232" fmla="*/ 431482 h 973454"/>
                <a:gd name="connsiteX1233" fmla="*/ 812959 w 995839"/>
                <a:gd name="connsiteY1233" fmla="*/ 431959 h 973454"/>
                <a:gd name="connsiteX1234" fmla="*/ 815817 w 995839"/>
                <a:gd name="connsiteY1234" fmla="*/ 430530 h 973454"/>
                <a:gd name="connsiteX1235" fmla="*/ 816769 w 995839"/>
                <a:gd name="connsiteY1235" fmla="*/ 430530 h 973454"/>
                <a:gd name="connsiteX1236" fmla="*/ 817722 w 995839"/>
                <a:gd name="connsiteY1236" fmla="*/ 431959 h 973454"/>
                <a:gd name="connsiteX1237" fmla="*/ 819627 w 995839"/>
                <a:gd name="connsiteY1237" fmla="*/ 431482 h 973454"/>
                <a:gd name="connsiteX1238" fmla="*/ 821055 w 995839"/>
                <a:gd name="connsiteY1238" fmla="*/ 438150 h 973454"/>
                <a:gd name="connsiteX1239" fmla="*/ 822484 w 995839"/>
                <a:gd name="connsiteY1239" fmla="*/ 444341 h 973454"/>
                <a:gd name="connsiteX1240" fmla="*/ 822484 w 995839"/>
                <a:gd name="connsiteY1240" fmla="*/ 447199 h 973454"/>
                <a:gd name="connsiteX1241" fmla="*/ 822960 w 995839"/>
                <a:gd name="connsiteY1241" fmla="*/ 453390 h 973454"/>
                <a:gd name="connsiteX1242" fmla="*/ 823436 w 995839"/>
                <a:gd name="connsiteY1242" fmla="*/ 458153 h 973454"/>
                <a:gd name="connsiteX1243" fmla="*/ 824389 w 995839"/>
                <a:gd name="connsiteY1243" fmla="*/ 459105 h 973454"/>
                <a:gd name="connsiteX1244" fmla="*/ 825818 w 995839"/>
                <a:gd name="connsiteY1244" fmla="*/ 461963 h 973454"/>
                <a:gd name="connsiteX1245" fmla="*/ 826770 w 995839"/>
                <a:gd name="connsiteY1245" fmla="*/ 464820 h 973454"/>
                <a:gd name="connsiteX1246" fmla="*/ 827723 w 995839"/>
                <a:gd name="connsiteY1246" fmla="*/ 466725 h 973454"/>
                <a:gd name="connsiteX1247" fmla="*/ 828199 w 995839"/>
                <a:gd name="connsiteY1247" fmla="*/ 472440 h 973454"/>
                <a:gd name="connsiteX1248" fmla="*/ 829152 w 995839"/>
                <a:gd name="connsiteY1248" fmla="*/ 476726 h 973454"/>
                <a:gd name="connsiteX1249" fmla="*/ 830104 w 995839"/>
                <a:gd name="connsiteY1249" fmla="*/ 489585 h 973454"/>
                <a:gd name="connsiteX1250" fmla="*/ 830580 w 995839"/>
                <a:gd name="connsiteY1250" fmla="*/ 491966 h 973454"/>
                <a:gd name="connsiteX1251" fmla="*/ 832485 w 995839"/>
                <a:gd name="connsiteY1251" fmla="*/ 491014 h 973454"/>
                <a:gd name="connsiteX1252" fmla="*/ 833438 w 995839"/>
                <a:gd name="connsiteY1252" fmla="*/ 489585 h 973454"/>
                <a:gd name="connsiteX1253" fmla="*/ 834390 w 995839"/>
                <a:gd name="connsiteY1253" fmla="*/ 487680 h 973454"/>
                <a:gd name="connsiteX1254" fmla="*/ 834867 w 995839"/>
                <a:gd name="connsiteY1254" fmla="*/ 486728 h 973454"/>
                <a:gd name="connsiteX1255" fmla="*/ 835819 w 995839"/>
                <a:gd name="connsiteY1255" fmla="*/ 486728 h 973454"/>
                <a:gd name="connsiteX1256" fmla="*/ 837724 w 995839"/>
                <a:gd name="connsiteY1256" fmla="*/ 487680 h 973454"/>
                <a:gd name="connsiteX1257" fmla="*/ 840581 w 995839"/>
                <a:gd name="connsiteY1257" fmla="*/ 491014 h 973454"/>
                <a:gd name="connsiteX1258" fmla="*/ 842486 w 995839"/>
                <a:gd name="connsiteY1258" fmla="*/ 491966 h 973454"/>
                <a:gd name="connsiteX1259" fmla="*/ 844392 w 995839"/>
                <a:gd name="connsiteY1259" fmla="*/ 491490 h 973454"/>
                <a:gd name="connsiteX1260" fmla="*/ 846297 w 995839"/>
                <a:gd name="connsiteY1260" fmla="*/ 486251 h 973454"/>
                <a:gd name="connsiteX1261" fmla="*/ 847249 w 995839"/>
                <a:gd name="connsiteY1261" fmla="*/ 484822 h 973454"/>
                <a:gd name="connsiteX1262" fmla="*/ 848202 w 995839"/>
                <a:gd name="connsiteY1262" fmla="*/ 483870 h 973454"/>
                <a:gd name="connsiteX1263" fmla="*/ 850106 w 995839"/>
                <a:gd name="connsiteY1263" fmla="*/ 483870 h 973454"/>
                <a:gd name="connsiteX1264" fmla="*/ 851059 w 995839"/>
                <a:gd name="connsiteY1264" fmla="*/ 482917 h 973454"/>
                <a:gd name="connsiteX1265" fmla="*/ 851535 w 995839"/>
                <a:gd name="connsiteY1265" fmla="*/ 480536 h 973454"/>
                <a:gd name="connsiteX1266" fmla="*/ 851535 w 995839"/>
                <a:gd name="connsiteY1266" fmla="*/ 478155 h 973454"/>
                <a:gd name="connsiteX1267" fmla="*/ 849630 w 995839"/>
                <a:gd name="connsiteY1267" fmla="*/ 471488 h 973454"/>
                <a:gd name="connsiteX1268" fmla="*/ 849154 w 995839"/>
                <a:gd name="connsiteY1268" fmla="*/ 468630 h 973454"/>
                <a:gd name="connsiteX1269" fmla="*/ 848678 w 995839"/>
                <a:gd name="connsiteY1269" fmla="*/ 465772 h 973454"/>
                <a:gd name="connsiteX1270" fmla="*/ 850106 w 995839"/>
                <a:gd name="connsiteY1270" fmla="*/ 462439 h 973454"/>
                <a:gd name="connsiteX1271" fmla="*/ 851535 w 995839"/>
                <a:gd name="connsiteY1271" fmla="*/ 458629 h 973454"/>
                <a:gd name="connsiteX1272" fmla="*/ 851059 w 995839"/>
                <a:gd name="connsiteY1272" fmla="*/ 455295 h 973454"/>
                <a:gd name="connsiteX1273" fmla="*/ 851535 w 995839"/>
                <a:gd name="connsiteY1273" fmla="*/ 453866 h 973454"/>
                <a:gd name="connsiteX1274" fmla="*/ 852964 w 995839"/>
                <a:gd name="connsiteY1274" fmla="*/ 453866 h 973454"/>
                <a:gd name="connsiteX1275" fmla="*/ 854869 w 995839"/>
                <a:gd name="connsiteY1275" fmla="*/ 454819 h 973454"/>
                <a:gd name="connsiteX1276" fmla="*/ 856774 w 995839"/>
                <a:gd name="connsiteY1276" fmla="*/ 454342 h 973454"/>
                <a:gd name="connsiteX1277" fmla="*/ 858203 w 995839"/>
                <a:gd name="connsiteY1277" fmla="*/ 452438 h 973454"/>
                <a:gd name="connsiteX1278" fmla="*/ 858679 w 995839"/>
                <a:gd name="connsiteY1278" fmla="*/ 450532 h 973454"/>
                <a:gd name="connsiteX1279" fmla="*/ 859631 w 995839"/>
                <a:gd name="connsiteY1279" fmla="*/ 443389 h 973454"/>
                <a:gd name="connsiteX1280" fmla="*/ 860108 w 995839"/>
                <a:gd name="connsiteY1280" fmla="*/ 436721 h 973454"/>
                <a:gd name="connsiteX1281" fmla="*/ 860108 w 995839"/>
                <a:gd name="connsiteY1281" fmla="*/ 431482 h 973454"/>
                <a:gd name="connsiteX1282" fmla="*/ 858679 w 995839"/>
                <a:gd name="connsiteY1282" fmla="*/ 428149 h 973454"/>
                <a:gd name="connsiteX1283" fmla="*/ 856298 w 995839"/>
                <a:gd name="connsiteY1283" fmla="*/ 419576 h 973454"/>
                <a:gd name="connsiteX1284" fmla="*/ 856774 w 995839"/>
                <a:gd name="connsiteY1284" fmla="*/ 418147 h 973454"/>
                <a:gd name="connsiteX1285" fmla="*/ 857727 w 995839"/>
                <a:gd name="connsiteY1285" fmla="*/ 417671 h 973454"/>
                <a:gd name="connsiteX1286" fmla="*/ 861060 w 995839"/>
                <a:gd name="connsiteY1286" fmla="*/ 420529 h 973454"/>
                <a:gd name="connsiteX1287" fmla="*/ 862489 w 995839"/>
                <a:gd name="connsiteY1287" fmla="*/ 421005 h 973454"/>
                <a:gd name="connsiteX1288" fmla="*/ 864870 w 995839"/>
                <a:gd name="connsiteY1288" fmla="*/ 420529 h 973454"/>
                <a:gd name="connsiteX1289" fmla="*/ 867252 w 995839"/>
                <a:gd name="connsiteY1289" fmla="*/ 420053 h 973454"/>
                <a:gd name="connsiteX1290" fmla="*/ 869156 w 995839"/>
                <a:gd name="connsiteY1290" fmla="*/ 420053 h 973454"/>
                <a:gd name="connsiteX1291" fmla="*/ 871538 w 995839"/>
                <a:gd name="connsiteY1291" fmla="*/ 421005 h 973454"/>
                <a:gd name="connsiteX1292" fmla="*/ 874872 w 995839"/>
                <a:gd name="connsiteY1292" fmla="*/ 421957 h 973454"/>
                <a:gd name="connsiteX1293" fmla="*/ 880110 w 995839"/>
                <a:gd name="connsiteY1293" fmla="*/ 423386 h 973454"/>
                <a:gd name="connsiteX1294" fmla="*/ 882492 w 995839"/>
                <a:gd name="connsiteY1294" fmla="*/ 424339 h 973454"/>
                <a:gd name="connsiteX1295" fmla="*/ 884397 w 995839"/>
                <a:gd name="connsiteY1295" fmla="*/ 424339 h 973454"/>
                <a:gd name="connsiteX1296" fmla="*/ 885825 w 995839"/>
                <a:gd name="connsiteY1296" fmla="*/ 421005 h 973454"/>
                <a:gd name="connsiteX1297" fmla="*/ 887730 w 995839"/>
                <a:gd name="connsiteY1297" fmla="*/ 415766 h 973454"/>
                <a:gd name="connsiteX1298" fmla="*/ 890111 w 995839"/>
                <a:gd name="connsiteY1298" fmla="*/ 408146 h 973454"/>
                <a:gd name="connsiteX1299" fmla="*/ 892969 w 995839"/>
                <a:gd name="connsiteY1299" fmla="*/ 402907 h 973454"/>
                <a:gd name="connsiteX1300" fmla="*/ 893922 w 995839"/>
                <a:gd name="connsiteY1300" fmla="*/ 401479 h 973454"/>
                <a:gd name="connsiteX1301" fmla="*/ 897255 w 995839"/>
                <a:gd name="connsiteY1301" fmla="*/ 397192 h 973454"/>
                <a:gd name="connsiteX1302" fmla="*/ 900113 w 995839"/>
                <a:gd name="connsiteY1302" fmla="*/ 392430 h 973454"/>
                <a:gd name="connsiteX1303" fmla="*/ 902970 w 995839"/>
                <a:gd name="connsiteY1303" fmla="*/ 386715 h 973454"/>
                <a:gd name="connsiteX1304" fmla="*/ 904399 w 995839"/>
                <a:gd name="connsiteY1304" fmla="*/ 382429 h 973454"/>
                <a:gd name="connsiteX1305" fmla="*/ 904399 w 995839"/>
                <a:gd name="connsiteY1305" fmla="*/ 380524 h 973454"/>
                <a:gd name="connsiteX1306" fmla="*/ 903447 w 995839"/>
                <a:gd name="connsiteY1306" fmla="*/ 379095 h 973454"/>
                <a:gd name="connsiteX1307" fmla="*/ 901542 w 995839"/>
                <a:gd name="connsiteY1307" fmla="*/ 378142 h 973454"/>
                <a:gd name="connsiteX1308" fmla="*/ 899636 w 995839"/>
                <a:gd name="connsiteY1308" fmla="*/ 377190 h 973454"/>
                <a:gd name="connsiteX1309" fmla="*/ 899160 w 995839"/>
                <a:gd name="connsiteY1309" fmla="*/ 376238 h 973454"/>
                <a:gd name="connsiteX1310" fmla="*/ 899160 w 995839"/>
                <a:gd name="connsiteY1310" fmla="*/ 375285 h 973454"/>
                <a:gd name="connsiteX1311" fmla="*/ 900113 w 995839"/>
                <a:gd name="connsiteY1311" fmla="*/ 372428 h 973454"/>
                <a:gd name="connsiteX1312" fmla="*/ 901542 w 995839"/>
                <a:gd name="connsiteY1312" fmla="*/ 369094 h 973454"/>
                <a:gd name="connsiteX1313" fmla="*/ 902970 w 995839"/>
                <a:gd name="connsiteY1313" fmla="*/ 367189 h 973454"/>
                <a:gd name="connsiteX1314" fmla="*/ 906780 w 995839"/>
                <a:gd name="connsiteY1314" fmla="*/ 364807 h 973454"/>
                <a:gd name="connsiteX1315" fmla="*/ 909161 w 995839"/>
                <a:gd name="connsiteY1315" fmla="*/ 361950 h 973454"/>
                <a:gd name="connsiteX1316" fmla="*/ 912019 w 995839"/>
                <a:gd name="connsiteY1316" fmla="*/ 358140 h 973454"/>
                <a:gd name="connsiteX1317" fmla="*/ 913448 w 995839"/>
                <a:gd name="connsiteY1317" fmla="*/ 355759 h 973454"/>
                <a:gd name="connsiteX1318" fmla="*/ 914400 w 995839"/>
                <a:gd name="connsiteY1318" fmla="*/ 350520 h 973454"/>
                <a:gd name="connsiteX1319" fmla="*/ 915353 w 995839"/>
                <a:gd name="connsiteY1319" fmla="*/ 349567 h 973454"/>
                <a:gd name="connsiteX1320" fmla="*/ 917258 w 995839"/>
                <a:gd name="connsiteY1320" fmla="*/ 348139 h 973454"/>
                <a:gd name="connsiteX1321" fmla="*/ 918686 w 995839"/>
                <a:gd name="connsiteY1321" fmla="*/ 346234 h 973454"/>
                <a:gd name="connsiteX1322" fmla="*/ 918686 w 995839"/>
                <a:gd name="connsiteY1322" fmla="*/ 345281 h 973454"/>
                <a:gd name="connsiteX1323" fmla="*/ 918210 w 995839"/>
                <a:gd name="connsiteY1323" fmla="*/ 344329 h 973454"/>
                <a:gd name="connsiteX1324" fmla="*/ 916781 w 995839"/>
                <a:gd name="connsiteY1324" fmla="*/ 340519 h 973454"/>
                <a:gd name="connsiteX1325" fmla="*/ 916305 w 995839"/>
                <a:gd name="connsiteY1325" fmla="*/ 334804 h 973454"/>
                <a:gd name="connsiteX1326" fmla="*/ 916781 w 995839"/>
                <a:gd name="connsiteY1326" fmla="*/ 330041 h 973454"/>
                <a:gd name="connsiteX1327" fmla="*/ 917734 w 995839"/>
                <a:gd name="connsiteY1327" fmla="*/ 328136 h 973454"/>
                <a:gd name="connsiteX1328" fmla="*/ 919163 w 995839"/>
                <a:gd name="connsiteY1328" fmla="*/ 325755 h 973454"/>
                <a:gd name="connsiteX1329" fmla="*/ 921544 w 995839"/>
                <a:gd name="connsiteY1329" fmla="*/ 324326 h 973454"/>
                <a:gd name="connsiteX1330" fmla="*/ 924878 w 995839"/>
                <a:gd name="connsiteY1330" fmla="*/ 323374 h 973454"/>
                <a:gd name="connsiteX1331" fmla="*/ 930117 w 995839"/>
                <a:gd name="connsiteY1331" fmla="*/ 320516 h 973454"/>
                <a:gd name="connsiteX1332" fmla="*/ 939642 w 995839"/>
                <a:gd name="connsiteY1332" fmla="*/ 313372 h 973454"/>
                <a:gd name="connsiteX1333" fmla="*/ 942975 w 995839"/>
                <a:gd name="connsiteY1333" fmla="*/ 310991 h 973454"/>
                <a:gd name="connsiteX1334" fmla="*/ 945356 w 995839"/>
                <a:gd name="connsiteY1334" fmla="*/ 310039 h 973454"/>
                <a:gd name="connsiteX1335" fmla="*/ 947738 w 995839"/>
                <a:gd name="connsiteY1335" fmla="*/ 307181 h 973454"/>
                <a:gd name="connsiteX1336" fmla="*/ 950595 w 995839"/>
                <a:gd name="connsiteY1336" fmla="*/ 303847 h 973454"/>
                <a:gd name="connsiteX1337" fmla="*/ 954881 w 995839"/>
                <a:gd name="connsiteY1337" fmla="*/ 302419 h 973454"/>
                <a:gd name="connsiteX1338" fmla="*/ 957739 w 995839"/>
                <a:gd name="connsiteY1338" fmla="*/ 301942 h 973454"/>
                <a:gd name="connsiteX1339" fmla="*/ 971074 w 995839"/>
                <a:gd name="connsiteY1339" fmla="*/ 299561 h 973454"/>
                <a:gd name="connsiteX1340" fmla="*/ 973455 w 995839"/>
                <a:gd name="connsiteY1340" fmla="*/ 300038 h 973454"/>
                <a:gd name="connsiteX1341" fmla="*/ 975836 w 995839"/>
                <a:gd name="connsiteY1341" fmla="*/ 301466 h 973454"/>
                <a:gd name="connsiteX1342" fmla="*/ 978694 w 995839"/>
                <a:gd name="connsiteY1342" fmla="*/ 305753 h 973454"/>
                <a:gd name="connsiteX1343" fmla="*/ 981075 w 995839"/>
                <a:gd name="connsiteY1343" fmla="*/ 307181 h 973454"/>
                <a:gd name="connsiteX1344" fmla="*/ 983933 w 995839"/>
                <a:gd name="connsiteY1344" fmla="*/ 308134 h 973454"/>
                <a:gd name="connsiteX1345" fmla="*/ 986314 w 995839"/>
                <a:gd name="connsiteY1345" fmla="*/ 307657 h 973454"/>
                <a:gd name="connsiteX1346" fmla="*/ 986314 w 995839"/>
                <a:gd name="connsiteY1346" fmla="*/ 305753 h 973454"/>
                <a:gd name="connsiteX1347" fmla="*/ 979647 w 995839"/>
                <a:gd name="connsiteY1347" fmla="*/ 295751 h 973454"/>
                <a:gd name="connsiteX1348" fmla="*/ 979170 w 995839"/>
                <a:gd name="connsiteY1348" fmla="*/ 292894 h 973454"/>
                <a:gd name="connsiteX1349" fmla="*/ 979170 w 995839"/>
                <a:gd name="connsiteY1349" fmla="*/ 290513 h 973454"/>
                <a:gd name="connsiteX1350" fmla="*/ 980123 w 995839"/>
                <a:gd name="connsiteY1350" fmla="*/ 288607 h 973454"/>
                <a:gd name="connsiteX1351" fmla="*/ 982504 w 995839"/>
                <a:gd name="connsiteY1351" fmla="*/ 286703 h 973454"/>
                <a:gd name="connsiteX1352" fmla="*/ 985361 w 995839"/>
                <a:gd name="connsiteY1352" fmla="*/ 284321 h 973454"/>
                <a:gd name="connsiteX1353" fmla="*/ 989172 w 995839"/>
                <a:gd name="connsiteY1353" fmla="*/ 281464 h 973454"/>
                <a:gd name="connsiteX1354" fmla="*/ 991553 w 995839"/>
                <a:gd name="connsiteY1354" fmla="*/ 279559 h 973454"/>
                <a:gd name="connsiteX1355" fmla="*/ 994410 w 995839"/>
                <a:gd name="connsiteY1355" fmla="*/ 279082 h 973454"/>
                <a:gd name="connsiteX1356" fmla="*/ 995363 w 995839"/>
                <a:gd name="connsiteY1356" fmla="*/ 278130 h 973454"/>
                <a:gd name="connsiteX1357" fmla="*/ 995839 w 995839"/>
                <a:gd name="connsiteY1357" fmla="*/ 276701 h 973454"/>
                <a:gd name="connsiteX1358" fmla="*/ 993458 w 995839"/>
                <a:gd name="connsiteY1358" fmla="*/ 273844 h 97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Lst>
              <a:rect l="l" t="t" r="r" b="b"/>
              <a:pathLst>
                <a:path w="995839" h="973454">
                  <a:moveTo>
                    <a:pt x="993458" y="273844"/>
                  </a:moveTo>
                  <a:lnTo>
                    <a:pt x="992029" y="271939"/>
                  </a:lnTo>
                  <a:lnTo>
                    <a:pt x="992505" y="269557"/>
                  </a:lnTo>
                  <a:lnTo>
                    <a:pt x="992981" y="267176"/>
                  </a:lnTo>
                  <a:lnTo>
                    <a:pt x="992029" y="266700"/>
                  </a:lnTo>
                  <a:lnTo>
                    <a:pt x="987267" y="262890"/>
                  </a:lnTo>
                  <a:lnTo>
                    <a:pt x="984885" y="261938"/>
                  </a:lnTo>
                  <a:lnTo>
                    <a:pt x="981552" y="262890"/>
                  </a:lnTo>
                  <a:lnTo>
                    <a:pt x="976313" y="261938"/>
                  </a:lnTo>
                  <a:lnTo>
                    <a:pt x="974408" y="261938"/>
                  </a:lnTo>
                  <a:lnTo>
                    <a:pt x="970122" y="259080"/>
                  </a:lnTo>
                  <a:lnTo>
                    <a:pt x="968217" y="258604"/>
                  </a:lnTo>
                  <a:lnTo>
                    <a:pt x="962502" y="260509"/>
                  </a:lnTo>
                  <a:lnTo>
                    <a:pt x="961073" y="261938"/>
                  </a:lnTo>
                  <a:lnTo>
                    <a:pt x="960120" y="261938"/>
                  </a:lnTo>
                  <a:lnTo>
                    <a:pt x="958692" y="261461"/>
                  </a:lnTo>
                  <a:lnTo>
                    <a:pt x="957263" y="260509"/>
                  </a:lnTo>
                  <a:lnTo>
                    <a:pt x="957263" y="260032"/>
                  </a:lnTo>
                  <a:lnTo>
                    <a:pt x="958692" y="258604"/>
                  </a:lnTo>
                  <a:lnTo>
                    <a:pt x="958692" y="257651"/>
                  </a:lnTo>
                  <a:lnTo>
                    <a:pt x="958692" y="256699"/>
                  </a:lnTo>
                  <a:lnTo>
                    <a:pt x="961073" y="253841"/>
                  </a:lnTo>
                  <a:lnTo>
                    <a:pt x="967264" y="248126"/>
                  </a:lnTo>
                  <a:lnTo>
                    <a:pt x="966311" y="245745"/>
                  </a:lnTo>
                  <a:lnTo>
                    <a:pt x="963930" y="240982"/>
                  </a:lnTo>
                  <a:lnTo>
                    <a:pt x="963454" y="238601"/>
                  </a:lnTo>
                  <a:lnTo>
                    <a:pt x="962502" y="237649"/>
                  </a:lnTo>
                  <a:lnTo>
                    <a:pt x="959644" y="238601"/>
                  </a:lnTo>
                  <a:lnTo>
                    <a:pt x="953453" y="242888"/>
                  </a:lnTo>
                  <a:lnTo>
                    <a:pt x="952500" y="242411"/>
                  </a:lnTo>
                  <a:lnTo>
                    <a:pt x="952500" y="240982"/>
                  </a:lnTo>
                  <a:lnTo>
                    <a:pt x="952024" y="236696"/>
                  </a:lnTo>
                  <a:lnTo>
                    <a:pt x="953929" y="235267"/>
                  </a:lnTo>
                  <a:lnTo>
                    <a:pt x="956786" y="233839"/>
                  </a:lnTo>
                  <a:lnTo>
                    <a:pt x="959168" y="231934"/>
                  </a:lnTo>
                  <a:lnTo>
                    <a:pt x="959644" y="230505"/>
                  </a:lnTo>
                  <a:lnTo>
                    <a:pt x="959168" y="230029"/>
                  </a:lnTo>
                  <a:lnTo>
                    <a:pt x="955834" y="230505"/>
                  </a:lnTo>
                  <a:lnTo>
                    <a:pt x="954405" y="229553"/>
                  </a:lnTo>
                  <a:lnTo>
                    <a:pt x="952024" y="225742"/>
                  </a:lnTo>
                  <a:lnTo>
                    <a:pt x="950595" y="224314"/>
                  </a:lnTo>
                  <a:lnTo>
                    <a:pt x="949167" y="223361"/>
                  </a:lnTo>
                  <a:lnTo>
                    <a:pt x="943928" y="225266"/>
                  </a:lnTo>
                  <a:lnTo>
                    <a:pt x="938213" y="228124"/>
                  </a:lnTo>
                  <a:lnTo>
                    <a:pt x="931545" y="231934"/>
                  </a:lnTo>
                  <a:lnTo>
                    <a:pt x="931545" y="233839"/>
                  </a:lnTo>
                  <a:lnTo>
                    <a:pt x="930593" y="234315"/>
                  </a:lnTo>
                  <a:lnTo>
                    <a:pt x="929164" y="235744"/>
                  </a:lnTo>
                  <a:lnTo>
                    <a:pt x="927735" y="237649"/>
                  </a:lnTo>
                  <a:lnTo>
                    <a:pt x="926783" y="238125"/>
                  </a:lnTo>
                  <a:lnTo>
                    <a:pt x="925354" y="238125"/>
                  </a:lnTo>
                  <a:lnTo>
                    <a:pt x="922973" y="237649"/>
                  </a:lnTo>
                  <a:lnTo>
                    <a:pt x="918210" y="235744"/>
                  </a:lnTo>
                  <a:lnTo>
                    <a:pt x="913448" y="234315"/>
                  </a:lnTo>
                  <a:lnTo>
                    <a:pt x="912495" y="234315"/>
                  </a:lnTo>
                  <a:lnTo>
                    <a:pt x="905828" y="233363"/>
                  </a:lnTo>
                  <a:lnTo>
                    <a:pt x="905828" y="232410"/>
                  </a:lnTo>
                  <a:lnTo>
                    <a:pt x="904875" y="230505"/>
                  </a:lnTo>
                  <a:lnTo>
                    <a:pt x="902970" y="229076"/>
                  </a:lnTo>
                  <a:lnTo>
                    <a:pt x="901065" y="228600"/>
                  </a:lnTo>
                  <a:lnTo>
                    <a:pt x="895827" y="231934"/>
                  </a:lnTo>
                  <a:lnTo>
                    <a:pt x="890111" y="234791"/>
                  </a:lnTo>
                  <a:lnTo>
                    <a:pt x="886778" y="238125"/>
                  </a:lnTo>
                  <a:lnTo>
                    <a:pt x="883920" y="240982"/>
                  </a:lnTo>
                  <a:lnTo>
                    <a:pt x="880586" y="241459"/>
                  </a:lnTo>
                  <a:lnTo>
                    <a:pt x="880586" y="243364"/>
                  </a:lnTo>
                  <a:lnTo>
                    <a:pt x="879158" y="245269"/>
                  </a:lnTo>
                  <a:lnTo>
                    <a:pt x="876777" y="247174"/>
                  </a:lnTo>
                  <a:lnTo>
                    <a:pt x="872014" y="250031"/>
                  </a:lnTo>
                  <a:lnTo>
                    <a:pt x="868680" y="251460"/>
                  </a:lnTo>
                  <a:lnTo>
                    <a:pt x="858203" y="252889"/>
                  </a:lnTo>
                  <a:lnTo>
                    <a:pt x="854393" y="253841"/>
                  </a:lnTo>
                  <a:lnTo>
                    <a:pt x="852964" y="255270"/>
                  </a:lnTo>
                  <a:lnTo>
                    <a:pt x="851535" y="259080"/>
                  </a:lnTo>
                  <a:lnTo>
                    <a:pt x="850106" y="262414"/>
                  </a:lnTo>
                  <a:lnTo>
                    <a:pt x="847249" y="265271"/>
                  </a:lnTo>
                  <a:lnTo>
                    <a:pt x="842010" y="269081"/>
                  </a:lnTo>
                  <a:lnTo>
                    <a:pt x="835819" y="271939"/>
                  </a:lnTo>
                  <a:lnTo>
                    <a:pt x="833914" y="273844"/>
                  </a:lnTo>
                  <a:lnTo>
                    <a:pt x="833438" y="274796"/>
                  </a:lnTo>
                  <a:lnTo>
                    <a:pt x="834390" y="275272"/>
                  </a:lnTo>
                  <a:lnTo>
                    <a:pt x="835343" y="276225"/>
                  </a:lnTo>
                  <a:lnTo>
                    <a:pt x="835343" y="277654"/>
                  </a:lnTo>
                  <a:lnTo>
                    <a:pt x="834390" y="279082"/>
                  </a:lnTo>
                  <a:lnTo>
                    <a:pt x="830580" y="281464"/>
                  </a:lnTo>
                  <a:lnTo>
                    <a:pt x="828199" y="282892"/>
                  </a:lnTo>
                  <a:lnTo>
                    <a:pt x="825818" y="283845"/>
                  </a:lnTo>
                  <a:lnTo>
                    <a:pt x="823436" y="283845"/>
                  </a:lnTo>
                  <a:lnTo>
                    <a:pt x="821055" y="283369"/>
                  </a:lnTo>
                  <a:lnTo>
                    <a:pt x="820579" y="282892"/>
                  </a:lnTo>
                  <a:lnTo>
                    <a:pt x="819627" y="283369"/>
                  </a:lnTo>
                  <a:lnTo>
                    <a:pt x="817245" y="283845"/>
                  </a:lnTo>
                  <a:lnTo>
                    <a:pt x="815340" y="283845"/>
                  </a:lnTo>
                  <a:lnTo>
                    <a:pt x="811054" y="286703"/>
                  </a:lnTo>
                  <a:lnTo>
                    <a:pt x="808673" y="286703"/>
                  </a:lnTo>
                  <a:lnTo>
                    <a:pt x="805815" y="286226"/>
                  </a:lnTo>
                  <a:lnTo>
                    <a:pt x="802005" y="285750"/>
                  </a:lnTo>
                  <a:lnTo>
                    <a:pt x="799148" y="285750"/>
                  </a:lnTo>
                  <a:lnTo>
                    <a:pt x="799148" y="286703"/>
                  </a:lnTo>
                  <a:lnTo>
                    <a:pt x="798195" y="289084"/>
                  </a:lnTo>
                  <a:lnTo>
                    <a:pt x="797719" y="291465"/>
                  </a:lnTo>
                  <a:lnTo>
                    <a:pt x="798195" y="293370"/>
                  </a:lnTo>
                  <a:lnTo>
                    <a:pt x="800577" y="295751"/>
                  </a:lnTo>
                  <a:lnTo>
                    <a:pt x="803434" y="297656"/>
                  </a:lnTo>
                  <a:lnTo>
                    <a:pt x="807244" y="297656"/>
                  </a:lnTo>
                  <a:lnTo>
                    <a:pt x="810578" y="297180"/>
                  </a:lnTo>
                  <a:lnTo>
                    <a:pt x="812006" y="297656"/>
                  </a:lnTo>
                  <a:lnTo>
                    <a:pt x="813911" y="300990"/>
                  </a:lnTo>
                  <a:lnTo>
                    <a:pt x="815340" y="303847"/>
                  </a:lnTo>
                  <a:lnTo>
                    <a:pt x="813435" y="306705"/>
                  </a:lnTo>
                  <a:lnTo>
                    <a:pt x="812483" y="309086"/>
                  </a:lnTo>
                  <a:lnTo>
                    <a:pt x="812006" y="310991"/>
                  </a:lnTo>
                  <a:lnTo>
                    <a:pt x="812006" y="311944"/>
                  </a:lnTo>
                  <a:lnTo>
                    <a:pt x="812959" y="313372"/>
                  </a:lnTo>
                  <a:lnTo>
                    <a:pt x="814388" y="315754"/>
                  </a:lnTo>
                  <a:lnTo>
                    <a:pt x="814388" y="318135"/>
                  </a:lnTo>
                  <a:lnTo>
                    <a:pt x="813435" y="319564"/>
                  </a:lnTo>
                  <a:lnTo>
                    <a:pt x="811530" y="320516"/>
                  </a:lnTo>
                  <a:lnTo>
                    <a:pt x="809625" y="320516"/>
                  </a:lnTo>
                  <a:lnTo>
                    <a:pt x="808197" y="320516"/>
                  </a:lnTo>
                  <a:lnTo>
                    <a:pt x="806292" y="320992"/>
                  </a:lnTo>
                  <a:lnTo>
                    <a:pt x="803434" y="321945"/>
                  </a:lnTo>
                  <a:lnTo>
                    <a:pt x="800577" y="322897"/>
                  </a:lnTo>
                  <a:lnTo>
                    <a:pt x="795338" y="322897"/>
                  </a:lnTo>
                  <a:lnTo>
                    <a:pt x="793433" y="320516"/>
                  </a:lnTo>
                  <a:lnTo>
                    <a:pt x="792480" y="320516"/>
                  </a:lnTo>
                  <a:lnTo>
                    <a:pt x="787718" y="323374"/>
                  </a:lnTo>
                  <a:lnTo>
                    <a:pt x="782479" y="322897"/>
                  </a:lnTo>
                  <a:lnTo>
                    <a:pt x="772954" y="323850"/>
                  </a:lnTo>
                  <a:lnTo>
                    <a:pt x="769144" y="323850"/>
                  </a:lnTo>
                  <a:lnTo>
                    <a:pt x="764858" y="323374"/>
                  </a:lnTo>
                  <a:lnTo>
                    <a:pt x="762953" y="322897"/>
                  </a:lnTo>
                  <a:lnTo>
                    <a:pt x="759143" y="320992"/>
                  </a:lnTo>
                  <a:lnTo>
                    <a:pt x="755809" y="319564"/>
                  </a:lnTo>
                  <a:lnTo>
                    <a:pt x="752475" y="320992"/>
                  </a:lnTo>
                  <a:lnTo>
                    <a:pt x="751047" y="321469"/>
                  </a:lnTo>
                  <a:lnTo>
                    <a:pt x="748189" y="324803"/>
                  </a:lnTo>
                  <a:lnTo>
                    <a:pt x="741998" y="325755"/>
                  </a:lnTo>
                  <a:lnTo>
                    <a:pt x="735806" y="326707"/>
                  </a:lnTo>
                  <a:lnTo>
                    <a:pt x="733902" y="326231"/>
                  </a:lnTo>
                  <a:lnTo>
                    <a:pt x="730568" y="326231"/>
                  </a:lnTo>
                  <a:lnTo>
                    <a:pt x="730568" y="325279"/>
                  </a:lnTo>
                  <a:lnTo>
                    <a:pt x="730568" y="324326"/>
                  </a:lnTo>
                  <a:lnTo>
                    <a:pt x="729615" y="323850"/>
                  </a:lnTo>
                  <a:lnTo>
                    <a:pt x="728186" y="323374"/>
                  </a:lnTo>
                  <a:lnTo>
                    <a:pt x="725805" y="322897"/>
                  </a:lnTo>
                  <a:lnTo>
                    <a:pt x="722948" y="321945"/>
                  </a:lnTo>
                  <a:lnTo>
                    <a:pt x="721043" y="320992"/>
                  </a:lnTo>
                  <a:lnTo>
                    <a:pt x="714852" y="321945"/>
                  </a:lnTo>
                  <a:lnTo>
                    <a:pt x="711042" y="320040"/>
                  </a:lnTo>
                  <a:lnTo>
                    <a:pt x="706755" y="317659"/>
                  </a:lnTo>
                  <a:lnTo>
                    <a:pt x="704850" y="316706"/>
                  </a:lnTo>
                  <a:lnTo>
                    <a:pt x="703898" y="312896"/>
                  </a:lnTo>
                  <a:lnTo>
                    <a:pt x="702945" y="311467"/>
                  </a:lnTo>
                  <a:lnTo>
                    <a:pt x="701517" y="310039"/>
                  </a:lnTo>
                  <a:lnTo>
                    <a:pt x="700564" y="308610"/>
                  </a:lnTo>
                  <a:lnTo>
                    <a:pt x="701517" y="307181"/>
                  </a:lnTo>
                  <a:lnTo>
                    <a:pt x="705803" y="304324"/>
                  </a:lnTo>
                  <a:lnTo>
                    <a:pt x="706279" y="303847"/>
                  </a:lnTo>
                  <a:lnTo>
                    <a:pt x="704374" y="301942"/>
                  </a:lnTo>
                  <a:lnTo>
                    <a:pt x="701993" y="299561"/>
                  </a:lnTo>
                  <a:lnTo>
                    <a:pt x="701517" y="296228"/>
                  </a:lnTo>
                  <a:lnTo>
                    <a:pt x="704374" y="287179"/>
                  </a:lnTo>
                  <a:lnTo>
                    <a:pt x="704850" y="283369"/>
                  </a:lnTo>
                  <a:lnTo>
                    <a:pt x="704374" y="281940"/>
                  </a:lnTo>
                  <a:lnTo>
                    <a:pt x="703422" y="278130"/>
                  </a:lnTo>
                  <a:lnTo>
                    <a:pt x="701993" y="276701"/>
                  </a:lnTo>
                  <a:lnTo>
                    <a:pt x="697230" y="274796"/>
                  </a:lnTo>
                  <a:lnTo>
                    <a:pt x="695802" y="274796"/>
                  </a:lnTo>
                  <a:lnTo>
                    <a:pt x="694373" y="276225"/>
                  </a:lnTo>
                  <a:lnTo>
                    <a:pt x="692944" y="277178"/>
                  </a:lnTo>
                  <a:lnTo>
                    <a:pt x="691039" y="278130"/>
                  </a:lnTo>
                  <a:lnTo>
                    <a:pt x="685800" y="279559"/>
                  </a:lnTo>
                  <a:lnTo>
                    <a:pt x="681038" y="280511"/>
                  </a:lnTo>
                  <a:lnTo>
                    <a:pt x="680085" y="280988"/>
                  </a:lnTo>
                  <a:lnTo>
                    <a:pt x="679609" y="281940"/>
                  </a:lnTo>
                  <a:lnTo>
                    <a:pt x="680085" y="283369"/>
                  </a:lnTo>
                  <a:lnTo>
                    <a:pt x="681514" y="284321"/>
                  </a:lnTo>
                  <a:lnTo>
                    <a:pt x="681514" y="285750"/>
                  </a:lnTo>
                  <a:lnTo>
                    <a:pt x="681038" y="287655"/>
                  </a:lnTo>
                  <a:lnTo>
                    <a:pt x="679609" y="291465"/>
                  </a:lnTo>
                  <a:lnTo>
                    <a:pt x="678180" y="294322"/>
                  </a:lnTo>
                  <a:lnTo>
                    <a:pt x="676752" y="300038"/>
                  </a:lnTo>
                  <a:lnTo>
                    <a:pt x="675323" y="310039"/>
                  </a:lnTo>
                  <a:lnTo>
                    <a:pt x="675799" y="311944"/>
                  </a:lnTo>
                  <a:lnTo>
                    <a:pt x="679609" y="317659"/>
                  </a:lnTo>
                  <a:lnTo>
                    <a:pt x="681038" y="321945"/>
                  </a:lnTo>
                  <a:lnTo>
                    <a:pt x="681038" y="324803"/>
                  </a:lnTo>
                  <a:lnTo>
                    <a:pt x="679133" y="329565"/>
                  </a:lnTo>
                  <a:lnTo>
                    <a:pt x="677228" y="335280"/>
                  </a:lnTo>
                  <a:lnTo>
                    <a:pt x="676275" y="336709"/>
                  </a:lnTo>
                  <a:lnTo>
                    <a:pt x="675323" y="337185"/>
                  </a:lnTo>
                  <a:lnTo>
                    <a:pt x="670560" y="335280"/>
                  </a:lnTo>
                  <a:lnTo>
                    <a:pt x="667227" y="335756"/>
                  </a:lnTo>
                  <a:lnTo>
                    <a:pt x="663417" y="336709"/>
                  </a:lnTo>
                  <a:lnTo>
                    <a:pt x="659130" y="336709"/>
                  </a:lnTo>
                  <a:lnTo>
                    <a:pt x="655797" y="336232"/>
                  </a:lnTo>
                  <a:lnTo>
                    <a:pt x="651510" y="338614"/>
                  </a:lnTo>
                  <a:lnTo>
                    <a:pt x="647224" y="337185"/>
                  </a:lnTo>
                  <a:lnTo>
                    <a:pt x="644367" y="335756"/>
                  </a:lnTo>
                  <a:lnTo>
                    <a:pt x="642461" y="331946"/>
                  </a:lnTo>
                  <a:lnTo>
                    <a:pt x="641509" y="331470"/>
                  </a:lnTo>
                  <a:lnTo>
                    <a:pt x="632936" y="335756"/>
                  </a:lnTo>
                  <a:lnTo>
                    <a:pt x="631031" y="336232"/>
                  </a:lnTo>
                  <a:lnTo>
                    <a:pt x="625793" y="333851"/>
                  </a:lnTo>
                  <a:lnTo>
                    <a:pt x="621506" y="331470"/>
                  </a:lnTo>
                  <a:lnTo>
                    <a:pt x="620078" y="330994"/>
                  </a:lnTo>
                  <a:lnTo>
                    <a:pt x="615792" y="330041"/>
                  </a:lnTo>
                  <a:lnTo>
                    <a:pt x="611981" y="329565"/>
                  </a:lnTo>
                  <a:lnTo>
                    <a:pt x="607695" y="328136"/>
                  </a:lnTo>
                  <a:lnTo>
                    <a:pt x="602456" y="330041"/>
                  </a:lnTo>
                  <a:lnTo>
                    <a:pt x="600552" y="330041"/>
                  </a:lnTo>
                  <a:lnTo>
                    <a:pt x="598647" y="328613"/>
                  </a:lnTo>
                  <a:lnTo>
                    <a:pt x="597694" y="325755"/>
                  </a:lnTo>
                  <a:lnTo>
                    <a:pt x="597218" y="323374"/>
                  </a:lnTo>
                  <a:lnTo>
                    <a:pt x="595313" y="321469"/>
                  </a:lnTo>
                  <a:lnTo>
                    <a:pt x="592455" y="320992"/>
                  </a:lnTo>
                  <a:lnTo>
                    <a:pt x="588645" y="322421"/>
                  </a:lnTo>
                  <a:lnTo>
                    <a:pt x="582930" y="324326"/>
                  </a:lnTo>
                  <a:lnTo>
                    <a:pt x="581025" y="323850"/>
                  </a:lnTo>
                  <a:lnTo>
                    <a:pt x="579597" y="323374"/>
                  </a:lnTo>
                  <a:lnTo>
                    <a:pt x="579120" y="322897"/>
                  </a:lnTo>
                  <a:lnTo>
                    <a:pt x="578168" y="320516"/>
                  </a:lnTo>
                  <a:lnTo>
                    <a:pt x="577215" y="320040"/>
                  </a:lnTo>
                  <a:lnTo>
                    <a:pt x="575786" y="320040"/>
                  </a:lnTo>
                  <a:lnTo>
                    <a:pt x="573405" y="319564"/>
                  </a:lnTo>
                  <a:lnTo>
                    <a:pt x="570548" y="317659"/>
                  </a:lnTo>
                  <a:lnTo>
                    <a:pt x="561975" y="313372"/>
                  </a:lnTo>
                  <a:lnTo>
                    <a:pt x="561023" y="311467"/>
                  </a:lnTo>
                  <a:lnTo>
                    <a:pt x="561023" y="307181"/>
                  </a:lnTo>
                  <a:lnTo>
                    <a:pt x="560547" y="305276"/>
                  </a:lnTo>
                  <a:lnTo>
                    <a:pt x="559594" y="303371"/>
                  </a:lnTo>
                  <a:lnTo>
                    <a:pt x="555308" y="301466"/>
                  </a:lnTo>
                  <a:lnTo>
                    <a:pt x="546735" y="298609"/>
                  </a:lnTo>
                  <a:lnTo>
                    <a:pt x="541973" y="296228"/>
                  </a:lnTo>
                  <a:lnTo>
                    <a:pt x="539592" y="297180"/>
                  </a:lnTo>
                  <a:lnTo>
                    <a:pt x="535305" y="298132"/>
                  </a:lnTo>
                  <a:lnTo>
                    <a:pt x="532924" y="300038"/>
                  </a:lnTo>
                  <a:lnTo>
                    <a:pt x="530067" y="299561"/>
                  </a:lnTo>
                  <a:lnTo>
                    <a:pt x="523399" y="297180"/>
                  </a:lnTo>
                  <a:lnTo>
                    <a:pt x="520065" y="296704"/>
                  </a:lnTo>
                  <a:lnTo>
                    <a:pt x="517684" y="297656"/>
                  </a:lnTo>
                  <a:lnTo>
                    <a:pt x="517208" y="299085"/>
                  </a:lnTo>
                  <a:lnTo>
                    <a:pt x="514350" y="300514"/>
                  </a:lnTo>
                  <a:lnTo>
                    <a:pt x="511969" y="299561"/>
                  </a:lnTo>
                  <a:lnTo>
                    <a:pt x="506730" y="298132"/>
                  </a:lnTo>
                  <a:lnTo>
                    <a:pt x="502444" y="297180"/>
                  </a:lnTo>
                  <a:lnTo>
                    <a:pt x="495777" y="295275"/>
                  </a:lnTo>
                  <a:lnTo>
                    <a:pt x="494824" y="292417"/>
                  </a:lnTo>
                  <a:lnTo>
                    <a:pt x="493872" y="289560"/>
                  </a:lnTo>
                  <a:lnTo>
                    <a:pt x="492443" y="289084"/>
                  </a:lnTo>
                  <a:lnTo>
                    <a:pt x="486252" y="289560"/>
                  </a:lnTo>
                  <a:lnTo>
                    <a:pt x="480536" y="286703"/>
                  </a:lnTo>
                  <a:lnTo>
                    <a:pt x="474345" y="282892"/>
                  </a:lnTo>
                  <a:lnTo>
                    <a:pt x="471964" y="281464"/>
                  </a:lnTo>
                  <a:lnTo>
                    <a:pt x="470059" y="280988"/>
                  </a:lnTo>
                  <a:lnTo>
                    <a:pt x="468630" y="281464"/>
                  </a:lnTo>
                  <a:lnTo>
                    <a:pt x="467202" y="282416"/>
                  </a:lnTo>
                  <a:lnTo>
                    <a:pt x="465773" y="282892"/>
                  </a:lnTo>
                  <a:lnTo>
                    <a:pt x="462439" y="280988"/>
                  </a:lnTo>
                  <a:lnTo>
                    <a:pt x="458153" y="278606"/>
                  </a:lnTo>
                  <a:lnTo>
                    <a:pt x="452914" y="275749"/>
                  </a:lnTo>
                  <a:lnTo>
                    <a:pt x="446723" y="271463"/>
                  </a:lnTo>
                  <a:lnTo>
                    <a:pt x="444341" y="269081"/>
                  </a:lnTo>
                  <a:lnTo>
                    <a:pt x="443389" y="267176"/>
                  </a:lnTo>
                  <a:lnTo>
                    <a:pt x="441960" y="265747"/>
                  </a:lnTo>
                  <a:lnTo>
                    <a:pt x="436722" y="262890"/>
                  </a:lnTo>
                  <a:lnTo>
                    <a:pt x="432435" y="260509"/>
                  </a:lnTo>
                  <a:lnTo>
                    <a:pt x="427673" y="258128"/>
                  </a:lnTo>
                  <a:lnTo>
                    <a:pt x="426720" y="257651"/>
                  </a:lnTo>
                  <a:lnTo>
                    <a:pt x="424815" y="256222"/>
                  </a:lnTo>
                  <a:lnTo>
                    <a:pt x="421958" y="254317"/>
                  </a:lnTo>
                  <a:lnTo>
                    <a:pt x="419577" y="253841"/>
                  </a:lnTo>
                  <a:lnTo>
                    <a:pt x="418624" y="254794"/>
                  </a:lnTo>
                  <a:lnTo>
                    <a:pt x="418148" y="255746"/>
                  </a:lnTo>
                  <a:lnTo>
                    <a:pt x="416243" y="255270"/>
                  </a:lnTo>
                  <a:lnTo>
                    <a:pt x="412909" y="253365"/>
                  </a:lnTo>
                  <a:lnTo>
                    <a:pt x="409575" y="251460"/>
                  </a:lnTo>
                  <a:lnTo>
                    <a:pt x="407194" y="249555"/>
                  </a:lnTo>
                  <a:lnTo>
                    <a:pt x="404336" y="247650"/>
                  </a:lnTo>
                  <a:lnTo>
                    <a:pt x="403860" y="246221"/>
                  </a:lnTo>
                  <a:lnTo>
                    <a:pt x="404813" y="241459"/>
                  </a:lnTo>
                  <a:lnTo>
                    <a:pt x="406241" y="237649"/>
                  </a:lnTo>
                  <a:lnTo>
                    <a:pt x="407670" y="236696"/>
                  </a:lnTo>
                  <a:lnTo>
                    <a:pt x="410052" y="234315"/>
                  </a:lnTo>
                  <a:lnTo>
                    <a:pt x="411004" y="230029"/>
                  </a:lnTo>
                  <a:lnTo>
                    <a:pt x="411004" y="226219"/>
                  </a:lnTo>
                  <a:lnTo>
                    <a:pt x="412909" y="220980"/>
                  </a:lnTo>
                  <a:lnTo>
                    <a:pt x="415766" y="215265"/>
                  </a:lnTo>
                  <a:lnTo>
                    <a:pt x="421005" y="209074"/>
                  </a:lnTo>
                  <a:lnTo>
                    <a:pt x="423386" y="207169"/>
                  </a:lnTo>
                  <a:lnTo>
                    <a:pt x="425768" y="205740"/>
                  </a:lnTo>
                  <a:lnTo>
                    <a:pt x="430530" y="200978"/>
                  </a:lnTo>
                  <a:lnTo>
                    <a:pt x="431483" y="200025"/>
                  </a:lnTo>
                  <a:lnTo>
                    <a:pt x="433388" y="199072"/>
                  </a:lnTo>
                  <a:lnTo>
                    <a:pt x="435293" y="198596"/>
                  </a:lnTo>
                  <a:lnTo>
                    <a:pt x="436722" y="199072"/>
                  </a:lnTo>
                  <a:lnTo>
                    <a:pt x="435769" y="196215"/>
                  </a:lnTo>
                  <a:lnTo>
                    <a:pt x="431959" y="194310"/>
                  </a:lnTo>
                  <a:lnTo>
                    <a:pt x="427673" y="191929"/>
                  </a:lnTo>
                  <a:lnTo>
                    <a:pt x="425291" y="190024"/>
                  </a:lnTo>
                  <a:lnTo>
                    <a:pt x="422910" y="188595"/>
                  </a:lnTo>
                  <a:lnTo>
                    <a:pt x="420529" y="188119"/>
                  </a:lnTo>
                  <a:lnTo>
                    <a:pt x="416243" y="186214"/>
                  </a:lnTo>
                  <a:lnTo>
                    <a:pt x="411004" y="184309"/>
                  </a:lnTo>
                  <a:lnTo>
                    <a:pt x="408623" y="183832"/>
                  </a:lnTo>
                  <a:lnTo>
                    <a:pt x="408623" y="182404"/>
                  </a:lnTo>
                  <a:lnTo>
                    <a:pt x="409099" y="179546"/>
                  </a:lnTo>
                  <a:lnTo>
                    <a:pt x="408623" y="176689"/>
                  </a:lnTo>
                  <a:lnTo>
                    <a:pt x="407194" y="175736"/>
                  </a:lnTo>
                  <a:lnTo>
                    <a:pt x="404813" y="176213"/>
                  </a:lnTo>
                  <a:lnTo>
                    <a:pt x="399574" y="172403"/>
                  </a:lnTo>
                  <a:lnTo>
                    <a:pt x="399574" y="172403"/>
                  </a:lnTo>
                  <a:lnTo>
                    <a:pt x="399574" y="172403"/>
                  </a:lnTo>
                  <a:lnTo>
                    <a:pt x="399574" y="172403"/>
                  </a:lnTo>
                  <a:lnTo>
                    <a:pt x="398145" y="171450"/>
                  </a:lnTo>
                  <a:lnTo>
                    <a:pt x="395288" y="170021"/>
                  </a:lnTo>
                  <a:lnTo>
                    <a:pt x="391002" y="170021"/>
                  </a:lnTo>
                  <a:lnTo>
                    <a:pt x="387668" y="170497"/>
                  </a:lnTo>
                  <a:lnTo>
                    <a:pt x="385286" y="169069"/>
                  </a:lnTo>
                  <a:lnTo>
                    <a:pt x="381953" y="166688"/>
                  </a:lnTo>
                  <a:lnTo>
                    <a:pt x="381477" y="166211"/>
                  </a:lnTo>
                  <a:lnTo>
                    <a:pt x="381000" y="165735"/>
                  </a:lnTo>
                  <a:lnTo>
                    <a:pt x="380048" y="165259"/>
                  </a:lnTo>
                  <a:lnTo>
                    <a:pt x="376238" y="160020"/>
                  </a:lnTo>
                  <a:lnTo>
                    <a:pt x="371952" y="153829"/>
                  </a:lnTo>
                  <a:lnTo>
                    <a:pt x="369570" y="152876"/>
                  </a:lnTo>
                  <a:lnTo>
                    <a:pt x="368618" y="153353"/>
                  </a:lnTo>
                  <a:lnTo>
                    <a:pt x="367189" y="156686"/>
                  </a:lnTo>
                  <a:lnTo>
                    <a:pt x="366236" y="156210"/>
                  </a:lnTo>
                  <a:lnTo>
                    <a:pt x="364808" y="156210"/>
                  </a:lnTo>
                  <a:lnTo>
                    <a:pt x="362903" y="157163"/>
                  </a:lnTo>
                  <a:lnTo>
                    <a:pt x="360998" y="157639"/>
                  </a:lnTo>
                  <a:lnTo>
                    <a:pt x="360045" y="157163"/>
                  </a:lnTo>
                  <a:lnTo>
                    <a:pt x="359569" y="156210"/>
                  </a:lnTo>
                  <a:lnTo>
                    <a:pt x="360045" y="151924"/>
                  </a:lnTo>
                  <a:lnTo>
                    <a:pt x="359093" y="150495"/>
                  </a:lnTo>
                  <a:lnTo>
                    <a:pt x="360045" y="147638"/>
                  </a:lnTo>
                  <a:lnTo>
                    <a:pt x="361474" y="145256"/>
                  </a:lnTo>
                  <a:lnTo>
                    <a:pt x="359569" y="143351"/>
                  </a:lnTo>
                  <a:lnTo>
                    <a:pt x="357664" y="140494"/>
                  </a:lnTo>
                  <a:lnTo>
                    <a:pt x="357664" y="138113"/>
                  </a:lnTo>
                  <a:lnTo>
                    <a:pt x="358616" y="135255"/>
                  </a:lnTo>
                  <a:lnTo>
                    <a:pt x="356711" y="132397"/>
                  </a:lnTo>
                  <a:lnTo>
                    <a:pt x="358616" y="135255"/>
                  </a:lnTo>
                  <a:lnTo>
                    <a:pt x="358616" y="135255"/>
                  </a:lnTo>
                  <a:lnTo>
                    <a:pt x="359093" y="132397"/>
                  </a:lnTo>
                  <a:lnTo>
                    <a:pt x="358616" y="131445"/>
                  </a:lnTo>
                  <a:lnTo>
                    <a:pt x="357188" y="130016"/>
                  </a:lnTo>
                  <a:lnTo>
                    <a:pt x="350997" y="122872"/>
                  </a:lnTo>
                  <a:lnTo>
                    <a:pt x="350520" y="121920"/>
                  </a:lnTo>
                  <a:lnTo>
                    <a:pt x="349568" y="119539"/>
                  </a:lnTo>
                  <a:lnTo>
                    <a:pt x="349091" y="115729"/>
                  </a:lnTo>
                  <a:lnTo>
                    <a:pt x="348139" y="113347"/>
                  </a:lnTo>
                  <a:lnTo>
                    <a:pt x="347186" y="111442"/>
                  </a:lnTo>
                  <a:lnTo>
                    <a:pt x="347186" y="110490"/>
                  </a:lnTo>
                  <a:lnTo>
                    <a:pt x="347663" y="110014"/>
                  </a:lnTo>
                  <a:lnTo>
                    <a:pt x="351473" y="109538"/>
                  </a:lnTo>
                  <a:lnTo>
                    <a:pt x="355283" y="109061"/>
                  </a:lnTo>
                  <a:lnTo>
                    <a:pt x="357664" y="108585"/>
                  </a:lnTo>
                  <a:lnTo>
                    <a:pt x="359093" y="110014"/>
                  </a:lnTo>
                  <a:lnTo>
                    <a:pt x="359569" y="112395"/>
                  </a:lnTo>
                  <a:lnTo>
                    <a:pt x="360045" y="113347"/>
                  </a:lnTo>
                  <a:lnTo>
                    <a:pt x="362427" y="115253"/>
                  </a:lnTo>
                  <a:lnTo>
                    <a:pt x="365284" y="117157"/>
                  </a:lnTo>
                  <a:lnTo>
                    <a:pt x="368141" y="116681"/>
                  </a:lnTo>
                  <a:lnTo>
                    <a:pt x="370523" y="115729"/>
                  </a:lnTo>
                  <a:lnTo>
                    <a:pt x="372428" y="112395"/>
                  </a:lnTo>
                  <a:lnTo>
                    <a:pt x="373856" y="111442"/>
                  </a:lnTo>
                  <a:lnTo>
                    <a:pt x="375761" y="111442"/>
                  </a:lnTo>
                  <a:lnTo>
                    <a:pt x="375761" y="109061"/>
                  </a:lnTo>
                  <a:lnTo>
                    <a:pt x="376238" y="103822"/>
                  </a:lnTo>
                  <a:lnTo>
                    <a:pt x="376238" y="101917"/>
                  </a:lnTo>
                  <a:lnTo>
                    <a:pt x="375285" y="100013"/>
                  </a:lnTo>
                  <a:lnTo>
                    <a:pt x="375285" y="98107"/>
                  </a:lnTo>
                  <a:lnTo>
                    <a:pt x="374809" y="95250"/>
                  </a:lnTo>
                  <a:lnTo>
                    <a:pt x="372904" y="93345"/>
                  </a:lnTo>
                  <a:lnTo>
                    <a:pt x="371475" y="92392"/>
                  </a:lnTo>
                  <a:lnTo>
                    <a:pt x="371475" y="91440"/>
                  </a:lnTo>
                  <a:lnTo>
                    <a:pt x="371952" y="89535"/>
                  </a:lnTo>
                  <a:lnTo>
                    <a:pt x="372428" y="87154"/>
                  </a:lnTo>
                  <a:lnTo>
                    <a:pt x="371475" y="85249"/>
                  </a:lnTo>
                  <a:lnTo>
                    <a:pt x="370047" y="84296"/>
                  </a:lnTo>
                  <a:lnTo>
                    <a:pt x="368141" y="82867"/>
                  </a:lnTo>
                  <a:lnTo>
                    <a:pt x="365760" y="80963"/>
                  </a:lnTo>
                  <a:lnTo>
                    <a:pt x="364808" y="79534"/>
                  </a:lnTo>
                  <a:lnTo>
                    <a:pt x="362903" y="77629"/>
                  </a:lnTo>
                  <a:lnTo>
                    <a:pt x="360522" y="75247"/>
                  </a:lnTo>
                  <a:lnTo>
                    <a:pt x="360045" y="69532"/>
                  </a:lnTo>
                  <a:lnTo>
                    <a:pt x="360045" y="63341"/>
                  </a:lnTo>
                  <a:lnTo>
                    <a:pt x="359093" y="60484"/>
                  </a:lnTo>
                  <a:lnTo>
                    <a:pt x="357664" y="55721"/>
                  </a:lnTo>
                  <a:lnTo>
                    <a:pt x="357664" y="54292"/>
                  </a:lnTo>
                  <a:lnTo>
                    <a:pt x="358616" y="52864"/>
                  </a:lnTo>
                  <a:lnTo>
                    <a:pt x="364808" y="49054"/>
                  </a:lnTo>
                  <a:lnTo>
                    <a:pt x="366236" y="47625"/>
                  </a:lnTo>
                  <a:lnTo>
                    <a:pt x="366236" y="46672"/>
                  </a:lnTo>
                  <a:lnTo>
                    <a:pt x="366236" y="44767"/>
                  </a:lnTo>
                  <a:lnTo>
                    <a:pt x="365284" y="42863"/>
                  </a:lnTo>
                  <a:lnTo>
                    <a:pt x="362903" y="41434"/>
                  </a:lnTo>
                  <a:lnTo>
                    <a:pt x="359569" y="39053"/>
                  </a:lnTo>
                  <a:lnTo>
                    <a:pt x="356235" y="36671"/>
                  </a:lnTo>
                  <a:lnTo>
                    <a:pt x="350997" y="35242"/>
                  </a:lnTo>
                  <a:lnTo>
                    <a:pt x="344805" y="33338"/>
                  </a:lnTo>
                  <a:lnTo>
                    <a:pt x="343377" y="31432"/>
                  </a:lnTo>
                  <a:lnTo>
                    <a:pt x="341948" y="27146"/>
                  </a:lnTo>
                  <a:lnTo>
                    <a:pt x="339090" y="20479"/>
                  </a:lnTo>
                  <a:lnTo>
                    <a:pt x="336233" y="13335"/>
                  </a:lnTo>
                  <a:lnTo>
                    <a:pt x="333852" y="9049"/>
                  </a:lnTo>
                  <a:lnTo>
                    <a:pt x="333852" y="7144"/>
                  </a:lnTo>
                  <a:lnTo>
                    <a:pt x="335280" y="1905"/>
                  </a:lnTo>
                  <a:lnTo>
                    <a:pt x="335280" y="953"/>
                  </a:lnTo>
                  <a:lnTo>
                    <a:pt x="334328" y="476"/>
                  </a:lnTo>
                  <a:lnTo>
                    <a:pt x="331947" y="953"/>
                  </a:lnTo>
                  <a:lnTo>
                    <a:pt x="330041" y="1905"/>
                  </a:lnTo>
                  <a:lnTo>
                    <a:pt x="328613" y="1429"/>
                  </a:lnTo>
                  <a:lnTo>
                    <a:pt x="327184" y="476"/>
                  </a:lnTo>
                  <a:lnTo>
                    <a:pt x="326708" y="0"/>
                  </a:lnTo>
                  <a:lnTo>
                    <a:pt x="323374" y="1905"/>
                  </a:lnTo>
                  <a:lnTo>
                    <a:pt x="319088" y="4286"/>
                  </a:lnTo>
                  <a:lnTo>
                    <a:pt x="313849" y="7144"/>
                  </a:lnTo>
                  <a:lnTo>
                    <a:pt x="309563" y="9525"/>
                  </a:lnTo>
                  <a:lnTo>
                    <a:pt x="305277" y="11906"/>
                  </a:lnTo>
                  <a:lnTo>
                    <a:pt x="300990" y="14288"/>
                  </a:lnTo>
                  <a:lnTo>
                    <a:pt x="300514" y="16192"/>
                  </a:lnTo>
                  <a:lnTo>
                    <a:pt x="299561" y="19050"/>
                  </a:lnTo>
                  <a:lnTo>
                    <a:pt x="295752" y="20955"/>
                  </a:lnTo>
                  <a:lnTo>
                    <a:pt x="291941" y="22384"/>
                  </a:lnTo>
                  <a:lnTo>
                    <a:pt x="290989" y="23336"/>
                  </a:lnTo>
                  <a:lnTo>
                    <a:pt x="290513" y="24289"/>
                  </a:lnTo>
                  <a:lnTo>
                    <a:pt x="288608" y="26670"/>
                  </a:lnTo>
                  <a:lnTo>
                    <a:pt x="285274" y="28575"/>
                  </a:lnTo>
                  <a:lnTo>
                    <a:pt x="282416" y="28575"/>
                  </a:lnTo>
                  <a:lnTo>
                    <a:pt x="280511" y="28099"/>
                  </a:lnTo>
                  <a:lnTo>
                    <a:pt x="270986" y="31432"/>
                  </a:lnTo>
                  <a:lnTo>
                    <a:pt x="266700" y="31432"/>
                  </a:lnTo>
                  <a:lnTo>
                    <a:pt x="263366" y="33814"/>
                  </a:lnTo>
                  <a:lnTo>
                    <a:pt x="260985" y="35719"/>
                  </a:lnTo>
                  <a:lnTo>
                    <a:pt x="255747" y="38100"/>
                  </a:lnTo>
                  <a:lnTo>
                    <a:pt x="252413" y="38100"/>
                  </a:lnTo>
                  <a:lnTo>
                    <a:pt x="247174" y="36671"/>
                  </a:lnTo>
                  <a:lnTo>
                    <a:pt x="240983" y="34290"/>
                  </a:lnTo>
                  <a:lnTo>
                    <a:pt x="238602" y="32861"/>
                  </a:lnTo>
                  <a:lnTo>
                    <a:pt x="236220" y="32861"/>
                  </a:lnTo>
                  <a:lnTo>
                    <a:pt x="230505" y="32385"/>
                  </a:lnTo>
                  <a:lnTo>
                    <a:pt x="224790" y="30956"/>
                  </a:lnTo>
                  <a:lnTo>
                    <a:pt x="218123" y="29528"/>
                  </a:lnTo>
                  <a:lnTo>
                    <a:pt x="214789" y="29051"/>
                  </a:lnTo>
                  <a:lnTo>
                    <a:pt x="208122" y="27622"/>
                  </a:lnTo>
                  <a:lnTo>
                    <a:pt x="203835" y="29528"/>
                  </a:lnTo>
                  <a:lnTo>
                    <a:pt x="200025" y="30956"/>
                  </a:lnTo>
                  <a:lnTo>
                    <a:pt x="196691" y="31909"/>
                  </a:lnTo>
                  <a:lnTo>
                    <a:pt x="193834" y="36671"/>
                  </a:lnTo>
                  <a:lnTo>
                    <a:pt x="192881" y="38100"/>
                  </a:lnTo>
                  <a:lnTo>
                    <a:pt x="191453" y="40481"/>
                  </a:lnTo>
                  <a:lnTo>
                    <a:pt x="190977" y="42386"/>
                  </a:lnTo>
                  <a:lnTo>
                    <a:pt x="191453" y="44291"/>
                  </a:lnTo>
                  <a:lnTo>
                    <a:pt x="195263" y="45720"/>
                  </a:lnTo>
                  <a:lnTo>
                    <a:pt x="196691" y="47625"/>
                  </a:lnTo>
                  <a:lnTo>
                    <a:pt x="197168" y="49530"/>
                  </a:lnTo>
                  <a:lnTo>
                    <a:pt x="195739" y="51435"/>
                  </a:lnTo>
                  <a:lnTo>
                    <a:pt x="194786" y="52864"/>
                  </a:lnTo>
                  <a:lnTo>
                    <a:pt x="194786" y="54292"/>
                  </a:lnTo>
                  <a:lnTo>
                    <a:pt x="195263" y="55721"/>
                  </a:lnTo>
                  <a:lnTo>
                    <a:pt x="196215" y="56674"/>
                  </a:lnTo>
                  <a:lnTo>
                    <a:pt x="201930" y="57150"/>
                  </a:lnTo>
                  <a:lnTo>
                    <a:pt x="205264" y="57150"/>
                  </a:lnTo>
                  <a:lnTo>
                    <a:pt x="206693" y="57626"/>
                  </a:lnTo>
                  <a:lnTo>
                    <a:pt x="206693" y="59531"/>
                  </a:lnTo>
                  <a:lnTo>
                    <a:pt x="205264" y="61913"/>
                  </a:lnTo>
                  <a:lnTo>
                    <a:pt x="200502" y="63817"/>
                  </a:lnTo>
                  <a:lnTo>
                    <a:pt x="197644" y="65722"/>
                  </a:lnTo>
                  <a:lnTo>
                    <a:pt x="196691" y="68104"/>
                  </a:lnTo>
                  <a:lnTo>
                    <a:pt x="196691" y="70009"/>
                  </a:lnTo>
                  <a:lnTo>
                    <a:pt x="197644" y="71438"/>
                  </a:lnTo>
                  <a:lnTo>
                    <a:pt x="200025" y="72866"/>
                  </a:lnTo>
                  <a:lnTo>
                    <a:pt x="201930" y="74771"/>
                  </a:lnTo>
                  <a:lnTo>
                    <a:pt x="202406" y="76200"/>
                  </a:lnTo>
                  <a:lnTo>
                    <a:pt x="201930" y="78105"/>
                  </a:lnTo>
                  <a:lnTo>
                    <a:pt x="200978" y="80963"/>
                  </a:lnTo>
                  <a:lnTo>
                    <a:pt x="198597" y="84296"/>
                  </a:lnTo>
                  <a:lnTo>
                    <a:pt x="196691" y="86678"/>
                  </a:lnTo>
                  <a:lnTo>
                    <a:pt x="196691" y="87630"/>
                  </a:lnTo>
                  <a:lnTo>
                    <a:pt x="197168" y="89059"/>
                  </a:lnTo>
                  <a:lnTo>
                    <a:pt x="198597" y="90964"/>
                  </a:lnTo>
                  <a:lnTo>
                    <a:pt x="201454" y="93345"/>
                  </a:lnTo>
                  <a:lnTo>
                    <a:pt x="204788" y="95250"/>
                  </a:lnTo>
                  <a:lnTo>
                    <a:pt x="206693" y="95726"/>
                  </a:lnTo>
                  <a:lnTo>
                    <a:pt x="207169" y="96203"/>
                  </a:lnTo>
                  <a:lnTo>
                    <a:pt x="207645" y="98584"/>
                  </a:lnTo>
                  <a:lnTo>
                    <a:pt x="208122" y="100965"/>
                  </a:lnTo>
                  <a:lnTo>
                    <a:pt x="207169" y="102870"/>
                  </a:lnTo>
                  <a:lnTo>
                    <a:pt x="209074" y="104299"/>
                  </a:lnTo>
                  <a:lnTo>
                    <a:pt x="213360" y="104299"/>
                  </a:lnTo>
                  <a:lnTo>
                    <a:pt x="216694" y="104775"/>
                  </a:lnTo>
                  <a:lnTo>
                    <a:pt x="218123" y="104299"/>
                  </a:lnTo>
                  <a:lnTo>
                    <a:pt x="219075" y="104775"/>
                  </a:lnTo>
                  <a:lnTo>
                    <a:pt x="218599" y="110490"/>
                  </a:lnTo>
                  <a:lnTo>
                    <a:pt x="219075" y="113824"/>
                  </a:lnTo>
                  <a:lnTo>
                    <a:pt x="220028" y="114776"/>
                  </a:lnTo>
                  <a:lnTo>
                    <a:pt x="223361" y="116205"/>
                  </a:lnTo>
                  <a:lnTo>
                    <a:pt x="230029" y="116205"/>
                  </a:lnTo>
                  <a:lnTo>
                    <a:pt x="233839" y="117634"/>
                  </a:lnTo>
                  <a:lnTo>
                    <a:pt x="238125" y="119539"/>
                  </a:lnTo>
                  <a:lnTo>
                    <a:pt x="240506" y="121444"/>
                  </a:lnTo>
                  <a:lnTo>
                    <a:pt x="241459" y="122872"/>
                  </a:lnTo>
                  <a:lnTo>
                    <a:pt x="240983" y="125254"/>
                  </a:lnTo>
                  <a:lnTo>
                    <a:pt x="238602" y="128111"/>
                  </a:lnTo>
                  <a:lnTo>
                    <a:pt x="234791" y="129540"/>
                  </a:lnTo>
                  <a:lnTo>
                    <a:pt x="232410" y="130016"/>
                  </a:lnTo>
                  <a:lnTo>
                    <a:pt x="220980" y="135255"/>
                  </a:lnTo>
                  <a:lnTo>
                    <a:pt x="217647" y="137636"/>
                  </a:lnTo>
                  <a:lnTo>
                    <a:pt x="214789" y="140494"/>
                  </a:lnTo>
                  <a:lnTo>
                    <a:pt x="213836" y="142399"/>
                  </a:lnTo>
                  <a:lnTo>
                    <a:pt x="213360" y="144304"/>
                  </a:lnTo>
                  <a:lnTo>
                    <a:pt x="215741" y="151447"/>
                  </a:lnTo>
                  <a:lnTo>
                    <a:pt x="216218" y="153829"/>
                  </a:lnTo>
                  <a:lnTo>
                    <a:pt x="214313" y="161449"/>
                  </a:lnTo>
                  <a:lnTo>
                    <a:pt x="213836" y="164306"/>
                  </a:lnTo>
                  <a:lnTo>
                    <a:pt x="214789" y="166211"/>
                  </a:lnTo>
                  <a:lnTo>
                    <a:pt x="217170" y="167164"/>
                  </a:lnTo>
                  <a:lnTo>
                    <a:pt x="217647" y="168592"/>
                  </a:lnTo>
                  <a:lnTo>
                    <a:pt x="218123" y="170021"/>
                  </a:lnTo>
                  <a:lnTo>
                    <a:pt x="213836" y="172879"/>
                  </a:lnTo>
                  <a:lnTo>
                    <a:pt x="209550" y="175260"/>
                  </a:lnTo>
                  <a:lnTo>
                    <a:pt x="208122" y="175260"/>
                  </a:lnTo>
                  <a:lnTo>
                    <a:pt x="203835" y="180022"/>
                  </a:lnTo>
                  <a:lnTo>
                    <a:pt x="196691" y="189071"/>
                  </a:lnTo>
                  <a:lnTo>
                    <a:pt x="192881" y="192405"/>
                  </a:lnTo>
                  <a:lnTo>
                    <a:pt x="192405" y="193834"/>
                  </a:lnTo>
                  <a:lnTo>
                    <a:pt x="191929" y="195263"/>
                  </a:lnTo>
                  <a:lnTo>
                    <a:pt x="193358" y="197644"/>
                  </a:lnTo>
                  <a:lnTo>
                    <a:pt x="193834" y="200025"/>
                  </a:lnTo>
                  <a:lnTo>
                    <a:pt x="192405" y="202406"/>
                  </a:lnTo>
                  <a:lnTo>
                    <a:pt x="189548" y="204788"/>
                  </a:lnTo>
                  <a:lnTo>
                    <a:pt x="184309" y="207169"/>
                  </a:lnTo>
                  <a:lnTo>
                    <a:pt x="177641" y="209550"/>
                  </a:lnTo>
                  <a:lnTo>
                    <a:pt x="174784" y="210979"/>
                  </a:lnTo>
                  <a:lnTo>
                    <a:pt x="172403" y="216694"/>
                  </a:lnTo>
                  <a:lnTo>
                    <a:pt x="170498" y="222885"/>
                  </a:lnTo>
                  <a:lnTo>
                    <a:pt x="169545" y="225266"/>
                  </a:lnTo>
                  <a:lnTo>
                    <a:pt x="166211" y="231934"/>
                  </a:lnTo>
                  <a:lnTo>
                    <a:pt x="160020" y="241935"/>
                  </a:lnTo>
                  <a:lnTo>
                    <a:pt x="158591" y="244316"/>
                  </a:lnTo>
                  <a:lnTo>
                    <a:pt x="149066" y="249079"/>
                  </a:lnTo>
                  <a:lnTo>
                    <a:pt x="139541" y="254317"/>
                  </a:lnTo>
                  <a:lnTo>
                    <a:pt x="137636" y="256222"/>
                  </a:lnTo>
                  <a:lnTo>
                    <a:pt x="135731" y="260985"/>
                  </a:lnTo>
                  <a:lnTo>
                    <a:pt x="133827" y="266224"/>
                  </a:lnTo>
                  <a:lnTo>
                    <a:pt x="131922" y="269081"/>
                  </a:lnTo>
                  <a:lnTo>
                    <a:pt x="125730" y="275272"/>
                  </a:lnTo>
                  <a:lnTo>
                    <a:pt x="123825" y="280035"/>
                  </a:lnTo>
                  <a:lnTo>
                    <a:pt x="123349" y="282892"/>
                  </a:lnTo>
                  <a:lnTo>
                    <a:pt x="118110" y="284797"/>
                  </a:lnTo>
                  <a:lnTo>
                    <a:pt x="112395" y="286226"/>
                  </a:lnTo>
                  <a:lnTo>
                    <a:pt x="103823" y="286703"/>
                  </a:lnTo>
                  <a:lnTo>
                    <a:pt x="100013" y="287655"/>
                  </a:lnTo>
                  <a:lnTo>
                    <a:pt x="89535" y="291941"/>
                  </a:lnTo>
                  <a:lnTo>
                    <a:pt x="87154" y="291941"/>
                  </a:lnTo>
                  <a:lnTo>
                    <a:pt x="85249" y="291465"/>
                  </a:lnTo>
                  <a:lnTo>
                    <a:pt x="83820" y="290036"/>
                  </a:lnTo>
                  <a:lnTo>
                    <a:pt x="82391" y="287655"/>
                  </a:lnTo>
                  <a:lnTo>
                    <a:pt x="81915" y="283845"/>
                  </a:lnTo>
                  <a:lnTo>
                    <a:pt x="80010" y="281940"/>
                  </a:lnTo>
                  <a:lnTo>
                    <a:pt x="77153" y="280511"/>
                  </a:lnTo>
                  <a:lnTo>
                    <a:pt x="74295" y="280511"/>
                  </a:lnTo>
                  <a:lnTo>
                    <a:pt x="71438" y="281940"/>
                  </a:lnTo>
                  <a:lnTo>
                    <a:pt x="69056" y="283845"/>
                  </a:lnTo>
                  <a:lnTo>
                    <a:pt x="67152" y="285274"/>
                  </a:lnTo>
                  <a:lnTo>
                    <a:pt x="65247" y="286703"/>
                  </a:lnTo>
                  <a:lnTo>
                    <a:pt x="61913" y="292417"/>
                  </a:lnTo>
                  <a:lnTo>
                    <a:pt x="56674" y="300514"/>
                  </a:lnTo>
                  <a:lnTo>
                    <a:pt x="50959" y="306229"/>
                  </a:lnTo>
                  <a:lnTo>
                    <a:pt x="48578" y="308134"/>
                  </a:lnTo>
                  <a:lnTo>
                    <a:pt x="47149" y="309563"/>
                  </a:lnTo>
                  <a:lnTo>
                    <a:pt x="45244" y="311467"/>
                  </a:lnTo>
                  <a:lnTo>
                    <a:pt x="44291" y="313372"/>
                  </a:lnTo>
                  <a:lnTo>
                    <a:pt x="42863" y="319564"/>
                  </a:lnTo>
                  <a:lnTo>
                    <a:pt x="41910" y="324803"/>
                  </a:lnTo>
                  <a:lnTo>
                    <a:pt x="42386" y="326231"/>
                  </a:lnTo>
                  <a:lnTo>
                    <a:pt x="43339" y="327184"/>
                  </a:lnTo>
                  <a:lnTo>
                    <a:pt x="46673" y="328613"/>
                  </a:lnTo>
                  <a:lnTo>
                    <a:pt x="51435" y="330994"/>
                  </a:lnTo>
                  <a:lnTo>
                    <a:pt x="57627" y="332422"/>
                  </a:lnTo>
                  <a:lnTo>
                    <a:pt x="62865" y="332899"/>
                  </a:lnTo>
                  <a:lnTo>
                    <a:pt x="64770" y="333851"/>
                  </a:lnTo>
                  <a:lnTo>
                    <a:pt x="65723" y="335280"/>
                  </a:lnTo>
                  <a:lnTo>
                    <a:pt x="66199" y="336709"/>
                  </a:lnTo>
                  <a:lnTo>
                    <a:pt x="65723" y="340995"/>
                  </a:lnTo>
                  <a:lnTo>
                    <a:pt x="65247" y="345757"/>
                  </a:lnTo>
                  <a:lnTo>
                    <a:pt x="63341" y="350996"/>
                  </a:lnTo>
                  <a:lnTo>
                    <a:pt x="63341" y="353854"/>
                  </a:lnTo>
                  <a:lnTo>
                    <a:pt x="64294" y="356711"/>
                  </a:lnTo>
                  <a:lnTo>
                    <a:pt x="70009" y="363855"/>
                  </a:lnTo>
                  <a:lnTo>
                    <a:pt x="71914" y="364807"/>
                  </a:lnTo>
                  <a:lnTo>
                    <a:pt x="76200" y="364807"/>
                  </a:lnTo>
                  <a:lnTo>
                    <a:pt x="78105" y="364807"/>
                  </a:lnTo>
                  <a:lnTo>
                    <a:pt x="80486" y="363855"/>
                  </a:lnTo>
                  <a:lnTo>
                    <a:pt x="81915" y="364331"/>
                  </a:lnTo>
                  <a:lnTo>
                    <a:pt x="82868" y="365284"/>
                  </a:lnTo>
                  <a:lnTo>
                    <a:pt x="83344" y="366713"/>
                  </a:lnTo>
                  <a:lnTo>
                    <a:pt x="83344" y="373856"/>
                  </a:lnTo>
                  <a:lnTo>
                    <a:pt x="85249" y="377190"/>
                  </a:lnTo>
                  <a:lnTo>
                    <a:pt x="88583" y="381476"/>
                  </a:lnTo>
                  <a:lnTo>
                    <a:pt x="91440" y="386715"/>
                  </a:lnTo>
                  <a:lnTo>
                    <a:pt x="93822" y="392906"/>
                  </a:lnTo>
                  <a:lnTo>
                    <a:pt x="96203" y="397669"/>
                  </a:lnTo>
                  <a:lnTo>
                    <a:pt x="97155" y="400050"/>
                  </a:lnTo>
                  <a:lnTo>
                    <a:pt x="95727" y="401479"/>
                  </a:lnTo>
                  <a:lnTo>
                    <a:pt x="94774" y="402907"/>
                  </a:lnTo>
                  <a:lnTo>
                    <a:pt x="94774" y="404813"/>
                  </a:lnTo>
                  <a:lnTo>
                    <a:pt x="95250" y="406717"/>
                  </a:lnTo>
                  <a:lnTo>
                    <a:pt x="95250" y="408146"/>
                  </a:lnTo>
                  <a:lnTo>
                    <a:pt x="96203" y="409575"/>
                  </a:lnTo>
                  <a:lnTo>
                    <a:pt x="97631" y="410051"/>
                  </a:lnTo>
                  <a:lnTo>
                    <a:pt x="97631" y="411004"/>
                  </a:lnTo>
                  <a:lnTo>
                    <a:pt x="95727" y="412432"/>
                  </a:lnTo>
                  <a:lnTo>
                    <a:pt x="93822" y="412432"/>
                  </a:lnTo>
                  <a:lnTo>
                    <a:pt x="92393" y="412909"/>
                  </a:lnTo>
                  <a:lnTo>
                    <a:pt x="89535" y="415766"/>
                  </a:lnTo>
                  <a:lnTo>
                    <a:pt x="88106" y="416242"/>
                  </a:lnTo>
                  <a:lnTo>
                    <a:pt x="86202" y="416719"/>
                  </a:lnTo>
                  <a:lnTo>
                    <a:pt x="84297" y="416242"/>
                  </a:lnTo>
                  <a:lnTo>
                    <a:pt x="81439" y="415290"/>
                  </a:lnTo>
                  <a:lnTo>
                    <a:pt x="80486" y="413385"/>
                  </a:lnTo>
                  <a:lnTo>
                    <a:pt x="80963" y="411480"/>
                  </a:lnTo>
                  <a:lnTo>
                    <a:pt x="80486" y="410528"/>
                  </a:lnTo>
                  <a:lnTo>
                    <a:pt x="78581" y="410528"/>
                  </a:lnTo>
                  <a:lnTo>
                    <a:pt x="71914" y="412432"/>
                  </a:lnTo>
                  <a:lnTo>
                    <a:pt x="65247" y="414814"/>
                  </a:lnTo>
                  <a:lnTo>
                    <a:pt x="64294" y="416719"/>
                  </a:lnTo>
                  <a:lnTo>
                    <a:pt x="62865" y="418624"/>
                  </a:lnTo>
                  <a:lnTo>
                    <a:pt x="60008" y="419576"/>
                  </a:lnTo>
                  <a:lnTo>
                    <a:pt x="55722" y="419576"/>
                  </a:lnTo>
                  <a:lnTo>
                    <a:pt x="52864" y="419100"/>
                  </a:lnTo>
                  <a:lnTo>
                    <a:pt x="50006" y="417195"/>
                  </a:lnTo>
                  <a:lnTo>
                    <a:pt x="47625" y="415290"/>
                  </a:lnTo>
                  <a:lnTo>
                    <a:pt x="43815" y="415290"/>
                  </a:lnTo>
                  <a:lnTo>
                    <a:pt x="36672" y="415766"/>
                  </a:lnTo>
                  <a:lnTo>
                    <a:pt x="32861" y="415766"/>
                  </a:lnTo>
                  <a:lnTo>
                    <a:pt x="30480" y="415290"/>
                  </a:lnTo>
                  <a:lnTo>
                    <a:pt x="28099" y="415766"/>
                  </a:lnTo>
                  <a:lnTo>
                    <a:pt x="25241" y="415290"/>
                  </a:lnTo>
                  <a:lnTo>
                    <a:pt x="23813" y="416242"/>
                  </a:lnTo>
                  <a:lnTo>
                    <a:pt x="22384" y="416242"/>
                  </a:lnTo>
                  <a:lnTo>
                    <a:pt x="21431" y="414814"/>
                  </a:lnTo>
                  <a:lnTo>
                    <a:pt x="20955" y="414814"/>
                  </a:lnTo>
                  <a:lnTo>
                    <a:pt x="20003" y="414814"/>
                  </a:lnTo>
                  <a:lnTo>
                    <a:pt x="19527" y="415290"/>
                  </a:lnTo>
                  <a:lnTo>
                    <a:pt x="19050" y="416242"/>
                  </a:lnTo>
                  <a:lnTo>
                    <a:pt x="19050" y="426720"/>
                  </a:lnTo>
                  <a:lnTo>
                    <a:pt x="14288" y="426720"/>
                  </a:lnTo>
                  <a:lnTo>
                    <a:pt x="10954" y="426720"/>
                  </a:lnTo>
                  <a:lnTo>
                    <a:pt x="7144" y="427196"/>
                  </a:lnTo>
                  <a:lnTo>
                    <a:pt x="3810" y="428149"/>
                  </a:lnTo>
                  <a:lnTo>
                    <a:pt x="2381" y="429101"/>
                  </a:lnTo>
                  <a:lnTo>
                    <a:pt x="0" y="430530"/>
                  </a:lnTo>
                  <a:lnTo>
                    <a:pt x="953" y="435292"/>
                  </a:lnTo>
                  <a:lnTo>
                    <a:pt x="2381" y="440055"/>
                  </a:lnTo>
                  <a:lnTo>
                    <a:pt x="6191" y="439579"/>
                  </a:lnTo>
                  <a:lnTo>
                    <a:pt x="9049" y="436245"/>
                  </a:lnTo>
                  <a:lnTo>
                    <a:pt x="11430" y="434816"/>
                  </a:lnTo>
                  <a:lnTo>
                    <a:pt x="16193" y="432435"/>
                  </a:lnTo>
                  <a:lnTo>
                    <a:pt x="20955" y="431006"/>
                  </a:lnTo>
                  <a:lnTo>
                    <a:pt x="15716" y="434340"/>
                  </a:lnTo>
                  <a:lnTo>
                    <a:pt x="10002" y="438626"/>
                  </a:lnTo>
                  <a:lnTo>
                    <a:pt x="8573" y="440531"/>
                  </a:lnTo>
                  <a:lnTo>
                    <a:pt x="12383" y="447675"/>
                  </a:lnTo>
                  <a:lnTo>
                    <a:pt x="16193" y="453866"/>
                  </a:lnTo>
                  <a:lnTo>
                    <a:pt x="22384" y="458629"/>
                  </a:lnTo>
                  <a:lnTo>
                    <a:pt x="36672" y="465772"/>
                  </a:lnTo>
                  <a:lnTo>
                    <a:pt x="51435" y="469106"/>
                  </a:lnTo>
                  <a:lnTo>
                    <a:pt x="53816" y="468630"/>
                  </a:lnTo>
                  <a:lnTo>
                    <a:pt x="57627" y="465772"/>
                  </a:lnTo>
                  <a:lnTo>
                    <a:pt x="66675" y="462439"/>
                  </a:lnTo>
                  <a:lnTo>
                    <a:pt x="69056" y="461963"/>
                  </a:lnTo>
                  <a:lnTo>
                    <a:pt x="70961" y="461963"/>
                  </a:lnTo>
                  <a:lnTo>
                    <a:pt x="73819" y="462915"/>
                  </a:lnTo>
                  <a:lnTo>
                    <a:pt x="74772" y="461486"/>
                  </a:lnTo>
                  <a:lnTo>
                    <a:pt x="75724" y="459581"/>
                  </a:lnTo>
                  <a:lnTo>
                    <a:pt x="77153" y="458153"/>
                  </a:lnTo>
                  <a:lnTo>
                    <a:pt x="79058" y="457676"/>
                  </a:lnTo>
                  <a:lnTo>
                    <a:pt x="79534" y="459581"/>
                  </a:lnTo>
                  <a:lnTo>
                    <a:pt x="79534" y="461010"/>
                  </a:lnTo>
                  <a:lnTo>
                    <a:pt x="77153" y="461963"/>
                  </a:lnTo>
                  <a:lnTo>
                    <a:pt x="73343" y="467201"/>
                  </a:lnTo>
                  <a:lnTo>
                    <a:pt x="68104" y="475774"/>
                  </a:lnTo>
                  <a:lnTo>
                    <a:pt x="64770" y="476250"/>
                  </a:lnTo>
                  <a:lnTo>
                    <a:pt x="61913" y="476250"/>
                  </a:lnTo>
                  <a:lnTo>
                    <a:pt x="55722" y="479584"/>
                  </a:lnTo>
                  <a:lnTo>
                    <a:pt x="52388" y="479107"/>
                  </a:lnTo>
                  <a:lnTo>
                    <a:pt x="50006" y="481489"/>
                  </a:lnTo>
                  <a:lnTo>
                    <a:pt x="46197" y="481489"/>
                  </a:lnTo>
                  <a:lnTo>
                    <a:pt x="37148" y="485775"/>
                  </a:lnTo>
                  <a:lnTo>
                    <a:pt x="35719" y="485299"/>
                  </a:lnTo>
                  <a:lnTo>
                    <a:pt x="34290" y="483870"/>
                  </a:lnTo>
                  <a:lnTo>
                    <a:pt x="32385" y="481013"/>
                  </a:lnTo>
                  <a:lnTo>
                    <a:pt x="29528" y="480060"/>
                  </a:lnTo>
                  <a:lnTo>
                    <a:pt x="27147" y="481965"/>
                  </a:lnTo>
                  <a:lnTo>
                    <a:pt x="26670" y="485299"/>
                  </a:lnTo>
                  <a:lnTo>
                    <a:pt x="28099" y="488632"/>
                  </a:lnTo>
                  <a:lnTo>
                    <a:pt x="34290" y="495776"/>
                  </a:lnTo>
                  <a:lnTo>
                    <a:pt x="40958" y="501015"/>
                  </a:lnTo>
                  <a:lnTo>
                    <a:pt x="46197" y="506730"/>
                  </a:lnTo>
                  <a:lnTo>
                    <a:pt x="53340" y="512921"/>
                  </a:lnTo>
                  <a:lnTo>
                    <a:pt x="62865" y="524351"/>
                  </a:lnTo>
                  <a:lnTo>
                    <a:pt x="66199" y="527209"/>
                  </a:lnTo>
                  <a:lnTo>
                    <a:pt x="78581" y="536257"/>
                  </a:lnTo>
                  <a:lnTo>
                    <a:pt x="86678" y="539591"/>
                  </a:lnTo>
                  <a:lnTo>
                    <a:pt x="91916" y="540544"/>
                  </a:lnTo>
                  <a:lnTo>
                    <a:pt x="96679" y="539591"/>
                  </a:lnTo>
                  <a:lnTo>
                    <a:pt x="109538" y="534829"/>
                  </a:lnTo>
                  <a:lnTo>
                    <a:pt x="115253" y="531495"/>
                  </a:lnTo>
                  <a:lnTo>
                    <a:pt x="130493" y="524828"/>
                  </a:lnTo>
                  <a:lnTo>
                    <a:pt x="132398" y="522446"/>
                  </a:lnTo>
                  <a:lnTo>
                    <a:pt x="138589" y="511492"/>
                  </a:lnTo>
                  <a:lnTo>
                    <a:pt x="138589" y="506730"/>
                  </a:lnTo>
                  <a:lnTo>
                    <a:pt x="137160" y="504349"/>
                  </a:lnTo>
                  <a:lnTo>
                    <a:pt x="135731" y="502920"/>
                  </a:lnTo>
                  <a:lnTo>
                    <a:pt x="133350" y="502444"/>
                  </a:lnTo>
                  <a:lnTo>
                    <a:pt x="130969" y="501491"/>
                  </a:lnTo>
                  <a:lnTo>
                    <a:pt x="132398" y="500063"/>
                  </a:lnTo>
                  <a:lnTo>
                    <a:pt x="132874" y="498157"/>
                  </a:lnTo>
                  <a:lnTo>
                    <a:pt x="135255" y="495776"/>
                  </a:lnTo>
                  <a:lnTo>
                    <a:pt x="138113" y="494347"/>
                  </a:lnTo>
                  <a:lnTo>
                    <a:pt x="139065" y="491966"/>
                  </a:lnTo>
                  <a:lnTo>
                    <a:pt x="140018" y="488632"/>
                  </a:lnTo>
                  <a:lnTo>
                    <a:pt x="137636" y="486728"/>
                  </a:lnTo>
                  <a:lnTo>
                    <a:pt x="135731" y="485775"/>
                  </a:lnTo>
                  <a:lnTo>
                    <a:pt x="140970" y="485775"/>
                  </a:lnTo>
                  <a:lnTo>
                    <a:pt x="145256" y="486728"/>
                  </a:lnTo>
                  <a:lnTo>
                    <a:pt x="150019" y="485775"/>
                  </a:lnTo>
                  <a:lnTo>
                    <a:pt x="153829" y="486251"/>
                  </a:lnTo>
                  <a:lnTo>
                    <a:pt x="157639" y="487204"/>
                  </a:lnTo>
                  <a:lnTo>
                    <a:pt x="154305" y="488156"/>
                  </a:lnTo>
                  <a:lnTo>
                    <a:pt x="151448" y="488632"/>
                  </a:lnTo>
                  <a:lnTo>
                    <a:pt x="149066" y="490061"/>
                  </a:lnTo>
                  <a:lnTo>
                    <a:pt x="148114" y="496729"/>
                  </a:lnTo>
                  <a:lnTo>
                    <a:pt x="151448" y="497205"/>
                  </a:lnTo>
                  <a:lnTo>
                    <a:pt x="154305" y="496729"/>
                  </a:lnTo>
                  <a:lnTo>
                    <a:pt x="152400" y="498157"/>
                  </a:lnTo>
                  <a:lnTo>
                    <a:pt x="150495" y="500063"/>
                  </a:lnTo>
                  <a:lnTo>
                    <a:pt x="148590" y="506254"/>
                  </a:lnTo>
                  <a:lnTo>
                    <a:pt x="158591" y="506730"/>
                  </a:lnTo>
                  <a:lnTo>
                    <a:pt x="163354" y="506254"/>
                  </a:lnTo>
                  <a:lnTo>
                    <a:pt x="168116" y="504825"/>
                  </a:lnTo>
                  <a:lnTo>
                    <a:pt x="165259" y="506730"/>
                  </a:lnTo>
                  <a:lnTo>
                    <a:pt x="158115" y="509588"/>
                  </a:lnTo>
                  <a:lnTo>
                    <a:pt x="154781" y="511969"/>
                  </a:lnTo>
                  <a:lnTo>
                    <a:pt x="151448" y="515303"/>
                  </a:lnTo>
                  <a:lnTo>
                    <a:pt x="153353" y="515303"/>
                  </a:lnTo>
                  <a:lnTo>
                    <a:pt x="155734" y="514826"/>
                  </a:lnTo>
                  <a:lnTo>
                    <a:pt x="154305" y="516255"/>
                  </a:lnTo>
                  <a:lnTo>
                    <a:pt x="152400" y="518636"/>
                  </a:lnTo>
                  <a:lnTo>
                    <a:pt x="154781" y="525304"/>
                  </a:lnTo>
                  <a:lnTo>
                    <a:pt x="156686" y="527209"/>
                  </a:lnTo>
                  <a:lnTo>
                    <a:pt x="158591" y="527685"/>
                  </a:lnTo>
                  <a:lnTo>
                    <a:pt x="159068" y="528638"/>
                  </a:lnTo>
                  <a:lnTo>
                    <a:pt x="159544" y="533400"/>
                  </a:lnTo>
                  <a:lnTo>
                    <a:pt x="160973" y="537686"/>
                  </a:lnTo>
                  <a:lnTo>
                    <a:pt x="161449" y="542925"/>
                  </a:lnTo>
                  <a:lnTo>
                    <a:pt x="160973" y="546735"/>
                  </a:lnTo>
                  <a:lnTo>
                    <a:pt x="155258" y="563880"/>
                  </a:lnTo>
                  <a:lnTo>
                    <a:pt x="153829" y="572453"/>
                  </a:lnTo>
                  <a:lnTo>
                    <a:pt x="154305" y="573405"/>
                  </a:lnTo>
                  <a:lnTo>
                    <a:pt x="155258" y="574834"/>
                  </a:lnTo>
                  <a:lnTo>
                    <a:pt x="156210" y="581025"/>
                  </a:lnTo>
                  <a:lnTo>
                    <a:pt x="158591" y="582930"/>
                  </a:lnTo>
                  <a:lnTo>
                    <a:pt x="157163" y="585311"/>
                  </a:lnTo>
                  <a:lnTo>
                    <a:pt x="157639" y="586740"/>
                  </a:lnTo>
                  <a:lnTo>
                    <a:pt x="158591" y="588645"/>
                  </a:lnTo>
                  <a:lnTo>
                    <a:pt x="165259" y="591503"/>
                  </a:lnTo>
                  <a:lnTo>
                    <a:pt x="159068" y="590550"/>
                  </a:lnTo>
                  <a:lnTo>
                    <a:pt x="158591" y="591979"/>
                  </a:lnTo>
                  <a:lnTo>
                    <a:pt x="159068" y="592931"/>
                  </a:lnTo>
                  <a:lnTo>
                    <a:pt x="159068" y="597694"/>
                  </a:lnTo>
                  <a:lnTo>
                    <a:pt x="160020" y="601504"/>
                  </a:lnTo>
                  <a:lnTo>
                    <a:pt x="162402" y="600075"/>
                  </a:lnTo>
                  <a:lnTo>
                    <a:pt x="164783" y="595313"/>
                  </a:lnTo>
                  <a:lnTo>
                    <a:pt x="165735" y="600075"/>
                  </a:lnTo>
                  <a:lnTo>
                    <a:pt x="164783" y="603409"/>
                  </a:lnTo>
                  <a:lnTo>
                    <a:pt x="161925" y="608647"/>
                  </a:lnTo>
                  <a:lnTo>
                    <a:pt x="160973" y="611981"/>
                  </a:lnTo>
                  <a:lnTo>
                    <a:pt x="160973" y="613410"/>
                  </a:lnTo>
                  <a:lnTo>
                    <a:pt x="162402" y="615791"/>
                  </a:lnTo>
                  <a:lnTo>
                    <a:pt x="163354" y="622935"/>
                  </a:lnTo>
                  <a:lnTo>
                    <a:pt x="164306" y="626745"/>
                  </a:lnTo>
                  <a:lnTo>
                    <a:pt x="165259" y="632460"/>
                  </a:lnTo>
                  <a:lnTo>
                    <a:pt x="167164" y="639128"/>
                  </a:lnTo>
                  <a:lnTo>
                    <a:pt x="170974" y="649129"/>
                  </a:lnTo>
                  <a:lnTo>
                    <a:pt x="170498" y="652463"/>
                  </a:lnTo>
                  <a:lnTo>
                    <a:pt x="173355" y="663892"/>
                  </a:lnTo>
                  <a:lnTo>
                    <a:pt x="176689" y="689610"/>
                  </a:lnTo>
                  <a:lnTo>
                    <a:pt x="180499" y="700088"/>
                  </a:lnTo>
                  <a:lnTo>
                    <a:pt x="181452" y="703421"/>
                  </a:lnTo>
                  <a:lnTo>
                    <a:pt x="185738" y="709613"/>
                  </a:lnTo>
                  <a:lnTo>
                    <a:pt x="188119" y="715328"/>
                  </a:lnTo>
                  <a:lnTo>
                    <a:pt x="190024" y="717232"/>
                  </a:lnTo>
                  <a:lnTo>
                    <a:pt x="193358" y="717232"/>
                  </a:lnTo>
                  <a:lnTo>
                    <a:pt x="191453" y="720090"/>
                  </a:lnTo>
                  <a:lnTo>
                    <a:pt x="192881" y="721042"/>
                  </a:lnTo>
                  <a:lnTo>
                    <a:pt x="194310" y="722947"/>
                  </a:lnTo>
                  <a:lnTo>
                    <a:pt x="197168" y="725805"/>
                  </a:lnTo>
                  <a:lnTo>
                    <a:pt x="192881" y="725805"/>
                  </a:lnTo>
                  <a:lnTo>
                    <a:pt x="195739" y="729139"/>
                  </a:lnTo>
                  <a:lnTo>
                    <a:pt x="198120" y="737235"/>
                  </a:lnTo>
                  <a:lnTo>
                    <a:pt x="201454" y="741521"/>
                  </a:lnTo>
                  <a:lnTo>
                    <a:pt x="202883" y="742950"/>
                  </a:lnTo>
                  <a:lnTo>
                    <a:pt x="207645" y="749617"/>
                  </a:lnTo>
                  <a:lnTo>
                    <a:pt x="209550" y="751522"/>
                  </a:lnTo>
                  <a:lnTo>
                    <a:pt x="211455" y="753904"/>
                  </a:lnTo>
                  <a:lnTo>
                    <a:pt x="212884" y="756761"/>
                  </a:lnTo>
                  <a:lnTo>
                    <a:pt x="213360" y="759619"/>
                  </a:lnTo>
                  <a:lnTo>
                    <a:pt x="215741" y="766286"/>
                  </a:lnTo>
                  <a:lnTo>
                    <a:pt x="215741" y="767715"/>
                  </a:lnTo>
                  <a:lnTo>
                    <a:pt x="216694" y="772001"/>
                  </a:lnTo>
                  <a:lnTo>
                    <a:pt x="220504" y="778669"/>
                  </a:lnTo>
                  <a:lnTo>
                    <a:pt x="222409" y="784860"/>
                  </a:lnTo>
                  <a:lnTo>
                    <a:pt x="222885" y="787717"/>
                  </a:lnTo>
                  <a:lnTo>
                    <a:pt x="222885" y="790575"/>
                  </a:lnTo>
                  <a:lnTo>
                    <a:pt x="225743" y="805339"/>
                  </a:lnTo>
                  <a:lnTo>
                    <a:pt x="226695" y="808672"/>
                  </a:lnTo>
                  <a:lnTo>
                    <a:pt x="229077" y="812959"/>
                  </a:lnTo>
                  <a:lnTo>
                    <a:pt x="231934" y="822484"/>
                  </a:lnTo>
                  <a:lnTo>
                    <a:pt x="240506" y="839629"/>
                  </a:lnTo>
                  <a:lnTo>
                    <a:pt x="241459" y="840581"/>
                  </a:lnTo>
                  <a:lnTo>
                    <a:pt x="244316" y="842963"/>
                  </a:lnTo>
                  <a:lnTo>
                    <a:pt x="248127" y="847725"/>
                  </a:lnTo>
                  <a:lnTo>
                    <a:pt x="251460" y="851535"/>
                  </a:lnTo>
                  <a:lnTo>
                    <a:pt x="255747" y="859631"/>
                  </a:lnTo>
                  <a:lnTo>
                    <a:pt x="258604" y="863441"/>
                  </a:lnTo>
                  <a:lnTo>
                    <a:pt x="262890" y="873919"/>
                  </a:lnTo>
                  <a:lnTo>
                    <a:pt x="265748" y="882967"/>
                  </a:lnTo>
                  <a:lnTo>
                    <a:pt x="271463" y="895826"/>
                  </a:lnTo>
                  <a:lnTo>
                    <a:pt x="272415" y="898207"/>
                  </a:lnTo>
                  <a:lnTo>
                    <a:pt x="275273" y="902494"/>
                  </a:lnTo>
                  <a:lnTo>
                    <a:pt x="274797" y="903922"/>
                  </a:lnTo>
                  <a:lnTo>
                    <a:pt x="274797" y="906780"/>
                  </a:lnTo>
                  <a:lnTo>
                    <a:pt x="275749" y="908685"/>
                  </a:lnTo>
                  <a:lnTo>
                    <a:pt x="276702" y="908685"/>
                  </a:lnTo>
                  <a:lnTo>
                    <a:pt x="280035" y="912019"/>
                  </a:lnTo>
                  <a:lnTo>
                    <a:pt x="283845" y="924878"/>
                  </a:lnTo>
                  <a:lnTo>
                    <a:pt x="282416" y="925354"/>
                  </a:lnTo>
                  <a:lnTo>
                    <a:pt x="280988" y="924878"/>
                  </a:lnTo>
                  <a:lnTo>
                    <a:pt x="280988" y="919163"/>
                  </a:lnTo>
                  <a:lnTo>
                    <a:pt x="280035" y="914876"/>
                  </a:lnTo>
                  <a:lnTo>
                    <a:pt x="278130" y="912019"/>
                  </a:lnTo>
                  <a:lnTo>
                    <a:pt x="276702" y="911542"/>
                  </a:lnTo>
                  <a:lnTo>
                    <a:pt x="278606" y="920115"/>
                  </a:lnTo>
                  <a:lnTo>
                    <a:pt x="279559" y="927735"/>
                  </a:lnTo>
                  <a:lnTo>
                    <a:pt x="282416" y="934879"/>
                  </a:lnTo>
                  <a:lnTo>
                    <a:pt x="282893" y="935831"/>
                  </a:lnTo>
                  <a:lnTo>
                    <a:pt x="283845" y="936307"/>
                  </a:lnTo>
                  <a:lnTo>
                    <a:pt x="284322" y="937260"/>
                  </a:lnTo>
                  <a:lnTo>
                    <a:pt x="284798" y="939641"/>
                  </a:lnTo>
                  <a:lnTo>
                    <a:pt x="287179" y="945832"/>
                  </a:lnTo>
                  <a:lnTo>
                    <a:pt x="289560" y="947738"/>
                  </a:lnTo>
                  <a:lnTo>
                    <a:pt x="301466" y="962501"/>
                  </a:lnTo>
                  <a:lnTo>
                    <a:pt x="304800" y="965359"/>
                  </a:lnTo>
                  <a:lnTo>
                    <a:pt x="312897" y="971074"/>
                  </a:lnTo>
                  <a:lnTo>
                    <a:pt x="320040" y="973455"/>
                  </a:lnTo>
                  <a:lnTo>
                    <a:pt x="322422" y="971550"/>
                  </a:lnTo>
                  <a:lnTo>
                    <a:pt x="328613" y="969645"/>
                  </a:lnTo>
                  <a:lnTo>
                    <a:pt x="338614" y="962978"/>
                  </a:lnTo>
                  <a:lnTo>
                    <a:pt x="340995" y="958691"/>
                  </a:lnTo>
                  <a:lnTo>
                    <a:pt x="341472" y="953453"/>
                  </a:lnTo>
                  <a:lnTo>
                    <a:pt x="343377" y="945832"/>
                  </a:lnTo>
                  <a:lnTo>
                    <a:pt x="346234" y="942499"/>
                  </a:lnTo>
                  <a:lnTo>
                    <a:pt x="350997" y="938689"/>
                  </a:lnTo>
                  <a:lnTo>
                    <a:pt x="370047" y="932974"/>
                  </a:lnTo>
                  <a:lnTo>
                    <a:pt x="378143" y="933450"/>
                  </a:lnTo>
                  <a:lnTo>
                    <a:pt x="384810" y="935831"/>
                  </a:lnTo>
                  <a:lnTo>
                    <a:pt x="382905" y="933926"/>
                  </a:lnTo>
                  <a:lnTo>
                    <a:pt x="380048" y="932974"/>
                  </a:lnTo>
                  <a:lnTo>
                    <a:pt x="374333" y="932021"/>
                  </a:lnTo>
                  <a:lnTo>
                    <a:pt x="371475" y="931069"/>
                  </a:lnTo>
                  <a:lnTo>
                    <a:pt x="369094" y="929164"/>
                  </a:lnTo>
                  <a:lnTo>
                    <a:pt x="368141" y="927259"/>
                  </a:lnTo>
                  <a:lnTo>
                    <a:pt x="368618" y="923449"/>
                  </a:lnTo>
                  <a:lnTo>
                    <a:pt x="370523" y="919639"/>
                  </a:lnTo>
                  <a:lnTo>
                    <a:pt x="379572" y="907732"/>
                  </a:lnTo>
                  <a:lnTo>
                    <a:pt x="379572" y="902970"/>
                  </a:lnTo>
                  <a:lnTo>
                    <a:pt x="381477" y="900113"/>
                  </a:lnTo>
                  <a:lnTo>
                    <a:pt x="383858" y="898207"/>
                  </a:lnTo>
                  <a:lnTo>
                    <a:pt x="388620" y="897255"/>
                  </a:lnTo>
                  <a:lnTo>
                    <a:pt x="390525" y="897731"/>
                  </a:lnTo>
                  <a:lnTo>
                    <a:pt x="393383" y="898207"/>
                  </a:lnTo>
                  <a:lnTo>
                    <a:pt x="396240" y="898207"/>
                  </a:lnTo>
                  <a:lnTo>
                    <a:pt x="399098" y="897731"/>
                  </a:lnTo>
                  <a:lnTo>
                    <a:pt x="399574" y="882491"/>
                  </a:lnTo>
                  <a:lnTo>
                    <a:pt x="399574" y="867728"/>
                  </a:lnTo>
                  <a:lnTo>
                    <a:pt x="399098" y="865346"/>
                  </a:lnTo>
                  <a:lnTo>
                    <a:pt x="397669" y="862965"/>
                  </a:lnTo>
                  <a:lnTo>
                    <a:pt x="393859" y="863917"/>
                  </a:lnTo>
                  <a:lnTo>
                    <a:pt x="395764" y="862013"/>
                  </a:lnTo>
                  <a:lnTo>
                    <a:pt x="397193" y="859631"/>
                  </a:lnTo>
                  <a:lnTo>
                    <a:pt x="395764" y="855345"/>
                  </a:lnTo>
                  <a:lnTo>
                    <a:pt x="396240" y="851535"/>
                  </a:lnTo>
                  <a:lnTo>
                    <a:pt x="399098" y="841534"/>
                  </a:lnTo>
                  <a:lnTo>
                    <a:pt x="403384" y="832961"/>
                  </a:lnTo>
                  <a:lnTo>
                    <a:pt x="405289" y="831056"/>
                  </a:lnTo>
                  <a:lnTo>
                    <a:pt x="409099" y="825817"/>
                  </a:lnTo>
                  <a:lnTo>
                    <a:pt x="411956" y="817721"/>
                  </a:lnTo>
                  <a:lnTo>
                    <a:pt x="415766" y="794861"/>
                  </a:lnTo>
                  <a:lnTo>
                    <a:pt x="413861" y="792480"/>
                  </a:lnTo>
                  <a:lnTo>
                    <a:pt x="407670" y="789146"/>
                  </a:lnTo>
                  <a:lnTo>
                    <a:pt x="405765" y="786289"/>
                  </a:lnTo>
                  <a:lnTo>
                    <a:pt x="409099" y="782479"/>
                  </a:lnTo>
                  <a:lnTo>
                    <a:pt x="411956" y="786289"/>
                  </a:lnTo>
                  <a:lnTo>
                    <a:pt x="412909" y="789146"/>
                  </a:lnTo>
                  <a:lnTo>
                    <a:pt x="414338" y="790575"/>
                  </a:lnTo>
                  <a:lnTo>
                    <a:pt x="412433" y="783907"/>
                  </a:lnTo>
                  <a:lnTo>
                    <a:pt x="412433" y="781050"/>
                  </a:lnTo>
                  <a:lnTo>
                    <a:pt x="411956" y="778192"/>
                  </a:lnTo>
                  <a:lnTo>
                    <a:pt x="409099" y="771525"/>
                  </a:lnTo>
                  <a:lnTo>
                    <a:pt x="408147" y="766286"/>
                  </a:lnTo>
                  <a:lnTo>
                    <a:pt x="409099" y="763905"/>
                  </a:lnTo>
                  <a:lnTo>
                    <a:pt x="410052" y="761524"/>
                  </a:lnTo>
                  <a:lnTo>
                    <a:pt x="410528" y="757238"/>
                  </a:lnTo>
                  <a:lnTo>
                    <a:pt x="410052" y="753904"/>
                  </a:lnTo>
                  <a:lnTo>
                    <a:pt x="407670" y="746284"/>
                  </a:lnTo>
                  <a:lnTo>
                    <a:pt x="406241" y="736759"/>
                  </a:lnTo>
                  <a:lnTo>
                    <a:pt x="407670" y="728186"/>
                  </a:lnTo>
                  <a:lnTo>
                    <a:pt x="414338" y="714851"/>
                  </a:lnTo>
                  <a:lnTo>
                    <a:pt x="417672" y="711994"/>
                  </a:lnTo>
                  <a:lnTo>
                    <a:pt x="426720" y="708660"/>
                  </a:lnTo>
                  <a:lnTo>
                    <a:pt x="428625" y="708660"/>
                  </a:lnTo>
                  <a:lnTo>
                    <a:pt x="431006" y="709613"/>
                  </a:lnTo>
                  <a:lnTo>
                    <a:pt x="432435" y="712946"/>
                  </a:lnTo>
                  <a:lnTo>
                    <a:pt x="433864" y="712470"/>
                  </a:lnTo>
                  <a:lnTo>
                    <a:pt x="435769" y="713422"/>
                  </a:lnTo>
                  <a:lnTo>
                    <a:pt x="437674" y="713422"/>
                  </a:lnTo>
                  <a:lnTo>
                    <a:pt x="438150" y="711517"/>
                  </a:lnTo>
                  <a:lnTo>
                    <a:pt x="439579" y="709136"/>
                  </a:lnTo>
                  <a:lnTo>
                    <a:pt x="442913" y="706279"/>
                  </a:lnTo>
                  <a:lnTo>
                    <a:pt x="446723" y="695801"/>
                  </a:lnTo>
                  <a:lnTo>
                    <a:pt x="448152" y="693420"/>
                  </a:lnTo>
                  <a:lnTo>
                    <a:pt x="451961" y="692467"/>
                  </a:lnTo>
                  <a:lnTo>
                    <a:pt x="462439" y="693420"/>
                  </a:lnTo>
                  <a:lnTo>
                    <a:pt x="464344" y="693420"/>
                  </a:lnTo>
                  <a:lnTo>
                    <a:pt x="477203" y="688181"/>
                  </a:lnTo>
                  <a:lnTo>
                    <a:pt x="481013" y="685800"/>
                  </a:lnTo>
                  <a:lnTo>
                    <a:pt x="483394" y="681990"/>
                  </a:lnTo>
                  <a:lnTo>
                    <a:pt x="483870" y="680561"/>
                  </a:lnTo>
                  <a:lnTo>
                    <a:pt x="484823" y="677704"/>
                  </a:lnTo>
                  <a:lnTo>
                    <a:pt x="484347" y="676275"/>
                  </a:lnTo>
                  <a:lnTo>
                    <a:pt x="482918" y="674370"/>
                  </a:lnTo>
                  <a:lnTo>
                    <a:pt x="481965" y="672465"/>
                  </a:lnTo>
                  <a:lnTo>
                    <a:pt x="481965" y="671036"/>
                  </a:lnTo>
                  <a:lnTo>
                    <a:pt x="484347" y="666750"/>
                  </a:lnTo>
                  <a:lnTo>
                    <a:pt x="492443" y="660559"/>
                  </a:lnTo>
                  <a:lnTo>
                    <a:pt x="505302" y="653891"/>
                  </a:lnTo>
                  <a:lnTo>
                    <a:pt x="512922" y="648653"/>
                  </a:lnTo>
                  <a:lnTo>
                    <a:pt x="519589" y="642461"/>
                  </a:lnTo>
                  <a:lnTo>
                    <a:pt x="525780" y="634841"/>
                  </a:lnTo>
                  <a:lnTo>
                    <a:pt x="528638" y="632460"/>
                  </a:lnTo>
                  <a:lnTo>
                    <a:pt x="543878" y="624840"/>
                  </a:lnTo>
                  <a:lnTo>
                    <a:pt x="546735" y="621030"/>
                  </a:lnTo>
                  <a:lnTo>
                    <a:pt x="556260" y="611029"/>
                  </a:lnTo>
                  <a:lnTo>
                    <a:pt x="561023" y="604361"/>
                  </a:lnTo>
                  <a:lnTo>
                    <a:pt x="563880" y="601504"/>
                  </a:lnTo>
                  <a:lnTo>
                    <a:pt x="565785" y="598646"/>
                  </a:lnTo>
                  <a:lnTo>
                    <a:pt x="566738" y="595789"/>
                  </a:lnTo>
                  <a:lnTo>
                    <a:pt x="581978" y="582454"/>
                  </a:lnTo>
                  <a:lnTo>
                    <a:pt x="589122" y="578167"/>
                  </a:lnTo>
                  <a:lnTo>
                    <a:pt x="589122" y="577215"/>
                  </a:lnTo>
                  <a:lnTo>
                    <a:pt x="586740" y="576263"/>
                  </a:lnTo>
                  <a:lnTo>
                    <a:pt x="581978" y="579120"/>
                  </a:lnTo>
                  <a:lnTo>
                    <a:pt x="580549" y="579120"/>
                  </a:lnTo>
                  <a:lnTo>
                    <a:pt x="580073" y="578167"/>
                  </a:lnTo>
                  <a:lnTo>
                    <a:pt x="582930" y="573405"/>
                  </a:lnTo>
                  <a:lnTo>
                    <a:pt x="590074" y="568642"/>
                  </a:lnTo>
                  <a:lnTo>
                    <a:pt x="591503" y="569119"/>
                  </a:lnTo>
                  <a:lnTo>
                    <a:pt x="593408" y="570071"/>
                  </a:lnTo>
                  <a:lnTo>
                    <a:pt x="593408" y="573881"/>
                  </a:lnTo>
                  <a:lnTo>
                    <a:pt x="591979" y="574834"/>
                  </a:lnTo>
                  <a:lnTo>
                    <a:pt x="591503" y="575786"/>
                  </a:lnTo>
                  <a:lnTo>
                    <a:pt x="594360" y="575786"/>
                  </a:lnTo>
                  <a:lnTo>
                    <a:pt x="603885" y="572453"/>
                  </a:lnTo>
                  <a:lnTo>
                    <a:pt x="616268" y="568642"/>
                  </a:lnTo>
                  <a:lnTo>
                    <a:pt x="618649" y="567690"/>
                  </a:lnTo>
                  <a:lnTo>
                    <a:pt x="619602" y="566738"/>
                  </a:lnTo>
                  <a:lnTo>
                    <a:pt x="620078" y="565309"/>
                  </a:lnTo>
                  <a:lnTo>
                    <a:pt x="617697" y="562928"/>
                  </a:lnTo>
                  <a:lnTo>
                    <a:pt x="619125" y="562928"/>
                  </a:lnTo>
                  <a:lnTo>
                    <a:pt x="621983" y="564356"/>
                  </a:lnTo>
                  <a:lnTo>
                    <a:pt x="624364" y="561499"/>
                  </a:lnTo>
                  <a:lnTo>
                    <a:pt x="626269" y="558641"/>
                  </a:lnTo>
                  <a:lnTo>
                    <a:pt x="634842" y="553879"/>
                  </a:lnTo>
                  <a:lnTo>
                    <a:pt x="635318" y="552450"/>
                  </a:lnTo>
                  <a:lnTo>
                    <a:pt x="635318" y="550069"/>
                  </a:lnTo>
                  <a:lnTo>
                    <a:pt x="637699" y="546259"/>
                  </a:lnTo>
                  <a:lnTo>
                    <a:pt x="640556" y="543401"/>
                  </a:lnTo>
                  <a:lnTo>
                    <a:pt x="642461" y="540544"/>
                  </a:lnTo>
                  <a:lnTo>
                    <a:pt x="641033" y="539115"/>
                  </a:lnTo>
                  <a:lnTo>
                    <a:pt x="639604" y="531495"/>
                  </a:lnTo>
                  <a:lnTo>
                    <a:pt x="637699" y="526732"/>
                  </a:lnTo>
                  <a:lnTo>
                    <a:pt x="638175" y="521970"/>
                  </a:lnTo>
                  <a:lnTo>
                    <a:pt x="641509" y="517684"/>
                  </a:lnTo>
                  <a:lnTo>
                    <a:pt x="646272" y="512921"/>
                  </a:lnTo>
                  <a:lnTo>
                    <a:pt x="649605" y="511492"/>
                  </a:lnTo>
                  <a:lnTo>
                    <a:pt x="665798" y="507682"/>
                  </a:lnTo>
                  <a:lnTo>
                    <a:pt x="670560" y="505301"/>
                  </a:lnTo>
                  <a:lnTo>
                    <a:pt x="674847" y="501967"/>
                  </a:lnTo>
                  <a:lnTo>
                    <a:pt x="678180" y="495776"/>
                  </a:lnTo>
                  <a:lnTo>
                    <a:pt x="680085" y="494347"/>
                  </a:lnTo>
                  <a:lnTo>
                    <a:pt x="681990" y="491490"/>
                  </a:lnTo>
                  <a:lnTo>
                    <a:pt x="679609" y="489109"/>
                  </a:lnTo>
                  <a:lnTo>
                    <a:pt x="677228" y="488156"/>
                  </a:lnTo>
                  <a:lnTo>
                    <a:pt x="675323" y="486728"/>
                  </a:lnTo>
                  <a:lnTo>
                    <a:pt x="674847" y="482441"/>
                  </a:lnTo>
                  <a:lnTo>
                    <a:pt x="676752" y="486251"/>
                  </a:lnTo>
                  <a:lnTo>
                    <a:pt x="680085" y="488156"/>
                  </a:lnTo>
                  <a:lnTo>
                    <a:pt x="683895" y="491014"/>
                  </a:lnTo>
                  <a:lnTo>
                    <a:pt x="683419" y="494824"/>
                  </a:lnTo>
                  <a:lnTo>
                    <a:pt x="680561" y="503396"/>
                  </a:lnTo>
                  <a:lnTo>
                    <a:pt x="679133" y="506730"/>
                  </a:lnTo>
                  <a:lnTo>
                    <a:pt x="681514" y="508635"/>
                  </a:lnTo>
                  <a:lnTo>
                    <a:pt x="685800" y="509111"/>
                  </a:lnTo>
                  <a:lnTo>
                    <a:pt x="686753" y="506254"/>
                  </a:lnTo>
                  <a:lnTo>
                    <a:pt x="687229" y="503872"/>
                  </a:lnTo>
                  <a:lnTo>
                    <a:pt x="687705" y="505301"/>
                  </a:lnTo>
                  <a:lnTo>
                    <a:pt x="692468" y="509111"/>
                  </a:lnTo>
                  <a:lnTo>
                    <a:pt x="697230" y="507682"/>
                  </a:lnTo>
                  <a:lnTo>
                    <a:pt x="697706" y="505778"/>
                  </a:lnTo>
                  <a:lnTo>
                    <a:pt x="696754" y="501491"/>
                  </a:lnTo>
                  <a:lnTo>
                    <a:pt x="699135" y="491490"/>
                  </a:lnTo>
                  <a:lnTo>
                    <a:pt x="699611" y="493395"/>
                  </a:lnTo>
                  <a:lnTo>
                    <a:pt x="701040" y="493871"/>
                  </a:lnTo>
                  <a:lnTo>
                    <a:pt x="701993" y="494347"/>
                  </a:lnTo>
                  <a:lnTo>
                    <a:pt x="702469" y="495300"/>
                  </a:lnTo>
                  <a:lnTo>
                    <a:pt x="700564" y="504825"/>
                  </a:lnTo>
                  <a:lnTo>
                    <a:pt x="700564" y="507206"/>
                  </a:lnTo>
                  <a:lnTo>
                    <a:pt x="701040" y="508635"/>
                  </a:lnTo>
                  <a:lnTo>
                    <a:pt x="701993" y="510064"/>
                  </a:lnTo>
                  <a:lnTo>
                    <a:pt x="704850" y="507206"/>
                  </a:lnTo>
                  <a:lnTo>
                    <a:pt x="705803" y="504349"/>
                  </a:lnTo>
                  <a:lnTo>
                    <a:pt x="707708" y="507682"/>
                  </a:lnTo>
                  <a:lnTo>
                    <a:pt x="709613" y="508159"/>
                  </a:lnTo>
                  <a:lnTo>
                    <a:pt x="712470" y="507682"/>
                  </a:lnTo>
                  <a:lnTo>
                    <a:pt x="711994" y="503872"/>
                  </a:lnTo>
                  <a:lnTo>
                    <a:pt x="711042" y="501015"/>
                  </a:lnTo>
                  <a:lnTo>
                    <a:pt x="708660" y="497205"/>
                  </a:lnTo>
                  <a:lnTo>
                    <a:pt x="711518" y="497205"/>
                  </a:lnTo>
                  <a:lnTo>
                    <a:pt x="712470" y="491490"/>
                  </a:lnTo>
                  <a:lnTo>
                    <a:pt x="712470" y="488156"/>
                  </a:lnTo>
                  <a:lnTo>
                    <a:pt x="712470" y="484822"/>
                  </a:lnTo>
                  <a:lnTo>
                    <a:pt x="709613" y="476250"/>
                  </a:lnTo>
                  <a:lnTo>
                    <a:pt x="707708" y="471964"/>
                  </a:lnTo>
                  <a:lnTo>
                    <a:pt x="707708" y="470535"/>
                  </a:lnTo>
                  <a:lnTo>
                    <a:pt x="707708" y="470059"/>
                  </a:lnTo>
                  <a:lnTo>
                    <a:pt x="706755" y="464344"/>
                  </a:lnTo>
                  <a:lnTo>
                    <a:pt x="705803" y="461010"/>
                  </a:lnTo>
                  <a:lnTo>
                    <a:pt x="705327" y="457200"/>
                  </a:lnTo>
                  <a:lnTo>
                    <a:pt x="708184" y="451961"/>
                  </a:lnTo>
                  <a:lnTo>
                    <a:pt x="707231" y="451009"/>
                  </a:lnTo>
                  <a:lnTo>
                    <a:pt x="704374" y="450532"/>
                  </a:lnTo>
                  <a:lnTo>
                    <a:pt x="701517" y="449580"/>
                  </a:lnTo>
                  <a:lnTo>
                    <a:pt x="701040" y="448151"/>
                  </a:lnTo>
                  <a:lnTo>
                    <a:pt x="702469" y="442913"/>
                  </a:lnTo>
                  <a:lnTo>
                    <a:pt x="701040" y="441007"/>
                  </a:lnTo>
                  <a:lnTo>
                    <a:pt x="699135" y="439103"/>
                  </a:lnTo>
                  <a:lnTo>
                    <a:pt x="698659" y="438150"/>
                  </a:lnTo>
                  <a:lnTo>
                    <a:pt x="698183" y="437197"/>
                  </a:lnTo>
                  <a:lnTo>
                    <a:pt x="697230" y="434816"/>
                  </a:lnTo>
                  <a:lnTo>
                    <a:pt x="699135" y="429578"/>
                  </a:lnTo>
                  <a:lnTo>
                    <a:pt x="701993" y="423386"/>
                  </a:lnTo>
                  <a:lnTo>
                    <a:pt x="702469" y="421005"/>
                  </a:lnTo>
                  <a:lnTo>
                    <a:pt x="702945" y="416719"/>
                  </a:lnTo>
                  <a:lnTo>
                    <a:pt x="703422" y="415290"/>
                  </a:lnTo>
                  <a:lnTo>
                    <a:pt x="702945" y="413861"/>
                  </a:lnTo>
                  <a:lnTo>
                    <a:pt x="700088" y="411956"/>
                  </a:lnTo>
                  <a:lnTo>
                    <a:pt x="695325" y="411004"/>
                  </a:lnTo>
                  <a:lnTo>
                    <a:pt x="691992" y="409575"/>
                  </a:lnTo>
                  <a:lnTo>
                    <a:pt x="690086" y="407194"/>
                  </a:lnTo>
                  <a:lnTo>
                    <a:pt x="688181" y="406241"/>
                  </a:lnTo>
                  <a:lnTo>
                    <a:pt x="686277" y="406717"/>
                  </a:lnTo>
                  <a:lnTo>
                    <a:pt x="683419" y="405765"/>
                  </a:lnTo>
                  <a:lnTo>
                    <a:pt x="681038" y="403384"/>
                  </a:lnTo>
                  <a:lnTo>
                    <a:pt x="679133" y="400526"/>
                  </a:lnTo>
                  <a:lnTo>
                    <a:pt x="679133" y="399097"/>
                  </a:lnTo>
                  <a:lnTo>
                    <a:pt x="679609" y="397192"/>
                  </a:lnTo>
                  <a:lnTo>
                    <a:pt x="682943" y="390049"/>
                  </a:lnTo>
                  <a:lnTo>
                    <a:pt x="684372" y="390049"/>
                  </a:lnTo>
                  <a:lnTo>
                    <a:pt x="687229" y="391478"/>
                  </a:lnTo>
                  <a:lnTo>
                    <a:pt x="688181" y="391478"/>
                  </a:lnTo>
                  <a:lnTo>
                    <a:pt x="690086" y="388620"/>
                  </a:lnTo>
                  <a:lnTo>
                    <a:pt x="692944" y="380524"/>
                  </a:lnTo>
                  <a:lnTo>
                    <a:pt x="696754" y="380524"/>
                  </a:lnTo>
                  <a:lnTo>
                    <a:pt x="700088" y="381000"/>
                  </a:lnTo>
                  <a:lnTo>
                    <a:pt x="702469" y="381476"/>
                  </a:lnTo>
                  <a:lnTo>
                    <a:pt x="704850" y="381000"/>
                  </a:lnTo>
                  <a:lnTo>
                    <a:pt x="707231" y="380524"/>
                  </a:lnTo>
                  <a:lnTo>
                    <a:pt x="708660" y="379571"/>
                  </a:lnTo>
                  <a:lnTo>
                    <a:pt x="709613" y="378142"/>
                  </a:lnTo>
                  <a:lnTo>
                    <a:pt x="709136" y="377190"/>
                  </a:lnTo>
                  <a:lnTo>
                    <a:pt x="706279" y="375761"/>
                  </a:lnTo>
                  <a:lnTo>
                    <a:pt x="705327" y="374809"/>
                  </a:lnTo>
                  <a:lnTo>
                    <a:pt x="704374" y="371475"/>
                  </a:lnTo>
                  <a:lnTo>
                    <a:pt x="703422" y="370046"/>
                  </a:lnTo>
                  <a:lnTo>
                    <a:pt x="697230" y="370046"/>
                  </a:lnTo>
                  <a:lnTo>
                    <a:pt x="694373" y="368617"/>
                  </a:lnTo>
                  <a:lnTo>
                    <a:pt x="692468" y="367189"/>
                  </a:lnTo>
                  <a:lnTo>
                    <a:pt x="689610" y="362903"/>
                  </a:lnTo>
                  <a:lnTo>
                    <a:pt x="685800" y="359569"/>
                  </a:lnTo>
                  <a:lnTo>
                    <a:pt x="681990" y="358616"/>
                  </a:lnTo>
                  <a:lnTo>
                    <a:pt x="680561" y="357664"/>
                  </a:lnTo>
                  <a:lnTo>
                    <a:pt x="679609" y="355759"/>
                  </a:lnTo>
                  <a:lnTo>
                    <a:pt x="680085" y="353378"/>
                  </a:lnTo>
                  <a:lnTo>
                    <a:pt x="681038" y="350996"/>
                  </a:lnTo>
                  <a:lnTo>
                    <a:pt x="681990" y="348615"/>
                  </a:lnTo>
                  <a:lnTo>
                    <a:pt x="684848" y="345281"/>
                  </a:lnTo>
                  <a:lnTo>
                    <a:pt x="688181" y="342424"/>
                  </a:lnTo>
                  <a:lnTo>
                    <a:pt x="689610" y="340519"/>
                  </a:lnTo>
                  <a:lnTo>
                    <a:pt x="691515" y="338614"/>
                  </a:lnTo>
                  <a:lnTo>
                    <a:pt x="691992" y="337661"/>
                  </a:lnTo>
                  <a:lnTo>
                    <a:pt x="691515" y="336232"/>
                  </a:lnTo>
                  <a:lnTo>
                    <a:pt x="689610" y="334804"/>
                  </a:lnTo>
                  <a:lnTo>
                    <a:pt x="688658" y="334328"/>
                  </a:lnTo>
                  <a:lnTo>
                    <a:pt x="688658" y="333375"/>
                  </a:lnTo>
                  <a:lnTo>
                    <a:pt x="689610" y="331470"/>
                  </a:lnTo>
                  <a:lnTo>
                    <a:pt x="691039" y="330994"/>
                  </a:lnTo>
                  <a:lnTo>
                    <a:pt x="694373" y="332899"/>
                  </a:lnTo>
                  <a:lnTo>
                    <a:pt x="697706" y="336232"/>
                  </a:lnTo>
                  <a:lnTo>
                    <a:pt x="699611" y="339090"/>
                  </a:lnTo>
                  <a:lnTo>
                    <a:pt x="699611" y="341471"/>
                  </a:lnTo>
                  <a:lnTo>
                    <a:pt x="701040" y="341947"/>
                  </a:lnTo>
                  <a:lnTo>
                    <a:pt x="702469" y="341947"/>
                  </a:lnTo>
                  <a:lnTo>
                    <a:pt x="704850" y="342900"/>
                  </a:lnTo>
                  <a:lnTo>
                    <a:pt x="707231" y="342424"/>
                  </a:lnTo>
                  <a:lnTo>
                    <a:pt x="708660" y="342900"/>
                  </a:lnTo>
                  <a:lnTo>
                    <a:pt x="709613" y="342900"/>
                  </a:lnTo>
                  <a:lnTo>
                    <a:pt x="710089" y="341471"/>
                  </a:lnTo>
                  <a:lnTo>
                    <a:pt x="709136" y="339566"/>
                  </a:lnTo>
                  <a:lnTo>
                    <a:pt x="708184" y="338138"/>
                  </a:lnTo>
                  <a:lnTo>
                    <a:pt x="709136" y="336709"/>
                  </a:lnTo>
                  <a:lnTo>
                    <a:pt x="710089" y="336232"/>
                  </a:lnTo>
                  <a:lnTo>
                    <a:pt x="711518" y="336709"/>
                  </a:lnTo>
                  <a:lnTo>
                    <a:pt x="712947" y="338138"/>
                  </a:lnTo>
                  <a:lnTo>
                    <a:pt x="714375" y="340519"/>
                  </a:lnTo>
                  <a:lnTo>
                    <a:pt x="714375" y="344329"/>
                  </a:lnTo>
                  <a:lnTo>
                    <a:pt x="717233" y="347663"/>
                  </a:lnTo>
                  <a:lnTo>
                    <a:pt x="720567" y="350044"/>
                  </a:lnTo>
                  <a:lnTo>
                    <a:pt x="723424" y="350996"/>
                  </a:lnTo>
                  <a:lnTo>
                    <a:pt x="726758" y="351949"/>
                  </a:lnTo>
                  <a:lnTo>
                    <a:pt x="729615" y="350996"/>
                  </a:lnTo>
                  <a:lnTo>
                    <a:pt x="731044" y="348615"/>
                  </a:lnTo>
                  <a:lnTo>
                    <a:pt x="730568" y="346234"/>
                  </a:lnTo>
                  <a:lnTo>
                    <a:pt x="731044" y="344329"/>
                  </a:lnTo>
                  <a:lnTo>
                    <a:pt x="731997" y="343376"/>
                  </a:lnTo>
                  <a:lnTo>
                    <a:pt x="733902" y="343376"/>
                  </a:lnTo>
                  <a:lnTo>
                    <a:pt x="735330" y="344805"/>
                  </a:lnTo>
                  <a:lnTo>
                    <a:pt x="739140" y="352901"/>
                  </a:lnTo>
                  <a:lnTo>
                    <a:pt x="738188" y="356711"/>
                  </a:lnTo>
                  <a:lnTo>
                    <a:pt x="739140" y="366713"/>
                  </a:lnTo>
                  <a:lnTo>
                    <a:pt x="738188" y="373380"/>
                  </a:lnTo>
                  <a:lnTo>
                    <a:pt x="738188" y="374809"/>
                  </a:lnTo>
                  <a:lnTo>
                    <a:pt x="738664" y="375761"/>
                  </a:lnTo>
                  <a:lnTo>
                    <a:pt x="739140" y="376238"/>
                  </a:lnTo>
                  <a:lnTo>
                    <a:pt x="740093" y="376238"/>
                  </a:lnTo>
                  <a:lnTo>
                    <a:pt x="744855" y="377666"/>
                  </a:lnTo>
                  <a:lnTo>
                    <a:pt x="748665" y="379095"/>
                  </a:lnTo>
                  <a:lnTo>
                    <a:pt x="752952" y="380524"/>
                  </a:lnTo>
                  <a:lnTo>
                    <a:pt x="759143" y="381476"/>
                  </a:lnTo>
                  <a:lnTo>
                    <a:pt x="762953" y="381000"/>
                  </a:lnTo>
                  <a:lnTo>
                    <a:pt x="764858" y="381000"/>
                  </a:lnTo>
                  <a:lnTo>
                    <a:pt x="768668" y="381476"/>
                  </a:lnTo>
                  <a:lnTo>
                    <a:pt x="779145" y="381000"/>
                  </a:lnTo>
                  <a:lnTo>
                    <a:pt x="787718" y="381000"/>
                  </a:lnTo>
                  <a:lnTo>
                    <a:pt x="791052" y="381953"/>
                  </a:lnTo>
                  <a:lnTo>
                    <a:pt x="793909" y="382429"/>
                  </a:lnTo>
                  <a:lnTo>
                    <a:pt x="803434" y="381953"/>
                  </a:lnTo>
                  <a:lnTo>
                    <a:pt x="812959" y="381476"/>
                  </a:lnTo>
                  <a:lnTo>
                    <a:pt x="818198" y="383381"/>
                  </a:lnTo>
                  <a:lnTo>
                    <a:pt x="823913" y="386715"/>
                  </a:lnTo>
                  <a:lnTo>
                    <a:pt x="827247" y="389096"/>
                  </a:lnTo>
                  <a:lnTo>
                    <a:pt x="827723" y="390525"/>
                  </a:lnTo>
                  <a:lnTo>
                    <a:pt x="827247" y="391954"/>
                  </a:lnTo>
                  <a:lnTo>
                    <a:pt x="826294" y="392430"/>
                  </a:lnTo>
                  <a:lnTo>
                    <a:pt x="824389" y="392430"/>
                  </a:lnTo>
                  <a:lnTo>
                    <a:pt x="819627" y="391001"/>
                  </a:lnTo>
                  <a:lnTo>
                    <a:pt x="818674" y="391478"/>
                  </a:lnTo>
                  <a:lnTo>
                    <a:pt x="818674" y="394811"/>
                  </a:lnTo>
                  <a:lnTo>
                    <a:pt x="818674" y="395288"/>
                  </a:lnTo>
                  <a:lnTo>
                    <a:pt x="817722" y="398145"/>
                  </a:lnTo>
                  <a:lnTo>
                    <a:pt x="814864" y="404813"/>
                  </a:lnTo>
                  <a:lnTo>
                    <a:pt x="814388" y="407670"/>
                  </a:lnTo>
                  <a:lnTo>
                    <a:pt x="813911" y="408622"/>
                  </a:lnTo>
                  <a:lnTo>
                    <a:pt x="813435" y="409099"/>
                  </a:lnTo>
                  <a:lnTo>
                    <a:pt x="811054" y="409099"/>
                  </a:lnTo>
                  <a:lnTo>
                    <a:pt x="809149" y="409575"/>
                  </a:lnTo>
                  <a:lnTo>
                    <a:pt x="808673" y="410528"/>
                  </a:lnTo>
                  <a:lnTo>
                    <a:pt x="807720" y="412909"/>
                  </a:lnTo>
                  <a:lnTo>
                    <a:pt x="806768" y="415290"/>
                  </a:lnTo>
                  <a:lnTo>
                    <a:pt x="805815" y="415766"/>
                  </a:lnTo>
                  <a:lnTo>
                    <a:pt x="803434" y="414338"/>
                  </a:lnTo>
                  <a:lnTo>
                    <a:pt x="802005" y="414338"/>
                  </a:lnTo>
                  <a:lnTo>
                    <a:pt x="800100" y="414814"/>
                  </a:lnTo>
                  <a:lnTo>
                    <a:pt x="798195" y="416242"/>
                  </a:lnTo>
                  <a:lnTo>
                    <a:pt x="796767" y="417671"/>
                  </a:lnTo>
                  <a:lnTo>
                    <a:pt x="795338" y="418147"/>
                  </a:lnTo>
                  <a:lnTo>
                    <a:pt x="790575" y="417671"/>
                  </a:lnTo>
                  <a:lnTo>
                    <a:pt x="789623" y="417671"/>
                  </a:lnTo>
                  <a:lnTo>
                    <a:pt x="789147" y="418624"/>
                  </a:lnTo>
                  <a:lnTo>
                    <a:pt x="788670" y="420053"/>
                  </a:lnTo>
                  <a:lnTo>
                    <a:pt x="785336" y="423386"/>
                  </a:lnTo>
                  <a:lnTo>
                    <a:pt x="783908" y="429101"/>
                  </a:lnTo>
                  <a:lnTo>
                    <a:pt x="782955" y="432911"/>
                  </a:lnTo>
                  <a:lnTo>
                    <a:pt x="782955" y="435769"/>
                  </a:lnTo>
                  <a:lnTo>
                    <a:pt x="785813" y="442913"/>
                  </a:lnTo>
                  <a:lnTo>
                    <a:pt x="787718" y="452438"/>
                  </a:lnTo>
                  <a:lnTo>
                    <a:pt x="788670" y="453390"/>
                  </a:lnTo>
                  <a:lnTo>
                    <a:pt x="789147" y="453866"/>
                  </a:lnTo>
                  <a:lnTo>
                    <a:pt x="789623" y="453866"/>
                  </a:lnTo>
                  <a:lnTo>
                    <a:pt x="789623" y="451961"/>
                  </a:lnTo>
                  <a:lnTo>
                    <a:pt x="789623" y="449580"/>
                  </a:lnTo>
                  <a:lnTo>
                    <a:pt x="790575" y="449104"/>
                  </a:lnTo>
                  <a:lnTo>
                    <a:pt x="792004" y="449580"/>
                  </a:lnTo>
                  <a:lnTo>
                    <a:pt x="793433" y="451485"/>
                  </a:lnTo>
                  <a:lnTo>
                    <a:pt x="794861" y="455295"/>
                  </a:lnTo>
                  <a:lnTo>
                    <a:pt x="796290" y="456724"/>
                  </a:lnTo>
                  <a:lnTo>
                    <a:pt x="798672" y="457200"/>
                  </a:lnTo>
                  <a:lnTo>
                    <a:pt x="801053" y="456247"/>
                  </a:lnTo>
                  <a:lnTo>
                    <a:pt x="802958" y="454342"/>
                  </a:lnTo>
                  <a:lnTo>
                    <a:pt x="803910" y="452438"/>
                  </a:lnTo>
                  <a:lnTo>
                    <a:pt x="803434" y="448628"/>
                  </a:lnTo>
                  <a:lnTo>
                    <a:pt x="803434" y="445770"/>
                  </a:lnTo>
                  <a:lnTo>
                    <a:pt x="804863" y="443389"/>
                  </a:lnTo>
                  <a:lnTo>
                    <a:pt x="809149" y="439579"/>
                  </a:lnTo>
                  <a:lnTo>
                    <a:pt x="809625" y="438150"/>
                  </a:lnTo>
                  <a:lnTo>
                    <a:pt x="809149" y="434816"/>
                  </a:lnTo>
                  <a:lnTo>
                    <a:pt x="809149" y="431482"/>
                  </a:lnTo>
                  <a:lnTo>
                    <a:pt x="810578" y="431482"/>
                  </a:lnTo>
                  <a:lnTo>
                    <a:pt x="812959" y="431959"/>
                  </a:lnTo>
                  <a:lnTo>
                    <a:pt x="815817" y="430530"/>
                  </a:lnTo>
                  <a:lnTo>
                    <a:pt x="816769" y="430530"/>
                  </a:lnTo>
                  <a:lnTo>
                    <a:pt x="817722" y="431959"/>
                  </a:lnTo>
                  <a:lnTo>
                    <a:pt x="819627" y="431482"/>
                  </a:lnTo>
                  <a:lnTo>
                    <a:pt x="821055" y="438150"/>
                  </a:lnTo>
                  <a:lnTo>
                    <a:pt x="822484" y="444341"/>
                  </a:lnTo>
                  <a:lnTo>
                    <a:pt x="822484" y="447199"/>
                  </a:lnTo>
                  <a:lnTo>
                    <a:pt x="822960" y="453390"/>
                  </a:lnTo>
                  <a:lnTo>
                    <a:pt x="823436" y="458153"/>
                  </a:lnTo>
                  <a:lnTo>
                    <a:pt x="824389" y="459105"/>
                  </a:lnTo>
                  <a:lnTo>
                    <a:pt x="825818" y="461963"/>
                  </a:lnTo>
                  <a:lnTo>
                    <a:pt x="826770" y="464820"/>
                  </a:lnTo>
                  <a:lnTo>
                    <a:pt x="827723" y="466725"/>
                  </a:lnTo>
                  <a:lnTo>
                    <a:pt x="828199" y="472440"/>
                  </a:lnTo>
                  <a:lnTo>
                    <a:pt x="829152" y="476726"/>
                  </a:lnTo>
                  <a:lnTo>
                    <a:pt x="830104" y="489585"/>
                  </a:lnTo>
                  <a:lnTo>
                    <a:pt x="830580" y="491966"/>
                  </a:lnTo>
                  <a:lnTo>
                    <a:pt x="832485" y="491014"/>
                  </a:lnTo>
                  <a:lnTo>
                    <a:pt x="833438" y="489585"/>
                  </a:lnTo>
                  <a:lnTo>
                    <a:pt x="834390" y="487680"/>
                  </a:lnTo>
                  <a:lnTo>
                    <a:pt x="834867" y="486728"/>
                  </a:lnTo>
                  <a:lnTo>
                    <a:pt x="835819" y="486728"/>
                  </a:lnTo>
                  <a:lnTo>
                    <a:pt x="837724" y="487680"/>
                  </a:lnTo>
                  <a:lnTo>
                    <a:pt x="840581" y="491014"/>
                  </a:lnTo>
                  <a:lnTo>
                    <a:pt x="842486" y="491966"/>
                  </a:lnTo>
                  <a:lnTo>
                    <a:pt x="844392" y="491490"/>
                  </a:lnTo>
                  <a:lnTo>
                    <a:pt x="846297" y="486251"/>
                  </a:lnTo>
                  <a:lnTo>
                    <a:pt x="847249" y="484822"/>
                  </a:lnTo>
                  <a:lnTo>
                    <a:pt x="848202" y="483870"/>
                  </a:lnTo>
                  <a:lnTo>
                    <a:pt x="850106" y="483870"/>
                  </a:lnTo>
                  <a:lnTo>
                    <a:pt x="851059" y="482917"/>
                  </a:lnTo>
                  <a:lnTo>
                    <a:pt x="851535" y="480536"/>
                  </a:lnTo>
                  <a:lnTo>
                    <a:pt x="851535" y="478155"/>
                  </a:lnTo>
                  <a:lnTo>
                    <a:pt x="849630" y="471488"/>
                  </a:lnTo>
                  <a:lnTo>
                    <a:pt x="849154" y="468630"/>
                  </a:lnTo>
                  <a:lnTo>
                    <a:pt x="848678" y="465772"/>
                  </a:lnTo>
                  <a:lnTo>
                    <a:pt x="850106" y="462439"/>
                  </a:lnTo>
                  <a:lnTo>
                    <a:pt x="851535" y="458629"/>
                  </a:lnTo>
                  <a:lnTo>
                    <a:pt x="851059" y="455295"/>
                  </a:lnTo>
                  <a:lnTo>
                    <a:pt x="851535" y="453866"/>
                  </a:lnTo>
                  <a:lnTo>
                    <a:pt x="852964" y="453866"/>
                  </a:lnTo>
                  <a:lnTo>
                    <a:pt x="854869" y="454819"/>
                  </a:lnTo>
                  <a:lnTo>
                    <a:pt x="856774" y="454342"/>
                  </a:lnTo>
                  <a:lnTo>
                    <a:pt x="858203" y="452438"/>
                  </a:lnTo>
                  <a:lnTo>
                    <a:pt x="858679" y="450532"/>
                  </a:lnTo>
                  <a:lnTo>
                    <a:pt x="859631" y="443389"/>
                  </a:lnTo>
                  <a:lnTo>
                    <a:pt x="860108" y="436721"/>
                  </a:lnTo>
                  <a:lnTo>
                    <a:pt x="860108" y="431482"/>
                  </a:lnTo>
                  <a:lnTo>
                    <a:pt x="858679" y="428149"/>
                  </a:lnTo>
                  <a:lnTo>
                    <a:pt x="856298" y="419576"/>
                  </a:lnTo>
                  <a:lnTo>
                    <a:pt x="856774" y="418147"/>
                  </a:lnTo>
                  <a:lnTo>
                    <a:pt x="857727" y="417671"/>
                  </a:lnTo>
                  <a:lnTo>
                    <a:pt x="861060" y="420529"/>
                  </a:lnTo>
                  <a:lnTo>
                    <a:pt x="862489" y="421005"/>
                  </a:lnTo>
                  <a:lnTo>
                    <a:pt x="864870" y="420529"/>
                  </a:lnTo>
                  <a:lnTo>
                    <a:pt x="867252" y="420053"/>
                  </a:lnTo>
                  <a:lnTo>
                    <a:pt x="869156" y="420053"/>
                  </a:lnTo>
                  <a:lnTo>
                    <a:pt x="871538" y="421005"/>
                  </a:lnTo>
                  <a:lnTo>
                    <a:pt x="874872" y="421957"/>
                  </a:lnTo>
                  <a:lnTo>
                    <a:pt x="880110" y="423386"/>
                  </a:lnTo>
                  <a:lnTo>
                    <a:pt x="882492" y="424339"/>
                  </a:lnTo>
                  <a:lnTo>
                    <a:pt x="884397" y="424339"/>
                  </a:lnTo>
                  <a:lnTo>
                    <a:pt x="885825" y="421005"/>
                  </a:lnTo>
                  <a:lnTo>
                    <a:pt x="887730" y="415766"/>
                  </a:lnTo>
                  <a:lnTo>
                    <a:pt x="890111" y="408146"/>
                  </a:lnTo>
                  <a:lnTo>
                    <a:pt x="892969" y="402907"/>
                  </a:lnTo>
                  <a:lnTo>
                    <a:pt x="893922" y="401479"/>
                  </a:lnTo>
                  <a:lnTo>
                    <a:pt x="897255" y="397192"/>
                  </a:lnTo>
                  <a:lnTo>
                    <a:pt x="900113" y="392430"/>
                  </a:lnTo>
                  <a:lnTo>
                    <a:pt x="902970" y="386715"/>
                  </a:lnTo>
                  <a:lnTo>
                    <a:pt x="904399" y="382429"/>
                  </a:lnTo>
                  <a:lnTo>
                    <a:pt x="904399" y="380524"/>
                  </a:lnTo>
                  <a:lnTo>
                    <a:pt x="903447" y="379095"/>
                  </a:lnTo>
                  <a:lnTo>
                    <a:pt x="901542" y="378142"/>
                  </a:lnTo>
                  <a:lnTo>
                    <a:pt x="899636" y="377190"/>
                  </a:lnTo>
                  <a:lnTo>
                    <a:pt x="899160" y="376238"/>
                  </a:lnTo>
                  <a:lnTo>
                    <a:pt x="899160" y="375285"/>
                  </a:lnTo>
                  <a:lnTo>
                    <a:pt x="900113" y="372428"/>
                  </a:lnTo>
                  <a:lnTo>
                    <a:pt x="901542" y="369094"/>
                  </a:lnTo>
                  <a:lnTo>
                    <a:pt x="902970" y="367189"/>
                  </a:lnTo>
                  <a:lnTo>
                    <a:pt x="906780" y="364807"/>
                  </a:lnTo>
                  <a:lnTo>
                    <a:pt x="909161" y="361950"/>
                  </a:lnTo>
                  <a:lnTo>
                    <a:pt x="912019" y="358140"/>
                  </a:lnTo>
                  <a:lnTo>
                    <a:pt x="913448" y="355759"/>
                  </a:lnTo>
                  <a:lnTo>
                    <a:pt x="914400" y="350520"/>
                  </a:lnTo>
                  <a:lnTo>
                    <a:pt x="915353" y="349567"/>
                  </a:lnTo>
                  <a:lnTo>
                    <a:pt x="917258" y="348139"/>
                  </a:lnTo>
                  <a:lnTo>
                    <a:pt x="918686" y="346234"/>
                  </a:lnTo>
                  <a:lnTo>
                    <a:pt x="918686" y="345281"/>
                  </a:lnTo>
                  <a:lnTo>
                    <a:pt x="918210" y="344329"/>
                  </a:lnTo>
                  <a:lnTo>
                    <a:pt x="916781" y="340519"/>
                  </a:lnTo>
                  <a:lnTo>
                    <a:pt x="916305" y="334804"/>
                  </a:lnTo>
                  <a:lnTo>
                    <a:pt x="916781" y="330041"/>
                  </a:lnTo>
                  <a:lnTo>
                    <a:pt x="917734" y="328136"/>
                  </a:lnTo>
                  <a:lnTo>
                    <a:pt x="919163" y="325755"/>
                  </a:lnTo>
                  <a:lnTo>
                    <a:pt x="921544" y="324326"/>
                  </a:lnTo>
                  <a:lnTo>
                    <a:pt x="924878" y="323374"/>
                  </a:lnTo>
                  <a:lnTo>
                    <a:pt x="930117" y="320516"/>
                  </a:lnTo>
                  <a:lnTo>
                    <a:pt x="939642" y="313372"/>
                  </a:lnTo>
                  <a:lnTo>
                    <a:pt x="942975" y="310991"/>
                  </a:lnTo>
                  <a:lnTo>
                    <a:pt x="945356" y="310039"/>
                  </a:lnTo>
                  <a:lnTo>
                    <a:pt x="947738" y="307181"/>
                  </a:lnTo>
                  <a:lnTo>
                    <a:pt x="950595" y="303847"/>
                  </a:lnTo>
                  <a:lnTo>
                    <a:pt x="954881" y="302419"/>
                  </a:lnTo>
                  <a:lnTo>
                    <a:pt x="957739" y="301942"/>
                  </a:lnTo>
                  <a:lnTo>
                    <a:pt x="971074" y="299561"/>
                  </a:lnTo>
                  <a:lnTo>
                    <a:pt x="973455" y="300038"/>
                  </a:lnTo>
                  <a:lnTo>
                    <a:pt x="975836" y="301466"/>
                  </a:lnTo>
                  <a:lnTo>
                    <a:pt x="978694" y="305753"/>
                  </a:lnTo>
                  <a:lnTo>
                    <a:pt x="981075" y="307181"/>
                  </a:lnTo>
                  <a:lnTo>
                    <a:pt x="983933" y="308134"/>
                  </a:lnTo>
                  <a:lnTo>
                    <a:pt x="986314" y="307657"/>
                  </a:lnTo>
                  <a:lnTo>
                    <a:pt x="986314" y="305753"/>
                  </a:lnTo>
                  <a:lnTo>
                    <a:pt x="979647" y="295751"/>
                  </a:lnTo>
                  <a:lnTo>
                    <a:pt x="979170" y="292894"/>
                  </a:lnTo>
                  <a:lnTo>
                    <a:pt x="979170" y="290513"/>
                  </a:lnTo>
                  <a:lnTo>
                    <a:pt x="980123" y="288607"/>
                  </a:lnTo>
                  <a:lnTo>
                    <a:pt x="982504" y="286703"/>
                  </a:lnTo>
                  <a:lnTo>
                    <a:pt x="985361" y="284321"/>
                  </a:lnTo>
                  <a:lnTo>
                    <a:pt x="989172" y="281464"/>
                  </a:lnTo>
                  <a:lnTo>
                    <a:pt x="991553" y="279559"/>
                  </a:lnTo>
                  <a:lnTo>
                    <a:pt x="994410" y="279082"/>
                  </a:lnTo>
                  <a:lnTo>
                    <a:pt x="995363" y="278130"/>
                  </a:lnTo>
                  <a:lnTo>
                    <a:pt x="995839" y="276701"/>
                  </a:lnTo>
                  <a:lnTo>
                    <a:pt x="993458" y="273844"/>
                  </a:lnTo>
                  <a:close/>
                </a:path>
              </a:pathLst>
            </a:custGeom>
            <a:grpFill/>
            <a:ln w="317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04FA3F3A-592C-49D8-B1F9-0E1594EA99C8}"/>
                </a:ext>
              </a:extLst>
            </p:cNvPr>
            <p:cNvSpPr/>
            <p:nvPr/>
          </p:nvSpPr>
          <p:spPr>
            <a:xfrm>
              <a:off x="6884669" y="3132771"/>
              <a:ext cx="56673" cy="147161"/>
            </a:xfrm>
            <a:custGeom>
              <a:avLst/>
              <a:gdLst>
                <a:gd name="connsiteX0" fmla="*/ 55722 w 56673"/>
                <a:gd name="connsiteY0" fmla="*/ 16193 h 147161"/>
                <a:gd name="connsiteX1" fmla="*/ 55245 w 56673"/>
                <a:gd name="connsiteY1" fmla="*/ 14764 h 147161"/>
                <a:gd name="connsiteX2" fmla="*/ 55245 w 56673"/>
                <a:gd name="connsiteY2" fmla="*/ 12859 h 147161"/>
                <a:gd name="connsiteX3" fmla="*/ 56674 w 56673"/>
                <a:gd name="connsiteY3" fmla="*/ 10954 h 147161"/>
                <a:gd name="connsiteX4" fmla="*/ 55722 w 56673"/>
                <a:gd name="connsiteY4" fmla="*/ 9049 h 147161"/>
                <a:gd name="connsiteX5" fmla="*/ 54769 w 56673"/>
                <a:gd name="connsiteY5" fmla="*/ 6668 h 147161"/>
                <a:gd name="connsiteX6" fmla="*/ 54293 w 56673"/>
                <a:gd name="connsiteY6" fmla="*/ 5715 h 147161"/>
                <a:gd name="connsiteX7" fmla="*/ 54293 w 56673"/>
                <a:gd name="connsiteY7" fmla="*/ 3810 h 147161"/>
                <a:gd name="connsiteX8" fmla="*/ 54769 w 56673"/>
                <a:gd name="connsiteY8" fmla="*/ 2381 h 147161"/>
                <a:gd name="connsiteX9" fmla="*/ 55245 w 56673"/>
                <a:gd name="connsiteY9" fmla="*/ 0 h 147161"/>
                <a:gd name="connsiteX10" fmla="*/ 54293 w 56673"/>
                <a:gd name="connsiteY10" fmla="*/ 476 h 147161"/>
                <a:gd name="connsiteX11" fmla="*/ 52388 w 56673"/>
                <a:gd name="connsiteY11" fmla="*/ 2381 h 147161"/>
                <a:gd name="connsiteX12" fmla="*/ 50482 w 56673"/>
                <a:gd name="connsiteY12" fmla="*/ 3810 h 147161"/>
                <a:gd name="connsiteX13" fmla="*/ 47149 w 56673"/>
                <a:gd name="connsiteY13" fmla="*/ 5715 h 147161"/>
                <a:gd name="connsiteX14" fmla="*/ 46197 w 56673"/>
                <a:gd name="connsiteY14" fmla="*/ 7144 h 147161"/>
                <a:gd name="connsiteX15" fmla="*/ 45244 w 56673"/>
                <a:gd name="connsiteY15" fmla="*/ 6191 h 147161"/>
                <a:gd name="connsiteX16" fmla="*/ 43815 w 56673"/>
                <a:gd name="connsiteY16" fmla="*/ 6668 h 147161"/>
                <a:gd name="connsiteX17" fmla="*/ 42386 w 56673"/>
                <a:gd name="connsiteY17" fmla="*/ 11906 h 147161"/>
                <a:gd name="connsiteX18" fmla="*/ 39529 w 56673"/>
                <a:gd name="connsiteY18" fmla="*/ 13335 h 147161"/>
                <a:gd name="connsiteX19" fmla="*/ 36195 w 56673"/>
                <a:gd name="connsiteY19" fmla="*/ 13335 h 147161"/>
                <a:gd name="connsiteX20" fmla="*/ 33338 w 56673"/>
                <a:gd name="connsiteY20" fmla="*/ 12859 h 147161"/>
                <a:gd name="connsiteX21" fmla="*/ 29528 w 56673"/>
                <a:gd name="connsiteY21" fmla="*/ 12859 h 147161"/>
                <a:gd name="connsiteX22" fmla="*/ 28099 w 56673"/>
                <a:gd name="connsiteY22" fmla="*/ 17621 h 147161"/>
                <a:gd name="connsiteX23" fmla="*/ 25718 w 56673"/>
                <a:gd name="connsiteY23" fmla="*/ 22860 h 147161"/>
                <a:gd name="connsiteX24" fmla="*/ 22860 w 56673"/>
                <a:gd name="connsiteY24" fmla="*/ 30480 h 147161"/>
                <a:gd name="connsiteX25" fmla="*/ 19050 w 56673"/>
                <a:gd name="connsiteY25" fmla="*/ 46196 h 147161"/>
                <a:gd name="connsiteX26" fmla="*/ 14764 w 56673"/>
                <a:gd name="connsiteY26" fmla="*/ 57626 h 147161"/>
                <a:gd name="connsiteX27" fmla="*/ 8097 w 56673"/>
                <a:gd name="connsiteY27" fmla="*/ 68580 h 147161"/>
                <a:gd name="connsiteX28" fmla="*/ 8097 w 56673"/>
                <a:gd name="connsiteY28" fmla="*/ 69056 h 147161"/>
                <a:gd name="connsiteX29" fmla="*/ 9525 w 56673"/>
                <a:gd name="connsiteY29" fmla="*/ 70485 h 147161"/>
                <a:gd name="connsiteX30" fmla="*/ 9525 w 56673"/>
                <a:gd name="connsiteY30" fmla="*/ 71438 h 147161"/>
                <a:gd name="connsiteX31" fmla="*/ 3810 w 56673"/>
                <a:gd name="connsiteY31" fmla="*/ 77153 h 147161"/>
                <a:gd name="connsiteX32" fmla="*/ 3334 w 56673"/>
                <a:gd name="connsiteY32" fmla="*/ 80010 h 147161"/>
                <a:gd name="connsiteX33" fmla="*/ 0 w 56673"/>
                <a:gd name="connsiteY33" fmla="*/ 82868 h 147161"/>
                <a:gd name="connsiteX34" fmla="*/ 2857 w 56673"/>
                <a:gd name="connsiteY34" fmla="*/ 90964 h 147161"/>
                <a:gd name="connsiteX35" fmla="*/ 5239 w 56673"/>
                <a:gd name="connsiteY35" fmla="*/ 97155 h 147161"/>
                <a:gd name="connsiteX36" fmla="*/ 8573 w 56673"/>
                <a:gd name="connsiteY36" fmla="*/ 105728 h 147161"/>
                <a:gd name="connsiteX37" fmla="*/ 9049 w 56673"/>
                <a:gd name="connsiteY37" fmla="*/ 109061 h 147161"/>
                <a:gd name="connsiteX38" fmla="*/ 9525 w 56673"/>
                <a:gd name="connsiteY38" fmla="*/ 111443 h 147161"/>
                <a:gd name="connsiteX39" fmla="*/ 14288 w 56673"/>
                <a:gd name="connsiteY39" fmla="*/ 120491 h 147161"/>
                <a:gd name="connsiteX40" fmla="*/ 16669 w 56673"/>
                <a:gd name="connsiteY40" fmla="*/ 128588 h 147161"/>
                <a:gd name="connsiteX41" fmla="*/ 18574 w 56673"/>
                <a:gd name="connsiteY41" fmla="*/ 134779 h 147161"/>
                <a:gd name="connsiteX42" fmla="*/ 21431 w 56673"/>
                <a:gd name="connsiteY42" fmla="*/ 143828 h 147161"/>
                <a:gd name="connsiteX43" fmla="*/ 22384 w 56673"/>
                <a:gd name="connsiteY43" fmla="*/ 147161 h 147161"/>
                <a:gd name="connsiteX44" fmla="*/ 24765 w 56673"/>
                <a:gd name="connsiteY44" fmla="*/ 144304 h 147161"/>
                <a:gd name="connsiteX45" fmla="*/ 26670 w 56673"/>
                <a:gd name="connsiteY45" fmla="*/ 135731 h 147161"/>
                <a:gd name="connsiteX46" fmla="*/ 27623 w 56673"/>
                <a:gd name="connsiteY46" fmla="*/ 131445 h 147161"/>
                <a:gd name="connsiteX47" fmla="*/ 28099 w 56673"/>
                <a:gd name="connsiteY47" fmla="*/ 128588 h 147161"/>
                <a:gd name="connsiteX48" fmla="*/ 30480 w 56673"/>
                <a:gd name="connsiteY48" fmla="*/ 122396 h 147161"/>
                <a:gd name="connsiteX49" fmla="*/ 30004 w 56673"/>
                <a:gd name="connsiteY49" fmla="*/ 120491 h 147161"/>
                <a:gd name="connsiteX50" fmla="*/ 30956 w 56673"/>
                <a:gd name="connsiteY50" fmla="*/ 113347 h 147161"/>
                <a:gd name="connsiteX51" fmla="*/ 30480 w 56673"/>
                <a:gd name="connsiteY51" fmla="*/ 112395 h 147161"/>
                <a:gd name="connsiteX52" fmla="*/ 31432 w 56673"/>
                <a:gd name="connsiteY52" fmla="*/ 108585 h 147161"/>
                <a:gd name="connsiteX53" fmla="*/ 33814 w 56673"/>
                <a:gd name="connsiteY53" fmla="*/ 102870 h 147161"/>
                <a:gd name="connsiteX54" fmla="*/ 35719 w 56673"/>
                <a:gd name="connsiteY54" fmla="*/ 98108 h 147161"/>
                <a:gd name="connsiteX55" fmla="*/ 36672 w 56673"/>
                <a:gd name="connsiteY55" fmla="*/ 96203 h 147161"/>
                <a:gd name="connsiteX56" fmla="*/ 38576 w 56673"/>
                <a:gd name="connsiteY56" fmla="*/ 91440 h 147161"/>
                <a:gd name="connsiteX57" fmla="*/ 40481 w 56673"/>
                <a:gd name="connsiteY57" fmla="*/ 85725 h 147161"/>
                <a:gd name="connsiteX58" fmla="*/ 39529 w 56673"/>
                <a:gd name="connsiteY58" fmla="*/ 82868 h 147161"/>
                <a:gd name="connsiteX59" fmla="*/ 39529 w 56673"/>
                <a:gd name="connsiteY59" fmla="*/ 82391 h 147161"/>
                <a:gd name="connsiteX60" fmla="*/ 40005 w 56673"/>
                <a:gd name="connsiteY60" fmla="*/ 78581 h 147161"/>
                <a:gd name="connsiteX61" fmla="*/ 40005 w 56673"/>
                <a:gd name="connsiteY61" fmla="*/ 78581 h 147161"/>
                <a:gd name="connsiteX62" fmla="*/ 40957 w 56673"/>
                <a:gd name="connsiteY62" fmla="*/ 72866 h 147161"/>
                <a:gd name="connsiteX63" fmla="*/ 39529 w 56673"/>
                <a:gd name="connsiteY63" fmla="*/ 72866 h 147161"/>
                <a:gd name="connsiteX64" fmla="*/ 35243 w 56673"/>
                <a:gd name="connsiteY64" fmla="*/ 75247 h 147161"/>
                <a:gd name="connsiteX65" fmla="*/ 29051 w 56673"/>
                <a:gd name="connsiteY65" fmla="*/ 77153 h 147161"/>
                <a:gd name="connsiteX66" fmla="*/ 22384 w 56673"/>
                <a:gd name="connsiteY66" fmla="*/ 77629 h 147161"/>
                <a:gd name="connsiteX67" fmla="*/ 21431 w 56673"/>
                <a:gd name="connsiteY67" fmla="*/ 77153 h 147161"/>
                <a:gd name="connsiteX68" fmla="*/ 21431 w 56673"/>
                <a:gd name="connsiteY68" fmla="*/ 76200 h 147161"/>
                <a:gd name="connsiteX69" fmla="*/ 23336 w 56673"/>
                <a:gd name="connsiteY69" fmla="*/ 70961 h 147161"/>
                <a:gd name="connsiteX70" fmla="*/ 23813 w 56673"/>
                <a:gd name="connsiteY70" fmla="*/ 68580 h 147161"/>
                <a:gd name="connsiteX71" fmla="*/ 26670 w 56673"/>
                <a:gd name="connsiteY71" fmla="*/ 65722 h 147161"/>
                <a:gd name="connsiteX72" fmla="*/ 30956 w 56673"/>
                <a:gd name="connsiteY72" fmla="*/ 63341 h 147161"/>
                <a:gd name="connsiteX73" fmla="*/ 32385 w 56673"/>
                <a:gd name="connsiteY73" fmla="*/ 62865 h 147161"/>
                <a:gd name="connsiteX74" fmla="*/ 32385 w 56673"/>
                <a:gd name="connsiteY74" fmla="*/ 61913 h 147161"/>
                <a:gd name="connsiteX75" fmla="*/ 30004 w 56673"/>
                <a:gd name="connsiteY75" fmla="*/ 60484 h 147161"/>
                <a:gd name="connsiteX76" fmla="*/ 27623 w 56673"/>
                <a:gd name="connsiteY76" fmla="*/ 59531 h 147161"/>
                <a:gd name="connsiteX77" fmla="*/ 25241 w 56673"/>
                <a:gd name="connsiteY77" fmla="*/ 60484 h 147161"/>
                <a:gd name="connsiteX78" fmla="*/ 24289 w 56673"/>
                <a:gd name="connsiteY78" fmla="*/ 60008 h 147161"/>
                <a:gd name="connsiteX79" fmla="*/ 24289 w 56673"/>
                <a:gd name="connsiteY79" fmla="*/ 59531 h 147161"/>
                <a:gd name="connsiteX80" fmla="*/ 24765 w 56673"/>
                <a:gd name="connsiteY80" fmla="*/ 58579 h 147161"/>
                <a:gd name="connsiteX81" fmla="*/ 25241 w 56673"/>
                <a:gd name="connsiteY81" fmla="*/ 56674 h 147161"/>
                <a:gd name="connsiteX82" fmla="*/ 24765 w 56673"/>
                <a:gd name="connsiteY82" fmla="*/ 53816 h 147161"/>
                <a:gd name="connsiteX83" fmla="*/ 24765 w 56673"/>
                <a:gd name="connsiteY83" fmla="*/ 50483 h 147161"/>
                <a:gd name="connsiteX84" fmla="*/ 24289 w 56673"/>
                <a:gd name="connsiteY84" fmla="*/ 47625 h 147161"/>
                <a:gd name="connsiteX85" fmla="*/ 25718 w 56673"/>
                <a:gd name="connsiteY85" fmla="*/ 43339 h 147161"/>
                <a:gd name="connsiteX86" fmla="*/ 26194 w 56673"/>
                <a:gd name="connsiteY86" fmla="*/ 40958 h 147161"/>
                <a:gd name="connsiteX87" fmla="*/ 28099 w 56673"/>
                <a:gd name="connsiteY87" fmla="*/ 36195 h 147161"/>
                <a:gd name="connsiteX88" fmla="*/ 32385 w 56673"/>
                <a:gd name="connsiteY88" fmla="*/ 33814 h 147161"/>
                <a:gd name="connsiteX89" fmla="*/ 36195 w 56673"/>
                <a:gd name="connsiteY89" fmla="*/ 34290 h 147161"/>
                <a:gd name="connsiteX90" fmla="*/ 38100 w 56673"/>
                <a:gd name="connsiteY90" fmla="*/ 34766 h 147161"/>
                <a:gd name="connsiteX91" fmla="*/ 39053 w 56673"/>
                <a:gd name="connsiteY91" fmla="*/ 35243 h 147161"/>
                <a:gd name="connsiteX92" fmla="*/ 39529 w 56673"/>
                <a:gd name="connsiteY92" fmla="*/ 36671 h 147161"/>
                <a:gd name="connsiteX93" fmla="*/ 42386 w 56673"/>
                <a:gd name="connsiteY93" fmla="*/ 38576 h 147161"/>
                <a:gd name="connsiteX94" fmla="*/ 44291 w 56673"/>
                <a:gd name="connsiteY94" fmla="*/ 39053 h 147161"/>
                <a:gd name="connsiteX95" fmla="*/ 45244 w 56673"/>
                <a:gd name="connsiteY95" fmla="*/ 30480 h 147161"/>
                <a:gd name="connsiteX96" fmla="*/ 45244 w 56673"/>
                <a:gd name="connsiteY96" fmla="*/ 29528 h 147161"/>
                <a:gd name="connsiteX97" fmla="*/ 45720 w 56673"/>
                <a:gd name="connsiteY97" fmla="*/ 28575 h 147161"/>
                <a:gd name="connsiteX98" fmla="*/ 46673 w 56673"/>
                <a:gd name="connsiteY98" fmla="*/ 28099 h 147161"/>
                <a:gd name="connsiteX99" fmla="*/ 50482 w 56673"/>
                <a:gd name="connsiteY99" fmla="*/ 26194 h 147161"/>
                <a:gd name="connsiteX100" fmla="*/ 52388 w 56673"/>
                <a:gd name="connsiteY100" fmla="*/ 26194 h 147161"/>
                <a:gd name="connsiteX101" fmla="*/ 52864 w 56673"/>
                <a:gd name="connsiteY101" fmla="*/ 24289 h 147161"/>
                <a:gd name="connsiteX102" fmla="*/ 54769 w 56673"/>
                <a:gd name="connsiteY102" fmla="*/ 21431 h 147161"/>
                <a:gd name="connsiteX103" fmla="*/ 56674 w 56673"/>
                <a:gd name="connsiteY103" fmla="*/ 18097 h 147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56673" h="147161">
                  <a:moveTo>
                    <a:pt x="55722" y="16193"/>
                  </a:moveTo>
                  <a:lnTo>
                    <a:pt x="55245" y="14764"/>
                  </a:lnTo>
                  <a:lnTo>
                    <a:pt x="55245" y="12859"/>
                  </a:lnTo>
                  <a:lnTo>
                    <a:pt x="56674" y="10954"/>
                  </a:lnTo>
                  <a:lnTo>
                    <a:pt x="55722" y="9049"/>
                  </a:lnTo>
                  <a:lnTo>
                    <a:pt x="54769" y="6668"/>
                  </a:lnTo>
                  <a:lnTo>
                    <a:pt x="54293" y="5715"/>
                  </a:lnTo>
                  <a:lnTo>
                    <a:pt x="54293" y="3810"/>
                  </a:lnTo>
                  <a:lnTo>
                    <a:pt x="54769" y="2381"/>
                  </a:lnTo>
                  <a:lnTo>
                    <a:pt x="55245" y="0"/>
                  </a:lnTo>
                  <a:lnTo>
                    <a:pt x="54293" y="476"/>
                  </a:lnTo>
                  <a:lnTo>
                    <a:pt x="52388" y="2381"/>
                  </a:lnTo>
                  <a:lnTo>
                    <a:pt x="50482" y="3810"/>
                  </a:lnTo>
                  <a:lnTo>
                    <a:pt x="47149" y="5715"/>
                  </a:lnTo>
                  <a:lnTo>
                    <a:pt x="46197" y="7144"/>
                  </a:lnTo>
                  <a:lnTo>
                    <a:pt x="45244" y="6191"/>
                  </a:lnTo>
                  <a:lnTo>
                    <a:pt x="43815" y="6668"/>
                  </a:lnTo>
                  <a:lnTo>
                    <a:pt x="42386" y="11906"/>
                  </a:lnTo>
                  <a:lnTo>
                    <a:pt x="39529" y="13335"/>
                  </a:lnTo>
                  <a:lnTo>
                    <a:pt x="36195" y="13335"/>
                  </a:lnTo>
                  <a:lnTo>
                    <a:pt x="33338" y="12859"/>
                  </a:lnTo>
                  <a:lnTo>
                    <a:pt x="29528" y="12859"/>
                  </a:lnTo>
                  <a:lnTo>
                    <a:pt x="28099" y="17621"/>
                  </a:lnTo>
                  <a:lnTo>
                    <a:pt x="25718" y="22860"/>
                  </a:lnTo>
                  <a:lnTo>
                    <a:pt x="22860" y="30480"/>
                  </a:lnTo>
                  <a:lnTo>
                    <a:pt x="19050" y="46196"/>
                  </a:lnTo>
                  <a:lnTo>
                    <a:pt x="14764" y="57626"/>
                  </a:lnTo>
                  <a:lnTo>
                    <a:pt x="8097" y="68580"/>
                  </a:lnTo>
                  <a:lnTo>
                    <a:pt x="8097" y="69056"/>
                  </a:lnTo>
                  <a:lnTo>
                    <a:pt x="9525" y="70485"/>
                  </a:lnTo>
                  <a:lnTo>
                    <a:pt x="9525" y="71438"/>
                  </a:lnTo>
                  <a:lnTo>
                    <a:pt x="3810" y="77153"/>
                  </a:lnTo>
                  <a:lnTo>
                    <a:pt x="3334" y="80010"/>
                  </a:lnTo>
                  <a:lnTo>
                    <a:pt x="0" y="82868"/>
                  </a:lnTo>
                  <a:lnTo>
                    <a:pt x="2857" y="90964"/>
                  </a:lnTo>
                  <a:lnTo>
                    <a:pt x="5239" y="97155"/>
                  </a:lnTo>
                  <a:lnTo>
                    <a:pt x="8573" y="105728"/>
                  </a:lnTo>
                  <a:lnTo>
                    <a:pt x="9049" y="109061"/>
                  </a:lnTo>
                  <a:lnTo>
                    <a:pt x="9525" y="111443"/>
                  </a:lnTo>
                  <a:lnTo>
                    <a:pt x="14288" y="120491"/>
                  </a:lnTo>
                  <a:lnTo>
                    <a:pt x="16669" y="128588"/>
                  </a:lnTo>
                  <a:lnTo>
                    <a:pt x="18574" y="134779"/>
                  </a:lnTo>
                  <a:lnTo>
                    <a:pt x="21431" y="143828"/>
                  </a:lnTo>
                  <a:lnTo>
                    <a:pt x="22384" y="147161"/>
                  </a:lnTo>
                  <a:lnTo>
                    <a:pt x="24765" y="144304"/>
                  </a:lnTo>
                  <a:lnTo>
                    <a:pt x="26670" y="135731"/>
                  </a:lnTo>
                  <a:lnTo>
                    <a:pt x="27623" y="131445"/>
                  </a:lnTo>
                  <a:lnTo>
                    <a:pt x="28099" y="128588"/>
                  </a:lnTo>
                  <a:lnTo>
                    <a:pt x="30480" y="122396"/>
                  </a:lnTo>
                  <a:lnTo>
                    <a:pt x="30004" y="120491"/>
                  </a:lnTo>
                  <a:lnTo>
                    <a:pt x="30956" y="113347"/>
                  </a:lnTo>
                  <a:lnTo>
                    <a:pt x="30480" y="112395"/>
                  </a:lnTo>
                  <a:lnTo>
                    <a:pt x="31432" y="108585"/>
                  </a:lnTo>
                  <a:lnTo>
                    <a:pt x="33814" y="102870"/>
                  </a:lnTo>
                  <a:lnTo>
                    <a:pt x="35719" y="98108"/>
                  </a:lnTo>
                  <a:lnTo>
                    <a:pt x="36672" y="96203"/>
                  </a:lnTo>
                  <a:lnTo>
                    <a:pt x="38576" y="91440"/>
                  </a:lnTo>
                  <a:lnTo>
                    <a:pt x="40481" y="85725"/>
                  </a:lnTo>
                  <a:lnTo>
                    <a:pt x="39529" y="82868"/>
                  </a:lnTo>
                  <a:lnTo>
                    <a:pt x="39529" y="82391"/>
                  </a:lnTo>
                  <a:lnTo>
                    <a:pt x="40005" y="78581"/>
                  </a:lnTo>
                  <a:lnTo>
                    <a:pt x="40005" y="78581"/>
                  </a:lnTo>
                  <a:lnTo>
                    <a:pt x="40957" y="72866"/>
                  </a:lnTo>
                  <a:lnTo>
                    <a:pt x="39529" y="72866"/>
                  </a:lnTo>
                  <a:lnTo>
                    <a:pt x="35243" y="75247"/>
                  </a:lnTo>
                  <a:lnTo>
                    <a:pt x="29051" y="77153"/>
                  </a:lnTo>
                  <a:lnTo>
                    <a:pt x="22384" y="77629"/>
                  </a:lnTo>
                  <a:lnTo>
                    <a:pt x="21431" y="77153"/>
                  </a:lnTo>
                  <a:lnTo>
                    <a:pt x="21431" y="76200"/>
                  </a:lnTo>
                  <a:lnTo>
                    <a:pt x="23336" y="70961"/>
                  </a:lnTo>
                  <a:lnTo>
                    <a:pt x="23813" y="68580"/>
                  </a:lnTo>
                  <a:lnTo>
                    <a:pt x="26670" y="65722"/>
                  </a:lnTo>
                  <a:lnTo>
                    <a:pt x="30956" y="63341"/>
                  </a:lnTo>
                  <a:lnTo>
                    <a:pt x="32385" y="62865"/>
                  </a:lnTo>
                  <a:lnTo>
                    <a:pt x="32385" y="61913"/>
                  </a:lnTo>
                  <a:lnTo>
                    <a:pt x="30004" y="60484"/>
                  </a:lnTo>
                  <a:lnTo>
                    <a:pt x="27623" y="59531"/>
                  </a:lnTo>
                  <a:lnTo>
                    <a:pt x="25241" y="60484"/>
                  </a:lnTo>
                  <a:lnTo>
                    <a:pt x="24289" y="60008"/>
                  </a:lnTo>
                  <a:lnTo>
                    <a:pt x="24289" y="59531"/>
                  </a:lnTo>
                  <a:lnTo>
                    <a:pt x="24765" y="58579"/>
                  </a:lnTo>
                  <a:lnTo>
                    <a:pt x="25241" y="56674"/>
                  </a:lnTo>
                  <a:lnTo>
                    <a:pt x="24765" y="53816"/>
                  </a:lnTo>
                  <a:lnTo>
                    <a:pt x="24765" y="50483"/>
                  </a:lnTo>
                  <a:lnTo>
                    <a:pt x="24289" y="47625"/>
                  </a:lnTo>
                  <a:lnTo>
                    <a:pt x="25718" y="43339"/>
                  </a:lnTo>
                  <a:lnTo>
                    <a:pt x="26194" y="40958"/>
                  </a:lnTo>
                  <a:lnTo>
                    <a:pt x="28099" y="36195"/>
                  </a:lnTo>
                  <a:lnTo>
                    <a:pt x="32385" y="33814"/>
                  </a:lnTo>
                  <a:lnTo>
                    <a:pt x="36195" y="34290"/>
                  </a:lnTo>
                  <a:lnTo>
                    <a:pt x="38100" y="34766"/>
                  </a:lnTo>
                  <a:lnTo>
                    <a:pt x="39053" y="35243"/>
                  </a:lnTo>
                  <a:lnTo>
                    <a:pt x="39529" y="36671"/>
                  </a:lnTo>
                  <a:lnTo>
                    <a:pt x="42386" y="38576"/>
                  </a:lnTo>
                  <a:lnTo>
                    <a:pt x="44291" y="39053"/>
                  </a:lnTo>
                  <a:lnTo>
                    <a:pt x="45244" y="30480"/>
                  </a:lnTo>
                  <a:lnTo>
                    <a:pt x="45244" y="29528"/>
                  </a:lnTo>
                  <a:lnTo>
                    <a:pt x="45720" y="28575"/>
                  </a:lnTo>
                  <a:lnTo>
                    <a:pt x="46673" y="28099"/>
                  </a:lnTo>
                  <a:lnTo>
                    <a:pt x="50482" y="26194"/>
                  </a:lnTo>
                  <a:lnTo>
                    <a:pt x="52388" y="26194"/>
                  </a:lnTo>
                  <a:lnTo>
                    <a:pt x="52864" y="24289"/>
                  </a:lnTo>
                  <a:lnTo>
                    <a:pt x="54769" y="21431"/>
                  </a:lnTo>
                  <a:lnTo>
                    <a:pt x="56674" y="18097"/>
                  </a:lnTo>
                  <a:close/>
                </a:path>
              </a:pathLst>
            </a:custGeom>
            <a:grpFill/>
            <a:ln w="317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C98397B8-AEEB-40FC-ACDD-19A94CF90D83}"/>
                </a:ext>
              </a:extLst>
            </p:cNvPr>
            <p:cNvSpPr/>
            <p:nvPr/>
          </p:nvSpPr>
          <p:spPr>
            <a:xfrm>
              <a:off x="5366385" y="2217895"/>
              <a:ext cx="150018" cy="176688"/>
            </a:xfrm>
            <a:custGeom>
              <a:avLst/>
              <a:gdLst>
                <a:gd name="connsiteX0" fmla="*/ 147638 w 150018"/>
                <a:gd name="connsiteY0" fmla="*/ 104775 h 176688"/>
                <a:gd name="connsiteX1" fmla="*/ 146685 w 150018"/>
                <a:gd name="connsiteY1" fmla="*/ 101441 h 176688"/>
                <a:gd name="connsiteX2" fmla="*/ 144780 w 150018"/>
                <a:gd name="connsiteY2" fmla="*/ 95250 h 176688"/>
                <a:gd name="connsiteX3" fmla="*/ 144303 w 150018"/>
                <a:gd name="connsiteY3" fmla="*/ 92392 h 176688"/>
                <a:gd name="connsiteX4" fmla="*/ 145256 w 150018"/>
                <a:gd name="connsiteY4" fmla="*/ 91440 h 176688"/>
                <a:gd name="connsiteX5" fmla="*/ 144780 w 150018"/>
                <a:gd name="connsiteY5" fmla="*/ 88106 h 176688"/>
                <a:gd name="connsiteX6" fmla="*/ 145256 w 150018"/>
                <a:gd name="connsiteY6" fmla="*/ 86201 h 176688"/>
                <a:gd name="connsiteX7" fmla="*/ 144780 w 150018"/>
                <a:gd name="connsiteY7" fmla="*/ 82391 h 176688"/>
                <a:gd name="connsiteX8" fmla="*/ 142875 w 150018"/>
                <a:gd name="connsiteY8" fmla="*/ 79534 h 176688"/>
                <a:gd name="connsiteX9" fmla="*/ 141922 w 150018"/>
                <a:gd name="connsiteY9" fmla="*/ 74771 h 176688"/>
                <a:gd name="connsiteX10" fmla="*/ 140494 w 150018"/>
                <a:gd name="connsiteY10" fmla="*/ 70485 h 176688"/>
                <a:gd name="connsiteX11" fmla="*/ 138589 w 150018"/>
                <a:gd name="connsiteY11" fmla="*/ 68580 h 176688"/>
                <a:gd name="connsiteX12" fmla="*/ 137636 w 150018"/>
                <a:gd name="connsiteY12" fmla="*/ 65722 h 176688"/>
                <a:gd name="connsiteX13" fmla="*/ 137636 w 150018"/>
                <a:gd name="connsiteY13" fmla="*/ 63817 h 176688"/>
                <a:gd name="connsiteX14" fmla="*/ 139065 w 150018"/>
                <a:gd name="connsiteY14" fmla="*/ 62865 h 176688"/>
                <a:gd name="connsiteX15" fmla="*/ 141446 w 150018"/>
                <a:gd name="connsiteY15" fmla="*/ 63341 h 176688"/>
                <a:gd name="connsiteX16" fmla="*/ 143827 w 150018"/>
                <a:gd name="connsiteY16" fmla="*/ 62865 h 176688"/>
                <a:gd name="connsiteX17" fmla="*/ 143351 w 150018"/>
                <a:gd name="connsiteY17" fmla="*/ 60960 h 176688"/>
                <a:gd name="connsiteX18" fmla="*/ 141922 w 150018"/>
                <a:gd name="connsiteY18" fmla="*/ 59531 h 176688"/>
                <a:gd name="connsiteX19" fmla="*/ 139065 w 150018"/>
                <a:gd name="connsiteY19" fmla="*/ 59055 h 176688"/>
                <a:gd name="connsiteX20" fmla="*/ 137160 w 150018"/>
                <a:gd name="connsiteY20" fmla="*/ 60007 h 176688"/>
                <a:gd name="connsiteX21" fmla="*/ 135731 w 150018"/>
                <a:gd name="connsiteY21" fmla="*/ 60960 h 176688"/>
                <a:gd name="connsiteX22" fmla="*/ 134302 w 150018"/>
                <a:gd name="connsiteY22" fmla="*/ 60960 h 176688"/>
                <a:gd name="connsiteX23" fmla="*/ 130492 w 150018"/>
                <a:gd name="connsiteY23" fmla="*/ 61436 h 176688"/>
                <a:gd name="connsiteX24" fmla="*/ 127159 w 150018"/>
                <a:gd name="connsiteY24" fmla="*/ 61436 h 176688"/>
                <a:gd name="connsiteX25" fmla="*/ 126682 w 150018"/>
                <a:gd name="connsiteY25" fmla="*/ 60007 h 176688"/>
                <a:gd name="connsiteX26" fmla="*/ 127159 w 150018"/>
                <a:gd name="connsiteY26" fmla="*/ 56197 h 176688"/>
                <a:gd name="connsiteX27" fmla="*/ 126206 w 150018"/>
                <a:gd name="connsiteY27" fmla="*/ 55245 h 176688"/>
                <a:gd name="connsiteX28" fmla="*/ 122872 w 150018"/>
                <a:gd name="connsiteY28" fmla="*/ 54769 h 176688"/>
                <a:gd name="connsiteX29" fmla="*/ 121444 w 150018"/>
                <a:gd name="connsiteY29" fmla="*/ 53816 h 176688"/>
                <a:gd name="connsiteX30" fmla="*/ 119539 w 150018"/>
                <a:gd name="connsiteY30" fmla="*/ 51435 h 176688"/>
                <a:gd name="connsiteX31" fmla="*/ 119063 w 150018"/>
                <a:gd name="connsiteY31" fmla="*/ 50482 h 176688"/>
                <a:gd name="connsiteX32" fmla="*/ 118586 w 150018"/>
                <a:gd name="connsiteY32" fmla="*/ 49054 h 176688"/>
                <a:gd name="connsiteX33" fmla="*/ 116681 w 150018"/>
                <a:gd name="connsiteY33" fmla="*/ 47149 h 176688"/>
                <a:gd name="connsiteX34" fmla="*/ 114300 w 150018"/>
                <a:gd name="connsiteY34" fmla="*/ 45720 h 176688"/>
                <a:gd name="connsiteX35" fmla="*/ 112871 w 150018"/>
                <a:gd name="connsiteY35" fmla="*/ 45720 h 176688"/>
                <a:gd name="connsiteX36" fmla="*/ 110014 w 150018"/>
                <a:gd name="connsiteY36" fmla="*/ 48101 h 176688"/>
                <a:gd name="connsiteX37" fmla="*/ 107632 w 150018"/>
                <a:gd name="connsiteY37" fmla="*/ 50482 h 176688"/>
                <a:gd name="connsiteX38" fmla="*/ 108585 w 150018"/>
                <a:gd name="connsiteY38" fmla="*/ 51911 h 176688"/>
                <a:gd name="connsiteX39" fmla="*/ 109538 w 150018"/>
                <a:gd name="connsiteY39" fmla="*/ 53340 h 176688"/>
                <a:gd name="connsiteX40" fmla="*/ 108109 w 150018"/>
                <a:gd name="connsiteY40" fmla="*/ 54292 h 176688"/>
                <a:gd name="connsiteX41" fmla="*/ 104298 w 150018"/>
                <a:gd name="connsiteY41" fmla="*/ 57150 h 176688"/>
                <a:gd name="connsiteX42" fmla="*/ 103822 w 150018"/>
                <a:gd name="connsiteY42" fmla="*/ 58102 h 176688"/>
                <a:gd name="connsiteX43" fmla="*/ 102870 w 150018"/>
                <a:gd name="connsiteY43" fmla="*/ 58579 h 176688"/>
                <a:gd name="connsiteX44" fmla="*/ 100965 w 150018"/>
                <a:gd name="connsiteY44" fmla="*/ 57626 h 176688"/>
                <a:gd name="connsiteX45" fmla="*/ 96202 w 150018"/>
                <a:gd name="connsiteY45" fmla="*/ 57626 h 176688"/>
                <a:gd name="connsiteX46" fmla="*/ 94297 w 150018"/>
                <a:gd name="connsiteY46" fmla="*/ 57150 h 176688"/>
                <a:gd name="connsiteX47" fmla="*/ 91916 w 150018"/>
                <a:gd name="connsiteY47" fmla="*/ 55245 h 176688"/>
                <a:gd name="connsiteX48" fmla="*/ 85725 w 150018"/>
                <a:gd name="connsiteY48" fmla="*/ 53816 h 176688"/>
                <a:gd name="connsiteX49" fmla="*/ 84772 w 150018"/>
                <a:gd name="connsiteY49" fmla="*/ 50482 h 176688"/>
                <a:gd name="connsiteX50" fmla="*/ 83820 w 150018"/>
                <a:gd name="connsiteY50" fmla="*/ 50006 h 176688"/>
                <a:gd name="connsiteX51" fmla="*/ 77152 w 150018"/>
                <a:gd name="connsiteY51" fmla="*/ 44291 h 176688"/>
                <a:gd name="connsiteX52" fmla="*/ 76200 w 150018"/>
                <a:gd name="connsiteY52" fmla="*/ 42386 h 176688"/>
                <a:gd name="connsiteX53" fmla="*/ 77152 w 150018"/>
                <a:gd name="connsiteY53" fmla="*/ 41434 h 176688"/>
                <a:gd name="connsiteX54" fmla="*/ 79534 w 150018"/>
                <a:gd name="connsiteY54" fmla="*/ 40005 h 176688"/>
                <a:gd name="connsiteX55" fmla="*/ 88106 w 150018"/>
                <a:gd name="connsiteY55" fmla="*/ 37147 h 176688"/>
                <a:gd name="connsiteX56" fmla="*/ 89535 w 150018"/>
                <a:gd name="connsiteY56" fmla="*/ 36195 h 176688"/>
                <a:gd name="connsiteX57" fmla="*/ 90011 w 150018"/>
                <a:gd name="connsiteY57" fmla="*/ 35242 h 176688"/>
                <a:gd name="connsiteX58" fmla="*/ 87630 w 150018"/>
                <a:gd name="connsiteY58" fmla="*/ 34290 h 176688"/>
                <a:gd name="connsiteX59" fmla="*/ 85248 w 150018"/>
                <a:gd name="connsiteY59" fmla="*/ 32861 h 176688"/>
                <a:gd name="connsiteX60" fmla="*/ 84296 w 150018"/>
                <a:gd name="connsiteY60" fmla="*/ 31909 h 176688"/>
                <a:gd name="connsiteX61" fmla="*/ 84296 w 150018"/>
                <a:gd name="connsiteY61" fmla="*/ 31432 h 176688"/>
                <a:gd name="connsiteX62" fmla="*/ 85725 w 150018"/>
                <a:gd name="connsiteY62" fmla="*/ 30480 h 176688"/>
                <a:gd name="connsiteX63" fmla="*/ 88106 w 150018"/>
                <a:gd name="connsiteY63" fmla="*/ 30480 h 176688"/>
                <a:gd name="connsiteX64" fmla="*/ 90011 w 150018"/>
                <a:gd name="connsiteY64" fmla="*/ 30956 h 176688"/>
                <a:gd name="connsiteX65" fmla="*/ 91440 w 150018"/>
                <a:gd name="connsiteY65" fmla="*/ 30004 h 176688"/>
                <a:gd name="connsiteX66" fmla="*/ 94297 w 150018"/>
                <a:gd name="connsiteY66" fmla="*/ 29051 h 176688"/>
                <a:gd name="connsiteX67" fmla="*/ 96202 w 150018"/>
                <a:gd name="connsiteY67" fmla="*/ 28099 h 176688"/>
                <a:gd name="connsiteX68" fmla="*/ 97631 w 150018"/>
                <a:gd name="connsiteY68" fmla="*/ 25241 h 176688"/>
                <a:gd name="connsiteX69" fmla="*/ 99536 w 150018"/>
                <a:gd name="connsiteY69" fmla="*/ 22860 h 176688"/>
                <a:gd name="connsiteX70" fmla="*/ 99536 w 150018"/>
                <a:gd name="connsiteY70" fmla="*/ 21431 h 176688"/>
                <a:gd name="connsiteX71" fmla="*/ 100965 w 150018"/>
                <a:gd name="connsiteY71" fmla="*/ 16669 h 176688"/>
                <a:gd name="connsiteX72" fmla="*/ 101917 w 150018"/>
                <a:gd name="connsiteY72" fmla="*/ 15716 h 176688"/>
                <a:gd name="connsiteX73" fmla="*/ 107156 w 150018"/>
                <a:gd name="connsiteY73" fmla="*/ 12859 h 176688"/>
                <a:gd name="connsiteX74" fmla="*/ 108585 w 150018"/>
                <a:gd name="connsiteY74" fmla="*/ 10954 h 176688"/>
                <a:gd name="connsiteX75" fmla="*/ 112395 w 150018"/>
                <a:gd name="connsiteY75" fmla="*/ 9049 h 176688"/>
                <a:gd name="connsiteX76" fmla="*/ 115728 w 150018"/>
                <a:gd name="connsiteY76" fmla="*/ 6191 h 176688"/>
                <a:gd name="connsiteX77" fmla="*/ 112395 w 150018"/>
                <a:gd name="connsiteY77" fmla="*/ 4763 h 176688"/>
                <a:gd name="connsiteX78" fmla="*/ 109061 w 150018"/>
                <a:gd name="connsiteY78" fmla="*/ 2857 h 176688"/>
                <a:gd name="connsiteX79" fmla="*/ 105727 w 150018"/>
                <a:gd name="connsiteY79" fmla="*/ 476 h 176688"/>
                <a:gd name="connsiteX80" fmla="*/ 103822 w 150018"/>
                <a:gd name="connsiteY80" fmla="*/ 0 h 176688"/>
                <a:gd name="connsiteX81" fmla="*/ 101917 w 150018"/>
                <a:gd name="connsiteY81" fmla="*/ 476 h 176688"/>
                <a:gd name="connsiteX82" fmla="*/ 104298 w 150018"/>
                <a:gd name="connsiteY82" fmla="*/ 3334 h 176688"/>
                <a:gd name="connsiteX83" fmla="*/ 99060 w 150018"/>
                <a:gd name="connsiteY83" fmla="*/ 4286 h 176688"/>
                <a:gd name="connsiteX84" fmla="*/ 97155 w 150018"/>
                <a:gd name="connsiteY84" fmla="*/ 5715 h 176688"/>
                <a:gd name="connsiteX85" fmla="*/ 96678 w 150018"/>
                <a:gd name="connsiteY85" fmla="*/ 8096 h 176688"/>
                <a:gd name="connsiteX86" fmla="*/ 97631 w 150018"/>
                <a:gd name="connsiteY86" fmla="*/ 10477 h 176688"/>
                <a:gd name="connsiteX87" fmla="*/ 98107 w 150018"/>
                <a:gd name="connsiteY87" fmla="*/ 12859 h 176688"/>
                <a:gd name="connsiteX88" fmla="*/ 98107 w 150018"/>
                <a:gd name="connsiteY88" fmla="*/ 14764 h 176688"/>
                <a:gd name="connsiteX89" fmla="*/ 94297 w 150018"/>
                <a:gd name="connsiteY89" fmla="*/ 17145 h 176688"/>
                <a:gd name="connsiteX90" fmla="*/ 91916 w 150018"/>
                <a:gd name="connsiteY90" fmla="*/ 18097 h 176688"/>
                <a:gd name="connsiteX91" fmla="*/ 94297 w 150018"/>
                <a:gd name="connsiteY91" fmla="*/ 15716 h 176688"/>
                <a:gd name="connsiteX92" fmla="*/ 92869 w 150018"/>
                <a:gd name="connsiteY92" fmla="*/ 14288 h 176688"/>
                <a:gd name="connsiteX93" fmla="*/ 94297 w 150018"/>
                <a:gd name="connsiteY93" fmla="*/ 12859 h 176688"/>
                <a:gd name="connsiteX94" fmla="*/ 95250 w 150018"/>
                <a:gd name="connsiteY94" fmla="*/ 10954 h 176688"/>
                <a:gd name="connsiteX95" fmla="*/ 94773 w 150018"/>
                <a:gd name="connsiteY95" fmla="*/ 8572 h 176688"/>
                <a:gd name="connsiteX96" fmla="*/ 93345 w 150018"/>
                <a:gd name="connsiteY96" fmla="*/ 7144 h 176688"/>
                <a:gd name="connsiteX97" fmla="*/ 92869 w 150018"/>
                <a:gd name="connsiteY97" fmla="*/ 5239 h 176688"/>
                <a:gd name="connsiteX98" fmla="*/ 91440 w 150018"/>
                <a:gd name="connsiteY98" fmla="*/ 4763 h 176688"/>
                <a:gd name="connsiteX99" fmla="*/ 88106 w 150018"/>
                <a:gd name="connsiteY99" fmla="*/ 5239 h 176688"/>
                <a:gd name="connsiteX100" fmla="*/ 88582 w 150018"/>
                <a:gd name="connsiteY100" fmla="*/ 8096 h 176688"/>
                <a:gd name="connsiteX101" fmla="*/ 86677 w 150018"/>
                <a:gd name="connsiteY101" fmla="*/ 7620 h 176688"/>
                <a:gd name="connsiteX102" fmla="*/ 81439 w 150018"/>
                <a:gd name="connsiteY102" fmla="*/ 8096 h 176688"/>
                <a:gd name="connsiteX103" fmla="*/ 80010 w 150018"/>
                <a:gd name="connsiteY103" fmla="*/ 8096 h 176688"/>
                <a:gd name="connsiteX104" fmla="*/ 75723 w 150018"/>
                <a:gd name="connsiteY104" fmla="*/ 10001 h 176688"/>
                <a:gd name="connsiteX105" fmla="*/ 70961 w 150018"/>
                <a:gd name="connsiteY105" fmla="*/ 10477 h 176688"/>
                <a:gd name="connsiteX106" fmla="*/ 70009 w 150018"/>
                <a:gd name="connsiteY106" fmla="*/ 12382 h 176688"/>
                <a:gd name="connsiteX107" fmla="*/ 69056 w 150018"/>
                <a:gd name="connsiteY107" fmla="*/ 14764 h 176688"/>
                <a:gd name="connsiteX108" fmla="*/ 66675 w 150018"/>
                <a:gd name="connsiteY108" fmla="*/ 16669 h 176688"/>
                <a:gd name="connsiteX109" fmla="*/ 66198 w 150018"/>
                <a:gd name="connsiteY109" fmla="*/ 19050 h 176688"/>
                <a:gd name="connsiteX110" fmla="*/ 67151 w 150018"/>
                <a:gd name="connsiteY110" fmla="*/ 22384 h 176688"/>
                <a:gd name="connsiteX111" fmla="*/ 63817 w 150018"/>
                <a:gd name="connsiteY111" fmla="*/ 25241 h 176688"/>
                <a:gd name="connsiteX112" fmla="*/ 61913 w 150018"/>
                <a:gd name="connsiteY112" fmla="*/ 26194 h 176688"/>
                <a:gd name="connsiteX113" fmla="*/ 61436 w 150018"/>
                <a:gd name="connsiteY113" fmla="*/ 27622 h 176688"/>
                <a:gd name="connsiteX114" fmla="*/ 57626 w 150018"/>
                <a:gd name="connsiteY114" fmla="*/ 28575 h 176688"/>
                <a:gd name="connsiteX115" fmla="*/ 55245 w 150018"/>
                <a:gd name="connsiteY115" fmla="*/ 30004 h 176688"/>
                <a:gd name="connsiteX116" fmla="*/ 53816 w 150018"/>
                <a:gd name="connsiteY116" fmla="*/ 32385 h 176688"/>
                <a:gd name="connsiteX117" fmla="*/ 64294 w 150018"/>
                <a:gd name="connsiteY117" fmla="*/ 35719 h 176688"/>
                <a:gd name="connsiteX118" fmla="*/ 75247 w 150018"/>
                <a:gd name="connsiteY118" fmla="*/ 34290 h 176688"/>
                <a:gd name="connsiteX119" fmla="*/ 73342 w 150018"/>
                <a:gd name="connsiteY119" fmla="*/ 37147 h 176688"/>
                <a:gd name="connsiteX120" fmla="*/ 71914 w 150018"/>
                <a:gd name="connsiteY120" fmla="*/ 40481 h 176688"/>
                <a:gd name="connsiteX121" fmla="*/ 70009 w 150018"/>
                <a:gd name="connsiteY121" fmla="*/ 41434 h 176688"/>
                <a:gd name="connsiteX122" fmla="*/ 65722 w 150018"/>
                <a:gd name="connsiteY122" fmla="*/ 42386 h 176688"/>
                <a:gd name="connsiteX123" fmla="*/ 63817 w 150018"/>
                <a:gd name="connsiteY123" fmla="*/ 43339 h 176688"/>
                <a:gd name="connsiteX124" fmla="*/ 60960 w 150018"/>
                <a:gd name="connsiteY124" fmla="*/ 45244 h 176688"/>
                <a:gd name="connsiteX125" fmla="*/ 58578 w 150018"/>
                <a:gd name="connsiteY125" fmla="*/ 48101 h 176688"/>
                <a:gd name="connsiteX126" fmla="*/ 60484 w 150018"/>
                <a:gd name="connsiteY126" fmla="*/ 50006 h 176688"/>
                <a:gd name="connsiteX127" fmla="*/ 61436 w 150018"/>
                <a:gd name="connsiteY127" fmla="*/ 52864 h 176688"/>
                <a:gd name="connsiteX128" fmla="*/ 60007 w 150018"/>
                <a:gd name="connsiteY128" fmla="*/ 53340 h 176688"/>
                <a:gd name="connsiteX129" fmla="*/ 54769 w 150018"/>
                <a:gd name="connsiteY129" fmla="*/ 51911 h 176688"/>
                <a:gd name="connsiteX130" fmla="*/ 46196 w 150018"/>
                <a:gd name="connsiteY130" fmla="*/ 50959 h 176688"/>
                <a:gd name="connsiteX131" fmla="*/ 45244 w 150018"/>
                <a:gd name="connsiteY131" fmla="*/ 51435 h 176688"/>
                <a:gd name="connsiteX132" fmla="*/ 42863 w 150018"/>
                <a:gd name="connsiteY132" fmla="*/ 53816 h 176688"/>
                <a:gd name="connsiteX133" fmla="*/ 41434 w 150018"/>
                <a:gd name="connsiteY133" fmla="*/ 54769 h 176688"/>
                <a:gd name="connsiteX134" fmla="*/ 35719 w 150018"/>
                <a:gd name="connsiteY134" fmla="*/ 50482 h 176688"/>
                <a:gd name="connsiteX135" fmla="*/ 27146 w 150018"/>
                <a:gd name="connsiteY135" fmla="*/ 50006 h 176688"/>
                <a:gd name="connsiteX136" fmla="*/ 21907 w 150018"/>
                <a:gd name="connsiteY136" fmla="*/ 50482 h 176688"/>
                <a:gd name="connsiteX137" fmla="*/ 18097 w 150018"/>
                <a:gd name="connsiteY137" fmla="*/ 51911 h 176688"/>
                <a:gd name="connsiteX138" fmla="*/ 14288 w 150018"/>
                <a:gd name="connsiteY138" fmla="*/ 51911 h 176688"/>
                <a:gd name="connsiteX139" fmla="*/ 12382 w 150018"/>
                <a:gd name="connsiteY139" fmla="*/ 51435 h 176688"/>
                <a:gd name="connsiteX140" fmla="*/ 10477 w 150018"/>
                <a:gd name="connsiteY140" fmla="*/ 52388 h 176688"/>
                <a:gd name="connsiteX141" fmla="*/ 9525 w 150018"/>
                <a:gd name="connsiteY141" fmla="*/ 54292 h 176688"/>
                <a:gd name="connsiteX142" fmla="*/ 9525 w 150018"/>
                <a:gd name="connsiteY142" fmla="*/ 57150 h 176688"/>
                <a:gd name="connsiteX143" fmla="*/ 13335 w 150018"/>
                <a:gd name="connsiteY143" fmla="*/ 55721 h 176688"/>
                <a:gd name="connsiteX144" fmla="*/ 14288 w 150018"/>
                <a:gd name="connsiteY144" fmla="*/ 57626 h 176688"/>
                <a:gd name="connsiteX145" fmla="*/ 14764 w 150018"/>
                <a:gd name="connsiteY145" fmla="*/ 60484 h 176688"/>
                <a:gd name="connsiteX146" fmla="*/ 17621 w 150018"/>
                <a:gd name="connsiteY146" fmla="*/ 59531 h 176688"/>
                <a:gd name="connsiteX147" fmla="*/ 18097 w 150018"/>
                <a:gd name="connsiteY147" fmla="*/ 61913 h 176688"/>
                <a:gd name="connsiteX148" fmla="*/ 17621 w 150018"/>
                <a:gd name="connsiteY148" fmla="*/ 63817 h 176688"/>
                <a:gd name="connsiteX149" fmla="*/ 16192 w 150018"/>
                <a:gd name="connsiteY149" fmla="*/ 66675 h 176688"/>
                <a:gd name="connsiteX150" fmla="*/ 15716 w 150018"/>
                <a:gd name="connsiteY150" fmla="*/ 70009 h 176688"/>
                <a:gd name="connsiteX151" fmla="*/ 21431 w 150018"/>
                <a:gd name="connsiteY151" fmla="*/ 68580 h 176688"/>
                <a:gd name="connsiteX152" fmla="*/ 27146 w 150018"/>
                <a:gd name="connsiteY152" fmla="*/ 69056 h 176688"/>
                <a:gd name="connsiteX153" fmla="*/ 26670 w 150018"/>
                <a:gd name="connsiteY153" fmla="*/ 70961 h 176688"/>
                <a:gd name="connsiteX154" fmla="*/ 27146 w 150018"/>
                <a:gd name="connsiteY154" fmla="*/ 72390 h 176688"/>
                <a:gd name="connsiteX155" fmla="*/ 21431 w 150018"/>
                <a:gd name="connsiteY155" fmla="*/ 73342 h 176688"/>
                <a:gd name="connsiteX156" fmla="*/ 16192 w 150018"/>
                <a:gd name="connsiteY156" fmla="*/ 75724 h 176688"/>
                <a:gd name="connsiteX157" fmla="*/ 15716 w 150018"/>
                <a:gd name="connsiteY157" fmla="*/ 77152 h 176688"/>
                <a:gd name="connsiteX158" fmla="*/ 15716 w 150018"/>
                <a:gd name="connsiteY158" fmla="*/ 79057 h 176688"/>
                <a:gd name="connsiteX159" fmla="*/ 17621 w 150018"/>
                <a:gd name="connsiteY159" fmla="*/ 80010 h 176688"/>
                <a:gd name="connsiteX160" fmla="*/ 22384 w 150018"/>
                <a:gd name="connsiteY160" fmla="*/ 81439 h 176688"/>
                <a:gd name="connsiteX161" fmla="*/ 17145 w 150018"/>
                <a:gd name="connsiteY161" fmla="*/ 81915 h 176688"/>
                <a:gd name="connsiteX162" fmla="*/ 12859 w 150018"/>
                <a:gd name="connsiteY162" fmla="*/ 83344 h 176688"/>
                <a:gd name="connsiteX163" fmla="*/ 10953 w 150018"/>
                <a:gd name="connsiteY163" fmla="*/ 82867 h 176688"/>
                <a:gd name="connsiteX164" fmla="*/ 9048 w 150018"/>
                <a:gd name="connsiteY164" fmla="*/ 83820 h 176688"/>
                <a:gd name="connsiteX165" fmla="*/ 9525 w 150018"/>
                <a:gd name="connsiteY165" fmla="*/ 85725 h 176688"/>
                <a:gd name="connsiteX166" fmla="*/ 11430 w 150018"/>
                <a:gd name="connsiteY166" fmla="*/ 87154 h 176688"/>
                <a:gd name="connsiteX167" fmla="*/ 10001 w 150018"/>
                <a:gd name="connsiteY167" fmla="*/ 88582 h 176688"/>
                <a:gd name="connsiteX168" fmla="*/ 10001 w 150018"/>
                <a:gd name="connsiteY168" fmla="*/ 90011 h 176688"/>
                <a:gd name="connsiteX169" fmla="*/ 12859 w 150018"/>
                <a:gd name="connsiteY169" fmla="*/ 90964 h 176688"/>
                <a:gd name="connsiteX170" fmla="*/ 16192 w 150018"/>
                <a:gd name="connsiteY170" fmla="*/ 90488 h 176688"/>
                <a:gd name="connsiteX171" fmla="*/ 19526 w 150018"/>
                <a:gd name="connsiteY171" fmla="*/ 90964 h 176688"/>
                <a:gd name="connsiteX172" fmla="*/ 16669 w 150018"/>
                <a:gd name="connsiteY172" fmla="*/ 93345 h 176688"/>
                <a:gd name="connsiteX173" fmla="*/ 18573 w 150018"/>
                <a:gd name="connsiteY173" fmla="*/ 94297 h 176688"/>
                <a:gd name="connsiteX174" fmla="*/ 20478 w 150018"/>
                <a:gd name="connsiteY174" fmla="*/ 94297 h 176688"/>
                <a:gd name="connsiteX175" fmla="*/ 22860 w 150018"/>
                <a:gd name="connsiteY175" fmla="*/ 93345 h 176688"/>
                <a:gd name="connsiteX176" fmla="*/ 25241 w 150018"/>
                <a:gd name="connsiteY176" fmla="*/ 93345 h 176688"/>
                <a:gd name="connsiteX177" fmla="*/ 26194 w 150018"/>
                <a:gd name="connsiteY177" fmla="*/ 93821 h 176688"/>
                <a:gd name="connsiteX178" fmla="*/ 26670 w 150018"/>
                <a:gd name="connsiteY178" fmla="*/ 96202 h 176688"/>
                <a:gd name="connsiteX179" fmla="*/ 27622 w 150018"/>
                <a:gd name="connsiteY179" fmla="*/ 97155 h 176688"/>
                <a:gd name="connsiteX180" fmla="*/ 29051 w 150018"/>
                <a:gd name="connsiteY180" fmla="*/ 97631 h 176688"/>
                <a:gd name="connsiteX181" fmla="*/ 30480 w 150018"/>
                <a:gd name="connsiteY181" fmla="*/ 97631 h 176688"/>
                <a:gd name="connsiteX182" fmla="*/ 41910 w 150018"/>
                <a:gd name="connsiteY182" fmla="*/ 96679 h 176688"/>
                <a:gd name="connsiteX183" fmla="*/ 45720 w 150018"/>
                <a:gd name="connsiteY183" fmla="*/ 97155 h 176688"/>
                <a:gd name="connsiteX184" fmla="*/ 49053 w 150018"/>
                <a:gd name="connsiteY184" fmla="*/ 98584 h 176688"/>
                <a:gd name="connsiteX185" fmla="*/ 46672 w 150018"/>
                <a:gd name="connsiteY185" fmla="*/ 100489 h 176688"/>
                <a:gd name="connsiteX186" fmla="*/ 45720 w 150018"/>
                <a:gd name="connsiteY186" fmla="*/ 100965 h 176688"/>
                <a:gd name="connsiteX187" fmla="*/ 44767 w 150018"/>
                <a:gd name="connsiteY187" fmla="*/ 100965 h 176688"/>
                <a:gd name="connsiteX188" fmla="*/ 42386 w 150018"/>
                <a:gd name="connsiteY188" fmla="*/ 101917 h 176688"/>
                <a:gd name="connsiteX189" fmla="*/ 39052 w 150018"/>
                <a:gd name="connsiteY189" fmla="*/ 101917 h 176688"/>
                <a:gd name="connsiteX190" fmla="*/ 37147 w 150018"/>
                <a:gd name="connsiteY190" fmla="*/ 103346 h 176688"/>
                <a:gd name="connsiteX191" fmla="*/ 31432 w 150018"/>
                <a:gd name="connsiteY191" fmla="*/ 110014 h 176688"/>
                <a:gd name="connsiteX192" fmla="*/ 32861 w 150018"/>
                <a:gd name="connsiteY192" fmla="*/ 110966 h 176688"/>
                <a:gd name="connsiteX193" fmla="*/ 33814 w 150018"/>
                <a:gd name="connsiteY193" fmla="*/ 112395 h 176688"/>
                <a:gd name="connsiteX194" fmla="*/ 31432 w 150018"/>
                <a:gd name="connsiteY194" fmla="*/ 115729 h 176688"/>
                <a:gd name="connsiteX195" fmla="*/ 29527 w 150018"/>
                <a:gd name="connsiteY195" fmla="*/ 117634 h 176688"/>
                <a:gd name="connsiteX196" fmla="*/ 21907 w 150018"/>
                <a:gd name="connsiteY196" fmla="*/ 123825 h 176688"/>
                <a:gd name="connsiteX197" fmla="*/ 15716 w 150018"/>
                <a:gd name="connsiteY197" fmla="*/ 127159 h 176688"/>
                <a:gd name="connsiteX198" fmla="*/ 20955 w 150018"/>
                <a:gd name="connsiteY198" fmla="*/ 126682 h 176688"/>
                <a:gd name="connsiteX199" fmla="*/ 25717 w 150018"/>
                <a:gd name="connsiteY199" fmla="*/ 124777 h 176688"/>
                <a:gd name="connsiteX200" fmla="*/ 26670 w 150018"/>
                <a:gd name="connsiteY200" fmla="*/ 123825 h 176688"/>
                <a:gd name="connsiteX201" fmla="*/ 27622 w 150018"/>
                <a:gd name="connsiteY201" fmla="*/ 123349 h 176688"/>
                <a:gd name="connsiteX202" fmla="*/ 30956 w 150018"/>
                <a:gd name="connsiteY202" fmla="*/ 124777 h 176688"/>
                <a:gd name="connsiteX203" fmla="*/ 33338 w 150018"/>
                <a:gd name="connsiteY203" fmla="*/ 125254 h 176688"/>
                <a:gd name="connsiteX204" fmla="*/ 40957 w 150018"/>
                <a:gd name="connsiteY204" fmla="*/ 124301 h 176688"/>
                <a:gd name="connsiteX205" fmla="*/ 43815 w 150018"/>
                <a:gd name="connsiteY205" fmla="*/ 122872 h 176688"/>
                <a:gd name="connsiteX206" fmla="*/ 47625 w 150018"/>
                <a:gd name="connsiteY206" fmla="*/ 119063 h 176688"/>
                <a:gd name="connsiteX207" fmla="*/ 50006 w 150018"/>
                <a:gd name="connsiteY207" fmla="*/ 120967 h 176688"/>
                <a:gd name="connsiteX208" fmla="*/ 54769 w 150018"/>
                <a:gd name="connsiteY208" fmla="*/ 122396 h 176688"/>
                <a:gd name="connsiteX209" fmla="*/ 45720 w 150018"/>
                <a:gd name="connsiteY209" fmla="*/ 125254 h 176688"/>
                <a:gd name="connsiteX210" fmla="*/ 36195 w 150018"/>
                <a:gd name="connsiteY210" fmla="*/ 127159 h 176688"/>
                <a:gd name="connsiteX211" fmla="*/ 27622 w 150018"/>
                <a:gd name="connsiteY211" fmla="*/ 128111 h 176688"/>
                <a:gd name="connsiteX212" fmla="*/ 26194 w 150018"/>
                <a:gd name="connsiteY212" fmla="*/ 128588 h 176688"/>
                <a:gd name="connsiteX213" fmla="*/ 21907 w 150018"/>
                <a:gd name="connsiteY213" fmla="*/ 132397 h 176688"/>
                <a:gd name="connsiteX214" fmla="*/ 19050 w 150018"/>
                <a:gd name="connsiteY214" fmla="*/ 133350 h 176688"/>
                <a:gd name="connsiteX215" fmla="*/ 16669 w 150018"/>
                <a:gd name="connsiteY215" fmla="*/ 135255 h 176688"/>
                <a:gd name="connsiteX216" fmla="*/ 18573 w 150018"/>
                <a:gd name="connsiteY216" fmla="*/ 136684 h 176688"/>
                <a:gd name="connsiteX217" fmla="*/ 19050 w 150018"/>
                <a:gd name="connsiteY217" fmla="*/ 140494 h 176688"/>
                <a:gd name="connsiteX218" fmla="*/ 21431 w 150018"/>
                <a:gd name="connsiteY218" fmla="*/ 142399 h 176688"/>
                <a:gd name="connsiteX219" fmla="*/ 15716 w 150018"/>
                <a:gd name="connsiteY219" fmla="*/ 142875 h 176688"/>
                <a:gd name="connsiteX220" fmla="*/ 13811 w 150018"/>
                <a:gd name="connsiteY220" fmla="*/ 141922 h 176688"/>
                <a:gd name="connsiteX221" fmla="*/ 11430 w 150018"/>
                <a:gd name="connsiteY221" fmla="*/ 140970 h 176688"/>
                <a:gd name="connsiteX222" fmla="*/ 9048 w 150018"/>
                <a:gd name="connsiteY222" fmla="*/ 140494 h 176688"/>
                <a:gd name="connsiteX223" fmla="*/ 6191 w 150018"/>
                <a:gd name="connsiteY223" fmla="*/ 140970 h 176688"/>
                <a:gd name="connsiteX224" fmla="*/ 1428 w 150018"/>
                <a:gd name="connsiteY224" fmla="*/ 143827 h 176688"/>
                <a:gd name="connsiteX225" fmla="*/ 476 w 150018"/>
                <a:gd name="connsiteY225" fmla="*/ 145732 h 176688"/>
                <a:gd name="connsiteX226" fmla="*/ 0 w 150018"/>
                <a:gd name="connsiteY226" fmla="*/ 147161 h 176688"/>
                <a:gd name="connsiteX227" fmla="*/ 4763 w 150018"/>
                <a:gd name="connsiteY227" fmla="*/ 147638 h 176688"/>
                <a:gd name="connsiteX228" fmla="*/ 14764 w 150018"/>
                <a:gd name="connsiteY228" fmla="*/ 147161 h 176688"/>
                <a:gd name="connsiteX229" fmla="*/ 16192 w 150018"/>
                <a:gd name="connsiteY229" fmla="*/ 147638 h 176688"/>
                <a:gd name="connsiteX230" fmla="*/ 14764 w 150018"/>
                <a:gd name="connsiteY230" fmla="*/ 149542 h 176688"/>
                <a:gd name="connsiteX231" fmla="*/ 11430 w 150018"/>
                <a:gd name="connsiteY231" fmla="*/ 150971 h 176688"/>
                <a:gd name="connsiteX232" fmla="*/ 8096 w 150018"/>
                <a:gd name="connsiteY232" fmla="*/ 151924 h 176688"/>
                <a:gd name="connsiteX233" fmla="*/ 5239 w 150018"/>
                <a:gd name="connsiteY233" fmla="*/ 153829 h 176688"/>
                <a:gd name="connsiteX234" fmla="*/ 0 w 150018"/>
                <a:gd name="connsiteY234" fmla="*/ 158591 h 176688"/>
                <a:gd name="connsiteX235" fmla="*/ 1428 w 150018"/>
                <a:gd name="connsiteY235" fmla="*/ 161925 h 176688"/>
                <a:gd name="connsiteX236" fmla="*/ 4763 w 150018"/>
                <a:gd name="connsiteY236" fmla="*/ 161449 h 176688"/>
                <a:gd name="connsiteX237" fmla="*/ 5715 w 150018"/>
                <a:gd name="connsiteY237" fmla="*/ 162877 h 176688"/>
                <a:gd name="connsiteX238" fmla="*/ 10001 w 150018"/>
                <a:gd name="connsiteY238" fmla="*/ 163354 h 176688"/>
                <a:gd name="connsiteX239" fmla="*/ 26670 w 150018"/>
                <a:gd name="connsiteY239" fmla="*/ 158591 h 176688"/>
                <a:gd name="connsiteX240" fmla="*/ 21431 w 150018"/>
                <a:gd name="connsiteY240" fmla="*/ 160972 h 176688"/>
                <a:gd name="connsiteX241" fmla="*/ 19526 w 150018"/>
                <a:gd name="connsiteY241" fmla="*/ 162877 h 176688"/>
                <a:gd name="connsiteX242" fmla="*/ 18097 w 150018"/>
                <a:gd name="connsiteY242" fmla="*/ 163354 h 176688"/>
                <a:gd name="connsiteX243" fmla="*/ 15716 w 150018"/>
                <a:gd name="connsiteY243" fmla="*/ 164782 h 176688"/>
                <a:gd name="connsiteX244" fmla="*/ 10953 w 150018"/>
                <a:gd name="connsiteY244" fmla="*/ 168116 h 176688"/>
                <a:gd name="connsiteX245" fmla="*/ 9048 w 150018"/>
                <a:gd name="connsiteY245" fmla="*/ 170497 h 176688"/>
                <a:gd name="connsiteX246" fmla="*/ 12859 w 150018"/>
                <a:gd name="connsiteY246" fmla="*/ 170021 h 176688"/>
                <a:gd name="connsiteX247" fmla="*/ 16669 w 150018"/>
                <a:gd name="connsiteY247" fmla="*/ 168592 h 176688"/>
                <a:gd name="connsiteX248" fmla="*/ 27622 w 150018"/>
                <a:gd name="connsiteY248" fmla="*/ 166688 h 176688"/>
                <a:gd name="connsiteX249" fmla="*/ 29527 w 150018"/>
                <a:gd name="connsiteY249" fmla="*/ 167164 h 176688"/>
                <a:gd name="connsiteX250" fmla="*/ 29051 w 150018"/>
                <a:gd name="connsiteY250" fmla="*/ 168116 h 176688"/>
                <a:gd name="connsiteX251" fmla="*/ 23336 w 150018"/>
                <a:gd name="connsiteY251" fmla="*/ 170974 h 176688"/>
                <a:gd name="connsiteX252" fmla="*/ 19050 w 150018"/>
                <a:gd name="connsiteY252" fmla="*/ 176213 h 176688"/>
                <a:gd name="connsiteX253" fmla="*/ 22384 w 150018"/>
                <a:gd name="connsiteY253" fmla="*/ 176689 h 176688"/>
                <a:gd name="connsiteX254" fmla="*/ 29051 w 150018"/>
                <a:gd name="connsiteY254" fmla="*/ 174307 h 176688"/>
                <a:gd name="connsiteX255" fmla="*/ 31432 w 150018"/>
                <a:gd name="connsiteY255" fmla="*/ 173831 h 176688"/>
                <a:gd name="connsiteX256" fmla="*/ 33814 w 150018"/>
                <a:gd name="connsiteY256" fmla="*/ 174307 h 176688"/>
                <a:gd name="connsiteX257" fmla="*/ 36195 w 150018"/>
                <a:gd name="connsiteY257" fmla="*/ 175260 h 176688"/>
                <a:gd name="connsiteX258" fmla="*/ 37147 w 150018"/>
                <a:gd name="connsiteY258" fmla="*/ 175260 h 176688"/>
                <a:gd name="connsiteX259" fmla="*/ 53816 w 150018"/>
                <a:gd name="connsiteY259" fmla="*/ 171450 h 176688"/>
                <a:gd name="connsiteX260" fmla="*/ 56673 w 150018"/>
                <a:gd name="connsiteY260" fmla="*/ 169069 h 176688"/>
                <a:gd name="connsiteX261" fmla="*/ 61436 w 150018"/>
                <a:gd name="connsiteY261" fmla="*/ 168592 h 176688"/>
                <a:gd name="connsiteX262" fmla="*/ 65246 w 150018"/>
                <a:gd name="connsiteY262" fmla="*/ 166211 h 176688"/>
                <a:gd name="connsiteX263" fmla="*/ 67627 w 150018"/>
                <a:gd name="connsiteY263" fmla="*/ 166211 h 176688"/>
                <a:gd name="connsiteX264" fmla="*/ 69532 w 150018"/>
                <a:gd name="connsiteY264" fmla="*/ 164782 h 176688"/>
                <a:gd name="connsiteX265" fmla="*/ 70009 w 150018"/>
                <a:gd name="connsiteY265" fmla="*/ 162401 h 176688"/>
                <a:gd name="connsiteX266" fmla="*/ 69532 w 150018"/>
                <a:gd name="connsiteY266" fmla="*/ 160020 h 176688"/>
                <a:gd name="connsiteX267" fmla="*/ 68580 w 150018"/>
                <a:gd name="connsiteY267" fmla="*/ 158591 h 176688"/>
                <a:gd name="connsiteX268" fmla="*/ 67151 w 150018"/>
                <a:gd name="connsiteY268" fmla="*/ 158115 h 176688"/>
                <a:gd name="connsiteX269" fmla="*/ 71438 w 150018"/>
                <a:gd name="connsiteY269" fmla="*/ 158115 h 176688"/>
                <a:gd name="connsiteX270" fmla="*/ 72866 w 150018"/>
                <a:gd name="connsiteY270" fmla="*/ 158591 h 176688"/>
                <a:gd name="connsiteX271" fmla="*/ 73819 w 150018"/>
                <a:gd name="connsiteY271" fmla="*/ 159544 h 176688"/>
                <a:gd name="connsiteX272" fmla="*/ 76676 w 150018"/>
                <a:gd name="connsiteY272" fmla="*/ 161449 h 176688"/>
                <a:gd name="connsiteX273" fmla="*/ 79534 w 150018"/>
                <a:gd name="connsiteY273" fmla="*/ 160972 h 176688"/>
                <a:gd name="connsiteX274" fmla="*/ 83344 w 150018"/>
                <a:gd name="connsiteY274" fmla="*/ 159067 h 176688"/>
                <a:gd name="connsiteX275" fmla="*/ 86201 w 150018"/>
                <a:gd name="connsiteY275" fmla="*/ 155734 h 176688"/>
                <a:gd name="connsiteX276" fmla="*/ 87153 w 150018"/>
                <a:gd name="connsiteY276" fmla="*/ 155257 h 176688"/>
                <a:gd name="connsiteX277" fmla="*/ 92869 w 150018"/>
                <a:gd name="connsiteY277" fmla="*/ 153829 h 176688"/>
                <a:gd name="connsiteX278" fmla="*/ 94297 w 150018"/>
                <a:gd name="connsiteY278" fmla="*/ 153352 h 176688"/>
                <a:gd name="connsiteX279" fmla="*/ 95726 w 150018"/>
                <a:gd name="connsiteY279" fmla="*/ 152400 h 176688"/>
                <a:gd name="connsiteX280" fmla="*/ 96678 w 150018"/>
                <a:gd name="connsiteY280" fmla="*/ 150495 h 176688"/>
                <a:gd name="connsiteX281" fmla="*/ 98107 w 150018"/>
                <a:gd name="connsiteY281" fmla="*/ 148590 h 176688"/>
                <a:gd name="connsiteX282" fmla="*/ 100965 w 150018"/>
                <a:gd name="connsiteY282" fmla="*/ 147638 h 176688"/>
                <a:gd name="connsiteX283" fmla="*/ 108585 w 150018"/>
                <a:gd name="connsiteY283" fmla="*/ 146685 h 176688"/>
                <a:gd name="connsiteX284" fmla="*/ 113347 w 150018"/>
                <a:gd name="connsiteY284" fmla="*/ 147161 h 176688"/>
                <a:gd name="connsiteX285" fmla="*/ 116205 w 150018"/>
                <a:gd name="connsiteY285" fmla="*/ 145732 h 176688"/>
                <a:gd name="connsiteX286" fmla="*/ 117634 w 150018"/>
                <a:gd name="connsiteY286" fmla="*/ 141922 h 176688"/>
                <a:gd name="connsiteX287" fmla="*/ 119539 w 150018"/>
                <a:gd name="connsiteY287" fmla="*/ 145732 h 176688"/>
                <a:gd name="connsiteX288" fmla="*/ 120491 w 150018"/>
                <a:gd name="connsiteY288" fmla="*/ 146209 h 176688"/>
                <a:gd name="connsiteX289" fmla="*/ 121444 w 150018"/>
                <a:gd name="connsiteY289" fmla="*/ 145256 h 176688"/>
                <a:gd name="connsiteX290" fmla="*/ 124301 w 150018"/>
                <a:gd name="connsiteY290" fmla="*/ 143827 h 176688"/>
                <a:gd name="connsiteX291" fmla="*/ 127159 w 150018"/>
                <a:gd name="connsiteY291" fmla="*/ 143827 h 176688"/>
                <a:gd name="connsiteX292" fmla="*/ 131921 w 150018"/>
                <a:gd name="connsiteY292" fmla="*/ 144780 h 176688"/>
                <a:gd name="connsiteX293" fmla="*/ 136207 w 150018"/>
                <a:gd name="connsiteY293" fmla="*/ 144304 h 176688"/>
                <a:gd name="connsiteX294" fmla="*/ 140017 w 150018"/>
                <a:gd name="connsiteY294" fmla="*/ 142399 h 176688"/>
                <a:gd name="connsiteX295" fmla="*/ 135255 w 150018"/>
                <a:gd name="connsiteY295" fmla="*/ 138113 h 176688"/>
                <a:gd name="connsiteX296" fmla="*/ 137636 w 150018"/>
                <a:gd name="connsiteY296" fmla="*/ 137160 h 176688"/>
                <a:gd name="connsiteX297" fmla="*/ 139541 w 150018"/>
                <a:gd name="connsiteY297" fmla="*/ 135731 h 176688"/>
                <a:gd name="connsiteX298" fmla="*/ 143827 w 150018"/>
                <a:gd name="connsiteY298" fmla="*/ 129540 h 176688"/>
                <a:gd name="connsiteX299" fmla="*/ 144303 w 150018"/>
                <a:gd name="connsiteY299" fmla="*/ 124301 h 176688"/>
                <a:gd name="connsiteX300" fmla="*/ 145256 w 150018"/>
                <a:gd name="connsiteY300" fmla="*/ 120967 h 176688"/>
                <a:gd name="connsiteX301" fmla="*/ 146685 w 150018"/>
                <a:gd name="connsiteY301" fmla="*/ 117634 h 176688"/>
                <a:gd name="connsiteX302" fmla="*/ 148590 w 150018"/>
                <a:gd name="connsiteY302" fmla="*/ 114776 h 176688"/>
                <a:gd name="connsiteX303" fmla="*/ 150019 w 150018"/>
                <a:gd name="connsiteY303" fmla="*/ 111919 h 176688"/>
                <a:gd name="connsiteX304" fmla="*/ 147638 w 150018"/>
                <a:gd name="connsiteY304" fmla="*/ 104775 h 176688"/>
                <a:gd name="connsiteX305" fmla="*/ 11906 w 150018"/>
                <a:gd name="connsiteY305" fmla="*/ 66675 h 176688"/>
                <a:gd name="connsiteX306" fmla="*/ 14288 w 150018"/>
                <a:gd name="connsiteY306" fmla="*/ 68104 h 176688"/>
                <a:gd name="connsiteX307" fmla="*/ 14288 w 150018"/>
                <a:gd name="connsiteY307" fmla="*/ 66675 h 176688"/>
                <a:gd name="connsiteX308" fmla="*/ 13811 w 150018"/>
                <a:gd name="connsiteY308" fmla="*/ 63341 h 176688"/>
                <a:gd name="connsiteX309" fmla="*/ 12382 w 150018"/>
                <a:gd name="connsiteY309" fmla="*/ 62389 h 176688"/>
                <a:gd name="connsiteX310" fmla="*/ 7620 w 150018"/>
                <a:gd name="connsiteY310" fmla="*/ 62389 h 176688"/>
                <a:gd name="connsiteX311" fmla="*/ 6191 w 150018"/>
                <a:gd name="connsiteY311" fmla="*/ 61913 h 176688"/>
                <a:gd name="connsiteX312" fmla="*/ 3334 w 150018"/>
                <a:gd name="connsiteY312" fmla="*/ 63817 h 176688"/>
                <a:gd name="connsiteX313" fmla="*/ 10477 w 150018"/>
                <a:gd name="connsiteY313" fmla="*/ 64770 h 176688"/>
                <a:gd name="connsiteX314" fmla="*/ 11906 w 150018"/>
                <a:gd name="connsiteY314" fmla="*/ 66675 h 1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150018" h="176688">
                  <a:moveTo>
                    <a:pt x="147638" y="104775"/>
                  </a:moveTo>
                  <a:lnTo>
                    <a:pt x="146685" y="101441"/>
                  </a:lnTo>
                  <a:lnTo>
                    <a:pt x="144780" y="95250"/>
                  </a:lnTo>
                  <a:lnTo>
                    <a:pt x="144303" y="92392"/>
                  </a:lnTo>
                  <a:lnTo>
                    <a:pt x="145256" y="91440"/>
                  </a:lnTo>
                  <a:lnTo>
                    <a:pt x="144780" y="88106"/>
                  </a:lnTo>
                  <a:lnTo>
                    <a:pt x="145256" y="86201"/>
                  </a:lnTo>
                  <a:lnTo>
                    <a:pt x="144780" y="82391"/>
                  </a:lnTo>
                  <a:lnTo>
                    <a:pt x="142875" y="79534"/>
                  </a:lnTo>
                  <a:lnTo>
                    <a:pt x="141922" y="74771"/>
                  </a:lnTo>
                  <a:lnTo>
                    <a:pt x="140494" y="70485"/>
                  </a:lnTo>
                  <a:lnTo>
                    <a:pt x="138589" y="68580"/>
                  </a:lnTo>
                  <a:lnTo>
                    <a:pt x="137636" y="65722"/>
                  </a:lnTo>
                  <a:lnTo>
                    <a:pt x="137636" y="63817"/>
                  </a:lnTo>
                  <a:lnTo>
                    <a:pt x="139065" y="62865"/>
                  </a:lnTo>
                  <a:lnTo>
                    <a:pt x="141446" y="63341"/>
                  </a:lnTo>
                  <a:lnTo>
                    <a:pt x="143827" y="62865"/>
                  </a:lnTo>
                  <a:lnTo>
                    <a:pt x="143351" y="60960"/>
                  </a:lnTo>
                  <a:lnTo>
                    <a:pt x="141922" y="59531"/>
                  </a:lnTo>
                  <a:lnTo>
                    <a:pt x="139065" y="59055"/>
                  </a:lnTo>
                  <a:lnTo>
                    <a:pt x="137160" y="60007"/>
                  </a:lnTo>
                  <a:lnTo>
                    <a:pt x="135731" y="60960"/>
                  </a:lnTo>
                  <a:lnTo>
                    <a:pt x="134302" y="60960"/>
                  </a:lnTo>
                  <a:lnTo>
                    <a:pt x="130492" y="61436"/>
                  </a:lnTo>
                  <a:lnTo>
                    <a:pt x="127159" y="61436"/>
                  </a:lnTo>
                  <a:lnTo>
                    <a:pt x="126682" y="60007"/>
                  </a:lnTo>
                  <a:lnTo>
                    <a:pt x="127159" y="56197"/>
                  </a:lnTo>
                  <a:lnTo>
                    <a:pt x="126206" y="55245"/>
                  </a:lnTo>
                  <a:lnTo>
                    <a:pt x="122872" y="54769"/>
                  </a:lnTo>
                  <a:lnTo>
                    <a:pt x="121444" y="53816"/>
                  </a:lnTo>
                  <a:lnTo>
                    <a:pt x="119539" y="51435"/>
                  </a:lnTo>
                  <a:lnTo>
                    <a:pt x="119063" y="50482"/>
                  </a:lnTo>
                  <a:lnTo>
                    <a:pt x="118586" y="49054"/>
                  </a:lnTo>
                  <a:lnTo>
                    <a:pt x="116681" y="47149"/>
                  </a:lnTo>
                  <a:lnTo>
                    <a:pt x="114300" y="45720"/>
                  </a:lnTo>
                  <a:lnTo>
                    <a:pt x="112871" y="45720"/>
                  </a:lnTo>
                  <a:lnTo>
                    <a:pt x="110014" y="48101"/>
                  </a:lnTo>
                  <a:lnTo>
                    <a:pt x="107632" y="50482"/>
                  </a:lnTo>
                  <a:lnTo>
                    <a:pt x="108585" y="51911"/>
                  </a:lnTo>
                  <a:lnTo>
                    <a:pt x="109538" y="53340"/>
                  </a:lnTo>
                  <a:lnTo>
                    <a:pt x="108109" y="54292"/>
                  </a:lnTo>
                  <a:lnTo>
                    <a:pt x="104298" y="57150"/>
                  </a:lnTo>
                  <a:lnTo>
                    <a:pt x="103822" y="58102"/>
                  </a:lnTo>
                  <a:lnTo>
                    <a:pt x="102870" y="58579"/>
                  </a:lnTo>
                  <a:lnTo>
                    <a:pt x="100965" y="57626"/>
                  </a:lnTo>
                  <a:lnTo>
                    <a:pt x="96202" y="57626"/>
                  </a:lnTo>
                  <a:lnTo>
                    <a:pt x="94297" y="57150"/>
                  </a:lnTo>
                  <a:lnTo>
                    <a:pt x="91916" y="55245"/>
                  </a:lnTo>
                  <a:lnTo>
                    <a:pt x="85725" y="53816"/>
                  </a:lnTo>
                  <a:lnTo>
                    <a:pt x="84772" y="50482"/>
                  </a:lnTo>
                  <a:lnTo>
                    <a:pt x="83820" y="50006"/>
                  </a:lnTo>
                  <a:lnTo>
                    <a:pt x="77152" y="44291"/>
                  </a:lnTo>
                  <a:lnTo>
                    <a:pt x="76200" y="42386"/>
                  </a:lnTo>
                  <a:lnTo>
                    <a:pt x="77152" y="41434"/>
                  </a:lnTo>
                  <a:lnTo>
                    <a:pt x="79534" y="40005"/>
                  </a:lnTo>
                  <a:lnTo>
                    <a:pt x="88106" y="37147"/>
                  </a:lnTo>
                  <a:lnTo>
                    <a:pt x="89535" y="36195"/>
                  </a:lnTo>
                  <a:lnTo>
                    <a:pt x="90011" y="35242"/>
                  </a:lnTo>
                  <a:lnTo>
                    <a:pt x="87630" y="34290"/>
                  </a:lnTo>
                  <a:lnTo>
                    <a:pt x="85248" y="32861"/>
                  </a:lnTo>
                  <a:lnTo>
                    <a:pt x="84296" y="31909"/>
                  </a:lnTo>
                  <a:lnTo>
                    <a:pt x="84296" y="31432"/>
                  </a:lnTo>
                  <a:lnTo>
                    <a:pt x="85725" y="30480"/>
                  </a:lnTo>
                  <a:lnTo>
                    <a:pt x="88106" y="30480"/>
                  </a:lnTo>
                  <a:lnTo>
                    <a:pt x="90011" y="30956"/>
                  </a:lnTo>
                  <a:lnTo>
                    <a:pt x="91440" y="30004"/>
                  </a:lnTo>
                  <a:lnTo>
                    <a:pt x="94297" y="29051"/>
                  </a:lnTo>
                  <a:lnTo>
                    <a:pt x="96202" y="28099"/>
                  </a:lnTo>
                  <a:lnTo>
                    <a:pt x="97631" y="25241"/>
                  </a:lnTo>
                  <a:lnTo>
                    <a:pt x="99536" y="22860"/>
                  </a:lnTo>
                  <a:lnTo>
                    <a:pt x="99536" y="21431"/>
                  </a:lnTo>
                  <a:lnTo>
                    <a:pt x="100965" y="16669"/>
                  </a:lnTo>
                  <a:lnTo>
                    <a:pt x="101917" y="15716"/>
                  </a:lnTo>
                  <a:lnTo>
                    <a:pt x="107156" y="12859"/>
                  </a:lnTo>
                  <a:lnTo>
                    <a:pt x="108585" y="10954"/>
                  </a:lnTo>
                  <a:lnTo>
                    <a:pt x="112395" y="9049"/>
                  </a:lnTo>
                  <a:lnTo>
                    <a:pt x="115728" y="6191"/>
                  </a:lnTo>
                  <a:lnTo>
                    <a:pt x="112395" y="4763"/>
                  </a:lnTo>
                  <a:lnTo>
                    <a:pt x="109061" y="2857"/>
                  </a:lnTo>
                  <a:lnTo>
                    <a:pt x="105727" y="476"/>
                  </a:lnTo>
                  <a:lnTo>
                    <a:pt x="103822" y="0"/>
                  </a:lnTo>
                  <a:lnTo>
                    <a:pt x="101917" y="476"/>
                  </a:lnTo>
                  <a:lnTo>
                    <a:pt x="104298" y="3334"/>
                  </a:lnTo>
                  <a:lnTo>
                    <a:pt x="99060" y="4286"/>
                  </a:lnTo>
                  <a:lnTo>
                    <a:pt x="97155" y="5715"/>
                  </a:lnTo>
                  <a:lnTo>
                    <a:pt x="96678" y="8096"/>
                  </a:lnTo>
                  <a:lnTo>
                    <a:pt x="97631" y="10477"/>
                  </a:lnTo>
                  <a:lnTo>
                    <a:pt x="98107" y="12859"/>
                  </a:lnTo>
                  <a:lnTo>
                    <a:pt x="98107" y="14764"/>
                  </a:lnTo>
                  <a:lnTo>
                    <a:pt x="94297" y="17145"/>
                  </a:lnTo>
                  <a:lnTo>
                    <a:pt x="91916" y="18097"/>
                  </a:lnTo>
                  <a:lnTo>
                    <a:pt x="94297" y="15716"/>
                  </a:lnTo>
                  <a:lnTo>
                    <a:pt x="92869" y="14288"/>
                  </a:lnTo>
                  <a:lnTo>
                    <a:pt x="94297" y="12859"/>
                  </a:lnTo>
                  <a:lnTo>
                    <a:pt x="95250" y="10954"/>
                  </a:lnTo>
                  <a:lnTo>
                    <a:pt x="94773" y="8572"/>
                  </a:lnTo>
                  <a:lnTo>
                    <a:pt x="93345" y="7144"/>
                  </a:lnTo>
                  <a:lnTo>
                    <a:pt x="92869" y="5239"/>
                  </a:lnTo>
                  <a:lnTo>
                    <a:pt x="91440" y="4763"/>
                  </a:lnTo>
                  <a:lnTo>
                    <a:pt x="88106" y="5239"/>
                  </a:lnTo>
                  <a:lnTo>
                    <a:pt x="88582" y="8096"/>
                  </a:lnTo>
                  <a:lnTo>
                    <a:pt x="86677" y="7620"/>
                  </a:lnTo>
                  <a:lnTo>
                    <a:pt x="81439" y="8096"/>
                  </a:lnTo>
                  <a:lnTo>
                    <a:pt x="80010" y="8096"/>
                  </a:lnTo>
                  <a:lnTo>
                    <a:pt x="75723" y="10001"/>
                  </a:lnTo>
                  <a:lnTo>
                    <a:pt x="70961" y="10477"/>
                  </a:lnTo>
                  <a:lnTo>
                    <a:pt x="70009" y="12382"/>
                  </a:lnTo>
                  <a:lnTo>
                    <a:pt x="69056" y="14764"/>
                  </a:lnTo>
                  <a:lnTo>
                    <a:pt x="66675" y="16669"/>
                  </a:lnTo>
                  <a:lnTo>
                    <a:pt x="66198" y="19050"/>
                  </a:lnTo>
                  <a:lnTo>
                    <a:pt x="67151" y="22384"/>
                  </a:lnTo>
                  <a:lnTo>
                    <a:pt x="63817" y="25241"/>
                  </a:lnTo>
                  <a:lnTo>
                    <a:pt x="61913" y="26194"/>
                  </a:lnTo>
                  <a:lnTo>
                    <a:pt x="61436" y="27622"/>
                  </a:lnTo>
                  <a:lnTo>
                    <a:pt x="57626" y="28575"/>
                  </a:lnTo>
                  <a:lnTo>
                    <a:pt x="55245" y="30004"/>
                  </a:lnTo>
                  <a:lnTo>
                    <a:pt x="53816" y="32385"/>
                  </a:lnTo>
                  <a:lnTo>
                    <a:pt x="64294" y="35719"/>
                  </a:lnTo>
                  <a:lnTo>
                    <a:pt x="75247" y="34290"/>
                  </a:lnTo>
                  <a:lnTo>
                    <a:pt x="73342" y="37147"/>
                  </a:lnTo>
                  <a:lnTo>
                    <a:pt x="71914" y="40481"/>
                  </a:lnTo>
                  <a:lnTo>
                    <a:pt x="70009" y="41434"/>
                  </a:lnTo>
                  <a:lnTo>
                    <a:pt x="65722" y="42386"/>
                  </a:lnTo>
                  <a:lnTo>
                    <a:pt x="63817" y="43339"/>
                  </a:lnTo>
                  <a:lnTo>
                    <a:pt x="60960" y="45244"/>
                  </a:lnTo>
                  <a:lnTo>
                    <a:pt x="58578" y="48101"/>
                  </a:lnTo>
                  <a:lnTo>
                    <a:pt x="60484" y="50006"/>
                  </a:lnTo>
                  <a:lnTo>
                    <a:pt x="61436" y="52864"/>
                  </a:lnTo>
                  <a:lnTo>
                    <a:pt x="60007" y="53340"/>
                  </a:lnTo>
                  <a:lnTo>
                    <a:pt x="54769" y="51911"/>
                  </a:lnTo>
                  <a:lnTo>
                    <a:pt x="46196" y="50959"/>
                  </a:lnTo>
                  <a:lnTo>
                    <a:pt x="45244" y="51435"/>
                  </a:lnTo>
                  <a:lnTo>
                    <a:pt x="42863" y="53816"/>
                  </a:lnTo>
                  <a:lnTo>
                    <a:pt x="41434" y="54769"/>
                  </a:lnTo>
                  <a:lnTo>
                    <a:pt x="35719" y="50482"/>
                  </a:lnTo>
                  <a:lnTo>
                    <a:pt x="27146" y="50006"/>
                  </a:lnTo>
                  <a:lnTo>
                    <a:pt x="21907" y="50482"/>
                  </a:lnTo>
                  <a:lnTo>
                    <a:pt x="18097" y="51911"/>
                  </a:lnTo>
                  <a:lnTo>
                    <a:pt x="14288" y="51911"/>
                  </a:lnTo>
                  <a:lnTo>
                    <a:pt x="12382" y="51435"/>
                  </a:lnTo>
                  <a:lnTo>
                    <a:pt x="10477" y="52388"/>
                  </a:lnTo>
                  <a:lnTo>
                    <a:pt x="9525" y="54292"/>
                  </a:lnTo>
                  <a:lnTo>
                    <a:pt x="9525" y="57150"/>
                  </a:lnTo>
                  <a:lnTo>
                    <a:pt x="13335" y="55721"/>
                  </a:lnTo>
                  <a:lnTo>
                    <a:pt x="14288" y="57626"/>
                  </a:lnTo>
                  <a:lnTo>
                    <a:pt x="14764" y="60484"/>
                  </a:lnTo>
                  <a:lnTo>
                    <a:pt x="17621" y="59531"/>
                  </a:lnTo>
                  <a:lnTo>
                    <a:pt x="18097" y="61913"/>
                  </a:lnTo>
                  <a:lnTo>
                    <a:pt x="17621" y="63817"/>
                  </a:lnTo>
                  <a:lnTo>
                    <a:pt x="16192" y="66675"/>
                  </a:lnTo>
                  <a:lnTo>
                    <a:pt x="15716" y="70009"/>
                  </a:lnTo>
                  <a:lnTo>
                    <a:pt x="21431" y="68580"/>
                  </a:lnTo>
                  <a:lnTo>
                    <a:pt x="27146" y="69056"/>
                  </a:lnTo>
                  <a:lnTo>
                    <a:pt x="26670" y="70961"/>
                  </a:lnTo>
                  <a:lnTo>
                    <a:pt x="27146" y="72390"/>
                  </a:lnTo>
                  <a:lnTo>
                    <a:pt x="21431" y="73342"/>
                  </a:lnTo>
                  <a:lnTo>
                    <a:pt x="16192" y="75724"/>
                  </a:lnTo>
                  <a:lnTo>
                    <a:pt x="15716" y="77152"/>
                  </a:lnTo>
                  <a:lnTo>
                    <a:pt x="15716" y="79057"/>
                  </a:lnTo>
                  <a:lnTo>
                    <a:pt x="17621" y="80010"/>
                  </a:lnTo>
                  <a:lnTo>
                    <a:pt x="22384" y="81439"/>
                  </a:lnTo>
                  <a:lnTo>
                    <a:pt x="17145" y="81915"/>
                  </a:lnTo>
                  <a:lnTo>
                    <a:pt x="12859" y="83344"/>
                  </a:lnTo>
                  <a:lnTo>
                    <a:pt x="10953" y="82867"/>
                  </a:lnTo>
                  <a:lnTo>
                    <a:pt x="9048" y="83820"/>
                  </a:lnTo>
                  <a:lnTo>
                    <a:pt x="9525" y="85725"/>
                  </a:lnTo>
                  <a:lnTo>
                    <a:pt x="11430" y="87154"/>
                  </a:lnTo>
                  <a:lnTo>
                    <a:pt x="10001" y="88582"/>
                  </a:lnTo>
                  <a:lnTo>
                    <a:pt x="10001" y="90011"/>
                  </a:lnTo>
                  <a:lnTo>
                    <a:pt x="12859" y="90964"/>
                  </a:lnTo>
                  <a:lnTo>
                    <a:pt x="16192" y="90488"/>
                  </a:lnTo>
                  <a:lnTo>
                    <a:pt x="19526" y="90964"/>
                  </a:lnTo>
                  <a:lnTo>
                    <a:pt x="16669" y="93345"/>
                  </a:lnTo>
                  <a:lnTo>
                    <a:pt x="18573" y="94297"/>
                  </a:lnTo>
                  <a:lnTo>
                    <a:pt x="20478" y="94297"/>
                  </a:lnTo>
                  <a:lnTo>
                    <a:pt x="22860" y="93345"/>
                  </a:lnTo>
                  <a:lnTo>
                    <a:pt x="25241" y="93345"/>
                  </a:lnTo>
                  <a:lnTo>
                    <a:pt x="26194" y="93821"/>
                  </a:lnTo>
                  <a:lnTo>
                    <a:pt x="26670" y="96202"/>
                  </a:lnTo>
                  <a:lnTo>
                    <a:pt x="27622" y="97155"/>
                  </a:lnTo>
                  <a:lnTo>
                    <a:pt x="29051" y="97631"/>
                  </a:lnTo>
                  <a:lnTo>
                    <a:pt x="30480" y="97631"/>
                  </a:lnTo>
                  <a:lnTo>
                    <a:pt x="41910" y="96679"/>
                  </a:lnTo>
                  <a:lnTo>
                    <a:pt x="45720" y="97155"/>
                  </a:lnTo>
                  <a:lnTo>
                    <a:pt x="49053" y="98584"/>
                  </a:lnTo>
                  <a:lnTo>
                    <a:pt x="46672" y="100489"/>
                  </a:lnTo>
                  <a:lnTo>
                    <a:pt x="45720" y="100965"/>
                  </a:lnTo>
                  <a:lnTo>
                    <a:pt x="44767" y="100965"/>
                  </a:lnTo>
                  <a:lnTo>
                    <a:pt x="42386" y="101917"/>
                  </a:lnTo>
                  <a:lnTo>
                    <a:pt x="39052" y="101917"/>
                  </a:lnTo>
                  <a:lnTo>
                    <a:pt x="37147" y="103346"/>
                  </a:lnTo>
                  <a:lnTo>
                    <a:pt x="31432" y="110014"/>
                  </a:lnTo>
                  <a:lnTo>
                    <a:pt x="32861" y="110966"/>
                  </a:lnTo>
                  <a:lnTo>
                    <a:pt x="33814" y="112395"/>
                  </a:lnTo>
                  <a:lnTo>
                    <a:pt x="31432" y="115729"/>
                  </a:lnTo>
                  <a:lnTo>
                    <a:pt x="29527" y="117634"/>
                  </a:lnTo>
                  <a:lnTo>
                    <a:pt x="21907" y="123825"/>
                  </a:lnTo>
                  <a:lnTo>
                    <a:pt x="15716" y="127159"/>
                  </a:lnTo>
                  <a:lnTo>
                    <a:pt x="20955" y="126682"/>
                  </a:lnTo>
                  <a:lnTo>
                    <a:pt x="25717" y="124777"/>
                  </a:lnTo>
                  <a:lnTo>
                    <a:pt x="26670" y="123825"/>
                  </a:lnTo>
                  <a:lnTo>
                    <a:pt x="27622" y="123349"/>
                  </a:lnTo>
                  <a:lnTo>
                    <a:pt x="30956" y="124777"/>
                  </a:lnTo>
                  <a:lnTo>
                    <a:pt x="33338" y="125254"/>
                  </a:lnTo>
                  <a:lnTo>
                    <a:pt x="40957" y="124301"/>
                  </a:lnTo>
                  <a:lnTo>
                    <a:pt x="43815" y="122872"/>
                  </a:lnTo>
                  <a:lnTo>
                    <a:pt x="47625" y="119063"/>
                  </a:lnTo>
                  <a:lnTo>
                    <a:pt x="50006" y="120967"/>
                  </a:lnTo>
                  <a:lnTo>
                    <a:pt x="54769" y="122396"/>
                  </a:lnTo>
                  <a:lnTo>
                    <a:pt x="45720" y="125254"/>
                  </a:lnTo>
                  <a:lnTo>
                    <a:pt x="36195" y="127159"/>
                  </a:lnTo>
                  <a:lnTo>
                    <a:pt x="27622" y="128111"/>
                  </a:lnTo>
                  <a:lnTo>
                    <a:pt x="26194" y="128588"/>
                  </a:lnTo>
                  <a:lnTo>
                    <a:pt x="21907" y="132397"/>
                  </a:lnTo>
                  <a:lnTo>
                    <a:pt x="19050" y="133350"/>
                  </a:lnTo>
                  <a:lnTo>
                    <a:pt x="16669" y="135255"/>
                  </a:lnTo>
                  <a:lnTo>
                    <a:pt x="18573" y="136684"/>
                  </a:lnTo>
                  <a:lnTo>
                    <a:pt x="19050" y="140494"/>
                  </a:lnTo>
                  <a:lnTo>
                    <a:pt x="21431" y="142399"/>
                  </a:lnTo>
                  <a:lnTo>
                    <a:pt x="15716" y="142875"/>
                  </a:lnTo>
                  <a:lnTo>
                    <a:pt x="13811" y="141922"/>
                  </a:lnTo>
                  <a:lnTo>
                    <a:pt x="11430" y="140970"/>
                  </a:lnTo>
                  <a:lnTo>
                    <a:pt x="9048" y="140494"/>
                  </a:lnTo>
                  <a:lnTo>
                    <a:pt x="6191" y="140970"/>
                  </a:lnTo>
                  <a:lnTo>
                    <a:pt x="1428" y="143827"/>
                  </a:lnTo>
                  <a:lnTo>
                    <a:pt x="476" y="145732"/>
                  </a:lnTo>
                  <a:lnTo>
                    <a:pt x="0" y="147161"/>
                  </a:lnTo>
                  <a:lnTo>
                    <a:pt x="4763" y="147638"/>
                  </a:lnTo>
                  <a:lnTo>
                    <a:pt x="14764" y="147161"/>
                  </a:lnTo>
                  <a:lnTo>
                    <a:pt x="16192" y="147638"/>
                  </a:lnTo>
                  <a:lnTo>
                    <a:pt x="14764" y="149542"/>
                  </a:lnTo>
                  <a:lnTo>
                    <a:pt x="11430" y="150971"/>
                  </a:lnTo>
                  <a:lnTo>
                    <a:pt x="8096" y="151924"/>
                  </a:lnTo>
                  <a:lnTo>
                    <a:pt x="5239" y="153829"/>
                  </a:lnTo>
                  <a:lnTo>
                    <a:pt x="0" y="158591"/>
                  </a:lnTo>
                  <a:lnTo>
                    <a:pt x="1428" y="161925"/>
                  </a:lnTo>
                  <a:lnTo>
                    <a:pt x="4763" y="161449"/>
                  </a:lnTo>
                  <a:lnTo>
                    <a:pt x="5715" y="162877"/>
                  </a:lnTo>
                  <a:lnTo>
                    <a:pt x="10001" y="163354"/>
                  </a:lnTo>
                  <a:lnTo>
                    <a:pt x="26670" y="158591"/>
                  </a:lnTo>
                  <a:lnTo>
                    <a:pt x="21431" y="160972"/>
                  </a:lnTo>
                  <a:lnTo>
                    <a:pt x="19526" y="162877"/>
                  </a:lnTo>
                  <a:lnTo>
                    <a:pt x="18097" y="163354"/>
                  </a:lnTo>
                  <a:lnTo>
                    <a:pt x="15716" y="164782"/>
                  </a:lnTo>
                  <a:lnTo>
                    <a:pt x="10953" y="168116"/>
                  </a:lnTo>
                  <a:lnTo>
                    <a:pt x="9048" y="170497"/>
                  </a:lnTo>
                  <a:lnTo>
                    <a:pt x="12859" y="170021"/>
                  </a:lnTo>
                  <a:lnTo>
                    <a:pt x="16669" y="168592"/>
                  </a:lnTo>
                  <a:lnTo>
                    <a:pt x="27622" y="166688"/>
                  </a:lnTo>
                  <a:lnTo>
                    <a:pt x="29527" y="167164"/>
                  </a:lnTo>
                  <a:lnTo>
                    <a:pt x="29051" y="168116"/>
                  </a:lnTo>
                  <a:lnTo>
                    <a:pt x="23336" y="170974"/>
                  </a:lnTo>
                  <a:lnTo>
                    <a:pt x="19050" y="176213"/>
                  </a:lnTo>
                  <a:lnTo>
                    <a:pt x="22384" y="176689"/>
                  </a:lnTo>
                  <a:lnTo>
                    <a:pt x="29051" y="174307"/>
                  </a:lnTo>
                  <a:lnTo>
                    <a:pt x="31432" y="173831"/>
                  </a:lnTo>
                  <a:lnTo>
                    <a:pt x="33814" y="174307"/>
                  </a:lnTo>
                  <a:lnTo>
                    <a:pt x="36195" y="175260"/>
                  </a:lnTo>
                  <a:lnTo>
                    <a:pt x="37147" y="175260"/>
                  </a:lnTo>
                  <a:lnTo>
                    <a:pt x="53816" y="171450"/>
                  </a:lnTo>
                  <a:lnTo>
                    <a:pt x="56673" y="169069"/>
                  </a:lnTo>
                  <a:lnTo>
                    <a:pt x="61436" y="168592"/>
                  </a:lnTo>
                  <a:lnTo>
                    <a:pt x="65246" y="166211"/>
                  </a:lnTo>
                  <a:lnTo>
                    <a:pt x="67627" y="166211"/>
                  </a:lnTo>
                  <a:lnTo>
                    <a:pt x="69532" y="164782"/>
                  </a:lnTo>
                  <a:lnTo>
                    <a:pt x="70009" y="162401"/>
                  </a:lnTo>
                  <a:lnTo>
                    <a:pt x="69532" y="160020"/>
                  </a:lnTo>
                  <a:lnTo>
                    <a:pt x="68580" y="158591"/>
                  </a:lnTo>
                  <a:lnTo>
                    <a:pt x="67151" y="158115"/>
                  </a:lnTo>
                  <a:lnTo>
                    <a:pt x="71438" y="158115"/>
                  </a:lnTo>
                  <a:lnTo>
                    <a:pt x="72866" y="158591"/>
                  </a:lnTo>
                  <a:lnTo>
                    <a:pt x="73819" y="159544"/>
                  </a:lnTo>
                  <a:lnTo>
                    <a:pt x="76676" y="161449"/>
                  </a:lnTo>
                  <a:lnTo>
                    <a:pt x="79534" y="160972"/>
                  </a:lnTo>
                  <a:lnTo>
                    <a:pt x="83344" y="159067"/>
                  </a:lnTo>
                  <a:lnTo>
                    <a:pt x="86201" y="155734"/>
                  </a:lnTo>
                  <a:lnTo>
                    <a:pt x="87153" y="155257"/>
                  </a:lnTo>
                  <a:lnTo>
                    <a:pt x="92869" y="153829"/>
                  </a:lnTo>
                  <a:lnTo>
                    <a:pt x="94297" y="153352"/>
                  </a:lnTo>
                  <a:lnTo>
                    <a:pt x="95726" y="152400"/>
                  </a:lnTo>
                  <a:lnTo>
                    <a:pt x="96678" y="150495"/>
                  </a:lnTo>
                  <a:lnTo>
                    <a:pt x="98107" y="148590"/>
                  </a:lnTo>
                  <a:lnTo>
                    <a:pt x="100965" y="147638"/>
                  </a:lnTo>
                  <a:lnTo>
                    <a:pt x="108585" y="146685"/>
                  </a:lnTo>
                  <a:lnTo>
                    <a:pt x="113347" y="147161"/>
                  </a:lnTo>
                  <a:lnTo>
                    <a:pt x="116205" y="145732"/>
                  </a:lnTo>
                  <a:lnTo>
                    <a:pt x="117634" y="141922"/>
                  </a:lnTo>
                  <a:lnTo>
                    <a:pt x="119539" y="145732"/>
                  </a:lnTo>
                  <a:lnTo>
                    <a:pt x="120491" y="146209"/>
                  </a:lnTo>
                  <a:lnTo>
                    <a:pt x="121444" y="145256"/>
                  </a:lnTo>
                  <a:lnTo>
                    <a:pt x="124301" y="143827"/>
                  </a:lnTo>
                  <a:lnTo>
                    <a:pt x="127159" y="143827"/>
                  </a:lnTo>
                  <a:lnTo>
                    <a:pt x="131921" y="144780"/>
                  </a:lnTo>
                  <a:lnTo>
                    <a:pt x="136207" y="144304"/>
                  </a:lnTo>
                  <a:lnTo>
                    <a:pt x="140017" y="142399"/>
                  </a:lnTo>
                  <a:lnTo>
                    <a:pt x="135255" y="138113"/>
                  </a:lnTo>
                  <a:lnTo>
                    <a:pt x="137636" y="137160"/>
                  </a:lnTo>
                  <a:lnTo>
                    <a:pt x="139541" y="135731"/>
                  </a:lnTo>
                  <a:lnTo>
                    <a:pt x="143827" y="129540"/>
                  </a:lnTo>
                  <a:lnTo>
                    <a:pt x="144303" y="124301"/>
                  </a:lnTo>
                  <a:lnTo>
                    <a:pt x="145256" y="120967"/>
                  </a:lnTo>
                  <a:lnTo>
                    <a:pt x="146685" y="117634"/>
                  </a:lnTo>
                  <a:lnTo>
                    <a:pt x="148590" y="114776"/>
                  </a:lnTo>
                  <a:lnTo>
                    <a:pt x="150019" y="111919"/>
                  </a:lnTo>
                  <a:lnTo>
                    <a:pt x="147638" y="104775"/>
                  </a:lnTo>
                  <a:close/>
                  <a:moveTo>
                    <a:pt x="11906" y="66675"/>
                  </a:moveTo>
                  <a:lnTo>
                    <a:pt x="14288" y="68104"/>
                  </a:lnTo>
                  <a:lnTo>
                    <a:pt x="14288" y="66675"/>
                  </a:lnTo>
                  <a:lnTo>
                    <a:pt x="13811" y="63341"/>
                  </a:lnTo>
                  <a:lnTo>
                    <a:pt x="12382" y="62389"/>
                  </a:lnTo>
                  <a:lnTo>
                    <a:pt x="7620" y="62389"/>
                  </a:lnTo>
                  <a:lnTo>
                    <a:pt x="6191" y="61913"/>
                  </a:lnTo>
                  <a:lnTo>
                    <a:pt x="3334" y="63817"/>
                  </a:lnTo>
                  <a:lnTo>
                    <a:pt x="10477" y="64770"/>
                  </a:lnTo>
                  <a:lnTo>
                    <a:pt x="11906" y="66675"/>
                  </a:lnTo>
                  <a:close/>
                </a:path>
              </a:pathLst>
            </a:custGeom>
            <a:grpFill/>
            <a:ln w="317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B9CDF022-B00E-4AC0-B126-8B723F8C13B7}"/>
                </a:ext>
              </a:extLst>
            </p:cNvPr>
            <p:cNvSpPr/>
            <p:nvPr/>
          </p:nvSpPr>
          <p:spPr>
            <a:xfrm>
              <a:off x="8959691" y="4108608"/>
              <a:ext cx="1556860" cy="558165"/>
            </a:xfrm>
            <a:custGeom>
              <a:avLst/>
              <a:gdLst>
                <a:gd name="connsiteX0" fmla="*/ 904398 w 1556860"/>
                <a:gd name="connsiteY0" fmla="*/ 364807 h 558165"/>
                <a:gd name="connsiteX1" fmla="*/ 903923 w 1556860"/>
                <a:gd name="connsiteY1" fmla="*/ 366713 h 558165"/>
                <a:gd name="connsiteX2" fmla="*/ 905827 w 1556860"/>
                <a:gd name="connsiteY2" fmla="*/ 370046 h 558165"/>
                <a:gd name="connsiteX3" fmla="*/ 910113 w 1556860"/>
                <a:gd name="connsiteY3" fmla="*/ 373856 h 558165"/>
                <a:gd name="connsiteX4" fmla="*/ 912494 w 1556860"/>
                <a:gd name="connsiteY4" fmla="*/ 372904 h 558165"/>
                <a:gd name="connsiteX5" fmla="*/ 912971 w 1556860"/>
                <a:gd name="connsiteY5" fmla="*/ 365760 h 558165"/>
                <a:gd name="connsiteX6" fmla="*/ 912494 w 1556860"/>
                <a:gd name="connsiteY6" fmla="*/ 363855 h 558165"/>
                <a:gd name="connsiteX7" fmla="*/ 911067 w 1556860"/>
                <a:gd name="connsiteY7" fmla="*/ 363379 h 558165"/>
                <a:gd name="connsiteX8" fmla="*/ 910113 w 1556860"/>
                <a:gd name="connsiteY8" fmla="*/ 360997 h 558165"/>
                <a:gd name="connsiteX9" fmla="*/ 908209 w 1556860"/>
                <a:gd name="connsiteY9" fmla="*/ 360997 h 558165"/>
                <a:gd name="connsiteX10" fmla="*/ 906780 w 1556860"/>
                <a:gd name="connsiteY10" fmla="*/ 361950 h 558165"/>
                <a:gd name="connsiteX11" fmla="*/ 907256 w 1556860"/>
                <a:gd name="connsiteY11" fmla="*/ 363379 h 558165"/>
                <a:gd name="connsiteX12" fmla="*/ 906780 w 1556860"/>
                <a:gd name="connsiteY12" fmla="*/ 363855 h 558165"/>
                <a:gd name="connsiteX13" fmla="*/ 904398 w 1556860"/>
                <a:gd name="connsiteY13" fmla="*/ 364807 h 558165"/>
                <a:gd name="connsiteX14" fmla="*/ 1124902 w 1556860"/>
                <a:gd name="connsiteY14" fmla="*/ 121920 h 558165"/>
                <a:gd name="connsiteX15" fmla="*/ 1130142 w 1556860"/>
                <a:gd name="connsiteY15" fmla="*/ 121444 h 558165"/>
                <a:gd name="connsiteX16" fmla="*/ 1133475 w 1556860"/>
                <a:gd name="connsiteY16" fmla="*/ 120015 h 558165"/>
                <a:gd name="connsiteX17" fmla="*/ 1135856 w 1556860"/>
                <a:gd name="connsiteY17" fmla="*/ 115729 h 558165"/>
                <a:gd name="connsiteX18" fmla="*/ 1138238 w 1556860"/>
                <a:gd name="connsiteY18" fmla="*/ 107156 h 558165"/>
                <a:gd name="connsiteX19" fmla="*/ 1135380 w 1556860"/>
                <a:gd name="connsiteY19" fmla="*/ 102870 h 558165"/>
                <a:gd name="connsiteX20" fmla="*/ 1134427 w 1556860"/>
                <a:gd name="connsiteY20" fmla="*/ 102870 h 558165"/>
                <a:gd name="connsiteX21" fmla="*/ 1131094 w 1556860"/>
                <a:gd name="connsiteY21" fmla="*/ 103822 h 558165"/>
                <a:gd name="connsiteX22" fmla="*/ 1126331 w 1556860"/>
                <a:gd name="connsiteY22" fmla="*/ 107156 h 558165"/>
                <a:gd name="connsiteX23" fmla="*/ 1122521 w 1556860"/>
                <a:gd name="connsiteY23" fmla="*/ 112871 h 558165"/>
                <a:gd name="connsiteX24" fmla="*/ 1123950 w 1556860"/>
                <a:gd name="connsiteY24" fmla="*/ 120015 h 558165"/>
                <a:gd name="connsiteX25" fmla="*/ 1124902 w 1556860"/>
                <a:gd name="connsiteY25" fmla="*/ 121920 h 558165"/>
                <a:gd name="connsiteX26" fmla="*/ 1095375 w 1556860"/>
                <a:gd name="connsiteY26" fmla="*/ 151924 h 558165"/>
                <a:gd name="connsiteX27" fmla="*/ 1098709 w 1556860"/>
                <a:gd name="connsiteY27" fmla="*/ 159067 h 558165"/>
                <a:gd name="connsiteX28" fmla="*/ 1101567 w 1556860"/>
                <a:gd name="connsiteY28" fmla="*/ 161449 h 558165"/>
                <a:gd name="connsiteX29" fmla="*/ 1101090 w 1556860"/>
                <a:gd name="connsiteY29" fmla="*/ 163354 h 558165"/>
                <a:gd name="connsiteX30" fmla="*/ 1100138 w 1556860"/>
                <a:gd name="connsiteY30" fmla="*/ 165259 h 558165"/>
                <a:gd name="connsiteX31" fmla="*/ 1099185 w 1556860"/>
                <a:gd name="connsiteY31" fmla="*/ 167164 h 558165"/>
                <a:gd name="connsiteX32" fmla="*/ 1099185 w 1556860"/>
                <a:gd name="connsiteY32" fmla="*/ 169545 h 558165"/>
                <a:gd name="connsiteX33" fmla="*/ 1099661 w 1556860"/>
                <a:gd name="connsiteY33" fmla="*/ 173831 h 558165"/>
                <a:gd name="connsiteX34" fmla="*/ 1101567 w 1556860"/>
                <a:gd name="connsiteY34" fmla="*/ 177641 h 558165"/>
                <a:gd name="connsiteX35" fmla="*/ 1103471 w 1556860"/>
                <a:gd name="connsiteY35" fmla="*/ 179070 h 558165"/>
                <a:gd name="connsiteX36" fmla="*/ 1104900 w 1556860"/>
                <a:gd name="connsiteY36" fmla="*/ 180499 h 558165"/>
                <a:gd name="connsiteX37" fmla="*/ 1103948 w 1556860"/>
                <a:gd name="connsiteY37" fmla="*/ 185261 h 558165"/>
                <a:gd name="connsiteX38" fmla="*/ 1103948 w 1556860"/>
                <a:gd name="connsiteY38" fmla="*/ 189071 h 558165"/>
                <a:gd name="connsiteX39" fmla="*/ 1103948 w 1556860"/>
                <a:gd name="connsiteY39" fmla="*/ 192881 h 558165"/>
                <a:gd name="connsiteX40" fmla="*/ 1103471 w 1556860"/>
                <a:gd name="connsiteY40" fmla="*/ 195739 h 558165"/>
                <a:gd name="connsiteX41" fmla="*/ 1103948 w 1556860"/>
                <a:gd name="connsiteY41" fmla="*/ 198596 h 558165"/>
                <a:gd name="connsiteX42" fmla="*/ 1105852 w 1556860"/>
                <a:gd name="connsiteY42" fmla="*/ 200501 h 558165"/>
                <a:gd name="connsiteX43" fmla="*/ 1109663 w 1556860"/>
                <a:gd name="connsiteY43" fmla="*/ 203359 h 558165"/>
                <a:gd name="connsiteX44" fmla="*/ 1111092 w 1556860"/>
                <a:gd name="connsiteY44" fmla="*/ 204788 h 558165"/>
                <a:gd name="connsiteX45" fmla="*/ 1115377 w 1556860"/>
                <a:gd name="connsiteY45" fmla="*/ 212407 h 558165"/>
                <a:gd name="connsiteX46" fmla="*/ 1116806 w 1556860"/>
                <a:gd name="connsiteY46" fmla="*/ 213836 h 558165"/>
                <a:gd name="connsiteX47" fmla="*/ 1122998 w 1556860"/>
                <a:gd name="connsiteY47" fmla="*/ 216694 h 558165"/>
                <a:gd name="connsiteX48" fmla="*/ 1124426 w 1556860"/>
                <a:gd name="connsiteY48" fmla="*/ 219551 h 558165"/>
                <a:gd name="connsiteX49" fmla="*/ 1129665 w 1556860"/>
                <a:gd name="connsiteY49" fmla="*/ 220504 h 558165"/>
                <a:gd name="connsiteX50" fmla="*/ 1126807 w 1556860"/>
                <a:gd name="connsiteY50" fmla="*/ 218122 h 558165"/>
                <a:gd name="connsiteX51" fmla="*/ 1123950 w 1556860"/>
                <a:gd name="connsiteY51" fmla="*/ 215265 h 558165"/>
                <a:gd name="connsiteX52" fmla="*/ 1118235 w 1556860"/>
                <a:gd name="connsiteY52" fmla="*/ 207169 h 558165"/>
                <a:gd name="connsiteX53" fmla="*/ 1114425 w 1556860"/>
                <a:gd name="connsiteY53" fmla="*/ 199072 h 558165"/>
                <a:gd name="connsiteX54" fmla="*/ 1111567 w 1556860"/>
                <a:gd name="connsiteY54" fmla="*/ 189071 h 558165"/>
                <a:gd name="connsiteX55" fmla="*/ 1112519 w 1556860"/>
                <a:gd name="connsiteY55" fmla="*/ 185738 h 558165"/>
                <a:gd name="connsiteX56" fmla="*/ 1112519 w 1556860"/>
                <a:gd name="connsiteY56" fmla="*/ 183832 h 558165"/>
                <a:gd name="connsiteX57" fmla="*/ 1111567 w 1556860"/>
                <a:gd name="connsiteY57" fmla="*/ 180975 h 558165"/>
                <a:gd name="connsiteX58" fmla="*/ 1112044 w 1556860"/>
                <a:gd name="connsiteY58" fmla="*/ 178594 h 558165"/>
                <a:gd name="connsiteX59" fmla="*/ 1112996 w 1556860"/>
                <a:gd name="connsiteY59" fmla="*/ 176213 h 558165"/>
                <a:gd name="connsiteX60" fmla="*/ 1114901 w 1556860"/>
                <a:gd name="connsiteY60" fmla="*/ 175260 h 558165"/>
                <a:gd name="connsiteX61" fmla="*/ 1119188 w 1556860"/>
                <a:gd name="connsiteY61" fmla="*/ 175736 h 558165"/>
                <a:gd name="connsiteX62" fmla="*/ 1122998 w 1556860"/>
                <a:gd name="connsiteY62" fmla="*/ 177165 h 558165"/>
                <a:gd name="connsiteX63" fmla="*/ 1126807 w 1556860"/>
                <a:gd name="connsiteY63" fmla="*/ 177641 h 558165"/>
                <a:gd name="connsiteX64" fmla="*/ 1130617 w 1556860"/>
                <a:gd name="connsiteY64" fmla="*/ 177641 h 558165"/>
                <a:gd name="connsiteX65" fmla="*/ 1133951 w 1556860"/>
                <a:gd name="connsiteY65" fmla="*/ 179546 h 558165"/>
                <a:gd name="connsiteX66" fmla="*/ 1146334 w 1556860"/>
                <a:gd name="connsiteY66" fmla="*/ 183832 h 558165"/>
                <a:gd name="connsiteX67" fmla="*/ 1144905 w 1556860"/>
                <a:gd name="connsiteY67" fmla="*/ 181928 h 558165"/>
                <a:gd name="connsiteX68" fmla="*/ 1143476 w 1556860"/>
                <a:gd name="connsiteY68" fmla="*/ 180499 h 558165"/>
                <a:gd name="connsiteX69" fmla="*/ 1141094 w 1556860"/>
                <a:gd name="connsiteY69" fmla="*/ 180022 h 558165"/>
                <a:gd name="connsiteX70" fmla="*/ 1139190 w 1556860"/>
                <a:gd name="connsiteY70" fmla="*/ 178594 h 558165"/>
                <a:gd name="connsiteX71" fmla="*/ 1138713 w 1556860"/>
                <a:gd name="connsiteY71" fmla="*/ 175736 h 558165"/>
                <a:gd name="connsiteX72" fmla="*/ 1137761 w 1556860"/>
                <a:gd name="connsiteY72" fmla="*/ 173355 h 558165"/>
                <a:gd name="connsiteX73" fmla="*/ 1136332 w 1556860"/>
                <a:gd name="connsiteY73" fmla="*/ 171926 h 558165"/>
                <a:gd name="connsiteX74" fmla="*/ 1129188 w 1556860"/>
                <a:gd name="connsiteY74" fmla="*/ 169069 h 558165"/>
                <a:gd name="connsiteX75" fmla="*/ 1124426 w 1556860"/>
                <a:gd name="connsiteY75" fmla="*/ 165735 h 558165"/>
                <a:gd name="connsiteX76" fmla="*/ 1124426 w 1556860"/>
                <a:gd name="connsiteY76" fmla="*/ 163354 h 558165"/>
                <a:gd name="connsiteX77" fmla="*/ 1125855 w 1556860"/>
                <a:gd name="connsiteY77" fmla="*/ 160972 h 558165"/>
                <a:gd name="connsiteX78" fmla="*/ 1127284 w 1556860"/>
                <a:gd name="connsiteY78" fmla="*/ 160020 h 558165"/>
                <a:gd name="connsiteX79" fmla="*/ 1132998 w 1556860"/>
                <a:gd name="connsiteY79" fmla="*/ 157639 h 558165"/>
                <a:gd name="connsiteX80" fmla="*/ 1138238 w 1556860"/>
                <a:gd name="connsiteY80" fmla="*/ 154781 h 558165"/>
                <a:gd name="connsiteX81" fmla="*/ 1139190 w 1556860"/>
                <a:gd name="connsiteY81" fmla="*/ 153353 h 558165"/>
                <a:gd name="connsiteX82" fmla="*/ 1139667 w 1556860"/>
                <a:gd name="connsiteY82" fmla="*/ 144780 h 558165"/>
                <a:gd name="connsiteX83" fmla="*/ 1138713 w 1556860"/>
                <a:gd name="connsiteY83" fmla="*/ 141446 h 558165"/>
                <a:gd name="connsiteX84" fmla="*/ 1139190 w 1556860"/>
                <a:gd name="connsiteY84" fmla="*/ 139065 h 558165"/>
                <a:gd name="connsiteX85" fmla="*/ 1138713 w 1556860"/>
                <a:gd name="connsiteY85" fmla="*/ 137636 h 558165"/>
                <a:gd name="connsiteX86" fmla="*/ 1133475 w 1556860"/>
                <a:gd name="connsiteY86" fmla="*/ 138113 h 558165"/>
                <a:gd name="connsiteX87" fmla="*/ 1129665 w 1556860"/>
                <a:gd name="connsiteY87" fmla="*/ 139541 h 558165"/>
                <a:gd name="connsiteX88" fmla="*/ 1122998 w 1556860"/>
                <a:gd name="connsiteY88" fmla="*/ 143351 h 558165"/>
                <a:gd name="connsiteX89" fmla="*/ 1120617 w 1556860"/>
                <a:gd name="connsiteY89" fmla="*/ 146209 h 558165"/>
                <a:gd name="connsiteX90" fmla="*/ 1120617 w 1556860"/>
                <a:gd name="connsiteY90" fmla="*/ 149066 h 558165"/>
                <a:gd name="connsiteX91" fmla="*/ 1121092 w 1556860"/>
                <a:gd name="connsiteY91" fmla="*/ 151924 h 558165"/>
                <a:gd name="connsiteX92" fmla="*/ 1119663 w 1556860"/>
                <a:gd name="connsiteY92" fmla="*/ 152876 h 558165"/>
                <a:gd name="connsiteX93" fmla="*/ 1117759 w 1556860"/>
                <a:gd name="connsiteY93" fmla="*/ 153353 h 558165"/>
                <a:gd name="connsiteX94" fmla="*/ 1114901 w 1556860"/>
                <a:gd name="connsiteY94" fmla="*/ 155734 h 558165"/>
                <a:gd name="connsiteX95" fmla="*/ 1113473 w 1556860"/>
                <a:gd name="connsiteY95" fmla="*/ 159544 h 558165"/>
                <a:gd name="connsiteX96" fmla="*/ 1112996 w 1556860"/>
                <a:gd name="connsiteY96" fmla="*/ 161449 h 558165"/>
                <a:gd name="connsiteX97" fmla="*/ 1111567 w 1556860"/>
                <a:gd name="connsiteY97" fmla="*/ 162878 h 558165"/>
                <a:gd name="connsiteX98" fmla="*/ 1109186 w 1556860"/>
                <a:gd name="connsiteY98" fmla="*/ 162878 h 558165"/>
                <a:gd name="connsiteX99" fmla="*/ 1106805 w 1556860"/>
                <a:gd name="connsiteY99" fmla="*/ 161925 h 558165"/>
                <a:gd name="connsiteX100" fmla="*/ 1104900 w 1556860"/>
                <a:gd name="connsiteY100" fmla="*/ 160496 h 558165"/>
                <a:gd name="connsiteX101" fmla="*/ 1103471 w 1556860"/>
                <a:gd name="connsiteY101" fmla="*/ 159067 h 558165"/>
                <a:gd name="connsiteX102" fmla="*/ 1103471 w 1556860"/>
                <a:gd name="connsiteY102" fmla="*/ 157639 h 558165"/>
                <a:gd name="connsiteX103" fmla="*/ 1103948 w 1556860"/>
                <a:gd name="connsiteY103" fmla="*/ 156210 h 558165"/>
                <a:gd name="connsiteX104" fmla="*/ 1112044 w 1556860"/>
                <a:gd name="connsiteY104" fmla="*/ 151447 h 558165"/>
                <a:gd name="connsiteX105" fmla="*/ 1115377 w 1556860"/>
                <a:gd name="connsiteY105" fmla="*/ 147161 h 558165"/>
                <a:gd name="connsiteX106" fmla="*/ 1116330 w 1556860"/>
                <a:gd name="connsiteY106" fmla="*/ 145732 h 558165"/>
                <a:gd name="connsiteX107" fmla="*/ 1116806 w 1556860"/>
                <a:gd name="connsiteY107" fmla="*/ 141446 h 558165"/>
                <a:gd name="connsiteX108" fmla="*/ 1116806 w 1556860"/>
                <a:gd name="connsiteY108" fmla="*/ 137160 h 558165"/>
                <a:gd name="connsiteX109" fmla="*/ 1116330 w 1556860"/>
                <a:gd name="connsiteY109" fmla="*/ 133350 h 558165"/>
                <a:gd name="connsiteX110" fmla="*/ 1113948 w 1556860"/>
                <a:gd name="connsiteY110" fmla="*/ 130492 h 558165"/>
                <a:gd name="connsiteX111" fmla="*/ 1112044 w 1556860"/>
                <a:gd name="connsiteY111" fmla="*/ 129064 h 558165"/>
                <a:gd name="connsiteX112" fmla="*/ 1112044 w 1556860"/>
                <a:gd name="connsiteY112" fmla="*/ 126682 h 558165"/>
                <a:gd name="connsiteX113" fmla="*/ 1112519 w 1556860"/>
                <a:gd name="connsiteY113" fmla="*/ 125254 h 558165"/>
                <a:gd name="connsiteX114" fmla="*/ 1116806 w 1556860"/>
                <a:gd name="connsiteY114" fmla="*/ 119539 h 558165"/>
                <a:gd name="connsiteX115" fmla="*/ 1117282 w 1556860"/>
                <a:gd name="connsiteY115" fmla="*/ 118110 h 558165"/>
                <a:gd name="connsiteX116" fmla="*/ 1117282 w 1556860"/>
                <a:gd name="connsiteY116" fmla="*/ 116681 h 558165"/>
                <a:gd name="connsiteX117" fmla="*/ 1114901 w 1556860"/>
                <a:gd name="connsiteY117" fmla="*/ 117634 h 558165"/>
                <a:gd name="connsiteX118" fmla="*/ 1112519 w 1556860"/>
                <a:gd name="connsiteY118" fmla="*/ 119063 h 558165"/>
                <a:gd name="connsiteX119" fmla="*/ 1106805 w 1556860"/>
                <a:gd name="connsiteY119" fmla="*/ 124778 h 558165"/>
                <a:gd name="connsiteX120" fmla="*/ 1103471 w 1556860"/>
                <a:gd name="connsiteY120" fmla="*/ 129064 h 558165"/>
                <a:gd name="connsiteX121" fmla="*/ 1101567 w 1556860"/>
                <a:gd name="connsiteY121" fmla="*/ 133826 h 558165"/>
                <a:gd name="connsiteX122" fmla="*/ 1101090 w 1556860"/>
                <a:gd name="connsiteY122" fmla="*/ 136207 h 558165"/>
                <a:gd name="connsiteX123" fmla="*/ 1100138 w 1556860"/>
                <a:gd name="connsiteY123" fmla="*/ 138113 h 558165"/>
                <a:gd name="connsiteX124" fmla="*/ 1100138 w 1556860"/>
                <a:gd name="connsiteY124" fmla="*/ 141446 h 558165"/>
                <a:gd name="connsiteX125" fmla="*/ 1096327 w 1556860"/>
                <a:gd name="connsiteY125" fmla="*/ 148590 h 558165"/>
                <a:gd name="connsiteX126" fmla="*/ 1095375 w 1556860"/>
                <a:gd name="connsiteY126" fmla="*/ 151924 h 558165"/>
                <a:gd name="connsiteX127" fmla="*/ 1178719 w 1556860"/>
                <a:gd name="connsiteY127" fmla="*/ 256699 h 558165"/>
                <a:gd name="connsiteX128" fmla="*/ 1185863 w 1556860"/>
                <a:gd name="connsiteY128" fmla="*/ 258128 h 558165"/>
                <a:gd name="connsiteX129" fmla="*/ 1187292 w 1556860"/>
                <a:gd name="connsiteY129" fmla="*/ 259556 h 558165"/>
                <a:gd name="connsiteX130" fmla="*/ 1191101 w 1556860"/>
                <a:gd name="connsiteY130" fmla="*/ 259080 h 558165"/>
                <a:gd name="connsiteX131" fmla="*/ 1192530 w 1556860"/>
                <a:gd name="connsiteY131" fmla="*/ 257651 h 558165"/>
                <a:gd name="connsiteX132" fmla="*/ 1194435 w 1556860"/>
                <a:gd name="connsiteY132" fmla="*/ 256699 h 558165"/>
                <a:gd name="connsiteX133" fmla="*/ 1195388 w 1556860"/>
                <a:gd name="connsiteY133" fmla="*/ 257175 h 558165"/>
                <a:gd name="connsiteX134" fmla="*/ 1196817 w 1556860"/>
                <a:gd name="connsiteY134" fmla="*/ 256699 h 558165"/>
                <a:gd name="connsiteX135" fmla="*/ 1195863 w 1556860"/>
                <a:gd name="connsiteY135" fmla="*/ 255746 h 558165"/>
                <a:gd name="connsiteX136" fmla="*/ 1195388 w 1556860"/>
                <a:gd name="connsiteY136" fmla="*/ 254317 h 558165"/>
                <a:gd name="connsiteX137" fmla="*/ 1196340 w 1556860"/>
                <a:gd name="connsiteY137" fmla="*/ 253841 h 558165"/>
                <a:gd name="connsiteX138" fmla="*/ 1196817 w 1556860"/>
                <a:gd name="connsiteY138" fmla="*/ 250984 h 558165"/>
                <a:gd name="connsiteX139" fmla="*/ 1194911 w 1556860"/>
                <a:gd name="connsiteY139" fmla="*/ 249079 h 558165"/>
                <a:gd name="connsiteX140" fmla="*/ 1194435 w 1556860"/>
                <a:gd name="connsiteY140" fmla="*/ 247174 h 558165"/>
                <a:gd name="connsiteX141" fmla="*/ 1193006 w 1556860"/>
                <a:gd name="connsiteY141" fmla="*/ 247174 h 558165"/>
                <a:gd name="connsiteX142" fmla="*/ 1189196 w 1556860"/>
                <a:gd name="connsiteY142" fmla="*/ 248603 h 558165"/>
                <a:gd name="connsiteX143" fmla="*/ 1185863 w 1556860"/>
                <a:gd name="connsiteY143" fmla="*/ 248603 h 558165"/>
                <a:gd name="connsiteX144" fmla="*/ 1182052 w 1556860"/>
                <a:gd name="connsiteY144" fmla="*/ 249555 h 558165"/>
                <a:gd name="connsiteX145" fmla="*/ 1173480 w 1556860"/>
                <a:gd name="connsiteY145" fmla="*/ 253365 h 558165"/>
                <a:gd name="connsiteX146" fmla="*/ 1173956 w 1556860"/>
                <a:gd name="connsiteY146" fmla="*/ 254317 h 558165"/>
                <a:gd name="connsiteX147" fmla="*/ 1178719 w 1556860"/>
                <a:gd name="connsiteY147" fmla="*/ 256699 h 558165"/>
                <a:gd name="connsiteX148" fmla="*/ 1367313 w 1556860"/>
                <a:gd name="connsiteY148" fmla="*/ 216217 h 558165"/>
                <a:gd name="connsiteX149" fmla="*/ 1369219 w 1556860"/>
                <a:gd name="connsiteY149" fmla="*/ 217170 h 558165"/>
                <a:gd name="connsiteX150" fmla="*/ 1369694 w 1556860"/>
                <a:gd name="connsiteY150" fmla="*/ 216694 h 558165"/>
                <a:gd name="connsiteX151" fmla="*/ 1370648 w 1556860"/>
                <a:gd name="connsiteY151" fmla="*/ 216694 h 558165"/>
                <a:gd name="connsiteX152" fmla="*/ 1374934 w 1556860"/>
                <a:gd name="connsiteY152" fmla="*/ 220028 h 558165"/>
                <a:gd name="connsiteX153" fmla="*/ 1378267 w 1556860"/>
                <a:gd name="connsiteY153" fmla="*/ 218122 h 558165"/>
                <a:gd name="connsiteX154" fmla="*/ 1381125 w 1556860"/>
                <a:gd name="connsiteY154" fmla="*/ 224790 h 558165"/>
                <a:gd name="connsiteX155" fmla="*/ 1381601 w 1556860"/>
                <a:gd name="connsiteY155" fmla="*/ 227647 h 558165"/>
                <a:gd name="connsiteX156" fmla="*/ 1383982 w 1556860"/>
                <a:gd name="connsiteY156" fmla="*/ 229553 h 558165"/>
                <a:gd name="connsiteX157" fmla="*/ 1386840 w 1556860"/>
                <a:gd name="connsiteY157" fmla="*/ 229076 h 558165"/>
                <a:gd name="connsiteX158" fmla="*/ 1390650 w 1556860"/>
                <a:gd name="connsiteY158" fmla="*/ 230505 h 558165"/>
                <a:gd name="connsiteX159" fmla="*/ 1392555 w 1556860"/>
                <a:gd name="connsiteY159" fmla="*/ 230505 h 558165"/>
                <a:gd name="connsiteX160" fmla="*/ 1397317 w 1556860"/>
                <a:gd name="connsiteY160" fmla="*/ 229076 h 558165"/>
                <a:gd name="connsiteX161" fmla="*/ 1399698 w 1556860"/>
                <a:gd name="connsiteY161" fmla="*/ 226219 h 558165"/>
                <a:gd name="connsiteX162" fmla="*/ 1396365 w 1556860"/>
                <a:gd name="connsiteY162" fmla="*/ 225266 h 558165"/>
                <a:gd name="connsiteX163" fmla="*/ 1392079 w 1556860"/>
                <a:gd name="connsiteY163" fmla="*/ 222409 h 558165"/>
                <a:gd name="connsiteX164" fmla="*/ 1389221 w 1556860"/>
                <a:gd name="connsiteY164" fmla="*/ 219075 h 558165"/>
                <a:gd name="connsiteX165" fmla="*/ 1383030 w 1556860"/>
                <a:gd name="connsiteY165" fmla="*/ 213836 h 558165"/>
                <a:gd name="connsiteX166" fmla="*/ 1381125 w 1556860"/>
                <a:gd name="connsiteY166" fmla="*/ 213360 h 558165"/>
                <a:gd name="connsiteX167" fmla="*/ 1377792 w 1556860"/>
                <a:gd name="connsiteY167" fmla="*/ 213836 h 558165"/>
                <a:gd name="connsiteX168" fmla="*/ 1375410 w 1556860"/>
                <a:gd name="connsiteY168" fmla="*/ 212407 h 558165"/>
                <a:gd name="connsiteX169" fmla="*/ 1372552 w 1556860"/>
                <a:gd name="connsiteY169" fmla="*/ 212407 h 558165"/>
                <a:gd name="connsiteX170" fmla="*/ 1365409 w 1556860"/>
                <a:gd name="connsiteY170" fmla="*/ 210979 h 558165"/>
                <a:gd name="connsiteX171" fmla="*/ 1365409 w 1556860"/>
                <a:gd name="connsiteY171" fmla="*/ 212884 h 558165"/>
                <a:gd name="connsiteX172" fmla="*/ 1367313 w 1556860"/>
                <a:gd name="connsiteY172" fmla="*/ 216217 h 558165"/>
                <a:gd name="connsiteX173" fmla="*/ 1385888 w 1556860"/>
                <a:gd name="connsiteY173" fmla="*/ 245269 h 558165"/>
                <a:gd name="connsiteX174" fmla="*/ 1382077 w 1556860"/>
                <a:gd name="connsiteY174" fmla="*/ 245269 h 558165"/>
                <a:gd name="connsiteX175" fmla="*/ 1368742 w 1556860"/>
                <a:gd name="connsiteY175" fmla="*/ 243364 h 558165"/>
                <a:gd name="connsiteX176" fmla="*/ 1368742 w 1556860"/>
                <a:gd name="connsiteY176" fmla="*/ 244316 h 558165"/>
                <a:gd name="connsiteX177" fmla="*/ 1369219 w 1556860"/>
                <a:gd name="connsiteY177" fmla="*/ 246221 h 558165"/>
                <a:gd name="connsiteX178" fmla="*/ 1382077 w 1556860"/>
                <a:gd name="connsiteY178" fmla="*/ 249079 h 558165"/>
                <a:gd name="connsiteX179" fmla="*/ 1388269 w 1556860"/>
                <a:gd name="connsiteY179" fmla="*/ 251460 h 558165"/>
                <a:gd name="connsiteX180" fmla="*/ 1393031 w 1556860"/>
                <a:gd name="connsiteY180" fmla="*/ 252413 h 558165"/>
                <a:gd name="connsiteX181" fmla="*/ 1394460 w 1556860"/>
                <a:gd name="connsiteY181" fmla="*/ 253365 h 558165"/>
                <a:gd name="connsiteX182" fmla="*/ 1397794 w 1556860"/>
                <a:gd name="connsiteY182" fmla="*/ 252889 h 558165"/>
                <a:gd name="connsiteX183" fmla="*/ 1402556 w 1556860"/>
                <a:gd name="connsiteY183" fmla="*/ 253365 h 558165"/>
                <a:gd name="connsiteX184" fmla="*/ 1408271 w 1556860"/>
                <a:gd name="connsiteY184" fmla="*/ 252889 h 558165"/>
                <a:gd name="connsiteX185" fmla="*/ 1411129 w 1556860"/>
                <a:gd name="connsiteY185" fmla="*/ 251936 h 558165"/>
                <a:gd name="connsiteX186" fmla="*/ 1417319 w 1556860"/>
                <a:gd name="connsiteY186" fmla="*/ 250507 h 558165"/>
                <a:gd name="connsiteX187" fmla="*/ 1414938 w 1556860"/>
                <a:gd name="connsiteY187" fmla="*/ 249079 h 558165"/>
                <a:gd name="connsiteX188" fmla="*/ 1411605 w 1556860"/>
                <a:gd name="connsiteY188" fmla="*/ 248603 h 558165"/>
                <a:gd name="connsiteX189" fmla="*/ 1400651 w 1556860"/>
                <a:gd name="connsiteY189" fmla="*/ 248126 h 558165"/>
                <a:gd name="connsiteX190" fmla="*/ 1394460 w 1556860"/>
                <a:gd name="connsiteY190" fmla="*/ 245745 h 558165"/>
                <a:gd name="connsiteX191" fmla="*/ 1385888 w 1556860"/>
                <a:gd name="connsiteY191" fmla="*/ 245269 h 558165"/>
                <a:gd name="connsiteX192" fmla="*/ 1199673 w 1556860"/>
                <a:gd name="connsiteY192" fmla="*/ 199072 h 558165"/>
                <a:gd name="connsiteX193" fmla="*/ 1201579 w 1556860"/>
                <a:gd name="connsiteY193" fmla="*/ 202406 h 558165"/>
                <a:gd name="connsiteX194" fmla="*/ 1202531 w 1556860"/>
                <a:gd name="connsiteY194" fmla="*/ 202406 h 558165"/>
                <a:gd name="connsiteX195" fmla="*/ 1203484 w 1556860"/>
                <a:gd name="connsiteY195" fmla="*/ 201454 h 558165"/>
                <a:gd name="connsiteX196" fmla="*/ 1206342 w 1556860"/>
                <a:gd name="connsiteY196" fmla="*/ 200501 h 558165"/>
                <a:gd name="connsiteX197" fmla="*/ 1206817 w 1556860"/>
                <a:gd name="connsiteY197" fmla="*/ 203835 h 558165"/>
                <a:gd name="connsiteX198" fmla="*/ 1208723 w 1556860"/>
                <a:gd name="connsiteY198" fmla="*/ 205740 h 558165"/>
                <a:gd name="connsiteX199" fmla="*/ 1213485 w 1556860"/>
                <a:gd name="connsiteY199" fmla="*/ 204788 h 558165"/>
                <a:gd name="connsiteX200" fmla="*/ 1213485 w 1556860"/>
                <a:gd name="connsiteY200" fmla="*/ 202406 h 558165"/>
                <a:gd name="connsiteX201" fmla="*/ 1211580 w 1556860"/>
                <a:gd name="connsiteY201" fmla="*/ 200978 h 558165"/>
                <a:gd name="connsiteX202" fmla="*/ 1210151 w 1556860"/>
                <a:gd name="connsiteY202" fmla="*/ 200978 h 558165"/>
                <a:gd name="connsiteX203" fmla="*/ 1208723 w 1556860"/>
                <a:gd name="connsiteY203" fmla="*/ 200501 h 558165"/>
                <a:gd name="connsiteX204" fmla="*/ 1206342 w 1556860"/>
                <a:gd name="connsiteY204" fmla="*/ 196691 h 558165"/>
                <a:gd name="connsiteX205" fmla="*/ 1204436 w 1556860"/>
                <a:gd name="connsiteY205" fmla="*/ 195263 h 558165"/>
                <a:gd name="connsiteX206" fmla="*/ 1203960 w 1556860"/>
                <a:gd name="connsiteY206" fmla="*/ 193357 h 558165"/>
                <a:gd name="connsiteX207" fmla="*/ 1205865 w 1556860"/>
                <a:gd name="connsiteY207" fmla="*/ 193357 h 558165"/>
                <a:gd name="connsiteX208" fmla="*/ 1210151 w 1556860"/>
                <a:gd name="connsiteY208" fmla="*/ 198120 h 558165"/>
                <a:gd name="connsiteX209" fmla="*/ 1213009 w 1556860"/>
                <a:gd name="connsiteY209" fmla="*/ 199549 h 558165"/>
                <a:gd name="connsiteX210" fmla="*/ 1214913 w 1556860"/>
                <a:gd name="connsiteY210" fmla="*/ 201930 h 558165"/>
                <a:gd name="connsiteX211" fmla="*/ 1216819 w 1556860"/>
                <a:gd name="connsiteY211" fmla="*/ 202882 h 558165"/>
                <a:gd name="connsiteX212" fmla="*/ 1220152 w 1556860"/>
                <a:gd name="connsiteY212" fmla="*/ 201930 h 558165"/>
                <a:gd name="connsiteX213" fmla="*/ 1223010 w 1556860"/>
                <a:gd name="connsiteY213" fmla="*/ 202406 h 558165"/>
                <a:gd name="connsiteX214" fmla="*/ 1224438 w 1556860"/>
                <a:gd name="connsiteY214" fmla="*/ 203359 h 558165"/>
                <a:gd name="connsiteX215" fmla="*/ 1225867 w 1556860"/>
                <a:gd name="connsiteY215" fmla="*/ 202882 h 558165"/>
                <a:gd name="connsiteX216" fmla="*/ 1228725 w 1556860"/>
                <a:gd name="connsiteY216" fmla="*/ 200501 h 558165"/>
                <a:gd name="connsiteX217" fmla="*/ 1227296 w 1556860"/>
                <a:gd name="connsiteY217" fmla="*/ 199072 h 558165"/>
                <a:gd name="connsiteX218" fmla="*/ 1227773 w 1556860"/>
                <a:gd name="connsiteY218" fmla="*/ 197644 h 558165"/>
                <a:gd name="connsiteX219" fmla="*/ 1226344 w 1556860"/>
                <a:gd name="connsiteY219" fmla="*/ 195739 h 558165"/>
                <a:gd name="connsiteX220" fmla="*/ 1217771 w 1556860"/>
                <a:gd name="connsiteY220" fmla="*/ 191929 h 558165"/>
                <a:gd name="connsiteX221" fmla="*/ 1216342 w 1556860"/>
                <a:gd name="connsiteY221" fmla="*/ 191929 h 558165"/>
                <a:gd name="connsiteX222" fmla="*/ 1210627 w 1556860"/>
                <a:gd name="connsiteY222" fmla="*/ 190500 h 558165"/>
                <a:gd name="connsiteX223" fmla="*/ 1207769 w 1556860"/>
                <a:gd name="connsiteY223" fmla="*/ 191453 h 558165"/>
                <a:gd name="connsiteX224" fmla="*/ 1203007 w 1556860"/>
                <a:gd name="connsiteY224" fmla="*/ 191929 h 558165"/>
                <a:gd name="connsiteX225" fmla="*/ 1201579 w 1556860"/>
                <a:gd name="connsiteY225" fmla="*/ 192881 h 558165"/>
                <a:gd name="connsiteX226" fmla="*/ 1200150 w 1556860"/>
                <a:gd name="connsiteY226" fmla="*/ 192405 h 558165"/>
                <a:gd name="connsiteX227" fmla="*/ 1197769 w 1556860"/>
                <a:gd name="connsiteY227" fmla="*/ 193834 h 558165"/>
                <a:gd name="connsiteX228" fmla="*/ 1195388 w 1556860"/>
                <a:gd name="connsiteY228" fmla="*/ 192881 h 558165"/>
                <a:gd name="connsiteX229" fmla="*/ 1193006 w 1556860"/>
                <a:gd name="connsiteY229" fmla="*/ 193834 h 558165"/>
                <a:gd name="connsiteX230" fmla="*/ 1192530 w 1556860"/>
                <a:gd name="connsiteY230" fmla="*/ 195739 h 558165"/>
                <a:gd name="connsiteX231" fmla="*/ 1190625 w 1556860"/>
                <a:gd name="connsiteY231" fmla="*/ 197644 h 558165"/>
                <a:gd name="connsiteX232" fmla="*/ 1193959 w 1556860"/>
                <a:gd name="connsiteY232" fmla="*/ 199549 h 558165"/>
                <a:gd name="connsiteX233" fmla="*/ 1199673 w 1556860"/>
                <a:gd name="connsiteY233" fmla="*/ 199072 h 558165"/>
                <a:gd name="connsiteX234" fmla="*/ 943451 w 1556860"/>
                <a:gd name="connsiteY234" fmla="*/ 325755 h 558165"/>
                <a:gd name="connsiteX235" fmla="*/ 943451 w 1556860"/>
                <a:gd name="connsiteY235" fmla="*/ 326707 h 558165"/>
                <a:gd name="connsiteX236" fmla="*/ 944404 w 1556860"/>
                <a:gd name="connsiteY236" fmla="*/ 329565 h 558165"/>
                <a:gd name="connsiteX237" fmla="*/ 947261 w 1556860"/>
                <a:gd name="connsiteY237" fmla="*/ 332422 h 558165"/>
                <a:gd name="connsiteX238" fmla="*/ 949642 w 1556860"/>
                <a:gd name="connsiteY238" fmla="*/ 332422 h 558165"/>
                <a:gd name="connsiteX239" fmla="*/ 952976 w 1556860"/>
                <a:gd name="connsiteY239" fmla="*/ 328613 h 558165"/>
                <a:gd name="connsiteX240" fmla="*/ 952976 w 1556860"/>
                <a:gd name="connsiteY240" fmla="*/ 326231 h 558165"/>
                <a:gd name="connsiteX241" fmla="*/ 951548 w 1556860"/>
                <a:gd name="connsiteY241" fmla="*/ 324803 h 558165"/>
                <a:gd name="connsiteX242" fmla="*/ 945356 w 1556860"/>
                <a:gd name="connsiteY242" fmla="*/ 324326 h 558165"/>
                <a:gd name="connsiteX243" fmla="*/ 943451 w 1556860"/>
                <a:gd name="connsiteY243" fmla="*/ 325755 h 558165"/>
                <a:gd name="connsiteX244" fmla="*/ 920115 w 1556860"/>
                <a:gd name="connsiteY244" fmla="*/ 369094 h 558165"/>
                <a:gd name="connsiteX245" fmla="*/ 921067 w 1556860"/>
                <a:gd name="connsiteY245" fmla="*/ 370999 h 558165"/>
                <a:gd name="connsiteX246" fmla="*/ 923448 w 1556860"/>
                <a:gd name="connsiteY246" fmla="*/ 370999 h 558165"/>
                <a:gd name="connsiteX247" fmla="*/ 923925 w 1556860"/>
                <a:gd name="connsiteY247" fmla="*/ 369570 h 558165"/>
                <a:gd name="connsiteX248" fmla="*/ 926782 w 1556860"/>
                <a:gd name="connsiteY248" fmla="*/ 370999 h 558165"/>
                <a:gd name="connsiteX249" fmla="*/ 928211 w 1556860"/>
                <a:gd name="connsiteY249" fmla="*/ 371475 h 558165"/>
                <a:gd name="connsiteX250" fmla="*/ 929640 w 1556860"/>
                <a:gd name="connsiteY250" fmla="*/ 371475 h 558165"/>
                <a:gd name="connsiteX251" fmla="*/ 931544 w 1556860"/>
                <a:gd name="connsiteY251" fmla="*/ 369570 h 558165"/>
                <a:gd name="connsiteX252" fmla="*/ 932498 w 1556860"/>
                <a:gd name="connsiteY252" fmla="*/ 367189 h 558165"/>
                <a:gd name="connsiteX253" fmla="*/ 931544 w 1556860"/>
                <a:gd name="connsiteY253" fmla="*/ 362903 h 558165"/>
                <a:gd name="connsiteX254" fmla="*/ 936307 w 1556860"/>
                <a:gd name="connsiteY254" fmla="*/ 356235 h 558165"/>
                <a:gd name="connsiteX255" fmla="*/ 935831 w 1556860"/>
                <a:gd name="connsiteY255" fmla="*/ 347663 h 558165"/>
                <a:gd name="connsiteX256" fmla="*/ 934402 w 1556860"/>
                <a:gd name="connsiteY256" fmla="*/ 345757 h 558165"/>
                <a:gd name="connsiteX257" fmla="*/ 932973 w 1556860"/>
                <a:gd name="connsiteY257" fmla="*/ 346234 h 558165"/>
                <a:gd name="connsiteX258" fmla="*/ 928211 w 1556860"/>
                <a:gd name="connsiteY258" fmla="*/ 348615 h 558165"/>
                <a:gd name="connsiteX259" fmla="*/ 922973 w 1556860"/>
                <a:gd name="connsiteY259" fmla="*/ 350520 h 558165"/>
                <a:gd name="connsiteX260" fmla="*/ 922019 w 1556860"/>
                <a:gd name="connsiteY260" fmla="*/ 353378 h 558165"/>
                <a:gd name="connsiteX261" fmla="*/ 923925 w 1556860"/>
                <a:gd name="connsiteY261" fmla="*/ 358616 h 558165"/>
                <a:gd name="connsiteX262" fmla="*/ 923925 w 1556860"/>
                <a:gd name="connsiteY262" fmla="*/ 360997 h 558165"/>
                <a:gd name="connsiteX263" fmla="*/ 921544 w 1556860"/>
                <a:gd name="connsiteY263" fmla="*/ 363379 h 558165"/>
                <a:gd name="connsiteX264" fmla="*/ 920115 w 1556860"/>
                <a:gd name="connsiteY264" fmla="*/ 369094 h 558165"/>
                <a:gd name="connsiteX265" fmla="*/ 943451 w 1556860"/>
                <a:gd name="connsiteY265" fmla="*/ 371951 h 558165"/>
                <a:gd name="connsiteX266" fmla="*/ 943927 w 1556860"/>
                <a:gd name="connsiteY266" fmla="*/ 371475 h 558165"/>
                <a:gd name="connsiteX267" fmla="*/ 945832 w 1556860"/>
                <a:gd name="connsiteY267" fmla="*/ 372428 h 558165"/>
                <a:gd name="connsiteX268" fmla="*/ 948690 w 1556860"/>
                <a:gd name="connsiteY268" fmla="*/ 371475 h 558165"/>
                <a:gd name="connsiteX269" fmla="*/ 951071 w 1556860"/>
                <a:gd name="connsiteY269" fmla="*/ 369570 h 558165"/>
                <a:gd name="connsiteX270" fmla="*/ 951548 w 1556860"/>
                <a:gd name="connsiteY270" fmla="*/ 367665 h 558165"/>
                <a:gd name="connsiteX271" fmla="*/ 949642 w 1556860"/>
                <a:gd name="connsiteY271" fmla="*/ 366236 h 558165"/>
                <a:gd name="connsiteX272" fmla="*/ 946309 w 1556860"/>
                <a:gd name="connsiteY272" fmla="*/ 363855 h 558165"/>
                <a:gd name="connsiteX273" fmla="*/ 945356 w 1556860"/>
                <a:gd name="connsiteY273" fmla="*/ 363855 h 558165"/>
                <a:gd name="connsiteX274" fmla="*/ 943927 w 1556860"/>
                <a:gd name="connsiteY274" fmla="*/ 364807 h 558165"/>
                <a:gd name="connsiteX275" fmla="*/ 943451 w 1556860"/>
                <a:gd name="connsiteY275" fmla="*/ 363379 h 558165"/>
                <a:gd name="connsiteX276" fmla="*/ 943927 w 1556860"/>
                <a:gd name="connsiteY276" fmla="*/ 357664 h 558165"/>
                <a:gd name="connsiteX277" fmla="*/ 944880 w 1556860"/>
                <a:gd name="connsiteY277" fmla="*/ 355759 h 558165"/>
                <a:gd name="connsiteX278" fmla="*/ 944880 w 1556860"/>
                <a:gd name="connsiteY278" fmla="*/ 352901 h 558165"/>
                <a:gd name="connsiteX279" fmla="*/ 946309 w 1556860"/>
                <a:gd name="connsiteY279" fmla="*/ 350044 h 558165"/>
                <a:gd name="connsiteX280" fmla="*/ 947261 w 1556860"/>
                <a:gd name="connsiteY280" fmla="*/ 350044 h 558165"/>
                <a:gd name="connsiteX281" fmla="*/ 947738 w 1556860"/>
                <a:gd name="connsiteY281" fmla="*/ 349567 h 558165"/>
                <a:gd name="connsiteX282" fmla="*/ 948213 w 1556860"/>
                <a:gd name="connsiteY282" fmla="*/ 349091 h 558165"/>
                <a:gd name="connsiteX283" fmla="*/ 948690 w 1556860"/>
                <a:gd name="connsiteY283" fmla="*/ 349567 h 558165"/>
                <a:gd name="connsiteX284" fmla="*/ 950594 w 1556860"/>
                <a:gd name="connsiteY284" fmla="*/ 352425 h 558165"/>
                <a:gd name="connsiteX285" fmla="*/ 951071 w 1556860"/>
                <a:gd name="connsiteY285" fmla="*/ 350520 h 558165"/>
                <a:gd name="connsiteX286" fmla="*/ 950119 w 1556860"/>
                <a:gd name="connsiteY286" fmla="*/ 343376 h 558165"/>
                <a:gd name="connsiteX287" fmla="*/ 946309 w 1556860"/>
                <a:gd name="connsiteY287" fmla="*/ 339566 h 558165"/>
                <a:gd name="connsiteX288" fmla="*/ 946309 w 1556860"/>
                <a:gd name="connsiteY288" fmla="*/ 338138 h 558165"/>
                <a:gd name="connsiteX289" fmla="*/ 944880 w 1556860"/>
                <a:gd name="connsiteY289" fmla="*/ 338614 h 558165"/>
                <a:gd name="connsiteX290" fmla="*/ 941546 w 1556860"/>
                <a:gd name="connsiteY290" fmla="*/ 340042 h 558165"/>
                <a:gd name="connsiteX291" fmla="*/ 938213 w 1556860"/>
                <a:gd name="connsiteY291" fmla="*/ 345757 h 558165"/>
                <a:gd name="connsiteX292" fmla="*/ 938213 w 1556860"/>
                <a:gd name="connsiteY292" fmla="*/ 352901 h 558165"/>
                <a:gd name="connsiteX293" fmla="*/ 937260 w 1556860"/>
                <a:gd name="connsiteY293" fmla="*/ 356711 h 558165"/>
                <a:gd name="connsiteX294" fmla="*/ 936784 w 1556860"/>
                <a:gd name="connsiteY294" fmla="*/ 358616 h 558165"/>
                <a:gd name="connsiteX295" fmla="*/ 936307 w 1556860"/>
                <a:gd name="connsiteY295" fmla="*/ 360521 h 558165"/>
                <a:gd name="connsiteX296" fmla="*/ 935355 w 1556860"/>
                <a:gd name="connsiteY296" fmla="*/ 364807 h 558165"/>
                <a:gd name="connsiteX297" fmla="*/ 935355 w 1556860"/>
                <a:gd name="connsiteY297" fmla="*/ 365760 h 558165"/>
                <a:gd name="connsiteX298" fmla="*/ 933926 w 1556860"/>
                <a:gd name="connsiteY298" fmla="*/ 367665 h 558165"/>
                <a:gd name="connsiteX299" fmla="*/ 932021 w 1556860"/>
                <a:gd name="connsiteY299" fmla="*/ 370046 h 558165"/>
                <a:gd name="connsiteX300" fmla="*/ 931069 w 1556860"/>
                <a:gd name="connsiteY300" fmla="*/ 371951 h 558165"/>
                <a:gd name="connsiteX301" fmla="*/ 931069 w 1556860"/>
                <a:gd name="connsiteY301" fmla="*/ 373380 h 558165"/>
                <a:gd name="connsiteX302" fmla="*/ 929163 w 1556860"/>
                <a:gd name="connsiteY302" fmla="*/ 375285 h 558165"/>
                <a:gd name="connsiteX303" fmla="*/ 929163 w 1556860"/>
                <a:gd name="connsiteY303" fmla="*/ 377190 h 558165"/>
                <a:gd name="connsiteX304" fmla="*/ 931069 w 1556860"/>
                <a:gd name="connsiteY304" fmla="*/ 381000 h 558165"/>
                <a:gd name="connsiteX305" fmla="*/ 932498 w 1556860"/>
                <a:gd name="connsiteY305" fmla="*/ 381000 h 558165"/>
                <a:gd name="connsiteX306" fmla="*/ 933926 w 1556860"/>
                <a:gd name="connsiteY306" fmla="*/ 380047 h 558165"/>
                <a:gd name="connsiteX307" fmla="*/ 936784 w 1556860"/>
                <a:gd name="connsiteY307" fmla="*/ 381476 h 558165"/>
                <a:gd name="connsiteX308" fmla="*/ 938213 w 1556860"/>
                <a:gd name="connsiteY308" fmla="*/ 380524 h 558165"/>
                <a:gd name="connsiteX309" fmla="*/ 940594 w 1556860"/>
                <a:gd name="connsiteY309" fmla="*/ 376714 h 558165"/>
                <a:gd name="connsiteX310" fmla="*/ 940117 w 1556860"/>
                <a:gd name="connsiteY310" fmla="*/ 375285 h 558165"/>
                <a:gd name="connsiteX311" fmla="*/ 941069 w 1556860"/>
                <a:gd name="connsiteY311" fmla="*/ 373856 h 558165"/>
                <a:gd name="connsiteX312" fmla="*/ 943451 w 1556860"/>
                <a:gd name="connsiteY312" fmla="*/ 371951 h 558165"/>
                <a:gd name="connsiteX313" fmla="*/ 959644 w 1556860"/>
                <a:gd name="connsiteY313" fmla="*/ 240506 h 558165"/>
                <a:gd name="connsiteX314" fmla="*/ 962025 w 1556860"/>
                <a:gd name="connsiteY314" fmla="*/ 238601 h 558165"/>
                <a:gd name="connsiteX315" fmla="*/ 963454 w 1556860"/>
                <a:gd name="connsiteY315" fmla="*/ 234791 h 558165"/>
                <a:gd name="connsiteX316" fmla="*/ 962977 w 1556860"/>
                <a:gd name="connsiteY316" fmla="*/ 232886 h 558165"/>
                <a:gd name="connsiteX317" fmla="*/ 961548 w 1556860"/>
                <a:gd name="connsiteY317" fmla="*/ 231934 h 558165"/>
                <a:gd name="connsiteX318" fmla="*/ 959644 w 1556860"/>
                <a:gd name="connsiteY318" fmla="*/ 230981 h 558165"/>
                <a:gd name="connsiteX319" fmla="*/ 956310 w 1556860"/>
                <a:gd name="connsiteY319" fmla="*/ 231457 h 558165"/>
                <a:gd name="connsiteX320" fmla="*/ 952976 w 1556860"/>
                <a:gd name="connsiteY320" fmla="*/ 236220 h 558165"/>
                <a:gd name="connsiteX321" fmla="*/ 951548 w 1556860"/>
                <a:gd name="connsiteY321" fmla="*/ 232886 h 558165"/>
                <a:gd name="connsiteX322" fmla="*/ 952976 w 1556860"/>
                <a:gd name="connsiteY322" fmla="*/ 230981 h 558165"/>
                <a:gd name="connsiteX323" fmla="*/ 952023 w 1556860"/>
                <a:gd name="connsiteY323" fmla="*/ 229076 h 558165"/>
                <a:gd name="connsiteX324" fmla="*/ 950119 w 1556860"/>
                <a:gd name="connsiteY324" fmla="*/ 228600 h 558165"/>
                <a:gd name="connsiteX325" fmla="*/ 943927 w 1556860"/>
                <a:gd name="connsiteY325" fmla="*/ 229553 h 558165"/>
                <a:gd name="connsiteX326" fmla="*/ 941546 w 1556860"/>
                <a:gd name="connsiteY326" fmla="*/ 229553 h 558165"/>
                <a:gd name="connsiteX327" fmla="*/ 939165 w 1556860"/>
                <a:gd name="connsiteY327" fmla="*/ 232886 h 558165"/>
                <a:gd name="connsiteX328" fmla="*/ 938213 w 1556860"/>
                <a:gd name="connsiteY328" fmla="*/ 238125 h 558165"/>
                <a:gd name="connsiteX329" fmla="*/ 939642 w 1556860"/>
                <a:gd name="connsiteY329" fmla="*/ 241935 h 558165"/>
                <a:gd name="connsiteX330" fmla="*/ 940594 w 1556860"/>
                <a:gd name="connsiteY330" fmla="*/ 243364 h 558165"/>
                <a:gd name="connsiteX331" fmla="*/ 943927 w 1556860"/>
                <a:gd name="connsiteY331" fmla="*/ 240982 h 558165"/>
                <a:gd name="connsiteX332" fmla="*/ 948213 w 1556860"/>
                <a:gd name="connsiteY332" fmla="*/ 235267 h 558165"/>
                <a:gd name="connsiteX333" fmla="*/ 949642 w 1556860"/>
                <a:gd name="connsiteY333" fmla="*/ 234315 h 558165"/>
                <a:gd name="connsiteX334" fmla="*/ 950594 w 1556860"/>
                <a:gd name="connsiteY334" fmla="*/ 240506 h 558165"/>
                <a:gd name="connsiteX335" fmla="*/ 948690 w 1556860"/>
                <a:gd name="connsiteY335" fmla="*/ 242411 h 558165"/>
                <a:gd name="connsiteX336" fmla="*/ 949167 w 1556860"/>
                <a:gd name="connsiteY336" fmla="*/ 243364 h 558165"/>
                <a:gd name="connsiteX337" fmla="*/ 950594 w 1556860"/>
                <a:gd name="connsiteY337" fmla="*/ 244792 h 558165"/>
                <a:gd name="connsiteX338" fmla="*/ 952023 w 1556860"/>
                <a:gd name="connsiteY338" fmla="*/ 244316 h 558165"/>
                <a:gd name="connsiteX339" fmla="*/ 952500 w 1556860"/>
                <a:gd name="connsiteY339" fmla="*/ 243364 h 558165"/>
                <a:gd name="connsiteX340" fmla="*/ 953929 w 1556860"/>
                <a:gd name="connsiteY340" fmla="*/ 238601 h 558165"/>
                <a:gd name="connsiteX341" fmla="*/ 955834 w 1556860"/>
                <a:gd name="connsiteY341" fmla="*/ 238601 h 558165"/>
                <a:gd name="connsiteX342" fmla="*/ 957263 w 1556860"/>
                <a:gd name="connsiteY342" fmla="*/ 240982 h 558165"/>
                <a:gd name="connsiteX343" fmla="*/ 959644 w 1556860"/>
                <a:gd name="connsiteY343" fmla="*/ 240506 h 558165"/>
                <a:gd name="connsiteX344" fmla="*/ 955357 w 1556860"/>
                <a:gd name="connsiteY344" fmla="*/ 471488 h 558165"/>
                <a:gd name="connsiteX345" fmla="*/ 955834 w 1556860"/>
                <a:gd name="connsiteY345" fmla="*/ 468630 h 558165"/>
                <a:gd name="connsiteX346" fmla="*/ 952023 w 1556860"/>
                <a:gd name="connsiteY346" fmla="*/ 467678 h 558165"/>
                <a:gd name="connsiteX347" fmla="*/ 949167 w 1556860"/>
                <a:gd name="connsiteY347" fmla="*/ 468154 h 558165"/>
                <a:gd name="connsiteX348" fmla="*/ 948213 w 1556860"/>
                <a:gd name="connsiteY348" fmla="*/ 468630 h 558165"/>
                <a:gd name="connsiteX349" fmla="*/ 945832 w 1556860"/>
                <a:gd name="connsiteY349" fmla="*/ 470535 h 558165"/>
                <a:gd name="connsiteX350" fmla="*/ 945356 w 1556860"/>
                <a:gd name="connsiteY350" fmla="*/ 472440 h 558165"/>
                <a:gd name="connsiteX351" fmla="*/ 954405 w 1556860"/>
                <a:gd name="connsiteY351" fmla="*/ 472440 h 558165"/>
                <a:gd name="connsiteX352" fmla="*/ 955357 w 1556860"/>
                <a:gd name="connsiteY352" fmla="*/ 471488 h 558165"/>
                <a:gd name="connsiteX353" fmla="*/ 976313 w 1556860"/>
                <a:gd name="connsiteY353" fmla="*/ 474345 h 558165"/>
                <a:gd name="connsiteX354" fmla="*/ 979169 w 1556860"/>
                <a:gd name="connsiteY354" fmla="*/ 474345 h 558165"/>
                <a:gd name="connsiteX355" fmla="*/ 980598 w 1556860"/>
                <a:gd name="connsiteY355" fmla="*/ 478155 h 558165"/>
                <a:gd name="connsiteX356" fmla="*/ 983456 w 1556860"/>
                <a:gd name="connsiteY356" fmla="*/ 477679 h 558165"/>
                <a:gd name="connsiteX357" fmla="*/ 984885 w 1556860"/>
                <a:gd name="connsiteY357" fmla="*/ 476726 h 558165"/>
                <a:gd name="connsiteX358" fmla="*/ 986313 w 1556860"/>
                <a:gd name="connsiteY358" fmla="*/ 472916 h 558165"/>
                <a:gd name="connsiteX359" fmla="*/ 988219 w 1556860"/>
                <a:gd name="connsiteY359" fmla="*/ 471011 h 558165"/>
                <a:gd name="connsiteX360" fmla="*/ 988694 w 1556860"/>
                <a:gd name="connsiteY360" fmla="*/ 467678 h 558165"/>
                <a:gd name="connsiteX361" fmla="*/ 988219 w 1556860"/>
                <a:gd name="connsiteY361" fmla="*/ 467201 h 558165"/>
                <a:gd name="connsiteX362" fmla="*/ 987267 w 1556860"/>
                <a:gd name="connsiteY362" fmla="*/ 467201 h 558165"/>
                <a:gd name="connsiteX363" fmla="*/ 986313 w 1556860"/>
                <a:gd name="connsiteY363" fmla="*/ 467201 h 558165"/>
                <a:gd name="connsiteX364" fmla="*/ 982027 w 1556860"/>
                <a:gd name="connsiteY364" fmla="*/ 472440 h 558165"/>
                <a:gd name="connsiteX365" fmla="*/ 981551 w 1556860"/>
                <a:gd name="connsiteY365" fmla="*/ 471964 h 558165"/>
                <a:gd name="connsiteX366" fmla="*/ 980598 w 1556860"/>
                <a:gd name="connsiteY366" fmla="*/ 470535 h 558165"/>
                <a:gd name="connsiteX367" fmla="*/ 978694 w 1556860"/>
                <a:gd name="connsiteY367" fmla="*/ 470535 h 558165"/>
                <a:gd name="connsiteX368" fmla="*/ 977265 w 1556860"/>
                <a:gd name="connsiteY368" fmla="*/ 471964 h 558165"/>
                <a:gd name="connsiteX369" fmla="*/ 976313 w 1556860"/>
                <a:gd name="connsiteY369" fmla="*/ 474345 h 558165"/>
                <a:gd name="connsiteX370" fmla="*/ 805338 w 1556860"/>
                <a:gd name="connsiteY370" fmla="*/ 278606 h 558165"/>
                <a:gd name="connsiteX371" fmla="*/ 803434 w 1556860"/>
                <a:gd name="connsiteY371" fmla="*/ 279082 h 558165"/>
                <a:gd name="connsiteX372" fmla="*/ 802005 w 1556860"/>
                <a:gd name="connsiteY372" fmla="*/ 280035 h 558165"/>
                <a:gd name="connsiteX373" fmla="*/ 801052 w 1556860"/>
                <a:gd name="connsiteY373" fmla="*/ 281464 h 558165"/>
                <a:gd name="connsiteX374" fmla="*/ 801052 w 1556860"/>
                <a:gd name="connsiteY374" fmla="*/ 282892 h 558165"/>
                <a:gd name="connsiteX375" fmla="*/ 802481 w 1556860"/>
                <a:gd name="connsiteY375" fmla="*/ 285750 h 558165"/>
                <a:gd name="connsiteX376" fmla="*/ 803434 w 1556860"/>
                <a:gd name="connsiteY376" fmla="*/ 288607 h 558165"/>
                <a:gd name="connsiteX377" fmla="*/ 802005 w 1556860"/>
                <a:gd name="connsiteY377" fmla="*/ 292417 h 558165"/>
                <a:gd name="connsiteX378" fmla="*/ 801529 w 1556860"/>
                <a:gd name="connsiteY378" fmla="*/ 296228 h 558165"/>
                <a:gd name="connsiteX379" fmla="*/ 802005 w 1556860"/>
                <a:gd name="connsiteY379" fmla="*/ 300514 h 558165"/>
                <a:gd name="connsiteX380" fmla="*/ 802957 w 1556860"/>
                <a:gd name="connsiteY380" fmla="*/ 304324 h 558165"/>
                <a:gd name="connsiteX381" fmla="*/ 804863 w 1556860"/>
                <a:gd name="connsiteY381" fmla="*/ 307181 h 558165"/>
                <a:gd name="connsiteX382" fmla="*/ 807244 w 1556860"/>
                <a:gd name="connsiteY382" fmla="*/ 309086 h 558165"/>
                <a:gd name="connsiteX383" fmla="*/ 815817 w 1556860"/>
                <a:gd name="connsiteY383" fmla="*/ 307181 h 558165"/>
                <a:gd name="connsiteX384" fmla="*/ 820102 w 1556860"/>
                <a:gd name="connsiteY384" fmla="*/ 306705 h 558165"/>
                <a:gd name="connsiteX385" fmla="*/ 822007 w 1556860"/>
                <a:gd name="connsiteY385" fmla="*/ 307181 h 558165"/>
                <a:gd name="connsiteX386" fmla="*/ 823436 w 1556860"/>
                <a:gd name="connsiteY386" fmla="*/ 308610 h 558165"/>
                <a:gd name="connsiteX387" fmla="*/ 824388 w 1556860"/>
                <a:gd name="connsiteY387" fmla="*/ 310039 h 558165"/>
                <a:gd name="connsiteX388" fmla="*/ 824388 w 1556860"/>
                <a:gd name="connsiteY388" fmla="*/ 311944 h 558165"/>
                <a:gd name="connsiteX389" fmla="*/ 823913 w 1556860"/>
                <a:gd name="connsiteY389" fmla="*/ 313849 h 558165"/>
                <a:gd name="connsiteX390" fmla="*/ 823913 w 1556860"/>
                <a:gd name="connsiteY390" fmla="*/ 315754 h 558165"/>
                <a:gd name="connsiteX391" fmla="*/ 824388 w 1556860"/>
                <a:gd name="connsiteY391" fmla="*/ 317182 h 558165"/>
                <a:gd name="connsiteX392" fmla="*/ 828198 w 1556860"/>
                <a:gd name="connsiteY392" fmla="*/ 324803 h 558165"/>
                <a:gd name="connsiteX393" fmla="*/ 828675 w 1556860"/>
                <a:gd name="connsiteY393" fmla="*/ 325755 h 558165"/>
                <a:gd name="connsiteX394" fmla="*/ 828198 w 1556860"/>
                <a:gd name="connsiteY394" fmla="*/ 338614 h 558165"/>
                <a:gd name="connsiteX395" fmla="*/ 827723 w 1556860"/>
                <a:gd name="connsiteY395" fmla="*/ 341947 h 558165"/>
                <a:gd name="connsiteX396" fmla="*/ 825817 w 1556860"/>
                <a:gd name="connsiteY396" fmla="*/ 345757 h 558165"/>
                <a:gd name="connsiteX397" fmla="*/ 824865 w 1556860"/>
                <a:gd name="connsiteY397" fmla="*/ 349567 h 558165"/>
                <a:gd name="connsiteX398" fmla="*/ 824865 w 1556860"/>
                <a:gd name="connsiteY398" fmla="*/ 354330 h 558165"/>
                <a:gd name="connsiteX399" fmla="*/ 822007 w 1556860"/>
                <a:gd name="connsiteY399" fmla="*/ 360997 h 558165"/>
                <a:gd name="connsiteX400" fmla="*/ 820579 w 1556860"/>
                <a:gd name="connsiteY400" fmla="*/ 365284 h 558165"/>
                <a:gd name="connsiteX401" fmla="*/ 819626 w 1556860"/>
                <a:gd name="connsiteY401" fmla="*/ 369094 h 558165"/>
                <a:gd name="connsiteX402" fmla="*/ 820102 w 1556860"/>
                <a:gd name="connsiteY402" fmla="*/ 372904 h 558165"/>
                <a:gd name="connsiteX403" fmla="*/ 822960 w 1556860"/>
                <a:gd name="connsiteY403" fmla="*/ 376238 h 558165"/>
                <a:gd name="connsiteX404" fmla="*/ 826294 w 1556860"/>
                <a:gd name="connsiteY404" fmla="*/ 379095 h 558165"/>
                <a:gd name="connsiteX405" fmla="*/ 831532 w 1556860"/>
                <a:gd name="connsiteY405" fmla="*/ 381953 h 558165"/>
                <a:gd name="connsiteX406" fmla="*/ 832961 w 1556860"/>
                <a:gd name="connsiteY406" fmla="*/ 381953 h 558165"/>
                <a:gd name="connsiteX407" fmla="*/ 834867 w 1556860"/>
                <a:gd name="connsiteY407" fmla="*/ 381000 h 558165"/>
                <a:gd name="connsiteX408" fmla="*/ 837723 w 1556860"/>
                <a:gd name="connsiteY408" fmla="*/ 378619 h 558165"/>
                <a:gd name="connsiteX409" fmla="*/ 839152 w 1556860"/>
                <a:gd name="connsiteY409" fmla="*/ 378142 h 558165"/>
                <a:gd name="connsiteX410" fmla="*/ 843438 w 1556860"/>
                <a:gd name="connsiteY410" fmla="*/ 378142 h 558165"/>
                <a:gd name="connsiteX411" fmla="*/ 847725 w 1556860"/>
                <a:gd name="connsiteY411" fmla="*/ 377666 h 558165"/>
                <a:gd name="connsiteX412" fmla="*/ 849630 w 1556860"/>
                <a:gd name="connsiteY412" fmla="*/ 377190 h 558165"/>
                <a:gd name="connsiteX413" fmla="*/ 851535 w 1556860"/>
                <a:gd name="connsiteY413" fmla="*/ 377190 h 558165"/>
                <a:gd name="connsiteX414" fmla="*/ 855344 w 1556860"/>
                <a:gd name="connsiteY414" fmla="*/ 378619 h 558165"/>
                <a:gd name="connsiteX415" fmla="*/ 854869 w 1556860"/>
                <a:gd name="connsiteY415" fmla="*/ 375285 h 558165"/>
                <a:gd name="connsiteX416" fmla="*/ 853917 w 1556860"/>
                <a:gd name="connsiteY416" fmla="*/ 371951 h 558165"/>
                <a:gd name="connsiteX417" fmla="*/ 850106 w 1556860"/>
                <a:gd name="connsiteY417" fmla="*/ 363855 h 558165"/>
                <a:gd name="connsiteX418" fmla="*/ 850106 w 1556860"/>
                <a:gd name="connsiteY418" fmla="*/ 361950 h 558165"/>
                <a:gd name="connsiteX419" fmla="*/ 851059 w 1556860"/>
                <a:gd name="connsiteY419" fmla="*/ 357664 h 558165"/>
                <a:gd name="connsiteX420" fmla="*/ 854392 w 1556860"/>
                <a:gd name="connsiteY420" fmla="*/ 349567 h 558165"/>
                <a:gd name="connsiteX421" fmla="*/ 854869 w 1556860"/>
                <a:gd name="connsiteY421" fmla="*/ 345757 h 558165"/>
                <a:gd name="connsiteX422" fmla="*/ 853440 w 1556860"/>
                <a:gd name="connsiteY422" fmla="*/ 339090 h 558165"/>
                <a:gd name="connsiteX423" fmla="*/ 852488 w 1556860"/>
                <a:gd name="connsiteY423" fmla="*/ 328136 h 558165"/>
                <a:gd name="connsiteX424" fmla="*/ 852963 w 1556860"/>
                <a:gd name="connsiteY424" fmla="*/ 320516 h 558165"/>
                <a:gd name="connsiteX425" fmla="*/ 854869 w 1556860"/>
                <a:gd name="connsiteY425" fmla="*/ 317182 h 558165"/>
                <a:gd name="connsiteX426" fmla="*/ 854869 w 1556860"/>
                <a:gd name="connsiteY426" fmla="*/ 315754 h 558165"/>
                <a:gd name="connsiteX427" fmla="*/ 853440 w 1556860"/>
                <a:gd name="connsiteY427" fmla="*/ 303847 h 558165"/>
                <a:gd name="connsiteX428" fmla="*/ 852488 w 1556860"/>
                <a:gd name="connsiteY428" fmla="*/ 300514 h 558165"/>
                <a:gd name="connsiteX429" fmla="*/ 850582 w 1556860"/>
                <a:gd name="connsiteY429" fmla="*/ 297180 h 558165"/>
                <a:gd name="connsiteX430" fmla="*/ 849154 w 1556860"/>
                <a:gd name="connsiteY430" fmla="*/ 293846 h 558165"/>
                <a:gd name="connsiteX431" fmla="*/ 849154 w 1556860"/>
                <a:gd name="connsiteY431" fmla="*/ 290513 h 558165"/>
                <a:gd name="connsiteX432" fmla="*/ 852011 w 1556860"/>
                <a:gd name="connsiteY432" fmla="*/ 287655 h 558165"/>
                <a:gd name="connsiteX433" fmla="*/ 858679 w 1556860"/>
                <a:gd name="connsiteY433" fmla="*/ 282892 h 558165"/>
                <a:gd name="connsiteX434" fmla="*/ 862488 w 1556860"/>
                <a:gd name="connsiteY434" fmla="*/ 280511 h 558165"/>
                <a:gd name="connsiteX435" fmla="*/ 866298 w 1556860"/>
                <a:gd name="connsiteY435" fmla="*/ 279559 h 558165"/>
                <a:gd name="connsiteX436" fmla="*/ 870109 w 1556860"/>
                <a:gd name="connsiteY436" fmla="*/ 279559 h 558165"/>
                <a:gd name="connsiteX437" fmla="*/ 873919 w 1556860"/>
                <a:gd name="connsiteY437" fmla="*/ 280511 h 558165"/>
                <a:gd name="connsiteX438" fmla="*/ 875823 w 1556860"/>
                <a:gd name="connsiteY438" fmla="*/ 283369 h 558165"/>
                <a:gd name="connsiteX439" fmla="*/ 876300 w 1556860"/>
                <a:gd name="connsiteY439" fmla="*/ 287655 h 558165"/>
                <a:gd name="connsiteX440" fmla="*/ 876300 w 1556860"/>
                <a:gd name="connsiteY440" fmla="*/ 291941 h 558165"/>
                <a:gd name="connsiteX441" fmla="*/ 875823 w 1556860"/>
                <a:gd name="connsiteY441" fmla="*/ 297180 h 558165"/>
                <a:gd name="connsiteX442" fmla="*/ 875348 w 1556860"/>
                <a:gd name="connsiteY442" fmla="*/ 298609 h 558165"/>
                <a:gd name="connsiteX443" fmla="*/ 871061 w 1556860"/>
                <a:gd name="connsiteY443" fmla="*/ 305276 h 558165"/>
                <a:gd name="connsiteX444" fmla="*/ 870585 w 1556860"/>
                <a:gd name="connsiteY444" fmla="*/ 307181 h 558165"/>
                <a:gd name="connsiteX445" fmla="*/ 870585 w 1556860"/>
                <a:gd name="connsiteY445" fmla="*/ 309086 h 558165"/>
                <a:gd name="connsiteX446" fmla="*/ 871538 w 1556860"/>
                <a:gd name="connsiteY446" fmla="*/ 310039 h 558165"/>
                <a:gd name="connsiteX447" fmla="*/ 884873 w 1556860"/>
                <a:gd name="connsiteY447" fmla="*/ 322421 h 558165"/>
                <a:gd name="connsiteX448" fmla="*/ 888206 w 1556860"/>
                <a:gd name="connsiteY448" fmla="*/ 324803 h 558165"/>
                <a:gd name="connsiteX449" fmla="*/ 892492 w 1556860"/>
                <a:gd name="connsiteY449" fmla="*/ 325755 h 558165"/>
                <a:gd name="connsiteX450" fmla="*/ 895350 w 1556860"/>
                <a:gd name="connsiteY450" fmla="*/ 328136 h 558165"/>
                <a:gd name="connsiteX451" fmla="*/ 895350 w 1556860"/>
                <a:gd name="connsiteY451" fmla="*/ 330041 h 558165"/>
                <a:gd name="connsiteX452" fmla="*/ 894398 w 1556860"/>
                <a:gd name="connsiteY452" fmla="*/ 331946 h 558165"/>
                <a:gd name="connsiteX453" fmla="*/ 893444 w 1556860"/>
                <a:gd name="connsiteY453" fmla="*/ 332899 h 558165"/>
                <a:gd name="connsiteX454" fmla="*/ 892969 w 1556860"/>
                <a:gd name="connsiteY454" fmla="*/ 334328 h 558165"/>
                <a:gd name="connsiteX455" fmla="*/ 891063 w 1556860"/>
                <a:gd name="connsiteY455" fmla="*/ 344329 h 558165"/>
                <a:gd name="connsiteX456" fmla="*/ 892017 w 1556860"/>
                <a:gd name="connsiteY456" fmla="*/ 347663 h 558165"/>
                <a:gd name="connsiteX457" fmla="*/ 894398 w 1556860"/>
                <a:gd name="connsiteY457" fmla="*/ 350520 h 558165"/>
                <a:gd name="connsiteX458" fmla="*/ 896302 w 1556860"/>
                <a:gd name="connsiteY458" fmla="*/ 351472 h 558165"/>
                <a:gd name="connsiteX459" fmla="*/ 899636 w 1556860"/>
                <a:gd name="connsiteY459" fmla="*/ 352425 h 558165"/>
                <a:gd name="connsiteX460" fmla="*/ 905351 w 1556860"/>
                <a:gd name="connsiteY460" fmla="*/ 353378 h 558165"/>
                <a:gd name="connsiteX461" fmla="*/ 909638 w 1556860"/>
                <a:gd name="connsiteY461" fmla="*/ 352901 h 558165"/>
                <a:gd name="connsiteX462" fmla="*/ 911067 w 1556860"/>
                <a:gd name="connsiteY462" fmla="*/ 351472 h 558165"/>
                <a:gd name="connsiteX463" fmla="*/ 910113 w 1556860"/>
                <a:gd name="connsiteY463" fmla="*/ 347663 h 558165"/>
                <a:gd name="connsiteX464" fmla="*/ 910113 w 1556860"/>
                <a:gd name="connsiteY464" fmla="*/ 345757 h 558165"/>
                <a:gd name="connsiteX465" fmla="*/ 912019 w 1556860"/>
                <a:gd name="connsiteY465" fmla="*/ 342900 h 558165"/>
                <a:gd name="connsiteX466" fmla="*/ 915352 w 1556860"/>
                <a:gd name="connsiteY466" fmla="*/ 341471 h 558165"/>
                <a:gd name="connsiteX467" fmla="*/ 924401 w 1556860"/>
                <a:gd name="connsiteY467" fmla="*/ 339090 h 558165"/>
                <a:gd name="connsiteX468" fmla="*/ 929163 w 1556860"/>
                <a:gd name="connsiteY468" fmla="*/ 339090 h 558165"/>
                <a:gd name="connsiteX469" fmla="*/ 931069 w 1556860"/>
                <a:gd name="connsiteY469" fmla="*/ 339090 h 558165"/>
                <a:gd name="connsiteX470" fmla="*/ 932973 w 1556860"/>
                <a:gd name="connsiteY470" fmla="*/ 338614 h 558165"/>
                <a:gd name="connsiteX471" fmla="*/ 932973 w 1556860"/>
                <a:gd name="connsiteY471" fmla="*/ 337661 h 558165"/>
                <a:gd name="connsiteX472" fmla="*/ 932973 w 1556860"/>
                <a:gd name="connsiteY472" fmla="*/ 336232 h 558165"/>
                <a:gd name="connsiteX473" fmla="*/ 936307 w 1556860"/>
                <a:gd name="connsiteY473" fmla="*/ 337661 h 558165"/>
                <a:gd name="connsiteX474" fmla="*/ 938213 w 1556860"/>
                <a:gd name="connsiteY474" fmla="*/ 337661 h 558165"/>
                <a:gd name="connsiteX475" fmla="*/ 939165 w 1556860"/>
                <a:gd name="connsiteY475" fmla="*/ 336232 h 558165"/>
                <a:gd name="connsiteX476" fmla="*/ 939165 w 1556860"/>
                <a:gd name="connsiteY476" fmla="*/ 332422 h 558165"/>
                <a:gd name="connsiteX477" fmla="*/ 939165 w 1556860"/>
                <a:gd name="connsiteY477" fmla="*/ 330517 h 558165"/>
                <a:gd name="connsiteX478" fmla="*/ 938688 w 1556860"/>
                <a:gd name="connsiteY478" fmla="*/ 328613 h 558165"/>
                <a:gd name="connsiteX479" fmla="*/ 937736 w 1556860"/>
                <a:gd name="connsiteY479" fmla="*/ 327184 h 558165"/>
                <a:gd name="connsiteX480" fmla="*/ 935831 w 1556860"/>
                <a:gd name="connsiteY480" fmla="*/ 326707 h 558165"/>
                <a:gd name="connsiteX481" fmla="*/ 935355 w 1556860"/>
                <a:gd name="connsiteY481" fmla="*/ 327660 h 558165"/>
                <a:gd name="connsiteX482" fmla="*/ 934402 w 1556860"/>
                <a:gd name="connsiteY482" fmla="*/ 328136 h 558165"/>
                <a:gd name="connsiteX483" fmla="*/ 932498 w 1556860"/>
                <a:gd name="connsiteY483" fmla="*/ 327660 h 558165"/>
                <a:gd name="connsiteX484" fmla="*/ 931069 w 1556860"/>
                <a:gd name="connsiteY484" fmla="*/ 325279 h 558165"/>
                <a:gd name="connsiteX485" fmla="*/ 929640 w 1556860"/>
                <a:gd name="connsiteY485" fmla="*/ 323850 h 558165"/>
                <a:gd name="connsiteX486" fmla="*/ 929640 w 1556860"/>
                <a:gd name="connsiteY486" fmla="*/ 321945 h 558165"/>
                <a:gd name="connsiteX487" fmla="*/ 928688 w 1556860"/>
                <a:gd name="connsiteY487" fmla="*/ 320516 h 558165"/>
                <a:gd name="connsiteX488" fmla="*/ 926782 w 1556860"/>
                <a:gd name="connsiteY488" fmla="*/ 319564 h 558165"/>
                <a:gd name="connsiteX489" fmla="*/ 923448 w 1556860"/>
                <a:gd name="connsiteY489" fmla="*/ 315754 h 558165"/>
                <a:gd name="connsiteX490" fmla="*/ 921544 w 1556860"/>
                <a:gd name="connsiteY490" fmla="*/ 314801 h 558165"/>
                <a:gd name="connsiteX491" fmla="*/ 919638 w 1556860"/>
                <a:gd name="connsiteY491" fmla="*/ 314325 h 558165"/>
                <a:gd name="connsiteX492" fmla="*/ 918210 w 1556860"/>
                <a:gd name="connsiteY492" fmla="*/ 313372 h 558165"/>
                <a:gd name="connsiteX493" fmla="*/ 916781 w 1556860"/>
                <a:gd name="connsiteY493" fmla="*/ 311944 h 558165"/>
                <a:gd name="connsiteX494" fmla="*/ 916781 w 1556860"/>
                <a:gd name="connsiteY494" fmla="*/ 310515 h 558165"/>
                <a:gd name="connsiteX495" fmla="*/ 917257 w 1556860"/>
                <a:gd name="connsiteY495" fmla="*/ 309086 h 558165"/>
                <a:gd name="connsiteX496" fmla="*/ 919163 w 1556860"/>
                <a:gd name="connsiteY496" fmla="*/ 304324 h 558165"/>
                <a:gd name="connsiteX497" fmla="*/ 919163 w 1556860"/>
                <a:gd name="connsiteY497" fmla="*/ 300514 h 558165"/>
                <a:gd name="connsiteX498" fmla="*/ 922019 w 1556860"/>
                <a:gd name="connsiteY498" fmla="*/ 298132 h 558165"/>
                <a:gd name="connsiteX499" fmla="*/ 921544 w 1556860"/>
                <a:gd name="connsiteY499" fmla="*/ 296228 h 558165"/>
                <a:gd name="connsiteX500" fmla="*/ 919163 w 1556860"/>
                <a:gd name="connsiteY500" fmla="*/ 293370 h 558165"/>
                <a:gd name="connsiteX501" fmla="*/ 918686 w 1556860"/>
                <a:gd name="connsiteY501" fmla="*/ 291941 h 558165"/>
                <a:gd name="connsiteX502" fmla="*/ 919163 w 1556860"/>
                <a:gd name="connsiteY502" fmla="*/ 290036 h 558165"/>
                <a:gd name="connsiteX503" fmla="*/ 918686 w 1556860"/>
                <a:gd name="connsiteY503" fmla="*/ 288607 h 558165"/>
                <a:gd name="connsiteX504" fmla="*/ 911542 w 1556860"/>
                <a:gd name="connsiteY504" fmla="*/ 283369 h 558165"/>
                <a:gd name="connsiteX505" fmla="*/ 909161 w 1556860"/>
                <a:gd name="connsiteY505" fmla="*/ 280035 h 558165"/>
                <a:gd name="connsiteX506" fmla="*/ 907732 w 1556860"/>
                <a:gd name="connsiteY506" fmla="*/ 276225 h 558165"/>
                <a:gd name="connsiteX507" fmla="*/ 903446 w 1556860"/>
                <a:gd name="connsiteY507" fmla="*/ 269081 h 558165"/>
                <a:gd name="connsiteX508" fmla="*/ 900588 w 1556860"/>
                <a:gd name="connsiteY508" fmla="*/ 266224 h 558165"/>
                <a:gd name="connsiteX509" fmla="*/ 899160 w 1556860"/>
                <a:gd name="connsiteY509" fmla="*/ 265271 h 558165"/>
                <a:gd name="connsiteX510" fmla="*/ 895826 w 1556860"/>
                <a:gd name="connsiteY510" fmla="*/ 264319 h 558165"/>
                <a:gd name="connsiteX511" fmla="*/ 894398 w 1556860"/>
                <a:gd name="connsiteY511" fmla="*/ 263366 h 558165"/>
                <a:gd name="connsiteX512" fmla="*/ 892017 w 1556860"/>
                <a:gd name="connsiteY512" fmla="*/ 260032 h 558165"/>
                <a:gd name="connsiteX513" fmla="*/ 888682 w 1556860"/>
                <a:gd name="connsiteY513" fmla="*/ 257651 h 558165"/>
                <a:gd name="connsiteX514" fmla="*/ 886777 w 1556860"/>
                <a:gd name="connsiteY514" fmla="*/ 256699 h 558165"/>
                <a:gd name="connsiteX515" fmla="*/ 886777 w 1556860"/>
                <a:gd name="connsiteY515" fmla="*/ 254317 h 558165"/>
                <a:gd name="connsiteX516" fmla="*/ 888206 w 1556860"/>
                <a:gd name="connsiteY516" fmla="*/ 252889 h 558165"/>
                <a:gd name="connsiteX517" fmla="*/ 892492 w 1556860"/>
                <a:gd name="connsiteY517" fmla="*/ 254794 h 558165"/>
                <a:gd name="connsiteX518" fmla="*/ 894398 w 1556860"/>
                <a:gd name="connsiteY518" fmla="*/ 255270 h 558165"/>
                <a:gd name="connsiteX519" fmla="*/ 897255 w 1556860"/>
                <a:gd name="connsiteY519" fmla="*/ 254794 h 558165"/>
                <a:gd name="connsiteX520" fmla="*/ 899636 w 1556860"/>
                <a:gd name="connsiteY520" fmla="*/ 253841 h 558165"/>
                <a:gd name="connsiteX521" fmla="*/ 901542 w 1556860"/>
                <a:gd name="connsiteY521" fmla="*/ 250507 h 558165"/>
                <a:gd name="connsiteX522" fmla="*/ 904398 w 1556860"/>
                <a:gd name="connsiteY522" fmla="*/ 248126 h 558165"/>
                <a:gd name="connsiteX523" fmla="*/ 914400 w 1556860"/>
                <a:gd name="connsiteY523" fmla="*/ 244792 h 558165"/>
                <a:gd name="connsiteX524" fmla="*/ 917734 w 1556860"/>
                <a:gd name="connsiteY524" fmla="*/ 243364 h 558165"/>
                <a:gd name="connsiteX525" fmla="*/ 920592 w 1556860"/>
                <a:gd name="connsiteY525" fmla="*/ 241459 h 558165"/>
                <a:gd name="connsiteX526" fmla="*/ 926306 w 1556860"/>
                <a:gd name="connsiteY526" fmla="*/ 236220 h 558165"/>
                <a:gd name="connsiteX527" fmla="*/ 931544 w 1556860"/>
                <a:gd name="connsiteY527" fmla="*/ 230505 h 558165"/>
                <a:gd name="connsiteX528" fmla="*/ 933926 w 1556860"/>
                <a:gd name="connsiteY528" fmla="*/ 226695 h 558165"/>
                <a:gd name="connsiteX529" fmla="*/ 936784 w 1556860"/>
                <a:gd name="connsiteY529" fmla="*/ 223361 h 558165"/>
                <a:gd name="connsiteX530" fmla="*/ 938213 w 1556860"/>
                <a:gd name="connsiteY530" fmla="*/ 221932 h 558165"/>
                <a:gd name="connsiteX531" fmla="*/ 940117 w 1556860"/>
                <a:gd name="connsiteY531" fmla="*/ 220980 h 558165"/>
                <a:gd name="connsiteX532" fmla="*/ 944880 w 1556860"/>
                <a:gd name="connsiteY532" fmla="*/ 220028 h 558165"/>
                <a:gd name="connsiteX533" fmla="*/ 948213 w 1556860"/>
                <a:gd name="connsiteY533" fmla="*/ 220980 h 558165"/>
                <a:gd name="connsiteX534" fmla="*/ 950594 w 1556860"/>
                <a:gd name="connsiteY534" fmla="*/ 224314 h 558165"/>
                <a:gd name="connsiteX535" fmla="*/ 952976 w 1556860"/>
                <a:gd name="connsiteY535" fmla="*/ 225266 h 558165"/>
                <a:gd name="connsiteX536" fmla="*/ 955834 w 1556860"/>
                <a:gd name="connsiteY536" fmla="*/ 224314 h 558165"/>
                <a:gd name="connsiteX537" fmla="*/ 956310 w 1556860"/>
                <a:gd name="connsiteY537" fmla="*/ 222885 h 558165"/>
                <a:gd name="connsiteX538" fmla="*/ 957738 w 1556860"/>
                <a:gd name="connsiteY538" fmla="*/ 216694 h 558165"/>
                <a:gd name="connsiteX539" fmla="*/ 957263 w 1556860"/>
                <a:gd name="connsiteY539" fmla="*/ 214313 h 558165"/>
                <a:gd name="connsiteX540" fmla="*/ 955834 w 1556860"/>
                <a:gd name="connsiteY540" fmla="*/ 212407 h 558165"/>
                <a:gd name="connsiteX541" fmla="*/ 952500 w 1556860"/>
                <a:gd name="connsiteY541" fmla="*/ 210503 h 558165"/>
                <a:gd name="connsiteX542" fmla="*/ 948690 w 1556860"/>
                <a:gd name="connsiteY542" fmla="*/ 210026 h 558165"/>
                <a:gd name="connsiteX543" fmla="*/ 943451 w 1556860"/>
                <a:gd name="connsiteY543" fmla="*/ 210979 h 558165"/>
                <a:gd name="connsiteX544" fmla="*/ 938213 w 1556860"/>
                <a:gd name="connsiteY544" fmla="*/ 212407 h 558165"/>
                <a:gd name="connsiteX545" fmla="*/ 936784 w 1556860"/>
                <a:gd name="connsiteY545" fmla="*/ 212884 h 558165"/>
                <a:gd name="connsiteX546" fmla="*/ 937260 w 1556860"/>
                <a:gd name="connsiteY546" fmla="*/ 213836 h 558165"/>
                <a:gd name="connsiteX547" fmla="*/ 938688 w 1556860"/>
                <a:gd name="connsiteY547" fmla="*/ 214789 h 558165"/>
                <a:gd name="connsiteX548" fmla="*/ 938688 w 1556860"/>
                <a:gd name="connsiteY548" fmla="*/ 215741 h 558165"/>
                <a:gd name="connsiteX549" fmla="*/ 931069 w 1556860"/>
                <a:gd name="connsiteY549" fmla="*/ 216217 h 558165"/>
                <a:gd name="connsiteX550" fmla="*/ 926782 w 1556860"/>
                <a:gd name="connsiteY550" fmla="*/ 215741 h 558165"/>
                <a:gd name="connsiteX551" fmla="*/ 918210 w 1556860"/>
                <a:gd name="connsiteY551" fmla="*/ 215741 h 558165"/>
                <a:gd name="connsiteX552" fmla="*/ 914400 w 1556860"/>
                <a:gd name="connsiteY552" fmla="*/ 217170 h 558165"/>
                <a:gd name="connsiteX553" fmla="*/ 912971 w 1556860"/>
                <a:gd name="connsiteY553" fmla="*/ 218599 h 558165"/>
                <a:gd name="connsiteX554" fmla="*/ 911542 w 1556860"/>
                <a:gd name="connsiteY554" fmla="*/ 220028 h 558165"/>
                <a:gd name="connsiteX555" fmla="*/ 907256 w 1556860"/>
                <a:gd name="connsiteY555" fmla="*/ 221932 h 558165"/>
                <a:gd name="connsiteX556" fmla="*/ 903446 w 1556860"/>
                <a:gd name="connsiteY556" fmla="*/ 222409 h 558165"/>
                <a:gd name="connsiteX557" fmla="*/ 899636 w 1556860"/>
                <a:gd name="connsiteY557" fmla="*/ 221932 h 558165"/>
                <a:gd name="connsiteX558" fmla="*/ 897731 w 1556860"/>
                <a:gd name="connsiteY558" fmla="*/ 220504 h 558165"/>
                <a:gd name="connsiteX559" fmla="*/ 896302 w 1556860"/>
                <a:gd name="connsiteY559" fmla="*/ 219075 h 558165"/>
                <a:gd name="connsiteX560" fmla="*/ 894398 w 1556860"/>
                <a:gd name="connsiteY560" fmla="*/ 218599 h 558165"/>
                <a:gd name="connsiteX561" fmla="*/ 892492 w 1556860"/>
                <a:gd name="connsiteY561" fmla="*/ 219551 h 558165"/>
                <a:gd name="connsiteX562" fmla="*/ 889635 w 1556860"/>
                <a:gd name="connsiteY562" fmla="*/ 222409 h 558165"/>
                <a:gd name="connsiteX563" fmla="*/ 884396 w 1556860"/>
                <a:gd name="connsiteY563" fmla="*/ 228600 h 558165"/>
                <a:gd name="connsiteX564" fmla="*/ 882015 w 1556860"/>
                <a:gd name="connsiteY564" fmla="*/ 231934 h 558165"/>
                <a:gd name="connsiteX565" fmla="*/ 879634 w 1556860"/>
                <a:gd name="connsiteY565" fmla="*/ 236220 h 558165"/>
                <a:gd name="connsiteX566" fmla="*/ 875823 w 1556860"/>
                <a:gd name="connsiteY566" fmla="*/ 238601 h 558165"/>
                <a:gd name="connsiteX567" fmla="*/ 872013 w 1556860"/>
                <a:gd name="connsiteY567" fmla="*/ 237649 h 558165"/>
                <a:gd name="connsiteX568" fmla="*/ 868204 w 1556860"/>
                <a:gd name="connsiteY568" fmla="*/ 237172 h 558165"/>
                <a:gd name="connsiteX569" fmla="*/ 865823 w 1556860"/>
                <a:gd name="connsiteY569" fmla="*/ 237649 h 558165"/>
                <a:gd name="connsiteX570" fmla="*/ 863917 w 1556860"/>
                <a:gd name="connsiteY570" fmla="*/ 237649 h 558165"/>
                <a:gd name="connsiteX571" fmla="*/ 862013 w 1556860"/>
                <a:gd name="connsiteY571" fmla="*/ 233839 h 558165"/>
                <a:gd name="connsiteX572" fmla="*/ 859155 w 1556860"/>
                <a:gd name="connsiteY572" fmla="*/ 226695 h 558165"/>
                <a:gd name="connsiteX573" fmla="*/ 855821 w 1556860"/>
                <a:gd name="connsiteY573" fmla="*/ 223838 h 558165"/>
                <a:gd name="connsiteX574" fmla="*/ 850582 w 1556860"/>
                <a:gd name="connsiteY574" fmla="*/ 221932 h 558165"/>
                <a:gd name="connsiteX575" fmla="*/ 849630 w 1556860"/>
                <a:gd name="connsiteY575" fmla="*/ 220980 h 558165"/>
                <a:gd name="connsiteX576" fmla="*/ 844867 w 1556860"/>
                <a:gd name="connsiteY576" fmla="*/ 213836 h 558165"/>
                <a:gd name="connsiteX577" fmla="*/ 843915 w 1556860"/>
                <a:gd name="connsiteY577" fmla="*/ 210503 h 558165"/>
                <a:gd name="connsiteX578" fmla="*/ 842963 w 1556860"/>
                <a:gd name="connsiteY578" fmla="*/ 206216 h 558165"/>
                <a:gd name="connsiteX579" fmla="*/ 842486 w 1556860"/>
                <a:gd name="connsiteY579" fmla="*/ 201930 h 558165"/>
                <a:gd name="connsiteX580" fmla="*/ 842486 w 1556860"/>
                <a:gd name="connsiteY580" fmla="*/ 198120 h 558165"/>
                <a:gd name="connsiteX581" fmla="*/ 843438 w 1556860"/>
                <a:gd name="connsiteY581" fmla="*/ 194786 h 558165"/>
                <a:gd name="connsiteX582" fmla="*/ 844867 w 1556860"/>
                <a:gd name="connsiteY582" fmla="*/ 190500 h 558165"/>
                <a:gd name="connsiteX583" fmla="*/ 846773 w 1556860"/>
                <a:gd name="connsiteY583" fmla="*/ 186214 h 558165"/>
                <a:gd name="connsiteX584" fmla="*/ 849154 w 1556860"/>
                <a:gd name="connsiteY584" fmla="*/ 182880 h 558165"/>
                <a:gd name="connsiteX585" fmla="*/ 852963 w 1556860"/>
                <a:gd name="connsiteY585" fmla="*/ 178117 h 558165"/>
                <a:gd name="connsiteX586" fmla="*/ 854392 w 1556860"/>
                <a:gd name="connsiteY586" fmla="*/ 176689 h 558165"/>
                <a:gd name="connsiteX587" fmla="*/ 858202 w 1556860"/>
                <a:gd name="connsiteY587" fmla="*/ 174784 h 558165"/>
                <a:gd name="connsiteX588" fmla="*/ 862488 w 1556860"/>
                <a:gd name="connsiteY588" fmla="*/ 174307 h 558165"/>
                <a:gd name="connsiteX589" fmla="*/ 866775 w 1556860"/>
                <a:gd name="connsiteY589" fmla="*/ 174784 h 558165"/>
                <a:gd name="connsiteX590" fmla="*/ 873919 w 1556860"/>
                <a:gd name="connsiteY590" fmla="*/ 177165 h 558165"/>
                <a:gd name="connsiteX591" fmla="*/ 877252 w 1556860"/>
                <a:gd name="connsiteY591" fmla="*/ 177165 h 558165"/>
                <a:gd name="connsiteX592" fmla="*/ 891063 w 1556860"/>
                <a:gd name="connsiteY592" fmla="*/ 175260 h 558165"/>
                <a:gd name="connsiteX593" fmla="*/ 893921 w 1556860"/>
                <a:gd name="connsiteY593" fmla="*/ 175260 h 558165"/>
                <a:gd name="connsiteX594" fmla="*/ 896779 w 1556860"/>
                <a:gd name="connsiteY594" fmla="*/ 175736 h 558165"/>
                <a:gd name="connsiteX595" fmla="*/ 900588 w 1556860"/>
                <a:gd name="connsiteY595" fmla="*/ 176689 h 558165"/>
                <a:gd name="connsiteX596" fmla="*/ 904875 w 1556860"/>
                <a:gd name="connsiteY596" fmla="*/ 177165 h 558165"/>
                <a:gd name="connsiteX597" fmla="*/ 912494 w 1556860"/>
                <a:gd name="connsiteY597" fmla="*/ 176213 h 558165"/>
                <a:gd name="connsiteX598" fmla="*/ 920115 w 1556860"/>
                <a:gd name="connsiteY598" fmla="*/ 175736 h 558165"/>
                <a:gd name="connsiteX599" fmla="*/ 941546 w 1556860"/>
                <a:gd name="connsiteY599" fmla="*/ 175736 h 558165"/>
                <a:gd name="connsiteX600" fmla="*/ 944404 w 1556860"/>
                <a:gd name="connsiteY600" fmla="*/ 175260 h 558165"/>
                <a:gd name="connsiteX601" fmla="*/ 947261 w 1556860"/>
                <a:gd name="connsiteY601" fmla="*/ 175736 h 558165"/>
                <a:gd name="connsiteX602" fmla="*/ 950594 w 1556860"/>
                <a:gd name="connsiteY602" fmla="*/ 178117 h 558165"/>
                <a:gd name="connsiteX603" fmla="*/ 953452 w 1556860"/>
                <a:gd name="connsiteY603" fmla="*/ 180975 h 558165"/>
                <a:gd name="connsiteX604" fmla="*/ 954881 w 1556860"/>
                <a:gd name="connsiteY604" fmla="*/ 181451 h 558165"/>
                <a:gd name="connsiteX605" fmla="*/ 962025 w 1556860"/>
                <a:gd name="connsiteY605" fmla="*/ 181928 h 558165"/>
                <a:gd name="connsiteX606" fmla="*/ 965835 w 1556860"/>
                <a:gd name="connsiteY606" fmla="*/ 181928 h 558165"/>
                <a:gd name="connsiteX607" fmla="*/ 969644 w 1556860"/>
                <a:gd name="connsiteY607" fmla="*/ 181451 h 558165"/>
                <a:gd name="connsiteX608" fmla="*/ 981551 w 1556860"/>
                <a:gd name="connsiteY608" fmla="*/ 179070 h 558165"/>
                <a:gd name="connsiteX609" fmla="*/ 985361 w 1556860"/>
                <a:gd name="connsiteY609" fmla="*/ 179070 h 558165"/>
                <a:gd name="connsiteX610" fmla="*/ 987267 w 1556860"/>
                <a:gd name="connsiteY610" fmla="*/ 178594 h 558165"/>
                <a:gd name="connsiteX611" fmla="*/ 991076 w 1556860"/>
                <a:gd name="connsiteY611" fmla="*/ 177165 h 558165"/>
                <a:gd name="connsiteX612" fmla="*/ 992505 w 1556860"/>
                <a:gd name="connsiteY612" fmla="*/ 176213 h 558165"/>
                <a:gd name="connsiteX613" fmla="*/ 995363 w 1556860"/>
                <a:gd name="connsiteY613" fmla="*/ 173355 h 558165"/>
                <a:gd name="connsiteX614" fmla="*/ 997744 w 1556860"/>
                <a:gd name="connsiteY614" fmla="*/ 170021 h 558165"/>
                <a:gd name="connsiteX615" fmla="*/ 999648 w 1556860"/>
                <a:gd name="connsiteY615" fmla="*/ 167164 h 558165"/>
                <a:gd name="connsiteX616" fmla="*/ 1001554 w 1556860"/>
                <a:gd name="connsiteY616" fmla="*/ 164306 h 558165"/>
                <a:gd name="connsiteX617" fmla="*/ 1008221 w 1556860"/>
                <a:gd name="connsiteY617" fmla="*/ 158591 h 558165"/>
                <a:gd name="connsiteX618" fmla="*/ 1011079 w 1556860"/>
                <a:gd name="connsiteY618" fmla="*/ 155734 h 558165"/>
                <a:gd name="connsiteX619" fmla="*/ 1012984 w 1556860"/>
                <a:gd name="connsiteY619" fmla="*/ 152400 h 558165"/>
                <a:gd name="connsiteX620" fmla="*/ 1015842 w 1556860"/>
                <a:gd name="connsiteY620" fmla="*/ 145732 h 558165"/>
                <a:gd name="connsiteX621" fmla="*/ 1016794 w 1556860"/>
                <a:gd name="connsiteY621" fmla="*/ 144780 h 558165"/>
                <a:gd name="connsiteX622" fmla="*/ 1019651 w 1556860"/>
                <a:gd name="connsiteY622" fmla="*/ 142399 h 558165"/>
                <a:gd name="connsiteX623" fmla="*/ 1020127 w 1556860"/>
                <a:gd name="connsiteY623" fmla="*/ 141446 h 558165"/>
                <a:gd name="connsiteX624" fmla="*/ 1017746 w 1556860"/>
                <a:gd name="connsiteY624" fmla="*/ 136684 h 558165"/>
                <a:gd name="connsiteX625" fmla="*/ 1015842 w 1556860"/>
                <a:gd name="connsiteY625" fmla="*/ 135255 h 558165"/>
                <a:gd name="connsiteX626" fmla="*/ 1011555 w 1556860"/>
                <a:gd name="connsiteY626" fmla="*/ 134779 h 558165"/>
                <a:gd name="connsiteX627" fmla="*/ 1010126 w 1556860"/>
                <a:gd name="connsiteY627" fmla="*/ 135731 h 558165"/>
                <a:gd name="connsiteX628" fmla="*/ 1007269 w 1556860"/>
                <a:gd name="connsiteY628" fmla="*/ 139065 h 558165"/>
                <a:gd name="connsiteX629" fmla="*/ 1004888 w 1556860"/>
                <a:gd name="connsiteY629" fmla="*/ 142875 h 558165"/>
                <a:gd name="connsiteX630" fmla="*/ 1003459 w 1556860"/>
                <a:gd name="connsiteY630" fmla="*/ 143828 h 558165"/>
                <a:gd name="connsiteX631" fmla="*/ 1000125 w 1556860"/>
                <a:gd name="connsiteY631" fmla="*/ 144780 h 558165"/>
                <a:gd name="connsiteX632" fmla="*/ 998696 w 1556860"/>
                <a:gd name="connsiteY632" fmla="*/ 145732 h 558165"/>
                <a:gd name="connsiteX633" fmla="*/ 997744 w 1556860"/>
                <a:gd name="connsiteY633" fmla="*/ 148590 h 558165"/>
                <a:gd name="connsiteX634" fmla="*/ 996315 w 1556860"/>
                <a:gd name="connsiteY634" fmla="*/ 150971 h 558165"/>
                <a:gd name="connsiteX635" fmla="*/ 992029 w 1556860"/>
                <a:gd name="connsiteY635" fmla="*/ 152400 h 558165"/>
                <a:gd name="connsiteX636" fmla="*/ 987267 w 1556860"/>
                <a:gd name="connsiteY636" fmla="*/ 157639 h 558165"/>
                <a:gd name="connsiteX637" fmla="*/ 975836 w 1556860"/>
                <a:gd name="connsiteY637" fmla="*/ 163354 h 558165"/>
                <a:gd name="connsiteX638" fmla="*/ 972979 w 1556860"/>
                <a:gd name="connsiteY638" fmla="*/ 163830 h 558165"/>
                <a:gd name="connsiteX639" fmla="*/ 953452 w 1556860"/>
                <a:gd name="connsiteY639" fmla="*/ 160972 h 558165"/>
                <a:gd name="connsiteX640" fmla="*/ 946309 w 1556860"/>
                <a:gd name="connsiteY640" fmla="*/ 160496 h 558165"/>
                <a:gd name="connsiteX641" fmla="*/ 944404 w 1556860"/>
                <a:gd name="connsiteY641" fmla="*/ 160496 h 558165"/>
                <a:gd name="connsiteX642" fmla="*/ 942498 w 1556860"/>
                <a:gd name="connsiteY642" fmla="*/ 160972 h 558165"/>
                <a:gd name="connsiteX643" fmla="*/ 940117 w 1556860"/>
                <a:gd name="connsiteY643" fmla="*/ 163354 h 558165"/>
                <a:gd name="connsiteX644" fmla="*/ 938213 w 1556860"/>
                <a:gd name="connsiteY644" fmla="*/ 163354 h 558165"/>
                <a:gd name="connsiteX645" fmla="*/ 936784 w 1556860"/>
                <a:gd name="connsiteY645" fmla="*/ 162878 h 558165"/>
                <a:gd name="connsiteX646" fmla="*/ 932498 w 1556860"/>
                <a:gd name="connsiteY646" fmla="*/ 160496 h 558165"/>
                <a:gd name="connsiteX647" fmla="*/ 928688 w 1556860"/>
                <a:gd name="connsiteY647" fmla="*/ 159067 h 558165"/>
                <a:gd name="connsiteX648" fmla="*/ 924877 w 1556860"/>
                <a:gd name="connsiteY648" fmla="*/ 158115 h 558165"/>
                <a:gd name="connsiteX649" fmla="*/ 913923 w 1556860"/>
                <a:gd name="connsiteY649" fmla="*/ 157639 h 558165"/>
                <a:gd name="connsiteX650" fmla="*/ 905827 w 1556860"/>
                <a:gd name="connsiteY650" fmla="*/ 155734 h 558165"/>
                <a:gd name="connsiteX651" fmla="*/ 896302 w 1556860"/>
                <a:gd name="connsiteY651" fmla="*/ 156210 h 558165"/>
                <a:gd name="connsiteX652" fmla="*/ 894873 w 1556860"/>
                <a:gd name="connsiteY652" fmla="*/ 155734 h 558165"/>
                <a:gd name="connsiteX653" fmla="*/ 893444 w 1556860"/>
                <a:gd name="connsiteY653" fmla="*/ 154781 h 558165"/>
                <a:gd name="connsiteX654" fmla="*/ 892017 w 1556860"/>
                <a:gd name="connsiteY654" fmla="*/ 152876 h 558165"/>
                <a:gd name="connsiteX655" fmla="*/ 891063 w 1556860"/>
                <a:gd name="connsiteY655" fmla="*/ 150971 h 558165"/>
                <a:gd name="connsiteX656" fmla="*/ 889635 w 1556860"/>
                <a:gd name="connsiteY656" fmla="*/ 150019 h 558165"/>
                <a:gd name="connsiteX657" fmla="*/ 888206 w 1556860"/>
                <a:gd name="connsiteY657" fmla="*/ 149542 h 558165"/>
                <a:gd name="connsiteX658" fmla="*/ 885825 w 1556860"/>
                <a:gd name="connsiteY658" fmla="*/ 149542 h 558165"/>
                <a:gd name="connsiteX659" fmla="*/ 883444 w 1556860"/>
                <a:gd name="connsiteY659" fmla="*/ 149066 h 558165"/>
                <a:gd name="connsiteX660" fmla="*/ 879157 w 1556860"/>
                <a:gd name="connsiteY660" fmla="*/ 146685 h 558165"/>
                <a:gd name="connsiteX661" fmla="*/ 877252 w 1556860"/>
                <a:gd name="connsiteY661" fmla="*/ 146685 h 558165"/>
                <a:gd name="connsiteX662" fmla="*/ 875348 w 1556860"/>
                <a:gd name="connsiteY662" fmla="*/ 147161 h 558165"/>
                <a:gd name="connsiteX663" fmla="*/ 873442 w 1556860"/>
                <a:gd name="connsiteY663" fmla="*/ 148114 h 558165"/>
                <a:gd name="connsiteX664" fmla="*/ 872013 w 1556860"/>
                <a:gd name="connsiteY664" fmla="*/ 149542 h 558165"/>
                <a:gd name="connsiteX665" fmla="*/ 869632 w 1556860"/>
                <a:gd name="connsiteY665" fmla="*/ 152876 h 558165"/>
                <a:gd name="connsiteX666" fmla="*/ 868204 w 1556860"/>
                <a:gd name="connsiteY666" fmla="*/ 156686 h 558165"/>
                <a:gd name="connsiteX667" fmla="*/ 866775 w 1556860"/>
                <a:gd name="connsiteY667" fmla="*/ 158115 h 558165"/>
                <a:gd name="connsiteX668" fmla="*/ 864869 w 1556860"/>
                <a:gd name="connsiteY668" fmla="*/ 159544 h 558165"/>
                <a:gd name="connsiteX669" fmla="*/ 863917 w 1556860"/>
                <a:gd name="connsiteY669" fmla="*/ 160972 h 558165"/>
                <a:gd name="connsiteX670" fmla="*/ 862965 w 1556860"/>
                <a:gd name="connsiteY670" fmla="*/ 162401 h 558165"/>
                <a:gd name="connsiteX671" fmla="*/ 860107 w 1556860"/>
                <a:gd name="connsiteY671" fmla="*/ 163830 h 558165"/>
                <a:gd name="connsiteX672" fmla="*/ 856773 w 1556860"/>
                <a:gd name="connsiteY672" fmla="*/ 162878 h 558165"/>
                <a:gd name="connsiteX673" fmla="*/ 854869 w 1556860"/>
                <a:gd name="connsiteY673" fmla="*/ 161449 h 558165"/>
                <a:gd name="connsiteX674" fmla="*/ 853440 w 1556860"/>
                <a:gd name="connsiteY674" fmla="*/ 158115 h 558165"/>
                <a:gd name="connsiteX675" fmla="*/ 852488 w 1556860"/>
                <a:gd name="connsiteY675" fmla="*/ 158115 h 558165"/>
                <a:gd name="connsiteX676" fmla="*/ 851535 w 1556860"/>
                <a:gd name="connsiteY676" fmla="*/ 158591 h 558165"/>
                <a:gd name="connsiteX677" fmla="*/ 850106 w 1556860"/>
                <a:gd name="connsiteY677" fmla="*/ 162401 h 558165"/>
                <a:gd name="connsiteX678" fmla="*/ 847725 w 1556860"/>
                <a:gd name="connsiteY678" fmla="*/ 165259 h 558165"/>
                <a:gd name="connsiteX679" fmla="*/ 845819 w 1556860"/>
                <a:gd name="connsiteY679" fmla="*/ 166211 h 558165"/>
                <a:gd name="connsiteX680" fmla="*/ 844392 w 1556860"/>
                <a:gd name="connsiteY680" fmla="*/ 167640 h 558165"/>
                <a:gd name="connsiteX681" fmla="*/ 843438 w 1556860"/>
                <a:gd name="connsiteY681" fmla="*/ 171926 h 558165"/>
                <a:gd name="connsiteX682" fmla="*/ 842010 w 1556860"/>
                <a:gd name="connsiteY682" fmla="*/ 173355 h 558165"/>
                <a:gd name="connsiteX683" fmla="*/ 839152 w 1556860"/>
                <a:gd name="connsiteY683" fmla="*/ 175736 h 558165"/>
                <a:gd name="connsiteX684" fmla="*/ 835819 w 1556860"/>
                <a:gd name="connsiteY684" fmla="*/ 182880 h 558165"/>
                <a:gd name="connsiteX685" fmla="*/ 835819 w 1556860"/>
                <a:gd name="connsiteY685" fmla="*/ 184785 h 558165"/>
                <a:gd name="connsiteX686" fmla="*/ 837723 w 1556860"/>
                <a:gd name="connsiteY686" fmla="*/ 189547 h 558165"/>
                <a:gd name="connsiteX687" fmla="*/ 836771 w 1556860"/>
                <a:gd name="connsiteY687" fmla="*/ 191453 h 558165"/>
                <a:gd name="connsiteX688" fmla="*/ 834867 w 1556860"/>
                <a:gd name="connsiteY688" fmla="*/ 192405 h 558165"/>
                <a:gd name="connsiteX689" fmla="*/ 832961 w 1556860"/>
                <a:gd name="connsiteY689" fmla="*/ 192405 h 558165"/>
                <a:gd name="connsiteX690" fmla="*/ 832485 w 1556860"/>
                <a:gd name="connsiteY690" fmla="*/ 193834 h 558165"/>
                <a:gd name="connsiteX691" fmla="*/ 834390 w 1556860"/>
                <a:gd name="connsiteY691" fmla="*/ 207169 h 558165"/>
                <a:gd name="connsiteX692" fmla="*/ 836294 w 1556860"/>
                <a:gd name="connsiteY692" fmla="*/ 213836 h 558165"/>
                <a:gd name="connsiteX693" fmla="*/ 836771 w 1556860"/>
                <a:gd name="connsiteY693" fmla="*/ 216694 h 558165"/>
                <a:gd name="connsiteX694" fmla="*/ 836771 w 1556860"/>
                <a:gd name="connsiteY694" fmla="*/ 219551 h 558165"/>
                <a:gd name="connsiteX695" fmla="*/ 834867 w 1556860"/>
                <a:gd name="connsiteY695" fmla="*/ 216217 h 558165"/>
                <a:gd name="connsiteX696" fmla="*/ 832485 w 1556860"/>
                <a:gd name="connsiteY696" fmla="*/ 213360 h 558165"/>
                <a:gd name="connsiteX697" fmla="*/ 830580 w 1556860"/>
                <a:gd name="connsiteY697" fmla="*/ 214789 h 558165"/>
                <a:gd name="connsiteX698" fmla="*/ 825817 w 1556860"/>
                <a:gd name="connsiteY698" fmla="*/ 220980 h 558165"/>
                <a:gd name="connsiteX699" fmla="*/ 820579 w 1556860"/>
                <a:gd name="connsiteY699" fmla="*/ 232410 h 558165"/>
                <a:gd name="connsiteX700" fmla="*/ 818673 w 1556860"/>
                <a:gd name="connsiteY700" fmla="*/ 238125 h 558165"/>
                <a:gd name="connsiteX701" fmla="*/ 818673 w 1556860"/>
                <a:gd name="connsiteY701" fmla="*/ 240982 h 558165"/>
                <a:gd name="connsiteX702" fmla="*/ 819150 w 1556860"/>
                <a:gd name="connsiteY702" fmla="*/ 243840 h 558165"/>
                <a:gd name="connsiteX703" fmla="*/ 818673 w 1556860"/>
                <a:gd name="connsiteY703" fmla="*/ 246221 h 558165"/>
                <a:gd name="connsiteX704" fmla="*/ 820102 w 1556860"/>
                <a:gd name="connsiteY704" fmla="*/ 251936 h 558165"/>
                <a:gd name="connsiteX705" fmla="*/ 819150 w 1556860"/>
                <a:gd name="connsiteY705" fmla="*/ 255270 h 558165"/>
                <a:gd name="connsiteX706" fmla="*/ 816292 w 1556860"/>
                <a:gd name="connsiteY706" fmla="*/ 258604 h 558165"/>
                <a:gd name="connsiteX707" fmla="*/ 813911 w 1556860"/>
                <a:gd name="connsiteY707" fmla="*/ 262414 h 558165"/>
                <a:gd name="connsiteX708" fmla="*/ 812959 w 1556860"/>
                <a:gd name="connsiteY708" fmla="*/ 266224 h 558165"/>
                <a:gd name="connsiteX709" fmla="*/ 812959 w 1556860"/>
                <a:gd name="connsiteY709" fmla="*/ 270510 h 558165"/>
                <a:gd name="connsiteX710" fmla="*/ 811530 w 1556860"/>
                <a:gd name="connsiteY710" fmla="*/ 273844 h 558165"/>
                <a:gd name="connsiteX711" fmla="*/ 806767 w 1556860"/>
                <a:gd name="connsiteY711" fmla="*/ 277654 h 558165"/>
                <a:gd name="connsiteX712" fmla="*/ 805338 w 1556860"/>
                <a:gd name="connsiteY712" fmla="*/ 278606 h 558165"/>
                <a:gd name="connsiteX713" fmla="*/ 1116806 w 1556860"/>
                <a:gd name="connsiteY713" fmla="*/ 247650 h 558165"/>
                <a:gd name="connsiteX714" fmla="*/ 1117759 w 1556860"/>
                <a:gd name="connsiteY714" fmla="*/ 247174 h 558165"/>
                <a:gd name="connsiteX715" fmla="*/ 1119663 w 1556860"/>
                <a:gd name="connsiteY715" fmla="*/ 245745 h 558165"/>
                <a:gd name="connsiteX716" fmla="*/ 1119663 w 1556860"/>
                <a:gd name="connsiteY716" fmla="*/ 243840 h 558165"/>
                <a:gd name="connsiteX717" fmla="*/ 1115854 w 1556860"/>
                <a:gd name="connsiteY717" fmla="*/ 241459 h 558165"/>
                <a:gd name="connsiteX718" fmla="*/ 1111567 w 1556860"/>
                <a:gd name="connsiteY718" fmla="*/ 238125 h 558165"/>
                <a:gd name="connsiteX719" fmla="*/ 1105852 w 1556860"/>
                <a:gd name="connsiteY719" fmla="*/ 235267 h 558165"/>
                <a:gd name="connsiteX720" fmla="*/ 1102519 w 1556860"/>
                <a:gd name="connsiteY720" fmla="*/ 234315 h 558165"/>
                <a:gd name="connsiteX721" fmla="*/ 1100613 w 1556860"/>
                <a:gd name="connsiteY721" fmla="*/ 234791 h 558165"/>
                <a:gd name="connsiteX722" fmla="*/ 1095851 w 1556860"/>
                <a:gd name="connsiteY722" fmla="*/ 238125 h 558165"/>
                <a:gd name="connsiteX723" fmla="*/ 1093946 w 1556860"/>
                <a:gd name="connsiteY723" fmla="*/ 242888 h 558165"/>
                <a:gd name="connsiteX724" fmla="*/ 1093946 w 1556860"/>
                <a:gd name="connsiteY724" fmla="*/ 244792 h 558165"/>
                <a:gd name="connsiteX725" fmla="*/ 1096327 w 1556860"/>
                <a:gd name="connsiteY725" fmla="*/ 246697 h 558165"/>
                <a:gd name="connsiteX726" fmla="*/ 1099661 w 1556860"/>
                <a:gd name="connsiteY726" fmla="*/ 247650 h 558165"/>
                <a:gd name="connsiteX727" fmla="*/ 1105852 w 1556860"/>
                <a:gd name="connsiteY727" fmla="*/ 246221 h 558165"/>
                <a:gd name="connsiteX728" fmla="*/ 1111567 w 1556860"/>
                <a:gd name="connsiteY728" fmla="*/ 246221 h 558165"/>
                <a:gd name="connsiteX729" fmla="*/ 1116806 w 1556860"/>
                <a:gd name="connsiteY729" fmla="*/ 247650 h 558165"/>
                <a:gd name="connsiteX730" fmla="*/ 1045369 w 1556860"/>
                <a:gd name="connsiteY730" fmla="*/ 254794 h 558165"/>
                <a:gd name="connsiteX731" fmla="*/ 1056798 w 1556860"/>
                <a:gd name="connsiteY731" fmla="*/ 252889 h 558165"/>
                <a:gd name="connsiteX732" fmla="*/ 1058227 w 1556860"/>
                <a:gd name="connsiteY732" fmla="*/ 251460 h 558165"/>
                <a:gd name="connsiteX733" fmla="*/ 1047750 w 1556860"/>
                <a:gd name="connsiteY733" fmla="*/ 250507 h 558165"/>
                <a:gd name="connsiteX734" fmla="*/ 1037273 w 1556860"/>
                <a:gd name="connsiteY734" fmla="*/ 251460 h 558165"/>
                <a:gd name="connsiteX735" fmla="*/ 1030605 w 1556860"/>
                <a:gd name="connsiteY735" fmla="*/ 250984 h 558165"/>
                <a:gd name="connsiteX736" fmla="*/ 1028223 w 1556860"/>
                <a:gd name="connsiteY736" fmla="*/ 251460 h 558165"/>
                <a:gd name="connsiteX737" fmla="*/ 1026319 w 1556860"/>
                <a:gd name="connsiteY737" fmla="*/ 252413 h 558165"/>
                <a:gd name="connsiteX738" fmla="*/ 1027748 w 1556860"/>
                <a:gd name="connsiteY738" fmla="*/ 253841 h 558165"/>
                <a:gd name="connsiteX739" fmla="*/ 1027748 w 1556860"/>
                <a:gd name="connsiteY739" fmla="*/ 255746 h 558165"/>
                <a:gd name="connsiteX740" fmla="*/ 1029176 w 1556860"/>
                <a:gd name="connsiteY740" fmla="*/ 255746 h 558165"/>
                <a:gd name="connsiteX741" fmla="*/ 1041559 w 1556860"/>
                <a:gd name="connsiteY741" fmla="*/ 254794 h 558165"/>
                <a:gd name="connsiteX742" fmla="*/ 1045369 w 1556860"/>
                <a:gd name="connsiteY742" fmla="*/ 254794 h 558165"/>
                <a:gd name="connsiteX743" fmla="*/ 991552 w 1556860"/>
                <a:gd name="connsiteY743" fmla="*/ 473392 h 558165"/>
                <a:gd name="connsiteX744" fmla="*/ 993934 w 1556860"/>
                <a:gd name="connsiteY744" fmla="*/ 474345 h 558165"/>
                <a:gd name="connsiteX745" fmla="*/ 1016317 w 1556860"/>
                <a:gd name="connsiteY745" fmla="*/ 471011 h 558165"/>
                <a:gd name="connsiteX746" fmla="*/ 1017746 w 1556860"/>
                <a:gd name="connsiteY746" fmla="*/ 470059 h 558165"/>
                <a:gd name="connsiteX747" fmla="*/ 1017269 w 1556860"/>
                <a:gd name="connsiteY747" fmla="*/ 465772 h 558165"/>
                <a:gd name="connsiteX748" fmla="*/ 1014888 w 1556860"/>
                <a:gd name="connsiteY748" fmla="*/ 464820 h 558165"/>
                <a:gd name="connsiteX749" fmla="*/ 1010602 w 1556860"/>
                <a:gd name="connsiteY749" fmla="*/ 464344 h 558165"/>
                <a:gd name="connsiteX750" fmla="*/ 1004888 w 1556860"/>
                <a:gd name="connsiteY750" fmla="*/ 464344 h 558165"/>
                <a:gd name="connsiteX751" fmla="*/ 1002506 w 1556860"/>
                <a:gd name="connsiteY751" fmla="*/ 464820 h 558165"/>
                <a:gd name="connsiteX752" fmla="*/ 999648 w 1556860"/>
                <a:gd name="connsiteY752" fmla="*/ 465772 h 558165"/>
                <a:gd name="connsiteX753" fmla="*/ 998696 w 1556860"/>
                <a:gd name="connsiteY753" fmla="*/ 463867 h 558165"/>
                <a:gd name="connsiteX754" fmla="*/ 996315 w 1556860"/>
                <a:gd name="connsiteY754" fmla="*/ 463867 h 558165"/>
                <a:gd name="connsiteX755" fmla="*/ 993457 w 1556860"/>
                <a:gd name="connsiteY755" fmla="*/ 465296 h 558165"/>
                <a:gd name="connsiteX756" fmla="*/ 992029 w 1556860"/>
                <a:gd name="connsiteY756" fmla="*/ 467678 h 558165"/>
                <a:gd name="connsiteX757" fmla="*/ 992981 w 1556860"/>
                <a:gd name="connsiteY757" fmla="*/ 469106 h 558165"/>
                <a:gd name="connsiteX758" fmla="*/ 990600 w 1556860"/>
                <a:gd name="connsiteY758" fmla="*/ 471964 h 558165"/>
                <a:gd name="connsiteX759" fmla="*/ 991552 w 1556860"/>
                <a:gd name="connsiteY759" fmla="*/ 473392 h 558165"/>
                <a:gd name="connsiteX760" fmla="*/ 1086326 w 1556860"/>
                <a:gd name="connsiteY760" fmla="*/ 302419 h 558165"/>
                <a:gd name="connsiteX761" fmla="*/ 1084898 w 1556860"/>
                <a:gd name="connsiteY761" fmla="*/ 301466 h 558165"/>
                <a:gd name="connsiteX762" fmla="*/ 1083944 w 1556860"/>
                <a:gd name="connsiteY762" fmla="*/ 300514 h 558165"/>
                <a:gd name="connsiteX763" fmla="*/ 1082992 w 1556860"/>
                <a:gd name="connsiteY763" fmla="*/ 298609 h 558165"/>
                <a:gd name="connsiteX764" fmla="*/ 1081563 w 1556860"/>
                <a:gd name="connsiteY764" fmla="*/ 296704 h 558165"/>
                <a:gd name="connsiteX765" fmla="*/ 1075848 w 1556860"/>
                <a:gd name="connsiteY765" fmla="*/ 293846 h 558165"/>
                <a:gd name="connsiteX766" fmla="*/ 1073944 w 1556860"/>
                <a:gd name="connsiteY766" fmla="*/ 293370 h 558165"/>
                <a:gd name="connsiteX767" fmla="*/ 1065371 w 1556860"/>
                <a:gd name="connsiteY767" fmla="*/ 293370 h 558165"/>
                <a:gd name="connsiteX768" fmla="*/ 1056798 w 1556860"/>
                <a:gd name="connsiteY768" fmla="*/ 294799 h 558165"/>
                <a:gd name="connsiteX769" fmla="*/ 1053942 w 1556860"/>
                <a:gd name="connsiteY769" fmla="*/ 296228 h 558165"/>
                <a:gd name="connsiteX770" fmla="*/ 1049655 w 1556860"/>
                <a:gd name="connsiteY770" fmla="*/ 294799 h 558165"/>
                <a:gd name="connsiteX771" fmla="*/ 1048226 w 1556860"/>
                <a:gd name="connsiteY771" fmla="*/ 295751 h 558165"/>
                <a:gd name="connsiteX772" fmla="*/ 1047273 w 1556860"/>
                <a:gd name="connsiteY772" fmla="*/ 297180 h 558165"/>
                <a:gd name="connsiteX773" fmla="*/ 1047750 w 1556860"/>
                <a:gd name="connsiteY773" fmla="*/ 303371 h 558165"/>
                <a:gd name="connsiteX774" fmla="*/ 1048702 w 1556860"/>
                <a:gd name="connsiteY774" fmla="*/ 305753 h 558165"/>
                <a:gd name="connsiteX775" fmla="*/ 1051560 w 1556860"/>
                <a:gd name="connsiteY775" fmla="*/ 309086 h 558165"/>
                <a:gd name="connsiteX776" fmla="*/ 1052513 w 1556860"/>
                <a:gd name="connsiteY776" fmla="*/ 310991 h 558165"/>
                <a:gd name="connsiteX777" fmla="*/ 1053942 w 1556860"/>
                <a:gd name="connsiteY777" fmla="*/ 311944 h 558165"/>
                <a:gd name="connsiteX778" fmla="*/ 1060609 w 1556860"/>
                <a:gd name="connsiteY778" fmla="*/ 315278 h 558165"/>
                <a:gd name="connsiteX779" fmla="*/ 1065371 w 1556860"/>
                <a:gd name="connsiteY779" fmla="*/ 317182 h 558165"/>
                <a:gd name="connsiteX780" fmla="*/ 1070134 w 1556860"/>
                <a:gd name="connsiteY780" fmla="*/ 319088 h 558165"/>
                <a:gd name="connsiteX781" fmla="*/ 1072038 w 1556860"/>
                <a:gd name="connsiteY781" fmla="*/ 318611 h 558165"/>
                <a:gd name="connsiteX782" fmla="*/ 1073944 w 1556860"/>
                <a:gd name="connsiteY782" fmla="*/ 317659 h 558165"/>
                <a:gd name="connsiteX783" fmla="*/ 1076325 w 1556860"/>
                <a:gd name="connsiteY783" fmla="*/ 317659 h 558165"/>
                <a:gd name="connsiteX784" fmla="*/ 1078706 w 1556860"/>
                <a:gd name="connsiteY784" fmla="*/ 317182 h 558165"/>
                <a:gd name="connsiteX785" fmla="*/ 1083469 w 1556860"/>
                <a:gd name="connsiteY785" fmla="*/ 313849 h 558165"/>
                <a:gd name="connsiteX786" fmla="*/ 1085850 w 1556860"/>
                <a:gd name="connsiteY786" fmla="*/ 312896 h 558165"/>
                <a:gd name="connsiteX787" fmla="*/ 1088231 w 1556860"/>
                <a:gd name="connsiteY787" fmla="*/ 312420 h 558165"/>
                <a:gd name="connsiteX788" fmla="*/ 1088707 w 1556860"/>
                <a:gd name="connsiteY788" fmla="*/ 307181 h 558165"/>
                <a:gd name="connsiteX789" fmla="*/ 1088231 w 1556860"/>
                <a:gd name="connsiteY789" fmla="*/ 304324 h 558165"/>
                <a:gd name="connsiteX790" fmla="*/ 1086326 w 1556860"/>
                <a:gd name="connsiteY790" fmla="*/ 302419 h 558165"/>
                <a:gd name="connsiteX791" fmla="*/ 1071563 w 1556860"/>
                <a:gd name="connsiteY791" fmla="*/ 447675 h 558165"/>
                <a:gd name="connsiteX792" fmla="*/ 1067752 w 1556860"/>
                <a:gd name="connsiteY792" fmla="*/ 444817 h 558165"/>
                <a:gd name="connsiteX793" fmla="*/ 1062990 w 1556860"/>
                <a:gd name="connsiteY793" fmla="*/ 446246 h 558165"/>
                <a:gd name="connsiteX794" fmla="*/ 1059656 w 1556860"/>
                <a:gd name="connsiteY794" fmla="*/ 448628 h 558165"/>
                <a:gd name="connsiteX795" fmla="*/ 1054894 w 1556860"/>
                <a:gd name="connsiteY795" fmla="*/ 449580 h 558165"/>
                <a:gd name="connsiteX796" fmla="*/ 1050607 w 1556860"/>
                <a:gd name="connsiteY796" fmla="*/ 449104 h 558165"/>
                <a:gd name="connsiteX797" fmla="*/ 1046798 w 1556860"/>
                <a:gd name="connsiteY797" fmla="*/ 448151 h 558165"/>
                <a:gd name="connsiteX798" fmla="*/ 1042511 w 1556860"/>
                <a:gd name="connsiteY798" fmla="*/ 453390 h 558165"/>
                <a:gd name="connsiteX799" fmla="*/ 1041559 w 1556860"/>
                <a:gd name="connsiteY799" fmla="*/ 455771 h 558165"/>
                <a:gd name="connsiteX800" fmla="*/ 1041082 w 1556860"/>
                <a:gd name="connsiteY800" fmla="*/ 459105 h 558165"/>
                <a:gd name="connsiteX801" fmla="*/ 1042035 w 1556860"/>
                <a:gd name="connsiteY801" fmla="*/ 459105 h 558165"/>
                <a:gd name="connsiteX802" fmla="*/ 1046321 w 1556860"/>
                <a:gd name="connsiteY802" fmla="*/ 456724 h 558165"/>
                <a:gd name="connsiteX803" fmla="*/ 1049179 w 1556860"/>
                <a:gd name="connsiteY803" fmla="*/ 455771 h 558165"/>
                <a:gd name="connsiteX804" fmla="*/ 1051560 w 1556860"/>
                <a:gd name="connsiteY804" fmla="*/ 455771 h 558165"/>
                <a:gd name="connsiteX805" fmla="*/ 1053465 w 1556860"/>
                <a:gd name="connsiteY805" fmla="*/ 456724 h 558165"/>
                <a:gd name="connsiteX806" fmla="*/ 1058227 w 1556860"/>
                <a:gd name="connsiteY806" fmla="*/ 456724 h 558165"/>
                <a:gd name="connsiteX807" fmla="*/ 1063467 w 1556860"/>
                <a:gd name="connsiteY807" fmla="*/ 457676 h 558165"/>
                <a:gd name="connsiteX808" fmla="*/ 1064894 w 1556860"/>
                <a:gd name="connsiteY808" fmla="*/ 454819 h 558165"/>
                <a:gd name="connsiteX809" fmla="*/ 1066800 w 1556860"/>
                <a:gd name="connsiteY809" fmla="*/ 452914 h 558165"/>
                <a:gd name="connsiteX810" fmla="*/ 1070610 w 1556860"/>
                <a:gd name="connsiteY810" fmla="*/ 451009 h 558165"/>
                <a:gd name="connsiteX811" fmla="*/ 1074896 w 1556860"/>
                <a:gd name="connsiteY811" fmla="*/ 450532 h 558165"/>
                <a:gd name="connsiteX812" fmla="*/ 1074896 w 1556860"/>
                <a:gd name="connsiteY812" fmla="*/ 449580 h 558165"/>
                <a:gd name="connsiteX813" fmla="*/ 1074419 w 1556860"/>
                <a:gd name="connsiteY813" fmla="*/ 448151 h 558165"/>
                <a:gd name="connsiteX814" fmla="*/ 1071563 w 1556860"/>
                <a:gd name="connsiteY814" fmla="*/ 447675 h 558165"/>
                <a:gd name="connsiteX815" fmla="*/ 1021556 w 1556860"/>
                <a:gd name="connsiteY815" fmla="*/ 249555 h 558165"/>
                <a:gd name="connsiteX816" fmla="*/ 1019651 w 1556860"/>
                <a:gd name="connsiteY816" fmla="*/ 250031 h 558165"/>
                <a:gd name="connsiteX817" fmla="*/ 1019175 w 1556860"/>
                <a:gd name="connsiteY817" fmla="*/ 247650 h 558165"/>
                <a:gd name="connsiteX818" fmla="*/ 1017746 w 1556860"/>
                <a:gd name="connsiteY818" fmla="*/ 247174 h 558165"/>
                <a:gd name="connsiteX819" fmla="*/ 1017269 w 1556860"/>
                <a:gd name="connsiteY819" fmla="*/ 247174 h 558165"/>
                <a:gd name="connsiteX820" fmla="*/ 1016317 w 1556860"/>
                <a:gd name="connsiteY820" fmla="*/ 248603 h 558165"/>
                <a:gd name="connsiteX821" fmla="*/ 1015365 w 1556860"/>
                <a:gd name="connsiteY821" fmla="*/ 248603 h 558165"/>
                <a:gd name="connsiteX822" fmla="*/ 1012031 w 1556860"/>
                <a:gd name="connsiteY822" fmla="*/ 247174 h 558165"/>
                <a:gd name="connsiteX823" fmla="*/ 1001554 w 1556860"/>
                <a:gd name="connsiteY823" fmla="*/ 244792 h 558165"/>
                <a:gd name="connsiteX824" fmla="*/ 995363 w 1556860"/>
                <a:gd name="connsiteY824" fmla="*/ 245269 h 558165"/>
                <a:gd name="connsiteX825" fmla="*/ 992981 w 1556860"/>
                <a:gd name="connsiteY825" fmla="*/ 245745 h 558165"/>
                <a:gd name="connsiteX826" fmla="*/ 991552 w 1556860"/>
                <a:gd name="connsiteY826" fmla="*/ 246697 h 558165"/>
                <a:gd name="connsiteX827" fmla="*/ 989648 w 1556860"/>
                <a:gd name="connsiteY827" fmla="*/ 252413 h 558165"/>
                <a:gd name="connsiteX828" fmla="*/ 992505 w 1556860"/>
                <a:gd name="connsiteY828" fmla="*/ 257175 h 558165"/>
                <a:gd name="connsiteX829" fmla="*/ 995838 w 1556860"/>
                <a:gd name="connsiteY829" fmla="*/ 257175 h 558165"/>
                <a:gd name="connsiteX830" fmla="*/ 999648 w 1556860"/>
                <a:gd name="connsiteY830" fmla="*/ 256222 h 558165"/>
                <a:gd name="connsiteX831" fmla="*/ 1006317 w 1556860"/>
                <a:gd name="connsiteY831" fmla="*/ 253365 h 558165"/>
                <a:gd name="connsiteX832" fmla="*/ 1012031 w 1556860"/>
                <a:gd name="connsiteY832" fmla="*/ 254794 h 558165"/>
                <a:gd name="connsiteX833" fmla="*/ 1016317 w 1556860"/>
                <a:gd name="connsiteY833" fmla="*/ 252889 h 558165"/>
                <a:gd name="connsiteX834" fmla="*/ 1022509 w 1556860"/>
                <a:gd name="connsiteY834" fmla="*/ 252413 h 558165"/>
                <a:gd name="connsiteX835" fmla="*/ 1022509 w 1556860"/>
                <a:gd name="connsiteY835" fmla="*/ 250031 h 558165"/>
                <a:gd name="connsiteX836" fmla="*/ 1022032 w 1556860"/>
                <a:gd name="connsiteY836" fmla="*/ 249555 h 558165"/>
                <a:gd name="connsiteX837" fmla="*/ 1021556 w 1556860"/>
                <a:gd name="connsiteY837" fmla="*/ 249555 h 558165"/>
                <a:gd name="connsiteX838" fmla="*/ 1343025 w 1556860"/>
                <a:gd name="connsiteY838" fmla="*/ 390049 h 558165"/>
                <a:gd name="connsiteX839" fmla="*/ 1344454 w 1556860"/>
                <a:gd name="connsiteY839" fmla="*/ 387667 h 558165"/>
                <a:gd name="connsiteX840" fmla="*/ 1343977 w 1556860"/>
                <a:gd name="connsiteY840" fmla="*/ 385286 h 558165"/>
                <a:gd name="connsiteX841" fmla="*/ 1343977 w 1556860"/>
                <a:gd name="connsiteY841" fmla="*/ 382905 h 558165"/>
                <a:gd name="connsiteX842" fmla="*/ 1344454 w 1556860"/>
                <a:gd name="connsiteY842" fmla="*/ 381476 h 558165"/>
                <a:gd name="connsiteX843" fmla="*/ 1343025 w 1556860"/>
                <a:gd name="connsiteY843" fmla="*/ 378142 h 558165"/>
                <a:gd name="connsiteX844" fmla="*/ 1341119 w 1556860"/>
                <a:gd name="connsiteY844" fmla="*/ 377190 h 558165"/>
                <a:gd name="connsiteX845" fmla="*/ 1341596 w 1556860"/>
                <a:gd name="connsiteY845" fmla="*/ 375761 h 558165"/>
                <a:gd name="connsiteX846" fmla="*/ 1341119 w 1556860"/>
                <a:gd name="connsiteY846" fmla="*/ 374332 h 558165"/>
                <a:gd name="connsiteX847" fmla="*/ 1340167 w 1556860"/>
                <a:gd name="connsiteY847" fmla="*/ 372428 h 558165"/>
                <a:gd name="connsiteX848" fmla="*/ 1338738 w 1556860"/>
                <a:gd name="connsiteY848" fmla="*/ 371951 h 558165"/>
                <a:gd name="connsiteX849" fmla="*/ 1336357 w 1556860"/>
                <a:gd name="connsiteY849" fmla="*/ 372428 h 558165"/>
                <a:gd name="connsiteX850" fmla="*/ 1335881 w 1556860"/>
                <a:gd name="connsiteY850" fmla="*/ 375285 h 558165"/>
                <a:gd name="connsiteX851" fmla="*/ 1334929 w 1556860"/>
                <a:gd name="connsiteY851" fmla="*/ 376238 h 558165"/>
                <a:gd name="connsiteX852" fmla="*/ 1331119 w 1556860"/>
                <a:gd name="connsiteY852" fmla="*/ 381476 h 558165"/>
                <a:gd name="connsiteX853" fmla="*/ 1327785 w 1556860"/>
                <a:gd name="connsiteY853" fmla="*/ 380524 h 558165"/>
                <a:gd name="connsiteX854" fmla="*/ 1326356 w 1556860"/>
                <a:gd name="connsiteY854" fmla="*/ 381476 h 558165"/>
                <a:gd name="connsiteX855" fmla="*/ 1326832 w 1556860"/>
                <a:gd name="connsiteY855" fmla="*/ 382905 h 558165"/>
                <a:gd name="connsiteX856" fmla="*/ 1330642 w 1556860"/>
                <a:gd name="connsiteY856" fmla="*/ 385763 h 558165"/>
                <a:gd name="connsiteX857" fmla="*/ 1329213 w 1556860"/>
                <a:gd name="connsiteY857" fmla="*/ 390525 h 558165"/>
                <a:gd name="connsiteX858" fmla="*/ 1329213 w 1556860"/>
                <a:gd name="connsiteY858" fmla="*/ 391954 h 558165"/>
                <a:gd name="connsiteX859" fmla="*/ 1326832 w 1556860"/>
                <a:gd name="connsiteY859" fmla="*/ 391954 h 558165"/>
                <a:gd name="connsiteX860" fmla="*/ 1324451 w 1556860"/>
                <a:gd name="connsiteY860" fmla="*/ 392430 h 558165"/>
                <a:gd name="connsiteX861" fmla="*/ 1324451 w 1556860"/>
                <a:gd name="connsiteY861" fmla="*/ 393859 h 558165"/>
                <a:gd name="connsiteX862" fmla="*/ 1324927 w 1556860"/>
                <a:gd name="connsiteY862" fmla="*/ 394811 h 558165"/>
                <a:gd name="connsiteX863" fmla="*/ 1327785 w 1556860"/>
                <a:gd name="connsiteY863" fmla="*/ 397669 h 558165"/>
                <a:gd name="connsiteX864" fmla="*/ 1328261 w 1556860"/>
                <a:gd name="connsiteY864" fmla="*/ 398621 h 558165"/>
                <a:gd name="connsiteX865" fmla="*/ 1330642 w 1556860"/>
                <a:gd name="connsiteY865" fmla="*/ 401003 h 558165"/>
                <a:gd name="connsiteX866" fmla="*/ 1333500 w 1556860"/>
                <a:gd name="connsiteY866" fmla="*/ 403384 h 558165"/>
                <a:gd name="connsiteX867" fmla="*/ 1340167 w 1556860"/>
                <a:gd name="connsiteY867" fmla="*/ 404336 h 558165"/>
                <a:gd name="connsiteX868" fmla="*/ 1341119 w 1556860"/>
                <a:gd name="connsiteY868" fmla="*/ 403384 h 558165"/>
                <a:gd name="connsiteX869" fmla="*/ 1342073 w 1556860"/>
                <a:gd name="connsiteY869" fmla="*/ 402907 h 558165"/>
                <a:gd name="connsiteX870" fmla="*/ 1343025 w 1556860"/>
                <a:gd name="connsiteY870" fmla="*/ 401955 h 558165"/>
                <a:gd name="connsiteX871" fmla="*/ 1343977 w 1556860"/>
                <a:gd name="connsiteY871" fmla="*/ 398621 h 558165"/>
                <a:gd name="connsiteX872" fmla="*/ 1344454 w 1556860"/>
                <a:gd name="connsiteY872" fmla="*/ 397669 h 558165"/>
                <a:gd name="connsiteX873" fmla="*/ 1344454 w 1556860"/>
                <a:gd name="connsiteY873" fmla="*/ 395288 h 558165"/>
                <a:gd name="connsiteX874" fmla="*/ 1344454 w 1556860"/>
                <a:gd name="connsiteY874" fmla="*/ 393382 h 558165"/>
                <a:gd name="connsiteX875" fmla="*/ 1343025 w 1556860"/>
                <a:gd name="connsiteY875" fmla="*/ 390049 h 558165"/>
                <a:gd name="connsiteX876" fmla="*/ 1329690 w 1556860"/>
                <a:gd name="connsiteY876" fmla="*/ 402431 h 558165"/>
                <a:gd name="connsiteX877" fmla="*/ 1326832 w 1556860"/>
                <a:gd name="connsiteY877" fmla="*/ 399574 h 558165"/>
                <a:gd name="connsiteX878" fmla="*/ 1324451 w 1556860"/>
                <a:gd name="connsiteY878" fmla="*/ 397669 h 558165"/>
                <a:gd name="connsiteX879" fmla="*/ 1322546 w 1556860"/>
                <a:gd name="connsiteY879" fmla="*/ 398145 h 558165"/>
                <a:gd name="connsiteX880" fmla="*/ 1322546 w 1556860"/>
                <a:gd name="connsiteY880" fmla="*/ 400526 h 558165"/>
                <a:gd name="connsiteX881" fmla="*/ 1323023 w 1556860"/>
                <a:gd name="connsiteY881" fmla="*/ 406241 h 558165"/>
                <a:gd name="connsiteX882" fmla="*/ 1325404 w 1556860"/>
                <a:gd name="connsiteY882" fmla="*/ 407194 h 558165"/>
                <a:gd name="connsiteX883" fmla="*/ 1324927 w 1556860"/>
                <a:gd name="connsiteY883" fmla="*/ 407670 h 558165"/>
                <a:gd name="connsiteX884" fmla="*/ 1323975 w 1556860"/>
                <a:gd name="connsiteY884" fmla="*/ 407670 h 558165"/>
                <a:gd name="connsiteX885" fmla="*/ 1322546 w 1556860"/>
                <a:gd name="connsiteY885" fmla="*/ 407194 h 558165"/>
                <a:gd name="connsiteX886" fmla="*/ 1321117 w 1556860"/>
                <a:gd name="connsiteY886" fmla="*/ 417195 h 558165"/>
                <a:gd name="connsiteX887" fmla="*/ 1322069 w 1556860"/>
                <a:gd name="connsiteY887" fmla="*/ 419576 h 558165"/>
                <a:gd name="connsiteX888" fmla="*/ 1325880 w 1556860"/>
                <a:gd name="connsiteY888" fmla="*/ 421957 h 558165"/>
                <a:gd name="connsiteX889" fmla="*/ 1330167 w 1556860"/>
                <a:gd name="connsiteY889" fmla="*/ 420053 h 558165"/>
                <a:gd name="connsiteX890" fmla="*/ 1331119 w 1556860"/>
                <a:gd name="connsiteY890" fmla="*/ 419100 h 558165"/>
                <a:gd name="connsiteX891" fmla="*/ 1333023 w 1556860"/>
                <a:gd name="connsiteY891" fmla="*/ 414338 h 558165"/>
                <a:gd name="connsiteX892" fmla="*/ 1336357 w 1556860"/>
                <a:gd name="connsiteY892" fmla="*/ 411480 h 558165"/>
                <a:gd name="connsiteX893" fmla="*/ 1336834 w 1556860"/>
                <a:gd name="connsiteY893" fmla="*/ 408622 h 558165"/>
                <a:gd name="connsiteX894" fmla="*/ 1337310 w 1556860"/>
                <a:gd name="connsiteY894" fmla="*/ 406241 h 558165"/>
                <a:gd name="connsiteX895" fmla="*/ 1333023 w 1556860"/>
                <a:gd name="connsiteY895" fmla="*/ 404336 h 558165"/>
                <a:gd name="connsiteX896" fmla="*/ 1329690 w 1556860"/>
                <a:gd name="connsiteY896" fmla="*/ 402431 h 558165"/>
                <a:gd name="connsiteX897" fmla="*/ 1481613 w 1556860"/>
                <a:gd name="connsiteY897" fmla="*/ 461486 h 558165"/>
                <a:gd name="connsiteX898" fmla="*/ 1485423 w 1556860"/>
                <a:gd name="connsiteY898" fmla="*/ 455295 h 558165"/>
                <a:gd name="connsiteX899" fmla="*/ 1488757 w 1556860"/>
                <a:gd name="connsiteY899" fmla="*/ 449104 h 558165"/>
                <a:gd name="connsiteX900" fmla="*/ 1487805 w 1556860"/>
                <a:gd name="connsiteY900" fmla="*/ 445294 h 558165"/>
                <a:gd name="connsiteX901" fmla="*/ 1485423 w 1556860"/>
                <a:gd name="connsiteY901" fmla="*/ 442913 h 558165"/>
                <a:gd name="connsiteX902" fmla="*/ 1482090 w 1556860"/>
                <a:gd name="connsiteY902" fmla="*/ 439579 h 558165"/>
                <a:gd name="connsiteX903" fmla="*/ 1481138 w 1556860"/>
                <a:gd name="connsiteY903" fmla="*/ 438626 h 558165"/>
                <a:gd name="connsiteX904" fmla="*/ 1473517 w 1556860"/>
                <a:gd name="connsiteY904" fmla="*/ 438150 h 558165"/>
                <a:gd name="connsiteX905" fmla="*/ 1464944 w 1556860"/>
                <a:gd name="connsiteY905" fmla="*/ 440055 h 558165"/>
                <a:gd name="connsiteX906" fmla="*/ 1461135 w 1556860"/>
                <a:gd name="connsiteY906" fmla="*/ 441960 h 558165"/>
                <a:gd name="connsiteX907" fmla="*/ 1457801 w 1556860"/>
                <a:gd name="connsiteY907" fmla="*/ 444341 h 558165"/>
                <a:gd name="connsiteX908" fmla="*/ 1455419 w 1556860"/>
                <a:gd name="connsiteY908" fmla="*/ 446722 h 558165"/>
                <a:gd name="connsiteX909" fmla="*/ 1449229 w 1556860"/>
                <a:gd name="connsiteY909" fmla="*/ 456724 h 558165"/>
                <a:gd name="connsiteX910" fmla="*/ 1443990 w 1556860"/>
                <a:gd name="connsiteY910" fmla="*/ 467678 h 558165"/>
                <a:gd name="connsiteX911" fmla="*/ 1443038 w 1556860"/>
                <a:gd name="connsiteY911" fmla="*/ 471964 h 558165"/>
                <a:gd name="connsiteX912" fmla="*/ 1444467 w 1556860"/>
                <a:gd name="connsiteY912" fmla="*/ 472916 h 558165"/>
                <a:gd name="connsiteX913" fmla="*/ 1450657 w 1556860"/>
                <a:gd name="connsiteY913" fmla="*/ 471964 h 558165"/>
                <a:gd name="connsiteX914" fmla="*/ 1454467 w 1556860"/>
                <a:gd name="connsiteY914" fmla="*/ 471964 h 558165"/>
                <a:gd name="connsiteX915" fmla="*/ 1464944 w 1556860"/>
                <a:gd name="connsiteY915" fmla="*/ 472916 h 558165"/>
                <a:gd name="connsiteX916" fmla="*/ 1473042 w 1556860"/>
                <a:gd name="connsiteY916" fmla="*/ 468630 h 558165"/>
                <a:gd name="connsiteX917" fmla="*/ 1475423 w 1556860"/>
                <a:gd name="connsiteY917" fmla="*/ 466249 h 558165"/>
                <a:gd name="connsiteX918" fmla="*/ 1481613 w 1556860"/>
                <a:gd name="connsiteY918" fmla="*/ 461486 h 558165"/>
                <a:gd name="connsiteX919" fmla="*/ 1556385 w 1556860"/>
                <a:gd name="connsiteY919" fmla="*/ 496729 h 558165"/>
                <a:gd name="connsiteX920" fmla="*/ 1556385 w 1556860"/>
                <a:gd name="connsiteY920" fmla="*/ 490061 h 558165"/>
                <a:gd name="connsiteX921" fmla="*/ 1556385 w 1556860"/>
                <a:gd name="connsiteY921" fmla="*/ 483394 h 558165"/>
                <a:gd name="connsiteX922" fmla="*/ 1556385 w 1556860"/>
                <a:gd name="connsiteY922" fmla="*/ 476726 h 558165"/>
                <a:gd name="connsiteX923" fmla="*/ 1556385 w 1556860"/>
                <a:gd name="connsiteY923" fmla="*/ 470059 h 558165"/>
                <a:gd name="connsiteX924" fmla="*/ 1556385 w 1556860"/>
                <a:gd name="connsiteY924" fmla="*/ 463391 h 558165"/>
                <a:gd name="connsiteX925" fmla="*/ 1556385 w 1556860"/>
                <a:gd name="connsiteY925" fmla="*/ 456724 h 558165"/>
                <a:gd name="connsiteX926" fmla="*/ 1556385 w 1556860"/>
                <a:gd name="connsiteY926" fmla="*/ 450056 h 558165"/>
                <a:gd name="connsiteX927" fmla="*/ 1556385 w 1556860"/>
                <a:gd name="connsiteY927" fmla="*/ 443389 h 558165"/>
                <a:gd name="connsiteX928" fmla="*/ 1556385 w 1556860"/>
                <a:gd name="connsiteY928" fmla="*/ 436721 h 558165"/>
                <a:gd name="connsiteX929" fmla="*/ 1556385 w 1556860"/>
                <a:gd name="connsiteY929" fmla="*/ 430054 h 558165"/>
                <a:gd name="connsiteX930" fmla="*/ 1556385 w 1556860"/>
                <a:gd name="connsiteY930" fmla="*/ 424339 h 558165"/>
                <a:gd name="connsiteX931" fmla="*/ 1554480 w 1556860"/>
                <a:gd name="connsiteY931" fmla="*/ 421957 h 558165"/>
                <a:gd name="connsiteX932" fmla="*/ 1552575 w 1556860"/>
                <a:gd name="connsiteY932" fmla="*/ 418624 h 558165"/>
                <a:gd name="connsiteX933" fmla="*/ 1553051 w 1556860"/>
                <a:gd name="connsiteY933" fmla="*/ 414338 h 558165"/>
                <a:gd name="connsiteX934" fmla="*/ 1555432 w 1556860"/>
                <a:gd name="connsiteY934" fmla="*/ 409099 h 558165"/>
                <a:gd name="connsiteX935" fmla="*/ 1556385 w 1556860"/>
                <a:gd name="connsiteY935" fmla="*/ 405289 h 558165"/>
                <a:gd name="connsiteX936" fmla="*/ 1556385 w 1556860"/>
                <a:gd name="connsiteY936" fmla="*/ 402431 h 558165"/>
                <a:gd name="connsiteX937" fmla="*/ 1556385 w 1556860"/>
                <a:gd name="connsiteY937" fmla="*/ 395764 h 558165"/>
                <a:gd name="connsiteX938" fmla="*/ 1556385 w 1556860"/>
                <a:gd name="connsiteY938" fmla="*/ 389096 h 558165"/>
                <a:gd name="connsiteX939" fmla="*/ 1556385 w 1556860"/>
                <a:gd name="connsiteY939" fmla="*/ 382429 h 558165"/>
                <a:gd name="connsiteX940" fmla="*/ 1556385 w 1556860"/>
                <a:gd name="connsiteY940" fmla="*/ 375761 h 558165"/>
                <a:gd name="connsiteX941" fmla="*/ 1556385 w 1556860"/>
                <a:gd name="connsiteY941" fmla="*/ 369094 h 558165"/>
                <a:gd name="connsiteX942" fmla="*/ 1556385 w 1556860"/>
                <a:gd name="connsiteY942" fmla="*/ 362426 h 558165"/>
                <a:gd name="connsiteX943" fmla="*/ 1556385 w 1556860"/>
                <a:gd name="connsiteY943" fmla="*/ 355759 h 558165"/>
                <a:gd name="connsiteX944" fmla="*/ 1556385 w 1556860"/>
                <a:gd name="connsiteY944" fmla="*/ 349091 h 558165"/>
                <a:gd name="connsiteX945" fmla="*/ 1556385 w 1556860"/>
                <a:gd name="connsiteY945" fmla="*/ 342424 h 558165"/>
                <a:gd name="connsiteX946" fmla="*/ 1556385 w 1556860"/>
                <a:gd name="connsiteY946" fmla="*/ 335756 h 558165"/>
                <a:gd name="connsiteX947" fmla="*/ 1556385 w 1556860"/>
                <a:gd name="connsiteY947" fmla="*/ 329089 h 558165"/>
                <a:gd name="connsiteX948" fmla="*/ 1556385 w 1556860"/>
                <a:gd name="connsiteY948" fmla="*/ 322421 h 558165"/>
                <a:gd name="connsiteX949" fmla="*/ 1556385 w 1556860"/>
                <a:gd name="connsiteY949" fmla="*/ 315754 h 558165"/>
                <a:gd name="connsiteX950" fmla="*/ 1556385 w 1556860"/>
                <a:gd name="connsiteY950" fmla="*/ 309086 h 558165"/>
                <a:gd name="connsiteX951" fmla="*/ 1556385 w 1556860"/>
                <a:gd name="connsiteY951" fmla="*/ 302419 h 558165"/>
                <a:gd name="connsiteX952" fmla="*/ 1556385 w 1556860"/>
                <a:gd name="connsiteY952" fmla="*/ 295751 h 558165"/>
                <a:gd name="connsiteX953" fmla="*/ 1556385 w 1556860"/>
                <a:gd name="connsiteY953" fmla="*/ 289084 h 558165"/>
                <a:gd name="connsiteX954" fmla="*/ 1556385 w 1556860"/>
                <a:gd name="connsiteY954" fmla="*/ 282416 h 558165"/>
                <a:gd name="connsiteX955" fmla="*/ 1548765 w 1556860"/>
                <a:gd name="connsiteY955" fmla="*/ 282416 h 558165"/>
                <a:gd name="connsiteX956" fmla="*/ 1547813 w 1556860"/>
                <a:gd name="connsiteY956" fmla="*/ 279082 h 558165"/>
                <a:gd name="connsiteX957" fmla="*/ 1546384 w 1556860"/>
                <a:gd name="connsiteY957" fmla="*/ 277654 h 558165"/>
                <a:gd name="connsiteX958" fmla="*/ 1544479 w 1556860"/>
                <a:gd name="connsiteY958" fmla="*/ 276701 h 558165"/>
                <a:gd name="connsiteX959" fmla="*/ 1533525 w 1556860"/>
                <a:gd name="connsiteY959" fmla="*/ 275749 h 558165"/>
                <a:gd name="connsiteX960" fmla="*/ 1532096 w 1556860"/>
                <a:gd name="connsiteY960" fmla="*/ 275272 h 558165"/>
                <a:gd name="connsiteX961" fmla="*/ 1530667 w 1556860"/>
                <a:gd name="connsiteY961" fmla="*/ 273844 h 558165"/>
                <a:gd name="connsiteX962" fmla="*/ 1528763 w 1556860"/>
                <a:gd name="connsiteY962" fmla="*/ 272891 h 558165"/>
                <a:gd name="connsiteX963" fmla="*/ 1519238 w 1556860"/>
                <a:gd name="connsiteY963" fmla="*/ 272891 h 558165"/>
                <a:gd name="connsiteX964" fmla="*/ 1516380 w 1556860"/>
                <a:gd name="connsiteY964" fmla="*/ 272415 h 558165"/>
                <a:gd name="connsiteX965" fmla="*/ 1505902 w 1556860"/>
                <a:gd name="connsiteY965" fmla="*/ 267653 h 558165"/>
                <a:gd name="connsiteX966" fmla="*/ 1498282 w 1556860"/>
                <a:gd name="connsiteY966" fmla="*/ 263842 h 558165"/>
                <a:gd name="connsiteX967" fmla="*/ 1494948 w 1556860"/>
                <a:gd name="connsiteY967" fmla="*/ 261938 h 558165"/>
                <a:gd name="connsiteX968" fmla="*/ 1491138 w 1556860"/>
                <a:gd name="connsiteY968" fmla="*/ 260509 h 558165"/>
                <a:gd name="connsiteX969" fmla="*/ 1486852 w 1556860"/>
                <a:gd name="connsiteY969" fmla="*/ 259556 h 558165"/>
                <a:gd name="connsiteX970" fmla="*/ 1483042 w 1556860"/>
                <a:gd name="connsiteY970" fmla="*/ 257651 h 558165"/>
                <a:gd name="connsiteX971" fmla="*/ 1480661 w 1556860"/>
                <a:gd name="connsiteY971" fmla="*/ 255270 h 558165"/>
                <a:gd name="connsiteX972" fmla="*/ 1477804 w 1556860"/>
                <a:gd name="connsiteY972" fmla="*/ 253365 h 558165"/>
                <a:gd name="connsiteX973" fmla="*/ 1459706 w 1556860"/>
                <a:gd name="connsiteY973" fmla="*/ 247650 h 558165"/>
                <a:gd name="connsiteX974" fmla="*/ 1456373 w 1556860"/>
                <a:gd name="connsiteY974" fmla="*/ 245745 h 558165"/>
                <a:gd name="connsiteX975" fmla="*/ 1453038 w 1556860"/>
                <a:gd name="connsiteY975" fmla="*/ 243364 h 558165"/>
                <a:gd name="connsiteX976" fmla="*/ 1449705 w 1556860"/>
                <a:gd name="connsiteY976" fmla="*/ 243364 h 558165"/>
                <a:gd name="connsiteX977" fmla="*/ 1443038 w 1556860"/>
                <a:gd name="connsiteY977" fmla="*/ 246221 h 558165"/>
                <a:gd name="connsiteX978" fmla="*/ 1434942 w 1556860"/>
                <a:gd name="connsiteY978" fmla="*/ 250031 h 558165"/>
                <a:gd name="connsiteX979" fmla="*/ 1427798 w 1556860"/>
                <a:gd name="connsiteY979" fmla="*/ 253841 h 558165"/>
                <a:gd name="connsiteX980" fmla="*/ 1425892 w 1556860"/>
                <a:gd name="connsiteY980" fmla="*/ 255270 h 558165"/>
                <a:gd name="connsiteX981" fmla="*/ 1425892 w 1556860"/>
                <a:gd name="connsiteY981" fmla="*/ 256699 h 558165"/>
                <a:gd name="connsiteX982" fmla="*/ 1427798 w 1556860"/>
                <a:gd name="connsiteY982" fmla="*/ 259556 h 558165"/>
                <a:gd name="connsiteX983" fmla="*/ 1427798 w 1556860"/>
                <a:gd name="connsiteY983" fmla="*/ 261461 h 558165"/>
                <a:gd name="connsiteX984" fmla="*/ 1424463 w 1556860"/>
                <a:gd name="connsiteY984" fmla="*/ 264319 h 558165"/>
                <a:gd name="connsiteX985" fmla="*/ 1416844 w 1556860"/>
                <a:gd name="connsiteY985" fmla="*/ 267653 h 558165"/>
                <a:gd name="connsiteX986" fmla="*/ 1408748 w 1556860"/>
                <a:gd name="connsiteY986" fmla="*/ 268605 h 558165"/>
                <a:gd name="connsiteX987" fmla="*/ 1401127 w 1556860"/>
                <a:gd name="connsiteY987" fmla="*/ 270034 h 558165"/>
                <a:gd name="connsiteX988" fmla="*/ 1399698 w 1556860"/>
                <a:gd name="connsiteY988" fmla="*/ 271939 h 558165"/>
                <a:gd name="connsiteX989" fmla="*/ 1397794 w 1556860"/>
                <a:gd name="connsiteY989" fmla="*/ 275272 h 558165"/>
                <a:gd name="connsiteX990" fmla="*/ 1396842 w 1556860"/>
                <a:gd name="connsiteY990" fmla="*/ 278606 h 558165"/>
                <a:gd name="connsiteX991" fmla="*/ 1395888 w 1556860"/>
                <a:gd name="connsiteY991" fmla="*/ 280511 h 558165"/>
                <a:gd name="connsiteX992" fmla="*/ 1388269 w 1556860"/>
                <a:gd name="connsiteY992" fmla="*/ 285750 h 558165"/>
                <a:gd name="connsiteX993" fmla="*/ 1387317 w 1556860"/>
                <a:gd name="connsiteY993" fmla="*/ 286703 h 558165"/>
                <a:gd name="connsiteX994" fmla="*/ 1384935 w 1556860"/>
                <a:gd name="connsiteY994" fmla="*/ 291465 h 558165"/>
                <a:gd name="connsiteX995" fmla="*/ 1382554 w 1556860"/>
                <a:gd name="connsiteY995" fmla="*/ 294322 h 558165"/>
                <a:gd name="connsiteX996" fmla="*/ 1374457 w 1556860"/>
                <a:gd name="connsiteY996" fmla="*/ 300514 h 558165"/>
                <a:gd name="connsiteX997" fmla="*/ 1372076 w 1556860"/>
                <a:gd name="connsiteY997" fmla="*/ 303371 h 558165"/>
                <a:gd name="connsiteX998" fmla="*/ 1369694 w 1556860"/>
                <a:gd name="connsiteY998" fmla="*/ 305753 h 558165"/>
                <a:gd name="connsiteX999" fmla="*/ 1365885 w 1556860"/>
                <a:gd name="connsiteY999" fmla="*/ 306705 h 558165"/>
                <a:gd name="connsiteX1000" fmla="*/ 1361598 w 1556860"/>
                <a:gd name="connsiteY1000" fmla="*/ 306705 h 558165"/>
                <a:gd name="connsiteX1001" fmla="*/ 1356360 w 1556860"/>
                <a:gd name="connsiteY1001" fmla="*/ 306229 h 558165"/>
                <a:gd name="connsiteX1002" fmla="*/ 1354455 w 1556860"/>
                <a:gd name="connsiteY1002" fmla="*/ 305753 h 558165"/>
                <a:gd name="connsiteX1003" fmla="*/ 1350169 w 1556860"/>
                <a:gd name="connsiteY1003" fmla="*/ 302895 h 558165"/>
                <a:gd name="connsiteX1004" fmla="*/ 1349217 w 1556860"/>
                <a:gd name="connsiteY1004" fmla="*/ 301466 h 558165"/>
                <a:gd name="connsiteX1005" fmla="*/ 1348263 w 1556860"/>
                <a:gd name="connsiteY1005" fmla="*/ 298132 h 558165"/>
                <a:gd name="connsiteX1006" fmla="*/ 1348263 w 1556860"/>
                <a:gd name="connsiteY1006" fmla="*/ 293846 h 558165"/>
                <a:gd name="connsiteX1007" fmla="*/ 1347788 w 1556860"/>
                <a:gd name="connsiteY1007" fmla="*/ 291465 h 558165"/>
                <a:gd name="connsiteX1008" fmla="*/ 1345406 w 1556860"/>
                <a:gd name="connsiteY1008" fmla="*/ 292417 h 558165"/>
                <a:gd name="connsiteX1009" fmla="*/ 1343025 w 1556860"/>
                <a:gd name="connsiteY1009" fmla="*/ 291941 h 558165"/>
                <a:gd name="connsiteX1010" fmla="*/ 1341119 w 1556860"/>
                <a:gd name="connsiteY1010" fmla="*/ 284321 h 558165"/>
                <a:gd name="connsiteX1011" fmla="*/ 1341119 w 1556860"/>
                <a:gd name="connsiteY1011" fmla="*/ 280511 h 558165"/>
                <a:gd name="connsiteX1012" fmla="*/ 1340644 w 1556860"/>
                <a:gd name="connsiteY1012" fmla="*/ 278606 h 558165"/>
                <a:gd name="connsiteX1013" fmla="*/ 1338738 w 1556860"/>
                <a:gd name="connsiteY1013" fmla="*/ 277654 h 558165"/>
                <a:gd name="connsiteX1014" fmla="*/ 1337310 w 1556860"/>
                <a:gd name="connsiteY1014" fmla="*/ 278606 h 558165"/>
                <a:gd name="connsiteX1015" fmla="*/ 1336357 w 1556860"/>
                <a:gd name="connsiteY1015" fmla="*/ 280035 h 558165"/>
                <a:gd name="connsiteX1016" fmla="*/ 1336834 w 1556860"/>
                <a:gd name="connsiteY1016" fmla="*/ 284321 h 558165"/>
                <a:gd name="connsiteX1017" fmla="*/ 1335881 w 1556860"/>
                <a:gd name="connsiteY1017" fmla="*/ 288131 h 558165"/>
                <a:gd name="connsiteX1018" fmla="*/ 1332548 w 1556860"/>
                <a:gd name="connsiteY1018" fmla="*/ 280988 h 558165"/>
                <a:gd name="connsiteX1019" fmla="*/ 1326832 w 1556860"/>
                <a:gd name="connsiteY1019" fmla="*/ 270510 h 558165"/>
                <a:gd name="connsiteX1020" fmla="*/ 1325404 w 1556860"/>
                <a:gd name="connsiteY1020" fmla="*/ 266700 h 558165"/>
                <a:gd name="connsiteX1021" fmla="*/ 1324927 w 1556860"/>
                <a:gd name="connsiteY1021" fmla="*/ 262890 h 558165"/>
                <a:gd name="connsiteX1022" fmla="*/ 1324927 w 1556860"/>
                <a:gd name="connsiteY1022" fmla="*/ 259080 h 558165"/>
                <a:gd name="connsiteX1023" fmla="*/ 1324451 w 1556860"/>
                <a:gd name="connsiteY1023" fmla="*/ 254794 h 558165"/>
                <a:gd name="connsiteX1024" fmla="*/ 1323498 w 1556860"/>
                <a:gd name="connsiteY1024" fmla="*/ 250507 h 558165"/>
                <a:gd name="connsiteX1025" fmla="*/ 1324927 w 1556860"/>
                <a:gd name="connsiteY1025" fmla="*/ 247174 h 558165"/>
                <a:gd name="connsiteX1026" fmla="*/ 1327309 w 1556860"/>
                <a:gd name="connsiteY1026" fmla="*/ 244316 h 558165"/>
                <a:gd name="connsiteX1027" fmla="*/ 1327785 w 1556860"/>
                <a:gd name="connsiteY1027" fmla="*/ 242411 h 558165"/>
                <a:gd name="connsiteX1028" fmla="*/ 1328738 w 1556860"/>
                <a:gd name="connsiteY1028" fmla="*/ 238601 h 558165"/>
                <a:gd name="connsiteX1029" fmla="*/ 1328261 w 1556860"/>
                <a:gd name="connsiteY1029" fmla="*/ 236696 h 558165"/>
                <a:gd name="connsiteX1030" fmla="*/ 1326356 w 1556860"/>
                <a:gd name="connsiteY1030" fmla="*/ 232886 h 558165"/>
                <a:gd name="connsiteX1031" fmla="*/ 1323975 w 1556860"/>
                <a:gd name="connsiteY1031" fmla="*/ 229553 h 558165"/>
                <a:gd name="connsiteX1032" fmla="*/ 1322546 w 1556860"/>
                <a:gd name="connsiteY1032" fmla="*/ 226219 h 558165"/>
                <a:gd name="connsiteX1033" fmla="*/ 1323023 w 1556860"/>
                <a:gd name="connsiteY1033" fmla="*/ 222885 h 558165"/>
                <a:gd name="connsiteX1034" fmla="*/ 1323975 w 1556860"/>
                <a:gd name="connsiteY1034" fmla="*/ 220980 h 558165"/>
                <a:gd name="connsiteX1035" fmla="*/ 1321117 w 1556860"/>
                <a:gd name="connsiteY1035" fmla="*/ 218599 h 558165"/>
                <a:gd name="connsiteX1036" fmla="*/ 1319213 w 1556860"/>
                <a:gd name="connsiteY1036" fmla="*/ 217646 h 558165"/>
                <a:gd name="connsiteX1037" fmla="*/ 1314926 w 1556860"/>
                <a:gd name="connsiteY1037" fmla="*/ 217170 h 558165"/>
                <a:gd name="connsiteX1038" fmla="*/ 1310640 w 1556860"/>
                <a:gd name="connsiteY1038" fmla="*/ 217646 h 558165"/>
                <a:gd name="connsiteX1039" fmla="*/ 1302067 w 1556860"/>
                <a:gd name="connsiteY1039" fmla="*/ 217170 h 558165"/>
                <a:gd name="connsiteX1040" fmla="*/ 1294923 w 1556860"/>
                <a:gd name="connsiteY1040" fmla="*/ 214313 h 558165"/>
                <a:gd name="connsiteX1041" fmla="*/ 1288256 w 1556860"/>
                <a:gd name="connsiteY1041" fmla="*/ 210026 h 558165"/>
                <a:gd name="connsiteX1042" fmla="*/ 1280636 w 1556860"/>
                <a:gd name="connsiteY1042" fmla="*/ 206692 h 558165"/>
                <a:gd name="connsiteX1043" fmla="*/ 1272540 w 1556860"/>
                <a:gd name="connsiteY1043" fmla="*/ 204788 h 558165"/>
                <a:gd name="connsiteX1044" fmla="*/ 1268730 w 1556860"/>
                <a:gd name="connsiteY1044" fmla="*/ 204311 h 558165"/>
                <a:gd name="connsiteX1045" fmla="*/ 1264919 w 1556860"/>
                <a:gd name="connsiteY1045" fmla="*/ 204788 h 558165"/>
                <a:gd name="connsiteX1046" fmla="*/ 1255871 w 1556860"/>
                <a:gd name="connsiteY1046" fmla="*/ 208121 h 558165"/>
                <a:gd name="connsiteX1047" fmla="*/ 1254442 w 1556860"/>
                <a:gd name="connsiteY1047" fmla="*/ 209550 h 558165"/>
                <a:gd name="connsiteX1048" fmla="*/ 1253013 w 1556860"/>
                <a:gd name="connsiteY1048" fmla="*/ 210979 h 558165"/>
                <a:gd name="connsiteX1049" fmla="*/ 1250156 w 1556860"/>
                <a:gd name="connsiteY1049" fmla="*/ 212407 h 558165"/>
                <a:gd name="connsiteX1050" fmla="*/ 1247775 w 1556860"/>
                <a:gd name="connsiteY1050" fmla="*/ 214789 h 558165"/>
                <a:gd name="connsiteX1051" fmla="*/ 1244917 w 1556860"/>
                <a:gd name="connsiteY1051" fmla="*/ 216217 h 558165"/>
                <a:gd name="connsiteX1052" fmla="*/ 1233488 w 1556860"/>
                <a:gd name="connsiteY1052" fmla="*/ 218599 h 558165"/>
                <a:gd name="connsiteX1053" fmla="*/ 1227773 w 1556860"/>
                <a:gd name="connsiteY1053" fmla="*/ 220504 h 558165"/>
                <a:gd name="connsiteX1054" fmla="*/ 1226344 w 1556860"/>
                <a:gd name="connsiteY1054" fmla="*/ 221456 h 558165"/>
                <a:gd name="connsiteX1055" fmla="*/ 1226344 w 1556860"/>
                <a:gd name="connsiteY1055" fmla="*/ 222885 h 558165"/>
                <a:gd name="connsiteX1056" fmla="*/ 1226344 w 1556860"/>
                <a:gd name="connsiteY1056" fmla="*/ 224790 h 558165"/>
                <a:gd name="connsiteX1057" fmla="*/ 1226344 w 1556860"/>
                <a:gd name="connsiteY1057" fmla="*/ 226695 h 558165"/>
                <a:gd name="connsiteX1058" fmla="*/ 1223963 w 1556860"/>
                <a:gd name="connsiteY1058" fmla="*/ 231934 h 558165"/>
                <a:gd name="connsiteX1059" fmla="*/ 1222534 w 1556860"/>
                <a:gd name="connsiteY1059" fmla="*/ 233839 h 558165"/>
                <a:gd name="connsiteX1060" fmla="*/ 1220629 w 1556860"/>
                <a:gd name="connsiteY1060" fmla="*/ 234791 h 558165"/>
                <a:gd name="connsiteX1061" fmla="*/ 1219200 w 1556860"/>
                <a:gd name="connsiteY1061" fmla="*/ 236220 h 558165"/>
                <a:gd name="connsiteX1062" fmla="*/ 1217771 w 1556860"/>
                <a:gd name="connsiteY1062" fmla="*/ 239554 h 558165"/>
                <a:gd name="connsiteX1063" fmla="*/ 1217771 w 1556860"/>
                <a:gd name="connsiteY1063" fmla="*/ 240982 h 558165"/>
                <a:gd name="connsiteX1064" fmla="*/ 1219676 w 1556860"/>
                <a:gd name="connsiteY1064" fmla="*/ 241935 h 558165"/>
                <a:gd name="connsiteX1065" fmla="*/ 1221581 w 1556860"/>
                <a:gd name="connsiteY1065" fmla="*/ 242411 h 558165"/>
                <a:gd name="connsiteX1066" fmla="*/ 1223486 w 1556860"/>
                <a:gd name="connsiteY1066" fmla="*/ 242411 h 558165"/>
                <a:gd name="connsiteX1067" fmla="*/ 1225392 w 1556860"/>
                <a:gd name="connsiteY1067" fmla="*/ 241935 h 558165"/>
                <a:gd name="connsiteX1068" fmla="*/ 1227296 w 1556860"/>
                <a:gd name="connsiteY1068" fmla="*/ 240506 h 558165"/>
                <a:gd name="connsiteX1069" fmla="*/ 1242060 w 1556860"/>
                <a:gd name="connsiteY1069" fmla="*/ 245269 h 558165"/>
                <a:gd name="connsiteX1070" fmla="*/ 1245394 w 1556860"/>
                <a:gd name="connsiteY1070" fmla="*/ 245745 h 558165"/>
                <a:gd name="connsiteX1071" fmla="*/ 1248727 w 1556860"/>
                <a:gd name="connsiteY1071" fmla="*/ 245745 h 558165"/>
                <a:gd name="connsiteX1072" fmla="*/ 1248727 w 1556860"/>
                <a:gd name="connsiteY1072" fmla="*/ 250984 h 558165"/>
                <a:gd name="connsiteX1073" fmla="*/ 1250632 w 1556860"/>
                <a:gd name="connsiteY1073" fmla="*/ 258128 h 558165"/>
                <a:gd name="connsiteX1074" fmla="*/ 1251585 w 1556860"/>
                <a:gd name="connsiteY1074" fmla="*/ 260032 h 558165"/>
                <a:gd name="connsiteX1075" fmla="*/ 1253490 w 1556860"/>
                <a:gd name="connsiteY1075" fmla="*/ 261461 h 558165"/>
                <a:gd name="connsiteX1076" fmla="*/ 1254919 w 1556860"/>
                <a:gd name="connsiteY1076" fmla="*/ 263366 h 558165"/>
                <a:gd name="connsiteX1077" fmla="*/ 1257776 w 1556860"/>
                <a:gd name="connsiteY1077" fmla="*/ 266224 h 558165"/>
                <a:gd name="connsiteX1078" fmla="*/ 1261110 w 1556860"/>
                <a:gd name="connsiteY1078" fmla="*/ 268605 h 558165"/>
                <a:gd name="connsiteX1079" fmla="*/ 1264444 w 1556860"/>
                <a:gd name="connsiteY1079" fmla="*/ 268605 h 558165"/>
                <a:gd name="connsiteX1080" fmla="*/ 1267777 w 1556860"/>
                <a:gd name="connsiteY1080" fmla="*/ 267653 h 558165"/>
                <a:gd name="connsiteX1081" fmla="*/ 1272063 w 1556860"/>
                <a:gd name="connsiteY1081" fmla="*/ 268605 h 558165"/>
                <a:gd name="connsiteX1082" fmla="*/ 1280160 w 1556860"/>
                <a:gd name="connsiteY1082" fmla="*/ 269557 h 558165"/>
                <a:gd name="connsiteX1083" fmla="*/ 1283494 w 1556860"/>
                <a:gd name="connsiteY1083" fmla="*/ 269557 h 558165"/>
                <a:gd name="connsiteX1084" fmla="*/ 1292542 w 1556860"/>
                <a:gd name="connsiteY1084" fmla="*/ 267653 h 558165"/>
                <a:gd name="connsiteX1085" fmla="*/ 1296829 w 1556860"/>
                <a:gd name="connsiteY1085" fmla="*/ 267653 h 558165"/>
                <a:gd name="connsiteX1086" fmla="*/ 1301115 w 1556860"/>
                <a:gd name="connsiteY1086" fmla="*/ 268129 h 558165"/>
                <a:gd name="connsiteX1087" fmla="*/ 1308735 w 1556860"/>
                <a:gd name="connsiteY1087" fmla="*/ 266700 h 558165"/>
                <a:gd name="connsiteX1088" fmla="*/ 1315879 w 1556860"/>
                <a:gd name="connsiteY1088" fmla="*/ 263842 h 558165"/>
                <a:gd name="connsiteX1089" fmla="*/ 1315879 w 1556860"/>
                <a:gd name="connsiteY1089" fmla="*/ 265271 h 558165"/>
                <a:gd name="connsiteX1090" fmla="*/ 1315402 w 1556860"/>
                <a:gd name="connsiteY1090" fmla="*/ 266700 h 558165"/>
                <a:gd name="connsiteX1091" fmla="*/ 1313498 w 1556860"/>
                <a:gd name="connsiteY1091" fmla="*/ 268129 h 558165"/>
                <a:gd name="connsiteX1092" fmla="*/ 1311592 w 1556860"/>
                <a:gd name="connsiteY1092" fmla="*/ 270510 h 558165"/>
                <a:gd name="connsiteX1093" fmla="*/ 1315402 w 1556860"/>
                <a:gd name="connsiteY1093" fmla="*/ 270986 h 558165"/>
                <a:gd name="connsiteX1094" fmla="*/ 1315402 w 1556860"/>
                <a:gd name="connsiteY1094" fmla="*/ 273844 h 558165"/>
                <a:gd name="connsiteX1095" fmla="*/ 1314450 w 1556860"/>
                <a:gd name="connsiteY1095" fmla="*/ 274796 h 558165"/>
                <a:gd name="connsiteX1096" fmla="*/ 1313021 w 1556860"/>
                <a:gd name="connsiteY1096" fmla="*/ 274796 h 558165"/>
                <a:gd name="connsiteX1097" fmla="*/ 1310163 w 1556860"/>
                <a:gd name="connsiteY1097" fmla="*/ 275749 h 558165"/>
                <a:gd name="connsiteX1098" fmla="*/ 1308735 w 1556860"/>
                <a:gd name="connsiteY1098" fmla="*/ 279082 h 558165"/>
                <a:gd name="connsiteX1099" fmla="*/ 1308259 w 1556860"/>
                <a:gd name="connsiteY1099" fmla="*/ 281940 h 558165"/>
                <a:gd name="connsiteX1100" fmla="*/ 1306830 w 1556860"/>
                <a:gd name="connsiteY1100" fmla="*/ 280988 h 558165"/>
                <a:gd name="connsiteX1101" fmla="*/ 1305401 w 1556860"/>
                <a:gd name="connsiteY1101" fmla="*/ 279082 h 558165"/>
                <a:gd name="connsiteX1102" fmla="*/ 1302544 w 1556860"/>
                <a:gd name="connsiteY1102" fmla="*/ 279082 h 558165"/>
                <a:gd name="connsiteX1103" fmla="*/ 1298734 w 1556860"/>
                <a:gd name="connsiteY1103" fmla="*/ 278130 h 558165"/>
                <a:gd name="connsiteX1104" fmla="*/ 1293971 w 1556860"/>
                <a:gd name="connsiteY1104" fmla="*/ 276225 h 558165"/>
                <a:gd name="connsiteX1105" fmla="*/ 1291590 w 1556860"/>
                <a:gd name="connsiteY1105" fmla="*/ 275749 h 558165"/>
                <a:gd name="connsiteX1106" fmla="*/ 1289209 w 1556860"/>
                <a:gd name="connsiteY1106" fmla="*/ 276225 h 558165"/>
                <a:gd name="connsiteX1107" fmla="*/ 1286351 w 1556860"/>
                <a:gd name="connsiteY1107" fmla="*/ 277654 h 558165"/>
                <a:gd name="connsiteX1108" fmla="*/ 1281588 w 1556860"/>
                <a:gd name="connsiteY1108" fmla="*/ 283369 h 558165"/>
                <a:gd name="connsiteX1109" fmla="*/ 1275873 w 1556860"/>
                <a:gd name="connsiteY1109" fmla="*/ 287655 h 558165"/>
                <a:gd name="connsiteX1110" fmla="*/ 1273492 w 1556860"/>
                <a:gd name="connsiteY1110" fmla="*/ 286703 h 558165"/>
                <a:gd name="connsiteX1111" fmla="*/ 1270635 w 1556860"/>
                <a:gd name="connsiteY1111" fmla="*/ 285274 h 558165"/>
                <a:gd name="connsiteX1112" fmla="*/ 1262063 w 1556860"/>
                <a:gd name="connsiteY1112" fmla="*/ 283845 h 558165"/>
                <a:gd name="connsiteX1113" fmla="*/ 1258729 w 1556860"/>
                <a:gd name="connsiteY1113" fmla="*/ 283845 h 558165"/>
                <a:gd name="connsiteX1114" fmla="*/ 1253013 w 1556860"/>
                <a:gd name="connsiteY1114" fmla="*/ 286703 h 558165"/>
                <a:gd name="connsiteX1115" fmla="*/ 1249680 w 1556860"/>
                <a:gd name="connsiteY1115" fmla="*/ 287655 h 558165"/>
                <a:gd name="connsiteX1116" fmla="*/ 1251109 w 1556860"/>
                <a:gd name="connsiteY1116" fmla="*/ 290036 h 558165"/>
                <a:gd name="connsiteX1117" fmla="*/ 1252538 w 1556860"/>
                <a:gd name="connsiteY1117" fmla="*/ 291941 h 558165"/>
                <a:gd name="connsiteX1118" fmla="*/ 1253967 w 1556860"/>
                <a:gd name="connsiteY1118" fmla="*/ 292417 h 558165"/>
                <a:gd name="connsiteX1119" fmla="*/ 1259205 w 1556860"/>
                <a:gd name="connsiteY1119" fmla="*/ 292894 h 558165"/>
                <a:gd name="connsiteX1120" fmla="*/ 1262538 w 1556860"/>
                <a:gd name="connsiteY1120" fmla="*/ 293846 h 558165"/>
                <a:gd name="connsiteX1121" fmla="*/ 1269682 w 1556860"/>
                <a:gd name="connsiteY1121" fmla="*/ 299085 h 558165"/>
                <a:gd name="connsiteX1122" fmla="*/ 1276350 w 1556860"/>
                <a:gd name="connsiteY1122" fmla="*/ 304800 h 558165"/>
                <a:gd name="connsiteX1123" fmla="*/ 1279207 w 1556860"/>
                <a:gd name="connsiteY1123" fmla="*/ 308610 h 558165"/>
                <a:gd name="connsiteX1124" fmla="*/ 1280636 w 1556860"/>
                <a:gd name="connsiteY1124" fmla="*/ 313372 h 558165"/>
                <a:gd name="connsiteX1125" fmla="*/ 1276826 w 1556860"/>
                <a:gd name="connsiteY1125" fmla="*/ 318611 h 558165"/>
                <a:gd name="connsiteX1126" fmla="*/ 1278255 w 1556860"/>
                <a:gd name="connsiteY1126" fmla="*/ 322897 h 558165"/>
                <a:gd name="connsiteX1127" fmla="*/ 1279684 w 1556860"/>
                <a:gd name="connsiteY1127" fmla="*/ 327184 h 558165"/>
                <a:gd name="connsiteX1128" fmla="*/ 1280636 w 1556860"/>
                <a:gd name="connsiteY1128" fmla="*/ 329089 h 558165"/>
                <a:gd name="connsiteX1129" fmla="*/ 1282065 w 1556860"/>
                <a:gd name="connsiteY1129" fmla="*/ 330517 h 558165"/>
                <a:gd name="connsiteX1130" fmla="*/ 1283969 w 1556860"/>
                <a:gd name="connsiteY1130" fmla="*/ 331946 h 558165"/>
                <a:gd name="connsiteX1131" fmla="*/ 1287780 w 1556860"/>
                <a:gd name="connsiteY1131" fmla="*/ 330994 h 558165"/>
                <a:gd name="connsiteX1132" fmla="*/ 1291590 w 1556860"/>
                <a:gd name="connsiteY1132" fmla="*/ 330994 h 558165"/>
                <a:gd name="connsiteX1133" fmla="*/ 1293494 w 1556860"/>
                <a:gd name="connsiteY1133" fmla="*/ 330517 h 558165"/>
                <a:gd name="connsiteX1134" fmla="*/ 1298734 w 1556860"/>
                <a:gd name="connsiteY1134" fmla="*/ 324803 h 558165"/>
                <a:gd name="connsiteX1135" fmla="*/ 1299686 w 1556860"/>
                <a:gd name="connsiteY1135" fmla="*/ 322897 h 558165"/>
                <a:gd name="connsiteX1136" fmla="*/ 1299210 w 1556860"/>
                <a:gd name="connsiteY1136" fmla="*/ 320992 h 558165"/>
                <a:gd name="connsiteX1137" fmla="*/ 1299686 w 1556860"/>
                <a:gd name="connsiteY1137" fmla="*/ 319088 h 558165"/>
                <a:gd name="connsiteX1138" fmla="*/ 1303019 w 1556860"/>
                <a:gd name="connsiteY1138" fmla="*/ 315278 h 558165"/>
                <a:gd name="connsiteX1139" fmla="*/ 1303973 w 1556860"/>
                <a:gd name="connsiteY1139" fmla="*/ 311944 h 558165"/>
                <a:gd name="connsiteX1140" fmla="*/ 1303019 w 1556860"/>
                <a:gd name="connsiteY1140" fmla="*/ 308610 h 558165"/>
                <a:gd name="connsiteX1141" fmla="*/ 1305877 w 1556860"/>
                <a:gd name="connsiteY1141" fmla="*/ 308610 h 558165"/>
                <a:gd name="connsiteX1142" fmla="*/ 1307782 w 1556860"/>
                <a:gd name="connsiteY1142" fmla="*/ 306705 h 558165"/>
                <a:gd name="connsiteX1143" fmla="*/ 1308259 w 1556860"/>
                <a:gd name="connsiteY1143" fmla="*/ 300514 h 558165"/>
                <a:gd name="connsiteX1144" fmla="*/ 1308735 w 1556860"/>
                <a:gd name="connsiteY1144" fmla="*/ 298609 h 558165"/>
                <a:gd name="connsiteX1145" fmla="*/ 1309688 w 1556860"/>
                <a:gd name="connsiteY1145" fmla="*/ 297180 h 558165"/>
                <a:gd name="connsiteX1146" fmla="*/ 1312069 w 1556860"/>
                <a:gd name="connsiteY1146" fmla="*/ 295751 h 558165"/>
                <a:gd name="connsiteX1147" fmla="*/ 1314450 w 1556860"/>
                <a:gd name="connsiteY1147" fmla="*/ 296228 h 558165"/>
                <a:gd name="connsiteX1148" fmla="*/ 1312544 w 1556860"/>
                <a:gd name="connsiteY1148" fmla="*/ 299561 h 558165"/>
                <a:gd name="connsiteX1149" fmla="*/ 1309688 w 1556860"/>
                <a:gd name="connsiteY1149" fmla="*/ 302895 h 558165"/>
                <a:gd name="connsiteX1150" fmla="*/ 1309211 w 1556860"/>
                <a:gd name="connsiteY1150" fmla="*/ 304800 h 558165"/>
                <a:gd name="connsiteX1151" fmla="*/ 1309211 w 1556860"/>
                <a:gd name="connsiteY1151" fmla="*/ 310515 h 558165"/>
                <a:gd name="connsiteX1152" fmla="*/ 1310640 w 1556860"/>
                <a:gd name="connsiteY1152" fmla="*/ 313849 h 558165"/>
                <a:gd name="connsiteX1153" fmla="*/ 1313498 w 1556860"/>
                <a:gd name="connsiteY1153" fmla="*/ 316230 h 558165"/>
                <a:gd name="connsiteX1154" fmla="*/ 1315402 w 1556860"/>
                <a:gd name="connsiteY1154" fmla="*/ 317182 h 558165"/>
                <a:gd name="connsiteX1155" fmla="*/ 1316831 w 1556860"/>
                <a:gd name="connsiteY1155" fmla="*/ 318611 h 558165"/>
                <a:gd name="connsiteX1156" fmla="*/ 1317784 w 1556860"/>
                <a:gd name="connsiteY1156" fmla="*/ 320516 h 558165"/>
                <a:gd name="connsiteX1157" fmla="*/ 1319213 w 1556860"/>
                <a:gd name="connsiteY1157" fmla="*/ 321945 h 558165"/>
                <a:gd name="connsiteX1158" fmla="*/ 1321594 w 1556860"/>
                <a:gd name="connsiteY1158" fmla="*/ 321945 h 558165"/>
                <a:gd name="connsiteX1159" fmla="*/ 1323975 w 1556860"/>
                <a:gd name="connsiteY1159" fmla="*/ 320992 h 558165"/>
                <a:gd name="connsiteX1160" fmla="*/ 1325404 w 1556860"/>
                <a:gd name="connsiteY1160" fmla="*/ 320992 h 558165"/>
                <a:gd name="connsiteX1161" fmla="*/ 1326356 w 1556860"/>
                <a:gd name="connsiteY1161" fmla="*/ 321945 h 558165"/>
                <a:gd name="connsiteX1162" fmla="*/ 1327309 w 1556860"/>
                <a:gd name="connsiteY1162" fmla="*/ 323850 h 558165"/>
                <a:gd name="connsiteX1163" fmla="*/ 1329690 w 1556860"/>
                <a:gd name="connsiteY1163" fmla="*/ 325755 h 558165"/>
                <a:gd name="connsiteX1164" fmla="*/ 1333976 w 1556860"/>
                <a:gd name="connsiteY1164" fmla="*/ 324326 h 558165"/>
                <a:gd name="connsiteX1165" fmla="*/ 1336357 w 1556860"/>
                <a:gd name="connsiteY1165" fmla="*/ 325755 h 558165"/>
                <a:gd name="connsiteX1166" fmla="*/ 1339215 w 1556860"/>
                <a:gd name="connsiteY1166" fmla="*/ 326707 h 558165"/>
                <a:gd name="connsiteX1167" fmla="*/ 1341119 w 1556860"/>
                <a:gd name="connsiteY1167" fmla="*/ 326707 h 558165"/>
                <a:gd name="connsiteX1168" fmla="*/ 1344454 w 1556860"/>
                <a:gd name="connsiteY1168" fmla="*/ 325279 h 558165"/>
                <a:gd name="connsiteX1169" fmla="*/ 1346359 w 1556860"/>
                <a:gd name="connsiteY1169" fmla="*/ 324803 h 558165"/>
                <a:gd name="connsiteX1170" fmla="*/ 1350644 w 1556860"/>
                <a:gd name="connsiteY1170" fmla="*/ 325279 h 558165"/>
                <a:gd name="connsiteX1171" fmla="*/ 1344454 w 1556860"/>
                <a:gd name="connsiteY1171" fmla="*/ 325755 h 558165"/>
                <a:gd name="connsiteX1172" fmla="*/ 1343977 w 1556860"/>
                <a:gd name="connsiteY1172" fmla="*/ 327660 h 558165"/>
                <a:gd name="connsiteX1173" fmla="*/ 1343501 w 1556860"/>
                <a:gd name="connsiteY1173" fmla="*/ 330041 h 558165"/>
                <a:gd name="connsiteX1174" fmla="*/ 1345882 w 1556860"/>
                <a:gd name="connsiteY1174" fmla="*/ 333851 h 558165"/>
                <a:gd name="connsiteX1175" fmla="*/ 1361123 w 1556860"/>
                <a:gd name="connsiteY1175" fmla="*/ 342424 h 558165"/>
                <a:gd name="connsiteX1176" fmla="*/ 1363980 w 1556860"/>
                <a:gd name="connsiteY1176" fmla="*/ 342424 h 558165"/>
                <a:gd name="connsiteX1177" fmla="*/ 1366838 w 1556860"/>
                <a:gd name="connsiteY1177" fmla="*/ 341947 h 558165"/>
                <a:gd name="connsiteX1178" fmla="*/ 1370171 w 1556860"/>
                <a:gd name="connsiteY1178" fmla="*/ 341947 h 558165"/>
                <a:gd name="connsiteX1179" fmla="*/ 1379219 w 1556860"/>
                <a:gd name="connsiteY1179" fmla="*/ 342900 h 558165"/>
                <a:gd name="connsiteX1180" fmla="*/ 1388269 w 1556860"/>
                <a:gd name="connsiteY1180" fmla="*/ 344805 h 558165"/>
                <a:gd name="connsiteX1181" fmla="*/ 1392079 w 1556860"/>
                <a:gd name="connsiteY1181" fmla="*/ 346710 h 558165"/>
                <a:gd name="connsiteX1182" fmla="*/ 1395888 w 1556860"/>
                <a:gd name="connsiteY1182" fmla="*/ 349091 h 558165"/>
                <a:gd name="connsiteX1183" fmla="*/ 1402080 w 1556860"/>
                <a:gd name="connsiteY1183" fmla="*/ 350996 h 558165"/>
                <a:gd name="connsiteX1184" fmla="*/ 1409700 w 1556860"/>
                <a:gd name="connsiteY1184" fmla="*/ 354806 h 558165"/>
                <a:gd name="connsiteX1185" fmla="*/ 1417796 w 1556860"/>
                <a:gd name="connsiteY1185" fmla="*/ 357188 h 558165"/>
                <a:gd name="connsiteX1186" fmla="*/ 1419701 w 1556860"/>
                <a:gd name="connsiteY1186" fmla="*/ 357188 h 558165"/>
                <a:gd name="connsiteX1187" fmla="*/ 1421606 w 1556860"/>
                <a:gd name="connsiteY1187" fmla="*/ 357664 h 558165"/>
                <a:gd name="connsiteX1188" fmla="*/ 1423511 w 1556860"/>
                <a:gd name="connsiteY1188" fmla="*/ 358616 h 558165"/>
                <a:gd name="connsiteX1189" fmla="*/ 1425417 w 1556860"/>
                <a:gd name="connsiteY1189" fmla="*/ 358616 h 558165"/>
                <a:gd name="connsiteX1190" fmla="*/ 1427321 w 1556860"/>
                <a:gd name="connsiteY1190" fmla="*/ 359569 h 558165"/>
                <a:gd name="connsiteX1191" fmla="*/ 1429226 w 1556860"/>
                <a:gd name="connsiteY1191" fmla="*/ 360997 h 558165"/>
                <a:gd name="connsiteX1192" fmla="*/ 1430655 w 1556860"/>
                <a:gd name="connsiteY1192" fmla="*/ 360521 h 558165"/>
                <a:gd name="connsiteX1193" fmla="*/ 1432084 w 1556860"/>
                <a:gd name="connsiteY1193" fmla="*/ 359569 h 558165"/>
                <a:gd name="connsiteX1194" fmla="*/ 1433036 w 1556860"/>
                <a:gd name="connsiteY1194" fmla="*/ 361950 h 558165"/>
                <a:gd name="connsiteX1195" fmla="*/ 1448276 w 1556860"/>
                <a:gd name="connsiteY1195" fmla="*/ 370046 h 558165"/>
                <a:gd name="connsiteX1196" fmla="*/ 1449705 w 1556860"/>
                <a:gd name="connsiteY1196" fmla="*/ 371951 h 558165"/>
                <a:gd name="connsiteX1197" fmla="*/ 1451134 w 1556860"/>
                <a:gd name="connsiteY1197" fmla="*/ 373380 h 558165"/>
                <a:gd name="connsiteX1198" fmla="*/ 1452563 w 1556860"/>
                <a:gd name="connsiteY1198" fmla="*/ 373380 h 558165"/>
                <a:gd name="connsiteX1199" fmla="*/ 1453992 w 1556860"/>
                <a:gd name="connsiteY1199" fmla="*/ 374332 h 558165"/>
                <a:gd name="connsiteX1200" fmla="*/ 1455896 w 1556860"/>
                <a:gd name="connsiteY1200" fmla="*/ 376238 h 558165"/>
                <a:gd name="connsiteX1201" fmla="*/ 1458277 w 1556860"/>
                <a:gd name="connsiteY1201" fmla="*/ 377666 h 558165"/>
                <a:gd name="connsiteX1202" fmla="*/ 1458754 w 1556860"/>
                <a:gd name="connsiteY1202" fmla="*/ 380524 h 558165"/>
                <a:gd name="connsiteX1203" fmla="*/ 1458277 w 1556860"/>
                <a:gd name="connsiteY1203" fmla="*/ 383381 h 558165"/>
                <a:gd name="connsiteX1204" fmla="*/ 1458277 w 1556860"/>
                <a:gd name="connsiteY1204" fmla="*/ 384810 h 558165"/>
                <a:gd name="connsiteX1205" fmla="*/ 1459230 w 1556860"/>
                <a:gd name="connsiteY1205" fmla="*/ 385763 h 558165"/>
                <a:gd name="connsiteX1206" fmla="*/ 1460659 w 1556860"/>
                <a:gd name="connsiteY1206" fmla="*/ 386239 h 558165"/>
                <a:gd name="connsiteX1207" fmla="*/ 1462088 w 1556860"/>
                <a:gd name="connsiteY1207" fmla="*/ 386239 h 558165"/>
                <a:gd name="connsiteX1208" fmla="*/ 1464944 w 1556860"/>
                <a:gd name="connsiteY1208" fmla="*/ 385286 h 558165"/>
                <a:gd name="connsiteX1209" fmla="*/ 1467802 w 1556860"/>
                <a:gd name="connsiteY1209" fmla="*/ 384810 h 558165"/>
                <a:gd name="connsiteX1210" fmla="*/ 1464469 w 1556860"/>
                <a:gd name="connsiteY1210" fmla="*/ 386239 h 558165"/>
                <a:gd name="connsiteX1211" fmla="*/ 1463040 w 1556860"/>
                <a:gd name="connsiteY1211" fmla="*/ 389096 h 558165"/>
                <a:gd name="connsiteX1212" fmla="*/ 1465898 w 1556860"/>
                <a:gd name="connsiteY1212" fmla="*/ 390049 h 558165"/>
                <a:gd name="connsiteX1213" fmla="*/ 1469231 w 1556860"/>
                <a:gd name="connsiteY1213" fmla="*/ 390049 h 558165"/>
                <a:gd name="connsiteX1214" fmla="*/ 1467326 w 1556860"/>
                <a:gd name="connsiteY1214" fmla="*/ 391478 h 558165"/>
                <a:gd name="connsiteX1215" fmla="*/ 1466850 w 1556860"/>
                <a:gd name="connsiteY1215" fmla="*/ 393382 h 558165"/>
                <a:gd name="connsiteX1216" fmla="*/ 1469231 w 1556860"/>
                <a:gd name="connsiteY1216" fmla="*/ 399097 h 558165"/>
                <a:gd name="connsiteX1217" fmla="*/ 1471613 w 1556860"/>
                <a:gd name="connsiteY1217" fmla="*/ 406717 h 558165"/>
                <a:gd name="connsiteX1218" fmla="*/ 1474469 w 1556860"/>
                <a:gd name="connsiteY1218" fmla="*/ 410528 h 558165"/>
                <a:gd name="connsiteX1219" fmla="*/ 1478756 w 1556860"/>
                <a:gd name="connsiteY1219" fmla="*/ 414338 h 558165"/>
                <a:gd name="connsiteX1220" fmla="*/ 1480661 w 1556860"/>
                <a:gd name="connsiteY1220" fmla="*/ 416719 h 558165"/>
                <a:gd name="connsiteX1221" fmla="*/ 1481613 w 1556860"/>
                <a:gd name="connsiteY1221" fmla="*/ 420053 h 558165"/>
                <a:gd name="connsiteX1222" fmla="*/ 1484471 w 1556860"/>
                <a:gd name="connsiteY1222" fmla="*/ 421957 h 558165"/>
                <a:gd name="connsiteX1223" fmla="*/ 1486376 w 1556860"/>
                <a:gd name="connsiteY1223" fmla="*/ 424339 h 558165"/>
                <a:gd name="connsiteX1224" fmla="*/ 1480185 w 1556860"/>
                <a:gd name="connsiteY1224" fmla="*/ 425291 h 558165"/>
                <a:gd name="connsiteX1225" fmla="*/ 1477327 w 1556860"/>
                <a:gd name="connsiteY1225" fmla="*/ 426244 h 558165"/>
                <a:gd name="connsiteX1226" fmla="*/ 1477327 w 1556860"/>
                <a:gd name="connsiteY1226" fmla="*/ 427196 h 558165"/>
                <a:gd name="connsiteX1227" fmla="*/ 1481138 w 1556860"/>
                <a:gd name="connsiteY1227" fmla="*/ 431482 h 558165"/>
                <a:gd name="connsiteX1228" fmla="*/ 1485423 w 1556860"/>
                <a:gd name="connsiteY1228" fmla="*/ 433864 h 558165"/>
                <a:gd name="connsiteX1229" fmla="*/ 1492567 w 1556860"/>
                <a:gd name="connsiteY1229" fmla="*/ 436245 h 558165"/>
                <a:gd name="connsiteX1230" fmla="*/ 1494948 w 1556860"/>
                <a:gd name="connsiteY1230" fmla="*/ 436245 h 558165"/>
                <a:gd name="connsiteX1231" fmla="*/ 1497330 w 1556860"/>
                <a:gd name="connsiteY1231" fmla="*/ 435769 h 558165"/>
                <a:gd name="connsiteX1232" fmla="*/ 1493519 w 1556860"/>
                <a:gd name="connsiteY1232" fmla="*/ 437197 h 558165"/>
                <a:gd name="connsiteX1233" fmla="*/ 1492092 w 1556860"/>
                <a:gd name="connsiteY1233" fmla="*/ 437197 h 558165"/>
                <a:gd name="connsiteX1234" fmla="*/ 1488757 w 1556860"/>
                <a:gd name="connsiteY1234" fmla="*/ 436245 h 558165"/>
                <a:gd name="connsiteX1235" fmla="*/ 1486852 w 1556860"/>
                <a:gd name="connsiteY1235" fmla="*/ 436245 h 558165"/>
                <a:gd name="connsiteX1236" fmla="*/ 1484471 w 1556860"/>
                <a:gd name="connsiteY1236" fmla="*/ 436721 h 558165"/>
                <a:gd name="connsiteX1237" fmla="*/ 1482567 w 1556860"/>
                <a:gd name="connsiteY1237" fmla="*/ 438150 h 558165"/>
                <a:gd name="connsiteX1238" fmla="*/ 1483994 w 1556860"/>
                <a:gd name="connsiteY1238" fmla="*/ 439579 h 558165"/>
                <a:gd name="connsiteX1239" fmla="*/ 1485900 w 1556860"/>
                <a:gd name="connsiteY1239" fmla="*/ 441007 h 558165"/>
                <a:gd name="connsiteX1240" fmla="*/ 1486852 w 1556860"/>
                <a:gd name="connsiteY1240" fmla="*/ 441960 h 558165"/>
                <a:gd name="connsiteX1241" fmla="*/ 1488757 w 1556860"/>
                <a:gd name="connsiteY1241" fmla="*/ 445294 h 558165"/>
                <a:gd name="connsiteX1242" fmla="*/ 1490186 w 1556860"/>
                <a:gd name="connsiteY1242" fmla="*/ 446722 h 558165"/>
                <a:gd name="connsiteX1243" fmla="*/ 1492567 w 1556860"/>
                <a:gd name="connsiteY1243" fmla="*/ 447199 h 558165"/>
                <a:gd name="connsiteX1244" fmla="*/ 1493996 w 1556860"/>
                <a:gd name="connsiteY1244" fmla="*/ 449104 h 558165"/>
                <a:gd name="connsiteX1245" fmla="*/ 1493519 w 1556860"/>
                <a:gd name="connsiteY1245" fmla="*/ 451009 h 558165"/>
                <a:gd name="connsiteX1246" fmla="*/ 1492567 w 1556860"/>
                <a:gd name="connsiteY1246" fmla="*/ 452914 h 558165"/>
                <a:gd name="connsiteX1247" fmla="*/ 1491138 w 1556860"/>
                <a:gd name="connsiteY1247" fmla="*/ 457676 h 558165"/>
                <a:gd name="connsiteX1248" fmla="*/ 1488757 w 1556860"/>
                <a:gd name="connsiteY1248" fmla="*/ 460057 h 558165"/>
                <a:gd name="connsiteX1249" fmla="*/ 1487805 w 1556860"/>
                <a:gd name="connsiteY1249" fmla="*/ 464344 h 558165"/>
                <a:gd name="connsiteX1250" fmla="*/ 1487329 w 1556860"/>
                <a:gd name="connsiteY1250" fmla="*/ 466249 h 558165"/>
                <a:gd name="connsiteX1251" fmla="*/ 1486376 w 1556860"/>
                <a:gd name="connsiteY1251" fmla="*/ 468154 h 558165"/>
                <a:gd name="connsiteX1252" fmla="*/ 1486852 w 1556860"/>
                <a:gd name="connsiteY1252" fmla="*/ 469582 h 558165"/>
                <a:gd name="connsiteX1253" fmla="*/ 1487805 w 1556860"/>
                <a:gd name="connsiteY1253" fmla="*/ 471011 h 558165"/>
                <a:gd name="connsiteX1254" fmla="*/ 1489234 w 1556860"/>
                <a:gd name="connsiteY1254" fmla="*/ 471964 h 558165"/>
                <a:gd name="connsiteX1255" fmla="*/ 1494473 w 1556860"/>
                <a:gd name="connsiteY1255" fmla="*/ 468154 h 558165"/>
                <a:gd name="connsiteX1256" fmla="*/ 1498282 w 1556860"/>
                <a:gd name="connsiteY1256" fmla="*/ 466249 h 558165"/>
                <a:gd name="connsiteX1257" fmla="*/ 1500188 w 1556860"/>
                <a:gd name="connsiteY1257" fmla="*/ 462915 h 558165"/>
                <a:gd name="connsiteX1258" fmla="*/ 1500663 w 1556860"/>
                <a:gd name="connsiteY1258" fmla="*/ 465296 h 558165"/>
                <a:gd name="connsiteX1259" fmla="*/ 1501140 w 1556860"/>
                <a:gd name="connsiteY1259" fmla="*/ 467201 h 558165"/>
                <a:gd name="connsiteX1260" fmla="*/ 1502569 w 1556860"/>
                <a:gd name="connsiteY1260" fmla="*/ 469106 h 558165"/>
                <a:gd name="connsiteX1261" fmla="*/ 1504950 w 1556860"/>
                <a:gd name="connsiteY1261" fmla="*/ 470059 h 558165"/>
                <a:gd name="connsiteX1262" fmla="*/ 1509236 w 1556860"/>
                <a:gd name="connsiteY1262" fmla="*/ 469582 h 558165"/>
                <a:gd name="connsiteX1263" fmla="*/ 1513523 w 1556860"/>
                <a:gd name="connsiteY1263" fmla="*/ 468154 h 558165"/>
                <a:gd name="connsiteX1264" fmla="*/ 1518285 w 1556860"/>
                <a:gd name="connsiteY1264" fmla="*/ 467678 h 558165"/>
                <a:gd name="connsiteX1265" fmla="*/ 1523048 w 1556860"/>
                <a:gd name="connsiteY1265" fmla="*/ 467678 h 558165"/>
                <a:gd name="connsiteX1266" fmla="*/ 1526381 w 1556860"/>
                <a:gd name="connsiteY1266" fmla="*/ 464820 h 558165"/>
                <a:gd name="connsiteX1267" fmla="*/ 1529238 w 1556860"/>
                <a:gd name="connsiteY1267" fmla="*/ 461486 h 558165"/>
                <a:gd name="connsiteX1268" fmla="*/ 1526381 w 1556860"/>
                <a:gd name="connsiteY1268" fmla="*/ 466725 h 558165"/>
                <a:gd name="connsiteX1269" fmla="*/ 1524952 w 1556860"/>
                <a:gd name="connsiteY1269" fmla="*/ 468630 h 558165"/>
                <a:gd name="connsiteX1270" fmla="*/ 1524476 w 1556860"/>
                <a:gd name="connsiteY1270" fmla="*/ 469582 h 558165"/>
                <a:gd name="connsiteX1271" fmla="*/ 1524952 w 1556860"/>
                <a:gd name="connsiteY1271" fmla="*/ 470535 h 558165"/>
                <a:gd name="connsiteX1272" fmla="*/ 1528286 w 1556860"/>
                <a:gd name="connsiteY1272" fmla="*/ 473869 h 558165"/>
                <a:gd name="connsiteX1273" fmla="*/ 1541621 w 1556860"/>
                <a:gd name="connsiteY1273" fmla="*/ 484822 h 558165"/>
                <a:gd name="connsiteX1274" fmla="*/ 1544955 w 1556860"/>
                <a:gd name="connsiteY1274" fmla="*/ 488632 h 558165"/>
                <a:gd name="connsiteX1275" fmla="*/ 1547813 w 1556860"/>
                <a:gd name="connsiteY1275" fmla="*/ 492442 h 558165"/>
                <a:gd name="connsiteX1276" fmla="*/ 1552098 w 1556860"/>
                <a:gd name="connsiteY1276" fmla="*/ 496729 h 558165"/>
                <a:gd name="connsiteX1277" fmla="*/ 1556861 w 1556860"/>
                <a:gd name="connsiteY1277" fmla="*/ 500539 h 558165"/>
                <a:gd name="connsiteX1278" fmla="*/ 1556385 w 1556860"/>
                <a:gd name="connsiteY1278" fmla="*/ 496729 h 558165"/>
                <a:gd name="connsiteX1279" fmla="*/ 1556385 w 1556860"/>
                <a:gd name="connsiteY1279" fmla="*/ 496729 h 558165"/>
                <a:gd name="connsiteX1280" fmla="*/ 1212056 w 1556860"/>
                <a:gd name="connsiteY1280" fmla="*/ 310039 h 558165"/>
                <a:gd name="connsiteX1281" fmla="*/ 1211580 w 1556860"/>
                <a:gd name="connsiteY1281" fmla="*/ 308610 h 558165"/>
                <a:gd name="connsiteX1282" fmla="*/ 1209198 w 1556860"/>
                <a:gd name="connsiteY1282" fmla="*/ 304800 h 558165"/>
                <a:gd name="connsiteX1283" fmla="*/ 1207294 w 1556860"/>
                <a:gd name="connsiteY1283" fmla="*/ 304324 h 558165"/>
                <a:gd name="connsiteX1284" fmla="*/ 1205865 w 1556860"/>
                <a:gd name="connsiteY1284" fmla="*/ 303847 h 558165"/>
                <a:gd name="connsiteX1285" fmla="*/ 1204913 w 1556860"/>
                <a:gd name="connsiteY1285" fmla="*/ 300990 h 558165"/>
                <a:gd name="connsiteX1286" fmla="*/ 1204436 w 1556860"/>
                <a:gd name="connsiteY1286" fmla="*/ 298132 h 558165"/>
                <a:gd name="connsiteX1287" fmla="*/ 1202531 w 1556860"/>
                <a:gd name="connsiteY1287" fmla="*/ 294799 h 558165"/>
                <a:gd name="connsiteX1288" fmla="*/ 1195863 w 1556860"/>
                <a:gd name="connsiteY1288" fmla="*/ 290036 h 558165"/>
                <a:gd name="connsiteX1289" fmla="*/ 1193482 w 1556860"/>
                <a:gd name="connsiteY1289" fmla="*/ 289560 h 558165"/>
                <a:gd name="connsiteX1290" fmla="*/ 1186815 w 1556860"/>
                <a:gd name="connsiteY1290" fmla="*/ 290036 h 558165"/>
                <a:gd name="connsiteX1291" fmla="*/ 1182529 w 1556860"/>
                <a:gd name="connsiteY1291" fmla="*/ 289560 h 558165"/>
                <a:gd name="connsiteX1292" fmla="*/ 1174909 w 1556860"/>
                <a:gd name="connsiteY1292" fmla="*/ 285750 h 558165"/>
                <a:gd name="connsiteX1293" fmla="*/ 1169669 w 1556860"/>
                <a:gd name="connsiteY1293" fmla="*/ 283845 h 558165"/>
                <a:gd name="connsiteX1294" fmla="*/ 1167765 w 1556860"/>
                <a:gd name="connsiteY1294" fmla="*/ 283369 h 558165"/>
                <a:gd name="connsiteX1295" fmla="*/ 1165860 w 1556860"/>
                <a:gd name="connsiteY1295" fmla="*/ 283369 h 558165"/>
                <a:gd name="connsiteX1296" fmla="*/ 1163955 w 1556860"/>
                <a:gd name="connsiteY1296" fmla="*/ 283369 h 558165"/>
                <a:gd name="connsiteX1297" fmla="*/ 1162050 w 1556860"/>
                <a:gd name="connsiteY1297" fmla="*/ 284321 h 558165"/>
                <a:gd name="connsiteX1298" fmla="*/ 1158717 w 1556860"/>
                <a:gd name="connsiteY1298" fmla="*/ 286703 h 558165"/>
                <a:gd name="connsiteX1299" fmla="*/ 1154906 w 1556860"/>
                <a:gd name="connsiteY1299" fmla="*/ 288131 h 558165"/>
                <a:gd name="connsiteX1300" fmla="*/ 1153001 w 1556860"/>
                <a:gd name="connsiteY1300" fmla="*/ 288131 h 558165"/>
                <a:gd name="connsiteX1301" fmla="*/ 1151573 w 1556860"/>
                <a:gd name="connsiteY1301" fmla="*/ 286703 h 558165"/>
                <a:gd name="connsiteX1302" fmla="*/ 1151096 w 1556860"/>
                <a:gd name="connsiteY1302" fmla="*/ 284797 h 558165"/>
                <a:gd name="connsiteX1303" fmla="*/ 1148715 w 1556860"/>
                <a:gd name="connsiteY1303" fmla="*/ 284321 h 558165"/>
                <a:gd name="connsiteX1304" fmla="*/ 1145857 w 1556860"/>
                <a:gd name="connsiteY1304" fmla="*/ 284797 h 558165"/>
                <a:gd name="connsiteX1305" fmla="*/ 1141571 w 1556860"/>
                <a:gd name="connsiteY1305" fmla="*/ 284797 h 558165"/>
                <a:gd name="connsiteX1306" fmla="*/ 1133951 w 1556860"/>
                <a:gd name="connsiteY1306" fmla="*/ 284321 h 558165"/>
                <a:gd name="connsiteX1307" fmla="*/ 1121092 w 1556860"/>
                <a:gd name="connsiteY1307" fmla="*/ 285274 h 558165"/>
                <a:gd name="connsiteX1308" fmla="*/ 1118235 w 1556860"/>
                <a:gd name="connsiteY1308" fmla="*/ 287655 h 558165"/>
                <a:gd name="connsiteX1309" fmla="*/ 1110138 w 1556860"/>
                <a:gd name="connsiteY1309" fmla="*/ 297180 h 558165"/>
                <a:gd name="connsiteX1310" fmla="*/ 1110615 w 1556860"/>
                <a:gd name="connsiteY1310" fmla="*/ 299085 h 558165"/>
                <a:gd name="connsiteX1311" fmla="*/ 1111567 w 1556860"/>
                <a:gd name="connsiteY1311" fmla="*/ 300990 h 558165"/>
                <a:gd name="connsiteX1312" fmla="*/ 1111567 w 1556860"/>
                <a:gd name="connsiteY1312" fmla="*/ 302895 h 558165"/>
                <a:gd name="connsiteX1313" fmla="*/ 1110615 w 1556860"/>
                <a:gd name="connsiteY1313" fmla="*/ 306229 h 558165"/>
                <a:gd name="connsiteX1314" fmla="*/ 1111092 w 1556860"/>
                <a:gd name="connsiteY1314" fmla="*/ 306705 h 558165"/>
                <a:gd name="connsiteX1315" fmla="*/ 1112996 w 1556860"/>
                <a:gd name="connsiteY1315" fmla="*/ 304800 h 558165"/>
                <a:gd name="connsiteX1316" fmla="*/ 1114901 w 1556860"/>
                <a:gd name="connsiteY1316" fmla="*/ 301466 h 558165"/>
                <a:gd name="connsiteX1317" fmla="*/ 1115377 w 1556860"/>
                <a:gd name="connsiteY1317" fmla="*/ 300038 h 558165"/>
                <a:gd name="connsiteX1318" fmla="*/ 1115854 w 1556860"/>
                <a:gd name="connsiteY1318" fmla="*/ 297656 h 558165"/>
                <a:gd name="connsiteX1319" fmla="*/ 1116806 w 1556860"/>
                <a:gd name="connsiteY1319" fmla="*/ 295751 h 558165"/>
                <a:gd name="connsiteX1320" fmla="*/ 1118711 w 1556860"/>
                <a:gd name="connsiteY1320" fmla="*/ 294799 h 558165"/>
                <a:gd name="connsiteX1321" fmla="*/ 1120140 w 1556860"/>
                <a:gd name="connsiteY1321" fmla="*/ 295275 h 558165"/>
                <a:gd name="connsiteX1322" fmla="*/ 1122044 w 1556860"/>
                <a:gd name="connsiteY1322" fmla="*/ 296228 h 558165"/>
                <a:gd name="connsiteX1323" fmla="*/ 1123473 w 1556860"/>
                <a:gd name="connsiteY1323" fmla="*/ 297656 h 558165"/>
                <a:gd name="connsiteX1324" fmla="*/ 1128236 w 1556860"/>
                <a:gd name="connsiteY1324" fmla="*/ 303371 h 558165"/>
                <a:gd name="connsiteX1325" fmla="*/ 1129665 w 1556860"/>
                <a:gd name="connsiteY1325" fmla="*/ 304324 h 558165"/>
                <a:gd name="connsiteX1326" fmla="*/ 1131569 w 1556860"/>
                <a:gd name="connsiteY1326" fmla="*/ 304800 h 558165"/>
                <a:gd name="connsiteX1327" fmla="*/ 1135856 w 1556860"/>
                <a:gd name="connsiteY1327" fmla="*/ 304324 h 558165"/>
                <a:gd name="connsiteX1328" fmla="*/ 1137285 w 1556860"/>
                <a:gd name="connsiteY1328" fmla="*/ 302895 h 558165"/>
                <a:gd name="connsiteX1329" fmla="*/ 1139667 w 1556860"/>
                <a:gd name="connsiteY1329" fmla="*/ 299561 h 558165"/>
                <a:gd name="connsiteX1330" fmla="*/ 1141571 w 1556860"/>
                <a:gd name="connsiteY1330" fmla="*/ 298609 h 558165"/>
                <a:gd name="connsiteX1331" fmla="*/ 1143476 w 1556860"/>
                <a:gd name="connsiteY1331" fmla="*/ 297656 h 558165"/>
                <a:gd name="connsiteX1332" fmla="*/ 1145381 w 1556860"/>
                <a:gd name="connsiteY1332" fmla="*/ 297656 h 558165"/>
                <a:gd name="connsiteX1333" fmla="*/ 1146334 w 1556860"/>
                <a:gd name="connsiteY1333" fmla="*/ 298132 h 558165"/>
                <a:gd name="connsiteX1334" fmla="*/ 1146334 w 1556860"/>
                <a:gd name="connsiteY1334" fmla="*/ 299085 h 558165"/>
                <a:gd name="connsiteX1335" fmla="*/ 1145857 w 1556860"/>
                <a:gd name="connsiteY1335" fmla="*/ 300038 h 558165"/>
                <a:gd name="connsiteX1336" fmla="*/ 1146334 w 1556860"/>
                <a:gd name="connsiteY1336" fmla="*/ 300990 h 558165"/>
                <a:gd name="connsiteX1337" fmla="*/ 1151096 w 1556860"/>
                <a:gd name="connsiteY1337" fmla="*/ 301942 h 558165"/>
                <a:gd name="connsiteX1338" fmla="*/ 1154430 w 1556860"/>
                <a:gd name="connsiteY1338" fmla="*/ 303371 h 558165"/>
                <a:gd name="connsiteX1339" fmla="*/ 1158717 w 1556860"/>
                <a:gd name="connsiteY1339" fmla="*/ 303847 h 558165"/>
                <a:gd name="connsiteX1340" fmla="*/ 1163479 w 1556860"/>
                <a:gd name="connsiteY1340" fmla="*/ 305276 h 558165"/>
                <a:gd name="connsiteX1341" fmla="*/ 1165384 w 1556860"/>
                <a:gd name="connsiteY1341" fmla="*/ 304800 h 558165"/>
                <a:gd name="connsiteX1342" fmla="*/ 1165384 w 1556860"/>
                <a:gd name="connsiteY1342" fmla="*/ 302419 h 558165"/>
                <a:gd name="connsiteX1343" fmla="*/ 1164907 w 1556860"/>
                <a:gd name="connsiteY1343" fmla="*/ 301466 h 558165"/>
                <a:gd name="connsiteX1344" fmla="*/ 1165860 w 1556860"/>
                <a:gd name="connsiteY1344" fmla="*/ 300990 h 558165"/>
                <a:gd name="connsiteX1345" fmla="*/ 1168717 w 1556860"/>
                <a:gd name="connsiteY1345" fmla="*/ 300990 h 558165"/>
                <a:gd name="connsiteX1346" fmla="*/ 1176338 w 1556860"/>
                <a:gd name="connsiteY1346" fmla="*/ 301466 h 558165"/>
                <a:gd name="connsiteX1347" fmla="*/ 1180148 w 1556860"/>
                <a:gd name="connsiteY1347" fmla="*/ 303847 h 558165"/>
                <a:gd name="connsiteX1348" fmla="*/ 1181100 w 1556860"/>
                <a:gd name="connsiteY1348" fmla="*/ 305276 h 558165"/>
                <a:gd name="connsiteX1349" fmla="*/ 1182529 w 1556860"/>
                <a:gd name="connsiteY1349" fmla="*/ 306705 h 558165"/>
                <a:gd name="connsiteX1350" fmla="*/ 1191101 w 1556860"/>
                <a:gd name="connsiteY1350" fmla="*/ 310039 h 558165"/>
                <a:gd name="connsiteX1351" fmla="*/ 1194435 w 1556860"/>
                <a:gd name="connsiteY1351" fmla="*/ 311467 h 558165"/>
                <a:gd name="connsiteX1352" fmla="*/ 1202055 w 1556860"/>
                <a:gd name="connsiteY1352" fmla="*/ 315754 h 558165"/>
                <a:gd name="connsiteX1353" fmla="*/ 1209675 w 1556860"/>
                <a:gd name="connsiteY1353" fmla="*/ 319564 h 558165"/>
                <a:gd name="connsiteX1354" fmla="*/ 1212056 w 1556860"/>
                <a:gd name="connsiteY1354" fmla="*/ 310039 h 558165"/>
                <a:gd name="connsiteX1355" fmla="*/ 1240631 w 1556860"/>
                <a:gd name="connsiteY1355" fmla="*/ 430054 h 558165"/>
                <a:gd name="connsiteX1356" fmla="*/ 1238726 w 1556860"/>
                <a:gd name="connsiteY1356" fmla="*/ 429101 h 558165"/>
                <a:gd name="connsiteX1357" fmla="*/ 1235869 w 1556860"/>
                <a:gd name="connsiteY1357" fmla="*/ 430054 h 558165"/>
                <a:gd name="connsiteX1358" fmla="*/ 1234917 w 1556860"/>
                <a:gd name="connsiteY1358" fmla="*/ 431006 h 558165"/>
                <a:gd name="connsiteX1359" fmla="*/ 1234917 w 1556860"/>
                <a:gd name="connsiteY1359" fmla="*/ 432911 h 558165"/>
                <a:gd name="connsiteX1360" fmla="*/ 1233011 w 1556860"/>
                <a:gd name="connsiteY1360" fmla="*/ 433864 h 558165"/>
                <a:gd name="connsiteX1361" fmla="*/ 1231582 w 1556860"/>
                <a:gd name="connsiteY1361" fmla="*/ 436245 h 558165"/>
                <a:gd name="connsiteX1362" fmla="*/ 1230154 w 1556860"/>
                <a:gd name="connsiteY1362" fmla="*/ 437197 h 558165"/>
                <a:gd name="connsiteX1363" fmla="*/ 1228248 w 1556860"/>
                <a:gd name="connsiteY1363" fmla="*/ 440055 h 558165"/>
                <a:gd name="connsiteX1364" fmla="*/ 1226344 w 1556860"/>
                <a:gd name="connsiteY1364" fmla="*/ 440531 h 558165"/>
                <a:gd name="connsiteX1365" fmla="*/ 1224915 w 1556860"/>
                <a:gd name="connsiteY1365" fmla="*/ 441484 h 558165"/>
                <a:gd name="connsiteX1366" fmla="*/ 1223010 w 1556860"/>
                <a:gd name="connsiteY1366" fmla="*/ 446246 h 558165"/>
                <a:gd name="connsiteX1367" fmla="*/ 1222534 w 1556860"/>
                <a:gd name="connsiteY1367" fmla="*/ 448151 h 558165"/>
                <a:gd name="connsiteX1368" fmla="*/ 1220629 w 1556860"/>
                <a:gd name="connsiteY1368" fmla="*/ 448628 h 558165"/>
                <a:gd name="connsiteX1369" fmla="*/ 1220629 w 1556860"/>
                <a:gd name="connsiteY1369" fmla="*/ 451961 h 558165"/>
                <a:gd name="connsiteX1370" fmla="*/ 1218723 w 1556860"/>
                <a:gd name="connsiteY1370" fmla="*/ 454819 h 558165"/>
                <a:gd name="connsiteX1371" fmla="*/ 1220152 w 1556860"/>
                <a:gd name="connsiteY1371" fmla="*/ 456724 h 558165"/>
                <a:gd name="connsiteX1372" fmla="*/ 1219676 w 1556860"/>
                <a:gd name="connsiteY1372" fmla="*/ 459105 h 558165"/>
                <a:gd name="connsiteX1373" fmla="*/ 1222057 w 1556860"/>
                <a:gd name="connsiteY1373" fmla="*/ 459105 h 558165"/>
                <a:gd name="connsiteX1374" fmla="*/ 1226344 w 1556860"/>
                <a:gd name="connsiteY1374" fmla="*/ 459581 h 558165"/>
                <a:gd name="connsiteX1375" fmla="*/ 1226819 w 1556860"/>
                <a:gd name="connsiteY1375" fmla="*/ 459105 h 558165"/>
                <a:gd name="connsiteX1376" fmla="*/ 1227296 w 1556860"/>
                <a:gd name="connsiteY1376" fmla="*/ 458629 h 558165"/>
                <a:gd name="connsiteX1377" fmla="*/ 1227296 w 1556860"/>
                <a:gd name="connsiteY1377" fmla="*/ 457676 h 558165"/>
                <a:gd name="connsiteX1378" fmla="*/ 1228248 w 1556860"/>
                <a:gd name="connsiteY1378" fmla="*/ 454819 h 558165"/>
                <a:gd name="connsiteX1379" fmla="*/ 1231582 w 1556860"/>
                <a:gd name="connsiteY1379" fmla="*/ 451485 h 558165"/>
                <a:gd name="connsiteX1380" fmla="*/ 1232535 w 1556860"/>
                <a:gd name="connsiteY1380" fmla="*/ 450056 h 558165"/>
                <a:gd name="connsiteX1381" fmla="*/ 1235392 w 1556860"/>
                <a:gd name="connsiteY1381" fmla="*/ 448628 h 558165"/>
                <a:gd name="connsiteX1382" fmla="*/ 1236821 w 1556860"/>
                <a:gd name="connsiteY1382" fmla="*/ 446722 h 558165"/>
                <a:gd name="connsiteX1383" fmla="*/ 1239202 w 1556860"/>
                <a:gd name="connsiteY1383" fmla="*/ 440531 h 558165"/>
                <a:gd name="connsiteX1384" fmla="*/ 1237773 w 1556860"/>
                <a:gd name="connsiteY1384" fmla="*/ 434816 h 558165"/>
                <a:gd name="connsiteX1385" fmla="*/ 1241107 w 1556860"/>
                <a:gd name="connsiteY1385" fmla="*/ 432435 h 558165"/>
                <a:gd name="connsiteX1386" fmla="*/ 1240631 w 1556860"/>
                <a:gd name="connsiteY1386" fmla="*/ 430054 h 558165"/>
                <a:gd name="connsiteX1387" fmla="*/ 1171098 w 1556860"/>
                <a:gd name="connsiteY1387" fmla="*/ 452438 h 558165"/>
                <a:gd name="connsiteX1388" fmla="*/ 1169669 w 1556860"/>
                <a:gd name="connsiteY1388" fmla="*/ 452914 h 558165"/>
                <a:gd name="connsiteX1389" fmla="*/ 1169194 w 1556860"/>
                <a:gd name="connsiteY1389" fmla="*/ 453866 h 558165"/>
                <a:gd name="connsiteX1390" fmla="*/ 1169194 w 1556860"/>
                <a:gd name="connsiteY1390" fmla="*/ 456724 h 558165"/>
                <a:gd name="connsiteX1391" fmla="*/ 1173480 w 1556860"/>
                <a:gd name="connsiteY1391" fmla="*/ 461010 h 558165"/>
                <a:gd name="connsiteX1392" fmla="*/ 1175861 w 1556860"/>
                <a:gd name="connsiteY1392" fmla="*/ 461010 h 558165"/>
                <a:gd name="connsiteX1393" fmla="*/ 1177767 w 1556860"/>
                <a:gd name="connsiteY1393" fmla="*/ 457676 h 558165"/>
                <a:gd name="connsiteX1394" fmla="*/ 1177767 w 1556860"/>
                <a:gd name="connsiteY1394" fmla="*/ 455295 h 558165"/>
                <a:gd name="connsiteX1395" fmla="*/ 1176813 w 1556860"/>
                <a:gd name="connsiteY1395" fmla="*/ 452914 h 558165"/>
                <a:gd name="connsiteX1396" fmla="*/ 1171098 w 1556860"/>
                <a:gd name="connsiteY1396" fmla="*/ 452438 h 558165"/>
                <a:gd name="connsiteX1397" fmla="*/ 654844 w 1556860"/>
                <a:gd name="connsiteY1397" fmla="*/ 479584 h 558165"/>
                <a:gd name="connsiteX1398" fmla="*/ 653891 w 1556860"/>
                <a:gd name="connsiteY1398" fmla="*/ 478155 h 558165"/>
                <a:gd name="connsiteX1399" fmla="*/ 651986 w 1556860"/>
                <a:gd name="connsiteY1399" fmla="*/ 472916 h 558165"/>
                <a:gd name="connsiteX1400" fmla="*/ 651986 w 1556860"/>
                <a:gd name="connsiteY1400" fmla="*/ 470535 h 558165"/>
                <a:gd name="connsiteX1401" fmla="*/ 651986 w 1556860"/>
                <a:gd name="connsiteY1401" fmla="*/ 468154 h 558165"/>
                <a:gd name="connsiteX1402" fmla="*/ 653891 w 1556860"/>
                <a:gd name="connsiteY1402" fmla="*/ 459581 h 558165"/>
                <a:gd name="connsiteX1403" fmla="*/ 653891 w 1556860"/>
                <a:gd name="connsiteY1403" fmla="*/ 455771 h 558165"/>
                <a:gd name="connsiteX1404" fmla="*/ 652939 w 1556860"/>
                <a:gd name="connsiteY1404" fmla="*/ 452438 h 558165"/>
                <a:gd name="connsiteX1405" fmla="*/ 651986 w 1556860"/>
                <a:gd name="connsiteY1405" fmla="*/ 451485 h 558165"/>
                <a:gd name="connsiteX1406" fmla="*/ 641509 w 1556860"/>
                <a:gd name="connsiteY1406" fmla="*/ 446722 h 558165"/>
                <a:gd name="connsiteX1407" fmla="*/ 640556 w 1556860"/>
                <a:gd name="connsiteY1407" fmla="*/ 446722 h 558165"/>
                <a:gd name="connsiteX1408" fmla="*/ 634841 w 1556860"/>
                <a:gd name="connsiteY1408" fmla="*/ 448151 h 558165"/>
                <a:gd name="connsiteX1409" fmla="*/ 630555 w 1556860"/>
                <a:gd name="connsiteY1409" fmla="*/ 449104 h 558165"/>
                <a:gd name="connsiteX1410" fmla="*/ 621982 w 1556860"/>
                <a:gd name="connsiteY1410" fmla="*/ 449580 h 558165"/>
                <a:gd name="connsiteX1411" fmla="*/ 613410 w 1556860"/>
                <a:gd name="connsiteY1411" fmla="*/ 449580 h 558165"/>
                <a:gd name="connsiteX1412" fmla="*/ 605314 w 1556860"/>
                <a:gd name="connsiteY1412" fmla="*/ 447675 h 558165"/>
                <a:gd name="connsiteX1413" fmla="*/ 597694 w 1556860"/>
                <a:gd name="connsiteY1413" fmla="*/ 444341 h 558165"/>
                <a:gd name="connsiteX1414" fmla="*/ 597217 w 1556860"/>
                <a:gd name="connsiteY1414" fmla="*/ 440055 h 558165"/>
                <a:gd name="connsiteX1415" fmla="*/ 597694 w 1556860"/>
                <a:gd name="connsiteY1415" fmla="*/ 435769 h 558165"/>
                <a:gd name="connsiteX1416" fmla="*/ 596265 w 1556860"/>
                <a:gd name="connsiteY1416" fmla="*/ 434340 h 558165"/>
                <a:gd name="connsiteX1417" fmla="*/ 592931 w 1556860"/>
                <a:gd name="connsiteY1417" fmla="*/ 432911 h 558165"/>
                <a:gd name="connsiteX1418" fmla="*/ 591978 w 1556860"/>
                <a:gd name="connsiteY1418" fmla="*/ 431482 h 558165"/>
                <a:gd name="connsiteX1419" fmla="*/ 590550 w 1556860"/>
                <a:gd name="connsiteY1419" fmla="*/ 427196 h 558165"/>
                <a:gd name="connsiteX1420" fmla="*/ 589121 w 1556860"/>
                <a:gd name="connsiteY1420" fmla="*/ 422910 h 558165"/>
                <a:gd name="connsiteX1421" fmla="*/ 585311 w 1556860"/>
                <a:gd name="connsiteY1421" fmla="*/ 421957 h 558165"/>
                <a:gd name="connsiteX1422" fmla="*/ 581025 w 1556860"/>
                <a:gd name="connsiteY1422" fmla="*/ 421481 h 558165"/>
                <a:gd name="connsiteX1423" fmla="*/ 574834 w 1556860"/>
                <a:gd name="connsiteY1423" fmla="*/ 421957 h 558165"/>
                <a:gd name="connsiteX1424" fmla="*/ 572928 w 1556860"/>
                <a:gd name="connsiteY1424" fmla="*/ 421481 h 558165"/>
                <a:gd name="connsiteX1425" fmla="*/ 569595 w 1556860"/>
                <a:gd name="connsiteY1425" fmla="*/ 418624 h 558165"/>
                <a:gd name="connsiteX1426" fmla="*/ 561022 w 1556860"/>
                <a:gd name="connsiteY1426" fmla="*/ 417671 h 558165"/>
                <a:gd name="connsiteX1427" fmla="*/ 559117 w 1556860"/>
                <a:gd name="connsiteY1427" fmla="*/ 416719 h 558165"/>
                <a:gd name="connsiteX1428" fmla="*/ 557689 w 1556860"/>
                <a:gd name="connsiteY1428" fmla="*/ 415290 h 558165"/>
                <a:gd name="connsiteX1429" fmla="*/ 554355 w 1556860"/>
                <a:gd name="connsiteY1429" fmla="*/ 413385 h 558165"/>
                <a:gd name="connsiteX1430" fmla="*/ 552450 w 1556860"/>
                <a:gd name="connsiteY1430" fmla="*/ 413385 h 558165"/>
                <a:gd name="connsiteX1431" fmla="*/ 549116 w 1556860"/>
                <a:gd name="connsiteY1431" fmla="*/ 414814 h 558165"/>
                <a:gd name="connsiteX1432" fmla="*/ 547688 w 1556860"/>
                <a:gd name="connsiteY1432" fmla="*/ 414814 h 558165"/>
                <a:gd name="connsiteX1433" fmla="*/ 542448 w 1556860"/>
                <a:gd name="connsiteY1433" fmla="*/ 414338 h 558165"/>
                <a:gd name="connsiteX1434" fmla="*/ 541496 w 1556860"/>
                <a:gd name="connsiteY1434" fmla="*/ 413861 h 558165"/>
                <a:gd name="connsiteX1435" fmla="*/ 536257 w 1556860"/>
                <a:gd name="connsiteY1435" fmla="*/ 407194 h 558165"/>
                <a:gd name="connsiteX1436" fmla="*/ 535305 w 1556860"/>
                <a:gd name="connsiteY1436" fmla="*/ 406241 h 558165"/>
                <a:gd name="connsiteX1437" fmla="*/ 530542 w 1556860"/>
                <a:gd name="connsiteY1437" fmla="*/ 405765 h 558165"/>
                <a:gd name="connsiteX1438" fmla="*/ 528638 w 1556860"/>
                <a:gd name="connsiteY1438" fmla="*/ 406241 h 558165"/>
                <a:gd name="connsiteX1439" fmla="*/ 527209 w 1556860"/>
                <a:gd name="connsiteY1439" fmla="*/ 407194 h 558165"/>
                <a:gd name="connsiteX1440" fmla="*/ 525780 w 1556860"/>
                <a:gd name="connsiteY1440" fmla="*/ 408622 h 558165"/>
                <a:gd name="connsiteX1441" fmla="*/ 524827 w 1556860"/>
                <a:gd name="connsiteY1441" fmla="*/ 410528 h 558165"/>
                <a:gd name="connsiteX1442" fmla="*/ 523398 w 1556860"/>
                <a:gd name="connsiteY1442" fmla="*/ 414814 h 558165"/>
                <a:gd name="connsiteX1443" fmla="*/ 521494 w 1556860"/>
                <a:gd name="connsiteY1443" fmla="*/ 418624 h 558165"/>
                <a:gd name="connsiteX1444" fmla="*/ 519589 w 1556860"/>
                <a:gd name="connsiteY1444" fmla="*/ 421481 h 558165"/>
                <a:gd name="connsiteX1445" fmla="*/ 516255 w 1556860"/>
                <a:gd name="connsiteY1445" fmla="*/ 423386 h 558165"/>
                <a:gd name="connsiteX1446" fmla="*/ 514350 w 1556860"/>
                <a:gd name="connsiteY1446" fmla="*/ 423386 h 558165"/>
                <a:gd name="connsiteX1447" fmla="*/ 512445 w 1556860"/>
                <a:gd name="connsiteY1447" fmla="*/ 422910 h 558165"/>
                <a:gd name="connsiteX1448" fmla="*/ 510540 w 1556860"/>
                <a:gd name="connsiteY1448" fmla="*/ 421957 h 558165"/>
                <a:gd name="connsiteX1449" fmla="*/ 508635 w 1556860"/>
                <a:gd name="connsiteY1449" fmla="*/ 421481 h 558165"/>
                <a:gd name="connsiteX1450" fmla="*/ 504348 w 1556860"/>
                <a:gd name="connsiteY1450" fmla="*/ 421481 h 558165"/>
                <a:gd name="connsiteX1451" fmla="*/ 500063 w 1556860"/>
                <a:gd name="connsiteY1451" fmla="*/ 421957 h 558165"/>
                <a:gd name="connsiteX1452" fmla="*/ 496252 w 1556860"/>
                <a:gd name="connsiteY1452" fmla="*/ 421481 h 558165"/>
                <a:gd name="connsiteX1453" fmla="*/ 488156 w 1556860"/>
                <a:gd name="connsiteY1453" fmla="*/ 419576 h 558165"/>
                <a:gd name="connsiteX1454" fmla="*/ 485298 w 1556860"/>
                <a:gd name="connsiteY1454" fmla="*/ 418624 h 558165"/>
                <a:gd name="connsiteX1455" fmla="*/ 481965 w 1556860"/>
                <a:gd name="connsiteY1455" fmla="*/ 420529 h 558165"/>
                <a:gd name="connsiteX1456" fmla="*/ 478155 w 1556860"/>
                <a:gd name="connsiteY1456" fmla="*/ 420529 h 558165"/>
                <a:gd name="connsiteX1457" fmla="*/ 468630 w 1556860"/>
                <a:gd name="connsiteY1457" fmla="*/ 418624 h 558165"/>
                <a:gd name="connsiteX1458" fmla="*/ 464820 w 1556860"/>
                <a:gd name="connsiteY1458" fmla="*/ 418147 h 558165"/>
                <a:gd name="connsiteX1459" fmla="*/ 460534 w 1556860"/>
                <a:gd name="connsiteY1459" fmla="*/ 418147 h 558165"/>
                <a:gd name="connsiteX1460" fmla="*/ 457200 w 1556860"/>
                <a:gd name="connsiteY1460" fmla="*/ 417671 h 558165"/>
                <a:gd name="connsiteX1461" fmla="*/ 454819 w 1556860"/>
                <a:gd name="connsiteY1461" fmla="*/ 415766 h 558165"/>
                <a:gd name="connsiteX1462" fmla="*/ 452438 w 1556860"/>
                <a:gd name="connsiteY1462" fmla="*/ 408622 h 558165"/>
                <a:gd name="connsiteX1463" fmla="*/ 451485 w 1556860"/>
                <a:gd name="connsiteY1463" fmla="*/ 407194 h 558165"/>
                <a:gd name="connsiteX1464" fmla="*/ 448151 w 1556860"/>
                <a:gd name="connsiteY1464" fmla="*/ 404336 h 558165"/>
                <a:gd name="connsiteX1465" fmla="*/ 445294 w 1556860"/>
                <a:gd name="connsiteY1465" fmla="*/ 401003 h 558165"/>
                <a:gd name="connsiteX1466" fmla="*/ 443865 w 1556860"/>
                <a:gd name="connsiteY1466" fmla="*/ 400526 h 558165"/>
                <a:gd name="connsiteX1467" fmla="*/ 442436 w 1556860"/>
                <a:gd name="connsiteY1467" fmla="*/ 400526 h 558165"/>
                <a:gd name="connsiteX1468" fmla="*/ 440531 w 1556860"/>
                <a:gd name="connsiteY1468" fmla="*/ 401479 h 558165"/>
                <a:gd name="connsiteX1469" fmla="*/ 438626 w 1556860"/>
                <a:gd name="connsiteY1469" fmla="*/ 401955 h 558165"/>
                <a:gd name="connsiteX1470" fmla="*/ 434340 w 1556860"/>
                <a:gd name="connsiteY1470" fmla="*/ 401479 h 558165"/>
                <a:gd name="connsiteX1471" fmla="*/ 430053 w 1556860"/>
                <a:gd name="connsiteY1471" fmla="*/ 400050 h 558165"/>
                <a:gd name="connsiteX1472" fmla="*/ 426244 w 1556860"/>
                <a:gd name="connsiteY1472" fmla="*/ 399574 h 558165"/>
                <a:gd name="connsiteX1473" fmla="*/ 422434 w 1556860"/>
                <a:gd name="connsiteY1473" fmla="*/ 399574 h 558165"/>
                <a:gd name="connsiteX1474" fmla="*/ 419100 w 1556860"/>
                <a:gd name="connsiteY1474" fmla="*/ 398621 h 558165"/>
                <a:gd name="connsiteX1475" fmla="*/ 416242 w 1556860"/>
                <a:gd name="connsiteY1475" fmla="*/ 396716 h 558165"/>
                <a:gd name="connsiteX1476" fmla="*/ 412909 w 1556860"/>
                <a:gd name="connsiteY1476" fmla="*/ 392906 h 558165"/>
                <a:gd name="connsiteX1477" fmla="*/ 411480 w 1556860"/>
                <a:gd name="connsiteY1477" fmla="*/ 391954 h 558165"/>
                <a:gd name="connsiteX1478" fmla="*/ 405765 w 1556860"/>
                <a:gd name="connsiteY1478" fmla="*/ 391478 h 558165"/>
                <a:gd name="connsiteX1479" fmla="*/ 401955 w 1556860"/>
                <a:gd name="connsiteY1479" fmla="*/ 389572 h 558165"/>
                <a:gd name="connsiteX1480" fmla="*/ 401002 w 1556860"/>
                <a:gd name="connsiteY1480" fmla="*/ 392906 h 558165"/>
                <a:gd name="connsiteX1481" fmla="*/ 398145 w 1556860"/>
                <a:gd name="connsiteY1481" fmla="*/ 395288 h 558165"/>
                <a:gd name="connsiteX1482" fmla="*/ 396240 w 1556860"/>
                <a:gd name="connsiteY1482" fmla="*/ 395764 h 558165"/>
                <a:gd name="connsiteX1483" fmla="*/ 394335 w 1556860"/>
                <a:gd name="connsiteY1483" fmla="*/ 395764 h 558165"/>
                <a:gd name="connsiteX1484" fmla="*/ 389096 w 1556860"/>
                <a:gd name="connsiteY1484" fmla="*/ 393859 h 558165"/>
                <a:gd name="connsiteX1485" fmla="*/ 385286 w 1556860"/>
                <a:gd name="connsiteY1485" fmla="*/ 393382 h 558165"/>
                <a:gd name="connsiteX1486" fmla="*/ 381476 w 1556860"/>
                <a:gd name="connsiteY1486" fmla="*/ 393382 h 558165"/>
                <a:gd name="connsiteX1487" fmla="*/ 377666 w 1556860"/>
                <a:gd name="connsiteY1487" fmla="*/ 392430 h 558165"/>
                <a:gd name="connsiteX1488" fmla="*/ 371475 w 1556860"/>
                <a:gd name="connsiteY1488" fmla="*/ 391954 h 558165"/>
                <a:gd name="connsiteX1489" fmla="*/ 368617 w 1556860"/>
                <a:gd name="connsiteY1489" fmla="*/ 390049 h 558165"/>
                <a:gd name="connsiteX1490" fmla="*/ 367189 w 1556860"/>
                <a:gd name="connsiteY1490" fmla="*/ 390525 h 558165"/>
                <a:gd name="connsiteX1491" fmla="*/ 363855 w 1556860"/>
                <a:gd name="connsiteY1491" fmla="*/ 393382 h 558165"/>
                <a:gd name="connsiteX1492" fmla="*/ 361473 w 1556860"/>
                <a:gd name="connsiteY1492" fmla="*/ 396716 h 558165"/>
                <a:gd name="connsiteX1493" fmla="*/ 358616 w 1556860"/>
                <a:gd name="connsiteY1493" fmla="*/ 408146 h 558165"/>
                <a:gd name="connsiteX1494" fmla="*/ 357664 w 1556860"/>
                <a:gd name="connsiteY1494" fmla="*/ 409099 h 558165"/>
                <a:gd name="connsiteX1495" fmla="*/ 355759 w 1556860"/>
                <a:gd name="connsiteY1495" fmla="*/ 409575 h 558165"/>
                <a:gd name="connsiteX1496" fmla="*/ 353853 w 1556860"/>
                <a:gd name="connsiteY1496" fmla="*/ 408622 h 558165"/>
                <a:gd name="connsiteX1497" fmla="*/ 352425 w 1556860"/>
                <a:gd name="connsiteY1497" fmla="*/ 413385 h 558165"/>
                <a:gd name="connsiteX1498" fmla="*/ 351472 w 1556860"/>
                <a:gd name="connsiteY1498" fmla="*/ 415290 h 558165"/>
                <a:gd name="connsiteX1499" fmla="*/ 348139 w 1556860"/>
                <a:gd name="connsiteY1499" fmla="*/ 419100 h 558165"/>
                <a:gd name="connsiteX1500" fmla="*/ 347186 w 1556860"/>
                <a:gd name="connsiteY1500" fmla="*/ 419100 h 558165"/>
                <a:gd name="connsiteX1501" fmla="*/ 345281 w 1556860"/>
                <a:gd name="connsiteY1501" fmla="*/ 418624 h 558165"/>
                <a:gd name="connsiteX1502" fmla="*/ 344805 w 1556860"/>
                <a:gd name="connsiteY1502" fmla="*/ 418147 h 558165"/>
                <a:gd name="connsiteX1503" fmla="*/ 344328 w 1556860"/>
                <a:gd name="connsiteY1503" fmla="*/ 415290 h 558165"/>
                <a:gd name="connsiteX1504" fmla="*/ 342900 w 1556860"/>
                <a:gd name="connsiteY1504" fmla="*/ 415766 h 558165"/>
                <a:gd name="connsiteX1505" fmla="*/ 340995 w 1556860"/>
                <a:gd name="connsiteY1505" fmla="*/ 417671 h 558165"/>
                <a:gd name="connsiteX1506" fmla="*/ 340042 w 1556860"/>
                <a:gd name="connsiteY1506" fmla="*/ 419100 h 558165"/>
                <a:gd name="connsiteX1507" fmla="*/ 340519 w 1556860"/>
                <a:gd name="connsiteY1507" fmla="*/ 421005 h 558165"/>
                <a:gd name="connsiteX1508" fmla="*/ 341947 w 1556860"/>
                <a:gd name="connsiteY1508" fmla="*/ 421005 h 558165"/>
                <a:gd name="connsiteX1509" fmla="*/ 343852 w 1556860"/>
                <a:gd name="connsiteY1509" fmla="*/ 420529 h 558165"/>
                <a:gd name="connsiteX1510" fmla="*/ 345757 w 1556860"/>
                <a:gd name="connsiteY1510" fmla="*/ 420529 h 558165"/>
                <a:gd name="connsiteX1511" fmla="*/ 347663 w 1556860"/>
                <a:gd name="connsiteY1511" fmla="*/ 421005 h 558165"/>
                <a:gd name="connsiteX1512" fmla="*/ 351948 w 1556860"/>
                <a:gd name="connsiteY1512" fmla="*/ 421005 h 558165"/>
                <a:gd name="connsiteX1513" fmla="*/ 356235 w 1556860"/>
                <a:gd name="connsiteY1513" fmla="*/ 420529 h 558165"/>
                <a:gd name="connsiteX1514" fmla="*/ 360045 w 1556860"/>
                <a:gd name="connsiteY1514" fmla="*/ 420529 h 558165"/>
                <a:gd name="connsiteX1515" fmla="*/ 363855 w 1556860"/>
                <a:gd name="connsiteY1515" fmla="*/ 421005 h 558165"/>
                <a:gd name="connsiteX1516" fmla="*/ 372427 w 1556860"/>
                <a:gd name="connsiteY1516" fmla="*/ 423386 h 558165"/>
                <a:gd name="connsiteX1517" fmla="*/ 383381 w 1556860"/>
                <a:gd name="connsiteY1517" fmla="*/ 427672 h 558165"/>
                <a:gd name="connsiteX1518" fmla="*/ 382428 w 1556860"/>
                <a:gd name="connsiteY1518" fmla="*/ 429578 h 558165"/>
                <a:gd name="connsiteX1519" fmla="*/ 381000 w 1556860"/>
                <a:gd name="connsiteY1519" fmla="*/ 431482 h 558165"/>
                <a:gd name="connsiteX1520" fmla="*/ 380047 w 1556860"/>
                <a:gd name="connsiteY1520" fmla="*/ 433388 h 558165"/>
                <a:gd name="connsiteX1521" fmla="*/ 380047 w 1556860"/>
                <a:gd name="connsiteY1521" fmla="*/ 435769 h 558165"/>
                <a:gd name="connsiteX1522" fmla="*/ 381476 w 1556860"/>
                <a:gd name="connsiteY1522" fmla="*/ 437674 h 558165"/>
                <a:gd name="connsiteX1523" fmla="*/ 384334 w 1556860"/>
                <a:gd name="connsiteY1523" fmla="*/ 438626 h 558165"/>
                <a:gd name="connsiteX1524" fmla="*/ 387667 w 1556860"/>
                <a:gd name="connsiteY1524" fmla="*/ 439579 h 558165"/>
                <a:gd name="connsiteX1525" fmla="*/ 402431 w 1556860"/>
                <a:gd name="connsiteY1525" fmla="*/ 440531 h 558165"/>
                <a:gd name="connsiteX1526" fmla="*/ 409575 w 1556860"/>
                <a:gd name="connsiteY1526" fmla="*/ 441484 h 558165"/>
                <a:gd name="connsiteX1527" fmla="*/ 418623 w 1556860"/>
                <a:gd name="connsiteY1527" fmla="*/ 443865 h 558165"/>
                <a:gd name="connsiteX1528" fmla="*/ 420528 w 1556860"/>
                <a:gd name="connsiteY1528" fmla="*/ 444817 h 558165"/>
                <a:gd name="connsiteX1529" fmla="*/ 423863 w 1556860"/>
                <a:gd name="connsiteY1529" fmla="*/ 447199 h 558165"/>
                <a:gd name="connsiteX1530" fmla="*/ 427672 w 1556860"/>
                <a:gd name="connsiteY1530" fmla="*/ 449104 h 558165"/>
                <a:gd name="connsiteX1531" fmla="*/ 431482 w 1556860"/>
                <a:gd name="connsiteY1531" fmla="*/ 450532 h 558165"/>
                <a:gd name="connsiteX1532" fmla="*/ 441960 w 1556860"/>
                <a:gd name="connsiteY1532" fmla="*/ 452438 h 558165"/>
                <a:gd name="connsiteX1533" fmla="*/ 445770 w 1556860"/>
                <a:gd name="connsiteY1533" fmla="*/ 452914 h 558165"/>
                <a:gd name="connsiteX1534" fmla="*/ 449580 w 1556860"/>
                <a:gd name="connsiteY1534" fmla="*/ 452914 h 558165"/>
                <a:gd name="connsiteX1535" fmla="*/ 451961 w 1556860"/>
                <a:gd name="connsiteY1535" fmla="*/ 451009 h 558165"/>
                <a:gd name="connsiteX1536" fmla="*/ 453866 w 1556860"/>
                <a:gd name="connsiteY1536" fmla="*/ 450056 h 558165"/>
                <a:gd name="connsiteX1537" fmla="*/ 459581 w 1556860"/>
                <a:gd name="connsiteY1537" fmla="*/ 448628 h 558165"/>
                <a:gd name="connsiteX1538" fmla="*/ 463391 w 1556860"/>
                <a:gd name="connsiteY1538" fmla="*/ 448628 h 558165"/>
                <a:gd name="connsiteX1539" fmla="*/ 467677 w 1556860"/>
                <a:gd name="connsiteY1539" fmla="*/ 450056 h 558165"/>
                <a:gd name="connsiteX1540" fmla="*/ 474821 w 1556860"/>
                <a:gd name="connsiteY1540" fmla="*/ 449580 h 558165"/>
                <a:gd name="connsiteX1541" fmla="*/ 477678 w 1556860"/>
                <a:gd name="connsiteY1541" fmla="*/ 450056 h 558165"/>
                <a:gd name="connsiteX1542" fmla="*/ 497205 w 1556860"/>
                <a:gd name="connsiteY1542" fmla="*/ 454342 h 558165"/>
                <a:gd name="connsiteX1543" fmla="*/ 503396 w 1556860"/>
                <a:gd name="connsiteY1543" fmla="*/ 456247 h 558165"/>
                <a:gd name="connsiteX1544" fmla="*/ 522922 w 1556860"/>
                <a:gd name="connsiteY1544" fmla="*/ 464820 h 558165"/>
                <a:gd name="connsiteX1545" fmla="*/ 530542 w 1556860"/>
                <a:gd name="connsiteY1545" fmla="*/ 466725 h 558165"/>
                <a:gd name="connsiteX1546" fmla="*/ 538163 w 1556860"/>
                <a:gd name="connsiteY1546" fmla="*/ 468154 h 558165"/>
                <a:gd name="connsiteX1547" fmla="*/ 547688 w 1556860"/>
                <a:gd name="connsiteY1547" fmla="*/ 469106 h 558165"/>
                <a:gd name="connsiteX1548" fmla="*/ 553402 w 1556860"/>
                <a:gd name="connsiteY1548" fmla="*/ 470535 h 558165"/>
                <a:gd name="connsiteX1549" fmla="*/ 573881 w 1556860"/>
                <a:gd name="connsiteY1549" fmla="*/ 471011 h 558165"/>
                <a:gd name="connsiteX1550" fmla="*/ 581977 w 1556860"/>
                <a:gd name="connsiteY1550" fmla="*/ 471964 h 558165"/>
                <a:gd name="connsiteX1551" fmla="*/ 590073 w 1556860"/>
                <a:gd name="connsiteY1551" fmla="*/ 473392 h 558165"/>
                <a:gd name="connsiteX1552" fmla="*/ 593407 w 1556860"/>
                <a:gd name="connsiteY1552" fmla="*/ 473869 h 558165"/>
                <a:gd name="connsiteX1553" fmla="*/ 596741 w 1556860"/>
                <a:gd name="connsiteY1553" fmla="*/ 473392 h 558165"/>
                <a:gd name="connsiteX1554" fmla="*/ 601027 w 1556860"/>
                <a:gd name="connsiteY1554" fmla="*/ 472440 h 558165"/>
                <a:gd name="connsiteX1555" fmla="*/ 605314 w 1556860"/>
                <a:gd name="connsiteY1555" fmla="*/ 471011 h 558165"/>
                <a:gd name="connsiteX1556" fmla="*/ 609123 w 1556860"/>
                <a:gd name="connsiteY1556" fmla="*/ 470059 h 558165"/>
                <a:gd name="connsiteX1557" fmla="*/ 613410 w 1556860"/>
                <a:gd name="connsiteY1557" fmla="*/ 470059 h 558165"/>
                <a:gd name="connsiteX1558" fmla="*/ 628173 w 1556860"/>
                <a:gd name="connsiteY1558" fmla="*/ 476726 h 558165"/>
                <a:gd name="connsiteX1559" fmla="*/ 636746 w 1556860"/>
                <a:gd name="connsiteY1559" fmla="*/ 479584 h 558165"/>
                <a:gd name="connsiteX1560" fmla="*/ 644366 w 1556860"/>
                <a:gd name="connsiteY1560" fmla="*/ 481489 h 558165"/>
                <a:gd name="connsiteX1561" fmla="*/ 648176 w 1556860"/>
                <a:gd name="connsiteY1561" fmla="*/ 481013 h 558165"/>
                <a:gd name="connsiteX1562" fmla="*/ 650081 w 1556860"/>
                <a:gd name="connsiteY1562" fmla="*/ 481965 h 558165"/>
                <a:gd name="connsiteX1563" fmla="*/ 651510 w 1556860"/>
                <a:gd name="connsiteY1563" fmla="*/ 483870 h 558165"/>
                <a:gd name="connsiteX1564" fmla="*/ 653891 w 1556860"/>
                <a:gd name="connsiteY1564" fmla="*/ 484822 h 558165"/>
                <a:gd name="connsiteX1565" fmla="*/ 658177 w 1556860"/>
                <a:gd name="connsiteY1565" fmla="*/ 485775 h 558165"/>
                <a:gd name="connsiteX1566" fmla="*/ 658653 w 1556860"/>
                <a:gd name="connsiteY1566" fmla="*/ 484346 h 558165"/>
                <a:gd name="connsiteX1567" fmla="*/ 658653 w 1556860"/>
                <a:gd name="connsiteY1567" fmla="*/ 482917 h 558165"/>
                <a:gd name="connsiteX1568" fmla="*/ 654844 w 1556860"/>
                <a:gd name="connsiteY1568" fmla="*/ 479584 h 558165"/>
                <a:gd name="connsiteX1569" fmla="*/ 342423 w 1556860"/>
                <a:gd name="connsiteY1569" fmla="*/ 377190 h 558165"/>
                <a:gd name="connsiteX1570" fmla="*/ 343852 w 1556860"/>
                <a:gd name="connsiteY1570" fmla="*/ 376714 h 558165"/>
                <a:gd name="connsiteX1571" fmla="*/ 349567 w 1556860"/>
                <a:gd name="connsiteY1571" fmla="*/ 381000 h 558165"/>
                <a:gd name="connsiteX1572" fmla="*/ 350520 w 1556860"/>
                <a:gd name="connsiteY1572" fmla="*/ 382429 h 558165"/>
                <a:gd name="connsiteX1573" fmla="*/ 351472 w 1556860"/>
                <a:gd name="connsiteY1573" fmla="*/ 383857 h 558165"/>
                <a:gd name="connsiteX1574" fmla="*/ 352901 w 1556860"/>
                <a:gd name="connsiteY1574" fmla="*/ 385286 h 558165"/>
                <a:gd name="connsiteX1575" fmla="*/ 354806 w 1556860"/>
                <a:gd name="connsiteY1575" fmla="*/ 385763 h 558165"/>
                <a:gd name="connsiteX1576" fmla="*/ 357188 w 1556860"/>
                <a:gd name="connsiteY1576" fmla="*/ 385763 h 558165"/>
                <a:gd name="connsiteX1577" fmla="*/ 359092 w 1556860"/>
                <a:gd name="connsiteY1577" fmla="*/ 382429 h 558165"/>
                <a:gd name="connsiteX1578" fmla="*/ 359569 w 1556860"/>
                <a:gd name="connsiteY1578" fmla="*/ 381000 h 558165"/>
                <a:gd name="connsiteX1579" fmla="*/ 361950 w 1556860"/>
                <a:gd name="connsiteY1579" fmla="*/ 358616 h 558165"/>
                <a:gd name="connsiteX1580" fmla="*/ 361473 w 1556860"/>
                <a:gd name="connsiteY1580" fmla="*/ 351472 h 558165"/>
                <a:gd name="connsiteX1581" fmla="*/ 361950 w 1556860"/>
                <a:gd name="connsiteY1581" fmla="*/ 347186 h 558165"/>
                <a:gd name="connsiteX1582" fmla="*/ 361950 w 1556860"/>
                <a:gd name="connsiteY1582" fmla="*/ 343853 h 558165"/>
                <a:gd name="connsiteX1583" fmla="*/ 360045 w 1556860"/>
                <a:gd name="connsiteY1583" fmla="*/ 330517 h 558165"/>
                <a:gd name="connsiteX1584" fmla="*/ 360521 w 1556860"/>
                <a:gd name="connsiteY1584" fmla="*/ 329089 h 558165"/>
                <a:gd name="connsiteX1585" fmla="*/ 363378 w 1556860"/>
                <a:gd name="connsiteY1585" fmla="*/ 320992 h 558165"/>
                <a:gd name="connsiteX1586" fmla="*/ 363378 w 1556860"/>
                <a:gd name="connsiteY1586" fmla="*/ 319564 h 558165"/>
                <a:gd name="connsiteX1587" fmla="*/ 362426 w 1556860"/>
                <a:gd name="connsiteY1587" fmla="*/ 317659 h 558165"/>
                <a:gd name="connsiteX1588" fmla="*/ 360997 w 1556860"/>
                <a:gd name="connsiteY1588" fmla="*/ 316230 h 558165"/>
                <a:gd name="connsiteX1589" fmla="*/ 360521 w 1556860"/>
                <a:gd name="connsiteY1589" fmla="*/ 312420 h 558165"/>
                <a:gd name="connsiteX1590" fmla="*/ 361950 w 1556860"/>
                <a:gd name="connsiteY1590" fmla="*/ 307181 h 558165"/>
                <a:gd name="connsiteX1591" fmla="*/ 362426 w 1556860"/>
                <a:gd name="connsiteY1591" fmla="*/ 305753 h 558165"/>
                <a:gd name="connsiteX1592" fmla="*/ 366713 w 1556860"/>
                <a:gd name="connsiteY1592" fmla="*/ 300514 h 558165"/>
                <a:gd name="connsiteX1593" fmla="*/ 367665 w 1556860"/>
                <a:gd name="connsiteY1593" fmla="*/ 299085 h 558165"/>
                <a:gd name="connsiteX1594" fmla="*/ 367665 w 1556860"/>
                <a:gd name="connsiteY1594" fmla="*/ 297180 h 558165"/>
                <a:gd name="connsiteX1595" fmla="*/ 367189 w 1556860"/>
                <a:gd name="connsiteY1595" fmla="*/ 295275 h 558165"/>
                <a:gd name="connsiteX1596" fmla="*/ 362426 w 1556860"/>
                <a:gd name="connsiteY1596" fmla="*/ 288131 h 558165"/>
                <a:gd name="connsiteX1597" fmla="*/ 351472 w 1556860"/>
                <a:gd name="connsiteY1597" fmla="*/ 274796 h 558165"/>
                <a:gd name="connsiteX1598" fmla="*/ 348615 w 1556860"/>
                <a:gd name="connsiteY1598" fmla="*/ 272891 h 558165"/>
                <a:gd name="connsiteX1599" fmla="*/ 345281 w 1556860"/>
                <a:gd name="connsiteY1599" fmla="*/ 271463 h 558165"/>
                <a:gd name="connsiteX1600" fmla="*/ 341471 w 1556860"/>
                <a:gd name="connsiteY1600" fmla="*/ 270510 h 558165"/>
                <a:gd name="connsiteX1601" fmla="*/ 332422 w 1556860"/>
                <a:gd name="connsiteY1601" fmla="*/ 270510 h 558165"/>
                <a:gd name="connsiteX1602" fmla="*/ 330517 w 1556860"/>
                <a:gd name="connsiteY1602" fmla="*/ 270986 h 558165"/>
                <a:gd name="connsiteX1603" fmla="*/ 328613 w 1556860"/>
                <a:gd name="connsiteY1603" fmla="*/ 271463 h 558165"/>
                <a:gd name="connsiteX1604" fmla="*/ 327184 w 1556860"/>
                <a:gd name="connsiteY1604" fmla="*/ 272415 h 558165"/>
                <a:gd name="connsiteX1605" fmla="*/ 322421 w 1556860"/>
                <a:gd name="connsiteY1605" fmla="*/ 277654 h 558165"/>
                <a:gd name="connsiteX1606" fmla="*/ 320992 w 1556860"/>
                <a:gd name="connsiteY1606" fmla="*/ 278606 h 558165"/>
                <a:gd name="connsiteX1607" fmla="*/ 319564 w 1556860"/>
                <a:gd name="connsiteY1607" fmla="*/ 278606 h 558165"/>
                <a:gd name="connsiteX1608" fmla="*/ 319088 w 1556860"/>
                <a:gd name="connsiteY1608" fmla="*/ 276701 h 558165"/>
                <a:gd name="connsiteX1609" fmla="*/ 319564 w 1556860"/>
                <a:gd name="connsiteY1609" fmla="*/ 272891 h 558165"/>
                <a:gd name="connsiteX1610" fmla="*/ 320516 w 1556860"/>
                <a:gd name="connsiteY1610" fmla="*/ 271463 h 558165"/>
                <a:gd name="connsiteX1611" fmla="*/ 324326 w 1556860"/>
                <a:gd name="connsiteY1611" fmla="*/ 268129 h 558165"/>
                <a:gd name="connsiteX1612" fmla="*/ 325755 w 1556860"/>
                <a:gd name="connsiteY1612" fmla="*/ 266700 h 558165"/>
                <a:gd name="connsiteX1613" fmla="*/ 326231 w 1556860"/>
                <a:gd name="connsiteY1613" fmla="*/ 264795 h 558165"/>
                <a:gd name="connsiteX1614" fmla="*/ 326231 w 1556860"/>
                <a:gd name="connsiteY1614" fmla="*/ 261938 h 558165"/>
                <a:gd name="connsiteX1615" fmla="*/ 324326 w 1556860"/>
                <a:gd name="connsiteY1615" fmla="*/ 260032 h 558165"/>
                <a:gd name="connsiteX1616" fmla="*/ 320516 w 1556860"/>
                <a:gd name="connsiteY1616" fmla="*/ 258128 h 558165"/>
                <a:gd name="connsiteX1617" fmla="*/ 316706 w 1556860"/>
                <a:gd name="connsiteY1617" fmla="*/ 255746 h 558165"/>
                <a:gd name="connsiteX1618" fmla="*/ 314801 w 1556860"/>
                <a:gd name="connsiteY1618" fmla="*/ 252413 h 558165"/>
                <a:gd name="connsiteX1619" fmla="*/ 314801 w 1556860"/>
                <a:gd name="connsiteY1619" fmla="*/ 248126 h 558165"/>
                <a:gd name="connsiteX1620" fmla="*/ 313372 w 1556860"/>
                <a:gd name="connsiteY1620" fmla="*/ 244792 h 558165"/>
                <a:gd name="connsiteX1621" fmla="*/ 312420 w 1556860"/>
                <a:gd name="connsiteY1621" fmla="*/ 236696 h 558165"/>
                <a:gd name="connsiteX1622" fmla="*/ 311467 w 1556860"/>
                <a:gd name="connsiteY1622" fmla="*/ 232886 h 558165"/>
                <a:gd name="connsiteX1623" fmla="*/ 310039 w 1556860"/>
                <a:gd name="connsiteY1623" fmla="*/ 227171 h 558165"/>
                <a:gd name="connsiteX1624" fmla="*/ 309563 w 1556860"/>
                <a:gd name="connsiteY1624" fmla="*/ 225742 h 558165"/>
                <a:gd name="connsiteX1625" fmla="*/ 306228 w 1556860"/>
                <a:gd name="connsiteY1625" fmla="*/ 226219 h 558165"/>
                <a:gd name="connsiteX1626" fmla="*/ 304323 w 1556860"/>
                <a:gd name="connsiteY1626" fmla="*/ 226219 h 558165"/>
                <a:gd name="connsiteX1627" fmla="*/ 299561 w 1556860"/>
                <a:gd name="connsiteY1627" fmla="*/ 225266 h 558165"/>
                <a:gd name="connsiteX1628" fmla="*/ 295275 w 1556860"/>
                <a:gd name="connsiteY1628" fmla="*/ 223838 h 558165"/>
                <a:gd name="connsiteX1629" fmla="*/ 287655 w 1556860"/>
                <a:gd name="connsiteY1629" fmla="*/ 220504 h 558165"/>
                <a:gd name="connsiteX1630" fmla="*/ 282892 w 1556860"/>
                <a:gd name="connsiteY1630" fmla="*/ 217646 h 558165"/>
                <a:gd name="connsiteX1631" fmla="*/ 281464 w 1556860"/>
                <a:gd name="connsiteY1631" fmla="*/ 216217 h 558165"/>
                <a:gd name="connsiteX1632" fmla="*/ 278130 w 1556860"/>
                <a:gd name="connsiteY1632" fmla="*/ 210026 h 558165"/>
                <a:gd name="connsiteX1633" fmla="*/ 277653 w 1556860"/>
                <a:gd name="connsiteY1633" fmla="*/ 208597 h 558165"/>
                <a:gd name="connsiteX1634" fmla="*/ 280511 w 1556860"/>
                <a:gd name="connsiteY1634" fmla="*/ 206216 h 558165"/>
                <a:gd name="connsiteX1635" fmla="*/ 280035 w 1556860"/>
                <a:gd name="connsiteY1635" fmla="*/ 204788 h 558165"/>
                <a:gd name="connsiteX1636" fmla="*/ 277177 w 1556860"/>
                <a:gd name="connsiteY1636" fmla="*/ 202882 h 558165"/>
                <a:gd name="connsiteX1637" fmla="*/ 278606 w 1556860"/>
                <a:gd name="connsiteY1637" fmla="*/ 200025 h 558165"/>
                <a:gd name="connsiteX1638" fmla="*/ 277653 w 1556860"/>
                <a:gd name="connsiteY1638" fmla="*/ 199072 h 558165"/>
                <a:gd name="connsiteX1639" fmla="*/ 278130 w 1556860"/>
                <a:gd name="connsiteY1639" fmla="*/ 197644 h 558165"/>
                <a:gd name="connsiteX1640" fmla="*/ 283369 w 1556860"/>
                <a:gd name="connsiteY1640" fmla="*/ 193357 h 558165"/>
                <a:gd name="connsiteX1641" fmla="*/ 287178 w 1556860"/>
                <a:gd name="connsiteY1641" fmla="*/ 191929 h 558165"/>
                <a:gd name="connsiteX1642" fmla="*/ 290036 w 1556860"/>
                <a:gd name="connsiteY1642" fmla="*/ 189547 h 558165"/>
                <a:gd name="connsiteX1643" fmla="*/ 288607 w 1556860"/>
                <a:gd name="connsiteY1643" fmla="*/ 185261 h 558165"/>
                <a:gd name="connsiteX1644" fmla="*/ 286226 w 1556860"/>
                <a:gd name="connsiteY1644" fmla="*/ 181451 h 558165"/>
                <a:gd name="connsiteX1645" fmla="*/ 282892 w 1556860"/>
                <a:gd name="connsiteY1645" fmla="*/ 178117 h 558165"/>
                <a:gd name="connsiteX1646" fmla="*/ 279559 w 1556860"/>
                <a:gd name="connsiteY1646" fmla="*/ 174784 h 558165"/>
                <a:gd name="connsiteX1647" fmla="*/ 277177 w 1556860"/>
                <a:gd name="connsiteY1647" fmla="*/ 173831 h 558165"/>
                <a:gd name="connsiteX1648" fmla="*/ 274796 w 1556860"/>
                <a:gd name="connsiteY1648" fmla="*/ 173831 h 558165"/>
                <a:gd name="connsiteX1649" fmla="*/ 272891 w 1556860"/>
                <a:gd name="connsiteY1649" fmla="*/ 174307 h 558165"/>
                <a:gd name="connsiteX1650" fmla="*/ 267176 w 1556860"/>
                <a:gd name="connsiteY1650" fmla="*/ 177641 h 558165"/>
                <a:gd name="connsiteX1651" fmla="*/ 263366 w 1556860"/>
                <a:gd name="connsiteY1651" fmla="*/ 180022 h 558165"/>
                <a:gd name="connsiteX1652" fmla="*/ 259556 w 1556860"/>
                <a:gd name="connsiteY1652" fmla="*/ 181928 h 558165"/>
                <a:gd name="connsiteX1653" fmla="*/ 255746 w 1556860"/>
                <a:gd name="connsiteY1653" fmla="*/ 182880 h 558165"/>
                <a:gd name="connsiteX1654" fmla="*/ 248126 w 1556860"/>
                <a:gd name="connsiteY1654" fmla="*/ 183832 h 558165"/>
                <a:gd name="connsiteX1655" fmla="*/ 256222 w 1556860"/>
                <a:gd name="connsiteY1655" fmla="*/ 180975 h 558165"/>
                <a:gd name="connsiteX1656" fmla="*/ 263842 w 1556860"/>
                <a:gd name="connsiteY1656" fmla="*/ 177165 h 558165"/>
                <a:gd name="connsiteX1657" fmla="*/ 265747 w 1556860"/>
                <a:gd name="connsiteY1657" fmla="*/ 174784 h 558165"/>
                <a:gd name="connsiteX1658" fmla="*/ 264795 w 1556860"/>
                <a:gd name="connsiteY1658" fmla="*/ 171926 h 558165"/>
                <a:gd name="connsiteX1659" fmla="*/ 261938 w 1556860"/>
                <a:gd name="connsiteY1659" fmla="*/ 169069 h 558165"/>
                <a:gd name="connsiteX1660" fmla="*/ 258603 w 1556860"/>
                <a:gd name="connsiteY1660" fmla="*/ 167164 h 558165"/>
                <a:gd name="connsiteX1661" fmla="*/ 249078 w 1556860"/>
                <a:gd name="connsiteY1661" fmla="*/ 166211 h 558165"/>
                <a:gd name="connsiteX1662" fmla="*/ 245745 w 1556860"/>
                <a:gd name="connsiteY1662" fmla="*/ 165259 h 558165"/>
                <a:gd name="connsiteX1663" fmla="*/ 242888 w 1556860"/>
                <a:gd name="connsiteY1663" fmla="*/ 163354 h 558165"/>
                <a:gd name="connsiteX1664" fmla="*/ 237648 w 1556860"/>
                <a:gd name="connsiteY1664" fmla="*/ 158591 h 558165"/>
                <a:gd name="connsiteX1665" fmla="*/ 237172 w 1556860"/>
                <a:gd name="connsiteY1665" fmla="*/ 157639 h 558165"/>
                <a:gd name="connsiteX1666" fmla="*/ 236220 w 1556860"/>
                <a:gd name="connsiteY1666" fmla="*/ 153353 h 558165"/>
                <a:gd name="connsiteX1667" fmla="*/ 234791 w 1556860"/>
                <a:gd name="connsiteY1667" fmla="*/ 149542 h 558165"/>
                <a:gd name="connsiteX1668" fmla="*/ 232886 w 1556860"/>
                <a:gd name="connsiteY1668" fmla="*/ 146209 h 558165"/>
                <a:gd name="connsiteX1669" fmla="*/ 230028 w 1556860"/>
                <a:gd name="connsiteY1669" fmla="*/ 143351 h 558165"/>
                <a:gd name="connsiteX1670" fmla="*/ 221932 w 1556860"/>
                <a:gd name="connsiteY1670" fmla="*/ 137160 h 558165"/>
                <a:gd name="connsiteX1671" fmla="*/ 218598 w 1556860"/>
                <a:gd name="connsiteY1671" fmla="*/ 135731 h 558165"/>
                <a:gd name="connsiteX1672" fmla="*/ 214789 w 1556860"/>
                <a:gd name="connsiteY1672" fmla="*/ 135255 h 558165"/>
                <a:gd name="connsiteX1673" fmla="*/ 211455 w 1556860"/>
                <a:gd name="connsiteY1673" fmla="*/ 134303 h 558165"/>
                <a:gd name="connsiteX1674" fmla="*/ 209073 w 1556860"/>
                <a:gd name="connsiteY1674" fmla="*/ 131921 h 558165"/>
                <a:gd name="connsiteX1675" fmla="*/ 207645 w 1556860"/>
                <a:gd name="connsiteY1675" fmla="*/ 127635 h 558165"/>
                <a:gd name="connsiteX1676" fmla="*/ 205740 w 1556860"/>
                <a:gd name="connsiteY1676" fmla="*/ 123349 h 558165"/>
                <a:gd name="connsiteX1677" fmla="*/ 203359 w 1556860"/>
                <a:gd name="connsiteY1677" fmla="*/ 120491 h 558165"/>
                <a:gd name="connsiteX1678" fmla="*/ 197167 w 1556860"/>
                <a:gd name="connsiteY1678" fmla="*/ 115253 h 558165"/>
                <a:gd name="connsiteX1679" fmla="*/ 193357 w 1556860"/>
                <a:gd name="connsiteY1679" fmla="*/ 113824 h 558165"/>
                <a:gd name="connsiteX1680" fmla="*/ 191452 w 1556860"/>
                <a:gd name="connsiteY1680" fmla="*/ 114300 h 558165"/>
                <a:gd name="connsiteX1681" fmla="*/ 190023 w 1556860"/>
                <a:gd name="connsiteY1681" fmla="*/ 115729 h 558165"/>
                <a:gd name="connsiteX1682" fmla="*/ 189547 w 1556860"/>
                <a:gd name="connsiteY1682" fmla="*/ 117157 h 558165"/>
                <a:gd name="connsiteX1683" fmla="*/ 189547 w 1556860"/>
                <a:gd name="connsiteY1683" fmla="*/ 119063 h 558165"/>
                <a:gd name="connsiteX1684" fmla="*/ 191452 w 1556860"/>
                <a:gd name="connsiteY1684" fmla="*/ 121920 h 558165"/>
                <a:gd name="connsiteX1685" fmla="*/ 191928 w 1556860"/>
                <a:gd name="connsiteY1685" fmla="*/ 125254 h 558165"/>
                <a:gd name="connsiteX1686" fmla="*/ 189547 w 1556860"/>
                <a:gd name="connsiteY1686" fmla="*/ 123825 h 558165"/>
                <a:gd name="connsiteX1687" fmla="*/ 185261 w 1556860"/>
                <a:gd name="connsiteY1687" fmla="*/ 119539 h 558165"/>
                <a:gd name="connsiteX1688" fmla="*/ 182403 w 1556860"/>
                <a:gd name="connsiteY1688" fmla="*/ 119063 h 558165"/>
                <a:gd name="connsiteX1689" fmla="*/ 179546 w 1556860"/>
                <a:gd name="connsiteY1689" fmla="*/ 117157 h 558165"/>
                <a:gd name="connsiteX1690" fmla="*/ 177165 w 1556860"/>
                <a:gd name="connsiteY1690" fmla="*/ 114776 h 558165"/>
                <a:gd name="connsiteX1691" fmla="*/ 175260 w 1556860"/>
                <a:gd name="connsiteY1691" fmla="*/ 112395 h 558165"/>
                <a:gd name="connsiteX1692" fmla="*/ 173831 w 1556860"/>
                <a:gd name="connsiteY1692" fmla="*/ 109538 h 558165"/>
                <a:gd name="connsiteX1693" fmla="*/ 172402 w 1556860"/>
                <a:gd name="connsiteY1693" fmla="*/ 107632 h 558165"/>
                <a:gd name="connsiteX1694" fmla="*/ 166211 w 1556860"/>
                <a:gd name="connsiteY1694" fmla="*/ 101441 h 558165"/>
                <a:gd name="connsiteX1695" fmla="*/ 162401 w 1556860"/>
                <a:gd name="connsiteY1695" fmla="*/ 96679 h 558165"/>
                <a:gd name="connsiteX1696" fmla="*/ 160496 w 1556860"/>
                <a:gd name="connsiteY1696" fmla="*/ 93345 h 558165"/>
                <a:gd name="connsiteX1697" fmla="*/ 158591 w 1556860"/>
                <a:gd name="connsiteY1697" fmla="*/ 90011 h 558165"/>
                <a:gd name="connsiteX1698" fmla="*/ 152876 w 1556860"/>
                <a:gd name="connsiteY1698" fmla="*/ 83344 h 558165"/>
                <a:gd name="connsiteX1699" fmla="*/ 145732 w 1556860"/>
                <a:gd name="connsiteY1699" fmla="*/ 79057 h 558165"/>
                <a:gd name="connsiteX1700" fmla="*/ 133350 w 1556860"/>
                <a:gd name="connsiteY1700" fmla="*/ 70009 h 558165"/>
                <a:gd name="connsiteX1701" fmla="*/ 123825 w 1556860"/>
                <a:gd name="connsiteY1701" fmla="*/ 65722 h 558165"/>
                <a:gd name="connsiteX1702" fmla="*/ 120967 w 1556860"/>
                <a:gd name="connsiteY1702" fmla="*/ 64294 h 558165"/>
                <a:gd name="connsiteX1703" fmla="*/ 118586 w 1556860"/>
                <a:gd name="connsiteY1703" fmla="*/ 61913 h 558165"/>
                <a:gd name="connsiteX1704" fmla="*/ 118110 w 1556860"/>
                <a:gd name="connsiteY1704" fmla="*/ 60007 h 558165"/>
                <a:gd name="connsiteX1705" fmla="*/ 117157 w 1556860"/>
                <a:gd name="connsiteY1705" fmla="*/ 58579 h 558165"/>
                <a:gd name="connsiteX1706" fmla="*/ 112871 w 1556860"/>
                <a:gd name="connsiteY1706" fmla="*/ 56197 h 558165"/>
                <a:gd name="connsiteX1707" fmla="*/ 105251 w 1556860"/>
                <a:gd name="connsiteY1707" fmla="*/ 52864 h 558165"/>
                <a:gd name="connsiteX1708" fmla="*/ 102870 w 1556860"/>
                <a:gd name="connsiteY1708" fmla="*/ 49530 h 558165"/>
                <a:gd name="connsiteX1709" fmla="*/ 103822 w 1556860"/>
                <a:gd name="connsiteY1709" fmla="*/ 45244 h 558165"/>
                <a:gd name="connsiteX1710" fmla="*/ 102870 w 1556860"/>
                <a:gd name="connsiteY1710" fmla="*/ 41910 h 558165"/>
                <a:gd name="connsiteX1711" fmla="*/ 95250 w 1556860"/>
                <a:gd name="connsiteY1711" fmla="*/ 34290 h 558165"/>
                <a:gd name="connsiteX1712" fmla="*/ 94773 w 1556860"/>
                <a:gd name="connsiteY1712" fmla="*/ 33338 h 558165"/>
                <a:gd name="connsiteX1713" fmla="*/ 93821 w 1556860"/>
                <a:gd name="connsiteY1713" fmla="*/ 29528 h 558165"/>
                <a:gd name="connsiteX1714" fmla="*/ 91916 w 1556860"/>
                <a:gd name="connsiteY1714" fmla="*/ 26194 h 558165"/>
                <a:gd name="connsiteX1715" fmla="*/ 85248 w 1556860"/>
                <a:gd name="connsiteY1715" fmla="*/ 20955 h 558165"/>
                <a:gd name="connsiteX1716" fmla="*/ 80963 w 1556860"/>
                <a:gd name="connsiteY1716" fmla="*/ 16669 h 558165"/>
                <a:gd name="connsiteX1717" fmla="*/ 79534 w 1556860"/>
                <a:gd name="connsiteY1717" fmla="*/ 15240 h 558165"/>
                <a:gd name="connsiteX1718" fmla="*/ 78105 w 1556860"/>
                <a:gd name="connsiteY1718" fmla="*/ 14288 h 558165"/>
                <a:gd name="connsiteX1719" fmla="*/ 76200 w 1556860"/>
                <a:gd name="connsiteY1719" fmla="*/ 13811 h 558165"/>
                <a:gd name="connsiteX1720" fmla="*/ 67151 w 1556860"/>
                <a:gd name="connsiteY1720" fmla="*/ 14764 h 558165"/>
                <a:gd name="connsiteX1721" fmla="*/ 63817 w 1556860"/>
                <a:gd name="connsiteY1721" fmla="*/ 13811 h 558165"/>
                <a:gd name="connsiteX1722" fmla="*/ 60007 w 1556860"/>
                <a:gd name="connsiteY1722" fmla="*/ 12382 h 558165"/>
                <a:gd name="connsiteX1723" fmla="*/ 55721 w 1556860"/>
                <a:gd name="connsiteY1723" fmla="*/ 12382 h 558165"/>
                <a:gd name="connsiteX1724" fmla="*/ 48101 w 1556860"/>
                <a:gd name="connsiteY1724" fmla="*/ 14288 h 558165"/>
                <a:gd name="connsiteX1725" fmla="*/ 43815 w 1556860"/>
                <a:gd name="connsiteY1725" fmla="*/ 13811 h 558165"/>
                <a:gd name="connsiteX1726" fmla="*/ 35719 w 1556860"/>
                <a:gd name="connsiteY1726" fmla="*/ 12382 h 558165"/>
                <a:gd name="connsiteX1727" fmla="*/ 31909 w 1556860"/>
                <a:gd name="connsiteY1727" fmla="*/ 11430 h 558165"/>
                <a:gd name="connsiteX1728" fmla="*/ 28098 w 1556860"/>
                <a:gd name="connsiteY1728" fmla="*/ 9525 h 558165"/>
                <a:gd name="connsiteX1729" fmla="*/ 21907 w 1556860"/>
                <a:gd name="connsiteY1729" fmla="*/ 3810 h 558165"/>
                <a:gd name="connsiteX1730" fmla="*/ 18573 w 1556860"/>
                <a:gd name="connsiteY1730" fmla="*/ 1429 h 558165"/>
                <a:gd name="connsiteX1731" fmla="*/ 14764 w 1556860"/>
                <a:gd name="connsiteY1731" fmla="*/ 476 h 558165"/>
                <a:gd name="connsiteX1732" fmla="*/ 10953 w 1556860"/>
                <a:gd name="connsiteY1732" fmla="*/ 0 h 558165"/>
                <a:gd name="connsiteX1733" fmla="*/ 6667 w 1556860"/>
                <a:gd name="connsiteY1733" fmla="*/ 0 h 558165"/>
                <a:gd name="connsiteX1734" fmla="*/ 2857 w 1556860"/>
                <a:gd name="connsiteY1734" fmla="*/ 1429 h 558165"/>
                <a:gd name="connsiteX1735" fmla="*/ 952 w 1556860"/>
                <a:gd name="connsiteY1735" fmla="*/ 2381 h 558165"/>
                <a:gd name="connsiteX1736" fmla="*/ 952 w 1556860"/>
                <a:gd name="connsiteY1736" fmla="*/ 3810 h 558165"/>
                <a:gd name="connsiteX1737" fmla="*/ 1428 w 1556860"/>
                <a:gd name="connsiteY1737" fmla="*/ 5715 h 558165"/>
                <a:gd name="connsiteX1738" fmla="*/ 1428 w 1556860"/>
                <a:gd name="connsiteY1738" fmla="*/ 7620 h 558165"/>
                <a:gd name="connsiteX1739" fmla="*/ 476 w 1556860"/>
                <a:gd name="connsiteY1739" fmla="*/ 10001 h 558165"/>
                <a:gd name="connsiteX1740" fmla="*/ 0 w 1556860"/>
                <a:gd name="connsiteY1740" fmla="*/ 11906 h 558165"/>
                <a:gd name="connsiteX1741" fmla="*/ 5715 w 1556860"/>
                <a:gd name="connsiteY1741" fmla="*/ 22384 h 558165"/>
                <a:gd name="connsiteX1742" fmla="*/ 7620 w 1556860"/>
                <a:gd name="connsiteY1742" fmla="*/ 26194 h 558165"/>
                <a:gd name="connsiteX1743" fmla="*/ 9525 w 1556860"/>
                <a:gd name="connsiteY1743" fmla="*/ 29528 h 558165"/>
                <a:gd name="connsiteX1744" fmla="*/ 12382 w 1556860"/>
                <a:gd name="connsiteY1744" fmla="*/ 32861 h 558165"/>
                <a:gd name="connsiteX1745" fmla="*/ 26194 w 1556860"/>
                <a:gd name="connsiteY1745" fmla="*/ 46196 h 558165"/>
                <a:gd name="connsiteX1746" fmla="*/ 34290 w 1556860"/>
                <a:gd name="connsiteY1746" fmla="*/ 52388 h 558165"/>
                <a:gd name="connsiteX1747" fmla="*/ 37147 w 1556860"/>
                <a:gd name="connsiteY1747" fmla="*/ 55245 h 558165"/>
                <a:gd name="connsiteX1748" fmla="*/ 41910 w 1556860"/>
                <a:gd name="connsiteY1748" fmla="*/ 60960 h 558165"/>
                <a:gd name="connsiteX1749" fmla="*/ 44767 w 1556860"/>
                <a:gd name="connsiteY1749" fmla="*/ 62865 h 558165"/>
                <a:gd name="connsiteX1750" fmla="*/ 54292 w 1556860"/>
                <a:gd name="connsiteY1750" fmla="*/ 64770 h 558165"/>
                <a:gd name="connsiteX1751" fmla="*/ 57626 w 1556860"/>
                <a:gd name="connsiteY1751" fmla="*/ 66675 h 558165"/>
                <a:gd name="connsiteX1752" fmla="*/ 60007 w 1556860"/>
                <a:gd name="connsiteY1752" fmla="*/ 69532 h 558165"/>
                <a:gd name="connsiteX1753" fmla="*/ 67627 w 1556860"/>
                <a:gd name="connsiteY1753" fmla="*/ 79534 h 558165"/>
                <a:gd name="connsiteX1754" fmla="*/ 69532 w 1556860"/>
                <a:gd name="connsiteY1754" fmla="*/ 82391 h 558165"/>
                <a:gd name="connsiteX1755" fmla="*/ 71914 w 1556860"/>
                <a:gd name="connsiteY1755" fmla="*/ 86201 h 558165"/>
                <a:gd name="connsiteX1756" fmla="*/ 74771 w 1556860"/>
                <a:gd name="connsiteY1756" fmla="*/ 89535 h 558165"/>
                <a:gd name="connsiteX1757" fmla="*/ 81439 w 1556860"/>
                <a:gd name="connsiteY1757" fmla="*/ 93821 h 558165"/>
                <a:gd name="connsiteX1758" fmla="*/ 82391 w 1556860"/>
                <a:gd name="connsiteY1758" fmla="*/ 95726 h 558165"/>
                <a:gd name="connsiteX1759" fmla="*/ 83344 w 1556860"/>
                <a:gd name="connsiteY1759" fmla="*/ 99536 h 558165"/>
                <a:gd name="connsiteX1760" fmla="*/ 84296 w 1556860"/>
                <a:gd name="connsiteY1760" fmla="*/ 105728 h 558165"/>
                <a:gd name="connsiteX1761" fmla="*/ 85725 w 1556860"/>
                <a:gd name="connsiteY1761" fmla="*/ 110490 h 558165"/>
                <a:gd name="connsiteX1762" fmla="*/ 89059 w 1556860"/>
                <a:gd name="connsiteY1762" fmla="*/ 112871 h 558165"/>
                <a:gd name="connsiteX1763" fmla="*/ 93345 w 1556860"/>
                <a:gd name="connsiteY1763" fmla="*/ 113347 h 558165"/>
                <a:gd name="connsiteX1764" fmla="*/ 96202 w 1556860"/>
                <a:gd name="connsiteY1764" fmla="*/ 114300 h 558165"/>
                <a:gd name="connsiteX1765" fmla="*/ 99060 w 1556860"/>
                <a:gd name="connsiteY1765" fmla="*/ 115729 h 558165"/>
                <a:gd name="connsiteX1766" fmla="*/ 115252 w 1556860"/>
                <a:gd name="connsiteY1766" fmla="*/ 125730 h 558165"/>
                <a:gd name="connsiteX1767" fmla="*/ 116205 w 1556860"/>
                <a:gd name="connsiteY1767" fmla="*/ 127159 h 558165"/>
                <a:gd name="connsiteX1768" fmla="*/ 120015 w 1556860"/>
                <a:gd name="connsiteY1768" fmla="*/ 132397 h 558165"/>
                <a:gd name="connsiteX1769" fmla="*/ 123348 w 1556860"/>
                <a:gd name="connsiteY1769" fmla="*/ 139541 h 558165"/>
                <a:gd name="connsiteX1770" fmla="*/ 128111 w 1556860"/>
                <a:gd name="connsiteY1770" fmla="*/ 155257 h 558165"/>
                <a:gd name="connsiteX1771" fmla="*/ 132397 w 1556860"/>
                <a:gd name="connsiteY1771" fmla="*/ 166688 h 558165"/>
                <a:gd name="connsiteX1772" fmla="*/ 134302 w 1556860"/>
                <a:gd name="connsiteY1772" fmla="*/ 174307 h 558165"/>
                <a:gd name="connsiteX1773" fmla="*/ 135731 w 1556860"/>
                <a:gd name="connsiteY1773" fmla="*/ 178117 h 558165"/>
                <a:gd name="connsiteX1774" fmla="*/ 138589 w 1556860"/>
                <a:gd name="connsiteY1774" fmla="*/ 180975 h 558165"/>
                <a:gd name="connsiteX1775" fmla="*/ 141922 w 1556860"/>
                <a:gd name="connsiteY1775" fmla="*/ 182880 h 558165"/>
                <a:gd name="connsiteX1776" fmla="*/ 150971 w 1556860"/>
                <a:gd name="connsiteY1776" fmla="*/ 186214 h 558165"/>
                <a:gd name="connsiteX1777" fmla="*/ 153352 w 1556860"/>
                <a:gd name="connsiteY1777" fmla="*/ 188119 h 558165"/>
                <a:gd name="connsiteX1778" fmla="*/ 155257 w 1556860"/>
                <a:gd name="connsiteY1778" fmla="*/ 190500 h 558165"/>
                <a:gd name="connsiteX1779" fmla="*/ 160020 w 1556860"/>
                <a:gd name="connsiteY1779" fmla="*/ 200025 h 558165"/>
                <a:gd name="connsiteX1780" fmla="*/ 162401 w 1556860"/>
                <a:gd name="connsiteY1780" fmla="*/ 202882 h 558165"/>
                <a:gd name="connsiteX1781" fmla="*/ 165259 w 1556860"/>
                <a:gd name="connsiteY1781" fmla="*/ 205264 h 558165"/>
                <a:gd name="connsiteX1782" fmla="*/ 167640 w 1556860"/>
                <a:gd name="connsiteY1782" fmla="*/ 208121 h 558165"/>
                <a:gd name="connsiteX1783" fmla="*/ 174307 w 1556860"/>
                <a:gd name="connsiteY1783" fmla="*/ 216217 h 558165"/>
                <a:gd name="connsiteX1784" fmla="*/ 174784 w 1556860"/>
                <a:gd name="connsiteY1784" fmla="*/ 217170 h 558165"/>
                <a:gd name="connsiteX1785" fmla="*/ 177641 w 1556860"/>
                <a:gd name="connsiteY1785" fmla="*/ 226219 h 558165"/>
                <a:gd name="connsiteX1786" fmla="*/ 180975 w 1556860"/>
                <a:gd name="connsiteY1786" fmla="*/ 232886 h 558165"/>
                <a:gd name="connsiteX1787" fmla="*/ 193357 w 1556860"/>
                <a:gd name="connsiteY1787" fmla="*/ 254317 h 558165"/>
                <a:gd name="connsiteX1788" fmla="*/ 192881 w 1556860"/>
                <a:gd name="connsiteY1788" fmla="*/ 261461 h 558165"/>
                <a:gd name="connsiteX1789" fmla="*/ 194310 w 1556860"/>
                <a:gd name="connsiteY1789" fmla="*/ 264795 h 558165"/>
                <a:gd name="connsiteX1790" fmla="*/ 196215 w 1556860"/>
                <a:gd name="connsiteY1790" fmla="*/ 268129 h 558165"/>
                <a:gd name="connsiteX1791" fmla="*/ 201930 w 1556860"/>
                <a:gd name="connsiteY1791" fmla="*/ 276225 h 558165"/>
                <a:gd name="connsiteX1792" fmla="*/ 204788 w 1556860"/>
                <a:gd name="connsiteY1792" fmla="*/ 278606 h 558165"/>
                <a:gd name="connsiteX1793" fmla="*/ 208121 w 1556860"/>
                <a:gd name="connsiteY1793" fmla="*/ 280988 h 558165"/>
                <a:gd name="connsiteX1794" fmla="*/ 210026 w 1556860"/>
                <a:gd name="connsiteY1794" fmla="*/ 283845 h 558165"/>
                <a:gd name="connsiteX1795" fmla="*/ 211455 w 1556860"/>
                <a:gd name="connsiteY1795" fmla="*/ 286703 h 558165"/>
                <a:gd name="connsiteX1796" fmla="*/ 217170 w 1556860"/>
                <a:gd name="connsiteY1796" fmla="*/ 295751 h 558165"/>
                <a:gd name="connsiteX1797" fmla="*/ 219551 w 1556860"/>
                <a:gd name="connsiteY1797" fmla="*/ 298132 h 558165"/>
                <a:gd name="connsiteX1798" fmla="*/ 225266 w 1556860"/>
                <a:gd name="connsiteY1798" fmla="*/ 302419 h 558165"/>
                <a:gd name="connsiteX1799" fmla="*/ 235744 w 1556860"/>
                <a:gd name="connsiteY1799" fmla="*/ 310039 h 558165"/>
                <a:gd name="connsiteX1800" fmla="*/ 237648 w 1556860"/>
                <a:gd name="connsiteY1800" fmla="*/ 312420 h 558165"/>
                <a:gd name="connsiteX1801" fmla="*/ 243840 w 1556860"/>
                <a:gd name="connsiteY1801" fmla="*/ 322421 h 558165"/>
                <a:gd name="connsiteX1802" fmla="*/ 249555 w 1556860"/>
                <a:gd name="connsiteY1802" fmla="*/ 328613 h 558165"/>
                <a:gd name="connsiteX1803" fmla="*/ 262414 w 1556860"/>
                <a:gd name="connsiteY1803" fmla="*/ 339090 h 558165"/>
                <a:gd name="connsiteX1804" fmla="*/ 270034 w 1556860"/>
                <a:gd name="connsiteY1804" fmla="*/ 343376 h 558165"/>
                <a:gd name="connsiteX1805" fmla="*/ 273367 w 1556860"/>
                <a:gd name="connsiteY1805" fmla="*/ 346234 h 558165"/>
                <a:gd name="connsiteX1806" fmla="*/ 276701 w 1556860"/>
                <a:gd name="connsiteY1806" fmla="*/ 349091 h 558165"/>
                <a:gd name="connsiteX1807" fmla="*/ 279082 w 1556860"/>
                <a:gd name="connsiteY1807" fmla="*/ 350996 h 558165"/>
                <a:gd name="connsiteX1808" fmla="*/ 291465 w 1556860"/>
                <a:gd name="connsiteY1808" fmla="*/ 358140 h 558165"/>
                <a:gd name="connsiteX1809" fmla="*/ 293370 w 1556860"/>
                <a:gd name="connsiteY1809" fmla="*/ 359569 h 558165"/>
                <a:gd name="connsiteX1810" fmla="*/ 301466 w 1556860"/>
                <a:gd name="connsiteY1810" fmla="*/ 370046 h 558165"/>
                <a:gd name="connsiteX1811" fmla="*/ 304323 w 1556860"/>
                <a:gd name="connsiteY1811" fmla="*/ 372904 h 558165"/>
                <a:gd name="connsiteX1812" fmla="*/ 307657 w 1556860"/>
                <a:gd name="connsiteY1812" fmla="*/ 375285 h 558165"/>
                <a:gd name="connsiteX1813" fmla="*/ 311944 w 1556860"/>
                <a:gd name="connsiteY1813" fmla="*/ 380524 h 558165"/>
                <a:gd name="connsiteX1814" fmla="*/ 315753 w 1556860"/>
                <a:gd name="connsiteY1814" fmla="*/ 384334 h 558165"/>
                <a:gd name="connsiteX1815" fmla="*/ 320040 w 1556860"/>
                <a:gd name="connsiteY1815" fmla="*/ 387667 h 558165"/>
                <a:gd name="connsiteX1816" fmla="*/ 320992 w 1556860"/>
                <a:gd name="connsiteY1816" fmla="*/ 387667 h 558165"/>
                <a:gd name="connsiteX1817" fmla="*/ 322897 w 1556860"/>
                <a:gd name="connsiteY1817" fmla="*/ 387191 h 558165"/>
                <a:gd name="connsiteX1818" fmla="*/ 322421 w 1556860"/>
                <a:gd name="connsiteY1818" fmla="*/ 384810 h 558165"/>
                <a:gd name="connsiteX1819" fmla="*/ 320516 w 1556860"/>
                <a:gd name="connsiteY1819" fmla="*/ 379095 h 558165"/>
                <a:gd name="connsiteX1820" fmla="*/ 320516 w 1556860"/>
                <a:gd name="connsiteY1820" fmla="*/ 376714 h 558165"/>
                <a:gd name="connsiteX1821" fmla="*/ 320992 w 1556860"/>
                <a:gd name="connsiteY1821" fmla="*/ 374809 h 558165"/>
                <a:gd name="connsiteX1822" fmla="*/ 330994 w 1556860"/>
                <a:gd name="connsiteY1822" fmla="*/ 380047 h 558165"/>
                <a:gd name="connsiteX1823" fmla="*/ 334327 w 1556860"/>
                <a:gd name="connsiteY1823" fmla="*/ 381476 h 558165"/>
                <a:gd name="connsiteX1824" fmla="*/ 336232 w 1556860"/>
                <a:gd name="connsiteY1824" fmla="*/ 381953 h 558165"/>
                <a:gd name="connsiteX1825" fmla="*/ 337661 w 1556860"/>
                <a:gd name="connsiteY1825" fmla="*/ 381000 h 558165"/>
                <a:gd name="connsiteX1826" fmla="*/ 342423 w 1556860"/>
                <a:gd name="connsiteY1826" fmla="*/ 377190 h 558165"/>
                <a:gd name="connsiteX1827" fmla="*/ 605790 w 1556860"/>
                <a:gd name="connsiteY1827" fmla="*/ 432911 h 558165"/>
                <a:gd name="connsiteX1828" fmla="*/ 608647 w 1556860"/>
                <a:gd name="connsiteY1828" fmla="*/ 433388 h 558165"/>
                <a:gd name="connsiteX1829" fmla="*/ 609123 w 1556860"/>
                <a:gd name="connsiteY1829" fmla="*/ 432911 h 558165"/>
                <a:gd name="connsiteX1830" fmla="*/ 610076 w 1556860"/>
                <a:gd name="connsiteY1830" fmla="*/ 432911 h 558165"/>
                <a:gd name="connsiteX1831" fmla="*/ 611028 w 1556860"/>
                <a:gd name="connsiteY1831" fmla="*/ 433388 h 558165"/>
                <a:gd name="connsiteX1832" fmla="*/ 620077 w 1556860"/>
                <a:gd name="connsiteY1832" fmla="*/ 433388 h 558165"/>
                <a:gd name="connsiteX1833" fmla="*/ 622459 w 1556860"/>
                <a:gd name="connsiteY1833" fmla="*/ 432435 h 558165"/>
                <a:gd name="connsiteX1834" fmla="*/ 626269 w 1556860"/>
                <a:gd name="connsiteY1834" fmla="*/ 429578 h 558165"/>
                <a:gd name="connsiteX1835" fmla="*/ 631984 w 1556860"/>
                <a:gd name="connsiteY1835" fmla="*/ 430054 h 558165"/>
                <a:gd name="connsiteX1836" fmla="*/ 632460 w 1556860"/>
                <a:gd name="connsiteY1836" fmla="*/ 429578 h 558165"/>
                <a:gd name="connsiteX1837" fmla="*/ 633889 w 1556860"/>
                <a:gd name="connsiteY1837" fmla="*/ 427672 h 558165"/>
                <a:gd name="connsiteX1838" fmla="*/ 640556 w 1556860"/>
                <a:gd name="connsiteY1838" fmla="*/ 425767 h 558165"/>
                <a:gd name="connsiteX1839" fmla="*/ 640080 w 1556860"/>
                <a:gd name="connsiteY1839" fmla="*/ 424815 h 558165"/>
                <a:gd name="connsiteX1840" fmla="*/ 636746 w 1556860"/>
                <a:gd name="connsiteY1840" fmla="*/ 421957 h 558165"/>
                <a:gd name="connsiteX1841" fmla="*/ 605790 w 1556860"/>
                <a:gd name="connsiteY1841" fmla="*/ 421957 h 558165"/>
                <a:gd name="connsiteX1842" fmla="*/ 599122 w 1556860"/>
                <a:gd name="connsiteY1842" fmla="*/ 422434 h 558165"/>
                <a:gd name="connsiteX1843" fmla="*/ 595789 w 1556860"/>
                <a:gd name="connsiteY1843" fmla="*/ 425767 h 558165"/>
                <a:gd name="connsiteX1844" fmla="*/ 594360 w 1556860"/>
                <a:gd name="connsiteY1844" fmla="*/ 428149 h 558165"/>
                <a:gd name="connsiteX1845" fmla="*/ 595789 w 1556860"/>
                <a:gd name="connsiteY1845" fmla="*/ 430530 h 558165"/>
                <a:gd name="connsiteX1846" fmla="*/ 605790 w 1556860"/>
                <a:gd name="connsiteY1846" fmla="*/ 432911 h 558165"/>
                <a:gd name="connsiteX1847" fmla="*/ 964882 w 1556860"/>
                <a:gd name="connsiteY1847" fmla="*/ 475297 h 558165"/>
                <a:gd name="connsiteX1848" fmla="*/ 966311 w 1556860"/>
                <a:gd name="connsiteY1848" fmla="*/ 473392 h 558165"/>
                <a:gd name="connsiteX1849" fmla="*/ 968692 w 1556860"/>
                <a:gd name="connsiteY1849" fmla="*/ 473392 h 558165"/>
                <a:gd name="connsiteX1850" fmla="*/ 971550 w 1556860"/>
                <a:gd name="connsiteY1850" fmla="*/ 469106 h 558165"/>
                <a:gd name="connsiteX1851" fmla="*/ 976313 w 1556860"/>
                <a:gd name="connsiteY1851" fmla="*/ 468154 h 558165"/>
                <a:gd name="connsiteX1852" fmla="*/ 975360 w 1556860"/>
                <a:gd name="connsiteY1852" fmla="*/ 467201 h 558165"/>
                <a:gd name="connsiteX1853" fmla="*/ 973455 w 1556860"/>
                <a:gd name="connsiteY1853" fmla="*/ 466249 h 558165"/>
                <a:gd name="connsiteX1854" fmla="*/ 971073 w 1556860"/>
                <a:gd name="connsiteY1854" fmla="*/ 465296 h 558165"/>
                <a:gd name="connsiteX1855" fmla="*/ 964882 w 1556860"/>
                <a:gd name="connsiteY1855" fmla="*/ 468630 h 558165"/>
                <a:gd name="connsiteX1856" fmla="*/ 963930 w 1556860"/>
                <a:gd name="connsiteY1856" fmla="*/ 468630 h 558165"/>
                <a:gd name="connsiteX1857" fmla="*/ 962501 w 1556860"/>
                <a:gd name="connsiteY1857" fmla="*/ 467678 h 558165"/>
                <a:gd name="connsiteX1858" fmla="*/ 960596 w 1556860"/>
                <a:gd name="connsiteY1858" fmla="*/ 467678 h 558165"/>
                <a:gd name="connsiteX1859" fmla="*/ 957738 w 1556860"/>
                <a:gd name="connsiteY1859" fmla="*/ 468154 h 558165"/>
                <a:gd name="connsiteX1860" fmla="*/ 957738 w 1556860"/>
                <a:gd name="connsiteY1860" fmla="*/ 468630 h 558165"/>
                <a:gd name="connsiteX1861" fmla="*/ 958692 w 1556860"/>
                <a:gd name="connsiteY1861" fmla="*/ 469106 h 558165"/>
                <a:gd name="connsiteX1862" fmla="*/ 960596 w 1556860"/>
                <a:gd name="connsiteY1862" fmla="*/ 469582 h 558165"/>
                <a:gd name="connsiteX1863" fmla="*/ 959644 w 1556860"/>
                <a:gd name="connsiteY1863" fmla="*/ 470535 h 558165"/>
                <a:gd name="connsiteX1864" fmla="*/ 955357 w 1556860"/>
                <a:gd name="connsiteY1864" fmla="*/ 473392 h 558165"/>
                <a:gd name="connsiteX1865" fmla="*/ 952023 w 1556860"/>
                <a:gd name="connsiteY1865" fmla="*/ 476726 h 558165"/>
                <a:gd name="connsiteX1866" fmla="*/ 952976 w 1556860"/>
                <a:gd name="connsiteY1866" fmla="*/ 477203 h 558165"/>
                <a:gd name="connsiteX1867" fmla="*/ 955357 w 1556860"/>
                <a:gd name="connsiteY1867" fmla="*/ 477203 h 558165"/>
                <a:gd name="connsiteX1868" fmla="*/ 958215 w 1556860"/>
                <a:gd name="connsiteY1868" fmla="*/ 479107 h 558165"/>
                <a:gd name="connsiteX1869" fmla="*/ 959167 w 1556860"/>
                <a:gd name="connsiteY1869" fmla="*/ 478631 h 558165"/>
                <a:gd name="connsiteX1870" fmla="*/ 961073 w 1556860"/>
                <a:gd name="connsiteY1870" fmla="*/ 477203 h 558165"/>
                <a:gd name="connsiteX1871" fmla="*/ 963454 w 1556860"/>
                <a:gd name="connsiteY1871" fmla="*/ 478155 h 558165"/>
                <a:gd name="connsiteX1872" fmla="*/ 964406 w 1556860"/>
                <a:gd name="connsiteY1872" fmla="*/ 477203 h 558165"/>
                <a:gd name="connsiteX1873" fmla="*/ 964882 w 1556860"/>
                <a:gd name="connsiteY1873" fmla="*/ 476726 h 558165"/>
                <a:gd name="connsiteX1874" fmla="*/ 964882 w 1556860"/>
                <a:gd name="connsiteY1874" fmla="*/ 475774 h 558165"/>
                <a:gd name="connsiteX1875" fmla="*/ 964882 w 1556860"/>
                <a:gd name="connsiteY1875" fmla="*/ 475297 h 558165"/>
                <a:gd name="connsiteX1876" fmla="*/ 691039 w 1556860"/>
                <a:gd name="connsiteY1876" fmla="*/ 466249 h 558165"/>
                <a:gd name="connsiteX1877" fmla="*/ 687705 w 1556860"/>
                <a:gd name="connsiteY1877" fmla="*/ 464344 h 558165"/>
                <a:gd name="connsiteX1878" fmla="*/ 683895 w 1556860"/>
                <a:gd name="connsiteY1878" fmla="*/ 462915 h 558165"/>
                <a:gd name="connsiteX1879" fmla="*/ 678656 w 1556860"/>
                <a:gd name="connsiteY1879" fmla="*/ 461486 h 558165"/>
                <a:gd name="connsiteX1880" fmla="*/ 677227 w 1556860"/>
                <a:gd name="connsiteY1880" fmla="*/ 461486 h 558165"/>
                <a:gd name="connsiteX1881" fmla="*/ 671989 w 1556860"/>
                <a:gd name="connsiteY1881" fmla="*/ 465296 h 558165"/>
                <a:gd name="connsiteX1882" fmla="*/ 670084 w 1556860"/>
                <a:gd name="connsiteY1882" fmla="*/ 465772 h 558165"/>
                <a:gd name="connsiteX1883" fmla="*/ 666273 w 1556860"/>
                <a:gd name="connsiteY1883" fmla="*/ 465772 h 558165"/>
                <a:gd name="connsiteX1884" fmla="*/ 659130 w 1556860"/>
                <a:gd name="connsiteY1884" fmla="*/ 463867 h 558165"/>
                <a:gd name="connsiteX1885" fmla="*/ 655320 w 1556860"/>
                <a:gd name="connsiteY1885" fmla="*/ 463391 h 558165"/>
                <a:gd name="connsiteX1886" fmla="*/ 654367 w 1556860"/>
                <a:gd name="connsiteY1886" fmla="*/ 463391 h 558165"/>
                <a:gd name="connsiteX1887" fmla="*/ 653891 w 1556860"/>
                <a:gd name="connsiteY1887" fmla="*/ 464820 h 558165"/>
                <a:gd name="connsiteX1888" fmla="*/ 654367 w 1556860"/>
                <a:gd name="connsiteY1888" fmla="*/ 466249 h 558165"/>
                <a:gd name="connsiteX1889" fmla="*/ 655320 w 1556860"/>
                <a:gd name="connsiteY1889" fmla="*/ 467678 h 558165"/>
                <a:gd name="connsiteX1890" fmla="*/ 657701 w 1556860"/>
                <a:gd name="connsiteY1890" fmla="*/ 470535 h 558165"/>
                <a:gd name="connsiteX1891" fmla="*/ 659130 w 1556860"/>
                <a:gd name="connsiteY1891" fmla="*/ 471488 h 558165"/>
                <a:gd name="connsiteX1892" fmla="*/ 662940 w 1556860"/>
                <a:gd name="connsiteY1892" fmla="*/ 471964 h 558165"/>
                <a:gd name="connsiteX1893" fmla="*/ 666750 w 1556860"/>
                <a:gd name="connsiteY1893" fmla="*/ 472916 h 558165"/>
                <a:gd name="connsiteX1894" fmla="*/ 670560 w 1556860"/>
                <a:gd name="connsiteY1894" fmla="*/ 475297 h 558165"/>
                <a:gd name="connsiteX1895" fmla="*/ 673894 w 1556860"/>
                <a:gd name="connsiteY1895" fmla="*/ 477679 h 558165"/>
                <a:gd name="connsiteX1896" fmla="*/ 675798 w 1556860"/>
                <a:gd name="connsiteY1896" fmla="*/ 479584 h 558165"/>
                <a:gd name="connsiteX1897" fmla="*/ 677227 w 1556860"/>
                <a:gd name="connsiteY1897" fmla="*/ 481965 h 558165"/>
                <a:gd name="connsiteX1898" fmla="*/ 677227 w 1556860"/>
                <a:gd name="connsiteY1898" fmla="*/ 484346 h 558165"/>
                <a:gd name="connsiteX1899" fmla="*/ 675798 w 1556860"/>
                <a:gd name="connsiteY1899" fmla="*/ 486251 h 558165"/>
                <a:gd name="connsiteX1900" fmla="*/ 677703 w 1556860"/>
                <a:gd name="connsiteY1900" fmla="*/ 486728 h 558165"/>
                <a:gd name="connsiteX1901" fmla="*/ 679609 w 1556860"/>
                <a:gd name="connsiteY1901" fmla="*/ 486251 h 558165"/>
                <a:gd name="connsiteX1902" fmla="*/ 680561 w 1556860"/>
                <a:gd name="connsiteY1902" fmla="*/ 485775 h 558165"/>
                <a:gd name="connsiteX1903" fmla="*/ 681038 w 1556860"/>
                <a:gd name="connsiteY1903" fmla="*/ 484822 h 558165"/>
                <a:gd name="connsiteX1904" fmla="*/ 681514 w 1556860"/>
                <a:gd name="connsiteY1904" fmla="*/ 483394 h 558165"/>
                <a:gd name="connsiteX1905" fmla="*/ 682942 w 1556860"/>
                <a:gd name="connsiteY1905" fmla="*/ 480060 h 558165"/>
                <a:gd name="connsiteX1906" fmla="*/ 684371 w 1556860"/>
                <a:gd name="connsiteY1906" fmla="*/ 478631 h 558165"/>
                <a:gd name="connsiteX1907" fmla="*/ 691991 w 1556860"/>
                <a:gd name="connsiteY1907" fmla="*/ 475297 h 558165"/>
                <a:gd name="connsiteX1908" fmla="*/ 695325 w 1556860"/>
                <a:gd name="connsiteY1908" fmla="*/ 472916 h 558165"/>
                <a:gd name="connsiteX1909" fmla="*/ 696753 w 1556860"/>
                <a:gd name="connsiteY1909" fmla="*/ 471488 h 558165"/>
                <a:gd name="connsiteX1910" fmla="*/ 696277 w 1556860"/>
                <a:gd name="connsiteY1910" fmla="*/ 470059 h 558165"/>
                <a:gd name="connsiteX1911" fmla="*/ 691039 w 1556860"/>
                <a:gd name="connsiteY1911" fmla="*/ 466249 h 558165"/>
                <a:gd name="connsiteX1912" fmla="*/ 866298 w 1556860"/>
                <a:gd name="connsiteY1912" fmla="*/ 523875 h 558165"/>
                <a:gd name="connsiteX1913" fmla="*/ 863917 w 1556860"/>
                <a:gd name="connsiteY1913" fmla="*/ 520541 h 558165"/>
                <a:gd name="connsiteX1914" fmla="*/ 861060 w 1556860"/>
                <a:gd name="connsiteY1914" fmla="*/ 517684 h 558165"/>
                <a:gd name="connsiteX1915" fmla="*/ 859155 w 1556860"/>
                <a:gd name="connsiteY1915" fmla="*/ 516255 h 558165"/>
                <a:gd name="connsiteX1916" fmla="*/ 857250 w 1556860"/>
                <a:gd name="connsiteY1916" fmla="*/ 515303 h 558165"/>
                <a:gd name="connsiteX1917" fmla="*/ 854392 w 1556860"/>
                <a:gd name="connsiteY1917" fmla="*/ 515779 h 558165"/>
                <a:gd name="connsiteX1918" fmla="*/ 852011 w 1556860"/>
                <a:gd name="connsiteY1918" fmla="*/ 515779 h 558165"/>
                <a:gd name="connsiteX1919" fmla="*/ 851059 w 1556860"/>
                <a:gd name="connsiteY1919" fmla="*/ 514350 h 558165"/>
                <a:gd name="connsiteX1920" fmla="*/ 850582 w 1556860"/>
                <a:gd name="connsiteY1920" fmla="*/ 512445 h 558165"/>
                <a:gd name="connsiteX1921" fmla="*/ 849630 w 1556860"/>
                <a:gd name="connsiteY1921" fmla="*/ 511016 h 558165"/>
                <a:gd name="connsiteX1922" fmla="*/ 843915 w 1556860"/>
                <a:gd name="connsiteY1922" fmla="*/ 508159 h 558165"/>
                <a:gd name="connsiteX1923" fmla="*/ 842486 w 1556860"/>
                <a:gd name="connsiteY1923" fmla="*/ 506730 h 558165"/>
                <a:gd name="connsiteX1924" fmla="*/ 841057 w 1556860"/>
                <a:gd name="connsiteY1924" fmla="*/ 504825 h 558165"/>
                <a:gd name="connsiteX1925" fmla="*/ 840105 w 1556860"/>
                <a:gd name="connsiteY1925" fmla="*/ 504349 h 558165"/>
                <a:gd name="connsiteX1926" fmla="*/ 836771 w 1556860"/>
                <a:gd name="connsiteY1926" fmla="*/ 506254 h 558165"/>
                <a:gd name="connsiteX1927" fmla="*/ 834867 w 1556860"/>
                <a:gd name="connsiteY1927" fmla="*/ 506730 h 558165"/>
                <a:gd name="connsiteX1928" fmla="*/ 828675 w 1556860"/>
                <a:gd name="connsiteY1928" fmla="*/ 505778 h 558165"/>
                <a:gd name="connsiteX1929" fmla="*/ 822007 w 1556860"/>
                <a:gd name="connsiteY1929" fmla="*/ 506254 h 558165"/>
                <a:gd name="connsiteX1930" fmla="*/ 817721 w 1556860"/>
                <a:gd name="connsiteY1930" fmla="*/ 506254 h 558165"/>
                <a:gd name="connsiteX1931" fmla="*/ 813911 w 1556860"/>
                <a:gd name="connsiteY1931" fmla="*/ 506730 h 558165"/>
                <a:gd name="connsiteX1932" fmla="*/ 808673 w 1556860"/>
                <a:gd name="connsiteY1932" fmla="*/ 508635 h 558165"/>
                <a:gd name="connsiteX1933" fmla="*/ 807244 w 1556860"/>
                <a:gd name="connsiteY1933" fmla="*/ 509588 h 558165"/>
                <a:gd name="connsiteX1934" fmla="*/ 805815 w 1556860"/>
                <a:gd name="connsiteY1934" fmla="*/ 511016 h 558165"/>
                <a:gd name="connsiteX1935" fmla="*/ 806292 w 1556860"/>
                <a:gd name="connsiteY1935" fmla="*/ 512921 h 558165"/>
                <a:gd name="connsiteX1936" fmla="*/ 807244 w 1556860"/>
                <a:gd name="connsiteY1936" fmla="*/ 514350 h 558165"/>
                <a:gd name="connsiteX1937" fmla="*/ 808196 w 1556860"/>
                <a:gd name="connsiteY1937" fmla="*/ 515779 h 558165"/>
                <a:gd name="connsiteX1938" fmla="*/ 809625 w 1556860"/>
                <a:gd name="connsiteY1938" fmla="*/ 517207 h 558165"/>
                <a:gd name="connsiteX1939" fmla="*/ 819150 w 1556860"/>
                <a:gd name="connsiteY1939" fmla="*/ 519589 h 558165"/>
                <a:gd name="connsiteX1940" fmla="*/ 821055 w 1556860"/>
                <a:gd name="connsiteY1940" fmla="*/ 519589 h 558165"/>
                <a:gd name="connsiteX1941" fmla="*/ 822960 w 1556860"/>
                <a:gd name="connsiteY1941" fmla="*/ 519113 h 558165"/>
                <a:gd name="connsiteX1942" fmla="*/ 827246 w 1556860"/>
                <a:gd name="connsiteY1942" fmla="*/ 519589 h 558165"/>
                <a:gd name="connsiteX1943" fmla="*/ 834390 w 1556860"/>
                <a:gd name="connsiteY1943" fmla="*/ 524351 h 558165"/>
                <a:gd name="connsiteX1944" fmla="*/ 838200 w 1556860"/>
                <a:gd name="connsiteY1944" fmla="*/ 525780 h 558165"/>
                <a:gd name="connsiteX1945" fmla="*/ 840581 w 1556860"/>
                <a:gd name="connsiteY1945" fmla="*/ 528161 h 558165"/>
                <a:gd name="connsiteX1946" fmla="*/ 842486 w 1556860"/>
                <a:gd name="connsiteY1946" fmla="*/ 531019 h 558165"/>
                <a:gd name="connsiteX1947" fmla="*/ 845819 w 1556860"/>
                <a:gd name="connsiteY1947" fmla="*/ 533876 h 558165"/>
                <a:gd name="connsiteX1948" fmla="*/ 849630 w 1556860"/>
                <a:gd name="connsiteY1948" fmla="*/ 535305 h 558165"/>
                <a:gd name="connsiteX1949" fmla="*/ 854392 w 1556860"/>
                <a:gd name="connsiteY1949" fmla="*/ 536257 h 558165"/>
                <a:gd name="connsiteX1950" fmla="*/ 855821 w 1556860"/>
                <a:gd name="connsiteY1950" fmla="*/ 537210 h 558165"/>
                <a:gd name="connsiteX1951" fmla="*/ 860107 w 1556860"/>
                <a:gd name="connsiteY1951" fmla="*/ 535305 h 558165"/>
                <a:gd name="connsiteX1952" fmla="*/ 862965 w 1556860"/>
                <a:gd name="connsiteY1952" fmla="*/ 534829 h 558165"/>
                <a:gd name="connsiteX1953" fmla="*/ 864869 w 1556860"/>
                <a:gd name="connsiteY1953" fmla="*/ 533876 h 558165"/>
                <a:gd name="connsiteX1954" fmla="*/ 868680 w 1556860"/>
                <a:gd name="connsiteY1954" fmla="*/ 530542 h 558165"/>
                <a:gd name="connsiteX1955" fmla="*/ 869632 w 1556860"/>
                <a:gd name="connsiteY1955" fmla="*/ 528161 h 558165"/>
                <a:gd name="connsiteX1956" fmla="*/ 868204 w 1556860"/>
                <a:gd name="connsiteY1956" fmla="*/ 525304 h 558165"/>
                <a:gd name="connsiteX1957" fmla="*/ 866298 w 1556860"/>
                <a:gd name="connsiteY1957" fmla="*/ 523875 h 558165"/>
                <a:gd name="connsiteX1958" fmla="*/ 957738 w 1556860"/>
                <a:gd name="connsiteY1958" fmla="*/ 546259 h 558165"/>
                <a:gd name="connsiteX1959" fmla="*/ 957263 w 1556860"/>
                <a:gd name="connsiteY1959" fmla="*/ 542925 h 558165"/>
                <a:gd name="connsiteX1960" fmla="*/ 956786 w 1556860"/>
                <a:gd name="connsiteY1960" fmla="*/ 542925 h 558165"/>
                <a:gd name="connsiteX1961" fmla="*/ 956310 w 1556860"/>
                <a:gd name="connsiteY1961" fmla="*/ 543401 h 558165"/>
                <a:gd name="connsiteX1962" fmla="*/ 953929 w 1556860"/>
                <a:gd name="connsiteY1962" fmla="*/ 544354 h 558165"/>
                <a:gd name="connsiteX1963" fmla="*/ 949642 w 1556860"/>
                <a:gd name="connsiteY1963" fmla="*/ 548640 h 558165"/>
                <a:gd name="connsiteX1964" fmla="*/ 946785 w 1556860"/>
                <a:gd name="connsiteY1964" fmla="*/ 550545 h 558165"/>
                <a:gd name="connsiteX1965" fmla="*/ 939642 w 1556860"/>
                <a:gd name="connsiteY1965" fmla="*/ 552926 h 558165"/>
                <a:gd name="connsiteX1966" fmla="*/ 938688 w 1556860"/>
                <a:gd name="connsiteY1966" fmla="*/ 554831 h 558165"/>
                <a:gd name="connsiteX1967" fmla="*/ 939165 w 1556860"/>
                <a:gd name="connsiteY1967" fmla="*/ 557689 h 558165"/>
                <a:gd name="connsiteX1968" fmla="*/ 940117 w 1556860"/>
                <a:gd name="connsiteY1968" fmla="*/ 558165 h 558165"/>
                <a:gd name="connsiteX1969" fmla="*/ 943451 w 1556860"/>
                <a:gd name="connsiteY1969" fmla="*/ 558165 h 558165"/>
                <a:gd name="connsiteX1970" fmla="*/ 945356 w 1556860"/>
                <a:gd name="connsiteY1970" fmla="*/ 557213 h 558165"/>
                <a:gd name="connsiteX1971" fmla="*/ 952500 w 1556860"/>
                <a:gd name="connsiteY1971" fmla="*/ 554831 h 558165"/>
                <a:gd name="connsiteX1972" fmla="*/ 955834 w 1556860"/>
                <a:gd name="connsiteY1972" fmla="*/ 551021 h 558165"/>
                <a:gd name="connsiteX1973" fmla="*/ 959644 w 1556860"/>
                <a:gd name="connsiteY1973" fmla="*/ 549592 h 558165"/>
                <a:gd name="connsiteX1974" fmla="*/ 959644 w 1556860"/>
                <a:gd name="connsiteY1974" fmla="*/ 548640 h 558165"/>
                <a:gd name="connsiteX1975" fmla="*/ 957738 w 1556860"/>
                <a:gd name="connsiteY1975" fmla="*/ 546259 h 558165"/>
                <a:gd name="connsiteX1976" fmla="*/ 808673 w 1556860"/>
                <a:gd name="connsiteY1976" fmla="*/ 484822 h 558165"/>
                <a:gd name="connsiteX1977" fmla="*/ 811054 w 1556860"/>
                <a:gd name="connsiteY1977" fmla="*/ 484346 h 558165"/>
                <a:gd name="connsiteX1978" fmla="*/ 812006 w 1556860"/>
                <a:gd name="connsiteY1978" fmla="*/ 483870 h 558165"/>
                <a:gd name="connsiteX1979" fmla="*/ 812959 w 1556860"/>
                <a:gd name="connsiteY1979" fmla="*/ 482441 h 558165"/>
                <a:gd name="connsiteX1980" fmla="*/ 812006 w 1556860"/>
                <a:gd name="connsiteY1980" fmla="*/ 481013 h 558165"/>
                <a:gd name="connsiteX1981" fmla="*/ 810577 w 1556860"/>
                <a:gd name="connsiteY1981" fmla="*/ 480060 h 558165"/>
                <a:gd name="connsiteX1982" fmla="*/ 810101 w 1556860"/>
                <a:gd name="connsiteY1982" fmla="*/ 478631 h 558165"/>
                <a:gd name="connsiteX1983" fmla="*/ 810101 w 1556860"/>
                <a:gd name="connsiteY1983" fmla="*/ 475297 h 558165"/>
                <a:gd name="connsiteX1984" fmla="*/ 808196 w 1556860"/>
                <a:gd name="connsiteY1984" fmla="*/ 471488 h 558165"/>
                <a:gd name="connsiteX1985" fmla="*/ 806292 w 1556860"/>
                <a:gd name="connsiteY1985" fmla="*/ 470059 h 558165"/>
                <a:gd name="connsiteX1986" fmla="*/ 803434 w 1556860"/>
                <a:gd name="connsiteY1986" fmla="*/ 470059 h 558165"/>
                <a:gd name="connsiteX1987" fmla="*/ 801529 w 1556860"/>
                <a:gd name="connsiteY1987" fmla="*/ 470535 h 558165"/>
                <a:gd name="connsiteX1988" fmla="*/ 800100 w 1556860"/>
                <a:gd name="connsiteY1988" fmla="*/ 471488 h 558165"/>
                <a:gd name="connsiteX1989" fmla="*/ 799148 w 1556860"/>
                <a:gd name="connsiteY1989" fmla="*/ 474345 h 558165"/>
                <a:gd name="connsiteX1990" fmla="*/ 798194 w 1556860"/>
                <a:gd name="connsiteY1990" fmla="*/ 473392 h 558165"/>
                <a:gd name="connsiteX1991" fmla="*/ 797242 w 1556860"/>
                <a:gd name="connsiteY1991" fmla="*/ 471011 h 558165"/>
                <a:gd name="connsiteX1992" fmla="*/ 795338 w 1556860"/>
                <a:gd name="connsiteY1992" fmla="*/ 469582 h 558165"/>
                <a:gd name="connsiteX1993" fmla="*/ 793432 w 1556860"/>
                <a:gd name="connsiteY1993" fmla="*/ 469106 h 558165"/>
                <a:gd name="connsiteX1994" fmla="*/ 791527 w 1556860"/>
                <a:gd name="connsiteY1994" fmla="*/ 469106 h 558165"/>
                <a:gd name="connsiteX1995" fmla="*/ 789622 w 1556860"/>
                <a:gd name="connsiteY1995" fmla="*/ 470059 h 558165"/>
                <a:gd name="connsiteX1996" fmla="*/ 786289 w 1556860"/>
                <a:gd name="connsiteY1996" fmla="*/ 471964 h 558165"/>
                <a:gd name="connsiteX1997" fmla="*/ 784860 w 1556860"/>
                <a:gd name="connsiteY1997" fmla="*/ 471964 h 558165"/>
                <a:gd name="connsiteX1998" fmla="*/ 782955 w 1556860"/>
                <a:gd name="connsiteY1998" fmla="*/ 470535 h 558165"/>
                <a:gd name="connsiteX1999" fmla="*/ 781526 w 1556860"/>
                <a:gd name="connsiteY1999" fmla="*/ 468630 h 558165"/>
                <a:gd name="connsiteX2000" fmla="*/ 779621 w 1556860"/>
                <a:gd name="connsiteY2000" fmla="*/ 464820 h 558165"/>
                <a:gd name="connsiteX2001" fmla="*/ 778669 w 1556860"/>
                <a:gd name="connsiteY2001" fmla="*/ 463867 h 558165"/>
                <a:gd name="connsiteX2002" fmla="*/ 772001 w 1556860"/>
                <a:gd name="connsiteY2002" fmla="*/ 462915 h 558165"/>
                <a:gd name="connsiteX2003" fmla="*/ 770096 w 1556860"/>
                <a:gd name="connsiteY2003" fmla="*/ 463391 h 558165"/>
                <a:gd name="connsiteX2004" fmla="*/ 766286 w 1556860"/>
                <a:gd name="connsiteY2004" fmla="*/ 464820 h 558165"/>
                <a:gd name="connsiteX2005" fmla="*/ 765810 w 1556860"/>
                <a:gd name="connsiteY2005" fmla="*/ 466725 h 558165"/>
                <a:gd name="connsiteX2006" fmla="*/ 766763 w 1556860"/>
                <a:gd name="connsiteY2006" fmla="*/ 469106 h 558165"/>
                <a:gd name="connsiteX2007" fmla="*/ 768191 w 1556860"/>
                <a:gd name="connsiteY2007" fmla="*/ 471011 h 558165"/>
                <a:gd name="connsiteX2008" fmla="*/ 773906 w 1556860"/>
                <a:gd name="connsiteY2008" fmla="*/ 474821 h 558165"/>
                <a:gd name="connsiteX2009" fmla="*/ 775335 w 1556860"/>
                <a:gd name="connsiteY2009" fmla="*/ 475297 h 558165"/>
                <a:gd name="connsiteX2010" fmla="*/ 776764 w 1556860"/>
                <a:gd name="connsiteY2010" fmla="*/ 475297 h 558165"/>
                <a:gd name="connsiteX2011" fmla="*/ 778192 w 1556860"/>
                <a:gd name="connsiteY2011" fmla="*/ 475774 h 558165"/>
                <a:gd name="connsiteX2012" fmla="*/ 780573 w 1556860"/>
                <a:gd name="connsiteY2012" fmla="*/ 477679 h 558165"/>
                <a:gd name="connsiteX2013" fmla="*/ 782478 w 1556860"/>
                <a:gd name="connsiteY2013" fmla="*/ 480060 h 558165"/>
                <a:gd name="connsiteX2014" fmla="*/ 781526 w 1556860"/>
                <a:gd name="connsiteY2014" fmla="*/ 481965 h 558165"/>
                <a:gd name="connsiteX2015" fmla="*/ 778192 w 1556860"/>
                <a:gd name="connsiteY2015" fmla="*/ 481965 h 558165"/>
                <a:gd name="connsiteX2016" fmla="*/ 773430 w 1556860"/>
                <a:gd name="connsiteY2016" fmla="*/ 484822 h 558165"/>
                <a:gd name="connsiteX2017" fmla="*/ 771048 w 1556860"/>
                <a:gd name="connsiteY2017" fmla="*/ 483870 h 558165"/>
                <a:gd name="connsiteX2018" fmla="*/ 768191 w 1556860"/>
                <a:gd name="connsiteY2018" fmla="*/ 483870 h 558165"/>
                <a:gd name="connsiteX2019" fmla="*/ 764857 w 1556860"/>
                <a:gd name="connsiteY2019" fmla="*/ 479584 h 558165"/>
                <a:gd name="connsiteX2020" fmla="*/ 763428 w 1556860"/>
                <a:gd name="connsiteY2020" fmla="*/ 479107 h 558165"/>
                <a:gd name="connsiteX2021" fmla="*/ 762476 w 1556860"/>
                <a:gd name="connsiteY2021" fmla="*/ 478155 h 558165"/>
                <a:gd name="connsiteX2022" fmla="*/ 761523 w 1556860"/>
                <a:gd name="connsiteY2022" fmla="*/ 475774 h 558165"/>
                <a:gd name="connsiteX2023" fmla="*/ 759619 w 1556860"/>
                <a:gd name="connsiteY2023" fmla="*/ 474821 h 558165"/>
                <a:gd name="connsiteX2024" fmla="*/ 755332 w 1556860"/>
                <a:gd name="connsiteY2024" fmla="*/ 475297 h 558165"/>
                <a:gd name="connsiteX2025" fmla="*/ 752475 w 1556860"/>
                <a:gd name="connsiteY2025" fmla="*/ 475297 h 558165"/>
                <a:gd name="connsiteX2026" fmla="*/ 748189 w 1556860"/>
                <a:gd name="connsiteY2026" fmla="*/ 473392 h 558165"/>
                <a:gd name="connsiteX2027" fmla="*/ 746284 w 1556860"/>
                <a:gd name="connsiteY2027" fmla="*/ 472916 h 558165"/>
                <a:gd name="connsiteX2028" fmla="*/ 742950 w 1556860"/>
                <a:gd name="connsiteY2028" fmla="*/ 475297 h 558165"/>
                <a:gd name="connsiteX2029" fmla="*/ 739140 w 1556860"/>
                <a:gd name="connsiteY2029" fmla="*/ 477203 h 558165"/>
                <a:gd name="connsiteX2030" fmla="*/ 736759 w 1556860"/>
                <a:gd name="connsiteY2030" fmla="*/ 477203 h 558165"/>
                <a:gd name="connsiteX2031" fmla="*/ 734853 w 1556860"/>
                <a:gd name="connsiteY2031" fmla="*/ 478155 h 558165"/>
                <a:gd name="connsiteX2032" fmla="*/ 733901 w 1556860"/>
                <a:gd name="connsiteY2032" fmla="*/ 480536 h 558165"/>
                <a:gd name="connsiteX2033" fmla="*/ 733425 w 1556860"/>
                <a:gd name="connsiteY2033" fmla="*/ 482917 h 558165"/>
                <a:gd name="connsiteX2034" fmla="*/ 734377 w 1556860"/>
                <a:gd name="connsiteY2034" fmla="*/ 487680 h 558165"/>
                <a:gd name="connsiteX2035" fmla="*/ 733425 w 1556860"/>
                <a:gd name="connsiteY2035" fmla="*/ 490538 h 558165"/>
                <a:gd name="connsiteX2036" fmla="*/ 733425 w 1556860"/>
                <a:gd name="connsiteY2036" fmla="*/ 492442 h 558165"/>
                <a:gd name="connsiteX2037" fmla="*/ 733901 w 1556860"/>
                <a:gd name="connsiteY2037" fmla="*/ 494347 h 558165"/>
                <a:gd name="connsiteX2038" fmla="*/ 736759 w 1556860"/>
                <a:gd name="connsiteY2038" fmla="*/ 495776 h 558165"/>
                <a:gd name="connsiteX2039" fmla="*/ 739616 w 1556860"/>
                <a:gd name="connsiteY2039" fmla="*/ 496729 h 558165"/>
                <a:gd name="connsiteX2040" fmla="*/ 742950 w 1556860"/>
                <a:gd name="connsiteY2040" fmla="*/ 497681 h 558165"/>
                <a:gd name="connsiteX2041" fmla="*/ 746284 w 1556860"/>
                <a:gd name="connsiteY2041" fmla="*/ 496729 h 558165"/>
                <a:gd name="connsiteX2042" fmla="*/ 747713 w 1556860"/>
                <a:gd name="connsiteY2042" fmla="*/ 495776 h 558165"/>
                <a:gd name="connsiteX2043" fmla="*/ 749617 w 1556860"/>
                <a:gd name="connsiteY2043" fmla="*/ 495300 h 558165"/>
                <a:gd name="connsiteX2044" fmla="*/ 751522 w 1556860"/>
                <a:gd name="connsiteY2044" fmla="*/ 495776 h 558165"/>
                <a:gd name="connsiteX2045" fmla="*/ 753427 w 1556860"/>
                <a:gd name="connsiteY2045" fmla="*/ 495776 h 558165"/>
                <a:gd name="connsiteX2046" fmla="*/ 757714 w 1556860"/>
                <a:gd name="connsiteY2046" fmla="*/ 494824 h 558165"/>
                <a:gd name="connsiteX2047" fmla="*/ 765334 w 1556860"/>
                <a:gd name="connsiteY2047" fmla="*/ 491966 h 558165"/>
                <a:gd name="connsiteX2048" fmla="*/ 767715 w 1556860"/>
                <a:gd name="connsiteY2048" fmla="*/ 491966 h 558165"/>
                <a:gd name="connsiteX2049" fmla="*/ 770096 w 1556860"/>
                <a:gd name="connsiteY2049" fmla="*/ 492442 h 558165"/>
                <a:gd name="connsiteX2050" fmla="*/ 777240 w 1556860"/>
                <a:gd name="connsiteY2050" fmla="*/ 489585 h 558165"/>
                <a:gd name="connsiteX2051" fmla="*/ 779145 w 1556860"/>
                <a:gd name="connsiteY2051" fmla="*/ 489585 h 558165"/>
                <a:gd name="connsiteX2052" fmla="*/ 781050 w 1556860"/>
                <a:gd name="connsiteY2052" fmla="*/ 489109 h 558165"/>
                <a:gd name="connsiteX2053" fmla="*/ 782478 w 1556860"/>
                <a:gd name="connsiteY2053" fmla="*/ 488156 h 558165"/>
                <a:gd name="connsiteX2054" fmla="*/ 787241 w 1556860"/>
                <a:gd name="connsiteY2054" fmla="*/ 483870 h 558165"/>
                <a:gd name="connsiteX2055" fmla="*/ 787717 w 1556860"/>
                <a:gd name="connsiteY2055" fmla="*/ 484822 h 558165"/>
                <a:gd name="connsiteX2056" fmla="*/ 787717 w 1556860"/>
                <a:gd name="connsiteY2056" fmla="*/ 488632 h 558165"/>
                <a:gd name="connsiteX2057" fmla="*/ 788670 w 1556860"/>
                <a:gd name="connsiteY2057" fmla="*/ 490061 h 558165"/>
                <a:gd name="connsiteX2058" fmla="*/ 790575 w 1556860"/>
                <a:gd name="connsiteY2058" fmla="*/ 490061 h 558165"/>
                <a:gd name="connsiteX2059" fmla="*/ 797242 w 1556860"/>
                <a:gd name="connsiteY2059" fmla="*/ 488632 h 558165"/>
                <a:gd name="connsiteX2060" fmla="*/ 799148 w 1556860"/>
                <a:gd name="connsiteY2060" fmla="*/ 488632 h 558165"/>
                <a:gd name="connsiteX2061" fmla="*/ 802005 w 1556860"/>
                <a:gd name="connsiteY2061" fmla="*/ 489585 h 558165"/>
                <a:gd name="connsiteX2062" fmla="*/ 802957 w 1556860"/>
                <a:gd name="connsiteY2062" fmla="*/ 489585 h 558165"/>
                <a:gd name="connsiteX2063" fmla="*/ 802957 w 1556860"/>
                <a:gd name="connsiteY2063" fmla="*/ 488632 h 558165"/>
                <a:gd name="connsiteX2064" fmla="*/ 802481 w 1556860"/>
                <a:gd name="connsiteY2064" fmla="*/ 488156 h 558165"/>
                <a:gd name="connsiteX2065" fmla="*/ 800576 w 1556860"/>
                <a:gd name="connsiteY2065" fmla="*/ 487680 h 558165"/>
                <a:gd name="connsiteX2066" fmla="*/ 800100 w 1556860"/>
                <a:gd name="connsiteY2066" fmla="*/ 486251 h 558165"/>
                <a:gd name="connsiteX2067" fmla="*/ 802481 w 1556860"/>
                <a:gd name="connsiteY2067" fmla="*/ 485299 h 558165"/>
                <a:gd name="connsiteX2068" fmla="*/ 805338 w 1556860"/>
                <a:gd name="connsiteY2068" fmla="*/ 484822 h 558165"/>
                <a:gd name="connsiteX2069" fmla="*/ 806767 w 1556860"/>
                <a:gd name="connsiteY2069" fmla="*/ 485299 h 558165"/>
                <a:gd name="connsiteX2070" fmla="*/ 807719 w 1556860"/>
                <a:gd name="connsiteY2070" fmla="*/ 486251 h 558165"/>
                <a:gd name="connsiteX2071" fmla="*/ 808673 w 1556860"/>
                <a:gd name="connsiteY2071" fmla="*/ 484822 h 558165"/>
                <a:gd name="connsiteX2072" fmla="*/ 1016794 w 1556860"/>
                <a:gd name="connsiteY2072" fmla="*/ 493395 h 558165"/>
                <a:gd name="connsiteX2073" fmla="*/ 1015842 w 1556860"/>
                <a:gd name="connsiteY2073" fmla="*/ 492919 h 558165"/>
                <a:gd name="connsiteX2074" fmla="*/ 1011555 w 1556860"/>
                <a:gd name="connsiteY2074" fmla="*/ 494824 h 558165"/>
                <a:gd name="connsiteX2075" fmla="*/ 1010126 w 1556860"/>
                <a:gd name="connsiteY2075" fmla="*/ 494347 h 558165"/>
                <a:gd name="connsiteX2076" fmla="*/ 1009173 w 1556860"/>
                <a:gd name="connsiteY2076" fmla="*/ 493395 h 558165"/>
                <a:gd name="connsiteX2077" fmla="*/ 1009650 w 1556860"/>
                <a:gd name="connsiteY2077" fmla="*/ 490538 h 558165"/>
                <a:gd name="connsiteX2078" fmla="*/ 1008698 w 1556860"/>
                <a:gd name="connsiteY2078" fmla="*/ 491490 h 558165"/>
                <a:gd name="connsiteX2079" fmla="*/ 1002506 w 1556860"/>
                <a:gd name="connsiteY2079" fmla="*/ 494824 h 558165"/>
                <a:gd name="connsiteX2080" fmla="*/ 1000601 w 1556860"/>
                <a:gd name="connsiteY2080" fmla="*/ 496729 h 558165"/>
                <a:gd name="connsiteX2081" fmla="*/ 998219 w 1556860"/>
                <a:gd name="connsiteY2081" fmla="*/ 498157 h 558165"/>
                <a:gd name="connsiteX2082" fmla="*/ 993934 w 1556860"/>
                <a:gd name="connsiteY2082" fmla="*/ 499110 h 558165"/>
                <a:gd name="connsiteX2083" fmla="*/ 993934 w 1556860"/>
                <a:gd name="connsiteY2083" fmla="*/ 500539 h 558165"/>
                <a:gd name="connsiteX2084" fmla="*/ 992981 w 1556860"/>
                <a:gd name="connsiteY2084" fmla="*/ 502920 h 558165"/>
                <a:gd name="connsiteX2085" fmla="*/ 991552 w 1556860"/>
                <a:gd name="connsiteY2085" fmla="*/ 504349 h 558165"/>
                <a:gd name="connsiteX2086" fmla="*/ 989648 w 1556860"/>
                <a:gd name="connsiteY2086" fmla="*/ 506730 h 558165"/>
                <a:gd name="connsiteX2087" fmla="*/ 988219 w 1556860"/>
                <a:gd name="connsiteY2087" fmla="*/ 507206 h 558165"/>
                <a:gd name="connsiteX2088" fmla="*/ 982980 w 1556860"/>
                <a:gd name="connsiteY2088" fmla="*/ 506730 h 558165"/>
                <a:gd name="connsiteX2089" fmla="*/ 982504 w 1556860"/>
                <a:gd name="connsiteY2089" fmla="*/ 507206 h 558165"/>
                <a:gd name="connsiteX2090" fmla="*/ 981551 w 1556860"/>
                <a:gd name="connsiteY2090" fmla="*/ 507206 h 558165"/>
                <a:gd name="connsiteX2091" fmla="*/ 980123 w 1556860"/>
                <a:gd name="connsiteY2091" fmla="*/ 505778 h 558165"/>
                <a:gd name="connsiteX2092" fmla="*/ 979646 w 1556860"/>
                <a:gd name="connsiteY2092" fmla="*/ 504825 h 558165"/>
                <a:gd name="connsiteX2093" fmla="*/ 977742 w 1556860"/>
                <a:gd name="connsiteY2093" fmla="*/ 505778 h 558165"/>
                <a:gd name="connsiteX2094" fmla="*/ 974407 w 1556860"/>
                <a:gd name="connsiteY2094" fmla="*/ 508635 h 558165"/>
                <a:gd name="connsiteX2095" fmla="*/ 968692 w 1556860"/>
                <a:gd name="connsiteY2095" fmla="*/ 514350 h 558165"/>
                <a:gd name="connsiteX2096" fmla="*/ 967263 w 1556860"/>
                <a:gd name="connsiteY2096" fmla="*/ 517207 h 558165"/>
                <a:gd name="connsiteX2097" fmla="*/ 966311 w 1556860"/>
                <a:gd name="connsiteY2097" fmla="*/ 521494 h 558165"/>
                <a:gd name="connsiteX2098" fmla="*/ 964882 w 1556860"/>
                <a:gd name="connsiteY2098" fmla="*/ 525780 h 558165"/>
                <a:gd name="connsiteX2099" fmla="*/ 965359 w 1556860"/>
                <a:gd name="connsiteY2099" fmla="*/ 527209 h 558165"/>
                <a:gd name="connsiteX2100" fmla="*/ 969169 w 1556860"/>
                <a:gd name="connsiteY2100" fmla="*/ 529590 h 558165"/>
                <a:gd name="connsiteX2101" fmla="*/ 968217 w 1556860"/>
                <a:gd name="connsiteY2101" fmla="*/ 531495 h 558165"/>
                <a:gd name="connsiteX2102" fmla="*/ 966788 w 1556860"/>
                <a:gd name="connsiteY2102" fmla="*/ 532924 h 558165"/>
                <a:gd name="connsiteX2103" fmla="*/ 965835 w 1556860"/>
                <a:gd name="connsiteY2103" fmla="*/ 534353 h 558165"/>
                <a:gd name="connsiteX2104" fmla="*/ 965359 w 1556860"/>
                <a:gd name="connsiteY2104" fmla="*/ 536257 h 558165"/>
                <a:gd name="connsiteX2105" fmla="*/ 966788 w 1556860"/>
                <a:gd name="connsiteY2105" fmla="*/ 537686 h 558165"/>
                <a:gd name="connsiteX2106" fmla="*/ 970121 w 1556860"/>
                <a:gd name="connsiteY2106" fmla="*/ 539115 h 558165"/>
                <a:gd name="connsiteX2107" fmla="*/ 973931 w 1556860"/>
                <a:gd name="connsiteY2107" fmla="*/ 539115 h 558165"/>
                <a:gd name="connsiteX2108" fmla="*/ 977742 w 1556860"/>
                <a:gd name="connsiteY2108" fmla="*/ 537686 h 558165"/>
                <a:gd name="connsiteX2109" fmla="*/ 984885 w 1556860"/>
                <a:gd name="connsiteY2109" fmla="*/ 533876 h 558165"/>
                <a:gd name="connsiteX2110" fmla="*/ 990123 w 1556860"/>
                <a:gd name="connsiteY2110" fmla="*/ 533400 h 558165"/>
                <a:gd name="connsiteX2111" fmla="*/ 993457 w 1556860"/>
                <a:gd name="connsiteY2111" fmla="*/ 532447 h 558165"/>
                <a:gd name="connsiteX2112" fmla="*/ 996315 w 1556860"/>
                <a:gd name="connsiteY2112" fmla="*/ 530542 h 558165"/>
                <a:gd name="connsiteX2113" fmla="*/ 999648 w 1556860"/>
                <a:gd name="connsiteY2113" fmla="*/ 527209 h 558165"/>
                <a:gd name="connsiteX2114" fmla="*/ 1003459 w 1556860"/>
                <a:gd name="connsiteY2114" fmla="*/ 524351 h 558165"/>
                <a:gd name="connsiteX2115" fmla="*/ 1008221 w 1556860"/>
                <a:gd name="connsiteY2115" fmla="*/ 519113 h 558165"/>
                <a:gd name="connsiteX2116" fmla="*/ 1012507 w 1556860"/>
                <a:gd name="connsiteY2116" fmla="*/ 515779 h 558165"/>
                <a:gd name="connsiteX2117" fmla="*/ 1013460 w 1556860"/>
                <a:gd name="connsiteY2117" fmla="*/ 512445 h 558165"/>
                <a:gd name="connsiteX2118" fmla="*/ 1015842 w 1556860"/>
                <a:gd name="connsiteY2118" fmla="*/ 510540 h 558165"/>
                <a:gd name="connsiteX2119" fmla="*/ 1014888 w 1556860"/>
                <a:gd name="connsiteY2119" fmla="*/ 506254 h 558165"/>
                <a:gd name="connsiteX2120" fmla="*/ 1013460 w 1556860"/>
                <a:gd name="connsiteY2120" fmla="*/ 504349 h 558165"/>
                <a:gd name="connsiteX2121" fmla="*/ 1012507 w 1556860"/>
                <a:gd name="connsiteY2121" fmla="*/ 503396 h 558165"/>
                <a:gd name="connsiteX2122" fmla="*/ 1012031 w 1556860"/>
                <a:gd name="connsiteY2122" fmla="*/ 501967 h 558165"/>
                <a:gd name="connsiteX2123" fmla="*/ 1012031 w 1556860"/>
                <a:gd name="connsiteY2123" fmla="*/ 500539 h 558165"/>
                <a:gd name="connsiteX2124" fmla="*/ 1012507 w 1556860"/>
                <a:gd name="connsiteY2124" fmla="*/ 500063 h 558165"/>
                <a:gd name="connsiteX2125" fmla="*/ 1016794 w 1556860"/>
                <a:gd name="connsiteY2125" fmla="*/ 500063 h 558165"/>
                <a:gd name="connsiteX2126" fmla="*/ 1018223 w 1556860"/>
                <a:gd name="connsiteY2126" fmla="*/ 497681 h 558165"/>
                <a:gd name="connsiteX2127" fmla="*/ 1018223 w 1556860"/>
                <a:gd name="connsiteY2127" fmla="*/ 494824 h 558165"/>
                <a:gd name="connsiteX2128" fmla="*/ 1016794 w 1556860"/>
                <a:gd name="connsiteY2128" fmla="*/ 493395 h 558165"/>
                <a:gd name="connsiteX2129" fmla="*/ 939165 w 1556860"/>
                <a:gd name="connsiteY2129" fmla="*/ 478155 h 558165"/>
                <a:gd name="connsiteX2130" fmla="*/ 937736 w 1556860"/>
                <a:gd name="connsiteY2130" fmla="*/ 475297 h 558165"/>
                <a:gd name="connsiteX2131" fmla="*/ 941069 w 1556860"/>
                <a:gd name="connsiteY2131" fmla="*/ 472916 h 558165"/>
                <a:gd name="connsiteX2132" fmla="*/ 942023 w 1556860"/>
                <a:gd name="connsiteY2132" fmla="*/ 471488 h 558165"/>
                <a:gd name="connsiteX2133" fmla="*/ 942975 w 1556860"/>
                <a:gd name="connsiteY2133" fmla="*/ 470535 h 558165"/>
                <a:gd name="connsiteX2134" fmla="*/ 944880 w 1556860"/>
                <a:gd name="connsiteY2134" fmla="*/ 469582 h 558165"/>
                <a:gd name="connsiteX2135" fmla="*/ 943927 w 1556860"/>
                <a:gd name="connsiteY2135" fmla="*/ 463391 h 558165"/>
                <a:gd name="connsiteX2136" fmla="*/ 942023 w 1556860"/>
                <a:gd name="connsiteY2136" fmla="*/ 461963 h 558165"/>
                <a:gd name="connsiteX2137" fmla="*/ 939642 w 1556860"/>
                <a:gd name="connsiteY2137" fmla="*/ 461486 h 558165"/>
                <a:gd name="connsiteX2138" fmla="*/ 937736 w 1556860"/>
                <a:gd name="connsiteY2138" fmla="*/ 462439 h 558165"/>
                <a:gd name="connsiteX2139" fmla="*/ 936784 w 1556860"/>
                <a:gd name="connsiteY2139" fmla="*/ 464344 h 558165"/>
                <a:gd name="connsiteX2140" fmla="*/ 942023 w 1556860"/>
                <a:gd name="connsiteY2140" fmla="*/ 465772 h 558165"/>
                <a:gd name="connsiteX2141" fmla="*/ 939642 w 1556860"/>
                <a:gd name="connsiteY2141" fmla="*/ 468630 h 558165"/>
                <a:gd name="connsiteX2142" fmla="*/ 936307 w 1556860"/>
                <a:gd name="connsiteY2142" fmla="*/ 470059 h 558165"/>
                <a:gd name="connsiteX2143" fmla="*/ 931544 w 1556860"/>
                <a:gd name="connsiteY2143" fmla="*/ 471488 h 558165"/>
                <a:gd name="connsiteX2144" fmla="*/ 930117 w 1556860"/>
                <a:gd name="connsiteY2144" fmla="*/ 472440 h 558165"/>
                <a:gd name="connsiteX2145" fmla="*/ 928688 w 1556860"/>
                <a:gd name="connsiteY2145" fmla="*/ 473869 h 558165"/>
                <a:gd name="connsiteX2146" fmla="*/ 927735 w 1556860"/>
                <a:gd name="connsiteY2146" fmla="*/ 475297 h 558165"/>
                <a:gd name="connsiteX2147" fmla="*/ 927259 w 1556860"/>
                <a:gd name="connsiteY2147" fmla="*/ 477203 h 558165"/>
                <a:gd name="connsiteX2148" fmla="*/ 926306 w 1556860"/>
                <a:gd name="connsiteY2148" fmla="*/ 478155 h 558165"/>
                <a:gd name="connsiteX2149" fmla="*/ 922496 w 1556860"/>
                <a:gd name="connsiteY2149" fmla="*/ 479107 h 558165"/>
                <a:gd name="connsiteX2150" fmla="*/ 920592 w 1556860"/>
                <a:gd name="connsiteY2150" fmla="*/ 479107 h 558165"/>
                <a:gd name="connsiteX2151" fmla="*/ 913923 w 1556860"/>
                <a:gd name="connsiteY2151" fmla="*/ 474821 h 558165"/>
                <a:gd name="connsiteX2152" fmla="*/ 912494 w 1556860"/>
                <a:gd name="connsiteY2152" fmla="*/ 473869 h 558165"/>
                <a:gd name="connsiteX2153" fmla="*/ 910590 w 1556860"/>
                <a:gd name="connsiteY2153" fmla="*/ 473392 h 558165"/>
                <a:gd name="connsiteX2154" fmla="*/ 908685 w 1556860"/>
                <a:gd name="connsiteY2154" fmla="*/ 474345 h 558165"/>
                <a:gd name="connsiteX2155" fmla="*/ 907256 w 1556860"/>
                <a:gd name="connsiteY2155" fmla="*/ 474821 h 558165"/>
                <a:gd name="connsiteX2156" fmla="*/ 903446 w 1556860"/>
                <a:gd name="connsiteY2156" fmla="*/ 475297 h 558165"/>
                <a:gd name="connsiteX2157" fmla="*/ 901065 w 1556860"/>
                <a:gd name="connsiteY2157" fmla="*/ 475297 h 558165"/>
                <a:gd name="connsiteX2158" fmla="*/ 898684 w 1556860"/>
                <a:gd name="connsiteY2158" fmla="*/ 475774 h 558165"/>
                <a:gd name="connsiteX2159" fmla="*/ 896779 w 1556860"/>
                <a:gd name="connsiteY2159" fmla="*/ 477203 h 558165"/>
                <a:gd name="connsiteX2160" fmla="*/ 894873 w 1556860"/>
                <a:gd name="connsiteY2160" fmla="*/ 477679 h 558165"/>
                <a:gd name="connsiteX2161" fmla="*/ 892969 w 1556860"/>
                <a:gd name="connsiteY2161" fmla="*/ 477203 h 558165"/>
                <a:gd name="connsiteX2162" fmla="*/ 890588 w 1556860"/>
                <a:gd name="connsiteY2162" fmla="*/ 476250 h 558165"/>
                <a:gd name="connsiteX2163" fmla="*/ 887254 w 1556860"/>
                <a:gd name="connsiteY2163" fmla="*/ 473869 h 558165"/>
                <a:gd name="connsiteX2164" fmla="*/ 882015 w 1556860"/>
                <a:gd name="connsiteY2164" fmla="*/ 471964 h 558165"/>
                <a:gd name="connsiteX2165" fmla="*/ 878205 w 1556860"/>
                <a:gd name="connsiteY2165" fmla="*/ 470059 h 558165"/>
                <a:gd name="connsiteX2166" fmla="*/ 873919 w 1556860"/>
                <a:gd name="connsiteY2166" fmla="*/ 468630 h 558165"/>
                <a:gd name="connsiteX2167" fmla="*/ 869156 w 1556860"/>
                <a:gd name="connsiteY2167" fmla="*/ 468630 h 558165"/>
                <a:gd name="connsiteX2168" fmla="*/ 867727 w 1556860"/>
                <a:gd name="connsiteY2168" fmla="*/ 468154 h 558165"/>
                <a:gd name="connsiteX2169" fmla="*/ 864394 w 1556860"/>
                <a:gd name="connsiteY2169" fmla="*/ 465772 h 558165"/>
                <a:gd name="connsiteX2170" fmla="*/ 862013 w 1556860"/>
                <a:gd name="connsiteY2170" fmla="*/ 466249 h 558165"/>
                <a:gd name="connsiteX2171" fmla="*/ 860107 w 1556860"/>
                <a:gd name="connsiteY2171" fmla="*/ 466249 h 558165"/>
                <a:gd name="connsiteX2172" fmla="*/ 858202 w 1556860"/>
                <a:gd name="connsiteY2172" fmla="*/ 465772 h 558165"/>
                <a:gd name="connsiteX2173" fmla="*/ 855821 w 1556860"/>
                <a:gd name="connsiteY2173" fmla="*/ 466249 h 558165"/>
                <a:gd name="connsiteX2174" fmla="*/ 851535 w 1556860"/>
                <a:gd name="connsiteY2174" fmla="*/ 467201 h 558165"/>
                <a:gd name="connsiteX2175" fmla="*/ 847248 w 1556860"/>
                <a:gd name="connsiteY2175" fmla="*/ 470059 h 558165"/>
                <a:gd name="connsiteX2176" fmla="*/ 842486 w 1556860"/>
                <a:gd name="connsiteY2176" fmla="*/ 471964 h 558165"/>
                <a:gd name="connsiteX2177" fmla="*/ 841057 w 1556860"/>
                <a:gd name="connsiteY2177" fmla="*/ 472440 h 558165"/>
                <a:gd name="connsiteX2178" fmla="*/ 839629 w 1556860"/>
                <a:gd name="connsiteY2178" fmla="*/ 471488 h 558165"/>
                <a:gd name="connsiteX2179" fmla="*/ 839152 w 1556860"/>
                <a:gd name="connsiteY2179" fmla="*/ 473392 h 558165"/>
                <a:gd name="connsiteX2180" fmla="*/ 838676 w 1556860"/>
                <a:gd name="connsiteY2180" fmla="*/ 475297 h 558165"/>
                <a:gd name="connsiteX2181" fmla="*/ 837723 w 1556860"/>
                <a:gd name="connsiteY2181" fmla="*/ 476726 h 558165"/>
                <a:gd name="connsiteX2182" fmla="*/ 837248 w 1556860"/>
                <a:gd name="connsiteY2182" fmla="*/ 478631 h 558165"/>
                <a:gd name="connsiteX2183" fmla="*/ 837248 w 1556860"/>
                <a:gd name="connsiteY2183" fmla="*/ 481013 h 558165"/>
                <a:gd name="connsiteX2184" fmla="*/ 838200 w 1556860"/>
                <a:gd name="connsiteY2184" fmla="*/ 483394 h 558165"/>
                <a:gd name="connsiteX2185" fmla="*/ 839629 w 1556860"/>
                <a:gd name="connsiteY2185" fmla="*/ 484822 h 558165"/>
                <a:gd name="connsiteX2186" fmla="*/ 840581 w 1556860"/>
                <a:gd name="connsiteY2186" fmla="*/ 486728 h 558165"/>
                <a:gd name="connsiteX2187" fmla="*/ 843915 w 1556860"/>
                <a:gd name="connsiteY2187" fmla="*/ 485299 h 558165"/>
                <a:gd name="connsiteX2188" fmla="*/ 847725 w 1556860"/>
                <a:gd name="connsiteY2188" fmla="*/ 484346 h 558165"/>
                <a:gd name="connsiteX2189" fmla="*/ 854392 w 1556860"/>
                <a:gd name="connsiteY2189" fmla="*/ 485775 h 558165"/>
                <a:gd name="connsiteX2190" fmla="*/ 862013 w 1556860"/>
                <a:gd name="connsiteY2190" fmla="*/ 485299 h 558165"/>
                <a:gd name="connsiteX2191" fmla="*/ 869632 w 1556860"/>
                <a:gd name="connsiteY2191" fmla="*/ 486728 h 558165"/>
                <a:gd name="connsiteX2192" fmla="*/ 876300 w 1556860"/>
                <a:gd name="connsiteY2192" fmla="*/ 489585 h 558165"/>
                <a:gd name="connsiteX2193" fmla="*/ 878205 w 1556860"/>
                <a:gd name="connsiteY2193" fmla="*/ 490061 h 558165"/>
                <a:gd name="connsiteX2194" fmla="*/ 880110 w 1556860"/>
                <a:gd name="connsiteY2194" fmla="*/ 489585 h 558165"/>
                <a:gd name="connsiteX2195" fmla="*/ 882015 w 1556860"/>
                <a:gd name="connsiteY2195" fmla="*/ 488632 h 558165"/>
                <a:gd name="connsiteX2196" fmla="*/ 883919 w 1556860"/>
                <a:gd name="connsiteY2196" fmla="*/ 488156 h 558165"/>
                <a:gd name="connsiteX2197" fmla="*/ 888682 w 1556860"/>
                <a:gd name="connsiteY2197" fmla="*/ 489109 h 558165"/>
                <a:gd name="connsiteX2198" fmla="*/ 891540 w 1556860"/>
                <a:gd name="connsiteY2198" fmla="*/ 485775 h 558165"/>
                <a:gd name="connsiteX2199" fmla="*/ 894398 w 1556860"/>
                <a:gd name="connsiteY2199" fmla="*/ 485775 h 558165"/>
                <a:gd name="connsiteX2200" fmla="*/ 897255 w 1556860"/>
                <a:gd name="connsiteY2200" fmla="*/ 486251 h 558165"/>
                <a:gd name="connsiteX2201" fmla="*/ 898684 w 1556860"/>
                <a:gd name="connsiteY2201" fmla="*/ 487204 h 558165"/>
                <a:gd name="connsiteX2202" fmla="*/ 899636 w 1556860"/>
                <a:gd name="connsiteY2202" fmla="*/ 488632 h 558165"/>
                <a:gd name="connsiteX2203" fmla="*/ 902494 w 1556860"/>
                <a:gd name="connsiteY2203" fmla="*/ 487680 h 558165"/>
                <a:gd name="connsiteX2204" fmla="*/ 905827 w 1556860"/>
                <a:gd name="connsiteY2204" fmla="*/ 487204 h 558165"/>
                <a:gd name="connsiteX2205" fmla="*/ 914400 w 1556860"/>
                <a:gd name="connsiteY2205" fmla="*/ 483394 h 558165"/>
                <a:gd name="connsiteX2206" fmla="*/ 917734 w 1556860"/>
                <a:gd name="connsiteY2206" fmla="*/ 482917 h 558165"/>
                <a:gd name="connsiteX2207" fmla="*/ 922496 w 1556860"/>
                <a:gd name="connsiteY2207" fmla="*/ 483394 h 558165"/>
                <a:gd name="connsiteX2208" fmla="*/ 925830 w 1556860"/>
                <a:gd name="connsiteY2208" fmla="*/ 483394 h 558165"/>
                <a:gd name="connsiteX2209" fmla="*/ 927735 w 1556860"/>
                <a:gd name="connsiteY2209" fmla="*/ 482917 h 558165"/>
                <a:gd name="connsiteX2210" fmla="*/ 930592 w 1556860"/>
                <a:gd name="connsiteY2210" fmla="*/ 481489 h 558165"/>
                <a:gd name="connsiteX2211" fmla="*/ 933450 w 1556860"/>
                <a:gd name="connsiteY2211" fmla="*/ 480536 h 558165"/>
                <a:gd name="connsiteX2212" fmla="*/ 938213 w 1556860"/>
                <a:gd name="connsiteY2212" fmla="*/ 479107 h 558165"/>
                <a:gd name="connsiteX2213" fmla="*/ 939642 w 1556860"/>
                <a:gd name="connsiteY2213" fmla="*/ 478631 h 558165"/>
                <a:gd name="connsiteX2214" fmla="*/ 939165 w 1556860"/>
                <a:gd name="connsiteY2214" fmla="*/ 478155 h 558165"/>
                <a:gd name="connsiteX2215" fmla="*/ 714375 w 1556860"/>
                <a:gd name="connsiteY2215" fmla="*/ 299561 h 558165"/>
                <a:gd name="connsiteX2216" fmla="*/ 710089 w 1556860"/>
                <a:gd name="connsiteY2216" fmla="*/ 302419 h 558165"/>
                <a:gd name="connsiteX2217" fmla="*/ 708184 w 1556860"/>
                <a:gd name="connsiteY2217" fmla="*/ 306229 h 558165"/>
                <a:gd name="connsiteX2218" fmla="*/ 706755 w 1556860"/>
                <a:gd name="connsiteY2218" fmla="*/ 311467 h 558165"/>
                <a:gd name="connsiteX2219" fmla="*/ 706755 w 1556860"/>
                <a:gd name="connsiteY2219" fmla="*/ 314325 h 558165"/>
                <a:gd name="connsiteX2220" fmla="*/ 708660 w 1556860"/>
                <a:gd name="connsiteY2220" fmla="*/ 318135 h 558165"/>
                <a:gd name="connsiteX2221" fmla="*/ 708184 w 1556860"/>
                <a:gd name="connsiteY2221" fmla="*/ 324326 h 558165"/>
                <a:gd name="connsiteX2222" fmla="*/ 709136 w 1556860"/>
                <a:gd name="connsiteY2222" fmla="*/ 325755 h 558165"/>
                <a:gd name="connsiteX2223" fmla="*/ 716280 w 1556860"/>
                <a:gd name="connsiteY2223" fmla="*/ 319564 h 558165"/>
                <a:gd name="connsiteX2224" fmla="*/ 715803 w 1556860"/>
                <a:gd name="connsiteY2224" fmla="*/ 318135 h 558165"/>
                <a:gd name="connsiteX2225" fmla="*/ 716756 w 1556860"/>
                <a:gd name="connsiteY2225" fmla="*/ 316230 h 558165"/>
                <a:gd name="connsiteX2226" fmla="*/ 716280 w 1556860"/>
                <a:gd name="connsiteY2226" fmla="*/ 314801 h 558165"/>
                <a:gd name="connsiteX2227" fmla="*/ 715327 w 1556860"/>
                <a:gd name="connsiteY2227" fmla="*/ 308610 h 558165"/>
                <a:gd name="connsiteX2228" fmla="*/ 715803 w 1556860"/>
                <a:gd name="connsiteY2228" fmla="*/ 307181 h 558165"/>
                <a:gd name="connsiteX2229" fmla="*/ 715327 w 1556860"/>
                <a:gd name="connsiteY2229" fmla="*/ 305753 h 558165"/>
                <a:gd name="connsiteX2230" fmla="*/ 714375 w 1556860"/>
                <a:gd name="connsiteY2230" fmla="*/ 303847 h 558165"/>
                <a:gd name="connsiteX2231" fmla="*/ 714851 w 1556860"/>
                <a:gd name="connsiteY2231" fmla="*/ 299085 h 558165"/>
                <a:gd name="connsiteX2232" fmla="*/ 714375 w 1556860"/>
                <a:gd name="connsiteY2232" fmla="*/ 299561 h 558165"/>
                <a:gd name="connsiteX2233" fmla="*/ 729615 w 1556860"/>
                <a:gd name="connsiteY2233" fmla="*/ 469582 h 558165"/>
                <a:gd name="connsiteX2234" fmla="*/ 728186 w 1556860"/>
                <a:gd name="connsiteY2234" fmla="*/ 468630 h 558165"/>
                <a:gd name="connsiteX2235" fmla="*/ 719614 w 1556860"/>
                <a:gd name="connsiteY2235" fmla="*/ 465772 h 558165"/>
                <a:gd name="connsiteX2236" fmla="*/ 716280 w 1556860"/>
                <a:gd name="connsiteY2236" fmla="*/ 466725 h 558165"/>
                <a:gd name="connsiteX2237" fmla="*/ 713422 w 1556860"/>
                <a:gd name="connsiteY2237" fmla="*/ 468630 h 558165"/>
                <a:gd name="connsiteX2238" fmla="*/ 708184 w 1556860"/>
                <a:gd name="connsiteY2238" fmla="*/ 473392 h 558165"/>
                <a:gd name="connsiteX2239" fmla="*/ 708660 w 1556860"/>
                <a:gd name="connsiteY2239" fmla="*/ 479107 h 558165"/>
                <a:gd name="connsiteX2240" fmla="*/ 708660 w 1556860"/>
                <a:gd name="connsiteY2240" fmla="*/ 483394 h 558165"/>
                <a:gd name="connsiteX2241" fmla="*/ 707231 w 1556860"/>
                <a:gd name="connsiteY2241" fmla="*/ 483870 h 558165"/>
                <a:gd name="connsiteX2242" fmla="*/ 703421 w 1556860"/>
                <a:gd name="connsiteY2242" fmla="*/ 483394 h 558165"/>
                <a:gd name="connsiteX2243" fmla="*/ 701992 w 1556860"/>
                <a:gd name="connsiteY2243" fmla="*/ 482917 h 558165"/>
                <a:gd name="connsiteX2244" fmla="*/ 701516 w 1556860"/>
                <a:gd name="connsiteY2244" fmla="*/ 484346 h 558165"/>
                <a:gd name="connsiteX2245" fmla="*/ 701992 w 1556860"/>
                <a:gd name="connsiteY2245" fmla="*/ 485775 h 558165"/>
                <a:gd name="connsiteX2246" fmla="*/ 707231 w 1556860"/>
                <a:gd name="connsiteY2246" fmla="*/ 487204 h 558165"/>
                <a:gd name="connsiteX2247" fmla="*/ 714375 w 1556860"/>
                <a:gd name="connsiteY2247" fmla="*/ 488632 h 558165"/>
                <a:gd name="connsiteX2248" fmla="*/ 716280 w 1556860"/>
                <a:gd name="connsiteY2248" fmla="*/ 488632 h 558165"/>
                <a:gd name="connsiteX2249" fmla="*/ 719138 w 1556860"/>
                <a:gd name="connsiteY2249" fmla="*/ 489585 h 558165"/>
                <a:gd name="connsiteX2250" fmla="*/ 726281 w 1556860"/>
                <a:gd name="connsiteY2250" fmla="*/ 488156 h 558165"/>
                <a:gd name="connsiteX2251" fmla="*/ 725328 w 1556860"/>
                <a:gd name="connsiteY2251" fmla="*/ 487204 h 558165"/>
                <a:gd name="connsiteX2252" fmla="*/ 723900 w 1556860"/>
                <a:gd name="connsiteY2252" fmla="*/ 486251 h 558165"/>
                <a:gd name="connsiteX2253" fmla="*/ 728186 w 1556860"/>
                <a:gd name="connsiteY2253" fmla="*/ 479107 h 558165"/>
                <a:gd name="connsiteX2254" fmla="*/ 731520 w 1556860"/>
                <a:gd name="connsiteY2254" fmla="*/ 471488 h 558165"/>
                <a:gd name="connsiteX2255" fmla="*/ 731044 w 1556860"/>
                <a:gd name="connsiteY2255" fmla="*/ 469582 h 558165"/>
                <a:gd name="connsiteX2256" fmla="*/ 729615 w 1556860"/>
                <a:gd name="connsiteY2256" fmla="*/ 469582 h 558165"/>
                <a:gd name="connsiteX2257" fmla="*/ 758666 w 1556860"/>
                <a:gd name="connsiteY2257" fmla="*/ 471964 h 558165"/>
                <a:gd name="connsiteX2258" fmla="*/ 759619 w 1556860"/>
                <a:gd name="connsiteY2258" fmla="*/ 471964 h 558165"/>
                <a:gd name="connsiteX2259" fmla="*/ 763428 w 1556860"/>
                <a:gd name="connsiteY2259" fmla="*/ 465772 h 558165"/>
                <a:gd name="connsiteX2260" fmla="*/ 763428 w 1556860"/>
                <a:gd name="connsiteY2260" fmla="*/ 464344 h 558165"/>
                <a:gd name="connsiteX2261" fmla="*/ 759619 w 1556860"/>
                <a:gd name="connsiteY2261" fmla="*/ 464344 h 558165"/>
                <a:gd name="connsiteX2262" fmla="*/ 757714 w 1556860"/>
                <a:gd name="connsiteY2262" fmla="*/ 465296 h 558165"/>
                <a:gd name="connsiteX2263" fmla="*/ 757238 w 1556860"/>
                <a:gd name="connsiteY2263" fmla="*/ 467201 h 558165"/>
                <a:gd name="connsiteX2264" fmla="*/ 758190 w 1556860"/>
                <a:gd name="connsiteY2264" fmla="*/ 469582 h 558165"/>
                <a:gd name="connsiteX2265" fmla="*/ 757714 w 1556860"/>
                <a:gd name="connsiteY2265" fmla="*/ 471011 h 558165"/>
                <a:gd name="connsiteX2266" fmla="*/ 758666 w 1556860"/>
                <a:gd name="connsiteY2266" fmla="*/ 471964 h 558165"/>
                <a:gd name="connsiteX2267" fmla="*/ 732472 w 1556860"/>
                <a:gd name="connsiteY2267" fmla="*/ 230981 h 558165"/>
                <a:gd name="connsiteX2268" fmla="*/ 731520 w 1556860"/>
                <a:gd name="connsiteY2268" fmla="*/ 229076 h 558165"/>
                <a:gd name="connsiteX2269" fmla="*/ 731520 w 1556860"/>
                <a:gd name="connsiteY2269" fmla="*/ 227171 h 558165"/>
                <a:gd name="connsiteX2270" fmla="*/ 731996 w 1556860"/>
                <a:gd name="connsiteY2270" fmla="*/ 225266 h 558165"/>
                <a:gd name="connsiteX2271" fmla="*/ 732472 w 1556860"/>
                <a:gd name="connsiteY2271" fmla="*/ 227647 h 558165"/>
                <a:gd name="connsiteX2272" fmla="*/ 733901 w 1556860"/>
                <a:gd name="connsiteY2272" fmla="*/ 230029 h 558165"/>
                <a:gd name="connsiteX2273" fmla="*/ 735806 w 1556860"/>
                <a:gd name="connsiteY2273" fmla="*/ 230981 h 558165"/>
                <a:gd name="connsiteX2274" fmla="*/ 738188 w 1556860"/>
                <a:gd name="connsiteY2274" fmla="*/ 230981 h 558165"/>
                <a:gd name="connsiteX2275" fmla="*/ 741045 w 1556860"/>
                <a:gd name="connsiteY2275" fmla="*/ 229553 h 558165"/>
                <a:gd name="connsiteX2276" fmla="*/ 743426 w 1556860"/>
                <a:gd name="connsiteY2276" fmla="*/ 227171 h 558165"/>
                <a:gd name="connsiteX2277" fmla="*/ 745807 w 1556860"/>
                <a:gd name="connsiteY2277" fmla="*/ 223838 h 558165"/>
                <a:gd name="connsiteX2278" fmla="*/ 749141 w 1556860"/>
                <a:gd name="connsiteY2278" fmla="*/ 220980 h 558165"/>
                <a:gd name="connsiteX2279" fmla="*/ 752951 w 1556860"/>
                <a:gd name="connsiteY2279" fmla="*/ 219075 h 558165"/>
                <a:gd name="connsiteX2280" fmla="*/ 758666 w 1556860"/>
                <a:gd name="connsiteY2280" fmla="*/ 216694 h 558165"/>
                <a:gd name="connsiteX2281" fmla="*/ 760095 w 1556860"/>
                <a:gd name="connsiteY2281" fmla="*/ 215741 h 558165"/>
                <a:gd name="connsiteX2282" fmla="*/ 760571 w 1556860"/>
                <a:gd name="connsiteY2282" fmla="*/ 214313 h 558165"/>
                <a:gd name="connsiteX2283" fmla="*/ 760095 w 1556860"/>
                <a:gd name="connsiteY2283" fmla="*/ 212407 h 558165"/>
                <a:gd name="connsiteX2284" fmla="*/ 759619 w 1556860"/>
                <a:gd name="connsiteY2284" fmla="*/ 208121 h 558165"/>
                <a:gd name="connsiteX2285" fmla="*/ 756761 w 1556860"/>
                <a:gd name="connsiteY2285" fmla="*/ 200501 h 558165"/>
                <a:gd name="connsiteX2286" fmla="*/ 756761 w 1556860"/>
                <a:gd name="connsiteY2286" fmla="*/ 196215 h 558165"/>
                <a:gd name="connsiteX2287" fmla="*/ 758666 w 1556860"/>
                <a:gd name="connsiteY2287" fmla="*/ 181451 h 558165"/>
                <a:gd name="connsiteX2288" fmla="*/ 759619 w 1556860"/>
                <a:gd name="connsiteY2288" fmla="*/ 178117 h 558165"/>
                <a:gd name="connsiteX2289" fmla="*/ 766286 w 1556860"/>
                <a:gd name="connsiteY2289" fmla="*/ 165259 h 558165"/>
                <a:gd name="connsiteX2290" fmla="*/ 767239 w 1556860"/>
                <a:gd name="connsiteY2290" fmla="*/ 164306 h 558165"/>
                <a:gd name="connsiteX2291" fmla="*/ 769620 w 1556860"/>
                <a:gd name="connsiteY2291" fmla="*/ 163354 h 558165"/>
                <a:gd name="connsiteX2292" fmla="*/ 772001 w 1556860"/>
                <a:gd name="connsiteY2292" fmla="*/ 161925 h 558165"/>
                <a:gd name="connsiteX2293" fmla="*/ 773430 w 1556860"/>
                <a:gd name="connsiteY2293" fmla="*/ 160020 h 558165"/>
                <a:gd name="connsiteX2294" fmla="*/ 773906 w 1556860"/>
                <a:gd name="connsiteY2294" fmla="*/ 157639 h 558165"/>
                <a:gd name="connsiteX2295" fmla="*/ 772953 w 1556860"/>
                <a:gd name="connsiteY2295" fmla="*/ 155257 h 558165"/>
                <a:gd name="connsiteX2296" fmla="*/ 771525 w 1556860"/>
                <a:gd name="connsiteY2296" fmla="*/ 152876 h 558165"/>
                <a:gd name="connsiteX2297" fmla="*/ 774859 w 1556860"/>
                <a:gd name="connsiteY2297" fmla="*/ 154781 h 558165"/>
                <a:gd name="connsiteX2298" fmla="*/ 777716 w 1556860"/>
                <a:gd name="connsiteY2298" fmla="*/ 158591 h 558165"/>
                <a:gd name="connsiteX2299" fmla="*/ 781050 w 1556860"/>
                <a:gd name="connsiteY2299" fmla="*/ 160496 h 558165"/>
                <a:gd name="connsiteX2300" fmla="*/ 784860 w 1556860"/>
                <a:gd name="connsiteY2300" fmla="*/ 161449 h 558165"/>
                <a:gd name="connsiteX2301" fmla="*/ 792480 w 1556860"/>
                <a:gd name="connsiteY2301" fmla="*/ 162401 h 558165"/>
                <a:gd name="connsiteX2302" fmla="*/ 800100 w 1556860"/>
                <a:gd name="connsiteY2302" fmla="*/ 161449 h 558165"/>
                <a:gd name="connsiteX2303" fmla="*/ 804863 w 1556860"/>
                <a:gd name="connsiteY2303" fmla="*/ 160020 h 558165"/>
                <a:gd name="connsiteX2304" fmla="*/ 808196 w 1556860"/>
                <a:gd name="connsiteY2304" fmla="*/ 156686 h 558165"/>
                <a:gd name="connsiteX2305" fmla="*/ 807244 w 1556860"/>
                <a:gd name="connsiteY2305" fmla="*/ 154781 h 558165"/>
                <a:gd name="connsiteX2306" fmla="*/ 803434 w 1556860"/>
                <a:gd name="connsiteY2306" fmla="*/ 152876 h 558165"/>
                <a:gd name="connsiteX2307" fmla="*/ 796290 w 1556860"/>
                <a:gd name="connsiteY2307" fmla="*/ 145256 h 558165"/>
                <a:gd name="connsiteX2308" fmla="*/ 790575 w 1556860"/>
                <a:gd name="connsiteY2308" fmla="*/ 141922 h 558165"/>
                <a:gd name="connsiteX2309" fmla="*/ 780097 w 1556860"/>
                <a:gd name="connsiteY2309" fmla="*/ 134303 h 558165"/>
                <a:gd name="connsiteX2310" fmla="*/ 777716 w 1556860"/>
                <a:gd name="connsiteY2310" fmla="*/ 132397 h 558165"/>
                <a:gd name="connsiteX2311" fmla="*/ 772477 w 1556860"/>
                <a:gd name="connsiteY2311" fmla="*/ 126682 h 558165"/>
                <a:gd name="connsiteX2312" fmla="*/ 770096 w 1556860"/>
                <a:gd name="connsiteY2312" fmla="*/ 123349 h 558165"/>
                <a:gd name="connsiteX2313" fmla="*/ 769144 w 1556860"/>
                <a:gd name="connsiteY2313" fmla="*/ 122396 h 558165"/>
                <a:gd name="connsiteX2314" fmla="*/ 767715 w 1556860"/>
                <a:gd name="connsiteY2314" fmla="*/ 121444 h 558165"/>
                <a:gd name="connsiteX2315" fmla="*/ 771048 w 1556860"/>
                <a:gd name="connsiteY2315" fmla="*/ 120491 h 558165"/>
                <a:gd name="connsiteX2316" fmla="*/ 771525 w 1556860"/>
                <a:gd name="connsiteY2316" fmla="*/ 119539 h 558165"/>
                <a:gd name="connsiteX2317" fmla="*/ 773906 w 1556860"/>
                <a:gd name="connsiteY2317" fmla="*/ 117157 h 558165"/>
                <a:gd name="connsiteX2318" fmla="*/ 776764 w 1556860"/>
                <a:gd name="connsiteY2318" fmla="*/ 115253 h 558165"/>
                <a:gd name="connsiteX2319" fmla="*/ 777716 w 1556860"/>
                <a:gd name="connsiteY2319" fmla="*/ 113824 h 558165"/>
                <a:gd name="connsiteX2320" fmla="*/ 777716 w 1556860"/>
                <a:gd name="connsiteY2320" fmla="*/ 111919 h 558165"/>
                <a:gd name="connsiteX2321" fmla="*/ 776764 w 1556860"/>
                <a:gd name="connsiteY2321" fmla="*/ 110014 h 558165"/>
                <a:gd name="connsiteX2322" fmla="*/ 771525 w 1556860"/>
                <a:gd name="connsiteY2322" fmla="*/ 104299 h 558165"/>
                <a:gd name="connsiteX2323" fmla="*/ 768667 w 1556860"/>
                <a:gd name="connsiteY2323" fmla="*/ 100013 h 558165"/>
                <a:gd name="connsiteX2324" fmla="*/ 768191 w 1556860"/>
                <a:gd name="connsiteY2324" fmla="*/ 97631 h 558165"/>
                <a:gd name="connsiteX2325" fmla="*/ 766763 w 1556860"/>
                <a:gd name="connsiteY2325" fmla="*/ 96679 h 558165"/>
                <a:gd name="connsiteX2326" fmla="*/ 763905 w 1556860"/>
                <a:gd name="connsiteY2326" fmla="*/ 95726 h 558165"/>
                <a:gd name="connsiteX2327" fmla="*/ 762952 w 1556860"/>
                <a:gd name="connsiteY2327" fmla="*/ 95250 h 558165"/>
                <a:gd name="connsiteX2328" fmla="*/ 763905 w 1556860"/>
                <a:gd name="connsiteY2328" fmla="*/ 94297 h 558165"/>
                <a:gd name="connsiteX2329" fmla="*/ 764857 w 1556860"/>
                <a:gd name="connsiteY2329" fmla="*/ 93345 h 558165"/>
                <a:gd name="connsiteX2330" fmla="*/ 762952 w 1556860"/>
                <a:gd name="connsiteY2330" fmla="*/ 92392 h 558165"/>
                <a:gd name="connsiteX2331" fmla="*/ 760571 w 1556860"/>
                <a:gd name="connsiteY2331" fmla="*/ 91916 h 558165"/>
                <a:gd name="connsiteX2332" fmla="*/ 762952 w 1556860"/>
                <a:gd name="connsiteY2332" fmla="*/ 90964 h 558165"/>
                <a:gd name="connsiteX2333" fmla="*/ 762000 w 1556860"/>
                <a:gd name="connsiteY2333" fmla="*/ 89059 h 558165"/>
                <a:gd name="connsiteX2334" fmla="*/ 762000 w 1556860"/>
                <a:gd name="connsiteY2334" fmla="*/ 87154 h 558165"/>
                <a:gd name="connsiteX2335" fmla="*/ 760571 w 1556860"/>
                <a:gd name="connsiteY2335" fmla="*/ 86201 h 558165"/>
                <a:gd name="connsiteX2336" fmla="*/ 758666 w 1556860"/>
                <a:gd name="connsiteY2336" fmla="*/ 86201 h 558165"/>
                <a:gd name="connsiteX2337" fmla="*/ 755809 w 1556860"/>
                <a:gd name="connsiteY2337" fmla="*/ 84296 h 558165"/>
                <a:gd name="connsiteX2338" fmla="*/ 753427 w 1556860"/>
                <a:gd name="connsiteY2338" fmla="*/ 83344 h 558165"/>
                <a:gd name="connsiteX2339" fmla="*/ 752475 w 1556860"/>
                <a:gd name="connsiteY2339" fmla="*/ 81439 h 558165"/>
                <a:gd name="connsiteX2340" fmla="*/ 754380 w 1556860"/>
                <a:gd name="connsiteY2340" fmla="*/ 77153 h 558165"/>
                <a:gd name="connsiteX2341" fmla="*/ 752951 w 1556860"/>
                <a:gd name="connsiteY2341" fmla="*/ 75247 h 558165"/>
                <a:gd name="connsiteX2342" fmla="*/ 746760 w 1556860"/>
                <a:gd name="connsiteY2342" fmla="*/ 69532 h 558165"/>
                <a:gd name="connsiteX2343" fmla="*/ 744855 w 1556860"/>
                <a:gd name="connsiteY2343" fmla="*/ 69056 h 558165"/>
                <a:gd name="connsiteX2344" fmla="*/ 742950 w 1556860"/>
                <a:gd name="connsiteY2344" fmla="*/ 68580 h 558165"/>
                <a:gd name="connsiteX2345" fmla="*/ 746760 w 1556860"/>
                <a:gd name="connsiteY2345" fmla="*/ 68104 h 558165"/>
                <a:gd name="connsiteX2346" fmla="*/ 750570 w 1556860"/>
                <a:gd name="connsiteY2346" fmla="*/ 68104 h 558165"/>
                <a:gd name="connsiteX2347" fmla="*/ 756285 w 1556860"/>
                <a:gd name="connsiteY2347" fmla="*/ 68580 h 558165"/>
                <a:gd name="connsiteX2348" fmla="*/ 757714 w 1556860"/>
                <a:gd name="connsiteY2348" fmla="*/ 67151 h 558165"/>
                <a:gd name="connsiteX2349" fmla="*/ 758190 w 1556860"/>
                <a:gd name="connsiteY2349" fmla="*/ 64770 h 558165"/>
                <a:gd name="connsiteX2350" fmla="*/ 760095 w 1556860"/>
                <a:gd name="connsiteY2350" fmla="*/ 66675 h 558165"/>
                <a:gd name="connsiteX2351" fmla="*/ 762000 w 1556860"/>
                <a:gd name="connsiteY2351" fmla="*/ 68104 h 558165"/>
                <a:gd name="connsiteX2352" fmla="*/ 764857 w 1556860"/>
                <a:gd name="connsiteY2352" fmla="*/ 67628 h 558165"/>
                <a:gd name="connsiteX2353" fmla="*/ 766763 w 1556860"/>
                <a:gd name="connsiteY2353" fmla="*/ 66199 h 558165"/>
                <a:gd name="connsiteX2354" fmla="*/ 766286 w 1556860"/>
                <a:gd name="connsiteY2354" fmla="*/ 64770 h 558165"/>
                <a:gd name="connsiteX2355" fmla="*/ 765334 w 1556860"/>
                <a:gd name="connsiteY2355" fmla="*/ 63341 h 558165"/>
                <a:gd name="connsiteX2356" fmla="*/ 765334 w 1556860"/>
                <a:gd name="connsiteY2356" fmla="*/ 62389 h 558165"/>
                <a:gd name="connsiteX2357" fmla="*/ 762476 w 1556860"/>
                <a:gd name="connsiteY2357" fmla="*/ 59531 h 558165"/>
                <a:gd name="connsiteX2358" fmla="*/ 760095 w 1556860"/>
                <a:gd name="connsiteY2358" fmla="*/ 57626 h 558165"/>
                <a:gd name="connsiteX2359" fmla="*/ 760095 w 1556860"/>
                <a:gd name="connsiteY2359" fmla="*/ 55721 h 558165"/>
                <a:gd name="connsiteX2360" fmla="*/ 756761 w 1556860"/>
                <a:gd name="connsiteY2360" fmla="*/ 52864 h 558165"/>
                <a:gd name="connsiteX2361" fmla="*/ 757714 w 1556860"/>
                <a:gd name="connsiteY2361" fmla="*/ 50959 h 558165"/>
                <a:gd name="connsiteX2362" fmla="*/ 760095 w 1556860"/>
                <a:gd name="connsiteY2362" fmla="*/ 50006 h 558165"/>
                <a:gd name="connsiteX2363" fmla="*/ 760571 w 1556860"/>
                <a:gd name="connsiteY2363" fmla="*/ 49530 h 558165"/>
                <a:gd name="connsiteX2364" fmla="*/ 759142 w 1556860"/>
                <a:gd name="connsiteY2364" fmla="*/ 49530 h 558165"/>
                <a:gd name="connsiteX2365" fmla="*/ 756285 w 1556860"/>
                <a:gd name="connsiteY2365" fmla="*/ 48578 h 558165"/>
                <a:gd name="connsiteX2366" fmla="*/ 750570 w 1556860"/>
                <a:gd name="connsiteY2366" fmla="*/ 44767 h 558165"/>
                <a:gd name="connsiteX2367" fmla="*/ 744378 w 1556860"/>
                <a:gd name="connsiteY2367" fmla="*/ 43339 h 558165"/>
                <a:gd name="connsiteX2368" fmla="*/ 735806 w 1556860"/>
                <a:gd name="connsiteY2368" fmla="*/ 43339 h 558165"/>
                <a:gd name="connsiteX2369" fmla="*/ 731044 w 1556860"/>
                <a:gd name="connsiteY2369" fmla="*/ 42863 h 558165"/>
                <a:gd name="connsiteX2370" fmla="*/ 729139 w 1556860"/>
                <a:gd name="connsiteY2370" fmla="*/ 43339 h 558165"/>
                <a:gd name="connsiteX2371" fmla="*/ 727234 w 1556860"/>
                <a:gd name="connsiteY2371" fmla="*/ 43339 h 558165"/>
                <a:gd name="connsiteX2372" fmla="*/ 725805 w 1556860"/>
                <a:gd name="connsiteY2372" fmla="*/ 42386 h 558165"/>
                <a:gd name="connsiteX2373" fmla="*/ 724376 w 1556860"/>
                <a:gd name="connsiteY2373" fmla="*/ 41910 h 558165"/>
                <a:gd name="connsiteX2374" fmla="*/ 721042 w 1556860"/>
                <a:gd name="connsiteY2374" fmla="*/ 43815 h 558165"/>
                <a:gd name="connsiteX2375" fmla="*/ 719614 w 1556860"/>
                <a:gd name="connsiteY2375" fmla="*/ 43339 h 558165"/>
                <a:gd name="connsiteX2376" fmla="*/ 718185 w 1556860"/>
                <a:gd name="connsiteY2376" fmla="*/ 42386 h 558165"/>
                <a:gd name="connsiteX2377" fmla="*/ 715327 w 1556860"/>
                <a:gd name="connsiteY2377" fmla="*/ 41910 h 558165"/>
                <a:gd name="connsiteX2378" fmla="*/ 711994 w 1556860"/>
                <a:gd name="connsiteY2378" fmla="*/ 42386 h 558165"/>
                <a:gd name="connsiteX2379" fmla="*/ 708184 w 1556860"/>
                <a:gd name="connsiteY2379" fmla="*/ 44767 h 558165"/>
                <a:gd name="connsiteX2380" fmla="*/ 703897 w 1556860"/>
                <a:gd name="connsiteY2380" fmla="*/ 42863 h 558165"/>
                <a:gd name="connsiteX2381" fmla="*/ 702469 w 1556860"/>
                <a:gd name="connsiteY2381" fmla="*/ 42863 h 558165"/>
                <a:gd name="connsiteX2382" fmla="*/ 701516 w 1556860"/>
                <a:gd name="connsiteY2382" fmla="*/ 43339 h 558165"/>
                <a:gd name="connsiteX2383" fmla="*/ 699611 w 1556860"/>
                <a:gd name="connsiteY2383" fmla="*/ 46196 h 558165"/>
                <a:gd name="connsiteX2384" fmla="*/ 696277 w 1556860"/>
                <a:gd name="connsiteY2384" fmla="*/ 48101 h 558165"/>
                <a:gd name="connsiteX2385" fmla="*/ 694372 w 1556860"/>
                <a:gd name="connsiteY2385" fmla="*/ 51911 h 558165"/>
                <a:gd name="connsiteX2386" fmla="*/ 693420 w 1556860"/>
                <a:gd name="connsiteY2386" fmla="*/ 55721 h 558165"/>
                <a:gd name="connsiteX2387" fmla="*/ 692467 w 1556860"/>
                <a:gd name="connsiteY2387" fmla="*/ 57150 h 558165"/>
                <a:gd name="connsiteX2388" fmla="*/ 691991 w 1556860"/>
                <a:gd name="connsiteY2388" fmla="*/ 64294 h 558165"/>
                <a:gd name="connsiteX2389" fmla="*/ 691515 w 1556860"/>
                <a:gd name="connsiteY2389" fmla="*/ 67628 h 558165"/>
                <a:gd name="connsiteX2390" fmla="*/ 692467 w 1556860"/>
                <a:gd name="connsiteY2390" fmla="*/ 71914 h 558165"/>
                <a:gd name="connsiteX2391" fmla="*/ 692467 w 1556860"/>
                <a:gd name="connsiteY2391" fmla="*/ 73819 h 558165"/>
                <a:gd name="connsiteX2392" fmla="*/ 691039 w 1556860"/>
                <a:gd name="connsiteY2392" fmla="*/ 76676 h 558165"/>
                <a:gd name="connsiteX2393" fmla="*/ 691039 w 1556860"/>
                <a:gd name="connsiteY2393" fmla="*/ 77153 h 558165"/>
                <a:gd name="connsiteX2394" fmla="*/ 690086 w 1556860"/>
                <a:gd name="connsiteY2394" fmla="*/ 81439 h 558165"/>
                <a:gd name="connsiteX2395" fmla="*/ 690563 w 1556860"/>
                <a:gd name="connsiteY2395" fmla="*/ 82867 h 558165"/>
                <a:gd name="connsiteX2396" fmla="*/ 690563 w 1556860"/>
                <a:gd name="connsiteY2396" fmla="*/ 84296 h 558165"/>
                <a:gd name="connsiteX2397" fmla="*/ 689134 w 1556860"/>
                <a:gd name="connsiteY2397" fmla="*/ 87630 h 558165"/>
                <a:gd name="connsiteX2398" fmla="*/ 686752 w 1556860"/>
                <a:gd name="connsiteY2398" fmla="*/ 88582 h 558165"/>
                <a:gd name="connsiteX2399" fmla="*/ 684371 w 1556860"/>
                <a:gd name="connsiteY2399" fmla="*/ 89059 h 558165"/>
                <a:gd name="connsiteX2400" fmla="*/ 681990 w 1556860"/>
                <a:gd name="connsiteY2400" fmla="*/ 88106 h 558165"/>
                <a:gd name="connsiteX2401" fmla="*/ 680085 w 1556860"/>
                <a:gd name="connsiteY2401" fmla="*/ 90011 h 558165"/>
                <a:gd name="connsiteX2402" fmla="*/ 677703 w 1556860"/>
                <a:gd name="connsiteY2402" fmla="*/ 92869 h 558165"/>
                <a:gd name="connsiteX2403" fmla="*/ 676751 w 1556860"/>
                <a:gd name="connsiteY2403" fmla="*/ 94774 h 558165"/>
                <a:gd name="connsiteX2404" fmla="*/ 676751 w 1556860"/>
                <a:gd name="connsiteY2404" fmla="*/ 96679 h 558165"/>
                <a:gd name="connsiteX2405" fmla="*/ 677227 w 1556860"/>
                <a:gd name="connsiteY2405" fmla="*/ 97631 h 558165"/>
                <a:gd name="connsiteX2406" fmla="*/ 676751 w 1556860"/>
                <a:gd name="connsiteY2406" fmla="*/ 98584 h 558165"/>
                <a:gd name="connsiteX2407" fmla="*/ 676751 w 1556860"/>
                <a:gd name="connsiteY2407" fmla="*/ 100013 h 558165"/>
                <a:gd name="connsiteX2408" fmla="*/ 676751 w 1556860"/>
                <a:gd name="connsiteY2408" fmla="*/ 101917 h 558165"/>
                <a:gd name="connsiteX2409" fmla="*/ 678656 w 1556860"/>
                <a:gd name="connsiteY2409" fmla="*/ 102870 h 558165"/>
                <a:gd name="connsiteX2410" fmla="*/ 680561 w 1556860"/>
                <a:gd name="connsiteY2410" fmla="*/ 104299 h 558165"/>
                <a:gd name="connsiteX2411" fmla="*/ 680561 w 1556860"/>
                <a:gd name="connsiteY2411" fmla="*/ 105728 h 558165"/>
                <a:gd name="connsiteX2412" fmla="*/ 679609 w 1556860"/>
                <a:gd name="connsiteY2412" fmla="*/ 106680 h 558165"/>
                <a:gd name="connsiteX2413" fmla="*/ 677227 w 1556860"/>
                <a:gd name="connsiteY2413" fmla="*/ 108109 h 558165"/>
                <a:gd name="connsiteX2414" fmla="*/ 673417 w 1556860"/>
                <a:gd name="connsiteY2414" fmla="*/ 111442 h 558165"/>
                <a:gd name="connsiteX2415" fmla="*/ 669131 w 1556860"/>
                <a:gd name="connsiteY2415" fmla="*/ 114300 h 558165"/>
                <a:gd name="connsiteX2416" fmla="*/ 667226 w 1556860"/>
                <a:gd name="connsiteY2416" fmla="*/ 114776 h 558165"/>
                <a:gd name="connsiteX2417" fmla="*/ 666750 w 1556860"/>
                <a:gd name="connsiteY2417" fmla="*/ 116205 h 558165"/>
                <a:gd name="connsiteX2418" fmla="*/ 666273 w 1556860"/>
                <a:gd name="connsiteY2418" fmla="*/ 118110 h 558165"/>
                <a:gd name="connsiteX2419" fmla="*/ 667226 w 1556860"/>
                <a:gd name="connsiteY2419" fmla="*/ 121920 h 558165"/>
                <a:gd name="connsiteX2420" fmla="*/ 668178 w 1556860"/>
                <a:gd name="connsiteY2420" fmla="*/ 122872 h 558165"/>
                <a:gd name="connsiteX2421" fmla="*/ 668655 w 1556860"/>
                <a:gd name="connsiteY2421" fmla="*/ 124301 h 558165"/>
                <a:gd name="connsiteX2422" fmla="*/ 668178 w 1556860"/>
                <a:gd name="connsiteY2422" fmla="*/ 125730 h 558165"/>
                <a:gd name="connsiteX2423" fmla="*/ 667702 w 1556860"/>
                <a:gd name="connsiteY2423" fmla="*/ 127159 h 558165"/>
                <a:gd name="connsiteX2424" fmla="*/ 666273 w 1556860"/>
                <a:gd name="connsiteY2424" fmla="*/ 128111 h 558165"/>
                <a:gd name="connsiteX2425" fmla="*/ 664845 w 1556860"/>
                <a:gd name="connsiteY2425" fmla="*/ 128588 h 558165"/>
                <a:gd name="connsiteX2426" fmla="*/ 664369 w 1556860"/>
                <a:gd name="connsiteY2426" fmla="*/ 129540 h 558165"/>
                <a:gd name="connsiteX2427" fmla="*/ 663416 w 1556860"/>
                <a:gd name="connsiteY2427" fmla="*/ 133826 h 558165"/>
                <a:gd name="connsiteX2428" fmla="*/ 662464 w 1556860"/>
                <a:gd name="connsiteY2428" fmla="*/ 136207 h 558165"/>
                <a:gd name="connsiteX2429" fmla="*/ 660082 w 1556860"/>
                <a:gd name="connsiteY2429" fmla="*/ 139541 h 558165"/>
                <a:gd name="connsiteX2430" fmla="*/ 659130 w 1556860"/>
                <a:gd name="connsiteY2430" fmla="*/ 140970 h 558165"/>
                <a:gd name="connsiteX2431" fmla="*/ 658177 w 1556860"/>
                <a:gd name="connsiteY2431" fmla="*/ 141446 h 558165"/>
                <a:gd name="connsiteX2432" fmla="*/ 653891 w 1556860"/>
                <a:gd name="connsiteY2432" fmla="*/ 140017 h 558165"/>
                <a:gd name="connsiteX2433" fmla="*/ 650081 w 1556860"/>
                <a:gd name="connsiteY2433" fmla="*/ 140970 h 558165"/>
                <a:gd name="connsiteX2434" fmla="*/ 644842 w 1556860"/>
                <a:gd name="connsiteY2434" fmla="*/ 141446 h 558165"/>
                <a:gd name="connsiteX2435" fmla="*/ 640556 w 1556860"/>
                <a:gd name="connsiteY2435" fmla="*/ 141446 h 558165"/>
                <a:gd name="connsiteX2436" fmla="*/ 637222 w 1556860"/>
                <a:gd name="connsiteY2436" fmla="*/ 141922 h 558165"/>
                <a:gd name="connsiteX2437" fmla="*/ 634841 w 1556860"/>
                <a:gd name="connsiteY2437" fmla="*/ 143828 h 558165"/>
                <a:gd name="connsiteX2438" fmla="*/ 632460 w 1556860"/>
                <a:gd name="connsiteY2438" fmla="*/ 146209 h 558165"/>
                <a:gd name="connsiteX2439" fmla="*/ 629602 w 1556860"/>
                <a:gd name="connsiteY2439" fmla="*/ 148114 h 558165"/>
                <a:gd name="connsiteX2440" fmla="*/ 627697 w 1556860"/>
                <a:gd name="connsiteY2440" fmla="*/ 149066 h 558165"/>
                <a:gd name="connsiteX2441" fmla="*/ 623888 w 1556860"/>
                <a:gd name="connsiteY2441" fmla="*/ 146685 h 558165"/>
                <a:gd name="connsiteX2442" fmla="*/ 621982 w 1556860"/>
                <a:gd name="connsiteY2442" fmla="*/ 146685 h 558165"/>
                <a:gd name="connsiteX2443" fmla="*/ 618648 w 1556860"/>
                <a:gd name="connsiteY2443" fmla="*/ 145732 h 558165"/>
                <a:gd name="connsiteX2444" fmla="*/ 610552 w 1556860"/>
                <a:gd name="connsiteY2444" fmla="*/ 142875 h 558165"/>
                <a:gd name="connsiteX2445" fmla="*/ 608647 w 1556860"/>
                <a:gd name="connsiteY2445" fmla="*/ 141922 h 558165"/>
                <a:gd name="connsiteX2446" fmla="*/ 606742 w 1556860"/>
                <a:gd name="connsiteY2446" fmla="*/ 141922 h 558165"/>
                <a:gd name="connsiteX2447" fmla="*/ 606266 w 1556860"/>
                <a:gd name="connsiteY2447" fmla="*/ 140970 h 558165"/>
                <a:gd name="connsiteX2448" fmla="*/ 606742 w 1556860"/>
                <a:gd name="connsiteY2448" fmla="*/ 139541 h 558165"/>
                <a:gd name="connsiteX2449" fmla="*/ 606266 w 1556860"/>
                <a:gd name="connsiteY2449" fmla="*/ 137636 h 558165"/>
                <a:gd name="connsiteX2450" fmla="*/ 604838 w 1556860"/>
                <a:gd name="connsiteY2450" fmla="*/ 137160 h 558165"/>
                <a:gd name="connsiteX2451" fmla="*/ 589121 w 1556860"/>
                <a:gd name="connsiteY2451" fmla="*/ 137636 h 558165"/>
                <a:gd name="connsiteX2452" fmla="*/ 584359 w 1556860"/>
                <a:gd name="connsiteY2452" fmla="*/ 139065 h 558165"/>
                <a:gd name="connsiteX2453" fmla="*/ 581501 w 1556860"/>
                <a:gd name="connsiteY2453" fmla="*/ 140017 h 558165"/>
                <a:gd name="connsiteX2454" fmla="*/ 579120 w 1556860"/>
                <a:gd name="connsiteY2454" fmla="*/ 141446 h 558165"/>
                <a:gd name="connsiteX2455" fmla="*/ 578644 w 1556860"/>
                <a:gd name="connsiteY2455" fmla="*/ 144780 h 558165"/>
                <a:gd name="connsiteX2456" fmla="*/ 577215 w 1556860"/>
                <a:gd name="connsiteY2456" fmla="*/ 148114 h 558165"/>
                <a:gd name="connsiteX2457" fmla="*/ 575310 w 1556860"/>
                <a:gd name="connsiteY2457" fmla="*/ 151447 h 558165"/>
                <a:gd name="connsiteX2458" fmla="*/ 570071 w 1556860"/>
                <a:gd name="connsiteY2458" fmla="*/ 152400 h 558165"/>
                <a:gd name="connsiteX2459" fmla="*/ 566261 w 1556860"/>
                <a:gd name="connsiteY2459" fmla="*/ 155734 h 558165"/>
                <a:gd name="connsiteX2460" fmla="*/ 564832 w 1556860"/>
                <a:gd name="connsiteY2460" fmla="*/ 156210 h 558165"/>
                <a:gd name="connsiteX2461" fmla="*/ 561975 w 1556860"/>
                <a:gd name="connsiteY2461" fmla="*/ 155734 h 558165"/>
                <a:gd name="connsiteX2462" fmla="*/ 559117 w 1556860"/>
                <a:gd name="connsiteY2462" fmla="*/ 155257 h 558165"/>
                <a:gd name="connsiteX2463" fmla="*/ 557213 w 1556860"/>
                <a:gd name="connsiteY2463" fmla="*/ 156210 h 558165"/>
                <a:gd name="connsiteX2464" fmla="*/ 554831 w 1556860"/>
                <a:gd name="connsiteY2464" fmla="*/ 156210 h 558165"/>
                <a:gd name="connsiteX2465" fmla="*/ 548164 w 1556860"/>
                <a:gd name="connsiteY2465" fmla="*/ 154781 h 558165"/>
                <a:gd name="connsiteX2466" fmla="*/ 541972 w 1556860"/>
                <a:gd name="connsiteY2466" fmla="*/ 154305 h 558165"/>
                <a:gd name="connsiteX2467" fmla="*/ 538163 w 1556860"/>
                <a:gd name="connsiteY2467" fmla="*/ 155257 h 558165"/>
                <a:gd name="connsiteX2468" fmla="*/ 536257 w 1556860"/>
                <a:gd name="connsiteY2468" fmla="*/ 155734 h 558165"/>
                <a:gd name="connsiteX2469" fmla="*/ 525303 w 1556860"/>
                <a:gd name="connsiteY2469" fmla="*/ 160496 h 558165"/>
                <a:gd name="connsiteX2470" fmla="*/ 521494 w 1556860"/>
                <a:gd name="connsiteY2470" fmla="*/ 160972 h 558165"/>
                <a:gd name="connsiteX2471" fmla="*/ 520065 w 1556860"/>
                <a:gd name="connsiteY2471" fmla="*/ 160496 h 558165"/>
                <a:gd name="connsiteX2472" fmla="*/ 518160 w 1556860"/>
                <a:gd name="connsiteY2472" fmla="*/ 158591 h 558165"/>
                <a:gd name="connsiteX2473" fmla="*/ 515302 w 1556860"/>
                <a:gd name="connsiteY2473" fmla="*/ 156686 h 558165"/>
                <a:gd name="connsiteX2474" fmla="*/ 508635 w 1556860"/>
                <a:gd name="connsiteY2474" fmla="*/ 150019 h 558165"/>
                <a:gd name="connsiteX2475" fmla="*/ 506253 w 1556860"/>
                <a:gd name="connsiteY2475" fmla="*/ 148590 h 558165"/>
                <a:gd name="connsiteX2476" fmla="*/ 504348 w 1556860"/>
                <a:gd name="connsiteY2476" fmla="*/ 147161 h 558165"/>
                <a:gd name="connsiteX2477" fmla="*/ 502920 w 1556860"/>
                <a:gd name="connsiteY2477" fmla="*/ 145256 h 558165"/>
                <a:gd name="connsiteX2478" fmla="*/ 500539 w 1556860"/>
                <a:gd name="connsiteY2478" fmla="*/ 143351 h 558165"/>
                <a:gd name="connsiteX2479" fmla="*/ 498634 w 1556860"/>
                <a:gd name="connsiteY2479" fmla="*/ 141922 h 558165"/>
                <a:gd name="connsiteX2480" fmla="*/ 495776 w 1556860"/>
                <a:gd name="connsiteY2480" fmla="*/ 139065 h 558165"/>
                <a:gd name="connsiteX2481" fmla="*/ 492919 w 1556860"/>
                <a:gd name="connsiteY2481" fmla="*/ 136207 h 558165"/>
                <a:gd name="connsiteX2482" fmla="*/ 492442 w 1556860"/>
                <a:gd name="connsiteY2482" fmla="*/ 130969 h 558165"/>
                <a:gd name="connsiteX2483" fmla="*/ 490061 w 1556860"/>
                <a:gd name="connsiteY2483" fmla="*/ 130016 h 558165"/>
                <a:gd name="connsiteX2484" fmla="*/ 489109 w 1556860"/>
                <a:gd name="connsiteY2484" fmla="*/ 128588 h 558165"/>
                <a:gd name="connsiteX2485" fmla="*/ 488632 w 1556860"/>
                <a:gd name="connsiteY2485" fmla="*/ 127159 h 558165"/>
                <a:gd name="connsiteX2486" fmla="*/ 491490 w 1556860"/>
                <a:gd name="connsiteY2486" fmla="*/ 122872 h 558165"/>
                <a:gd name="connsiteX2487" fmla="*/ 482917 w 1556860"/>
                <a:gd name="connsiteY2487" fmla="*/ 126206 h 558165"/>
                <a:gd name="connsiteX2488" fmla="*/ 481013 w 1556860"/>
                <a:gd name="connsiteY2488" fmla="*/ 129540 h 558165"/>
                <a:gd name="connsiteX2489" fmla="*/ 479584 w 1556860"/>
                <a:gd name="connsiteY2489" fmla="*/ 133350 h 558165"/>
                <a:gd name="connsiteX2490" fmla="*/ 475773 w 1556860"/>
                <a:gd name="connsiteY2490" fmla="*/ 136684 h 558165"/>
                <a:gd name="connsiteX2491" fmla="*/ 472916 w 1556860"/>
                <a:gd name="connsiteY2491" fmla="*/ 140494 h 558165"/>
                <a:gd name="connsiteX2492" fmla="*/ 472440 w 1556860"/>
                <a:gd name="connsiteY2492" fmla="*/ 142399 h 558165"/>
                <a:gd name="connsiteX2493" fmla="*/ 471011 w 1556860"/>
                <a:gd name="connsiteY2493" fmla="*/ 149066 h 558165"/>
                <a:gd name="connsiteX2494" fmla="*/ 472916 w 1556860"/>
                <a:gd name="connsiteY2494" fmla="*/ 148590 h 558165"/>
                <a:gd name="connsiteX2495" fmla="*/ 473869 w 1556860"/>
                <a:gd name="connsiteY2495" fmla="*/ 148114 h 558165"/>
                <a:gd name="connsiteX2496" fmla="*/ 475297 w 1556860"/>
                <a:gd name="connsiteY2496" fmla="*/ 148114 h 558165"/>
                <a:gd name="connsiteX2497" fmla="*/ 473869 w 1556860"/>
                <a:gd name="connsiteY2497" fmla="*/ 149066 h 558165"/>
                <a:gd name="connsiteX2498" fmla="*/ 471964 w 1556860"/>
                <a:gd name="connsiteY2498" fmla="*/ 149542 h 558165"/>
                <a:gd name="connsiteX2499" fmla="*/ 469582 w 1556860"/>
                <a:gd name="connsiteY2499" fmla="*/ 151924 h 558165"/>
                <a:gd name="connsiteX2500" fmla="*/ 468153 w 1556860"/>
                <a:gd name="connsiteY2500" fmla="*/ 159544 h 558165"/>
                <a:gd name="connsiteX2501" fmla="*/ 467677 w 1556860"/>
                <a:gd name="connsiteY2501" fmla="*/ 163354 h 558165"/>
                <a:gd name="connsiteX2502" fmla="*/ 468153 w 1556860"/>
                <a:gd name="connsiteY2502" fmla="*/ 171926 h 558165"/>
                <a:gd name="connsiteX2503" fmla="*/ 469106 w 1556860"/>
                <a:gd name="connsiteY2503" fmla="*/ 177641 h 558165"/>
                <a:gd name="connsiteX2504" fmla="*/ 473392 w 1556860"/>
                <a:gd name="connsiteY2504" fmla="*/ 180975 h 558165"/>
                <a:gd name="connsiteX2505" fmla="*/ 475773 w 1556860"/>
                <a:gd name="connsiteY2505" fmla="*/ 183832 h 558165"/>
                <a:gd name="connsiteX2506" fmla="*/ 476726 w 1556860"/>
                <a:gd name="connsiteY2506" fmla="*/ 185738 h 558165"/>
                <a:gd name="connsiteX2507" fmla="*/ 478155 w 1556860"/>
                <a:gd name="connsiteY2507" fmla="*/ 187166 h 558165"/>
                <a:gd name="connsiteX2508" fmla="*/ 479107 w 1556860"/>
                <a:gd name="connsiteY2508" fmla="*/ 187642 h 558165"/>
                <a:gd name="connsiteX2509" fmla="*/ 479584 w 1556860"/>
                <a:gd name="connsiteY2509" fmla="*/ 188595 h 558165"/>
                <a:gd name="connsiteX2510" fmla="*/ 477678 w 1556860"/>
                <a:gd name="connsiteY2510" fmla="*/ 190024 h 558165"/>
                <a:gd name="connsiteX2511" fmla="*/ 476726 w 1556860"/>
                <a:gd name="connsiteY2511" fmla="*/ 194310 h 558165"/>
                <a:gd name="connsiteX2512" fmla="*/ 476250 w 1556860"/>
                <a:gd name="connsiteY2512" fmla="*/ 195739 h 558165"/>
                <a:gd name="connsiteX2513" fmla="*/ 475297 w 1556860"/>
                <a:gd name="connsiteY2513" fmla="*/ 198596 h 558165"/>
                <a:gd name="connsiteX2514" fmla="*/ 475297 w 1556860"/>
                <a:gd name="connsiteY2514" fmla="*/ 202882 h 558165"/>
                <a:gd name="connsiteX2515" fmla="*/ 475773 w 1556860"/>
                <a:gd name="connsiteY2515" fmla="*/ 204788 h 558165"/>
                <a:gd name="connsiteX2516" fmla="*/ 476726 w 1556860"/>
                <a:gd name="connsiteY2516" fmla="*/ 206216 h 558165"/>
                <a:gd name="connsiteX2517" fmla="*/ 480060 w 1556860"/>
                <a:gd name="connsiteY2517" fmla="*/ 209074 h 558165"/>
                <a:gd name="connsiteX2518" fmla="*/ 483870 w 1556860"/>
                <a:gd name="connsiteY2518" fmla="*/ 210979 h 558165"/>
                <a:gd name="connsiteX2519" fmla="*/ 483870 w 1556860"/>
                <a:gd name="connsiteY2519" fmla="*/ 211931 h 558165"/>
                <a:gd name="connsiteX2520" fmla="*/ 481965 w 1556860"/>
                <a:gd name="connsiteY2520" fmla="*/ 212407 h 558165"/>
                <a:gd name="connsiteX2521" fmla="*/ 480536 w 1556860"/>
                <a:gd name="connsiteY2521" fmla="*/ 214313 h 558165"/>
                <a:gd name="connsiteX2522" fmla="*/ 480060 w 1556860"/>
                <a:gd name="connsiteY2522" fmla="*/ 216694 h 558165"/>
                <a:gd name="connsiteX2523" fmla="*/ 481013 w 1556860"/>
                <a:gd name="connsiteY2523" fmla="*/ 218122 h 558165"/>
                <a:gd name="connsiteX2524" fmla="*/ 482441 w 1556860"/>
                <a:gd name="connsiteY2524" fmla="*/ 219075 h 558165"/>
                <a:gd name="connsiteX2525" fmla="*/ 486727 w 1556860"/>
                <a:gd name="connsiteY2525" fmla="*/ 219075 h 558165"/>
                <a:gd name="connsiteX2526" fmla="*/ 494347 w 1556860"/>
                <a:gd name="connsiteY2526" fmla="*/ 221456 h 558165"/>
                <a:gd name="connsiteX2527" fmla="*/ 498157 w 1556860"/>
                <a:gd name="connsiteY2527" fmla="*/ 223838 h 558165"/>
                <a:gd name="connsiteX2528" fmla="*/ 501015 w 1556860"/>
                <a:gd name="connsiteY2528" fmla="*/ 226695 h 558165"/>
                <a:gd name="connsiteX2529" fmla="*/ 503396 w 1556860"/>
                <a:gd name="connsiteY2529" fmla="*/ 229553 h 558165"/>
                <a:gd name="connsiteX2530" fmla="*/ 504825 w 1556860"/>
                <a:gd name="connsiteY2530" fmla="*/ 232886 h 558165"/>
                <a:gd name="connsiteX2531" fmla="*/ 506253 w 1556860"/>
                <a:gd name="connsiteY2531" fmla="*/ 237172 h 558165"/>
                <a:gd name="connsiteX2532" fmla="*/ 506730 w 1556860"/>
                <a:gd name="connsiteY2532" fmla="*/ 241459 h 558165"/>
                <a:gd name="connsiteX2533" fmla="*/ 506253 w 1556860"/>
                <a:gd name="connsiteY2533" fmla="*/ 245269 h 558165"/>
                <a:gd name="connsiteX2534" fmla="*/ 504348 w 1556860"/>
                <a:gd name="connsiteY2534" fmla="*/ 248603 h 558165"/>
                <a:gd name="connsiteX2535" fmla="*/ 504348 w 1556860"/>
                <a:gd name="connsiteY2535" fmla="*/ 252413 h 558165"/>
                <a:gd name="connsiteX2536" fmla="*/ 508159 w 1556860"/>
                <a:gd name="connsiteY2536" fmla="*/ 255270 h 558165"/>
                <a:gd name="connsiteX2537" fmla="*/ 509111 w 1556860"/>
                <a:gd name="connsiteY2537" fmla="*/ 257175 h 558165"/>
                <a:gd name="connsiteX2538" fmla="*/ 510064 w 1556860"/>
                <a:gd name="connsiteY2538" fmla="*/ 264795 h 558165"/>
                <a:gd name="connsiteX2539" fmla="*/ 513397 w 1556860"/>
                <a:gd name="connsiteY2539" fmla="*/ 280035 h 558165"/>
                <a:gd name="connsiteX2540" fmla="*/ 513873 w 1556860"/>
                <a:gd name="connsiteY2540" fmla="*/ 288131 h 558165"/>
                <a:gd name="connsiteX2541" fmla="*/ 514826 w 1556860"/>
                <a:gd name="connsiteY2541" fmla="*/ 289560 h 558165"/>
                <a:gd name="connsiteX2542" fmla="*/ 516255 w 1556860"/>
                <a:gd name="connsiteY2542" fmla="*/ 290036 h 558165"/>
                <a:gd name="connsiteX2543" fmla="*/ 517684 w 1556860"/>
                <a:gd name="connsiteY2543" fmla="*/ 288607 h 558165"/>
                <a:gd name="connsiteX2544" fmla="*/ 518636 w 1556860"/>
                <a:gd name="connsiteY2544" fmla="*/ 288131 h 558165"/>
                <a:gd name="connsiteX2545" fmla="*/ 525303 w 1556860"/>
                <a:gd name="connsiteY2545" fmla="*/ 286703 h 558165"/>
                <a:gd name="connsiteX2546" fmla="*/ 528638 w 1556860"/>
                <a:gd name="connsiteY2546" fmla="*/ 290513 h 558165"/>
                <a:gd name="connsiteX2547" fmla="*/ 529590 w 1556860"/>
                <a:gd name="connsiteY2547" fmla="*/ 290989 h 558165"/>
                <a:gd name="connsiteX2548" fmla="*/ 530542 w 1556860"/>
                <a:gd name="connsiteY2548" fmla="*/ 290036 h 558165"/>
                <a:gd name="connsiteX2549" fmla="*/ 532923 w 1556860"/>
                <a:gd name="connsiteY2549" fmla="*/ 288131 h 558165"/>
                <a:gd name="connsiteX2550" fmla="*/ 535781 w 1556860"/>
                <a:gd name="connsiteY2550" fmla="*/ 287179 h 558165"/>
                <a:gd name="connsiteX2551" fmla="*/ 534352 w 1556860"/>
                <a:gd name="connsiteY2551" fmla="*/ 288607 h 558165"/>
                <a:gd name="connsiteX2552" fmla="*/ 533400 w 1556860"/>
                <a:gd name="connsiteY2552" fmla="*/ 290036 h 558165"/>
                <a:gd name="connsiteX2553" fmla="*/ 534828 w 1556860"/>
                <a:gd name="connsiteY2553" fmla="*/ 291941 h 558165"/>
                <a:gd name="connsiteX2554" fmla="*/ 536734 w 1556860"/>
                <a:gd name="connsiteY2554" fmla="*/ 292894 h 558165"/>
                <a:gd name="connsiteX2555" fmla="*/ 540544 w 1556860"/>
                <a:gd name="connsiteY2555" fmla="*/ 292417 h 558165"/>
                <a:gd name="connsiteX2556" fmla="*/ 547688 w 1556860"/>
                <a:gd name="connsiteY2556" fmla="*/ 289084 h 558165"/>
                <a:gd name="connsiteX2557" fmla="*/ 551497 w 1556860"/>
                <a:gd name="connsiteY2557" fmla="*/ 288131 h 558165"/>
                <a:gd name="connsiteX2558" fmla="*/ 555784 w 1556860"/>
                <a:gd name="connsiteY2558" fmla="*/ 289560 h 558165"/>
                <a:gd name="connsiteX2559" fmla="*/ 560070 w 1556860"/>
                <a:gd name="connsiteY2559" fmla="*/ 289560 h 558165"/>
                <a:gd name="connsiteX2560" fmla="*/ 561022 w 1556860"/>
                <a:gd name="connsiteY2560" fmla="*/ 287655 h 558165"/>
                <a:gd name="connsiteX2561" fmla="*/ 562451 w 1556860"/>
                <a:gd name="connsiteY2561" fmla="*/ 286226 h 558165"/>
                <a:gd name="connsiteX2562" fmla="*/ 564832 w 1556860"/>
                <a:gd name="connsiteY2562" fmla="*/ 288131 h 558165"/>
                <a:gd name="connsiteX2563" fmla="*/ 566738 w 1556860"/>
                <a:gd name="connsiteY2563" fmla="*/ 290513 h 558165"/>
                <a:gd name="connsiteX2564" fmla="*/ 567214 w 1556860"/>
                <a:gd name="connsiteY2564" fmla="*/ 291941 h 558165"/>
                <a:gd name="connsiteX2565" fmla="*/ 567690 w 1556860"/>
                <a:gd name="connsiteY2565" fmla="*/ 300514 h 558165"/>
                <a:gd name="connsiteX2566" fmla="*/ 567690 w 1556860"/>
                <a:gd name="connsiteY2566" fmla="*/ 304324 h 558165"/>
                <a:gd name="connsiteX2567" fmla="*/ 567214 w 1556860"/>
                <a:gd name="connsiteY2567" fmla="*/ 308134 h 558165"/>
                <a:gd name="connsiteX2568" fmla="*/ 568642 w 1556860"/>
                <a:gd name="connsiteY2568" fmla="*/ 308610 h 558165"/>
                <a:gd name="connsiteX2569" fmla="*/ 570547 w 1556860"/>
                <a:gd name="connsiteY2569" fmla="*/ 308610 h 558165"/>
                <a:gd name="connsiteX2570" fmla="*/ 571976 w 1556860"/>
                <a:gd name="connsiteY2570" fmla="*/ 307657 h 558165"/>
                <a:gd name="connsiteX2571" fmla="*/ 577691 w 1556860"/>
                <a:gd name="connsiteY2571" fmla="*/ 302895 h 558165"/>
                <a:gd name="connsiteX2572" fmla="*/ 582930 w 1556860"/>
                <a:gd name="connsiteY2572" fmla="*/ 300990 h 558165"/>
                <a:gd name="connsiteX2573" fmla="*/ 588169 w 1556860"/>
                <a:gd name="connsiteY2573" fmla="*/ 302895 h 558165"/>
                <a:gd name="connsiteX2574" fmla="*/ 593407 w 1556860"/>
                <a:gd name="connsiteY2574" fmla="*/ 303847 h 558165"/>
                <a:gd name="connsiteX2575" fmla="*/ 598646 w 1556860"/>
                <a:gd name="connsiteY2575" fmla="*/ 300990 h 558165"/>
                <a:gd name="connsiteX2576" fmla="*/ 605790 w 1556860"/>
                <a:gd name="connsiteY2576" fmla="*/ 296228 h 558165"/>
                <a:gd name="connsiteX2577" fmla="*/ 607695 w 1556860"/>
                <a:gd name="connsiteY2577" fmla="*/ 287655 h 558165"/>
                <a:gd name="connsiteX2578" fmla="*/ 618172 w 1556860"/>
                <a:gd name="connsiteY2578" fmla="*/ 298132 h 558165"/>
                <a:gd name="connsiteX2579" fmla="*/ 619125 w 1556860"/>
                <a:gd name="connsiteY2579" fmla="*/ 297180 h 558165"/>
                <a:gd name="connsiteX2580" fmla="*/ 620553 w 1556860"/>
                <a:gd name="connsiteY2580" fmla="*/ 297180 h 558165"/>
                <a:gd name="connsiteX2581" fmla="*/ 624364 w 1556860"/>
                <a:gd name="connsiteY2581" fmla="*/ 295751 h 558165"/>
                <a:gd name="connsiteX2582" fmla="*/ 625792 w 1556860"/>
                <a:gd name="connsiteY2582" fmla="*/ 295751 h 558165"/>
                <a:gd name="connsiteX2583" fmla="*/ 627221 w 1556860"/>
                <a:gd name="connsiteY2583" fmla="*/ 296228 h 558165"/>
                <a:gd name="connsiteX2584" fmla="*/ 627697 w 1556860"/>
                <a:gd name="connsiteY2584" fmla="*/ 298132 h 558165"/>
                <a:gd name="connsiteX2585" fmla="*/ 628173 w 1556860"/>
                <a:gd name="connsiteY2585" fmla="*/ 300990 h 558165"/>
                <a:gd name="connsiteX2586" fmla="*/ 628173 w 1556860"/>
                <a:gd name="connsiteY2586" fmla="*/ 303847 h 558165"/>
                <a:gd name="connsiteX2587" fmla="*/ 630555 w 1556860"/>
                <a:gd name="connsiteY2587" fmla="*/ 304800 h 558165"/>
                <a:gd name="connsiteX2588" fmla="*/ 633413 w 1556860"/>
                <a:gd name="connsiteY2588" fmla="*/ 304800 h 558165"/>
                <a:gd name="connsiteX2589" fmla="*/ 639127 w 1556860"/>
                <a:gd name="connsiteY2589" fmla="*/ 302895 h 558165"/>
                <a:gd name="connsiteX2590" fmla="*/ 643414 w 1556860"/>
                <a:gd name="connsiteY2590" fmla="*/ 299085 h 558165"/>
                <a:gd name="connsiteX2591" fmla="*/ 644366 w 1556860"/>
                <a:gd name="connsiteY2591" fmla="*/ 299085 h 558165"/>
                <a:gd name="connsiteX2592" fmla="*/ 644842 w 1556860"/>
                <a:gd name="connsiteY2592" fmla="*/ 300514 h 558165"/>
                <a:gd name="connsiteX2593" fmla="*/ 646747 w 1556860"/>
                <a:gd name="connsiteY2593" fmla="*/ 301466 h 558165"/>
                <a:gd name="connsiteX2594" fmla="*/ 648652 w 1556860"/>
                <a:gd name="connsiteY2594" fmla="*/ 301466 h 558165"/>
                <a:gd name="connsiteX2595" fmla="*/ 650557 w 1556860"/>
                <a:gd name="connsiteY2595" fmla="*/ 299561 h 558165"/>
                <a:gd name="connsiteX2596" fmla="*/ 652463 w 1556860"/>
                <a:gd name="connsiteY2596" fmla="*/ 297180 h 558165"/>
                <a:gd name="connsiteX2597" fmla="*/ 651034 w 1556860"/>
                <a:gd name="connsiteY2597" fmla="*/ 301466 h 558165"/>
                <a:gd name="connsiteX2598" fmla="*/ 651034 w 1556860"/>
                <a:gd name="connsiteY2598" fmla="*/ 302895 h 558165"/>
                <a:gd name="connsiteX2599" fmla="*/ 652463 w 1556860"/>
                <a:gd name="connsiteY2599" fmla="*/ 303847 h 558165"/>
                <a:gd name="connsiteX2600" fmla="*/ 654367 w 1556860"/>
                <a:gd name="connsiteY2600" fmla="*/ 304800 h 558165"/>
                <a:gd name="connsiteX2601" fmla="*/ 655796 w 1556860"/>
                <a:gd name="connsiteY2601" fmla="*/ 305276 h 558165"/>
                <a:gd name="connsiteX2602" fmla="*/ 658653 w 1556860"/>
                <a:gd name="connsiteY2602" fmla="*/ 301942 h 558165"/>
                <a:gd name="connsiteX2603" fmla="*/ 659130 w 1556860"/>
                <a:gd name="connsiteY2603" fmla="*/ 305753 h 558165"/>
                <a:gd name="connsiteX2604" fmla="*/ 661511 w 1556860"/>
                <a:gd name="connsiteY2604" fmla="*/ 312896 h 558165"/>
                <a:gd name="connsiteX2605" fmla="*/ 661988 w 1556860"/>
                <a:gd name="connsiteY2605" fmla="*/ 326707 h 558165"/>
                <a:gd name="connsiteX2606" fmla="*/ 662940 w 1556860"/>
                <a:gd name="connsiteY2606" fmla="*/ 328136 h 558165"/>
                <a:gd name="connsiteX2607" fmla="*/ 664369 w 1556860"/>
                <a:gd name="connsiteY2607" fmla="*/ 328613 h 558165"/>
                <a:gd name="connsiteX2608" fmla="*/ 683419 w 1556860"/>
                <a:gd name="connsiteY2608" fmla="*/ 319564 h 558165"/>
                <a:gd name="connsiteX2609" fmla="*/ 707231 w 1556860"/>
                <a:gd name="connsiteY2609" fmla="*/ 309086 h 558165"/>
                <a:gd name="connsiteX2610" fmla="*/ 708660 w 1556860"/>
                <a:gd name="connsiteY2610" fmla="*/ 306705 h 558165"/>
                <a:gd name="connsiteX2611" fmla="*/ 709136 w 1556860"/>
                <a:gd name="connsiteY2611" fmla="*/ 303847 h 558165"/>
                <a:gd name="connsiteX2612" fmla="*/ 710565 w 1556860"/>
                <a:gd name="connsiteY2612" fmla="*/ 300990 h 558165"/>
                <a:gd name="connsiteX2613" fmla="*/ 713898 w 1556860"/>
                <a:gd name="connsiteY2613" fmla="*/ 297180 h 558165"/>
                <a:gd name="connsiteX2614" fmla="*/ 714375 w 1556860"/>
                <a:gd name="connsiteY2614" fmla="*/ 295275 h 558165"/>
                <a:gd name="connsiteX2615" fmla="*/ 715803 w 1556860"/>
                <a:gd name="connsiteY2615" fmla="*/ 294322 h 558165"/>
                <a:gd name="connsiteX2616" fmla="*/ 717709 w 1556860"/>
                <a:gd name="connsiteY2616" fmla="*/ 293370 h 558165"/>
                <a:gd name="connsiteX2617" fmla="*/ 714851 w 1556860"/>
                <a:gd name="connsiteY2617" fmla="*/ 290036 h 558165"/>
                <a:gd name="connsiteX2618" fmla="*/ 714375 w 1556860"/>
                <a:gd name="connsiteY2618" fmla="*/ 288607 h 558165"/>
                <a:gd name="connsiteX2619" fmla="*/ 714851 w 1556860"/>
                <a:gd name="connsiteY2619" fmla="*/ 287179 h 558165"/>
                <a:gd name="connsiteX2620" fmla="*/ 716756 w 1556860"/>
                <a:gd name="connsiteY2620" fmla="*/ 288607 h 558165"/>
                <a:gd name="connsiteX2621" fmla="*/ 719138 w 1556860"/>
                <a:gd name="connsiteY2621" fmla="*/ 288131 h 558165"/>
                <a:gd name="connsiteX2622" fmla="*/ 720566 w 1556860"/>
                <a:gd name="connsiteY2622" fmla="*/ 286226 h 558165"/>
                <a:gd name="connsiteX2623" fmla="*/ 721519 w 1556860"/>
                <a:gd name="connsiteY2623" fmla="*/ 283845 h 558165"/>
                <a:gd name="connsiteX2624" fmla="*/ 721995 w 1556860"/>
                <a:gd name="connsiteY2624" fmla="*/ 279559 h 558165"/>
                <a:gd name="connsiteX2625" fmla="*/ 721995 w 1556860"/>
                <a:gd name="connsiteY2625" fmla="*/ 275272 h 558165"/>
                <a:gd name="connsiteX2626" fmla="*/ 719614 w 1556860"/>
                <a:gd name="connsiteY2626" fmla="*/ 276225 h 558165"/>
                <a:gd name="connsiteX2627" fmla="*/ 720090 w 1556860"/>
                <a:gd name="connsiteY2627" fmla="*/ 274320 h 558165"/>
                <a:gd name="connsiteX2628" fmla="*/ 721519 w 1556860"/>
                <a:gd name="connsiteY2628" fmla="*/ 273367 h 558165"/>
                <a:gd name="connsiteX2629" fmla="*/ 722947 w 1556860"/>
                <a:gd name="connsiteY2629" fmla="*/ 273367 h 558165"/>
                <a:gd name="connsiteX2630" fmla="*/ 724852 w 1556860"/>
                <a:gd name="connsiteY2630" fmla="*/ 273844 h 558165"/>
                <a:gd name="connsiteX2631" fmla="*/ 727710 w 1556860"/>
                <a:gd name="connsiteY2631" fmla="*/ 272891 h 558165"/>
                <a:gd name="connsiteX2632" fmla="*/ 728186 w 1556860"/>
                <a:gd name="connsiteY2632" fmla="*/ 269557 h 558165"/>
                <a:gd name="connsiteX2633" fmla="*/ 728663 w 1556860"/>
                <a:gd name="connsiteY2633" fmla="*/ 265747 h 558165"/>
                <a:gd name="connsiteX2634" fmla="*/ 727234 w 1556860"/>
                <a:gd name="connsiteY2634" fmla="*/ 262890 h 558165"/>
                <a:gd name="connsiteX2635" fmla="*/ 723423 w 1556860"/>
                <a:gd name="connsiteY2635" fmla="*/ 262414 h 558165"/>
                <a:gd name="connsiteX2636" fmla="*/ 721519 w 1556860"/>
                <a:gd name="connsiteY2636" fmla="*/ 261461 h 558165"/>
                <a:gd name="connsiteX2637" fmla="*/ 719614 w 1556860"/>
                <a:gd name="connsiteY2637" fmla="*/ 260985 h 558165"/>
                <a:gd name="connsiteX2638" fmla="*/ 723423 w 1556860"/>
                <a:gd name="connsiteY2638" fmla="*/ 258128 h 558165"/>
                <a:gd name="connsiteX2639" fmla="*/ 724376 w 1556860"/>
                <a:gd name="connsiteY2639" fmla="*/ 253841 h 558165"/>
                <a:gd name="connsiteX2640" fmla="*/ 723423 w 1556860"/>
                <a:gd name="connsiteY2640" fmla="*/ 251936 h 558165"/>
                <a:gd name="connsiteX2641" fmla="*/ 723423 w 1556860"/>
                <a:gd name="connsiteY2641" fmla="*/ 249079 h 558165"/>
                <a:gd name="connsiteX2642" fmla="*/ 721042 w 1556860"/>
                <a:gd name="connsiteY2642" fmla="*/ 249079 h 558165"/>
                <a:gd name="connsiteX2643" fmla="*/ 718185 w 1556860"/>
                <a:gd name="connsiteY2643" fmla="*/ 249079 h 558165"/>
                <a:gd name="connsiteX2644" fmla="*/ 719138 w 1556860"/>
                <a:gd name="connsiteY2644" fmla="*/ 247650 h 558165"/>
                <a:gd name="connsiteX2645" fmla="*/ 720090 w 1556860"/>
                <a:gd name="connsiteY2645" fmla="*/ 246697 h 558165"/>
                <a:gd name="connsiteX2646" fmla="*/ 724852 w 1556860"/>
                <a:gd name="connsiteY2646" fmla="*/ 243840 h 558165"/>
                <a:gd name="connsiteX2647" fmla="*/ 726281 w 1556860"/>
                <a:gd name="connsiteY2647" fmla="*/ 242888 h 558165"/>
                <a:gd name="connsiteX2648" fmla="*/ 727234 w 1556860"/>
                <a:gd name="connsiteY2648" fmla="*/ 241459 h 558165"/>
                <a:gd name="connsiteX2649" fmla="*/ 727710 w 1556860"/>
                <a:gd name="connsiteY2649" fmla="*/ 238601 h 558165"/>
                <a:gd name="connsiteX2650" fmla="*/ 729615 w 1556860"/>
                <a:gd name="connsiteY2650" fmla="*/ 237172 h 558165"/>
                <a:gd name="connsiteX2651" fmla="*/ 732948 w 1556860"/>
                <a:gd name="connsiteY2651" fmla="*/ 235267 h 558165"/>
                <a:gd name="connsiteX2652" fmla="*/ 734377 w 1556860"/>
                <a:gd name="connsiteY2652" fmla="*/ 233839 h 558165"/>
                <a:gd name="connsiteX2653" fmla="*/ 734853 w 1556860"/>
                <a:gd name="connsiteY2653" fmla="*/ 231934 h 558165"/>
                <a:gd name="connsiteX2654" fmla="*/ 732472 w 1556860"/>
                <a:gd name="connsiteY2654" fmla="*/ 230981 h 55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Lst>
              <a:rect l="l" t="t" r="r" b="b"/>
              <a:pathLst>
                <a:path w="1556860" h="558165">
                  <a:moveTo>
                    <a:pt x="904398" y="364807"/>
                  </a:moveTo>
                  <a:lnTo>
                    <a:pt x="903923" y="366713"/>
                  </a:lnTo>
                  <a:lnTo>
                    <a:pt x="905827" y="370046"/>
                  </a:lnTo>
                  <a:lnTo>
                    <a:pt x="910113" y="373856"/>
                  </a:lnTo>
                  <a:lnTo>
                    <a:pt x="912494" y="372904"/>
                  </a:lnTo>
                  <a:lnTo>
                    <a:pt x="912971" y="365760"/>
                  </a:lnTo>
                  <a:lnTo>
                    <a:pt x="912494" y="363855"/>
                  </a:lnTo>
                  <a:lnTo>
                    <a:pt x="911067" y="363379"/>
                  </a:lnTo>
                  <a:lnTo>
                    <a:pt x="910113" y="360997"/>
                  </a:lnTo>
                  <a:lnTo>
                    <a:pt x="908209" y="360997"/>
                  </a:lnTo>
                  <a:lnTo>
                    <a:pt x="906780" y="361950"/>
                  </a:lnTo>
                  <a:lnTo>
                    <a:pt x="907256" y="363379"/>
                  </a:lnTo>
                  <a:lnTo>
                    <a:pt x="906780" y="363855"/>
                  </a:lnTo>
                  <a:lnTo>
                    <a:pt x="904398" y="364807"/>
                  </a:lnTo>
                  <a:close/>
                  <a:moveTo>
                    <a:pt x="1124902" y="121920"/>
                  </a:moveTo>
                  <a:lnTo>
                    <a:pt x="1130142" y="121444"/>
                  </a:lnTo>
                  <a:lnTo>
                    <a:pt x="1133475" y="120015"/>
                  </a:lnTo>
                  <a:lnTo>
                    <a:pt x="1135856" y="115729"/>
                  </a:lnTo>
                  <a:lnTo>
                    <a:pt x="1138238" y="107156"/>
                  </a:lnTo>
                  <a:lnTo>
                    <a:pt x="1135380" y="102870"/>
                  </a:lnTo>
                  <a:lnTo>
                    <a:pt x="1134427" y="102870"/>
                  </a:lnTo>
                  <a:lnTo>
                    <a:pt x="1131094" y="103822"/>
                  </a:lnTo>
                  <a:lnTo>
                    <a:pt x="1126331" y="107156"/>
                  </a:lnTo>
                  <a:lnTo>
                    <a:pt x="1122521" y="112871"/>
                  </a:lnTo>
                  <a:lnTo>
                    <a:pt x="1123950" y="120015"/>
                  </a:lnTo>
                  <a:lnTo>
                    <a:pt x="1124902" y="121920"/>
                  </a:lnTo>
                  <a:close/>
                  <a:moveTo>
                    <a:pt x="1095375" y="151924"/>
                  </a:moveTo>
                  <a:lnTo>
                    <a:pt x="1098709" y="159067"/>
                  </a:lnTo>
                  <a:lnTo>
                    <a:pt x="1101567" y="161449"/>
                  </a:lnTo>
                  <a:lnTo>
                    <a:pt x="1101090" y="163354"/>
                  </a:lnTo>
                  <a:lnTo>
                    <a:pt x="1100138" y="165259"/>
                  </a:lnTo>
                  <a:lnTo>
                    <a:pt x="1099185" y="167164"/>
                  </a:lnTo>
                  <a:lnTo>
                    <a:pt x="1099185" y="169545"/>
                  </a:lnTo>
                  <a:lnTo>
                    <a:pt x="1099661" y="173831"/>
                  </a:lnTo>
                  <a:lnTo>
                    <a:pt x="1101567" y="177641"/>
                  </a:lnTo>
                  <a:lnTo>
                    <a:pt x="1103471" y="179070"/>
                  </a:lnTo>
                  <a:lnTo>
                    <a:pt x="1104900" y="180499"/>
                  </a:lnTo>
                  <a:lnTo>
                    <a:pt x="1103948" y="185261"/>
                  </a:lnTo>
                  <a:lnTo>
                    <a:pt x="1103948" y="189071"/>
                  </a:lnTo>
                  <a:lnTo>
                    <a:pt x="1103948" y="192881"/>
                  </a:lnTo>
                  <a:lnTo>
                    <a:pt x="1103471" y="195739"/>
                  </a:lnTo>
                  <a:lnTo>
                    <a:pt x="1103948" y="198596"/>
                  </a:lnTo>
                  <a:lnTo>
                    <a:pt x="1105852" y="200501"/>
                  </a:lnTo>
                  <a:lnTo>
                    <a:pt x="1109663" y="203359"/>
                  </a:lnTo>
                  <a:lnTo>
                    <a:pt x="1111092" y="204788"/>
                  </a:lnTo>
                  <a:lnTo>
                    <a:pt x="1115377" y="212407"/>
                  </a:lnTo>
                  <a:lnTo>
                    <a:pt x="1116806" y="213836"/>
                  </a:lnTo>
                  <a:lnTo>
                    <a:pt x="1122998" y="216694"/>
                  </a:lnTo>
                  <a:lnTo>
                    <a:pt x="1124426" y="219551"/>
                  </a:lnTo>
                  <a:lnTo>
                    <a:pt x="1129665" y="220504"/>
                  </a:lnTo>
                  <a:lnTo>
                    <a:pt x="1126807" y="218122"/>
                  </a:lnTo>
                  <a:lnTo>
                    <a:pt x="1123950" y="215265"/>
                  </a:lnTo>
                  <a:lnTo>
                    <a:pt x="1118235" y="207169"/>
                  </a:lnTo>
                  <a:lnTo>
                    <a:pt x="1114425" y="199072"/>
                  </a:lnTo>
                  <a:lnTo>
                    <a:pt x="1111567" y="189071"/>
                  </a:lnTo>
                  <a:lnTo>
                    <a:pt x="1112519" y="185738"/>
                  </a:lnTo>
                  <a:lnTo>
                    <a:pt x="1112519" y="183832"/>
                  </a:lnTo>
                  <a:lnTo>
                    <a:pt x="1111567" y="180975"/>
                  </a:lnTo>
                  <a:lnTo>
                    <a:pt x="1112044" y="178594"/>
                  </a:lnTo>
                  <a:lnTo>
                    <a:pt x="1112996" y="176213"/>
                  </a:lnTo>
                  <a:lnTo>
                    <a:pt x="1114901" y="175260"/>
                  </a:lnTo>
                  <a:lnTo>
                    <a:pt x="1119188" y="175736"/>
                  </a:lnTo>
                  <a:lnTo>
                    <a:pt x="1122998" y="177165"/>
                  </a:lnTo>
                  <a:lnTo>
                    <a:pt x="1126807" y="177641"/>
                  </a:lnTo>
                  <a:lnTo>
                    <a:pt x="1130617" y="177641"/>
                  </a:lnTo>
                  <a:lnTo>
                    <a:pt x="1133951" y="179546"/>
                  </a:lnTo>
                  <a:lnTo>
                    <a:pt x="1146334" y="183832"/>
                  </a:lnTo>
                  <a:lnTo>
                    <a:pt x="1144905" y="181928"/>
                  </a:lnTo>
                  <a:lnTo>
                    <a:pt x="1143476" y="180499"/>
                  </a:lnTo>
                  <a:lnTo>
                    <a:pt x="1141094" y="180022"/>
                  </a:lnTo>
                  <a:lnTo>
                    <a:pt x="1139190" y="178594"/>
                  </a:lnTo>
                  <a:lnTo>
                    <a:pt x="1138713" y="175736"/>
                  </a:lnTo>
                  <a:lnTo>
                    <a:pt x="1137761" y="173355"/>
                  </a:lnTo>
                  <a:lnTo>
                    <a:pt x="1136332" y="171926"/>
                  </a:lnTo>
                  <a:lnTo>
                    <a:pt x="1129188" y="169069"/>
                  </a:lnTo>
                  <a:lnTo>
                    <a:pt x="1124426" y="165735"/>
                  </a:lnTo>
                  <a:lnTo>
                    <a:pt x="1124426" y="163354"/>
                  </a:lnTo>
                  <a:lnTo>
                    <a:pt x="1125855" y="160972"/>
                  </a:lnTo>
                  <a:lnTo>
                    <a:pt x="1127284" y="160020"/>
                  </a:lnTo>
                  <a:lnTo>
                    <a:pt x="1132998" y="157639"/>
                  </a:lnTo>
                  <a:lnTo>
                    <a:pt x="1138238" y="154781"/>
                  </a:lnTo>
                  <a:lnTo>
                    <a:pt x="1139190" y="153353"/>
                  </a:lnTo>
                  <a:lnTo>
                    <a:pt x="1139667" y="144780"/>
                  </a:lnTo>
                  <a:lnTo>
                    <a:pt x="1138713" y="141446"/>
                  </a:lnTo>
                  <a:lnTo>
                    <a:pt x="1139190" y="139065"/>
                  </a:lnTo>
                  <a:lnTo>
                    <a:pt x="1138713" y="137636"/>
                  </a:lnTo>
                  <a:lnTo>
                    <a:pt x="1133475" y="138113"/>
                  </a:lnTo>
                  <a:lnTo>
                    <a:pt x="1129665" y="139541"/>
                  </a:lnTo>
                  <a:lnTo>
                    <a:pt x="1122998" y="143351"/>
                  </a:lnTo>
                  <a:lnTo>
                    <a:pt x="1120617" y="146209"/>
                  </a:lnTo>
                  <a:lnTo>
                    <a:pt x="1120617" y="149066"/>
                  </a:lnTo>
                  <a:lnTo>
                    <a:pt x="1121092" y="151924"/>
                  </a:lnTo>
                  <a:lnTo>
                    <a:pt x="1119663" y="152876"/>
                  </a:lnTo>
                  <a:lnTo>
                    <a:pt x="1117759" y="153353"/>
                  </a:lnTo>
                  <a:lnTo>
                    <a:pt x="1114901" y="155734"/>
                  </a:lnTo>
                  <a:lnTo>
                    <a:pt x="1113473" y="159544"/>
                  </a:lnTo>
                  <a:lnTo>
                    <a:pt x="1112996" y="161449"/>
                  </a:lnTo>
                  <a:lnTo>
                    <a:pt x="1111567" y="162878"/>
                  </a:lnTo>
                  <a:lnTo>
                    <a:pt x="1109186" y="162878"/>
                  </a:lnTo>
                  <a:lnTo>
                    <a:pt x="1106805" y="161925"/>
                  </a:lnTo>
                  <a:lnTo>
                    <a:pt x="1104900" y="160496"/>
                  </a:lnTo>
                  <a:lnTo>
                    <a:pt x="1103471" y="159067"/>
                  </a:lnTo>
                  <a:lnTo>
                    <a:pt x="1103471" y="157639"/>
                  </a:lnTo>
                  <a:lnTo>
                    <a:pt x="1103948" y="156210"/>
                  </a:lnTo>
                  <a:lnTo>
                    <a:pt x="1112044" y="151447"/>
                  </a:lnTo>
                  <a:lnTo>
                    <a:pt x="1115377" y="147161"/>
                  </a:lnTo>
                  <a:lnTo>
                    <a:pt x="1116330" y="145732"/>
                  </a:lnTo>
                  <a:lnTo>
                    <a:pt x="1116806" y="141446"/>
                  </a:lnTo>
                  <a:lnTo>
                    <a:pt x="1116806" y="137160"/>
                  </a:lnTo>
                  <a:lnTo>
                    <a:pt x="1116330" y="133350"/>
                  </a:lnTo>
                  <a:lnTo>
                    <a:pt x="1113948" y="130492"/>
                  </a:lnTo>
                  <a:lnTo>
                    <a:pt x="1112044" y="129064"/>
                  </a:lnTo>
                  <a:lnTo>
                    <a:pt x="1112044" y="126682"/>
                  </a:lnTo>
                  <a:lnTo>
                    <a:pt x="1112519" y="125254"/>
                  </a:lnTo>
                  <a:lnTo>
                    <a:pt x="1116806" y="119539"/>
                  </a:lnTo>
                  <a:lnTo>
                    <a:pt x="1117282" y="118110"/>
                  </a:lnTo>
                  <a:lnTo>
                    <a:pt x="1117282" y="116681"/>
                  </a:lnTo>
                  <a:lnTo>
                    <a:pt x="1114901" y="117634"/>
                  </a:lnTo>
                  <a:lnTo>
                    <a:pt x="1112519" y="119063"/>
                  </a:lnTo>
                  <a:lnTo>
                    <a:pt x="1106805" y="124778"/>
                  </a:lnTo>
                  <a:lnTo>
                    <a:pt x="1103471" y="129064"/>
                  </a:lnTo>
                  <a:lnTo>
                    <a:pt x="1101567" y="133826"/>
                  </a:lnTo>
                  <a:lnTo>
                    <a:pt x="1101090" y="136207"/>
                  </a:lnTo>
                  <a:lnTo>
                    <a:pt x="1100138" y="138113"/>
                  </a:lnTo>
                  <a:lnTo>
                    <a:pt x="1100138" y="141446"/>
                  </a:lnTo>
                  <a:lnTo>
                    <a:pt x="1096327" y="148590"/>
                  </a:lnTo>
                  <a:lnTo>
                    <a:pt x="1095375" y="151924"/>
                  </a:lnTo>
                  <a:close/>
                  <a:moveTo>
                    <a:pt x="1178719" y="256699"/>
                  </a:moveTo>
                  <a:lnTo>
                    <a:pt x="1185863" y="258128"/>
                  </a:lnTo>
                  <a:lnTo>
                    <a:pt x="1187292" y="259556"/>
                  </a:lnTo>
                  <a:lnTo>
                    <a:pt x="1191101" y="259080"/>
                  </a:lnTo>
                  <a:lnTo>
                    <a:pt x="1192530" y="257651"/>
                  </a:lnTo>
                  <a:lnTo>
                    <a:pt x="1194435" y="256699"/>
                  </a:lnTo>
                  <a:lnTo>
                    <a:pt x="1195388" y="257175"/>
                  </a:lnTo>
                  <a:lnTo>
                    <a:pt x="1196817" y="256699"/>
                  </a:lnTo>
                  <a:lnTo>
                    <a:pt x="1195863" y="255746"/>
                  </a:lnTo>
                  <a:lnTo>
                    <a:pt x="1195388" y="254317"/>
                  </a:lnTo>
                  <a:lnTo>
                    <a:pt x="1196340" y="253841"/>
                  </a:lnTo>
                  <a:lnTo>
                    <a:pt x="1196817" y="250984"/>
                  </a:lnTo>
                  <a:lnTo>
                    <a:pt x="1194911" y="249079"/>
                  </a:lnTo>
                  <a:lnTo>
                    <a:pt x="1194435" y="247174"/>
                  </a:lnTo>
                  <a:lnTo>
                    <a:pt x="1193006" y="247174"/>
                  </a:lnTo>
                  <a:lnTo>
                    <a:pt x="1189196" y="248603"/>
                  </a:lnTo>
                  <a:lnTo>
                    <a:pt x="1185863" y="248603"/>
                  </a:lnTo>
                  <a:lnTo>
                    <a:pt x="1182052" y="249555"/>
                  </a:lnTo>
                  <a:lnTo>
                    <a:pt x="1173480" y="253365"/>
                  </a:lnTo>
                  <a:lnTo>
                    <a:pt x="1173956" y="254317"/>
                  </a:lnTo>
                  <a:lnTo>
                    <a:pt x="1178719" y="256699"/>
                  </a:lnTo>
                  <a:close/>
                  <a:moveTo>
                    <a:pt x="1367313" y="216217"/>
                  </a:moveTo>
                  <a:lnTo>
                    <a:pt x="1369219" y="217170"/>
                  </a:lnTo>
                  <a:lnTo>
                    <a:pt x="1369694" y="216694"/>
                  </a:lnTo>
                  <a:lnTo>
                    <a:pt x="1370648" y="216694"/>
                  </a:lnTo>
                  <a:lnTo>
                    <a:pt x="1374934" y="220028"/>
                  </a:lnTo>
                  <a:lnTo>
                    <a:pt x="1378267" y="218122"/>
                  </a:lnTo>
                  <a:lnTo>
                    <a:pt x="1381125" y="224790"/>
                  </a:lnTo>
                  <a:lnTo>
                    <a:pt x="1381601" y="227647"/>
                  </a:lnTo>
                  <a:lnTo>
                    <a:pt x="1383982" y="229553"/>
                  </a:lnTo>
                  <a:lnTo>
                    <a:pt x="1386840" y="229076"/>
                  </a:lnTo>
                  <a:lnTo>
                    <a:pt x="1390650" y="230505"/>
                  </a:lnTo>
                  <a:lnTo>
                    <a:pt x="1392555" y="230505"/>
                  </a:lnTo>
                  <a:lnTo>
                    <a:pt x="1397317" y="229076"/>
                  </a:lnTo>
                  <a:lnTo>
                    <a:pt x="1399698" y="226219"/>
                  </a:lnTo>
                  <a:lnTo>
                    <a:pt x="1396365" y="225266"/>
                  </a:lnTo>
                  <a:lnTo>
                    <a:pt x="1392079" y="222409"/>
                  </a:lnTo>
                  <a:lnTo>
                    <a:pt x="1389221" y="219075"/>
                  </a:lnTo>
                  <a:lnTo>
                    <a:pt x="1383030" y="213836"/>
                  </a:lnTo>
                  <a:lnTo>
                    <a:pt x="1381125" y="213360"/>
                  </a:lnTo>
                  <a:lnTo>
                    <a:pt x="1377792" y="213836"/>
                  </a:lnTo>
                  <a:lnTo>
                    <a:pt x="1375410" y="212407"/>
                  </a:lnTo>
                  <a:lnTo>
                    <a:pt x="1372552" y="212407"/>
                  </a:lnTo>
                  <a:lnTo>
                    <a:pt x="1365409" y="210979"/>
                  </a:lnTo>
                  <a:lnTo>
                    <a:pt x="1365409" y="212884"/>
                  </a:lnTo>
                  <a:lnTo>
                    <a:pt x="1367313" y="216217"/>
                  </a:lnTo>
                  <a:close/>
                  <a:moveTo>
                    <a:pt x="1385888" y="245269"/>
                  </a:moveTo>
                  <a:lnTo>
                    <a:pt x="1382077" y="245269"/>
                  </a:lnTo>
                  <a:lnTo>
                    <a:pt x="1368742" y="243364"/>
                  </a:lnTo>
                  <a:lnTo>
                    <a:pt x="1368742" y="244316"/>
                  </a:lnTo>
                  <a:lnTo>
                    <a:pt x="1369219" y="246221"/>
                  </a:lnTo>
                  <a:lnTo>
                    <a:pt x="1382077" y="249079"/>
                  </a:lnTo>
                  <a:lnTo>
                    <a:pt x="1388269" y="251460"/>
                  </a:lnTo>
                  <a:lnTo>
                    <a:pt x="1393031" y="252413"/>
                  </a:lnTo>
                  <a:lnTo>
                    <a:pt x="1394460" y="253365"/>
                  </a:lnTo>
                  <a:lnTo>
                    <a:pt x="1397794" y="252889"/>
                  </a:lnTo>
                  <a:lnTo>
                    <a:pt x="1402556" y="253365"/>
                  </a:lnTo>
                  <a:lnTo>
                    <a:pt x="1408271" y="252889"/>
                  </a:lnTo>
                  <a:lnTo>
                    <a:pt x="1411129" y="251936"/>
                  </a:lnTo>
                  <a:lnTo>
                    <a:pt x="1417319" y="250507"/>
                  </a:lnTo>
                  <a:lnTo>
                    <a:pt x="1414938" y="249079"/>
                  </a:lnTo>
                  <a:lnTo>
                    <a:pt x="1411605" y="248603"/>
                  </a:lnTo>
                  <a:lnTo>
                    <a:pt x="1400651" y="248126"/>
                  </a:lnTo>
                  <a:lnTo>
                    <a:pt x="1394460" y="245745"/>
                  </a:lnTo>
                  <a:lnTo>
                    <a:pt x="1385888" y="245269"/>
                  </a:lnTo>
                  <a:close/>
                  <a:moveTo>
                    <a:pt x="1199673" y="199072"/>
                  </a:moveTo>
                  <a:lnTo>
                    <a:pt x="1201579" y="202406"/>
                  </a:lnTo>
                  <a:lnTo>
                    <a:pt x="1202531" y="202406"/>
                  </a:lnTo>
                  <a:lnTo>
                    <a:pt x="1203484" y="201454"/>
                  </a:lnTo>
                  <a:lnTo>
                    <a:pt x="1206342" y="200501"/>
                  </a:lnTo>
                  <a:lnTo>
                    <a:pt x="1206817" y="203835"/>
                  </a:lnTo>
                  <a:lnTo>
                    <a:pt x="1208723" y="205740"/>
                  </a:lnTo>
                  <a:lnTo>
                    <a:pt x="1213485" y="204788"/>
                  </a:lnTo>
                  <a:lnTo>
                    <a:pt x="1213485" y="202406"/>
                  </a:lnTo>
                  <a:lnTo>
                    <a:pt x="1211580" y="200978"/>
                  </a:lnTo>
                  <a:lnTo>
                    <a:pt x="1210151" y="200978"/>
                  </a:lnTo>
                  <a:lnTo>
                    <a:pt x="1208723" y="200501"/>
                  </a:lnTo>
                  <a:lnTo>
                    <a:pt x="1206342" y="196691"/>
                  </a:lnTo>
                  <a:lnTo>
                    <a:pt x="1204436" y="195263"/>
                  </a:lnTo>
                  <a:lnTo>
                    <a:pt x="1203960" y="193357"/>
                  </a:lnTo>
                  <a:lnTo>
                    <a:pt x="1205865" y="193357"/>
                  </a:lnTo>
                  <a:lnTo>
                    <a:pt x="1210151" y="198120"/>
                  </a:lnTo>
                  <a:lnTo>
                    <a:pt x="1213009" y="199549"/>
                  </a:lnTo>
                  <a:lnTo>
                    <a:pt x="1214913" y="201930"/>
                  </a:lnTo>
                  <a:lnTo>
                    <a:pt x="1216819" y="202882"/>
                  </a:lnTo>
                  <a:lnTo>
                    <a:pt x="1220152" y="201930"/>
                  </a:lnTo>
                  <a:lnTo>
                    <a:pt x="1223010" y="202406"/>
                  </a:lnTo>
                  <a:lnTo>
                    <a:pt x="1224438" y="203359"/>
                  </a:lnTo>
                  <a:lnTo>
                    <a:pt x="1225867" y="202882"/>
                  </a:lnTo>
                  <a:lnTo>
                    <a:pt x="1228725" y="200501"/>
                  </a:lnTo>
                  <a:lnTo>
                    <a:pt x="1227296" y="199072"/>
                  </a:lnTo>
                  <a:lnTo>
                    <a:pt x="1227773" y="197644"/>
                  </a:lnTo>
                  <a:lnTo>
                    <a:pt x="1226344" y="195739"/>
                  </a:lnTo>
                  <a:lnTo>
                    <a:pt x="1217771" y="191929"/>
                  </a:lnTo>
                  <a:lnTo>
                    <a:pt x="1216342" y="191929"/>
                  </a:lnTo>
                  <a:lnTo>
                    <a:pt x="1210627" y="190500"/>
                  </a:lnTo>
                  <a:lnTo>
                    <a:pt x="1207769" y="191453"/>
                  </a:lnTo>
                  <a:lnTo>
                    <a:pt x="1203007" y="191929"/>
                  </a:lnTo>
                  <a:lnTo>
                    <a:pt x="1201579" y="192881"/>
                  </a:lnTo>
                  <a:lnTo>
                    <a:pt x="1200150" y="192405"/>
                  </a:lnTo>
                  <a:lnTo>
                    <a:pt x="1197769" y="193834"/>
                  </a:lnTo>
                  <a:lnTo>
                    <a:pt x="1195388" y="192881"/>
                  </a:lnTo>
                  <a:lnTo>
                    <a:pt x="1193006" y="193834"/>
                  </a:lnTo>
                  <a:lnTo>
                    <a:pt x="1192530" y="195739"/>
                  </a:lnTo>
                  <a:lnTo>
                    <a:pt x="1190625" y="197644"/>
                  </a:lnTo>
                  <a:lnTo>
                    <a:pt x="1193959" y="199549"/>
                  </a:lnTo>
                  <a:lnTo>
                    <a:pt x="1199673" y="199072"/>
                  </a:lnTo>
                  <a:close/>
                  <a:moveTo>
                    <a:pt x="943451" y="325755"/>
                  </a:moveTo>
                  <a:lnTo>
                    <a:pt x="943451" y="326707"/>
                  </a:lnTo>
                  <a:lnTo>
                    <a:pt x="944404" y="329565"/>
                  </a:lnTo>
                  <a:lnTo>
                    <a:pt x="947261" y="332422"/>
                  </a:lnTo>
                  <a:lnTo>
                    <a:pt x="949642" y="332422"/>
                  </a:lnTo>
                  <a:lnTo>
                    <a:pt x="952976" y="328613"/>
                  </a:lnTo>
                  <a:lnTo>
                    <a:pt x="952976" y="326231"/>
                  </a:lnTo>
                  <a:lnTo>
                    <a:pt x="951548" y="324803"/>
                  </a:lnTo>
                  <a:lnTo>
                    <a:pt x="945356" y="324326"/>
                  </a:lnTo>
                  <a:lnTo>
                    <a:pt x="943451" y="325755"/>
                  </a:lnTo>
                  <a:close/>
                  <a:moveTo>
                    <a:pt x="920115" y="369094"/>
                  </a:moveTo>
                  <a:lnTo>
                    <a:pt x="921067" y="370999"/>
                  </a:lnTo>
                  <a:lnTo>
                    <a:pt x="923448" y="370999"/>
                  </a:lnTo>
                  <a:lnTo>
                    <a:pt x="923925" y="369570"/>
                  </a:lnTo>
                  <a:lnTo>
                    <a:pt x="926782" y="370999"/>
                  </a:lnTo>
                  <a:lnTo>
                    <a:pt x="928211" y="371475"/>
                  </a:lnTo>
                  <a:lnTo>
                    <a:pt x="929640" y="371475"/>
                  </a:lnTo>
                  <a:lnTo>
                    <a:pt x="931544" y="369570"/>
                  </a:lnTo>
                  <a:lnTo>
                    <a:pt x="932498" y="367189"/>
                  </a:lnTo>
                  <a:lnTo>
                    <a:pt x="931544" y="362903"/>
                  </a:lnTo>
                  <a:lnTo>
                    <a:pt x="936307" y="356235"/>
                  </a:lnTo>
                  <a:lnTo>
                    <a:pt x="935831" y="347663"/>
                  </a:lnTo>
                  <a:lnTo>
                    <a:pt x="934402" y="345757"/>
                  </a:lnTo>
                  <a:lnTo>
                    <a:pt x="932973" y="346234"/>
                  </a:lnTo>
                  <a:lnTo>
                    <a:pt x="928211" y="348615"/>
                  </a:lnTo>
                  <a:lnTo>
                    <a:pt x="922973" y="350520"/>
                  </a:lnTo>
                  <a:lnTo>
                    <a:pt x="922019" y="353378"/>
                  </a:lnTo>
                  <a:lnTo>
                    <a:pt x="923925" y="358616"/>
                  </a:lnTo>
                  <a:lnTo>
                    <a:pt x="923925" y="360997"/>
                  </a:lnTo>
                  <a:lnTo>
                    <a:pt x="921544" y="363379"/>
                  </a:lnTo>
                  <a:lnTo>
                    <a:pt x="920115" y="369094"/>
                  </a:lnTo>
                  <a:close/>
                  <a:moveTo>
                    <a:pt x="943451" y="371951"/>
                  </a:moveTo>
                  <a:lnTo>
                    <a:pt x="943927" y="371475"/>
                  </a:lnTo>
                  <a:lnTo>
                    <a:pt x="945832" y="372428"/>
                  </a:lnTo>
                  <a:lnTo>
                    <a:pt x="948690" y="371475"/>
                  </a:lnTo>
                  <a:lnTo>
                    <a:pt x="951071" y="369570"/>
                  </a:lnTo>
                  <a:lnTo>
                    <a:pt x="951548" y="367665"/>
                  </a:lnTo>
                  <a:lnTo>
                    <a:pt x="949642" y="366236"/>
                  </a:lnTo>
                  <a:lnTo>
                    <a:pt x="946309" y="363855"/>
                  </a:lnTo>
                  <a:lnTo>
                    <a:pt x="945356" y="363855"/>
                  </a:lnTo>
                  <a:lnTo>
                    <a:pt x="943927" y="364807"/>
                  </a:lnTo>
                  <a:lnTo>
                    <a:pt x="943451" y="363379"/>
                  </a:lnTo>
                  <a:lnTo>
                    <a:pt x="943927" y="357664"/>
                  </a:lnTo>
                  <a:lnTo>
                    <a:pt x="944880" y="355759"/>
                  </a:lnTo>
                  <a:lnTo>
                    <a:pt x="944880" y="352901"/>
                  </a:lnTo>
                  <a:lnTo>
                    <a:pt x="946309" y="350044"/>
                  </a:lnTo>
                  <a:lnTo>
                    <a:pt x="947261" y="350044"/>
                  </a:lnTo>
                  <a:lnTo>
                    <a:pt x="947738" y="349567"/>
                  </a:lnTo>
                  <a:lnTo>
                    <a:pt x="948213" y="349091"/>
                  </a:lnTo>
                  <a:lnTo>
                    <a:pt x="948690" y="349567"/>
                  </a:lnTo>
                  <a:lnTo>
                    <a:pt x="950594" y="352425"/>
                  </a:lnTo>
                  <a:lnTo>
                    <a:pt x="951071" y="350520"/>
                  </a:lnTo>
                  <a:lnTo>
                    <a:pt x="950119" y="343376"/>
                  </a:lnTo>
                  <a:lnTo>
                    <a:pt x="946309" y="339566"/>
                  </a:lnTo>
                  <a:lnTo>
                    <a:pt x="946309" y="338138"/>
                  </a:lnTo>
                  <a:lnTo>
                    <a:pt x="944880" y="338614"/>
                  </a:lnTo>
                  <a:lnTo>
                    <a:pt x="941546" y="340042"/>
                  </a:lnTo>
                  <a:lnTo>
                    <a:pt x="938213" y="345757"/>
                  </a:lnTo>
                  <a:lnTo>
                    <a:pt x="938213" y="352901"/>
                  </a:lnTo>
                  <a:lnTo>
                    <a:pt x="937260" y="356711"/>
                  </a:lnTo>
                  <a:lnTo>
                    <a:pt x="936784" y="358616"/>
                  </a:lnTo>
                  <a:lnTo>
                    <a:pt x="936307" y="360521"/>
                  </a:lnTo>
                  <a:lnTo>
                    <a:pt x="935355" y="364807"/>
                  </a:lnTo>
                  <a:lnTo>
                    <a:pt x="935355" y="365760"/>
                  </a:lnTo>
                  <a:lnTo>
                    <a:pt x="933926" y="367665"/>
                  </a:lnTo>
                  <a:lnTo>
                    <a:pt x="932021" y="370046"/>
                  </a:lnTo>
                  <a:lnTo>
                    <a:pt x="931069" y="371951"/>
                  </a:lnTo>
                  <a:lnTo>
                    <a:pt x="931069" y="373380"/>
                  </a:lnTo>
                  <a:lnTo>
                    <a:pt x="929163" y="375285"/>
                  </a:lnTo>
                  <a:lnTo>
                    <a:pt x="929163" y="377190"/>
                  </a:lnTo>
                  <a:lnTo>
                    <a:pt x="931069" y="381000"/>
                  </a:lnTo>
                  <a:lnTo>
                    <a:pt x="932498" y="381000"/>
                  </a:lnTo>
                  <a:lnTo>
                    <a:pt x="933926" y="380047"/>
                  </a:lnTo>
                  <a:lnTo>
                    <a:pt x="936784" y="381476"/>
                  </a:lnTo>
                  <a:lnTo>
                    <a:pt x="938213" y="380524"/>
                  </a:lnTo>
                  <a:lnTo>
                    <a:pt x="940594" y="376714"/>
                  </a:lnTo>
                  <a:lnTo>
                    <a:pt x="940117" y="375285"/>
                  </a:lnTo>
                  <a:lnTo>
                    <a:pt x="941069" y="373856"/>
                  </a:lnTo>
                  <a:lnTo>
                    <a:pt x="943451" y="371951"/>
                  </a:lnTo>
                  <a:close/>
                  <a:moveTo>
                    <a:pt x="959644" y="240506"/>
                  </a:moveTo>
                  <a:lnTo>
                    <a:pt x="962025" y="238601"/>
                  </a:lnTo>
                  <a:lnTo>
                    <a:pt x="963454" y="234791"/>
                  </a:lnTo>
                  <a:lnTo>
                    <a:pt x="962977" y="232886"/>
                  </a:lnTo>
                  <a:lnTo>
                    <a:pt x="961548" y="231934"/>
                  </a:lnTo>
                  <a:lnTo>
                    <a:pt x="959644" y="230981"/>
                  </a:lnTo>
                  <a:lnTo>
                    <a:pt x="956310" y="231457"/>
                  </a:lnTo>
                  <a:lnTo>
                    <a:pt x="952976" y="236220"/>
                  </a:lnTo>
                  <a:lnTo>
                    <a:pt x="951548" y="232886"/>
                  </a:lnTo>
                  <a:lnTo>
                    <a:pt x="952976" y="230981"/>
                  </a:lnTo>
                  <a:lnTo>
                    <a:pt x="952023" y="229076"/>
                  </a:lnTo>
                  <a:lnTo>
                    <a:pt x="950119" y="228600"/>
                  </a:lnTo>
                  <a:lnTo>
                    <a:pt x="943927" y="229553"/>
                  </a:lnTo>
                  <a:lnTo>
                    <a:pt x="941546" y="229553"/>
                  </a:lnTo>
                  <a:lnTo>
                    <a:pt x="939165" y="232886"/>
                  </a:lnTo>
                  <a:lnTo>
                    <a:pt x="938213" y="238125"/>
                  </a:lnTo>
                  <a:lnTo>
                    <a:pt x="939642" y="241935"/>
                  </a:lnTo>
                  <a:lnTo>
                    <a:pt x="940594" y="243364"/>
                  </a:lnTo>
                  <a:lnTo>
                    <a:pt x="943927" y="240982"/>
                  </a:lnTo>
                  <a:lnTo>
                    <a:pt x="948213" y="235267"/>
                  </a:lnTo>
                  <a:lnTo>
                    <a:pt x="949642" y="234315"/>
                  </a:lnTo>
                  <a:lnTo>
                    <a:pt x="950594" y="240506"/>
                  </a:lnTo>
                  <a:lnTo>
                    <a:pt x="948690" y="242411"/>
                  </a:lnTo>
                  <a:lnTo>
                    <a:pt x="949167" y="243364"/>
                  </a:lnTo>
                  <a:lnTo>
                    <a:pt x="950594" y="244792"/>
                  </a:lnTo>
                  <a:lnTo>
                    <a:pt x="952023" y="244316"/>
                  </a:lnTo>
                  <a:lnTo>
                    <a:pt x="952500" y="243364"/>
                  </a:lnTo>
                  <a:lnTo>
                    <a:pt x="953929" y="238601"/>
                  </a:lnTo>
                  <a:lnTo>
                    <a:pt x="955834" y="238601"/>
                  </a:lnTo>
                  <a:lnTo>
                    <a:pt x="957263" y="240982"/>
                  </a:lnTo>
                  <a:lnTo>
                    <a:pt x="959644" y="240506"/>
                  </a:lnTo>
                  <a:close/>
                  <a:moveTo>
                    <a:pt x="955357" y="471488"/>
                  </a:moveTo>
                  <a:lnTo>
                    <a:pt x="955834" y="468630"/>
                  </a:lnTo>
                  <a:lnTo>
                    <a:pt x="952023" y="467678"/>
                  </a:lnTo>
                  <a:lnTo>
                    <a:pt x="949167" y="468154"/>
                  </a:lnTo>
                  <a:lnTo>
                    <a:pt x="948213" y="468630"/>
                  </a:lnTo>
                  <a:lnTo>
                    <a:pt x="945832" y="470535"/>
                  </a:lnTo>
                  <a:lnTo>
                    <a:pt x="945356" y="472440"/>
                  </a:lnTo>
                  <a:lnTo>
                    <a:pt x="954405" y="472440"/>
                  </a:lnTo>
                  <a:lnTo>
                    <a:pt x="955357" y="471488"/>
                  </a:lnTo>
                  <a:close/>
                  <a:moveTo>
                    <a:pt x="976313" y="474345"/>
                  </a:moveTo>
                  <a:lnTo>
                    <a:pt x="979169" y="474345"/>
                  </a:lnTo>
                  <a:lnTo>
                    <a:pt x="980598" y="478155"/>
                  </a:lnTo>
                  <a:lnTo>
                    <a:pt x="983456" y="477679"/>
                  </a:lnTo>
                  <a:lnTo>
                    <a:pt x="984885" y="476726"/>
                  </a:lnTo>
                  <a:lnTo>
                    <a:pt x="986313" y="472916"/>
                  </a:lnTo>
                  <a:lnTo>
                    <a:pt x="988219" y="471011"/>
                  </a:lnTo>
                  <a:lnTo>
                    <a:pt x="988694" y="467678"/>
                  </a:lnTo>
                  <a:lnTo>
                    <a:pt x="988219" y="467201"/>
                  </a:lnTo>
                  <a:lnTo>
                    <a:pt x="987267" y="467201"/>
                  </a:lnTo>
                  <a:lnTo>
                    <a:pt x="986313" y="467201"/>
                  </a:lnTo>
                  <a:lnTo>
                    <a:pt x="982027" y="472440"/>
                  </a:lnTo>
                  <a:lnTo>
                    <a:pt x="981551" y="471964"/>
                  </a:lnTo>
                  <a:lnTo>
                    <a:pt x="980598" y="470535"/>
                  </a:lnTo>
                  <a:lnTo>
                    <a:pt x="978694" y="470535"/>
                  </a:lnTo>
                  <a:lnTo>
                    <a:pt x="977265" y="471964"/>
                  </a:lnTo>
                  <a:lnTo>
                    <a:pt x="976313" y="474345"/>
                  </a:lnTo>
                  <a:close/>
                  <a:moveTo>
                    <a:pt x="805338" y="278606"/>
                  </a:moveTo>
                  <a:lnTo>
                    <a:pt x="803434" y="279082"/>
                  </a:lnTo>
                  <a:lnTo>
                    <a:pt x="802005" y="280035"/>
                  </a:lnTo>
                  <a:lnTo>
                    <a:pt x="801052" y="281464"/>
                  </a:lnTo>
                  <a:lnTo>
                    <a:pt x="801052" y="282892"/>
                  </a:lnTo>
                  <a:lnTo>
                    <a:pt x="802481" y="285750"/>
                  </a:lnTo>
                  <a:lnTo>
                    <a:pt x="803434" y="288607"/>
                  </a:lnTo>
                  <a:lnTo>
                    <a:pt x="802005" y="292417"/>
                  </a:lnTo>
                  <a:lnTo>
                    <a:pt x="801529" y="296228"/>
                  </a:lnTo>
                  <a:lnTo>
                    <a:pt x="802005" y="300514"/>
                  </a:lnTo>
                  <a:lnTo>
                    <a:pt x="802957" y="304324"/>
                  </a:lnTo>
                  <a:lnTo>
                    <a:pt x="804863" y="307181"/>
                  </a:lnTo>
                  <a:lnTo>
                    <a:pt x="807244" y="309086"/>
                  </a:lnTo>
                  <a:lnTo>
                    <a:pt x="815817" y="307181"/>
                  </a:lnTo>
                  <a:lnTo>
                    <a:pt x="820102" y="306705"/>
                  </a:lnTo>
                  <a:lnTo>
                    <a:pt x="822007" y="307181"/>
                  </a:lnTo>
                  <a:lnTo>
                    <a:pt x="823436" y="308610"/>
                  </a:lnTo>
                  <a:lnTo>
                    <a:pt x="824388" y="310039"/>
                  </a:lnTo>
                  <a:lnTo>
                    <a:pt x="824388" y="311944"/>
                  </a:lnTo>
                  <a:lnTo>
                    <a:pt x="823913" y="313849"/>
                  </a:lnTo>
                  <a:lnTo>
                    <a:pt x="823913" y="315754"/>
                  </a:lnTo>
                  <a:lnTo>
                    <a:pt x="824388" y="317182"/>
                  </a:lnTo>
                  <a:lnTo>
                    <a:pt x="828198" y="324803"/>
                  </a:lnTo>
                  <a:lnTo>
                    <a:pt x="828675" y="325755"/>
                  </a:lnTo>
                  <a:lnTo>
                    <a:pt x="828198" y="338614"/>
                  </a:lnTo>
                  <a:lnTo>
                    <a:pt x="827723" y="341947"/>
                  </a:lnTo>
                  <a:lnTo>
                    <a:pt x="825817" y="345757"/>
                  </a:lnTo>
                  <a:lnTo>
                    <a:pt x="824865" y="349567"/>
                  </a:lnTo>
                  <a:lnTo>
                    <a:pt x="824865" y="354330"/>
                  </a:lnTo>
                  <a:lnTo>
                    <a:pt x="822007" y="360997"/>
                  </a:lnTo>
                  <a:lnTo>
                    <a:pt x="820579" y="365284"/>
                  </a:lnTo>
                  <a:lnTo>
                    <a:pt x="819626" y="369094"/>
                  </a:lnTo>
                  <a:lnTo>
                    <a:pt x="820102" y="372904"/>
                  </a:lnTo>
                  <a:lnTo>
                    <a:pt x="822960" y="376238"/>
                  </a:lnTo>
                  <a:lnTo>
                    <a:pt x="826294" y="379095"/>
                  </a:lnTo>
                  <a:lnTo>
                    <a:pt x="831532" y="381953"/>
                  </a:lnTo>
                  <a:lnTo>
                    <a:pt x="832961" y="381953"/>
                  </a:lnTo>
                  <a:lnTo>
                    <a:pt x="834867" y="381000"/>
                  </a:lnTo>
                  <a:lnTo>
                    <a:pt x="837723" y="378619"/>
                  </a:lnTo>
                  <a:lnTo>
                    <a:pt x="839152" y="378142"/>
                  </a:lnTo>
                  <a:lnTo>
                    <a:pt x="843438" y="378142"/>
                  </a:lnTo>
                  <a:lnTo>
                    <a:pt x="847725" y="377666"/>
                  </a:lnTo>
                  <a:lnTo>
                    <a:pt x="849630" y="377190"/>
                  </a:lnTo>
                  <a:lnTo>
                    <a:pt x="851535" y="377190"/>
                  </a:lnTo>
                  <a:lnTo>
                    <a:pt x="855344" y="378619"/>
                  </a:lnTo>
                  <a:lnTo>
                    <a:pt x="854869" y="375285"/>
                  </a:lnTo>
                  <a:lnTo>
                    <a:pt x="853917" y="371951"/>
                  </a:lnTo>
                  <a:lnTo>
                    <a:pt x="850106" y="363855"/>
                  </a:lnTo>
                  <a:lnTo>
                    <a:pt x="850106" y="361950"/>
                  </a:lnTo>
                  <a:lnTo>
                    <a:pt x="851059" y="357664"/>
                  </a:lnTo>
                  <a:lnTo>
                    <a:pt x="854392" y="349567"/>
                  </a:lnTo>
                  <a:lnTo>
                    <a:pt x="854869" y="345757"/>
                  </a:lnTo>
                  <a:lnTo>
                    <a:pt x="853440" y="339090"/>
                  </a:lnTo>
                  <a:lnTo>
                    <a:pt x="852488" y="328136"/>
                  </a:lnTo>
                  <a:lnTo>
                    <a:pt x="852963" y="320516"/>
                  </a:lnTo>
                  <a:lnTo>
                    <a:pt x="854869" y="317182"/>
                  </a:lnTo>
                  <a:lnTo>
                    <a:pt x="854869" y="315754"/>
                  </a:lnTo>
                  <a:lnTo>
                    <a:pt x="853440" y="303847"/>
                  </a:lnTo>
                  <a:lnTo>
                    <a:pt x="852488" y="300514"/>
                  </a:lnTo>
                  <a:lnTo>
                    <a:pt x="850582" y="297180"/>
                  </a:lnTo>
                  <a:lnTo>
                    <a:pt x="849154" y="293846"/>
                  </a:lnTo>
                  <a:lnTo>
                    <a:pt x="849154" y="290513"/>
                  </a:lnTo>
                  <a:lnTo>
                    <a:pt x="852011" y="287655"/>
                  </a:lnTo>
                  <a:lnTo>
                    <a:pt x="858679" y="282892"/>
                  </a:lnTo>
                  <a:lnTo>
                    <a:pt x="862488" y="280511"/>
                  </a:lnTo>
                  <a:lnTo>
                    <a:pt x="866298" y="279559"/>
                  </a:lnTo>
                  <a:lnTo>
                    <a:pt x="870109" y="279559"/>
                  </a:lnTo>
                  <a:lnTo>
                    <a:pt x="873919" y="280511"/>
                  </a:lnTo>
                  <a:lnTo>
                    <a:pt x="875823" y="283369"/>
                  </a:lnTo>
                  <a:lnTo>
                    <a:pt x="876300" y="287655"/>
                  </a:lnTo>
                  <a:lnTo>
                    <a:pt x="876300" y="291941"/>
                  </a:lnTo>
                  <a:lnTo>
                    <a:pt x="875823" y="297180"/>
                  </a:lnTo>
                  <a:lnTo>
                    <a:pt x="875348" y="298609"/>
                  </a:lnTo>
                  <a:lnTo>
                    <a:pt x="871061" y="305276"/>
                  </a:lnTo>
                  <a:lnTo>
                    <a:pt x="870585" y="307181"/>
                  </a:lnTo>
                  <a:lnTo>
                    <a:pt x="870585" y="309086"/>
                  </a:lnTo>
                  <a:lnTo>
                    <a:pt x="871538" y="310039"/>
                  </a:lnTo>
                  <a:lnTo>
                    <a:pt x="884873" y="322421"/>
                  </a:lnTo>
                  <a:lnTo>
                    <a:pt x="888206" y="324803"/>
                  </a:lnTo>
                  <a:lnTo>
                    <a:pt x="892492" y="325755"/>
                  </a:lnTo>
                  <a:lnTo>
                    <a:pt x="895350" y="328136"/>
                  </a:lnTo>
                  <a:lnTo>
                    <a:pt x="895350" y="330041"/>
                  </a:lnTo>
                  <a:lnTo>
                    <a:pt x="894398" y="331946"/>
                  </a:lnTo>
                  <a:lnTo>
                    <a:pt x="893444" y="332899"/>
                  </a:lnTo>
                  <a:lnTo>
                    <a:pt x="892969" y="334328"/>
                  </a:lnTo>
                  <a:lnTo>
                    <a:pt x="891063" y="344329"/>
                  </a:lnTo>
                  <a:lnTo>
                    <a:pt x="892017" y="347663"/>
                  </a:lnTo>
                  <a:lnTo>
                    <a:pt x="894398" y="350520"/>
                  </a:lnTo>
                  <a:lnTo>
                    <a:pt x="896302" y="351472"/>
                  </a:lnTo>
                  <a:lnTo>
                    <a:pt x="899636" y="352425"/>
                  </a:lnTo>
                  <a:lnTo>
                    <a:pt x="905351" y="353378"/>
                  </a:lnTo>
                  <a:lnTo>
                    <a:pt x="909638" y="352901"/>
                  </a:lnTo>
                  <a:lnTo>
                    <a:pt x="911067" y="351472"/>
                  </a:lnTo>
                  <a:lnTo>
                    <a:pt x="910113" y="347663"/>
                  </a:lnTo>
                  <a:lnTo>
                    <a:pt x="910113" y="345757"/>
                  </a:lnTo>
                  <a:lnTo>
                    <a:pt x="912019" y="342900"/>
                  </a:lnTo>
                  <a:lnTo>
                    <a:pt x="915352" y="341471"/>
                  </a:lnTo>
                  <a:lnTo>
                    <a:pt x="924401" y="339090"/>
                  </a:lnTo>
                  <a:lnTo>
                    <a:pt x="929163" y="339090"/>
                  </a:lnTo>
                  <a:lnTo>
                    <a:pt x="931069" y="339090"/>
                  </a:lnTo>
                  <a:lnTo>
                    <a:pt x="932973" y="338614"/>
                  </a:lnTo>
                  <a:lnTo>
                    <a:pt x="932973" y="337661"/>
                  </a:lnTo>
                  <a:lnTo>
                    <a:pt x="932973" y="336232"/>
                  </a:lnTo>
                  <a:lnTo>
                    <a:pt x="936307" y="337661"/>
                  </a:lnTo>
                  <a:lnTo>
                    <a:pt x="938213" y="337661"/>
                  </a:lnTo>
                  <a:lnTo>
                    <a:pt x="939165" y="336232"/>
                  </a:lnTo>
                  <a:lnTo>
                    <a:pt x="939165" y="332422"/>
                  </a:lnTo>
                  <a:lnTo>
                    <a:pt x="939165" y="330517"/>
                  </a:lnTo>
                  <a:lnTo>
                    <a:pt x="938688" y="328613"/>
                  </a:lnTo>
                  <a:lnTo>
                    <a:pt x="937736" y="327184"/>
                  </a:lnTo>
                  <a:lnTo>
                    <a:pt x="935831" y="326707"/>
                  </a:lnTo>
                  <a:lnTo>
                    <a:pt x="935355" y="327660"/>
                  </a:lnTo>
                  <a:lnTo>
                    <a:pt x="934402" y="328136"/>
                  </a:lnTo>
                  <a:lnTo>
                    <a:pt x="932498" y="327660"/>
                  </a:lnTo>
                  <a:lnTo>
                    <a:pt x="931069" y="325279"/>
                  </a:lnTo>
                  <a:lnTo>
                    <a:pt x="929640" y="323850"/>
                  </a:lnTo>
                  <a:lnTo>
                    <a:pt x="929640" y="321945"/>
                  </a:lnTo>
                  <a:lnTo>
                    <a:pt x="928688" y="320516"/>
                  </a:lnTo>
                  <a:lnTo>
                    <a:pt x="926782" y="319564"/>
                  </a:lnTo>
                  <a:lnTo>
                    <a:pt x="923448" y="315754"/>
                  </a:lnTo>
                  <a:lnTo>
                    <a:pt x="921544" y="314801"/>
                  </a:lnTo>
                  <a:lnTo>
                    <a:pt x="919638" y="314325"/>
                  </a:lnTo>
                  <a:lnTo>
                    <a:pt x="918210" y="313372"/>
                  </a:lnTo>
                  <a:lnTo>
                    <a:pt x="916781" y="311944"/>
                  </a:lnTo>
                  <a:lnTo>
                    <a:pt x="916781" y="310515"/>
                  </a:lnTo>
                  <a:lnTo>
                    <a:pt x="917257" y="309086"/>
                  </a:lnTo>
                  <a:lnTo>
                    <a:pt x="919163" y="304324"/>
                  </a:lnTo>
                  <a:lnTo>
                    <a:pt x="919163" y="300514"/>
                  </a:lnTo>
                  <a:lnTo>
                    <a:pt x="922019" y="298132"/>
                  </a:lnTo>
                  <a:lnTo>
                    <a:pt x="921544" y="296228"/>
                  </a:lnTo>
                  <a:lnTo>
                    <a:pt x="919163" y="293370"/>
                  </a:lnTo>
                  <a:lnTo>
                    <a:pt x="918686" y="291941"/>
                  </a:lnTo>
                  <a:lnTo>
                    <a:pt x="919163" y="290036"/>
                  </a:lnTo>
                  <a:lnTo>
                    <a:pt x="918686" y="288607"/>
                  </a:lnTo>
                  <a:lnTo>
                    <a:pt x="911542" y="283369"/>
                  </a:lnTo>
                  <a:lnTo>
                    <a:pt x="909161" y="280035"/>
                  </a:lnTo>
                  <a:lnTo>
                    <a:pt x="907732" y="276225"/>
                  </a:lnTo>
                  <a:lnTo>
                    <a:pt x="903446" y="269081"/>
                  </a:lnTo>
                  <a:lnTo>
                    <a:pt x="900588" y="266224"/>
                  </a:lnTo>
                  <a:lnTo>
                    <a:pt x="899160" y="265271"/>
                  </a:lnTo>
                  <a:lnTo>
                    <a:pt x="895826" y="264319"/>
                  </a:lnTo>
                  <a:lnTo>
                    <a:pt x="894398" y="263366"/>
                  </a:lnTo>
                  <a:lnTo>
                    <a:pt x="892017" y="260032"/>
                  </a:lnTo>
                  <a:lnTo>
                    <a:pt x="888682" y="257651"/>
                  </a:lnTo>
                  <a:lnTo>
                    <a:pt x="886777" y="256699"/>
                  </a:lnTo>
                  <a:lnTo>
                    <a:pt x="886777" y="254317"/>
                  </a:lnTo>
                  <a:lnTo>
                    <a:pt x="888206" y="252889"/>
                  </a:lnTo>
                  <a:lnTo>
                    <a:pt x="892492" y="254794"/>
                  </a:lnTo>
                  <a:lnTo>
                    <a:pt x="894398" y="255270"/>
                  </a:lnTo>
                  <a:lnTo>
                    <a:pt x="897255" y="254794"/>
                  </a:lnTo>
                  <a:lnTo>
                    <a:pt x="899636" y="253841"/>
                  </a:lnTo>
                  <a:lnTo>
                    <a:pt x="901542" y="250507"/>
                  </a:lnTo>
                  <a:lnTo>
                    <a:pt x="904398" y="248126"/>
                  </a:lnTo>
                  <a:lnTo>
                    <a:pt x="914400" y="244792"/>
                  </a:lnTo>
                  <a:lnTo>
                    <a:pt x="917734" y="243364"/>
                  </a:lnTo>
                  <a:lnTo>
                    <a:pt x="920592" y="241459"/>
                  </a:lnTo>
                  <a:lnTo>
                    <a:pt x="926306" y="236220"/>
                  </a:lnTo>
                  <a:lnTo>
                    <a:pt x="931544" y="230505"/>
                  </a:lnTo>
                  <a:lnTo>
                    <a:pt x="933926" y="226695"/>
                  </a:lnTo>
                  <a:lnTo>
                    <a:pt x="936784" y="223361"/>
                  </a:lnTo>
                  <a:lnTo>
                    <a:pt x="938213" y="221932"/>
                  </a:lnTo>
                  <a:lnTo>
                    <a:pt x="940117" y="220980"/>
                  </a:lnTo>
                  <a:lnTo>
                    <a:pt x="944880" y="220028"/>
                  </a:lnTo>
                  <a:lnTo>
                    <a:pt x="948213" y="220980"/>
                  </a:lnTo>
                  <a:lnTo>
                    <a:pt x="950594" y="224314"/>
                  </a:lnTo>
                  <a:lnTo>
                    <a:pt x="952976" y="225266"/>
                  </a:lnTo>
                  <a:lnTo>
                    <a:pt x="955834" y="224314"/>
                  </a:lnTo>
                  <a:lnTo>
                    <a:pt x="956310" y="222885"/>
                  </a:lnTo>
                  <a:lnTo>
                    <a:pt x="957738" y="216694"/>
                  </a:lnTo>
                  <a:lnTo>
                    <a:pt x="957263" y="214313"/>
                  </a:lnTo>
                  <a:lnTo>
                    <a:pt x="955834" y="212407"/>
                  </a:lnTo>
                  <a:lnTo>
                    <a:pt x="952500" y="210503"/>
                  </a:lnTo>
                  <a:lnTo>
                    <a:pt x="948690" y="210026"/>
                  </a:lnTo>
                  <a:lnTo>
                    <a:pt x="943451" y="210979"/>
                  </a:lnTo>
                  <a:lnTo>
                    <a:pt x="938213" y="212407"/>
                  </a:lnTo>
                  <a:lnTo>
                    <a:pt x="936784" y="212884"/>
                  </a:lnTo>
                  <a:lnTo>
                    <a:pt x="937260" y="213836"/>
                  </a:lnTo>
                  <a:lnTo>
                    <a:pt x="938688" y="214789"/>
                  </a:lnTo>
                  <a:lnTo>
                    <a:pt x="938688" y="215741"/>
                  </a:lnTo>
                  <a:lnTo>
                    <a:pt x="931069" y="216217"/>
                  </a:lnTo>
                  <a:lnTo>
                    <a:pt x="926782" y="215741"/>
                  </a:lnTo>
                  <a:lnTo>
                    <a:pt x="918210" y="215741"/>
                  </a:lnTo>
                  <a:lnTo>
                    <a:pt x="914400" y="217170"/>
                  </a:lnTo>
                  <a:lnTo>
                    <a:pt x="912971" y="218599"/>
                  </a:lnTo>
                  <a:lnTo>
                    <a:pt x="911542" y="220028"/>
                  </a:lnTo>
                  <a:lnTo>
                    <a:pt x="907256" y="221932"/>
                  </a:lnTo>
                  <a:lnTo>
                    <a:pt x="903446" y="222409"/>
                  </a:lnTo>
                  <a:lnTo>
                    <a:pt x="899636" y="221932"/>
                  </a:lnTo>
                  <a:lnTo>
                    <a:pt x="897731" y="220504"/>
                  </a:lnTo>
                  <a:lnTo>
                    <a:pt x="896302" y="219075"/>
                  </a:lnTo>
                  <a:lnTo>
                    <a:pt x="894398" y="218599"/>
                  </a:lnTo>
                  <a:lnTo>
                    <a:pt x="892492" y="219551"/>
                  </a:lnTo>
                  <a:lnTo>
                    <a:pt x="889635" y="222409"/>
                  </a:lnTo>
                  <a:lnTo>
                    <a:pt x="884396" y="228600"/>
                  </a:lnTo>
                  <a:lnTo>
                    <a:pt x="882015" y="231934"/>
                  </a:lnTo>
                  <a:lnTo>
                    <a:pt x="879634" y="236220"/>
                  </a:lnTo>
                  <a:lnTo>
                    <a:pt x="875823" y="238601"/>
                  </a:lnTo>
                  <a:lnTo>
                    <a:pt x="872013" y="237649"/>
                  </a:lnTo>
                  <a:lnTo>
                    <a:pt x="868204" y="237172"/>
                  </a:lnTo>
                  <a:lnTo>
                    <a:pt x="865823" y="237649"/>
                  </a:lnTo>
                  <a:lnTo>
                    <a:pt x="863917" y="237649"/>
                  </a:lnTo>
                  <a:lnTo>
                    <a:pt x="862013" y="233839"/>
                  </a:lnTo>
                  <a:lnTo>
                    <a:pt x="859155" y="226695"/>
                  </a:lnTo>
                  <a:lnTo>
                    <a:pt x="855821" y="223838"/>
                  </a:lnTo>
                  <a:lnTo>
                    <a:pt x="850582" y="221932"/>
                  </a:lnTo>
                  <a:lnTo>
                    <a:pt x="849630" y="220980"/>
                  </a:lnTo>
                  <a:lnTo>
                    <a:pt x="844867" y="213836"/>
                  </a:lnTo>
                  <a:lnTo>
                    <a:pt x="843915" y="210503"/>
                  </a:lnTo>
                  <a:lnTo>
                    <a:pt x="842963" y="206216"/>
                  </a:lnTo>
                  <a:lnTo>
                    <a:pt x="842486" y="201930"/>
                  </a:lnTo>
                  <a:lnTo>
                    <a:pt x="842486" y="198120"/>
                  </a:lnTo>
                  <a:lnTo>
                    <a:pt x="843438" y="194786"/>
                  </a:lnTo>
                  <a:lnTo>
                    <a:pt x="844867" y="190500"/>
                  </a:lnTo>
                  <a:lnTo>
                    <a:pt x="846773" y="186214"/>
                  </a:lnTo>
                  <a:lnTo>
                    <a:pt x="849154" y="182880"/>
                  </a:lnTo>
                  <a:lnTo>
                    <a:pt x="852963" y="178117"/>
                  </a:lnTo>
                  <a:lnTo>
                    <a:pt x="854392" y="176689"/>
                  </a:lnTo>
                  <a:lnTo>
                    <a:pt x="858202" y="174784"/>
                  </a:lnTo>
                  <a:lnTo>
                    <a:pt x="862488" y="174307"/>
                  </a:lnTo>
                  <a:lnTo>
                    <a:pt x="866775" y="174784"/>
                  </a:lnTo>
                  <a:lnTo>
                    <a:pt x="873919" y="177165"/>
                  </a:lnTo>
                  <a:lnTo>
                    <a:pt x="877252" y="177165"/>
                  </a:lnTo>
                  <a:lnTo>
                    <a:pt x="891063" y="175260"/>
                  </a:lnTo>
                  <a:lnTo>
                    <a:pt x="893921" y="175260"/>
                  </a:lnTo>
                  <a:lnTo>
                    <a:pt x="896779" y="175736"/>
                  </a:lnTo>
                  <a:lnTo>
                    <a:pt x="900588" y="176689"/>
                  </a:lnTo>
                  <a:lnTo>
                    <a:pt x="904875" y="177165"/>
                  </a:lnTo>
                  <a:lnTo>
                    <a:pt x="912494" y="176213"/>
                  </a:lnTo>
                  <a:lnTo>
                    <a:pt x="920115" y="175736"/>
                  </a:lnTo>
                  <a:lnTo>
                    <a:pt x="941546" y="175736"/>
                  </a:lnTo>
                  <a:lnTo>
                    <a:pt x="944404" y="175260"/>
                  </a:lnTo>
                  <a:lnTo>
                    <a:pt x="947261" y="175736"/>
                  </a:lnTo>
                  <a:lnTo>
                    <a:pt x="950594" y="178117"/>
                  </a:lnTo>
                  <a:lnTo>
                    <a:pt x="953452" y="180975"/>
                  </a:lnTo>
                  <a:lnTo>
                    <a:pt x="954881" y="181451"/>
                  </a:lnTo>
                  <a:lnTo>
                    <a:pt x="962025" y="181928"/>
                  </a:lnTo>
                  <a:lnTo>
                    <a:pt x="965835" y="181928"/>
                  </a:lnTo>
                  <a:lnTo>
                    <a:pt x="969644" y="181451"/>
                  </a:lnTo>
                  <a:lnTo>
                    <a:pt x="981551" y="179070"/>
                  </a:lnTo>
                  <a:lnTo>
                    <a:pt x="985361" y="179070"/>
                  </a:lnTo>
                  <a:lnTo>
                    <a:pt x="987267" y="178594"/>
                  </a:lnTo>
                  <a:lnTo>
                    <a:pt x="991076" y="177165"/>
                  </a:lnTo>
                  <a:lnTo>
                    <a:pt x="992505" y="176213"/>
                  </a:lnTo>
                  <a:lnTo>
                    <a:pt x="995363" y="173355"/>
                  </a:lnTo>
                  <a:lnTo>
                    <a:pt x="997744" y="170021"/>
                  </a:lnTo>
                  <a:lnTo>
                    <a:pt x="999648" y="167164"/>
                  </a:lnTo>
                  <a:lnTo>
                    <a:pt x="1001554" y="164306"/>
                  </a:lnTo>
                  <a:lnTo>
                    <a:pt x="1008221" y="158591"/>
                  </a:lnTo>
                  <a:lnTo>
                    <a:pt x="1011079" y="155734"/>
                  </a:lnTo>
                  <a:lnTo>
                    <a:pt x="1012984" y="152400"/>
                  </a:lnTo>
                  <a:lnTo>
                    <a:pt x="1015842" y="145732"/>
                  </a:lnTo>
                  <a:lnTo>
                    <a:pt x="1016794" y="144780"/>
                  </a:lnTo>
                  <a:lnTo>
                    <a:pt x="1019651" y="142399"/>
                  </a:lnTo>
                  <a:lnTo>
                    <a:pt x="1020127" y="141446"/>
                  </a:lnTo>
                  <a:lnTo>
                    <a:pt x="1017746" y="136684"/>
                  </a:lnTo>
                  <a:lnTo>
                    <a:pt x="1015842" y="135255"/>
                  </a:lnTo>
                  <a:lnTo>
                    <a:pt x="1011555" y="134779"/>
                  </a:lnTo>
                  <a:lnTo>
                    <a:pt x="1010126" y="135731"/>
                  </a:lnTo>
                  <a:lnTo>
                    <a:pt x="1007269" y="139065"/>
                  </a:lnTo>
                  <a:lnTo>
                    <a:pt x="1004888" y="142875"/>
                  </a:lnTo>
                  <a:lnTo>
                    <a:pt x="1003459" y="143828"/>
                  </a:lnTo>
                  <a:lnTo>
                    <a:pt x="1000125" y="144780"/>
                  </a:lnTo>
                  <a:lnTo>
                    <a:pt x="998696" y="145732"/>
                  </a:lnTo>
                  <a:lnTo>
                    <a:pt x="997744" y="148590"/>
                  </a:lnTo>
                  <a:lnTo>
                    <a:pt x="996315" y="150971"/>
                  </a:lnTo>
                  <a:lnTo>
                    <a:pt x="992029" y="152400"/>
                  </a:lnTo>
                  <a:lnTo>
                    <a:pt x="987267" y="157639"/>
                  </a:lnTo>
                  <a:lnTo>
                    <a:pt x="975836" y="163354"/>
                  </a:lnTo>
                  <a:lnTo>
                    <a:pt x="972979" y="163830"/>
                  </a:lnTo>
                  <a:lnTo>
                    <a:pt x="953452" y="160972"/>
                  </a:lnTo>
                  <a:lnTo>
                    <a:pt x="946309" y="160496"/>
                  </a:lnTo>
                  <a:lnTo>
                    <a:pt x="944404" y="160496"/>
                  </a:lnTo>
                  <a:lnTo>
                    <a:pt x="942498" y="160972"/>
                  </a:lnTo>
                  <a:lnTo>
                    <a:pt x="940117" y="163354"/>
                  </a:lnTo>
                  <a:lnTo>
                    <a:pt x="938213" y="163354"/>
                  </a:lnTo>
                  <a:lnTo>
                    <a:pt x="936784" y="162878"/>
                  </a:lnTo>
                  <a:lnTo>
                    <a:pt x="932498" y="160496"/>
                  </a:lnTo>
                  <a:lnTo>
                    <a:pt x="928688" y="159067"/>
                  </a:lnTo>
                  <a:lnTo>
                    <a:pt x="924877" y="158115"/>
                  </a:lnTo>
                  <a:lnTo>
                    <a:pt x="913923" y="157639"/>
                  </a:lnTo>
                  <a:lnTo>
                    <a:pt x="905827" y="155734"/>
                  </a:lnTo>
                  <a:lnTo>
                    <a:pt x="896302" y="156210"/>
                  </a:lnTo>
                  <a:lnTo>
                    <a:pt x="894873" y="155734"/>
                  </a:lnTo>
                  <a:lnTo>
                    <a:pt x="893444" y="154781"/>
                  </a:lnTo>
                  <a:lnTo>
                    <a:pt x="892017" y="152876"/>
                  </a:lnTo>
                  <a:lnTo>
                    <a:pt x="891063" y="150971"/>
                  </a:lnTo>
                  <a:lnTo>
                    <a:pt x="889635" y="150019"/>
                  </a:lnTo>
                  <a:lnTo>
                    <a:pt x="888206" y="149542"/>
                  </a:lnTo>
                  <a:lnTo>
                    <a:pt x="885825" y="149542"/>
                  </a:lnTo>
                  <a:lnTo>
                    <a:pt x="883444" y="149066"/>
                  </a:lnTo>
                  <a:lnTo>
                    <a:pt x="879157" y="146685"/>
                  </a:lnTo>
                  <a:lnTo>
                    <a:pt x="877252" y="146685"/>
                  </a:lnTo>
                  <a:lnTo>
                    <a:pt x="875348" y="147161"/>
                  </a:lnTo>
                  <a:lnTo>
                    <a:pt x="873442" y="148114"/>
                  </a:lnTo>
                  <a:lnTo>
                    <a:pt x="872013" y="149542"/>
                  </a:lnTo>
                  <a:lnTo>
                    <a:pt x="869632" y="152876"/>
                  </a:lnTo>
                  <a:lnTo>
                    <a:pt x="868204" y="156686"/>
                  </a:lnTo>
                  <a:lnTo>
                    <a:pt x="866775" y="158115"/>
                  </a:lnTo>
                  <a:lnTo>
                    <a:pt x="864869" y="159544"/>
                  </a:lnTo>
                  <a:lnTo>
                    <a:pt x="863917" y="160972"/>
                  </a:lnTo>
                  <a:lnTo>
                    <a:pt x="862965" y="162401"/>
                  </a:lnTo>
                  <a:lnTo>
                    <a:pt x="860107" y="163830"/>
                  </a:lnTo>
                  <a:lnTo>
                    <a:pt x="856773" y="162878"/>
                  </a:lnTo>
                  <a:lnTo>
                    <a:pt x="854869" y="161449"/>
                  </a:lnTo>
                  <a:lnTo>
                    <a:pt x="853440" y="158115"/>
                  </a:lnTo>
                  <a:lnTo>
                    <a:pt x="852488" y="158115"/>
                  </a:lnTo>
                  <a:lnTo>
                    <a:pt x="851535" y="158591"/>
                  </a:lnTo>
                  <a:lnTo>
                    <a:pt x="850106" y="162401"/>
                  </a:lnTo>
                  <a:lnTo>
                    <a:pt x="847725" y="165259"/>
                  </a:lnTo>
                  <a:lnTo>
                    <a:pt x="845819" y="166211"/>
                  </a:lnTo>
                  <a:lnTo>
                    <a:pt x="844392" y="167640"/>
                  </a:lnTo>
                  <a:lnTo>
                    <a:pt x="843438" y="171926"/>
                  </a:lnTo>
                  <a:lnTo>
                    <a:pt x="842010" y="173355"/>
                  </a:lnTo>
                  <a:lnTo>
                    <a:pt x="839152" y="175736"/>
                  </a:lnTo>
                  <a:lnTo>
                    <a:pt x="835819" y="182880"/>
                  </a:lnTo>
                  <a:lnTo>
                    <a:pt x="835819" y="184785"/>
                  </a:lnTo>
                  <a:lnTo>
                    <a:pt x="837723" y="189547"/>
                  </a:lnTo>
                  <a:lnTo>
                    <a:pt x="836771" y="191453"/>
                  </a:lnTo>
                  <a:lnTo>
                    <a:pt x="834867" y="192405"/>
                  </a:lnTo>
                  <a:lnTo>
                    <a:pt x="832961" y="192405"/>
                  </a:lnTo>
                  <a:lnTo>
                    <a:pt x="832485" y="193834"/>
                  </a:lnTo>
                  <a:lnTo>
                    <a:pt x="834390" y="207169"/>
                  </a:lnTo>
                  <a:lnTo>
                    <a:pt x="836294" y="213836"/>
                  </a:lnTo>
                  <a:lnTo>
                    <a:pt x="836771" y="216694"/>
                  </a:lnTo>
                  <a:lnTo>
                    <a:pt x="836771" y="219551"/>
                  </a:lnTo>
                  <a:lnTo>
                    <a:pt x="834867" y="216217"/>
                  </a:lnTo>
                  <a:lnTo>
                    <a:pt x="832485" y="213360"/>
                  </a:lnTo>
                  <a:lnTo>
                    <a:pt x="830580" y="214789"/>
                  </a:lnTo>
                  <a:lnTo>
                    <a:pt x="825817" y="220980"/>
                  </a:lnTo>
                  <a:lnTo>
                    <a:pt x="820579" y="232410"/>
                  </a:lnTo>
                  <a:lnTo>
                    <a:pt x="818673" y="238125"/>
                  </a:lnTo>
                  <a:lnTo>
                    <a:pt x="818673" y="240982"/>
                  </a:lnTo>
                  <a:lnTo>
                    <a:pt x="819150" y="243840"/>
                  </a:lnTo>
                  <a:lnTo>
                    <a:pt x="818673" y="246221"/>
                  </a:lnTo>
                  <a:lnTo>
                    <a:pt x="820102" y="251936"/>
                  </a:lnTo>
                  <a:lnTo>
                    <a:pt x="819150" y="255270"/>
                  </a:lnTo>
                  <a:lnTo>
                    <a:pt x="816292" y="258604"/>
                  </a:lnTo>
                  <a:lnTo>
                    <a:pt x="813911" y="262414"/>
                  </a:lnTo>
                  <a:lnTo>
                    <a:pt x="812959" y="266224"/>
                  </a:lnTo>
                  <a:lnTo>
                    <a:pt x="812959" y="270510"/>
                  </a:lnTo>
                  <a:lnTo>
                    <a:pt x="811530" y="273844"/>
                  </a:lnTo>
                  <a:lnTo>
                    <a:pt x="806767" y="277654"/>
                  </a:lnTo>
                  <a:lnTo>
                    <a:pt x="805338" y="278606"/>
                  </a:lnTo>
                  <a:close/>
                  <a:moveTo>
                    <a:pt x="1116806" y="247650"/>
                  </a:moveTo>
                  <a:lnTo>
                    <a:pt x="1117759" y="247174"/>
                  </a:lnTo>
                  <a:lnTo>
                    <a:pt x="1119663" y="245745"/>
                  </a:lnTo>
                  <a:lnTo>
                    <a:pt x="1119663" y="243840"/>
                  </a:lnTo>
                  <a:lnTo>
                    <a:pt x="1115854" y="241459"/>
                  </a:lnTo>
                  <a:lnTo>
                    <a:pt x="1111567" y="238125"/>
                  </a:lnTo>
                  <a:lnTo>
                    <a:pt x="1105852" y="235267"/>
                  </a:lnTo>
                  <a:lnTo>
                    <a:pt x="1102519" y="234315"/>
                  </a:lnTo>
                  <a:lnTo>
                    <a:pt x="1100613" y="234791"/>
                  </a:lnTo>
                  <a:lnTo>
                    <a:pt x="1095851" y="238125"/>
                  </a:lnTo>
                  <a:lnTo>
                    <a:pt x="1093946" y="242888"/>
                  </a:lnTo>
                  <a:lnTo>
                    <a:pt x="1093946" y="244792"/>
                  </a:lnTo>
                  <a:lnTo>
                    <a:pt x="1096327" y="246697"/>
                  </a:lnTo>
                  <a:lnTo>
                    <a:pt x="1099661" y="247650"/>
                  </a:lnTo>
                  <a:lnTo>
                    <a:pt x="1105852" y="246221"/>
                  </a:lnTo>
                  <a:lnTo>
                    <a:pt x="1111567" y="246221"/>
                  </a:lnTo>
                  <a:lnTo>
                    <a:pt x="1116806" y="247650"/>
                  </a:lnTo>
                  <a:close/>
                  <a:moveTo>
                    <a:pt x="1045369" y="254794"/>
                  </a:moveTo>
                  <a:lnTo>
                    <a:pt x="1056798" y="252889"/>
                  </a:lnTo>
                  <a:lnTo>
                    <a:pt x="1058227" y="251460"/>
                  </a:lnTo>
                  <a:lnTo>
                    <a:pt x="1047750" y="250507"/>
                  </a:lnTo>
                  <a:lnTo>
                    <a:pt x="1037273" y="251460"/>
                  </a:lnTo>
                  <a:lnTo>
                    <a:pt x="1030605" y="250984"/>
                  </a:lnTo>
                  <a:lnTo>
                    <a:pt x="1028223" y="251460"/>
                  </a:lnTo>
                  <a:lnTo>
                    <a:pt x="1026319" y="252413"/>
                  </a:lnTo>
                  <a:lnTo>
                    <a:pt x="1027748" y="253841"/>
                  </a:lnTo>
                  <a:lnTo>
                    <a:pt x="1027748" y="255746"/>
                  </a:lnTo>
                  <a:lnTo>
                    <a:pt x="1029176" y="255746"/>
                  </a:lnTo>
                  <a:lnTo>
                    <a:pt x="1041559" y="254794"/>
                  </a:lnTo>
                  <a:lnTo>
                    <a:pt x="1045369" y="254794"/>
                  </a:lnTo>
                  <a:close/>
                  <a:moveTo>
                    <a:pt x="991552" y="473392"/>
                  </a:moveTo>
                  <a:lnTo>
                    <a:pt x="993934" y="474345"/>
                  </a:lnTo>
                  <a:lnTo>
                    <a:pt x="1016317" y="471011"/>
                  </a:lnTo>
                  <a:lnTo>
                    <a:pt x="1017746" y="470059"/>
                  </a:lnTo>
                  <a:lnTo>
                    <a:pt x="1017269" y="465772"/>
                  </a:lnTo>
                  <a:lnTo>
                    <a:pt x="1014888" y="464820"/>
                  </a:lnTo>
                  <a:lnTo>
                    <a:pt x="1010602" y="464344"/>
                  </a:lnTo>
                  <a:lnTo>
                    <a:pt x="1004888" y="464344"/>
                  </a:lnTo>
                  <a:lnTo>
                    <a:pt x="1002506" y="464820"/>
                  </a:lnTo>
                  <a:lnTo>
                    <a:pt x="999648" y="465772"/>
                  </a:lnTo>
                  <a:lnTo>
                    <a:pt x="998696" y="463867"/>
                  </a:lnTo>
                  <a:lnTo>
                    <a:pt x="996315" y="463867"/>
                  </a:lnTo>
                  <a:lnTo>
                    <a:pt x="993457" y="465296"/>
                  </a:lnTo>
                  <a:lnTo>
                    <a:pt x="992029" y="467678"/>
                  </a:lnTo>
                  <a:lnTo>
                    <a:pt x="992981" y="469106"/>
                  </a:lnTo>
                  <a:lnTo>
                    <a:pt x="990600" y="471964"/>
                  </a:lnTo>
                  <a:lnTo>
                    <a:pt x="991552" y="473392"/>
                  </a:lnTo>
                  <a:close/>
                  <a:moveTo>
                    <a:pt x="1086326" y="302419"/>
                  </a:moveTo>
                  <a:lnTo>
                    <a:pt x="1084898" y="301466"/>
                  </a:lnTo>
                  <a:lnTo>
                    <a:pt x="1083944" y="300514"/>
                  </a:lnTo>
                  <a:lnTo>
                    <a:pt x="1082992" y="298609"/>
                  </a:lnTo>
                  <a:lnTo>
                    <a:pt x="1081563" y="296704"/>
                  </a:lnTo>
                  <a:lnTo>
                    <a:pt x="1075848" y="293846"/>
                  </a:lnTo>
                  <a:lnTo>
                    <a:pt x="1073944" y="293370"/>
                  </a:lnTo>
                  <a:lnTo>
                    <a:pt x="1065371" y="293370"/>
                  </a:lnTo>
                  <a:lnTo>
                    <a:pt x="1056798" y="294799"/>
                  </a:lnTo>
                  <a:lnTo>
                    <a:pt x="1053942" y="296228"/>
                  </a:lnTo>
                  <a:lnTo>
                    <a:pt x="1049655" y="294799"/>
                  </a:lnTo>
                  <a:lnTo>
                    <a:pt x="1048226" y="295751"/>
                  </a:lnTo>
                  <a:lnTo>
                    <a:pt x="1047273" y="297180"/>
                  </a:lnTo>
                  <a:lnTo>
                    <a:pt x="1047750" y="303371"/>
                  </a:lnTo>
                  <a:lnTo>
                    <a:pt x="1048702" y="305753"/>
                  </a:lnTo>
                  <a:lnTo>
                    <a:pt x="1051560" y="309086"/>
                  </a:lnTo>
                  <a:lnTo>
                    <a:pt x="1052513" y="310991"/>
                  </a:lnTo>
                  <a:lnTo>
                    <a:pt x="1053942" y="311944"/>
                  </a:lnTo>
                  <a:lnTo>
                    <a:pt x="1060609" y="315278"/>
                  </a:lnTo>
                  <a:lnTo>
                    <a:pt x="1065371" y="317182"/>
                  </a:lnTo>
                  <a:lnTo>
                    <a:pt x="1070134" y="319088"/>
                  </a:lnTo>
                  <a:lnTo>
                    <a:pt x="1072038" y="318611"/>
                  </a:lnTo>
                  <a:lnTo>
                    <a:pt x="1073944" y="317659"/>
                  </a:lnTo>
                  <a:lnTo>
                    <a:pt x="1076325" y="317659"/>
                  </a:lnTo>
                  <a:lnTo>
                    <a:pt x="1078706" y="317182"/>
                  </a:lnTo>
                  <a:lnTo>
                    <a:pt x="1083469" y="313849"/>
                  </a:lnTo>
                  <a:lnTo>
                    <a:pt x="1085850" y="312896"/>
                  </a:lnTo>
                  <a:lnTo>
                    <a:pt x="1088231" y="312420"/>
                  </a:lnTo>
                  <a:lnTo>
                    <a:pt x="1088707" y="307181"/>
                  </a:lnTo>
                  <a:lnTo>
                    <a:pt x="1088231" y="304324"/>
                  </a:lnTo>
                  <a:lnTo>
                    <a:pt x="1086326" y="302419"/>
                  </a:lnTo>
                  <a:close/>
                  <a:moveTo>
                    <a:pt x="1071563" y="447675"/>
                  </a:moveTo>
                  <a:lnTo>
                    <a:pt x="1067752" y="444817"/>
                  </a:lnTo>
                  <a:lnTo>
                    <a:pt x="1062990" y="446246"/>
                  </a:lnTo>
                  <a:lnTo>
                    <a:pt x="1059656" y="448628"/>
                  </a:lnTo>
                  <a:lnTo>
                    <a:pt x="1054894" y="449580"/>
                  </a:lnTo>
                  <a:lnTo>
                    <a:pt x="1050607" y="449104"/>
                  </a:lnTo>
                  <a:lnTo>
                    <a:pt x="1046798" y="448151"/>
                  </a:lnTo>
                  <a:lnTo>
                    <a:pt x="1042511" y="453390"/>
                  </a:lnTo>
                  <a:lnTo>
                    <a:pt x="1041559" y="455771"/>
                  </a:lnTo>
                  <a:lnTo>
                    <a:pt x="1041082" y="459105"/>
                  </a:lnTo>
                  <a:lnTo>
                    <a:pt x="1042035" y="459105"/>
                  </a:lnTo>
                  <a:lnTo>
                    <a:pt x="1046321" y="456724"/>
                  </a:lnTo>
                  <a:lnTo>
                    <a:pt x="1049179" y="455771"/>
                  </a:lnTo>
                  <a:lnTo>
                    <a:pt x="1051560" y="455771"/>
                  </a:lnTo>
                  <a:lnTo>
                    <a:pt x="1053465" y="456724"/>
                  </a:lnTo>
                  <a:lnTo>
                    <a:pt x="1058227" y="456724"/>
                  </a:lnTo>
                  <a:lnTo>
                    <a:pt x="1063467" y="457676"/>
                  </a:lnTo>
                  <a:lnTo>
                    <a:pt x="1064894" y="454819"/>
                  </a:lnTo>
                  <a:lnTo>
                    <a:pt x="1066800" y="452914"/>
                  </a:lnTo>
                  <a:lnTo>
                    <a:pt x="1070610" y="451009"/>
                  </a:lnTo>
                  <a:lnTo>
                    <a:pt x="1074896" y="450532"/>
                  </a:lnTo>
                  <a:lnTo>
                    <a:pt x="1074896" y="449580"/>
                  </a:lnTo>
                  <a:lnTo>
                    <a:pt x="1074419" y="448151"/>
                  </a:lnTo>
                  <a:lnTo>
                    <a:pt x="1071563" y="447675"/>
                  </a:lnTo>
                  <a:close/>
                  <a:moveTo>
                    <a:pt x="1021556" y="249555"/>
                  </a:moveTo>
                  <a:lnTo>
                    <a:pt x="1019651" y="250031"/>
                  </a:lnTo>
                  <a:lnTo>
                    <a:pt x="1019175" y="247650"/>
                  </a:lnTo>
                  <a:lnTo>
                    <a:pt x="1017746" y="247174"/>
                  </a:lnTo>
                  <a:lnTo>
                    <a:pt x="1017269" y="247174"/>
                  </a:lnTo>
                  <a:lnTo>
                    <a:pt x="1016317" y="248603"/>
                  </a:lnTo>
                  <a:lnTo>
                    <a:pt x="1015365" y="248603"/>
                  </a:lnTo>
                  <a:lnTo>
                    <a:pt x="1012031" y="247174"/>
                  </a:lnTo>
                  <a:lnTo>
                    <a:pt x="1001554" y="244792"/>
                  </a:lnTo>
                  <a:lnTo>
                    <a:pt x="995363" y="245269"/>
                  </a:lnTo>
                  <a:lnTo>
                    <a:pt x="992981" y="245745"/>
                  </a:lnTo>
                  <a:lnTo>
                    <a:pt x="991552" y="246697"/>
                  </a:lnTo>
                  <a:lnTo>
                    <a:pt x="989648" y="252413"/>
                  </a:lnTo>
                  <a:lnTo>
                    <a:pt x="992505" y="257175"/>
                  </a:lnTo>
                  <a:lnTo>
                    <a:pt x="995838" y="257175"/>
                  </a:lnTo>
                  <a:lnTo>
                    <a:pt x="999648" y="256222"/>
                  </a:lnTo>
                  <a:lnTo>
                    <a:pt x="1006317" y="253365"/>
                  </a:lnTo>
                  <a:lnTo>
                    <a:pt x="1012031" y="254794"/>
                  </a:lnTo>
                  <a:lnTo>
                    <a:pt x="1016317" y="252889"/>
                  </a:lnTo>
                  <a:lnTo>
                    <a:pt x="1022509" y="252413"/>
                  </a:lnTo>
                  <a:lnTo>
                    <a:pt x="1022509" y="250031"/>
                  </a:lnTo>
                  <a:lnTo>
                    <a:pt x="1022032" y="249555"/>
                  </a:lnTo>
                  <a:lnTo>
                    <a:pt x="1021556" y="249555"/>
                  </a:lnTo>
                  <a:close/>
                  <a:moveTo>
                    <a:pt x="1343025" y="390049"/>
                  </a:moveTo>
                  <a:lnTo>
                    <a:pt x="1344454" y="387667"/>
                  </a:lnTo>
                  <a:lnTo>
                    <a:pt x="1343977" y="385286"/>
                  </a:lnTo>
                  <a:lnTo>
                    <a:pt x="1343977" y="382905"/>
                  </a:lnTo>
                  <a:lnTo>
                    <a:pt x="1344454" y="381476"/>
                  </a:lnTo>
                  <a:lnTo>
                    <a:pt x="1343025" y="378142"/>
                  </a:lnTo>
                  <a:lnTo>
                    <a:pt x="1341119" y="377190"/>
                  </a:lnTo>
                  <a:lnTo>
                    <a:pt x="1341596" y="375761"/>
                  </a:lnTo>
                  <a:lnTo>
                    <a:pt x="1341119" y="374332"/>
                  </a:lnTo>
                  <a:lnTo>
                    <a:pt x="1340167" y="372428"/>
                  </a:lnTo>
                  <a:lnTo>
                    <a:pt x="1338738" y="371951"/>
                  </a:lnTo>
                  <a:lnTo>
                    <a:pt x="1336357" y="372428"/>
                  </a:lnTo>
                  <a:lnTo>
                    <a:pt x="1335881" y="375285"/>
                  </a:lnTo>
                  <a:lnTo>
                    <a:pt x="1334929" y="376238"/>
                  </a:lnTo>
                  <a:lnTo>
                    <a:pt x="1331119" y="381476"/>
                  </a:lnTo>
                  <a:lnTo>
                    <a:pt x="1327785" y="380524"/>
                  </a:lnTo>
                  <a:lnTo>
                    <a:pt x="1326356" y="381476"/>
                  </a:lnTo>
                  <a:lnTo>
                    <a:pt x="1326832" y="382905"/>
                  </a:lnTo>
                  <a:lnTo>
                    <a:pt x="1330642" y="385763"/>
                  </a:lnTo>
                  <a:lnTo>
                    <a:pt x="1329213" y="390525"/>
                  </a:lnTo>
                  <a:lnTo>
                    <a:pt x="1329213" y="391954"/>
                  </a:lnTo>
                  <a:lnTo>
                    <a:pt x="1326832" y="391954"/>
                  </a:lnTo>
                  <a:lnTo>
                    <a:pt x="1324451" y="392430"/>
                  </a:lnTo>
                  <a:lnTo>
                    <a:pt x="1324451" y="393859"/>
                  </a:lnTo>
                  <a:lnTo>
                    <a:pt x="1324927" y="394811"/>
                  </a:lnTo>
                  <a:lnTo>
                    <a:pt x="1327785" y="397669"/>
                  </a:lnTo>
                  <a:lnTo>
                    <a:pt x="1328261" y="398621"/>
                  </a:lnTo>
                  <a:lnTo>
                    <a:pt x="1330642" y="401003"/>
                  </a:lnTo>
                  <a:lnTo>
                    <a:pt x="1333500" y="403384"/>
                  </a:lnTo>
                  <a:lnTo>
                    <a:pt x="1340167" y="404336"/>
                  </a:lnTo>
                  <a:lnTo>
                    <a:pt x="1341119" y="403384"/>
                  </a:lnTo>
                  <a:lnTo>
                    <a:pt x="1342073" y="402907"/>
                  </a:lnTo>
                  <a:lnTo>
                    <a:pt x="1343025" y="401955"/>
                  </a:lnTo>
                  <a:lnTo>
                    <a:pt x="1343977" y="398621"/>
                  </a:lnTo>
                  <a:lnTo>
                    <a:pt x="1344454" y="397669"/>
                  </a:lnTo>
                  <a:lnTo>
                    <a:pt x="1344454" y="395288"/>
                  </a:lnTo>
                  <a:lnTo>
                    <a:pt x="1344454" y="393382"/>
                  </a:lnTo>
                  <a:lnTo>
                    <a:pt x="1343025" y="390049"/>
                  </a:lnTo>
                  <a:close/>
                  <a:moveTo>
                    <a:pt x="1329690" y="402431"/>
                  </a:moveTo>
                  <a:lnTo>
                    <a:pt x="1326832" y="399574"/>
                  </a:lnTo>
                  <a:lnTo>
                    <a:pt x="1324451" y="397669"/>
                  </a:lnTo>
                  <a:lnTo>
                    <a:pt x="1322546" y="398145"/>
                  </a:lnTo>
                  <a:lnTo>
                    <a:pt x="1322546" y="400526"/>
                  </a:lnTo>
                  <a:lnTo>
                    <a:pt x="1323023" y="406241"/>
                  </a:lnTo>
                  <a:lnTo>
                    <a:pt x="1325404" y="407194"/>
                  </a:lnTo>
                  <a:lnTo>
                    <a:pt x="1324927" y="407670"/>
                  </a:lnTo>
                  <a:lnTo>
                    <a:pt x="1323975" y="407670"/>
                  </a:lnTo>
                  <a:lnTo>
                    <a:pt x="1322546" y="407194"/>
                  </a:lnTo>
                  <a:lnTo>
                    <a:pt x="1321117" y="417195"/>
                  </a:lnTo>
                  <a:lnTo>
                    <a:pt x="1322069" y="419576"/>
                  </a:lnTo>
                  <a:lnTo>
                    <a:pt x="1325880" y="421957"/>
                  </a:lnTo>
                  <a:lnTo>
                    <a:pt x="1330167" y="420053"/>
                  </a:lnTo>
                  <a:lnTo>
                    <a:pt x="1331119" y="419100"/>
                  </a:lnTo>
                  <a:lnTo>
                    <a:pt x="1333023" y="414338"/>
                  </a:lnTo>
                  <a:lnTo>
                    <a:pt x="1336357" y="411480"/>
                  </a:lnTo>
                  <a:lnTo>
                    <a:pt x="1336834" y="408622"/>
                  </a:lnTo>
                  <a:lnTo>
                    <a:pt x="1337310" y="406241"/>
                  </a:lnTo>
                  <a:lnTo>
                    <a:pt x="1333023" y="404336"/>
                  </a:lnTo>
                  <a:lnTo>
                    <a:pt x="1329690" y="402431"/>
                  </a:lnTo>
                  <a:close/>
                  <a:moveTo>
                    <a:pt x="1481613" y="461486"/>
                  </a:moveTo>
                  <a:lnTo>
                    <a:pt x="1485423" y="455295"/>
                  </a:lnTo>
                  <a:lnTo>
                    <a:pt x="1488757" y="449104"/>
                  </a:lnTo>
                  <a:lnTo>
                    <a:pt x="1487805" y="445294"/>
                  </a:lnTo>
                  <a:lnTo>
                    <a:pt x="1485423" y="442913"/>
                  </a:lnTo>
                  <a:lnTo>
                    <a:pt x="1482090" y="439579"/>
                  </a:lnTo>
                  <a:lnTo>
                    <a:pt x="1481138" y="438626"/>
                  </a:lnTo>
                  <a:lnTo>
                    <a:pt x="1473517" y="438150"/>
                  </a:lnTo>
                  <a:lnTo>
                    <a:pt x="1464944" y="440055"/>
                  </a:lnTo>
                  <a:lnTo>
                    <a:pt x="1461135" y="441960"/>
                  </a:lnTo>
                  <a:lnTo>
                    <a:pt x="1457801" y="444341"/>
                  </a:lnTo>
                  <a:lnTo>
                    <a:pt x="1455419" y="446722"/>
                  </a:lnTo>
                  <a:lnTo>
                    <a:pt x="1449229" y="456724"/>
                  </a:lnTo>
                  <a:lnTo>
                    <a:pt x="1443990" y="467678"/>
                  </a:lnTo>
                  <a:lnTo>
                    <a:pt x="1443038" y="471964"/>
                  </a:lnTo>
                  <a:lnTo>
                    <a:pt x="1444467" y="472916"/>
                  </a:lnTo>
                  <a:lnTo>
                    <a:pt x="1450657" y="471964"/>
                  </a:lnTo>
                  <a:lnTo>
                    <a:pt x="1454467" y="471964"/>
                  </a:lnTo>
                  <a:lnTo>
                    <a:pt x="1464944" y="472916"/>
                  </a:lnTo>
                  <a:lnTo>
                    <a:pt x="1473042" y="468630"/>
                  </a:lnTo>
                  <a:lnTo>
                    <a:pt x="1475423" y="466249"/>
                  </a:lnTo>
                  <a:lnTo>
                    <a:pt x="1481613" y="461486"/>
                  </a:lnTo>
                  <a:close/>
                  <a:moveTo>
                    <a:pt x="1556385" y="496729"/>
                  </a:moveTo>
                  <a:lnTo>
                    <a:pt x="1556385" y="490061"/>
                  </a:lnTo>
                  <a:lnTo>
                    <a:pt x="1556385" y="483394"/>
                  </a:lnTo>
                  <a:lnTo>
                    <a:pt x="1556385" y="476726"/>
                  </a:lnTo>
                  <a:lnTo>
                    <a:pt x="1556385" y="470059"/>
                  </a:lnTo>
                  <a:lnTo>
                    <a:pt x="1556385" y="463391"/>
                  </a:lnTo>
                  <a:lnTo>
                    <a:pt x="1556385" y="456724"/>
                  </a:lnTo>
                  <a:lnTo>
                    <a:pt x="1556385" y="450056"/>
                  </a:lnTo>
                  <a:lnTo>
                    <a:pt x="1556385" y="443389"/>
                  </a:lnTo>
                  <a:lnTo>
                    <a:pt x="1556385" y="436721"/>
                  </a:lnTo>
                  <a:lnTo>
                    <a:pt x="1556385" y="430054"/>
                  </a:lnTo>
                  <a:lnTo>
                    <a:pt x="1556385" y="424339"/>
                  </a:lnTo>
                  <a:lnTo>
                    <a:pt x="1554480" y="421957"/>
                  </a:lnTo>
                  <a:lnTo>
                    <a:pt x="1552575" y="418624"/>
                  </a:lnTo>
                  <a:lnTo>
                    <a:pt x="1553051" y="414338"/>
                  </a:lnTo>
                  <a:lnTo>
                    <a:pt x="1555432" y="409099"/>
                  </a:lnTo>
                  <a:lnTo>
                    <a:pt x="1556385" y="405289"/>
                  </a:lnTo>
                  <a:lnTo>
                    <a:pt x="1556385" y="402431"/>
                  </a:lnTo>
                  <a:lnTo>
                    <a:pt x="1556385" y="395764"/>
                  </a:lnTo>
                  <a:lnTo>
                    <a:pt x="1556385" y="389096"/>
                  </a:lnTo>
                  <a:lnTo>
                    <a:pt x="1556385" y="382429"/>
                  </a:lnTo>
                  <a:lnTo>
                    <a:pt x="1556385" y="375761"/>
                  </a:lnTo>
                  <a:lnTo>
                    <a:pt x="1556385" y="369094"/>
                  </a:lnTo>
                  <a:lnTo>
                    <a:pt x="1556385" y="362426"/>
                  </a:lnTo>
                  <a:lnTo>
                    <a:pt x="1556385" y="355759"/>
                  </a:lnTo>
                  <a:lnTo>
                    <a:pt x="1556385" y="349091"/>
                  </a:lnTo>
                  <a:lnTo>
                    <a:pt x="1556385" y="342424"/>
                  </a:lnTo>
                  <a:lnTo>
                    <a:pt x="1556385" y="335756"/>
                  </a:lnTo>
                  <a:lnTo>
                    <a:pt x="1556385" y="329089"/>
                  </a:lnTo>
                  <a:lnTo>
                    <a:pt x="1556385" y="322421"/>
                  </a:lnTo>
                  <a:lnTo>
                    <a:pt x="1556385" y="315754"/>
                  </a:lnTo>
                  <a:lnTo>
                    <a:pt x="1556385" y="309086"/>
                  </a:lnTo>
                  <a:lnTo>
                    <a:pt x="1556385" y="302419"/>
                  </a:lnTo>
                  <a:lnTo>
                    <a:pt x="1556385" y="295751"/>
                  </a:lnTo>
                  <a:lnTo>
                    <a:pt x="1556385" y="289084"/>
                  </a:lnTo>
                  <a:lnTo>
                    <a:pt x="1556385" y="282416"/>
                  </a:lnTo>
                  <a:lnTo>
                    <a:pt x="1548765" y="282416"/>
                  </a:lnTo>
                  <a:lnTo>
                    <a:pt x="1547813" y="279082"/>
                  </a:lnTo>
                  <a:lnTo>
                    <a:pt x="1546384" y="277654"/>
                  </a:lnTo>
                  <a:lnTo>
                    <a:pt x="1544479" y="276701"/>
                  </a:lnTo>
                  <a:lnTo>
                    <a:pt x="1533525" y="275749"/>
                  </a:lnTo>
                  <a:lnTo>
                    <a:pt x="1532096" y="275272"/>
                  </a:lnTo>
                  <a:lnTo>
                    <a:pt x="1530667" y="273844"/>
                  </a:lnTo>
                  <a:lnTo>
                    <a:pt x="1528763" y="272891"/>
                  </a:lnTo>
                  <a:lnTo>
                    <a:pt x="1519238" y="272891"/>
                  </a:lnTo>
                  <a:lnTo>
                    <a:pt x="1516380" y="272415"/>
                  </a:lnTo>
                  <a:lnTo>
                    <a:pt x="1505902" y="267653"/>
                  </a:lnTo>
                  <a:lnTo>
                    <a:pt x="1498282" y="263842"/>
                  </a:lnTo>
                  <a:lnTo>
                    <a:pt x="1494948" y="261938"/>
                  </a:lnTo>
                  <a:lnTo>
                    <a:pt x="1491138" y="260509"/>
                  </a:lnTo>
                  <a:lnTo>
                    <a:pt x="1486852" y="259556"/>
                  </a:lnTo>
                  <a:lnTo>
                    <a:pt x="1483042" y="257651"/>
                  </a:lnTo>
                  <a:lnTo>
                    <a:pt x="1480661" y="255270"/>
                  </a:lnTo>
                  <a:lnTo>
                    <a:pt x="1477804" y="253365"/>
                  </a:lnTo>
                  <a:lnTo>
                    <a:pt x="1459706" y="247650"/>
                  </a:lnTo>
                  <a:lnTo>
                    <a:pt x="1456373" y="245745"/>
                  </a:lnTo>
                  <a:lnTo>
                    <a:pt x="1453038" y="243364"/>
                  </a:lnTo>
                  <a:lnTo>
                    <a:pt x="1449705" y="243364"/>
                  </a:lnTo>
                  <a:lnTo>
                    <a:pt x="1443038" y="246221"/>
                  </a:lnTo>
                  <a:lnTo>
                    <a:pt x="1434942" y="250031"/>
                  </a:lnTo>
                  <a:lnTo>
                    <a:pt x="1427798" y="253841"/>
                  </a:lnTo>
                  <a:lnTo>
                    <a:pt x="1425892" y="255270"/>
                  </a:lnTo>
                  <a:lnTo>
                    <a:pt x="1425892" y="256699"/>
                  </a:lnTo>
                  <a:lnTo>
                    <a:pt x="1427798" y="259556"/>
                  </a:lnTo>
                  <a:lnTo>
                    <a:pt x="1427798" y="261461"/>
                  </a:lnTo>
                  <a:lnTo>
                    <a:pt x="1424463" y="264319"/>
                  </a:lnTo>
                  <a:lnTo>
                    <a:pt x="1416844" y="267653"/>
                  </a:lnTo>
                  <a:lnTo>
                    <a:pt x="1408748" y="268605"/>
                  </a:lnTo>
                  <a:lnTo>
                    <a:pt x="1401127" y="270034"/>
                  </a:lnTo>
                  <a:lnTo>
                    <a:pt x="1399698" y="271939"/>
                  </a:lnTo>
                  <a:lnTo>
                    <a:pt x="1397794" y="275272"/>
                  </a:lnTo>
                  <a:lnTo>
                    <a:pt x="1396842" y="278606"/>
                  </a:lnTo>
                  <a:lnTo>
                    <a:pt x="1395888" y="280511"/>
                  </a:lnTo>
                  <a:lnTo>
                    <a:pt x="1388269" y="285750"/>
                  </a:lnTo>
                  <a:lnTo>
                    <a:pt x="1387317" y="286703"/>
                  </a:lnTo>
                  <a:lnTo>
                    <a:pt x="1384935" y="291465"/>
                  </a:lnTo>
                  <a:lnTo>
                    <a:pt x="1382554" y="294322"/>
                  </a:lnTo>
                  <a:lnTo>
                    <a:pt x="1374457" y="300514"/>
                  </a:lnTo>
                  <a:lnTo>
                    <a:pt x="1372076" y="303371"/>
                  </a:lnTo>
                  <a:lnTo>
                    <a:pt x="1369694" y="305753"/>
                  </a:lnTo>
                  <a:lnTo>
                    <a:pt x="1365885" y="306705"/>
                  </a:lnTo>
                  <a:lnTo>
                    <a:pt x="1361598" y="306705"/>
                  </a:lnTo>
                  <a:lnTo>
                    <a:pt x="1356360" y="306229"/>
                  </a:lnTo>
                  <a:lnTo>
                    <a:pt x="1354455" y="305753"/>
                  </a:lnTo>
                  <a:lnTo>
                    <a:pt x="1350169" y="302895"/>
                  </a:lnTo>
                  <a:lnTo>
                    <a:pt x="1349217" y="301466"/>
                  </a:lnTo>
                  <a:lnTo>
                    <a:pt x="1348263" y="298132"/>
                  </a:lnTo>
                  <a:lnTo>
                    <a:pt x="1348263" y="293846"/>
                  </a:lnTo>
                  <a:lnTo>
                    <a:pt x="1347788" y="291465"/>
                  </a:lnTo>
                  <a:lnTo>
                    <a:pt x="1345406" y="292417"/>
                  </a:lnTo>
                  <a:lnTo>
                    <a:pt x="1343025" y="291941"/>
                  </a:lnTo>
                  <a:lnTo>
                    <a:pt x="1341119" y="284321"/>
                  </a:lnTo>
                  <a:lnTo>
                    <a:pt x="1341119" y="280511"/>
                  </a:lnTo>
                  <a:lnTo>
                    <a:pt x="1340644" y="278606"/>
                  </a:lnTo>
                  <a:lnTo>
                    <a:pt x="1338738" y="277654"/>
                  </a:lnTo>
                  <a:lnTo>
                    <a:pt x="1337310" y="278606"/>
                  </a:lnTo>
                  <a:lnTo>
                    <a:pt x="1336357" y="280035"/>
                  </a:lnTo>
                  <a:lnTo>
                    <a:pt x="1336834" y="284321"/>
                  </a:lnTo>
                  <a:lnTo>
                    <a:pt x="1335881" y="288131"/>
                  </a:lnTo>
                  <a:lnTo>
                    <a:pt x="1332548" y="280988"/>
                  </a:lnTo>
                  <a:lnTo>
                    <a:pt x="1326832" y="270510"/>
                  </a:lnTo>
                  <a:lnTo>
                    <a:pt x="1325404" y="266700"/>
                  </a:lnTo>
                  <a:lnTo>
                    <a:pt x="1324927" y="262890"/>
                  </a:lnTo>
                  <a:lnTo>
                    <a:pt x="1324927" y="259080"/>
                  </a:lnTo>
                  <a:lnTo>
                    <a:pt x="1324451" y="254794"/>
                  </a:lnTo>
                  <a:lnTo>
                    <a:pt x="1323498" y="250507"/>
                  </a:lnTo>
                  <a:lnTo>
                    <a:pt x="1324927" y="247174"/>
                  </a:lnTo>
                  <a:lnTo>
                    <a:pt x="1327309" y="244316"/>
                  </a:lnTo>
                  <a:lnTo>
                    <a:pt x="1327785" y="242411"/>
                  </a:lnTo>
                  <a:lnTo>
                    <a:pt x="1328738" y="238601"/>
                  </a:lnTo>
                  <a:lnTo>
                    <a:pt x="1328261" y="236696"/>
                  </a:lnTo>
                  <a:lnTo>
                    <a:pt x="1326356" y="232886"/>
                  </a:lnTo>
                  <a:lnTo>
                    <a:pt x="1323975" y="229553"/>
                  </a:lnTo>
                  <a:lnTo>
                    <a:pt x="1322546" y="226219"/>
                  </a:lnTo>
                  <a:lnTo>
                    <a:pt x="1323023" y="222885"/>
                  </a:lnTo>
                  <a:lnTo>
                    <a:pt x="1323975" y="220980"/>
                  </a:lnTo>
                  <a:lnTo>
                    <a:pt x="1321117" y="218599"/>
                  </a:lnTo>
                  <a:lnTo>
                    <a:pt x="1319213" y="217646"/>
                  </a:lnTo>
                  <a:lnTo>
                    <a:pt x="1314926" y="217170"/>
                  </a:lnTo>
                  <a:lnTo>
                    <a:pt x="1310640" y="217646"/>
                  </a:lnTo>
                  <a:lnTo>
                    <a:pt x="1302067" y="217170"/>
                  </a:lnTo>
                  <a:lnTo>
                    <a:pt x="1294923" y="214313"/>
                  </a:lnTo>
                  <a:lnTo>
                    <a:pt x="1288256" y="210026"/>
                  </a:lnTo>
                  <a:lnTo>
                    <a:pt x="1280636" y="206692"/>
                  </a:lnTo>
                  <a:lnTo>
                    <a:pt x="1272540" y="204788"/>
                  </a:lnTo>
                  <a:lnTo>
                    <a:pt x="1268730" y="204311"/>
                  </a:lnTo>
                  <a:lnTo>
                    <a:pt x="1264919" y="204788"/>
                  </a:lnTo>
                  <a:lnTo>
                    <a:pt x="1255871" y="208121"/>
                  </a:lnTo>
                  <a:lnTo>
                    <a:pt x="1254442" y="209550"/>
                  </a:lnTo>
                  <a:lnTo>
                    <a:pt x="1253013" y="210979"/>
                  </a:lnTo>
                  <a:lnTo>
                    <a:pt x="1250156" y="212407"/>
                  </a:lnTo>
                  <a:lnTo>
                    <a:pt x="1247775" y="214789"/>
                  </a:lnTo>
                  <a:lnTo>
                    <a:pt x="1244917" y="216217"/>
                  </a:lnTo>
                  <a:lnTo>
                    <a:pt x="1233488" y="218599"/>
                  </a:lnTo>
                  <a:lnTo>
                    <a:pt x="1227773" y="220504"/>
                  </a:lnTo>
                  <a:lnTo>
                    <a:pt x="1226344" y="221456"/>
                  </a:lnTo>
                  <a:lnTo>
                    <a:pt x="1226344" y="222885"/>
                  </a:lnTo>
                  <a:lnTo>
                    <a:pt x="1226344" y="224790"/>
                  </a:lnTo>
                  <a:lnTo>
                    <a:pt x="1226344" y="226695"/>
                  </a:lnTo>
                  <a:lnTo>
                    <a:pt x="1223963" y="231934"/>
                  </a:lnTo>
                  <a:lnTo>
                    <a:pt x="1222534" y="233839"/>
                  </a:lnTo>
                  <a:lnTo>
                    <a:pt x="1220629" y="234791"/>
                  </a:lnTo>
                  <a:lnTo>
                    <a:pt x="1219200" y="236220"/>
                  </a:lnTo>
                  <a:lnTo>
                    <a:pt x="1217771" y="239554"/>
                  </a:lnTo>
                  <a:lnTo>
                    <a:pt x="1217771" y="240982"/>
                  </a:lnTo>
                  <a:lnTo>
                    <a:pt x="1219676" y="241935"/>
                  </a:lnTo>
                  <a:lnTo>
                    <a:pt x="1221581" y="242411"/>
                  </a:lnTo>
                  <a:lnTo>
                    <a:pt x="1223486" y="242411"/>
                  </a:lnTo>
                  <a:lnTo>
                    <a:pt x="1225392" y="241935"/>
                  </a:lnTo>
                  <a:lnTo>
                    <a:pt x="1227296" y="240506"/>
                  </a:lnTo>
                  <a:lnTo>
                    <a:pt x="1242060" y="245269"/>
                  </a:lnTo>
                  <a:lnTo>
                    <a:pt x="1245394" y="245745"/>
                  </a:lnTo>
                  <a:lnTo>
                    <a:pt x="1248727" y="245745"/>
                  </a:lnTo>
                  <a:lnTo>
                    <a:pt x="1248727" y="250984"/>
                  </a:lnTo>
                  <a:lnTo>
                    <a:pt x="1250632" y="258128"/>
                  </a:lnTo>
                  <a:lnTo>
                    <a:pt x="1251585" y="260032"/>
                  </a:lnTo>
                  <a:lnTo>
                    <a:pt x="1253490" y="261461"/>
                  </a:lnTo>
                  <a:lnTo>
                    <a:pt x="1254919" y="263366"/>
                  </a:lnTo>
                  <a:lnTo>
                    <a:pt x="1257776" y="266224"/>
                  </a:lnTo>
                  <a:lnTo>
                    <a:pt x="1261110" y="268605"/>
                  </a:lnTo>
                  <a:lnTo>
                    <a:pt x="1264444" y="268605"/>
                  </a:lnTo>
                  <a:lnTo>
                    <a:pt x="1267777" y="267653"/>
                  </a:lnTo>
                  <a:lnTo>
                    <a:pt x="1272063" y="268605"/>
                  </a:lnTo>
                  <a:lnTo>
                    <a:pt x="1280160" y="269557"/>
                  </a:lnTo>
                  <a:lnTo>
                    <a:pt x="1283494" y="269557"/>
                  </a:lnTo>
                  <a:lnTo>
                    <a:pt x="1292542" y="267653"/>
                  </a:lnTo>
                  <a:lnTo>
                    <a:pt x="1296829" y="267653"/>
                  </a:lnTo>
                  <a:lnTo>
                    <a:pt x="1301115" y="268129"/>
                  </a:lnTo>
                  <a:lnTo>
                    <a:pt x="1308735" y="266700"/>
                  </a:lnTo>
                  <a:lnTo>
                    <a:pt x="1315879" y="263842"/>
                  </a:lnTo>
                  <a:lnTo>
                    <a:pt x="1315879" y="265271"/>
                  </a:lnTo>
                  <a:lnTo>
                    <a:pt x="1315402" y="266700"/>
                  </a:lnTo>
                  <a:lnTo>
                    <a:pt x="1313498" y="268129"/>
                  </a:lnTo>
                  <a:lnTo>
                    <a:pt x="1311592" y="270510"/>
                  </a:lnTo>
                  <a:lnTo>
                    <a:pt x="1315402" y="270986"/>
                  </a:lnTo>
                  <a:lnTo>
                    <a:pt x="1315402" y="273844"/>
                  </a:lnTo>
                  <a:lnTo>
                    <a:pt x="1314450" y="274796"/>
                  </a:lnTo>
                  <a:lnTo>
                    <a:pt x="1313021" y="274796"/>
                  </a:lnTo>
                  <a:lnTo>
                    <a:pt x="1310163" y="275749"/>
                  </a:lnTo>
                  <a:lnTo>
                    <a:pt x="1308735" y="279082"/>
                  </a:lnTo>
                  <a:lnTo>
                    <a:pt x="1308259" y="281940"/>
                  </a:lnTo>
                  <a:lnTo>
                    <a:pt x="1306830" y="280988"/>
                  </a:lnTo>
                  <a:lnTo>
                    <a:pt x="1305401" y="279082"/>
                  </a:lnTo>
                  <a:lnTo>
                    <a:pt x="1302544" y="279082"/>
                  </a:lnTo>
                  <a:lnTo>
                    <a:pt x="1298734" y="278130"/>
                  </a:lnTo>
                  <a:lnTo>
                    <a:pt x="1293971" y="276225"/>
                  </a:lnTo>
                  <a:lnTo>
                    <a:pt x="1291590" y="275749"/>
                  </a:lnTo>
                  <a:lnTo>
                    <a:pt x="1289209" y="276225"/>
                  </a:lnTo>
                  <a:lnTo>
                    <a:pt x="1286351" y="277654"/>
                  </a:lnTo>
                  <a:lnTo>
                    <a:pt x="1281588" y="283369"/>
                  </a:lnTo>
                  <a:lnTo>
                    <a:pt x="1275873" y="287655"/>
                  </a:lnTo>
                  <a:lnTo>
                    <a:pt x="1273492" y="286703"/>
                  </a:lnTo>
                  <a:lnTo>
                    <a:pt x="1270635" y="285274"/>
                  </a:lnTo>
                  <a:lnTo>
                    <a:pt x="1262063" y="283845"/>
                  </a:lnTo>
                  <a:lnTo>
                    <a:pt x="1258729" y="283845"/>
                  </a:lnTo>
                  <a:lnTo>
                    <a:pt x="1253013" y="286703"/>
                  </a:lnTo>
                  <a:lnTo>
                    <a:pt x="1249680" y="287655"/>
                  </a:lnTo>
                  <a:lnTo>
                    <a:pt x="1251109" y="290036"/>
                  </a:lnTo>
                  <a:lnTo>
                    <a:pt x="1252538" y="291941"/>
                  </a:lnTo>
                  <a:lnTo>
                    <a:pt x="1253967" y="292417"/>
                  </a:lnTo>
                  <a:lnTo>
                    <a:pt x="1259205" y="292894"/>
                  </a:lnTo>
                  <a:lnTo>
                    <a:pt x="1262538" y="293846"/>
                  </a:lnTo>
                  <a:lnTo>
                    <a:pt x="1269682" y="299085"/>
                  </a:lnTo>
                  <a:lnTo>
                    <a:pt x="1276350" y="304800"/>
                  </a:lnTo>
                  <a:lnTo>
                    <a:pt x="1279207" y="308610"/>
                  </a:lnTo>
                  <a:lnTo>
                    <a:pt x="1280636" y="313372"/>
                  </a:lnTo>
                  <a:lnTo>
                    <a:pt x="1276826" y="318611"/>
                  </a:lnTo>
                  <a:lnTo>
                    <a:pt x="1278255" y="322897"/>
                  </a:lnTo>
                  <a:lnTo>
                    <a:pt x="1279684" y="327184"/>
                  </a:lnTo>
                  <a:lnTo>
                    <a:pt x="1280636" y="329089"/>
                  </a:lnTo>
                  <a:lnTo>
                    <a:pt x="1282065" y="330517"/>
                  </a:lnTo>
                  <a:lnTo>
                    <a:pt x="1283969" y="331946"/>
                  </a:lnTo>
                  <a:lnTo>
                    <a:pt x="1287780" y="330994"/>
                  </a:lnTo>
                  <a:lnTo>
                    <a:pt x="1291590" y="330994"/>
                  </a:lnTo>
                  <a:lnTo>
                    <a:pt x="1293494" y="330517"/>
                  </a:lnTo>
                  <a:lnTo>
                    <a:pt x="1298734" y="324803"/>
                  </a:lnTo>
                  <a:lnTo>
                    <a:pt x="1299686" y="322897"/>
                  </a:lnTo>
                  <a:lnTo>
                    <a:pt x="1299210" y="320992"/>
                  </a:lnTo>
                  <a:lnTo>
                    <a:pt x="1299686" y="319088"/>
                  </a:lnTo>
                  <a:lnTo>
                    <a:pt x="1303019" y="315278"/>
                  </a:lnTo>
                  <a:lnTo>
                    <a:pt x="1303973" y="311944"/>
                  </a:lnTo>
                  <a:lnTo>
                    <a:pt x="1303019" y="308610"/>
                  </a:lnTo>
                  <a:lnTo>
                    <a:pt x="1305877" y="308610"/>
                  </a:lnTo>
                  <a:lnTo>
                    <a:pt x="1307782" y="306705"/>
                  </a:lnTo>
                  <a:lnTo>
                    <a:pt x="1308259" y="300514"/>
                  </a:lnTo>
                  <a:lnTo>
                    <a:pt x="1308735" y="298609"/>
                  </a:lnTo>
                  <a:lnTo>
                    <a:pt x="1309688" y="297180"/>
                  </a:lnTo>
                  <a:lnTo>
                    <a:pt x="1312069" y="295751"/>
                  </a:lnTo>
                  <a:lnTo>
                    <a:pt x="1314450" y="296228"/>
                  </a:lnTo>
                  <a:lnTo>
                    <a:pt x="1312544" y="299561"/>
                  </a:lnTo>
                  <a:lnTo>
                    <a:pt x="1309688" y="302895"/>
                  </a:lnTo>
                  <a:lnTo>
                    <a:pt x="1309211" y="304800"/>
                  </a:lnTo>
                  <a:lnTo>
                    <a:pt x="1309211" y="310515"/>
                  </a:lnTo>
                  <a:lnTo>
                    <a:pt x="1310640" y="313849"/>
                  </a:lnTo>
                  <a:lnTo>
                    <a:pt x="1313498" y="316230"/>
                  </a:lnTo>
                  <a:lnTo>
                    <a:pt x="1315402" y="317182"/>
                  </a:lnTo>
                  <a:lnTo>
                    <a:pt x="1316831" y="318611"/>
                  </a:lnTo>
                  <a:lnTo>
                    <a:pt x="1317784" y="320516"/>
                  </a:lnTo>
                  <a:lnTo>
                    <a:pt x="1319213" y="321945"/>
                  </a:lnTo>
                  <a:lnTo>
                    <a:pt x="1321594" y="321945"/>
                  </a:lnTo>
                  <a:lnTo>
                    <a:pt x="1323975" y="320992"/>
                  </a:lnTo>
                  <a:lnTo>
                    <a:pt x="1325404" y="320992"/>
                  </a:lnTo>
                  <a:lnTo>
                    <a:pt x="1326356" y="321945"/>
                  </a:lnTo>
                  <a:lnTo>
                    <a:pt x="1327309" y="323850"/>
                  </a:lnTo>
                  <a:lnTo>
                    <a:pt x="1329690" y="325755"/>
                  </a:lnTo>
                  <a:lnTo>
                    <a:pt x="1333976" y="324326"/>
                  </a:lnTo>
                  <a:lnTo>
                    <a:pt x="1336357" y="325755"/>
                  </a:lnTo>
                  <a:lnTo>
                    <a:pt x="1339215" y="326707"/>
                  </a:lnTo>
                  <a:lnTo>
                    <a:pt x="1341119" y="326707"/>
                  </a:lnTo>
                  <a:lnTo>
                    <a:pt x="1344454" y="325279"/>
                  </a:lnTo>
                  <a:lnTo>
                    <a:pt x="1346359" y="324803"/>
                  </a:lnTo>
                  <a:lnTo>
                    <a:pt x="1350644" y="325279"/>
                  </a:lnTo>
                  <a:lnTo>
                    <a:pt x="1344454" y="325755"/>
                  </a:lnTo>
                  <a:lnTo>
                    <a:pt x="1343977" y="327660"/>
                  </a:lnTo>
                  <a:lnTo>
                    <a:pt x="1343501" y="330041"/>
                  </a:lnTo>
                  <a:lnTo>
                    <a:pt x="1345882" y="333851"/>
                  </a:lnTo>
                  <a:lnTo>
                    <a:pt x="1361123" y="342424"/>
                  </a:lnTo>
                  <a:lnTo>
                    <a:pt x="1363980" y="342424"/>
                  </a:lnTo>
                  <a:lnTo>
                    <a:pt x="1366838" y="341947"/>
                  </a:lnTo>
                  <a:lnTo>
                    <a:pt x="1370171" y="341947"/>
                  </a:lnTo>
                  <a:lnTo>
                    <a:pt x="1379219" y="342900"/>
                  </a:lnTo>
                  <a:lnTo>
                    <a:pt x="1388269" y="344805"/>
                  </a:lnTo>
                  <a:lnTo>
                    <a:pt x="1392079" y="346710"/>
                  </a:lnTo>
                  <a:lnTo>
                    <a:pt x="1395888" y="349091"/>
                  </a:lnTo>
                  <a:lnTo>
                    <a:pt x="1402080" y="350996"/>
                  </a:lnTo>
                  <a:lnTo>
                    <a:pt x="1409700" y="354806"/>
                  </a:lnTo>
                  <a:lnTo>
                    <a:pt x="1417796" y="357188"/>
                  </a:lnTo>
                  <a:lnTo>
                    <a:pt x="1419701" y="357188"/>
                  </a:lnTo>
                  <a:lnTo>
                    <a:pt x="1421606" y="357664"/>
                  </a:lnTo>
                  <a:lnTo>
                    <a:pt x="1423511" y="358616"/>
                  </a:lnTo>
                  <a:lnTo>
                    <a:pt x="1425417" y="358616"/>
                  </a:lnTo>
                  <a:lnTo>
                    <a:pt x="1427321" y="359569"/>
                  </a:lnTo>
                  <a:lnTo>
                    <a:pt x="1429226" y="360997"/>
                  </a:lnTo>
                  <a:lnTo>
                    <a:pt x="1430655" y="360521"/>
                  </a:lnTo>
                  <a:lnTo>
                    <a:pt x="1432084" y="359569"/>
                  </a:lnTo>
                  <a:lnTo>
                    <a:pt x="1433036" y="361950"/>
                  </a:lnTo>
                  <a:lnTo>
                    <a:pt x="1448276" y="370046"/>
                  </a:lnTo>
                  <a:lnTo>
                    <a:pt x="1449705" y="371951"/>
                  </a:lnTo>
                  <a:lnTo>
                    <a:pt x="1451134" y="373380"/>
                  </a:lnTo>
                  <a:lnTo>
                    <a:pt x="1452563" y="373380"/>
                  </a:lnTo>
                  <a:lnTo>
                    <a:pt x="1453992" y="374332"/>
                  </a:lnTo>
                  <a:lnTo>
                    <a:pt x="1455896" y="376238"/>
                  </a:lnTo>
                  <a:lnTo>
                    <a:pt x="1458277" y="377666"/>
                  </a:lnTo>
                  <a:lnTo>
                    <a:pt x="1458754" y="380524"/>
                  </a:lnTo>
                  <a:lnTo>
                    <a:pt x="1458277" y="383381"/>
                  </a:lnTo>
                  <a:lnTo>
                    <a:pt x="1458277" y="384810"/>
                  </a:lnTo>
                  <a:lnTo>
                    <a:pt x="1459230" y="385763"/>
                  </a:lnTo>
                  <a:lnTo>
                    <a:pt x="1460659" y="386239"/>
                  </a:lnTo>
                  <a:lnTo>
                    <a:pt x="1462088" y="386239"/>
                  </a:lnTo>
                  <a:lnTo>
                    <a:pt x="1464944" y="385286"/>
                  </a:lnTo>
                  <a:lnTo>
                    <a:pt x="1467802" y="384810"/>
                  </a:lnTo>
                  <a:lnTo>
                    <a:pt x="1464469" y="386239"/>
                  </a:lnTo>
                  <a:lnTo>
                    <a:pt x="1463040" y="389096"/>
                  </a:lnTo>
                  <a:lnTo>
                    <a:pt x="1465898" y="390049"/>
                  </a:lnTo>
                  <a:lnTo>
                    <a:pt x="1469231" y="390049"/>
                  </a:lnTo>
                  <a:lnTo>
                    <a:pt x="1467326" y="391478"/>
                  </a:lnTo>
                  <a:lnTo>
                    <a:pt x="1466850" y="393382"/>
                  </a:lnTo>
                  <a:lnTo>
                    <a:pt x="1469231" y="399097"/>
                  </a:lnTo>
                  <a:lnTo>
                    <a:pt x="1471613" y="406717"/>
                  </a:lnTo>
                  <a:lnTo>
                    <a:pt x="1474469" y="410528"/>
                  </a:lnTo>
                  <a:lnTo>
                    <a:pt x="1478756" y="414338"/>
                  </a:lnTo>
                  <a:lnTo>
                    <a:pt x="1480661" y="416719"/>
                  </a:lnTo>
                  <a:lnTo>
                    <a:pt x="1481613" y="420053"/>
                  </a:lnTo>
                  <a:lnTo>
                    <a:pt x="1484471" y="421957"/>
                  </a:lnTo>
                  <a:lnTo>
                    <a:pt x="1486376" y="424339"/>
                  </a:lnTo>
                  <a:lnTo>
                    <a:pt x="1480185" y="425291"/>
                  </a:lnTo>
                  <a:lnTo>
                    <a:pt x="1477327" y="426244"/>
                  </a:lnTo>
                  <a:lnTo>
                    <a:pt x="1477327" y="427196"/>
                  </a:lnTo>
                  <a:lnTo>
                    <a:pt x="1481138" y="431482"/>
                  </a:lnTo>
                  <a:lnTo>
                    <a:pt x="1485423" y="433864"/>
                  </a:lnTo>
                  <a:lnTo>
                    <a:pt x="1492567" y="436245"/>
                  </a:lnTo>
                  <a:lnTo>
                    <a:pt x="1494948" y="436245"/>
                  </a:lnTo>
                  <a:lnTo>
                    <a:pt x="1497330" y="435769"/>
                  </a:lnTo>
                  <a:lnTo>
                    <a:pt x="1493519" y="437197"/>
                  </a:lnTo>
                  <a:lnTo>
                    <a:pt x="1492092" y="437197"/>
                  </a:lnTo>
                  <a:lnTo>
                    <a:pt x="1488757" y="436245"/>
                  </a:lnTo>
                  <a:lnTo>
                    <a:pt x="1486852" y="436245"/>
                  </a:lnTo>
                  <a:lnTo>
                    <a:pt x="1484471" y="436721"/>
                  </a:lnTo>
                  <a:lnTo>
                    <a:pt x="1482567" y="438150"/>
                  </a:lnTo>
                  <a:lnTo>
                    <a:pt x="1483994" y="439579"/>
                  </a:lnTo>
                  <a:lnTo>
                    <a:pt x="1485900" y="441007"/>
                  </a:lnTo>
                  <a:lnTo>
                    <a:pt x="1486852" y="441960"/>
                  </a:lnTo>
                  <a:lnTo>
                    <a:pt x="1488757" y="445294"/>
                  </a:lnTo>
                  <a:lnTo>
                    <a:pt x="1490186" y="446722"/>
                  </a:lnTo>
                  <a:lnTo>
                    <a:pt x="1492567" y="447199"/>
                  </a:lnTo>
                  <a:lnTo>
                    <a:pt x="1493996" y="449104"/>
                  </a:lnTo>
                  <a:lnTo>
                    <a:pt x="1493519" y="451009"/>
                  </a:lnTo>
                  <a:lnTo>
                    <a:pt x="1492567" y="452914"/>
                  </a:lnTo>
                  <a:lnTo>
                    <a:pt x="1491138" y="457676"/>
                  </a:lnTo>
                  <a:lnTo>
                    <a:pt x="1488757" y="460057"/>
                  </a:lnTo>
                  <a:lnTo>
                    <a:pt x="1487805" y="464344"/>
                  </a:lnTo>
                  <a:lnTo>
                    <a:pt x="1487329" y="466249"/>
                  </a:lnTo>
                  <a:lnTo>
                    <a:pt x="1486376" y="468154"/>
                  </a:lnTo>
                  <a:lnTo>
                    <a:pt x="1486852" y="469582"/>
                  </a:lnTo>
                  <a:lnTo>
                    <a:pt x="1487805" y="471011"/>
                  </a:lnTo>
                  <a:lnTo>
                    <a:pt x="1489234" y="471964"/>
                  </a:lnTo>
                  <a:lnTo>
                    <a:pt x="1494473" y="468154"/>
                  </a:lnTo>
                  <a:lnTo>
                    <a:pt x="1498282" y="466249"/>
                  </a:lnTo>
                  <a:lnTo>
                    <a:pt x="1500188" y="462915"/>
                  </a:lnTo>
                  <a:lnTo>
                    <a:pt x="1500663" y="465296"/>
                  </a:lnTo>
                  <a:lnTo>
                    <a:pt x="1501140" y="467201"/>
                  </a:lnTo>
                  <a:lnTo>
                    <a:pt x="1502569" y="469106"/>
                  </a:lnTo>
                  <a:lnTo>
                    <a:pt x="1504950" y="470059"/>
                  </a:lnTo>
                  <a:lnTo>
                    <a:pt x="1509236" y="469582"/>
                  </a:lnTo>
                  <a:lnTo>
                    <a:pt x="1513523" y="468154"/>
                  </a:lnTo>
                  <a:lnTo>
                    <a:pt x="1518285" y="467678"/>
                  </a:lnTo>
                  <a:lnTo>
                    <a:pt x="1523048" y="467678"/>
                  </a:lnTo>
                  <a:lnTo>
                    <a:pt x="1526381" y="464820"/>
                  </a:lnTo>
                  <a:lnTo>
                    <a:pt x="1529238" y="461486"/>
                  </a:lnTo>
                  <a:lnTo>
                    <a:pt x="1526381" y="466725"/>
                  </a:lnTo>
                  <a:lnTo>
                    <a:pt x="1524952" y="468630"/>
                  </a:lnTo>
                  <a:lnTo>
                    <a:pt x="1524476" y="469582"/>
                  </a:lnTo>
                  <a:lnTo>
                    <a:pt x="1524952" y="470535"/>
                  </a:lnTo>
                  <a:lnTo>
                    <a:pt x="1528286" y="473869"/>
                  </a:lnTo>
                  <a:lnTo>
                    <a:pt x="1541621" y="484822"/>
                  </a:lnTo>
                  <a:lnTo>
                    <a:pt x="1544955" y="488632"/>
                  </a:lnTo>
                  <a:lnTo>
                    <a:pt x="1547813" y="492442"/>
                  </a:lnTo>
                  <a:lnTo>
                    <a:pt x="1552098" y="496729"/>
                  </a:lnTo>
                  <a:lnTo>
                    <a:pt x="1556861" y="500539"/>
                  </a:lnTo>
                  <a:lnTo>
                    <a:pt x="1556385" y="496729"/>
                  </a:lnTo>
                  <a:lnTo>
                    <a:pt x="1556385" y="496729"/>
                  </a:lnTo>
                  <a:close/>
                  <a:moveTo>
                    <a:pt x="1212056" y="310039"/>
                  </a:moveTo>
                  <a:lnTo>
                    <a:pt x="1211580" y="308610"/>
                  </a:lnTo>
                  <a:lnTo>
                    <a:pt x="1209198" y="304800"/>
                  </a:lnTo>
                  <a:lnTo>
                    <a:pt x="1207294" y="304324"/>
                  </a:lnTo>
                  <a:lnTo>
                    <a:pt x="1205865" y="303847"/>
                  </a:lnTo>
                  <a:lnTo>
                    <a:pt x="1204913" y="300990"/>
                  </a:lnTo>
                  <a:lnTo>
                    <a:pt x="1204436" y="298132"/>
                  </a:lnTo>
                  <a:lnTo>
                    <a:pt x="1202531" y="294799"/>
                  </a:lnTo>
                  <a:lnTo>
                    <a:pt x="1195863" y="290036"/>
                  </a:lnTo>
                  <a:lnTo>
                    <a:pt x="1193482" y="289560"/>
                  </a:lnTo>
                  <a:lnTo>
                    <a:pt x="1186815" y="290036"/>
                  </a:lnTo>
                  <a:lnTo>
                    <a:pt x="1182529" y="289560"/>
                  </a:lnTo>
                  <a:lnTo>
                    <a:pt x="1174909" y="285750"/>
                  </a:lnTo>
                  <a:lnTo>
                    <a:pt x="1169669" y="283845"/>
                  </a:lnTo>
                  <a:lnTo>
                    <a:pt x="1167765" y="283369"/>
                  </a:lnTo>
                  <a:lnTo>
                    <a:pt x="1165860" y="283369"/>
                  </a:lnTo>
                  <a:lnTo>
                    <a:pt x="1163955" y="283369"/>
                  </a:lnTo>
                  <a:lnTo>
                    <a:pt x="1162050" y="284321"/>
                  </a:lnTo>
                  <a:lnTo>
                    <a:pt x="1158717" y="286703"/>
                  </a:lnTo>
                  <a:lnTo>
                    <a:pt x="1154906" y="288131"/>
                  </a:lnTo>
                  <a:lnTo>
                    <a:pt x="1153001" y="288131"/>
                  </a:lnTo>
                  <a:lnTo>
                    <a:pt x="1151573" y="286703"/>
                  </a:lnTo>
                  <a:lnTo>
                    <a:pt x="1151096" y="284797"/>
                  </a:lnTo>
                  <a:lnTo>
                    <a:pt x="1148715" y="284321"/>
                  </a:lnTo>
                  <a:lnTo>
                    <a:pt x="1145857" y="284797"/>
                  </a:lnTo>
                  <a:lnTo>
                    <a:pt x="1141571" y="284797"/>
                  </a:lnTo>
                  <a:lnTo>
                    <a:pt x="1133951" y="284321"/>
                  </a:lnTo>
                  <a:lnTo>
                    <a:pt x="1121092" y="285274"/>
                  </a:lnTo>
                  <a:lnTo>
                    <a:pt x="1118235" y="287655"/>
                  </a:lnTo>
                  <a:lnTo>
                    <a:pt x="1110138" y="297180"/>
                  </a:lnTo>
                  <a:lnTo>
                    <a:pt x="1110615" y="299085"/>
                  </a:lnTo>
                  <a:lnTo>
                    <a:pt x="1111567" y="300990"/>
                  </a:lnTo>
                  <a:lnTo>
                    <a:pt x="1111567" y="302895"/>
                  </a:lnTo>
                  <a:lnTo>
                    <a:pt x="1110615" y="306229"/>
                  </a:lnTo>
                  <a:lnTo>
                    <a:pt x="1111092" y="306705"/>
                  </a:lnTo>
                  <a:lnTo>
                    <a:pt x="1112996" y="304800"/>
                  </a:lnTo>
                  <a:lnTo>
                    <a:pt x="1114901" y="301466"/>
                  </a:lnTo>
                  <a:lnTo>
                    <a:pt x="1115377" y="300038"/>
                  </a:lnTo>
                  <a:lnTo>
                    <a:pt x="1115854" y="297656"/>
                  </a:lnTo>
                  <a:lnTo>
                    <a:pt x="1116806" y="295751"/>
                  </a:lnTo>
                  <a:lnTo>
                    <a:pt x="1118711" y="294799"/>
                  </a:lnTo>
                  <a:lnTo>
                    <a:pt x="1120140" y="295275"/>
                  </a:lnTo>
                  <a:lnTo>
                    <a:pt x="1122044" y="296228"/>
                  </a:lnTo>
                  <a:lnTo>
                    <a:pt x="1123473" y="297656"/>
                  </a:lnTo>
                  <a:lnTo>
                    <a:pt x="1128236" y="303371"/>
                  </a:lnTo>
                  <a:lnTo>
                    <a:pt x="1129665" y="304324"/>
                  </a:lnTo>
                  <a:lnTo>
                    <a:pt x="1131569" y="304800"/>
                  </a:lnTo>
                  <a:lnTo>
                    <a:pt x="1135856" y="304324"/>
                  </a:lnTo>
                  <a:lnTo>
                    <a:pt x="1137285" y="302895"/>
                  </a:lnTo>
                  <a:lnTo>
                    <a:pt x="1139667" y="299561"/>
                  </a:lnTo>
                  <a:lnTo>
                    <a:pt x="1141571" y="298609"/>
                  </a:lnTo>
                  <a:lnTo>
                    <a:pt x="1143476" y="297656"/>
                  </a:lnTo>
                  <a:lnTo>
                    <a:pt x="1145381" y="297656"/>
                  </a:lnTo>
                  <a:lnTo>
                    <a:pt x="1146334" y="298132"/>
                  </a:lnTo>
                  <a:lnTo>
                    <a:pt x="1146334" y="299085"/>
                  </a:lnTo>
                  <a:lnTo>
                    <a:pt x="1145857" y="300038"/>
                  </a:lnTo>
                  <a:lnTo>
                    <a:pt x="1146334" y="300990"/>
                  </a:lnTo>
                  <a:lnTo>
                    <a:pt x="1151096" y="301942"/>
                  </a:lnTo>
                  <a:lnTo>
                    <a:pt x="1154430" y="303371"/>
                  </a:lnTo>
                  <a:lnTo>
                    <a:pt x="1158717" y="303847"/>
                  </a:lnTo>
                  <a:lnTo>
                    <a:pt x="1163479" y="305276"/>
                  </a:lnTo>
                  <a:lnTo>
                    <a:pt x="1165384" y="304800"/>
                  </a:lnTo>
                  <a:lnTo>
                    <a:pt x="1165384" y="302419"/>
                  </a:lnTo>
                  <a:lnTo>
                    <a:pt x="1164907" y="301466"/>
                  </a:lnTo>
                  <a:lnTo>
                    <a:pt x="1165860" y="300990"/>
                  </a:lnTo>
                  <a:lnTo>
                    <a:pt x="1168717" y="300990"/>
                  </a:lnTo>
                  <a:lnTo>
                    <a:pt x="1176338" y="301466"/>
                  </a:lnTo>
                  <a:lnTo>
                    <a:pt x="1180148" y="303847"/>
                  </a:lnTo>
                  <a:lnTo>
                    <a:pt x="1181100" y="305276"/>
                  </a:lnTo>
                  <a:lnTo>
                    <a:pt x="1182529" y="306705"/>
                  </a:lnTo>
                  <a:lnTo>
                    <a:pt x="1191101" y="310039"/>
                  </a:lnTo>
                  <a:lnTo>
                    <a:pt x="1194435" y="311467"/>
                  </a:lnTo>
                  <a:lnTo>
                    <a:pt x="1202055" y="315754"/>
                  </a:lnTo>
                  <a:lnTo>
                    <a:pt x="1209675" y="319564"/>
                  </a:lnTo>
                  <a:lnTo>
                    <a:pt x="1212056" y="310039"/>
                  </a:lnTo>
                  <a:close/>
                  <a:moveTo>
                    <a:pt x="1240631" y="430054"/>
                  </a:moveTo>
                  <a:lnTo>
                    <a:pt x="1238726" y="429101"/>
                  </a:lnTo>
                  <a:lnTo>
                    <a:pt x="1235869" y="430054"/>
                  </a:lnTo>
                  <a:lnTo>
                    <a:pt x="1234917" y="431006"/>
                  </a:lnTo>
                  <a:lnTo>
                    <a:pt x="1234917" y="432911"/>
                  </a:lnTo>
                  <a:lnTo>
                    <a:pt x="1233011" y="433864"/>
                  </a:lnTo>
                  <a:lnTo>
                    <a:pt x="1231582" y="436245"/>
                  </a:lnTo>
                  <a:lnTo>
                    <a:pt x="1230154" y="437197"/>
                  </a:lnTo>
                  <a:lnTo>
                    <a:pt x="1228248" y="440055"/>
                  </a:lnTo>
                  <a:lnTo>
                    <a:pt x="1226344" y="440531"/>
                  </a:lnTo>
                  <a:lnTo>
                    <a:pt x="1224915" y="441484"/>
                  </a:lnTo>
                  <a:lnTo>
                    <a:pt x="1223010" y="446246"/>
                  </a:lnTo>
                  <a:lnTo>
                    <a:pt x="1222534" y="448151"/>
                  </a:lnTo>
                  <a:lnTo>
                    <a:pt x="1220629" y="448628"/>
                  </a:lnTo>
                  <a:lnTo>
                    <a:pt x="1220629" y="451961"/>
                  </a:lnTo>
                  <a:lnTo>
                    <a:pt x="1218723" y="454819"/>
                  </a:lnTo>
                  <a:lnTo>
                    <a:pt x="1220152" y="456724"/>
                  </a:lnTo>
                  <a:lnTo>
                    <a:pt x="1219676" y="459105"/>
                  </a:lnTo>
                  <a:lnTo>
                    <a:pt x="1222057" y="459105"/>
                  </a:lnTo>
                  <a:lnTo>
                    <a:pt x="1226344" y="459581"/>
                  </a:lnTo>
                  <a:lnTo>
                    <a:pt x="1226819" y="459105"/>
                  </a:lnTo>
                  <a:lnTo>
                    <a:pt x="1227296" y="458629"/>
                  </a:lnTo>
                  <a:lnTo>
                    <a:pt x="1227296" y="457676"/>
                  </a:lnTo>
                  <a:lnTo>
                    <a:pt x="1228248" y="454819"/>
                  </a:lnTo>
                  <a:lnTo>
                    <a:pt x="1231582" y="451485"/>
                  </a:lnTo>
                  <a:lnTo>
                    <a:pt x="1232535" y="450056"/>
                  </a:lnTo>
                  <a:lnTo>
                    <a:pt x="1235392" y="448628"/>
                  </a:lnTo>
                  <a:lnTo>
                    <a:pt x="1236821" y="446722"/>
                  </a:lnTo>
                  <a:lnTo>
                    <a:pt x="1239202" y="440531"/>
                  </a:lnTo>
                  <a:lnTo>
                    <a:pt x="1237773" y="434816"/>
                  </a:lnTo>
                  <a:lnTo>
                    <a:pt x="1241107" y="432435"/>
                  </a:lnTo>
                  <a:lnTo>
                    <a:pt x="1240631" y="430054"/>
                  </a:lnTo>
                  <a:close/>
                  <a:moveTo>
                    <a:pt x="1171098" y="452438"/>
                  </a:moveTo>
                  <a:lnTo>
                    <a:pt x="1169669" y="452914"/>
                  </a:lnTo>
                  <a:lnTo>
                    <a:pt x="1169194" y="453866"/>
                  </a:lnTo>
                  <a:lnTo>
                    <a:pt x="1169194" y="456724"/>
                  </a:lnTo>
                  <a:lnTo>
                    <a:pt x="1173480" y="461010"/>
                  </a:lnTo>
                  <a:lnTo>
                    <a:pt x="1175861" y="461010"/>
                  </a:lnTo>
                  <a:lnTo>
                    <a:pt x="1177767" y="457676"/>
                  </a:lnTo>
                  <a:lnTo>
                    <a:pt x="1177767" y="455295"/>
                  </a:lnTo>
                  <a:lnTo>
                    <a:pt x="1176813" y="452914"/>
                  </a:lnTo>
                  <a:lnTo>
                    <a:pt x="1171098" y="452438"/>
                  </a:lnTo>
                  <a:close/>
                  <a:moveTo>
                    <a:pt x="654844" y="479584"/>
                  </a:moveTo>
                  <a:lnTo>
                    <a:pt x="653891" y="478155"/>
                  </a:lnTo>
                  <a:lnTo>
                    <a:pt x="651986" y="472916"/>
                  </a:lnTo>
                  <a:lnTo>
                    <a:pt x="651986" y="470535"/>
                  </a:lnTo>
                  <a:lnTo>
                    <a:pt x="651986" y="468154"/>
                  </a:lnTo>
                  <a:lnTo>
                    <a:pt x="653891" y="459581"/>
                  </a:lnTo>
                  <a:lnTo>
                    <a:pt x="653891" y="455771"/>
                  </a:lnTo>
                  <a:lnTo>
                    <a:pt x="652939" y="452438"/>
                  </a:lnTo>
                  <a:lnTo>
                    <a:pt x="651986" y="451485"/>
                  </a:lnTo>
                  <a:lnTo>
                    <a:pt x="641509" y="446722"/>
                  </a:lnTo>
                  <a:lnTo>
                    <a:pt x="640556" y="446722"/>
                  </a:lnTo>
                  <a:lnTo>
                    <a:pt x="634841" y="448151"/>
                  </a:lnTo>
                  <a:lnTo>
                    <a:pt x="630555" y="449104"/>
                  </a:lnTo>
                  <a:lnTo>
                    <a:pt x="621982" y="449580"/>
                  </a:lnTo>
                  <a:lnTo>
                    <a:pt x="613410" y="449580"/>
                  </a:lnTo>
                  <a:lnTo>
                    <a:pt x="605314" y="447675"/>
                  </a:lnTo>
                  <a:lnTo>
                    <a:pt x="597694" y="444341"/>
                  </a:lnTo>
                  <a:lnTo>
                    <a:pt x="597217" y="440055"/>
                  </a:lnTo>
                  <a:lnTo>
                    <a:pt x="597694" y="435769"/>
                  </a:lnTo>
                  <a:lnTo>
                    <a:pt x="596265" y="434340"/>
                  </a:lnTo>
                  <a:lnTo>
                    <a:pt x="592931" y="432911"/>
                  </a:lnTo>
                  <a:lnTo>
                    <a:pt x="591978" y="431482"/>
                  </a:lnTo>
                  <a:lnTo>
                    <a:pt x="590550" y="427196"/>
                  </a:lnTo>
                  <a:lnTo>
                    <a:pt x="589121" y="422910"/>
                  </a:lnTo>
                  <a:lnTo>
                    <a:pt x="585311" y="421957"/>
                  </a:lnTo>
                  <a:lnTo>
                    <a:pt x="581025" y="421481"/>
                  </a:lnTo>
                  <a:lnTo>
                    <a:pt x="574834" y="421957"/>
                  </a:lnTo>
                  <a:lnTo>
                    <a:pt x="572928" y="421481"/>
                  </a:lnTo>
                  <a:lnTo>
                    <a:pt x="569595" y="418624"/>
                  </a:lnTo>
                  <a:lnTo>
                    <a:pt x="561022" y="417671"/>
                  </a:lnTo>
                  <a:lnTo>
                    <a:pt x="559117" y="416719"/>
                  </a:lnTo>
                  <a:lnTo>
                    <a:pt x="557689" y="415290"/>
                  </a:lnTo>
                  <a:lnTo>
                    <a:pt x="554355" y="413385"/>
                  </a:lnTo>
                  <a:lnTo>
                    <a:pt x="552450" y="413385"/>
                  </a:lnTo>
                  <a:lnTo>
                    <a:pt x="549116" y="414814"/>
                  </a:lnTo>
                  <a:lnTo>
                    <a:pt x="547688" y="414814"/>
                  </a:lnTo>
                  <a:lnTo>
                    <a:pt x="542448" y="414338"/>
                  </a:lnTo>
                  <a:lnTo>
                    <a:pt x="541496" y="413861"/>
                  </a:lnTo>
                  <a:lnTo>
                    <a:pt x="536257" y="407194"/>
                  </a:lnTo>
                  <a:lnTo>
                    <a:pt x="535305" y="406241"/>
                  </a:lnTo>
                  <a:lnTo>
                    <a:pt x="530542" y="405765"/>
                  </a:lnTo>
                  <a:lnTo>
                    <a:pt x="528638" y="406241"/>
                  </a:lnTo>
                  <a:lnTo>
                    <a:pt x="527209" y="407194"/>
                  </a:lnTo>
                  <a:lnTo>
                    <a:pt x="525780" y="408622"/>
                  </a:lnTo>
                  <a:lnTo>
                    <a:pt x="524827" y="410528"/>
                  </a:lnTo>
                  <a:lnTo>
                    <a:pt x="523398" y="414814"/>
                  </a:lnTo>
                  <a:lnTo>
                    <a:pt x="521494" y="418624"/>
                  </a:lnTo>
                  <a:lnTo>
                    <a:pt x="519589" y="421481"/>
                  </a:lnTo>
                  <a:lnTo>
                    <a:pt x="516255" y="423386"/>
                  </a:lnTo>
                  <a:lnTo>
                    <a:pt x="514350" y="423386"/>
                  </a:lnTo>
                  <a:lnTo>
                    <a:pt x="512445" y="422910"/>
                  </a:lnTo>
                  <a:lnTo>
                    <a:pt x="510540" y="421957"/>
                  </a:lnTo>
                  <a:lnTo>
                    <a:pt x="508635" y="421481"/>
                  </a:lnTo>
                  <a:lnTo>
                    <a:pt x="504348" y="421481"/>
                  </a:lnTo>
                  <a:lnTo>
                    <a:pt x="500063" y="421957"/>
                  </a:lnTo>
                  <a:lnTo>
                    <a:pt x="496252" y="421481"/>
                  </a:lnTo>
                  <a:lnTo>
                    <a:pt x="488156" y="419576"/>
                  </a:lnTo>
                  <a:lnTo>
                    <a:pt x="485298" y="418624"/>
                  </a:lnTo>
                  <a:lnTo>
                    <a:pt x="481965" y="420529"/>
                  </a:lnTo>
                  <a:lnTo>
                    <a:pt x="478155" y="420529"/>
                  </a:lnTo>
                  <a:lnTo>
                    <a:pt x="468630" y="418624"/>
                  </a:lnTo>
                  <a:lnTo>
                    <a:pt x="464820" y="418147"/>
                  </a:lnTo>
                  <a:lnTo>
                    <a:pt x="460534" y="418147"/>
                  </a:lnTo>
                  <a:lnTo>
                    <a:pt x="457200" y="417671"/>
                  </a:lnTo>
                  <a:lnTo>
                    <a:pt x="454819" y="415766"/>
                  </a:lnTo>
                  <a:lnTo>
                    <a:pt x="452438" y="408622"/>
                  </a:lnTo>
                  <a:lnTo>
                    <a:pt x="451485" y="407194"/>
                  </a:lnTo>
                  <a:lnTo>
                    <a:pt x="448151" y="404336"/>
                  </a:lnTo>
                  <a:lnTo>
                    <a:pt x="445294" y="401003"/>
                  </a:lnTo>
                  <a:lnTo>
                    <a:pt x="443865" y="400526"/>
                  </a:lnTo>
                  <a:lnTo>
                    <a:pt x="442436" y="400526"/>
                  </a:lnTo>
                  <a:lnTo>
                    <a:pt x="440531" y="401479"/>
                  </a:lnTo>
                  <a:lnTo>
                    <a:pt x="438626" y="401955"/>
                  </a:lnTo>
                  <a:lnTo>
                    <a:pt x="434340" y="401479"/>
                  </a:lnTo>
                  <a:lnTo>
                    <a:pt x="430053" y="400050"/>
                  </a:lnTo>
                  <a:lnTo>
                    <a:pt x="426244" y="399574"/>
                  </a:lnTo>
                  <a:lnTo>
                    <a:pt x="422434" y="399574"/>
                  </a:lnTo>
                  <a:lnTo>
                    <a:pt x="419100" y="398621"/>
                  </a:lnTo>
                  <a:lnTo>
                    <a:pt x="416242" y="396716"/>
                  </a:lnTo>
                  <a:lnTo>
                    <a:pt x="412909" y="392906"/>
                  </a:lnTo>
                  <a:lnTo>
                    <a:pt x="411480" y="391954"/>
                  </a:lnTo>
                  <a:lnTo>
                    <a:pt x="405765" y="391478"/>
                  </a:lnTo>
                  <a:lnTo>
                    <a:pt x="401955" y="389572"/>
                  </a:lnTo>
                  <a:lnTo>
                    <a:pt x="401002" y="392906"/>
                  </a:lnTo>
                  <a:lnTo>
                    <a:pt x="398145" y="395288"/>
                  </a:lnTo>
                  <a:lnTo>
                    <a:pt x="396240" y="395764"/>
                  </a:lnTo>
                  <a:lnTo>
                    <a:pt x="394335" y="395764"/>
                  </a:lnTo>
                  <a:lnTo>
                    <a:pt x="389096" y="393859"/>
                  </a:lnTo>
                  <a:lnTo>
                    <a:pt x="385286" y="393382"/>
                  </a:lnTo>
                  <a:lnTo>
                    <a:pt x="381476" y="393382"/>
                  </a:lnTo>
                  <a:lnTo>
                    <a:pt x="377666" y="392430"/>
                  </a:lnTo>
                  <a:lnTo>
                    <a:pt x="371475" y="391954"/>
                  </a:lnTo>
                  <a:lnTo>
                    <a:pt x="368617" y="390049"/>
                  </a:lnTo>
                  <a:lnTo>
                    <a:pt x="367189" y="390525"/>
                  </a:lnTo>
                  <a:lnTo>
                    <a:pt x="363855" y="393382"/>
                  </a:lnTo>
                  <a:lnTo>
                    <a:pt x="361473" y="396716"/>
                  </a:lnTo>
                  <a:lnTo>
                    <a:pt x="358616" y="408146"/>
                  </a:lnTo>
                  <a:lnTo>
                    <a:pt x="357664" y="409099"/>
                  </a:lnTo>
                  <a:lnTo>
                    <a:pt x="355759" y="409575"/>
                  </a:lnTo>
                  <a:lnTo>
                    <a:pt x="353853" y="408622"/>
                  </a:lnTo>
                  <a:lnTo>
                    <a:pt x="352425" y="413385"/>
                  </a:lnTo>
                  <a:lnTo>
                    <a:pt x="351472" y="415290"/>
                  </a:lnTo>
                  <a:lnTo>
                    <a:pt x="348139" y="419100"/>
                  </a:lnTo>
                  <a:lnTo>
                    <a:pt x="347186" y="419100"/>
                  </a:lnTo>
                  <a:lnTo>
                    <a:pt x="345281" y="418624"/>
                  </a:lnTo>
                  <a:lnTo>
                    <a:pt x="344805" y="418147"/>
                  </a:lnTo>
                  <a:lnTo>
                    <a:pt x="344328" y="415290"/>
                  </a:lnTo>
                  <a:lnTo>
                    <a:pt x="342900" y="415766"/>
                  </a:lnTo>
                  <a:lnTo>
                    <a:pt x="340995" y="417671"/>
                  </a:lnTo>
                  <a:lnTo>
                    <a:pt x="340042" y="419100"/>
                  </a:lnTo>
                  <a:lnTo>
                    <a:pt x="340519" y="421005"/>
                  </a:lnTo>
                  <a:lnTo>
                    <a:pt x="341947" y="421005"/>
                  </a:lnTo>
                  <a:lnTo>
                    <a:pt x="343852" y="420529"/>
                  </a:lnTo>
                  <a:lnTo>
                    <a:pt x="345757" y="420529"/>
                  </a:lnTo>
                  <a:lnTo>
                    <a:pt x="347663" y="421005"/>
                  </a:lnTo>
                  <a:lnTo>
                    <a:pt x="351948" y="421005"/>
                  </a:lnTo>
                  <a:lnTo>
                    <a:pt x="356235" y="420529"/>
                  </a:lnTo>
                  <a:lnTo>
                    <a:pt x="360045" y="420529"/>
                  </a:lnTo>
                  <a:lnTo>
                    <a:pt x="363855" y="421005"/>
                  </a:lnTo>
                  <a:lnTo>
                    <a:pt x="372427" y="423386"/>
                  </a:lnTo>
                  <a:lnTo>
                    <a:pt x="383381" y="427672"/>
                  </a:lnTo>
                  <a:lnTo>
                    <a:pt x="382428" y="429578"/>
                  </a:lnTo>
                  <a:lnTo>
                    <a:pt x="381000" y="431482"/>
                  </a:lnTo>
                  <a:lnTo>
                    <a:pt x="380047" y="433388"/>
                  </a:lnTo>
                  <a:lnTo>
                    <a:pt x="380047" y="435769"/>
                  </a:lnTo>
                  <a:lnTo>
                    <a:pt x="381476" y="437674"/>
                  </a:lnTo>
                  <a:lnTo>
                    <a:pt x="384334" y="438626"/>
                  </a:lnTo>
                  <a:lnTo>
                    <a:pt x="387667" y="439579"/>
                  </a:lnTo>
                  <a:lnTo>
                    <a:pt x="402431" y="440531"/>
                  </a:lnTo>
                  <a:lnTo>
                    <a:pt x="409575" y="441484"/>
                  </a:lnTo>
                  <a:lnTo>
                    <a:pt x="418623" y="443865"/>
                  </a:lnTo>
                  <a:lnTo>
                    <a:pt x="420528" y="444817"/>
                  </a:lnTo>
                  <a:lnTo>
                    <a:pt x="423863" y="447199"/>
                  </a:lnTo>
                  <a:lnTo>
                    <a:pt x="427672" y="449104"/>
                  </a:lnTo>
                  <a:lnTo>
                    <a:pt x="431482" y="450532"/>
                  </a:lnTo>
                  <a:lnTo>
                    <a:pt x="441960" y="452438"/>
                  </a:lnTo>
                  <a:lnTo>
                    <a:pt x="445770" y="452914"/>
                  </a:lnTo>
                  <a:lnTo>
                    <a:pt x="449580" y="452914"/>
                  </a:lnTo>
                  <a:lnTo>
                    <a:pt x="451961" y="451009"/>
                  </a:lnTo>
                  <a:lnTo>
                    <a:pt x="453866" y="450056"/>
                  </a:lnTo>
                  <a:lnTo>
                    <a:pt x="459581" y="448628"/>
                  </a:lnTo>
                  <a:lnTo>
                    <a:pt x="463391" y="448628"/>
                  </a:lnTo>
                  <a:lnTo>
                    <a:pt x="467677" y="450056"/>
                  </a:lnTo>
                  <a:lnTo>
                    <a:pt x="474821" y="449580"/>
                  </a:lnTo>
                  <a:lnTo>
                    <a:pt x="477678" y="450056"/>
                  </a:lnTo>
                  <a:lnTo>
                    <a:pt x="497205" y="454342"/>
                  </a:lnTo>
                  <a:lnTo>
                    <a:pt x="503396" y="456247"/>
                  </a:lnTo>
                  <a:lnTo>
                    <a:pt x="522922" y="464820"/>
                  </a:lnTo>
                  <a:lnTo>
                    <a:pt x="530542" y="466725"/>
                  </a:lnTo>
                  <a:lnTo>
                    <a:pt x="538163" y="468154"/>
                  </a:lnTo>
                  <a:lnTo>
                    <a:pt x="547688" y="469106"/>
                  </a:lnTo>
                  <a:lnTo>
                    <a:pt x="553402" y="470535"/>
                  </a:lnTo>
                  <a:lnTo>
                    <a:pt x="573881" y="471011"/>
                  </a:lnTo>
                  <a:lnTo>
                    <a:pt x="581977" y="471964"/>
                  </a:lnTo>
                  <a:lnTo>
                    <a:pt x="590073" y="473392"/>
                  </a:lnTo>
                  <a:lnTo>
                    <a:pt x="593407" y="473869"/>
                  </a:lnTo>
                  <a:lnTo>
                    <a:pt x="596741" y="473392"/>
                  </a:lnTo>
                  <a:lnTo>
                    <a:pt x="601027" y="472440"/>
                  </a:lnTo>
                  <a:lnTo>
                    <a:pt x="605314" y="471011"/>
                  </a:lnTo>
                  <a:lnTo>
                    <a:pt x="609123" y="470059"/>
                  </a:lnTo>
                  <a:lnTo>
                    <a:pt x="613410" y="470059"/>
                  </a:lnTo>
                  <a:lnTo>
                    <a:pt x="628173" y="476726"/>
                  </a:lnTo>
                  <a:lnTo>
                    <a:pt x="636746" y="479584"/>
                  </a:lnTo>
                  <a:lnTo>
                    <a:pt x="644366" y="481489"/>
                  </a:lnTo>
                  <a:lnTo>
                    <a:pt x="648176" y="481013"/>
                  </a:lnTo>
                  <a:lnTo>
                    <a:pt x="650081" y="481965"/>
                  </a:lnTo>
                  <a:lnTo>
                    <a:pt x="651510" y="483870"/>
                  </a:lnTo>
                  <a:lnTo>
                    <a:pt x="653891" y="484822"/>
                  </a:lnTo>
                  <a:lnTo>
                    <a:pt x="658177" y="485775"/>
                  </a:lnTo>
                  <a:lnTo>
                    <a:pt x="658653" y="484346"/>
                  </a:lnTo>
                  <a:lnTo>
                    <a:pt x="658653" y="482917"/>
                  </a:lnTo>
                  <a:lnTo>
                    <a:pt x="654844" y="479584"/>
                  </a:lnTo>
                  <a:close/>
                  <a:moveTo>
                    <a:pt x="342423" y="377190"/>
                  </a:moveTo>
                  <a:lnTo>
                    <a:pt x="343852" y="376714"/>
                  </a:lnTo>
                  <a:lnTo>
                    <a:pt x="349567" y="381000"/>
                  </a:lnTo>
                  <a:lnTo>
                    <a:pt x="350520" y="382429"/>
                  </a:lnTo>
                  <a:lnTo>
                    <a:pt x="351472" y="383857"/>
                  </a:lnTo>
                  <a:lnTo>
                    <a:pt x="352901" y="385286"/>
                  </a:lnTo>
                  <a:lnTo>
                    <a:pt x="354806" y="385763"/>
                  </a:lnTo>
                  <a:lnTo>
                    <a:pt x="357188" y="385763"/>
                  </a:lnTo>
                  <a:lnTo>
                    <a:pt x="359092" y="382429"/>
                  </a:lnTo>
                  <a:lnTo>
                    <a:pt x="359569" y="381000"/>
                  </a:lnTo>
                  <a:lnTo>
                    <a:pt x="361950" y="358616"/>
                  </a:lnTo>
                  <a:lnTo>
                    <a:pt x="361473" y="351472"/>
                  </a:lnTo>
                  <a:lnTo>
                    <a:pt x="361950" y="347186"/>
                  </a:lnTo>
                  <a:lnTo>
                    <a:pt x="361950" y="343853"/>
                  </a:lnTo>
                  <a:lnTo>
                    <a:pt x="360045" y="330517"/>
                  </a:lnTo>
                  <a:lnTo>
                    <a:pt x="360521" y="329089"/>
                  </a:lnTo>
                  <a:lnTo>
                    <a:pt x="363378" y="320992"/>
                  </a:lnTo>
                  <a:lnTo>
                    <a:pt x="363378" y="319564"/>
                  </a:lnTo>
                  <a:lnTo>
                    <a:pt x="362426" y="317659"/>
                  </a:lnTo>
                  <a:lnTo>
                    <a:pt x="360997" y="316230"/>
                  </a:lnTo>
                  <a:lnTo>
                    <a:pt x="360521" y="312420"/>
                  </a:lnTo>
                  <a:lnTo>
                    <a:pt x="361950" y="307181"/>
                  </a:lnTo>
                  <a:lnTo>
                    <a:pt x="362426" y="305753"/>
                  </a:lnTo>
                  <a:lnTo>
                    <a:pt x="366713" y="300514"/>
                  </a:lnTo>
                  <a:lnTo>
                    <a:pt x="367665" y="299085"/>
                  </a:lnTo>
                  <a:lnTo>
                    <a:pt x="367665" y="297180"/>
                  </a:lnTo>
                  <a:lnTo>
                    <a:pt x="367189" y="295275"/>
                  </a:lnTo>
                  <a:lnTo>
                    <a:pt x="362426" y="288131"/>
                  </a:lnTo>
                  <a:lnTo>
                    <a:pt x="351472" y="274796"/>
                  </a:lnTo>
                  <a:lnTo>
                    <a:pt x="348615" y="272891"/>
                  </a:lnTo>
                  <a:lnTo>
                    <a:pt x="345281" y="271463"/>
                  </a:lnTo>
                  <a:lnTo>
                    <a:pt x="341471" y="270510"/>
                  </a:lnTo>
                  <a:lnTo>
                    <a:pt x="332422" y="270510"/>
                  </a:lnTo>
                  <a:lnTo>
                    <a:pt x="330517" y="270986"/>
                  </a:lnTo>
                  <a:lnTo>
                    <a:pt x="328613" y="271463"/>
                  </a:lnTo>
                  <a:lnTo>
                    <a:pt x="327184" y="272415"/>
                  </a:lnTo>
                  <a:lnTo>
                    <a:pt x="322421" y="277654"/>
                  </a:lnTo>
                  <a:lnTo>
                    <a:pt x="320992" y="278606"/>
                  </a:lnTo>
                  <a:lnTo>
                    <a:pt x="319564" y="278606"/>
                  </a:lnTo>
                  <a:lnTo>
                    <a:pt x="319088" y="276701"/>
                  </a:lnTo>
                  <a:lnTo>
                    <a:pt x="319564" y="272891"/>
                  </a:lnTo>
                  <a:lnTo>
                    <a:pt x="320516" y="271463"/>
                  </a:lnTo>
                  <a:lnTo>
                    <a:pt x="324326" y="268129"/>
                  </a:lnTo>
                  <a:lnTo>
                    <a:pt x="325755" y="266700"/>
                  </a:lnTo>
                  <a:lnTo>
                    <a:pt x="326231" y="264795"/>
                  </a:lnTo>
                  <a:lnTo>
                    <a:pt x="326231" y="261938"/>
                  </a:lnTo>
                  <a:lnTo>
                    <a:pt x="324326" y="260032"/>
                  </a:lnTo>
                  <a:lnTo>
                    <a:pt x="320516" y="258128"/>
                  </a:lnTo>
                  <a:lnTo>
                    <a:pt x="316706" y="255746"/>
                  </a:lnTo>
                  <a:lnTo>
                    <a:pt x="314801" y="252413"/>
                  </a:lnTo>
                  <a:lnTo>
                    <a:pt x="314801" y="248126"/>
                  </a:lnTo>
                  <a:lnTo>
                    <a:pt x="313372" y="244792"/>
                  </a:lnTo>
                  <a:lnTo>
                    <a:pt x="312420" y="236696"/>
                  </a:lnTo>
                  <a:lnTo>
                    <a:pt x="311467" y="232886"/>
                  </a:lnTo>
                  <a:lnTo>
                    <a:pt x="310039" y="227171"/>
                  </a:lnTo>
                  <a:lnTo>
                    <a:pt x="309563" y="225742"/>
                  </a:lnTo>
                  <a:lnTo>
                    <a:pt x="306228" y="226219"/>
                  </a:lnTo>
                  <a:lnTo>
                    <a:pt x="304323" y="226219"/>
                  </a:lnTo>
                  <a:lnTo>
                    <a:pt x="299561" y="225266"/>
                  </a:lnTo>
                  <a:lnTo>
                    <a:pt x="295275" y="223838"/>
                  </a:lnTo>
                  <a:lnTo>
                    <a:pt x="287655" y="220504"/>
                  </a:lnTo>
                  <a:lnTo>
                    <a:pt x="282892" y="217646"/>
                  </a:lnTo>
                  <a:lnTo>
                    <a:pt x="281464" y="216217"/>
                  </a:lnTo>
                  <a:lnTo>
                    <a:pt x="278130" y="210026"/>
                  </a:lnTo>
                  <a:lnTo>
                    <a:pt x="277653" y="208597"/>
                  </a:lnTo>
                  <a:lnTo>
                    <a:pt x="280511" y="206216"/>
                  </a:lnTo>
                  <a:lnTo>
                    <a:pt x="280035" y="204788"/>
                  </a:lnTo>
                  <a:lnTo>
                    <a:pt x="277177" y="202882"/>
                  </a:lnTo>
                  <a:lnTo>
                    <a:pt x="278606" y="200025"/>
                  </a:lnTo>
                  <a:lnTo>
                    <a:pt x="277653" y="199072"/>
                  </a:lnTo>
                  <a:lnTo>
                    <a:pt x="278130" y="197644"/>
                  </a:lnTo>
                  <a:lnTo>
                    <a:pt x="283369" y="193357"/>
                  </a:lnTo>
                  <a:lnTo>
                    <a:pt x="287178" y="191929"/>
                  </a:lnTo>
                  <a:lnTo>
                    <a:pt x="290036" y="189547"/>
                  </a:lnTo>
                  <a:lnTo>
                    <a:pt x="288607" y="185261"/>
                  </a:lnTo>
                  <a:lnTo>
                    <a:pt x="286226" y="181451"/>
                  </a:lnTo>
                  <a:lnTo>
                    <a:pt x="282892" y="178117"/>
                  </a:lnTo>
                  <a:lnTo>
                    <a:pt x="279559" y="174784"/>
                  </a:lnTo>
                  <a:lnTo>
                    <a:pt x="277177" y="173831"/>
                  </a:lnTo>
                  <a:lnTo>
                    <a:pt x="274796" y="173831"/>
                  </a:lnTo>
                  <a:lnTo>
                    <a:pt x="272891" y="174307"/>
                  </a:lnTo>
                  <a:lnTo>
                    <a:pt x="267176" y="177641"/>
                  </a:lnTo>
                  <a:lnTo>
                    <a:pt x="263366" y="180022"/>
                  </a:lnTo>
                  <a:lnTo>
                    <a:pt x="259556" y="181928"/>
                  </a:lnTo>
                  <a:lnTo>
                    <a:pt x="255746" y="182880"/>
                  </a:lnTo>
                  <a:lnTo>
                    <a:pt x="248126" y="183832"/>
                  </a:lnTo>
                  <a:lnTo>
                    <a:pt x="256222" y="180975"/>
                  </a:lnTo>
                  <a:lnTo>
                    <a:pt x="263842" y="177165"/>
                  </a:lnTo>
                  <a:lnTo>
                    <a:pt x="265747" y="174784"/>
                  </a:lnTo>
                  <a:lnTo>
                    <a:pt x="264795" y="171926"/>
                  </a:lnTo>
                  <a:lnTo>
                    <a:pt x="261938" y="169069"/>
                  </a:lnTo>
                  <a:lnTo>
                    <a:pt x="258603" y="167164"/>
                  </a:lnTo>
                  <a:lnTo>
                    <a:pt x="249078" y="166211"/>
                  </a:lnTo>
                  <a:lnTo>
                    <a:pt x="245745" y="165259"/>
                  </a:lnTo>
                  <a:lnTo>
                    <a:pt x="242888" y="163354"/>
                  </a:lnTo>
                  <a:lnTo>
                    <a:pt x="237648" y="158591"/>
                  </a:lnTo>
                  <a:lnTo>
                    <a:pt x="237172" y="157639"/>
                  </a:lnTo>
                  <a:lnTo>
                    <a:pt x="236220" y="153353"/>
                  </a:lnTo>
                  <a:lnTo>
                    <a:pt x="234791" y="149542"/>
                  </a:lnTo>
                  <a:lnTo>
                    <a:pt x="232886" y="146209"/>
                  </a:lnTo>
                  <a:lnTo>
                    <a:pt x="230028" y="143351"/>
                  </a:lnTo>
                  <a:lnTo>
                    <a:pt x="221932" y="137160"/>
                  </a:lnTo>
                  <a:lnTo>
                    <a:pt x="218598" y="135731"/>
                  </a:lnTo>
                  <a:lnTo>
                    <a:pt x="214789" y="135255"/>
                  </a:lnTo>
                  <a:lnTo>
                    <a:pt x="211455" y="134303"/>
                  </a:lnTo>
                  <a:lnTo>
                    <a:pt x="209073" y="131921"/>
                  </a:lnTo>
                  <a:lnTo>
                    <a:pt x="207645" y="127635"/>
                  </a:lnTo>
                  <a:lnTo>
                    <a:pt x="205740" y="123349"/>
                  </a:lnTo>
                  <a:lnTo>
                    <a:pt x="203359" y="120491"/>
                  </a:lnTo>
                  <a:lnTo>
                    <a:pt x="197167" y="115253"/>
                  </a:lnTo>
                  <a:lnTo>
                    <a:pt x="193357" y="113824"/>
                  </a:lnTo>
                  <a:lnTo>
                    <a:pt x="191452" y="114300"/>
                  </a:lnTo>
                  <a:lnTo>
                    <a:pt x="190023" y="115729"/>
                  </a:lnTo>
                  <a:lnTo>
                    <a:pt x="189547" y="117157"/>
                  </a:lnTo>
                  <a:lnTo>
                    <a:pt x="189547" y="119063"/>
                  </a:lnTo>
                  <a:lnTo>
                    <a:pt x="191452" y="121920"/>
                  </a:lnTo>
                  <a:lnTo>
                    <a:pt x="191928" y="125254"/>
                  </a:lnTo>
                  <a:lnTo>
                    <a:pt x="189547" y="123825"/>
                  </a:lnTo>
                  <a:lnTo>
                    <a:pt x="185261" y="119539"/>
                  </a:lnTo>
                  <a:lnTo>
                    <a:pt x="182403" y="119063"/>
                  </a:lnTo>
                  <a:lnTo>
                    <a:pt x="179546" y="117157"/>
                  </a:lnTo>
                  <a:lnTo>
                    <a:pt x="177165" y="114776"/>
                  </a:lnTo>
                  <a:lnTo>
                    <a:pt x="175260" y="112395"/>
                  </a:lnTo>
                  <a:lnTo>
                    <a:pt x="173831" y="109538"/>
                  </a:lnTo>
                  <a:lnTo>
                    <a:pt x="172402" y="107632"/>
                  </a:lnTo>
                  <a:lnTo>
                    <a:pt x="166211" y="101441"/>
                  </a:lnTo>
                  <a:lnTo>
                    <a:pt x="162401" y="96679"/>
                  </a:lnTo>
                  <a:lnTo>
                    <a:pt x="160496" y="93345"/>
                  </a:lnTo>
                  <a:lnTo>
                    <a:pt x="158591" y="90011"/>
                  </a:lnTo>
                  <a:lnTo>
                    <a:pt x="152876" y="83344"/>
                  </a:lnTo>
                  <a:lnTo>
                    <a:pt x="145732" y="79057"/>
                  </a:lnTo>
                  <a:lnTo>
                    <a:pt x="133350" y="70009"/>
                  </a:lnTo>
                  <a:lnTo>
                    <a:pt x="123825" y="65722"/>
                  </a:lnTo>
                  <a:lnTo>
                    <a:pt x="120967" y="64294"/>
                  </a:lnTo>
                  <a:lnTo>
                    <a:pt x="118586" y="61913"/>
                  </a:lnTo>
                  <a:lnTo>
                    <a:pt x="118110" y="60007"/>
                  </a:lnTo>
                  <a:lnTo>
                    <a:pt x="117157" y="58579"/>
                  </a:lnTo>
                  <a:lnTo>
                    <a:pt x="112871" y="56197"/>
                  </a:lnTo>
                  <a:lnTo>
                    <a:pt x="105251" y="52864"/>
                  </a:lnTo>
                  <a:lnTo>
                    <a:pt x="102870" y="49530"/>
                  </a:lnTo>
                  <a:lnTo>
                    <a:pt x="103822" y="45244"/>
                  </a:lnTo>
                  <a:lnTo>
                    <a:pt x="102870" y="41910"/>
                  </a:lnTo>
                  <a:lnTo>
                    <a:pt x="95250" y="34290"/>
                  </a:lnTo>
                  <a:lnTo>
                    <a:pt x="94773" y="33338"/>
                  </a:lnTo>
                  <a:lnTo>
                    <a:pt x="93821" y="29528"/>
                  </a:lnTo>
                  <a:lnTo>
                    <a:pt x="91916" y="26194"/>
                  </a:lnTo>
                  <a:lnTo>
                    <a:pt x="85248" y="20955"/>
                  </a:lnTo>
                  <a:lnTo>
                    <a:pt x="80963" y="16669"/>
                  </a:lnTo>
                  <a:lnTo>
                    <a:pt x="79534" y="15240"/>
                  </a:lnTo>
                  <a:lnTo>
                    <a:pt x="78105" y="14288"/>
                  </a:lnTo>
                  <a:lnTo>
                    <a:pt x="76200" y="13811"/>
                  </a:lnTo>
                  <a:lnTo>
                    <a:pt x="67151" y="14764"/>
                  </a:lnTo>
                  <a:lnTo>
                    <a:pt x="63817" y="13811"/>
                  </a:lnTo>
                  <a:lnTo>
                    <a:pt x="60007" y="12382"/>
                  </a:lnTo>
                  <a:lnTo>
                    <a:pt x="55721" y="12382"/>
                  </a:lnTo>
                  <a:lnTo>
                    <a:pt x="48101" y="14288"/>
                  </a:lnTo>
                  <a:lnTo>
                    <a:pt x="43815" y="13811"/>
                  </a:lnTo>
                  <a:lnTo>
                    <a:pt x="35719" y="12382"/>
                  </a:lnTo>
                  <a:lnTo>
                    <a:pt x="31909" y="11430"/>
                  </a:lnTo>
                  <a:lnTo>
                    <a:pt x="28098" y="9525"/>
                  </a:lnTo>
                  <a:lnTo>
                    <a:pt x="21907" y="3810"/>
                  </a:lnTo>
                  <a:lnTo>
                    <a:pt x="18573" y="1429"/>
                  </a:lnTo>
                  <a:lnTo>
                    <a:pt x="14764" y="476"/>
                  </a:lnTo>
                  <a:lnTo>
                    <a:pt x="10953" y="0"/>
                  </a:lnTo>
                  <a:lnTo>
                    <a:pt x="6667" y="0"/>
                  </a:lnTo>
                  <a:lnTo>
                    <a:pt x="2857" y="1429"/>
                  </a:lnTo>
                  <a:lnTo>
                    <a:pt x="952" y="2381"/>
                  </a:lnTo>
                  <a:lnTo>
                    <a:pt x="952" y="3810"/>
                  </a:lnTo>
                  <a:lnTo>
                    <a:pt x="1428" y="5715"/>
                  </a:lnTo>
                  <a:lnTo>
                    <a:pt x="1428" y="7620"/>
                  </a:lnTo>
                  <a:lnTo>
                    <a:pt x="476" y="10001"/>
                  </a:lnTo>
                  <a:lnTo>
                    <a:pt x="0" y="11906"/>
                  </a:lnTo>
                  <a:lnTo>
                    <a:pt x="5715" y="22384"/>
                  </a:lnTo>
                  <a:lnTo>
                    <a:pt x="7620" y="26194"/>
                  </a:lnTo>
                  <a:lnTo>
                    <a:pt x="9525" y="29528"/>
                  </a:lnTo>
                  <a:lnTo>
                    <a:pt x="12382" y="32861"/>
                  </a:lnTo>
                  <a:lnTo>
                    <a:pt x="26194" y="46196"/>
                  </a:lnTo>
                  <a:lnTo>
                    <a:pt x="34290" y="52388"/>
                  </a:lnTo>
                  <a:lnTo>
                    <a:pt x="37147" y="55245"/>
                  </a:lnTo>
                  <a:lnTo>
                    <a:pt x="41910" y="60960"/>
                  </a:lnTo>
                  <a:lnTo>
                    <a:pt x="44767" y="62865"/>
                  </a:lnTo>
                  <a:lnTo>
                    <a:pt x="54292" y="64770"/>
                  </a:lnTo>
                  <a:lnTo>
                    <a:pt x="57626" y="66675"/>
                  </a:lnTo>
                  <a:lnTo>
                    <a:pt x="60007" y="69532"/>
                  </a:lnTo>
                  <a:lnTo>
                    <a:pt x="67627" y="79534"/>
                  </a:lnTo>
                  <a:lnTo>
                    <a:pt x="69532" y="82391"/>
                  </a:lnTo>
                  <a:lnTo>
                    <a:pt x="71914" y="86201"/>
                  </a:lnTo>
                  <a:lnTo>
                    <a:pt x="74771" y="89535"/>
                  </a:lnTo>
                  <a:lnTo>
                    <a:pt x="81439" y="93821"/>
                  </a:lnTo>
                  <a:lnTo>
                    <a:pt x="82391" y="95726"/>
                  </a:lnTo>
                  <a:lnTo>
                    <a:pt x="83344" y="99536"/>
                  </a:lnTo>
                  <a:lnTo>
                    <a:pt x="84296" y="105728"/>
                  </a:lnTo>
                  <a:lnTo>
                    <a:pt x="85725" y="110490"/>
                  </a:lnTo>
                  <a:lnTo>
                    <a:pt x="89059" y="112871"/>
                  </a:lnTo>
                  <a:lnTo>
                    <a:pt x="93345" y="113347"/>
                  </a:lnTo>
                  <a:lnTo>
                    <a:pt x="96202" y="114300"/>
                  </a:lnTo>
                  <a:lnTo>
                    <a:pt x="99060" y="115729"/>
                  </a:lnTo>
                  <a:lnTo>
                    <a:pt x="115252" y="125730"/>
                  </a:lnTo>
                  <a:lnTo>
                    <a:pt x="116205" y="127159"/>
                  </a:lnTo>
                  <a:lnTo>
                    <a:pt x="120015" y="132397"/>
                  </a:lnTo>
                  <a:lnTo>
                    <a:pt x="123348" y="139541"/>
                  </a:lnTo>
                  <a:lnTo>
                    <a:pt x="128111" y="155257"/>
                  </a:lnTo>
                  <a:lnTo>
                    <a:pt x="132397" y="166688"/>
                  </a:lnTo>
                  <a:lnTo>
                    <a:pt x="134302" y="174307"/>
                  </a:lnTo>
                  <a:lnTo>
                    <a:pt x="135731" y="178117"/>
                  </a:lnTo>
                  <a:lnTo>
                    <a:pt x="138589" y="180975"/>
                  </a:lnTo>
                  <a:lnTo>
                    <a:pt x="141922" y="182880"/>
                  </a:lnTo>
                  <a:lnTo>
                    <a:pt x="150971" y="186214"/>
                  </a:lnTo>
                  <a:lnTo>
                    <a:pt x="153352" y="188119"/>
                  </a:lnTo>
                  <a:lnTo>
                    <a:pt x="155257" y="190500"/>
                  </a:lnTo>
                  <a:lnTo>
                    <a:pt x="160020" y="200025"/>
                  </a:lnTo>
                  <a:lnTo>
                    <a:pt x="162401" y="202882"/>
                  </a:lnTo>
                  <a:lnTo>
                    <a:pt x="165259" y="205264"/>
                  </a:lnTo>
                  <a:lnTo>
                    <a:pt x="167640" y="208121"/>
                  </a:lnTo>
                  <a:lnTo>
                    <a:pt x="174307" y="216217"/>
                  </a:lnTo>
                  <a:lnTo>
                    <a:pt x="174784" y="217170"/>
                  </a:lnTo>
                  <a:lnTo>
                    <a:pt x="177641" y="226219"/>
                  </a:lnTo>
                  <a:lnTo>
                    <a:pt x="180975" y="232886"/>
                  </a:lnTo>
                  <a:lnTo>
                    <a:pt x="193357" y="254317"/>
                  </a:lnTo>
                  <a:lnTo>
                    <a:pt x="192881" y="261461"/>
                  </a:lnTo>
                  <a:lnTo>
                    <a:pt x="194310" y="264795"/>
                  </a:lnTo>
                  <a:lnTo>
                    <a:pt x="196215" y="268129"/>
                  </a:lnTo>
                  <a:lnTo>
                    <a:pt x="201930" y="276225"/>
                  </a:lnTo>
                  <a:lnTo>
                    <a:pt x="204788" y="278606"/>
                  </a:lnTo>
                  <a:lnTo>
                    <a:pt x="208121" y="280988"/>
                  </a:lnTo>
                  <a:lnTo>
                    <a:pt x="210026" y="283845"/>
                  </a:lnTo>
                  <a:lnTo>
                    <a:pt x="211455" y="286703"/>
                  </a:lnTo>
                  <a:lnTo>
                    <a:pt x="217170" y="295751"/>
                  </a:lnTo>
                  <a:lnTo>
                    <a:pt x="219551" y="298132"/>
                  </a:lnTo>
                  <a:lnTo>
                    <a:pt x="225266" y="302419"/>
                  </a:lnTo>
                  <a:lnTo>
                    <a:pt x="235744" y="310039"/>
                  </a:lnTo>
                  <a:lnTo>
                    <a:pt x="237648" y="312420"/>
                  </a:lnTo>
                  <a:lnTo>
                    <a:pt x="243840" y="322421"/>
                  </a:lnTo>
                  <a:lnTo>
                    <a:pt x="249555" y="328613"/>
                  </a:lnTo>
                  <a:lnTo>
                    <a:pt x="262414" y="339090"/>
                  </a:lnTo>
                  <a:lnTo>
                    <a:pt x="270034" y="343376"/>
                  </a:lnTo>
                  <a:lnTo>
                    <a:pt x="273367" y="346234"/>
                  </a:lnTo>
                  <a:lnTo>
                    <a:pt x="276701" y="349091"/>
                  </a:lnTo>
                  <a:lnTo>
                    <a:pt x="279082" y="350996"/>
                  </a:lnTo>
                  <a:lnTo>
                    <a:pt x="291465" y="358140"/>
                  </a:lnTo>
                  <a:lnTo>
                    <a:pt x="293370" y="359569"/>
                  </a:lnTo>
                  <a:lnTo>
                    <a:pt x="301466" y="370046"/>
                  </a:lnTo>
                  <a:lnTo>
                    <a:pt x="304323" y="372904"/>
                  </a:lnTo>
                  <a:lnTo>
                    <a:pt x="307657" y="375285"/>
                  </a:lnTo>
                  <a:lnTo>
                    <a:pt x="311944" y="380524"/>
                  </a:lnTo>
                  <a:lnTo>
                    <a:pt x="315753" y="384334"/>
                  </a:lnTo>
                  <a:lnTo>
                    <a:pt x="320040" y="387667"/>
                  </a:lnTo>
                  <a:lnTo>
                    <a:pt x="320992" y="387667"/>
                  </a:lnTo>
                  <a:lnTo>
                    <a:pt x="322897" y="387191"/>
                  </a:lnTo>
                  <a:lnTo>
                    <a:pt x="322421" y="384810"/>
                  </a:lnTo>
                  <a:lnTo>
                    <a:pt x="320516" y="379095"/>
                  </a:lnTo>
                  <a:lnTo>
                    <a:pt x="320516" y="376714"/>
                  </a:lnTo>
                  <a:lnTo>
                    <a:pt x="320992" y="374809"/>
                  </a:lnTo>
                  <a:lnTo>
                    <a:pt x="330994" y="380047"/>
                  </a:lnTo>
                  <a:lnTo>
                    <a:pt x="334327" y="381476"/>
                  </a:lnTo>
                  <a:lnTo>
                    <a:pt x="336232" y="381953"/>
                  </a:lnTo>
                  <a:lnTo>
                    <a:pt x="337661" y="381000"/>
                  </a:lnTo>
                  <a:lnTo>
                    <a:pt x="342423" y="377190"/>
                  </a:lnTo>
                  <a:close/>
                  <a:moveTo>
                    <a:pt x="605790" y="432911"/>
                  </a:moveTo>
                  <a:lnTo>
                    <a:pt x="608647" y="433388"/>
                  </a:lnTo>
                  <a:lnTo>
                    <a:pt x="609123" y="432911"/>
                  </a:lnTo>
                  <a:lnTo>
                    <a:pt x="610076" y="432911"/>
                  </a:lnTo>
                  <a:lnTo>
                    <a:pt x="611028" y="433388"/>
                  </a:lnTo>
                  <a:lnTo>
                    <a:pt x="620077" y="433388"/>
                  </a:lnTo>
                  <a:lnTo>
                    <a:pt x="622459" y="432435"/>
                  </a:lnTo>
                  <a:lnTo>
                    <a:pt x="626269" y="429578"/>
                  </a:lnTo>
                  <a:lnTo>
                    <a:pt x="631984" y="430054"/>
                  </a:lnTo>
                  <a:lnTo>
                    <a:pt x="632460" y="429578"/>
                  </a:lnTo>
                  <a:lnTo>
                    <a:pt x="633889" y="427672"/>
                  </a:lnTo>
                  <a:lnTo>
                    <a:pt x="640556" y="425767"/>
                  </a:lnTo>
                  <a:lnTo>
                    <a:pt x="640080" y="424815"/>
                  </a:lnTo>
                  <a:lnTo>
                    <a:pt x="636746" y="421957"/>
                  </a:lnTo>
                  <a:lnTo>
                    <a:pt x="605790" y="421957"/>
                  </a:lnTo>
                  <a:lnTo>
                    <a:pt x="599122" y="422434"/>
                  </a:lnTo>
                  <a:lnTo>
                    <a:pt x="595789" y="425767"/>
                  </a:lnTo>
                  <a:lnTo>
                    <a:pt x="594360" y="428149"/>
                  </a:lnTo>
                  <a:lnTo>
                    <a:pt x="595789" y="430530"/>
                  </a:lnTo>
                  <a:lnTo>
                    <a:pt x="605790" y="432911"/>
                  </a:lnTo>
                  <a:close/>
                  <a:moveTo>
                    <a:pt x="964882" y="475297"/>
                  </a:moveTo>
                  <a:lnTo>
                    <a:pt x="966311" y="473392"/>
                  </a:lnTo>
                  <a:lnTo>
                    <a:pt x="968692" y="473392"/>
                  </a:lnTo>
                  <a:lnTo>
                    <a:pt x="971550" y="469106"/>
                  </a:lnTo>
                  <a:lnTo>
                    <a:pt x="976313" y="468154"/>
                  </a:lnTo>
                  <a:lnTo>
                    <a:pt x="975360" y="467201"/>
                  </a:lnTo>
                  <a:lnTo>
                    <a:pt x="973455" y="466249"/>
                  </a:lnTo>
                  <a:lnTo>
                    <a:pt x="971073" y="465296"/>
                  </a:lnTo>
                  <a:lnTo>
                    <a:pt x="964882" y="468630"/>
                  </a:lnTo>
                  <a:lnTo>
                    <a:pt x="963930" y="468630"/>
                  </a:lnTo>
                  <a:lnTo>
                    <a:pt x="962501" y="467678"/>
                  </a:lnTo>
                  <a:lnTo>
                    <a:pt x="960596" y="467678"/>
                  </a:lnTo>
                  <a:lnTo>
                    <a:pt x="957738" y="468154"/>
                  </a:lnTo>
                  <a:lnTo>
                    <a:pt x="957738" y="468630"/>
                  </a:lnTo>
                  <a:lnTo>
                    <a:pt x="958692" y="469106"/>
                  </a:lnTo>
                  <a:lnTo>
                    <a:pt x="960596" y="469582"/>
                  </a:lnTo>
                  <a:lnTo>
                    <a:pt x="959644" y="470535"/>
                  </a:lnTo>
                  <a:lnTo>
                    <a:pt x="955357" y="473392"/>
                  </a:lnTo>
                  <a:lnTo>
                    <a:pt x="952023" y="476726"/>
                  </a:lnTo>
                  <a:lnTo>
                    <a:pt x="952976" y="477203"/>
                  </a:lnTo>
                  <a:lnTo>
                    <a:pt x="955357" y="477203"/>
                  </a:lnTo>
                  <a:lnTo>
                    <a:pt x="958215" y="479107"/>
                  </a:lnTo>
                  <a:lnTo>
                    <a:pt x="959167" y="478631"/>
                  </a:lnTo>
                  <a:lnTo>
                    <a:pt x="961073" y="477203"/>
                  </a:lnTo>
                  <a:lnTo>
                    <a:pt x="963454" y="478155"/>
                  </a:lnTo>
                  <a:lnTo>
                    <a:pt x="964406" y="477203"/>
                  </a:lnTo>
                  <a:lnTo>
                    <a:pt x="964882" y="476726"/>
                  </a:lnTo>
                  <a:lnTo>
                    <a:pt x="964882" y="475774"/>
                  </a:lnTo>
                  <a:lnTo>
                    <a:pt x="964882" y="475297"/>
                  </a:lnTo>
                  <a:close/>
                  <a:moveTo>
                    <a:pt x="691039" y="466249"/>
                  </a:moveTo>
                  <a:lnTo>
                    <a:pt x="687705" y="464344"/>
                  </a:lnTo>
                  <a:lnTo>
                    <a:pt x="683895" y="462915"/>
                  </a:lnTo>
                  <a:lnTo>
                    <a:pt x="678656" y="461486"/>
                  </a:lnTo>
                  <a:lnTo>
                    <a:pt x="677227" y="461486"/>
                  </a:lnTo>
                  <a:lnTo>
                    <a:pt x="671989" y="465296"/>
                  </a:lnTo>
                  <a:lnTo>
                    <a:pt x="670084" y="465772"/>
                  </a:lnTo>
                  <a:lnTo>
                    <a:pt x="666273" y="465772"/>
                  </a:lnTo>
                  <a:lnTo>
                    <a:pt x="659130" y="463867"/>
                  </a:lnTo>
                  <a:lnTo>
                    <a:pt x="655320" y="463391"/>
                  </a:lnTo>
                  <a:lnTo>
                    <a:pt x="654367" y="463391"/>
                  </a:lnTo>
                  <a:lnTo>
                    <a:pt x="653891" y="464820"/>
                  </a:lnTo>
                  <a:lnTo>
                    <a:pt x="654367" y="466249"/>
                  </a:lnTo>
                  <a:lnTo>
                    <a:pt x="655320" y="467678"/>
                  </a:lnTo>
                  <a:lnTo>
                    <a:pt x="657701" y="470535"/>
                  </a:lnTo>
                  <a:lnTo>
                    <a:pt x="659130" y="471488"/>
                  </a:lnTo>
                  <a:lnTo>
                    <a:pt x="662940" y="471964"/>
                  </a:lnTo>
                  <a:lnTo>
                    <a:pt x="666750" y="472916"/>
                  </a:lnTo>
                  <a:lnTo>
                    <a:pt x="670560" y="475297"/>
                  </a:lnTo>
                  <a:lnTo>
                    <a:pt x="673894" y="477679"/>
                  </a:lnTo>
                  <a:lnTo>
                    <a:pt x="675798" y="479584"/>
                  </a:lnTo>
                  <a:lnTo>
                    <a:pt x="677227" y="481965"/>
                  </a:lnTo>
                  <a:lnTo>
                    <a:pt x="677227" y="484346"/>
                  </a:lnTo>
                  <a:lnTo>
                    <a:pt x="675798" y="486251"/>
                  </a:lnTo>
                  <a:lnTo>
                    <a:pt x="677703" y="486728"/>
                  </a:lnTo>
                  <a:lnTo>
                    <a:pt x="679609" y="486251"/>
                  </a:lnTo>
                  <a:lnTo>
                    <a:pt x="680561" y="485775"/>
                  </a:lnTo>
                  <a:lnTo>
                    <a:pt x="681038" y="484822"/>
                  </a:lnTo>
                  <a:lnTo>
                    <a:pt x="681514" y="483394"/>
                  </a:lnTo>
                  <a:lnTo>
                    <a:pt x="682942" y="480060"/>
                  </a:lnTo>
                  <a:lnTo>
                    <a:pt x="684371" y="478631"/>
                  </a:lnTo>
                  <a:lnTo>
                    <a:pt x="691991" y="475297"/>
                  </a:lnTo>
                  <a:lnTo>
                    <a:pt x="695325" y="472916"/>
                  </a:lnTo>
                  <a:lnTo>
                    <a:pt x="696753" y="471488"/>
                  </a:lnTo>
                  <a:lnTo>
                    <a:pt x="696277" y="470059"/>
                  </a:lnTo>
                  <a:lnTo>
                    <a:pt x="691039" y="466249"/>
                  </a:lnTo>
                  <a:close/>
                  <a:moveTo>
                    <a:pt x="866298" y="523875"/>
                  </a:moveTo>
                  <a:lnTo>
                    <a:pt x="863917" y="520541"/>
                  </a:lnTo>
                  <a:lnTo>
                    <a:pt x="861060" y="517684"/>
                  </a:lnTo>
                  <a:lnTo>
                    <a:pt x="859155" y="516255"/>
                  </a:lnTo>
                  <a:lnTo>
                    <a:pt x="857250" y="515303"/>
                  </a:lnTo>
                  <a:lnTo>
                    <a:pt x="854392" y="515779"/>
                  </a:lnTo>
                  <a:lnTo>
                    <a:pt x="852011" y="515779"/>
                  </a:lnTo>
                  <a:lnTo>
                    <a:pt x="851059" y="514350"/>
                  </a:lnTo>
                  <a:lnTo>
                    <a:pt x="850582" y="512445"/>
                  </a:lnTo>
                  <a:lnTo>
                    <a:pt x="849630" y="511016"/>
                  </a:lnTo>
                  <a:lnTo>
                    <a:pt x="843915" y="508159"/>
                  </a:lnTo>
                  <a:lnTo>
                    <a:pt x="842486" y="506730"/>
                  </a:lnTo>
                  <a:lnTo>
                    <a:pt x="841057" y="504825"/>
                  </a:lnTo>
                  <a:lnTo>
                    <a:pt x="840105" y="504349"/>
                  </a:lnTo>
                  <a:lnTo>
                    <a:pt x="836771" y="506254"/>
                  </a:lnTo>
                  <a:lnTo>
                    <a:pt x="834867" y="506730"/>
                  </a:lnTo>
                  <a:lnTo>
                    <a:pt x="828675" y="505778"/>
                  </a:lnTo>
                  <a:lnTo>
                    <a:pt x="822007" y="506254"/>
                  </a:lnTo>
                  <a:lnTo>
                    <a:pt x="817721" y="506254"/>
                  </a:lnTo>
                  <a:lnTo>
                    <a:pt x="813911" y="506730"/>
                  </a:lnTo>
                  <a:lnTo>
                    <a:pt x="808673" y="508635"/>
                  </a:lnTo>
                  <a:lnTo>
                    <a:pt x="807244" y="509588"/>
                  </a:lnTo>
                  <a:lnTo>
                    <a:pt x="805815" y="511016"/>
                  </a:lnTo>
                  <a:lnTo>
                    <a:pt x="806292" y="512921"/>
                  </a:lnTo>
                  <a:lnTo>
                    <a:pt x="807244" y="514350"/>
                  </a:lnTo>
                  <a:lnTo>
                    <a:pt x="808196" y="515779"/>
                  </a:lnTo>
                  <a:lnTo>
                    <a:pt x="809625" y="517207"/>
                  </a:lnTo>
                  <a:lnTo>
                    <a:pt x="819150" y="519589"/>
                  </a:lnTo>
                  <a:lnTo>
                    <a:pt x="821055" y="519589"/>
                  </a:lnTo>
                  <a:lnTo>
                    <a:pt x="822960" y="519113"/>
                  </a:lnTo>
                  <a:lnTo>
                    <a:pt x="827246" y="519589"/>
                  </a:lnTo>
                  <a:lnTo>
                    <a:pt x="834390" y="524351"/>
                  </a:lnTo>
                  <a:lnTo>
                    <a:pt x="838200" y="525780"/>
                  </a:lnTo>
                  <a:lnTo>
                    <a:pt x="840581" y="528161"/>
                  </a:lnTo>
                  <a:lnTo>
                    <a:pt x="842486" y="531019"/>
                  </a:lnTo>
                  <a:lnTo>
                    <a:pt x="845819" y="533876"/>
                  </a:lnTo>
                  <a:lnTo>
                    <a:pt x="849630" y="535305"/>
                  </a:lnTo>
                  <a:lnTo>
                    <a:pt x="854392" y="536257"/>
                  </a:lnTo>
                  <a:lnTo>
                    <a:pt x="855821" y="537210"/>
                  </a:lnTo>
                  <a:lnTo>
                    <a:pt x="860107" y="535305"/>
                  </a:lnTo>
                  <a:lnTo>
                    <a:pt x="862965" y="534829"/>
                  </a:lnTo>
                  <a:lnTo>
                    <a:pt x="864869" y="533876"/>
                  </a:lnTo>
                  <a:lnTo>
                    <a:pt x="868680" y="530542"/>
                  </a:lnTo>
                  <a:lnTo>
                    <a:pt x="869632" y="528161"/>
                  </a:lnTo>
                  <a:lnTo>
                    <a:pt x="868204" y="525304"/>
                  </a:lnTo>
                  <a:lnTo>
                    <a:pt x="866298" y="523875"/>
                  </a:lnTo>
                  <a:close/>
                  <a:moveTo>
                    <a:pt x="957738" y="546259"/>
                  </a:moveTo>
                  <a:lnTo>
                    <a:pt x="957263" y="542925"/>
                  </a:lnTo>
                  <a:lnTo>
                    <a:pt x="956786" y="542925"/>
                  </a:lnTo>
                  <a:lnTo>
                    <a:pt x="956310" y="543401"/>
                  </a:lnTo>
                  <a:lnTo>
                    <a:pt x="953929" y="544354"/>
                  </a:lnTo>
                  <a:lnTo>
                    <a:pt x="949642" y="548640"/>
                  </a:lnTo>
                  <a:lnTo>
                    <a:pt x="946785" y="550545"/>
                  </a:lnTo>
                  <a:lnTo>
                    <a:pt x="939642" y="552926"/>
                  </a:lnTo>
                  <a:lnTo>
                    <a:pt x="938688" y="554831"/>
                  </a:lnTo>
                  <a:lnTo>
                    <a:pt x="939165" y="557689"/>
                  </a:lnTo>
                  <a:lnTo>
                    <a:pt x="940117" y="558165"/>
                  </a:lnTo>
                  <a:lnTo>
                    <a:pt x="943451" y="558165"/>
                  </a:lnTo>
                  <a:lnTo>
                    <a:pt x="945356" y="557213"/>
                  </a:lnTo>
                  <a:lnTo>
                    <a:pt x="952500" y="554831"/>
                  </a:lnTo>
                  <a:lnTo>
                    <a:pt x="955834" y="551021"/>
                  </a:lnTo>
                  <a:lnTo>
                    <a:pt x="959644" y="549592"/>
                  </a:lnTo>
                  <a:lnTo>
                    <a:pt x="959644" y="548640"/>
                  </a:lnTo>
                  <a:lnTo>
                    <a:pt x="957738" y="546259"/>
                  </a:lnTo>
                  <a:close/>
                  <a:moveTo>
                    <a:pt x="808673" y="484822"/>
                  </a:moveTo>
                  <a:lnTo>
                    <a:pt x="811054" y="484346"/>
                  </a:lnTo>
                  <a:lnTo>
                    <a:pt x="812006" y="483870"/>
                  </a:lnTo>
                  <a:lnTo>
                    <a:pt x="812959" y="482441"/>
                  </a:lnTo>
                  <a:lnTo>
                    <a:pt x="812006" y="481013"/>
                  </a:lnTo>
                  <a:lnTo>
                    <a:pt x="810577" y="480060"/>
                  </a:lnTo>
                  <a:lnTo>
                    <a:pt x="810101" y="478631"/>
                  </a:lnTo>
                  <a:lnTo>
                    <a:pt x="810101" y="475297"/>
                  </a:lnTo>
                  <a:lnTo>
                    <a:pt x="808196" y="471488"/>
                  </a:lnTo>
                  <a:lnTo>
                    <a:pt x="806292" y="470059"/>
                  </a:lnTo>
                  <a:lnTo>
                    <a:pt x="803434" y="470059"/>
                  </a:lnTo>
                  <a:lnTo>
                    <a:pt x="801529" y="470535"/>
                  </a:lnTo>
                  <a:lnTo>
                    <a:pt x="800100" y="471488"/>
                  </a:lnTo>
                  <a:lnTo>
                    <a:pt x="799148" y="474345"/>
                  </a:lnTo>
                  <a:lnTo>
                    <a:pt x="798194" y="473392"/>
                  </a:lnTo>
                  <a:lnTo>
                    <a:pt x="797242" y="471011"/>
                  </a:lnTo>
                  <a:lnTo>
                    <a:pt x="795338" y="469582"/>
                  </a:lnTo>
                  <a:lnTo>
                    <a:pt x="793432" y="469106"/>
                  </a:lnTo>
                  <a:lnTo>
                    <a:pt x="791527" y="469106"/>
                  </a:lnTo>
                  <a:lnTo>
                    <a:pt x="789622" y="470059"/>
                  </a:lnTo>
                  <a:lnTo>
                    <a:pt x="786289" y="471964"/>
                  </a:lnTo>
                  <a:lnTo>
                    <a:pt x="784860" y="471964"/>
                  </a:lnTo>
                  <a:lnTo>
                    <a:pt x="782955" y="470535"/>
                  </a:lnTo>
                  <a:lnTo>
                    <a:pt x="781526" y="468630"/>
                  </a:lnTo>
                  <a:lnTo>
                    <a:pt x="779621" y="464820"/>
                  </a:lnTo>
                  <a:lnTo>
                    <a:pt x="778669" y="463867"/>
                  </a:lnTo>
                  <a:lnTo>
                    <a:pt x="772001" y="462915"/>
                  </a:lnTo>
                  <a:lnTo>
                    <a:pt x="770096" y="463391"/>
                  </a:lnTo>
                  <a:lnTo>
                    <a:pt x="766286" y="464820"/>
                  </a:lnTo>
                  <a:lnTo>
                    <a:pt x="765810" y="466725"/>
                  </a:lnTo>
                  <a:lnTo>
                    <a:pt x="766763" y="469106"/>
                  </a:lnTo>
                  <a:lnTo>
                    <a:pt x="768191" y="471011"/>
                  </a:lnTo>
                  <a:lnTo>
                    <a:pt x="773906" y="474821"/>
                  </a:lnTo>
                  <a:lnTo>
                    <a:pt x="775335" y="475297"/>
                  </a:lnTo>
                  <a:lnTo>
                    <a:pt x="776764" y="475297"/>
                  </a:lnTo>
                  <a:lnTo>
                    <a:pt x="778192" y="475774"/>
                  </a:lnTo>
                  <a:lnTo>
                    <a:pt x="780573" y="477679"/>
                  </a:lnTo>
                  <a:lnTo>
                    <a:pt x="782478" y="480060"/>
                  </a:lnTo>
                  <a:lnTo>
                    <a:pt x="781526" y="481965"/>
                  </a:lnTo>
                  <a:lnTo>
                    <a:pt x="778192" y="481965"/>
                  </a:lnTo>
                  <a:lnTo>
                    <a:pt x="773430" y="484822"/>
                  </a:lnTo>
                  <a:lnTo>
                    <a:pt x="771048" y="483870"/>
                  </a:lnTo>
                  <a:lnTo>
                    <a:pt x="768191" y="483870"/>
                  </a:lnTo>
                  <a:lnTo>
                    <a:pt x="764857" y="479584"/>
                  </a:lnTo>
                  <a:lnTo>
                    <a:pt x="763428" y="479107"/>
                  </a:lnTo>
                  <a:lnTo>
                    <a:pt x="762476" y="478155"/>
                  </a:lnTo>
                  <a:lnTo>
                    <a:pt x="761523" y="475774"/>
                  </a:lnTo>
                  <a:lnTo>
                    <a:pt x="759619" y="474821"/>
                  </a:lnTo>
                  <a:lnTo>
                    <a:pt x="755332" y="475297"/>
                  </a:lnTo>
                  <a:lnTo>
                    <a:pt x="752475" y="475297"/>
                  </a:lnTo>
                  <a:lnTo>
                    <a:pt x="748189" y="473392"/>
                  </a:lnTo>
                  <a:lnTo>
                    <a:pt x="746284" y="472916"/>
                  </a:lnTo>
                  <a:lnTo>
                    <a:pt x="742950" y="475297"/>
                  </a:lnTo>
                  <a:lnTo>
                    <a:pt x="739140" y="477203"/>
                  </a:lnTo>
                  <a:lnTo>
                    <a:pt x="736759" y="477203"/>
                  </a:lnTo>
                  <a:lnTo>
                    <a:pt x="734853" y="478155"/>
                  </a:lnTo>
                  <a:lnTo>
                    <a:pt x="733901" y="480536"/>
                  </a:lnTo>
                  <a:lnTo>
                    <a:pt x="733425" y="482917"/>
                  </a:lnTo>
                  <a:lnTo>
                    <a:pt x="734377" y="487680"/>
                  </a:lnTo>
                  <a:lnTo>
                    <a:pt x="733425" y="490538"/>
                  </a:lnTo>
                  <a:lnTo>
                    <a:pt x="733425" y="492442"/>
                  </a:lnTo>
                  <a:lnTo>
                    <a:pt x="733901" y="494347"/>
                  </a:lnTo>
                  <a:lnTo>
                    <a:pt x="736759" y="495776"/>
                  </a:lnTo>
                  <a:lnTo>
                    <a:pt x="739616" y="496729"/>
                  </a:lnTo>
                  <a:lnTo>
                    <a:pt x="742950" y="497681"/>
                  </a:lnTo>
                  <a:lnTo>
                    <a:pt x="746284" y="496729"/>
                  </a:lnTo>
                  <a:lnTo>
                    <a:pt x="747713" y="495776"/>
                  </a:lnTo>
                  <a:lnTo>
                    <a:pt x="749617" y="495300"/>
                  </a:lnTo>
                  <a:lnTo>
                    <a:pt x="751522" y="495776"/>
                  </a:lnTo>
                  <a:lnTo>
                    <a:pt x="753427" y="495776"/>
                  </a:lnTo>
                  <a:lnTo>
                    <a:pt x="757714" y="494824"/>
                  </a:lnTo>
                  <a:lnTo>
                    <a:pt x="765334" y="491966"/>
                  </a:lnTo>
                  <a:lnTo>
                    <a:pt x="767715" y="491966"/>
                  </a:lnTo>
                  <a:lnTo>
                    <a:pt x="770096" y="492442"/>
                  </a:lnTo>
                  <a:lnTo>
                    <a:pt x="777240" y="489585"/>
                  </a:lnTo>
                  <a:lnTo>
                    <a:pt x="779145" y="489585"/>
                  </a:lnTo>
                  <a:lnTo>
                    <a:pt x="781050" y="489109"/>
                  </a:lnTo>
                  <a:lnTo>
                    <a:pt x="782478" y="488156"/>
                  </a:lnTo>
                  <a:lnTo>
                    <a:pt x="787241" y="483870"/>
                  </a:lnTo>
                  <a:lnTo>
                    <a:pt x="787717" y="484822"/>
                  </a:lnTo>
                  <a:lnTo>
                    <a:pt x="787717" y="488632"/>
                  </a:lnTo>
                  <a:lnTo>
                    <a:pt x="788670" y="490061"/>
                  </a:lnTo>
                  <a:lnTo>
                    <a:pt x="790575" y="490061"/>
                  </a:lnTo>
                  <a:lnTo>
                    <a:pt x="797242" y="488632"/>
                  </a:lnTo>
                  <a:lnTo>
                    <a:pt x="799148" y="488632"/>
                  </a:lnTo>
                  <a:lnTo>
                    <a:pt x="802005" y="489585"/>
                  </a:lnTo>
                  <a:lnTo>
                    <a:pt x="802957" y="489585"/>
                  </a:lnTo>
                  <a:lnTo>
                    <a:pt x="802957" y="488632"/>
                  </a:lnTo>
                  <a:lnTo>
                    <a:pt x="802481" y="488156"/>
                  </a:lnTo>
                  <a:lnTo>
                    <a:pt x="800576" y="487680"/>
                  </a:lnTo>
                  <a:lnTo>
                    <a:pt x="800100" y="486251"/>
                  </a:lnTo>
                  <a:lnTo>
                    <a:pt x="802481" y="485299"/>
                  </a:lnTo>
                  <a:lnTo>
                    <a:pt x="805338" y="484822"/>
                  </a:lnTo>
                  <a:lnTo>
                    <a:pt x="806767" y="485299"/>
                  </a:lnTo>
                  <a:lnTo>
                    <a:pt x="807719" y="486251"/>
                  </a:lnTo>
                  <a:lnTo>
                    <a:pt x="808673" y="484822"/>
                  </a:lnTo>
                  <a:close/>
                  <a:moveTo>
                    <a:pt x="1016794" y="493395"/>
                  </a:moveTo>
                  <a:lnTo>
                    <a:pt x="1015842" y="492919"/>
                  </a:lnTo>
                  <a:lnTo>
                    <a:pt x="1011555" y="494824"/>
                  </a:lnTo>
                  <a:lnTo>
                    <a:pt x="1010126" y="494347"/>
                  </a:lnTo>
                  <a:lnTo>
                    <a:pt x="1009173" y="493395"/>
                  </a:lnTo>
                  <a:lnTo>
                    <a:pt x="1009650" y="490538"/>
                  </a:lnTo>
                  <a:lnTo>
                    <a:pt x="1008698" y="491490"/>
                  </a:lnTo>
                  <a:lnTo>
                    <a:pt x="1002506" y="494824"/>
                  </a:lnTo>
                  <a:lnTo>
                    <a:pt x="1000601" y="496729"/>
                  </a:lnTo>
                  <a:lnTo>
                    <a:pt x="998219" y="498157"/>
                  </a:lnTo>
                  <a:lnTo>
                    <a:pt x="993934" y="499110"/>
                  </a:lnTo>
                  <a:lnTo>
                    <a:pt x="993934" y="500539"/>
                  </a:lnTo>
                  <a:lnTo>
                    <a:pt x="992981" y="502920"/>
                  </a:lnTo>
                  <a:lnTo>
                    <a:pt x="991552" y="504349"/>
                  </a:lnTo>
                  <a:lnTo>
                    <a:pt x="989648" y="506730"/>
                  </a:lnTo>
                  <a:lnTo>
                    <a:pt x="988219" y="507206"/>
                  </a:lnTo>
                  <a:lnTo>
                    <a:pt x="982980" y="506730"/>
                  </a:lnTo>
                  <a:lnTo>
                    <a:pt x="982504" y="507206"/>
                  </a:lnTo>
                  <a:lnTo>
                    <a:pt x="981551" y="507206"/>
                  </a:lnTo>
                  <a:lnTo>
                    <a:pt x="980123" y="505778"/>
                  </a:lnTo>
                  <a:lnTo>
                    <a:pt x="979646" y="504825"/>
                  </a:lnTo>
                  <a:lnTo>
                    <a:pt x="977742" y="505778"/>
                  </a:lnTo>
                  <a:lnTo>
                    <a:pt x="974407" y="508635"/>
                  </a:lnTo>
                  <a:lnTo>
                    <a:pt x="968692" y="514350"/>
                  </a:lnTo>
                  <a:lnTo>
                    <a:pt x="967263" y="517207"/>
                  </a:lnTo>
                  <a:lnTo>
                    <a:pt x="966311" y="521494"/>
                  </a:lnTo>
                  <a:lnTo>
                    <a:pt x="964882" y="525780"/>
                  </a:lnTo>
                  <a:lnTo>
                    <a:pt x="965359" y="527209"/>
                  </a:lnTo>
                  <a:lnTo>
                    <a:pt x="969169" y="529590"/>
                  </a:lnTo>
                  <a:lnTo>
                    <a:pt x="968217" y="531495"/>
                  </a:lnTo>
                  <a:lnTo>
                    <a:pt x="966788" y="532924"/>
                  </a:lnTo>
                  <a:lnTo>
                    <a:pt x="965835" y="534353"/>
                  </a:lnTo>
                  <a:lnTo>
                    <a:pt x="965359" y="536257"/>
                  </a:lnTo>
                  <a:lnTo>
                    <a:pt x="966788" y="537686"/>
                  </a:lnTo>
                  <a:lnTo>
                    <a:pt x="970121" y="539115"/>
                  </a:lnTo>
                  <a:lnTo>
                    <a:pt x="973931" y="539115"/>
                  </a:lnTo>
                  <a:lnTo>
                    <a:pt x="977742" y="537686"/>
                  </a:lnTo>
                  <a:lnTo>
                    <a:pt x="984885" y="533876"/>
                  </a:lnTo>
                  <a:lnTo>
                    <a:pt x="990123" y="533400"/>
                  </a:lnTo>
                  <a:lnTo>
                    <a:pt x="993457" y="532447"/>
                  </a:lnTo>
                  <a:lnTo>
                    <a:pt x="996315" y="530542"/>
                  </a:lnTo>
                  <a:lnTo>
                    <a:pt x="999648" y="527209"/>
                  </a:lnTo>
                  <a:lnTo>
                    <a:pt x="1003459" y="524351"/>
                  </a:lnTo>
                  <a:lnTo>
                    <a:pt x="1008221" y="519113"/>
                  </a:lnTo>
                  <a:lnTo>
                    <a:pt x="1012507" y="515779"/>
                  </a:lnTo>
                  <a:lnTo>
                    <a:pt x="1013460" y="512445"/>
                  </a:lnTo>
                  <a:lnTo>
                    <a:pt x="1015842" y="510540"/>
                  </a:lnTo>
                  <a:lnTo>
                    <a:pt x="1014888" y="506254"/>
                  </a:lnTo>
                  <a:lnTo>
                    <a:pt x="1013460" y="504349"/>
                  </a:lnTo>
                  <a:lnTo>
                    <a:pt x="1012507" y="503396"/>
                  </a:lnTo>
                  <a:lnTo>
                    <a:pt x="1012031" y="501967"/>
                  </a:lnTo>
                  <a:lnTo>
                    <a:pt x="1012031" y="500539"/>
                  </a:lnTo>
                  <a:lnTo>
                    <a:pt x="1012507" y="500063"/>
                  </a:lnTo>
                  <a:lnTo>
                    <a:pt x="1016794" y="500063"/>
                  </a:lnTo>
                  <a:lnTo>
                    <a:pt x="1018223" y="497681"/>
                  </a:lnTo>
                  <a:lnTo>
                    <a:pt x="1018223" y="494824"/>
                  </a:lnTo>
                  <a:lnTo>
                    <a:pt x="1016794" y="493395"/>
                  </a:lnTo>
                  <a:close/>
                  <a:moveTo>
                    <a:pt x="939165" y="478155"/>
                  </a:moveTo>
                  <a:lnTo>
                    <a:pt x="937736" y="475297"/>
                  </a:lnTo>
                  <a:lnTo>
                    <a:pt x="941069" y="472916"/>
                  </a:lnTo>
                  <a:lnTo>
                    <a:pt x="942023" y="471488"/>
                  </a:lnTo>
                  <a:lnTo>
                    <a:pt x="942975" y="470535"/>
                  </a:lnTo>
                  <a:lnTo>
                    <a:pt x="944880" y="469582"/>
                  </a:lnTo>
                  <a:lnTo>
                    <a:pt x="943927" y="463391"/>
                  </a:lnTo>
                  <a:lnTo>
                    <a:pt x="942023" y="461963"/>
                  </a:lnTo>
                  <a:lnTo>
                    <a:pt x="939642" y="461486"/>
                  </a:lnTo>
                  <a:lnTo>
                    <a:pt x="937736" y="462439"/>
                  </a:lnTo>
                  <a:lnTo>
                    <a:pt x="936784" y="464344"/>
                  </a:lnTo>
                  <a:lnTo>
                    <a:pt x="942023" y="465772"/>
                  </a:lnTo>
                  <a:lnTo>
                    <a:pt x="939642" y="468630"/>
                  </a:lnTo>
                  <a:lnTo>
                    <a:pt x="936307" y="470059"/>
                  </a:lnTo>
                  <a:lnTo>
                    <a:pt x="931544" y="471488"/>
                  </a:lnTo>
                  <a:lnTo>
                    <a:pt x="930117" y="472440"/>
                  </a:lnTo>
                  <a:lnTo>
                    <a:pt x="928688" y="473869"/>
                  </a:lnTo>
                  <a:lnTo>
                    <a:pt x="927735" y="475297"/>
                  </a:lnTo>
                  <a:lnTo>
                    <a:pt x="927259" y="477203"/>
                  </a:lnTo>
                  <a:lnTo>
                    <a:pt x="926306" y="478155"/>
                  </a:lnTo>
                  <a:lnTo>
                    <a:pt x="922496" y="479107"/>
                  </a:lnTo>
                  <a:lnTo>
                    <a:pt x="920592" y="479107"/>
                  </a:lnTo>
                  <a:lnTo>
                    <a:pt x="913923" y="474821"/>
                  </a:lnTo>
                  <a:lnTo>
                    <a:pt x="912494" y="473869"/>
                  </a:lnTo>
                  <a:lnTo>
                    <a:pt x="910590" y="473392"/>
                  </a:lnTo>
                  <a:lnTo>
                    <a:pt x="908685" y="474345"/>
                  </a:lnTo>
                  <a:lnTo>
                    <a:pt x="907256" y="474821"/>
                  </a:lnTo>
                  <a:lnTo>
                    <a:pt x="903446" y="475297"/>
                  </a:lnTo>
                  <a:lnTo>
                    <a:pt x="901065" y="475297"/>
                  </a:lnTo>
                  <a:lnTo>
                    <a:pt x="898684" y="475774"/>
                  </a:lnTo>
                  <a:lnTo>
                    <a:pt x="896779" y="477203"/>
                  </a:lnTo>
                  <a:lnTo>
                    <a:pt x="894873" y="477679"/>
                  </a:lnTo>
                  <a:lnTo>
                    <a:pt x="892969" y="477203"/>
                  </a:lnTo>
                  <a:lnTo>
                    <a:pt x="890588" y="476250"/>
                  </a:lnTo>
                  <a:lnTo>
                    <a:pt x="887254" y="473869"/>
                  </a:lnTo>
                  <a:lnTo>
                    <a:pt x="882015" y="471964"/>
                  </a:lnTo>
                  <a:lnTo>
                    <a:pt x="878205" y="470059"/>
                  </a:lnTo>
                  <a:lnTo>
                    <a:pt x="873919" y="468630"/>
                  </a:lnTo>
                  <a:lnTo>
                    <a:pt x="869156" y="468630"/>
                  </a:lnTo>
                  <a:lnTo>
                    <a:pt x="867727" y="468154"/>
                  </a:lnTo>
                  <a:lnTo>
                    <a:pt x="864394" y="465772"/>
                  </a:lnTo>
                  <a:lnTo>
                    <a:pt x="862013" y="466249"/>
                  </a:lnTo>
                  <a:lnTo>
                    <a:pt x="860107" y="466249"/>
                  </a:lnTo>
                  <a:lnTo>
                    <a:pt x="858202" y="465772"/>
                  </a:lnTo>
                  <a:lnTo>
                    <a:pt x="855821" y="466249"/>
                  </a:lnTo>
                  <a:lnTo>
                    <a:pt x="851535" y="467201"/>
                  </a:lnTo>
                  <a:lnTo>
                    <a:pt x="847248" y="470059"/>
                  </a:lnTo>
                  <a:lnTo>
                    <a:pt x="842486" y="471964"/>
                  </a:lnTo>
                  <a:lnTo>
                    <a:pt x="841057" y="472440"/>
                  </a:lnTo>
                  <a:lnTo>
                    <a:pt x="839629" y="471488"/>
                  </a:lnTo>
                  <a:lnTo>
                    <a:pt x="839152" y="473392"/>
                  </a:lnTo>
                  <a:lnTo>
                    <a:pt x="838676" y="475297"/>
                  </a:lnTo>
                  <a:lnTo>
                    <a:pt x="837723" y="476726"/>
                  </a:lnTo>
                  <a:lnTo>
                    <a:pt x="837248" y="478631"/>
                  </a:lnTo>
                  <a:lnTo>
                    <a:pt x="837248" y="481013"/>
                  </a:lnTo>
                  <a:lnTo>
                    <a:pt x="838200" y="483394"/>
                  </a:lnTo>
                  <a:lnTo>
                    <a:pt x="839629" y="484822"/>
                  </a:lnTo>
                  <a:lnTo>
                    <a:pt x="840581" y="486728"/>
                  </a:lnTo>
                  <a:lnTo>
                    <a:pt x="843915" y="485299"/>
                  </a:lnTo>
                  <a:lnTo>
                    <a:pt x="847725" y="484346"/>
                  </a:lnTo>
                  <a:lnTo>
                    <a:pt x="854392" y="485775"/>
                  </a:lnTo>
                  <a:lnTo>
                    <a:pt x="862013" y="485299"/>
                  </a:lnTo>
                  <a:lnTo>
                    <a:pt x="869632" y="486728"/>
                  </a:lnTo>
                  <a:lnTo>
                    <a:pt x="876300" y="489585"/>
                  </a:lnTo>
                  <a:lnTo>
                    <a:pt x="878205" y="490061"/>
                  </a:lnTo>
                  <a:lnTo>
                    <a:pt x="880110" y="489585"/>
                  </a:lnTo>
                  <a:lnTo>
                    <a:pt x="882015" y="488632"/>
                  </a:lnTo>
                  <a:lnTo>
                    <a:pt x="883919" y="488156"/>
                  </a:lnTo>
                  <a:lnTo>
                    <a:pt x="888682" y="489109"/>
                  </a:lnTo>
                  <a:lnTo>
                    <a:pt x="891540" y="485775"/>
                  </a:lnTo>
                  <a:lnTo>
                    <a:pt x="894398" y="485775"/>
                  </a:lnTo>
                  <a:lnTo>
                    <a:pt x="897255" y="486251"/>
                  </a:lnTo>
                  <a:lnTo>
                    <a:pt x="898684" y="487204"/>
                  </a:lnTo>
                  <a:lnTo>
                    <a:pt x="899636" y="488632"/>
                  </a:lnTo>
                  <a:lnTo>
                    <a:pt x="902494" y="487680"/>
                  </a:lnTo>
                  <a:lnTo>
                    <a:pt x="905827" y="487204"/>
                  </a:lnTo>
                  <a:lnTo>
                    <a:pt x="914400" y="483394"/>
                  </a:lnTo>
                  <a:lnTo>
                    <a:pt x="917734" y="482917"/>
                  </a:lnTo>
                  <a:lnTo>
                    <a:pt x="922496" y="483394"/>
                  </a:lnTo>
                  <a:lnTo>
                    <a:pt x="925830" y="483394"/>
                  </a:lnTo>
                  <a:lnTo>
                    <a:pt x="927735" y="482917"/>
                  </a:lnTo>
                  <a:lnTo>
                    <a:pt x="930592" y="481489"/>
                  </a:lnTo>
                  <a:lnTo>
                    <a:pt x="933450" y="480536"/>
                  </a:lnTo>
                  <a:lnTo>
                    <a:pt x="938213" y="479107"/>
                  </a:lnTo>
                  <a:lnTo>
                    <a:pt x="939642" y="478631"/>
                  </a:lnTo>
                  <a:lnTo>
                    <a:pt x="939165" y="478155"/>
                  </a:lnTo>
                  <a:close/>
                  <a:moveTo>
                    <a:pt x="714375" y="299561"/>
                  </a:moveTo>
                  <a:lnTo>
                    <a:pt x="710089" y="302419"/>
                  </a:lnTo>
                  <a:lnTo>
                    <a:pt x="708184" y="306229"/>
                  </a:lnTo>
                  <a:lnTo>
                    <a:pt x="706755" y="311467"/>
                  </a:lnTo>
                  <a:lnTo>
                    <a:pt x="706755" y="314325"/>
                  </a:lnTo>
                  <a:lnTo>
                    <a:pt x="708660" y="318135"/>
                  </a:lnTo>
                  <a:lnTo>
                    <a:pt x="708184" y="324326"/>
                  </a:lnTo>
                  <a:lnTo>
                    <a:pt x="709136" y="325755"/>
                  </a:lnTo>
                  <a:lnTo>
                    <a:pt x="716280" y="319564"/>
                  </a:lnTo>
                  <a:lnTo>
                    <a:pt x="715803" y="318135"/>
                  </a:lnTo>
                  <a:lnTo>
                    <a:pt x="716756" y="316230"/>
                  </a:lnTo>
                  <a:lnTo>
                    <a:pt x="716280" y="314801"/>
                  </a:lnTo>
                  <a:lnTo>
                    <a:pt x="715327" y="308610"/>
                  </a:lnTo>
                  <a:lnTo>
                    <a:pt x="715803" y="307181"/>
                  </a:lnTo>
                  <a:lnTo>
                    <a:pt x="715327" y="305753"/>
                  </a:lnTo>
                  <a:lnTo>
                    <a:pt x="714375" y="303847"/>
                  </a:lnTo>
                  <a:lnTo>
                    <a:pt x="714851" y="299085"/>
                  </a:lnTo>
                  <a:lnTo>
                    <a:pt x="714375" y="299561"/>
                  </a:lnTo>
                  <a:close/>
                  <a:moveTo>
                    <a:pt x="729615" y="469582"/>
                  </a:moveTo>
                  <a:lnTo>
                    <a:pt x="728186" y="468630"/>
                  </a:lnTo>
                  <a:lnTo>
                    <a:pt x="719614" y="465772"/>
                  </a:lnTo>
                  <a:lnTo>
                    <a:pt x="716280" y="466725"/>
                  </a:lnTo>
                  <a:lnTo>
                    <a:pt x="713422" y="468630"/>
                  </a:lnTo>
                  <a:lnTo>
                    <a:pt x="708184" y="473392"/>
                  </a:lnTo>
                  <a:lnTo>
                    <a:pt x="708660" y="479107"/>
                  </a:lnTo>
                  <a:lnTo>
                    <a:pt x="708660" y="483394"/>
                  </a:lnTo>
                  <a:lnTo>
                    <a:pt x="707231" y="483870"/>
                  </a:lnTo>
                  <a:lnTo>
                    <a:pt x="703421" y="483394"/>
                  </a:lnTo>
                  <a:lnTo>
                    <a:pt x="701992" y="482917"/>
                  </a:lnTo>
                  <a:lnTo>
                    <a:pt x="701516" y="484346"/>
                  </a:lnTo>
                  <a:lnTo>
                    <a:pt x="701992" y="485775"/>
                  </a:lnTo>
                  <a:lnTo>
                    <a:pt x="707231" y="487204"/>
                  </a:lnTo>
                  <a:lnTo>
                    <a:pt x="714375" y="488632"/>
                  </a:lnTo>
                  <a:lnTo>
                    <a:pt x="716280" y="488632"/>
                  </a:lnTo>
                  <a:lnTo>
                    <a:pt x="719138" y="489585"/>
                  </a:lnTo>
                  <a:lnTo>
                    <a:pt x="726281" y="488156"/>
                  </a:lnTo>
                  <a:lnTo>
                    <a:pt x="725328" y="487204"/>
                  </a:lnTo>
                  <a:lnTo>
                    <a:pt x="723900" y="486251"/>
                  </a:lnTo>
                  <a:lnTo>
                    <a:pt x="728186" y="479107"/>
                  </a:lnTo>
                  <a:lnTo>
                    <a:pt x="731520" y="471488"/>
                  </a:lnTo>
                  <a:lnTo>
                    <a:pt x="731044" y="469582"/>
                  </a:lnTo>
                  <a:lnTo>
                    <a:pt x="729615" y="469582"/>
                  </a:lnTo>
                  <a:close/>
                  <a:moveTo>
                    <a:pt x="758666" y="471964"/>
                  </a:moveTo>
                  <a:lnTo>
                    <a:pt x="759619" y="471964"/>
                  </a:lnTo>
                  <a:lnTo>
                    <a:pt x="763428" y="465772"/>
                  </a:lnTo>
                  <a:lnTo>
                    <a:pt x="763428" y="464344"/>
                  </a:lnTo>
                  <a:lnTo>
                    <a:pt x="759619" y="464344"/>
                  </a:lnTo>
                  <a:lnTo>
                    <a:pt x="757714" y="465296"/>
                  </a:lnTo>
                  <a:lnTo>
                    <a:pt x="757238" y="467201"/>
                  </a:lnTo>
                  <a:lnTo>
                    <a:pt x="758190" y="469582"/>
                  </a:lnTo>
                  <a:lnTo>
                    <a:pt x="757714" y="471011"/>
                  </a:lnTo>
                  <a:lnTo>
                    <a:pt x="758666" y="471964"/>
                  </a:lnTo>
                  <a:close/>
                  <a:moveTo>
                    <a:pt x="732472" y="230981"/>
                  </a:moveTo>
                  <a:lnTo>
                    <a:pt x="731520" y="229076"/>
                  </a:lnTo>
                  <a:lnTo>
                    <a:pt x="731520" y="227171"/>
                  </a:lnTo>
                  <a:lnTo>
                    <a:pt x="731996" y="225266"/>
                  </a:lnTo>
                  <a:lnTo>
                    <a:pt x="732472" y="227647"/>
                  </a:lnTo>
                  <a:lnTo>
                    <a:pt x="733901" y="230029"/>
                  </a:lnTo>
                  <a:lnTo>
                    <a:pt x="735806" y="230981"/>
                  </a:lnTo>
                  <a:lnTo>
                    <a:pt x="738188" y="230981"/>
                  </a:lnTo>
                  <a:lnTo>
                    <a:pt x="741045" y="229553"/>
                  </a:lnTo>
                  <a:lnTo>
                    <a:pt x="743426" y="227171"/>
                  </a:lnTo>
                  <a:lnTo>
                    <a:pt x="745807" y="223838"/>
                  </a:lnTo>
                  <a:lnTo>
                    <a:pt x="749141" y="220980"/>
                  </a:lnTo>
                  <a:lnTo>
                    <a:pt x="752951" y="219075"/>
                  </a:lnTo>
                  <a:lnTo>
                    <a:pt x="758666" y="216694"/>
                  </a:lnTo>
                  <a:lnTo>
                    <a:pt x="760095" y="215741"/>
                  </a:lnTo>
                  <a:lnTo>
                    <a:pt x="760571" y="214313"/>
                  </a:lnTo>
                  <a:lnTo>
                    <a:pt x="760095" y="212407"/>
                  </a:lnTo>
                  <a:lnTo>
                    <a:pt x="759619" y="208121"/>
                  </a:lnTo>
                  <a:lnTo>
                    <a:pt x="756761" y="200501"/>
                  </a:lnTo>
                  <a:lnTo>
                    <a:pt x="756761" y="196215"/>
                  </a:lnTo>
                  <a:lnTo>
                    <a:pt x="758666" y="181451"/>
                  </a:lnTo>
                  <a:lnTo>
                    <a:pt x="759619" y="178117"/>
                  </a:lnTo>
                  <a:lnTo>
                    <a:pt x="766286" y="165259"/>
                  </a:lnTo>
                  <a:lnTo>
                    <a:pt x="767239" y="164306"/>
                  </a:lnTo>
                  <a:lnTo>
                    <a:pt x="769620" y="163354"/>
                  </a:lnTo>
                  <a:lnTo>
                    <a:pt x="772001" y="161925"/>
                  </a:lnTo>
                  <a:lnTo>
                    <a:pt x="773430" y="160020"/>
                  </a:lnTo>
                  <a:lnTo>
                    <a:pt x="773906" y="157639"/>
                  </a:lnTo>
                  <a:lnTo>
                    <a:pt x="772953" y="155257"/>
                  </a:lnTo>
                  <a:lnTo>
                    <a:pt x="771525" y="152876"/>
                  </a:lnTo>
                  <a:lnTo>
                    <a:pt x="774859" y="154781"/>
                  </a:lnTo>
                  <a:lnTo>
                    <a:pt x="777716" y="158591"/>
                  </a:lnTo>
                  <a:lnTo>
                    <a:pt x="781050" y="160496"/>
                  </a:lnTo>
                  <a:lnTo>
                    <a:pt x="784860" y="161449"/>
                  </a:lnTo>
                  <a:lnTo>
                    <a:pt x="792480" y="162401"/>
                  </a:lnTo>
                  <a:lnTo>
                    <a:pt x="800100" y="161449"/>
                  </a:lnTo>
                  <a:lnTo>
                    <a:pt x="804863" y="160020"/>
                  </a:lnTo>
                  <a:lnTo>
                    <a:pt x="808196" y="156686"/>
                  </a:lnTo>
                  <a:lnTo>
                    <a:pt x="807244" y="154781"/>
                  </a:lnTo>
                  <a:lnTo>
                    <a:pt x="803434" y="152876"/>
                  </a:lnTo>
                  <a:lnTo>
                    <a:pt x="796290" y="145256"/>
                  </a:lnTo>
                  <a:lnTo>
                    <a:pt x="790575" y="141922"/>
                  </a:lnTo>
                  <a:lnTo>
                    <a:pt x="780097" y="134303"/>
                  </a:lnTo>
                  <a:lnTo>
                    <a:pt x="777716" y="132397"/>
                  </a:lnTo>
                  <a:lnTo>
                    <a:pt x="772477" y="126682"/>
                  </a:lnTo>
                  <a:lnTo>
                    <a:pt x="770096" y="123349"/>
                  </a:lnTo>
                  <a:lnTo>
                    <a:pt x="769144" y="122396"/>
                  </a:lnTo>
                  <a:lnTo>
                    <a:pt x="767715" y="121444"/>
                  </a:lnTo>
                  <a:lnTo>
                    <a:pt x="771048" y="120491"/>
                  </a:lnTo>
                  <a:lnTo>
                    <a:pt x="771525" y="119539"/>
                  </a:lnTo>
                  <a:lnTo>
                    <a:pt x="773906" y="117157"/>
                  </a:lnTo>
                  <a:lnTo>
                    <a:pt x="776764" y="115253"/>
                  </a:lnTo>
                  <a:lnTo>
                    <a:pt x="777716" y="113824"/>
                  </a:lnTo>
                  <a:lnTo>
                    <a:pt x="777716" y="111919"/>
                  </a:lnTo>
                  <a:lnTo>
                    <a:pt x="776764" y="110014"/>
                  </a:lnTo>
                  <a:lnTo>
                    <a:pt x="771525" y="104299"/>
                  </a:lnTo>
                  <a:lnTo>
                    <a:pt x="768667" y="100013"/>
                  </a:lnTo>
                  <a:lnTo>
                    <a:pt x="768191" y="97631"/>
                  </a:lnTo>
                  <a:lnTo>
                    <a:pt x="766763" y="96679"/>
                  </a:lnTo>
                  <a:lnTo>
                    <a:pt x="763905" y="95726"/>
                  </a:lnTo>
                  <a:lnTo>
                    <a:pt x="762952" y="95250"/>
                  </a:lnTo>
                  <a:lnTo>
                    <a:pt x="763905" y="94297"/>
                  </a:lnTo>
                  <a:lnTo>
                    <a:pt x="764857" y="93345"/>
                  </a:lnTo>
                  <a:lnTo>
                    <a:pt x="762952" y="92392"/>
                  </a:lnTo>
                  <a:lnTo>
                    <a:pt x="760571" y="91916"/>
                  </a:lnTo>
                  <a:lnTo>
                    <a:pt x="762952" y="90964"/>
                  </a:lnTo>
                  <a:lnTo>
                    <a:pt x="762000" y="89059"/>
                  </a:lnTo>
                  <a:lnTo>
                    <a:pt x="762000" y="87154"/>
                  </a:lnTo>
                  <a:lnTo>
                    <a:pt x="760571" y="86201"/>
                  </a:lnTo>
                  <a:lnTo>
                    <a:pt x="758666" y="86201"/>
                  </a:lnTo>
                  <a:lnTo>
                    <a:pt x="755809" y="84296"/>
                  </a:lnTo>
                  <a:lnTo>
                    <a:pt x="753427" y="83344"/>
                  </a:lnTo>
                  <a:lnTo>
                    <a:pt x="752475" y="81439"/>
                  </a:lnTo>
                  <a:lnTo>
                    <a:pt x="754380" y="77153"/>
                  </a:lnTo>
                  <a:lnTo>
                    <a:pt x="752951" y="75247"/>
                  </a:lnTo>
                  <a:lnTo>
                    <a:pt x="746760" y="69532"/>
                  </a:lnTo>
                  <a:lnTo>
                    <a:pt x="744855" y="69056"/>
                  </a:lnTo>
                  <a:lnTo>
                    <a:pt x="742950" y="68580"/>
                  </a:lnTo>
                  <a:lnTo>
                    <a:pt x="746760" y="68104"/>
                  </a:lnTo>
                  <a:lnTo>
                    <a:pt x="750570" y="68104"/>
                  </a:lnTo>
                  <a:lnTo>
                    <a:pt x="756285" y="68580"/>
                  </a:lnTo>
                  <a:lnTo>
                    <a:pt x="757714" y="67151"/>
                  </a:lnTo>
                  <a:lnTo>
                    <a:pt x="758190" y="64770"/>
                  </a:lnTo>
                  <a:lnTo>
                    <a:pt x="760095" y="66675"/>
                  </a:lnTo>
                  <a:lnTo>
                    <a:pt x="762000" y="68104"/>
                  </a:lnTo>
                  <a:lnTo>
                    <a:pt x="764857" y="67628"/>
                  </a:lnTo>
                  <a:lnTo>
                    <a:pt x="766763" y="66199"/>
                  </a:lnTo>
                  <a:lnTo>
                    <a:pt x="766286" y="64770"/>
                  </a:lnTo>
                  <a:lnTo>
                    <a:pt x="765334" y="63341"/>
                  </a:lnTo>
                  <a:lnTo>
                    <a:pt x="765334" y="62389"/>
                  </a:lnTo>
                  <a:lnTo>
                    <a:pt x="762476" y="59531"/>
                  </a:lnTo>
                  <a:lnTo>
                    <a:pt x="760095" y="57626"/>
                  </a:lnTo>
                  <a:lnTo>
                    <a:pt x="760095" y="55721"/>
                  </a:lnTo>
                  <a:lnTo>
                    <a:pt x="756761" y="52864"/>
                  </a:lnTo>
                  <a:lnTo>
                    <a:pt x="757714" y="50959"/>
                  </a:lnTo>
                  <a:lnTo>
                    <a:pt x="760095" y="50006"/>
                  </a:lnTo>
                  <a:lnTo>
                    <a:pt x="760571" y="49530"/>
                  </a:lnTo>
                  <a:lnTo>
                    <a:pt x="759142" y="49530"/>
                  </a:lnTo>
                  <a:lnTo>
                    <a:pt x="756285" y="48578"/>
                  </a:lnTo>
                  <a:lnTo>
                    <a:pt x="750570" y="44767"/>
                  </a:lnTo>
                  <a:lnTo>
                    <a:pt x="744378" y="43339"/>
                  </a:lnTo>
                  <a:lnTo>
                    <a:pt x="735806" y="43339"/>
                  </a:lnTo>
                  <a:lnTo>
                    <a:pt x="731044" y="42863"/>
                  </a:lnTo>
                  <a:lnTo>
                    <a:pt x="729139" y="43339"/>
                  </a:lnTo>
                  <a:lnTo>
                    <a:pt x="727234" y="43339"/>
                  </a:lnTo>
                  <a:lnTo>
                    <a:pt x="725805" y="42386"/>
                  </a:lnTo>
                  <a:lnTo>
                    <a:pt x="724376" y="41910"/>
                  </a:lnTo>
                  <a:lnTo>
                    <a:pt x="721042" y="43815"/>
                  </a:lnTo>
                  <a:lnTo>
                    <a:pt x="719614" y="43339"/>
                  </a:lnTo>
                  <a:lnTo>
                    <a:pt x="718185" y="42386"/>
                  </a:lnTo>
                  <a:lnTo>
                    <a:pt x="715327" y="41910"/>
                  </a:lnTo>
                  <a:lnTo>
                    <a:pt x="711994" y="42386"/>
                  </a:lnTo>
                  <a:lnTo>
                    <a:pt x="708184" y="44767"/>
                  </a:lnTo>
                  <a:lnTo>
                    <a:pt x="703897" y="42863"/>
                  </a:lnTo>
                  <a:lnTo>
                    <a:pt x="702469" y="42863"/>
                  </a:lnTo>
                  <a:lnTo>
                    <a:pt x="701516" y="43339"/>
                  </a:lnTo>
                  <a:lnTo>
                    <a:pt x="699611" y="46196"/>
                  </a:lnTo>
                  <a:lnTo>
                    <a:pt x="696277" y="48101"/>
                  </a:lnTo>
                  <a:lnTo>
                    <a:pt x="694372" y="51911"/>
                  </a:lnTo>
                  <a:lnTo>
                    <a:pt x="693420" y="55721"/>
                  </a:lnTo>
                  <a:lnTo>
                    <a:pt x="692467" y="57150"/>
                  </a:lnTo>
                  <a:lnTo>
                    <a:pt x="691991" y="64294"/>
                  </a:lnTo>
                  <a:lnTo>
                    <a:pt x="691515" y="67628"/>
                  </a:lnTo>
                  <a:lnTo>
                    <a:pt x="692467" y="71914"/>
                  </a:lnTo>
                  <a:lnTo>
                    <a:pt x="692467" y="73819"/>
                  </a:lnTo>
                  <a:lnTo>
                    <a:pt x="691039" y="76676"/>
                  </a:lnTo>
                  <a:lnTo>
                    <a:pt x="691039" y="77153"/>
                  </a:lnTo>
                  <a:lnTo>
                    <a:pt x="690086" y="81439"/>
                  </a:lnTo>
                  <a:lnTo>
                    <a:pt x="690563" y="82867"/>
                  </a:lnTo>
                  <a:lnTo>
                    <a:pt x="690563" y="84296"/>
                  </a:lnTo>
                  <a:lnTo>
                    <a:pt x="689134" y="87630"/>
                  </a:lnTo>
                  <a:lnTo>
                    <a:pt x="686752" y="88582"/>
                  </a:lnTo>
                  <a:lnTo>
                    <a:pt x="684371" y="89059"/>
                  </a:lnTo>
                  <a:lnTo>
                    <a:pt x="681990" y="88106"/>
                  </a:lnTo>
                  <a:lnTo>
                    <a:pt x="680085" y="90011"/>
                  </a:lnTo>
                  <a:lnTo>
                    <a:pt x="677703" y="92869"/>
                  </a:lnTo>
                  <a:lnTo>
                    <a:pt x="676751" y="94774"/>
                  </a:lnTo>
                  <a:lnTo>
                    <a:pt x="676751" y="96679"/>
                  </a:lnTo>
                  <a:lnTo>
                    <a:pt x="677227" y="97631"/>
                  </a:lnTo>
                  <a:lnTo>
                    <a:pt x="676751" y="98584"/>
                  </a:lnTo>
                  <a:lnTo>
                    <a:pt x="676751" y="100013"/>
                  </a:lnTo>
                  <a:lnTo>
                    <a:pt x="676751" y="101917"/>
                  </a:lnTo>
                  <a:lnTo>
                    <a:pt x="678656" y="102870"/>
                  </a:lnTo>
                  <a:lnTo>
                    <a:pt x="680561" y="104299"/>
                  </a:lnTo>
                  <a:lnTo>
                    <a:pt x="680561" y="105728"/>
                  </a:lnTo>
                  <a:lnTo>
                    <a:pt x="679609" y="106680"/>
                  </a:lnTo>
                  <a:lnTo>
                    <a:pt x="677227" y="108109"/>
                  </a:lnTo>
                  <a:lnTo>
                    <a:pt x="673417" y="111442"/>
                  </a:lnTo>
                  <a:lnTo>
                    <a:pt x="669131" y="114300"/>
                  </a:lnTo>
                  <a:lnTo>
                    <a:pt x="667226" y="114776"/>
                  </a:lnTo>
                  <a:lnTo>
                    <a:pt x="666750" y="116205"/>
                  </a:lnTo>
                  <a:lnTo>
                    <a:pt x="666273" y="118110"/>
                  </a:lnTo>
                  <a:lnTo>
                    <a:pt x="667226" y="121920"/>
                  </a:lnTo>
                  <a:lnTo>
                    <a:pt x="668178" y="122872"/>
                  </a:lnTo>
                  <a:lnTo>
                    <a:pt x="668655" y="124301"/>
                  </a:lnTo>
                  <a:lnTo>
                    <a:pt x="668178" y="125730"/>
                  </a:lnTo>
                  <a:lnTo>
                    <a:pt x="667702" y="127159"/>
                  </a:lnTo>
                  <a:lnTo>
                    <a:pt x="666273" y="128111"/>
                  </a:lnTo>
                  <a:lnTo>
                    <a:pt x="664845" y="128588"/>
                  </a:lnTo>
                  <a:lnTo>
                    <a:pt x="664369" y="129540"/>
                  </a:lnTo>
                  <a:lnTo>
                    <a:pt x="663416" y="133826"/>
                  </a:lnTo>
                  <a:lnTo>
                    <a:pt x="662464" y="136207"/>
                  </a:lnTo>
                  <a:lnTo>
                    <a:pt x="660082" y="139541"/>
                  </a:lnTo>
                  <a:lnTo>
                    <a:pt x="659130" y="140970"/>
                  </a:lnTo>
                  <a:lnTo>
                    <a:pt x="658177" y="141446"/>
                  </a:lnTo>
                  <a:lnTo>
                    <a:pt x="653891" y="140017"/>
                  </a:lnTo>
                  <a:lnTo>
                    <a:pt x="650081" y="140970"/>
                  </a:lnTo>
                  <a:lnTo>
                    <a:pt x="644842" y="141446"/>
                  </a:lnTo>
                  <a:lnTo>
                    <a:pt x="640556" y="141446"/>
                  </a:lnTo>
                  <a:lnTo>
                    <a:pt x="637222" y="141922"/>
                  </a:lnTo>
                  <a:lnTo>
                    <a:pt x="634841" y="143828"/>
                  </a:lnTo>
                  <a:lnTo>
                    <a:pt x="632460" y="146209"/>
                  </a:lnTo>
                  <a:lnTo>
                    <a:pt x="629602" y="148114"/>
                  </a:lnTo>
                  <a:lnTo>
                    <a:pt x="627697" y="149066"/>
                  </a:lnTo>
                  <a:lnTo>
                    <a:pt x="623888" y="146685"/>
                  </a:lnTo>
                  <a:lnTo>
                    <a:pt x="621982" y="146685"/>
                  </a:lnTo>
                  <a:lnTo>
                    <a:pt x="618648" y="145732"/>
                  </a:lnTo>
                  <a:lnTo>
                    <a:pt x="610552" y="142875"/>
                  </a:lnTo>
                  <a:lnTo>
                    <a:pt x="608647" y="141922"/>
                  </a:lnTo>
                  <a:lnTo>
                    <a:pt x="606742" y="141922"/>
                  </a:lnTo>
                  <a:lnTo>
                    <a:pt x="606266" y="140970"/>
                  </a:lnTo>
                  <a:lnTo>
                    <a:pt x="606742" y="139541"/>
                  </a:lnTo>
                  <a:lnTo>
                    <a:pt x="606266" y="137636"/>
                  </a:lnTo>
                  <a:lnTo>
                    <a:pt x="604838" y="137160"/>
                  </a:lnTo>
                  <a:lnTo>
                    <a:pt x="589121" y="137636"/>
                  </a:lnTo>
                  <a:lnTo>
                    <a:pt x="584359" y="139065"/>
                  </a:lnTo>
                  <a:lnTo>
                    <a:pt x="581501" y="140017"/>
                  </a:lnTo>
                  <a:lnTo>
                    <a:pt x="579120" y="141446"/>
                  </a:lnTo>
                  <a:lnTo>
                    <a:pt x="578644" y="144780"/>
                  </a:lnTo>
                  <a:lnTo>
                    <a:pt x="577215" y="148114"/>
                  </a:lnTo>
                  <a:lnTo>
                    <a:pt x="575310" y="151447"/>
                  </a:lnTo>
                  <a:lnTo>
                    <a:pt x="570071" y="152400"/>
                  </a:lnTo>
                  <a:lnTo>
                    <a:pt x="566261" y="155734"/>
                  </a:lnTo>
                  <a:lnTo>
                    <a:pt x="564832" y="156210"/>
                  </a:lnTo>
                  <a:lnTo>
                    <a:pt x="561975" y="155734"/>
                  </a:lnTo>
                  <a:lnTo>
                    <a:pt x="559117" y="155257"/>
                  </a:lnTo>
                  <a:lnTo>
                    <a:pt x="557213" y="156210"/>
                  </a:lnTo>
                  <a:lnTo>
                    <a:pt x="554831" y="156210"/>
                  </a:lnTo>
                  <a:lnTo>
                    <a:pt x="548164" y="154781"/>
                  </a:lnTo>
                  <a:lnTo>
                    <a:pt x="541972" y="154305"/>
                  </a:lnTo>
                  <a:lnTo>
                    <a:pt x="538163" y="155257"/>
                  </a:lnTo>
                  <a:lnTo>
                    <a:pt x="536257" y="155734"/>
                  </a:lnTo>
                  <a:lnTo>
                    <a:pt x="525303" y="160496"/>
                  </a:lnTo>
                  <a:lnTo>
                    <a:pt x="521494" y="160972"/>
                  </a:lnTo>
                  <a:lnTo>
                    <a:pt x="520065" y="160496"/>
                  </a:lnTo>
                  <a:lnTo>
                    <a:pt x="518160" y="158591"/>
                  </a:lnTo>
                  <a:lnTo>
                    <a:pt x="515302" y="156686"/>
                  </a:lnTo>
                  <a:lnTo>
                    <a:pt x="508635" y="150019"/>
                  </a:lnTo>
                  <a:lnTo>
                    <a:pt x="506253" y="148590"/>
                  </a:lnTo>
                  <a:lnTo>
                    <a:pt x="504348" y="147161"/>
                  </a:lnTo>
                  <a:lnTo>
                    <a:pt x="502920" y="145256"/>
                  </a:lnTo>
                  <a:lnTo>
                    <a:pt x="500539" y="143351"/>
                  </a:lnTo>
                  <a:lnTo>
                    <a:pt x="498634" y="141922"/>
                  </a:lnTo>
                  <a:lnTo>
                    <a:pt x="495776" y="139065"/>
                  </a:lnTo>
                  <a:lnTo>
                    <a:pt x="492919" y="136207"/>
                  </a:lnTo>
                  <a:lnTo>
                    <a:pt x="492442" y="130969"/>
                  </a:lnTo>
                  <a:lnTo>
                    <a:pt x="490061" y="130016"/>
                  </a:lnTo>
                  <a:lnTo>
                    <a:pt x="489109" y="128588"/>
                  </a:lnTo>
                  <a:lnTo>
                    <a:pt x="488632" y="127159"/>
                  </a:lnTo>
                  <a:lnTo>
                    <a:pt x="491490" y="122872"/>
                  </a:lnTo>
                  <a:lnTo>
                    <a:pt x="482917" y="126206"/>
                  </a:lnTo>
                  <a:lnTo>
                    <a:pt x="481013" y="129540"/>
                  </a:lnTo>
                  <a:lnTo>
                    <a:pt x="479584" y="133350"/>
                  </a:lnTo>
                  <a:lnTo>
                    <a:pt x="475773" y="136684"/>
                  </a:lnTo>
                  <a:lnTo>
                    <a:pt x="472916" y="140494"/>
                  </a:lnTo>
                  <a:lnTo>
                    <a:pt x="472440" y="142399"/>
                  </a:lnTo>
                  <a:lnTo>
                    <a:pt x="471011" y="149066"/>
                  </a:lnTo>
                  <a:lnTo>
                    <a:pt x="472916" y="148590"/>
                  </a:lnTo>
                  <a:lnTo>
                    <a:pt x="473869" y="148114"/>
                  </a:lnTo>
                  <a:lnTo>
                    <a:pt x="475297" y="148114"/>
                  </a:lnTo>
                  <a:lnTo>
                    <a:pt x="473869" y="149066"/>
                  </a:lnTo>
                  <a:lnTo>
                    <a:pt x="471964" y="149542"/>
                  </a:lnTo>
                  <a:lnTo>
                    <a:pt x="469582" y="151924"/>
                  </a:lnTo>
                  <a:lnTo>
                    <a:pt x="468153" y="159544"/>
                  </a:lnTo>
                  <a:lnTo>
                    <a:pt x="467677" y="163354"/>
                  </a:lnTo>
                  <a:lnTo>
                    <a:pt x="468153" y="171926"/>
                  </a:lnTo>
                  <a:lnTo>
                    <a:pt x="469106" y="177641"/>
                  </a:lnTo>
                  <a:lnTo>
                    <a:pt x="473392" y="180975"/>
                  </a:lnTo>
                  <a:lnTo>
                    <a:pt x="475773" y="183832"/>
                  </a:lnTo>
                  <a:lnTo>
                    <a:pt x="476726" y="185738"/>
                  </a:lnTo>
                  <a:lnTo>
                    <a:pt x="478155" y="187166"/>
                  </a:lnTo>
                  <a:lnTo>
                    <a:pt x="479107" y="187642"/>
                  </a:lnTo>
                  <a:lnTo>
                    <a:pt x="479584" y="188595"/>
                  </a:lnTo>
                  <a:lnTo>
                    <a:pt x="477678" y="190024"/>
                  </a:lnTo>
                  <a:lnTo>
                    <a:pt x="476726" y="194310"/>
                  </a:lnTo>
                  <a:lnTo>
                    <a:pt x="476250" y="195739"/>
                  </a:lnTo>
                  <a:lnTo>
                    <a:pt x="475297" y="198596"/>
                  </a:lnTo>
                  <a:lnTo>
                    <a:pt x="475297" y="202882"/>
                  </a:lnTo>
                  <a:lnTo>
                    <a:pt x="475773" y="204788"/>
                  </a:lnTo>
                  <a:lnTo>
                    <a:pt x="476726" y="206216"/>
                  </a:lnTo>
                  <a:lnTo>
                    <a:pt x="480060" y="209074"/>
                  </a:lnTo>
                  <a:lnTo>
                    <a:pt x="483870" y="210979"/>
                  </a:lnTo>
                  <a:lnTo>
                    <a:pt x="483870" y="211931"/>
                  </a:lnTo>
                  <a:lnTo>
                    <a:pt x="481965" y="212407"/>
                  </a:lnTo>
                  <a:lnTo>
                    <a:pt x="480536" y="214313"/>
                  </a:lnTo>
                  <a:lnTo>
                    <a:pt x="480060" y="216694"/>
                  </a:lnTo>
                  <a:lnTo>
                    <a:pt x="481013" y="218122"/>
                  </a:lnTo>
                  <a:lnTo>
                    <a:pt x="482441" y="219075"/>
                  </a:lnTo>
                  <a:lnTo>
                    <a:pt x="486727" y="219075"/>
                  </a:lnTo>
                  <a:lnTo>
                    <a:pt x="494347" y="221456"/>
                  </a:lnTo>
                  <a:lnTo>
                    <a:pt x="498157" y="223838"/>
                  </a:lnTo>
                  <a:lnTo>
                    <a:pt x="501015" y="226695"/>
                  </a:lnTo>
                  <a:lnTo>
                    <a:pt x="503396" y="229553"/>
                  </a:lnTo>
                  <a:lnTo>
                    <a:pt x="504825" y="232886"/>
                  </a:lnTo>
                  <a:lnTo>
                    <a:pt x="506253" y="237172"/>
                  </a:lnTo>
                  <a:lnTo>
                    <a:pt x="506730" y="241459"/>
                  </a:lnTo>
                  <a:lnTo>
                    <a:pt x="506253" y="245269"/>
                  </a:lnTo>
                  <a:lnTo>
                    <a:pt x="504348" y="248603"/>
                  </a:lnTo>
                  <a:lnTo>
                    <a:pt x="504348" y="252413"/>
                  </a:lnTo>
                  <a:lnTo>
                    <a:pt x="508159" y="255270"/>
                  </a:lnTo>
                  <a:lnTo>
                    <a:pt x="509111" y="257175"/>
                  </a:lnTo>
                  <a:lnTo>
                    <a:pt x="510064" y="264795"/>
                  </a:lnTo>
                  <a:lnTo>
                    <a:pt x="513397" y="280035"/>
                  </a:lnTo>
                  <a:lnTo>
                    <a:pt x="513873" y="288131"/>
                  </a:lnTo>
                  <a:lnTo>
                    <a:pt x="514826" y="289560"/>
                  </a:lnTo>
                  <a:lnTo>
                    <a:pt x="516255" y="290036"/>
                  </a:lnTo>
                  <a:lnTo>
                    <a:pt x="517684" y="288607"/>
                  </a:lnTo>
                  <a:lnTo>
                    <a:pt x="518636" y="288131"/>
                  </a:lnTo>
                  <a:lnTo>
                    <a:pt x="525303" y="286703"/>
                  </a:lnTo>
                  <a:lnTo>
                    <a:pt x="528638" y="290513"/>
                  </a:lnTo>
                  <a:lnTo>
                    <a:pt x="529590" y="290989"/>
                  </a:lnTo>
                  <a:lnTo>
                    <a:pt x="530542" y="290036"/>
                  </a:lnTo>
                  <a:lnTo>
                    <a:pt x="532923" y="288131"/>
                  </a:lnTo>
                  <a:lnTo>
                    <a:pt x="535781" y="287179"/>
                  </a:lnTo>
                  <a:lnTo>
                    <a:pt x="534352" y="288607"/>
                  </a:lnTo>
                  <a:lnTo>
                    <a:pt x="533400" y="290036"/>
                  </a:lnTo>
                  <a:lnTo>
                    <a:pt x="534828" y="291941"/>
                  </a:lnTo>
                  <a:lnTo>
                    <a:pt x="536734" y="292894"/>
                  </a:lnTo>
                  <a:lnTo>
                    <a:pt x="540544" y="292417"/>
                  </a:lnTo>
                  <a:lnTo>
                    <a:pt x="547688" y="289084"/>
                  </a:lnTo>
                  <a:lnTo>
                    <a:pt x="551497" y="288131"/>
                  </a:lnTo>
                  <a:lnTo>
                    <a:pt x="555784" y="289560"/>
                  </a:lnTo>
                  <a:lnTo>
                    <a:pt x="560070" y="289560"/>
                  </a:lnTo>
                  <a:lnTo>
                    <a:pt x="561022" y="287655"/>
                  </a:lnTo>
                  <a:lnTo>
                    <a:pt x="562451" y="286226"/>
                  </a:lnTo>
                  <a:lnTo>
                    <a:pt x="564832" y="288131"/>
                  </a:lnTo>
                  <a:lnTo>
                    <a:pt x="566738" y="290513"/>
                  </a:lnTo>
                  <a:lnTo>
                    <a:pt x="567214" y="291941"/>
                  </a:lnTo>
                  <a:lnTo>
                    <a:pt x="567690" y="300514"/>
                  </a:lnTo>
                  <a:lnTo>
                    <a:pt x="567690" y="304324"/>
                  </a:lnTo>
                  <a:lnTo>
                    <a:pt x="567214" y="308134"/>
                  </a:lnTo>
                  <a:lnTo>
                    <a:pt x="568642" y="308610"/>
                  </a:lnTo>
                  <a:lnTo>
                    <a:pt x="570547" y="308610"/>
                  </a:lnTo>
                  <a:lnTo>
                    <a:pt x="571976" y="307657"/>
                  </a:lnTo>
                  <a:lnTo>
                    <a:pt x="577691" y="302895"/>
                  </a:lnTo>
                  <a:lnTo>
                    <a:pt x="582930" y="300990"/>
                  </a:lnTo>
                  <a:lnTo>
                    <a:pt x="588169" y="302895"/>
                  </a:lnTo>
                  <a:lnTo>
                    <a:pt x="593407" y="303847"/>
                  </a:lnTo>
                  <a:lnTo>
                    <a:pt x="598646" y="300990"/>
                  </a:lnTo>
                  <a:lnTo>
                    <a:pt x="605790" y="296228"/>
                  </a:lnTo>
                  <a:lnTo>
                    <a:pt x="607695" y="287655"/>
                  </a:lnTo>
                  <a:lnTo>
                    <a:pt x="618172" y="298132"/>
                  </a:lnTo>
                  <a:lnTo>
                    <a:pt x="619125" y="297180"/>
                  </a:lnTo>
                  <a:lnTo>
                    <a:pt x="620553" y="297180"/>
                  </a:lnTo>
                  <a:lnTo>
                    <a:pt x="624364" y="295751"/>
                  </a:lnTo>
                  <a:lnTo>
                    <a:pt x="625792" y="295751"/>
                  </a:lnTo>
                  <a:lnTo>
                    <a:pt x="627221" y="296228"/>
                  </a:lnTo>
                  <a:lnTo>
                    <a:pt x="627697" y="298132"/>
                  </a:lnTo>
                  <a:lnTo>
                    <a:pt x="628173" y="300990"/>
                  </a:lnTo>
                  <a:lnTo>
                    <a:pt x="628173" y="303847"/>
                  </a:lnTo>
                  <a:lnTo>
                    <a:pt x="630555" y="304800"/>
                  </a:lnTo>
                  <a:lnTo>
                    <a:pt x="633413" y="304800"/>
                  </a:lnTo>
                  <a:lnTo>
                    <a:pt x="639127" y="302895"/>
                  </a:lnTo>
                  <a:lnTo>
                    <a:pt x="643414" y="299085"/>
                  </a:lnTo>
                  <a:lnTo>
                    <a:pt x="644366" y="299085"/>
                  </a:lnTo>
                  <a:lnTo>
                    <a:pt x="644842" y="300514"/>
                  </a:lnTo>
                  <a:lnTo>
                    <a:pt x="646747" y="301466"/>
                  </a:lnTo>
                  <a:lnTo>
                    <a:pt x="648652" y="301466"/>
                  </a:lnTo>
                  <a:lnTo>
                    <a:pt x="650557" y="299561"/>
                  </a:lnTo>
                  <a:lnTo>
                    <a:pt x="652463" y="297180"/>
                  </a:lnTo>
                  <a:lnTo>
                    <a:pt x="651034" y="301466"/>
                  </a:lnTo>
                  <a:lnTo>
                    <a:pt x="651034" y="302895"/>
                  </a:lnTo>
                  <a:lnTo>
                    <a:pt x="652463" y="303847"/>
                  </a:lnTo>
                  <a:lnTo>
                    <a:pt x="654367" y="304800"/>
                  </a:lnTo>
                  <a:lnTo>
                    <a:pt x="655796" y="305276"/>
                  </a:lnTo>
                  <a:lnTo>
                    <a:pt x="658653" y="301942"/>
                  </a:lnTo>
                  <a:lnTo>
                    <a:pt x="659130" y="305753"/>
                  </a:lnTo>
                  <a:lnTo>
                    <a:pt x="661511" y="312896"/>
                  </a:lnTo>
                  <a:lnTo>
                    <a:pt x="661988" y="326707"/>
                  </a:lnTo>
                  <a:lnTo>
                    <a:pt x="662940" y="328136"/>
                  </a:lnTo>
                  <a:lnTo>
                    <a:pt x="664369" y="328613"/>
                  </a:lnTo>
                  <a:lnTo>
                    <a:pt x="683419" y="319564"/>
                  </a:lnTo>
                  <a:lnTo>
                    <a:pt x="707231" y="309086"/>
                  </a:lnTo>
                  <a:lnTo>
                    <a:pt x="708660" y="306705"/>
                  </a:lnTo>
                  <a:lnTo>
                    <a:pt x="709136" y="303847"/>
                  </a:lnTo>
                  <a:lnTo>
                    <a:pt x="710565" y="300990"/>
                  </a:lnTo>
                  <a:lnTo>
                    <a:pt x="713898" y="297180"/>
                  </a:lnTo>
                  <a:lnTo>
                    <a:pt x="714375" y="295275"/>
                  </a:lnTo>
                  <a:lnTo>
                    <a:pt x="715803" y="294322"/>
                  </a:lnTo>
                  <a:lnTo>
                    <a:pt x="717709" y="293370"/>
                  </a:lnTo>
                  <a:lnTo>
                    <a:pt x="714851" y="290036"/>
                  </a:lnTo>
                  <a:lnTo>
                    <a:pt x="714375" y="288607"/>
                  </a:lnTo>
                  <a:lnTo>
                    <a:pt x="714851" y="287179"/>
                  </a:lnTo>
                  <a:lnTo>
                    <a:pt x="716756" y="288607"/>
                  </a:lnTo>
                  <a:lnTo>
                    <a:pt x="719138" y="288131"/>
                  </a:lnTo>
                  <a:lnTo>
                    <a:pt x="720566" y="286226"/>
                  </a:lnTo>
                  <a:lnTo>
                    <a:pt x="721519" y="283845"/>
                  </a:lnTo>
                  <a:lnTo>
                    <a:pt x="721995" y="279559"/>
                  </a:lnTo>
                  <a:lnTo>
                    <a:pt x="721995" y="275272"/>
                  </a:lnTo>
                  <a:lnTo>
                    <a:pt x="719614" y="276225"/>
                  </a:lnTo>
                  <a:lnTo>
                    <a:pt x="720090" y="274320"/>
                  </a:lnTo>
                  <a:lnTo>
                    <a:pt x="721519" y="273367"/>
                  </a:lnTo>
                  <a:lnTo>
                    <a:pt x="722947" y="273367"/>
                  </a:lnTo>
                  <a:lnTo>
                    <a:pt x="724852" y="273844"/>
                  </a:lnTo>
                  <a:lnTo>
                    <a:pt x="727710" y="272891"/>
                  </a:lnTo>
                  <a:lnTo>
                    <a:pt x="728186" y="269557"/>
                  </a:lnTo>
                  <a:lnTo>
                    <a:pt x="728663" y="265747"/>
                  </a:lnTo>
                  <a:lnTo>
                    <a:pt x="727234" y="262890"/>
                  </a:lnTo>
                  <a:lnTo>
                    <a:pt x="723423" y="262414"/>
                  </a:lnTo>
                  <a:lnTo>
                    <a:pt x="721519" y="261461"/>
                  </a:lnTo>
                  <a:lnTo>
                    <a:pt x="719614" y="260985"/>
                  </a:lnTo>
                  <a:lnTo>
                    <a:pt x="723423" y="258128"/>
                  </a:lnTo>
                  <a:lnTo>
                    <a:pt x="724376" y="253841"/>
                  </a:lnTo>
                  <a:lnTo>
                    <a:pt x="723423" y="251936"/>
                  </a:lnTo>
                  <a:lnTo>
                    <a:pt x="723423" y="249079"/>
                  </a:lnTo>
                  <a:lnTo>
                    <a:pt x="721042" y="249079"/>
                  </a:lnTo>
                  <a:lnTo>
                    <a:pt x="718185" y="249079"/>
                  </a:lnTo>
                  <a:lnTo>
                    <a:pt x="719138" y="247650"/>
                  </a:lnTo>
                  <a:lnTo>
                    <a:pt x="720090" y="246697"/>
                  </a:lnTo>
                  <a:lnTo>
                    <a:pt x="724852" y="243840"/>
                  </a:lnTo>
                  <a:lnTo>
                    <a:pt x="726281" y="242888"/>
                  </a:lnTo>
                  <a:lnTo>
                    <a:pt x="727234" y="241459"/>
                  </a:lnTo>
                  <a:lnTo>
                    <a:pt x="727710" y="238601"/>
                  </a:lnTo>
                  <a:lnTo>
                    <a:pt x="729615" y="237172"/>
                  </a:lnTo>
                  <a:lnTo>
                    <a:pt x="732948" y="235267"/>
                  </a:lnTo>
                  <a:lnTo>
                    <a:pt x="734377" y="233839"/>
                  </a:lnTo>
                  <a:lnTo>
                    <a:pt x="734853" y="231934"/>
                  </a:lnTo>
                  <a:lnTo>
                    <a:pt x="732472" y="230981"/>
                  </a:lnTo>
                  <a:close/>
                </a:path>
              </a:pathLst>
            </a:custGeom>
            <a:grpFill/>
            <a:ln w="317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39578BED-9D03-4DC8-ACA4-DDC5064D8056}"/>
                </a:ext>
              </a:extLst>
            </p:cNvPr>
            <p:cNvSpPr/>
            <p:nvPr/>
          </p:nvSpPr>
          <p:spPr>
            <a:xfrm>
              <a:off x="6266973" y="2524600"/>
              <a:ext cx="230981" cy="119538"/>
            </a:xfrm>
            <a:custGeom>
              <a:avLst/>
              <a:gdLst>
                <a:gd name="connsiteX0" fmla="*/ 230028 w 230981"/>
                <a:gd name="connsiteY0" fmla="*/ 25717 h 119538"/>
                <a:gd name="connsiteX1" fmla="*/ 230028 w 230981"/>
                <a:gd name="connsiteY1" fmla="*/ 23813 h 119538"/>
                <a:gd name="connsiteX2" fmla="*/ 230028 w 230981"/>
                <a:gd name="connsiteY2" fmla="*/ 22384 h 119538"/>
                <a:gd name="connsiteX3" fmla="*/ 229552 w 230981"/>
                <a:gd name="connsiteY3" fmla="*/ 20955 h 119538"/>
                <a:gd name="connsiteX4" fmla="*/ 227647 w 230981"/>
                <a:gd name="connsiteY4" fmla="*/ 19526 h 119538"/>
                <a:gd name="connsiteX5" fmla="*/ 227171 w 230981"/>
                <a:gd name="connsiteY5" fmla="*/ 19050 h 119538"/>
                <a:gd name="connsiteX6" fmla="*/ 224790 w 230981"/>
                <a:gd name="connsiteY6" fmla="*/ 19050 h 119538"/>
                <a:gd name="connsiteX7" fmla="*/ 224314 w 230981"/>
                <a:gd name="connsiteY7" fmla="*/ 19526 h 119538"/>
                <a:gd name="connsiteX8" fmla="*/ 224314 w 230981"/>
                <a:gd name="connsiteY8" fmla="*/ 19526 h 119538"/>
                <a:gd name="connsiteX9" fmla="*/ 220980 w 230981"/>
                <a:gd name="connsiteY9" fmla="*/ 18097 h 119538"/>
                <a:gd name="connsiteX10" fmla="*/ 218599 w 230981"/>
                <a:gd name="connsiteY10" fmla="*/ 14764 h 119538"/>
                <a:gd name="connsiteX11" fmla="*/ 215741 w 230981"/>
                <a:gd name="connsiteY11" fmla="*/ 13335 h 119538"/>
                <a:gd name="connsiteX12" fmla="*/ 212884 w 230981"/>
                <a:gd name="connsiteY12" fmla="*/ 12859 h 119538"/>
                <a:gd name="connsiteX13" fmla="*/ 211931 w 230981"/>
                <a:gd name="connsiteY13" fmla="*/ 11430 h 119538"/>
                <a:gd name="connsiteX14" fmla="*/ 210978 w 230981"/>
                <a:gd name="connsiteY14" fmla="*/ 9525 h 119538"/>
                <a:gd name="connsiteX15" fmla="*/ 210502 w 230981"/>
                <a:gd name="connsiteY15" fmla="*/ 8572 h 119538"/>
                <a:gd name="connsiteX16" fmla="*/ 210502 w 230981"/>
                <a:gd name="connsiteY16" fmla="*/ 8096 h 119538"/>
                <a:gd name="connsiteX17" fmla="*/ 209550 w 230981"/>
                <a:gd name="connsiteY17" fmla="*/ 6191 h 119538"/>
                <a:gd name="connsiteX18" fmla="*/ 209074 w 230981"/>
                <a:gd name="connsiteY18" fmla="*/ 6191 h 119538"/>
                <a:gd name="connsiteX19" fmla="*/ 208597 w 230981"/>
                <a:gd name="connsiteY19" fmla="*/ 5715 h 119538"/>
                <a:gd name="connsiteX20" fmla="*/ 205740 w 230981"/>
                <a:gd name="connsiteY20" fmla="*/ 6191 h 119538"/>
                <a:gd name="connsiteX21" fmla="*/ 204788 w 230981"/>
                <a:gd name="connsiteY21" fmla="*/ 6667 h 119538"/>
                <a:gd name="connsiteX22" fmla="*/ 193357 w 230981"/>
                <a:gd name="connsiteY22" fmla="*/ 9049 h 119538"/>
                <a:gd name="connsiteX23" fmla="*/ 191452 w 230981"/>
                <a:gd name="connsiteY23" fmla="*/ 9049 h 119538"/>
                <a:gd name="connsiteX24" fmla="*/ 190024 w 230981"/>
                <a:gd name="connsiteY24" fmla="*/ 7620 h 119538"/>
                <a:gd name="connsiteX25" fmla="*/ 189071 w 230981"/>
                <a:gd name="connsiteY25" fmla="*/ 6667 h 119538"/>
                <a:gd name="connsiteX26" fmla="*/ 188595 w 230981"/>
                <a:gd name="connsiteY26" fmla="*/ 5715 h 119538"/>
                <a:gd name="connsiteX27" fmla="*/ 187643 w 230981"/>
                <a:gd name="connsiteY27" fmla="*/ 3810 h 119538"/>
                <a:gd name="connsiteX28" fmla="*/ 186214 w 230981"/>
                <a:gd name="connsiteY28" fmla="*/ 2381 h 119538"/>
                <a:gd name="connsiteX29" fmla="*/ 184309 w 230981"/>
                <a:gd name="connsiteY29" fmla="*/ 1429 h 119538"/>
                <a:gd name="connsiteX30" fmla="*/ 182403 w 230981"/>
                <a:gd name="connsiteY30" fmla="*/ 0 h 119538"/>
                <a:gd name="connsiteX31" fmla="*/ 180022 w 230981"/>
                <a:gd name="connsiteY31" fmla="*/ 0 h 119538"/>
                <a:gd name="connsiteX32" fmla="*/ 173831 w 230981"/>
                <a:gd name="connsiteY32" fmla="*/ 1905 h 119538"/>
                <a:gd name="connsiteX33" fmla="*/ 169545 w 230981"/>
                <a:gd name="connsiteY33" fmla="*/ 1905 h 119538"/>
                <a:gd name="connsiteX34" fmla="*/ 166211 w 230981"/>
                <a:gd name="connsiteY34" fmla="*/ 1429 h 119538"/>
                <a:gd name="connsiteX35" fmla="*/ 162401 w 230981"/>
                <a:gd name="connsiteY35" fmla="*/ 0 h 119538"/>
                <a:gd name="connsiteX36" fmla="*/ 154781 w 230981"/>
                <a:gd name="connsiteY36" fmla="*/ 0 h 119538"/>
                <a:gd name="connsiteX37" fmla="*/ 149543 w 230981"/>
                <a:gd name="connsiteY37" fmla="*/ 952 h 119538"/>
                <a:gd name="connsiteX38" fmla="*/ 149066 w 230981"/>
                <a:gd name="connsiteY38" fmla="*/ 2381 h 119538"/>
                <a:gd name="connsiteX39" fmla="*/ 144303 w 230981"/>
                <a:gd name="connsiteY39" fmla="*/ 10954 h 119538"/>
                <a:gd name="connsiteX40" fmla="*/ 137636 w 230981"/>
                <a:gd name="connsiteY40" fmla="*/ 14288 h 119538"/>
                <a:gd name="connsiteX41" fmla="*/ 131445 w 230981"/>
                <a:gd name="connsiteY41" fmla="*/ 17621 h 119538"/>
                <a:gd name="connsiteX42" fmla="*/ 129540 w 230981"/>
                <a:gd name="connsiteY42" fmla="*/ 18097 h 119538"/>
                <a:gd name="connsiteX43" fmla="*/ 126682 w 230981"/>
                <a:gd name="connsiteY43" fmla="*/ 17145 h 119538"/>
                <a:gd name="connsiteX44" fmla="*/ 123349 w 230981"/>
                <a:gd name="connsiteY44" fmla="*/ 15240 h 119538"/>
                <a:gd name="connsiteX45" fmla="*/ 120491 w 230981"/>
                <a:gd name="connsiteY45" fmla="*/ 14288 h 119538"/>
                <a:gd name="connsiteX46" fmla="*/ 118110 w 230981"/>
                <a:gd name="connsiteY46" fmla="*/ 14764 h 119538"/>
                <a:gd name="connsiteX47" fmla="*/ 115728 w 230981"/>
                <a:gd name="connsiteY47" fmla="*/ 16669 h 119538"/>
                <a:gd name="connsiteX48" fmla="*/ 114776 w 230981"/>
                <a:gd name="connsiteY48" fmla="*/ 19050 h 119538"/>
                <a:gd name="connsiteX49" fmla="*/ 108109 w 230981"/>
                <a:gd name="connsiteY49" fmla="*/ 20479 h 119538"/>
                <a:gd name="connsiteX50" fmla="*/ 96202 w 230981"/>
                <a:gd name="connsiteY50" fmla="*/ 21431 h 119538"/>
                <a:gd name="connsiteX51" fmla="*/ 91916 w 230981"/>
                <a:gd name="connsiteY51" fmla="*/ 23813 h 119538"/>
                <a:gd name="connsiteX52" fmla="*/ 90488 w 230981"/>
                <a:gd name="connsiteY52" fmla="*/ 26194 h 119538"/>
                <a:gd name="connsiteX53" fmla="*/ 90488 w 230981"/>
                <a:gd name="connsiteY53" fmla="*/ 28575 h 119538"/>
                <a:gd name="connsiteX54" fmla="*/ 91440 w 230981"/>
                <a:gd name="connsiteY54" fmla="*/ 30004 h 119538"/>
                <a:gd name="connsiteX55" fmla="*/ 90011 w 230981"/>
                <a:gd name="connsiteY55" fmla="*/ 31909 h 119538"/>
                <a:gd name="connsiteX56" fmla="*/ 89535 w 230981"/>
                <a:gd name="connsiteY56" fmla="*/ 32861 h 119538"/>
                <a:gd name="connsiteX57" fmla="*/ 81439 w 230981"/>
                <a:gd name="connsiteY57" fmla="*/ 33338 h 119538"/>
                <a:gd name="connsiteX58" fmla="*/ 70009 w 230981"/>
                <a:gd name="connsiteY58" fmla="*/ 33814 h 119538"/>
                <a:gd name="connsiteX59" fmla="*/ 63341 w 230981"/>
                <a:gd name="connsiteY59" fmla="*/ 33814 h 119538"/>
                <a:gd name="connsiteX60" fmla="*/ 57150 w 230981"/>
                <a:gd name="connsiteY60" fmla="*/ 33814 h 119538"/>
                <a:gd name="connsiteX61" fmla="*/ 52388 w 230981"/>
                <a:gd name="connsiteY61" fmla="*/ 31909 h 119538"/>
                <a:gd name="connsiteX62" fmla="*/ 47149 w 230981"/>
                <a:gd name="connsiteY62" fmla="*/ 28575 h 119538"/>
                <a:gd name="connsiteX63" fmla="*/ 41910 w 230981"/>
                <a:gd name="connsiteY63" fmla="*/ 24289 h 119538"/>
                <a:gd name="connsiteX64" fmla="*/ 41434 w 230981"/>
                <a:gd name="connsiteY64" fmla="*/ 24289 h 119538"/>
                <a:gd name="connsiteX65" fmla="*/ 40481 w 230981"/>
                <a:gd name="connsiteY65" fmla="*/ 23813 h 119538"/>
                <a:gd name="connsiteX66" fmla="*/ 37147 w 230981"/>
                <a:gd name="connsiteY66" fmla="*/ 23336 h 119538"/>
                <a:gd name="connsiteX67" fmla="*/ 36195 w 230981"/>
                <a:gd name="connsiteY67" fmla="*/ 23336 h 119538"/>
                <a:gd name="connsiteX68" fmla="*/ 33814 w 230981"/>
                <a:gd name="connsiteY68" fmla="*/ 25241 h 119538"/>
                <a:gd name="connsiteX69" fmla="*/ 33814 w 230981"/>
                <a:gd name="connsiteY69" fmla="*/ 28099 h 119538"/>
                <a:gd name="connsiteX70" fmla="*/ 32385 w 230981"/>
                <a:gd name="connsiteY70" fmla="*/ 29051 h 119538"/>
                <a:gd name="connsiteX71" fmla="*/ 31909 w 230981"/>
                <a:gd name="connsiteY71" fmla="*/ 30956 h 119538"/>
                <a:gd name="connsiteX72" fmla="*/ 32385 w 230981"/>
                <a:gd name="connsiteY72" fmla="*/ 32385 h 119538"/>
                <a:gd name="connsiteX73" fmla="*/ 32385 w 230981"/>
                <a:gd name="connsiteY73" fmla="*/ 33814 h 119538"/>
                <a:gd name="connsiteX74" fmla="*/ 33338 w 230981"/>
                <a:gd name="connsiteY74" fmla="*/ 36195 h 119538"/>
                <a:gd name="connsiteX75" fmla="*/ 30003 w 230981"/>
                <a:gd name="connsiteY75" fmla="*/ 36671 h 119538"/>
                <a:gd name="connsiteX76" fmla="*/ 26194 w 230981"/>
                <a:gd name="connsiteY76" fmla="*/ 36671 h 119538"/>
                <a:gd name="connsiteX77" fmla="*/ 24765 w 230981"/>
                <a:gd name="connsiteY77" fmla="*/ 37147 h 119538"/>
                <a:gd name="connsiteX78" fmla="*/ 23813 w 230981"/>
                <a:gd name="connsiteY78" fmla="*/ 37624 h 119538"/>
                <a:gd name="connsiteX79" fmla="*/ 22384 w 230981"/>
                <a:gd name="connsiteY79" fmla="*/ 37147 h 119538"/>
                <a:gd name="connsiteX80" fmla="*/ 19050 w 230981"/>
                <a:gd name="connsiteY80" fmla="*/ 34766 h 119538"/>
                <a:gd name="connsiteX81" fmla="*/ 17145 w 230981"/>
                <a:gd name="connsiteY81" fmla="*/ 34290 h 119538"/>
                <a:gd name="connsiteX82" fmla="*/ 15716 w 230981"/>
                <a:gd name="connsiteY82" fmla="*/ 34766 h 119538"/>
                <a:gd name="connsiteX83" fmla="*/ 14764 w 230981"/>
                <a:gd name="connsiteY83" fmla="*/ 35719 h 119538"/>
                <a:gd name="connsiteX84" fmla="*/ 12859 w 230981"/>
                <a:gd name="connsiteY84" fmla="*/ 36671 h 119538"/>
                <a:gd name="connsiteX85" fmla="*/ 11430 w 230981"/>
                <a:gd name="connsiteY85" fmla="*/ 37624 h 119538"/>
                <a:gd name="connsiteX86" fmla="*/ 11906 w 230981"/>
                <a:gd name="connsiteY86" fmla="*/ 38576 h 119538"/>
                <a:gd name="connsiteX87" fmla="*/ 18574 w 230981"/>
                <a:gd name="connsiteY87" fmla="*/ 40481 h 119538"/>
                <a:gd name="connsiteX88" fmla="*/ 20002 w 230981"/>
                <a:gd name="connsiteY88" fmla="*/ 43815 h 119538"/>
                <a:gd name="connsiteX89" fmla="*/ 18574 w 230981"/>
                <a:gd name="connsiteY89" fmla="*/ 46196 h 119538"/>
                <a:gd name="connsiteX90" fmla="*/ 18097 w 230981"/>
                <a:gd name="connsiteY90" fmla="*/ 47625 h 119538"/>
                <a:gd name="connsiteX91" fmla="*/ 16669 w 230981"/>
                <a:gd name="connsiteY91" fmla="*/ 48577 h 119538"/>
                <a:gd name="connsiteX92" fmla="*/ 14288 w 230981"/>
                <a:gd name="connsiteY92" fmla="*/ 49530 h 119538"/>
                <a:gd name="connsiteX93" fmla="*/ 11906 w 230981"/>
                <a:gd name="connsiteY93" fmla="*/ 49530 h 119538"/>
                <a:gd name="connsiteX94" fmla="*/ 11906 w 230981"/>
                <a:gd name="connsiteY94" fmla="*/ 50959 h 119538"/>
                <a:gd name="connsiteX95" fmla="*/ 12859 w 230981"/>
                <a:gd name="connsiteY95" fmla="*/ 54769 h 119538"/>
                <a:gd name="connsiteX96" fmla="*/ 11906 w 230981"/>
                <a:gd name="connsiteY96" fmla="*/ 55721 h 119538"/>
                <a:gd name="connsiteX97" fmla="*/ 10953 w 230981"/>
                <a:gd name="connsiteY97" fmla="*/ 57150 h 119538"/>
                <a:gd name="connsiteX98" fmla="*/ 11906 w 230981"/>
                <a:gd name="connsiteY98" fmla="*/ 60484 h 119538"/>
                <a:gd name="connsiteX99" fmla="*/ 13335 w 230981"/>
                <a:gd name="connsiteY99" fmla="*/ 60484 h 119538"/>
                <a:gd name="connsiteX100" fmla="*/ 13811 w 230981"/>
                <a:gd name="connsiteY100" fmla="*/ 61436 h 119538"/>
                <a:gd name="connsiteX101" fmla="*/ 13335 w 230981"/>
                <a:gd name="connsiteY101" fmla="*/ 62865 h 119538"/>
                <a:gd name="connsiteX102" fmla="*/ 13335 w 230981"/>
                <a:gd name="connsiteY102" fmla="*/ 64294 h 119538"/>
                <a:gd name="connsiteX103" fmla="*/ 12859 w 230981"/>
                <a:gd name="connsiteY103" fmla="*/ 65722 h 119538"/>
                <a:gd name="connsiteX104" fmla="*/ 12382 w 230981"/>
                <a:gd name="connsiteY104" fmla="*/ 66199 h 119538"/>
                <a:gd name="connsiteX105" fmla="*/ 11430 w 230981"/>
                <a:gd name="connsiteY105" fmla="*/ 66675 h 119538"/>
                <a:gd name="connsiteX106" fmla="*/ 8096 w 230981"/>
                <a:gd name="connsiteY106" fmla="*/ 66675 h 119538"/>
                <a:gd name="connsiteX107" fmla="*/ 5715 w 230981"/>
                <a:gd name="connsiteY107" fmla="*/ 67627 h 119538"/>
                <a:gd name="connsiteX108" fmla="*/ 0 w 230981"/>
                <a:gd name="connsiteY108" fmla="*/ 72390 h 119538"/>
                <a:gd name="connsiteX109" fmla="*/ 6668 w 230981"/>
                <a:gd name="connsiteY109" fmla="*/ 72866 h 119538"/>
                <a:gd name="connsiteX110" fmla="*/ 7620 w 230981"/>
                <a:gd name="connsiteY110" fmla="*/ 73819 h 119538"/>
                <a:gd name="connsiteX111" fmla="*/ 7620 w 230981"/>
                <a:gd name="connsiteY111" fmla="*/ 75724 h 119538"/>
                <a:gd name="connsiteX112" fmla="*/ 8572 w 230981"/>
                <a:gd name="connsiteY112" fmla="*/ 78581 h 119538"/>
                <a:gd name="connsiteX113" fmla="*/ 9525 w 230981"/>
                <a:gd name="connsiteY113" fmla="*/ 79058 h 119538"/>
                <a:gd name="connsiteX114" fmla="*/ 10001 w 230981"/>
                <a:gd name="connsiteY114" fmla="*/ 80010 h 119538"/>
                <a:gd name="connsiteX115" fmla="*/ 10001 w 230981"/>
                <a:gd name="connsiteY115" fmla="*/ 81915 h 119538"/>
                <a:gd name="connsiteX116" fmla="*/ 11430 w 230981"/>
                <a:gd name="connsiteY116" fmla="*/ 83344 h 119538"/>
                <a:gd name="connsiteX117" fmla="*/ 14288 w 230981"/>
                <a:gd name="connsiteY117" fmla="*/ 86677 h 119538"/>
                <a:gd name="connsiteX118" fmla="*/ 14764 w 230981"/>
                <a:gd name="connsiteY118" fmla="*/ 87630 h 119538"/>
                <a:gd name="connsiteX119" fmla="*/ 16193 w 230981"/>
                <a:gd name="connsiteY119" fmla="*/ 88583 h 119538"/>
                <a:gd name="connsiteX120" fmla="*/ 22384 w 230981"/>
                <a:gd name="connsiteY120" fmla="*/ 91440 h 119538"/>
                <a:gd name="connsiteX121" fmla="*/ 26670 w 230981"/>
                <a:gd name="connsiteY121" fmla="*/ 94774 h 119538"/>
                <a:gd name="connsiteX122" fmla="*/ 29051 w 230981"/>
                <a:gd name="connsiteY122" fmla="*/ 98108 h 119538"/>
                <a:gd name="connsiteX123" fmla="*/ 31909 w 230981"/>
                <a:gd name="connsiteY123" fmla="*/ 100965 h 119538"/>
                <a:gd name="connsiteX124" fmla="*/ 36195 w 230981"/>
                <a:gd name="connsiteY124" fmla="*/ 102870 h 119538"/>
                <a:gd name="connsiteX125" fmla="*/ 39052 w 230981"/>
                <a:gd name="connsiteY125" fmla="*/ 105727 h 119538"/>
                <a:gd name="connsiteX126" fmla="*/ 41434 w 230981"/>
                <a:gd name="connsiteY126" fmla="*/ 109061 h 119538"/>
                <a:gd name="connsiteX127" fmla="*/ 44768 w 230981"/>
                <a:gd name="connsiteY127" fmla="*/ 110966 h 119538"/>
                <a:gd name="connsiteX128" fmla="*/ 49053 w 230981"/>
                <a:gd name="connsiteY128" fmla="*/ 111442 h 119538"/>
                <a:gd name="connsiteX129" fmla="*/ 51435 w 230981"/>
                <a:gd name="connsiteY129" fmla="*/ 112395 h 119538"/>
                <a:gd name="connsiteX130" fmla="*/ 52864 w 230981"/>
                <a:gd name="connsiteY130" fmla="*/ 114300 h 119538"/>
                <a:gd name="connsiteX131" fmla="*/ 55245 w 230981"/>
                <a:gd name="connsiteY131" fmla="*/ 116205 h 119538"/>
                <a:gd name="connsiteX132" fmla="*/ 58578 w 230981"/>
                <a:gd name="connsiteY132" fmla="*/ 117634 h 119538"/>
                <a:gd name="connsiteX133" fmla="*/ 63818 w 230981"/>
                <a:gd name="connsiteY133" fmla="*/ 118586 h 119538"/>
                <a:gd name="connsiteX134" fmla="*/ 73819 w 230981"/>
                <a:gd name="connsiteY134" fmla="*/ 118586 h 119538"/>
                <a:gd name="connsiteX135" fmla="*/ 74771 w 230981"/>
                <a:gd name="connsiteY135" fmla="*/ 119063 h 119538"/>
                <a:gd name="connsiteX136" fmla="*/ 77152 w 230981"/>
                <a:gd name="connsiteY136" fmla="*/ 119539 h 119538"/>
                <a:gd name="connsiteX137" fmla="*/ 80010 w 230981"/>
                <a:gd name="connsiteY137" fmla="*/ 118586 h 119538"/>
                <a:gd name="connsiteX138" fmla="*/ 83344 w 230981"/>
                <a:gd name="connsiteY138" fmla="*/ 117634 h 119538"/>
                <a:gd name="connsiteX139" fmla="*/ 84296 w 230981"/>
                <a:gd name="connsiteY139" fmla="*/ 116681 h 119538"/>
                <a:gd name="connsiteX140" fmla="*/ 87630 w 230981"/>
                <a:gd name="connsiteY140" fmla="*/ 112871 h 119538"/>
                <a:gd name="connsiteX141" fmla="*/ 89535 w 230981"/>
                <a:gd name="connsiteY141" fmla="*/ 113347 h 119538"/>
                <a:gd name="connsiteX142" fmla="*/ 93345 w 230981"/>
                <a:gd name="connsiteY142" fmla="*/ 112871 h 119538"/>
                <a:gd name="connsiteX143" fmla="*/ 95726 w 230981"/>
                <a:gd name="connsiteY143" fmla="*/ 111919 h 119538"/>
                <a:gd name="connsiteX144" fmla="*/ 95726 w 230981"/>
                <a:gd name="connsiteY144" fmla="*/ 111919 h 119538"/>
                <a:gd name="connsiteX145" fmla="*/ 96678 w 230981"/>
                <a:gd name="connsiteY145" fmla="*/ 111919 h 119538"/>
                <a:gd name="connsiteX146" fmla="*/ 99536 w 230981"/>
                <a:gd name="connsiteY146" fmla="*/ 110490 h 119538"/>
                <a:gd name="connsiteX147" fmla="*/ 100489 w 230981"/>
                <a:gd name="connsiteY147" fmla="*/ 109538 h 119538"/>
                <a:gd name="connsiteX148" fmla="*/ 101441 w 230981"/>
                <a:gd name="connsiteY148" fmla="*/ 108585 h 119538"/>
                <a:gd name="connsiteX149" fmla="*/ 101918 w 230981"/>
                <a:gd name="connsiteY149" fmla="*/ 108109 h 119538"/>
                <a:gd name="connsiteX150" fmla="*/ 103822 w 230981"/>
                <a:gd name="connsiteY150" fmla="*/ 109538 h 119538"/>
                <a:gd name="connsiteX151" fmla="*/ 106203 w 230981"/>
                <a:gd name="connsiteY151" fmla="*/ 109538 h 119538"/>
                <a:gd name="connsiteX152" fmla="*/ 108585 w 230981"/>
                <a:gd name="connsiteY152" fmla="*/ 108585 h 119538"/>
                <a:gd name="connsiteX153" fmla="*/ 110490 w 230981"/>
                <a:gd name="connsiteY153" fmla="*/ 107633 h 119538"/>
                <a:gd name="connsiteX154" fmla="*/ 112395 w 230981"/>
                <a:gd name="connsiteY154" fmla="*/ 106680 h 119538"/>
                <a:gd name="connsiteX155" fmla="*/ 113347 w 230981"/>
                <a:gd name="connsiteY155" fmla="*/ 106204 h 119538"/>
                <a:gd name="connsiteX156" fmla="*/ 114776 w 230981"/>
                <a:gd name="connsiteY156" fmla="*/ 105251 h 119538"/>
                <a:gd name="connsiteX157" fmla="*/ 117157 w 230981"/>
                <a:gd name="connsiteY157" fmla="*/ 102394 h 119538"/>
                <a:gd name="connsiteX158" fmla="*/ 120015 w 230981"/>
                <a:gd name="connsiteY158" fmla="*/ 101917 h 119538"/>
                <a:gd name="connsiteX159" fmla="*/ 123825 w 230981"/>
                <a:gd name="connsiteY159" fmla="*/ 102394 h 119538"/>
                <a:gd name="connsiteX160" fmla="*/ 127635 w 230981"/>
                <a:gd name="connsiteY160" fmla="*/ 102870 h 119538"/>
                <a:gd name="connsiteX161" fmla="*/ 130969 w 230981"/>
                <a:gd name="connsiteY161" fmla="*/ 101917 h 119538"/>
                <a:gd name="connsiteX162" fmla="*/ 138589 w 230981"/>
                <a:gd name="connsiteY162" fmla="*/ 102870 h 119538"/>
                <a:gd name="connsiteX163" fmla="*/ 140018 w 230981"/>
                <a:gd name="connsiteY163" fmla="*/ 103822 h 119538"/>
                <a:gd name="connsiteX164" fmla="*/ 141446 w 230981"/>
                <a:gd name="connsiteY164" fmla="*/ 104299 h 119538"/>
                <a:gd name="connsiteX165" fmla="*/ 142399 w 230981"/>
                <a:gd name="connsiteY165" fmla="*/ 103346 h 119538"/>
                <a:gd name="connsiteX166" fmla="*/ 150495 w 230981"/>
                <a:gd name="connsiteY166" fmla="*/ 101917 h 119538"/>
                <a:gd name="connsiteX167" fmla="*/ 153828 w 230981"/>
                <a:gd name="connsiteY167" fmla="*/ 103346 h 119538"/>
                <a:gd name="connsiteX168" fmla="*/ 155734 w 230981"/>
                <a:gd name="connsiteY168" fmla="*/ 102870 h 119538"/>
                <a:gd name="connsiteX169" fmla="*/ 157163 w 230981"/>
                <a:gd name="connsiteY169" fmla="*/ 101441 h 119538"/>
                <a:gd name="connsiteX170" fmla="*/ 158115 w 230981"/>
                <a:gd name="connsiteY170" fmla="*/ 100965 h 119538"/>
                <a:gd name="connsiteX171" fmla="*/ 158115 w 230981"/>
                <a:gd name="connsiteY171" fmla="*/ 99536 h 119538"/>
                <a:gd name="connsiteX172" fmla="*/ 159068 w 230981"/>
                <a:gd name="connsiteY172" fmla="*/ 98584 h 119538"/>
                <a:gd name="connsiteX173" fmla="*/ 161449 w 230981"/>
                <a:gd name="connsiteY173" fmla="*/ 98108 h 119538"/>
                <a:gd name="connsiteX174" fmla="*/ 168593 w 230981"/>
                <a:gd name="connsiteY174" fmla="*/ 98584 h 119538"/>
                <a:gd name="connsiteX175" fmla="*/ 171450 w 230981"/>
                <a:gd name="connsiteY175" fmla="*/ 97155 h 119538"/>
                <a:gd name="connsiteX176" fmla="*/ 172402 w 230981"/>
                <a:gd name="connsiteY176" fmla="*/ 96202 h 119538"/>
                <a:gd name="connsiteX177" fmla="*/ 172878 w 230981"/>
                <a:gd name="connsiteY177" fmla="*/ 93821 h 119538"/>
                <a:gd name="connsiteX178" fmla="*/ 173831 w 230981"/>
                <a:gd name="connsiteY178" fmla="*/ 92392 h 119538"/>
                <a:gd name="connsiteX179" fmla="*/ 176213 w 230981"/>
                <a:gd name="connsiteY179" fmla="*/ 91440 h 119538"/>
                <a:gd name="connsiteX180" fmla="*/ 176213 w 230981"/>
                <a:gd name="connsiteY180" fmla="*/ 90011 h 119538"/>
                <a:gd name="connsiteX181" fmla="*/ 175736 w 230981"/>
                <a:gd name="connsiteY181" fmla="*/ 88583 h 119538"/>
                <a:gd name="connsiteX182" fmla="*/ 177165 w 230981"/>
                <a:gd name="connsiteY182" fmla="*/ 84772 h 119538"/>
                <a:gd name="connsiteX183" fmla="*/ 178118 w 230981"/>
                <a:gd name="connsiteY183" fmla="*/ 83344 h 119538"/>
                <a:gd name="connsiteX184" fmla="*/ 179546 w 230981"/>
                <a:gd name="connsiteY184" fmla="*/ 82867 h 119538"/>
                <a:gd name="connsiteX185" fmla="*/ 180975 w 230981"/>
                <a:gd name="connsiteY185" fmla="*/ 81439 h 119538"/>
                <a:gd name="connsiteX186" fmla="*/ 183832 w 230981"/>
                <a:gd name="connsiteY186" fmla="*/ 79058 h 119538"/>
                <a:gd name="connsiteX187" fmla="*/ 183356 w 230981"/>
                <a:gd name="connsiteY187" fmla="*/ 77152 h 119538"/>
                <a:gd name="connsiteX188" fmla="*/ 183832 w 230981"/>
                <a:gd name="connsiteY188" fmla="*/ 75724 h 119538"/>
                <a:gd name="connsiteX189" fmla="*/ 187166 w 230981"/>
                <a:gd name="connsiteY189" fmla="*/ 71914 h 119538"/>
                <a:gd name="connsiteX190" fmla="*/ 189071 w 230981"/>
                <a:gd name="connsiteY190" fmla="*/ 68104 h 119538"/>
                <a:gd name="connsiteX191" fmla="*/ 189071 w 230981"/>
                <a:gd name="connsiteY191" fmla="*/ 66199 h 119538"/>
                <a:gd name="connsiteX192" fmla="*/ 189547 w 230981"/>
                <a:gd name="connsiteY192" fmla="*/ 64770 h 119538"/>
                <a:gd name="connsiteX193" fmla="*/ 191452 w 230981"/>
                <a:gd name="connsiteY193" fmla="*/ 62865 h 119538"/>
                <a:gd name="connsiteX194" fmla="*/ 193834 w 230981"/>
                <a:gd name="connsiteY194" fmla="*/ 60484 h 119538"/>
                <a:gd name="connsiteX195" fmla="*/ 196691 w 230981"/>
                <a:gd name="connsiteY195" fmla="*/ 53816 h 119538"/>
                <a:gd name="connsiteX196" fmla="*/ 197644 w 230981"/>
                <a:gd name="connsiteY196" fmla="*/ 52388 h 119538"/>
                <a:gd name="connsiteX197" fmla="*/ 199549 w 230981"/>
                <a:gd name="connsiteY197" fmla="*/ 50959 h 119538"/>
                <a:gd name="connsiteX198" fmla="*/ 200977 w 230981"/>
                <a:gd name="connsiteY198" fmla="*/ 49530 h 119538"/>
                <a:gd name="connsiteX199" fmla="*/ 200977 w 230981"/>
                <a:gd name="connsiteY199" fmla="*/ 45244 h 119538"/>
                <a:gd name="connsiteX200" fmla="*/ 202406 w 230981"/>
                <a:gd name="connsiteY200" fmla="*/ 43815 h 119538"/>
                <a:gd name="connsiteX201" fmla="*/ 204788 w 230981"/>
                <a:gd name="connsiteY201" fmla="*/ 42386 h 119538"/>
                <a:gd name="connsiteX202" fmla="*/ 207169 w 230981"/>
                <a:gd name="connsiteY202" fmla="*/ 39529 h 119538"/>
                <a:gd name="connsiteX203" fmla="*/ 209550 w 230981"/>
                <a:gd name="connsiteY203" fmla="*/ 36671 h 119538"/>
                <a:gd name="connsiteX204" fmla="*/ 210978 w 230981"/>
                <a:gd name="connsiteY204" fmla="*/ 35719 h 119538"/>
                <a:gd name="connsiteX205" fmla="*/ 212884 w 230981"/>
                <a:gd name="connsiteY205" fmla="*/ 35242 h 119538"/>
                <a:gd name="connsiteX206" fmla="*/ 215265 w 230981"/>
                <a:gd name="connsiteY206" fmla="*/ 33814 h 119538"/>
                <a:gd name="connsiteX207" fmla="*/ 217646 w 230981"/>
                <a:gd name="connsiteY207" fmla="*/ 33338 h 119538"/>
                <a:gd name="connsiteX208" fmla="*/ 220027 w 230981"/>
                <a:gd name="connsiteY208" fmla="*/ 34290 h 119538"/>
                <a:gd name="connsiteX209" fmla="*/ 221932 w 230981"/>
                <a:gd name="connsiteY209" fmla="*/ 33814 h 119538"/>
                <a:gd name="connsiteX210" fmla="*/ 224314 w 230981"/>
                <a:gd name="connsiteY210" fmla="*/ 32385 h 119538"/>
                <a:gd name="connsiteX211" fmla="*/ 230028 w 230981"/>
                <a:gd name="connsiteY211" fmla="*/ 27146 h 119538"/>
                <a:gd name="connsiteX212" fmla="*/ 230981 w 230981"/>
                <a:gd name="connsiteY212" fmla="*/ 26194 h 11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230981" h="119538">
                  <a:moveTo>
                    <a:pt x="230028" y="25717"/>
                  </a:moveTo>
                  <a:lnTo>
                    <a:pt x="230028" y="23813"/>
                  </a:lnTo>
                  <a:lnTo>
                    <a:pt x="230028" y="22384"/>
                  </a:lnTo>
                  <a:lnTo>
                    <a:pt x="229552" y="20955"/>
                  </a:lnTo>
                  <a:lnTo>
                    <a:pt x="227647" y="19526"/>
                  </a:lnTo>
                  <a:lnTo>
                    <a:pt x="227171" y="19050"/>
                  </a:lnTo>
                  <a:lnTo>
                    <a:pt x="224790" y="19050"/>
                  </a:lnTo>
                  <a:lnTo>
                    <a:pt x="224314" y="19526"/>
                  </a:lnTo>
                  <a:lnTo>
                    <a:pt x="224314" y="19526"/>
                  </a:lnTo>
                  <a:lnTo>
                    <a:pt x="220980" y="18097"/>
                  </a:lnTo>
                  <a:lnTo>
                    <a:pt x="218599" y="14764"/>
                  </a:lnTo>
                  <a:lnTo>
                    <a:pt x="215741" y="13335"/>
                  </a:lnTo>
                  <a:lnTo>
                    <a:pt x="212884" y="12859"/>
                  </a:lnTo>
                  <a:lnTo>
                    <a:pt x="211931" y="11430"/>
                  </a:lnTo>
                  <a:lnTo>
                    <a:pt x="210978" y="9525"/>
                  </a:lnTo>
                  <a:lnTo>
                    <a:pt x="210502" y="8572"/>
                  </a:lnTo>
                  <a:lnTo>
                    <a:pt x="210502" y="8096"/>
                  </a:lnTo>
                  <a:lnTo>
                    <a:pt x="209550" y="6191"/>
                  </a:lnTo>
                  <a:lnTo>
                    <a:pt x="209074" y="6191"/>
                  </a:lnTo>
                  <a:lnTo>
                    <a:pt x="208597" y="5715"/>
                  </a:lnTo>
                  <a:lnTo>
                    <a:pt x="205740" y="6191"/>
                  </a:lnTo>
                  <a:lnTo>
                    <a:pt x="204788" y="6667"/>
                  </a:lnTo>
                  <a:lnTo>
                    <a:pt x="193357" y="9049"/>
                  </a:lnTo>
                  <a:lnTo>
                    <a:pt x="191452" y="9049"/>
                  </a:lnTo>
                  <a:lnTo>
                    <a:pt x="190024" y="7620"/>
                  </a:lnTo>
                  <a:lnTo>
                    <a:pt x="189071" y="6667"/>
                  </a:lnTo>
                  <a:lnTo>
                    <a:pt x="188595" y="5715"/>
                  </a:lnTo>
                  <a:lnTo>
                    <a:pt x="187643" y="3810"/>
                  </a:lnTo>
                  <a:lnTo>
                    <a:pt x="186214" y="2381"/>
                  </a:lnTo>
                  <a:lnTo>
                    <a:pt x="184309" y="1429"/>
                  </a:lnTo>
                  <a:lnTo>
                    <a:pt x="182403" y="0"/>
                  </a:lnTo>
                  <a:lnTo>
                    <a:pt x="180022" y="0"/>
                  </a:lnTo>
                  <a:lnTo>
                    <a:pt x="173831" y="1905"/>
                  </a:lnTo>
                  <a:lnTo>
                    <a:pt x="169545" y="1905"/>
                  </a:lnTo>
                  <a:lnTo>
                    <a:pt x="166211" y="1429"/>
                  </a:lnTo>
                  <a:lnTo>
                    <a:pt x="162401" y="0"/>
                  </a:lnTo>
                  <a:lnTo>
                    <a:pt x="154781" y="0"/>
                  </a:lnTo>
                  <a:lnTo>
                    <a:pt x="149543" y="952"/>
                  </a:lnTo>
                  <a:lnTo>
                    <a:pt x="149066" y="2381"/>
                  </a:lnTo>
                  <a:lnTo>
                    <a:pt x="144303" y="10954"/>
                  </a:lnTo>
                  <a:lnTo>
                    <a:pt x="137636" y="14288"/>
                  </a:lnTo>
                  <a:lnTo>
                    <a:pt x="131445" y="17621"/>
                  </a:lnTo>
                  <a:lnTo>
                    <a:pt x="129540" y="18097"/>
                  </a:lnTo>
                  <a:lnTo>
                    <a:pt x="126682" y="17145"/>
                  </a:lnTo>
                  <a:lnTo>
                    <a:pt x="123349" y="15240"/>
                  </a:lnTo>
                  <a:lnTo>
                    <a:pt x="120491" y="14288"/>
                  </a:lnTo>
                  <a:lnTo>
                    <a:pt x="118110" y="14764"/>
                  </a:lnTo>
                  <a:lnTo>
                    <a:pt x="115728" y="16669"/>
                  </a:lnTo>
                  <a:lnTo>
                    <a:pt x="114776" y="19050"/>
                  </a:lnTo>
                  <a:lnTo>
                    <a:pt x="108109" y="20479"/>
                  </a:lnTo>
                  <a:lnTo>
                    <a:pt x="96202" y="21431"/>
                  </a:lnTo>
                  <a:lnTo>
                    <a:pt x="91916" y="23813"/>
                  </a:lnTo>
                  <a:lnTo>
                    <a:pt x="90488" y="26194"/>
                  </a:lnTo>
                  <a:lnTo>
                    <a:pt x="90488" y="28575"/>
                  </a:lnTo>
                  <a:lnTo>
                    <a:pt x="91440" y="30004"/>
                  </a:lnTo>
                  <a:lnTo>
                    <a:pt x="90011" y="31909"/>
                  </a:lnTo>
                  <a:lnTo>
                    <a:pt x="89535" y="32861"/>
                  </a:lnTo>
                  <a:lnTo>
                    <a:pt x="81439" y="33338"/>
                  </a:lnTo>
                  <a:lnTo>
                    <a:pt x="70009" y="33814"/>
                  </a:lnTo>
                  <a:lnTo>
                    <a:pt x="63341" y="33814"/>
                  </a:lnTo>
                  <a:lnTo>
                    <a:pt x="57150" y="33814"/>
                  </a:lnTo>
                  <a:lnTo>
                    <a:pt x="52388" y="31909"/>
                  </a:lnTo>
                  <a:lnTo>
                    <a:pt x="47149" y="28575"/>
                  </a:lnTo>
                  <a:lnTo>
                    <a:pt x="41910" y="24289"/>
                  </a:lnTo>
                  <a:lnTo>
                    <a:pt x="41434" y="24289"/>
                  </a:lnTo>
                  <a:lnTo>
                    <a:pt x="40481" y="23813"/>
                  </a:lnTo>
                  <a:lnTo>
                    <a:pt x="37147" y="23336"/>
                  </a:lnTo>
                  <a:lnTo>
                    <a:pt x="36195" y="23336"/>
                  </a:lnTo>
                  <a:lnTo>
                    <a:pt x="33814" y="25241"/>
                  </a:lnTo>
                  <a:lnTo>
                    <a:pt x="33814" y="28099"/>
                  </a:lnTo>
                  <a:lnTo>
                    <a:pt x="32385" y="29051"/>
                  </a:lnTo>
                  <a:lnTo>
                    <a:pt x="31909" y="30956"/>
                  </a:lnTo>
                  <a:lnTo>
                    <a:pt x="32385" y="32385"/>
                  </a:lnTo>
                  <a:lnTo>
                    <a:pt x="32385" y="33814"/>
                  </a:lnTo>
                  <a:lnTo>
                    <a:pt x="33338" y="36195"/>
                  </a:lnTo>
                  <a:lnTo>
                    <a:pt x="30003" y="36671"/>
                  </a:lnTo>
                  <a:lnTo>
                    <a:pt x="26194" y="36671"/>
                  </a:lnTo>
                  <a:lnTo>
                    <a:pt x="24765" y="37147"/>
                  </a:lnTo>
                  <a:lnTo>
                    <a:pt x="23813" y="37624"/>
                  </a:lnTo>
                  <a:lnTo>
                    <a:pt x="22384" y="37147"/>
                  </a:lnTo>
                  <a:lnTo>
                    <a:pt x="19050" y="34766"/>
                  </a:lnTo>
                  <a:lnTo>
                    <a:pt x="17145" y="34290"/>
                  </a:lnTo>
                  <a:lnTo>
                    <a:pt x="15716" y="34766"/>
                  </a:lnTo>
                  <a:lnTo>
                    <a:pt x="14764" y="35719"/>
                  </a:lnTo>
                  <a:lnTo>
                    <a:pt x="12859" y="36671"/>
                  </a:lnTo>
                  <a:lnTo>
                    <a:pt x="11430" y="37624"/>
                  </a:lnTo>
                  <a:lnTo>
                    <a:pt x="11906" y="38576"/>
                  </a:lnTo>
                  <a:lnTo>
                    <a:pt x="18574" y="40481"/>
                  </a:lnTo>
                  <a:lnTo>
                    <a:pt x="20002" y="43815"/>
                  </a:lnTo>
                  <a:lnTo>
                    <a:pt x="18574" y="46196"/>
                  </a:lnTo>
                  <a:lnTo>
                    <a:pt x="18097" y="47625"/>
                  </a:lnTo>
                  <a:lnTo>
                    <a:pt x="16669" y="48577"/>
                  </a:lnTo>
                  <a:lnTo>
                    <a:pt x="14288" y="49530"/>
                  </a:lnTo>
                  <a:lnTo>
                    <a:pt x="11906" y="49530"/>
                  </a:lnTo>
                  <a:lnTo>
                    <a:pt x="11906" y="50959"/>
                  </a:lnTo>
                  <a:lnTo>
                    <a:pt x="12859" y="54769"/>
                  </a:lnTo>
                  <a:lnTo>
                    <a:pt x="11906" y="55721"/>
                  </a:lnTo>
                  <a:lnTo>
                    <a:pt x="10953" y="57150"/>
                  </a:lnTo>
                  <a:lnTo>
                    <a:pt x="11906" y="60484"/>
                  </a:lnTo>
                  <a:lnTo>
                    <a:pt x="13335" y="60484"/>
                  </a:lnTo>
                  <a:lnTo>
                    <a:pt x="13811" y="61436"/>
                  </a:lnTo>
                  <a:lnTo>
                    <a:pt x="13335" y="62865"/>
                  </a:lnTo>
                  <a:lnTo>
                    <a:pt x="13335" y="64294"/>
                  </a:lnTo>
                  <a:lnTo>
                    <a:pt x="12859" y="65722"/>
                  </a:lnTo>
                  <a:lnTo>
                    <a:pt x="12382" y="66199"/>
                  </a:lnTo>
                  <a:lnTo>
                    <a:pt x="11430" y="66675"/>
                  </a:lnTo>
                  <a:lnTo>
                    <a:pt x="8096" y="66675"/>
                  </a:lnTo>
                  <a:lnTo>
                    <a:pt x="5715" y="67627"/>
                  </a:lnTo>
                  <a:lnTo>
                    <a:pt x="0" y="72390"/>
                  </a:lnTo>
                  <a:lnTo>
                    <a:pt x="6668" y="72866"/>
                  </a:lnTo>
                  <a:lnTo>
                    <a:pt x="7620" y="73819"/>
                  </a:lnTo>
                  <a:lnTo>
                    <a:pt x="7620" y="75724"/>
                  </a:lnTo>
                  <a:lnTo>
                    <a:pt x="8572" y="78581"/>
                  </a:lnTo>
                  <a:lnTo>
                    <a:pt x="9525" y="79058"/>
                  </a:lnTo>
                  <a:lnTo>
                    <a:pt x="10001" y="80010"/>
                  </a:lnTo>
                  <a:lnTo>
                    <a:pt x="10001" y="81915"/>
                  </a:lnTo>
                  <a:lnTo>
                    <a:pt x="11430" y="83344"/>
                  </a:lnTo>
                  <a:lnTo>
                    <a:pt x="14288" y="86677"/>
                  </a:lnTo>
                  <a:lnTo>
                    <a:pt x="14764" y="87630"/>
                  </a:lnTo>
                  <a:lnTo>
                    <a:pt x="16193" y="88583"/>
                  </a:lnTo>
                  <a:lnTo>
                    <a:pt x="22384" y="91440"/>
                  </a:lnTo>
                  <a:lnTo>
                    <a:pt x="26670" y="94774"/>
                  </a:lnTo>
                  <a:lnTo>
                    <a:pt x="29051" y="98108"/>
                  </a:lnTo>
                  <a:lnTo>
                    <a:pt x="31909" y="100965"/>
                  </a:lnTo>
                  <a:lnTo>
                    <a:pt x="36195" y="102870"/>
                  </a:lnTo>
                  <a:lnTo>
                    <a:pt x="39052" y="105727"/>
                  </a:lnTo>
                  <a:lnTo>
                    <a:pt x="41434" y="109061"/>
                  </a:lnTo>
                  <a:lnTo>
                    <a:pt x="44768" y="110966"/>
                  </a:lnTo>
                  <a:lnTo>
                    <a:pt x="49053" y="111442"/>
                  </a:lnTo>
                  <a:lnTo>
                    <a:pt x="51435" y="112395"/>
                  </a:lnTo>
                  <a:lnTo>
                    <a:pt x="52864" y="114300"/>
                  </a:lnTo>
                  <a:lnTo>
                    <a:pt x="55245" y="116205"/>
                  </a:lnTo>
                  <a:lnTo>
                    <a:pt x="58578" y="117634"/>
                  </a:lnTo>
                  <a:lnTo>
                    <a:pt x="63818" y="118586"/>
                  </a:lnTo>
                  <a:lnTo>
                    <a:pt x="73819" y="118586"/>
                  </a:lnTo>
                  <a:lnTo>
                    <a:pt x="74771" y="119063"/>
                  </a:lnTo>
                  <a:lnTo>
                    <a:pt x="77152" y="119539"/>
                  </a:lnTo>
                  <a:lnTo>
                    <a:pt x="80010" y="118586"/>
                  </a:lnTo>
                  <a:lnTo>
                    <a:pt x="83344" y="117634"/>
                  </a:lnTo>
                  <a:lnTo>
                    <a:pt x="84296" y="116681"/>
                  </a:lnTo>
                  <a:lnTo>
                    <a:pt x="87630" y="112871"/>
                  </a:lnTo>
                  <a:lnTo>
                    <a:pt x="89535" y="113347"/>
                  </a:lnTo>
                  <a:lnTo>
                    <a:pt x="93345" y="112871"/>
                  </a:lnTo>
                  <a:lnTo>
                    <a:pt x="95726" y="111919"/>
                  </a:lnTo>
                  <a:lnTo>
                    <a:pt x="95726" y="111919"/>
                  </a:lnTo>
                  <a:lnTo>
                    <a:pt x="96678" y="111919"/>
                  </a:lnTo>
                  <a:lnTo>
                    <a:pt x="99536" y="110490"/>
                  </a:lnTo>
                  <a:lnTo>
                    <a:pt x="100489" y="109538"/>
                  </a:lnTo>
                  <a:lnTo>
                    <a:pt x="101441" y="108585"/>
                  </a:lnTo>
                  <a:lnTo>
                    <a:pt x="101918" y="108109"/>
                  </a:lnTo>
                  <a:lnTo>
                    <a:pt x="103822" y="109538"/>
                  </a:lnTo>
                  <a:lnTo>
                    <a:pt x="106203" y="109538"/>
                  </a:lnTo>
                  <a:lnTo>
                    <a:pt x="108585" y="108585"/>
                  </a:lnTo>
                  <a:lnTo>
                    <a:pt x="110490" y="107633"/>
                  </a:lnTo>
                  <a:lnTo>
                    <a:pt x="112395" y="106680"/>
                  </a:lnTo>
                  <a:lnTo>
                    <a:pt x="113347" y="106204"/>
                  </a:lnTo>
                  <a:lnTo>
                    <a:pt x="114776" y="105251"/>
                  </a:lnTo>
                  <a:lnTo>
                    <a:pt x="117157" y="102394"/>
                  </a:lnTo>
                  <a:lnTo>
                    <a:pt x="120015" y="101917"/>
                  </a:lnTo>
                  <a:lnTo>
                    <a:pt x="123825" y="102394"/>
                  </a:lnTo>
                  <a:lnTo>
                    <a:pt x="127635" y="102870"/>
                  </a:lnTo>
                  <a:lnTo>
                    <a:pt x="130969" y="101917"/>
                  </a:lnTo>
                  <a:lnTo>
                    <a:pt x="138589" y="102870"/>
                  </a:lnTo>
                  <a:lnTo>
                    <a:pt x="140018" y="103822"/>
                  </a:lnTo>
                  <a:lnTo>
                    <a:pt x="141446" y="104299"/>
                  </a:lnTo>
                  <a:lnTo>
                    <a:pt x="142399" y="103346"/>
                  </a:lnTo>
                  <a:lnTo>
                    <a:pt x="150495" y="101917"/>
                  </a:lnTo>
                  <a:lnTo>
                    <a:pt x="153828" y="103346"/>
                  </a:lnTo>
                  <a:lnTo>
                    <a:pt x="155734" y="102870"/>
                  </a:lnTo>
                  <a:lnTo>
                    <a:pt x="157163" y="101441"/>
                  </a:lnTo>
                  <a:lnTo>
                    <a:pt x="158115" y="100965"/>
                  </a:lnTo>
                  <a:lnTo>
                    <a:pt x="158115" y="99536"/>
                  </a:lnTo>
                  <a:lnTo>
                    <a:pt x="159068" y="98584"/>
                  </a:lnTo>
                  <a:lnTo>
                    <a:pt x="161449" y="98108"/>
                  </a:lnTo>
                  <a:lnTo>
                    <a:pt x="168593" y="98584"/>
                  </a:lnTo>
                  <a:lnTo>
                    <a:pt x="171450" y="97155"/>
                  </a:lnTo>
                  <a:lnTo>
                    <a:pt x="172402" y="96202"/>
                  </a:lnTo>
                  <a:lnTo>
                    <a:pt x="172878" y="93821"/>
                  </a:lnTo>
                  <a:lnTo>
                    <a:pt x="173831" y="92392"/>
                  </a:lnTo>
                  <a:lnTo>
                    <a:pt x="176213" y="91440"/>
                  </a:lnTo>
                  <a:lnTo>
                    <a:pt x="176213" y="90011"/>
                  </a:lnTo>
                  <a:lnTo>
                    <a:pt x="175736" y="88583"/>
                  </a:lnTo>
                  <a:lnTo>
                    <a:pt x="177165" y="84772"/>
                  </a:lnTo>
                  <a:lnTo>
                    <a:pt x="178118" y="83344"/>
                  </a:lnTo>
                  <a:lnTo>
                    <a:pt x="179546" y="82867"/>
                  </a:lnTo>
                  <a:lnTo>
                    <a:pt x="180975" y="81439"/>
                  </a:lnTo>
                  <a:lnTo>
                    <a:pt x="183832" y="79058"/>
                  </a:lnTo>
                  <a:lnTo>
                    <a:pt x="183356" y="77152"/>
                  </a:lnTo>
                  <a:lnTo>
                    <a:pt x="183832" y="75724"/>
                  </a:lnTo>
                  <a:lnTo>
                    <a:pt x="187166" y="71914"/>
                  </a:lnTo>
                  <a:lnTo>
                    <a:pt x="189071" y="68104"/>
                  </a:lnTo>
                  <a:lnTo>
                    <a:pt x="189071" y="66199"/>
                  </a:lnTo>
                  <a:lnTo>
                    <a:pt x="189547" y="64770"/>
                  </a:lnTo>
                  <a:lnTo>
                    <a:pt x="191452" y="62865"/>
                  </a:lnTo>
                  <a:lnTo>
                    <a:pt x="193834" y="60484"/>
                  </a:lnTo>
                  <a:lnTo>
                    <a:pt x="196691" y="53816"/>
                  </a:lnTo>
                  <a:lnTo>
                    <a:pt x="197644" y="52388"/>
                  </a:lnTo>
                  <a:lnTo>
                    <a:pt x="199549" y="50959"/>
                  </a:lnTo>
                  <a:lnTo>
                    <a:pt x="200977" y="49530"/>
                  </a:lnTo>
                  <a:lnTo>
                    <a:pt x="200977" y="45244"/>
                  </a:lnTo>
                  <a:lnTo>
                    <a:pt x="202406" y="43815"/>
                  </a:lnTo>
                  <a:lnTo>
                    <a:pt x="204788" y="42386"/>
                  </a:lnTo>
                  <a:lnTo>
                    <a:pt x="207169" y="39529"/>
                  </a:lnTo>
                  <a:lnTo>
                    <a:pt x="209550" y="36671"/>
                  </a:lnTo>
                  <a:lnTo>
                    <a:pt x="210978" y="35719"/>
                  </a:lnTo>
                  <a:lnTo>
                    <a:pt x="212884" y="35242"/>
                  </a:lnTo>
                  <a:lnTo>
                    <a:pt x="215265" y="33814"/>
                  </a:lnTo>
                  <a:lnTo>
                    <a:pt x="217646" y="33338"/>
                  </a:lnTo>
                  <a:lnTo>
                    <a:pt x="220027" y="34290"/>
                  </a:lnTo>
                  <a:lnTo>
                    <a:pt x="221932" y="33814"/>
                  </a:lnTo>
                  <a:lnTo>
                    <a:pt x="224314" y="32385"/>
                  </a:lnTo>
                  <a:lnTo>
                    <a:pt x="230028" y="27146"/>
                  </a:lnTo>
                  <a:lnTo>
                    <a:pt x="230981" y="26194"/>
                  </a:lnTo>
                  <a:close/>
                </a:path>
              </a:pathLst>
            </a:custGeom>
            <a:grpFill/>
            <a:ln w="317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F41D45EA-B9C5-4D7D-99DC-DC57401AB719}"/>
                </a:ext>
              </a:extLst>
            </p:cNvPr>
            <p:cNvSpPr/>
            <p:nvPr/>
          </p:nvSpPr>
          <p:spPr>
            <a:xfrm>
              <a:off x="3186112" y="3621404"/>
              <a:ext cx="96202" cy="64293"/>
            </a:xfrm>
            <a:custGeom>
              <a:avLst/>
              <a:gdLst>
                <a:gd name="connsiteX0" fmla="*/ 95726 w 96202"/>
                <a:gd name="connsiteY0" fmla="*/ 27622 h 64293"/>
                <a:gd name="connsiteX1" fmla="*/ 96203 w 96202"/>
                <a:gd name="connsiteY1" fmla="*/ 26670 h 64293"/>
                <a:gd name="connsiteX2" fmla="*/ 96203 w 96202"/>
                <a:gd name="connsiteY2" fmla="*/ 25717 h 64293"/>
                <a:gd name="connsiteX3" fmla="*/ 92869 w 96202"/>
                <a:gd name="connsiteY3" fmla="*/ 22384 h 64293"/>
                <a:gd name="connsiteX4" fmla="*/ 92869 w 96202"/>
                <a:gd name="connsiteY4" fmla="*/ 20955 h 64293"/>
                <a:gd name="connsiteX5" fmla="*/ 94297 w 96202"/>
                <a:gd name="connsiteY5" fmla="*/ 17621 h 64293"/>
                <a:gd name="connsiteX6" fmla="*/ 94297 w 96202"/>
                <a:gd name="connsiteY6" fmla="*/ 15240 h 64293"/>
                <a:gd name="connsiteX7" fmla="*/ 92869 w 96202"/>
                <a:gd name="connsiteY7" fmla="*/ 8096 h 64293"/>
                <a:gd name="connsiteX8" fmla="*/ 91916 w 96202"/>
                <a:gd name="connsiteY8" fmla="*/ 7144 h 64293"/>
                <a:gd name="connsiteX9" fmla="*/ 90011 w 96202"/>
                <a:gd name="connsiteY9" fmla="*/ 8096 h 64293"/>
                <a:gd name="connsiteX10" fmla="*/ 85725 w 96202"/>
                <a:gd name="connsiteY10" fmla="*/ 7144 h 64293"/>
                <a:gd name="connsiteX11" fmla="*/ 76676 w 96202"/>
                <a:gd name="connsiteY11" fmla="*/ 6191 h 64293"/>
                <a:gd name="connsiteX12" fmla="*/ 69532 w 96202"/>
                <a:gd name="connsiteY12" fmla="*/ 3810 h 64293"/>
                <a:gd name="connsiteX13" fmla="*/ 62389 w 96202"/>
                <a:gd name="connsiteY13" fmla="*/ 952 h 64293"/>
                <a:gd name="connsiteX14" fmla="*/ 54293 w 96202"/>
                <a:gd name="connsiteY14" fmla="*/ 0 h 64293"/>
                <a:gd name="connsiteX15" fmla="*/ 46196 w 96202"/>
                <a:gd name="connsiteY15" fmla="*/ 952 h 64293"/>
                <a:gd name="connsiteX16" fmla="*/ 42863 w 96202"/>
                <a:gd name="connsiteY16" fmla="*/ 1429 h 64293"/>
                <a:gd name="connsiteX17" fmla="*/ 39529 w 96202"/>
                <a:gd name="connsiteY17" fmla="*/ 2381 h 64293"/>
                <a:gd name="connsiteX18" fmla="*/ 36671 w 96202"/>
                <a:gd name="connsiteY18" fmla="*/ 3810 h 64293"/>
                <a:gd name="connsiteX19" fmla="*/ 35243 w 96202"/>
                <a:gd name="connsiteY19" fmla="*/ 6667 h 64293"/>
                <a:gd name="connsiteX20" fmla="*/ 36671 w 96202"/>
                <a:gd name="connsiteY20" fmla="*/ 9049 h 64293"/>
                <a:gd name="connsiteX21" fmla="*/ 39529 w 96202"/>
                <a:gd name="connsiteY21" fmla="*/ 10001 h 64293"/>
                <a:gd name="connsiteX22" fmla="*/ 48578 w 96202"/>
                <a:gd name="connsiteY22" fmla="*/ 10954 h 64293"/>
                <a:gd name="connsiteX23" fmla="*/ 55245 w 96202"/>
                <a:gd name="connsiteY23" fmla="*/ 13811 h 64293"/>
                <a:gd name="connsiteX24" fmla="*/ 60484 w 96202"/>
                <a:gd name="connsiteY24" fmla="*/ 16669 h 64293"/>
                <a:gd name="connsiteX25" fmla="*/ 59055 w 96202"/>
                <a:gd name="connsiteY25" fmla="*/ 20002 h 64293"/>
                <a:gd name="connsiteX26" fmla="*/ 58103 w 96202"/>
                <a:gd name="connsiteY26" fmla="*/ 23336 h 64293"/>
                <a:gd name="connsiteX27" fmla="*/ 59055 w 96202"/>
                <a:gd name="connsiteY27" fmla="*/ 27146 h 64293"/>
                <a:gd name="connsiteX28" fmla="*/ 56674 w 96202"/>
                <a:gd name="connsiteY28" fmla="*/ 29051 h 64293"/>
                <a:gd name="connsiteX29" fmla="*/ 62389 w 96202"/>
                <a:gd name="connsiteY29" fmla="*/ 35242 h 64293"/>
                <a:gd name="connsiteX30" fmla="*/ 68580 w 96202"/>
                <a:gd name="connsiteY30" fmla="*/ 40481 h 64293"/>
                <a:gd name="connsiteX31" fmla="*/ 72390 w 96202"/>
                <a:gd name="connsiteY31" fmla="*/ 42863 h 64293"/>
                <a:gd name="connsiteX32" fmla="*/ 72390 w 96202"/>
                <a:gd name="connsiteY32" fmla="*/ 44767 h 64293"/>
                <a:gd name="connsiteX33" fmla="*/ 71438 w 96202"/>
                <a:gd name="connsiteY33" fmla="*/ 46672 h 64293"/>
                <a:gd name="connsiteX34" fmla="*/ 70009 w 96202"/>
                <a:gd name="connsiteY34" fmla="*/ 47149 h 64293"/>
                <a:gd name="connsiteX35" fmla="*/ 63341 w 96202"/>
                <a:gd name="connsiteY35" fmla="*/ 47625 h 64293"/>
                <a:gd name="connsiteX36" fmla="*/ 61913 w 96202"/>
                <a:gd name="connsiteY36" fmla="*/ 49054 h 64293"/>
                <a:gd name="connsiteX37" fmla="*/ 60484 w 96202"/>
                <a:gd name="connsiteY37" fmla="*/ 50482 h 64293"/>
                <a:gd name="connsiteX38" fmla="*/ 59055 w 96202"/>
                <a:gd name="connsiteY38" fmla="*/ 51435 h 64293"/>
                <a:gd name="connsiteX39" fmla="*/ 57150 w 96202"/>
                <a:gd name="connsiteY39" fmla="*/ 51911 h 64293"/>
                <a:gd name="connsiteX40" fmla="*/ 52864 w 96202"/>
                <a:gd name="connsiteY40" fmla="*/ 50959 h 64293"/>
                <a:gd name="connsiteX41" fmla="*/ 30004 w 96202"/>
                <a:gd name="connsiteY41" fmla="*/ 48577 h 64293"/>
                <a:gd name="connsiteX42" fmla="*/ 26670 w 96202"/>
                <a:gd name="connsiteY42" fmla="*/ 47149 h 64293"/>
                <a:gd name="connsiteX43" fmla="*/ 20479 w 96202"/>
                <a:gd name="connsiteY43" fmla="*/ 46672 h 64293"/>
                <a:gd name="connsiteX44" fmla="*/ 16669 w 96202"/>
                <a:gd name="connsiteY44" fmla="*/ 45720 h 64293"/>
                <a:gd name="connsiteX45" fmla="*/ 12382 w 96202"/>
                <a:gd name="connsiteY45" fmla="*/ 44291 h 64293"/>
                <a:gd name="connsiteX46" fmla="*/ 8096 w 96202"/>
                <a:gd name="connsiteY46" fmla="*/ 43339 h 64293"/>
                <a:gd name="connsiteX47" fmla="*/ 6191 w 96202"/>
                <a:gd name="connsiteY47" fmla="*/ 43339 h 64293"/>
                <a:gd name="connsiteX48" fmla="*/ 2857 w 96202"/>
                <a:gd name="connsiteY48" fmla="*/ 44291 h 64293"/>
                <a:gd name="connsiteX49" fmla="*/ 0 w 96202"/>
                <a:gd name="connsiteY49" fmla="*/ 50482 h 64293"/>
                <a:gd name="connsiteX50" fmla="*/ 476 w 96202"/>
                <a:gd name="connsiteY50" fmla="*/ 52388 h 64293"/>
                <a:gd name="connsiteX51" fmla="*/ 1905 w 96202"/>
                <a:gd name="connsiteY51" fmla="*/ 53816 h 64293"/>
                <a:gd name="connsiteX52" fmla="*/ 9525 w 96202"/>
                <a:gd name="connsiteY52" fmla="*/ 56674 h 64293"/>
                <a:gd name="connsiteX53" fmla="*/ 13335 w 96202"/>
                <a:gd name="connsiteY53" fmla="*/ 58579 h 64293"/>
                <a:gd name="connsiteX54" fmla="*/ 16669 w 96202"/>
                <a:gd name="connsiteY54" fmla="*/ 60960 h 64293"/>
                <a:gd name="connsiteX55" fmla="*/ 20003 w 96202"/>
                <a:gd name="connsiteY55" fmla="*/ 64294 h 64293"/>
                <a:gd name="connsiteX56" fmla="*/ 21431 w 96202"/>
                <a:gd name="connsiteY56" fmla="*/ 63817 h 64293"/>
                <a:gd name="connsiteX57" fmla="*/ 21907 w 96202"/>
                <a:gd name="connsiteY57" fmla="*/ 61436 h 64293"/>
                <a:gd name="connsiteX58" fmla="*/ 24765 w 96202"/>
                <a:gd name="connsiteY58" fmla="*/ 59055 h 64293"/>
                <a:gd name="connsiteX59" fmla="*/ 28099 w 96202"/>
                <a:gd name="connsiteY59" fmla="*/ 57626 h 64293"/>
                <a:gd name="connsiteX60" fmla="*/ 32385 w 96202"/>
                <a:gd name="connsiteY60" fmla="*/ 57150 h 64293"/>
                <a:gd name="connsiteX61" fmla="*/ 36671 w 96202"/>
                <a:gd name="connsiteY61" fmla="*/ 57150 h 64293"/>
                <a:gd name="connsiteX62" fmla="*/ 40481 w 96202"/>
                <a:gd name="connsiteY62" fmla="*/ 57626 h 64293"/>
                <a:gd name="connsiteX63" fmla="*/ 44291 w 96202"/>
                <a:gd name="connsiteY63" fmla="*/ 58579 h 64293"/>
                <a:gd name="connsiteX64" fmla="*/ 53816 w 96202"/>
                <a:gd name="connsiteY64" fmla="*/ 60484 h 64293"/>
                <a:gd name="connsiteX65" fmla="*/ 58103 w 96202"/>
                <a:gd name="connsiteY65" fmla="*/ 60484 h 64293"/>
                <a:gd name="connsiteX66" fmla="*/ 62389 w 96202"/>
                <a:gd name="connsiteY66" fmla="*/ 60007 h 64293"/>
                <a:gd name="connsiteX67" fmla="*/ 63818 w 96202"/>
                <a:gd name="connsiteY67" fmla="*/ 59531 h 64293"/>
                <a:gd name="connsiteX68" fmla="*/ 65246 w 96202"/>
                <a:gd name="connsiteY68" fmla="*/ 58579 h 64293"/>
                <a:gd name="connsiteX69" fmla="*/ 67151 w 96202"/>
                <a:gd name="connsiteY69" fmla="*/ 58102 h 64293"/>
                <a:gd name="connsiteX70" fmla="*/ 82391 w 96202"/>
                <a:gd name="connsiteY70" fmla="*/ 57626 h 64293"/>
                <a:gd name="connsiteX71" fmla="*/ 84296 w 96202"/>
                <a:gd name="connsiteY71" fmla="*/ 58102 h 64293"/>
                <a:gd name="connsiteX72" fmla="*/ 86201 w 96202"/>
                <a:gd name="connsiteY72" fmla="*/ 59055 h 64293"/>
                <a:gd name="connsiteX73" fmla="*/ 89535 w 96202"/>
                <a:gd name="connsiteY73" fmla="*/ 61436 h 64293"/>
                <a:gd name="connsiteX74" fmla="*/ 92393 w 96202"/>
                <a:gd name="connsiteY74" fmla="*/ 64294 h 64293"/>
                <a:gd name="connsiteX75" fmla="*/ 92393 w 96202"/>
                <a:gd name="connsiteY75" fmla="*/ 58579 h 64293"/>
                <a:gd name="connsiteX76" fmla="*/ 93345 w 96202"/>
                <a:gd name="connsiteY76" fmla="*/ 56197 h 64293"/>
                <a:gd name="connsiteX77" fmla="*/ 92393 w 96202"/>
                <a:gd name="connsiteY77" fmla="*/ 53816 h 64293"/>
                <a:gd name="connsiteX78" fmla="*/ 88582 w 96202"/>
                <a:gd name="connsiteY78" fmla="*/ 51435 h 64293"/>
                <a:gd name="connsiteX79" fmla="*/ 86201 w 96202"/>
                <a:gd name="connsiteY79" fmla="*/ 48101 h 64293"/>
                <a:gd name="connsiteX80" fmla="*/ 84296 w 96202"/>
                <a:gd name="connsiteY80" fmla="*/ 45244 h 64293"/>
                <a:gd name="connsiteX81" fmla="*/ 84772 w 96202"/>
                <a:gd name="connsiteY81" fmla="*/ 44767 h 64293"/>
                <a:gd name="connsiteX82" fmla="*/ 89059 w 96202"/>
                <a:gd name="connsiteY82" fmla="*/ 44767 h 64293"/>
                <a:gd name="connsiteX83" fmla="*/ 90488 w 96202"/>
                <a:gd name="connsiteY83" fmla="*/ 43815 h 64293"/>
                <a:gd name="connsiteX84" fmla="*/ 93345 w 96202"/>
                <a:gd name="connsiteY84" fmla="*/ 40957 h 64293"/>
                <a:gd name="connsiteX85" fmla="*/ 93821 w 96202"/>
                <a:gd name="connsiteY85" fmla="*/ 38576 h 64293"/>
                <a:gd name="connsiteX86" fmla="*/ 93821 w 96202"/>
                <a:gd name="connsiteY86" fmla="*/ 36671 h 64293"/>
                <a:gd name="connsiteX87" fmla="*/ 91916 w 96202"/>
                <a:gd name="connsiteY87" fmla="*/ 34290 h 64293"/>
                <a:gd name="connsiteX88" fmla="*/ 91440 w 96202"/>
                <a:gd name="connsiteY88" fmla="*/ 31909 h 64293"/>
                <a:gd name="connsiteX89" fmla="*/ 93821 w 96202"/>
                <a:gd name="connsiteY89" fmla="*/ 30004 h 64293"/>
                <a:gd name="connsiteX90" fmla="*/ 95726 w 96202"/>
                <a:gd name="connsiteY90" fmla="*/ 27622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96202" h="64293">
                  <a:moveTo>
                    <a:pt x="95726" y="27622"/>
                  </a:moveTo>
                  <a:lnTo>
                    <a:pt x="96203" y="26670"/>
                  </a:lnTo>
                  <a:lnTo>
                    <a:pt x="96203" y="25717"/>
                  </a:lnTo>
                  <a:lnTo>
                    <a:pt x="92869" y="22384"/>
                  </a:lnTo>
                  <a:lnTo>
                    <a:pt x="92869" y="20955"/>
                  </a:lnTo>
                  <a:lnTo>
                    <a:pt x="94297" y="17621"/>
                  </a:lnTo>
                  <a:lnTo>
                    <a:pt x="94297" y="15240"/>
                  </a:lnTo>
                  <a:lnTo>
                    <a:pt x="92869" y="8096"/>
                  </a:lnTo>
                  <a:lnTo>
                    <a:pt x="91916" y="7144"/>
                  </a:lnTo>
                  <a:lnTo>
                    <a:pt x="90011" y="8096"/>
                  </a:lnTo>
                  <a:lnTo>
                    <a:pt x="85725" y="7144"/>
                  </a:lnTo>
                  <a:lnTo>
                    <a:pt x="76676" y="6191"/>
                  </a:lnTo>
                  <a:lnTo>
                    <a:pt x="69532" y="3810"/>
                  </a:lnTo>
                  <a:lnTo>
                    <a:pt x="62389" y="952"/>
                  </a:lnTo>
                  <a:lnTo>
                    <a:pt x="54293" y="0"/>
                  </a:lnTo>
                  <a:lnTo>
                    <a:pt x="46196" y="952"/>
                  </a:lnTo>
                  <a:lnTo>
                    <a:pt x="42863" y="1429"/>
                  </a:lnTo>
                  <a:lnTo>
                    <a:pt x="39529" y="2381"/>
                  </a:lnTo>
                  <a:lnTo>
                    <a:pt x="36671" y="3810"/>
                  </a:lnTo>
                  <a:lnTo>
                    <a:pt x="35243" y="6667"/>
                  </a:lnTo>
                  <a:lnTo>
                    <a:pt x="36671" y="9049"/>
                  </a:lnTo>
                  <a:lnTo>
                    <a:pt x="39529" y="10001"/>
                  </a:lnTo>
                  <a:lnTo>
                    <a:pt x="48578" y="10954"/>
                  </a:lnTo>
                  <a:lnTo>
                    <a:pt x="55245" y="13811"/>
                  </a:lnTo>
                  <a:lnTo>
                    <a:pt x="60484" y="16669"/>
                  </a:lnTo>
                  <a:lnTo>
                    <a:pt x="59055" y="20002"/>
                  </a:lnTo>
                  <a:lnTo>
                    <a:pt x="58103" y="23336"/>
                  </a:lnTo>
                  <a:lnTo>
                    <a:pt x="59055" y="27146"/>
                  </a:lnTo>
                  <a:lnTo>
                    <a:pt x="56674" y="29051"/>
                  </a:lnTo>
                  <a:lnTo>
                    <a:pt x="62389" y="35242"/>
                  </a:lnTo>
                  <a:lnTo>
                    <a:pt x="68580" y="40481"/>
                  </a:lnTo>
                  <a:lnTo>
                    <a:pt x="72390" y="42863"/>
                  </a:lnTo>
                  <a:lnTo>
                    <a:pt x="72390" y="44767"/>
                  </a:lnTo>
                  <a:lnTo>
                    <a:pt x="71438" y="46672"/>
                  </a:lnTo>
                  <a:lnTo>
                    <a:pt x="70009" y="47149"/>
                  </a:lnTo>
                  <a:lnTo>
                    <a:pt x="63341" y="47625"/>
                  </a:lnTo>
                  <a:lnTo>
                    <a:pt x="61913" y="49054"/>
                  </a:lnTo>
                  <a:lnTo>
                    <a:pt x="60484" y="50482"/>
                  </a:lnTo>
                  <a:lnTo>
                    <a:pt x="59055" y="51435"/>
                  </a:lnTo>
                  <a:lnTo>
                    <a:pt x="57150" y="51911"/>
                  </a:lnTo>
                  <a:lnTo>
                    <a:pt x="52864" y="50959"/>
                  </a:lnTo>
                  <a:lnTo>
                    <a:pt x="30004" y="48577"/>
                  </a:lnTo>
                  <a:lnTo>
                    <a:pt x="26670" y="47149"/>
                  </a:lnTo>
                  <a:lnTo>
                    <a:pt x="20479" y="46672"/>
                  </a:lnTo>
                  <a:lnTo>
                    <a:pt x="16669" y="45720"/>
                  </a:lnTo>
                  <a:lnTo>
                    <a:pt x="12382" y="44291"/>
                  </a:lnTo>
                  <a:lnTo>
                    <a:pt x="8096" y="43339"/>
                  </a:lnTo>
                  <a:lnTo>
                    <a:pt x="6191" y="43339"/>
                  </a:lnTo>
                  <a:lnTo>
                    <a:pt x="2857" y="44291"/>
                  </a:lnTo>
                  <a:lnTo>
                    <a:pt x="0" y="50482"/>
                  </a:lnTo>
                  <a:lnTo>
                    <a:pt x="476" y="52388"/>
                  </a:lnTo>
                  <a:lnTo>
                    <a:pt x="1905" y="53816"/>
                  </a:lnTo>
                  <a:lnTo>
                    <a:pt x="9525" y="56674"/>
                  </a:lnTo>
                  <a:lnTo>
                    <a:pt x="13335" y="58579"/>
                  </a:lnTo>
                  <a:lnTo>
                    <a:pt x="16669" y="60960"/>
                  </a:lnTo>
                  <a:lnTo>
                    <a:pt x="20003" y="64294"/>
                  </a:lnTo>
                  <a:lnTo>
                    <a:pt x="21431" y="63817"/>
                  </a:lnTo>
                  <a:lnTo>
                    <a:pt x="21907" y="61436"/>
                  </a:lnTo>
                  <a:lnTo>
                    <a:pt x="24765" y="59055"/>
                  </a:lnTo>
                  <a:lnTo>
                    <a:pt x="28099" y="57626"/>
                  </a:lnTo>
                  <a:lnTo>
                    <a:pt x="32385" y="57150"/>
                  </a:lnTo>
                  <a:lnTo>
                    <a:pt x="36671" y="57150"/>
                  </a:lnTo>
                  <a:lnTo>
                    <a:pt x="40481" y="57626"/>
                  </a:lnTo>
                  <a:lnTo>
                    <a:pt x="44291" y="58579"/>
                  </a:lnTo>
                  <a:lnTo>
                    <a:pt x="53816" y="60484"/>
                  </a:lnTo>
                  <a:lnTo>
                    <a:pt x="58103" y="60484"/>
                  </a:lnTo>
                  <a:lnTo>
                    <a:pt x="62389" y="60007"/>
                  </a:lnTo>
                  <a:lnTo>
                    <a:pt x="63818" y="59531"/>
                  </a:lnTo>
                  <a:lnTo>
                    <a:pt x="65246" y="58579"/>
                  </a:lnTo>
                  <a:lnTo>
                    <a:pt x="67151" y="58102"/>
                  </a:lnTo>
                  <a:lnTo>
                    <a:pt x="82391" y="57626"/>
                  </a:lnTo>
                  <a:lnTo>
                    <a:pt x="84296" y="58102"/>
                  </a:lnTo>
                  <a:lnTo>
                    <a:pt x="86201" y="59055"/>
                  </a:lnTo>
                  <a:lnTo>
                    <a:pt x="89535" y="61436"/>
                  </a:lnTo>
                  <a:lnTo>
                    <a:pt x="92393" y="64294"/>
                  </a:lnTo>
                  <a:lnTo>
                    <a:pt x="92393" y="58579"/>
                  </a:lnTo>
                  <a:lnTo>
                    <a:pt x="93345" y="56197"/>
                  </a:lnTo>
                  <a:lnTo>
                    <a:pt x="92393" y="53816"/>
                  </a:lnTo>
                  <a:lnTo>
                    <a:pt x="88582" y="51435"/>
                  </a:lnTo>
                  <a:lnTo>
                    <a:pt x="86201" y="48101"/>
                  </a:lnTo>
                  <a:lnTo>
                    <a:pt x="84296" y="45244"/>
                  </a:lnTo>
                  <a:lnTo>
                    <a:pt x="84772" y="44767"/>
                  </a:lnTo>
                  <a:lnTo>
                    <a:pt x="89059" y="44767"/>
                  </a:lnTo>
                  <a:lnTo>
                    <a:pt x="90488" y="43815"/>
                  </a:lnTo>
                  <a:lnTo>
                    <a:pt x="93345" y="40957"/>
                  </a:lnTo>
                  <a:lnTo>
                    <a:pt x="93821" y="38576"/>
                  </a:lnTo>
                  <a:lnTo>
                    <a:pt x="93821" y="36671"/>
                  </a:lnTo>
                  <a:lnTo>
                    <a:pt x="91916" y="34290"/>
                  </a:lnTo>
                  <a:lnTo>
                    <a:pt x="91440" y="31909"/>
                  </a:lnTo>
                  <a:lnTo>
                    <a:pt x="93821" y="30004"/>
                  </a:lnTo>
                  <a:lnTo>
                    <a:pt x="95726" y="27622"/>
                  </a:lnTo>
                  <a:close/>
                </a:path>
              </a:pathLst>
            </a:custGeom>
            <a:grpFill/>
            <a:ln w="317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DED74140-6045-432B-8CBA-0E5C508B359F}"/>
                </a:ext>
              </a:extLst>
            </p:cNvPr>
            <p:cNvSpPr/>
            <p:nvPr/>
          </p:nvSpPr>
          <p:spPr>
            <a:xfrm>
              <a:off x="6178391" y="2610802"/>
              <a:ext cx="201453" cy="170497"/>
            </a:xfrm>
            <a:custGeom>
              <a:avLst/>
              <a:gdLst>
                <a:gd name="connsiteX0" fmla="*/ 201453 w 201453"/>
                <a:gd name="connsiteY0" fmla="*/ 55721 h 170497"/>
                <a:gd name="connsiteX1" fmla="*/ 200977 w 201453"/>
                <a:gd name="connsiteY1" fmla="*/ 54769 h 170497"/>
                <a:gd name="connsiteX2" fmla="*/ 200025 w 201453"/>
                <a:gd name="connsiteY2" fmla="*/ 54292 h 170497"/>
                <a:gd name="connsiteX3" fmla="*/ 199072 w 201453"/>
                <a:gd name="connsiteY3" fmla="*/ 53340 h 170497"/>
                <a:gd name="connsiteX4" fmla="*/ 197167 w 201453"/>
                <a:gd name="connsiteY4" fmla="*/ 52864 h 170497"/>
                <a:gd name="connsiteX5" fmla="*/ 190976 w 201453"/>
                <a:gd name="connsiteY5" fmla="*/ 50482 h 170497"/>
                <a:gd name="connsiteX6" fmla="*/ 188119 w 201453"/>
                <a:gd name="connsiteY6" fmla="*/ 48101 h 170497"/>
                <a:gd name="connsiteX7" fmla="*/ 188119 w 201453"/>
                <a:gd name="connsiteY7" fmla="*/ 45244 h 170497"/>
                <a:gd name="connsiteX8" fmla="*/ 189071 w 201453"/>
                <a:gd name="connsiteY8" fmla="*/ 43815 h 170497"/>
                <a:gd name="connsiteX9" fmla="*/ 190023 w 201453"/>
                <a:gd name="connsiteY9" fmla="*/ 43339 h 170497"/>
                <a:gd name="connsiteX10" fmla="*/ 189547 w 201453"/>
                <a:gd name="connsiteY10" fmla="*/ 42863 h 170497"/>
                <a:gd name="connsiteX11" fmla="*/ 186214 w 201453"/>
                <a:gd name="connsiteY11" fmla="*/ 41434 h 170497"/>
                <a:gd name="connsiteX12" fmla="*/ 184785 w 201453"/>
                <a:gd name="connsiteY12" fmla="*/ 39529 h 170497"/>
                <a:gd name="connsiteX13" fmla="*/ 185738 w 201453"/>
                <a:gd name="connsiteY13" fmla="*/ 37147 h 170497"/>
                <a:gd name="connsiteX14" fmla="*/ 183832 w 201453"/>
                <a:gd name="connsiteY14" fmla="*/ 32385 h 170497"/>
                <a:gd name="connsiteX15" fmla="*/ 181927 w 201453"/>
                <a:gd name="connsiteY15" fmla="*/ 29527 h 170497"/>
                <a:gd name="connsiteX16" fmla="*/ 183832 w 201453"/>
                <a:gd name="connsiteY16" fmla="*/ 28099 h 170497"/>
                <a:gd name="connsiteX17" fmla="*/ 184309 w 201453"/>
                <a:gd name="connsiteY17" fmla="*/ 26194 h 170497"/>
                <a:gd name="connsiteX18" fmla="*/ 184309 w 201453"/>
                <a:gd name="connsiteY18" fmla="*/ 25241 h 170497"/>
                <a:gd name="connsiteX19" fmla="*/ 184309 w 201453"/>
                <a:gd name="connsiteY19" fmla="*/ 25241 h 170497"/>
                <a:gd name="connsiteX20" fmla="*/ 181927 w 201453"/>
                <a:gd name="connsiteY20" fmla="*/ 26194 h 170497"/>
                <a:gd name="connsiteX21" fmla="*/ 178117 w 201453"/>
                <a:gd name="connsiteY21" fmla="*/ 26670 h 170497"/>
                <a:gd name="connsiteX22" fmla="*/ 176213 w 201453"/>
                <a:gd name="connsiteY22" fmla="*/ 26194 h 170497"/>
                <a:gd name="connsiteX23" fmla="*/ 172878 w 201453"/>
                <a:gd name="connsiteY23" fmla="*/ 30004 h 170497"/>
                <a:gd name="connsiteX24" fmla="*/ 171926 w 201453"/>
                <a:gd name="connsiteY24" fmla="*/ 30956 h 170497"/>
                <a:gd name="connsiteX25" fmla="*/ 168592 w 201453"/>
                <a:gd name="connsiteY25" fmla="*/ 32385 h 170497"/>
                <a:gd name="connsiteX26" fmla="*/ 165735 w 201453"/>
                <a:gd name="connsiteY26" fmla="*/ 32861 h 170497"/>
                <a:gd name="connsiteX27" fmla="*/ 163353 w 201453"/>
                <a:gd name="connsiteY27" fmla="*/ 32385 h 170497"/>
                <a:gd name="connsiteX28" fmla="*/ 162401 w 201453"/>
                <a:gd name="connsiteY28" fmla="*/ 32385 h 170497"/>
                <a:gd name="connsiteX29" fmla="*/ 152400 w 201453"/>
                <a:gd name="connsiteY29" fmla="*/ 32385 h 170497"/>
                <a:gd name="connsiteX30" fmla="*/ 147161 w 201453"/>
                <a:gd name="connsiteY30" fmla="*/ 31432 h 170497"/>
                <a:gd name="connsiteX31" fmla="*/ 143827 w 201453"/>
                <a:gd name="connsiteY31" fmla="*/ 30004 h 170497"/>
                <a:gd name="connsiteX32" fmla="*/ 141446 w 201453"/>
                <a:gd name="connsiteY32" fmla="*/ 28099 h 170497"/>
                <a:gd name="connsiteX33" fmla="*/ 140494 w 201453"/>
                <a:gd name="connsiteY33" fmla="*/ 26194 h 170497"/>
                <a:gd name="connsiteX34" fmla="*/ 137636 w 201453"/>
                <a:gd name="connsiteY34" fmla="*/ 25241 h 170497"/>
                <a:gd name="connsiteX35" fmla="*/ 133350 w 201453"/>
                <a:gd name="connsiteY35" fmla="*/ 24765 h 170497"/>
                <a:gd name="connsiteX36" fmla="*/ 130016 w 201453"/>
                <a:gd name="connsiteY36" fmla="*/ 22860 h 170497"/>
                <a:gd name="connsiteX37" fmla="*/ 127635 w 201453"/>
                <a:gd name="connsiteY37" fmla="*/ 19526 h 170497"/>
                <a:gd name="connsiteX38" fmla="*/ 124301 w 201453"/>
                <a:gd name="connsiteY38" fmla="*/ 16669 h 170497"/>
                <a:gd name="connsiteX39" fmla="*/ 120491 w 201453"/>
                <a:gd name="connsiteY39" fmla="*/ 14764 h 170497"/>
                <a:gd name="connsiteX40" fmla="*/ 117157 w 201453"/>
                <a:gd name="connsiteY40" fmla="*/ 11906 h 170497"/>
                <a:gd name="connsiteX41" fmla="*/ 114776 w 201453"/>
                <a:gd name="connsiteY41" fmla="*/ 8096 h 170497"/>
                <a:gd name="connsiteX42" fmla="*/ 110490 w 201453"/>
                <a:gd name="connsiteY42" fmla="*/ 4763 h 170497"/>
                <a:gd name="connsiteX43" fmla="*/ 104298 w 201453"/>
                <a:gd name="connsiteY43" fmla="*/ 1905 h 170497"/>
                <a:gd name="connsiteX44" fmla="*/ 102394 w 201453"/>
                <a:gd name="connsiteY44" fmla="*/ 1429 h 170497"/>
                <a:gd name="connsiteX45" fmla="*/ 99536 w 201453"/>
                <a:gd name="connsiteY45" fmla="*/ 476 h 170497"/>
                <a:gd name="connsiteX46" fmla="*/ 95726 w 201453"/>
                <a:gd name="connsiteY46" fmla="*/ 0 h 170497"/>
                <a:gd name="connsiteX47" fmla="*/ 95250 w 201453"/>
                <a:gd name="connsiteY47" fmla="*/ 476 h 170497"/>
                <a:gd name="connsiteX48" fmla="*/ 93821 w 201453"/>
                <a:gd name="connsiteY48" fmla="*/ 952 h 170497"/>
                <a:gd name="connsiteX49" fmla="*/ 92869 w 201453"/>
                <a:gd name="connsiteY49" fmla="*/ 1905 h 170497"/>
                <a:gd name="connsiteX50" fmla="*/ 93345 w 201453"/>
                <a:gd name="connsiteY50" fmla="*/ 5715 h 170497"/>
                <a:gd name="connsiteX51" fmla="*/ 92392 w 201453"/>
                <a:gd name="connsiteY51" fmla="*/ 6191 h 170497"/>
                <a:gd name="connsiteX52" fmla="*/ 88106 w 201453"/>
                <a:gd name="connsiteY52" fmla="*/ 5715 h 170497"/>
                <a:gd name="connsiteX53" fmla="*/ 86677 w 201453"/>
                <a:gd name="connsiteY53" fmla="*/ 6191 h 170497"/>
                <a:gd name="connsiteX54" fmla="*/ 84296 w 201453"/>
                <a:gd name="connsiteY54" fmla="*/ 9049 h 170497"/>
                <a:gd name="connsiteX55" fmla="*/ 81915 w 201453"/>
                <a:gd name="connsiteY55" fmla="*/ 10001 h 170497"/>
                <a:gd name="connsiteX56" fmla="*/ 79057 w 201453"/>
                <a:gd name="connsiteY56" fmla="*/ 10954 h 170497"/>
                <a:gd name="connsiteX57" fmla="*/ 76676 w 201453"/>
                <a:gd name="connsiteY57" fmla="*/ 11906 h 170497"/>
                <a:gd name="connsiteX58" fmla="*/ 73819 w 201453"/>
                <a:gd name="connsiteY58" fmla="*/ 12859 h 170497"/>
                <a:gd name="connsiteX59" fmla="*/ 71438 w 201453"/>
                <a:gd name="connsiteY59" fmla="*/ 13335 h 170497"/>
                <a:gd name="connsiteX60" fmla="*/ 70485 w 201453"/>
                <a:gd name="connsiteY60" fmla="*/ 14764 h 170497"/>
                <a:gd name="connsiteX61" fmla="*/ 70009 w 201453"/>
                <a:gd name="connsiteY61" fmla="*/ 16192 h 170497"/>
                <a:gd name="connsiteX62" fmla="*/ 70009 w 201453"/>
                <a:gd name="connsiteY62" fmla="*/ 17621 h 170497"/>
                <a:gd name="connsiteX63" fmla="*/ 72390 w 201453"/>
                <a:gd name="connsiteY63" fmla="*/ 20002 h 170497"/>
                <a:gd name="connsiteX64" fmla="*/ 72866 w 201453"/>
                <a:gd name="connsiteY64" fmla="*/ 22860 h 170497"/>
                <a:gd name="connsiteX65" fmla="*/ 72390 w 201453"/>
                <a:gd name="connsiteY65" fmla="*/ 26194 h 170497"/>
                <a:gd name="connsiteX66" fmla="*/ 71914 w 201453"/>
                <a:gd name="connsiteY66" fmla="*/ 28099 h 170497"/>
                <a:gd name="connsiteX67" fmla="*/ 70961 w 201453"/>
                <a:gd name="connsiteY67" fmla="*/ 29051 h 170497"/>
                <a:gd name="connsiteX68" fmla="*/ 65246 w 201453"/>
                <a:gd name="connsiteY68" fmla="*/ 30480 h 170497"/>
                <a:gd name="connsiteX69" fmla="*/ 59055 w 201453"/>
                <a:gd name="connsiteY69" fmla="*/ 33338 h 170497"/>
                <a:gd name="connsiteX70" fmla="*/ 59055 w 201453"/>
                <a:gd name="connsiteY70" fmla="*/ 33814 h 170497"/>
                <a:gd name="connsiteX71" fmla="*/ 61913 w 201453"/>
                <a:gd name="connsiteY71" fmla="*/ 36195 h 170497"/>
                <a:gd name="connsiteX72" fmla="*/ 61913 w 201453"/>
                <a:gd name="connsiteY72" fmla="*/ 36671 h 170497"/>
                <a:gd name="connsiteX73" fmla="*/ 59531 w 201453"/>
                <a:gd name="connsiteY73" fmla="*/ 38100 h 170497"/>
                <a:gd name="connsiteX74" fmla="*/ 59531 w 201453"/>
                <a:gd name="connsiteY74" fmla="*/ 39529 h 170497"/>
                <a:gd name="connsiteX75" fmla="*/ 60007 w 201453"/>
                <a:gd name="connsiteY75" fmla="*/ 40957 h 170497"/>
                <a:gd name="connsiteX76" fmla="*/ 61436 w 201453"/>
                <a:gd name="connsiteY76" fmla="*/ 42386 h 170497"/>
                <a:gd name="connsiteX77" fmla="*/ 61913 w 201453"/>
                <a:gd name="connsiteY77" fmla="*/ 43815 h 170497"/>
                <a:gd name="connsiteX78" fmla="*/ 58578 w 201453"/>
                <a:gd name="connsiteY78" fmla="*/ 44767 h 170497"/>
                <a:gd name="connsiteX79" fmla="*/ 54292 w 201453"/>
                <a:gd name="connsiteY79" fmla="*/ 44291 h 170497"/>
                <a:gd name="connsiteX80" fmla="*/ 49053 w 201453"/>
                <a:gd name="connsiteY80" fmla="*/ 42386 h 170497"/>
                <a:gd name="connsiteX81" fmla="*/ 47148 w 201453"/>
                <a:gd name="connsiteY81" fmla="*/ 42863 h 170497"/>
                <a:gd name="connsiteX82" fmla="*/ 45244 w 201453"/>
                <a:gd name="connsiteY82" fmla="*/ 43815 h 170497"/>
                <a:gd name="connsiteX83" fmla="*/ 43339 w 201453"/>
                <a:gd name="connsiteY83" fmla="*/ 43339 h 170497"/>
                <a:gd name="connsiteX84" fmla="*/ 41434 w 201453"/>
                <a:gd name="connsiteY84" fmla="*/ 41910 h 170497"/>
                <a:gd name="connsiteX85" fmla="*/ 38576 w 201453"/>
                <a:gd name="connsiteY85" fmla="*/ 39052 h 170497"/>
                <a:gd name="connsiteX86" fmla="*/ 37147 w 201453"/>
                <a:gd name="connsiteY86" fmla="*/ 37624 h 170497"/>
                <a:gd name="connsiteX87" fmla="*/ 36671 w 201453"/>
                <a:gd name="connsiteY87" fmla="*/ 35719 h 170497"/>
                <a:gd name="connsiteX88" fmla="*/ 35719 w 201453"/>
                <a:gd name="connsiteY88" fmla="*/ 35242 h 170497"/>
                <a:gd name="connsiteX89" fmla="*/ 34766 w 201453"/>
                <a:gd name="connsiteY89" fmla="*/ 35719 h 170497"/>
                <a:gd name="connsiteX90" fmla="*/ 33814 w 201453"/>
                <a:gd name="connsiteY90" fmla="*/ 37624 h 170497"/>
                <a:gd name="connsiteX91" fmla="*/ 30956 w 201453"/>
                <a:gd name="connsiteY91" fmla="*/ 41434 h 170497"/>
                <a:gd name="connsiteX92" fmla="*/ 29051 w 201453"/>
                <a:gd name="connsiteY92" fmla="*/ 42386 h 170497"/>
                <a:gd name="connsiteX93" fmla="*/ 26194 w 201453"/>
                <a:gd name="connsiteY93" fmla="*/ 42386 h 170497"/>
                <a:gd name="connsiteX94" fmla="*/ 21907 w 201453"/>
                <a:gd name="connsiteY94" fmla="*/ 42386 h 170497"/>
                <a:gd name="connsiteX95" fmla="*/ 19526 w 201453"/>
                <a:gd name="connsiteY95" fmla="*/ 42863 h 170497"/>
                <a:gd name="connsiteX96" fmla="*/ 16192 w 201453"/>
                <a:gd name="connsiteY96" fmla="*/ 41434 h 170497"/>
                <a:gd name="connsiteX97" fmla="*/ 15240 w 201453"/>
                <a:gd name="connsiteY97" fmla="*/ 41910 h 170497"/>
                <a:gd name="connsiteX98" fmla="*/ 15240 w 201453"/>
                <a:gd name="connsiteY98" fmla="*/ 42863 h 170497"/>
                <a:gd name="connsiteX99" fmla="*/ 14288 w 201453"/>
                <a:gd name="connsiteY99" fmla="*/ 44291 h 170497"/>
                <a:gd name="connsiteX100" fmla="*/ 12382 w 201453"/>
                <a:gd name="connsiteY100" fmla="*/ 45244 h 170497"/>
                <a:gd name="connsiteX101" fmla="*/ 3334 w 201453"/>
                <a:gd name="connsiteY101" fmla="*/ 43339 h 170497"/>
                <a:gd name="connsiteX102" fmla="*/ 1905 w 201453"/>
                <a:gd name="connsiteY102" fmla="*/ 41434 h 170497"/>
                <a:gd name="connsiteX103" fmla="*/ 0 w 201453"/>
                <a:gd name="connsiteY103" fmla="*/ 42863 h 170497"/>
                <a:gd name="connsiteX104" fmla="*/ 2857 w 201453"/>
                <a:gd name="connsiteY104" fmla="*/ 53340 h 170497"/>
                <a:gd name="connsiteX105" fmla="*/ 3334 w 201453"/>
                <a:gd name="connsiteY105" fmla="*/ 56197 h 170497"/>
                <a:gd name="connsiteX106" fmla="*/ 3810 w 201453"/>
                <a:gd name="connsiteY106" fmla="*/ 58579 h 170497"/>
                <a:gd name="connsiteX107" fmla="*/ 7620 w 201453"/>
                <a:gd name="connsiteY107" fmla="*/ 63341 h 170497"/>
                <a:gd name="connsiteX108" fmla="*/ 11430 w 201453"/>
                <a:gd name="connsiteY108" fmla="*/ 69532 h 170497"/>
                <a:gd name="connsiteX109" fmla="*/ 12859 w 201453"/>
                <a:gd name="connsiteY109" fmla="*/ 70009 h 170497"/>
                <a:gd name="connsiteX110" fmla="*/ 15240 w 201453"/>
                <a:gd name="connsiteY110" fmla="*/ 69532 h 170497"/>
                <a:gd name="connsiteX111" fmla="*/ 17621 w 201453"/>
                <a:gd name="connsiteY111" fmla="*/ 65722 h 170497"/>
                <a:gd name="connsiteX112" fmla="*/ 19050 w 201453"/>
                <a:gd name="connsiteY112" fmla="*/ 62865 h 170497"/>
                <a:gd name="connsiteX113" fmla="*/ 23813 w 201453"/>
                <a:gd name="connsiteY113" fmla="*/ 56197 h 170497"/>
                <a:gd name="connsiteX114" fmla="*/ 24765 w 201453"/>
                <a:gd name="connsiteY114" fmla="*/ 50959 h 170497"/>
                <a:gd name="connsiteX115" fmla="*/ 26194 w 201453"/>
                <a:gd name="connsiteY115" fmla="*/ 48577 h 170497"/>
                <a:gd name="connsiteX116" fmla="*/ 28575 w 201453"/>
                <a:gd name="connsiteY116" fmla="*/ 48577 h 170497"/>
                <a:gd name="connsiteX117" fmla="*/ 34290 w 201453"/>
                <a:gd name="connsiteY117" fmla="*/ 50482 h 170497"/>
                <a:gd name="connsiteX118" fmla="*/ 37147 w 201453"/>
                <a:gd name="connsiteY118" fmla="*/ 53816 h 170497"/>
                <a:gd name="connsiteX119" fmla="*/ 44767 w 201453"/>
                <a:gd name="connsiteY119" fmla="*/ 59531 h 170497"/>
                <a:gd name="connsiteX120" fmla="*/ 46672 w 201453"/>
                <a:gd name="connsiteY120" fmla="*/ 64294 h 170497"/>
                <a:gd name="connsiteX121" fmla="*/ 45720 w 201453"/>
                <a:gd name="connsiteY121" fmla="*/ 70485 h 170497"/>
                <a:gd name="connsiteX122" fmla="*/ 46196 w 201453"/>
                <a:gd name="connsiteY122" fmla="*/ 75247 h 170497"/>
                <a:gd name="connsiteX123" fmla="*/ 49053 w 201453"/>
                <a:gd name="connsiteY123" fmla="*/ 79534 h 170497"/>
                <a:gd name="connsiteX124" fmla="*/ 59055 w 201453"/>
                <a:gd name="connsiteY124" fmla="*/ 88582 h 170497"/>
                <a:gd name="connsiteX125" fmla="*/ 62865 w 201453"/>
                <a:gd name="connsiteY125" fmla="*/ 90964 h 170497"/>
                <a:gd name="connsiteX126" fmla="*/ 65722 w 201453"/>
                <a:gd name="connsiteY126" fmla="*/ 93345 h 170497"/>
                <a:gd name="connsiteX127" fmla="*/ 62389 w 201453"/>
                <a:gd name="connsiteY127" fmla="*/ 92392 h 170497"/>
                <a:gd name="connsiteX128" fmla="*/ 59531 w 201453"/>
                <a:gd name="connsiteY128" fmla="*/ 92392 h 170497"/>
                <a:gd name="connsiteX129" fmla="*/ 57626 w 201453"/>
                <a:gd name="connsiteY129" fmla="*/ 93345 h 170497"/>
                <a:gd name="connsiteX130" fmla="*/ 56197 w 201453"/>
                <a:gd name="connsiteY130" fmla="*/ 93345 h 170497"/>
                <a:gd name="connsiteX131" fmla="*/ 54292 w 201453"/>
                <a:gd name="connsiteY131" fmla="*/ 93821 h 170497"/>
                <a:gd name="connsiteX132" fmla="*/ 56197 w 201453"/>
                <a:gd name="connsiteY132" fmla="*/ 97155 h 170497"/>
                <a:gd name="connsiteX133" fmla="*/ 66675 w 201453"/>
                <a:gd name="connsiteY133" fmla="*/ 108109 h 170497"/>
                <a:gd name="connsiteX134" fmla="*/ 71914 w 201453"/>
                <a:gd name="connsiteY134" fmla="*/ 111919 h 170497"/>
                <a:gd name="connsiteX135" fmla="*/ 77628 w 201453"/>
                <a:gd name="connsiteY135" fmla="*/ 115252 h 170497"/>
                <a:gd name="connsiteX136" fmla="*/ 81915 w 201453"/>
                <a:gd name="connsiteY136" fmla="*/ 118586 h 170497"/>
                <a:gd name="connsiteX137" fmla="*/ 82391 w 201453"/>
                <a:gd name="connsiteY137" fmla="*/ 120491 h 170497"/>
                <a:gd name="connsiteX138" fmla="*/ 82391 w 201453"/>
                <a:gd name="connsiteY138" fmla="*/ 121920 h 170497"/>
                <a:gd name="connsiteX139" fmla="*/ 83820 w 201453"/>
                <a:gd name="connsiteY139" fmla="*/ 123825 h 170497"/>
                <a:gd name="connsiteX140" fmla="*/ 85725 w 201453"/>
                <a:gd name="connsiteY140" fmla="*/ 124301 h 170497"/>
                <a:gd name="connsiteX141" fmla="*/ 88582 w 201453"/>
                <a:gd name="connsiteY141" fmla="*/ 124301 h 170497"/>
                <a:gd name="connsiteX142" fmla="*/ 93345 w 201453"/>
                <a:gd name="connsiteY142" fmla="*/ 123349 h 170497"/>
                <a:gd name="connsiteX143" fmla="*/ 97631 w 201453"/>
                <a:gd name="connsiteY143" fmla="*/ 122872 h 170497"/>
                <a:gd name="connsiteX144" fmla="*/ 104775 w 201453"/>
                <a:gd name="connsiteY144" fmla="*/ 126206 h 170497"/>
                <a:gd name="connsiteX145" fmla="*/ 115252 w 201453"/>
                <a:gd name="connsiteY145" fmla="*/ 129064 h 170497"/>
                <a:gd name="connsiteX146" fmla="*/ 122872 w 201453"/>
                <a:gd name="connsiteY146" fmla="*/ 136684 h 170497"/>
                <a:gd name="connsiteX147" fmla="*/ 129540 w 201453"/>
                <a:gd name="connsiteY147" fmla="*/ 140494 h 170497"/>
                <a:gd name="connsiteX148" fmla="*/ 136684 w 201453"/>
                <a:gd name="connsiteY148" fmla="*/ 146685 h 170497"/>
                <a:gd name="connsiteX149" fmla="*/ 138113 w 201453"/>
                <a:gd name="connsiteY149" fmla="*/ 147638 h 170497"/>
                <a:gd name="connsiteX150" fmla="*/ 140017 w 201453"/>
                <a:gd name="connsiteY150" fmla="*/ 146685 h 170497"/>
                <a:gd name="connsiteX151" fmla="*/ 140494 w 201453"/>
                <a:gd name="connsiteY151" fmla="*/ 145732 h 170497"/>
                <a:gd name="connsiteX152" fmla="*/ 140017 w 201453"/>
                <a:gd name="connsiteY152" fmla="*/ 144780 h 170497"/>
                <a:gd name="connsiteX153" fmla="*/ 139065 w 201453"/>
                <a:gd name="connsiteY153" fmla="*/ 143351 h 170497"/>
                <a:gd name="connsiteX154" fmla="*/ 131445 w 201453"/>
                <a:gd name="connsiteY154" fmla="*/ 137160 h 170497"/>
                <a:gd name="connsiteX155" fmla="*/ 127635 w 201453"/>
                <a:gd name="connsiteY155" fmla="*/ 132874 h 170497"/>
                <a:gd name="connsiteX156" fmla="*/ 127159 w 201453"/>
                <a:gd name="connsiteY156" fmla="*/ 131445 h 170497"/>
                <a:gd name="connsiteX157" fmla="*/ 127159 w 201453"/>
                <a:gd name="connsiteY157" fmla="*/ 127159 h 170497"/>
                <a:gd name="connsiteX158" fmla="*/ 126206 w 201453"/>
                <a:gd name="connsiteY158" fmla="*/ 126206 h 170497"/>
                <a:gd name="connsiteX159" fmla="*/ 120491 w 201453"/>
                <a:gd name="connsiteY159" fmla="*/ 124301 h 170497"/>
                <a:gd name="connsiteX160" fmla="*/ 114300 w 201453"/>
                <a:gd name="connsiteY160" fmla="*/ 119063 h 170497"/>
                <a:gd name="connsiteX161" fmla="*/ 108109 w 201453"/>
                <a:gd name="connsiteY161" fmla="*/ 113824 h 170497"/>
                <a:gd name="connsiteX162" fmla="*/ 107156 w 201453"/>
                <a:gd name="connsiteY162" fmla="*/ 112395 h 170497"/>
                <a:gd name="connsiteX163" fmla="*/ 103822 w 201453"/>
                <a:gd name="connsiteY163" fmla="*/ 108585 h 170497"/>
                <a:gd name="connsiteX164" fmla="*/ 100013 w 201453"/>
                <a:gd name="connsiteY164" fmla="*/ 104775 h 170497"/>
                <a:gd name="connsiteX165" fmla="*/ 96678 w 201453"/>
                <a:gd name="connsiteY165" fmla="*/ 102394 h 170497"/>
                <a:gd name="connsiteX166" fmla="*/ 93821 w 201453"/>
                <a:gd name="connsiteY166" fmla="*/ 99536 h 170497"/>
                <a:gd name="connsiteX167" fmla="*/ 90964 w 201453"/>
                <a:gd name="connsiteY167" fmla="*/ 95726 h 170497"/>
                <a:gd name="connsiteX168" fmla="*/ 89535 w 201453"/>
                <a:gd name="connsiteY168" fmla="*/ 90011 h 170497"/>
                <a:gd name="connsiteX169" fmla="*/ 88106 w 201453"/>
                <a:gd name="connsiteY169" fmla="*/ 84772 h 170497"/>
                <a:gd name="connsiteX170" fmla="*/ 87153 w 201453"/>
                <a:gd name="connsiteY170" fmla="*/ 82867 h 170497"/>
                <a:gd name="connsiteX171" fmla="*/ 85248 w 201453"/>
                <a:gd name="connsiteY171" fmla="*/ 82391 h 170497"/>
                <a:gd name="connsiteX172" fmla="*/ 79534 w 201453"/>
                <a:gd name="connsiteY172" fmla="*/ 76200 h 170497"/>
                <a:gd name="connsiteX173" fmla="*/ 74771 w 201453"/>
                <a:gd name="connsiteY173" fmla="*/ 72866 h 170497"/>
                <a:gd name="connsiteX174" fmla="*/ 74771 w 201453"/>
                <a:gd name="connsiteY174" fmla="*/ 69056 h 170497"/>
                <a:gd name="connsiteX175" fmla="*/ 75723 w 201453"/>
                <a:gd name="connsiteY175" fmla="*/ 62865 h 170497"/>
                <a:gd name="connsiteX176" fmla="*/ 76676 w 201453"/>
                <a:gd name="connsiteY176" fmla="*/ 55721 h 170497"/>
                <a:gd name="connsiteX177" fmla="*/ 77628 w 201453"/>
                <a:gd name="connsiteY177" fmla="*/ 54769 h 170497"/>
                <a:gd name="connsiteX178" fmla="*/ 80010 w 201453"/>
                <a:gd name="connsiteY178" fmla="*/ 54292 h 170497"/>
                <a:gd name="connsiteX179" fmla="*/ 82391 w 201453"/>
                <a:gd name="connsiteY179" fmla="*/ 54292 h 170497"/>
                <a:gd name="connsiteX180" fmla="*/ 84772 w 201453"/>
                <a:gd name="connsiteY180" fmla="*/ 55245 h 170497"/>
                <a:gd name="connsiteX181" fmla="*/ 89059 w 201453"/>
                <a:gd name="connsiteY181" fmla="*/ 60007 h 170497"/>
                <a:gd name="connsiteX182" fmla="*/ 91440 w 201453"/>
                <a:gd name="connsiteY182" fmla="*/ 61913 h 170497"/>
                <a:gd name="connsiteX183" fmla="*/ 93345 w 201453"/>
                <a:gd name="connsiteY183" fmla="*/ 62865 h 170497"/>
                <a:gd name="connsiteX184" fmla="*/ 95726 w 201453"/>
                <a:gd name="connsiteY184" fmla="*/ 60960 h 170497"/>
                <a:gd name="connsiteX185" fmla="*/ 98584 w 201453"/>
                <a:gd name="connsiteY185" fmla="*/ 56674 h 170497"/>
                <a:gd name="connsiteX186" fmla="*/ 101441 w 201453"/>
                <a:gd name="connsiteY186" fmla="*/ 54292 h 170497"/>
                <a:gd name="connsiteX187" fmla="*/ 110490 w 201453"/>
                <a:gd name="connsiteY187" fmla="*/ 55245 h 170497"/>
                <a:gd name="connsiteX188" fmla="*/ 114776 w 201453"/>
                <a:gd name="connsiteY188" fmla="*/ 51911 h 170497"/>
                <a:gd name="connsiteX189" fmla="*/ 121920 w 201453"/>
                <a:gd name="connsiteY189" fmla="*/ 56197 h 170497"/>
                <a:gd name="connsiteX190" fmla="*/ 124777 w 201453"/>
                <a:gd name="connsiteY190" fmla="*/ 56674 h 170497"/>
                <a:gd name="connsiteX191" fmla="*/ 126206 w 201453"/>
                <a:gd name="connsiteY191" fmla="*/ 56197 h 170497"/>
                <a:gd name="connsiteX192" fmla="*/ 128588 w 201453"/>
                <a:gd name="connsiteY192" fmla="*/ 56674 h 170497"/>
                <a:gd name="connsiteX193" fmla="*/ 133350 w 201453"/>
                <a:gd name="connsiteY193" fmla="*/ 58102 h 170497"/>
                <a:gd name="connsiteX194" fmla="*/ 134302 w 201453"/>
                <a:gd name="connsiteY194" fmla="*/ 58579 h 170497"/>
                <a:gd name="connsiteX195" fmla="*/ 135731 w 201453"/>
                <a:gd name="connsiteY195" fmla="*/ 58579 h 170497"/>
                <a:gd name="connsiteX196" fmla="*/ 139541 w 201453"/>
                <a:gd name="connsiteY196" fmla="*/ 56674 h 170497"/>
                <a:gd name="connsiteX197" fmla="*/ 140970 w 201453"/>
                <a:gd name="connsiteY197" fmla="*/ 56674 h 170497"/>
                <a:gd name="connsiteX198" fmla="*/ 145256 w 201453"/>
                <a:gd name="connsiteY198" fmla="*/ 60007 h 170497"/>
                <a:gd name="connsiteX199" fmla="*/ 147161 w 201453"/>
                <a:gd name="connsiteY199" fmla="*/ 60007 h 170497"/>
                <a:gd name="connsiteX200" fmla="*/ 149542 w 201453"/>
                <a:gd name="connsiteY200" fmla="*/ 58579 h 170497"/>
                <a:gd name="connsiteX201" fmla="*/ 150971 w 201453"/>
                <a:gd name="connsiteY201" fmla="*/ 57150 h 170497"/>
                <a:gd name="connsiteX202" fmla="*/ 155734 w 201453"/>
                <a:gd name="connsiteY202" fmla="*/ 58102 h 170497"/>
                <a:gd name="connsiteX203" fmla="*/ 158591 w 201453"/>
                <a:gd name="connsiteY203" fmla="*/ 57626 h 170497"/>
                <a:gd name="connsiteX204" fmla="*/ 160972 w 201453"/>
                <a:gd name="connsiteY204" fmla="*/ 57626 h 170497"/>
                <a:gd name="connsiteX205" fmla="*/ 163353 w 201453"/>
                <a:gd name="connsiteY205" fmla="*/ 58102 h 170497"/>
                <a:gd name="connsiteX206" fmla="*/ 165735 w 201453"/>
                <a:gd name="connsiteY206" fmla="*/ 59055 h 170497"/>
                <a:gd name="connsiteX207" fmla="*/ 168116 w 201453"/>
                <a:gd name="connsiteY207" fmla="*/ 59531 h 170497"/>
                <a:gd name="connsiteX208" fmla="*/ 173831 w 201453"/>
                <a:gd name="connsiteY208" fmla="*/ 60007 h 170497"/>
                <a:gd name="connsiteX209" fmla="*/ 176689 w 201453"/>
                <a:gd name="connsiteY209" fmla="*/ 61913 h 170497"/>
                <a:gd name="connsiteX210" fmla="*/ 177641 w 201453"/>
                <a:gd name="connsiteY210" fmla="*/ 63817 h 170497"/>
                <a:gd name="connsiteX211" fmla="*/ 177641 w 201453"/>
                <a:gd name="connsiteY211" fmla="*/ 65246 h 170497"/>
                <a:gd name="connsiteX212" fmla="*/ 178117 w 201453"/>
                <a:gd name="connsiteY212" fmla="*/ 66675 h 170497"/>
                <a:gd name="connsiteX213" fmla="*/ 179546 w 201453"/>
                <a:gd name="connsiteY213" fmla="*/ 68104 h 170497"/>
                <a:gd name="connsiteX214" fmla="*/ 182880 w 201453"/>
                <a:gd name="connsiteY214" fmla="*/ 69056 h 170497"/>
                <a:gd name="connsiteX215" fmla="*/ 185261 w 201453"/>
                <a:gd name="connsiteY215" fmla="*/ 69056 h 170497"/>
                <a:gd name="connsiteX216" fmla="*/ 184785 w 201453"/>
                <a:gd name="connsiteY216" fmla="*/ 67627 h 170497"/>
                <a:gd name="connsiteX217" fmla="*/ 185261 w 201453"/>
                <a:gd name="connsiteY217" fmla="*/ 67151 h 170497"/>
                <a:gd name="connsiteX218" fmla="*/ 186214 w 201453"/>
                <a:gd name="connsiteY218" fmla="*/ 67151 h 170497"/>
                <a:gd name="connsiteX219" fmla="*/ 187166 w 201453"/>
                <a:gd name="connsiteY219" fmla="*/ 67627 h 170497"/>
                <a:gd name="connsiteX220" fmla="*/ 188119 w 201453"/>
                <a:gd name="connsiteY220" fmla="*/ 67151 h 170497"/>
                <a:gd name="connsiteX221" fmla="*/ 188595 w 201453"/>
                <a:gd name="connsiteY221" fmla="*/ 65246 h 170497"/>
                <a:gd name="connsiteX222" fmla="*/ 187166 w 201453"/>
                <a:gd name="connsiteY222" fmla="*/ 58579 h 170497"/>
                <a:gd name="connsiteX223" fmla="*/ 189547 w 201453"/>
                <a:gd name="connsiteY223" fmla="*/ 58102 h 170497"/>
                <a:gd name="connsiteX224" fmla="*/ 189547 w 201453"/>
                <a:gd name="connsiteY224" fmla="*/ 57150 h 170497"/>
                <a:gd name="connsiteX225" fmla="*/ 189547 w 201453"/>
                <a:gd name="connsiteY225" fmla="*/ 56197 h 170497"/>
                <a:gd name="connsiteX226" fmla="*/ 191928 w 201453"/>
                <a:gd name="connsiteY226" fmla="*/ 57150 h 170497"/>
                <a:gd name="connsiteX227" fmla="*/ 195263 w 201453"/>
                <a:gd name="connsiteY227" fmla="*/ 57150 h 170497"/>
                <a:gd name="connsiteX228" fmla="*/ 198120 w 201453"/>
                <a:gd name="connsiteY228" fmla="*/ 56674 h 170497"/>
                <a:gd name="connsiteX229" fmla="*/ 198596 w 201453"/>
                <a:gd name="connsiteY229" fmla="*/ 56197 h 170497"/>
                <a:gd name="connsiteX230" fmla="*/ 201453 w 201453"/>
                <a:gd name="connsiteY230" fmla="*/ 55721 h 170497"/>
                <a:gd name="connsiteX231" fmla="*/ 168592 w 201453"/>
                <a:gd name="connsiteY231" fmla="*/ 166688 h 170497"/>
                <a:gd name="connsiteX232" fmla="*/ 168592 w 201453"/>
                <a:gd name="connsiteY232" fmla="*/ 165259 h 170497"/>
                <a:gd name="connsiteX233" fmla="*/ 165735 w 201453"/>
                <a:gd name="connsiteY233" fmla="*/ 164306 h 170497"/>
                <a:gd name="connsiteX234" fmla="*/ 164306 w 201453"/>
                <a:gd name="connsiteY234" fmla="*/ 163830 h 170497"/>
                <a:gd name="connsiteX235" fmla="*/ 158115 w 201453"/>
                <a:gd name="connsiteY235" fmla="*/ 160020 h 170497"/>
                <a:gd name="connsiteX236" fmla="*/ 155257 w 201453"/>
                <a:gd name="connsiteY236" fmla="*/ 158115 h 170497"/>
                <a:gd name="connsiteX237" fmla="*/ 150971 w 201453"/>
                <a:gd name="connsiteY237" fmla="*/ 155257 h 170497"/>
                <a:gd name="connsiteX238" fmla="*/ 148114 w 201453"/>
                <a:gd name="connsiteY238" fmla="*/ 153829 h 170497"/>
                <a:gd name="connsiteX239" fmla="*/ 146685 w 201453"/>
                <a:gd name="connsiteY239" fmla="*/ 151447 h 170497"/>
                <a:gd name="connsiteX240" fmla="*/ 144780 w 201453"/>
                <a:gd name="connsiteY240" fmla="*/ 150971 h 170497"/>
                <a:gd name="connsiteX241" fmla="*/ 142398 w 201453"/>
                <a:gd name="connsiteY241" fmla="*/ 151924 h 170497"/>
                <a:gd name="connsiteX242" fmla="*/ 144303 w 201453"/>
                <a:gd name="connsiteY242" fmla="*/ 153829 h 170497"/>
                <a:gd name="connsiteX243" fmla="*/ 127159 w 201453"/>
                <a:gd name="connsiteY243" fmla="*/ 146685 h 170497"/>
                <a:gd name="connsiteX244" fmla="*/ 123825 w 201453"/>
                <a:gd name="connsiteY244" fmla="*/ 146685 h 170497"/>
                <a:gd name="connsiteX245" fmla="*/ 120967 w 201453"/>
                <a:gd name="connsiteY245" fmla="*/ 147161 h 170497"/>
                <a:gd name="connsiteX246" fmla="*/ 128111 w 201453"/>
                <a:gd name="connsiteY246" fmla="*/ 149066 h 170497"/>
                <a:gd name="connsiteX247" fmla="*/ 139065 w 201453"/>
                <a:gd name="connsiteY247" fmla="*/ 154305 h 170497"/>
                <a:gd name="connsiteX248" fmla="*/ 147161 w 201453"/>
                <a:gd name="connsiteY248" fmla="*/ 155734 h 170497"/>
                <a:gd name="connsiteX249" fmla="*/ 158591 w 201453"/>
                <a:gd name="connsiteY249" fmla="*/ 162401 h 170497"/>
                <a:gd name="connsiteX250" fmla="*/ 164306 w 201453"/>
                <a:gd name="connsiteY250" fmla="*/ 166688 h 170497"/>
                <a:gd name="connsiteX251" fmla="*/ 170497 w 201453"/>
                <a:gd name="connsiteY251" fmla="*/ 170497 h 170497"/>
                <a:gd name="connsiteX252" fmla="*/ 169069 w 201453"/>
                <a:gd name="connsiteY252" fmla="*/ 168592 h 170497"/>
                <a:gd name="connsiteX253" fmla="*/ 168592 w 201453"/>
                <a:gd name="connsiteY253" fmla="*/ 166688 h 17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201453" h="170497">
                  <a:moveTo>
                    <a:pt x="201453" y="55721"/>
                  </a:moveTo>
                  <a:lnTo>
                    <a:pt x="200977" y="54769"/>
                  </a:lnTo>
                  <a:lnTo>
                    <a:pt x="200025" y="54292"/>
                  </a:lnTo>
                  <a:lnTo>
                    <a:pt x="199072" y="53340"/>
                  </a:lnTo>
                  <a:lnTo>
                    <a:pt x="197167" y="52864"/>
                  </a:lnTo>
                  <a:lnTo>
                    <a:pt x="190976" y="50482"/>
                  </a:lnTo>
                  <a:lnTo>
                    <a:pt x="188119" y="48101"/>
                  </a:lnTo>
                  <a:lnTo>
                    <a:pt x="188119" y="45244"/>
                  </a:lnTo>
                  <a:lnTo>
                    <a:pt x="189071" y="43815"/>
                  </a:lnTo>
                  <a:lnTo>
                    <a:pt x="190023" y="43339"/>
                  </a:lnTo>
                  <a:lnTo>
                    <a:pt x="189547" y="42863"/>
                  </a:lnTo>
                  <a:lnTo>
                    <a:pt x="186214" y="41434"/>
                  </a:lnTo>
                  <a:lnTo>
                    <a:pt x="184785" y="39529"/>
                  </a:lnTo>
                  <a:lnTo>
                    <a:pt x="185738" y="37147"/>
                  </a:lnTo>
                  <a:lnTo>
                    <a:pt x="183832" y="32385"/>
                  </a:lnTo>
                  <a:lnTo>
                    <a:pt x="181927" y="29527"/>
                  </a:lnTo>
                  <a:lnTo>
                    <a:pt x="183832" y="28099"/>
                  </a:lnTo>
                  <a:lnTo>
                    <a:pt x="184309" y="26194"/>
                  </a:lnTo>
                  <a:lnTo>
                    <a:pt x="184309" y="25241"/>
                  </a:lnTo>
                  <a:lnTo>
                    <a:pt x="184309" y="25241"/>
                  </a:lnTo>
                  <a:lnTo>
                    <a:pt x="181927" y="26194"/>
                  </a:lnTo>
                  <a:lnTo>
                    <a:pt x="178117" y="26670"/>
                  </a:lnTo>
                  <a:lnTo>
                    <a:pt x="176213" y="26194"/>
                  </a:lnTo>
                  <a:lnTo>
                    <a:pt x="172878" y="30004"/>
                  </a:lnTo>
                  <a:lnTo>
                    <a:pt x="171926" y="30956"/>
                  </a:lnTo>
                  <a:lnTo>
                    <a:pt x="168592" y="32385"/>
                  </a:lnTo>
                  <a:lnTo>
                    <a:pt x="165735" y="32861"/>
                  </a:lnTo>
                  <a:lnTo>
                    <a:pt x="163353" y="32385"/>
                  </a:lnTo>
                  <a:lnTo>
                    <a:pt x="162401" y="32385"/>
                  </a:lnTo>
                  <a:lnTo>
                    <a:pt x="152400" y="32385"/>
                  </a:lnTo>
                  <a:lnTo>
                    <a:pt x="147161" y="31432"/>
                  </a:lnTo>
                  <a:lnTo>
                    <a:pt x="143827" y="30004"/>
                  </a:lnTo>
                  <a:lnTo>
                    <a:pt x="141446" y="28099"/>
                  </a:lnTo>
                  <a:lnTo>
                    <a:pt x="140494" y="26194"/>
                  </a:lnTo>
                  <a:lnTo>
                    <a:pt x="137636" y="25241"/>
                  </a:lnTo>
                  <a:lnTo>
                    <a:pt x="133350" y="24765"/>
                  </a:lnTo>
                  <a:lnTo>
                    <a:pt x="130016" y="22860"/>
                  </a:lnTo>
                  <a:lnTo>
                    <a:pt x="127635" y="19526"/>
                  </a:lnTo>
                  <a:lnTo>
                    <a:pt x="124301" y="16669"/>
                  </a:lnTo>
                  <a:lnTo>
                    <a:pt x="120491" y="14764"/>
                  </a:lnTo>
                  <a:lnTo>
                    <a:pt x="117157" y="11906"/>
                  </a:lnTo>
                  <a:lnTo>
                    <a:pt x="114776" y="8096"/>
                  </a:lnTo>
                  <a:lnTo>
                    <a:pt x="110490" y="4763"/>
                  </a:lnTo>
                  <a:lnTo>
                    <a:pt x="104298" y="1905"/>
                  </a:lnTo>
                  <a:lnTo>
                    <a:pt x="102394" y="1429"/>
                  </a:lnTo>
                  <a:lnTo>
                    <a:pt x="99536" y="476"/>
                  </a:lnTo>
                  <a:lnTo>
                    <a:pt x="95726" y="0"/>
                  </a:lnTo>
                  <a:lnTo>
                    <a:pt x="95250" y="476"/>
                  </a:lnTo>
                  <a:lnTo>
                    <a:pt x="93821" y="952"/>
                  </a:lnTo>
                  <a:lnTo>
                    <a:pt x="92869" y="1905"/>
                  </a:lnTo>
                  <a:lnTo>
                    <a:pt x="93345" y="5715"/>
                  </a:lnTo>
                  <a:lnTo>
                    <a:pt x="92392" y="6191"/>
                  </a:lnTo>
                  <a:lnTo>
                    <a:pt x="88106" y="5715"/>
                  </a:lnTo>
                  <a:lnTo>
                    <a:pt x="86677" y="6191"/>
                  </a:lnTo>
                  <a:lnTo>
                    <a:pt x="84296" y="9049"/>
                  </a:lnTo>
                  <a:lnTo>
                    <a:pt x="81915" y="10001"/>
                  </a:lnTo>
                  <a:lnTo>
                    <a:pt x="79057" y="10954"/>
                  </a:lnTo>
                  <a:lnTo>
                    <a:pt x="76676" y="11906"/>
                  </a:lnTo>
                  <a:lnTo>
                    <a:pt x="73819" y="12859"/>
                  </a:lnTo>
                  <a:lnTo>
                    <a:pt x="71438" y="13335"/>
                  </a:lnTo>
                  <a:lnTo>
                    <a:pt x="70485" y="14764"/>
                  </a:lnTo>
                  <a:lnTo>
                    <a:pt x="70009" y="16192"/>
                  </a:lnTo>
                  <a:lnTo>
                    <a:pt x="70009" y="17621"/>
                  </a:lnTo>
                  <a:lnTo>
                    <a:pt x="72390" y="20002"/>
                  </a:lnTo>
                  <a:lnTo>
                    <a:pt x="72866" y="22860"/>
                  </a:lnTo>
                  <a:lnTo>
                    <a:pt x="72390" y="26194"/>
                  </a:lnTo>
                  <a:lnTo>
                    <a:pt x="71914" y="28099"/>
                  </a:lnTo>
                  <a:lnTo>
                    <a:pt x="70961" y="29051"/>
                  </a:lnTo>
                  <a:lnTo>
                    <a:pt x="65246" y="30480"/>
                  </a:lnTo>
                  <a:lnTo>
                    <a:pt x="59055" y="33338"/>
                  </a:lnTo>
                  <a:lnTo>
                    <a:pt x="59055" y="33814"/>
                  </a:lnTo>
                  <a:lnTo>
                    <a:pt x="61913" y="36195"/>
                  </a:lnTo>
                  <a:lnTo>
                    <a:pt x="61913" y="36671"/>
                  </a:lnTo>
                  <a:lnTo>
                    <a:pt x="59531" y="38100"/>
                  </a:lnTo>
                  <a:lnTo>
                    <a:pt x="59531" y="39529"/>
                  </a:lnTo>
                  <a:lnTo>
                    <a:pt x="60007" y="40957"/>
                  </a:lnTo>
                  <a:lnTo>
                    <a:pt x="61436" y="42386"/>
                  </a:lnTo>
                  <a:lnTo>
                    <a:pt x="61913" y="43815"/>
                  </a:lnTo>
                  <a:lnTo>
                    <a:pt x="58578" y="44767"/>
                  </a:lnTo>
                  <a:lnTo>
                    <a:pt x="54292" y="44291"/>
                  </a:lnTo>
                  <a:lnTo>
                    <a:pt x="49053" y="42386"/>
                  </a:lnTo>
                  <a:lnTo>
                    <a:pt x="47148" y="42863"/>
                  </a:lnTo>
                  <a:lnTo>
                    <a:pt x="45244" y="43815"/>
                  </a:lnTo>
                  <a:lnTo>
                    <a:pt x="43339" y="43339"/>
                  </a:lnTo>
                  <a:lnTo>
                    <a:pt x="41434" y="41910"/>
                  </a:lnTo>
                  <a:lnTo>
                    <a:pt x="38576" y="39052"/>
                  </a:lnTo>
                  <a:lnTo>
                    <a:pt x="37147" y="37624"/>
                  </a:lnTo>
                  <a:lnTo>
                    <a:pt x="36671" y="35719"/>
                  </a:lnTo>
                  <a:lnTo>
                    <a:pt x="35719" y="35242"/>
                  </a:lnTo>
                  <a:lnTo>
                    <a:pt x="34766" y="35719"/>
                  </a:lnTo>
                  <a:lnTo>
                    <a:pt x="33814" y="37624"/>
                  </a:lnTo>
                  <a:lnTo>
                    <a:pt x="30956" y="41434"/>
                  </a:lnTo>
                  <a:lnTo>
                    <a:pt x="29051" y="42386"/>
                  </a:lnTo>
                  <a:lnTo>
                    <a:pt x="26194" y="42386"/>
                  </a:lnTo>
                  <a:lnTo>
                    <a:pt x="21907" y="42386"/>
                  </a:lnTo>
                  <a:lnTo>
                    <a:pt x="19526" y="42863"/>
                  </a:lnTo>
                  <a:lnTo>
                    <a:pt x="16192" y="41434"/>
                  </a:lnTo>
                  <a:lnTo>
                    <a:pt x="15240" y="41910"/>
                  </a:lnTo>
                  <a:lnTo>
                    <a:pt x="15240" y="42863"/>
                  </a:lnTo>
                  <a:lnTo>
                    <a:pt x="14288" y="44291"/>
                  </a:lnTo>
                  <a:lnTo>
                    <a:pt x="12382" y="45244"/>
                  </a:lnTo>
                  <a:lnTo>
                    <a:pt x="3334" y="43339"/>
                  </a:lnTo>
                  <a:lnTo>
                    <a:pt x="1905" y="41434"/>
                  </a:lnTo>
                  <a:lnTo>
                    <a:pt x="0" y="42863"/>
                  </a:lnTo>
                  <a:lnTo>
                    <a:pt x="2857" y="53340"/>
                  </a:lnTo>
                  <a:lnTo>
                    <a:pt x="3334" y="56197"/>
                  </a:lnTo>
                  <a:lnTo>
                    <a:pt x="3810" y="58579"/>
                  </a:lnTo>
                  <a:lnTo>
                    <a:pt x="7620" y="63341"/>
                  </a:lnTo>
                  <a:lnTo>
                    <a:pt x="11430" y="69532"/>
                  </a:lnTo>
                  <a:lnTo>
                    <a:pt x="12859" y="70009"/>
                  </a:lnTo>
                  <a:lnTo>
                    <a:pt x="15240" y="69532"/>
                  </a:lnTo>
                  <a:lnTo>
                    <a:pt x="17621" y="65722"/>
                  </a:lnTo>
                  <a:lnTo>
                    <a:pt x="19050" y="62865"/>
                  </a:lnTo>
                  <a:lnTo>
                    <a:pt x="23813" y="56197"/>
                  </a:lnTo>
                  <a:lnTo>
                    <a:pt x="24765" y="50959"/>
                  </a:lnTo>
                  <a:lnTo>
                    <a:pt x="26194" y="48577"/>
                  </a:lnTo>
                  <a:lnTo>
                    <a:pt x="28575" y="48577"/>
                  </a:lnTo>
                  <a:lnTo>
                    <a:pt x="34290" y="50482"/>
                  </a:lnTo>
                  <a:lnTo>
                    <a:pt x="37147" y="53816"/>
                  </a:lnTo>
                  <a:lnTo>
                    <a:pt x="44767" y="59531"/>
                  </a:lnTo>
                  <a:lnTo>
                    <a:pt x="46672" y="64294"/>
                  </a:lnTo>
                  <a:lnTo>
                    <a:pt x="45720" y="70485"/>
                  </a:lnTo>
                  <a:lnTo>
                    <a:pt x="46196" y="75247"/>
                  </a:lnTo>
                  <a:lnTo>
                    <a:pt x="49053" y="79534"/>
                  </a:lnTo>
                  <a:lnTo>
                    <a:pt x="59055" y="88582"/>
                  </a:lnTo>
                  <a:lnTo>
                    <a:pt x="62865" y="90964"/>
                  </a:lnTo>
                  <a:lnTo>
                    <a:pt x="65722" y="93345"/>
                  </a:lnTo>
                  <a:lnTo>
                    <a:pt x="62389" y="92392"/>
                  </a:lnTo>
                  <a:lnTo>
                    <a:pt x="59531" y="92392"/>
                  </a:lnTo>
                  <a:lnTo>
                    <a:pt x="57626" y="93345"/>
                  </a:lnTo>
                  <a:lnTo>
                    <a:pt x="56197" y="93345"/>
                  </a:lnTo>
                  <a:lnTo>
                    <a:pt x="54292" y="93821"/>
                  </a:lnTo>
                  <a:lnTo>
                    <a:pt x="56197" y="97155"/>
                  </a:lnTo>
                  <a:lnTo>
                    <a:pt x="66675" y="108109"/>
                  </a:lnTo>
                  <a:lnTo>
                    <a:pt x="71914" y="111919"/>
                  </a:lnTo>
                  <a:lnTo>
                    <a:pt x="77628" y="115252"/>
                  </a:lnTo>
                  <a:lnTo>
                    <a:pt x="81915" y="118586"/>
                  </a:lnTo>
                  <a:lnTo>
                    <a:pt x="82391" y="120491"/>
                  </a:lnTo>
                  <a:lnTo>
                    <a:pt x="82391" y="121920"/>
                  </a:lnTo>
                  <a:lnTo>
                    <a:pt x="83820" y="123825"/>
                  </a:lnTo>
                  <a:lnTo>
                    <a:pt x="85725" y="124301"/>
                  </a:lnTo>
                  <a:lnTo>
                    <a:pt x="88582" y="124301"/>
                  </a:lnTo>
                  <a:lnTo>
                    <a:pt x="93345" y="123349"/>
                  </a:lnTo>
                  <a:lnTo>
                    <a:pt x="97631" y="122872"/>
                  </a:lnTo>
                  <a:lnTo>
                    <a:pt x="104775" y="126206"/>
                  </a:lnTo>
                  <a:lnTo>
                    <a:pt x="115252" y="129064"/>
                  </a:lnTo>
                  <a:lnTo>
                    <a:pt x="122872" y="136684"/>
                  </a:lnTo>
                  <a:lnTo>
                    <a:pt x="129540" y="140494"/>
                  </a:lnTo>
                  <a:lnTo>
                    <a:pt x="136684" y="146685"/>
                  </a:lnTo>
                  <a:lnTo>
                    <a:pt x="138113" y="147638"/>
                  </a:lnTo>
                  <a:lnTo>
                    <a:pt x="140017" y="146685"/>
                  </a:lnTo>
                  <a:lnTo>
                    <a:pt x="140494" y="145732"/>
                  </a:lnTo>
                  <a:lnTo>
                    <a:pt x="140017" y="144780"/>
                  </a:lnTo>
                  <a:lnTo>
                    <a:pt x="139065" y="143351"/>
                  </a:lnTo>
                  <a:lnTo>
                    <a:pt x="131445" y="137160"/>
                  </a:lnTo>
                  <a:lnTo>
                    <a:pt x="127635" y="132874"/>
                  </a:lnTo>
                  <a:lnTo>
                    <a:pt x="127159" y="131445"/>
                  </a:lnTo>
                  <a:lnTo>
                    <a:pt x="127159" y="127159"/>
                  </a:lnTo>
                  <a:lnTo>
                    <a:pt x="126206" y="126206"/>
                  </a:lnTo>
                  <a:lnTo>
                    <a:pt x="120491" y="124301"/>
                  </a:lnTo>
                  <a:lnTo>
                    <a:pt x="114300" y="119063"/>
                  </a:lnTo>
                  <a:lnTo>
                    <a:pt x="108109" y="113824"/>
                  </a:lnTo>
                  <a:lnTo>
                    <a:pt x="107156" y="112395"/>
                  </a:lnTo>
                  <a:lnTo>
                    <a:pt x="103822" y="108585"/>
                  </a:lnTo>
                  <a:lnTo>
                    <a:pt x="100013" y="104775"/>
                  </a:lnTo>
                  <a:lnTo>
                    <a:pt x="96678" y="102394"/>
                  </a:lnTo>
                  <a:lnTo>
                    <a:pt x="93821" y="99536"/>
                  </a:lnTo>
                  <a:lnTo>
                    <a:pt x="90964" y="95726"/>
                  </a:lnTo>
                  <a:lnTo>
                    <a:pt x="89535" y="90011"/>
                  </a:lnTo>
                  <a:lnTo>
                    <a:pt x="88106" y="84772"/>
                  </a:lnTo>
                  <a:lnTo>
                    <a:pt x="87153" y="82867"/>
                  </a:lnTo>
                  <a:lnTo>
                    <a:pt x="85248" y="82391"/>
                  </a:lnTo>
                  <a:lnTo>
                    <a:pt x="79534" y="76200"/>
                  </a:lnTo>
                  <a:lnTo>
                    <a:pt x="74771" y="72866"/>
                  </a:lnTo>
                  <a:lnTo>
                    <a:pt x="74771" y="69056"/>
                  </a:lnTo>
                  <a:lnTo>
                    <a:pt x="75723" y="62865"/>
                  </a:lnTo>
                  <a:lnTo>
                    <a:pt x="76676" y="55721"/>
                  </a:lnTo>
                  <a:lnTo>
                    <a:pt x="77628" y="54769"/>
                  </a:lnTo>
                  <a:lnTo>
                    <a:pt x="80010" y="54292"/>
                  </a:lnTo>
                  <a:lnTo>
                    <a:pt x="82391" y="54292"/>
                  </a:lnTo>
                  <a:lnTo>
                    <a:pt x="84772" y="55245"/>
                  </a:lnTo>
                  <a:lnTo>
                    <a:pt x="89059" y="60007"/>
                  </a:lnTo>
                  <a:lnTo>
                    <a:pt x="91440" y="61913"/>
                  </a:lnTo>
                  <a:lnTo>
                    <a:pt x="93345" y="62865"/>
                  </a:lnTo>
                  <a:lnTo>
                    <a:pt x="95726" y="60960"/>
                  </a:lnTo>
                  <a:lnTo>
                    <a:pt x="98584" y="56674"/>
                  </a:lnTo>
                  <a:lnTo>
                    <a:pt x="101441" y="54292"/>
                  </a:lnTo>
                  <a:lnTo>
                    <a:pt x="110490" y="55245"/>
                  </a:lnTo>
                  <a:lnTo>
                    <a:pt x="114776" y="51911"/>
                  </a:lnTo>
                  <a:lnTo>
                    <a:pt x="121920" y="56197"/>
                  </a:lnTo>
                  <a:lnTo>
                    <a:pt x="124777" y="56674"/>
                  </a:lnTo>
                  <a:lnTo>
                    <a:pt x="126206" y="56197"/>
                  </a:lnTo>
                  <a:lnTo>
                    <a:pt x="128588" y="56674"/>
                  </a:lnTo>
                  <a:lnTo>
                    <a:pt x="133350" y="58102"/>
                  </a:lnTo>
                  <a:lnTo>
                    <a:pt x="134302" y="58579"/>
                  </a:lnTo>
                  <a:lnTo>
                    <a:pt x="135731" y="58579"/>
                  </a:lnTo>
                  <a:lnTo>
                    <a:pt x="139541" y="56674"/>
                  </a:lnTo>
                  <a:lnTo>
                    <a:pt x="140970" y="56674"/>
                  </a:lnTo>
                  <a:lnTo>
                    <a:pt x="145256" y="60007"/>
                  </a:lnTo>
                  <a:lnTo>
                    <a:pt x="147161" y="60007"/>
                  </a:lnTo>
                  <a:lnTo>
                    <a:pt x="149542" y="58579"/>
                  </a:lnTo>
                  <a:lnTo>
                    <a:pt x="150971" y="57150"/>
                  </a:lnTo>
                  <a:lnTo>
                    <a:pt x="155734" y="58102"/>
                  </a:lnTo>
                  <a:lnTo>
                    <a:pt x="158591" y="57626"/>
                  </a:lnTo>
                  <a:lnTo>
                    <a:pt x="160972" y="57626"/>
                  </a:lnTo>
                  <a:lnTo>
                    <a:pt x="163353" y="58102"/>
                  </a:lnTo>
                  <a:lnTo>
                    <a:pt x="165735" y="59055"/>
                  </a:lnTo>
                  <a:lnTo>
                    <a:pt x="168116" y="59531"/>
                  </a:lnTo>
                  <a:lnTo>
                    <a:pt x="173831" y="60007"/>
                  </a:lnTo>
                  <a:lnTo>
                    <a:pt x="176689" y="61913"/>
                  </a:lnTo>
                  <a:lnTo>
                    <a:pt x="177641" y="63817"/>
                  </a:lnTo>
                  <a:lnTo>
                    <a:pt x="177641" y="65246"/>
                  </a:lnTo>
                  <a:lnTo>
                    <a:pt x="178117" y="66675"/>
                  </a:lnTo>
                  <a:lnTo>
                    <a:pt x="179546" y="68104"/>
                  </a:lnTo>
                  <a:lnTo>
                    <a:pt x="182880" y="69056"/>
                  </a:lnTo>
                  <a:lnTo>
                    <a:pt x="185261" y="69056"/>
                  </a:lnTo>
                  <a:lnTo>
                    <a:pt x="184785" y="67627"/>
                  </a:lnTo>
                  <a:lnTo>
                    <a:pt x="185261" y="67151"/>
                  </a:lnTo>
                  <a:lnTo>
                    <a:pt x="186214" y="67151"/>
                  </a:lnTo>
                  <a:lnTo>
                    <a:pt x="187166" y="67627"/>
                  </a:lnTo>
                  <a:lnTo>
                    <a:pt x="188119" y="67151"/>
                  </a:lnTo>
                  <a:lnTo>
                    <a:pt x="188595" y="65246"/>
                  </a:lnTo>
                  <a:lnTo>
                    <a:pt x="187166" y="58579"/>
                  </a:lnTo>
                  <a:lnTo>
                    <a:pt x="189547" y="58102"/>
                  </a:lnTo>
                  <a:lnTo>
                    <a:pt x="189547" y="57150"/>
                  </a:lnTo>
                  <a:lnTo>
                    <a:pt x="189547" y="56197"/>
                  </a:lnTo>
                  <a:lnTo>
                    <a:pt x="191928" y="57150"/>
                  </a:lnTo>
                  <a:lnTo>
                    <a:pt x="195263" y="57150"/>
                  </a:lnTo>
                  <a:lnTo>
                    <a:pt x="198120" y="56674"/>
                  </a:lnTo>
                  <a:lnTo>
                    <a:pt x="198596" y="56197"/>
                  </a:lnTo>
                  <a:lnTo>
                    <a:pt x="201453" y="55721"/>
                  </a:lnTo>
                  <a:close/>
                  <a:moveTo>
                    <a:pt x="168592" y="166688"/>
                  </a:moveTo>
                  <a:lnTo>
                    <a:pt x="168592" y="165259"/>
                  </a:lnTo>
                  <a:lnTo>
                    <a:pt x="165735" y="164306"/>
                  </a:lnTo>
                  <a:lnTo>
                    <a:pt x="164306" y="163830"/>
                  </a:lnTo>
                  <a:lnTo>
                    <a:pt x="158115" y="160020"/>
                  </a:lnTo>
                  <a:lnTo>
                    <a:pt x="155257" y="158115"/>
                  </a:lnTo>
                  <a:lnTo>
                    <a:pt x="150971" y="155257"/>
                  </a:lnTo>
                  <a:lnTo>
                    <a:pt x="148114" y="153829"/>
                  </a:lnTo>
                  <a:lnTo>
                    <a:pt x="146685" y="151447"/>
                  </a:lnTo>
                  <a:lnTo>
                    <a:pt x="144780" y="150971"/>
                  </a:lnTo>
                  <a:lnTo>
                    <a:pt x="142398" y="151924"/>
                  </a:lnTo>
                  <a:lnTo>
                    <a:pt x="144303" y="153829"/>
                  </a:lnTo>
                  <a:lnTo>
                    <a:pt x="127159" y="146685"/>
                  </a:lnTo>
                  <a:lnTo>
                    <a:pt x="123825" y="146685"/>
                  </a:lnTo>
                  <a:lnTo>
                    <a:pt x="120967" y="147161"/>
                  </a:lnTo>
                  <a:lnTo>
                    <a:pt x="128111" y="149066"/>
                  </a:lnTo>
                  <a:lnTo>
                    <a:pt x="139065" y="154305"/>
                  </a:lnTo>
                  <a:lnTo>
                    <a:pt x="147161" y="155734"/>
                  </a:lnTo>
                  <a:lnTo>
                    <a:pt x="158591" y="162401"/>
                  </a:lnTo>
                  <a:lnTo>
                    <a:pt x="164306" y="166688"/>
                  </a:lnTo>
                  <a:lnTo>
                    <a:pt x="170497" y="170497"/>
                  </a:lnTo>
                  <a:lnTo>
                    <a:pt x="169069" y="168592"/>
                  </a:lnTo>
                  <a:lnTo>
                    <a:pt x="168592" y="166688"/>
                  </a:lnTo>
                  <a:close/>
                </a:path>
              </a:pathLst>
            </a:custGeom>
            <a:grpFill/>
            <a:ln w="317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F838B535-0397-4FD8-85FE-BAE85EF11479}"/>
                </a:ext>
              </a:extLst>
            </p:cNvPr>
            <p:cNvSpPr/>
            <p:nvPr/>
          </p:nvSpPr>
          <p:spPr>
            <a:xfrm>
              <a:off x="2679382" y="3754754"/>
              <a:ext cx="210026" cy="106203"/>
            </a:xfrm>
            <a:custGeom>
              <a:avLst/>
              <a:gdLst>
                <a:gd name="connsiteX0" fmla="*/ 208598 w 210026"/>
                <a:gd name="connsiteY0" fmla="*/ 35242 h 106203"/>
                <a:gd name="connsiteX1" fmla="*/ 206216 w 210026"/>
                <a:gd name="connsiteY1" fmla="*/ 33814 h 106203"/>
                <a:gd name="connsiteX2" fmla="*/ 203359 w 210026"/>
                <a:gd name="connsiteY2" fmla="*/ 28099 h 106203"/>
                <a:gd name="connsiteX3" fmla="*/ 193834 w 210026"/>
                <a:gd name="connsiteY3" fmla="*/ 23813 h 106203"/>
                <a:gd name="connsiteX4" fmla="*/ 192881 w 210026"/>
                <a:gd name="connsiteY4" fmla="*/ 23813 h 106203"/>
                <a:gd name="connsiteX5" fmla="*/ 197168 w 210026"/>
                <a:gd name="connsiteY5" fmla="*/ 26194 h 106203"/>
                <a:gd name="connsiteX6" fmla="*/ 199073 w 210026"/>
                <a:gd name="connsiteY6" fmla="*/ 28575 h 106203"/>
                <a:gd name="connsiteX7" fmla="*/ 197644 w 210026"/>
                <a:gd name="connsiteY7" fmla="*/ 28575 h 106203"/>
                <a:gd name="connsiteX8" fmla="*/ 195739 w 210026"/>
                <a:gd name="connsiteY8" fmla="*/ 27146 h 106203"/>
                <a:gd name="connsiteX9" fmla="*/ 192881 w 210026"/>
                <a:gd name="connsiteY9" fmla="*/ 27146 h 106203"/>
                <a:gd name="connsiteX10" fmla="*/ 191453 w 210026"/>
                <a:gd name="connsiteY10" fmla="*/ 28575 h 106203"/>
                <a:gd name="connsiteX11" fmla="*/ 190024 w 210026"/>
                <a:gd name="connsiteY11" fmla="*/ 28575 h 106203"/>
                <a:gd name="connsiteX12" fmla="*/ 188595 w 210026"/>
                <a:gd name="connsiteY12" fmla="*/ 26194 h 106203"/>
                <a:gd name="connsiteX13" fmla="*/ 186214 w 210026"/>
                <a:gd name="connsiteY13" fmla="*/ 23813 h 106203"/>
                <a:gd name="connsiteX14" fmla="*/ 184309 w 210026"/>
                <a:gd name="connsiteY14" fmla="*/ 22384 h 106203"/>
                <a:gd name="connsiteX15" fmla="*/ 181451 w 210026"/>
                <a:gd name="connsiteY15" fmla="*/ 21907 h 106203"/>
                <a:gd name="connsiteX16" fmla="*/ 180499 w 210026"/>
                <a:gd name="connsiteY16" fmla="*/ 22384 h 106203"/>
                <a:gd name="connsiteX17" fmla="*/ 179070 w 210026"/>
                <a:gd name="connsiteY17" fmla="*/ 22384 h 106203"/>
                <a:gd name="connsiteX18" fmla="*/ 178594 w 210026"/>
                <a:gd name="connsiteY18" fmla="*/ 21431 h 106203"/>
                <a:gd name="connsiteX19" fmla="*/ 178594 w 210026"/>
                <a:gd name="connsiteY19" fmla="*/ 19526 h 106203"/>
                <a:gd name="connsiteX20" fmla="*/ 179546 w 210026"/>
                <a:gd name="connsiteY20" fmla="*/ 19050 h 106203"/>
                <a:gd name="connsiteX21" fmla="*/ 183356 w 210026"/>
                <a:gd name="connsiteY21" fmla="*/ 18574 h 106203"/>
                <a:gd name="connsiteX22" fmla="*/ 190500 w 210026"/>
                <a:gd name="connsiteY22" fmla="*/ 22384 h 106203"/>
                <a:gd name="connsiteX23" fmla="*/ 190024 w 210026"/>
                <a:gd name="connsiteY23" fmla="*/ 21431 h 106203"/>
                <a:gd name="connsiteX24" fmla="*/ 173355 w 210026"/>
                <a:gd name="connsiteY24" fmla="*/ 8096 h 106203"/>
                <a:gd name="connsiteX25" fmla="*/ 164783 w 210026"/>
                <a:gd name="connsiteY25" fmla="*/ 6191 h 106203"/>
                <a:gd name="connsiteX26" fmla="*/ 165735 w 210026"/>
                <a:gd name="connsiteY26" fmla="*/ 7144 h 106203"/>
                <a:gd name="connsiteX27" fmla="*/ 168116 w 210026"/>
                <a:gd name="connsiteY27" fmla="*/ 7620 h 106203"/>
                <a:gd name="connsiteX28" fmla="*/ 167640 w 210026"/>
                <a:gd name="connsiteY28" fmla="*/ 8096 h 106203"/>
                <a:gd name="connsiteX29" fmla="*/ 165735 w 210026"/>
                <a:gd name="connsiteY29" fmla="*/ 8572 h 106203"/>
                <a:gd name="connsiteX30" fmla="*/ 163354 w 210026"/>
                <a:gd name="connsiteY30" fmla="*/ 8096 h 106203"/>
                <a:gd name="connsiteX31" fmla="*/ 160496 w 210026"/>
                <a:gd name="connsiteY31" fmla="*/ 5239 h 106203"/>
                <a:gd name="connsiteX32" fmla="*/ 149543 w 210026"/>
                <a:gd name="connsiteY32" fmla="*/ 1429 h 106203"/>
                <a:gd name="connsiteX33" fmla="*/ 147161 w 210026"/>
                <a:gd name="connsiteY33" fmla="*/ 1905 h 106203"/>
                <a:gd name="connsiteX34" fmla="*/ 143351 w 210026"/>
                <a:gd name="connsiteY34" fmla="*/ 3810 h 106203"/>
                <a:gd name="connsiteX35" fmla="*/ 132398 w 210026"/>
                <a:gd name="connsiteY35" fmla="*/ 4286 h 106203"/>
                <a:gd name="connsiteX36" fmla="*/ 122396 w 210026"/>
                <a:gd name="connsiteY36" fmla="*/ 952 h 106203"/>
                <a:gd name="connsiteX37" fmla="*/ 115729 w 210026"/>
                <a:gd name="connsiteY37" fmla="*/ 0 h 106203"/>
                <a:gd name="connsiteX38" fmla="*/ 116681 w 210026"/>
                <a:gd name="connsiteY38" fmla="*/ 952 h 106203"/>
                <a:gd name="connsiteX39" fmla="*/ 117158 w 210026"/>
                <a:gd name="connsiteY39" fmla="*/ 2857 h 106203"/>
                <a:gd name="connsiteX40" fmla="*/ 112871 w 210026"/>
                <a:gd name="connsiteY40" fmla="*/ 4286 h 106203"/>
                <a:gd name="connsiteX41" fmla="*/ 109061 w 210026"/>
                <a:gd name="connsiteY41" fmla="*/ 4763 h 106203"/>
                <a:gd name="connsiteX42" fmla="*/ 102870 w 210026"/>
                <a:gd name="connsiteY42" fmla="*/ 8096 h 106203"/>
                <a:gd name="connsiteX43" fmla="*/ 98584 w 210026"/>
                <a:gd name="connsiteY43" fmla="*/ 7620 h 106203"/>
                <a:gd name="connsiteX44" fmla="*/ 89059 w 210026"/>
                <a:gd name="connsiteY44" fmla="*/ 7620 h 106203"/>
                <a:gd name="connsiteX45" fmla="*/ 83820 w 210026"/>
                <a:gd name="connsiteY45" fmla="*/ 8572 h 106203"/>
                <a:gd name="connsiteX46" fmla="*/ 70961 w 210026"/>
                <a:gd name="connsiteY46" fmla="*/ 6191 h 106203"/>
                <a:gd name="connsiteX47" fmla="*/ 67628 w 210026"/>
                <a:gd name="connsiteY47" fmla="*/ 6667 h 106203"/>
                <a:gd name="connsiteX48" fmla="*/ 63818 w 210026"/>
                <a:gd name="connsiteY48" fmla="*/ 8096 h 106203"/>
                <a:gd name="connsiteX49" fmla="*/ 61913 w 210026"/>
                <a:gd name="connsiteY49" fmla="*/ 6667 h 106203"/>
                <a:gd name="connsiteX50" fmla="*/ 59531 w 210026"/>
                <a:gd name="connsiteY50" fmla="*/ 3810 h 106203"/>
                <a:gd name="connsiteX51" fmla="*/ 56674 w 210026"/>
                <a:gd name="connsiteY51" fmla="*/ 3810 h 106203"/>
                <a:gd name="connsiteX52" fmla="*/ 50959 w 210026"/>
                <a:gd name="connsiteY52" fmla="*/ 4763 h 106203"/>
                <a:gd name="connsiteX53" fmla="*/ 50006 w 210026"/>
                <a:gd name="connsiteY53" fmla="*/ 5239 h 106203"/>
                <a:gd name="connsiteX54" fmla="*/ 46673 w 210026"/>
                <a:gd name="connsiteY54" fmla="*/ 8096 h 106203"/>
                <a:gd name="connsiteX55" fmla="*/ 45244 w 210026"/>
                <a:gd name="connsiteY55" fmla="*/ 9049 h 106203"/>
                <a:gd name="connsiteX56" fmla="*/ 42863 w 210026"/>
                <a:gd name="connsiteY56" fmla="*/ 11430 h 106203"/>
                <a:gd name="connsiteX57" fmla="*/ 39529 w 210026"/>
                <a:gd name="connsiteY57" fmla="*/ 10477 h 106203"/>
                <a:gd name="connsiteX58" fmla="*/ 38100 w 210026"/>
                <a:gd name="connsiteY58" fmla="*/ 11430 h 106203"/>
                <a:gd name="connsiteX59" fmla="*/ 34766 w 210026"/>
                <a:gd name="connsiteY59" fmla="*/ 14288 h 106203"/>
                <a:gd name="connsiteX60" fmla="*/ 29051 w 210026"/>
                <a:gd name="connsiteY60" fmla="*/ 19050 h 106203"/>
                <a:gd name="connsiteX61" fmla="*/ 23813 w 210026"/>
                <a:gd name="connsiteY61" fmla="*/ 23336 h 106203"/>
                <a:gd name="connsiteX62" fmla="*/ 19050 w 210026"/>
                <a:gd name="connsiteY62" fmla="*/ 27146 h 106203"/>
                <a:gd name="connsiteX63" fmla="*/ 14764 w 210026"/>
                <a:gd name="connsiteY63" fmla="*/ 30480 h 106203"/>
                <a:gd name="connsiteX64" fmla="*/ 14288 w 210026"/>
                <a:gd name="connsiteY64" fmla="*/ 30956 h 106203"/>
                <a:gd name="connsiteX65" fmla="*/ 8573 w 210026"/>
                <a:gd name="connsiteY65" fmla="*/ 33338 h 106203"/>
                <a:gd name="connsiteX66" fmla="*/ 7620 w 210026"/>
                <a:gd name="connsiteY66" fmla="*/ 34290 h 106203"/>
                <a:gd name="connsiteX67" fmla="*/ 6191 w 210026"/>
                <a:gd name="connsiteY67" fmla="*/ 39052 h 106203"/>
                <a:gd name="connsiteX68" fmla="*/ 5715 w 210026"/>
                <a:gd name="connsiteY68" fmla="*/ 40005 h 106203"/>
                <a:gd name="connsiteX69" fmla="*/ 6668 w 210026"/>
                <a:gd name="connsiteY69" fmla="*/ 42863 h 106203"/>
                <a:gd name="connsiteX70" fmla="*/ 7620 w 210026"/>
                <a:gd name="connsiteY70" fmla="*/ 47149 h 106203"/>
                <a:gd name="connsiteX71" fmla="*/ 6668 w 210026"/>
                <a:gd name="connsiteY71" fmla="*/ 50482 h 106203"/>
                <a:gd name="connsiteX72" fmla="*/ 2858 w 210026"/>
                <a:gd name="connsiteY72" fmla="*/ 53340 h 106203"/>
                <a:gd name="connsiteX73" fmla="*/ 953 w 210026"/>
                <a:gd name="connsiteY73" fmla="*/ 55721 h 106203"/>
                <a:gd name="connsiteX74" fmla="*/ 0 w 210026"/>
                <a:gd name="connsiteY74" fmla="*/ 57150 h 106203"/>
                <a:gd name="connsiteX75" fmla="*/ 953 w 210026"/>
                <a:gd name="connsiteY75" fmla="*/ 57150 h 106203"/>
                <a:gd name="connsiteX76" fmla="*/ 6668 w 210026"/>
                <a:gd name="connsiteY76" fmla="*/ 59055 h 106203"/>
                <a:gd name="connsiteX77" fmla="*/ 8573 w 210026"/>
                <a:gd name="connsiteY77" fmla="*/ 58579 h 106203"/>
                <a:gd name="connsiteX78" fmla="*/ 10954 w 210026"/>
                <a:gd name="connsiteY78" fmla="*/ 60007 h 106203"/>
                <a:gd name="connsiteX79" fmla="*/ 11906 w 210026"/>
                <a:gd name="connsiteY79" fmla="*/ 60960 h 106203"/>
                <a:gd name="connsiteX80" fmla="*/ 12859 w 210026"/>
                <a:gd name="connsiteY80" fmla="*/ 62389 h 106203"/>
                <a:gd name="connsiteX81" fmla="*/ 17145 w 210026"/>
                <a:gd name="connsiteY81" fmla="*/ 65246 h 106203"/>
                <a:gd name="connsiteX82" fmla="*/ 18098 w 210026"/>
                <a:gd name="connsiteY82" fmla="*/ 66675 h 106203"/>
                <a:gd name="connsiteX83" fmla="*/ 21431 w 210026"/>
                <a:gd name="connsiteY83" fmla="*/ 68580 h 106203"/>
                <a:gd name="connsiteX84" fmla="*/ 22860 w 210026"/>
                <a:gd name="connsiteY84" fmla="*/ 70009 h 106203"/>
                <a:gd name="connsiteX85" fmla="*/ 24289 w 210026"/>
                <a:gd name="connsiteY85" fmla="*/ 70485 h 106203"/>
                <a:gd name="connsiteX86" fmla="*/ 27146 w 210026"/>
                <a:gd name="connsiteY86" fmla="*/ 70961 h 106203"/>
                <a:gd name="connsiteX87" fmla="*/ 29528 w 210026"/>
                <a:gd name="connsiteY87" fmla="*/ 71914 h 106203"/>
                <a:gd name="connsiteX88" fmla="*/ 30004 w 210026"/>
                <a:gd name="connsiteY88" fmla="*/ 72390 h 106203"/>
                <a:gd name="connsiteX89" fmla="*/ 30004 w 210026"/>
                <a:gd name="connsiteY89" fmla="*/ 74295 h 106203"/>
                <a:gd name="connsiteX90" fmla="*/ 30480 w 210026"/>
                <a:gd name="connsiteY90" fmla="*/ 76200 h 106203"/>
                <a:gd name="connsiteX91" fmla="*/ 31433 w 210026"/>
                <a:gd name="connsiteY91" fmla="*/ 76200 h 106203"/>
                <a:gd name="connsiteX92" fmla="*/ 32861 w 210026"/>
                <a:gd name="connsiteY92" fmla="*/ 75247 h 106203"/>
                <a:gd name="connsiteX93" fmla="*/ 37148 w 210026"/>
                <a:gd name="connsiteY93" fmla="*/ 72866 h 106203"/>
                <a:gd name="connsiteX94" fmla="*/ 41434 w 210026"/>
                <a:gd name="connsiteY94" fmla="*/ 71438 h 106203"/>
                <a:gd name="connsiteX95" fmla="*/ 43815 w 210026"/>
                <a:gd name="connsiteY95" fmla="*/ 72390 h 106203"/>
                <a:gd name="connsiteX96" fmla="*/ 45244 w 210026"/>
                <a:gd name="connsiteY96" fmla="*/ 74295 h 106203"/>
                <a:gd name="connsiteX97" fmla="*/ 46673 w 210026"/>
                <a:gd name="connsiteY97" fmla="*/ 75247 h 106203"/>
                <a:gd name="connsiteX98" fmla="*/ 50006 w 210026"/>
                <a:gd name="connsiteY98" fmla="*/ 74771 h 106203"/>
                <a:gd name="connsiteX99" fmla="*/ 52864 w 210026"/>
                <a:gd name="connsiteY99" fmla="*/ 74771 h 106203"/>
                <a:gd name="connsiteX100" fmla="*/ 55245 w 210026"/>
                <a:gd name="connsiteY100" fmla="*/ 76676 h 106203"/>
                <a:gd name="connsiteX101" fmla="*/ 55721 w 210026"/>
                <a:gd name="connsiteY101" fmla="*/ 77629 h 106203"/>
                <a:gd name="connsiteX102" fmla="*/ 54293 w 210026"/>
                <a:gd name="connsiteY102" fmla="*/ 83344 h 106203"/>
                <a:gd name="connsiteX103" fmla="*/ 53816 w 210026"/>
                <a:gd name="connsiteY103" fmla="*/ 85725 h 106203"/>
                <a:gd name="connsiteX104" fmla="*/ 53340 w 210026"/>
                <a:gd name="connsiteY104" fmla="*/ 87630 h 106203"/>
                <a:gd name="connsiteX105" fmla="*/ 54293 w 210026"/>
                <a:gd name="connsiteY105" fmla="*/ 88106 h 106203"/>
                <a:gd name="connsiteX106" fmla="*/ 55245 w 210026"/>
                <a:gd name="connsiteY106" fmla="*/ 89059 h 106203"/>
                <a:gd name="connsiteX107" fmla="*/ 55245 w 210026"/>
                <a:gd name="connsiteY107" fmla="*/ 90011 h 106203"/>
                <a:gd name="connsiteX108" fmla="*/ 52388 w 210026"/>
                <a:gd name="connsiteY108" fmla="*/ 91916 h 106203"/>
                <a:gd name="connsiteX109" fmla="*/ 53816 w 210026"/>
                <a:gd name="connsiteY109" fmla="*/ 92869 h 106203"/>
                <a:gd name="connsiteX110" fmla="*/ 55721 w 210026"/>
                <a:gd name="connsiteY110" fmla="*/ 93345 h 106203"/>
                <a:gd name="connsiteX111" fmla="*/ 59531 w 210026"/>
                <a:gd name="connsiteY111" fmla="*/ 92392 h 106203"/>
                <a:gd name="connsiteX112" fmla="*/ 63341 w 210026"/>
                <a:gd name="connsiteY112" fmla="*/ 93345 h 106203"/>
                <a:gd name="connsiteX113" fmla="*/ 63341 w 210026"/>
                <a:gd name="connsiteY113" fmla="*/ 94774 h 106203"/>
                <a:gd name="connsiteX114" fmla="*/ 62865 w 210026"/>
                <a:gd name="connsiteY114" fmla="*/ 96202 h 106203"/>
                <a:gd name="connsiteX115" fmla="*/ 64294 w 210026"/>
                <a:gd name="connsiteY115" fmla="*/ 98107 h 106203"/>
                <a:gd name="connsiteX116" fmla="*/ 65723 w 210026"/>
                <a:gd name="connsiteY116" fmla="*/ 100965 h 106203"/>
                <a:gd name="connsiteX117" fmla="*/ 68580 w 210026"/>
                <a:gd name="connsiteY117" fmla="*/ 102394 h 106203"/>
                <a:gd name="connsiteX118" fmla="*/ 68580 w 210026"/>
                <a:gd name="connsiteY118" fmla="*/ 106204 h 106203"/>
                <a:gd name="connsiteX119" fmla="*/ 78105 w 210026"/>
                <a:gd name="connsiteY119" fmla="*/ 105727 h 106203"/>
                <a:gd name="connsiteX120" fmla="*/ 80010 w 210026"/>
                <a:gd name="connsiteY120" fmla="*/ 105251 h 106203"/>
                <a:gd name="connsiteX121" fmla="*/ 81915 w 210026"/>
                <a:gd name="connsiteY121" fmla="*/ 103822 h 106203"/>
                <a:gd name="connsiteX122" fmla="*/ 82868 w 210026"/>
                <a:gd name="connsiteY122" fmla="*/ 101441 h 106203"/>
                <a:gd name="connsiteX123" fmla="*/ 82868 w 210026"/>
                <a:gd name="connsiteY123" fmla="*/ 99536 h 106203"/>
                <a:gd name="connsiteX124" fmla="*/ 83344 w 210026"/>
                <a:gd name="connsiteY124" fmla="*/ 98107 h 106203"/>
                <a:gd name="connsiteX125" fmla="*/ 84773 w 210026"/>
                <a:gd name="connsiteY125" fmla="*/ 96679 h 106203"/>
                <a:gd name="connsiteX126" fmla="*/ 87630 w 210026"/>
                <a:gd name="connsiteY126" fmla="*/ 96202 h 106203"/>
                <a:gd name="connsiteX127" fmla="*/ 89535 w 210026"/>
                <a:gd name="connsiteY127" fmla="*/ 96202 h 106203"/>
                <a:gd name="connsiteX128" fmla="*/ 90011 w 210026"/>
                <a:gd name="connsiteY128" fmla="*/ 95250 h 106203"/>
                <a:gd name="connsiteX129" fmla="*/ 89535 w 210026"/>
                <a:gd name="connsiteY129" fmla="*/ 91916 h 106203"/>
                <a:gd name="connsiteX130" fmla="*/ 88583 w 210026"/>
                <a:gd name="connsiteY130" fmla="*/ 84296 h 106203"/>
                <a:gd name="connsiteX131" fmla="*/ 88106 w 210026"/>
                <a:gd name="connsiteY131" fmla="*/ 81915 h 106203"/>
                <a:gd name="connsiteX132" fmla="*/ 88583 w 210026"/>
                <a:gd name="connsiteY132" fmla="*/ 80486 h 106203"/>
                <a:gd name="connsiteX133" fmla="*/ 89535 w 210026"/>
                <a:gd name="connsiteY133" fmla="*/ 80010 h 106203"/>
                <a:gd name="connsiteX134" fmla="*/ 93821 w 210026"/>
                <a:gd name="connsiteY134" fmla="*/ 79534 h 106203"/>
                <a:gd name="connsiteX135" fmla="*/ 101918 w 210026"/>
                <a:gd name="connsiteY135" fmla="*/ 80010 h 106203"/>
                <a:gd name="connsiteX136" fmla="*/ 103346 w 210026"/>
                <a:gd name="connsiteY136" fmla="*/ 79534 h 106203"/>
                <a:gd name="connsiteX137" fmla="*/ 106680 w 210026"/>
                <a:gd name="connsiteY137" fmla="*/ 75247 h 106203"/>
                <a:gd name="connsiteX138" fmla="*/ 109538 w 210026"/>
                <a:gd name="connsiteY138" fmla="*/ 71914 h 106203"/>
                <a:gd name="connsiteX139" fmla="*/ 111443 w 210026"/>
                <a:gd name="connsiteY139" fmla="*/ 70485 h 106203"/>
                <a:gd name="connsiteX140" fmla="*/ 112871 w 210026"/>
                <a:gd name="connsiteY140" fmla="*/ 70009 h 106203"/>
                <a:gd name="connsiteX141" fmla="*/ 114776 w 210026"/>
                <a:gd name="connsiteY141" fmla="*/ 72866 h 106203"/>
                <a:gd name="connsiteX142" fmla="*/ 121444 w 210026"/>
                <a:gd name="connsiteY142" fmla="*/ 77152 h 106203"/>
                <a:gd name="connsiteX143" fmla="*/ 122396 w 210026"/>
                <a:gd name="connsiteY143" fmla="*/ 76676 h 106203"/>
                <a:gd name="connsiteX144" fmla="*/ 122873 w 210026"/>
                <a:gd name="connsiteY144" fmla="*/ 76676 h 106203"/>
                <a:gd name="connsiteX145" fmla="*/ 122873 w 210026"/>
                <a:gd name="connsiteY145" fmla="*/ 76200 h 106203"/>
                <a:gd name="connsiteX146" fmla="*/ 122873 w 210026"/>
                <a:gd name="connsiteY146" fmla="*/ 74295 h 106203"/>
                <a:gd name="connsiteX147" fmla="*/ 124778 w 210026"/>
                <a:gd name="connsiteY147" fmla="*/ 72390 h 106203"/>
                <a:gd name="connsiteX148" fmla="*/ 128111 w 210026"/>
                <a:gd name="connsiteY148" fmla="*/ 70961 h 106203"/>
                <a:gd name="connsiteX149" fmla="*/ 131445 w 210026"/>
                <a:gd name="connsiteY149" fmla="*/ 68104 h 106203"/>
                <a:gd name="connsiteX150" fmla="*/ 134779 w 210026"/>
                <a:gd name="connsiteY150" fmla="*/ 64294 h 106203"/>
                <a:gd name="connsiteX151" fmla="*/ 137636 w 210026"/>
                <a:gd name="connsiteY151" fmla="*/ 61913 h 106203"/>
                <a:gd name="connsiteX152" fmla="*/ 140018 w 210026"/>
                <a:gd name="connsiteY152" fmla="*/ 61436 h 106203"/>
                <a:gd name="connsiteX153" fmla="*/ 140970 w 210026"/>
                <a:gd name="connsiteY153" fmla="*/ 60484 h 106203"/>
                <a:gd name="connsiteX154" fmla="*/ 140494 w 210026"/>
                <a:gd name="connsiteY154" fmla="*/ 59055 h 106203"/>
                <a:gd name="connsiteX155" fmla="*/ 140494 w 210026"/>
                <a:gd name="connsiteY155" fmla="*/ 57150 h 106203"/>
                <a:gd name="connsiteX156" fmla="*/ 141446 w 210026"/>
                <a:gd name="connsiteY156" fmla="*/ 54292 h 106203"/>
                <a:gd name="connsiteX157" fmla="*/ 142875 w 210026"/>
                <a:gd name="connsiteY157" fmla="*/ 52864 h 106203"/>
                <a:gd name="connsiteX158" fmla="*/ 144780 w 210026"/>
                <a:gd name="connsiteY158" fmla="*/ 52388 h 106203"/>
                <a:gd name="connsiteX159" fmla="*/ 145733 w 210026"/>
                <a:gd name="connsiteY159" fmla="*/ 51435 h 106203"/>
                <a:gd name="connsiteX160" fmla="*/ 145256 w 210026"/>
                <a:gd name="connsiteY160" fmla="*/ 50006 h 106203"/>
                <a:gd name="connsiteX161" fmla="*/ 145733 w 210026"/>
                <a:gd name="connsiteY161" fmla="*/ 48577 h 106203"/>
                <a:gd name="connsiteX162" fmla="*/ 147638 w 210026"/>
                <a:gd name="connsiteY162" fmla="*/ 46196 h 106203"/>
                <a:gd name="connsiteX163" fmla="*/ 151924 w 210026"/>
                <a:gd name="connsiteY163" fmla="*/ 44291 h 106203"/>
                <a:gd name="connsiteX164" fmla="*/ 154305 w 210026"/>
                <a:gd name="connsiteY164" fmla="*/ 44767 h 106203"/>
                <a:gd name="connsiteX165" fmla="*/ 156210 w 210026"/>
                <a:gd name="connsiteY165" fmla="*/ 47625 h 106203"/>
                <a:gd name="connsiteX166" fmla="*/ 159068 w 210026"/>
                <a:gd name="connsiteY166" fmla="*/ 49530 h 106203"/>
                <a:gd name="connsiteX167" fmla="*/ 162878 w 210026"/>
                <a:gd name="connsiteY167" fmla="*/ 50482 h 106203"/>
                <a:gd name="connsiteX168" fmla="*/ 165735 w 210026"/>
                <a:gd name="connsiteY168" fmla="*/ 50006 h 106203"/>
                <a:gd name="connsiteX169" fmla="*/ 167640 w 210026"/>
                <a:gd name="connsiteY169" fmla="*/ 48577 h 106203"/>
                <a:gd name="connsiteX170" fmla="*/ 169545 w 210026"/>
                <a:gd name="connsiteY170" fmla="*/ 48101 h 106203"/>
                <a:gd name="connsiteX171" fmla="*/ 170974 w 210026"/>
                <a:gd name="connsiteY171" fmla="*/ 48577 h 106203"/>
                <a:gd name="connsiteX172" fmla="*/ 171926 w 210026"/>
                <a:gd name="connsiteY172" fmla="*/ 48101 h 106203"/>
                <a:gd name="connsiteX173" fmla="*/ 171926 w 210026"/>
                <a:gd name="connsiteY173" fmla="*/ 46672 h 106203"/>
                <a:gd name="connsiteX174" fmla="*/ 172879 w 210026"/>
                <a:gd name="connsiteY174" fmla="*/ 46196 h 106203"/>
                <a:gd name="connsiteX175" fmla="*/ 174308 w 210026"/>
                <a:gd name="connsiteY175" fmla="*/ 47149 h 106203"/>
                <a:gd name="connsiteX176" fmla="*/ 175736 w 210026"/>
                <a:gd name="connsiteY176" fmla="*/ 47149 h 106203"/>
                <a:gd name="connsiteX177" fmla="*/ 177165 w 210026"/>
                <a:gd name="connsiteY177" fmla="*/ 46672 h 106203"/>
                <a:gd name="connsiteX178" fmla="*/ 177641 w 210026"/>
                <a:gd name="connsiteY178" fmla="*/ 46196 h 106203"/>
                <a:gd name="connsiteX179" fmla="*/ 178118 w 210026"/>
                <a:gd name="connsiteY179" fmla="*/ 45720 h 106203"/>
                <a:gd name="connsiteX180" fmla="*/ 179070 w 210026"/>
                <a:gd name="connsiteY180" fmla="*/ 45244 h 106203"/>
                <a:gd name="connsiteX181" fmla="*/ 182404 w 210026"/>
                <a:gd name="connsiteY181" fmla="*/ 45720 h 106203"/>
                <a:gd name="connsiteX182" fmla="*/ 185738 w 210026"/>
                <a:gd name="connsiteY182" fmla="*/ 44767 h 106203"/>
                <a:gd name="connsiteX183" fmla="*/ 189548 w 210026"/>
                <a:gd name="connsiteY183" fmla="*/ 42863 h 106203"/>
                <a:gd name="connsiteX184" fmla="*/ 192405 w 210026"/>
                <a:gd name="connsiteY184" fmla="*/ 41910 h 106203"/>
                <a:gd name="connsiteX185" fmla="*/ 193834 w 210026"/>
                <a:gd name="connsiteY185" fmla="*/ 42386 h 106203"/>
                <a:gd name="connsiteX186" fmla="*/ 195263 w 210026"/>
                <a:gd name="connsiteY186" fmla="*/ 41434 h 106203"/>
                <a:gd name="connsiteX187" fmla="*/ 197168 w 210026"/>
                <a:gd name="connsiteY187" fmla="*/ 39052 h 106203"/>
                <a:gd name="connsiteX188" fmla="*/ 201454 w 210026"/>
                <a:gd name="connsiteY188" fmla="*/ 38100 h 106203"/>
                <a:gd name="connsiteX189" fmla="*/ 210026 w 210026"/>
                <a:gd name="connsiteY189" fmla="*/ 38576 h 106203"/>
                <a:gd name="connsiteX190" fmla="*/ 208598 w 210026"/>
                <a:gd name="connsiteY190" fmla="*/ 35242 h 10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210026" h="106203">
                  <a:moveTo>
                    <a:pt x="208598" y="35242"/>
                  </a:moveTo>
                  <a:lnTo>
                    <a:pt x="206216" y="33814"/>
                  </a:lnTo>
                  <a:lnTo>
                    <a:pt x="203359" y="28099"/>
                  </a:lnTo>
                  <a:lnTo>
                    <a:pt x="193834" y="23813"/>
                  </a:lnTo>
                  <a:lnTo>
                    <a:pt x="192881" y="23813"/>
                  </a:lnTo>
                  <a:lnTo>
                    <a:pt x="197168" y="26194"/>
                  </a:lnTo>
                  <a:lnTo>
                    <a:pt x="199073" y="28575"/>
                  </a:lnTo>
                  <a:lnTo>
                    <a:pt x="197644" y="28575"/>
                  </a:lnTo>
                  <a:lnTo>
                    <a:pt x="195739" y="27146"/>
                  </a:lnTo>
                  <a:lnTo>
                    <a:pt x="192881" y="27146"/>
                  </a:lnTo>
                  <a:lnTo>
                    <a:pt x="191453" y="28575"/>
                  </a:lnTo>
                  <a:lnTo>
                    <a:pt x="190024" y="28575"/>
                  </a:lnTo>
                  <a:lnTo>
                    <a:pt x="188595" y="26194"/>
                  </a:lnTo>
                  <a:lnTo>
                    <a:pt x="186214" y="23813"/>
                  </a:lnTo>
                  <a:lnTo>
                    <a:pt x="184309" y="22384"/>
                  </a:lnTo>
                  <a:lnTo>
                    <a:pt x="181451" y="21907"/>
                  </a:lnTo>
                  <a:lnTo>
                    <a:pt x="180499" y="22384"/>
                  </a:lnTo>
                  <a:lnTo>
                    <a:pt x="179070" y="22384"/>
                  </a:lnTo>
                  <a:lnTo>
                    <a:pt x="178594" y="21431"/>
                  </a:lnTo>
                  <a:lnTo>
                    <a:pt x="178594" y="19526"/>
                  </a:lnTo>
                  <a:lnTo>
                    <a:pt x="179546" y="19050"/>
                  </a:lnTo>
                  <a:lnTo>
                    <a:pt x="183356" y="18574"/>
                  </a:lnTo>
                  <a:lnTo>
                    <a:pt x="190500" y="22384"/>
                  </a:lnTo>
                  <a:lnTo>
                    <a:pt x="190024" y="21431"/>
                  </a:lnTo>
                  <a:lnTo>
                    <a:pt x="173355" y="8096"/>
                  </a:lnTo>
                  <a:lnTo>
                    <a:pt x="164783" y="6191"/>
                  </a:lnTo>
                  <a:lnTo>
                    <a:pt x="165735" y="7144"/>
                  </a:lnTo>
                  <a:lnTo>
                    <a:pt x="168116" y="7620"/>
                  </a:lnTo>
                  <a:lnTo>
                    <a:pt x="167640" y="8096"/>
                  </a:lnTo>
                  <a:lnTo>
                    <a:pt x="165735" y="8572"/>
                  </a:lnTo>
                  <a:lnTo>
                    <a:pt x="163354" y="8096"/>
                  </a:lnTo>
                  <a:lnTo>
                    <a:pt x="160496" y="5239"/>
                  </a:lnTo>
                  <a:lnTo>
                    <a:pt x="149543" y="1429"/>
                  </a:lnTo>
                  <a:lnTo>
                    <a:pt x="147161" y="1905"/>
                  </a:lnTo>
                  <a:lnTo>
                    <a:pt x="143351" y="3810"/>
                  </a:lnTo>
                  <a:lnTo>
                    <a:pt x="132398" y="4286"/>
                  </a:lnTo>
                  <a:lnTo>
                    <a:pt x="122396" y="952"/>
                  </a:lnTo>
                  <a:lnTo>
                    <a:pt x="115729" y="0"/>
                  </a:lnTo>
                  <a:lnTo>
                    <a:pt x="116681" y="952"/>
                  </a:lnTo>
                  <a:lnTo>
                    <a:pt x="117158" y="2857"/>
                  </a:lnTo>
                  <a:lnTo>
                    <a:pt x="112871" y="4286"/>
                  </a:lnTo>
                  <a:lnTo>
                    <a:pt x="109061" y="4763"/>
                  </a:lnTo>
                  <a:lnTo>
                    <a:pt x="102870" y="8096"/>
                  </a:lnTo>
                  <a:lnTo>
                    <a:pt x="98584" y="7620"/>
                  </a:lnTo>
                  <a:lnTo>
                    <a:pt x="89059" y="7620"/>
                  </a:lnTo>
                  <a:lnTo>
                    <a:pt x="83820" y="8572"/>
                  </a:lnTo>
                  <a:lnTo>
                    <a:pt x="70961" y="6191"/>
                  </a:lnTo>
                  <a:lnTo>
                    <a:pt x="67628" y="6667"/>
                  </a:lnTo>
                  <a:lnTo>
                    <a:pt x="63818" y="8096"/>
                  </a:lnTo>
                  <a:lnTo>
                    <a:pt x="61913" y="6667"/>
                  </a:lnTo>
                  <a:lnTo>
                    <a:pt x="59531" y="3810"/>
                  </a:lnTo>
                  <a:lnTo>
                    <a:pt x="56674" y="3810"/>
                  </a:lnTo>
                  <a:lnTo>
                    <a:pt x="50959" y="4763"/>
                  </a:lnTo>
                  <a:lnTo>
                    <a:pt x="50006" y="5239"/>
                  </a:lnTo>
                  <a:lnTo>
                    <a:pt x="46673" y="8096"/>
                  </a:lnTo>
                  <a:lnTo>
                    <a:pt x="45244" y="9049"/>
                  </a:lnTo>
                  <a:lnTo>
                    <a:pt x="42863" y="11430"/>
                  </a:lnTo>
                  <a:lnTo>
                    <a:pt x="39529" y="10477"/>
                  </a:lnTo>
                  <a:lnTo>
                    <a:pt x="38100" y="11430"/>
                  </a:lnTo>
                  <a:lnTo>
                    <a:pt x="34766" y="14288"/>
                  </a:lnTo>
                  <a:lnTo>
                    <a:pt x="29051" y="19050"/>
                  </a:lnTo>
                  <a:lnTo>
                    <a:pt x="23813" y="23336"/>
                  </a:lnTo>
                  <a:lnTo>
                    <a:pt x="19050" y="27146"/>
                  </a:lnTo>
                  <a:lnTo>
                    <a:pt x="14764" y="30480"/>
                  </a:lnTo>
                  <a:lnTo>
                    <a:pt x="14288" y="30956"/>
                  </a:lnTo>
                  <a:lnTo>
                    <a:pt x="8573" y="33338"/>
                  </a:lnTo>
                  <a:lnTo>
                    <a:pt x="7620" y="34290"/>
                  </a:lnTo>
                  <a:lnTo>
                    <a:pt x="6191" y="39052"/>
                  </a:lnTo>
                  <a:lnTo>
                    <a:pt x="5715" y="40005"/>
                  </a:lnTo>
                  <a:lnTo>
                    <a:pt x="6668" y="42863"/>
                  </a:lnTo>
                  <a:lnTo>
                    <a:pt x="7620" y="47149"/>
                  </a:lnTo>
                  <a:lnTo>
                    <a:pt x="6668" y="50482"/>
                  </a:lnTo>
                  <a:lnTo>
                    <a:pt x="2858" y="53340"/>
                  </a:lnTo>
                  <a:lnTo>
                    <a:pt x="953" y="55721"/>
                  </a:lnTo>
                  <a:lnTo>
                    <a:pt x="0" y="57150"/>
                  </a:lnTo>
                  <a:lnTo>
                    <a:pt x="953" y="57150"/>
                  </a:lnTo>
                  <a:lnTo>
                    <a:pt x="6668" y="59055"/>
                  </a:lnTo>
                  <a:lnTo>
                    <a:pt x="8573" y="58579"/>
                  </a:lnTo>
                  <a:lnTo>
                    <a:pt x="10954" y="60007"/>
                  </a:lnTo>
                  <a:lnTo>
                    <a:pt x="11906" y="60960"/>
                  </a:lnTo>
                  <a:lnTo>
                    <a:pt x="12859" y="62389"/>
                  </a:lnTo>
                  <a:lnTo>
                    <a:pt x="17145" y="65246"/>
                  </a:lnTo>
                  <a:lnTo>
                    <a:pt x="18098" y="66675"/>
                  </a:lnTo>
                  <a:lnTo>
                    <a:pt x="21431" y="68580"/>
                  </a:lnTo>
                  <a:lnTo>
                    <a:pt x="22860" y="70009"/>
                  </a:lnTo>
                  <a:lnTo>
                    <a:pt x="24289" y="70485"/>
                  </a:lnTo>
                  <a:lnTo>
                    <a:pt x="27146" y="70961"/>
                  </a:lnTo>
                  <a:lnTo>
                    <a:pt x="29528" y="71914"/>
                  </a:lnTo>
                  <a:lnTo>
                    <a:pt x="30004" y="72390"/>
                  </a:lnTo>
                  <a:lnTo>
                    <a:pt x="30004" y="74295"/>
                  </a:lnTo>
                  <a:lnTo>
                    <a:pt x="30480" y="76200"/>
                  </a:lnTo>
                  <a:lnTo>
                    <a:pt x="31433" y="76200"/>
                  </a:lnTo>
                  <a:lnTo>
                    <a:pt x="32861" y="75247"/>
                  </a:lnTo>
                  <a:lnTo>
                    <a:pt x="37148" y="72866"/>
                  </a:lnTo>
                  <a:lnTo>
                    <a:pt x="41434" y="71438"/>
                  </a:lnTo>
                  <a:lnTo>
                    <a:pt x="43815" y="72390"/>
                  </a:lnTo>
                  <a:lnTo>
                    <a:pt x="45244" y="74295"/>
                  </a:lnTo>
                  <a:lnTo>
                    <a:pt x="46673" y="75247"/>
                  </a:lnTo>
                  <a:lnTo>
                    <a:pt x="50006" y="74771"/>
                  </a:lnTo>
                  <a:lnTo>
                    <a:pt x="52864" y="74771"/>
                  </a:lnTo>
                  <a:lnTo>
                    <a:pt x="55245" y="76676"/>
                  </a:lnTo>
                  <a:lnTo>
                    <a:pt x="55721" y="77629"/>
                  </a:lnTo>
                  <a:lnTo>
                    <a:pt x="54293" y="83344"/>
                  </a:lnTo>
                  <a:lnTo>
                    <a:pt x="53816" y="85725"/>
                  </a:lnTo>
                  <a:lnTo>
                    <a:pt x="53340" y="87630"/>
                  </a:lnTo>
                  <a:lnTo>
                    <a:pt x="54293" y="88106"/>
                  </a:lnTo>
                  <a:lnTo>
                    <a:pt x="55245" y="89059"/>
                  </a:lnTo>
                  <a:lnTo>
                    <a:pt x="55245" y="90011"/>
                  </a:lnTo>
                  <a:lnTo>
                    <a:pt x="52388" y="91916"/>
                  </a:lnTo>
                  <a:lnTo>
                    <a:pt x="53816" y="92869"/>
                  </a:lnTo>
                  <a:lnTo>
                    <a:pt x="55721" y="93345"/>
                  </a:lnTo>
                  <a:lnTo>
                    <a:pt x="59531" y="92392"/>
                  </a:lnTo>
                  <a:lnTo>
                    <a:pt x="63341" y="93345"/>
                  </a:lnTo>
                  <a:lnTo>
                    <a:pt x="63341" y="94774"/>
                  </a:lnTo>
                  <a:lnTo>
                    <a:pt x="62865" y="96202"/>
                  </a:lnTo>
                  <a:lnTo>
                    <a:pt x="64294" y="98107"/>
                  </a:lnTo>
                  <a:lnTo>
                    <a:pt x="65723" y="100965"/>
                  </a:lnTo>
                  <a:lnTo>
                    <a:pt x="68580" y="102394"/>
                  </a:lnTo>
                  <a:lnTo>
                    <a:pt x="68580" y="106204"/>
                  </a:lnTo>
                  <a:lnTo>
                    <a:pt x="78105" y="105727"/>
                  </a:lnTo>
                  <a:lnTo>
                    <a:pt x="80010" y="105251"/>
                  </a:lnTo>
                  <a:lnTo>
                    <a:pt x="81915" y="103822"/>
                  </a:lnTo>
                  <a:lnTo>
                    <a:pt x="82868" y="101441"/>
                  </a:lnTo>
                  <a:lnTo>
                    <a:pt x="82868" y="99536"/>
                  </a:lnTo>
                  <a:lnTo>
                    <a:pt x="83344" y="98107"/>
                  </a:lnTo>
                  <a:lnTo>
                    <a:pt x="84773" y="96679"/>
                  </a:lnTo>
                  <a:lnTo>
                    <a:pt x="87630" y="96202"/>
                  </a:lnTo>
                  <a:lnTo>
                    <a:pt x="89535" y="96202"/>
                  </a:lnTo>
                  <a:lnTo>
                    <a:pt x="90011" y="95250"/>
                  </a:lnTo>
                  <a:lnTo>
                    <a:pt x="89535" y="91916"/>
                  </a:lnTo>
                  <a:lnTo>
                    <a:pt x="88583" y="84296"/>
                  </a:lnTo>
                  <a:lnTo>
                    <a:pt x="88106" y="81915"/>
                  </a:lnTo>
                  <a:lnTo>
                    <a:pt x="88583" y="80486"/>
                  </a:lnTo>
                  <a:lnTo>
                    <a:pt x="89535" y="80010"/>
                  </a:lnTo>
                  <a:lnTo>
                    <a:pt x="93821" y="79534"/>
                  </a:lnTo>
                  <a:lnTo>
                    <a:pt x="101918" y="80010"/>
                  </a:lnTo>
                  <a:lnTo>
                    <a:pt x="103346" y="79534"/>
                  </a:lnTo>
                  <a:lnTo>
                    <a:pt x="106680" y="75247"/>
                  </a:lnTo>
                  <a:lnTo>
                    <a:pt x="109538" y="71914"/>
                  </a:lnTo>
                  <a:lnTo>
                    <a:pt x="111443" y="70485"/>
                  </a:lnTo>
                  <a:lnTo>
                    <a:pt x="112871" y="70009"/>
                  </a:lnTo>
                  <a:lnTo>
                    <a:pt x="114776" y="72866"/>
                  </a:lnTo>
                  <a:lnTo>
                    <a:pt x="121444" y="77152"/>
                  </a:lnTo>
                  <a:lnTo>
                    <a:pt x="122396" y="76676"/>
                  </a:lnTo>
                  <a:lnTo>
                    <a:pt x="122873" y="76676"/>
                  </a:lnTo>
                  <a:lnTo>
                    <a:pt x="122873" y="76200"/>
                  </a:lnTo>
                  <a:lnTo>
                    <a:pt x="122873" y="74295"/>
                  </a:lnTo>
                  <a:lnTo>
                    <a:pt x="124778" y="72390"/>
                  </a:lnTo>
                  <a:lnTo>
                    <a:pt x="128111" y="70961"/>
                  </a:lnTo>
                  <a:lnTo>
                    <a:pt x="131445" y="68104"/>
                  </a:lnTo>
                  <a:lnTo>
                    <a:pt x="134779" y="64294"/>
                  </a:lnTo>
                  <a:lnTo>
                    <a:pt x="137636" y="61913"/>
                  </a:lnTo>
                  <a:lnTo>
                    <a:pt x="140018" y="61436"/>
                  </a:lnTo>
                  <a:lnTo>
                    <a:pt x="140970" y="60484"/>
                  </a:lnTo>
                  <a:lnTo>
                    <a:pt x="140494" y="59055"/>
                  </a:lnTo>
                  <a:lnTo>
                    <a:pt x="140494" y="57150"/>
                  </a:lnTo>
                  <a:lnTo>
                    <a:pt x="141446" y="54292"/>
                  </a:lnTo>
                  <a:lnTo>
                    <a:pt x="142875" y="52864"/>
                  </a:lnTo>
                  <a:lnTo>
                    <a:pt x="144780" y="52388"/>
                  </a:lnTo>
                  <a:lnTo>
                    <a:pt x="145733" y="51435"/>
                  </a:lnTo>
                  <a:lnTo>
                    <a:pt x="145256" y="50006"/>
                  </a:lnTo>
                  <a:lnTo>
                    <a:pt x="145733" y="48577"/>
                  </a:lnTo>
                  <a:lnTo>
                    <a:pt x="147638" y="46196"/>
                  </a:lnTo>
                  <a:lnTo>
                    <a:pt x="151924" y="44291"/>
                  </a:lnTo>
                  <a:lnTo>
                    <a:pt x="154305" y="44767"/>
                  </a:lnTo>
                  <a:lnTo>
                    <a:pt x="156210" y="47625"/>
                  </a:lnTo>
                  <a:lnTo>
                    <a:pt x="159068" y="49530"/>
                  </a:lnTo>
                  <a:lnTo>
                    <a:pt x="162878" y="50482"/>
                  </a:lnTo>
                  <a:lnTo>
                    <a:pt x="165735" y="50006"/>
                  </a:lnTo>
                  <a:lnTo>
                    <a:pt x="167640" y="48577"/>
                  </a:lnTo>
                  <a:lnTo>
                    <a:pt x="169545" y="48101"/>
                  </a:lnTo>
                  <a:lnTo>
                    <a:pt x="170974" y="48577"/>
                  </a:lnTo>
                  <a:lnTo>
                    <a:pt x="171926" y="48101"/>
                  </a:lnTo>
                  <a:lnTo>
                    <a:pt x="171926" y="46672"/>
                  </a:lnTo>
                  <a:lnTo>
                    <a:pt x="172879" y="46196"/>
                  </a:lnTo>
                  <a:lnTo>
                    <a:pt x="174308" y="47149"/>
                  </a:lnTo>
                  <a:lnTo>
                    <a:pt x="175736" y="47149"/>
                  </a:lnTo>
                  <a:lnTo>
                    <a:pt x="177165" y="46672"/>
                  </a:lnTo>
                  <a:lnTo>
                    <a:pt x="177641" y="46196"/>
                  </a:lnTo>
                  <a:lnTo>
                    <a:pt x="178118" y="45720"/>
                  </a:lnTo>
                  <a:lnTo>
                    <a:pt x="179070" y="45244"/>
                  </a:lnTo>
                  <a:lnTo>
                    <a:pt x="182404" y="45720"/>
                  </a:lnTo>
                  <a:lnTo>
                    <a:pt x="185738" y="44767"/>
                  </a:lnTo>
                  <a:lnTo>
                    <a:pt x="189548" y="42863"/>
                  </a:lnTo>
                  <a:lnTo>
                    <a:pt x="192405" y="41910"/>
                  </a:lnTo>
                  <a:lnTo>
                    <a:pt x="193834" y="42386"/>
                  </a:lnTo>
                  <a:lnTo>
                    <a:pt x="195263" y="41434"/>
                  </a:lnTo>
                  <a:lnTo>
                    <a:pt x="197168" y="39052"/>
                  </a:lnTo>
                  <a:lnTo>
                    <a:pt x="201454" y="38100"/>
                  </a:lnTo>
                  <a:lnTo>
                    <a:pt x="210026" y="38576"/>
                  </a:lnTo>
                  <a:lnTo>
                    <a:pt x="208598" y="35242"/>
                  </a:lnTo>
                  <a:close/>
                </a:path>
              </a:pathLst>
            </a:custGeom>
            <a:grpFill/>
            <a:ln w="317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C52F4E82-D245-40FB-8238-68EED78D6298}"/>
                </a:ext>
              </a:extLst>
            </p:cNvPr>
            <p:cNvSpPr/>
            <p:nvPr/>
          </p:nvSpPr>
          <p:spPr>
            <a:xfrm>
              <a:off x="3630930" y="4011453"/>
              <a:ext cx="167163" cy="247173"/>
            </a:xfrm>
            <a:custGeom>
              <a:avLst/>
              <a:gdLst>
                <a:gd name="connsiteX0" fmla="*/ 165735 w 167163"/>
                <a:gd name="connsiteY0" fmla="*/ 220980 h 247173"/>
                <a:gd name="connsiteX1" fmla="*/ 164306 w 167163"/>
                <a:gd name="connsiteY1" fmla="*/ 220028 h 247173"/>
                <a:gd name="connsiteX2" fmla="*/ 161925 w 167163"/>
                <a:gd name="connsiteY2" fmla="*/ 219551 h 247173"/>
                <a:gd name="connsiteX3" fmla="*/ 159544 w 167163"/>
                <a:gd name="connsiteY3" fmla="*/ 219075 h 247173"/>
                <a:gd name="connsiteX4" fmla="*/ 157639 w 167163"/>
                <a:gd name="connsiteY4" fmla="*/ 216218 h 247173"/>
                <a:gd name="connsiteX5" fmla="*/ 155734 w 167163"/>
                <a:gd name="connsiteY5" fmla="*/ 212884 h 247173"/>
                <a:gd name="connsiteX6" fmla="*/ 154781 w 167163"/>
                <a:gd name="connsiteY6" fmla="*/ 210979 h 247173"/>
                <a:gd name="connsiteX7" fmla="*/ 153352 w 167163"/>
                <a:gd name="connsiteY7" fmla="*/ 209550 h 247173"/>
                <a:gd name="connsiteX8" fmla="*/ 151924 w 167163"/>
                <a:gd name="connsiteY8" fmla="*/ 207169 h 247173"/>
                <a:gd name="connsiteX9" fmla="*/ 151447 w 167163"/>
                <a:gd name="connsiteY9" fmla="*/ 204788 h 247173"/>
                <a:gd name="connsiteX10" fmla="*/ 150019 w 167163"/>
                <a:gd name="connsiteY10" fmla="*/ 202883 h 247173"/>
                <a:gd name="connsiteX11" fmla="*/ 149542 w 167163"/>
                <a:gd name="connsiteY11" fmla="*/ 202406 h 247173"/>
                <a:gd name="connsiteX12" fmla="*/ 148590 w 167163"/>
                <a:gd name="connsiteY12" fmla="*/ 200025 h 247173"/>
                <a:gd name="connsiteX13" fmla="*/ 148590 w 167163"/>
                <a:gd name="connsiteY13" fmla="*/ 199072 h 247173"/>
                <a:gd name="connsiteX14" fmla="*/ 148114 w 167163"/>
                <a:gd name="connsiteY14" fmla="*/ 198596 h 247173"/>
                <a:gd name="connsiteX15" fmla="*/ 147161 w 167163"/>
                <a:gd name="connsiteY15" fmla="*/ 198120 h 247173"/>
                <a:gd name="connsiteX16" fmla="*/ 146209 w 167163"/>
                <a:gd name="connsiteY16" fmla="*/ 195263 h 247173"/>
                <a:gd name="connsiteX17" fmla="*/ 145732 w 167163"/>
                <a:gd name="connsiteY17" fmla="*/ 194310 h 247173"/>
                <a:gd name="connsiteX18" fmla="*/ 145256 w 167163"/>
                <a:gd name="connsiteY18" fmla="*/ 194310 h 247173"/>
                <a:gd name="connsiteX19" fmla="*/ 143827 w 167163"/>
                <a:gd name="connsiteY19" fmla="*/ 192405 h 247173"/>
                <a:gd name="connsiteX20" fmla="*/ 142875 w 167163"/>
                <a:gd name="connsiteY20" fmla="*/ 191453 h 247173"/>
                <a:gd name="connsiteX21" fmla="*/ 142399 w 167163"/>
                <a:gd name="connsiteY21" fmla="*/ 190500 h 247173"/>
                <a:gd name="connsiteX22" fmla="*/ 142399 w 167163"/>
                <a:gd name="connsiteY22" fmla="*/ 188119 h 247173"/>
                <a:gd name="connsiteX23" fmla="*/ 141922 w 167163"/>
                <a:gd name="connsiteY23" fmla="*/ 186690 h 247173"/>
                <a:gd name="connsiteX24" fmla="*/ 141446 w 167163"/>
                <a:gd name="connsiteY24" fmla="*/ 184309 h 247173"/>
                <a:gd name="connsiteX25" fmla="*/ 141446 w 167163"/>
                <a:gd name="connsiteY25" fmla="*/ 182880 h 247173"/>
                <a:gd name="connsiteX26" fmla="*/ 140970 w 167163"/>
                <a:gd name="connsiteY26" fmla="*/ 181928 h 247173"/>
                <a:gd name="connsiteX27" fmla="*/ 140017 w 167163"/>
                <a:gd name="connsiteY27" fmla="*/ 180975 h 247173"/>
                <a:gd name="connsiteX28" fmla="*/ 140017 w 167163"/>
                <a:gd name="connsiteY28" fmla="*/ 179546 h 247173"/>
                <a:gd name="connsiteX29" fmla="*/ 139541 w 167163"/>
                <a:gd name="connsiteY29" fmla="*/ 174784 h 247173"/>
                <a:gd name="connsiteX30" fmla="*/ 139065 w 167163"/>
                <a:gd name="connsiteY30" fmla="*/ 173831 h 247173"/>
                <a:gd name="connsiteX31" fmla="*/ 134779 w 167163"/>
                <a:gd name="connsiteY31" fmla="*/ 174308 h 247173"/>
                <a:gd name="connsiteX32" fmla="*/ 134302 w 167163"/>
                <a:gd name="connsiteY32" fmla="*/ 174784 h 247173"/>
                <a:gd name="connsiteX33" fmla="*/ 132874 w 167163"/>
                <a:gd name="connsiteY33" fmla="*/ 174784 h 247173"/>
                <a:gd name="connsiteX34" fmla="*/ 130969 w 167163"/>
                <a:gd name="connsiteY34" fmla="*/ 174784 h 247173"/>
                <a:gd name="connsiteX35" fmla="*/ 129064 w 167163"/>
                <a:gd name="connsiteY35" fmla="*/ 174308 h 247173"/>
                <a:gd name="connsiteX36" fmla="*/ 127635 w 167163"/>
                <a:gd name="connsiteY36" fmla="*/ 173355 h 247173"/>
                <a:gd name="connsiteX37" fmla="*/ 127159 w 167163"/>
                <a:gd name="connsiteY37" fmla="*/ 172403 h 247173"/>
                <a:gd name="connsiteX38" fmla="*/ 127159 w 167163"/>
                <a:gd name="connsiteY38" fmla="*/ 169545 h 247173"/>
                <a:gd name="connsiteX39" fmla="*/ 124777 w 167163"/>
                <a:gd name="connsiteY39" fmla="*/ 167164 h 247173"/>
                <a:gd name="connsiteX40" fmla="*/ 120967 w 167163"/>
                <a:gd name="connsiteY40" fmla="*/ 163830 h 247173"/>
                <a:gd name="connsiteX41" fmla="*/ 120015 w 167163"/>
                <a:gd name="connsiteY41" fmla="*/ 160496 h 247173"/>
                <a:gd name="connsiteX42" fmla="*/ 118586 w 167163"/>
                <a:gd name="connsiteY42" fmla="*/ 158115 h 247173"/>
                <a:gd name="connsiteX43" fmla="*/ 114300 w 167163"/>
                <a:gd name="connsiteY43" fmla="*/ 152876 h 247173"/>
                <a:gd name="connsiteX44" fmla="*/ 113347 w 167163"/>
                <a:gd name="connsiteY44" fmla="*/ 149543 h 247173"/>
                <a:gd name="connsiteX45" fmla="*/ 113347 w 167163"/>
                <a:gd name="connsiteY45" fmla="*/ 147161 h 247173"/>
                <a:gd name="connsiteX46" fmla="*/ 115252 w 167163"/>
                <a:gd name="connsiteY46" fmla="*/ 145256 h 247173"/>
                <a:gd name="connsiteX47" fmla="*/ 117157 w 167163"/>
                <a:gd name="connsiteY47" fmla="*/ 141446 h 247173"/>
                <a:gd name="connsiteX48" fmla="*/ 118110 w 167163"/>
                <a:gd name="connsiteY48" fmla="*/ 138113 h 247173"/>
                <a:gd name="connsiteX49" fmla="*/ 118586 w 167163"/>
                <a:gd name="connsiteY49" fmla="*/ 136208 h 247173"/>
                <a:gd name="connsiteX50" fmla="*/ 119539 w 167163"/>
                <a:gd name="connsiteY50" fmla="*/ 133826 h 247173"/>
                <a:gd name="connsiteX51" fmla="*/ 120491 w 167163"/>
                <a:gd name="connsiteY51" fmla="*/ 130493 h 247173"/>
                <a:gd name="connsiteX52" fmla="*/ 120015 w 167163"/>
                <a:gd name="connsiteY52" fmla="*/ 128588 h 247173"/>
                <a:gd name="connsiteX53" fmla="*/ 118586 w 167163"/>
                <a:gd name="connsiteY53" fmla="*/ 126683 h 247173"/>
                <a:gd name="connsiteX54" fmla="*/ 118110 w 167163"/>
                <a:gd name="connsiteY54" fmla="*/ 125730 h 247173"/>
                <a:gd name="connsiteX55" fmla="*/ 119539 w 167163"/>
                <a:gd name="connsiteY55" fmla="*/ 123349 h 247173"/>
                <a:gd name="connsiteX56" fmla="*/ 120491 w 167163"/>
                <a:gd name="connsiteY56" fmla="*/ 121920 h 247173"/>
                <a:gd name="connsiteX57" fmla="*/ 121920 w 167163"/>
                <a:gd name="connsiteY57" fmla="*/ 121920 h 247173"/>
                <a:gd name="connsiteX58" fmla="*/ 123825 w 167163"/>
                <a:gd name="connsiteY58" fmla="*/ 120968 h 247173"/>
                <a:gd name="connsiteX59" fmla="*/ 125254 w 167163"/>
                <a:gd name="connsiteY59" fmla="*/ 120015 h 247173"/>
                <a:gd name="connsiteX60" fmla="*/ 127159 w 167163"/>
                <a:gd name="connsiteY60" fmla="*/ 119539 h 247173"/>
                <a:gd name="connsiteX61" fmla="*/ 130016 w 167163"/>
                <a:gd name="connsiteY61" fmla="*/ 119539 h 247173"/>
                <a:gd name="connsiteX62" fmla="*/ 135255 w 167163"/>
                <a:gd name="connsiteY62" fmla="*/ 119539 h 247173"/>
                <a:gd name="connsiteX63" fmla="*/ 138113 w 167163"/>
                <a:gd name="connsiteY63" fmla="*/ 118586 h 247173"/>
                <a:gd name="connsiteX64" fmla="*/ 139065 w 167163"/>
                <a:gd name="connsiteY64" fmla="*/ 117634 h 247173"/>
                <a:gd name="connsiteX65" fmla="*/ 139065 w 167163"/>
                <a:gd name="connsiteY65" fmla="*/ 115729 h 247173"/>
                <a:gd name="connsiteX66" fmla="*/ 140494 w 167163"/>
                <a:gd name="connsiteY66" fmla="*/ 114300 h 247173"/>
                <a:gd name="connsiteX67" fmla="*/ 141922 w 167163"/>
                <a:gd name="connsiteY67" fmla="*/ 113347 h 247173"/>
                <a:gd name="connsiteX68" fmla="*/ 142399 w 167163"/>
                <a:gd name="connsiteY68" fmla="*/ 112871 h 247173"/>
                <a:gd name="connsiteX69" fmla="*/ 142399 w 167163"/>
                <a:gd name="connsiteY69" fmla="*/ 112395 h 247173"/>
                <a:gd name="connsiteX70" fmla="*/ 141922 w 167163"/>
                <a:gd name="connsiteY70" fmla="*/ 111919 h 247173"/>
                <a:gd name="connsiteX71" fmla="*/ 141446 w 167163"/>
                <a:gd name="connsiteY71" fmla="*/ 111443 h 247173"/>
                <a:gd name="connsiteX72" fmla="*/ 140017 w 167163"/>
                <a:gd name="connsiteY72" fmla="*/ 110966 h 247173"/>
                <a:gd name="connsiteX73" fmla="*/ 138589 w 167163"/>
                <a:gd name="connsiteY73" fmla="*/ 108109 h 247173"/>
                <a:gd name="connsiteX74" fmla="*/ 139541 w 167163"/>
                <a:gd name="connsiteY74" fmla="*/ 106680 h 247173"/>
                <a:gd name="connsiteX75" fmla="*/ 140494 w 167163"/>
                <a:gd name="connsiteY75" fmla="*/ 104299 h 247173"/>
                <a:gd name="connsiteX76" fmla="*/ 140970 w 167163"/>
                <a:gd name="connsiteY76" fmla="*/ 103346 h 247173"/>
                <a:gd name="connsiteX77" fmla="*/ 142875 w 167163"/>
                <a:gd name="connsiteY77" fmla="*/ 100965 h 247173"/>
                <a:gd name="connsiteX78" fmla="*/ 142399 w 167163"/>
                <a:gd name="connsiteY78" fmla="*/ 100489 h 247173"/>
                <a:gd name="connsiteX79" fmla="*/ 143827 w 167163"/>
                <a:gd name="connsiteY79" fmla="*/ 89535 h 247173"/>
                <a:gd name="connsiteX80" fmla="*/ 142875 w 167163"/>
                <a:gd name="connsiteY80" fmla="*/ 82391 h 247173"/>
                <a:gd name="connsiteX81" fmla="*/ 141922 w 167163"/>
                <a:gd name="connsiteY81" fmla="*/ 80010 h 247173"/>
                <a:gd name="connsiteX82" fmla="*/ 137636 w 167163"/>
                <a:gd name="connsiteY82" fmla="*/ 76676 h 247173"/>
                <a:gd name="connsiteX83" fmla="*/ 130969 w 167163"/>
                <a:gd name="connsiteY83" fmla="*/ 74771 h 247173"/>
                <a:gd name="connsiteX84" fmla="*/ 128588 w 167163"/>
                <a:gd name="connsiteY84" fmla="*/ 70485 h 247173"/>
                <a:gd name="connsiteX85" fmla="*/ 122396 w 167163"/>
                <a:gd name="connsiteY85" fmla="*/ 65722 h 247173"/>
                <a:gd name="connsiteX86" fmla="*/ 116205 w 167163"/>
                <a:gd name="connsiteY86" fmla="*/ 59531 h 247173"/>
                <a:gd name="connsiteX87" fmla="*/ 112871 w 167163"/>
                <a:gd name="connsiteY87" fmla="*/ 58103 h 247173"/>
                <a:gd name="connsiteX88" fmla="*/ 109538 w 167163"/>
                <a:gd name="connsiteY88" fmla="*/ 58103 h 247173"/>
                <a:gd name="connsiteX89" fmla="*/ 105251 w 167163"/>
                <a:gd name="connsiteY89" fmla="*/ 56197 h 247173"/>
                <a:gd name="connsiteX90" fmla="*/ 101441 w 167163"/>
                <a:gd name="connsiteY90" fmla="*/ 57150 h 247173"/>
                <a:gd name="connsiteX91" fmla="*/ 98107 w 167163"/>
                <a:gd name="connsiteY91" fmla="*/ 60960 h 247173"/>
                <a:gd name="connsiteX92" fmla="*/ 96202 w 167163"/>
                <a:gd name="connsiteY92" fmla="*/ 64770 h 247173"/>
                <a:gd name="connsiteX93" fmla="*/ 95250 w 167163"/>
                <a:gd name="connsiteY93" fmla="*/ 70485 h 247173"/>
                <a:gd name="connsiteX94" fmla="*/ 92392 w 167163"/>
                <a:gd name="connsiteY94" fmla="*/ 72866 h 247173"/>
                <a:gd name="connsiteX95" fmla="*/ 94774 w 167163"/>
                <a:gd name="connsiteY95" fmla="*/ 69056 h 247173"/>
                <a:gd name="connsiteX96" fmla="*/ 94774 w 167163"/>
                <a:gd name="connsiteY96" fmla="*/ 62389 h 247173"/>
                <a:gd name="connsiteX97" fmla="*/ 95726 w 167163"/>
                <a:gd name="connsiteY97" fmla="*/ 57626 h 247173"/>
                <a:gd name="connsiteX98" fmla="*/ 99060 w 167163"/>
                <a:gd name="connsiteY98" fmla="*/ 50959 h 247173"/>
                <a:gd name="connsiteX99" fmla="*/ 99060 w 167163"/>
                <a:gd name="connsiteY99" fmla="*/ 40958 h 247173"/>
                <a:gd name="connsiteX100" fmla="*/ 98107 w 167163"/>
                <a:gd name="connsiteY100" fmla="*/ 38576 h 247173"/>
                <a:gd name="connsiteX101" fmla="*/ 94297 w 167163"/>
                <a:gd name="connsiteY101" fmla="*/ 33814 h 247173"/>
                <a:gd name="connsiteX102" fmla="*/ 91440 w 167163"/>
                <a:gd name="connsiteY102" fmla="*/ 31433 h 247173"/>
                <a:gd name="connsiteX103" fmla="*/ 87630 w 167163"/>
                <a:gd name="connsiteY103" fmla="*/ 27146 h 247173"/>
                <a:gd name="connsiteX104" fmla="*/ 74771 w 167163"/>
                <a:gd name="connsiteY104" fmla="*/ 15716 h 247173"/>
                <a:gd name="connsiteX105" fmla="*/ 65246 w 167163"/>
                <a:gd name="connsiteY105" fmla="*/ 10001 h 247173"/>
                <a:gd name="connsiteX106" fmla="*/ 58579 w 167163"/>
                <a:gd name="connsiteY106" fmla="*/ 6191 h 247173"/>
                <a:gd name="connsiteX107" fmla="*/ 56197 w 167163"/>
                <a:gd name="connsiteY107" fmla="*/ 5715 h 247173"/>
                <a:gd name="connsiteX108" fmla="*/ 56197 w 167163"/>
                <a:gd name="connsiteY108" fmla="*/ 7144 h 247173"/>
                <a:gd name="connsiteX109" fmla="*/ 55721 w 167163"/>
                <a:gd name="connsiteY109" fmla="*/ 7144 h 247173"/>
                <a:gd name="connsiteX110" fmla="*/ 52864 w 167163"/>
                <a:gd name="connsiteY110" fmla="*/ 5715 h 247173"/>
                <a:gd name="connsiteX111" fmla="*/ 48101 w 167163"/>
                <a:gd name="connsiteY111" fmla="*/ 476 h 247173"/>
                <a:gd name="connsiteX112" fmla="*/ 46672 w 167163"/>
                <a:gd name="connsiteY112" fmla="*/ 0 h 247173"/>
                <a:gd name="connsiteX113" fmla="*/ 52864 w 167163"/>
                <a:gd name="connsiteY113" fmla="*/ 8096 h 247173"/>
                <a:gd name="connsiteX114" fmla="*/ 53340 w 167163"/>
                <a:gd name="connsiteY114" fmla="*/ 9049 h 247173"/>
                <a:gd name="connsiteX115" fmla="*/ 52388 w 167163"/>
                <a:gd name="connsiteY115" fmla="*/ 10001 h 247173"/>
                <a:gd name="connsiteX116" fmla="*/ 48577 w 167163"/>
                <a:gd name="connsiteY116" fmla="*/ 11906 h 247173"/>
                <a:gd name="connsiteX117" fmla="*/ 47625 w 167163"/>
                <a:gd name="connsiteY117" fmla="*/ 12859 h 247173"/>
                <a:gd name="connsiteX118" fmla="*/ 46196 w 167163"/>
                <a:gd name="connsiteY118" fmla="*/ 16669 h 247173"/>
                <a:gd name="connsiteX119" fmla="*/ 41434 w 167163"/>
                <a:gd name="connsiteY119" fmla="*/ 18574 h 247173"/>
                <a:gd name="connsiteX120" fmla="*/ 38100 w 167163"/>
                <a:gd name="connsiteY120" fmla="*/ 20955 h 247173"/>
                <a:gd name="connsiteX121" fmla="*/ 35719 w 167163"/>
                <a:gd name="connsiteY121" fmla="*/ 23336 h 247173"/>
                <a:gd name="connsiteX122" fmla="*/ 34290 w 167163"/>
                <a:gd name="connsiteY122" fmla="*/ 24289 h 247173"/>
                <a:gd name="connsiteX123" fmla="*/ 30004 w 167163"/>
                <a:gd name="connsiteY123" fmla="*/ 24765 h 247173"/>
                <a:gd name="connsiteX124" fmla="*/ 28575 w 167163"/>
                <a:gd name="connsiteY124" fmla="*/ 26194 h 247173"/>
                <a:gd name="connsiteX125" fmla="*/ 26670 w 167163"/>
                <a:gd name="connsiteY125" fmla="*/ 30480 h 247173"/>
                <a:gd name="connsiteX126" fmla="*/ 25241 w 167163"/>
                <a:gd name="connsiteY126" fmla="*/ 31909 h 247173"/>
                <a:gd name="connsiteX127" fmla="*/ 22860 w 167163"/>
                <a:gd name="connsiteY127" fmla="*/ 33814 h 247173"/>
                <a:gd name="connsiteX128" fmla="*/ 22860 w 167163"/>
                <a:gd name="connsiteY128" fmla="*/ 35243 h 247173"/>
                <a:gd name="connsiteX129" fmla="*/ 26194 w 167163"/>
                <a:gd name="connsiteY129" fmla="*/ 40005 h 247173"/>
                <a:gd name="connsiteX130" fmla="*/ 26670 w 167163"/>
                <a:gd name="connsiteY130" fmla="*/ 41434 h 247173"/>
                <a:gd name="connsiteX131" fmla="*/ 25717 w 167163"/>
                <a:gd name="connsiteY131" fmla="*/ 43339 h 247173"/>
                <a:gd name="connsiteX132" fmla="*/ 25717 w 167163"/>
                <a:gd name="connsiteY132" fmla="*/ 45244 h 247173"/>
                <a:gd name="connsiteX133" fmla="*/ 27622 w 167163"/>
                <a:gd name="connsiteY133" fmla="*/ 46672 h 247173"/>
                <a:gd name="connsiteX134" fmla="*/ 29527 w 167163"/>
                <a:gd name="connsiteY134" fmla="*/ 47149 h 247173"/>
                <a:gd name="connsiteX135" fmla="*/ 31432 w 167163"/>
                <a:gd name="connsiteY135" fmla="*/ 46672 h 247173"/>
                <a:gd name="connsiteX136" fmla="*/ 33814 w 167163"/>
                <a:gd name="connsiteY136" fmla="*/ 46672 h 247173"/>
                <a:gd name="connsiteX137" fmla="*/ 35719 w 167163"/>
                <a:gd name="connsiteY137" fmla="*/ 47149 h 247173"/>
                <a:gd name="connsiteX138" fmla="*/ 36195 w 167163"/>
                <a:gd name="connsiteY138" fmla="*/ 47625 h 247173"/>
                <a:gd name="connsiteX139" fmla="*/ 36195 w 167163"/>
                <a:gd name="connsiteY139" fmla="*/ 49054 h 247173"/>
                <a:gd name="connsiteX140" fmla="*/ 35242 w 167163"/>
                <a:gd name="connsiteY140" fmla="*/ 51911 h 247173"/>
                <a:gd name="connsiteX141" fmla="*/ 33814 w 167163"/>
                <a:gd name="connsiteY141" fmla="*/ 53816 h 247173"/>
                <a:gd name="connsiteX142" fmla="*/ 27622 w 167163"/>
                <a:gd name="connsiteY142" fmla="*/ 57150 h 247173"/>
                <a:gd name="connsiteX143" fmla="*/ 24765 w 167163"/>
                <a:gd name="connsiteY143" fmla="*/ 58579 h 247173"/>
                <a:gd name="connsiteX144" fmla="*/ 22860 w 167163"/>
                <a:gd name="connsiteY144" fmla="*/ 60008 h 247173"/>
                <a:gd name="connsiteX145" fmla="*/ 19526 w 167163"/>
                <a:gd name="connsiteY145" fmla="*/ 59055 h 247173"/>
                <a:gd name="connsiteX146" fmla="*/ 17621 w 167163"/>
                <a:gd name="connsiteY146" fmla="*/ 59531 h 247173"/>
                <a:gd name="connsiteX147" fmla="*/ 16192 w 167163"/>
                <a:gd name="connsiteY147" fmla="*/ 60484 h 247173"/>
                <a:gd name="connsiteX148" fmla="*/ 15240 w 167163"/>
                <a:gd name="connsiteY148" fmla="*/ 60960 h 247173"/>
                <a:gd name="connsiteX149" fmla="*/ 13335 w 167163"/>
                <a:gd name="connsiteY149" fmla="*/ 61436 h 247173"/>
                <a:gd name="connsiteX150" fmla="*/ 10001 w 167163"/>
                <a:gd name="connsiteY150" fmla="*/ 61913 h 247173"/>
                <a:gd name="connsiteX151" fmla="*/ 8572 w 167163"/>
                <a:gd name="connsiteY151" fmla="*/ 62389 h 247173"/>
                <a:gd name="connsiteX152" fmla="*/ 7144 w 167163"/>
                <a:gd name="connsiteY152" fmla="*/ 63818 h 247173"/>
                <a:gd name="connsiteX153" fmla="*/ 6191 w 167163"/>
                <a:gd name="connsiteY153" fmla="*/ 66199 h 247173"/>
                <a:gd name="connsiteX154" fmla="*/ 7144 w 167163"/>
                <a:gd name="connsiteY154" fmla="*/ 68580 h 247173"/>
                <a:gd name="connsiteX155" fmla="*/ 8096 w 167163"/>
                <a:gd name="connsiteY155" fmla="*/ 70961 h 247173"/>
                <a:gd name="connsiteX156" fmla="*/ 8096 w 167163"/>
                <a:gd name="connsiteY156" fmla="*/ 72866 h 247173"/>
                <a:gd name="connsiteX157" fmla="*/ 9049 w 167163"/>
                <a:gd name="connsiteY157" fmla="*/ 78581 h 247173"/>
                <a:gd name="connsiteX158" fmla="*/ 8096 w 167163"/>
                <a:gd name="connsiteY158" fmla="*/ 80010 h 247173"/>
                <a:gd name="connsiteX159" fmla="*/ 5715 w 167163"/>
                <a:gd name="connsiteY159" fmla="*/ 81439 h 247173"/>
                <a:gd name="connsiteX160" fmla="*/ 2857 w 167163"/>
                <a:gd name="connsiteY160" fmla="*/ 84296 h 247173"/>
                <a:gd name="connsiteX161" fmla="*/ 0 w 167163"/>
                <a:gd name="connsiteY161" fmla="*/ 88106 h 247173"/>
                <a:gd name="connsiteX162" fmla="*/ 476 w 167163"/>
                <a:gd name="connsiteY162" fmla="*/ 89059 h 247173"/>
                <a:gd name="connsiteX163" fmla="*/ 7620 w 167163"/>
                <a:gd name="connsiteY163" fmla="*/ 96679 h 247173"/>
                <a:gd name="connsiteX164" fmla="*/ 14764 w 167163"/>
                <a:gd name="connsiteY164" fmla="*/ 104775 h 247173"/>
                <a:gd name="connsiteX165" fmla="*/ 21907 w 167163"/>
                <a:gd name="connsiteY165" fmla="*/ 112871 h 247173"/>
                <a:gd name="connsiteX166" fmla="*/ 25241 w 167163"/>
                <a:gd name="connsiteY166" fmla="*/ 111919 h 247173"/>
                <a:gd name="connsiteX167" fmla="*/ 27622 w 167163"/>
                <a:gd name="connsiteY167" fmla="*/ 112871 h 247173"/>
                <a:gd name="connsiteX168" fmla="*/ 31909 w 167163"/>
                <a:gd name="connsiteY168" fmla="*/ 113347 h 247173"/>
                <a:gd name="connsiteX169" fmla="*/ 33338 w 167163"/>
                <a:gd name="connsiteY169" fmla="*/ 112395 h 247173"/>
                <a:gd name="connsiteX170" fmla="*/ 36195 w 167163"/>
                <a:gd name="connsiteY170" fmla="*/ 112871 h 247173"/>
                <a:gd name="connsiteX171" fmla="*/ 39052 w 167163"/>
                <a:gd name="connsiteY171" fmla="*/ 110966 h 247173"/>
                <a:gd name="connsiteX172" fmla="*/ 40957 w 167163"/>
                <a:gd name="connsiteY172" fmla="*/ 111443 h 247173"/>
                <a:gd name="connsiteX173" fmla="*/ 42386 w 167163"/>
                <a:gd name="connsiteY173" fmla="*/ 111443 h 247173"/>
                <a:gd name="connsiteX174" fmla="*/ 43815 w 167163"/>
                <a:gd name="connsiteY174" fmla="*/ 112871 h 247173"/>
                <a:gd name="connsiteX175" fmla="*/ 44767 w 167163"/>
                <a:gd name="connsiteY175" fmla="*/ 114776 h 247173"/>
                <a:gd name="connsiteX176" fmla="*/ 47625 w 167163"/>
                <a:gd name="connsiteY176" fmla="*/ 116681 h 247173"/>
                <a:gd name="connsiteX177" fmla="*/ 47149 w 167163"/>
                <a:gd name="connsiteY177" fmla="*/ 120015 h 247173"/>
                <a:gd name="connsiteX178" fmla="*/ 46672 w 167163"/>
                <a:gd name="connsiteY178" fmla="*/ 122396 h 247173"/>
                <a:gd name="connsiteX179" fmla="*/ 46672 w 167163"/>
                <a:gd name="connsiteY179" fmla="*/ 125730 h 247173"/>
                <a:gd name="connsiteX180" fmla="*/ 46196 w 167163"/>
                <a:gd name="connsiteY180" fmla="*/ 128111 h 247173"/>
                <a:gd name="connsiteX181" fmla="*/ 45244 w 167163"/>
                <a:gd name="connsiteY181" fmla="*/ 130493 h 247173"/>
                <a:gd name="connsiteX182" fmla="*/ 43339 w 167163"/>
                <a:gd name="connsiteY182" fmla="*/ 132874 h 247173"/>
                <a:gd name="connsiteX183" fmla="*/ 42386 w 167163"/>
                <a:gd name="connsiteY183" fmla="*/ 133826 h 247173"/>
                <a:gd name="connsiteX184" fmla="*/ 42386 w 167163"/>
                <a:gd name="connsiteY184" fmla="*/ 135255 h 247173"/>
                <a:gd name="connsiteX185" fmla="*/ 43815 w 167163"/>
                <a:gd name="connsiteY185" fmla="*/ 135731 h 247173"/>
                <a:gd name="connsiteX186" fmla="*/ 45720 w 167163"/>
                <a:gd name="connsiteY186" fmla="*/ 136208 h 247173"/>
                <a:gd name="connsiteX187" fmla="*/ 48577 w 167163"/>
                <a:gd name="connsiteY187" fmla="*/ 136208 h 247173"/>
                <a:gd name="connsiteX188" fmla="*/ 50482 w 167163"/>
                <a:gd name="connsiteY188" fmla="*/ 137160 h 247173"/>
                <a:gd name="connsiteX189" fmla="*/ 52864 w 167163"/>
                <a:gd name="connsiteY189" fmla="*/ 137160 h 247173"/>
                <a:gd name="connsiteX190" fmla="*/ 56197 w 167163"/>
                <a:gd name="connsiteY190" fmla="*/ 139065 h 247173"/>
                <a:gd name="connsiteX191" fmla="*/ 57626 w 167163"/>
                <a:gd name="connsiteY191" fmla="*/ 140494 h 247173"/>
                <a:gd name="connsiteX192" fmla="*/ 57626 w 167163"/>
                <a:gd name="connsiteY192" fmla="*/ 141446 h 247173"/>
                <a:gd name="connsiteX193" fmla="*/ 56674 w 167163"/>
                <a:gd name="connsiteY193" fmla="*/ 143351 h 247173"/>
                <a:gd name="connsiteX194" fmla="*/ 56197 w 167163"/>
                <a:gd name="connsiteY194" fmla="*/ 145256 h 247173"/>
                <a:gd name="connsiteX195" fmla="*/ 57150 w 167163"/>
                <a:gd name="connsiteY195" fmla="*/ 146685 h 247173"/>
                <a:gd name="connsiteX196" fmla="*/ 58102 w 167163"/>
                <a:gd name="connsiteY196" fmla="*/ 147638 h 247173"/>
                <a:gd name="connsiteX197" fmla="*/ 60484 w 167163"/>
                <a:gd name="connsiteY197" fmla="*/ 152400 h 247173"/>
                <a:gd name="connsiteX198" fmla="*/ 61436 w 167163"/>
                <a:gd name="connsiteY198" fmla="*/ 153829 h 247173"/>
                <a:gd name="connsiteX199" fmla="*/ 62389 w 167163"/>
                <a:gd name="connsiteY199" fmla="*/ 154305 h 247173"/>
                <a:gd name="connsiteX200" fmla="*/ 62865 w 167163"/>
                <a:gd name="connsiteY200" fmla="*/ 155258 h 247173"/>
                <a:gd name="connsiteX201" fmla="*/ 61913 w 167163"/>
                <a:gd name="connsiteY201" fmla="*/ 157163 h 247173"/>
                <a:gd name="connsiteX202" fmla="*/ 60960 w 167163"/>
                <a:gd name="connsiteY202" fmla="*/ 159068 h 247173"/>
                <a:gd name="connsiteX203" fmla="*/ 58579 w 167163"/>
                <a:gd name="connsiteY203" fmla="*/ 161449 h 247173"/>
                <a:gd name="connsiteX204" fmla="*/ 58102 w 167163"/>
                <a:gd name="connsiteY204" fmla="*/ 163354 h 247173"/>
                <a:gd name="connsiteX205" fmla="*/ 56674 w 167163"/>
                <a:gd name="connsiteY205" fmla="*/ 164306 h 247173"/>
                <a:gd name="connsiteX206" fmla="*/ 52388 w 167163"/>
                <a:gd name="connsiteY206" fmla="*/ 167164 h 247173"/>
                <a:gd name="connsiteX207" fmla="*/ 52864 w 167163"/>
                <a:gd name="connsiteY207" fmla="*/ 170974 h 247173"/>
                <a:gd name="connsiteX208" fmla="*/ 53340 w 167163"/>
                <a:gd name="connsiteY208" fmla="*/ 173355 h 247173"/>
                <a:gd name="connsiteX209" fmla="*/ 53340 w 167163"/>
                <a:gd name="connsiteY209" fmla="*/ 174784 h 247173"/>
                <a:gd name="connsiteX210" fmla="*/ 51911 w 167163"/>
                <a:gd name="connsiteY210" fmla="*/ 177165 h 247173"/>
                <a:gd name="connsiteX211" fmla="*/ 49054 w 167163"/>
                <a:gd name="connsiteY211" fmla="*/ 183833 h 247173"/>
                <a:gd name="connsiteX212" fmla="*/ 48101 w 167163"/>
                <a:gd name="connsiteY212" fmla="*/ 187166 h 247173"/>
                <a:gd name="connsiteX213" fmla="*/ 47625 w 167163"/>
                <a:gd name="connsiteY213" fmla="*/ 194786 h 247173"/>
                <a:gd name="connsiteX214" fmla="*/ 47625 w 167163"/>
                <a:gd name="connsiteY214" fmla="*/ 197168 h 247173"/>
                <a:gd name="connsiteX215" fmla="*/ 48577 w 167163"/>
                <a:gd name="connsiteY215" fmla="*/ 200501 h 247173"/>
                <a:gd name="connsiteX216" fmla="*/ 50959 w 167163"/>
                <a:gd name="connsiteY216" fmla="*/ 208121 h 247173"/>
                <a:gd name="connsiteX217" fmla="*/ 52388 w 167163"/>
                <a:gd name="connsiteY217" fmla="*/ 209550 h 247173"/>
                <a:gd name="connsiteX218" fmla="*/ 55721 w 167163"/>
                <a:gd name="connsiteY218" fmla="*/ 210979 h 247173"/>
                <a:gd name="connsiteX219" fmla="*/ 56197 w 167163"/>
                <a:gd name="connsiteY219" fmla="*/ 216218 h 247173"/>
                <a:gd name="connsiteX220" fmla="*/ 55721 w 167163"/>
                <a:gd name="connsiteY220" fmla="*/ 221456 h 247173"/>
                <a:gd name="connsiteX221" fmla="*/ 55721 w 167163"/>
                <a:gd name="connsiteY221" fmla="*/ 223838 h 247173"/>
                <a:gd name="connsiteX222" fmla="*/ 56197 w 167163"/>
                <a:gd name="connsiteY222" fmla="*/ 224314 h 247173"/>
                <a:gd name="connsiteX223" fmla="*/ 57626 w 167163"/>
                <a:gd name="connsiteY223" fmla="*/ 224790 h 247173"/>
                <a:gd name="connsiteX224" fmla="*/ 58579 w 167163"/>
                <a:gd name="connsiteY224" fmla="*/ 225743 h 247173"/>
                <a:gd name="connsiteX225" fmla="*/ 58579 w 167163"/>
                <a:gd name="connsiteY225" fmla="*/ 227171 h 247173"/>
                <a:gd name="connsiteX226" fmla="*/ 58579 w 167163"/>
                <a:gd name="connsiteY226" fmla="*/ 228600 h 247173"/>
                <a:gd name="connsiteX227" fmla="*/ 60960 w 167163"/>
                <a:gd name="connsiteY227" fmla="*/ 229553 h 247173"/>
                <a:gd name="connsiteX228" fmla="*/ 63341 w 167163"/>
                <a:gd name="connsiteY228" fmla="*/ 230505 h 247173"/>
                <a:gd name="connsiteX229" fmla="*/ 65246 w 167163"/>
                <a:gd name="connsiteY229" fmla="*/ 232410 h 247173"/>
                <a:gd name="connsiteX230" fmla="*/ 68580 w 167163"/>
                <a:gd name="connsiteY230" fmla="*/ 236220 h 247173"/>
                <a:gd name="connsiteX231" fmla="*/ 70009 w 167163"/>
                <a:gd name="connsiteY231" fmla="*/ 236696 h 247173"/>
                <a:gd name="connsiteX232" fmla="*/ 70485 w 167163"/>
                <a:gd name="connsiteY232" fmla="*/ 238125 h 247173"/>
                <a:gd name="connsiteX233" fmla="*/ 73342 w 167163"/>
                <a:gd name="connsiteY233" fmla="*/ 241459 h 247173"/>
                <a:gd name="connsiteX234" fmla="*/ 78105 w 167163"/>
                <a:gd name="connsiteY234" fmla="*/ 242411 h 247173"/>
                <a:gd name="connsiteX235" fmla="*/ 82391 w 167163"/>
                <a:gd name="connsiteY235" fmla="*/ 243840 h 247173"/>
                <a:gd name="connsiteX236" fmla="*/ 84296 w 167163"/>
                <a:gd name="connsiteY236" fmla="*/ 245745 h 247173"/>
                <a:gd name="connsiteX237" fmla="*/ 86201 w 167163"/>
                <a:gd name="connsiteY237" fmla="*/ 247174 h 247173"/>
                <a:gd name="connsiteX238" fmla="*/ 87630 w 167163"/>
                <a:gd name="connsiteY238" fmla="*/ 247174 h 247173"/>
                <a:gd name="connsiteX239" fmla="*/ 88582 w 167163"/>
                <a:gd name="connsiteY239" fmla="*/ 246697 h 247173"/>
                <a:gd name="connsiteX240" fmla="*/ 90488 w 167163"/>
                <a:gd name="connsiteY240" fmla="*/ 245745 h 247173"/>
                <a:gd name="connsiteX241" fmla="*/ 91916 w 167163"/>
                <a:gd name="connsiteY241" fmla="*/ 244316 h 247173"/>
                <a:gd name="connsiteX242" fmla="*/ 94774 w 167163"/>
                <a:gd name="connsiteY242" fmla="*/ 244316 h 247173"/>
                <a:gd name="connsiteX243" fmla="*/ 98107 w 167163"/>
                <a:gd name="connsiteY243" fmla="*/ 244316 h 247173"/>
                <a:gd name="connsiteX244" fmla="*/ 98584 w 167163"/>
                <a:gd name="connsiteY244" fmla="*/ 243364 h 247173"/>
                <a:gd name="connsiteX245" fmla="*/ 99060 w 167163"/>
                <a:gd name="connsiteY245" fmla="*/ 242411 h 247173"/>
                <a:gd name="connsiteX246" fmla="*/ 98107 w 167163"/>
                <a:gd name="connsiteY246" fmla="*/ 239078 h 247173"/>
                <a:gd name="connsiteX247" fmla="*/ 99536 w 167163"/>
                <a:gd name="connsiteY247" fmla="*/ 238125 h 247173"/>
                <a:gd name="connsiteX248" fmla="*/ 101917 w 167163"/>
                <a:gd name="connsiteY248" fmla="*/ 237649 h 247173"/>
                <a:gd name="connsiteX249" fmla="*/ 102394 w 167163"/>
                <a:gd name="connsiteY249" fmla="*/ 236220 h 247173"/>
                <a:gd name="connsiteX250" fmla="*/ 102870 w 167163"/>
                <a:gd name="connsiteY250" fmla="*/ 235268 h 247173"/>
                <a:gd name="connsiteX251" fmla="*/ 103822 w 167163"/>
                <a:gd name="connsiteY251" fmla="*/ 234315 h 247173"/>
                <a:gd name="connsiteX252" fmla="*/ 104775 w 167163"/>
                <a:gd name="connsiteY252" fmla="*/ 233839 h 247173"/>
                <a:gd name="connsiteX253" fmla="*/ 105727 w 167163"/>
                <a:gd name="connsiteY253" fmla="*/ 234791 h 247173"/>
                <a:gd name="connsiteX254" fmla="*/ 107632 w 167163"/>
                <a:gd name="connsiteY254" fmla="*/ 234791 h 247173"/>
                <a:gd name="connsiteX255" fmla="*/ 109538 w 167163"/>
                <a:gd name="connsiteY255" fmla="*/ 235268 h 247173"/>
                <a:gd name="connsiteX256" fmla="*/ 110490 w 167163"/>
                <a:gd name="connsiteY256" fmla="*/ 236696 h 247173"/>
                <a:gd name="connsiteX257" fmla="*/ 112395 w 167163"/>
                <a:gd name="connsiteY257" fmla="*/ 236696 h 247173"/>
                <a:gd name="connsiteX258" fmla="*/ 114300 w 167163"/>
                <a:gd name="connsiteY258" fmla="*/ 236220 h 247173"/>
                <a:gd name="connsiteX259" fmla="*/ 114776 w 167163"/>
                <a:gd name="connsiteY259" fmla="*/ 235744 h 247173"/>
                <a:gd name="connsiteX260" fmla="*/ 115729 w 167163"/>
                <a:gd name="connsiteY260" fmla="*/ 234791 h 247173"/>
                <a:gd name="connsiteX261" fmla="*/ 116205 w 167163"/>
                <a:gd name="connsiteY261" fmla="*/ 231934 h 247173"/>
                <a:gd name="connsiteX262" fmla="*/ 117157 w 167163"/>
                <a:gd name="connsiteY262" fmla="*/ 231934 h 247173"/>
                <a:gd name="connsiteX263" fmla="*/ 119539 w 167163"/>
                <a:gd name="connsiteY263" fmla="*/ 231458 h 247173"/>
                <a:gd name="connsiteX264" fmla="*/ 122396 w 167163"/>
                <a:gd name="connsiteY264" fmla="*/ 230505 h 247173"/>
                <a:gd name="connsiteX265" fmla="*/ 125730 w 167163"/>
                <a:gd name="connsiteY265" fmla="*/ 230029 h 247173"/>
                <a:gd name="connsiteX266" fmla="*/ 129064 w 167163"/>
                <a:gd name="connsiteY266" fmla="*/ 230029 h 247173"/>
                <a:gd name="connsiteX267" fmla="*/ 130969 w 167163"/>
                <a:gd name="connsiteY267" fmla="*/ 229553 h 247173"/>
                <a:gd name="connsiteX268" fmla="*/ 132397 w 167163"/>
                <a:gd name="connsiteY268" fmla="*/ 228124 h 247173"/>
                <a:gd name="connsiteX269" fmla="*/ 135255 w 167163"/>
                <a:gd name="connsiteY269" fmla="*/ 223361 h 247173"/>
                <a:gd name="connsiteX270" fmla="*/ 137160 w 167163"/>
                <a:gd name="connsiteY270" fmla="*/ 222409 h 247173"/>
                <a:gd name="connsiteX271" fmla="*/ 138589 w 167163"/>
                <a:gd name="connsiteY271" fmla="*/ 221456 h 247173"/>
                <a:gd name="connsiteX272" fmla="*/ 140017 w 167163"/>
                <a:gd name="connsiteY272" fmla="*/ 221456 h 247173"/>
                <a:gd name="connsiteX273" fmla="*/ 142875 w 167163"/>
                <a:gd name="connsiteY273" fmla="*/ 220980 h 247173"/>
                <a:gd name="connsiteX274" fmla="*/ 145256 w 167163"/>
                <a:gd name="connsiteY274" fmla="*/ 220028 h 247173"/>
                <a:gd name="connsiteX275" fmla="*/ 146209 w 167163"/>
                <a:gd name="connsiteY275" fmla="*/ 220028 h 247173"/>
                <a:gd name="connsiteX276" fmla="*/ 148114 w 167163"/>
                <a:gd name="connsiteY276" fmla="*/ 222409 h 247173"/>
                <a:gd name="connsiteX277" fmla="*/ 149066 w 167163"/>
                <a:gd name="connsiteY277" fmla="*/ 222885 h 247173"/>
                <a:gd name="connsiteX278" fmla="*/ 150495 w 167163"/>
                <a:gd name="connsiteY278" fmla="*/ 222885 h 247173"/>
                <a:gd name="connsiteX279" fmla="*/ 154781 w 167163"/>
                <a:gd name="connsiteY279" fmla="*/ 224314 h 247173"/>
                <a:gd name="connsiteX280" fmla="*/ 157163 w 167163"/>
                <a:gd name="connsiteY280" fmla="*/ 223838 h 247173"/>
                <a:gd name="connsiteX281" fmla="*/ 160020 w 167163"/>
                <a:gd name="connsiteY281" fmla="*/ 223361 h 247173"/>
                <a:gd name="connsiteX282" fmla="*/ 162401 w 167163"/>
                <a:gd name="connsiteY282" fmla="*/ 222885 h 247173"/>
                <a:gd name="connsiteX283" fmla="*/ 164306 w 167163"/>
                <a:gd name="connsiteY283" fmla="*/ 223361 h 247173"/>
                <a:gd name="connsiteX284" fmla="*/ 165735 w 167163"/>
                <a:gd name="connsiteY284" fmla="*/ 222885 h 247173"/>
                <a:gd name="connsiteX285" fmla="*/ 167164 w 167163"/>
                <a:gd name="connsiteY285" fmla="*/ 222409 h 247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67163" h="247173">
                  <a:moveTo>
                    <a:pt x="165735" y="220980"/>
                  </a:moveTo>
                  <a:lnTo>
                    <a:pt x="164306" y="220028"/>
                  </a:lnTo>
                  <a:lnTo>
                    <a:pt x="161925" y="219551"/>
                  </a:lnTo>
                  <a:lnTo>
                    <a:pt x="159544" y="219075"/>
                  </a:lnTo>
                  <a:lnTo>
                    <a:pt x="157639" y="216218"/>
                  </a:lnTo>
                  <a:lnTo>
                    <a:pt x="155734" y="212884"/>
                  </a:lnTo>
                  <a:lnTo>
                    <a:pt x="154781" y="210979"/>
                  </a:lnTo>
                  <a:lnTo>
                    <a:pt x="153352" y="209550"/>
                  </a:lnTo>
                  <a:lnTo>
                    <a:pt x="151924" y="207169"/>
                  </a:lnTo>
                  <a:lnTo>
                    <a:pt x="151447" y="204788"/>
                  </a:lnTo>
                  <a:lnTo>
                    <a:pt x="150019" y="202883"/>
                  </a:lnTo>
                  <a:lnTo>
                    <a:pt x="149542" y="202406"/>
                  </a:lnTo>
                  <a:lnTo>
                    <a:pt x="148590" y="200025"/>
                  </a:lnTo>
                  <a:lnTo>
                    <a:pt x="148590" y="199072"/>
                  </a:lnTo>
                  <a:lnTo>
                    <a:pt x="148114" y="198596"/>
                  </a:lnTo>
                  <a:lnTo>
                    <a:pt x="147161" y="198120"/>
                  </a:lnTo>
                  <a:lnTo>
                    <a:pt x="146209" y="195263"/>
                  </a:lnTo>
                  <a:lnTo>
                    <a:pt x="145732" y="194310"/>
                  </a:lnTo>
                  <a:lnTo>
                    <a:pt x="145256" y="194310"/>
                  </a:lnTo>
                  <a:lnTo>
                    <a:pt x="143827" y="192405"/>
                  </a:lnTo>
                  <a:lnTo>
                    <a:pt x="142875" y="191453"/>
                  </a:lnTo>
                  <a:lnTo>
                    <a:pt x="142399" y="190500"/>
                  </a:lnTo>
                  <a:lnTo>
                    <a:pt x="142399" y="188119"/>
                  </a:lnTo>
                  <a:lnTo>
                    <a:pt x="141922" y="186690"/>
                  </a:lnTo>
                  <a:lnTo>
                    <a:pt x="141446" y="184309"/>
                  </a:lnTo>
                  <a:lnTo>
                    <a:pt x="141446" y="182880"/>
                  </a:lnTo>
                  <a:lnTo>
                    <a:pt x="140970" y="181928"/>
                  </a:lnTo>
                  <a:lnTo>
                    <a:pt x="140017" y="180975"/>
                  </a:lnTo>
                  <a:lnTo>
                    <a:pt x="140017" y="179546"/>
                  </a:lnTo>
                  <a:lnTo>
                    <a:pt x="139541" y="174784"/>
                  </a:lnTo>
                  <a:lnTo>
                    <a:pt x="139065" y="173831"/>
                  </a:lnTo>
                  <a:lnTo>
                    <a:pt x="134779" y="174308"/>
                  </a:lnTo>
                  <a:lnTo>
                    <a:pt x="134302" y="174784"/>
                  </a:lnTo>
                  <a:lnTo>
                    <a:pt x="132874" y="174784"/>
                  </a:lnTo>
                  <a:lnTo>
                    <a:pt x="130969" y="174784"/>
                  </a:lnTo>
                  <a:lnTo>
                    <a:pt x="129064" y="174308"/>
                  </a:lnTo>
                  <a:lnTo>
                    <a:pt x="127635" y="173355"/>
                  </a:lnTo>
                  <a:lnTo>
                    <a:pt x="127159" y="172403"/>
                  </a:lnTo>
                  <a:lnTo>
                    <a:pt x="127159" y="169545"/>
                  </a:lnTo>
                  <a:lnTo>
                    <a:pt x="124777" y="167164"/>
                  </a:lnTo>
                  <a:lnTo>
                    <a:pt x="120967" y="163830"/>
                  </a:lnTo>
                  <a:lnTo>
                    <a:pt x="120015" y="160496"/>
                  </a:lnTo>
                  <a:lnTo>
                    <a:pt x="118586" y="158115"/>
                  </a:lnTo>
                  <a:lnTo>
                    <a:pt x="114300" y="152876"/>
                  </a:lnTo>
                  <a:lnTo>
                    <a:pt x="113347" y="149543"/>
                  </a:lnTo>
                  <a:lnTo>
                    <a:pt x="113347" y="147161"/>
                  </a:lnTo>
                  <a:lnTo>
                    <a:pt x="115252" y="145256"/>
                  </a:lnTo>
                  <a:lnTo>
                    <a:pt x="117157" y="141446"/>
                  </a:lnTo>
                  <a:lnTo>
                    <a:pt x="118110" y="138113"/>
                  </a:lnTo>
                  <a:lnTo>
                    <a:pt x="118586" y="136208"/>
                  </a:lnTo>
                  <a:lnTo>
                    <a:pt x="119539" y="133826"/>
                  </a:lnTo>
                  <a:lnTo>
                    <a:pt x="120491" y="130493"/>
                  </a:lnTo>
                  <a:lnTo>
                    <a:pt x="120015" y="128588"/>
                  </a:lnTo>
                  <a:lnTo>
                    <a:pt x="118586" y="126683"/>
                  </a:lnTo>
                  <a:lnTo>
                    <a:pt x="118110" y="125730"/>
                  </a:lnTo>
                  <a:lnTo>
                    <a:pt x="119539" y="123349"/>
                  </a:lnTo>
                  <a:lnTo>
                    <a:pt x="120491" y="121920"/>
                  </a:lnTo>
                  <a:lnTo>
                    <a:pt x="121920" y="121920"/>
                  </a:lnTo>
                  <a:lnTo>
                    <a:pt x="123825" y="120968"/>
                  </a:lnTo>
                  <a:lnTo>
                    <a:pt x="125254" y="120015"/>
                  </a:lnTo>
                  <a:lnTo>
                    <a:pt x="127159" y="119539"/>
                  </a:lnTo>
                  <a:lnTo>
                    <a:pt x="130016" y="119539"/>
                  </a:lnTo>
                  <a:lnTo>
                    <a:pt x="135255" y="119539"/>
                  </a:lnTo>
                  <a:lnTo>
                    <a:pt x="138113" y="118586"/>
                  </a:lnTo>
                  <a:lnTo>
                    <a:pt x="139065" y="117634"/>
                  </a:lnTo>
                  <a:lnTo>
                    <a:pt x="139065" y="115729"/>
                  </a:lnTo>
                  <a:lnTo>
                    <a:pt x="140494" y="114300"/>
                  </a:lnTo>
                  <a:lnTo>
                    <a:pt x="141922" y="113347"/>
                  </a:lnTo>
                  <a:lnTo>
                    <a:pt x="142399" y="112871"/>
                  </a:lnTo>
                  <a:lnTo>
                    <a:pt x="142399" y="112395"/>
                  </a:lnTo>
                  <a:lnTo>
                    <a:pt x="141922" y="111919"/>
                  </a:lnTo>
                  <a:lnTo>
                    <a:pt x="141446" y="111443"/>
                  </a:lnTo>
                  <a:lnTo>
                    <a:pt x="140017" y="110966"/>
                  </a:lnTo>
                  <a:lnTo>
                    <a:pt x="138589" y="108109"/>
                  </a:lnTo>
                  <a:lnTo>
                    <a:pt x="139541" y="106680"/>
                  </a:lnTo>
                  <a:lnTo>
                    <a:pt x="140494" y="104299"/>
                  </a:lnTo>
                  <a:lnTo>
                    <a:pt x="140970" y="103346"/>
                  </a:lnTo>
                  <a:lnTo>
                    <a:pt x="142875" y="100965"/>
                  </a:lnTo>
                  <a:lnTo>
                    <a:pt x="142399" y="100489"/>
                  </a:lnTo>
                  <a:lnTo>
                    <a:pt x="143827" y="89535"/>
                  </a:lnTo>
                  <a:lnTo>
                    <a:pt x="142875" y="82391"/>
                  </a:lnTo>
                  <a:lnTo>
                    <a:pt x="141922" y="80010"/>
                  </a:lnTo>
                  <a:lnTo>
                    <a:pt x="137636" y="76676"/>
                  </a:lnTo>
                  <a:lnTo>
                    <a:pt x="130969" y="74771"/>
                  </a:lnTo>
                  <a:lnTo>
                    <a:pt x="128588" y="70485"/>
                  </a:lnTo>
                  <a:lnTo>
                    <a:pt x="122396" y="65722"/>
                  </a:lnTo>
                  <a:lnTo>
                    <a:pt x="116205" y="59531"/>
                  </a:lnTo>
                  <a:lnTo>
                    <a:pt x="112871" y="58103"/>
                  </a:lnTo>
                  <a:lnTo>
                    <a:pt x="109538" y="58103"/>
                  </a:lnTo>
                  <a:lnTo>
                    <a:pt x="105251" y="56197"/>
                  </a:lnTo>
                  <a:lnTo>
                    <a:pt x="101441" y="57150"/>
                  </a:lnTo>
                  <a:lnTo>
                    <a:pt x="98107" y="60960"/>
                  </a:lnTo>
                  <a:lnTo>
                    <a:pt x="96202" y="64770"/>
                  </a:lnTo>
                  <a:lnTo>
                    <a:pt x="95250" y="70485"/>
                  </a:lnTo>
                  <a:lnTo>
                    <a:pt x="92392" y="72866"/>
                  </a:lnTo>
                  <a:lnTo>
                    <a:pt x="94774" y="69056"/>
                  </a:lnTo>
                  <a:lnTo>
                    <a:pt x="94774" y="62389"/>
                  </a:lnTo>
                  <a:lnTo>
                    <a:pt x="95726" y="57626"/>
                  </a:lnTo>
                  <a:lnTo>
                    <a:pt x="99060" y="50959"/>
                  </a:lnTo>
                  <a:lnTo>
                    <a:pt x="99060" y="40958"/>
                  </a:lnTo>
                  <a:lnTo>
                    <a:pt x="98107" y="38576"/>
                  </a:lnTo>
                  <a:lnTo>
                    <a:pt x="94297" y="33814"/>
                  </a:lnTo>
                  <a:lnTo>
                    <a:pt x="91440" y="31433"/>
                  </a:lnTo>
                  <a:lnTo>
                    <a:pt x="87630" y="27146"/>
                  </a:lnTo>
                  <a:lnTo>
                    <a:pt x="74771" y="15716"/>
                  </a:lnTo>
                  <a:lnTo>
                    <a:pt x="65246" y="10001"/>
                  </a:lnTo>
                  <a:lnTo>
                    <a:pt x="58579" y="6191"/>
                  </a:lnTo>
                  <a:lnTo>
                    <a:pt x="56197" y="5715"/>
                  </a:lnTo>
                  <a:lnTo>
                    <a:pt x="56197" y="7144"/>
                  </a:lnTo>
                  <a:lnTo>
                    <a:pt x="55721" y="7144"/>
                  </a:lnTo>
                  <a:lnTo>
                    <a:pt x="52864" y="5715"/>
                  </a:lnTo>
                  <a:lnTo>
                    <a:pt x="48101" y="476"/>
                  </a:lnTo>
                  <a:lnTo>
                    <a:pt x="46672" y="0"/>
                  </a:lnTo>
                  <a:lnTo>
                    <a:pt x="52864" y="8096"/>
                  </a:lnTo>
                  <a:lnTo>
                    <a:pt x="53340" y="9049"/>
                  </a:lnTo>
                  <a:lnTo>
                    <a:pt x="52388" y="10001"/>
                  </a:lnTo>
                  <a:lnTo>
                    <a:pt x="48577" y="11906"/>
                  </a:lnTo>
                  <a:lnTo>
                    <a:pt x="47625" y="12859"/>
                  </a:lnTo>
                  <a:lnTo>
                    <a:pt x="46196" y="16669"/>
                  </a:lnTo>
                  <a:lnTo>
                    <a:pt x="41434" y="18574"/>
                  </a:lnTo>
                  <a:lnTo>
                    <a:pt x="38100" y="20955"/>
                  </a:lnTo>
                  <a:lnTo>
                    <a:pt x="35719" y="23336"/>
                  </a:lnTo>
                  <a:lnTo>
                    <a:pt x="34290" y="24289"/>
                  </a:lnTo>
                  <a:lnTo>
                    <a:pt x="30004" y="24765"/>
                  </a:lnTo>
                  <a:lnTo>
                    <a:pt x="28575" y="26194"/>
                  </a:lnTo>
                  <a:lnTo>
                    <a:pt x="26670" y="30480"/>
                  </a:lnTo>
                  <a:lnTo>
                    <a:pt x="25241" y="31909"/>
                  </a:lnTo>
                  <a:lnTo>
                    <a:pt x="22860" y="33814"/>
                  </a:lnTo>
                  <a:lnTo>
                    <a:pt x="22860" y="35243"/>
                  </a:lnTo>
                  <a:lnTo>
                    <a:pt x="26194" y="40005"/>
                  </a:lnTo>
                  <a:lnTo>
                    <a:pt x="26670" y="41434"/>
                  </a:lnTo>
                  <a:lnTo>
                    <a:pt x="25717" y="43339"/>
                  </a:lnTo>
                  <a:lnTo>
                    <a:pt x="25717" y="45244"/>
                  </a:lnTo>
                  <a:lnTo>
                    <a:pt x="27622" y="46672"/>
                  </a:lnTo>
                  <a:lnTo>
                    <a:pt x="29527" y="47149"/>
                  </a:lnTo>
                  <a:lnTo>
                    <a:pt x="31432" y="46672"/>
                  </a:lnTo>
                  <a:lnTo>
                    <a:pt x="33814" y="46672"/>
                  </a:lnTo>
                  <a:lnTo>
                    <a:pt x="35719" y="47149"/>
                  </a:lnTo>
                  <a:lnTo>
                    <a:pt x="36195" y="47625"/>
                  </a:lnTo>
                  <a:lnTo>
                    <a:pt x="36195" y="49054"/>
                  </a:lnTo>
                  <a:lnTo>
                    <a:pt x="35242" y="51911"/>
                  </a:lnTo>
                  <a:lnTo>
                    <a:pt x="33814" y="53816"/>
                  </a:lnTo>
                  <a:lnTo>
                    <a:pt x="27622" y="57150"/>
                  </a:lnTo>
                  <a:lnTo>
                    <a:pt x="24765" y="58579"/>
                  </a:lnTo>
                  <a:lnTo>
                    <a:pt x="22860" y="60008"/>
                  </a:lnTo>
                  <a:lnTo>
                    <a:pt x="19526" y="59055"/>
                  </a:lnTo>
                  <a:lnTo>
                    <a:pt x="17621" y="59531"/>
                  </a:lnTo>
                  <a:lnTo>
                    <a:pt x="16192" y="60484"/>
                  </a:lnTo>
                  <a:lnTo>
                    <a:pt x="15240" y="60960"/>
                  </a:lnTo>
                  <a:lnTo>
                    <a:pt x="13335" y="61436"/>
                  </a:lnTo>
                  <a:lnTo>
                    <a:pt x="10001" y="61913"/>
                  </a:lnTo>
                  <a:lnTo>
                    <a:pt x="8572" y="62389"/>
                  </a:lnTo>
                  <a:lnTo>
                    <a:pt x="7144" y="63818"/>
                  </a:lnTo>
                  <a:lnTo>
                    <a:pt x="6191" y="66199"/>
                  </a:lnTo>
                  <a:lnTo>
                    <a:pt x="7144" y="68580"/>
                  </a:lnTo>
                  <a:lnTo>
                    <a:pt x="8096" y="70961"/>
                  </a:lnTo>
                  <a:lnTo>
                    <a:pt x="8096" y="72866"/>
                  </a:lnTo>
                  <a:lnTo>
                    <a:pt x="9049" y="78581"/>
                  </a:lnTo>
                  <a:lnTo>
                    <a:pt x="8096" y="80010"/>
                  </a:lnTo>
                  <a:lnTo>
                    <a:pt x="5715" y="81439"/>
                  </a:lnTo>
                  <a:lnTo>
                    <a:pt x="2857" y="84296"/>
                  </a:lnTo>
                  <a:lnTo>
                    <a:pt x="0" y="88106"/>
                  </a:lnTo>
                  <a:lnTo>
                    <a:pt x="476" y="89059"/>
                  </a:lnTo>
                  <a:lnTo>
                    <a:pt x="7620" y="96679"/>
                  </a:lnTo>
                  <a:lnTo>
                    <a:pt x="14764" y="104775"/>
                  </a:lnTo>
                  <a:lnTo>
                    <a:pt x="21907" y="112871"/>
                  </a:lnTo>
                  <a:lnTo>
                    <a:pt x="25241" y="111919"/>
                  </a:lnTo>
                  <a:lnTo>
                    <a:pt x="27622" y="112871"/>
                  </a:lnTo>
                  <a:lnTo>
                    <a:pt x="31909" y="113347"/>
                  </a:lnTo>
                  <a:lnTo>
                    <a:pt x="33338" y="112395"/>
                  </a:lnTo>
                  <a:lnTo>
                    <a:pt x="36195" y="112871"/>
                  </a:lnTo>
                  <a:lnTo>
                    <a:pt x="39052" y="110966"/>
                  </a:lnTo>
                  <a:lnTo>
                    <a:pt x="40957" y="111443"/>
                  </a:lnTo>
                  <a:lnTo>
                    <a:pt x="42386" y="111443"/>
                  </a:lnTo>
                  <a:lnTo>
                    <a:pt x="43815" y="112871"/>
                  </a:lnTo>
                  <a:lnTo>
                    <a:pt x="44767" y="114776"/>
                  </a:lnTo>
                  <a:lnTo>
                    <a:pt x="47625" y="116681"/>
                  </a:lnTo>
                  <a:lnTo>
                    <a:pt x="47149" y="120015"/>
                  </a:lnTo>
                  <a:lnTo>
                    <a:pt x="46672" y="122396"/>
                  </a:lnTo>
                  <a:lnTo>
                    <a:pt x="46672" y="125730"/>
                  </a:lnTo>
                  <a:lnTo>
                    <a:pt x="46196" y="128111"/>
                  </a:lnTo>
                  <a:lnTo>
                    <a:pt x="45244" y="130493"/>
                  </a:lnTo>
                  <a:lnTo>
                    <a:pt x="43339" y="132874"/>
                  </a:lnTo>
                  <a:lnTo>
                    <a:pt x="42386" y="133826"/>
                  </a:lnTo>
                  <a:lnTo>
                    <a:pt x="42386" y="135255"/>
                  </a:lnTo>
                  <a:lnTo>
                    <a:pt x="43815" y="135731"/>
                  </a:lnTo>
                  <a:lnTo>
                    <a:pt x="45720" y="136208"/>
                  </a:lnTo>
                  <a:lnTo>
                    <a:pt x="48577" y="136208"/>
                  </a:lnTo>
                  <a:lnTo>
                    <a:pt x="50482" y="137160"/>
                  </a:lnTo>
                  <a:lnTo>
                    <a:pt x="52864" y="137160"/>
                  </a:lnTo>
                  <a:lnTo>
                    <a:pt x="56197" y="139065"/>
                  </a:lnTo>
                  <a:lnTo>
                    <a:pt x="57626" y="140494"/>
                  </a:lnTo>
                  <a:lnTo>
                    <a:pt x="57626" y="141446"/>
                  </a:lnTo>
                  <a:lnTo>
                    <a:pt x="56674" y="143351"/>
                  </a:lnTo>
                  <a:lnTo>
                    <a:pt x="56197" y="145256"/>
                  </a:lnTo>
                  <a:lnTo>
                    <a:pt x="57150" y="146685"/>
                  </a:lnTo>
                  <a:lnTo>
                    <a:pt x="58102" y="147638"/>
                  </a:lnTo>
                  <a:lnTo>
                    <a:pt x="60484" y="152400"/>
                  </a:lnTo>
                  <a:lnTo>
                    <a:pt x="61436" y="153829"/>
                  </a:lnTo>
                  <a:lnTo>
                    <a:pt x="62389" y="154305"/>
                  </a:lnTo>
                  <a:lnTo>
                    <a:pt x="62865" y="155258"/>
                  </a:lnTo>
                  <a:lnTo>
                    <a:pt x="61913" y="157163"/>
                  </a:lnTo>
                  <a:lnTo>
                    <a:pt x="60960" y="159068"/>
                  </a:lnTo>
                  <a:lnTo>
                    <a:pt x="58579" y="161449"/>
                  </a:lnTo>
                  <a:lnTo>
                    <a:pt x="58102" y="163354"/>
                  </a:lnTo>
                  <a:lnTo>
                    <a:pt x="56674" y="164306"/>
                  </a:lnTo>
                  <a:lnTo>
                    <a:pt x="52388" y="167164"/>
                  </a:lnTo>
                  <a:lnTo>
                    <a:pt x="52864" y="170974"/>
                  </a:lnTo>
                  <a:lnTo>
                    <a:pt x="53340" y="173355"/>
                  </a:lnTo>
                  <a:lnTo>
                    <a:pt x="53340" y="174784"/>
                  </a:lnTo>
                  <a:lnTo>
                    <a:pt x="51911" y="177165"/>
                  </a:lnTo>
                  <a:lnTo>
                    <a:pt x="49054" y="183833"/>
                  </a:lnTo>
                  <a:lnTo>
                    <a:pt x="48101" y="187166"/>
                  </a:lnTo>
                  <a:lnTo>
                    <a:pt x="47625" y="194786"/>
                  </a:lnTo>
                  <a:lnTo>
                    <a:pt x="47625" y="197168"/>
                  </a:lnTo>
                  <a:lnTo>
                    <a:pt x="48577" y="200501"/>
                  </a:lnTo>
                  <a:lnTo>
                    <a:pt x="50959" y="208121"/>
                  </a:lnTo>
                  <a:lnTo>
                    <a:pt x="52388" y="209550"/>
                  </a:lnTo>
                  <a:lnTo>
                    <a:pt x="55721" y="210979"/>
                  </a:lnTo>
                  <a:lnTo>
                    <a:pt x="56197" y="216218"/>
                  </a:lnTo>
                  <a:lnTo>
                    <a:pt x="55721" y="221456"/>
                  </a:lnTo>
                  <a:lnTo>
                    <a:pt x="55721" y="223838"/>
                  </a:lnTo>
                  <a:lnTo>
                    <a:pt x="56197" y="224314"/>
                  </a:lnTo>
                  <a:lnTo>
                    <a:pt x="57626" y="224790"/>
                  </a:lnTo>
                  <a:lnTo>
                    <a:pt x="58579" y="225743"/>
                  </a:lnTo>
                  <a:lnTo>
                    <a:pt x="58579" y="227171"/>
                  </a:lnTo>
                  <a:lnTo>
                    <a:pt x="58579" y="228600"/>
                  </a:lnTo>
                  <a:lnTo>
                    <a:pt x="60960" y="229553"/>
                  </a:lnTo>
                  <a:lnTo>
                    <a:pt x="63341" y="230505"/>
                  </a:lnTo>
                  <a:lnTo>
                    <a:pt x="65246" y="232410"/>
                  </a:lnTo>
                  <a:lnTo>
                    <a:pt x="68580" y="236220"/>
                  </a:lnTo>
                  <a:lnTo>
                    <a:pt x="70009" y="236696"/>
                  </a:lnTo>
                  <a:lnTo>
                    <a:pt x="70485" y="238125"/>
                  </a:lnTo>
                  <a:lnTo>
                    <a:pt x="73342" y="241459"/>
                  </a:lnTo>
                  <a:lnTo>
                    <a:pt x="78105" y="242411"/>
                  </a:lnTo>
                  <a:lnTo>
                    <a:pt x="82391" y="243840"/>
                  </a:lnTo>
                  <a:lnTo>
                    <a:pt x="84296" y="245745"/>
                  </a:lnTo>
                  <a:lnTo>
                    <a:pt x="86201" y="247174"/>
                  </a:lnTo>
                  <a:lnTo>
                    <a:pt x="87630" y="247174"/>
                  </a:lnTo>
                  <a:lnTo>
                    <a:pt x="88582" y="246697"/>
                  </a:lnTo>
                  <a:lnTo>
                    <a:pt x="90488" y="245745"/>
                  </a:lnTo>
                  <a:lnTo>
                    <a:pt x="91916" y="244316"/>
                  </a:lnTo>
                  <a:lnTo>
                    <a:pt x="94774" y="244316"/>
                  </a:lnTo>
                  <a:lnTo>
                    <a:pt x="98107" y="244316"/>
                  </a:lnTo>
                  <a:lnTo>
                    <a:pt x="98584" y="243364"/>
                  </a:lnTo>
                  <a:lnTo>
                    <a:pt x="99060" y="242411"/>
                  </a:lnTo>
                  <a:lnTo>
                    <a:pt x="98107" y="239078"/>
                  </a:lnTo>
                  <a:lnTo>
                    <a:pt x="99536" y="238125"/>
                  </a:lnTo>
                  <a:lnTo>
                    <a:pt x="101917" y="237649"/>
                  </a:lnTo>
                  <a:lnTo>
                    <a:pt x="102394" y="236220"/>
                  </a:lnTo>
                  <a:lnTo>
                    <a:pt x="102870" y="235268"/>
                  </a:lnTo>
                  <a:lnTo>
                    <a:pt x="103822" y="234315"/>
                  </a:lnTo>
                  <a:lnTo>
                    <a:pt x="104775" y="233839"/>
                  </a:lnTo>
                  <a:lnTo>
                    <a:pt x="105727" y="234791"/>
                  </a:lnTo>
                  <a:lnTo>
                    <a:pt x="107632" y="234791"/>
                  </a:lnTo>
                  <a:lnTo>
                    <a:pt x="109538" y="235268"/>
                  </a:lnTo>
                  <a:lnTo>
                    <a:pt x="110490" y="236696"/>
                  </a:lnTo>
                  <a:lnTo>
                    <a:pt x="112395" y="236696"/>
                  </a:lnTo>
                  <a:lnTo>
                    <a:pt x="114300" y="236220"/>
                  </a:lnTo>
                  <a:lnTo>
                    <a:pt x="114776" y="235744"/>
                  </a:lnTo>
                  <a:lnTo>
                    <a:pt x="115729" y="234791"/>
                  </a:lnTo>
                  <a:lnTo>
                    <a:pt x="116205" y="231934"/>
                  </a:lnTo>
                  <a:lnTo>
                    <a:pt x="117157" y="231934"/>
                  </a:lnTo>
                  <a:lnTo>
                    <a:pt x="119539" y="231458"/>
                  </a:lnTo>
                  <a:lnTo>
                    <a:pt x="122396" y="230505"/>
                  </a:lnTo>
                  <a:lnTo>
                    <a:pt x="125730" y="230029"/>
                  </a:lnTo>
                  <a:lnTo>
                    <a:pt x="129064" y="230029"/>
                  </a:lnTo>
                  <a:lnTo>
                    <a:pt x="130969" y="229553"/>
                  </a:lnTo>
                  <a:lnTo>
                    <a:pt x="132397" y="228124"/>
                  </a:lnTo>
                  <a:lnTo>
                    <a:pt x="135255" y="223361"/>
                  </a:lnTo>
                  <a:lnTo>
                    <a:pt x="137160" y="222409"/>
                  </a:lnTo>
                  <a:lnTo>
                    <a:pt x="138589" y="221456"/>
                  </a:lnTo>
                  <a:lnTo>
                    <a:pt x="140017" y="221456"/>
                  </a:lnTo>
                  <a:lnTo>
                    <a:pt x="142875" y="220980"/>
                  </a:lnTo>
                  <a:lnTo>
                    <a:pt x="145256" y="220028"/>
                  </a:lnTo>
                  <a:lnTo>
                    <a:pt x="146209" y="220028"/>
                  </a:lnTo>
                  <a:lnTo>
                    <a:pt x="148114" y="222409"/>
                  </a:lnTo>
                  <a:lnTo>
                    <a:pt x="149066" y="222885"/>
                  </a:lnTo>
                  <a:lnTo>
                    <a:pt x="150495" y="222885"/>
                  </a:lnTo>
                  <a:lnTo>
                    <a:pt x="154781" y="224314"/>
                  </a:lnTo>
                  <a:lnTo>
                    <a:pt x="157163" y="223838"/>
                  </a:lnTo>
                  <a:lnTo>
                    <a:pt x="160020" y="223361"/>
                  </a:lnTo>
                  <a:lnTo>
                    <a:pt x="162401" y="222885"/>
                  </a:lnTo>
                  <a:lnTo>
                    <a:pt x="164306" y="223361"/>
                  </a:lnTo>
                  <a:lnTo>
                    <a:pt x="165735" y="222885"/>
                  </a:lnTo>
                  <a:lnTo>
                    <a:pt x="167164" y="222409"/>
                  </a:lnTo>
                  <a:close/>
                </a:path>
              </a:pathLst>
            </a:custGeom>
            <a:grpFill/>
            <a:ln w="317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E3F307E5-7BA5-4F94-85DA-E0A52FC4FB4A}"/>
                </a:ext>
              </a:extLst>
            </p:cNvPr>
            <p:cNvSpPr/>
            <p:nvPr/>
          </p:nvSpPr>
          <p:spPr>
            <a:xfrm>
              <a:off x="5151119" y="3870959"/>
              <a:ext cx="103346" cy="58578"/>
            </a:xfrm>
            <a:custGeom>
              <a:avLst/>
              <a:gdLst>
                <a:gd name="connsiteX0" fmla="*/ 27623 w 103346"/>
                <a:gd name="connsiteY0" fmla="*/ 41434 h 58578"/>
                <a:gd name="connsiteX1" fmla="*/ 27147 w 103346"/>
                <a:gd name="connsiteY1" fmla="*/ 37147 h 58578"/>
                <a:gd name="connsiteX2" fmla="*/ 25241 w 103346"/>
                <a:gd name="connsiteY2" fmla="*/ 36671 h 58578"/>
                <a:gd name="connsiteX3" fmla="*/ 23336 w 103346"/>
                <a:gd name="connsiteY3" fmla="*/ 39053 h 58578"/>
                <a:gd name="connsiteX4" fmla="*/ 23336 w 103346"/>
                <a:gd name="connsiteY4" fmla="*/ 40958 h 58578"/>
                <a:gd name="connsiteX5" fmla="*/ 24289 w 103346"/>
                <a:gd name="connsiteY5" fmla="*/ 41910 h 58578"/>
                <a:gd name="connsiteX6" fmla="*/ 25718 w 103346"/>
                <a:gd name="connsiteY6" fmla="*/ 42386 h 58578"/>
                <a:gd name="connsiteX7" fmla="*/ 27623 w 103346"/>
                <a:gd name="connsiteY7" fmla="*/ 41434 h 58578"/>
                <a:gd name="connsiteX8" fmla="*/ 20955 w 103346"/>
                <a:gd name="connsiteY8" fmla="*/ 50483 h 58578"/>
                <a:gd name="connsiteX9" fmla="*/ 20479 w 103346"/>
                <a:gd name="connsiteY9" fmla="*/ 50959 h 58578"/>
                <a:gd name="connsiteX10" fmla="*/ 19050 w 103346"/>
                <a:gd name="connsiteY10" fmla="*/ 51911 h 58578"/>
                <a:gd name="connsiteX11" fmla="*/ 18098 w 103346"/>
                <a:gd name="connsiteY11" fmla="*/ 53340 h 58578"/>
                <a:gd name="connsiteX12" fmla="*/ 17622 w 103346"/>
                <a:gd name="connsiteY12" fmla="*/ 53340 h 58578"/>
                <a:gd name="connsiteX13" fmla="*/ 16193 w 103346"/>
                <a:gd name="connsiteY13" fmla="*/ 53816 h 58578"/>
                <a:gd name="connsiteX14" fmla="*/ 16193 w 103346"/>
                <a:gd name="connsiteY14" fmla="*/ 54293 h 58578"/>
                <a:gd name="connsiteX15" fmla="*/ 17622 w 103346"/>
                <a:gd name="connsiteY15" fmla="*/ 56197 h 58578"/>
                <a:gd name="connsiteX16" fmla="*/ 20479 w 103346"/>
                <a:gd name="connsiteY16" fmla="*/ 55721 h 58578"/>
                <a:gd name="connsiteX17" fmla="*/ 21907 w 103346"/>
                <a:gd name="connsiteY17" fmla="*/ 54769 h 58578"/>
                <a:gd name="connsiteX18" fmla="*/ 22384 w 103346"/>
                <a:gd name="connsiteY18" fmla="*/ 53816 h 58578"/>
                <a:gd name="connsiteX19" fmla="*/ 21907 w 103346"/>
                <a:gd name="connsiteY19" fmla="*/ 50959 h 58578"/>
                <a:gd name="connsiteX20" fmla="*/ 20955 w 103346"/>
                <a:gd name="connsiteY20" fmla="*/ 50483 h 58578"/>
                <a:gd name="connsiteX21" fmla="*/ 27147 w 103346"/>
                <a:gd name="connsiteY21" fmla="*/ 51911 h 58578"/>
                <a:gd name="connsiteX22" fmla="*/ 26194 w 103346"/>
                <a:gd name="connsiteY22" fmla="*/ 50959 h 58578"/>
                <a:gd name="connsiteX23" fmla="*/ 25718 w 103346"/>
                <a:gd name="connsiteY23" fmla="*/ 51435 h 58578"/>
                <a:gd name="connsiteX24" fmla="*/ 25241 w 103346"/>
                <a:gd name="connsiteY24" fmla="*/ 54293 h 58578"/>
                <a:gd name="connsiteX25" fmla="*/ 25718 w 103346"/>
                <a:gd name="connsiteY25" fmla="*/ 54769 h 58578"/>
                <a:gd name="connsiteX26" fmla="*/ 25241 w 103346"/>
                <a:gd name="connsiteY26" fmla="*/ 55721 h 58578"/>
                <a:gd name="connsiteX27" fmla="*/ 27147 w 103346"/>
                <a:gd name="connsiteY27" fmla="*/ 55721 h 58578"/>
                <a:gd name="connsiteX28" fmla="*/ 27623 w 103346"/>
                <a:gd name="connsiteY28" fmla="*/ 54769 h 58578"/>
                <a:gd name="connsiteX29" fmla="*/ 27147 w 103346"/>
                <a:gd name="connsiteY29" fmla="*/ 51911 h 58578"/>
                <a:gd name="connsiteX30" fmla="*/ 27147 w 103346"/>
                <a:gd name="connsiteY30" fmla="*/ 51911 h 58578"/>
                <a:gd name="connsiteX31" fmla="*/ 23336 w 103346"/>
                <a:gd name="connsiteY31" fmla="*/ 27146 h 58578"/>
                <a:gd name="connsiteX32" fmla="*/ 19050 w 103346"/>
                <a:gd name="connsiteY32" fmla="*/ 27622 h 58578"/>
                <a:gd name="connsiteX33" fmla="*/ 19050 w 103346"/>
                <a:gd name="connsiteY33" fmla="*/ 28575 h 58578"/>
                <a:gd name="connsiteX34" fmla="*/ 20479 w 103346"/>
                <a:gd name="connsiteY34" fmla="*/ 30956 h 58578"/>
                <a:gd name="connsiteX35" fmla="*/ 22860 w 103346"/>
                <a:gd name="connsiteY35" fmla="*/ 31433 h 58578"/>
                <a:gd name="connsiteX36" fmla="*/ 24765 w 103346"/>
                <a:gd name="connsiteY36" fmla="*/ 27146 h 58578"/>
                <a:gd name="connsiteX37" fmla="*/ 23336 w 103346"/>
                <a:gd name="connsiteY37" fmla="*/ 27146 h 58578"/>
                <a:gd name="connsiteX38" fmla="*/ 101441 w 103346"/>
                <a:gd name="connsiteY38" fmla="*/ 2858 h 58578"/>
                <a:gd name="connsiteX39" fmla="*/ 101441 w 103346"/>
                <a:gd name="connsiteY39" fmla="*/ 0 h 58578"/>
                <a:gd name="connsiteX40" fmla="*/ 90011 w 103346"/>
                <a:gd name="connsiteY40" fmla="*/ 0 h 58578"/>
                <a:gd name="connsiteX41" fmla="*/ 80486 w 103346"/>
                <a:gd name="connsiteY41" fmla="*/ 0 h 58578"/>
                <a:gd name="connsiteX42" fmla="*/ 68104 w 103346"/>
                <a:gd name="connsiteY42" fmla="*/ 0 h 58578"/>
                <a:gd name="connsiteX43" fmla="*/ 59531 w 103346"/>
                <a:gd name="connsiteY43" fmla="*/ 0 h 58578"/>
                <a:gd name="connsiteX44" fmla="*/ 51435 w 103346"/>
                <a:gd name="connsiteY44" fmla="*/ 0 h 58578"/>
                <a:gd name="connsiteX45" fmla="*/ 45244 w 103346"/>
                <a:gd name="connsiteY45" fmla="*/ 3334 h 58578"/>
                <a:gd name="connsiteX46" fmla="*/ 38576 w 103346"/>
                <a:gd name="connsiteY46" fmla="*/ 6668 h 58578"/>
                <a:gd name="connsiteX47" fmla="*/ 29528 w 103346"/>
                <a:gd name="connsiteY47" fmla="*/ 8572 h 58578"/>
                <a:gd name="connsiteX48" fmla="*/ 19050 w 103346"/>
                <a:gd name="connsiteY48" fmla="*/ 8096 h 58578"/>
                <a:gd name="connsiteX49" fmla="*/ 15716 w 103346"/>
                <a:gd name="connsiteY49" fmla="*/ 8572 h 58578"/>
                <a:gd name="connsiteX50" fmla="*/ 12382 w 103346"/>
                <a:gd name="connsiteY50" fmla="*/ 10001 h 58578"/>
                <a:gd name="connsiteX51" fmla="*/ 10001 w 103346"/>
                <a:gd name="connsiteY51" fmla="*/ 10954 h 58578"/>
                <a:gd name="connsiteX52" fmla="*/ 6668 w 103346"/>
                <a:gd name="connsiteY52" fmla="*/ 11430 h 58578"/>
                <a:gd name="connsiteX53" fmla="*/ 1905 w 103346"/>
                <a:gd name="connsiteY53" fmla="*/ 10954 h 58578"/>
                <a:gd name="connsiteX54" fmla="*/ 0 w 103346"/>
                <a:gd name="connsiteY54" fmla="*/ 11430 h 58578"/>
                <a:gd name="connsiteX55" fmla="*/ 9525 w 103346"/>
                <a:gd name="connsiteY55" fmla="*/ 16669 h 58578"/>
                <a:gd name="connsiteX56" fmla="*/ 13811 w 103346"/>
                <a:gd name="connsiteY56" fmla="*/ 15240 h 58578"/>
                <a:gd name="connsiteX57" fmla="*/ 16193 w 103346"/>
                <a:gd name="connsiteY57" fmla="*/ 15240 h 58578"/>
                <a:gd name="connsiteX58" fmla="*/ 15716 w 103346"/>
                <a:gd name="connsiteY58" fmla="*/ 16193 h 58578"/>
                <a:gd name="connsiteX59" fmla="*/ 13335 w 103346"/>
                <a:gd name="connsiteY59" fmla="*/ 18097 h 58578"/>
                <a:gd name="connsiteX60" fmla="*/ 12859 w 103346"/>
                <a:gd name="connsiteY60" fmla="*/ 21431 h 58578"/>
                <a:gd name="connsiteX61" fmla="*/ 14764 w 103346"/>
                <a:gd name="connsiteY61" fmla="*/ 23813 h 58578"/>
                <a:gd name="connsiteX62" fmla="*/ 19526 w 103346"/>
                <a:gd name="connsiteY62" fmla="*/ 25718 h 58578"/>
                <a:gd name="connsiteX63" fmla="*/ 25718 w 103346"/>
                <a:gd name="connsiteY63" fmla="*/ 24289 h 58578"/>
                <a:gd name="connsiteX64" fmla="*/ 27147 w 103346"/>
                <a:gd name="connsiteY64" fmla="*/ 25241 h 58578"/>
                <a:gd name="connsiteX65" fmla="*/ 27623 w 103346"/>
                <a:gd name="connsiteY65" fmla="*/ 25718 h 58578"/>
                <a:gd name="connsiteX66" fmla="*/ 26194 w 103346"/>
                <a:gd name="connsiteY66" fmla="*/ 30480 h 58578"/>
                <a:gd name="connsiteX67" fmla="*/ 30480 w 103346"/>
                <a:gd name="connsiteY67" fmla="*/ 31433 h 58578"/>
                <a:gd name="connsiteX68" fmla="*/ 36195 w 103346"/>
                <a:gd name="connsiteY68" fmla="*/ 29528 h 58578"/>
                <a:gd name="connsiteX69" fmla="*/ 40957 w 103346"/>
                <a:gd name="connsiteY69" fmla="*/ 26194 h 58578"/>
                <a:gd name="connsiteX70" fmla="*/ 43815 w 103346"/>
                <a:gd name="connsiteY70" fmla="*/ 25241 h 58578"/>
                <a:gd name="connsiteX71" fmla="*/ 52388 w 103346"/>
                <a:gd name="connsiteY71" fmla="*/ 25718 h 58578"/>
                <a:gd name="connsiteX72" fmla="*/ 54769 w 103346"/>
                <a:gd name="connsiteY72" fmla="*/ 24289 h 58578"/>
                <a:gd name="connsiteX73" fmla="*/ 55722 w 103346"/>
                <a:gd name="connsiteY73" fmla="*/ 24289 h 58578"/>
                <a:gd name="connsiteX74" fmla="*/ 55722 w 103346"/>
                <a:gd name="connsiteY74" fmla="*/ 25241 h 58578"/>
                <a:gd name="connsiteX75" fmla="*/ 54769 w 103346"/>
                <a:gd name="connsiteY75" fmla="*/ 26194 h 58578"/>
                <a:gd name="connsiteX76" fmla="*/ 53816 w 103346"/>
                <a:gd name="connsiteY76" fmla="*/ 26194 h 58578"/>
                <a:gd name="connsiteX77" fmla="*/ 50959 w 103346"/>
                <a:gd name="connsiteY77" fmla="*/ 27622 h 58578"/>
                <a:gd name="connsiteX78" fmla="*/ 43815 w 103346"/>
                <a:gd name="connsiteY78" fmla="*/ 27622 h 58578"/>
                <a:gd name="connsiteX79" fmla="*/ 41910 w 103346"/>
                <a:gd name="connsiteY79" fmla="*/ 28575 h 58578"/>
                <a:gd name="connsiteX80" fmla="*/ 40957 w 103346"/>
                <a:gd name="connsiteY80" fmla="*/ 30956 h 58578"/>
                <a:gd name="connsiteX81" fmla="*/ 40957 w 103346"/>
                <a:gd name="connsiteY81" fmla="*/ 32861 h 58578"/>
                <a:gd name="connsiteX82" fmla="*/ 43815 w 103346"/>
                <a:gd name="connsiteY82" fmla="*/ 36671 h 58578"/>
                <a:gd name="connsiteX83" fmla="*/ 45720 w 103346"/>
                <a:gd name="connsiteY83" fmla="*/ 36195 h 58578"/>
                <a:gd name="connsiteX84" fmla="*/ 47149 w 103346"/>
                <a:gd name="connsiteY84" fmla="*/ 34766 h 58578"/>
                <a:gd name="connsiteX85" fmla="*/ 50006 w 103346"/>
                <a:gd name="connsiteY85" fmla="*/ 34290 h 58578"/>
                <a:gd name="connsiteX86" fmla="*/ 53816 w 103346"/>
                <a:gd name="connsiteY86" fmla="*/ 35243 h 58578"/>
                <a:gd name="connsiteX87" fmla="*/ 55722 w 103346"/>
                <a:gd name="connsiteY87" fmla="*/ 37624 h 58578"/>
                <a:gd name="connsiteX88" fmla="*/ 52388 w 103346"/>
                <a:gd name="connsiteY88" fmla="*/ 38100 h 58578"/>
                <a:gd name="connsiteX89" fmla="*/ 49530 w 103346"/>
                <a:gd name="connsiteY89" fmla="*/ 38576 h 58578"/>
                <a:gd name="connsiteX90" fmla="*/ 43339 w 103346"/>
                <a:gd name="connsiteY90" fmla="*/ 40958 h 58578"/>
                <a:gd name="connsiteX91" fmla="*/ 41434 w 103346"/>
                <a:gd name="connsiteY91" fmla="*/ 43815 h 58578"/>
                <a:gd name="connsiteX92" fmla="*/ 42386 w 103346"/>
                <a:gd name="connsiteY92" fmla="*/ 44291 h 58578"/>
                <a:gd name="connsiteX93" fmla="*/ 44291 w 103346"/>
                <a:gd name="connsiteY93" fmla="*/ 43815 h 58578"/>
                <a:gd name="connsiteX94" fmla="*/ 45720 w 103346"/>
                <a:gd name="connsiteY94" fmla="*/ 43815 h 58578"/>
                <a:gd name="connsiteX95" fmla="*/ 45720 w 103346"/>
                <a:gd name="connsiteY95" fmla="*/ 44291 h 58578"/>
                <a:gd name="connsiteX96" fmla="*/ 44291 w 103346"/>
                <a:gd name="connsiteY96" fmla="*/ 45720 h 58578"/>
                <a:gd name="connsiteX97" fmla="*/ 44291 w 103346"/>
                <a:gd name="connsiteY97" fmla="*/ 48101 h 58578"/>
                <a:gd name="connsiteX98" fmla="*/ 44768 w 103346"/>
                <a:gd name="connsiteY98" fmla="*/ 49530 h 58578"/>
                <a:gd name="connsiteX99" fmla="*/ 47149 w 103346"/>
                <a:gd name="connsiteY99" fmla="*/ 51911 h 58578"/>
                <a:gd name="connsiteX100" fmla="*/ 49054 w 103346"/>
                <a:gd name="connsiteY100" fmla="*/ 51435 h 58578"/>
                <a:gd name="connsiteX101" fmla="*/ 50482 w 103346"/>
                <a:gd name="connsiteY101" fmla="*/ 51435 h 58578"/>
                <a:gd name="connsiteX102" fmla="*/ 50482 w 103346"/>
                <a:gd name="connsiteY102" fmla="*/ 55721 h 58578"/>
                <a:gd name="connsiteX103" fmla="*/ 51911 w 103346"/>
                <a:gd name="connsiteY103" fmla="*/ 55721 h 58578"/>
                <a:gd name="connsiteX104" fmla="*/ 54769 w 103346"/>
                <a:gd name="connsiteY104" fmla="*/ 51911 h 58578"/>
                <a:gd name="connsiteX105" fmla="*/ 56198 w 103346"/>
                <a:gd name="connsiteY105" fmla="*/ 51911 h 58578"/>
                <a:gd name="connsiteX106" fmla="*/ 54769 w 103346"/>
                <a:gd name="connsiteY106" fmla="*/ 56197 h 58578"/>
                <a:gd name="connsiteX107" fmla="*/ 56674 w 103346"/>
                <a:gd name="connsiteY107" fmla="*/ 58579 h 58578"/>
                <a:gd name="connsiteX108" fmla="*/ 58103 w 103346"/>
                <a:gd name="connsiteY108" fmla="*/ 56674 h 58578"/>
                <a:gd name="connsiteX109" fmla="*/ 60007 w 103346"/>
                <a:gd name="connsiteY109" fmla="*/ 53816 h 58578"/>
                <a:gd name="connsiteX110" fmla="*/ 65723 w 103346"/>
                <a:gd name="connsiteY110" fmla="*/ 42386 h 58578"/>
                <a:gd name="connsiteX111" fmla="*/ 67628 w 103346"/>
                <a:gd name="connsiteY111" fmla="*/ 40005 h 58578"/>
                <a:gd name="connsiteX112" fmla="*/ 69056 w 103346"/>
                <a:gd name="connsiteY112" fmla="*/ 39053 h 58578"/>
                <a:gd name="connsiteX113" fmla="*/ 71914 w 103346"/>
                <a:gd name="connsiteY113" fmla="*/ 39053 h 58578"/>
                <a:gd name="connsiteX114" fmla="*/ 77153 w 103346"/>
                <a:gd name="connsiteY114" fmla="*/ 37624 h 58578"/>
                <a:gd name="connsiteX115" fmla="*/ 81439 w 103346"/>
                <a:gd name="connsiteY115" fmla="*/ 35243 h 58578"/>
                <a:gd name="connsiteX116" fmla="*/ 83344 w 103346"/>
                <a:gd name="connsiteY116" fmla="*/ 34290 h 58578"/>
                <a:gd name="connsiteX117" fmla="*/ 88106 w 103346"/>
                <a:gd name="connsiteY117" fmla="*/ 34766 h 58578"/>
                <a:gd name="connsiteX118" fmla="*/ 93822 w 103346"/>
                <a:gd name="connsiteY118" fmla="*/ 34290 h 58578"/>
                <a:gd name="connsiteX119" fmla="*/ 101441 w 103346"/>
                <a:gd name="connsiteY119" fmla="*/ 31909 h 58578"/>
                <a:gd name="connsiteX120" fmla="*/ 101441 w 103346"/>
                <a:gd name="connsiteY120" fmla="*/ 28575 h 58578"/>
                <a:gd name="connsiteX121" fmla="*/ 101441 w 103346"/>
                <a:gd name="connsiteY121" fmla="*/ 24289 h 58578"/>
                <a:gd name="connsiteX122" fmla="*/ 100965 w 103346"/>
                <a:gd name="connsiteY122" fmla="*/ 22384 h 58578"/>
                <a:gd name="connsiteX123" fmla="*/ 98107 w 103346"/>
                <a:gd name="connsiteY123" fmla="*/ 20955 h 58578"/>
                <a:gd name="connsiteX124" fmla="*/ 96679 w 103346"/>
                <a:gd name="connsiteY124" fmla="*/ 19526 h 58578"/>
                <a:gd name="connsiteX125" fmla="*/ 95250 w 103346"/>
                <a:gd name="connsiteY125" fmla="*/ 17621 h 58578"/>
                <a:gd name="connsiteX126" fmla="*/ 93822 w 103346"/>
                <a:gd name="connsiteY126" fmla="*/ 16193 h 58578"/>
                <a:gd name="connsiteX127" fmla="*/ 93822 w 103346"/>
                <a:gd name="connsiteY127" fmla="*/ 14764 h 58578"/>
                <a:gd name="connsiteX128" fmla="*/ 95726 w 103346"/>
                <a:gd name="connsiteY128" fmla="*/ 13811 h 58578"/>
                <a:gd name="connsiteX129" fmla="*/ 97155 w 103346"/>
                <a:gd name="connsiteY129" fmla="*/ 13335 h 58578"/>
                <a:gd name="connsiteX130" fmla="*/ 100013 w 103346"/>
                <a:gd name="connsiteY130" fmla="*/ 13335 h 58578"/>
                <a:gd name="connsiteX131" fmla="*/ 100965 w 103346"/>
                <a:gd name="connsiteY131" fmla="*/ 12859 h 58578"/>
                <a:gd name="connsiteX132" fmla="*/ 101918 w 103346"/>
                <a:gd name="connsiteY132" fmla="*/ 11906 h 58578"/>
                <a:gd name="connsiteX133" fmla="*/ 102870 w 103346"/>
                <a:gd name="connsiteY133" fmla="*/ 9049 h 58578"/>
                <a:gd name="connsiteX134" fmla="*/ 103347 w 103346"/>
                <a:gd name="connsiteY134" fmla="*/ 6191 h 58578"/>
                <a:gd name="connsiteX135" fmla="*/ 101441 w 103346"/>
                <a:gd name="connsiteY135" fmla="*/ 2858 h 58578"/>
                <a:gd name="connsiteX136" fmla="*/ 33814 w 103346"/>
                <a:gd name="connsiteY136" fmla="*/ 47149 h 58578"/>
                <a:gd name="connsiteX137" fmla="*/ 32385 w 103346"/>
                <a:gd name="connsiteY137" fmla="*/ 48101 h 58578"/>
                <a:gd name="connsiteX138" fmla="*/ 31432 w 103346"/>
                <a:gd name="connsiteY138" fmla="*/ 50483 h 58578"/>
                <a:gd name="connsiteX139" fmla="*/ 31909 w 103346"/>
                <a:gd name="connsiteY139" fmla="*/ 50959 h 58578"/>
                <a:gd name="connsiteX140" fmla="*/ 33338 w 103346"/>
                <a:gd name="connsiteY140" fmla="*/ 51435 h 58578"/>
                <a:gd name="connsiteX141" fmla="*/ 33338 w 103346"/>
                <a:gd name="connsiteY141" fmla="*/ 50006 h 58578"/>
                <a:gd name="connsiteX142" fmla="*/ 34766 w 103346"/>
                <a:gd name="connsiteY142" fmla="*/ 49530 h 58578"/>
                <a:gd name="connsiteX143" fmla="*/ 35243 w 103346"/>
                <a:gd name="connsiteY143" fmla="*/ 48578 h 58578"/>
                <a:gd name="connsiteX144" fmla="*/ 35719 w 103346"/>
                <a:gd name="connsiteY144" fmla="*/ 47625 h 58578"/>
                <a:gd name="connsiteX145" fmla="*/ 35243 w 103346"/>
                <a:gd name="connsiteY145" fmla="*/ 47149 h 58578"/>
                <a:gd name="connsiteX146" fmla="*/ 33814 w 103346"/>
                <a:gd name="connsiteY146" fmla="*/ 47149 h 58578"/>
                <a:gd name="connsiteX147" fmla="*/ 37148 w 103346"/>
                <a:gd name="connsiteY147" fmla="*/ 39053 h 58578"/>
                <a:gd name="connsiteX148" fmla="*/ 39053 w 103346"/>
                <a:gd name="connsiteY148" fmla="*/ 39529 h 58578"/>
                <a:gd name="connsiteX149" fmla="*/ 39529 w 103346"/>
                <a:gd name="connsiteY149" fmla="*/ 38576 h 58578"/>
                <a:gd name="connsiteX150" fmla="*/ 40481 w 103346"/>
                <a:gd name="connsiteY150" fmla="*/ 38100 h 58578"/>
                <a:gd name="connsiteX151" fmla="*/ 41910 w 103346"/>
                <a:gd name="connsiteY151" fmla="*/ 37624 h 58578"/>
                <a:gd name="connsiteX152" fmla="*/ 41910 w 103346"/>
                <a:gd name="connsiteY152" fmla="*/ 35243 h 58578"/>
                <a:gd name="connsiteX153" fmla="*/ 40005 w 103346"/>
                <a:gd name="connsiteY153" fmla="*/ 35719 h 58578"/>
                <a:gd name="connsiteX154" fmla="*/ 37148 w 103346"/>
                <a:gd name="connsiteY154" fmla="*/ 39053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03346" h="58578">
                  <a:moveTo>
                    <a:pt x="27623" y="41434"/>
                  </a:moveTo>
                  <a:lnTo>
                    <a:pt x="27147" y="37147"/>
                  </a:lnTo>
                  <a:lnTo>
                    <a:pt x="25241" y="36671"/>
                  </a:lnTo>
                  <a:lnTo>
                    <a:pt x="23336" y="39053"/>
                  </a:lnTo>
                  <a:lnTo>
                    <a:pt x="23336" y="40958"/>
                  </a:lnTo>
                  <a:lnTo>
                    <a:pt x="24289" y="41910"/>
                  </a:lnTo>
                  <a:lnTo>
                    <a:pt x="25718" y="42386"/>
                  </a:lnTo>
                  <a:lnTo>
                    <a:pt x="27623" y="41434"/>
                  </a:lnTo>
                  <a:close/>
                  <a:moveTo>
                    <a:pt x="20955" y="50483"/>
                  </a:moveTo>
                  <a:lnTo>
                    <a:pt x="20479" y="50959"/>
                  </a:lnTo>
                  <a:lnTo>
                    <a:pt x="19050" y="51911"/>
                  </a:lnTo>
                  <a:lnTo>
                    <a:pt x="18098" y="53340"/>
                  </a:lnTo>
                  <a:lnTo>
                    <a:pt x="17622" y="53340"/>
                  </a:lnTo>
                  <a:lnTo>
                    <a:pt x="16193" y="53816"/>
                  </a:lnTo>
                  <a:lnTo>
                    <a:pt x="16193" y="54293"/>
                  </a:lnTo>
                  <a:lnTo>
                    <a:pt x="17622" y="56197"/>
                  </a:lnTo>
                  <a:lnTo>
                    <a:pt x="20479" y="55721"/>
                  </a:lnTo>
                  <a:lnTo>
                    <a:pt x="21907" y="54769"/>
                  </a:lnTo>
                  <a:lnTo>
                    <a:pt x="22384" y="53816"/>
                  </a:lnTo>
                  <a:lnTo>
                    <a:pt x="21907" y="50959"/>
                  </a:lnTo>
                  <a:lnTo>
                    <a:pt x="20955" y="50483"/>
                  </a:lnTo>
                  <a:close/>
                  <a:moveTo>
                    <a:pt x="27147" y="51911"/>
                  </a:moveTo>
                  <a:lnTo>
                    <a:pt x="26194" y="50959"/>
                  </a:lnTo>
                  <a:lnTo>
                    <a:pt x="25718" y="51435"/>
                  </a:lnTo>
                  <a:lnTo>
                    <a:pt x="25241" y="54293"/>
                  </a:lnTo>
                  <a:lnTo>
                    <a:pt x="25718" y="54769"/>
                  </a:lnTo>
                  <a:lnTo>
                    <a:pt x="25241" y="55721"/>
                  </a:lnTo>
                  <a:lnTo>
                    <a:pt x="27147" y="55721"/>
                  </a:lnTo>
                  <a:lnTo>
                    <a:pt x="27623" y="54769"/>
                  </a:lnTo>
                  <a:lnTo>
                    <a:pt x="27147" y="51911"/>
                  </a:lnTo>
                  <a:lnTo>
                    <a:pt x="27147" y="51911"/>
                  </a:lnTo>
                  <a:close/>
                  <a:moveTo>
                    <a:pt x="23336" y="27146"/>
                  </a:moveTo>
                  <a:lnTo>
                    <a:pt x="19050" y="27622"/>
                  </a:lnTo>
                  <a:lnTo>
                    <a:pt x="19050" y="28575"/>
                  </a:lnTo>
                  <a:lnTo>
                    <a:pt x="20479" y="30956"/>
                  </a:lnTo>
                  <a:lnTo>
                    <a:pt x="22860" y="31433"/>
                  </a:lnTo>
                  <a:lnTo>
                    <a:pt x="24765" y="27146"/>
                  </a:lnTo>
                  <a:lnTo>
                    <a:pt x="23336" y="27146"/>
                  </a:lnTo>
                  <a:close/>
                  <a:moveTo>
                    <a:pt x="101441" y="2858"/>
                  </a:moveTo>
                  <a:lnTo>
                    <a:pt x="101441" y="0"/>
                  </a:lnTo>
                  <a:lnTo>
                    <a:pt x="90011" y="0"/>
                  </a:lnTo>
                  <a:lnTo>
                    <a:pt x="80486" y="0"/>
                  </a:lnTo>
                  <a:lnTo>
                    <a:pt x="68104" y="0"/>
                  </a:lnTo>
                  <a:lnTo>
                    <a:pt x="59531" y="0"/>
                  </a:lnTo>
                  <a:lnTo>
                    <a:pt x="51435" y="0"/>
                  </a:lnTo>
                  <a:lnTo>
                    <a:pt x="45244" y="3334"/>
                  </a:lnTo>
                  <a:lnTo>
                    <a:pt x="38576" y="6668"/>
                  </a:lnTo>
                  <a:lnTo>
                    <a:pt x="29528" y="8572"/>
                  </a:lnTo>
                  <a:lnTo>
                    <a:pt x="19050" y="8096"/>
                  </a:lnTo>
                  <a:lnTo>
                    <a:pt x="15716" y="8572"/>
                  </a:lnTo>
                  <a:lnTo>
                    <a:pt x="12382" y="10001"/>
                  </a:lnTo>
                  <a:lnTo>
                    <a:pt x="10001" y="10954"/>
                  </a:lnTo>
                  <a:lnTo>
                    <a:pt x="6668" y="11430"/>
                  </a:lnTo>
                  <a:lnTo>
                    <a:pt x="1905" y="10954"/>
                  </a:lnTo>
                  <a:lnTo>
                    <a:pt x="0" y="11430"/>
                  </a:lnTo>
                  <a:lnTo>
                    <a:pt x="9525" y="16669"/>
                  </a:lnTo>
                  <a:lnTo>
                    <a:pt x="13811" y="15240"/>
                  </a:lnTo>
                  <a:lnTo>
                    <a:pt x="16193" y="15240"/>
                  </a:lnTo>
                  <a:lnTo>
                    <a:pt x="15716" y="16193"/>
                  </a:lnTo>
                  <a:lnTo>
                    <a:pt x="13335" y="18097"/>
                  </a:lnTo>
                  <a:lnTo>
                    <a:pt x="12859" y="21431"/>
                  </a:lnTo>
                  <a:lnTo>
                    <a:pt x="14764" y="23813"/>
                  </a:lnTo>
                  <a:lnTo>
                    <a:pt x="19526" y="25718"/>
                  </a:lnTo>
                  <a:lnTo>
                    <a:pt x="25718" y="24289"/>
                  </a:lnTo>
                  <a:lnTo>
                    <a:pt x="27147" y="25241"/>
                  </a:lnTo>
                  <a:lnTo>
                    <a:pt x="27623" y="25718"/>
                  </a:lnTo>
                  <a:lnTo>
                    <a:pt x="26194" y="30480"/>
                  </a:lnTo>
                  <a:lnTo>
                    <a:pt x="30480" y="31433"/>
                  </a:lnTo>
                  <a:lnTo>
                    <a:pt x="36195" y="29528"/>
                  </a:lnTo>
                  <a:lnTo>
                    <a:pt x="40957" y="26194"/>
                  </a:lnTo>
                  <a:lnTo>
                    <a:pt x="43815" y="25241"/>
                  </a:lnTo>
                  <a:lnTo>
                    <a:pt x="52388" y="25718"/>
                  </a:lnTo>
                  <a:lnTo>
                    <a:pt x="54769" y="24289"/>
                  </a:lnTo>
                  <a:lnTo>
                    <a:pt x="55722" y="24289"/>
                  </a:lnTo>
                  <a:lnTo>
                    <a:pt x="55722" y="25241"/>
                  </a:lnTo>
                  <a:lnTo>
                    <a:pt x="54769" y="26194"/>
                  </a:lnTo>
                  <a:lnTo>
                    <a:pt x="53816" y="26194"/>
                  </a:lnTo>
                  <a:lnTo>
                    <a:pt x="50959" y="27622"/>
                  </a:lnTo>
                  <a:lnTo>
                    <a:pt x="43815" y="27622"/>
                  </a:lnTo>
                  <a:lnTo>
                    <a:pt x="41910" y="28575"/>
                  </a:lnTo>
                  <a:lnTo>
                    <a:pt x="40957" y="30956"/>
                  </a:lnTo>
                  <a:lnTo>
                    <a:pt x="40957" y="32861"/>
                  </a:lnTo>
                  <a:lnTo>
                    <a:pt x="43815" y="36671"/>
                  </a:lnTo>
                  <a:lnTo>
                    <a:pt x="45720" y="36195"/>
                  </a:lnTo>
                  <a:lnTo>
                    <a:pt x="47149" y="34766"/>
                  </a:lnTo>
                  <a:lnTo>
                    <a:pt x="50006" y="34290"/>
                  </a:lnTo>
                  <a:lnTo>
                    <a:pt x="53816" y="35243"/>
                  </a:lnTo>
                  <a:lnTo>
                    <a:pt x="55722" y="37624"/>
                  </a:lnTo>
                  <a:lnTo>
                    <a:pt x="52388" y="38100"/>
                  </a:lnTo>
                  <a:lnTo>
                    <a:pt x="49530" y="38576"/>
                  </a:lnTo>
                  <a:lnTo>
                    <a:pt x="43339" y="40958"/>
                  </a:lnTo>
                  <a:lnTo>
                    <a:pt x="41434" y="43815"/>
                  </a:lnTo>
                  <a:lnTo>
                    <a:pt x="42386" y="44291"/>
                  </a:lnTo>
                  <a:lnTo>
                    <a:pt x="44291" y="43815"/>
                  </a:lnTo>
                  <a:lnTo>
                    <a:pt x="45720" y="43815"/>
                  </a:lnTo>
                  <a:lnTo>
                    <a:pt x="45720" y="44291"/>
                  </a:lnTo>
                  <a:lnTo>
                    <a:pt x="44291" y="45720"/>
                  </a:lnTo>
                  <a:lnTo>
                    <a:pt x="44291" y="48101"/>
                  </a:lnTo>
                  <a:lnTo>
                    <a:pt x="44768" y="49530"/>
                  </a:lnTo>
                  <a:lnTo>
                    <a:pt x="47149" y="51911"/>
                  </a:lnTo>
                  <a:lnTo>
                    <a:pt x="49054" y="51435"/>
                  </a:lnTo>
                  <a:lnTo>
                    <a:pt x="50482" y="51435"/>
                  </a:lnTo>
                  <a:lnTo>
                    <a:pt x="50482" y="55721"/>
                  </a:lnTo>
                  <a:lnTo>
                    <a:pt x="51911" y="55721"/>
                  </a:lnTo>
                  <a:lnTo>
                    <a:pt x="54769" y="51911"/>
                  </a:lnTo>
                  <a:lnTo>
                    <a:pt x="56198" y="51911"/>
                  </a:lnTo>
                  <a:lnTo>
                    <a:pt x="54769" y="56197"/>
                  </a:lnTo>
                  <a:lnTo>
                    <a:pt x="56674" y="58579"/>
                  </a:lnTo>
                  <a:lnTo>
                    <a:pt x="58103" y="56674"/>
                  </a:lnTo>
                  <a:lnTo>
                    <a:pt x="60007" y="53816"/>
                  </a:lnTo>
                  <a:lnTo>
                    <a:pt x="65723" y="42386"/>
                  </a:lnTo>
                  <a:lnTo>
                    <a:pt x="67628" y="40005"/>
                  </a:lnTo>
                  <a:lnTo>
                    <a:pt x="69056" y="39053"/>
                  </a:lnTo>
                  <a:lnTo>
                    <a:pt x="71914" y="39053"/>
                  </a:lnTo>
                  <a:lnTo>
                    <a:pt x="77153" y="37624"/>
                  </a:lnTo>
                  <a:lnTo>
                    <a:pt x="81439" y="35243"/>
                  </a:lnTo>
                  <a:lnTo>
                    <a:pt x="83344" y="34290"/>
                  </a:lnTo>
                  <a:lnTo>
                    <a:pt x="88106" y="34766"/>
                  </a:lnTo>
                  <a:lnTo>
                    <a:pt x="93822" y="34290"/>
                  </a:lnTo>
                  <a:lnTo>
                    <a:pt x="101441" y="31909"/>
                  </a:lnTo>
                  <a:lnTo>
                    <a:pt x="101441" y="28575"/>
                  </a:lnTo>
                  <a:lnTo>
                    <a:pt x="101441" y="24289"/>
                  </a:lnTo>
                  <a:lnTo>
                    <a:pt x="100965" y="22384"/>
                  </a:lnTo>
                  <a:lnTo>
                    <a:pt x="98107" y="20955"/>
                  </a:lnTo>
                  <a:lnTo>
                    <a:pt x="96679" y="19526"/>
                  </a:lnTo>
                  <a:lnTo>
                    <a:pt x="95250" y="17621"/>
                  </a:lnTo>
                  <a:lnTo>
                    <a:pt x="93822" y="16193"/>
                  </a:lnTo>
                  <a:lnTo>
                    <a:pt x="93822" y="14764"/>
                  </a:lnTo>
                  <a:lnTo>
                    <a:pt x="95726" y="13811"/>
                  </a:lnTo>
                  <a:lnTo>
                    <a:pt x="97155" y="13335"/>
                  </a:lnTo>
                  <a:lnTo>
                    <a:pt x="100013" y="13335"/>
                  </a:lnTo>
                  <a:lnTo>
                    <a:pt x="100965" y="12859"/>
                  </a:lnTo>
                  <a:lnTo>
                    <a:pt x="101918" y="11906"/>
                  </a:lnTo>
                  <a:lnTo>
                    <a:pt x="102870" y="9049"/>
                  </a:lnTo>
                  <a:lnTo>
                    <a:pt x="103347" y="6191"/>
                  </a:lnTo>
                  <a:lnTo>
                    <a:pt x="101441" y="2858"/>
                  </a:lnTo>
                  <a:close/>
                  <a:moveTo>
                    <a:pt x="33814" y="47149"/>
                  </a:moveTo>
                  <a:lnTo>
                    <a:pt x="32385" y="48101"/>
                  </a:lnTo>
                  <a:lnTo>
                    <a:pt x="31432" y="50483"/>
                  </a:lnTo>
                  <a:lnTo>
                    <a:pt x="31909" y="50959"/>
                  </a:lnTo>
                  <a:lnTo>
                    <a:pt x="33338" y="51435"/>
                  </a:lnTo>
                  <a:lnTo>
                    <a:pt x="33338" y="50006"/>
                  </a:lnTo>
                  <a:lnTo>
                    <a:pt x="34766" y="49530"/>
                  </a:lnTo>
                  <a:lnTo>
                    <a:pt x="35243" y="48578"/>
                  </a:lnTo>
                  <a:lnTo>
                    <a:pt x="35719" y="47625"/>
                  </a:lnTo>
                  <a:lnTo>
                    <a:pt x="35243" y="47149"/>
                  </a:lnTo>
                  <a:lnTo>
                    <a:pt x="33814" y="47149"/>
                  </a:lnTo>
                  <a:close/>
                  <a:moveTo>
                    <a:pt x="37148" y="39053"/>
                  </a:moveTo>
                  <a:lnTo>
                    <a:pt x="39053" y="39529"/>
                  </a:lnTo>
                  <a:lnTo>
                    <a:pt x="39529" y="38576"/>
                  </a:lnTo>
                  <a:lnTo>
                    <a:pt x="40481" y="38100"/>
                  </a:lnTo>
                  <a:lnTo>
                    <a:pt x="41910" y="37624"/>
                  </a:lnTo>
                  <a:lnTo>
                    <a:pt x="41910" y="35243"/>
                  </a:lnTo>
                  <a:lnTo>
                    <a:pt x="40005" y="35719"/>
                  </a:lnTo>
                  <a:lnTo>
                    <a:pt x="37148" y="39053"/>
                  </a:lnTo>
                  <a:close/>
                </a:path>
              </a:pathLst>
            </a:custGeom>
            <a:grpFill/>
            <a:ln w="3175"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DD94AC3A-C683-4BB1-A78D-FD52BAC6328E}"/>
                </a:ext>
              </a:extLst>
            </p:cNvPr>
            <p:cNvSpPr/>
            <p:nvPr/>
          </p:nvSpPr>
          <p:spPr>
            <a:xfrm>
              <a:off x="2581751" y="3694746"/>
              <a:ext cx="136207" cy="140017"/>
            </a:xfrm>
            <a:custGeom>
              <a:avLst/>
              <a:gdLst>
                <a:gd name="connsiteX0" fmla="*/ 123825 w 136207"/>
                <a:gd name="connsiteY0" fmla="*/ 64294 h 140017"/>
                <a:gd name="connsiteX1" fmla="*/ 123825 w 136207"/>
                <a:gd name="connsiteY1" fmla="*/ 65246 h 140017"/>
                <a:gd name="connsiteX2" fmla="*/ 124301 w 136207"/>
                <a:gd name="connsiteY2" fmla="*/ 65722 h 140017"/>
                <a:gd name="connsiteX3" fmla="*/ 125730 w 136207"/>
                <a:gd name="connsiteY3" fmla="*/ 67628 h 140017"/>
                <a:gd name="connsiteX4" fmla="*/ 123349 w 136207"/>
                <a:gd name="connsiteY4" fmla="*/ 70485 h 140017"/>
                <a:gd name="connsiteX5" fmla="*/ 120015 w 136207"/>
                <a:gd name="connsiteY5" fmla="*/ 69056 h 140017"/>
                <a:gd name="connsiteX6" fmla="*/ 116681 w 136207"/>
                <a:gd name="connsiteY6" fmla="*/ 67151 h 140017"/>
                <a:gd name="connsiteX7" fmla="*/ 115253 w 136207"/>
                <a:gd name="connsiteY7" fmla="*/ 67151 h 140017"/>
                <a:gd name="connsiteX8" fmla="*/ 113348 w 136207"/>
                <a:gd name="connsiteY8" fmla="*/ 66199 h 140017"/>
                <a:gd name="connsiteX9" fmla="*/ 111919 w 136207"/>
                <a:gd name="connsiteY9" fmla="*/ 66199 h 140017"/>
                <a:gd name="connsiteX10" fmla="*/ 106204 w 136207"/>
                <a:gd name="connsiteY10" fmla="*/ 66199 h 140017"/>
                <a:gd name="connsiteX11" fmla="*/ 101918 w 136207"/>
                <a:gd name="connsiteY11" fmla="*/ 66199 h 140017"/>
                <a:gd name="connsiteX12" fmla="*/ 101918 w 136207"/>
                <a:gd name="connsiteY12" fmla="*/ 66199 h 140017"/>
                <a:gd name="connsiteX13" fmla="*/ 102394 w 136207"/>
                <a:gd name="connsiteY13" fmla="*/ 57626 h 140017"/>
                <a:gd name="connsiteX14" fmla="*/ 102870 w 136207"/>
                <a:gd name="connsiteY14" fmla="*/ 44291 h 140017"/>
                <a:gd name="connsiteX15" fmla="*/ 102870 w 136207"/>
                <a:gd name="connsiteY15" fmla="*/ 34766 h 140017"/>
                <a:gd name="connsiteX16" fmla="*/ 103346 w 136207"/>
                <a:gd name="connsiteY16" fmla="*/ 25241 h 140017"/>
                <a:gd name="connsiteX17" fmla="*/ 103823 w 136207"/>
                <a:gd name="connsiteY17" fmla="*/ 18097 h 140017"/>
                <a:gd name="connsiteX18" fmla="*/ 104299 w 136207"/>
                <a:gd name="connsiteY18" fmla="*/ 8096 h 140017"/>
                <a:gd name="connsiteX19" fmla="*/ 104299 w 136207"/>
                <a:gd name="connsiteY19" fmla="*/ 0 h 140017"/>
                <a:gd name="connsiteX20" fmla="*/ 97155 w 136207"/>
                <a:gd name="connsiteY20" fmla="*/ 0 h 140017"/>
                <a:gd name="connsiteX21" fmla="*/ 85249 w 136207"/>
                <a:gd name="connsiteY21" fmla="*/ 0 h 140017"/>
                <a:gd name="connsiteX22" fmla="*/ 69533 w 136207"/>
                <a:gd name="connsiteY22" fmla="*/ 0 h 140017"/>
                <a:gd name="connsiteX23" fmla="*/ 54769 w 136207"/>
                <a:gd name="connsiteY23" fmla="*/ 0 h 140017"/>
                <a:gd name="connsiteX24" fmla="*/ 42386 w 136207"/>
                <a:gd name="connsiteY24" fmla="*/ 0 h 140017"/>
                <a:gd name="connsiteX25" fmla="*/ 42386 w 136207"/>
                <a:gd name="connsiteY25" fmla="*/ 6668 h 140017"/>
                <a:gd name="connsiteX26" fmla="*/ 42386 w 136207"/>
                <a:gd name="connsiteY26" fmla="*/ 12383 h 140017"/>
                <a:gd name="connsiteX27" fmla="*/ 41910 w 136207"/>
                <a:gd name="connsiteY27" fmla="*/ 19526 h 140017"/>
                <a:gd name="connsiteX28" fmla="*/ 35243 w 136207"/>
                <a:gd name="connsiteY28" fmla="*/ 19050 h 140017"/>
                <a:gd name="connsiteX29" fmla="*/ 28099 w 136207"/>
                <a:gd name="connsiteY29" fmla="*/ 19050 h 140017"/>
                <a:gd name="connsiteX30" fmla="*/ 28575 w 136207"/>
                <a:gd name="connsiteY30" fmla="*/ 20003 h 140017"/>
                <a:gd name="connsiteX31" fmla="*/ 30956 w 136207"/>
                <a:gd name="connsiteY31" fmla="*/ 20955 h 140017"/>
                <a:gd name="connsiteX32" fmla="*/ 34290 w 136207"/>
                <a:gd name="connsiteY32" fmla="*/ 24289 h 140017"/>
                <a:gd name="connsiteX33" fmla="*/ 38100 w 136207"/>
                <a:gd name="connsiteY33" fmla="*/ 29051 h 140017"/>
                <a:gd name="connsiteX34" fmla="*/ 42863 w 136207"/>
                <a:gd name="connsiteY34" fmla="*/ 32861 h 140017"/>
                <a:gd name="connsiteX35" fmla="*/ 48101 w 136207"/>
                <a:gd name="connsiteY35" fmla="*/ 35243 h 140017"/>
                <a:gd name="connsiteX36" fmla="*/ 51911 w 136207"/>
                <a:gd name="connsiteY36" fmla="*/ 38100 h 140017"/>
                <a:gd name="connsiteX37" fmla="*/ 53340 w 136207"/>
                <a:gd name="connsiteY37" fmla="*/ 40958 h 140017"/>
                <a:gd name="connsiteX38" fmla="*/ 54293 w 136207"/>
                <a:gd name="connsiteY38" fmla="*/ 42863 h 140017"/>
                <a:gd name="connsiteX39" fmla="*/ 54293 w 136207"/>
                <a:gd name="connsiteY39" fmla="*/ 44768 h 140017"/>
                <a:gd name="connsiteX40" fmla="*/ 56198 w 136207"/>
                <a:gd name="connsiteY40" fmla="*/ 46196 h 140017"/>
                <a:gd name="connsiteX41" fmla="*/ 60008 w 136207"/>
                <a:gd name="connsiteY41" fmla="*/ 47625 h 140017"/>
                <a:gd name="connsiteX42" fmla="*/ 61913 w 136207"/>
                <a:gd name="connsiteY42" fmla="*/ 49054 h 140017"/>
                <a:gd name="connsiteX43" fmla="*/ 61913 w 136207"/>
                <a:gd name="connsiteY43" fmla="*/ 50483 h 140017"/>
                <a:gd name="connsiteX44" fmla="*/ 60484 w 136207"/>
                <a:gd name="connsiteY44" fmla="*/ 53340 h 140017"/>
                <a:gd name="connsiteX45" fmla="*/ 60484 w 136207"/>
                <a:gd name="connsiteY45" fmla="*/ 57150 h 140017"/>
                <a:gd name="connsiteX46" fmla="*/ 60484 w 136207"/>
                <a:gd name="connsiteY46" fmla="*/ 60008 h 140017"/>
                <a:gd name="connsiteX47" fmla="*/ 58103 w 136207"/>
                <a:gd name="connsiteY47" fmla="*/ 60008 h 140017"/>
                <a:gd name="connsiteX48" fmla="*/ 51911 w 136207"/>
                <a:gd name="connsiteY48" fmla="*/ 60008 h 140017"/>
                <a:gd name="connsiteX49" fmla="*/ 42386 w 136207"/>
                <a:gd name="connsiteY49" fmla="*/ 60008 h 140017"/>
                <a:gd name="connsiteX50" fmla="*/ 33814 w 136207"/>
                <a:gd name="connsiteY50" fmla="*/ 60008 h 140017"/>
                <a:gd name="connsiteX51" fmla="*/ 27146 w 136207"/>
                <a:gd name="connsiteY51" fmla="*/ 60008 h 140017"/>
                <a:gd name="connsiteX52" fmla="*/ 16669 w 136207"/>
                <a:gd name="connsiteY52" fmla="*/ 60008 h 140017"/>
                <a:gd name="connsiteX53" fmla="*/ 13811 w 136207"/>
                <a:gd name="connsiteY53" fmla="*/ 64770 h 140017"/>
                <a:gd name="connsiteX54" fmla="*/ 9525 w 136207"/>
                <a:gd name="connsiteY54" fmla="*/ 72866 h 140017"/>
                <a:gd name="connsiteX55" fmla="*/ 5239 w 136207"/>
                <a:gd name="connsiteY55" fmla="*/ 80010 h 140017"/>
                <a:gd name="connsiteX56" fmla="*/ 1429 w 136207"/>
                <a:gd name="connsiteY56" fmla="*/ 85725 h 140017"/>
                <a:gd name="connsiteX57" fmla="*/ 953 w 136207"/>
                <a:gd name="connsiteY57" fmla="*/ 87630 h 140017"/>
                <a:gd name="connsiteX58" fmla="*/ 953 w 136207"/>
                <a:gd name="connsiteY58" fmla="*/ 88583 h 140017"/>
                <a:gd name="connsiteX59" fmla="*/ 5239 w 136207"/>
                <a:gd name="connsiteY59" fmla="*/ 94297 h 140017"/>
                <a:gd name="connsiteX60" fmla="*/ 4286 w 136207"/>
                <a:gd name="connsiteY60" fmla="*/ 96203 h 140017"/>
                <a:gd name="connsiteX61" fmla="*/ 2858 w 136207"/>
                <a:gd name="connsiteY61" fmla="*/ 96679 h 140017"/>
                <a:gd name="connsiteX62" fmla="*/ 2381 w 136207"/>
                <a:gd name="connsiteY62" fmla="*/ 98108 h 140017"/>
                <a:gd name="connsiteX63" fmla="*/ 2381 w 136207"/>
                <a:gd name="connsiteY63" fmla="*/ 100489 h 140017"/>
                <a:gd name="connsiteX64" fmla="*/ 1429 w 136207"/>
                <a:gd name="connsiteY64" fmla="*/ 103346 h 140017"/>
                <a:gd name="connsiteX65" fmla="*/ 1905 w 136207"/>
                <a:gd name="connsiteY65" fmla="*/ 105251 h 140017"/>
                <a:gd name="connsiteX66" fmla="*/ 2381 w 136207"/>
                <a:gd name="connsiteY66" fmla="*/ 107633 h 140017"/>
                <a:gd name="connsiteX67" fmla="*/ 1429 w 136207"/>
                <a:gd name="connsiteY67" fmla="*/ 109538 h 140017"/>
                <a:gd name="connsiteX68" fmla="*/ 953 w 136207"/>
                <a:gd name="connsiteY68" fmla="*/ 111443 h 140017"/>
                <a:gd name="connsiteX69" fmla="*/ 0 w 136207"/>
                <a:gd name="connsiteY69" fmla="*/ 112395 h 140017"/>
                <a:gd name="connsiteX70" fmla="*/ 13811 w 136207"/>
                <a:gd name="connsiteY70" fmla="*/ 123349 h 140017"/>
                <a:gd name="connsiteX71" fmla="*/ 20003 w 136207"/>
                <a:gd name="connsiteY71" fmla="*/ 127159 h 140017"/>
                <a:gd name="connsiteX72" fmla="*/ 29051 w 136207"/>
                <a:gd name="connsiteY72" fmla="*/ 131445 h 140017"/>
                <a:gd name="connsiteX73" fmla="*/ 36671 w 136207"/>
                <a:gd name="connsiteY73" fmla="*/ 133826 h 140017"/>
                <a:gd name="connsiteX74" fmla="*/ 55245 w 136207"/>
                <a:gd name="connsiteY74" fmla="*/ 133826 h 140017"/>
                <a:gd name="connsiteX75" fmla="*/ 59531 w 136207"/>
                <a:gd name="connsiteY75" fmla="*/ 134779 h 140017"/>
                <a:gd name="connsiteX76" fmla="*/ 72866 w 136207"/>
                <a:gd name="connsiteY76" fmla="*/ 140018 h 140017"/>
                <a:gd name="connsiteX77" fmla="*/ 72390 w 136207"/>
                <a:gd name="connsiteY77" fmla="*/ 138589 h 140017"/>
                <a:gd name="connsiteX78" fmla="*/ 72390 w 136207"/>
                <a:gd name="connsiteY78" fmla="*/ 136684 h 140017"/>
                <a:gd name="connsiteX79" fmla="*/ 74295 w 136207"/>
                <a:gd name="connsiteY79" fmla="*/ 134303 h 140017"/>
                <a:gd name="connsiteX80" fmla="*/ 77629 w 136207"/>
                <a:gd name="connsiteY80" fmla="*/ 131445 h 140017"/>
                <a:gd name="connsiteX81" fmla="*/ 80010 w 136207"/>
                <a:gd name="connsiteY81" fmla="*/ 129540 h 140017"/>
                <a:gd name="connsiteX82" fmla="*/ 81439 w 136207"/>
                <a:gd name="connsiteY82" fmla="*/ 129540 h 140017"/>
                <a:gd name="connsiteX83" fmla="*/ 82868 w 136207"/>
                <a:gd name="connsiteY83" fmla="*/ 129540 h 140017"/>
                <a:gd name="connsiteX84" fmla="*/ 84296 w 136207"/>
                <a:gd name="connsiteY84" fmla="*/ 128588 h 140017"/>
                <a:gd name="connsiteX85" fmla="*/ 85725 w 136207"/>
                <a:gd name="connsiteY85" fmla="*/ 126206 h 140017"/>
                <a:gd name="connsiteX86" fmla="*/ 87154 w 136207"/>
                <a:gd name="connsiteY86" fmla="*/ 124778 h 140017"/>
                <a:gd name="connsiteX87" fmla="*/ 90488 w 136207"/>
                <a:gd name="connsiteY87" fmla="*/ 123349 h 140017"/>
                <a:gd name="connsiteX88" fmla="*/ 91440 w 136207"/>
                <a:gd name="connsiteY88" fmla="*/ 122872 h 140017"/>
                <a:gd name="connsiteX89" fmla="*/ 90964 w 136207"/>
                <a:gd name="connsiteY89" fmla="*/ 121920 h 140017"/>
                <a:gd name="connsiteX90" fmla="*/ 90488 w 136207"/>
                <a:gd name="connsiteY90" fmla="*/ 119539 h 140017"/>
                <a:gd name="connsiteX91" fmla="*/ 90488 w 136207"/>
                <a:gd name="connsiteY91" fmla="*/ 117634 h 140017"/>
                <a:gd name="connsiteX92" fmla="*/ 91440 w 136207"/>
                <a:gd name="connsiteY92" fmla="*/ 117158 h 140017"/>
                <a:gd name="connsiteX93" fmla="*/ 92869 w 136207"/>
                <a:gd name="connsiteY93" fmla="*/ 117158 h 140017"/>
                <a:gd name="connsiteX94" fmla="*/ 95726 w 136207"/>
                <a:gd name="connsiteY94" fmla="*/ 116681 h 140017"/>
                <a:gd name="connsiteX95" fmla="*/ 96679 w 136207"/>
                <a:gd name="connsiteY95" fmla="*/ 116681 h 140017"/>
                <a:gd name="connsiteX96" fmla="*/ 97631 w 136207"/>
                <a:gd name="connsiteY96" fmla="*/ 117158 h 140017"/>
                <a:gd name="connsiteX97" fmla="*/ 98584 w 136207"/>
                <a:gd name="connsiteY97" fmla="*/ 115253 h 140017"/>
                <a:gd name="connsiteX98" fmla="*/ 100013 w 136207"/>
                <a:gd name="connsiteY98" fmla="*/ 112871 h 140017"/>
                <a:gd name="connsiteX99" fmla="*/ 104299 w 136207"/>
                <a:gd name="connsiteY99" fmla="*/ 110490 h 140017"/>
                <a:gd name="connsiteX100" fmla="*/ 104299 w 136207"/>
                <a:gd name="connsiteY100" fmla="*/ 108109 h 140017"/>
                <a:gd name="connsiteX101" fmla="*/ 103346 w 136207"/>
                <a:gd name="connsiteY101" fmla="*/ 104299 h 140017"/>
                <a:gd name="connsiteX102" fmla="*/ 102394 w 136207"/>
                <a:gd name="connsiteY102" fmla="*/ 101441 h 140017"/>
                <a:gd name="connsiteX103" fmla="*/ 102870 w 136207"/>
                <a:gd name="connsiteY103" fmla="*/ 100489 h 140017"/>
                <a:gd name="connsiteX104" fmla="*/ 104299 w 136207"/>
                <a:gd name="connsiteY104" fmla="*/ 95726 h 140017"/>
                <a:gd name="connsiteX105" fmla="*/ 105251 w 136207"/>
                <a:gd name="connsiteY105" fmla="*/ 94297 h 140017"/>
                <a:gd name="connsiteX106" fmla="*/ 110490 w 136207"/>
                <a:gd name="connsiteY106" fmla="*/ 91916 h 140017"/>
                <a:gd name="connsiteX107" fmla="*/ 111443 w 136207"/>
                <a:gd name="connsiteY107" fmla="*/ 91916 h 140017"/>
                <a:gd name="connsiteX108" fmla="*/ 115729 w 136207"/>
                <a:gd name="connsiteY108" fmla="*/ 88106 h 140017"/>
                <a:gd name="connsiteX109" fmla="*/ 120491 w 136207"/>
                <a:gd name="connsiteY109" fmla="*/ 84772 h 140017"/>
                <a:gd name="connsiteX110" fmla="*/ 125730 w 136207"/>
                <a:gd name="connsiteY110" fmla="*/ 80486 h 140017"/>
                <a:gd name="connsiteX111" fmla="*/ 131445 w 136207"/>
                <a:gd name="connsiteY111" fmla="*/ 75724 h 140017"/>
                <a:gd name="connsiteX112" fmla="*/ 134779 w 136207"/>
                <a:gd name="connsiteY112" fmla="*/ 72866 h 140017"/>
                <a:gd name="connsiteX113" fmla="*/ 136208 w 136207"/>
                <a:gd name="connsiteY113" fmla="*/ 71914 h 1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36207" h="140017">
                  <a:moveTo>
                    <a:pt x="123825" y="64294"/>
                  </a:moveTo>
                  <a:lnTo>
                    <a:pt x="123825" y="65246"/>
                  </a:lnTo>
                  <a:lnTo>
                    <a:pt x="124301" y="65722"/>
                  </a:lnTo>
                  <a:lnTo>
                    <a:pt x="125730" y="67628"/>
                  </a:lnTo>
                  <a:lnTo>
                    <a:pt x="123349" y="70485"/>
                  </a:lnTo>
                  <a:lnTo>
                    <a:pt x="120015" y="69056"/>
                  </a:lnTo>
                  <a:lnTo>
                    <a:pt x="116681" y="67151"/>
                  </a:lnTo>
                  <a:lnTo>
                    <a:pt x="115253" y="67151"/>
                  </a:lnTo>
                  <a:lnTo>
                    <a:pt x="113348" y="66199"/>
                  </a:lnTo>
                  <a:lnTo>
                    <a:pt x="111919" y="66199"/>
                  </a:lnTo>
                  <a:lnTo>
                    <a:pt x="106204" y="66199"/>
                  </a:lnTo>
                  <a:lnTo>
                    <a:pt x="101918" y="66199"/>
                  </a:lnTo>
                  <a:lnTo>
                    <a:pt x="101918" y="66199"/>
                  </a:lnTo>
                  <a:lnTo>
                    <a:pt x="102394" y="57626"/>
                  </a:lnTo>
                  <a:lnTo>
                    <a:pt x="102870" y="44291"/>
                  </a:lnTo>
                  <a:lnTo>
                    <a:pt x="102870" y="34766"/>
                  </a:lnTo>
                  <a:lnTo>
                    <a:pt x="103346" y="25241"/>
                  </a:lnTo>
                  <a:lnTo>
                    <a:pt x="103823" y="18097"/>
                  </a:lnTo>
                  <a:lnTo>
                    <a:pt x="104299" y="8096"/>
                  </a:lnTo>
                  <a:lnTo>
                    <a:pt x="104299" y="0"/>
                  </a:lnTo>
                  <a:lnTo>
                    <a:pt x="97155" y="0"/>
                  </a:lnTo>
                  <a:lnTo>
                    <a:pt x="85249" y="0"/>
                  </a:lnTo>
                  <a:lnTo>
                    <a:pt x="69533" y="0"/>
                  </a:lnTo>
                  <a:lnTo>
                    <a:pt x="54769" y="0"/>
                  </a:lnTo>
                  <a:lnTo>
                    <a:pt x="42386" y="0"/>
                  </a:lnTo>
                  <a:lnTo>
                    <a:pt x="42386" y="6668"/>
                  </a:lnTo>
                  <a:lnTo>
                    <a:pt x="42386" y="12383"/>
                  </a:lnTo>
                  <a:lnTo>
                    <a:pt x="41910" y="19526"/>
                  </a:lnTo>
                  <a:lnTo>
                    <a:pt x="35243" y="19050"/>
                  </a:lnTo>
                  <a:lnTo>
                    <a:pt x="28099" y="19050"/>
                  </a:lnTo>
                  <a:lnTo>
                    <a:pt x="28575" y="20003"/>
                  </a:lnTo>
                  <a:lnTo>
                    <a:pt x="30956" y="20955"/>
                  </a:lnTo>
                  <a:lnTo>
                    <a:pt x="34290" y="24289"/>
                  </a:lnTo>
                  <a:lnTo>
                    <a:pt x="38100" y="29051"/>
                  </a:lnTo>
                  <a:lnTo>
                    <a:pt x="42863" y="32861"/>
                  </a:lnTo>
                  <a:lnTo>
                    <a:pt x="48101" y="35243"/>
                  </a:lnTo>
                  <a:lnTo>
                    <a:pt x="51911" y="38100"/>
                  </a:lnTo>
                  <a:lnTo>
                    <a:pt x="53340" y="40958"/>
                  </a:lnTo>
                  <a:lnTo>
                    <a:pt x="54293" y="42863"/>
                  </a:lnTo>
                  <a:lnTo>
                    <a:pt x="54293" y="44768"/>
                  </a:lnTo>
                  <a:lnTo>
                    <a:pt x="56198" y="46196"/>
                  </a:lnTo>
                  <a:lnTo>
                    <a:pt x="60008" y="47625"/>
                  </a:lnTo>
                  <a:lnTo>
                    <a:pt x="61913" y="49054"/>
                  </a:lnTo>
                  <a:lnTo>
                    <a:pt x="61913" y="50483"/>
                  </a:lnTo>
                  <a:lnTo>
                    <a:pt x="60484" y="53340"/>
                  </a:lnTo>
                  <a:lnTo>
                    <a:pt x="60484" y="57150"/>
                  </a:lnTo>
                  <a:lnTo>
                    <a:pt x="60484" y="60008"/>
                  </a:lnTo>
                  <a:lnTo>
                    <a:pt x="58103" y="60008"/>
                  </a:lnTo>
                  <a:lnTo>
                    <a:pt x="51911" y="60008"/>
                  </a:lnTo>
                  <a:lnTo>
                    <a:pt x="42386" y="60008"/>
                  </a:lnTo>
                  <a:lnTo>
                    <a:pt x="33814" y="60008"/>
                  </a:lnTo>
                  <a:lnTo>
                    <a:pt x="27146" y="60008"/>
                  </a:lnTo>
                  <a:lnTo>
                    <a:pt x="16669" y="60008"/>
                  </a:lnTo>
                  <a:lnTo>
                    <a:pt x="13811" y="64770"/>
                  </a:lnTo>
                  <a:lnTo>
                    <a:pt x="9525" y="72866"/>
                  </a:lnTo>
                  <a:lnTo>
                    <a:pt x="5239" y="80010"/>
                  </a:lnTo>
                  <a:lnTo>
                    <a:pt x="1429" y="85725"/>
                  </a:lnTo>
                  <a:lnTo>
                    <a:pt x="953" y="87630"/>
                  </a:lnTo>
                  <a:lnTo>
                    <a:pt x="953" y="88583"/>
                  </a:lnTo>
                  <a:lnTo>
                    <a:pt x="5239" y="94297"/>
                  </a:lnTo>
                  <a:lnTo>
                    <a:pt x="4286" y="96203"/>
                  </a:lnTo>
                  <a:lnTo>
                    <a:pt x="2858" y="96679"/>
                  </a:lnTo>
                  <a:lnTo>
                    <a:pt x="2381" y="98108"/>
                  </a:lnTo>
                  <a:lnTo>
                    <a:pt x="2381" y="100489"/>
                  </a:lnTo>
                  <a:lnTo>
                    <a:pt x="1429" y="103346"/>
                  </a:lnTo>
                  <a:lnTo>
                    <a:pt x="1905" y="105251"/>
                  </a:lnTo>
                  <a:lnTo>
                    <a:pt x="2381" y="107633"/>
                  </a:lnTo>
                  <a:lnTo>
                    <a:pt x="1429" y="109538"/>
                  </a:lnTo>
                  <a:lnTo>
                    <a:pt x="953" y="111443"/>
                  </a:lnTo>
                  <a:lnTo>
                    <a:pt x="0" y="112395"/>
                  </a:lnTo>
                  <a:lnTo>
                    <a:pt x="13811" y="123349"/>
                  </a:lnTo>
                  <a:lnTo>
                    <a:pt x="20003" y="127159"/>
                  </a:lnTo>
                  <a:lnTo>
                    <a:pt x="29051" y="131445"/>
                  </a:lnTo>
                  <a:lnTo>
                    <a:pt x="36671" y="133826"/>
                  </a:lnTo>
                  <a:lnTo>
                    <a:pt x="55245" y="133826"/>
                  </a:lnTo>
                  <a:lnTo>
                    <a:pt x="59531" y="134779"/>
                  </a:lnTo>
                  <a:lnTo>
                    <a:pt x="72866" y="140018"/>
                  </a:lnTo>
                  <a:lnTo>
                    <a:pt x="72390" y="138589"/>
                  </a:lnTo>
                  <a:lnTo>
                    <a:pt x="72390" y="136684"/>
                  </a:lnTo>
                  <a:lnTo>
                    <a:pt x="74295" y="134303"/>
                  </a:lnTo>
                  <a:lnTo>
                    <a:pt x="77629" y="131445"/>
                  </a:lnTo>
                  <a:lnTo>
                    <a:pt x="80010" y="129540"/>
                  </a:lnTo>
                  <a:lnTo>
                    <a:pt x="81439" y="129540"/>
                  </a:lnTo>
                  <a:lnTo>
                    <a:pt x="82868" y="129540"/>
                  </a:lnTo>
                  <a:lnTo>
                    <a:pt x="84296" y="128588"/>
                  </a:lnTo>
                  <a:lnTo>
                    <a:pt x="85725" y="126206"/>
                  </a:lnTo>
                  <a:lnTo>
                    <a:pt x="87154" y="124778"/>
                  </a:lnTo>
                  <a:lnTo>
                    <a:pt x="90488" y="123349"/>
                  </a:lnTo>
                  <a:lnTo>
                    <a:pt x="91440" y="122872"/>
                  </a:lnTo>
                  <a:lnTo>
                    <a:pt x="90964" y="121920"/>
                  </a:lnTo>
                  <a:lnTo>
                    <a:pt x="90488" y="119539"/>
                  </a:lnTo>
                  <a:lnTo>
                    <a:pt x="90488" y="117634"/>
                  </a:lnTo>
                  <a:lnTo>
                    <a:pt x="91440" y="117158"/>
                  </a:lnTo>
                  <a:lnTo>
                    <a:pt x="92869" y="117158"/>
                  </a:lnTo>
                  <a:lnTo>
                    <a:pt x="95726" y="116681"/>
                  </a:lnTo>
                  <a:lnTo>
                    <a:pt x="96679" y="116681"/>
                  </a:lnTo>
                  <a:lnTo>
                    <a:pt x="97631" y="117158"/>
                  </a:lnTo>
                  <a:lnTo>
                    <a:pt x="98584" y="115253"/>
                  </a:lnTo>
                  <a:lnTo>
                    <a:pt x="100013" y="112871"/>
                  </a:lnTo>
                  <a:lnTo>
                    <a:pt x="104299" y="110490"/>
                  </a:lnTo>
                  <a:lnTo>
                    <a:pt x="104299" y="108109"/>
                  </a:lnTo>
                  <a:lnTo>
                    <a:pt x="103346" y="104299"/>
                  </a:lnTo>
                  <a:lnTo>
                    <a:pt x="102394" y="101441"/>
                  </a:lnTo>
                  <a:lnTo>
                    <a:pt x="102870" y="100489"/>
                  </a:lnTo>
                  <a:lnTo>
                    <a:pt x="104299" y="95726"/>
                  </a:lnTo>
                  <a:lnTo>
                    <a:pt x="105251" y="94297"/>
                  </a:lnTo>
                  <a:lnTo>
                    <a:pt x="110490" y="91916"/>
                  </a:lnTo>
                  <a:lnTo>
                    <a:pt x="111443" y="91916"/>
                  </a:lnTo>
                  <a:lnTo>
                    <a:pt x="115729" y="88106"/>
                  </a:lnTo>
                  <a:lnTo>
                    <a:pt x="120491" y="84772"/>
                  </a:lnTo>
                  <a:lnTo>
                    <a:pt x="125730" y="80486"/>
                  </a:lnTo>
                  <a:lnTo>
                    <a:pt x="131445" y="75724"/>
                  </a:lnTo>
                  <a:lnTo>
                    <a:pt x="134779" y="72866"/>
                  </a:lnTo>
                  <a:lnTo>
                    <a:pt x="136208" y="71914"/>
                  </a:lnTo>
                  <a:close/>
                </a:path>
              </a:pathLst>
            </a:custGeom>
            <a:grpFill/>
            <a:ln w="317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1B8398D5-4FB3-4B08-A2B4-CF956F4AF2A7}"/>
                </a:ext>
              </a:extLst>
            </p:cNvPr>
            <p:cNvSpPr/>
            <p:nvPr/>
          </p:nvSpPr>
          <p:spPr>
            <a:xfrm>
              <a:off x="6400323" y="2809398"/>
              <a:ext cx="225742" cy="266700"/>
            </a:xfrm>
            <a:custGeom>
              <a:avLst/>
              <a:gdLst>
                <a:gd name="connsiteX0" fmla="*/ 115728 w 225742"/>
                <a:gd name="connsiteY0" fmla="*/ 166211 h 266700"/>
                <a:gd name="connsiteX1" fmla="*/ 115252 w 225742"/>
                <a:gd name="connsiteY1" fmla="*/ 164783 h 266700"/>
                <a:gd name="connsiteX2" fmla="*/ 113824 w 225742"/>
                <a:gd name="connsiteY2" fmla="*/ 164306 h 266700"/>
                <a:gd name="connsiteX3" fmla="*/ 110966 w 225742"/>
                <a:gd name="connsiteY3" fmla="*/ 164306 h 266700"/>
                <a:gd name="connsiteX4" fmla="*/ 108585 w 225742"/>
                <a:gd name="connsiteY4" fmla="*/ 163354 h 266700"/>
                <a:gd name="connsiteX5" fmla="*/ 106680 w 225742"/>
                <a:gd name="connsiteY5" fmla="*/ 159544 h 266700"/>
                <a:gd name="connsiteX6" fmla="*/ 106680 w 225742"/>
                <a:gd name="connsiteY6" fmla="*/ 156686 h 266700"/>
                <a:gd name="connsiteX7" fmla="*/ 104775 w 225742"/>
                <a:gd name="connsiteY7" fmla="*/ 154305 h 266700"/>
                <a:gd name="connsiteX8" fmla="*/ 102870 w 225742"/>
                <a:gd name="connsiteY8" fmla="*/ 153352 h 266700"/>
                <a:gd name="connsiteX9" fmla="*/ 103346 w 225742"/>
                <a:gd name="connsiteY9" fmla="*/ 152400 h 266700"/>
                <a:gd name="connsiteX10" fmla="*/ 104775 w 225742"/>
                <a:gd name="connsiteY10" fmla="*/ 151924 h 266700"/>
                <a:gd name="connsiteX11" fmla="*/ 108585 w 225742"/>
                <a:gd name="connsiteY11" fmla="*/ 150019 h 266700"/>
                <a:gd name="connsiteX12" fmla="*/ 116205 w 225742"/>
                <a:gd name="connsiteY12" fmla="*/ 148590 h 266700"/>
                <a:gd name="connsiteX13" fmla="*/ 119063 w 225742"/>
                <a:gd name="connsiteY13" fmla="*/ 146685 h 266700"/>
                <a:gd name="connsiteX14" fmla="*/ 120491 w 225742"/>
                <a:gd name="connsiteY14" fmla="*/ 146685 h 266700"/>
                <a:gd name="connsiteX15" fmla="*/ 121920 w 225742"/>
                <a:gd name="connsiteY15" fmla="*/ 147638 h 266700"/>
                <a:gd name="connsiteX16" fmla="*/ 127159 w 225742"/>
                <a:gd name="connsiteY16" fmla="*/ 152400 h 266700"/>
                <a:gd name="connsiteX17" fmla="*/ 131921 w 225742"/>
                <a:gd name="connsiteY17" fmla="*/ 156686 h 266700"/>
                <a:gd name="connsiteX18" fmla="*/ 135255 w 225742"/>
                <a:gd name="connsiteY18" fmla="*/ 160496 h 266700"/>
                <a:gd name="connsiteX19" fmla="*/ 136684 w 225742"/>
                <a:gd name="connsiteY19" fmla="*/ 160496 h 266700"/>
                <a:gd name="connsiteX20" fmla="*/ 138113 w 225742"/>
                <a:gd name="connsiteY20" fmla="*/ 159067 h 266700"/>
                <a:gd name="connsiteX21" fmla="*/ 138113 w 225742"/>
                <a:gd name="connsiteY21" fmla="*/ 156686 h 266700"/>
                <a:gd name="connsiteX22" fmla="*/ 138113 w 225742"/>
                <a:gd name="connsiteY22" fmla="*/ 154781 h 266700"/>
                <a:gd name="connsiteX23" fmla="*/ 137160 w 225742"/>
                <a:gd name="connsiteY23" fmla="*/ 149542 h 266700"/>
                <a:gd name="connsiteX24" fmla="*/ 136684 w 225742"/>
                <a:gd name="connsiteY24" fmla="*/ 142399 h 266700"/>
                <a:gd name="connsiteX25" fmla="*/ 136207 w 225742"/>
                <a:gd name="connsiteY25" fmla="*/ 139065 h 266700"/>
                <a:gd name="connsiteX26" fmla="*/ 134778 w 225742"/>
                <a:gd name="connsiteY26" fmla="*/ 137160 h 266700"/>
                <a:gd name="connsiteX27" fmla="*/ 130493 w 225742"/>
                <a:gd name="connsiteY27" fmla="*/ 135255 h 266700"/>
                <a:gd name="connsiteX28" fmla="*/ 125253 w 225742"/>
                <a:gd name="connsiteY28" fmla="*/ 134302 h 266700"/>
                <a:gd name="connsiteX29" fmla="*/ 121444 w 225742"/>
                <a:gd name="connsiteY29" fmla="*/ 129064 h 266700"/>
                <a:gd name="connsiteX30" fmla="*/ 114776 w 225742"/>
                <a:gd name="connsiteY30" fmla="*/ 127635 h 266700"/>
                <a:gd name="connsiteX31" fmla="*/ 110966 w 225742"/>
                <a:gd name="connsiteY31" fmla="*/ 122396 h 266700"/>
                <a:gd name="connsiteX32" fmla="*/ 107156 w 225742"/>
                <a:gd name="connsiteY32" fmla="*/ 121920 h 266700"/>
                <a:gd name="connsiteX33" fmla="*/ 103346 w 225742"/>
                <a:gd name="connsiteY33" fmla="*/ 119063 h 266700"/>
                <a:gd name="connsiteX34" fmla="*/ 94774 w 225742"/>
                <a:gd name="connsiteY34" fmla="*/ 116681 h 266700"/>
                <a:gd name="connsiteX35" fmla="*/ 91916 w 225742"/>
                <a:gd name="connsiteY35" fmla="*/ 114776 h 266700"/>
                <a:gd name="connsiteX36" fmla="*/ 90011 w 225742"/>
                <a:gd name="connsiteY36" fmla="*/ 114776 h 266700"/>
                <a:gd name="connsiteX37" fmla="*/ 87630 w 225742"/>
                <a:gd name="connsiteY37" fmla="*/ 114300 h 266700"/>
                <a:gd name="connsiteX38" fmla="*/ 88582 w 225742"/>
                <a:gd name="connsiteY38" fmla="*/ 113348 h 266700"/>
                <a:gd name="connsiteX39" fmla="*/ 91440 w 225742"/>
                <a:gd name="connsiteY39" fmla="*/ 112871 h 266700"/>
                <a:gd name="connsiteX40" fmla="*/ 95726 w 225742"/>
                <a:gd name="connsiteY40" fmla="*/ 112871 h 266700"/>
                <a:gd name="connsiteX41" fmla="*/ 100013 w 225742"/>
                <a:gd name="connsiteY41" fmla="*/ 110966 h 266700"/>
                <a:gd name="connsiteX42" fmla="*/ 104775 w 225742"/>
                <a:gd name="connsiteY42" fmla="*/ 107633 h 266700"/>
                <a:gd name="connsiteX43" fmla="*/ 101441 w 225742"/>
                <a:gd name="connsiteY43" fmla="*/ 108109 h 266700"/>
                <a:gd name="connsiteX44" fmla="*/ 100489 w 225742"/>
                <a:gd name="connsiteY44" fmla="*/ 104775 h 266700"/>
                <a:gd name="connsiteX45" fmla="*/ 98584 w 225742"/>
                <a:gd name="connsiteY45" fmla="*/ 102394 h 266700"/>
                <a:gd name="connsiteX46" fmla="*/ 97155 w 225742"/>
                <a:gd name="connsiteY46" fmla="*/ 99060 h 266700"/>
                <a:gd name="connsiteX47" fmla="*/ 100013 w 225742"/>
                <a:gd name="connsiteY47" fmla="*/ 97155 h 266700"/>
                <a:gd name="connsiteX48" fmla="*/ 102394 w 225742"/>
                <a:gd name="connsiteY48" fmla="*/ 96202 h 266700"/>
                <a:gd name="connsiteX49" fmla="*/ 108109 w 225742"/>
                <a:gd name="connsiteY49" fmla="*/ 99060 h 266700"/>
                <a:gd name="connsiteX50" fmla="*/ 108585 w 225742"/>
                <a:gd name="connsiteY50" fmla="*/ 100965 h 266700"/>
                <a:gd name="connsiteX51" fmla="*/ 106680 w 225742"/>
                <a:gd name="connsiteY51" fmla="*/ 103823 h 266700"/>
                <a:gd name="connsiteX52" fmla="*/ 108109 w 225742"/>
                <a:gd name="connsiteY52" fmla="*/ 105251 h 266700"/>
                <a:gd name="connsiteX53" fmla="*/ 110490 w 225742"/>
                <a:gd name="connsiteY53" fmla="*/ 105251 h 266700"/>
                <a:gd name="connsiteX54" fmla="*/ 114300 w 225742"/>
                <a:gd name="connsiteY54" fmla="*/ 102394 h 266700"/>
                <a:gd name="connsiteX55" fmla="*/ 112871 w 225742"/>
                <a:gd name="connsiteY55" fmla="*/ 98108 h 266700"/>
                <a:gd name="connsiteX56" fmla="*/ 110966 w 225742"/>
                <a:gd name="connsiteY56" fmla="*/ 95250 h 266700"/>
                <a:gd name="connsiteX57" fmla="*/ 106680 w 225742"/>
                <a:gd name="connsiteY57" fmla="*/ 90011 h 266700"/>
                <a:gd name="connsiteX58" fmla="*/ 102394 w 225742"/>
                <a:gd name="connsiteY58" fmla="*/ 87154 h 266700"/>
                <a:gd name="connsiteX59" fmla="*/ 100489 w 225742"/>
                <a:gd name="connsiteY59" fmla="*/ 84773 h 266700"/>
                <a:gd name="connsiteX60" fmla="*/ 97631 w 225742"/>
                <a:gd name="connsiteY60" fmla="*/ 78105 h 266700"/>
                <a:gd name="connsiteX61" fmla="*/ 89535 w 225742"/>
                <a:gd name="connsiteY61" fmla="*/ 68580 h 266700"/>
                <a:gd name="connsiteX62" fmla="*/ 88582 w 225742"/>
                <a:gd name="connsiteY62" fmla="*/ 65246 h 266700"/>
                <a:gd name="connsiteX63" fmla="*/ 90011 w 225742"/>
                <a:gd name="connsiteY63" fmla="*/ 59055 h 266700"/>
                <a:gd name="connsiteX64" fmla="*/ 91440 w 225742"/>
                <a:gd name="connsiteY64" fmla="*/ 55245 h 266700"/>
                <a:gd name="connsiteX65" fmla="*/ 90964 w 225742"/>
                <a:gd name="connsiteY65" fmla="*/ 52864 h 266700"/>
                <a:gd name="connsiteX66" fmla="*/ 90964 w 225742"/>
                <a:gd name="connsiteY66" fmla="*/ 50006 h 266700"/>
                <a:gd name="connsiteX67" fmla="*/ 94774 w 225742"/>
                <a:gd name="connsiteY67" fmla="*/ 48578 h 266700"/>
                <a:gd name="connsiteX68" fmla="*/ 97155 w 225742"/>
                <a:gd name="connsiteY68" fmla="*/ 46673 h 266700"/>
                <a:gd name="connsiteX69" fmla="*/ 100965 w 225742"/>
                <a:gd name="connsiteY69" fmla="*/ 46196 h 266700"/>
                <a:gd name="connsiteX70" fmla="*/ 100013 w 225742"/>
                <a:gd name="connsiteY70" fmla="*/ 49054 h 266700"/>
                <a:gd name="connsiteX71" fmla="*/ 98584 w 225742"/>
                <a:gd name="connsiteY71" fmla="*/ 50483 h 266700"/>
                <a:gd name="connsiteX72" fmla="*/ 100013 w 225742"/>
                <a:gd name="connsiteY72" fmla="*/ 54292 h 266700"/>
                <a:gd name="connsiteX73" fmla="*/ 106680 w 225742"/>
                <a:gd name="connsiteY73" fmla="*/ 58103 h 266700"/>
                <a:gd name="connsiteX74" fmla="*/ 113824 w 225742"/>
                <a:gd name="connsiteY74" fmla="*/ 61436 h 266700"/>
                <a:gd name="connsiteX75" fmla="*/ 114300 w 225742"/>
                <a:gd name="connsiteY75" fmla="*/ 66675 h 266700"/>
                <a:gd name="connsiteX76" fmla="*/ 116681 w 225742"/>
                <a:gd name="connsiteY76" fmla="*/ 70485 h 266700"/>
                <a:gd name="connsiteX77" fmla="*/ 124777 w 225742"/>
                <a:gd name="connsiteY77" fmla="*/ 72866 h 266700"/>
                <a:gd name="connsiteX78" fmla="*/ 125730 w 225742"/>
                <a:gd name="connsiteY78" fmla="*/ 72390 h 266700"/>
                <a:gd name="connsiteX79" fmla="*/ 126206 w 225742"/>
                <a:gd name="connsiteY79" fmla="*/ 71438 h 266700"/>
                <a:gd name="connsiteX80" fmla="*/ 119063 w 225742"/>
                <a:gd name="connsiteY80" fmla="*/ 66675 h 266700"/>
                <a:gd name="connsiteX81" fmla="*/ 118110 w 225742"/>
                <a:gd name="connsiteY81" fmla="*/ 65246 h 266700"/>
                <a:gd name="connsiteX82" fmla="*/ 116681 w 225742"/>
                <a:gd name="connsiteY82" fmla="*/ 60960 h 266700"/>
                <a:gd name="connsiteX83" fmla="*/ 118110 w 225742"/>
                <a:gd name="connsiteY83" fmla="*/ 59055 h 266700"/>
                <a:gd name="connsiteX84" fmla="*/ 126206 w 225742"/>
                <a:gd name="connsiteY84" fmla="*/ 60484 h 266700"/>
                <a:gd name="connsiteX85" fmla="*/ 131921 w 225742"/>
                <a:gd name="connsiteY85" fmla="*/ 68580 h 266700"/>
                <a:gd name="connsiteX86" fmla="*/ 135731 w 225742"/>
                <a:gd name="connsiteY86" fmla="*/ 70961 h 266700"/>
                <a:gd name="connsiteX87" fmla="*/ 136684 w 225742"/>
                <a:gd name="connsiteY87" fmla="*/ 70009 h 266700"/>
                <a:gd name="connsiteX88" fmla="*/ 137160 w 225742"/>
                <a:gd name="connsiteY88" fmla="*/ 68580 h 266700"/>
                <a:gd name="connsiteX89" fmla="*/ 136207 w 225742"/>
                <a:gd name="connsiteY89" fmla="*/ 64770 h 266700"/>
                <a:gd name="connsiteX90" fmla="*/ 134302 w 225742"/>
                <a:gd name="connsiteY90" fmla="*/ 63341 h 266700"/>
                <a:gd name="connsiteX91" fmla="*/ 130969 w 225742"/>
                <a:gd name="connsiteY91" fmla="*/ 61436 h 266700"/>
                <a:gd name="connsiteX92" fmla="*/ 127635 w 225742"/>
                <a:gd name="connsiteY92" fmla="*/ 58103 h 266700"/>
                <a:gd name="connsiteX93" fmla="*/ 128111 w 225742"/>
                <a:gd name="connsiteY93" fmla="*/ 56198 h 266700"/>
                <a:gd name="connsiteX94" fmla="*/ 131445 w 225742"/>
                <a:gd name="connsiteY94" fmla="*/ 54769 h 266700"/>
                <a:gd name="connsiteX95" fmla="*/ 134302 w 225742"/>
                <a:gd name="connsiteY95" fmla="*/ 55245 h 266700"/>
                <a:gd name="connsiteX96" fmla="*/ 139065 w 225742"/>
                <a:gd name="connsiteY96" fmla="*/ 57626 h 266700"/>
                <a:gd name="connsiteX97" fmla="*/ 142399 w 225742"/>
                <a:gd name="connsiteY97" fmla="*/ 58579 h 266700"/>
                <a:gd name="connsiteX98" fmla="*/ 144780 w 225742"/>
                <a:gd name="connsiteY98" fmla="*/ 60960 h 266700"/>
                <a:gd name="connsiteX99" fmla="*/ 148590 w 225742"/>
                <a:gd name="connsiteY99" fmla="*/ 63817 h 266700"/>
                <a:gd name="connsiteX100" fmla="*/ 146685 w 225742"/>
                <a:gd name="connsiteY100" fmla="*/ 60008 h 266700"/>
                <a:gd name="connsiteX101" fmla="*/ 143827 w 225742"/>
                <a:gd name="connsiteY101" fmla="*/ 56674 h 266700"/>
                <a:gd name="connsiteX102" fmla="*/ 137636 w 225742"/>
                <a:gd name="connsiteY102" fmla="*/ 53340 h 266700"/>
                <a:gd name="connsiteX103" fmla="*/ 134302 w 225742"/>
                <a:gd name="connsiteY103" fmla="*/ 53340 h 266700"/>
                <a:gd name="connsiteX104" fmla="*/ 131921 w 225742"/>
                <a:gd name="connsiteY104" fmla="*/ 52864 h 266700"/>
                <a:gd name="connsiteX105" fmla="*/ 130969 w 225742"/>
                <a:gd name="connsiteY105" fmla="*/ 50483 h 266700"/>
                <a:gd name="connsiteX106" fmla="*/ 132397 w 225742"/>
                <a:gd name="connsiteY106" fmla="*/ 48101 h 266700"/>
                <a:gd name="connsiteX107" fmla="*/ 129064 w 225742"/>
                <a:gd name="connsiteY107" fmla="*/ 44767 h 266700"/>
                <a:gd name="connsiteX108" fmla="*/ 127635 w 225742"/>
                <a:gd name="connsiteY108" fmla="*/ 42863 h 266700"/>
                <a:gd name="connsiteX109" fmla="*/ 128111 w 225742"/>
                <a:gd name="connsiteY109" fmla="*/ 40005 h 266700"/>
                <a:gd name="connsiteX110" fmla="*/ 134302 w 225742"/>
                <a:gd name="connsiteY110" fmla="*/ 40005 h 266700"/>
                <a:gd name="connsiteX111" fmla="*/ 139065 w 225742"/>
                <a:gd name="connsiteY111" fmla="*/ 40958 h 266700"/>
                <a:gd name="connsiteX112" fmla="*/ 144303 w 225742"/>
                <a:gd name="connsiteY112" fmla="*/ 38576 h 266700"/>
                <a:gd name="connsiteX113" fmla="*/ 149543 w 225742"/>
                <a:gd name="connsiteY113" fmla="*/ 33338 h 266700"/>
                <a:gd name="connsiteX114" fmla="*/ 152876 w 225742"/>
                <a:gd name="connsiteY114" fmla="*/ 31909 h 266700"/>
                <a:gd name="connsiteX115" fmla="*/ 155734 w 225742"/>
                <a:gd name="connsiteY115" fmla="*/ 32385 h 266700"/>
                <a:gd name="connsiteX116" fmla="*/ 160020 w 225742"/>
                <a:gd name="connsiteY116" fmla="*/ 35242 h 266700"/>
                <a:gd name="connsiteX117" fmla="*/ 163830 w 225742"/>
                <a:gd name="connsiteY117" fmla="*/ 35719 h 266700"/>
                <a:gd name="connsiteX118" fmla="*/ 170974 w 225742"/>
                <a:gd name="connsiteY118" fmla="*/ 31433 h 266700"/>
                <a:gd name="connsiteX119" fmla="*/ 174307 w 225742"/>
                <a:gd name="connsiteY119" fmla="*/ 30480 h 266700"/>
                <a:gd name="connsiteX120" fmla="*/ 179070 w 225742"/>
                <a:gd name="connsiteY120" fmla="*/ 32861 h 266700"/>
                <a:gd name="connsiteX121" fmla="*/ 181451 w 225742"/>
                <a:gd name="connsiteY121" fmla="*/ 32385 h 266700"/>
                <a:gd name="connsiteX122" fmla="*/ 187166 w 225742"/>
                <a:gd name="connsiteY122" fmla="*/ 34766 h 266700"/>
                <a:gd name="connsiteX123" fmla="*/ 199549 w 225742"/>
                <a:gd name="connsiteY123" fmla="*/ 36671 h 266700"/>
                <a:gd name="connsiteX124" fmla="*/ 204788 w 225742"/>
                <a:gd name="connsiteY124" fmla="*/ 39529 h 266700"/>
                <a:gd name="connsiteX125" fmla="*/ 205740 w 225742"/>
                <a:gd name="connsiteY125" fmla="*/ 41434 h 266700"/>
                <a:gd name="connsiteX126" fmla="*/ 206693 w 225742"/>
                <a:gd name="connsiteY126" fmla="*/ 40958 h 266700"/>
                <a:gd name="connsiteX127" fmla="*/ 208121 w 225742"/>
                <a:gd name="connsiteY127" fmla="*/ 40481 h 266700"/>
                <a:gd name="connsiteX128" fmla="*/ 210502 w 225742"/>
                <a:gd name="connsiteY128" fmla="*/ 37624 h 266700"/>
                <a:gd name="connsiteX129" fmla="*/ 212407 w 225742"/>
                <a:gd name="connsiteY129" fmla="*/ 35242 h 266700"/>
                <a:gd name="connsiteX130" fmla="*/ 215265 w 225742"/>
                <a:gd name="connsiteY130" fmla="*/ 32385 h 266700"/>
                <a:gd name="connsiteX131" fmla="*/ 216218 w 225742"/>
                <a:gd name="connsiteY131" fmla="*/ 30480 h 266700"/>
                <a:gd name="connsiteX132" fmla="*/ 216218 w 225742"/>
                <a:gd name="connsiteY132" fmla="*/ 29051 h 266700"/>
                <a:gd name="connsiteX133" fmla="*/ 215265 w 225742"/>
                <a:gd name="connsiteY133" fmla="*/ 28099 h 266700"/>
                <a:gd name="connsiteX134" fmla="*/ 215265 w 225742"/>
                <a:gd name="connsiteY134" fmla="*/ 26670 h 266700"/>
                <a:gd name="connsiteX135" fmla="*/ 215265 w 225742"/>
                <a:gd name="connsiteY135" fmla="*/ 24765 h 266700"/>
                <a:gd name="connsiteX136" fmla="*/ 215265 w 225742"/>
                <a:gd name="connsiteY136" fmla="*/ 20955 h 266700"/>
                <a:gd name="connsiteX137" fmla="*/ 222409 w 225742"/>
                <a:gd name="connsiteY137" fmla="*/ 16669 h 266700"/>
                <a:gd name="connsiteX138" fmla="*/ 224790 w 225742"/>
                <a:gd name="connsiteY138" fmla="*/ 16192 h 266700"/>
                <a:gd name="connsiteX139" fmla="*/ 225743 w 225742"/>
                <a:gd name="connsiteY139" fmla="*/ 14288 h 266700"/>
                <a:gd name="connsiteX140" fmla="*/ 225266 w 225742"/>
                <a:gd name="connsiteY140" fmla="*/ 10001 h 266700"/>
                <a:gd name="connsiteX141" fmla="*/ 224314 w 225742"/>
                <a:gd name="connsiteY141" fmla="*/ 6191 h 266700"/>
                <a:gd name="connsiteX142" fmla="*/ 222885 w 225742"/>
                <a:gd name="connsiteY142" fmla="*/ 5715 h 266700"/>
                <a:gd name="connsiteX143" fmla="*/ 220980 w 225742"/>
                <a:gd name="connsiteY143" fmla="*/ 4763 h 266700"/>
                <a:gd name="connsiteX144" fmla="*/ 220027 w 225742"/>
                <a:gd name="connsiteY144" fmla="*/ 3334 h 266700"/>
                <a:gd name="connsiteX145" fmla="*/ 218122 w 225742"/>
                <a:gd name="connsiteY145" fmla="*/ 1905 h 266700"/>
                <a:gd name="connsiteX146" fmla="*/ 215265 w 225742"/>
                <a:gd name="connsiteY146" fmla="*/ 953 h 266700"/>
                <a:gd name="connsiteX147" fmla="*/ 210978 w 225742"/>
                <a:gd name="connsiteY147" fmla="*/ 0 h 266700"/>
                <a:gd name="connsiteX148" fmla="*/ 207645 w 225742"/>
                <a:gd name="connsiteY148" fmla="*/ 953 h 266700"/>
                <a:gd name="connsiteX149" fmla="*/ 206693 w 225742"/>
                <a:gd name="connsiteY149" fmla="*/ 1905 h 266700"/>
                <a:gd name="connsiteX150" fmla="*/ 206216 w 225742"/>
                <a:gd name="connsiteY150" fmla="*/ 3334 h 266700"/>
                <a:gd name="connsiteX151" fmla="*/ 206693 w 225742"/>
                <a:gd name="connsiteY151" fmla="*/ 4763 h 266700"/>
                <a:gd name="connsiteX152" fmla="*/ 207645 w 225742"/>
                <a:gd name="connsiteY152" fmla="*/ 6191 h 266700"/>
                <a:gd name="connsiteX153" fmla="*/ 208597 w 225742"/>
                <a:gd name="connsiteY153" fmla="*/ 9525 h 266700"/>
                <a:gd name="connsiteX154" fmla="*/ 209074 w 225742"/>
                <a:gd name="connsiteY154" fmla="*/ 12859 h 266700"/>
                <a:gd name="connsiteX155" fmla="*/ 208597 w 225742"/>
                <a:gd name="connsiteY155" fmla="*/ 14764 h 266700"/>
                <a:gd name="connsiteX156" fmla="*/ 206216 w 225742"/>
                <a:gd name="connsiteY156" fmla="*/ 16192 h 266700"/>
                <a:gd name="connsiteX157" fmla="*/ 201453 w 225742"/>
                <a:gd name="connsiteY157" fmla="*/ 17621 h 266700"/>
                <a:gd name="connsiteX158" fmla="*/ 196691 w 225742"/>
                <a:gd name="connsiteY158" fmla="*/ 16669 h 266700"/>
                <a:gd name="connsiteX159" fmla="*/ 194786 w 225742"/>
                <a:gd name="connsiteY159" fmla="*/ 17145 h 266700"/>
                <a:gd name="connsiteX160" fmla="*/ 191452 w 225742"/>
                <a:gd name="connsiteY160" fmla="*/ 17145 h 266700"/>
                <a:gd name="connsiteX161" fmla="*/ 188119 w 225742"/>
                <a:gd name="connsiteY161" fmla="*/ 17621 h 266700"/>
                <a:gd name="connsiteX162" fmla="*/ 183356 w 225742"/>
                <a:gd name="connsiteY162" fmla="*/ 19050 h 266700"/>
                <a:gd name="connsiteX163" fmla="*/ 179070 w 225742"/>
                <a:gd name="connsiteY163" fmla="*/ 20003 h 266700"/>
                <a:gd name="connsiteX164" fmla="*/ 175260 w 225742"/>
                <a:gd name="connsiteY164" fmla="*/ 17145 h 266700"/>
                <a:gd name="connsiteX165" fmla="*/ 170497 w 225742"/>
                <a:gd name="connsiteY165" fmla="*/ 15240 h 266700"/>
                <a:gd name="connsiteX166" fmla="*/ 165735 w 225742"/>
                <a:gd name="connsiteY166" fmla="*/ 14288 h 266700"/>
                <a:gd name="connsiteX167" fmla="*/ 163830 w 225742"/>
                <a:gd name="connsiteY167" fmla="*/ 15240 h 266700"/>
                <a:gd name="connsiteX168" fmla="*/ 162877 w 225742"/>
                <a:gd name="connsiteY168" fmla="*/ 15716 h 266700"/>
                <a:gd name="connsiteX169" fmla="*/ 158591 w 225742"/>
                <a:gd name="connsiteY169" fmla="*/ 13335 h 266700"/>
                <a:gd name="connsiteX170" fmla="*/ 156686 w 225742"/>
                <a:gd name="connsiteY170" fmla="*/ 12383 h 266700"/>
                <a:gd name="connsiteX171" fmla="*/ 155734 w 225742"/>
                <a:gd name="connsiteY171" fmla="*/ 11430 h 266700"/>
                <a:gd name="connsiteX172" fmla="*/ 153828 w 225742"/>
                <a:gd name="connsiteY172" fmla="*/ 8096 h 266700"/>
                <a:gd name="connsiteX173" fmla="*/ 152876 w 225742"/>
                <a:gd name="connsiteY173" fmla="*/ 8096 h 266700"/>
                <a:gd name="connsiteX174" fmla="*/ 149543 w 225742"/>
                <a:gd name="connsiteY174" fmla="*/ 9525 h 266700"/>
                <a:gd name="connsiteX175" fmla="*/ 146209 w 225742"/>
                <a:gd name="connsiteY175" fmla="*/ 9525 h 266700"/>
                <a:gd name="connsiteX176" fmla="*/ 144303 w 225742"/>
                <a:gd name="connsiteY176" fmla="*/ 9525 h 266700"/>
                <a:gd name="connsiteX177" fmla="*/ 138589 w 225742"/>
                <a:gd name="connsiteY177" fmla="*/ 9525 h 266700"/>
                <a:gd name="connsiteX178" fmla="*/ 137636 w 225742"/>
                <a:gd name="connsiteY178" fmla="*/ 11906 h 266700"/>
                <a:gd name="connsiteX179" fmla="*/ 136684 w 225742"/>
                <a:gd name="connsiteY179" fmla="*/ 12383 h 266700"/>
                <a:gd name="connsiteX180" fmla="*/ 135255 w 225742"/>
                <a:gd name="connsiteY180" fmla="*/ 12859 h 266700"/>
                <a:gd name="connsiteX181" fmla="*/ 131921 w 225742"/>
                <a:gd name="connsiteY181" fmla="*/ 12859 h 266700"/>
                <a:gd name="connsiteX182" fmla="*/ 128111 w 225742"/>
                <a:gd name="connsiteY182" fmla="*/ 14764 h 266700"/>
                <a:gd name="connsiteX183" fmla="*/ 123825 w 225742"/>
                <a:gd name="connsiteY183" fmla="*/ 15716 h 266700"/>
                <a:gd name="connsiteX184" fmla="*/ 120491 w 225742"/>
                <a:gd name="connsiteY184" fmla="*/ 15716 h 266700"/>
                <a:gd name="connsiteX185" fmla="*/ 117157 w 225742"/>
                <a:gd name="connsiteY185" fmla="*/ 15240 h 266700"/>
                <a:gd name="connsiteX186" fmla="*/ 115252 w 225742"/>
                <a:gd name="connsiteY186" fmla="*/ 15716 h 266700"/>
                <a:gd name="connsiteX187" fmla="*/ 110966 w 225742"/>
                <a:gd name="connsiteY187" fmla="*/ 15716 h 266700"/>
                <a:gd name="connsiteX188" fmla="*/ 108109 w 225742"/>
                <a:gd name="connsiteY188" fmla="*/ 18098 h 266700"/>
                <a:gd name="connsiteX189" fmla="*/ 103822 w 225742"/>
                <a:gd name="connsiteY189" fmla="*/ 18098 h 266700"/>
                <a:gd name="connsiteX190" fmla="*/ 100013 w 225742"/>
                <a:gd name="connsiteY190" fmla="*/ 17621 h 266700"/>
                <a:gd name="connsiteX191" fmla="*/ 98107 w 225742"/>
                <a:gd name="connsiteY191" fmla="*/ 17621 h 266700"/>
                <a:gd name="connsiteX192" fmla="*/ 95726 w 225742"/>
                <a:gd name="connsiteY192" fmla="*/ 17621 h 266700"/>
                <a:gd name="connsiteX193" fmla="*/ 94774 w 225742"/>
                <a:gd name="connsiteY193" fmla="*/ 18574 h 266700"/>
                <a:gd name="connsiteX194" fmla="*/ 93821 w 225742"/>
                <a:gd name="connsiteY194" fmla="*/ 23813 h 266700"/>
                <a:gd name="connsiteX195" fmla="*/ 89535 w 225742"/>
                <a:gd name="connsiteY195" fmla="*/ 25241 h 266700"/>
                <a:gd name="connsiteX196" fmla="*/ 85725 w 225742"/>
                <a:gd name="connsiteY196" fmla="*/ 26194 h 266700"/>
                <a:gd name="connsiteX197" fmla="*/ 82391 w 225742"/>
                <a:gd name="connsiteY197" fmla="*/ 26194 h 266700"/>
                <a:gd name="connsiteX198" fmla="*/ 76676 w 225742"/>
                <a:gd name="connsiteY198" fmla="*/ 24765 h 266700"/>
                <a:gd name="connsiteX199" fmla="*/ 74771 w 225742"/>
                <a:gd name="connsiteY199" fmla="*/ 24765 h 266700"/>
                <a:gd name="connsiteX200" fmla="*/ 73343 w 225742"/>
                <a:gd name="connsiteY200" fmla="*/ 25717 h 266700"/>
                <a:gd name="connsiteX201" fmla="*/ 68580 w 225742"/>
                <a:gd name="connsiteY201" fmla="*/ 26194 h 266700"/>
                <a:gd name="connsiteX202" fmla="*/ 66199 w 225742"/>
                <a:gd name="connsiteY202" fmla="*/ 27146 h 266700"/>
                <a:gd name="connsiteX203" fmla="*/ 60960 w 225742"/>
                <a:gd name="connsiteY203" fmla="*/ 33338 h 266700"/>
                <a:gd name="connsiteX204" fmla="*/ 55721 w 225742"/>
                <a:gd name="connsiteY204" fmla="*/ 35719 h 266700"/>
                <a:gd name="connsiteX205" fmla="*/ 53816 w 225742"/>
                <a:gd name="connsiteY205" fmla="*/ 36671 h 266700"/>
                <a:gd name="connsiteX206" fmla="*/ 50006 w 225742"/>
                <a:gd name="connsiteY206" fmla="*/ 35242 h 266700"/>
                <a:gd name="connsiteX207" fmla="*/ 48101 w 225742"/>
                <a:gd name="connsiteY207" fmla="*/ 35242 h 266700"/>
                <a:gd name="connsiteX208" fmla="*/ 45244 w 225742"/>
                <a:gd name="connsiteY208" fmla="*/ 36671 h 266700"/>
                <a:gd name="connsiteX209" fmla="*/ 39052 w 225742"/>
                <a:gd name="connsiteY209" fmla="*/ 36671 h 266700"/>
                <a:gd name="connsiteX210" fmla="*/ 37624 w 225742"/>
                <a:gd name="connsiteY210" fmla="*/ 37148 h 266700"/>
                <a:gd name="connsiteX211" fmla="*/ 32861 w 225742"/>
                <a:gd name="connsiteY211" fmla="*/ 37624 h 266700"/>
                <a:gd name="connsiteX212" fmla="*/ 32385 w 225742"/>
                <a:gd name="connsiteY212" fmla="*/ 40481 h 266700"/>
                <a:gd name="connsiteX213" fmla="*/ 33338 w 225742"/>
                <a:gd name="connsiteY213" fmla="*/ 42863 h 266700"/>
                <a:gd name="connsiteX214" fmla="*/ 34766 w 225742"/>
                <a:gd name="connsiteY214" fmla="*/ 45244 h 266700"/>
                <a:gd name="connsiteX215" fmla="*/ 34766 w 225742"/>
                <a:gd name="connsiteY215" fmla="*/ 46673 h 266700"/>
                <a:gd name="connsiteX216" fmla="*/ 33814 w 225742"/>
                <a:gd name="connsiteY216" fmla="*/ 49054 h 266700"/>
                <a:gd name="connsiteX217" fmla="*/ 31909 w 225742"/>
                <a:gd name="connsiteY217" fmla="*/ 51911 h 266700"/>
                <a:gd name="connsiteX218" fmla="*/ 29527 w 225742"/>
                <a:gd name="connsiteY218" fmla="*/ 52864 h 266700"/>
                <a:gd name="connsiteX219" fmla="*/ 27146 w 225742"/>
                <a:gd name="connsiteY219" fmla="*/ 53816 h 266700"/>
                <a:gd name="connsiteX220" fmla="*/ 25718 w 225742"/>
                <a:gd name="connsiteY220" fmla="*/ 55721 h 266700"/>
                <a:gd name="connsiteX221" fmla="*/ 25241 w 225742"/>
                <a:gd name="connsiteY221" fmla="*/ 58103 h 266700"/>
                <a:gd name="connsiteX222" fmla="*/ 24289 w 225742"/>
                <a:gd name="connsiteY222" fmla="*/ 60008 h 266700"/>
                <a:gd name="connsiteX223" fmla="*/ 23813 w 225742"/>
                <a:gd name="connsiteY223" fmla="*/ 61913 h 266700"/>
                <a:gd name="connsiteX224" fmla="*/ 22860 w 225742"/>
                <a:gd name="connsiteY224" fmla="*/ 65723 h 266700"/>
                <a:gd name="connsiteX225" fmla="*/ 22384 w 225742"/>
                <a:gd name="connsiteY225" fmla="*/ 67151 h 266700"/>
                <a:gd name="connsiteX226" fmla="*/ 20478 w 225742"/>
                <a:gd name="connsiteY226" fmla="*/ 68580 h 266700"/>
                <a:gd name="connsiteX227" fmla="*/ 17621 w 225742"/>
                <a:gd name="connsiteY227" fmla="*/ 69056 h 266700"/>
                <a:gd name="connsiteX228" fmla="*/ 15240 w 225742"/>
                <a:gd name="connsiteY228" fmla="*/ 69056 h 266700"/>
                <a:gd name="connsiteX229" fmla="*/ 13811 w 225742"/>
                <a:gd name="connsiteY229" fmla="*/ 69533 h 266700"/>
                <a:gd name="connsiteX230" fmla="*/ 12859 w 225742"/>
                <a:gd name="connsiteY230" fmla="*/ 70961 h 266700"/>
                <a:gd name="connsiteX231" fmla="*/ 11430 w 225742"/>
                <a:gd name="connsiteY231" fmla="*/ 71914 h 266700"/>
                <a:gd name="connsiteX232" fmla="*/ 10477 w 225742"/>
                <a:gd name="connsiteY232" fmla="*/ 72390 h 266700"/>
                <a:gd name="connsiteX233" fmla="*/ 10477 w 225742"/>
                <a:gd name="connsiteY233" fmla="*/ 73342 h 266700"/>
                <a:gd name="connsiteX234" fmla="*/ 11430 w 225742"/>
                <a:gd name="connsiteY234" fmla="*/ 75724 h 266700"/>
                <a:gd name="connsiteX235" fmla="*/ 12859 w 225742"/>
                <a:gd name="connsiteY235" fmla="*/ 77629 h 266700"/>
                <a:gd name="connsiteX236" fmla="*/ 12859 w 225742"/>
                <a:gd name="connsiteY236" fmla="*/ 79058 h 266700"/>
                <a:gd name="connsiteX237" fmla="*/ 12382 w 225742"/>
                <a:gd name="connsiteY237" fmla="*/ 79534 h 266700"/>
                <a:gd name="connsiteX238" fmla="*/ 10477 w 225742"/>
                <a:gd name="connsiteY238" fmla="*/ 79534 h 266700"/>
                <a:gd name="connsiteX239" fmla="*/ 10001 w 225742"/>
                <a:gd name="connsiteY239" fmla="*/ 80010 h 266700"/>
                <a:gd name="connsiteX240" fmla="*/ 10001 w 225742"/>
                <a:gd name="connsiteY240" fmla="*/ 81915 h 266700"/>
                <a:gd name="connsiteX241" fmla="*/ 9525 w 225742"/>
                <a:gd name="connsiteY241" fmla="*/ 83344 h 266700"/>
                <a:gd name="connsiteX242" fmla="*/ 8572 w 225742"/>
                <a:gd name="connsiteY242" fmla="*/ 84296 h 266700"/>
                <a:gd name="connsiteX243" fmla="*/ 7144 w 225742"/>
                <a:gd name="connsiteY243" fmla="*/ 85249 h 266700"/>
                <a:gd name="connsiteX244" fmla="*/ 4763 w 225742"/>
                <a:gd name="connsiteY244" fmla="*/ 84773 h 266700"/>
                <a:gd name="connsiteX245" fmla="*/ 2381 w 225742"/>
                <a:gd name="connsiteY245" fmla="*/ 83344 h 266700"/>
                <a:gd name="connsiteX246" fmla="*/ 952 w 225742"/>
                <a:gd name="connsiteY246" fmla="*/ 82867 h 266700"/>
                <a:gd name="connsiteX247" fmla="*/ 0 w 225742"/>
                <a:gd name="connsiteY247" fmla="*/ 82867 h 266700"/>
                <a:gd name="connsiteX248" fmla="*/ 3334 w 225742"/>
                <a:gd name="connsiteY248" fmla="*/ 85725 h 266700"/>
                <a:gd name="connsiteX249" fmla="*/ 6668 w 225742"/>
                <a:gd name="connsiteY249" fmla="*/ 89535 h 266700"/>
                <a:gd name="connsiteX250" fmla="*/ 10477 w 225742"/>
                <a:gd name="connsiteY250" fmla="*/ 98108 h 266700"/>
                <a:gd name="connsiteX251" fmla="*/ 16193 w 225742"/>
                <a:gd name="connsiteY251" fmla="*/ 100965 h 266700"/>
                <a:gd name="connsiteX252" fmla="*/ 19526 w 225742"/>
                <a:gd name="connsiteY252" fmla="*/ 105251 h 266700"/>
                <a:gd name="connsiteX253" fmla="*/ 23813 w 225742"/>
                <a:gd name="connsiteY253" fmla="*/ 108585 h 266700"/>
                <a:gd name="connsiteX254" fmla="*/ 24765 w 225742"/>
                <a:gd name="connsiteY254" fmla="*/ 110014 h 266700"/>
                <a:gd name="connsiteX255" fmla="*/ 27146 w 225742"/>
                <a:gd name="connsiteY255" fmla="*/ 110966 h 266700"/>
                <a:gd name="connsiteX256" fmla="*/ 31909 w 225742"/>
                <a:gd name="connsiteY256" fmla="*/ 110014 h 266700"/>
                <a:gd name="connsiteX257" fmla="*/ 35719 w 225742"/>
                <a:gd name="connsiteY257" fmla="*/ 110490 h 266700"/>
                <a:gd name="connsiteX258" fmla="*/ 36671 w 225742"/>
                <a:gd name="connsiteY258" fmla="*/ 110014 h 266700"/>
                <a:gd name="connsiteX259" fmla="*/ 38576 w 225742"/>
                <a:gd name="connsiteY259" fmla="*/ 110014 h 266700"/>
                <a:gd name="connsiteX260" fmla="*/ 39528 w 225742"/>
                <a:gd name="connsiteY260" fmla="*/ 111919 h 266700"/>
                <a:gd name="connsiteX261" fmla="*/ 40005 w 225742"/>
                <a:gd name="connsiteY261" fmla="*/ 114300 h 266700"/>
                <a:gd name="connsiteX262" fmla="*/ 38576 w 225742"/>
                <a:gd name="connsiteY262" fmla="*/ 115252 h 266700"/>
                <a:gd name="connsiteX263" fmla="*/ 37147 w 225742"/>
                <a:gd name="connsiteY263" fmla="*/ 115729 h 266700"/>
                <a:gd name="connsiteX264" fmla="*/ 30956 w 225742"/>
                <a:gd name="connsiteY264" fmla="*/ 113348 h 266700"/>
                <a:gd name="connsiteX265" fmla="*/ 27146 w 225742"/>
                <a:gd name="connsiteY265" fmla="*/ 113824 h 266700"/>
                <a:gd name="connsiteX266" fmla="*/ 26670 w 225742"/>
                <a:gd name="connsiteY266" fmla="*/ 115729 h 266700"/>
                <a:gd name="connsiteX267" fmla="*/ 27146 w 225742"/>
                <a:gd name="connsiteY267" fmla="*/ 118586 h 266700"/>
                <a:gd name="connsiteX268" fmla="*/ 30480 w 225742"/>
                <a:gd name="connsiteY268" fmla="*/ 120015 h 266700"/>
                <a:gd name="connsiteX269" fmla="*/ 34290 w 225742"/>
                <a:gd name="connsiteY269" fmla="*/ 124777 h 266700"/>
                <a:gd name="connsiteX270" fmla="*/ 36671 w 225742"/>
                <a:gd name="connsiteY270" fmla="*/ 130492 h 266700"/>
                <a:gd name="connsiteX271" fmla="*/ 38576 w 225742"/>
                <a:gd name="connsiteY271" fmla="*/ 135255 h 266700"/>
                <a:gd name="connsiteX272" fmla="*/ 40957 w 225742"/>
                <a:gd name="connsiteY272" fmla="*/ 136684 h 266700"/>
                <a:gd name="connsiteX273" fmla="*/ 45244 w 225742"/>
                <a:gd name="connsiteY273" fmla="*/ 135731 h 266700"/>
                <a:gd name="connsiteX274" fmla="*/ 46196 w 225742"/>
                <a:gd name="connsiteY274" fmla="*/ 133826 h 266700"/>
                <a:gd name="connsiteX275" fmla="*/ 46196 w 225742"/>
                <a:gd name="connsiteY275" fmla="*/ 131445 h 266700"/>
                <a:gd name="connsiteX276" fmla="*/ 47149 w 225742"/>
                <a:gd name="connsiteY276" fmla="*/ 131921 h 266700"/>
                <a:gd name="connsiteX277" fmla="*/ 48101 w 225742"/>
                <a:gd name="connsiteY277" fmla="*/ 134779 h 266700"/>
                <a:gd name="connsiteX278" fmla="*/ 50959 w 225742"/>
                <a:gd name="connsiteY278" fmla="*/ 138113 h 266700"/>
                <a:gd name="connsiteX279" fmla="*/ 54293 w 225742"/>
                <a:gd name="connsiteY279" fmla="*/ 137636 h 266700"/>
                <a:gd name="connsiteX280" fmla="*/ 57150 w 225742"/>
                <a:gd name="connsiteY280" fmla="*/ 136684 h 266700"/>
                <a:gd name="connsiteX281" fmla="*/ 59531 w 225742"/>
                <a:gd name="connsiteY281" fmla="*/ 136684 h 266700"/>
                <a:gd name="connsiteX282" fmla="*/ 62389 w 225742"/>
                <a:gd name="connsiteY282" fmla="*/ 136208 h 266700"/>
                <a:gd name="connsiteX283" fmla="*/ 67627 w 225742"/>
                <a:gd name="connsiteY283" fmla="*/ 134302 h 266700"/>
                <a:gd name="connsiteX284" fmla="*/ 76676 w 225742"/>
                <a:gd name="connsiteY284" fmla="*/ 136684 h 266700"/>
                <a:gd name="connsiteX285" fmla="*/ 80010 w 225742"/>
                <a:gd name="connsiteY285" fmla="*/ 136684 h 266700"/>
                <a:gd name="connsiteX286" fmla="*/ 82391 w 225742"/>
                <a:gd name="connsiteY286" fmla="*/ 135731 h 266700"/>
                <a:gd name="connsiteX287" fmla="*/ 83820 w 225742"/>
                <a:gd name="connsiteY287" fmla="*/ 133826 h 266700"/>
                <a:gd name="connsiteX288" fmla="*/ 89535 w 225742"/>
                <a:gd name="connsiteY288" fmla="*/ 137636 h 266700"/>
                <a:gd name="connsiteX289" fmla="*/ 95250 w 225742"/>
                <a:gd name="connsiteY289" fmla="*/ 140017 h 266700"/>
                <a:gd name="connsiteX290" fmla="*/ 96202 w 225742"/>
                <a:gd name="connsiteY290" fmla="*/ 140970 h 266700"/>
                <a:gd name="connsiteX291" fmla="*/ 98107 w 225742"/>
                <a:gd name="connsiteY291" fmla="*/ 141923 h 266700"/>
                <a:gd name="connsiteX292" fmla="*/ 101441 w 225742"/>
                <a:gd name="connsiteY292" fmla="*/ 143351 h 266700"/>
                <a:gd name="connsiteX293" fmla="*/ 103346 w 225742"/>
                <a:gd name="connsiteY293" fmla="*/ 142875 h 266700"/>
                <a:gd name="connsiteX294" fmla="*/ 104775 w 225742"/>
                <a:gd name="connsiteY294" fmla="*/ 143351 h 266700"/>
                <a:gd name="connsiteX295" fmla="*/ 106680 w 225742"/>
                <a:gd name="connsiteY295" fmla="*/ 143351 h 266700"/>
                <a:gd name="connsiteX296" fmla="*/ 108585 w 225742"/>
                <a:gd name="connsiteY296" fmla="*/ 144304 h 266700"/>
                <a:gd name="connsiteX297" fmla="*/ 109538 w 225742"/>
                <a:gd name="connsiteY297" fmla="*/ 145733 h 266700"/>
                <a:gd name="connsiteX298" fmla="*/ 108585 w 225742"/>
                <a:gd name="connsiteY298" fmla="*/ 147161 h 266700"/>
                <a:gd name="connsiteX299" fmla="*/ 107632 w 225742"/>
                <a:gd name="connsiteY299" fmla="*/ 148114 h 266700"/>
                <a:gd name="connsiteX300" fmla="*/ 101918 w 225742"/>
                <a:gd name="connsiteY300" fmla="*/ 148114 h 266700"/>
                <a:gd name="connsiteX301" fmla="*/ 100013 w 225742"/>
                <a:gd name="connsiteY301" fmla="*/ 149066 h 266700"/>
                <a:gd name="connsiteX302" fmla="*/ 100965 w 225742"/>
                <a:gd name="connsiteY302" fmla="*/ 150971 h 266700"/>
                <a:gd name="connsiteX303" fmla="*/ 100965 w 225742"/>
                <a:gd name="connsiteY303" fmla="*/ 152876 h 266700"/>
                <a:gd name="connsiteX304" fmla="*/ 98584 w 225742"/>
                <a:gd name="connsiteY304" fmla="*/ 152400 h 266700"/>
                <a:gd name="connsiteX305" fmla="*/ 97155 w 225742"/>
                <a:gd name="connsiteY305" fmla="*/ 151924 h 266700"/>
                <a:gd name="connsiteX306" fmla="*/ 94297 w 225742"/>
                <a:gd name="connsiteY306" fmla="*/ 149542 h 266700"/>
                <a:gd name="connsiteX307" fmla="*/ 89059 w 225742"/>
                <a:gd name="connsiteY307" fmla="*/ 147161 h 266700"/>
                <a:gd name="connsiteX308" fmla="*/ 78581 w 225742"/>
                <a:gd name="connsiteY308" fmla="*/ 144304 h 266700"/>
                <a:gd name="connsiteX309" fmla="*/ 68580 w 225742"/>
                <a:gd name="connsiteY309" fmla="*/ 139065 h 266700"/>
                <a:gd name="connsiteX310" fmla="*/ 64294 w 225742"/>
                <a:gd name="connsiteY310" fmla="*/ 138589 h 266700"/>
                <a:gd name="connsiteX311" fmla="*/ 61913 w 225742"/>
                <a:gd name="connsiteY311" fmla="*/ 140494 h 266700"/>
                <a:gd name="connsiteX312" fmla="*/ 59055 w 225742"/>
                <a:gd name="connsiteY312" fmla="*/ 144304 h 266700"/>
                <a:gd name="connsiteX313" fmla="*/ 55245 w 225742"/>
                <a:gd name="connsiteY313" fmla="*/ 144780 h 266700"/>
                <a:gd name="connsiteX314" fmla="*/ 51911 w 225742"/>
                <a:gd name="connsiteY314" fmla="*/ 143351 h 266700"/>
                <a:gd name="connsiteX315" fmla="*/ 50482 w 225742"/>
                <a:gd name="connsiteY315" fmla="*/ 143827 h 266700"/>
                <a:gd name="connsiteX316" fmla="*/ 47149 w 225742"/>
                <a:gd name="connsiteY316" fmla="*/ 150495 h 266700"/>
                <a:gd name="connsiteX317" fmla="*/ 41434 w 225742"/>
                <a:gd name="connsiteY317" fmla="*/ 154781 h 266700"/>
                <a:gd name="connsiteX318" fmla="*/ 40957 w 225742"/>
                <a:gd name="connsiteY318" fmla="*/ 155734 h 266700"/>
                <a:gd name="connsiteX319" fmla="*/ 41434 w 225742"/>
                <a:gd name="connsiteY319" fmla="*/ 157163 h 266700"/>
                <a:gd name="connsiteX320" fmla="*/ 43815 w 225742"/>
                <a:gd name="connsiteY320" fmla="*/ 158115 h 266700"/>
                <a:gd name="connsiteX321" fmla="*/ 46672 w 225742"/>
                <a:gd name="connsiteY321" fmla="*/ 160020 h 266700"/>
                <a:gd name="connsiteX322" fmla="*/ 48101 w 225742"/>
                <a:gd name="connsiteY322" fmla="*/ 164306 h 266700"/>
                <a:gd name="connsiteX323" fmla="*/ 50959 w 225742"/>
                <a:gd name="connsiteY323" fmla="*/ 165259 h 266700"/>
                <a:gd name="connsiteX324" fmla="*/ 56197 w 225742"/>
                <a:gd name="connsiteY324" fmla="*/ 169069 h 266700"/>
                <a:gd name="connsiteX325" fmla="*/ 60007 w 225742"/>
                <a:gd name="connsiteY325" fmla="*/ 175260 h 266700"/>
                <a:gd name="connsiteX326" fmla="*/ 60484 w 225742"/>
                <a:gd name="connsiteY326" fmla="*/ 178117 h 266700"/>
                <a:gd name="connsiteX327" fmla="*/ 56674 w 225742"/>
                <a:gd name="connsiteY327" fmla="*/ 182404 h 266700"/>
                <a:gd name="connsiteX328" fmla="*/ 56674 w 225742"/>
                <a:gd name="connsiteY328" fmla="*/ 187166 h 266700"/>
                <a:gd name="connsiteX329" fmla="*/ 61913 w 225742"/>
                <a:gd name="connsiteY329" fmla="*/ 195739 h 266700"/>
                <a:gd name="connsiteX330" fmla="*/ 67151 w 225742"/>
                <a:gd name="connsiteY330" fmla="*/ 200501 h 266700"/>
                <a:gd name="connsiteX331" fmla="*/ 68580 w 225742"/>
                <a:gd name="connsiteY331" fmla="*/ 198120 h 266700"/>
                <a:gd name="connsiteX332" fmla="*/ 68580 w 225742"/>
                <a:gd name="connsiteY332" fmla="*/ 194786 h 266700"/>
                <a:gd name="connsiteX333" fmla="*/ 69056 w 225742"/>
                <a:gd name="connsiteY333" fmla="*/ 190976 h 266700"/>
                <a:gd name="connsiteX334" fmla="*/ 70961 w 225742"/>
                <a:gd name="connsiteY334" fmla="*/ 190024 h 266700"/>
                <a:gd name="connsiteX335" fmla="*/ 73343 w 225742"/>
                <a:gd name="connsiteY335" fmla="*/ 189548 h 266700"/>
                <a:gd name="connsiteX336" fmla="*/ 75247 w 225742"/>
                <a:gd name="connsiteY336" fmla="*/ 191929 h 266700"/>
                <a:gd name="connsiteX337" fmla="*/ 76200 w 225742"/>
                <a:gd name="connsiteY337" fmla="*/ 194310 h 266700"/>
                <a:gd name="connsiteX338" fmla="*/ 78581 w 225742"/>
                <a:gd name="connsiteY338" fmla="*/ 195263 h 266700"/>
                <a:gd name="connsiteX339" fmla="*/ 83344 w 225742"/>
                <a:gd name="connsiteY339" fmla="*/ 202406 h 266700"/>
                <a:gd name="connsiteX340" fmla="*/ 83344 w 225742"/>
                <a:gd name="connsiteY340" fmla="*/ 204788 h 266700"/>
                <a:gd name="connsiteX341" fmla="*/ 83344 w 225742"/>
                <a:gd name="connsiteY341" fmla="*/ 210026 h 266700"/>
                <a:gd name="connsiteX342" fmla="*/ 85249 w 225742"/>
                <a:gd name="connsiteY342" fmla="*/ 211455 h 266700"/>
                <a:gd name="connsiteX343" fmla="*/ 87153 w 225742"/>
                <a:gd name="connsiteY343" fmla="*/ 212408 h 266700"/>
                <a:gd name="connsiteX344" fmla="*/ 87153 w 225742"/>
                <a:gd name="connsiteY344" fmla="*/ 207645 h 266700"/>
                <a:gd name="connsiteX345" fmla="*/ 91440 w 225742"/>
                <a:gd name="connsiteY345" fmla="*/ 199549 h 266700"/>
                <a:gd name="connsiteX346" fmla="*/ 95250 w 225742"/>
                <a:gd name="connsiteY346" fmla="*/ 199073 h 266700"/>
                <a:gd name="connsiteX347" fmla="*/ 97155 w 225742"/>
                <a:gd name="connsiteY347" fmla="*/ 199549 h 266700"/>
                <a:gd name="connsiteX348" fmla="*/ 99060 w 225742"/>
                <a:gd name="connsiteY348" fmla="*/ 203359 h 266700"/>
                <a:gd name="connsiteX349" fmla="*/ 104299 w 225742"/>
                <a:gd name="connsiteY349" fmla="*/ 209550 h 266700"/>
                <a:gd name="connsiteX350" fmla="*/ 107156 w 225742"/>
                <a:gd name="connsiteY350" fmla="*/ 210979 h 266700"/>
                <a:gd name="connsiteX351" fmla="*/ 108585 w 225742"/>
                <a:gd name="connsiteY351" fmla="*/ 212408 h 266700"/>
                <a:gd name="connsiteX352" fmla="*/ 110490 w 225742"/>
                <a:gd name="connsiteY352" fmla="*/ 212408 h 266700"/>
                <a:gd name="connsiteX353" fmla="*/ 109061 w 225742"/>
                <a:gd name="connsiteY353" fmla="*/ 208598 h 266700"/>
                <a:gd name="connsiteX354" fmla="*/ 106680 w 225742"/>
                <a:gd name="connsiteY354" fmla="*/ 204788 h 266700"/>
                <a:gd name="connsiteX355" fmla="*/ 107632 w 225742"/>
                <a:gd name="connsiteY355" fmla="*/ 199549 h 266700"/>
                <a:gd name="connsiteX356" fmla="*/ 107156 w 225742"/>
                <a:gd name="connsiteY356" fmla="*/ 196691 h 266700"/>
                <a:gd name="connsiteX357" fmla="*/ 104775 w 225742"/>
                <a:gd name="connsiteY357" fmla="*/ 190500 h 266700"/>
                <a:gd name="connsiteX358" fmla="*/ 100013 w 225742"/>
                <a:gd name="connsiteY358" fmla="*/ 180023 h 266700"/>
                <a:gd name="connsiteX359" fmla="*/ 97155 w 225742"/>
                <a:gd name="connsiteY359" fmla="*/ 176213 h 266700"/>
                <a:gd name="connsiteX360" fmla="*/ 95726 w 225742"/>
                <a:gd name="connsiteY360" fmla="*/ 170498 h 266700"/>
                <a:gd name="connsiteX361" fmla="*/ 97631 w 225742"/>
                <a:gd name="connsiteY361" fmla="*/ 168592 h 266700"/>
                <a:gd name="connsiteX362" fmla="*/ 100013 w 225742"/>
                <a:gd name="connsiteY362" fmla="*/ 170498 h 266700"/>
                <a:gd name="connsiteX363" fmla="*/ 102870 w 225742"/>
                <a:gd name="connsiteY363" fmla="*/ 170974 h 266700"/>
                <a:gd name="connsiteX364" fmla="*/ 105251 w 225742"/>
                <a:gd name="connsiteY364" fmla="*/ 172402 h 266700"/>
                <a:gd name="connsiteX365" fmla="*/ 108109 w 225742"/>
                <a:gd name="connsiteY365" fmla="*/ 173831 h 266700"/>
                <a:gd name="connsiteX366" fmla="*/ 108109 w 225742"/>
                <a:gd name="connsiteY366" fmla="*/ 176689 h 266700"/>
                <a:gd name="connsiteX367" fmla="*/ 110014 w 225742"/>
                <a:gd name="connsiteY367" fmla="*/ 177641 h 266700"/>
                <a:gd name="connsiteX368" fmla="*/ 111443 w 225742"/>
                <a:gd name="connsiteY368" fmla="*/ 177165 h 266700"/>
                <a:gd name="connsiteX369" fmla="*/ 113347 w 225742"/>
                <a:gd name="connsiteY369" fmla="*/ 176213 h 266700"/>
                <a:gd name="connsiteX370" fmla="*/ 121444 w 225742"/>
                <a:gd name="connsiteY370" fmla="*/ 173831 h 266700"/>
                <a:gd name="connsiteX371" fmla="*/ 121444 w 225742"/>
                <a:gd name="connsiteY371" fmla="*/ 172879 h 266700"/>
                <a:gd name="connsiteX372" fmla="*/ 120491 w 225742"/>
                <a:gd name="connsiteY372" fmla="*/ 171450 h 266700"/>
                <a:gd name="connsiteX373" fmla="*/ 115728 w 225742"/>
                <a:gd name="connsiteY373" fmla="*/ 166211 h 266700"/>
                <a:gd name="connsiteX374" fmla="*/ 209550 w 225742"/>
                <a:gd name="connsiteY374" fmla="*/ 255746 h 266700"/>
                <a:gd name="connsiteX375" fmla="*/ 204788 w 225742"/>
                <a:gd name="connsiteY375" fmla="*/ 255746 h 266700"/>
                <a:gd name="connsiteX376" fmla="*/ 200025 w 225742"/>
                <a:gd name="connsiteY376" fmla="*/ 257175 h 266700"/>
                <a:gd name="connsiteX377" fmla="*/ 198120 w 225742"/>
                <a:gd name="connsiteY377" fmla="*/ 259080 h 266700"/>
                <a:gd name="connsiteX378" fmla="*/ 196691 w 225742"/>
                <a:gd name="connsiteY378" fmla="*/ 259556 h 266700"/>
                <a:gd name="connsiteX379" fmla="*/ 195263 w 225742"/>
                <a:gd name="connsiteY379" fmla="*/ 258604 h 266700"/>
                <a:gd name="connsiteX380" fmla="*/ 194786 w 225742"/>
                <a:gd name="connsiteY380" fmla="*/ 257175 h 266700"/>
                <a:gd name="connsiteX381" fmla="*/ 195263 w 225742"/>
                <a:gd name="connsiteY381" fmla="*/ 251936 h 266700"/>
                <a:gd name="connsiteX382" fmla="*/ 194310 w 225742"/>
                <a:gd name="connsiteY382" fmla="*/ 250984 h 266700"/>
                <a:gd name="connsiteX383" fmla="*/ 189071 w 225742"/>
                <a:gd name="connsiteY383" fmla="*/ 251936 h 266700"/>
                <a:gd name="connsiteX384" fmla="*/ 185738 w 225742"/>
                <a:gd name="connsiteY384" fmla="*/ 252889 h 266700"/>
                <a:gd name="connsiteX385" fmla="*/ 179546 w 225742"/>
                <a:gd name="connsiteY385" fmla="*/ 251460 h 266700"/>
                <a:gd name="connsiteX386" fmla="*/ 172878 w 225742"/>
                <a:gd name="connsiteY386" fmla="*/ 250984 h 266700"/>
                <a:gd name="connsiteX387" fmla="*/ 169545 w 225742"/>
                <a:gd name="connsiteY387" fmla="*/ 248602 h 266700"/>
                <a:gd name="connsiteX388" fmla="*/ 160020 w 225742"/>
                <a:gd name="connsiteY388" fmla="*/ 248126 h 266700"/>
                <a:gd name="connsiteX389" fmla="*/ 156686 w 225742"/>
                <a:gd name="connsiteY389" fmla="*/ 248602 h 266700"/>
                <a:gd name="connsiteX390" fmla="*/ 153352 w 225742"/>
                <a:gd name="connsiteY390" fmla="*/ 249555 h 266700"/>
                <a:gd name="connsiteX391" fmla="*/ 150495 w 225742"/>
                <a:gd name="connsiteY391" fmla="*/ 250031 h 266700"/>
                <a:gd name="connsiteX392" fmla="*/ 147638 w 225742"/>
                <a:gd name="connsiteY392" fmla="*/ 250508 h 266700"/>
                <a:gd name="connsiteX393" fmla="*/ 146209 w 225742"/>
                <a:gd name="connsiteY393" fmla="*/ 250508 h 266700"/>
                <a:gd name="connsiteX394" fmla="*/ 144780 w 225742"/>
                <a:gd name="connsiteY394" fmla="*/ 249555 h 266700"/>
                <a:gd name="connsiteX395" fmla="*/ 144303 w 225742"/>
                <a:gd name="connsiteY395" fmla="*/ 248126 h 266700"/>
                <a:gd name="connsiteX396" fmla="*/ 144303 w 225742"/>
                <a:gd name="connsiteY396" fmla="*/ 246221 h 266700"/>
                <a:gd name="connsiteX397" fmla="*/ 141922 w 225742"/>
                <a:gd name="connsiteY397" fmla="*/ 246698 h 266700"/>
                <a:gd name="connsiteX398" fmla="*/ 140018 w 225742"/>
                <a:gd name="connsiteY398" fmla="*/ 245745 h 266700"/>
                <a:gd name="connsiteX399" fmla="*/ 139541 w 225742"/>
                <a:gd name="connsiteY399" fmla="*/ 245269 h 266700"/>
                <a:gd name="connsiteX400" fmla="*/ 140018 w 225742"/>
                <a:gd name="connsiteY400" fmla="*/ 244792 h 266700"/>
                <a:gd name="connsiteX401" fmla="*/ 142399 w 225742"/>
                <a:gd name="connsiteY401" fmla="*/ 243840 h 266700"/>
                <a:gd name="connsiteX402" fmla="*/ 141446 w 225742"/>
                <a:gd name="connsiteY402" fmla="*/ 241459 h 266700"/>
                <a:gd name="connsiteX403" fmla="*/ 139065 w 225742"/>
                <a:gd name="connsiteY403" fmla="*/ 241459 h 266700"/>
                <a:gd name="connsiteX404" fmla="*/ 137160 w 225742"/>
                <a:gd name="connsiteY404" fmla="*/ 243840 h 266700"/>
                <a:gd name="connsiteX405" fmla="*/ 136207 w 225742"/>
                <a:gd name="connsiteY405" fmla="*/ 243840 h 266700"/>
                <a:gd name="connsiteX406" fmla="*/ 132874 w 225742"/>
                <a:gd name="connsiteY406" fmla="*/ 243840 h 266700"/>
                <a:gd name="connsiteX407" fmla="*/ 130493 w 225742"/>
                <a:gd name="connsiteY407" fmla="*/ 243364 h 266700"/>
                <a:gd name="connsiteX408" fmla="*/ 128588 w 225742"/>
                <a:gd name="connsiteY408" fmla="*/ 242411 h 266700"/>
                <a:gd name="connsiteX409" fmla="*/ 127635 w 225742"/>
                <a:gd name="connsiteY409" fmla="*/ 239554 h 266700"/>
                <a:gd name="connsiteX410" fmla="*/ 126682 w 225742"/>
                <a:gd name="connsiteY410" fmla="*/ 238601 h 266700"/>
                <a:gd name="connsiteX411" fmla="*/ 125730 w 225742"/>
                <a:gd name="connsiteY411" fmla="*/ 240506 h 266700"/>
                <a:gd name="connsiteX412" fmla="*/ 125730 w 225742"/>
                <a:gd name="connsiteY412" fmla="*/ 242411 h 266700"/>
                <a:gd name="connsiteX413" fmla="*/ 124301 w 225742"/>
                <a:gd name="connsiteY413" fmla="*/ 243840 h 266700"/>
                <a:gd name="connsiteX414" fmla="*/ 122872 w 225742"/>
                <a:gd name="connsiteY414" fmla="*/ 243364 h 266700"/>
                <a:gd name="connsiteX415" fmla="*/ 122396 w 225742"/>
                <a:gd name="connsiteY415" fmla="*/ 241935 h 266700"/>
                <a:gd name="connsiteX416" fmla="*/ 120968 w 225742"/>
                <a:gd name="connsiteY416" fmla="*/ 243364 h 266700"/>
                <a:gd name="connsiteX417" fmla="*/ 120015 w 225742"/>
                <a:gd name="connsiteY417" fmla="*/ 248126 h 266700"/>
                <a:gd name="connsiteX418" fmla="*/ 120491 w 225742"/>
                <a:gd name="connsiteY418" fmla="*/ 252889 h 266700"/>
                <a:gd name="connsiteX419" fmla="*/ 121444 w 225742"/>
                <a:gd name="connsiteY419" fmla="*/ 254317 h 266700"/>
                <a:gd name="connsiteX420" fmla="*/ 122872 w 225742"/>
                <a:gd name="connsiteY420" fmla="*/ 255270 h 266700"/>
                <a:gd name="connsiteX421" fmla="*/ 125253 w 225742"/>
                <a:gd name="connsiteY421" fmla="*/ 255270 h 266700"/>
                <a:gd name="connsiteX422" fmla="*/ 131445 w 225742"/>
                <a:gd name="connsiteY422" fmla="*/ 254794 h 266700"/>
                <a:gd name="connsiteX423" fmla="*/ 135255 w 225742"/>
                <a:gd name="connsiteY423" fmla="*/ 255746 h 266700"/>
                <a:gd name="connsiteX424" fmla="*/ 151447 w 225742"/>
                <a:gd name="connsiteY424" fmla="*/ 258127 h 266700"/>
                <a:gd name="connsiteX425" fmla="*/ 155734 w 225742"/>
                <a:gd name="connsiteY425" fmla="*/ 260033 h 266700"/>
                <a:gd name="connsiteX426" fmla="*/ 160020 w 225742"/>
                <a:gd name="connsiteY426" fmla="*/ 260985 h 266700"/>
                <a:gd name="connsiteX427" fmla="*/ 160972 w 225742"/>
                <a:gd name="connsiteY427" fmla="*/ 261938 h 266700"/>
                <a:gd name="connsiteX428" fmla="*/ 161449 w 225742"/>
                <a:gd name="connsiteY428" fmla="*/ 263842 h 266700"/>
                <a:gd name="connsiteX429" fmla="*/ 161449 w 225742"/>
                <a:gd name="connsiteY429" fmla="*/ 266224 h 266700"/>
                <a:gd name="connsiteX430" fmla="*/ 163353 w 225742"/>
                <a:gd name="connsiteY430" fmla="*/ 266700 h 266700"/>
                <a:gd name="connsiteX431" fmla="*/ 177165 w 225742"/>
                <a:gd name="connsiteY431" fmla="*/ 265748 h 266700"/>
                <a:gd name="connsiteX432" fmla="*/ 190976 w 225742"/>
                <a:gd name="connsiteY432" fmla="*/ 263842 h 266700"/>
                <a:gd name="connsiteX433" fmla="*/ 198596 w 225742"/>
                <a:gd name="connsiteY433" fmla="*/ 263366 h 266700"/>
                <a:gd name="connsiteX434" fmla="*/ 206216 w 225742"/>
                <a:gd name="connsiteY434" fmla="*/ 263842 h 266700"/>
                <a:gd name="connsiteX435" fmla="*/ 210026 w 225742"/>
                <a:gd name="connsiteY435" fmla="*/ 263842 h 266700"/>
                <a:gd name="connsiteX436" fmla="*/ 212884 w 225742"/>
                <a:gd name="connsiteY436" fmla="*/ 262890 h 266700"/>
                <a:gd name="connsiteX437" fmla="*/ 213360 w 225742"/>
                <a:gd name="connsiteY437" fmla="*/ 260985 h 266700"/>
                <a:gd name="connsiteX438" fmla="*/ 214313 w 225742"/>
                <a:gd name="connsiteY438" fmla="*/ 258604 h 266700"/>
                <a:gd name="connsiteX439" fmla="*/ 214789 w 225742"/>
                <a:gd name="connsiteY439" fmla="*/ 254317 h 266700"/>
                <a:gd name="connsiteX440" fmla="*/ 215741 w 225742"/>
                <a:gd name="connsiteY440" fmla="*/ 252413 h 266700"/>
                <a:gd name="connsiteX441" fmla="*/ 214789 w 225742"/>
                <a:gd name="connsiteY441" fmla="*/ 252413 h 266700"/>
                <a:gd name="connsiteX442" fmla="*/ 209550 w 225742"/>
                <a:gd name="connsiteY442" fmla="*/ 255746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Lst>
              <a:rect l="l" t="t" r="r" b="b"/>
              <a:pathLst>
                <a:path w="225742" h="266700">
                  <a:moveTo>
                    <a:pt x="115728" y="166211"/>
                  </a:moveTo>
                  <a:lnTo>
                    <a:pt x="115252" y="164783"/>
                  </a:lnTo>
                  <a:lnTo>
                    <a:pt x="113824" y="164306"/>
                  </a:lnTo>
                  <a:lnTo>
                    <a:pt x="110966" y="164306"/>
                  </a:lnTo>
                  <a:lnTo>
                    <a:pt x="108585" y="163354"/>
                  </a:lnTo>
                  <a:lnTo>
                    <a:pt x="106680" y="159544"/>
                  </a:lnTo>
                  <a:lnTo>
                    <a:pt x="106680" y="156686"/>
                  </a:lnTo>
                  <a:lnTo>
                    <a:pt x="104775" y="154305"/>
                  </a:lnTo>
                  <a:lnTo>
                    <a:pt x="102870" y="153352"/>
                  </a:lnTo>
                  <a:lnTo>
                    <a:pt x="103346" y="152400"/>
                  </a:lnTo>
                  <a:lnTo>
                    <a:pt x="104775" y="151924"/>
                  </a:lnTo>
                  <a:lnTo>
                    <a:pt x="108585" y="150019"/>
                  </a:lnTo>
                  <a:lnTo>
                    <a:pt x="116205" y="148590"/>
                  </a:lnTo>
                  <a:lnTo>
                    <a:pt x="119063" y="146685"/>
                  </a:lnTo>
                  <a:lnTo>
                    <a:pt x="120491" y="146685"/>
                  </a:lnTo>
                  <a:lnTo>
                    <a:pt x="121920" y="147638"/>
                  </a:lnTo>
                  <a:lnTo>
                    <a:pt x="127159" y="152400"/>
                  </a:lnTo>
                  <a:lnTo>
                    <a:pt x="131921" y="156686"/>
                  </a:lnTo>
                  <a:lnTo>
                    <a:pt x="135255" y="160496"/>
                  </a:lnTo>
                  <a:lnTo>
                    <a:pt x="136684" y="160496"/>
                  </a:lnTo>
                  <a:lnTo>
                    <a:pt x="138113" y="159067"/>
                  </a:lnTo>
                  <a:lnTo>
                    <a:pt x="138113" y="156686"/>
                  </a:lnTo>
                  <a:lnTo>
                    <a:pt x="138113" y="154781"/>
                  </a:lnTo>
                  <a:lnTo>
                    <a:pt x="137160" y="149542"/>
                  </a:lnTo>
                  <a:lnTo>
                    <a:pt x="136684" y="142399"/>
                  </a:lnTo>
                  <a:lnTo>
                    <a:pt x="136207" y="139065"/>
                  </a:lnTo>
                  <a:lnTo>
                    <a:pt x="134778" y="137160"/>
                  </a:lnTo>
                  <a:lnTo>
                    <a:pt x="130493" y="135255"/>
                  </a:lnTo>
                  <a:lnTo>
                    <a:pt x="125253" y="134302"/>
                  </a:lnTo>
                  <a:lnTo>
                    <a:pt x="121444" y="129064"/>
                  </a:lnTo>
                  <a:lnTo>
                    <a:pt x="114776" y="127635"/>
                  </a:lnTo>
                  <a:lnTo>
                    <a:pt x="110966" y="122396"/>
                  </a:lnTo>
                  <a:lnTo>
                    <a:pt x="107156" y="121920"/>
                  </a:lnTo>
                  <a:lnTo>
                    <a:pt x="103346" y="119063"/>
                  </a:lnTo>
                  <a:lnTo>
                    <a:pt x="94774" y="116681"/>
                  </a:lnTo>
                  <a:lnTo>
                    <a:pt x="91916" y="114776"/>
                  </a:lnTo>
                  <a:lnTo>
                    <a:pt x="90011" y="114776"/>
                  </a:lnTo>
                  <a:lnTo>
                    <a:pt x="87630" y="114300"/>
                  </a:lnTo>
                  <a:lnTo>
                    <a:pt x="88582" y="113348"/>
                  </a:lnTo>
                  <a:lnTo>
                    <a:pt x="91440" y="112871"/>
                  </a:lnTo>
                  <a:lnTo>
                    <a:pt x="95726" y="112871"/>
                  </a:lnTo>
                  <a:lnTo>
                    <a:pt x="100013" y="110966"/>
                  </a:lnTo>
                  <a:lnTo>
                    <a:pt x="104775" y="107633"/>
                  </a:lnTo>
                  <a:lnTo>
                    <a:pt x="101441" y="108109"/>
                  </a:lnTo>
                  <a:lnTo>
                    <a:pt x="100489" y="104775"/>
                  </a:lnTo>
                  <a:lnTo>
                    <a:pt x="98584" y="102394"/>
                  </a:lnTo>
                  <a:lnTo>
                    <a:pt x="97155" y="99060"/>
                  </a:lnTo>
                  <a:lnTo>
                    <a:pt x="100013" y="97155"/>
                  </a:lnTo>
                  <a:lnTo>
                    <a:pt x="102394" y="96202"/>
                  </a:lnTo>
                  <a:lnTo>
                    <a:pt x="108109" y="99060"/>
                  </a:lnTo>
                  <a:lnTo>
                    <a:pt x="108585" y="100965"/>
                  </a:lnTo>
                  <a:lnTo>
                    <a:pt x="106680" y="103823"/>
                  </a:lnTo>
                  <a:lnTo>
                    <a:pt x="108109" y="105251"/>
                  </a:lnTo>
                  <a:lnTo>
                    <a:pt x="110490" y="105251"/>
                  </a:lnTo>
                  <a:lnTo>
                    <a:pt x="114300" y="102394"/>
                  </a:lnTo>
                  <a:lnTo>
                    <a:pt x="112871" y="98108"/>
                  </a:lnTo>
                  <a:lnTo>
                    <a:pt x="110966" y="95250"/>
                  </a:lnTo>
                  <a:lnTo>
                    <a:pt x="106680" y="90011"/>
                  </a:lnTo>
                  <a:lnTo>
                    <a:pt x="102394" y="87154"/>
                  </a:lnTo>
                  <a:lnTo>
                    <a:pt x="100489" y="84773"/>
                  </a:lnTo>
                  <a:lnTo>
                    <a:pt x="97631" y="78105"/>
                  </a:lnTo>
                  <a:lnTo>
                    <a:pt x="89535" y="68580"/>
                  </a:lnTo>
                  <a:lnTo>
                    <a:pt x="88582" y="65246"/>
                  </a:lnTo>
                  <a:lnTo>
                    <a:pt x="90011" y="59055"/>
                  </a:lnTo>
                  <a:lnTo>
                    <a:pt x="91440" y="55245"/>
                  </a:lnTo>
                  <a:lnTo>
                    <a:pt x="90964" y="52864"/>
                  </a:lnTo>
                  <a:lnTo>
                    <a:pt x="90964" y="50006"/>
                  </a:lnTo>
                  <a:lnTo>
                    <a:pt x="94774" y="48578"/>
                  </a:lnTo>
                  <a:lnTo>
                    <a:pt x="97155" y="46673"/>
                  </a:lnTo>
                  <a:lnTo>
                    <a:pt x="100965" y="46196"/>
                  </a:lnTo>
                  <a:lnTo>
                    <a:pt x="100013" y="49054"/>
                  </a:lnTo>
                  <a:lnTo>
                    <a:pt x="98584" y="50483"/>
                  </a:lnTo>
                  <a:lnTo>
                    <a:pt x="100013" y="54292"/>
                  </a:lnTo>
                  <a:lnTo>
                    <a:pt x="106680" y="58103"/>
                  </a:lnTo>
                  <a:lnTo>
                    <a:pt x="113824" y="61436"/>
                  </a:lnTo>
                  <a:lnTo>
                    <a:pt x="114300" y="66675"/>
                  </a:lnTo>
                  <a:lnTo>
                    <a:pt x="116681" y="70485"/>
                  </a:lnTo>
                  <a:lnTo>
                    <a:pt x="124777" y="72866"/>
                  </a:lnTo>
                  <a:lnTo>
                    <a:pt x="125730" y="72390"/>
                  </a:lnTo>
                  <a:lnTo>
                    <a:pt x="126206" y="71438"/>
                  </a:lnTo>
                  <a:lnTo>
                    <a:pt x="119063" y="66675"/>
                  </a:lnTo>
                  <a:lnTo>
                    <a:pt x="118110" y="65246"/>
                  </a:lnTo>
                  <a:lnTo>
                    <a:pt x="116681" y="60960"/>
                  </a:lnTo>
                  <a:lnTo>
                    <a:pt x="118110" y="59055"/>
                  </a:lnTo>
                  <a:lnTo>
                    <a:pt x="126206" y="60484"/>
                  </a:lnTo>
                  <a:lnTo>
                    <a:pt x="131921" y="68580"/>
                  </a:lnTo>
                  <a:lnTo>
                    <a:pt x="135731" y="70961"/>
                  </a:lnTo>
                  <a:lnTo>
                    <a:pt x="136684" y="70009"/>
                  </a:lnTo>
                  <a:lnTo>
                    <a:pt x="137160" y="68580"/>
                  </a:lnTo>
                  <a:lnTo>
                    <a:pt x="136207" y="64770"/>
                  </a:lnTo>
                  <a:lnTo>
                    <a:pt x="134302" y="63341"/>
                  </a:lnTo>
                  <a:lnTo>
                    <a:pt x="130969" y="61436"/>
                  </a:lnTo>
                  <a:lnTo>
                    <a:pt x="127635" y="58103"/>
                  </a:lnTo>
                  <a:lnTo>
                    <a:pt x="128111" y="56198"/>
                  </a:lnTo>
                  <a:lnTo>
                    <a:pt x="131445" y="54769"/>
                  </a:lnTo>
                  <a:lnTo>
                    <a:pt x="134302" y="55245"/>
                  </a:lnTo>
                  <a:lnTo>
                    <a:pt x="139065" y="57626"/>
                  </a:lnTo>
                  <a:lnTo>
                    <a:pt x="142399" y="58579"/>
                  </a:lnTo>
                  <a:lnTo>
                    <a:pt x="144780" y="60960"/>
                  </a:lnTo>
                  <a:lnTo>
                    <a:pt x="148590" y="63817"/>
                  </a:lnTo>
                  <a:lnTo>
                    <a:pt x="146685" y="60008"/>
                  </a:lnTo>
                  <a:lnTo>
                    <a:pt x="143827" y="56674"/>
                  </a:lnTo>
                  <a:lnTo>
                    <a:pt x="137636" y="53340"/>
                  </a:lnTo>
                  <a:lnTo>
                    <a:pt x="134302" y="53340"/>
                  </a:lnTo>
                  <a:lnTo>
                    <a:pt x="131921" y="52864"/>
                  </a:lnTo>
                  <a:lnTo>
                    <a:pt x="130969" y="50483"/>
                  </a:lnTo>
                  <a:lnTo>
                    <a:pt x="132397" y="48101"/>
                  </a:lnTo>
                  <a:lnTo>
                    <a:pt x="129064" y="44767"/>
                  </a:lnTo>
                  <a:lnTo>
                    <a:pt x="127635" y="42863"/>
                  </a:lnTo>
                  <a:lnTo>
                    <a:pt x="128111" y="40005"/>
                  </a:lnTo>
                  <a:lnTo>
                    <a:pt x="134302" y="40005"/>
                  </a:lnTo>
                  <a:lnTo>
                    <a:pt x="139065" y="40958"/>
                  </a:lnTo>
                  <a:lnTo>
                    <a:pt x="144303" y="38576"/>
                  </a:lnTo>
                  <a:lnTo>
                    <a:pt x="149543" y="33338"/>
                  </a:lnTo>
                  <a:lnTo>
                    <a:pt x="152876" y="31909"/>
                  </a:lnTo>
                  <a:lnTo>
                    <a:pt x="155734" y="32385"/>
                  </a:lnTo>
                  <a:lnTo>
                    <a:pt x="160020" y="35242"/>
                  </a:lnTo>
                  <a:lnTo>
                    <a:pt x="163830" y="35719"/>
                  </a:lnTo>
                  <a:lnTo>
                    <a:pt x="170974" y="31433"/>
                  </a:lnTo>
                  <a:lnTo>
                    <a:pt x="174307" y="30480"/>
                  </a:lnTo>
                  <a:lnTo>
                    <a:pt x="179070" y="32861"/>
                  </a:lnTo>
                  <a:lnTo>
                    <a:pt x="181451" y="32385"/>
                  </a:lnTo>
                  <a:lnTo>
                    <a:pt x="187166" y="34766"/>
                  </a:lnTo>
                  <a:lnTo>
                    <a:pt x="199549" y="36671"/>
                  </a:lnTo>
                  <a:lnTo>
                    <a:pt x="204788" y="39529"/>
                  </a:lnTo>
                  <a:lnTo>
                    <a:pt x="205740" y="41434"/>
                  </a:lnTo>
                  <a:lnTo>
                    <a:pt x="206693" y="40958"/>
                  </a:lnTo>
                  <a:lnTo>
                    <a:pt x="208121" y="40481"/>
                  </a:lnTo>
                  <a:lnTo>
                    <a:pt x="210502" y="37624"/>
                  </a:lnTo>
                  <a:lnTo>
                    <a:pt x="212407" y="35242"/>
                  </a:lnTo>
                  <a:lnTo>
                    <a:pt x="215265" y="32385"/>
                  </a:lnTo>
                  <a:lnTo>
                    <a:pt x="216218" y="30480"/>
                  </a:lnTo>
                  <a:lnTo>
                    <a:pt x="216218" y="29051"/>
                  </a:lnTo>
                  <a:lnTo>
                    <a:pt x="215265" y="28099"/>
                  </a:lnTo>
                  <a:lnTo>
                    <a:pt x="215265" y="26670"/>
                  </a:lnTo>
                  <a:lnTo>
                    <a:pt x="215265" y="24765"/>
                  </a:lnTo>
                  <a:lnTo>
                    <a:pt x="215265" y="20955"/>
                  </a:lnTo>
                  <a:lnTo>
                    <a:pt x="222409" y="16669"/>
                  </a:lnTo>
                  <a:lnTo>
                    <a:pt x="224790" y="16192"/>
                  </a:lnTo>
                  <a:lnTo>
                    <a:pt x="225743" y="14288"/>
                  </a:lnTo>
                  <a:lnTo>
                    <a:pt x="225266" y="10001"/>
                  </a:lnTo>
                  <a:lnTo>
                    <a:pt x="224314" y="6191"/>
                  </a:lnTo>
                  <a:lnTo>
                    <a:pt x="222885" y="5715"/>
                  </a:lnTo>
                  <a:lnTo>
                    <a:pt x="220980" y="4763"/>
                  </a:lnTo>
                  <a:lnTo>
                    <a:pt x="220027" y="3334"/>
                  </a:lnTo>
                  <a:lnTo>
                    <a:pt x="218122" y="1905"/>
                  </a:lnTo>
                  <a:lnTo>
                    <a:pt x="215265" y="953"/>
                  </a:lnTo>
                  <a:lnTo>
                    <a:pt x="210978" y="0"/>
                  </a:lnTo>
                  <a:lnTo>
                    <a:pt x="207645" y="953"/>
                  </a:lnTo>
                  <a:lnTo>
                    <a:pt x="206693" y="1905"/>
                  </a:lnTo>
                  <a:lnTo>
                    <a:pt x="206216" y="3334"/>
                  </a:lnTo>
                  <a:lnTo>
                    <a:pt x="206693" y="4763"/>
                  </a:lnTo>
                  <a:lnTo>
                    <a:pt x="207645" y="6191"/>
                  </a:lnTo>
                  <a:lnTo>
                    <a:pt x="208597" y="9525"/>
                  </a:lnTo>
                  <a:lnTo>
                    <a:pt x="209074" y="12859"/>
                  </a:lnTo>
                  <a:lnTo>
                    <a:pt x="208597" y="14764"/>
                  </a:lnTo>
                  <a:lnTo>
                    <a:pt x="206216" y="16192"/>
                  </a:lnTo>
                  <a:lnTo>
                    <a:pt x="201453" y="17621"/>
                  </a:lnTo>
                  <a:lnTo>
                    <a:pt x="196691" y="16669"/>
                  </a:lnTo>
                  <a:lnTo>
                    <a:pt x="194786" y="17145"/>
                  </a:lnTo>
                  <a:lnTo>
                    <a:pt x="191452" y="17145"/>
                  </a:lnTo>
                  <a:lnTo>
                    <a:pt x="188119" y="17621"/>
                  </a:lnTo>
                  <a:lnTo>
                    <a:pt x="183356" y="19050"/>
                  </a:lnTo>
                  <a:lnTo>
                    <a:pt x="179070" y="20003"/>
                  </a:lnTo>
                  <a:lnTo>
                    <a:pt x="175260" y="17145"/>
                  </a:lnTo>
                  <a:lnTo>
                    <a:pt x="170497" y="15240"/>
                  </a:lnTo>
                  <a:lnTo>
                    <a:pt x="165735" y="14288"/>
                  </a:lnTo>
                  <a:lnTo>
                    <a:pt x="163830" y="15240"/>
                  </a:lnTo>
                  <a:lnTo>
                    <a:pt x="162877" y="15716"/>
                  </a:lnTo>
                  <a:lnTo>
                    <a:pt x="158591" y="13335"/>
                  </a:lnTo>
                  <a:lnTo>
                    <a:pt x="156686" y="12383"/>
                  </a:lnTo>
                  <a:lnTo>
                    <a:pt x="155734" y="11430"/>
                  </a:lnTo>
                  <a:lnTo>
                    <a:pt x="153828" y="8096"/>
                  </a:lnTo>
                  <a:lnTo>
                    <a:pt x="152876" y="8096"/>
                  </a:lnTo>
                  <a:lnTo>
                    <a:pt x="149543" y="9525"/>
                  </a:lnTo>
                  <a:lnTo>
                    <a:pt x="146209" y="9525"/>
                  </a:lnTo>
                  <a:lnTo>
                    <a:pt x="144303" y="9525"/>
                  </a:lnTo>
                  <a:lnTo>
                    <a:pt x="138589" y="9525"/>
                  </a:lnTo>
                  <a:lnTo>
                    <a:pt x="137636" y="11906"/>
                  </a:lnTo>
                  <a:lnTo>
                    <a:pt x="136684" y="12383"/>
                  </a:lnTo>
                  <a:lnTo>
                    <a:pt x="135255" y="12859"/>
                  </a:lnTo>
                  <a:lnTo>
                    <a:pt x="131921" y="12859"/>
                  </a:lnTo>
                  <a:lnTo>
                    <a:pt x="128111" y="14764"/>
                  </a:lnTo>
                  <a:lnTo>
                    <a:pt x="123825" y="15716"/>
                  </a:lnTo>
                  <a:lnTo>
                    <a:pt x="120491" y="15716"/>
                  </a:lnTo>
                  <a:lnTo>
                    <a:pt x="117157" y="15240"/>
                  </a:lnTo>
                  <a:lnTo>
                    <a:pt x="115252" y="15716"/>
                  </a:lnTo>
                  <a:lnTo>
                    <a:pt x="110966" y="15716"/>
                  </a:lnTo>
                  <a:lnTo>
                    <a:pt x="108109" y="18098"/>
                  </a:lnTo>
                  <a:lnTo>
                    <a:pt x="103822" y="18098"/>
                  </a:lnTo>
                  <a:lnTo>
                    <a:pt x="100013" y="17621"/>
                  </a:lnTo>
                  <a:lnTo>
                    <a:pt x="98107" y="17621"/>
                  </a:lnTo>
                  <a:lnTo>
                    <a:pt x="95726" y="17621"/>
                  </a:lnTo>
                  <a:lnTo>
                    <a:pt x="94774" y="18574"/>
                  </a:lnTo>
                  <a:lnTo>
                    <a:pt x="93821" y="23813"/>
                  </a:lnTo>
                  <a:lnTo>
                    <a:pt x="89535" y="25241"/>
                  </a:lnTo>
                  <a:lnTo>
                    <a:pt x="85725" y="26194"/>
                  </a:lnTo>
                  <a:lnTo>
                    <a:pt x="82391" y="26194"/>
                  </a:lnTo>
                  <a:lnTo>
                    <a:pt x="76676" y="24765"/>
                  </a:lnTo>
                  <a:lnTo>
                    <a:pt x="74771" y="24765"/>
                  </a:lnTo>
                  <a:lnTo>
                    <a:pt x="73343" y="25717"/>
                  </a:lnTo>
                  <a:lnTo>
                    <a:pt x="68580" y="26194"/>
                  </a:lnTo>
                  <a:lnTo>
                    <a:pt x="66199" y="27146"/>
                  </a:lnTo>
                  <a:lnTo>
                    <a:pt x="60960" y="33338"/>
                  </a:lnTo>
                  <a:lnTo>
                    <a:pt x="55721" y="35719"/>
                  </a:lnTo>
                  <a:lnTo>
                    <a:pt x="53816" y="36671"/>
                  </a:lnTo>
                  <a:lnTo>
                    <a:pt x="50006" y="35242"/>
                  </a:lnTo>
                  <a:lnTo>
                    <a:pt x="48101" y="35242"/>
                  </a:lnTo>
                  <a:lnTo>
                    <a:pt x="45244" y="36671"/>
                  </a:lnTo>
                  <a:lnTo>
                    <a:pt x="39052" y="36671"/>
                  </a:lnTo>
                  <a:lnTo>
                    <a:pt x="37624" y="37148"/>
                  </a:lnTo>
                  <a:lnTo>
                    <a:pt x="32861" y="37624"/>
                  </a:lnTo>
                  <a:lnTo>
                    <a:pt x="32385" y="40481"/>
                  </a:lnTo>
                  <a:lnTo>
                    <a:pt x="33338" y="42863"/>
                  </a:lnTo>
                  <a:lnTo>
                    <a:pt x="34766" y="45244"/>
                  </a:lnTo>
                  <a:lnTo>
                    <a:pt x="34766" y="46673"/>
                  </a:lnTo>
                  <a:lnTo>
                    <a:pt x="33814" y="49054"/>
                  </a:lnTo>
                  <a:lnTo>
                    <a:pt x="31909" y="51911"/>
                  </a:lnTo>
                  <a:lnTo>
                    <a:pt x="29527" y="52864"/>
                  </a:lnTo>
                  <a:lnTo>
                    <a:pt x="27146" y="53816"/>
                  </a:lnTo>
                  <a:lnTo>
                    <a:pt x="25718" y="55721"/>
                  </a:lnTo>
                  <a:lnTo>
                    <a:pt x="25241" y="58103"/>
                  </a:lnTo>
                  <a:lnTo>
                    <a:pt x="24289" y="60008"/>
                  </a:lnTo>
                  <a:lnTo>
                    <a:pt x="23813" y="61913"/>
                  </a:lnTo>
                  <a:lnTo>
                    <a:pt x="22860" y="65723"/>
                  </a:lnTo>
                  <a:lnTo>
                    <a:pt x="22384" y="67151"/>
                  </a:lnTo>
                  <a:lnTo>
                    <a:pt x="20478" y="68580"/>
                  </a:lnTo>
                  <a:lnTo>
                    <a:pt x="17621" y="69056"/>
                  </a:lnTo>
                  <a:lnTo>
                    <a:pt x="15240" y="69056"/>
                  </a:lnTo>
                  <a:lnTo>
                    <a:pt x="13811" y="69533"/>
                  </a:lnTo>
                  <a:lnTo>
                    <a:pt x="12859" y="70961"/>
                  </a:lnTo>
                  <a:lnTo>
                    <a:pt x="11430" y="71914"/>
                  </a:lnTo>
                  <a:lnTo>
                    <a:pt x="10477" y="72390"/>
                  </a:lnTo>
                  <a:lnTo>
                    <a:pt x="10477" y="73342"/>
                  </a:lnTo>
                  <a:lnTo>
                    <a:pt x="11430" y="75724"/>
                  </a:lnTo>
                  <a:lnTo>
                    <a:pt x="12859" y="77629"/>
                  </a:lnTo>
                  <a:lnTo>
                    <a:pt x="12859" y="79058"/>
                  </a:lnTo>
                  <a:lnTo>
                    <a:pt x="12382" y="79534"/>
                  </a:lnTo>
                  <a:lnTo>
                    <a:pt x="10477" y="79534"/>
                  </a:lnTo>
                  <a:lnTo>
                    <a:pt x="10001" y="80010"/>
                  </a:lnTo>
                  <a:lnTo>
                    <a:pt x="10001" y="81915"/>
                  </a:lnTo>
                  <a:lnTo>
                    <a:pt x="9525" y="83344"/>
                  </a:lnTo>
                  <a:lnTo>
                    <a:pt x="8572" y="84296"/>
                  </a:lnTo>
                  <a:lnTo>
                    <a:pt x="7144" y="85249"/>
                  </a:lnTo>
                  <a:lnTo>
                    <a:pt x="4763" y="84773"/>
                  </a:lnTo>
                  <a:lnTo>
                    <a:pt x="2381" y="83344"/>
                  </a:lnTo>
                  <a:lnTo>
                    <a:pt x="952" y="82867"/>
                  </a:lnTo>
                  <a:lnTo>
                    <a:pt x="0" y="82867"/>
                  </a:lnTo>
                  <a:lnTo>
                    <a:pt x="3334" y="85725"/>
                  </a:lnTo>
                  <a:lnTo>
                    <a:pt x="6668" y="89535"/>
                  </a:lnTo>
                  <a:lnTo>
                    <a:pt x="10477" y="98108"/>
                  </a:lnTo>
                  <a:lnTo>
                    <a:pt x="16193" y="100965"/>
                  </a:lnTo>
                  <a:lnTo>
                    <a:pt x="19526" y="105251"/>
                  </a:lnTo>
                  <a:lnTo>
                    <a:pt x="23813" y="108585"/>
                  </a:lnTo>
                  <a:lnTo>
                    <a:pt x="24765" y="110014"/>
                  </a:lnTo>
                  <a:lnTo>
                    <a:pt x="27146" y="110966"/>
                  </a:lnTo>
                  <a:lnTo>
                    <a:pt x="31909" y="110014"/>
                  </a:lnTo>
                  <a:lnTo>
                    <a:pt x="35719" y="110490"/>
                  </a:lnTo>
                  <a:lnTo>
                    <a:pt x="36671" y="110014"/>
                  </a:lnTo>
                  <a:lnTo>
                    <a:pt x="38576" y="110014"/>
                  </a:lnTo>
                  <a:lnTo>
                    <a:pt x="39528" y="111919"/>
                  </a:lnTo>
                  <a:lnTo>
                    <a:pt x="40005" y="114300"/>
                  </a:lnTo>
                  <a:lnTo>
                    <a:pt x="38576" y="115252"/>
                  </a:lnTo>
                  <a:lnTo>
                    <a:pt x="37147" y="115729"/>
                  </a:lnTo>
                  <a:lnTo>
                    <a:pt x="30956" y="113348"/>
                  </a:lnTo>
                  <a:lnTo>
                    <a:pt x="27146" y="113824"/>
                  </a:lnTo>
                  <a:lnTo>
                    <a:pt x="26670" y="115729"/>
                  </a:lnTo>
                  <a:lnTo>
                    <a:pt x="27146" y="118586"/>
                  </a:lnTo>
                  <a:lnTo>
                    <a:pt x="30480" y="120015"/>
                  </a:lnTo>
                  <a:lnTo>
                    <a:pt x="34290" y="124777"/>
                  </a:lnTo>
                  <a:lnTo>
                    <a:pt x="36671" y="130492"/>
                  </a:lnTo>
                  <a:lnTo>
                    <a:pt x="38576" y="135255"/>
                  </a:lnTo>
                  <a:lnTo>
                    <a:pt x="40957" y="136684"/>
                  </a:lnTo>
                  <a:lnTo>
                    <a:pt x="45244" y="135731"/>
                  </a:lnTo>
                  <a:lnTo>
                    <a:pt x="46196" y="133826"/>
                  </a:lnTo>
                  <a:lnTo>
                    <a:pt x="46196" y="131445"/>
                  </a:lnTo>
                  <a:lnTo>
                    <a:pt x="47149" y="131921"/>
                  </a:lnTo>
                  <a:lnTo>
                    <a:pt x="48101" y="134779"/>
                  </a:lnTo>
                  <a:lnTo>
                    <a:pt x="50959" y="138113"/>
                  </a:lnTo>
                  <a:lnTo>
                    <a:pt x="54293" y="137636"/>
                  </a:lnTo>
                  <a:lnTo>
                    <a:pt x="57150" y="136684"/>
                  </a:lnTo>
                  <a:lnTo>
                    <a:pt x="59531" y="136684"/>
                  </a:lnTo>
                  <a:lnTo>
                    <a:pt x="62389" y="136208"/>
                  </a:lnTo>
                  <a:lnTo>
                    <a:pt x="67627" y="134302"/>
                  </a:lnTo>
                  <a:lnTo>
                    <a:pt x="76676" y="136684"/>
                  </a:lnTo>
                  <a:lnTo>
                    <a:pt x="80010" y="136684"/>
                  </a:lnTo>
                  <a:lnTo>
                    <a:pt x="82391" y="135731"/>
                  </a:lnTo>
                  <a:lnTo>
                    <a:pt x="83820" y="133826"/>
                  </a:lnTo>
                  <a:lnTo>
                    <a:pt x="89535" y="137636"/>
                  </a:lnTo>
                  <a:lnTo>
                    <a:pt x="95250" y="140017"/>
                  </a:lnTo>
                  <a:lnTo>
                    <a:pt x="96202" y="140970"/>
                  </a:lnTo>
                  <a:lnTo>
                    <a:pt x="98107" y="141923"/>
                  </a:lnTo>
                  <a:lnTo>
                    <a:pt x="101441" y="143351"/>
                  </a:lnTo>
                  <a:lnTo>
                    <a:pt x="103346" y="142875"/>
                  </a:lnTo>
                  <a:lnTo>
                    <a:pt x="104775" y="143351"/>
                  </a:lnTo>
                  <a:lnTo>
                    <a:pt x="106680" y="143351"/>
                  </a:lnTo>
                  <a:lnTo>
                    <a:pt x="108585" y="144304"/>
                  </a:lnTo>
                  <a:lnTo>
                    <a:pt x="109538" y="145733"/>
                  </a:lnTo>
                  <a:lnTo>
                    <a:pt x="108585" y="147161"/>
                  </a:lnTo>
                  <a:lnTo>
                    <a:pt x="107632" y="148114"/>
                  </a:lnTo>
                  <a:lnTo>
                    <a:pt x="101918" y="148114"/>
                  </a:lnTo>
                  <a:lnTo>
                    <a:pt x="100013" y="149066"/>
                  </a:lnTo>
                  <a:lnTo>
                    <a:pt x="100965" y="150971"/>
                  </a:lnTo>
                  <a:lnTo>
                    <a:pt x="100965" y="152876"/>
                  </a:lnTo>
                  <a:lnTo>
                    <a:pt x="98584" y="152400"/>
                  </a:lnTo>
                  <a:lnTo>
                    <a:pt x="97155" y="151924"/>
                  </a:lnTo>
                  <a:lnTo>
                    <a:pt x="94297" y="149542"/>
                  </a:lnTo>
                  <a:lnTo>
                    <a:pt x="89059" y="147161"/>
                  </a:lnTo>
                  <a:lnTo>
                    <a:pt x="78581" y="144304"/>
                  </a:lnTo>
                  <a:lnTo>
                    <a:pt x="68580" y="139065"/>
                  </a:lnTo>
                  <a:lnTo>
                    <a:pt x="64294" y="138589"/>
                  </a:lnTo>
                  <a:lnTo>
                    <a:pt x="61913" y="140494"/>
                  </a:lnTo>
                  <a:lnTo>
                    <a:pt x="59055" y="144304"/>
                  </a:lnTo>
                  <a:lnTo>
                    <a:pt x="55245" y="144780"/>
                  </a:lnTo>
                  <a:lnTo>
                    <a:pt x="51911" y="143351"/>
                  </a:lnTo>
                  <a:lnTo>
                    <a:pt x="50482" y="143827"/>
                  </a:lnTo>
                  <a:lnTo>
                    <a:pt x="47149" y="150495"/>
                  </a:lnTo>
                  <a:lnTo>
                    <a:pt x="41434" y="154781"/>
                  </a:lnTo>
                  <a:lnTo>
                    <a:pt x="40957" y="155734"/>
                  </a:lnTo>
                  <a:lnTo>
                    <a:pt x="41434" y="157163"/>
                  </a:lnTo>
                  <a:lnTo>
                    <a:pt x="43815" y="158115"/>
                  </a:lnTo>
                  <a:lnTo>
                    <a:pt x="46672" y="160020"/>
                  </a:lnTo>
                  <a:lnTo>
                    <a:pt x="48101" y="164306"/>
                  </a:lnTo>
                  <a:lnTo>
                    <a:pt x="50959" y="165259"/>
                  </a:lnTo>
                  <a:lnTo>
                    <a:pt x="56197" y="169069"/>
                  </a:lnTo>
                  <a:lnTo>
                    <a:pt x="60007" y="175260"/>
                  </a:lnTo>
                  <a:lnTo>
                    <a:pt x="60484" y="178117"/>
                  </a:lnTo>
                  <a:lnTo>
                    <a:pt x="56674" y="182404"/>
                  </a:lnTo>
                  <a:lnTo>
                    <a:pt x="56674" y="187166"/>
                  </a:lnTo>
                  <a:lnTo>
                    <a:pt x="61913" y="195739"/>
                  </a:lnTo>
                  <a:lnTo>
                    <a:pt x="67151" y="200501"/>
                  </a:lnTo>
                  <a:lnTo>
                    <a:pt x="68580" y="198120"/>
                  </a:lnTo>
                  <a:lnTo>
                    <a:pt x="68580" y="194786"/>
                  </a:lnTo>
                  <a:lnTo>
                    <a:pt x="69056" y="190976"/>
                  </a:lnTo>
                  <a:lnTo>
                    <a:pt x="70961" y="190024"/>
                  </a:lnTo>
                  <a:lnTo>
                    <a:pt x="73343" y="189548"/>
                  </a:lnTo>
                  <a:lnTo>
                    <a:pt x="75247" y="191929"/>
                  </a:lnTo>
                  <a:lnTo>
                    <a:pt x="76200" y="194310"/>
                  </a:lnTo>
                  <a:lnTo>
                    <a:pt x="78581" y="195263"/>
                  </a:lnTo>
                  <a:lnTo>
                    <a:pt x="83344" y="202406"/>
                  </a:lnTo>
                  <a:lnTo>
                    <a:pt x="83344" y="204788"/>
                  </a:lnTo>
                  <a:lnTo>
                    <a:pt x="83344" y="210026"/>
                  </a:lnTo>
                  <a:lnTo>
                    <a:pt x="85249" y="211455"/>
                  </a:lnTo>
                  <a:lnTo>
                    <a:pt x="87153" y="212408"/>
                  </a:lnTo>
                  <a:lnTo>
                    <a:pt x="87153" y="207645"/>
                  </a:lnTo>
                  <a:lnTo>
                    <a:pt x="91440" y="199549"/>
                  </a:lnTo>
                  <a:lnTo>
                    <a:pt x="95250" y="199073"/>
                  </a:lnTo>
                  <a:lnTo>
                    <a:pt x="97155" y="199549"/>
                  </a:lnTo>
                  <a:lnTo>
                    <a:pt x="99060" y="203359"/>
                  </a:lnTo>
                  <a:lnTo>
                    <a:pt x="104299" y="209550"/>
                  </a:lnTo>
                  <a:lnTo>
                    <a:pt x="107156" y="210979"/>
                  </a:lnTo>
                  <a:lnTo>
                    <a:pt x="108585" y="212408"/>
                  </a:lnTo>
                  <a:lnTo>
                    <a:pt x="110490" y="212408"/>
                  </a:lnTo>
                  <a:lnTo>
                    <a:pt x="109061" y="208598"/>
                  </a:lnTo>
                  <a:lnTo>
                    <a:pt x="106680" y="204788"/>
                  </a:lnTo>
                  <a:lnTo>
                    <a:pt x="107632" y="199549"/>
                  </a:lnTo>
                  <a:lnTo>
                    <a:pt x="107156" y="196691"/>
                  </a:lnTo>
                  <a:lnTo>
                    <a:pt x="104775" y="190500"/>
                  </a:lnTo>
                  <a:lnTo>
                    <a:pt x="100013" y="180023"/>
                  </a:lnTo>
                  <a:lnTo>
                    <a:pt x="97155" y="176213"/>
                  </a:lnTo>
                  <a:lnTo>
                    <a:pt x="95726" y="170498"/>
                  </a:lnTo>
                  <a:lnTo>
                    <a:pt x="97631" y="168592"/>
                  </a:lnTo>
                  <a:lnTo>
                    <a:pt x="100013" y="170498"/>
                  </a:lnTo>
                  <a:lnTo>
                    <a:pt x="102870" y="170974"/>
                  </a:lnTo>
                  <a:lnTo>
                    <a:pt x="105251" y="172402"/>
                  </a:lnTo>
                  <a:lnTo>
                    <a:pt x="108109" y="173831"/>
                  </a:lnTo>
                  <a:lnTo>
                    <a:pt x="108109" y="176689"/>
                  </a:lnTo>
                  <a:lnTo>
                    <a:pt x="110014" y="177641"/>
                  </a:lnTo>
                  <a:lnTo>
                    <a:pt x="111443" y="177165"/>
                  </a:lnTo>
                  <a:lnTo>
                    <a:pt x="113347" y="176213"/>
                  </a:lnTo>
                  <a:lnTo>
                    <a:pt x="121444" y="173831"/>
                  </a:lnTo>
                  <a:lnTo>
                    <a:pt x="121444" y="172879"/>
                  </a:lnTo>
                  <a:lnTo>
                    <a:pt x="120491" y="171450"/>
                  </a:lnTo>
                  <a:lnTo>
                    <a:pt x="115728" y="166211"/>
                  </a:lnTo>
                  <a:close/>
                  <a:moveTo>
                    <a:pt x="209550" y="255746"/>
                  </a:moveTo>
                  <a:lnTo>
                    <a:pt x="204788" y="255746"/>
                  </a:lnTo>
                  <a:lnTo>
                    <a:pt x="200025" y="257175"/>
                  </a:lnTo>
                  <a:lnTo>
                    <a:pt x="198120" y="259080"/>
                  </a:lnTo>
                  <a:lnTo>
                    <a:pt x="196691" y="259556"/>
                  </a:lnTo>
                  <a:lnTo>
                    <a:pt x="195263" y="258604"/>
                  </a:lnTo>
                  <a:lnTo>
                    <a:pt x="194786" y="257175"/>
                  </a:lnTo>
                  <a:lnTo>
                    <a:pt x="195263" y="251936"/>
                  </a:lnTo>
                  <a:lnTo>
                    <a:pt x="194310" y="250984"/>
                  </a:lnTo>
                  <a:lnTo>
                    <a:pt x="189071" y="251936"/>
                  </a:lnTo>
                  <a:lnTo>
                    <a:pt x="185738" y="252889"/>
                  </a:lnTo>
                  <a:lnTo>
                    <a:pt x="179546" y="251460"/>
                  </a:lnTo>
                  <a:lnTo>
                    <a:pt x="172878" y="250984"/>
                  </a:lnTo>
                  <a:lnTo>
                    <a:pt x="169545" y="248602"/>
                  </a:lnTo>
                  <a:lnTo>
                    <a:pt x="160020" y="248126"/>
                  </a:lnTo>
                  <a:lnTo>
                    <a:pt x="156686" y="248602"/>
                  </a:lnTo>
                  <a:lnTo>
                    <a:pt x="153352" y="249555"/>
                  </a:lnTo>
                  <a:lnTo>
                    <a:pt x="150495" y="250031"/>
                  </a:lnTo>
                  <a:lnTo>
                    <a:pt x="147638" y="250508"/>
                  </a:lnTo>
                  <a:lnTo>
                    <a:pt x="146209" y="250508"/>
                  </a:lnTo>
                  <a:lnTo>
                    <a:pt x="144780" y="249555"/>
                  </a:lnTo>
                  <a:lnTo>
                    <a:pt x="144303" y="248126"/>
                  </a:lnTo>
                  <a:lnTo>
                    <a:pt x="144303" y="246221"/>
                  </a:lnTo>
                  <a:lnTo>
                    <a:pt x="141922" y="246698"/>
                  </a:lnTo>
                  <a:lnTo>
                    <a:pt x="140018" y="245745"/>
                  </a:lnTo>
                  <a:lnTo>
                    <a:pt x="139541" y="245269"/>
                  </a:lnTo>
                  <a:lnTo>
                    <a:pt x="140018" y="244792"/>
                  </a:lnTo>
                  <a:lnTo>
                    <a:pt x="142399" y="243840"/>
                  </a:lnTo>
                  <a:lnTo>
                    <a:pt x="141446" y="241459"/>
                  </a:lnTo>
                  <a:lnTo>
                    <a:pt x="139065" y="241459"/>
                  </a:lnTo>
                  <a:lnTo>
                    <a:pt x="137160" y="243840"/>
                  </a:lnTo>
                  <a:lnTo>
                    <a:pt x="136207" y="243840"/>
                  </a:lnTo>
                  <a:lnTo>
                    <a:pt x="132874" y="243840"/>
                  </a:lnTo>
                  <a:lnTo>
                    <a:pt x="130493" y="243364"/>
                  </a:lnTo>
                  <a:lnTo>
                    <a:pt x="128588" y="242411"/>
                  </a:lnTo>
                  <a:lnTo>
                    <a:pt x="127635" y="239554"/>
                  </a:lnTo>
                  <a:lnTo>
                    <a:pt x="126682" y="238601"/>
                  </a:lnTo>
                  <a:lnTo>
                    <a:pt x="125730" y="240506"/>
                  </a:lnTo>
                  <a:lnTo>
                    <a:pt x="125730" y="242411"/>
                  </a:lnTo>
                  <a:lnTo>
                    <a:pt x="124301" y="243840"/>
                  </a:lnTo>
                  <a:lnTo>
                    <a:pt x="122872" y="243364"/>
                  </a:lnTo>
                  <a:lnTo>
                    <a:pt x="122396" y="241935"/>
                  </a:lnTo>
                  <a:lnTo>
                    <a:pt x="120968" y="243364"/>
                  </a:lnTo>
                  <a:lnTo>
                    <a:pt x="120015" y="248126"/>
                  </a:lnTo>
                  <a:lnTo>
                    <a:pt x="120491" y="252889"/>
                  </a:lnTo>
                  <a:lnTo>
                    <a:pt x="121444" y="254317"/>
                  </a:lnTo>
                  <a:lnTo>
                    <a:pt x="122872" y="255270"/>
                  </a:lnTo>
                  <a:lnTo>
                    <a:pt x="125253" y="255270"/>
                  </a:lnTo>
                  <a:lnTo>
                    <a:pt x="131445" y="254794"/>
                  </a:lnTo>
                  <a:lnTo>
                    <a:pt x="135255" y="255746"/>
                  </a:lnTo>
                  <a:lnTo>
                    <a:pt x="151447" y="258127"/>
                  </a:lnTo>
                  <a:lnTo>
                    <a:pt x="155734" y="260033"/>
                  </a:lnTo>
                  <a:lnTo>
                    <a:pt x="160020" y="260985"/>
                  </a:lnTo>
                  <a:lnTo>
                    <a:pt x="160972" y="261938"/>
                  </a:lnTo>
                  <a:lnTo>
                    <a:pt x="161449" y="263842"/>
                  </a:lnTo>
                  <a:lnTo>
                    <a:pt x="161449" y="266224"/>
                  </a:lnTo>
                  <a:lnTo>
                    <a:pt x="163353" y="266700"/>
                  </a:lnTo>
                  <a:lnTo>
                    <a:pt x="177165" y="265748"/>
                  </a:lnTo>
                  <a:lnTo>
                    <a:pt x="190976" y="263842"/>
                  </a:lnTo>
                  <a:lnTo>
                    <a:pt x="198596" y="263366"/>
                  </a:lnTo>
                  <a:lnTo>
                    <a:pt x="206216" y="263842"/>
                  </a:lnTo>
                  <a:lnTo>
                    <a:pt x="210026" y="263842"/>
                  </a:lnTo>
                  <a:lnTo>
                    <a:pt x="212884" y="262890"/>
                  </a:lnTo>
                  <a:lnTo>
                    <a:pt x="213360" y="260985"/>
                  </a:lnTo>
                  <a:lnTo>
                    <a:pt x="214313" y="258604"/>
                  </a:lnTo>
                  <a:lnTo>
                    <a:pt x="214789" y="254317"/>
                  </a:lnTo>
                  <a:lnTo>
                    <a:pt x="215741" y="252413"/>
                  </a:lnTo>
                  <a:lnTo>
                    <a:pt x="214789" y="252413"/>
                  </a:lnTo>
                  <a:lnTo>
                    <a:pt x="209550" y="255746"/>
                  </a:lnTo>
                  <a:close/>
                </a:path>
              </a:pathLst>
            </a:custGeom>
            <a:grpFill/>
            <a:ln w="317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66F9CD13-0FCF-484A-BE5F-C15A394FC810}"/>
                </a:ext>
              </a:extLst>
            </p:cNvPr>
            <p:cNvSpPr/>
            <p:nvPr/>
          </p:nvSpPr>
          <p:spPr>
            <a:xfrm>
              <a:off x="6006464" y="4172902"/>
              <a:ext cx="98584" cy="94297"/>
            </a:xfrm>
            <a:custGeom>
              <a:avLst/>
              <a:gdLst>
                <a:gd name="connsiteX0" fmla="*/ 10954 w 98584"/>
                <a:gd name="connsiteY0" fmla="*/ 0 h 94297"/>
                <a:gd name="connsiteX1" fmla="*/ 10002 w 98584"/>
                <a:gd name="connsiteY1" fmla="*/ 0 h 94297"/>
                <a:gd name="connsiteX2" fmla="*/ 8097 w 98584"/>
                <a:gd name="connsiteY2" fmla="*/ 953 h 94297"/>
                <a:gd name="connsiteX3" fmla="*/ 6668 w 98584"/>
                <a:gd name="connsiteY3" fmla="*/ 3334 h 94297"/>
                <a:gd name="connsiteX4" fmla="*/ 6191 w 98584"/>
                <a:gd name="connsiteY4" fmla="*/ 6191 h 94297"/>
                <a:gd name="connsiteX5" fmla="*/ 4763 w 98584"/>
                <a:gd name="connsiteY5" fmla="*/ 9525 h 94297"/>
                <a:gd name="connsiteX6" fmla="*/ 3810 w 98584"/>
                <a:gd name="connsiteY6" fmla="*/ 10001 h 94297"/>
                <a:gd name="connsiteX7" fmla="*/ 953 w 98584"/>
                <a:gd name="connsiteY7" fmla="*/ 10478 h 94297"/>
                <a:gd name="connsiteX8" fmla="*/ 477 w 98584"/>
                <a:gd name="connsiteY8" fmla="*/ 11430 h 94297"/>
                <a:gd name="connsiteX9" fmla="*/ 0 w 98584"/>
                <a:gd name="connsiteY9" fmla="*/ 14288 h 94297"/>
                <a:gd name="connsiteX10" fmla="*/ 477 w 98584"/>
                <a:gd name="connsiteY10" fmla="*/ 15716 h 94297"/>
                <a:gd name="connsiteX11" fmla="*/ 1429 w 98584"/>
                <a:gd name="connsiteY11" fmla="*/ 16669 h 94297"/>
                <a:gd name="connsiteX12" fmla="*/ 7620 w 98584"/>
                <a:gd name="connsiteY12" fmla="*/ 18097 h 94297"/>
                <a:gd name="connsiteX13" fmla="*/ 9525 w 98584"/>
                <a:gd name="connsiteY13" fmla="*/ 18097 h 94297"/>
                <a:gd name="connsiteX14" fmla="*/ 11430 w 98584"/>
                <a:gd name="connsiteY14" fmla="*/ 15240 h 94297"/>
                <a:gd name="connsiteX15" fmla="*/ 12383 w 98584"/>
                <a:gd name="connsiteY15" fmla="*/ 11906 h 94297"/>
                <a:gd name="connsiteX16" fmla="*/ 17622 w 98584"/>
                <a:gd name="connsiteY16" fmla="*/ 4286 h 94297"/>
                <a:gd name="connsiteX17" fmla="*/ 17622 w 98584"/>
                <a:gd name="connsiteY17" fmla="*/ 1905 h 94297"/>
                <a:gd name="connsiteX18" fmla="*/ 16193 w 98584"/>
                <a:gd name="connsiteY18" fmla="*/ 0 h 94297"/>
                <a:gd name="connsiteX19" fmla="*/ 10954 w 98584"/>
                <a:gd name="connsiteY19" fmla="*/ 0 h 94297"/>
                <a:gd name="connsiteX20" fmla="*/ 98584 w 98584"/>
                <a:gd name="connsiteY20" fmla="*/ 88582 h 94297"/>
                <a:gd name="connsiteX21" fmla="*/ 98584 w 98584"/>
                <a:gd name="connsiteY21" fmla="*/ 82391 h 94297"/>
                <a:gd name="connsiteX22" fmla="*/ 98584 w 98584"/>
                <a:gd name="connsiteY22" fmla="*/ 74771 h 94297"/>
                <a:gd name="connsiteX23" fmla="*/ 98584 w 98584"/>
                <a:gd name="connsiteY23" fmla="*/ 67628 h 94297"/>
                <a:gd name="connsiteX24" fmla="*/ 98584 w 98584"/>
                <a:gd name="connsiteY24" fmla="*/ 60960 h 94297"/>
                <a:gd name="connsiteX25" fmla="*/ 98584 w 98584"/>
                <a:gd name="connsiteY25" fmla="*/ 53340 h 94297"/>
                <a:gd name="connsiteX26" fmla="*/ 90488 w 98584"/>
                <a:gd name="connsiteY26" fmla="*/ 53340 h 94297"/>
                <a:gd name="connsiteX27" fmla="*/ 80010 w 98584"/>
                <a:gd name="connsiteY27" fmla="*/ 53340 h 94297"/>
                <a:gd name="connsiteX28" fmla="*/ 70009 w 98584"/>
                <a:gd name="connsiteY28" fmla="*/ 53340 h 94297"/>
                <a:gd name="connsiteX29" fmla="*/ 63341 w 98584"/>
                <a:gd name="connsiteY29" fmla="*/ 53340 h 94297"/>
                <a:gd name="connsiteX30" fmla="*/ 52388 w 98584"/>
                <a:gd name="connsiteY30" fmla="*/ 53340 h 94297"/>
                <a:gd name="connsiteX31" fmla="*/ 48578 w 98584"/>
                <a:gd name="connsiteY31" fmla="*/ 51911 h 94297"/>
                <a:gd name="connsiteX32" fmla="*/ 47625 w 98584"/>
                <a:gd name="connsiteY32" fmla="*/ 50959 h 94297"/>
                <a:gd name="connsiteX33" fmla="*/ 47625 w 98584"/>
                <a:gd name="connsiteY33" fmla="*/ 50006 h 94297"/>
                <a:gd name="connsiteX34" fmla="*/ 47625 w 98584"/>
                <a:gd name="connsiteY34" fmla="*/ 49054 h 94297"/>
                <a:gd name="connsiteX35" fmla="*/ 46673 w 98584"/>
                <a:gd name="connsiteY35" fmla="*/ 49054 h 94297"/>
                <a:gd name="connsiteX36" fmla="*/ 45720 w 98584"/>
                <a:gd name="connsiteY36" fmla="*/ 57150 h 94297"/>
                <a:gd name="connsiteX37" fmla="*/ 46673 w 98584"/>
                <a:gd name="connsiteY37" fmla="*/ 61913 h 94297"/>
                <a:gd name="connsiteX38" fmla="*/ 43815 w 98584"/>
                <a:gd name="connsiteY38" fmla="*/ 66675 h 94297"/>
                <a:gd name="connsiteX39" fmla="*/ 41434 w 98584"/>
                <a:gd name="connsiteY39" fmla="*/ 72390 h 94297"/>
                <a:gd name="connsiteX40" fmla="*/ 40958 w 98584"/>
                <a:gd name="connsiteY40" fmla="*/ 74295 h 94297"/>
                <a:gd name="connsiteX41" fmla="*/ 39529 w 98584"/>
                <a:gd name="connsiteY41" fmla="*/ 75247 h 94297"/>
                <a:gd name="connsiteX42" fmla="*/ 36672 w 98584"/>
                <a:gd name="connsiteY42" fmla="*/ 78581 h 94297"/>
                <a:gd name="connsiteX43" fmla="*/ 34766 w 98584"/>
                <a:gd name="connsiteY43" fmla="*/ 83344 h 94297"/>
                <a:gd name="connsiteX44" fmla="*/ 33338 w 98584"/>
                <a:gd name="connsiteY44" fmla="*/ 88582 h 94297"/>
                <a:gd name="connsiteX45" fmla="*/ 35243 w 98584"/>
                <a:gd name="connsiteY45" fmla="*/ 89059 h 94297"/>
                <a:gd name="connsiteX46" fmla="*/ 37624 w 98584"/>
                <a:gd name="connsiteY46" fmla="*/ 89059 h 94297"/>
                <a:gd name="connsiteX47" fmla="*/ 40481 w 98584"/>
                <a:gd name="connsiteY47" fmla="*/ 90964 h 94297"/>
                <a:gd name="connsiteX48" fmla="*/ 40005 w 98584"/>
                <a:gd name="connsiteY48" fmla="*/ 91916 h 94297"/>
                <a:gd name="connsiteX49" fmla="*/ 41434 w 98584"/>
                <a:gd name="connsiteY49" fmla="*/ 91440 h 94297"/>
                <a:gd name="connsiteX50" fmla="*/ 42863 w 98584"/>
                <a:gd name="connsiteY50" fmla="*/ 90488 h 94297"/>
                <a:gd name="connsiteX51" fmla="*/ 43815 w 98584"/>
                <a:gd name="connsiteY51" fmla="*/ 90488 h 94297"/>
                <a:gd name="connsiteX52" fmla="*/ 45720 w 98584"/>
                <a:gd name="connsiteY52" fmla="*/ 90488 h 94297"/>
                <a:gd name="connsiteX53" fmla="*/ 46673 w 98584"/>
                <a:gd name="connsiteY53" fmla="*/ 91916 h 94297"/>
                <a:gd name="connsiteX54" fmla="*/ 47149 w 98584"/>
                <a:gd name="connsiteY54" fmla="*/ 92869 h 94297"/>
                <a:gd name="connsiteX55" fmla="*/ 49054 w 98584"/>
                <a:gd name="connsiteY55" fmla="*/ 93345 h 94297"/>
                <a:gd name="connsiteX56" fmla="*/ 50483 w 98584"/>
                <a:gd name="connsiteY56" fmla="*/ 94297 h 94297"/>
                <a:gd name="connsiteX57" fmla="*/ 51911 w 98584"/>
                <a:gd name="connsiteY57" fmla="*/ 94297 h 94297"/>
                <a:gd name="connsiteX58" fmla="*/ 52864 w 98584"/>
                <a:gd name="connsiteY58" fmla="*/ 93345 h 94297"/>
                <a:gd name="connsiteX59" fmla="*/ 54293 w 98584"/>
                <a:gd name="connsiteY59" fmla="*/ 93345 h 94297"/>
                <a:gd name="connsiteX60" fmla="*/ 59531 w 98584"/>
                <a:gd name="connsiteY60" fmla="*/ 93345 h 94297"/>
                <a:gd name="connsiteX61" fmla="*/ 64294 w 98584"/>
                <a:gd name="connsiteY61" fmla="*/ 93345 h 94297"/>
                <a:gd name="connsiteX62" fmla="*/ 73343 w 98584"/>
                <a:gd name="connsiteY62" fmla="*/ 93345 h 94297"/>
                <a:gd name="connsiteX63" fmla="*/ 82391 w 98584"/>
                <a:gd name="connsiteY63" fmla="*/ 93345 h 94297"/>
                <a:gd name="connsiteX64" fmla="*/ 91440 w 98584"/>
                <a:gd name="connsiteY64" fmla="*/ 93345 h 94297"/>
                <a:gd name="connsiteX65" fmla="*/ 98584 w 98584"/>
                <a:gd name="connsiteY65" fmla="*/ 93345 h 94297"/>
                <a:gd name="connsiteX66" fmla="*/ 98584 w 98584"/>
                <a:gd name="connsiteY66" fmla="*/ 88582 h 94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8584" h="94297">
                  <a:moveTo>
                    <a:pt x="10954" y="0"/>
                  </a:moveTo>
                  <a:lnTo>
                    <a:pt x="10002" y="0"/>
                  </a:lnTo>
                  <a:lnTo>
                    <a:pt x="8097" y="953"/>
                  </a:lnTo>
                  <a:lnTo>
                    <a:pt x="6668" y="3334"/>
                  </a:lnTo>
                  <a:lnTo>
                    <a:pt x="6191" y="6191"/>
                  </a:lnTo>
                  <a:lnTo>
                    <a:pt x="4763" y="9525"/>
                  </a:lnTo>
                  <a:lnTo>
                    <a:pt x="3810" y="10001"/>
                  </a:lnTo>
                  <a:lnTo>
                    <a:pt x="953" y="10478"/>
                  </a:lnTo>
                  <a:lnTo>
                    <a:pt x="477" y="11430"/>
                  </a:lnTo>
                  <a:lnTo>
                    <a:pt x="0" y="14288"/>
                  </a:lnTo>
                  <a:lnTo>
                    <a:pt x="477" y="15716"/>
                  </a:lnTo>
                  <a:lnTo>
                    <a:pt x="1429" y="16669"/>
                  </a:lnTo>
                  <a:lnTo>
                    <a:pt x="7620" y="18097"/>
                  </a:lnTo>
                  <a:lnTo>
                    <a:pt x="9525" y="18097"/>
                  </a:lnTo>
                  <a:lnTo>
                    <a:pt x="11430" y="15240"/>
                  </a:lnTo>
                  <a:lnTo>
                    <a:pt x="12383" y="11906"/>
                  </a:lnTo>
                  <a:lnTo>
                    <a:pt x="17622" y="4286"/>
                  </a:lnTo>
                  <a:lnTo>
                    <a:pt x="17622" y="1905"/>
                  </a:lnTo>
                  <a:lnTo>
                    <a:pt x="16193" y="0"/>
                  </a:lnTo>
                  <a:lnTo>
                    <a:pt x="10954" y="0"/>
                  </a:lnTo>
                  <a:close/>
                  <a:moveTo>
                    <a:pt x="98584" y="88582"/>
                  </a:moveTo>
                  <a:lnTo>
                    <a:pt x="98584" y="82391"/>
                  </a:lnTo>
                  <a:lnTo>
                    <a:pt x="98584" y="74771"/>
                  </a:lnTo>
                  <a:lnTo>
                    <a:pt x="98584" y="67628"/>
                  </a:lnTo>
                  <a:lnTo>
                    <a:pt x="98584" y="60960"/>
                  </a:lnTo>
                  <a:lnTo>
                    <a:pt x="98584" y="53340"/>
                  </a:lnTo>
                  <a:lnTo>
                    <a:pt x="90488" y="53340"/>
                  </a:lnTo>
                  <a:lnTo>
                    <a:pt x="80010" y="53340"/>
                  </a:lnTo>
                  <a:lnTo>
                    <a:pt x="70009" y="53340"/>
                  </a:lnTo>
                  <a:lnTo>
                    <a:pt x="63341" y="53340"/>
                  </a:lnTo>
                  <a:lnTo>
                    <a:pt x="52388" y="53340"/>
                  </a:lnTo>
                  <a:lnTo>
                    <a:pt x="48578" y="51911"/>
                  </a:lnTo>
                  <a:lnTo>
                    <a:pt x="47625" y="50959"/>
                  </a:lnTo>
                  <a:lnTo>
                    <a:pt x="47625" y="50006"/>
                  </a:lnTo>
                  <a:lnTo>
                    <a:pt x="47625" y="49054"/>
                  </a:lnTo>
                  <a:lnTo>
                    <a:pt x="46673" y="49054"/>
                  </a:lnTo>
                  <a:lnTo>
                    <a:pt x="45720" y="57150"/>
                  </a:lnTo>
                  <a:lnTo>
                    <a:pt x="46673" y="61913"/>
                  </a:lnTo>
                  <a:lnTo>
                    <a:pt x="43815" y="66675"/>
                  </a:lnTo>
                  <a:lnTo>
                    <a:pt x="41434" y="72390"/>
                  </a:lnTo>
                  <a:lnTo>
                    <a:pt x="40958" y="74295"/>
                  </a:lnTo>
                  <a:lnTo>
                    <a:pt x="39529" y="75247"/>
                  </a:lnTo>
                  <a:lnTo>
                    <a:pt x="36672" y="78581"/>
                  </a:lnTo>
                  <a:lnTo>
                    <a:pt x="34766" y="83344"/>
                  </a:lnTo>
                  <a:lnTo>
                    <a:pt x="33338" y="88582"/>
                  </a:lnTo>
                  <a:lnTo>
                    <a:pt x="35243" y="89059"/>
                  </a:lnTo>
                  <a:lnTo>
                    <a:pt x="37624" y="89059"/>
                  </a:lnTo>
                  <a:lnTo>
                    <a:pt x="40481" y="90964"/>
                  </a:lnTo>
                  <a:lnTo>
                    <a:pt x="40005" y="91916"/>
                  </a:lnTo>
                  <a:lnTo>
                    <a:pt x="41434" y="91440"/>
                  </a:lnTo>
                  <a:lnTo>
                    <a:pt x="42863" y="90488"/>
                  </a:lnTo>
                  <a:lnTo>
                    <a:pt x="43815" y="90488"/>
                  </a:lnTo>
                  <a:lnTo>
                    <a:pt x="45720" y="90488"/>
                  </a:lnTo>
                  <a:lnTo>
                    <a:pt x="46673" y="91916"/>
                  </a:lnTo>
                  <a:lnTo>
                    <a:pt x="47149" y="92869"/>
                  </a:lnTo>
                  <a:lnTo>
                    <a:pt x="49054" y="93345"/>
                  </a:lnTo>
                  <a:lnTo>
                    <a:pt x="50483" y="94297"/>
                  </a:lnTo>
                  <a:lnTo>
                    <a:pt x="51911" y="94297"/>
                  </a:lnTo>
                  <a:lnTo>
                    <a:pt x="52864" y="93345"/>
                  </a:lnTo>
                  <a:lnTo>
                    <a:pt x="54293" y="93345"/>
                  </a:lnTo>
                  <a:lnTo>
                    <a:pt x="59531" y="93345"/>
                  </a:lnTo>
                  <a:lnTo>
                    <a:pt x="64294" y="93345"/>
                  </a:lnTo>
                  <a:lnTo>
                    <a:pt x="73343" y="93345"/>
                  </a:lnTo>
                  <a:lnTo>
                    <a:pt x="82391" y="93345"/>
                  </a:lnTo>
                  <a:lnTo>
                    <a:pt x="91440" y="93345"/>
                  </a:lnTo>
                  <a:lnTo>
                    <a:pt x="98584" y="93345"/>
                  </a:lnTo>
                  <a:lnTo>
                    <a:pt x="98584" y="88582"/>
                  </a:lnTo>
                  <a:close/>
                </a:path>
              </a:pathLst>
            </a:custGeom>
            <a:grpFill/>
            <a:ln w="317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AA8DA264-E706-42B5-9441-9AE0A6EDC1CF}"/>
                </a:ext>
              </a:extLst>
            </p:cNvPr>
            <p:cNvSpPr/>
            <p:nvPr/>
          </p:nvSpPr>
          <p:spPr>
            <a:xfrm>
              <a:off x="3617118" y="3739514"/>
              <a:ext cx="20955" cy="19050"/>
            </a:xfrm>
            <a:custGeom>
              <a:avLst/>
              <a:gdLst>
                <a:gd name="connsiteX0" fmla="*/ 6668 w 20955"/>
                <a:gd name="connsiteY0" fmla="*/ 7620 h 19050"/>
                <a:gd name="connsiteX1" fmla="*/ 5239 w 20955"/>
                <a:gd name="connsiteY1" fmla="*/ 6667 h 19050"/>
                <a:gd name="connsiteX2" fmla="*/ 1429 w 20955"/>
                <a:gd name="connsiteY2" fmla="*/ 5715 h 19050"/>
                <a:gd name="connsiteX3" fmla="*/ 953 w 20955"/>
                <a:gd name="connsiteY3" fmla="*/ 6191 h 19050"/>
                <a:gd name="connsiteX4" fmla="*/ 0 w 20955"/>
                <a:gd name="connsiteY4" fmla="*/ 7620 h 19050"/>
                <a:gd name="connsiteX5" fmla="*/ 953 w 20955"/>
                <a:gd name="connsiteY5" fmla="*/ 15716 h 19050"/>
                <a:gd name="connsiteX6" fmla="*/ 2857 w 20955"/>
                <a:gd name="connsiteY6" fmla="*/ 18574 h 19050"/>
                <a:gd name="connsiteX7" fmla="*/ 4286 w 20955"/>
                <a:gd name="connsiteY7" fmla="*/ 19050 h 19050"/>
                <a:gd name="connsiteX8" fmla="*/ 7144 w 20955"/>
                <a:gd name="connsiteY8" fmla="*/ 17621 h 19050"/>
                <a:gd name="connsiteX9" fmla="*/ 8096 w 20955"/>
                <a:gd name="connsiteY9" fmla="*/ 16192 h 19050"/>
                <a:gd name="connsiteX10" fmla="*/ 7620 w 20955"/>
                <a:gd name="connsiteY10" fmla="*/ 10001 h 19050"/>
                <a:gd name="connsiteX11" fmla="*/ 8572 w 20955"/>
                <a:gd name="connsiteY11" fmla="*/ 8572 h 19050"/>
                <a:gd name="connsiteX12" fmla="*/ 6668 w 20955"/>
                <a:gd name="connsiteY12" fmla="*/ 7620 h 19050"/>
                <a:gd name="connsiteX13" fmla="*/ 15240 w 20955"/>
                <a:gd name="connsiteY13" fmla="*/ 5239 h 19050"/>
                <a:gd name="connsiteX14" fmla="*/ 13811 w 20955"/>
                <a:gd name="connsiteY14" fmla="*/ 3334 h 19050"/>
                <a:gd name="connsiteX15" fmla="*/ 13335 w 20955"/>
                <a:gd name="connsiteY15" fmla="*/ 1429 h 19050"/>
                <a:gd name="connsiteX16" fmla="*/ 10954 w 20955"/>
                <a:gd name="connsiteY16" fmla="*/ 0 h 19050"/>
                <a:gd name="connsiteX17" fmla="*/ 9525 w 20955"/>
                <a:gd name="connsiteY17" fmla="*/ 953 h 19050"/>
                <a:gd name="connsiteX18" fmla="*/ 9049 w 20955"/>
                <a:gd name="connsiteY18" fmla="*/ 2381 h 19050"/>
                <a:gd name="connsiteX19" fmla="*/ 10001 w 20955"/>
                <a:gd name="connsiteY19" fmla="*/ 4763 h 19050"/>
                <a:gd name="connsiteX20" fmla="*/ 8572 w 20955"/>
                <a:gd name="connsiteY20" fmla="*/ 6667 h 19050"/>
                <a:gd name="connsiteX21" fmla="*/ 9049 w 20955"/>
                <a:gd name="connsiteY21" fmla="*/ 9049 h 19050"/>
                <a:gd name="connsiteX22" fmla="*/ 11906 w 20955"/>
                <a:gd name="connsiteY22" fmla="*/ 9525 h 19050"/>
                <a:gd name="connsiteX23" fmla="*/ 15716 w 20955"/>
                <a:gd name="connsiteY23" fmla="*/ 9049 h 19050"/>
                <a:gd name="connsiteX24" fmla="*/ 20955 w 20955"/>
                <a:gd name="connsiteY24" fmla="*/ 8096 h 19050"/>
                <a:gd name="connsiteX25" fmla="*/ 15240 w 20955"/>
                <a:gd name="connsiteY25" fmla="*/ 5239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955" h="19050">
                  <a:moveTo>
                    <a:pt x="6668" y="7620"/>
                  </a:moveTo>
                  <a:lnTo>
                    <a:pt x="5239" y="6667"/>
                  </a:lnTo>
                  <a:lnTo>
                    <a:pt x="1429" y="5715"/>
                  </a:lnTo>
                  <a:lnTo>
                    <a:pt x="953" y="6191"/>
                  </a:lnTo>
                  <a:lnTo>
                    <a:pt x="0" y="7620"/>
                  </a:lnTo>
                  <a:lnTo>
                    <a:pt x="953" y="15716"/>
                  </a:lnTo>
                  <a:lnTo>
                    <a:pt x="2857" y="18574"/>
                  </a:lnTo>
                  <a:lnTo>
                    <a:pt x="4286" y="19050"/>
                  </a:lnTo>
                  <a:lnTo>
                    <a:pt x="7144" y="17621"/>
                  </a:lnTo>
                  <a:lnTo>
                    <a:pt x="8096" y="16192"/>
                  </a:lnTo>
                  <a:lnTo>
                    <a:pt x="7620" y="10001"/>
                  </a:lnTo>
                  <a:lnTo>
                    <a:pt x="8572" y="8572"/>
                  </a:lnTo>
                  <a:lnTo>
                    <a:pt x="6668" y="7620"/>
                  </a:lnTo>
                  <a:close/>
                  <a:moveTo>
                    <a:pt x="15240" y="5239"/>
                  </a:moveTo>
                  <a:lnTo>
                    <a:pt x="13811" y="3334"/>
                  </a:lnTo>
                  <a:lnTo>
                    <a:pt x="13335" y="1429"/>
                  </a:lnTo>
                  <a:lnTo>
                    <a:pt x="10954" y="0"/>
                  </a:lnTo>
                  <a:lnTo>
                    <a:pt x="9525" y="953"/>
                  </a:lnTo>
                  <a:lnTo>
                    <a:pt x="9049" y="2381"/>
                  </a:lnTo>
                  <a:lnTo>
                    <a:pt x="10001" y="4763"/>
                  </a:lnTo>
                  <a:lnTo>
                    <a:pt x="8572" y="6667"/>
                  </a:lnTo>
                  <a:lnTo>
                    <a:pt x="9049" y="9049"/>
                  </a:lnTo>
                  <a:lnTo>
                    <a:pt x="11906" y="9525"/>
                  </a:lnTo>
                  <a:lnTo>
                    <a:pt x="15716" y="9049"/>
                  </a:lnTo>
                  <a:lnTo>
                    <a:pt x="20955" y="8096"/>
                  </a:lnTo>
                  <a:lnTo>
                    <a:pt x="15240" y="5239"/>
                  </a:lnTo>
                  <a:close/>
                </a:path>
              </a:pathLst>
            </a:custGeom>
            <a:grpFill/>
            <a:ln w="317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89A2412F-63D6-48C3-9F9C-F9F2AE2D76C8}"/>
                </a:ext>
              </a:extLst>
            </p:cNvPr>
            <p:cNvSpPr/>
            <p:nvPr/>
          </p:nvSpPr>
          <p:spPr>
            <a:xfrm>
              <a:off x="5207317" y="3871435"/>
              <a:ext cx="250983" cy="184784"/>
            </a:xfrm>
            <a:custGeom>
              <a:avLst/>
              <a:gdLst>
                <a:gd name="connsiteX0" fmla="*/ 250507 w 250983"/>
                <a:gd name="connsiteY0" fmla="*/ 139541 h 184784"/>
                <a:gd name="connsiteX1" fmla="*/ 249555 w 250983"/>
                <a:gd name="connsiteY1" fmla="*/ 136684 h 184784"/>
                <a:gd name="connsiteX2" fmla="*/ 247650 w 250983"/>
                <a:gd name="connsiteY2" fmla="*/ 133826 h 184784"/>
                <a:gd name="connsiteX3" fmla="*/ 241935 w 250983"/>
                <a:gd name="connsiteY3" fmla="*/ 131921 h 184784"/>
                <a:gd name="connsiteX4" fmla="*/ 241459 w 250983"/>
                <a:gd name="connsiteY4" fmla="*/ 128588 h 184784"/>
                <a:gd name="connsiteX5" fmla="*/ 242411 w 250983"/>
                <a:gd name="connsiteY5" fmla="*/ 125254 h 184784"/>
                <a:gd name="connsiteX6" fmla="*/ 243364 w 250983"/>
                <a:gd name="connsiteY6" fmla="*/ 123825 h 184784"/>
                <a:gd name="connsiteX7" fmla="*/ 247650 w 250983"/>
                <a:gd name="connsiteY7" fmla="*/ 121920 h 184784"/>
                <a:gd name="connsiteX8" fmla="*/ 246697 w 250983"/>
                <a:gd name="connsiteY8" fmla="*/ 120491 h 184784"/>
                <a:gd name="connsiteX9" fmla="*/ 245745 w 250983"/>
                <a:gd name="connsiteY9" fmla="*/ 119539 h 184784"/>
                <a:gd name="connsiteX10" fmla="*/ 242888 w 250983"/>
                <a:gd name="connsiteY10" fmla="*/ 118110 h 184784"/>
                <a:gd name="connsiteX11" fmla="*/ 243364 w 250983"/>
                <a:gd name="connsiteY11" fmla="*/ 114300 h 184784"/>
                <a:gd name="connsiteX12" fmla="*/ 243840 w 250983"/>
                <a:gd name="connsiteY12" fmla="*/ 110490 h 184784"/>
                <a:gd name="connsiteX13" fmla="*/ 241459 w 250983"/>
                <a:gd name="connsiteY13" fmla="*/ 110966 h 184784"/>
                <a:gd name="connsiteX14" fmla="*/ 239077 w 250983"/>
                <a:gd name="connsiteY14" fmla="*/ 110966 h 184784"/>
                <a:gd name="connsiteX15" fmla="*/ 237172 w 250983"/>
                <a:gd name="connsiteY15" fmla="*/ 110014 h 184784"/>
                <a:gd name="connsiteX16" fmla="*/ 235268 w 250983"/>
                <a:gd name="connsiteY16" fmla="*/ 107632 h 184784"/>
                <a:gd name="connsiteX17" fmla="*/ 235268 w 250983"/>
                <a:gd name="connsiteY17" fmla="*/ 101917 h 184784"/>
                <a:gd name="connsiteX18" fmla="*/ 235268 w 250983"/>
                <a:gd name="connsiteY18" fmla="*/ 94774 h 184784"/>
                <a:gd name="connsiteX19" fmla="*/ 234791 w 250983"/>
                <a:gd name="connsiteY19" fmla="*/ 91440 h 184784"/>
                <a:gd name="connsiteX20" fmla="*/ 235268 w 250983"/>
                <a:gd name="connsiteY20" fmla="*/ 90011 h 184784"/>
                <a:gd name="connsiteX21" fmla="*/ 237649 w 250983"/>
                <a:gd name="connsiteY21" fmla="*/ 88582 h 184784"/>
                <a:gd name="connsiteX22" fmla="*/ 239553 w 250983"/>
                <a:gd name="connsiteY22" fmla="*/ 86677 h 184784"/>
                <a:gd name="connsiteX23" fmla="*/ 240506 w 250983"/>
                <a:gd name="connsiteY23" fmla="*/ 85249 h 184784"/>
                <a:gd name="connsiteX24" fmla="*/ 240982 w 250983"/>
                <a:gd name="connsiteY24" fmla="*/ 82867 h 184784"/>
                <a:gd name="connsiteX25" fmla="*/ 240506 w 250983"/>
                <a:gd name="connsiteY25" fmla="*/ 81439 h 184784"/>
                <a:gd name="connsiteX26" fmla="*/ 240030 w 250983"/>
                <a:gd name="connsiteY26" fmla="*/ 80010 h 184784"/>
                <a:gd name="connsiteX27" fmla="*/ 232410 w 250983"/>
                <a:gd name="connsiteY27" fmla="*/ 75724 h 184784"/>
                <a:gd name="connsiteX28" fmla="*/ 230981 w 250983"/>
                <a:gd name="connsiteY28" fmla="*/ 74295 h 184784"/>
                <a:gd name="connsiteX29" fmla="*/ 230028 w 250983"/>
                <a:gd name="connsiteY29" fmla="*/ 70009 h 184784"/>
                <a:gd name="connsiteX30" fmla="*/ 229076 w 250983"/>
                <a:gd name="connsiteY30" fmla="*/ 65246 h 184784"/>
                <a:gd name="connsiteX31" fmla="*/ 229076 w 250983"/>
                <a:gd name="connsiteY31" fmla="*/ 62865 h 184784"/>
                <a:gd name="connsiteX32" fmla="*/ 229552 w 250983"/>
                <a:gd name="connsiteY32" fmla="*/ 60484 h 184784"/>
                <a:gd name="connsiteX33" fmla="*/ 229552 w 250983"/>
                <a:gd name="connsiteY33" fmla="*/ 58579 h 184784"/>
                <a:gd name="connsiteX34" fmla="*/ 228600 w 250983"/>
                <a:gd name="connsiteY34" fmla="*/ 57150 h 184784"/>
                <a:gd name="connsiteX35" fmla="*/ 226219 w 250983"/>
                <a:gd name="connsiteY35" fmla="*/ 55721 h 184784"/>
                <a:gd name="connsiteX36" fmla="*/ 223838 w 250983"/>
                <a:gd name="connsiteY36" fmla="*/ 55245 h 184784"/>
                <a:gd name="connsiteX37" fmla="*/ 220980 w 250983"/>
                <a:gd name="connsiteY37" fmla="*/ 56674 h 184784"/>
                <a:gd name="connsiteX38" fmla="*/ 219551 w 250983"/>
                <a:gd name="connsiteY38" fmla="*/ 57150 h 184784"/>
                <a:gd name="connsiteX39" fmla="*/ 218122 w 250983"/>
                <a:gd name="connsiteY39" fmla="*/ 57150 h 184784"/>
                <a:gd name="connsiteX40" fmla="*/ 217646 w 250983"/>
                <a:gd name="connsiteY40" fmla="*/ 56674 h 184784"/>
                <a:gd name="connsiteX41" fmla="*/ 217646 w 250983"/>
                <a:gd name="connsiteY41" fmla="*/ 55721 h 184784"/>
                <a:gd name="connsiteX42" fmla="*/ 220980 w 250983"/>
                <a:gd name="connsiteY42" fmla="*/ 50959 h 184784"/>
                <a:gd name="connsiteX43" fmla="*/ 222409 w 250983"/>
                <a:gd name="connsiteY43" fmla="*/ 48577 h 184784"/>
                <a:gd name="connsiteX44" fmla="*/ 224314 w 250983"/>
                <a:gd name="connsiteY44" fmla="*/ 47149 h 184784"/>
                <a:gd name="connsiteX45" fmla="*/ 225743 w 250983"/>
                <a:gd name="connsiteY45" fmla="*/ 46672 h 184784"/>
                <a:gd name="connsiteX46" fmla="*/ 226695 w 250983"/>
                <a:gd name="connsiteY46" fmla="*/ 45244 h 184784"/>
                <a:gd name="connsiteX47" fmla="*/ 226695 w 250983"/>
                <a:gd name="connsiteY47" fmla="*/ 44291 h 184784"/>
                <a:gd name="connsiteX48" fmla="*/ 226219 w 250983"/>
                <a:gd name="connsiteY48" fmla="*/ 43815 h 184784"/>
                <a:gd name="connsiteX49" fmla="*/ 224314 w 250983"/>
                <a:gd name="connsiteY49" fmla="*/ 42863 h 184784"/>
                <a:gd name="connsiteX50" fmla="*/ 220980 w 250983"/>
                <a:gd name="connsiteY50" fmla="*/ 40481 h 184784"/>
                <a:gd name="connsiteX51" fmla="*/ 219075 w 250983"/>
                <a:gd name="connsiteY51" fmla="*/ 40481 h 184784"/>
                <a:gd name="connsiteX52" fmla="*/ 217646 w 250983"/>
                <a:gd name="connsiteY52" fmla="*/ 39529 h 184784"/>
                <a:gd name="connsiteX53" fmla="*/ 215741 w 250983"/>
                <a:gd name="connsiteY53" fmla="*/ 35719 h 184784"/>
                <a:gd name="connsiteX54" fmla="*/ 215265 w 250983"/>
                <a:gd name="connsiteY54" fmla="*/ 35242 h 184784"/>
                <a:gd name="connsiteX55" fmla="*/ 213360 w 250983"/>
                <a:gd name="connsiteY55" fmla="*/ 34766 h 184784"/>
                <a:gd name="connsiteX56" fmla="*/ 211931 w 250983"/>
                <a:gd name="connsiteY56" fmla="*/ 33814 h 184784"/>
                <a:gd name="connsiteX57" fmla="*/ 212407 w 250983"/>
                <a:gd name="connsiteY57" fmla="*/ 29527 h 184784"/>
                <a:gd name="connsiteX58" fmla="*/ 212407 w 250983"/>
                <a:gd name="connsiteY58" fmla="*/ 25241 h 184784"/>
                <a:gd name="connsiteX59" fmla="*/ 209074 w 250983"/>
                <a:gd name="connsiteY59" fmla="*/ 19050 h 184784"/>
                <a:gd name="connsiteX60" fmla="*/ 207645 w 250983"/>
                <a:gd name="connsiteY60" fmla="*/ 15240 h 184784"/>
                <a:gd name="connsiteX61" fmla="*/ 206216 w 250983"/>
                <a:gd name="connsiteY61" fmla="*/ 10954 h 184784"/>
                <a:gd name="connsiteX62" fmla="*/ 204788 w 250983"/>
                <a:gd name="connsiteY62" fmla="*/ 9049 h 184784"/>
                <a:gd name="connsiteX63" fmla="*/ 201930 w 250983"/>
                <a:gd name="connsiteY63" fmla="*/ 7620 h 184784"/>
                <a:gd name="connsiteX64" fmla="*/ 198596 w 250983"/>
                <a:gd name="connsiteY64" fmla="*/ 6191 h 184784"/>
                <a:gd name="connsiteX65" fmla="*/ 195739 w 250983"/>
                <a:gd name="connsiteY65" fmla="*/ 6191 h 184784"/>
                <a:gd name="connsiteX66" fmla="*/ 193834 w 250983"/>
                <a:gd name="connsiteY66" fmla="*/ 6667 h 184784"/>
                <a:gd name="connsiteX67" fmla="*/ 192405 w 250983"/>
                <a:gd name="connsiteY67" fmla="*/ 7144 h 184784"/>
                <a:gd name="connsiteX68" fmla="*/ 192881 w 250983"/>
                <a:gd name="connsiteY68" fmla="*/ 7620 h 184784"/>
                <a:gd name="connsiteX69" fmla="*/ 194310 w 250983"/>
                <a:gd name="connsiteY69" fmla="*/ 10477 h 184784"/>
                <a:gd name="connsiteX70" fmla="*/ 194786 w 250983"/>
                <a:gd name="connsiteY70" fmla="*/ 11906 h 184784"/>
                <a:gd name="connsiteX71" fmla="*/ 194310 w 250983"/>
                <a:gd name="connsiteY71" fmla="*/ 13335 h 184784"/>
                <a:gd name="connsiteX72" fmla="*/ 193834 w 250983"/>
                <a:gd name="connsiteY72" fmla="*/ 14288 h 184784"/>
                <a:gd name="connsiteX73" fmla="*/ 192405 w 250983"/>
                <a:gd name="connsiteY73" fmla="*/ 14288 h 184784"/>
                <a:gd name="connsiteX74" fmla="*/ 189547 w 250983"/>
                <a:gd name="connsiteY74" fmla="*/ 15240 h 184784"/>
                <a:gd name="connsiteX75" fmla="*/ 186214 w 250983"/>
                <a:gd name="connsiteY75" fmla="*/ 16669 h 184784"/>
                <a:gd name="connsiteX76" fmla="*/ 183832 w 250983"/>
                <a:gd name="connsiteY76" fmla="*/ 18097 h 184784"/>
                <a:gd name="connsiteX77" fmla="*/ 181927 w 250983"/>
                <a:gd name="connsiteY77" fmla="*/ 21431 h 184784"/>
                <a:gd name="connsiteX78" fmla="*/ 180499 w 250983"/>
                <a:gd name="connsiteY78" fmla="*/ 21907 h 184784"/>
                <a:gd name="connsiteX79" fmla="*/ 178118 w 250983"/>
                <a:gd name="connsiteY79" fmla="*/ 21431 h 184784"/>
                <a:gd name="connsiteX80" fmla="*/ 171926 w 250983"/>
                <a:gd name="connsiteY80" fmla="*/ 19050 h 184784"/>
                <a:gd name="connsiteX81" fmla="*/ 166211 w 250983"/>
                <a:gd name="connsiteY81" fmla="*/ 16669 h 184784"/>
                <a:gd name="connsiteX82" fmla="*/ 162877 w 250983"/>
                <a:gd name="connsiteY82" fmla="*/ 15716 h 184784"/>
                <a:gd name="connsiteX83" fmla="*/ 160496 w 250983"/>
                <a:gd name="connsiteY83" fmla="*/ 16192 h 184784"/>
                <a:gd name="connsiteX84" fmla="*/ 159544 w 250983"/>
                <a:gd name="connsiteY84" fmla="*/ 16669 h 184784"/>
                <a:gd name="connsiteX85" fmla="*/ 156210 w 250983"/>
                <a:gd name="connsiteY85" fmla="*/ 18097 h 184784"/>
                <a:gd name="connsiteX86" fmla="*/ 151924 w 250983"/>
                <a:gd name="connsiteY86" fmla="*/ 23336 h 184784"/>
                <a:gd name="connsiteX87" fmla="*/ 150971 w 250983"/>
                <a:gd name="connsiteY87" fmla="*/ 24765 h 184784"/>
                <a:gd name="connsiteX88" fmla="*/ 150019 w 250983"/>
                <a:gd name="connsiteY88" fmla="*/ 25241 h 184784"/>
                <a:gd name="connsiteX89" fmla="*/ 149066 w 250983"/>
                <a:gd name="connsiteY89" fmla="*/ 26194 h 184784"/>
                <a:gd name="connsiteX90" fmla="*/ 148114 w 250983"/>
                <a:gd name="connsiteY90" fmla="*/ 26194 h 184784"/>
                <a:gd name="connsiteX91" fmla="*/ 147161 w 250983"/>
                <a:gd name="connsiteY91" fmla="*/ 25717 h 184784"/>
                <a:gd name="connsiteX92" fmla="*/ 146685 w 250983"/>
                <a:gd name="connsiteY92" fmla="*/ 25241 h 184784"/>
                <a:gd name="connsiteX93" fmla="*/ 144780 w 250983"/>
                <a:gd name="connsiteY93" fmla="*/ 21431 h 184784"/>
                <a:gd name="connsiteX94" fmla="*/ 142399 w 250983"/>
                <a:gd name="connsiteY94" fmla="*/ 17621 h 184784"/>
                <a:gd name="connsiteX95" fmla="*/ 140494 w 250983"/>
                <a:gd name="connsiteY95" fmla="*/ 15716 h 184784"/>
                <a:gd name="connsiteX96" fmla="*/ 138113 w 250983"/>
                <a:gd name="connsiteY96" fmla="*/ 15716 h 184784"/>
                <a:gd name="connsiteX97" fmla="*/ 135731 w 250983"/>
                <a:gd name="connsiteY97" fmla="*/ 17145 h 184784"/>
                <a:gd name="connsiteX98" fmla="*/ 133826 w 250983"/>
                <a:gd name="connsiteY98" fmla="*/ 19526 h 184784"/>
                <a:gd name="connsiteX99" fmla="*/ 130969 w 250983"/>
                <a:gd name="connsiteY99" fmla="*/ 21907 h 184784"/>
                <a:gd name="connsiteX100" fmla="*/ 129064 w 250983"/>
                <a:gd name="connsiteY100" fmla="*/ 22860 h 184784"/>
                <a:gd name="connsiteX101" fmla="*/ 127635 w 250983"/>
                <a:gd name="connsiteY101" fmla="*/ 22384 h 184784"/>
                <a:gd name="connsiteX102" fmla="*/ 123825 w 250983"/>
                <a:gd name="connsiteY102" fmla="*/ 19050 h 184784"/>
                <a:gd name="connsiteX103" fmla="*/ 121444 w 250983"/>
                <a:gd name="connsiteY103" fmla="*/ 17145 h 184784"/>
                <a:gd name="connsiteX104" fmla="*/ 120968 w 250983"/>
                <a:gd name="connsiteY104" fmla="*/ 16192 h 184784"/>
                <a:gd name="connsiteX105" fmla="*/ 121920 w 250983"/>
                <a:gd name="connsiteY105" fmla="*/ 14288 h 184784"/>
                <a:gd name="connsiteX106" fmla="*/ 122872 w 250983"/>
                <a:gd name="connsiteY106" fmla="*/ 11906 h 184784"/>
                <a:gd name="connsiteX107" fmla="*/ 123825 w 250983"/>
                <a:gd name="connsiteY107" fmla="*/ 10001 h 184784"/>
                <a:gd name="connsiteX108" fmla="*/ 124777 w 250983"/>
                <a:gd name="connsiteY108" fmla="*/ 9049 h 184784"/>
                <a:gd name="connsiteX109" fmla="*/ 122396 w 250983"/>
                <a:gd name="connsiteY109" fmla="*/ 8572 h 184784"/>
                <a:gd name="connsiteX110" fmla="*/ 118586 w 250983"/>
                <a:gd name="connsiteY110" fmla="*/ 8096 h 184784"/>
                <a:gd name="connsiteX111" fmla="*/ 110490 w 250983"/>
                <a:gd name="connsiteY111" fmla="*/ 9525 h 184784"/>
                <a:gd name="connsiteX112" fmla="*/ 107632 w 250983"/>
                <a:gd name="connsiteY112" fmla="*/ 9049 h 184784"/>
                <a:gd name="connsiteX113" fmla="*/ 102394 w 250983"/>
                <a:gd name="connsiteY113" fmla="*/ 9049 h 184784"/>
                <a:gd name="connsiteX114" fmla="*/ 99060 w 250983"/>
                <a:gd name="connsiteY114" fmla="*/ 10001 h 184784"/>
                <a:gd name="connsiteX115" fmla="*/ 94297 w 250983"/>
                <a:gd name="connsiteY115" fmla="*/ 11430 h 184784"/>
                <a:gd name="connsiteX116" fmla="*/ 90488 w 250983"/>
                <a:gd name="connsiteY116" fmla="*/ 11430 h 184784"/>
                <a:gd name="connsiteX117" fmla="*/ 88582 w 250983"/>
                <a:gd name="connsiteY117" fmla="*/ 10001 h 184784"/>
                <a:gd name="connsiteX118" fmla="*/ 85725 w 250983"/>
                <a:gd name="connsiteY118" fmla="*/ 10001 h 184784"/>
                <a:gd name="connsiteX119" fmla="*/ 82868 w 250983"/>
                <a:gd name="connsiteY119" fmla="*/ 9525 h 184784"/>
                <a:gd name="connsiteX120" fmla="*/ 79534 w 250983"/>
                <a:gd name="connsiteY120" fmla="*/ 8096 h 184784"/>
                <a:gd name="connsiteX121" fmla="*/ 76676 w 250983"/>
                <a:gd name="connsiteY121" fmla="*/ 7620 h 184784"/>
                <a:gd name="connsiteX122" fmla="*/ 73819 w 250983"/>
                <a:gd name="connsiteY122" fmla="*/ 5239 h 184784"/>
                <a:gd name="connsiteX123" fmla="*/ 72390 w 250983"/>
                <a:gd name="connsiteY123" fmla="*/ 4763 h 184784"/>
                <a:gd name="connsiteX124" fmla="*/ 71438 w 250983"/>
                <a:gd name="connsiteY124" fmla="*/ 5239 h 184784"/>
                <a:gd name="connsiteX125" fmla="*/ 70485 w 250983"/>
                <a:gd name="connsiteY125" fmla="*/ 6191 h 184784"/>
                <a:gd name="connsiteX126" fmla="*/ 69532 w 250983"/>
                <a:gd name="connsiteY126" fmla="*/ 6667 h 184784"/>
                <a:gd name="connsiteX127" fmla="*/ 68103 w 250983"/>
                <a:gd name="connsiteY127" fmla="*/ 6191 h 184784"/>
                <a:gd name="connsiteX128" fmla="*/ 67151 w 250983"/>
                <a:gd name="connsiteY128" fmla="*/ 4286 h 184784"/>
                <a:gd name="connsiteX129" fmla="*/ 67627 w 250983"/>
                <a:gd name="connsiteY129" fmla="*/ 2857 h 184784"/>
                <a:gd name="connsiteX130" fmla="*/ 68103 w 250983"/>
                <a:gd name="connsiteY130" fmla="*/ 1905 h 184784"/>
                <a:gd name="connsiteX131" fmla="*/ 67151 w 250983"/>
                <a:gd name="connsiteY131" fmla="*/ 1429 h 184784"/>
                <a:gd name="connsiteX132" fmla="*/ 65246 w 250983"/>
                <a:gd name="connsiteY132" fmla="*/ 952 h 184784"/>
                <a:gd name="connsiteX133" fmla="*/ 62389 w 250983"/>
                <a:gd name="connsiteY133" fmla="*/ 952 h 184784"/>
                <a:gd name="connsiteX134" fmla="*/ 57150 w 250983"/>
                <a:gd name="connsiteY134" fmla="*/ 476 h 184784"/>
                <a:gd name="connsiteX135" fmla="*/ 56197 w 250983"/>
                <a:gd name="connsiteY135" fmla="*/ 0 h 184784"/>
                <a:gd name="connsiteX136" fmla="*/ 45244 w 250983"/>
                <a:gd name="connsiteY136" fmla="*/ 0 h 184784"/>
                <a:gd name="connsiteX137" fmla="*/ 45244 w 250983"/>
                <a:gd name="connsiteY137" fmla="*/ 2381 h 184784"/>
                <a:gd name="connsiteX138" fmla="*/ 47149 w 250983"/>
                <a:gd name="connsiteY138" fmla="*/ 6667 h 184784"/>
                <a:gd name="connsiteX139" fmla="*/ 46672 w 250983"/>
                <a:gd name="connsiteY139" fmla="*/ 9525 h 184784"/>
                <a:gd name="connsiteX140" fmla="*/ 45720 w 250983"/>
                <a:gd name="connsiteY140" fmla="*/ 11906 h 184784"/>
                <a:gd name="connsiteX141" fmla="*/ 45244 w 250983"/>
                <a:gd name="connsiteY141" fmla="*/ 13335 h 184784"/>
                <a:gd name="connsiteX142" fmla="*/ 44291 w 250983"/>
                <a:gd name="connsiteY142" fmla="*/ 13811 h 184784"/>
                <a:gd name="connsiteX143" fmla="*/ 40957 w 250983"/>
                <a:gd name="connsiteY143" fmla="*/ 13811 h 184784"/>
                <a:gd name="connsiteX144" fmla="*/ 40005 w 250983"/>
                <a:gd name="connsiteY144" fmla="*/ 14288 h 184784"/>
                <a:gd name="connsiteX145" fmla="*/ 37624 w 250983"/>
                <a:gd name="connsiteY145" fmla="*/ 15240 h 184784"/>
                <a:gd name="connsiteX146" fmla="*/ 37624 w 250983"/>
                <a:gd name="connsiteY146" fmla="*/ 16669 h 184784"/>
                <a:gd name="connsiteX147" fmla="*/ 39528 w 250983"/>
                <a:gd name="connsiteY147" fmla="*/ 18097 h 184784"/>
                <a:gd name="connsiteX148" fmla="*/ 40481 w 250983"/>
                <a:gd name="connsiteY148" fmla="*/ 19526 h 184784"/>
                <a:gd name="connsiteX149" fmla="*/ 42386 w 250983"/>
                <a:gd name="connsiteY149" fmla="*/ 20955 h 184784"/>
                <a:gd name="connsiteX150" fmla="*/ 44768 w 250983"/>
                <a:gd name="connsiteY150" fmla="*/ 22384 h 184784"/>
                <a:gd name="connsiteX151" fmla="*/ 45244 w 250983"/>
                <a:gd name="connsiteY151" fmla="*/ 24289 h 184784"/>
                <a:gd name="connsiteX152" fmla="*/ 45244 w 250983"/>
                <a:gd name="connsiteY152" fmla="*/ 28575 h 184784"/>
                <a:gd name="connsiteX153" fmla="*/ 45244 w 250983"/>
                <a:gd name="connsiteY153" fmla="*/ 31909 h 184784"/>
                <a:gd name="connsiteX154" fmla="*/ 37624 w 250983"/>
                <a:gd name="connsiteY154" fmla="*/ 34290 h 184784"/>
                <a:gd name="connsiteX155" fmla="*/ 31909 w 250983"/>
                <a:gd name="connsiteY155" fmla="*/ 34766 h 184784"/>
                <a:gd name="connsiteX156" fmla="*/ 27146 w 250983"/>
                <a:gd name="connsiteY156" fmla="*/ 34290 h 184784"/>
                <a:gd name="connsiteX157" fmla="*/ 24765 w 250983"/>
                <a:gd name="connsiteY157" fmla="*/ 35242 h 184784"/>
                <a:gd name="connsiteX158" fmla="*/ 20478 w 250983"/>
                <a:gd name="connsiteY158" fmla="*/ 38100 h 184784"/>
                <a:gd name="connsiteX159" fmla="*/ 15240 w 250983"/>
                <a:gd name="connsiteY159" fmla="*/ 39529 h 184784"/>
                <a:gd name="connsiteX160" fmla="*/ 12859 w 250983"/>
                <a:gd name="connsiteY160" fmla="*/ 39529 h 184784"/>
                <a:gd name="connsiteX161" fmla="*/ 11430 w 250983"/>
                <a:gd name="connsiteY161" fmla="*/ 40481 h 184784"/>
                <a:gd name="connsiteX162" fmla="*/ 9525 w 250983"/>
                <a:gd name="connsiteY162" fmla="*/ 42863 h 184784"/>
                <a:gd name="connsiteX163" fmla="*/ 3810 w 250983"/>
                <a:gd name="connsiteY163" fmla="*/ 54292 h 184784"/>
                <a:gd name="connsiteX164" fmla="*/ 1905 w 250983"/>
                <a:gd name="connsiteY164" fmla="*/ 57150 h 184784"/>
                <a:gd name="connsiteX165" fmla="*/ 476 w 250983"/>
                <a:gd name="connsiteY165" fmla="*/ 59055 h 184784"/>
                <a:gd name="connsiteX166" fmla="*/ 0 w 250983"/>
                <a:gd name="connsiteY166" fmla="*/ 62389 h 184784"/>
                <a:gd name="connsiteX167" fmla="*/ 1428 w 250983"/>
                <a:gd name="connsiteY167" fmla="*/ 63341 h 184784"/>
                <a:gd name="connsiteX168" fmla="*/ 2857 w 250983"/>
                <a:gd name="connsiteY168" fmla="*/ 63341 h 184784"/>
                <a:gd name="connsiteX169" fmla="*/ 4286 w 250983"/>
                <a:gd name="connsiteY169" fmla="*/ 58579 h 184784"/>
                <a:gd name="connsiteX170" fmla="*/ 5715 w 250983"/>
                <a:gd name="connsiteY170" fmla="*/ 58102 h 184784"/>
                <a:gd name="connsiteX171" fmla="*/ 7620 w 250983"/>
                <a:gd name="connsiteY171" fmla="*/ 58102 h 184784"/>
                <a:gd name="connsiteX172" fmla="*/ 9525 w 250983"/>
                <a:gd name="connsiteY172" fmla="*/ 59055 h 184784"/>
                <a:gd name="connsiteX173" fmla="*/ 10001 w 250983"/>
                <a:gd name="connsiteY173" fmla="*/ 61436 h 184784"/>
                <a:gd name="connsiteX174" fmla="*/ 12382 w 250983"/>
                <a:gd name="connsiteY174" fmla="*/ 65722 h 184784"/>
                <a:gd name="connsiteX175" fmla="*/ 12859 w 250983"/>
                <a:gd name="connsiteY175" fmla="*/ 67151 h 184784"/>
                <a:gd name="connsiteX176" fmla="*/ 15716 w 250983"/>
                <a:gd name="connsiteY176" fmla="*/ 64770 h 184784"/>
                <a:gd name="connsiteX177" fmla="*/ 16193 w 250983"/>
                <a:gd name="connsiteY177" fmla="*/ 65722 h 184784"/>
                <a:gd name="connsiteX178" fmla="*/ 15240 w 250983"/>
                <a:gd name="connsiteY178" fmla="*/ 70009 h 184784"/>
                <a:gd name="connsiteX179" fmla="*/ 15240 w 250983"/>
                <a:gd name="connsiteY179" fmla="*/ 71914 h 184784"/>
                <a:gd name="connsiteX180" fmla="*/ 21431 w 250983"/>
                <a:gd name="connsiteY180" fmla="*/ 82391 h 184784"/>
                <a:gd name="connsiteX181" fmla="*/ 30003 w 250983"/>
                <a:gd name="connsiteY181" fmla="*/ 86201 h 184784"/>
                <a:gd name="connsiteX182" fmla="*/ 32861 w 250983"/>
                <a:gd name="connsiteY182" fmla="*/ 86201 h 184784"/>
                <a:gd name="connsiteX183" fmla="*/ 34290 w 250983"/>
                <a:gd name="connsiteY183" fmla="*/ 85725 h 184784"/>
                <a:gd name="connsiteX184" fmla="*/ 34766 w 250983"/>
                <a:gd name="connsiteY184" fmla="*/ 86677 h 184784"/>
                <a:gd name="connsiteX185" fmla="*/ 35243 w 250983"/>
                <a:gd name="connsiteY185" fmla="*/ 89059 h 184784"/>
                <a:gd name="connsiteX186" fmla="*/ 37624 w 250983"/>
                <a:gd name="connsiteY186" fmla="*/ 91916 h 184784"/>
                <a:gd name="connsiteX187" fmla="*/ 41910 w 250983"/>
                <a:gd name="connsiteY187" fmla="*/ 94774 h 184784"/>
                <a:gd name="connsiteX188" fmla="*/ 44291 w 250983"/>
                <a:gd name="connsiteY188" fmla="*/ 95250 h 184784"/>
                <a:gd name="connsiteX189" fmla="*/ 45720 w 250983"/>
                <a:gd name="connsiteY189" fmla="*/ 93345 h 184784"/>
                <a:gd name="connsiteX190" fmla="*/ 46672 w 250983"/>
                <a:gd name="connsiteY190" fmla="*/ 93345 h 184784"/>
                <a:gd name="connsiteX191" fmla="*/ 46196 w 250983"/>
                <a:gd name="connsiteY191" fmla="*/ 95726 h 184784"/>
                <a:gd name="connsiteX192" fmla="*/ 47625 w 250983"/>
                <a:gd name="connsiteY192" fmla="*/ 98107 h 184784"/>
                <a:gd name="connsiteX193" fmla="*/ 47625 w 250983"/>
                <a:gd name="connsiteY193" fmla="*/ 102870 h 184784"/>
                <a:gd name="connsiteX194" fmla="*/ 46672 w 250983"/>
                <a:gd name="connsiteY194" fmla="*/ 106680 h 184784"/>
                <a:gd name="connsiteX195" fmla="*/ 50482 w 250983"/>
                <a:gd name="connsiteY195" fmla="*/ 106204 h 184784"/>
                <a:gd name="connsiteX196" fmla="*/ 55245 w 250983"/>
                <a:gd name="connsiteY196" fmla="*/ 110490 h 184784"/>
                <a:gd name="connsiteX197" fmla="*/ 56197 w 250983"/>
                <a:gd name="connsiteY197" fmla="*/ 112395 h 184784"/>
                <a:gd name="connsiteX198" fmla="*/ 56674 w 250983"/>
                <a:gd name="connsiteY198" fmla="*/ 113824 h 184784"/>
                <a:gd name="connsiteX199" fmla="*/ 60007 w 250983"/>
                <a:gd name="connsiteY199" fmla="*/ 117157 h 184784"/>
                <a:gd name="connsiteX200" fmla="*/ 60960 w 250983"/>
                <a:gd name="connsiteY200" fmla="*/ 119063 h 184784"/>
                <a:gd name="connsiteX201" fmla="*/ 59531 w 250983"/>
                <a:gd name="connsiteY201" fmla="*/ 121920 h 184784"/>
                <a:gd name="connsiteX202" fmla="*/ 60007 w 250983"/>
                <a:gd name="connsiteY202" fmla="*/ 122872 h 184784"/>
                <a:gd name="connsiteX203" fmla="*/ 61913 w 250983"/>
                <a:gd name="connsiteY203" fmla="*/ 122396 h 184784"/>
                <a:gd name="connsiteX204" fmla="*/ 63818 w 250983"/>
                <a:gd name="connsiteY204" fmla="*/ 122396 h 184784"/>
                <a:gd name="connsiteX205" fmla="*/ 65722 w 250983"/>
                <a:gd name="connsiteY205" fmla="*/ 122872 h 184784"/>
                <a:gd name="connsiteX206" fmla="*/ 67151 w 250983"/>
                <a:gd name="connsiteY206" fmla="*/ 122396 h 184784"/>
                <a:gd name="connsiteX207" fmla="*/ 69056 w 250983"/>
                <a:gd name="connsiteY207" fmla="*/ 120967 h 184784"/>
                <a:gd name="connsiteX208" fmla="*/ 70009 w 250983"/>
                <a:gd name="connsiteY208" fmla="*/ 119539 h 184784"/>
                <a:gd name="connsiteX209" fmla="*/ 71438 w 250983"/>
                <a:gd name="connsiteY209" fmla="*/ 115729 h 184784"/>
                <a:gd name="connsiteX210" fmla="*/ 75724 w 250983"/>
                <a:gd name="connsiteY210" fmla="*/ 114300 h 184784"/>
                <a:gd name="connsiteX211" fmla="*/ 78105 w 250983"/>
                <a:gd name="connsiteY211" fmla="*/ 111919 h 184784"/>
                <a:gd name="connsiteX212" fmla="*/ 80963 w 250983"/>
                <a:gd name="connsiteY212" fmla="*/ 108109 h 184784"/>
                <a:gd name="connsiteX213" fmla="*/ 81915 w 250983"/>
                <a:gd name="connsiteY213" fmla="*/ 105727 h 184784"/>
                <a:gd name="connsiteX214" fmla="*/ 82868 w 250983"/>
                <a:gd name="connsiteY214" fmla="*/ 104299 h 184784"/>
                <a:gd name="connsiteX215" fmla="*/ 83344 w 250983"/>
                <a:gd name="connsiteY215" fmla="*/ 103346 h 184784"/>
                <a:gd name="connsiteX216" fmla="*/ 83820 w 250983"/>
                <a:gd name="connsiteY216" fmla="*/ 101917 h 184784"/>
                <a:gd name="connsiteX217" fmla="*/ 85249 w 250983"/>
                <a:gd name="connsiteY217" fmla="*/ 100965 h 184784"/>
                <a:gd name="connsiteX218" fmla="*/ 86201 w 250983"/>
                <a:gd name="connsiteY218" fmla="*/ 98107 h 184784"/>
                <a:gd name="connsiteX219" fmla="*/ 87153 w 250983"/>
                <a:gd name="connsiteY219" fmla="*/ 95250 h 184784"/>
                <a:gd name="connsiteX220" fmla="*/ 89535 w 250983"/>
                <a:gd name="connsiteY220" fmla="*/ 94297 h 184784"/>
                <a:gd name="connsiteX221" fmla="*/ 94774 w 250983"/>
                <a:gd name="connsiteY221" fmla="*/ 93345 h 184784"/>
                <a:gd name="connsiteX222" fmla="*/ 99060 w 250983"/>
                <a:gd name="connsiteY222" fmla="*/ 94774 h 184784"/>
                <a:gd name="connsiteX223" fmla="*/ 106680 w 250983"/>
                <a:gd name="connsiteY223" fmla="*/ 93345 h 184784"/>
                <a:gd name="connsiteX224" fmla="*/ 107156 w 250983"/>
                <a:gd name="connsiteY224" fmla="*/ 90964 h 184784"/>
                <a:gd name="connsiteX225" fmla="*/ 113824 w 250983"/>
                <a:gd name="connsiteY225" fmla="*/ 90964 h 184784"/>
                <a:gd name="connsiteX226" fmla="*/ 121920 w 250983"/>
                <a:gd name="connsiteY226" fmla="*/ 90964 h 184784"/>
                <a:gd name="connsiteX227" fmla="*/ 128588 w 250983"/>
                <a:gd name="connsiteY227" fmla="*/ 90964 h 184784"/>
                <a:gd name="connsiteX228" fmla="*/ 130969 w 250983"/>
                <a:gd name="connsiteY228" fmla="*/ 91440 h 184784"/>
                <a:gd name="connsiteX229" fmla="*/ 131921 w 250983"/>
                <a:gd name="connsiteY229" fmla="*/ 93345 h 184784"/>
                <a:gd name="connsiteX230" fmla="*/ 134302 w 250983"/>
                <a:gd name="connsiteY230" fmla="*/ 96202 h 184784"/>
                <a:gd name="connsiteX231" fmla="*/ 136207 w 250983"/>
                <a:gd name="connsiteY231" fmla="*/ 98107 h 184784"/>
                <a:gd name="connsiteX232" fmla="*/ 139065 w 250983"/>
                <a:gd name="connsiteY232" fmla="*/ 102394 h 184784"/>
                <a:gd name="connsiteX233" fmla="*/ 142875 w 250983"/>
                <a:gd name="connsiteY233" fmla="*/ 107156 h 184784"/>
                <a:gd name="connsiteX234" fmla="*/ 146209 w 250983"/>
                <a:gd name="connsiteY234" fmla="*/ 111442 h 184784"/>
                <a:gd name="connsiteX235" fmla="*/ 148590 w 250983"/>
                <a:gd name="connsiteY235" fmla="*/ 113824 h 184784"/>
                <a:gd name="connsiteX236" fmla="*/ 149066 w 250983"/>
                <a:gd name="connsiteY236" fmla="*/ 114776 h 184784"/>
                <a:gd name="connsiteX237" fmla="*/ 148590 w 250983"/>
                <a:gd name="connsiteY237" fmla="*/ 115729 h 184784"/>
                <a:gd name="connsiteX238" fmla="*/ 147638 w 250983"/>
                <a:gd name="connsiteY238" fmla="*/ 118110 h 184784"/>
                <a:gd name="connsiteX239" fmla="*/ 146685 w 250983"/>
                <a:gd name="connsiteY239" fmla="*/ 120491 h 184784"/>
                <a:gd name="connsiteX240" fmla="*/ 146685 w 250983"/>
                <a:gd name="connsiteY240" fmla="*/ 121444 h 184784"/>
                <a:gd name="connsiteX241" fmla="*/ 147161 w 250983"/>
                <a:gd name="connsiteY241" fmla="*/ 121920 h 184784"/>
                <a:gd name="connsiteX242" fmla="*/ 150971 w 250983"/>
                <a:gd name="connsiteY242" fmla="*/ 122396 h 184784"/>
                <a:gd name="connsiteX243" fmla="*/ 151447 w 250983"/>
                <a:gd name="connsiteY243" fmla="*/ 125254 h 184784"/>
                <a:gd name="connsiteX244" fmla="*/ 151447 w 250983"/>
                <a:gd name="connsiteY244" fmla="*/ 129064 h 184784"/>
                <a:gd name="connsiteX245" fmla="*/ 153352 w 250983"/>
                <a:gd name="connsiteY245" fmla="*/ 132397 h 184784"/>
                <a:gd name="connsiteX246" fmla="*/ 155257 w 250983"/>
                <a:gd name="connsiteY246" fmla="*/ 135255 h 184784"/>
                <a:gd name="connsiteX247" fmla="*/ 154781 w 250983"/>
                <a:gd name="connsiteY247" fmla="*/ 136207 h 184784"/>
                <a:gd name="connsiteX248" fmla="*/ 150495 w 250983"/>
                <a:gd name="connsiteY248" fmla="*/ 140494 h 184784"/>
                <a:gd name="connsiteX249" fmla="*/ 149066 w 250983"/>
                <a:gd name="connsiteY249" fmla="*/ 144780 h 184784"/>
                <a:gd name="connsiteX250" fmla="*/ 148114 w 250983"/>
                <a:gd name="connsiteY250" fmla="*/ 146209 h 184784"/>
                <a:gd name="connsiteX251" fmla="*/ 147638 w 250983"/>
                <a:gd name="connsiteY251" fmla="*/ 147161 h 184784"/>
                <a:gd name="connsiteX252" fmla="*/ 148590 w 250983"/>
                <a:gd name="connsiteY252" fmla="*/ 147638 h 184784"/>
                <a:gd name="connsiteX253" fmla="*/ 150019 w 250983"/>
                <a:gd name="connsiteY253" fmla="*/ 147161 h 184784"/>
                <a:gd name="connsiteX254" fmla="*/ 151447 w 250983"/>
                <a:gd name="connsiteY254" fmla="*/ 147638 h 184784"/>
                <a:gd name="connsiteX255" fmla="*/ 152876 w 250983"/>
                <a:gd name="connsiteY255" fmla="*/ 147638 h 184784"/>
                <a:gd name="connsiteX256" fmla="*/ 155257 w 250983"/>
                <a:gd name="connsiteY256" fmla="*/ 146209 h 184784"/>
                <a:gd name="connsiteX257" fmla="*/ 158591 w 250983"/>
                <a:gd name="connsiteY257" fmla="*/ 141922 h 184784"/>
                <a:gd name="connsiteX258" fmla="*/ 160020 w 250983"/>
                <a:gd name="connsiteY258" fmla="*/ 141446 h 184784"/>
                <a:gd name="connsiteX259" fmla="*/ 162401 w 250983"/>
                <a:gd name="connsiteY259" fmla="*/ 141922 h 184784"/>
                <a:gd name="connsiteX260" fmla="*/ 164306 w 250983"/>
                <a:gd name="connsiteY260" fmla="*/ 141922 h 184784"/>
                <a:gd name="connsiteX261" fmla="*/ 167164 w 250983"/>
                <a:gd name="connsiteY261" fmla="*/ 140970 h 184784"/>
                <a:gd name="connsiteX262" fmla="*/ 168593 w 250983"/>
                <a:gd name="connsiteY262" fmla="*/ 141446 h 184784"/>
                <a:gd name="connsiteX263" fmla="*/ 169545 w 250983"/>
                <a:gd name="connsiteY263" fmla="*/ 142875 h 184784"/>
                <a:gd name="connsiteX264" fmla="*/ 170021 w 250983"/>
                <a:gd name="connsiteY264" fmla="*/ 143827 h 184784"/>
                <a:gd name="connsiteX265" fmla="*/ 178594 w 250983"/>
                <a:gd name="connsiteY265" fmla="*/ 140970 h 184784"/>
                <a:gd name="connsiteX266" fmla="*/ 179546 w 250983"/>
                <a:gd name="connsiteY266" fmla="*/ 140017 h 184784"/>
                <a:gd name="connsiteX267" fmla="*/ 180022 w 250983"/>
                <a:gd name="connsiteY267" fmla="*/ 140494 h 184784"/>
                <a:gd name="connsiteX268" fmla="*/ 180975 w 250983"/>
                <a:gd name="connsiteY268" fmla="*/ 142875 h 184784"/>
                <a:gd name="connsiteX269" fmla="*/ 181927 w 250983"/>
                <a:gd name="connsiteY269" fmla="*/ 142875 h 184784"/>
                <a:gd name="connsiteX270" fmla="*/ 182403 w 250983"/>
                <a:gd name="connsiteY270" fmla="*/ 141922 h 184784"/>
                <a:gd name="connsiteX271" fmla="*/ 182880 w 250983"/>
                <a:gd name="connsiteY271" fmla="*/ 141922 h 184784"/>
                <a:gd name="connsiteX272" fmla="*/ 183356 w 250983"/>
                <a:gd name="connsiteY272" fmla="*/ 142399 h 184784"/>
                <a:gd name="connsiteX273" fmla="*/ 184309 w 250983"/>
                <a:gd name="connsiteY273" fmla="*/ 143827 h 184784"/>
                <a:gd name="connsiteX274" fmla="*/ 185261 w 250983"/>
                <a:gd name="connsiteY274" fmla="*/ 144780 h 184784"/>
                <a:gd name="connsiteX275" fmla="*/ 187166 w 250983"/>
                <a:gd name="connsiteY275" fmla="*/ 145732 h 184784"/>
                <a:gd name="connsiteX276" fmla="*/ 188595 w 250983"/>
                <a:gd name="connsiteY276" fmla="*/ 146685 h 184784"/>
                <a:gd name="connsiteX277" fmla="*/ 188119 w 250983"/>
                <a:gd name="connsiteY277" fmla="*/ 149542 h 184784"/>
                <a:gd name="connsiteX278" fmla="*/ 188595 w 250983"/>
                <a:gd name="connsiteY278" fmla="*/ 152400 h 184784"/>
                <a:gd name="connsiteX279" fmla="*/ 189547 w 250983"/>
                <a:gd name="connsiteY279" fmla="*/ 152876 h 184784"/>
                <a:gd name="connsiteX280" fmla="*/ 190024 w 250983"/>
                <a:gd name="connsiteY280" fmla="*/ 154781 h 184784"/>
                <a:gd name="connsiteX281" fmla="*/ 190500 w 250983"/>
                <a:gd name="connsiteY281" fmla="*/ 156686 h 184784"/>
                <a:gd name="connsiteX282" fmla="*/ 190500 w 250983"/>
                <a:gd name="connsiteY282" fmla="*/ 157639 h 184784"/>
                <a:gd name="connsiteX283" fmla="*/ 190976 w 250983"/>
                <a:gd name="connsiteY283" fmla="*/ 159544 h 184784"/>
                <a:gd name="connsiteX284" fmla="*/ 190976 w 250983"/>
                <a:gd name="connsiteY284" fmla="*/ 161449 h 184784"/>
                <a:gd name="connsiteX285" fmla="*/ 191452 w 250983"/>
                <a:gd name="connsiteY285" fmla="*/ 162877 h 184784"/>
                <a:gd name="connsiteX286" fmla="*/ 192881 w 250983"/>
                <a:gd name="connsiteY286" fmla="*/ 165259 h 184784"/>
                <a:gd name="connsiteX287" fmla="*/ 193357 w 250983"/>
                <a:gd name="connsiteY287" fmla="*/ 168592 h 184784"/>
                <a:gd name="connsiteX288" fmla="*/ 193357 w 250983"/>
                <a:gd name="connsiteY288" fmla="*/ 170497 h 184784"/>
                <a:gd name="connsiteX289" fmla="*/ 192881 w 250983"/>
                <a:gd name="connsiteY289" fmla="*/ 172879 h 184784"/>
                <a:gd name="connsiteX290" fmla="*/ 191928 w 250983"/>
                <a:gd name="connsiteY290" fmla="*/ 174784 h 184784"/>
                <a:gd name="connsiteX291" fmla="*/ 190500 w 250983"/>
                <a:gd name="connsiteY291" fmla="*/ 177165 h 184784"/>
                <a:gd name="connsiteX292" fmla="*/ 190500 w 250983"/>
                <a:gd name="connsiteY292" fmla="*/ 178117 h 184784"/>
                <a:gd name="connsiteX293" fmla="*/ 191452 w 250983"/>
                <a:gd name="connsiteY293" fmla="*/ 178594 h 184784"/>
                <a:gd name="connsiteX294" fmla="*/ 192881 w 250983"/>
                <a:gd name="connsiteY294" fmla="*/ 178594 h 184784"/>
                <a:gd name="connsiteX295" fmla="*/ 193834 w 250983"/>
                <a:gd name="connsiteY295" fmla="*/ 178594 h 184784"/>
                <a:gd name="connsiteX296" fmla="*/ 197168 w 250983"/>
                <a:gd name="connsiteY296" fmla="*/ 179546 h 184784"/>
                <a:gd name="connsiteX297" fmla="*/ 198596 w 250983"/>
                <a:gd name="connsiteY297" fmla="*/ 180975 h 184784"/>
                <a:gd name="connsiteX298" fmla="*/ 200025 w 250983"/>
                <a:gd name="connsiteY298" fmla="*/ 182880 h 184784"/>
                <a:gd name="connsiteX299" fmla="*/ 201453 w 250983"/>
                <a:gd name="connsiteY299" fmla="*/ 183832 h 184784"/>
                <a:gd name="connsiteX300" fmla="*/ 201930 w 250983"/>
                <a:gd name="connsiteY300" fmla="*/ 184785 h 184784"/>
                <a:gd name="connsiteX301" fmla="*/ 204311 w 250983"/>
                <a:gd name="connsiteY301" fmla="*/ 184309 h 184784"/>
                <a:gd name="connsiteX302" fmla="*/ 206693 w 250983"/>
                <a:gd name="connsiteY302" fmla="*/ 183356 h 184784"/>
                <a:gd name="connsiteX303" fmla="*/ 207645 w 250983"/>
                <a:gd name="connsiteY303" fmla="*/ 182880 h 184784"/>
                <a:gd name="connsiteX304" fmla="*/ 208121 w 250983"/>
                <a:gd name="connsiteY304" fmla="*/ 183356 h 184784"/>
                <a:gd name="connsiteX305" fmla="*/ 210026 w 250983"/>
                <a:gd name="connsiteY305" fmla="*/ 183356 h 184784"/>
                <a:gd name="connsiteX306" fmla="*/ 210978 w 250983"/>
                <a:gd name="connsiteY306" fmla="*/ 181451 h 184784"/>
                <a:gd name="connsiteX307" fmla="*/ 211931 w 250983"/>
                <a:gd name="connsiteY307" fmla="*/ 179070 h 184784"/>
                <a:gd name="connsiteX308" fmla="*/ 213836 w 250983"/>
                <a:gd name="connsiteY308" fmla="*/ 176213 h 184784"/>
                <a:gd name="connsiteX309" fmla="*/ 214789 w 250983"/>
                <a:gd name="connsiteY309" fmla="*/ 175260 h 184784"/>
                <a:gd name="connsiteX310" fmla="*/ 215265 w 250983"/>
                <a:gd name="connsiteY310" fmla="*/ 173831 h 184784"/>
                <a:gd name="connsiteX311" fmla="*/ 215265 w 250983"/>
                <a:gd name="connsiteY311" fmla="*/ 171926 h 184784"/>
                <a:gd name="connsiteX312" fmla="*/ 216218 w 250983"/>
                <a:gd name="connsiteY312" fmla="*/ 170021 h 184784"/>
                <a:gd name="connsiteX313" fmla="*/ 217646 w 250983"/>
                <a:gd name="connsiteY313" fmla="*/ 169069 h 184784"/>
                <a:gd name="connsiteX314" fmla="*/ 219551 w 250983"/>
                <a:gd name="connsiteY314" fmla="*/ 169069 h 184784"/>
                <a:gd name="connsiteX315" fmla="*/ 220503 w 250983"/>
                <a:gd name="connsiteY315" fmla="*/ 169069 h 184784"/>
                <a:gd name="connsiteX316" fmla="*/ 220980 w 250983"/>
                <a:gd name="connsiteY316" fmla="*/ 170974 h 184784"/>
                <a:gd name="connsiteX317" fmla="*/ 222409 w 250983"/>
                <a:gd name="connsiteY317" fmla="*/ 172402 h 184784"/>
                <a:gd name="connsiteX318" fmla="*/ 223361 w 250983"/>
                <a:gd name="connsiteY318" fmla="*/ 173355 h 184784"/>
                <a:gd name="connsiteX319" fmla="*/ 225266 w 250983"/>
                <a:gd name="connsiteY319" fmla="*/ 171926 h 184784"/>
                <a:gd name="connsiteX320" fmla="*/ 228124 w 250983"/>
                <a:gd name="connsiteY320" fmla="*/ 172402 h 184784"/>
                <a:gd name="connsiteX321" fmla="*/ 232410 w 250983"/>
                <a:gd name="connsiteY321" fmla="*/ 173355 h 184784"/>
                <a:gd name="connsiteX322" fmla="*/ 232886 w 250983"/>
                <a:gd name="connsiteY322" fmla="*/ 172402 h 184784"/>
                <a:gd name="connsiteX323" fmla="*/ 236220 w 250983"/>
                <a:gd name="connsiteY323" fmla="*/ 166688 h 184784"/>
                <a:gd name="connsiteX324" fmla="*/ 236220 w 250983"/>
                <a:gd name="connsiteY324" fmla="*/ 164306 h 184784"/>
                <a:gd name="connsiteX325" fmla="*/ 235744 w 250983"/>
                <a:gd name="connsiteY325" fmla="*/ 162877 h 184784"/>
                <a:gd name="connsiteX326" fmla="*/ 237649 w 250983"/>
                <a:gd name="connsiteY326" fmla="*/ 159067 h 184784"/>
                <a:gd name="connsiteX327" fmla="*/ 239077 w 250983"/>
                <a:gd name="connsiteY327" fmla="*/ 157163 h 184784"/>
                <a:gd name="connsiteX328" fmla="*/ 239553 w 250983"/>
                <a:gd name="connsiteY328" fmla="*/ 155734 h 184784"/>
                <a:gd name="connsiteX329" fmla="*/ 239553 w 250983"/>
                <a:gd name="connsiteY329" fmla="*/ 153352 h 184784"/>
                <a:gd name="connsiteX330" fmla="*/ 238601 w 250983"/>
                <a:gd name="connsiteY330" fmla="*/ 152876 h 184784"/>
                <a:gd name="connsiteX331" fmla="*/ 237172 w 250983"/>
                <a:gd name="connsiteY331" fmla="*/ 152876 h 184784"/>
                <a:gd name="connsiteX332" fmla="*/ 235268 w 250983"/>
                <a:gd name="connsiteY332" fmla="*/ 152400 h 184784"/>
                <a:gd name="connsiteX333" fmla="*/ 232886 w 250983"/>
                <a:gd name="connsiteY333" fmla="*/ 150971 h 184784"/>
                <a:gd name="connsiteX334" fmla="*/ 231457 w 250983"/>
                <a:gd name="connsiteY334" fmla="*/ 150019 h 184784"/>
                <a:gd name="connsiteX335" fmla="*/ 231934 w 250983"/>
                <a:gd name="connsiteY335" fmla="*/ 144780 h 184784"/>
                <a:gd name="connsiteX336" fmla="*/ 231934 w 250983"/>
                <a:gd name="connsiteY336" fmla="*/ 142875 h 184784"/>
                <a:gd name="connsiteX337" fmla="*/ 232886 w 250983"/>
                <a:gd name="connsiteY337" fmla="*/ 141922 h 184784"/>
                <a:gd name="connsiteX338" fmla="*/ 234315 w 250983"/>
                <a:gd name="connsiteY338" fmla="*/ 141922 h 184784"/>
                <a:gd name="connsiteX339" fmla="*/ 238601 w 250983"/>
                <a:gd name="connsiteY339" fmla="*/ 141446 h 184784"/>
                <a:gd name="connsiteX340" fmla="*/ 241935 w 250983"/>
                <a:gd name="connsiteY340" fmla="*/ 142399 h 184784"/>
                <a:gd name="connsiteX341" fmla="*/ 244793 w 250983"/>
                <a:gd name="connsiteY341" fmla="*/ 142399 h 184784"/>
                <a:gd name="connsiteX342" fmla="*/ 246221 w 250983"/>
                <a:gd name="connsiteY342" fmla="*/ 142399 h 184784"/>
                <a:gd name="connsiteX343" fmla="*/ 247174 w 250983"/>
                <a:gd name="connsiteY343" fmla="*/ 144304 h 184784"/>
                <a:gd name="connsiteX344" fmla="*/ 249078 w 250983"/>
                <a:gd name="connsiteY344" fmla="*/ 145732 h 184784"/>
                <a:gd name="connsiteX345" fmla="*/ 250507 w 250983"/>
                <a:gd name="connsiteY345" fmla="*/ 145732 h 184784"/>
                <a:gd name="connsiteX346" fmla="*/ 250984 w 250983"/>
                <a:gd name="connsiteY346" fmla="*/ 144304 h 184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250983" h="184784">
                  <a:moveTo>
                    <a:pt x="250507" y="139541"/>
                  </a:moveTo>
                  <a:lnTo>
                    <a:pt x="249555" y="136684"/>
                  </a:lnTo>
                  <a:lnTo>
                    <a:pt x="247650" y="133826"/>
                  </a:lnTo>
                  <a:lnTo>
                    <a:pt x="241935" y="131921"/>
                  </a:lnTo>
                  <a:lnTo>
                    <a:pt x="241459" y="128588"/>
                  </a:lnTo>
                  <a:lnTo>
                    <a:pt x="242411" y="125254"/>
                  </a:lnTo>
                  <a:lnTo>
                    <a:pt x="243364" y="123825"/>
                  </a:lnTo>
                  <a:lnTo>
                    <a:pt x="247650" y="121920"/>
                  </a:lnTo>
                  <a:lnTo>
                    <a:pt x="246697" y="120491"/>
                  </a:lnTo>
                  <a:lnTo>
                    <a:pt x="245745" y="119539"/>
                  </a:lnTo>
                  <a:lnTo>
                    <a:pt x="242888" y="118110"/>
                  </a:lnTo>
                  <a:lnTo>
                    <a:pt x="243364" y="114300"/>
                  </a:lnTo>
                  <a:lnTo>
                    <a:pt x="243840" y="110490"/>
                  </a:lnTo>
                  <a:lnTo>
                    <a:pt x="241459" y="110966"/>
                  </a:lnTo>
                  <a:lnTo>
                    <a:pt x="239077" y="110966"/>
                  </a:lnTo>
                  <a:lnTo>
                    <a:pt x="237172" y="110014"/>
                  </a:lnTo>
                  <a:lnTo>
                    <a:pt x="235268" y="107632"/>
                  </a:lnTo>
                  <a:lnTo>
                    <a:pt x="235268" y="101917"/>
                  </a:lnTo>
                  <a:lnTo>
                    <a:pt x="235268" y="94774"/>
                  </a:lnTo>
                  <a:lnTo>
                    <a:pt x="234791" y="91440"/>
                  </a:lnTo>
                  <a:lnTo>
                    <a:pt x="235268" y="90011"/>
                  </a:lnTo>
                  <a:lnTo>
                    <a:pt x="237649" y="88582"/>
                  </a:lnTo>
                  <a:lnTo>
                    <a:pt x="239553" y="86677"/>
                  </a:lnTo>
                  <a:lnTo>
                    <a:pt x="240506" y="85249"/>
                  </a:lnTo>
                  <a:lnTo>
                    <a:pt x="240982" y="82867"/>
                  </a:lnTo>
                  <a:lnTo>
                    <a:pt x="240506" y="81439"/>
                  </a:lnTo>
                  <a:lnTo>
                    <a:pt x="240030" y="80010"/>
                  </a:lnTo>
                  <a:lnTo>
                    <a:pt x="232410" y="75724"/>
                  </a:lnTo>
                  <a:lnTo>
                    <a:pt x="230981" y="74295"/>
                  </a:lnTo>
                  <a:lnTo>
                    <a:pt x="230028" y="70009"/>
                  </a:lnTo>
                  <a:lnTo>
                    <a:pt x="229076" y="65246"/>
                  </a:lnTo>
                  <a:lnTo>
                    <a:pt x="229076" y="62865"/>
                  </a:lnTo>
                  <a:lnTo>
                    <a:pt x="229552" y="60484"/>
                  </a:lnTo>
                  <a:lnTo>
                    <a:pt x="229552" y="58579"/>
                  </a:lnTo>
                  <a:lnTo>
                    <a:pt x="228600" y="57150"/>
                  </a:lnTo>
                  <a:lnTo>
                    <a:pt x="226219" y="55721"/>
                  </a:lnTo>
                  <a:lnTo>
                    <a:pt x="223838" y="55245"/>
                  </a:lnTo>
                  <a:lnTo>
                    <a:pt x="220980" y="56674"/>
                  </a:lnTo>
                  <a:lnTo>
                    <a:pt x="219551" y="57150"/>
                  </a:lnTo>
                  <a:lnTo>
                    <a:pt x="218122" y="57150"/>
                  </a:lnTo>
                  <a:lnTo>
                    <a:pt x="217646" y="56674"/>
                  </a:lnTo>
                  <a:lnTo>
                    <a:pt x="217646" y="55721"/>
                  </a:lnTo>
                  <a:lnTo>
                    <a:pt x="220980" y="50959"/>
                  </a:lnTo>
                  <a:lnTo>
                    <a:pt x="222409" y="48577"/>
                  </a:lnTo>
                  <a:lnTo>
                    <a:pt x="224314" y="47149"/>
                  </a:lnTo>
                  <a:lnTo>
                    <a:pt x="225743" y="46672"/>
                  </a:lnTo>
                  <a:lnTo>
                    <a:pt x="226695" y="45244"/>
                  </a:lnTo>
                  <a:lnTo>
                    <a:pt x="226695" y="44291"/>
                  </a:lnTo>
                  <a:lnTo>
                    <a:pt x="226219" y="43815"/>
                  </a:lnTo>
                  <a:lnTo>
                    <a:pt x="224314" y="42863"/>
                  </a:lnTo>
                  <a:lnTo>
                    <a:pt x="220980" y="40481"/>
                  </a:lnTo>
                  <a:lnTo>
                    <a:pt x="219075" y="40481"/>
                  </a:lnTo>
                  <a:lnTo>
                    <a:pt x="217646" y="39529"/>
                  </a:lnTo>
                  <a:lnTo>
                    <a:pt x="215741" y="35719"/>
                  </a:lnTo>
                  <a:lnTo>
                    <a:pt x="215265" y="35242"/>
                  </a:lnTo>
                  <a:lnTo>
                    <a:pt x="213360" y="34766"/>
                  </a:lnTo>
                  <a:lnTo>
                    <a:pt x="211931" y="33814"/>
                  </a:lnTo>
                  <a:lnTo>
                    <a:pt x="212407" y="29527"/>
                  </a:lnTo>
                  <a:lnTo>
                    <a:pt x="212407" y="25241"/>
                  </a:lnTo>
                  <a:lnTo>
                    <a:pt x="209074" y="19050"/>
                  </a:lnTo>
                  <a:lnTo>
                    <a:pt x="207645" y="15240"/>
                  </a:lnTo>
                  <a:lnTo>
                    <a:pt x="206216" y="10954"/>
                  </a:lnTo>
                  <a:lnTo>
                    <a:pt x="204788" y="9049"/>
                  </a:lnTo>
                  <a:lnTo>
                    <a:pt x="201930" y="7620"/>
                  </a:lnTo>
                  <a:lnTo>
                    <a:pt x="198596" y="6191"/>
                  </a:lnTo>
                  <a:lnTo>
                    <a:pt x="195739" y="6191"/>
                  </a:lnTo>
                  <a:lnTo>
                    <a:pt x="193834" y="6667"/>
                  </a:lnTo>
                  <a:lnTo>
                    <a:pt x="192405" y="7144"/>
                  </a:lnTo>
                  <a:lnTo>
                    <a:pt x="192881" y="7620"/>
                  </a:lnTo>
                  <a:lnTo>
                    <a:pt x="194310" y="10477"/>
                  </a:lnTo>
                  <a:lnTo>
                    <a:pt x="194786" y="11906"/>
                  </a:lnTo>
                  <a:lnTo>
                    <a:pt x="194310" y="13335"/>
                  </a:lnTo>
                  <a:lnTo>
                    <a:pt x="193834" y="14288"/>
                  </a:lnTo>
                  <a:lnTo>
                    <a:pt x="192405" y="14288"/>
                  </a:lnTo>
                  <a:lnTo>
                    <a:pt x="189547" y="15240"/>
                  </a:lnTo>
                  <a:lnTo>
                    <a:pt x="186214" y="16669"/>
                  </a:lnTo>
                  <a:lnTo>
                    <a:pt x="183832" y="18097"/>
                  </a:lnTo>
                  <a:lnTo>
                    <a:pt x="181927" y="21431"/>
                  </a:lnTo>
                  <a:lnTo>
                    <a:pt x="180499" y="21907"/>
                  </a:lnTo>
                  <a:lnTo>
                    <a:pt x="178118" y="21431"/>
                  </a:lnTo>
                  <a:lnTo>
                    <a:pt x="171926" y="19050"/>
                  </a:lnTo>
                  <a:lnTo>
                    <a:pt x="166211" y="16669"/>
                  </a:lnTo>
                  <a:lnTo>
                    <a:pt x="162877" y="15716"/>
                  </a:lnTo>
                  <a:lnTo>
                    <a:pt x="160496" y="16192"/>
                  </a:lnTo>
                  <a:lnTo>
                    <a:pt x="159544" y="16669"/>
                  </a:lnTo>
                  <a:lnTo>
                    <a:pt x="156210" y="18097"/>
                  </a:lnTo>
                  <a:lnTo>
                    <a:pt x="151924" y="23336"/>
                  </a:lnTo>
                  <a:lnTo>
                    <a:pt x="150971" y="24765"/>
                  </a:lnTo>
                  <a:lnTo>
                    <a:pt x="150019" y="25241"/>
                  </a:lnTo>
                  <a:lnTo>
                    <a:pt x="149066" y="26194"/>
                  </a:lnTo>
                  <a:lnTo>
                    <a:pt x="148114" y="26194"/>
                  </a:lnTo>
                  <a:lnTo>
                    <a:pt x="147161" y="25717"/>
                  </a:lnTo>
                  <a:lnTo>
                    <a:pt x="146685" y="25241"/>
                  </a:lnTo>
                  <a:lnTo>
                    <a:pt x="144780" y="21431"/>
                  </a:lnTo>
                  <a:lnTo>
                    <a:pt x="142399" y="17621"/>
                  </a:lnTo>
                  <a:lnTo>
                    <a:pt x="140494" y="15716"/>
                  </a:lnTo>
                  <a:lnTo>
                    <a:pt x="138113" y="15716"/>
                  </a:lnTo>
                  <a:lnTo>
                    <a:pt x="135731" y="17145"/>
                  </a:lnTo>
                  <a:lnTo>
                    <a:pt x="133826" y="19526"/>
                  </a:lnTo>
                  <a:lnTo>
                    <a:pt x="130969" y="21907"/>
                  </a:lnTo>
                  <a:lnTo>
                    <a:pt x="129064" y="22860"/>
                  </a:lnTo>
                  <a:lnTo>
                    <a:pt x="127635" y="22384"/>
                  </a:lnTo>
                  <a:lnTo>
                    <a:pt x="123825" y="19050"/>
                  </a:lnTo>
                  <a:lnTo>
                    <a:pt x="121444" y="17145"/>
                  </a:lnTo>
                  <a:lnTo>
                    <a:pt x="120968" y="16192"/>
                  </a:lnTo>
                  <a:lnTo>
                    <a:pt x="121920" y="14288"/>
                  </a:lnTo>
                  <a:lnTo>
                    <a:pt x="122872" y="11906"/>
                  </a:lnTo>
                  <a:lnTo>
                    <a:pt x="123825" y="10001"/>
                  </a:lnTo>
                  <a:lnTo>
                    <a:pt x="124777" y="9049"/>
                  </a:lnTo>
                  <a:lnTo>
                    <a:pt x="122396" y="8572"/>
                  </a:lnTo>
                  <a:lnTo>
                    <a:pt x="118586" y="8096"/>
                  </a:lnTo>
                  <a:lnTo>
                    <a:pt x="110490" y="9525"/>
                  </a:lnTo>
                  <a:lnTo>
                    <a:pt x="107632" y="9049"/>
                  </a:lnTo>
                  <a:lnTo>
                    <a:pt x="102394" y="9049"/>
                  </a:lnTo>
                  <a:lnTo>
                    <a:pt x="99060" y="10001"/>
                  </a:lnTo>
                  <a:lnTo>
                    <a:pt x="94297" y="11430"/>
                  </a:lnTo>
                  <a:lnTo>
                    <a:pt x="90488" y="11430"/>
                  </a:lnTo>
                  <a:lnTo>
                    <a:pt x="88582" y="10001"/>
                  </a:lnTo>
                  <a:lnTo>
                    <a:pt x="85725" y="10001"/>
                  </a:lnTo>
                  <a:lnTo>
                    <a:pt x="82868" y="9525"/>
                  </a:lnTo>
                  <a:lnTo>
                    <a:pt x="79534" y="8096"/>
                  </a:lnTo>
                  <a:lnTo>
                    <a:pt x="76676" y="7620"/>
                  </a:lnTo>
                  <a:lnTo>
                    <a:pt x="73819" y="5239"/>
                  </a:lnTo>
                  <a:lnTo>
                    <a:pt x="72390" y="4763"/>
                  </a:lnTo>
                  <a:lnTo>
                    <a:pt x="71438" y="5239"/>
                  </a:lnTo>
                  <a:lnTo>
                    <a:pt x="70485" y="6191"/>
                  </a:lnTo>
                  <a:lnTo>
                    <a:pt x="69532" y="6667"/>
                  </a:lnTo>
                  <a:lnTo>
                    <a:pt x="68103" y="6191"/>
                  </a:lnTo>
                  <a:lnTo>
                    <a:pt x="67151" y="4286"/>
                  </a:lnTo>
                  <a:lnTo>
                    <a:pt x="67627" y="2857"/>
                  </a:lnTo>
                  <a:lnTo>
                    <a:pt x="68103" y="1905"/>
                  </a:lnTo>
                  <a:lnTo>
                    <a:pt x="67151" y="1429"/>
                  </a:lnTo>
                  <a:lnTo>
                    <a:pt x="65246" y="952"/>
                  </a:lnTo>
                  <a:lnTo>
                    <a:pt x="62389" y="952"/>
                  </a:lnTo>
                  <a:lnTo>
                    <a:pt x="57150" y="476"/>
                  </a:lnTo>
                  <a:lnTo>
                    <a:pt x="56197" y="0"/>
                  </a:lnTo>
                  <a:lnTo>
                    <a:pt x="45244" y="0"/>
                  </a:lnTo>
                  <a:lnTo>
                    <a:pt x="45244" y="2381"/>
                  </a:lnTo>
                  <a:lnTo>
                    <a:pt x="47149" y="6667"/>
                  </a:lnTo>
                  <a:lnTo>
                    <a:pt x="46672" y="9525"/>
                  </a:lnTo>
                  <a:lnTo>
                    <a:pt x="45720" y="11906"/>
                  </a:lnTo>
                  <a:lnTo>
                    <a:pt x="45244" y="13335"/>
                  </a:lnTo>
                  <a:lnTo>
                    <a:pt x="44291" y="13811"/>
                  </a:lnTo>
                  <a:lnTo>
                    <a:pt x="40957" y="13811"/>
                  </a:lnTo>
                  <a:lnTo>
                    <a:pt x="40005" y="14288"/>
                  </a:lnTo>
                  <a:lnTo>
                    <a:pt x="37624" y="15240"/>
                  </a:lnTo>
                  <a:lnTo>
                    <a:pt x="37624" y="16669"/>
                  </a:lnTo>
                  <a:lnTo>
                    <a:pt x="39528" y="18097"/>
                  </a:lnTo>
                  <a:lnTo>
                    <a:pt x="40481" y="19526"/>
                  </a:lnTo>
                  <a:lnTo>
                    <a:pt x="42386" y="20955"/>
                  </a:lnTo>
                  <a:lnTo>
                    <a:pt x="44768" y="22384"/>
                  </a:lnTo>
                  <a:lnTo>
                    <a:pt x="45244" y="24289"/>
                  </a:lnTo>
                  <a:lnTo>
                    <a:pt x="45244" y="28575"/>
                  </a:lnTo>
                  <a:lnTo>
                    <a:pt x="45244" y="31909"/>
                  </a:lnTo>
                  <a:lnTo>
                    <a:pt x="37624" y="34290"/>
                  </a:lnTo>
                  <a:lnTo>
                    <a:pt x="31909" y="34766"/>
                  </a:lnTo>
                  <a:lnTo>
                    <a:pt x="27146" y="34290"/>
                  </a:lnTo>
                  <a:lnTo>
                    <a:pt x="24765" y="35242"/>
                  </a:lnTo>
                  <a:lnTo>
                    <a:pt x="20478" y="38100"/>
                  </a:lnTo>
                  <a:lnTo>
                    <a:pt x="15240" y="39529"/>
                  </a:lnTo>
                  <a:lnTo>
                    <a:pt x="12859" y="39529"/>
                  </a:lnTo>
                  <a:lnTo>
                    <a:pt x="11430" y="40481"/>
                  </a:lnTo>
                  <a:lnTo>
                    <a:pt x="9525" y="42863"/>
                  </a:lnTo>
                  <a:lnTo>
                    <a:pt x="3810" y="54292"/>
                  </a:lnTo>
                  <a:lnTo>
                    <a:pt x="1905" y="57150"/>
                  </a:lnTo>
                  <a:lnTo>
                    <a:pt x="476" y="59055"/>
                  </a:lnTo>
                  <a:lnTo>
                    <a:pt x="0" y="62389"/>
                  </a:lnTo>
                  <a:lnTo>
                    <a:pt x="1428" y="63341"/>
                  </a:lnTo>
                  <a:lnTo>
                    <a:pt x="2857" y="63341"/>
                  </a:lnTo>
                  <a:lnTo>
                    <a:pt x="4286" y="58579"/>
                  </a:lnTo>
                  <a:lnTo>
                    <a:pt x="5715" y="58102"/>
                  </a:lnTo>
                  <a:lnTo>
                    <a:pt x="7620" y="58102"/>
                  </a:lnTo>
                  <a:lnTo>
                    <a:pt x="9525" y="59055"/>
                  </a:lnTo>
                  <a:lnTo>
                    <a:pt x="10001" y="61436"/>
                  </a:lnTo>
                  <a:lnTo>
                    <a:pt x="12382" y="65722"/>
                  </a:lnTo>
                  <a:lnTo>
                    <a:pt x="12859" y="67151"/>
                  </a:lnTo>
                  <a:lnTo>
                    <a:pt x="15716" y="64770"/>
                  </a:lnTo>
                  <a:lnTo>
                    <a:pt x="16193" y="65722"/>
                  </a:lnTo>
                  <a:lnTo>
                    <a:pt x="15240" y="70009"/>
                  </a:lnTo>
                  <a:lnTo>
                    <a:pt x="15240" y="71914"/>
                  </a:lnTo>
                  <a:lnTo>
                    <a:pt x="21431" y="82391"/>
                  </a:lnTo>
                  <a:lnTo>
                    <a:pt x="30003" y="86201"/>
                  </a:lnTo>
                  <a:lnTo>
                    <a:pt x="32861" y="86201"/>
                  </a:lnTo>
                  <a:lnTo>
                    <a:pt x="34290" y="85725"/>
                  </a:lnTo>
                  <a:lnTo>
                    <a:pt x="34766" y="86677"/>
                  </a:lnTo>
                  <a:lnTo>
                    <a:pt x="35243" y="89059"/>
                  </a:lnTo>
                  <a:lnTo>
                    <a:pt x="37624" y="91916"/>
                  </a:lnTo>
                  <a:lnTo>
                    <a:pt x="41910" y="94774"/>
                  </a:lnTo>
                  <a:lnTo>
                    <a:pt x="44291" y="95250"/>
                  </a:lnTo>
                  <a:lnTo>
                    <a:pt x="45720" y="93345"/>
                  </a:lnTo>
                  <a:lnTo>
                    <a:pt x="46672" y="93345"/>
                  </a:lnTo>
                  <a:lnTo>
                    <a:pt x="46196" y="95726"/>
                  </a:lnTo>
                  <a:lnTo>
                    <a:pt x="47625" y="98107"/>
                  </a:lnTo>
                  <a:lnTo>
                    <a:pt x="47625" y="102870"/>
                  </a:lnTo>
                  <a:lnTo>
                    <a:pt x="46672" y="106680"/>
                  </a:lnTo>
                  <a:lnTo>
                    <a:pt x="50482" y="106204"/>
                  </a:lnTo>
                  <a:lnTo>
                    <a:pt x="55245" y="110490"/>
                  </a:lnTo>
                  <a:lnTo>
                    <a:pt x="56197" y="112395"/>
                  </a:lnTo>
                  <a:lnTo>
                    <a:pt x="56674" y="113824"/>
                  </a:lnTo>
                  <a:lnTo>
                    <a:pt x="60007" y="117157"/>
                  </a:lnTo>
                  <a:lnTo>
                    <a:pt x="60960" y="119063"/>
                  </a:lnTo>
                  <a:lnTo>
                    <a:pt x="59531" y="121920"/>
                  </a:lnTo>
                  <a:lnTo>
                    <a:pt x="60007" y="122872"/>
                  </a:lnTo>
                  <a:lnTo>
                    <a:pt x="61913" y="122396"/>
                  </a:lnTo>
                  <a:lnTo>
                    <a:pt x="63818" y="122396"/>
                  </a:lnTo>
                  <a:lnTo>
                    <a:pt x="65722" y="122872"/>
                  </a:lnTo>
                  <a:lnTo>
                    <a:pt x="67151" y="122396"/>
                  </a:lnTo>
                  <a:lnTo>
                    <a:pt x="69056" y="120967"/>
                  </a:lnTo>
                  <a:lnTo>
                    <a:pt x="70009" y="119539"/>
                  </a:lnTo>
                  <a:lnTo>
                    <a:pt x="71438" y="115729"/>
                  </a:lnTo>
                  <a:lnTo>
                    <a:pt x="75724" y="114300"/>
                  </a:lnTo>
                  <a:lnTo>
                    <a:pt x="78105" y="111919"/>
                  </a:lnTo>
                  <a:lnTo>
                    <a:pt x="80963" y="108109"/>
                  </a:lnTo>
                  <a:lnTo>
                    <a:pt x="81915" y="105727"/>
                  </a:lnTo>
                  <a:lnTo>
                    <a:pt x="82868" y="104299"/>
                  </a:lnTo>
                  <a:lnTo>
                    <a:pt x="83344" y="103346"/>
                  </a:lnTo>
                  <a:lnTo>
                    <a:pt x="83820" y="101917"/>
                  </a:lnTo>
                  <a:lnTo>
                    <a:pt x="85249" y="100965"/>
                  </a:lnTo>
                  <a:lnTo>
                    <a:pt x="86201" y="98107"/>
                  </a:lnTo>
                  <a:lnTo>
                    <a:pt x="87153" y="95250"/>
                  </a:lnTo>
                  <a:lnTo>
                    <a:pt x="89535" y="94297"/>
                  </a:lnTo>
                  <a:lnTo>
                    <a:pt x="94774" y="93345"/>
                  </a:lnTo>
                  <a:lnTo>
                    <a:pt x="99060" y="94774"/>
                  </a:lnTo>
                  <a:lnTo>
                    <a:pt x="106680" y="93345"/>
                  </a:lnTo>
                  <a:lnTo>
                    <a:pt x="107156" y="90964"/>
                  </a:lnTo>
                  <a:lnTo>
                    <a:pt x="113824" y="90964"/>
                  </a:lnTo>
                  <a:lnTo>
                    <a:pt x="121920" y="90964"/>
                  </a:lnTo>
                  <a:lnTo>
                    <a:pt x="128588" y="90964"/>
                  </a:lnTo>
                  <a:lnTo>
                    <a:pt x="130969" y="91440"/>
                  </a:lnTo>
                  <a:lnTo>
                    <a:pt x="131921" y="93345"/>
                  </a:lnTo>
                  <a:lnTo>
                    <a:pt x="134302" y="96202"/>
                  </a:lnTo>
                  <a:lnTo>
                    <a:pt x="136207" y="98107"/>
                  </a:lnTo>
                  <a:lnTo>
                    <a:pt x="139065" y="102394"/>
                  </a:lnTo>
                  <a:lnTo>
                    <a:pt x="142875" y="107156"/>
                  </a:lnTo>
                  <a:lnTo>
                    <a:pt x="146209" y="111442"/>
                  </a:lnTo>
                  <a:lnTo>
                    <a:pt x="148590" y="113824"/>
                  </a:lnTo>
                  <a:lnTo>
                    <a:pt x="149066" y="114776"/>
                  </a:lnTo>
                  <a:lnTo>
                    <a:pt x="148590" y="115729"/>
                  </a:lnTo>
                  <a:lnTo>
                    <a:pt x="147638" y="118110"/>
                  </a:lnTo>
                  <a:lnTo>
                    <a:pt x="146685" y="120491"/>
                  </a:lnTo>
                  <a:lnTo>
                    <a:pt x="146685" y="121444"/>
                  </a:lnTo>
                  <a:lnTo>
                    <a:pt x="147161" y="121920"/>
                  </a:lnTo>
                  <a:lnTo>
                    <a:pt x="150971" y="122396"/>
                  </a:lnTo>
                  <a:lnTo>
                    <a:pt x="151447" y="125254"/>
                  </a:lnTo>
                  <a:lnTo>
                    <a:pt x="151447" y="129064"/>
                  </a:lnTo>
                  <a:lnTo>
                    <a:pt x="153352" y="132397"/>
                  </a:lnTo>
                  <a:lnTo>
                    <a:pt x="155257" y="135255"/>
                  </a:lnTo>
                  <a:lnTo>
                    <a:pt x="154781" y="136207"/>
                  </a:lnTo>
                  <a:lnTo>
                    <a:pt x="150495" y="140494"/>
                  </a:lnTo>
                  <a:lnTo>
                    <a:pt x="149066" y="144780"/>
                  </a:lnTo>
                  <a:lnTo>
                    <a:pt x="148114" y="146209"/>
                  </a:lnTo>
                  <a:lnTo>
                    <a:pt x="147638" y="147161"/>
                  </a:lnTo>
                  <a:lnTo>
                    <a:pt x="148590" y="147638"/>
                  </a:lnTo>
                  <a:lnTo>
                    <a:pt x="150019" y="147161"/>
                  </a:lnTo>
                  <a:lnTo>
                    <a:pt x="151447" y="147638"/>
                  </a:lnTo>
                  <a:lnTo>
                    <a:pt x="152876" y="147638"/>
                  </a:lnTo>
                  <a:lnTo>
                    <a:pt x="155257" y="146209"/>
                  </a:lnTo>
                  <a:lnTo>
                    <a:pt x="158591" y="141922"/>
                  </a:lnTo>
                  <a:lnTo>
                    <a:pt x="160020" y="141446"/>
                  </a:lnTo>
                  <a:lnTo>
                    <a:pt x="162401" y="141922"/>
                  </a:lnTo>
                  <a:lnTo>
                    <a:pt x="164306" y="141922"/>
                  </a:lnTo>
                  <a:lnTo>
                    <a:pt x="167164" y="140970"/>
                  </a:lnTo>
                  <a:lnTo>
                    <a:pt x="168593" y="141446"/>
                  </a:lnTo>
                  <a:lnTo>
                    <a:pt x="169545" y="142875"/>
                  </a:lnTo>
                  <a:lnTo>
                    <a:pt x="170021" y="143827"/>
                  </a:lnTo>
                  <a:lnTo>
                    <a:pt x="178594" y="140970"/>
                  </a:lnTo>
                  <a:lnTo>
                    <a:pt x="179546" y="140017"/>
                  </a:lnTo>
                  <a:lnTo>
                    <a:pt x="180022" y="140494"/>
                  </a:lnTo>
                  <a:lnTo>
                    <a:pt x="180975" y="142875"/>
                  </a:lnTo>
                  <a:lnTo>
                    <a:pt x="181927" y="142875"/>
                  </a:lnTo>
                  <a:lnTo>
                    <a:pt x="182403" y="141922"/>
                  </a:lnTo>
                  <a:lnTo>
                    <a:pt x="182880" y="141922"/>
                  </a:lnTo>
                  <a:lnTo>
                    <a:pt x="183356" y="142399"/>
                  </a:lnTo>
                  <a:lnTo>
                    <a:pt x="184309" y="143827"/>
                  </a:lnTo>
                  <a:lnTo>
                    <a:pt x="185261" y="144780"/>
                  </a:lnTo>
                  <a:lnTo>
                    <a:pt x="187166" y="145732"/>
                  </a:lnTo>
                  <a:lnTo>
                    <a:pt x="188595" y="146685"/>
                  </a:lnTo>
                  <a:lnTo>
                    <a:pt x="188119" y="149542"/>
                  </a:lnTo>
                  <a:lnTo>
                    <a:pt x="188595" y="152400"/>
                  </a:lnTo>
                  <a:lnTo>
                    <a:pt x="189547" y="152876"/>
                  </a:lnTo>
                  <a:lnTo>
                    <a:pt x="190024" y="154781"/>
                  </a:lnTo>
                  <a:lnTo>
                    <a:pt x="190500" y="156686"/>
                  </a:lnTo>
                  <a:lnTo>
                    <a:pt x="190500" y="157639"/>
                  </a:lnTo>
                  <a:lnTo>
                    <a:pt x="190976" y="159544"/>
                  </a:lnTo>
                  <a:lnTo>
                    <a:pt x="190976" y="161449"/>
                  </a:lnTo>
                  <a:lnTo>
                    <a:pt x="191452" y="162877"/>
                  </a:lnTo>
                  <a:lnTo>
                    <a:pt x="192881" y="165259"/>
                  </a:lnTo>
                  <a:lnTo>
                    <a:pt x="193357" y="168592"/>
                  </a:lnTo>
                  <a:lnTo>
                    <a:pt x="193357" y="170497"/>
                  </a:lnTo>
                  <a:lnTo>
                    <a:pt x="192881" y="172879"/>
                  </a:lnTo>
                  <a:lnTo>
                    <a:pt x="191928" y="174784"/>
                  </a:lnTo>
                  <a:lnTo>
                    <a:pt x="190500" y="177165"/>
                  </a:lnTo>
                  <a:lnTo>
                    <a:pt x="190500" y="178117"/>
                  </a:lnTo>
                  <a:lnTo>
                    <a:pt x="191452" y="178594"/>
                  </a:lnTo>
                  <a:lnTo>
                    <a:pt x="192881" y="178594"/>
                  </a:lnTo>
                  <a:lnTo>
                    <a:pt x="193834" y="178594"/>
                  </a:lnTo>
                  <a:lnTo>
                    <a:pt x="197168" y="179546"/>
                  </a:lnTo>
                  <a:lnTo>
                    <a:pt x="198596" y="180975"/>
                  </a:lnTo>
                  <a:lnTo>
                    <a:pt x="200025" y="182880"/>
                  </a:lnTo>
                  <a:lnTo>
                    <a:pt x="201453" y="183832"/>
                  </a:lnTo>
                  <a:lnTo>
                    <a:pt x="201930" y="184785"/>
                  </a:lnTo>
                  <a:lnTo>
                    <a:pt x="204311" y="184309"/>
                  </a:lnTo>
                  <a:lnTo>
                    <a:pt x="206693" y="183356"/>
                  </a:lnTo>
                  <a:lnTo>
                    <a:pt x="207645" y="182880"/>
                  </a:lnTo>
                  <a:lnTo>
                    <a:pt x="208121" y="183356"/>
                  </a:lnTo>
                  <a:lnTo>
                    <a:pt x="210026" y="183356"/>
                  </a:lnTo>
                  <a:lnTo>
                    <a:pt x="210978" y="181451"/>
                  </a:lnTo>
                  <a:lnTo>
                    <a:pt x="211931" y="179070"/>
                  </a:lnTo>
                  <a:lnTo>
                    <a:pt x="213836" y="176213"/>
                  </a:lnTo>
                  <a:lnTo>
                    <a:pt x="214789" y="175260"/>
                  </a:lnTo>
                  <a:lnTo>
                    <a:pt x="215265" y="173831"/>
                  </a:lnTo>
                  <a:lnTo>
                    <a:pt x="215265" y="171926"/>
                  </a:lnTo>
                  <a:lnTo>
                    <a:pt x="216218" y="170021"/>
                  </a:lnTo>
                  <a:lnTo>
                    <a:pt x="217646" y="169069"/>
                  </a:lnTo>
                  <a:lnTo>
                    <a:pt x="219551" y="169069"/>
                  </a:lnTo>
                  <a:lnTo>
                    <a:pt x="220503" y="169069"/>
                  </a:lnTo>
                  <a:lnTo>
                    <a:pt x="220980" y="170974"/>
                  </a:lnTo>
                  <a:lnTo>
                    <a:pt x="222409" y="172402"/>
                  </a:lnTo>
                  <a:lnTo>
                    <a:pt x="223361" y="173355"/>
                  </a:lnTo>
                  <a:lnTo>
                    <a:pt x="225266" y="171926"/>
                  </a:lnTo>
                  <a:lnTo>
                    <a:pt x="228124" y="172402"/>
                  </a:lnTo>
                  <a:lnTo>
                    <a:pt x="232410" y="173355"/>
                  </a:lnTo>
                  <a:lnTo>
                    <a:pt x="232886" y="172402"/>
                  </a:lnTo>
                  <a:lnTo>
                    <a:pt x="236220" y="166688"/>
                  </a:lnTo>
                  <a:lnTo>
                    <a:pt x="236220" y="164306"/>
                  </a:lnTo>
                  <a:lnTo>
                    <a:pt x="235744" y="162877"/>
                  </a:lnTo>
                  <a:lnTo>
                    <a:pt x="237649" y="159067"/>
                  </a:lnTo>
                  <a:lnTo>
                    <a:pt x="239077" y="157163"/>
                  </a:lnTo>
                  <a:lnTo>
                    <a:pt x="239553" y="155734"/>
                  </a:lnTo>
                  <a:lnTo>
                    <a:pt x="239553" y="153352"/>
                  </a:lnTo>
                  <a:lnTo>
                    <a:pt x="238601" y="152876"/>
                  </a:lnTo>
                  <a:lnTo>
                    <a:pt x="237172" y="152876"/>
                  </a:lnTo>
                  <a:lnTo>
                    <a:pt x="235268" y="152400"/>
                  </a:lnTo>
                  <a:lnTo>
                    <a:pt x="232886" y="150971"/>
                  </a:lnTo>
                  <a:lnTo>
                    <a:pt x="231457" y="150019"/>
                  </a:lnTo>
                  <a:lnTo>
                    <a:pt x="231934" y="144780"/>
                  </a:lnTo>
                  <a:lnTo>
                    <a:pt x="231934" y="142875"/>
                  </a:lnTo>
                  <a:lnTo>
                    <a:pt x="232886" y="141922"/>
                  </a:lnTo>
                  <a:lnTo>
                    <a:pt x="234315" y="141922"/>
                  </a:lnTo>
                  <a:lnTo>
                    <a:pt x="238601" y="141446"/>
                  </a:lnTo>
                  <a:lnTo>
                    <a:pt x="241935" y="142399"/>
                  </a:lnTo>
                  <a:lnTo>
                    <a:pt x="244793" y="142399"/>
                  </a:lnTo>
                  <a:lnTo>
                    <a:pt x="246221" y="142399"/>
                  </a:lnTo>
                  <a:lnTo>
                    <a:pt x="247174" y="144304"/>
                  </a:lnTo>
                  <a:lnTo>
                    <a:pt x="249078" y="145732"/>
                  </a:lnTo>
                  <a:lnTo>
                    <a:pt x="250507" y="145732"/>
                  </a:lnTo>
                  <a:lnTo>
                    <a:pt x="250984" y="144304"/>
                  </a:lnTo>
                  <a:close/>
                </a:path>
              </a:pathLst>
            </a:custGeom>
            <a:grpFill/>
            <a:ln w="317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F0745C25-46DD-4EF1-B560-EC48C70A7270}"/>
                </a:ext>
              </a:extLst>
            </p:cNvPr>
            <p:cNvSpPr/>
            <p:nvPr/>
          </p:nvSpPr>
          <p:spPr>
            <a:xfrm>
              <a:off x="5147310" y="3832383"/>
              <a:ext cx="101917" cy="25717"/>
            </a:xfrm>
            <a:custGeom>
              <a:avLst/>
              <a:gdLst>
                <a:gd name="connsiteX0" fmla="*/ 100965 w 101917"/>
                <a:gd name="connsiteY0" fmla="*/ 11430 h 25717"/>
                <a:gd name="connsiteX1" fmla="*/ 96678 w 101917"/>
                <a:gd name="connsiteY1" fmla="*/ 9049 h 25717"/>
                <a:gd name="connsiteX2" fmla="*/ 90964 w 101917"/>
                <a:gd name="connsiteY2" fmla="*/ 9525 h 25717"/>
                <a:gd name="connsiteX3" fmla="*/ 89059 w 101917"/>
                <a:gd name="connsiteY3" fmla="*/ 10001 h 25717"/>
                <a:gd name="connsiteX4" fmla="*/ 86677 w 101917"/>
                <a:gd name="connsiteY4" fmla="*/ 10954 h 25717"/>
                <a:gd name="connsiteX5" fmla="*/ 84772 w 101917"/>
                <a:gd name="connsiteY5" fmla="*/ 10954 h 25717"/>
                <a:gd name="connsiteX6" fmla="*/ 82391 w 101917"/>
                <a:gd name="connsiteY6" fmla="*/ 10478 h 25717"/>
                <a:gd name="connsiteX7" fmla="*/ 78581 w 101917"/>
                <a:gd name="connsiteY7" fmla="*/ 8572 h 25717"/>
                <a:gd name="connsiteX8" fmla="*/ 76676 w 101917"/>
                <a:gd name="connsiteY8" fmla="*/ 6667 h 25717"/>
                <a:gd name="connsiteX9" fmla="*/ 73342 w 101917"/>
                <a:gd name="connsiteY9" fmla="*/ 5715 h 25717"/>
                <a:gd name="connsiteX10" fmla="*/ 70009 w 101917"/>
                <a:gd name="connsiteY10" fmla="*/ 4763 h 25717"/>
                <a:gd name="connsiteX11" fmla="*/ 64294 w 101917"/>
                <a:gd name="connsiteY11" fmla="*/ 953 h 25717"/>
                <a:gd name="connsiteX12" fmla="*/ 60960 w 101917"/>
                <a:gd name="connsiteY12" fmla="*/ 0 h 25717"/>
                <a:gd name="connsiteX13" fmla="*/ 58102 w 101917"/>
                <a:gd name="connsiteY13" fmla="*/ 0 h 25717"/>
                <a:gd name="connsiteX14" fmla="*/ 52864 w 101917"/>
                <a:gd name="connsiteY14" fmla="*/ 953 h 25717"/>
                <a:gd name="connsiteX15" fmla="*/ 47625 w 101917"/>
                <a:gd name="connsiteY15" fmla="*/ 2857 h 25717"/>
                <a:gd name="connsiteX16" fmla="*/ 44767 w 101917"/>
                <a:gd name="connsiteY16" fmla="*/ 7620 h 25717"/>
                <a:gd name="connsiteX17" fmla="*/ 39052 w 101917"/>
                <a:gd name="connsiteY17" fmla="*/ 7620 h 25717"/>
                <a:gd name="connsiteX18" fmla="*/ 28098 w 101917"/>
                <a:gd name="connsiteY18" fmla="*/ 7620 h 25717"/>
                <a:gd name="connsiteX19" fmla="*/ 17621 w 101917"/>
                <a:gd name="connsiteY19" fmla="*/ 7144 h 25717"/>
                <a:gd name="connsiteX20" fmla="*/ 8572 w 101917"/>
                <a:gd name="connsiteY20" fmla="*/ 7620 h 25717"/>
                <a:gd name="connsiteX21" fmla="*/ 10001 w 101917"/>
                <a:gd name="connsiteY21" fmla="*/ 11906 h 25717"/>
                <a:gd name="connsiteX22" fmla="*/ 12859 w 101917"/>
                <a:gd name="connsiteY22" fmla="*/ 15716 h 25717"/>
                <a:gd name="connsiteX23" fmla="*/ 16192 w 101917"/>
                <a:gd name="connsiteY23" fmla="*/ 16192 h 25717"/>
                <a:gd name="connsiteX24" fmla="*/ 23336 w 101917"/>
                <a:gd name="connsiteY24" fmla="*/ 12382 h 25717"/>
                <a:gd name="connsiteX25" fmla="*/ 32861 w 101917"/>
                <a:gd name="connsiteY25" fmla="*/ 11906 h 25717"/>
                <a:gd name="connsiteX26" fmla="*/ 42386 w 101917"/>
                <a:gd name="connsiteY26" fmla="*/ 10478 h 25717"/>
                <a:gd name="connsiteX27" fmla="*/ 47148 w 101917"/>
                <a:gd name="connsiteY27" fmla="*/ 11430 h 25717"/>
                <a:gd name="connsiteX28" fmla="*/ 47625 w 101917"/>
                <a:gd name="connsiteY28" fmla="*/ 11906 h 25717"/>
                <a:gd name="connsiteX29" fmla="*/ 45720 w 101917"/>
                <a:gd name="connsiteY29" fmla="*/ 11906 h 25717"/>
                <a:gd name="connsiteX30" fmla="*/ 40957 w 101917"/>
                <a:gd name="connsiteY30" fmla="*/ 11906 h 25717"/>
                <a:gd name="connsiteX31" fmla="*/ 34766 w 101917"/>
                <a:gd name="connsiteY31" fmla="*/ 13335 h 25717"/>
                <a:gd name="connsiteX32" fmla="*/ 28575 w 101917"/>
                <a:gd name="connsiteY32" fmla="*/ 13811 h 25717"/>
                <a:gd name="connsiteX33" fmla="*/ 22384 w 101917"/>
                <a:gd name="connsiteY33" fmla="*/ 14764 h 25717"/>
                <a:gd name="connsiteX34" fmla="*/ 21431 w 101917"/>
                <a:gd name="connsiteY34" fmla="*/ 16669 h 25717"/>
                <a:gd name="connsiteX35" fmla="*/ 21431 w 101917"/>
                <a:gd name="connsiteY35" fmla="*/ 18097 h 25717"/>
                <a:gd name="connsiteX36" fmla="*/ 18573 w 101917"/>
                <a:gd name="connsiteY36" fmla="*/ 17621 h 25717"/>
                <a:gd name="connsiteX37" fmla="*/ 13811 w 101917"/>
                <a:gd name="connsiteY37" fmla="*/ 18574 h 25717"/>
                <a:gd name="connsiteX38" fmla="*/ 9048 w 101917"/>
                <a:gd name="connsiteY38" fmla="*/ 17621 h 25717"/>
                <a:gd name="connsiteX39" fmla="*/ 7620 w 101917"/>
                <a:gd name="connsiteY39" fmla="*/ 15716 h 25717"/>
                <a:gd name="connsiteX40" fmla="*/ 7144 w 101917"/>
                <a:gd name="connsiteY40" fmla="*/ 12859 h 25717"/>
                <a:gd name="connsiteX41" fmla="*/ 5239 w 101917"/>
                <a:gd name="connsiteY41" fmla="*/ 11430 h 25717"/>
                <a:gd name="connsiteX42" fmla="*/ 2381 w 101917"/>
                <a:gd name="connsiteY42" fmla="*/ 13335 h 25717"/>
                <a:gd name="connsiteX43" fmla="*/ 0 w 101917"/>
                <a:gd name="connsiteY43" fmla="*/ 16192 h 25717"/>
                <a:gd name="connsiteX44" fmla="*/ 1905 w 101917"/>
                <a:gd name="connsiteY44" fmla="*/ 22860 h 25717"/>
                <a:gd name="connsiteX45" fmla="*/ 1905 w 101917"/>
                <a:gd name="connsiteY45" fmla="*/ 25717 h 25717"/>
                <a:gd name="connsiteX46" fmla="*/ 3810 w 101917"/>
                <a:gd name="connsiteY46" fmla="*/ 23813 h 25717"/>
                <a:gd name="connsiteX47" fmla="*/ 5715 w 101917"/>
                <a:gd name="connsiteY47" fmla="*/ 22384 h 25717"/>
                <a:gd name="connsiteX48" fmla="*/ 13335 w 101917"/>
                <a:gd name="connsiteY48" fmla="*/ 22384 h 25717"/>
                <a:gd name="connsiteX49" fmla="*/ 20002 w 101917"/>
                <a:gd name="connsiteY49" fmla="*/ 22384 h 25717"/>
                <a:gd name="connsiteX50" fmla="*/ 26670 w 101917"/>
                <a:gd name="connsiteY50" fmla="*/ 22384 h 25717"/>
                <a:gd name="connsiteX51" fmla="*/ 33814 w 101917"/>
                <a:gd name="connsiteY51" fmla="*/ 22384 h 25717"/>
                <a:gd name="connsiteX52" fmla="*/ 34290 w 101917"/>
                <a:gd name="connsiteY52" fmla="*/ 16669 h 25717"/>
                <a:gd name="connsiteX53" fmla="*/ 36195 w 101917"/>
                <a:gd name="connsiteY53" fmla="*/ 16192 h 25717"/>
                <a:gd name="connsiteX54" fmla="*/ 39528 w 101917"/>
                <a:gd name="connsiteY54" fmla="*/ 15716 h 25717"/>
                <a:gd name="connsiteX55" fmla="*/ 45720 w 101917"/>
                <a:gd name="connsiteY55" fmla="*/ 14764 h 25717"/>
                <a:gd name="connsiteX56" fmla="*/ 52388 w 101917"/>
                <a:gd name="connsiteY56" fmla="*/ 14288 h 25717"/>
                <a:gd name="connsiteX57" fmla="*/ 53816 w 101917"/>
                <a:gd name="connsiteY57" fmla="*/ 13335 h 25717"/>
                <a:gd name="connsiteX58" fmla="*/ 54769 w 101917"/>
                <a:gd name="connsiteY58" fmla="*/ 10954 h 25717"/>
                <a:gd name="connsiteX59" fmla="*/ 55245 w 101917"/>
                <a:gd name="connsiteY59" fmla="*/ 9525 h 25717"/>
                <a:gd name="connsiteX60" fmla="*/ 56673 w 101917"/>
                <a:gd name="connsiteY60" fmla="*/ 8572 h 25717"/>
                <a:gd name="connsiteX61" fmla="*/ 58578 w 101917"/>
                <a:gd name="connsiteY61" fmla="*/ 9525 h 25717"/>
                <a:gd name="connsiteX62" fmla="*/ 60960 w 101917"/>
                <a:gd name="connsiteY62" fmla="*/ 10001 h 25717"/>
                <a:gd name="connsiteX63" fmla="*/ 63817 w 101917"/>
                <a:gd name="connsiteY63" fmla="*/ 11430 h 25717"/>
                <a:gd name="connsiteX64" fmla="*/ 66675 w 101917"/>
                <a:gd name="connsiteY64" fmla="*/ 12859 h 25717"/>
                <a:gd name="connsiteX65" fmla="*/ 68580 w 101917"/>
                <a:gd name="connsiteY65" fmla="*/ 13811 h 25717"/>
                <a:gd name="connsiteX66" fmla="*/ 73342 w 101917"/>
                <a:gd name="connsiteY66" fmla="*/ 15716 h 25717"/>
                <a:gd name="connsiteX67" fmla="*/ 80963 w 101917"/>
                <a:gd name="connsiteY67" fmla="*/ 18574 h 25717"/>
                <a:gd name="connsiteX68" fmla="*/ 87630 w 101917"/>
                <a:gd name="connsiteY68" fmla="*/ 19526 h 25717"/>
                <a:gd name="connsiteX69" fmla="*/ 95250 w 101917"/>
                <a:gd name="connsiteY69" fmla="*/ 17621 h 25717"/>
                <a:gd name="connsiteX70" fmla="*/ 100965 w 101917"/>
                <a:gd name="connsiteY70" fmla="*/ 16192 h 25717"/>
                <a:gd name="connsiteX71" fmla="*/ 101917 w 101917"/>
                <a:gd name="connsiteY71" fmla="*/ 13811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917" h="25717">
                  <a:moveTo>
                    <a:pt x="100965" y="11430"/>
                  </a:moveTo>
                  <a:lnTo>
                    <a:pt x="96678" y="9049"/>
                  </a:lnTo>
                  <a:lnTo>
                    <a:pt x="90964" y="9525"/>
                  </a:lnTo>
                  <a:lnTo>
                    <a:pt x="89059" y="10001"/>
                  </a:lnTo>
                  <a:lnTo>
                    <a:pt x="86677" y="10954"/>
                  </a:lnTo>
                  <a:lnTo>
                    <a:pt x="84772" y="10954"/>
                  </a:lnTo>
                  <a:lnTo>
                    <a:pt x="82391" y="10478"/>
                  </a:lnTo>
                  <a:lnTo>
                    <a:pt x="78581" y="8572"/>
                  </a:lnTo>
                  <a:lnTo>
                    <a:pt x="76676" y="6667"/>
                  </a:lnTo>
                  <a:lnTo>
                    <a:pt x="73342" y="5715"/>
                  </a:lnTo>
                  <a:lnTo>
                    <a:pt x="70009" y="4763"/>
                  </a:lnTo>
                  <a:lnTo>
                    <a:pt x="64294" y="953"/>
                  </a:lnTo>
                  <a:lnTo>
                    <a:pt x="60960" y="0"/>
                  </a:lnTo>
                  <a:lnTo>
                    <a:pt x="58102" y="0"/>
                  </a:lnTo>
                  <a:lnTo>
                    <a:pt x="52864" y="953"/>
                  </a:lnTo>
                  <a:lnTo>
                    <a:pt x="47625" y="2857"/>
                  </a:lnTo>
                  <a:lnTo>
                    <a:pt x="44767" y="7620"/>
                  </a:lnTo>
                  <a:lnTo>
                    <a:pt x="39052" y="7620"/>
                  </a:lnTo>
                  <a:lnTo>
                    <a:pt x="28098" y="7620"/>
                  </a:lnTo>
                  <a:lnTo>
                    <a:pt x="17621" y="7144"/>
                  </a:lnTo>
                  <a:lnTo>
                    <a:pt x="8572" y="7620"/>
                  </a:lnTo>
                  <a:lnTo>
                    <a:pt x="10001" y="11906"/>
                  </a:lnTo>
                  <a:lnTo>
                    <a:pt x="12859" y="15716"/>
                  </a:lnTo>
                  <a:lnTo>
                    <a:pt x="16192" y="16192"/>
                  </a:lnTo>
                  <a:lnTo>
                    <a:pt x="23336" y="12382"/>
                  </a:lnTo>
                  <a:lnTo>
                    <a:pt x="32861" y="11906"/>
                  </a:lnTo>
                  <a:lnTo>
                    <a:pt x="42386" y="10478"/>
                  </a:lnTo>
                  <a:lnTo>
                    <a:pt x="47148" y="11430"/>
                  </a:lnTo>
                  <a:lnTo>
                    <a:pt x="47625" y="11906"/>
                  </a:lnTo>
                  <a:lnTo>
                    <a:pt x="45720" y="11906"/>
                  </a:lnTo>
                  <a:lnTo>
                    <a:pt x="40957" y="11906"/>
                  </a:lnTo>
                  <a:lnTo>
                    <a:pt x="34766" y="13335"/>
                  </a:lnTo>
                  <a:lnTo>
                    <a:pt x="28575" y="13811"/>
                  </a:lnTo>
                  <a:lnTo>
                    <a:pt x="22384" y="14764"/>
                  </a:lnTo>
                  <a:lnTo>
                    <a:pt x="21431" y="16669"/>
                  </a:lnTo>
                  <a:lnTo>
                    <a:pt x="21431" y="18097"/>
                  </a:lnTo>
                  <a:lnTo>
                    <a:pt x="18573" y="17621"/>
                  </a:lnTo>
                  <a:lnTo>
                    <a:pt x="13811" y="18574"/>
                  </a:lnTo>
                  <a:lnTo>
                    <a:pt x="9048" y="17621"/>
                  </a:lnTo>
                  <a:lnTo>
                    <a:pt x="7620" y="15716"/>
                  </a:lnTo>
                  <a:lnTo>
                    <a:pt x="7144" y="12859"/>
                  </a:lnTo>
                  <a:lnTo>
                    <a:pt x="5239" y="11430"/>
                  </a:lnTo>
                  <a:lnTo>
                    <a:pt x="2381" y="13335"/>
                  </a:lnTo>
                  <a:lnTo>
                    <a:pt x="0" y="16192"/>
                  </a:lnTo>
                  <a:lnTo>
                    <a:pt x="1905" y="22860"/>
                  </a:lnTo>
                  <a:lnTo>
                    <a:pt x="1905" y="25717"/>
                  </a:lnTo>
                  <a:lnTo>
                    <a:pt x="3810" y="23813"/>
                  </a:lnTo>
                  <a:lnTo>
                    <a:pt x="5715" y="22384"/>
                  </a:lnTo>
                  <a:lnTo>
                    <a:pt x="13335" y="22384"/>
                  </a:lnTo>
                  <a:lnTo>
                    <a:pt x="20002" y="22384"/>
                  </a:lnTo>
                  <a:lnTo>
                    <a:pt x="26670" y="22384"/>
                  </a:lnTo>
                  <a:lnTo>
                    <a:pt x="33814" y="22384"/>
                  </a:lnTo>
                  <a:lnTo>
                    <a:pt x="34290" y="16669"/>
                  </a:lnTo>
                  <a:lnTo>
                    <a:pt x="36195" y="16192"/>
                  </a:lnTo>
                  <a:lnTo>
                    <a:pt x="39528" y="15716"/>
                  </a:lnTo>
                  <a:lnTo>
                    <a:pt x="45720" y="14764"/>
                  </a:lnTo>
                  <a:lnTo>
                    <a:pt x="52388" y="14288"/>
                  </a:lnTo>
                  <a:lnTo>
                    <a:pt x="53816" y="13335"/>
                  </a:lnTo>
                  <a:lnTo>
                    <a:pt x="54769" y="10954"/>
                  </a:lnTo>
                  <a:lnTo>
                    <a:pt x="55245" y="9525"/>
                  </a:lnTo>
                  <a:lnTo>
                    <a:pt x="56673" y="8572"/>
                  </a:lnTo>
                  <a:lnTo>
                    <a:pt x="58578" y="9525"/>
                  </a:lnTo>
                  <a:lnTo>
                    <a:pt x="60960" y="10001"/>
                  </a:lnTo>
                  <a:lnTo>
                    <a:pt x="63817" y="11430"/>
                  </a:lnTo>
                  <a:lnTo>
                    <a:pt x="66675" y="12859"/>
                  </a:lnTo>
                  <a:lnTo>
                    <a:pt x="68580" y="13811"/>
                  </a:lnTo>
                  <a:lnTo>
                    <a:pt x="73342" y="15716"/>
                  </a:lnTo>
                  <a:lnTo>
                    <a:pt x="80963" y="18574"/>
                  </a:lnTo>
                  <a:lnTo>
                    <a:pt x="87630" y="19526"/>
                  </a:lnTo>
                  <a:lnTo>
                    <a:pt x="95250" y="17621"/>
                  </a:lnTo>
                  <a:lnTo>
                    <a:pt x="100965" y="16192"/>
                  </a:lnTo>
                  <a:lnTo>
                    <a:pt x="101917" y="13811"/>
                  </a:lnTo>
                  <a:close/>
                </a:path>
              </a:pathLst>
            </a:custGeom>
            <a:grpFill/>
            <a:ln w="317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1AE063FC-0678-4B33-AFE0-0C0B6AF34F7A}"/>
                </a:ext>
              </a:extLst>
            </p:cNvPr>
            <p:cNvSpPr/>
            <p:nvPr/>
          </p:nvSpPr>
          <p:spPr>
            <a:xfrm>
              <a:off x="3241357" y="462914"/>
              <a:ext cx="2088356" cy="1536858"/>
            </a:xfrm>
            <a:custGeom>
              <a:avLst/>
              <a:gdLst>
                <a:gd name="connsiteX0" fmla="*/ 649605 w 2088356"/>
                <a:gd name="connsiteY0" fmla="*/ 1020604 h 1536858"/>
                <a:gd name="connsiteX1" fmla="*/ 655796 w 2088356"/>
                <a:gd name="connsiteY1" fmla="*/ 1020604 h 1536858"/>
                <a:gd name="connsiteX2" fmla="*/ 675323 w 2088356"/>
                <a:gd name="connsiteY2" fmla="*/ 1015365 h 1536858"/>
                <a:gd name="connsiteX3" fmla="*/ 683419 w 2088356"/>
                <a:gd name="connsiteY3" fmla="*/ 1013936 h 1536858"/>
                <a:gd name="connsiteX4" fmla="*/ 705803 w 2088356"/>
                <a:gd name="connsiteY4" fmla="*/ 1006316 h 1536858"/>
                <a:gd name="connsiteX5" fmla="*/ 710089 w 2088356"/>
                <a:gd name="connsiteY5" fmla="*/ 1002506 h 1536858"/>
                <a:gd name="connsiteX6" fmla="*/ 712946 w 2088356"/>
                <a:gd name="connsiteY6" fmla="*/ 999173 h 1536858"/>
                <a:gd name="connsiteX7" fmla="*/ 712470 w 2088356"/>
                <a:gd name="connsiteY7" fmla="*/ 997268 h 1536858"/>
                <a:gd name="connsiteX8" fmla="*/ 710089 w 2088356"/>
                <a:gd name="connsiteY8" fmla="*/ 995839 h 1536858"/>
                <a:gd name="connsiteX9" fmla="*/ 709136 w 2088356"/>
                <a:gd name="connsiteY9" fmla="*/ 994410 h 1536858"/>
                <a:gd name="connsiteX10" fmla="*/ 710089 w 2088356"/>
                <a:gd name="connsiteY10" fmla="*/ 993458 h 1536858"/>
                <a:gd name="connsiteX11" fmla="*/ 710565 w 2088356"/>
                <a:gd name="connsiteY11" fmla="*/ 992505 h 1536858"/>
                <a:gd name="connsiteX12" fmla="*/ 710565 w 2088356"/>
                <a:gd name="connsiteY12" fmla="*/ 991076 h 1536858"/>
                <a:gd name="connsiteX13" fmla="*/ 709613 w 2088356"/>
                <a:gd name="connsiteY13" fmla="*/ 988695 h 1536858"/>
                <a:gd name="connsiteX14" fmla="*/ 708660 w 2088356"/>
                <a:gd name="connsiteY14" fmla="*/ 987266 h 1536858"/>
                <a:gd name="connsiteX15" fmla="*/ 696754 w 2088356"/>
                <a:gd name="connsiteY15" fmla="*/ 983933 h 1536858"/>
                <a:gd name="connsiteX16" fmla="*/ 685324 w 2088356"/>
                <a:gd name="connsiteY16" fmla="*/ 979170 h 1536858"/>
                <a:gd name="connsiteX17" fmla="*/ 672465 w 2088356"/>
                <a:gd name="connsiteY17" fmla="*/ 967264 h 1536858"/>
                <a:gd name="connsiteX18" fmla="*/ 665798 w 2088356"/>
                <a:gd name="connsiteY18" fmla="*/ 963454 h 1536858"/>
                <a:gd name="connsiteX19" fmla="*/ 662940 w 2088356"/>
                <a:gd name="connsiteY19" fmla="*/ 962501 h 1536858"/>
                <a:gd name="connsiteX20" fmla="*/ 641509 w 2088356"/>
                <a:gd name="connsiteY20" fmla="*/ 957739 h 1536858"/>
                <a:gd name="connsiteX21" fmla="*/ 629126 w 2088356"/>
                <a:gd name="connsiteY21" fmla="*/ 956310 h 1536858"/>
                <a:gd name="connsiteX22" fmla="*/ 617696 w 2088356"/>
                <a:gd name="connsiteY22" fmla="*/ 960120 h 1536858"/>
                <a:gd name="connsiteX23" fmla="*/ 614839 w 2088356"/>
                <a:gd name="connsiteY23" fmla="*/ 962501 h 1536858"/>
                <a:gd name="connsiteX24" fmla="*/ 613886 w 2088356"/>
                <a:gd name="connsiteY24" fmla="*/ 964406 h 1536858"/>
                <a:gd name="connsiteX25" fmla="*/ 613410 w 2088356"/>
                <a:gd name="connsiteY25" fmla="*/ 966311 h 1536858"/>
                <a:gd name="connsiteX26" fmla="*/ 613410 w 2088356"/>
                <a:gd name="connsiteY26" fmla="*/ 968216 h 1536858"/>
                <a:gd name="connsiteX27" fmla="*/ 614363 w 2088356"/>
                <a:gd name="connsiteY27" fmla="*/ 971074 h 1536858"/>
                <a:gd name="connsiteX28" fmla="*/ 615792 w 2088356"/>
                <a:gd name="connsiteY28" fmla="*/ 972979 h 1536858"/>
                <a:gd name="connsiteX29" fmla="*/ 620078 w 2088356"/>
                <a:gd name="connsiteY29" fmla="*/ 975360 h 1536858"/>
                <a:gd name="connsiteX30" fmla="*/ 631508 w 2088356"/>
                <a:gd name="connsiteY30" fmla="*/ 979646 h 1536858"/>
                <a:gd name="connsiteX31" fmla="*/ 630079 w 2088356"/>
                <a:gd name="connsiteY31" fmla="*/ 980599 h 1536858"/>
                <a:gd name="connsiteX32" fmla="*/ 619601 w 2088356"/>
                <a:gd name="connsiteY32" fmla="*/ 978218 h 1536858"/>
                <a:gd name="connsiteX33" fmla="*/ 615315 w 2088356"/>
                <a:gd name="connsiteY33" fmla="*/ 979170 h 1536858"/>
                <a:gd name="connsiteX34" fmla="*/ 613410 w 2088356"/>
                <a:gd name="connsiteY34" fmla="*/ 982028 h 1536858"/>
                <a:gd name="connsiteX35" fmla="*/ 610553 w 2088356"/>
                <a:gd name="connsiteY35" fmla="*/ 993458 h 1536858"/>
                <a:gd name="connsiteX36" fmla="*/ 612458 w 2088356"/>
                <a:gd name="connsiteY36" fmla="*/ 996315 h 1536858"/>
                <a:gd name="connsiteX37" fmla="*/ 614363 w 2088356"/>
                <a:gd name="connsiteY37" fmla="*/ 998220 h 1536858"/>
                <a:gd name="connsiteX38" fmla="*/ 616744 w 2088356"/>
                <a:gd name="connsiteY38" fmla="*/ 999649 h 1536858"/>
                <a:gd name="connsiteX39" fmla="*/ 624840 w 2088356"/>
                <a:gd name="connsiteY39" fmla="*/ 1001554 h 1536858"/>
                <a:gd name="connsiteX40" fmla="*/ 637223 w 2088356"/>
                <a:gd name="connsiteY40" fmla="*/ 1002030 h 1536858"/>
                <a:gd name="connsiteX41" fmla="*/ 641985 w 2088356"/>
                <a:gd name="connsiteY41" fmla="*/ 1002983 h 1536858"/>
                <a:gd name="connsiteX42" fmla="*/ 644367 w 2088356"/>
                <a:gd name="connsiteY42" fmla="*/ 1003935 h 1536858"/>
                <a:gd name="connsiteX43" fmla="*/ 647700 w 2088356"/>
                <a:gd name="connsiteY43" fmla="*/ 1003459 h 1536858"/>
                <a:gd name="connsiteX44" fmla="*/ 649129 w 2088356"/>
                <a:gd name="connsiteY44" fmla="*/ 1005364 h 1536858"/>
                <a:gd name="connsiteX45" fmla="*/ 651034 w 2088356"/>
                <a:gd name="connsiteY45" fmla="*/ 1006316 h 1536858"/>
                <a:gd name="connsiteX46" fmla="*/ 653415 w 2088356"/>
                <a:gd name="connsiteY46" fmla="*/ 1007745 h 1536858"/>
                <a:gd name="connsiteX47" fmla="*/ 645319 w 2088356"/>
                <a:gd name="connsiteY47" fmla="*/ 1009650 h 1536858"/>
                <a:gd name="connsiteX48" fmla="*/ 640080 w 2088356"/>
                <a:gd name="connsiteY48" fmla="*/ 1009650 h 1536858"/>
                <a:gd name="connsiteX49" fmla="*/ 636270 w 2088356"/>
                <a:gd name="connsiteY49" fmla="*/ 1010126 h 1536858"/>
                <a:gd name="connsiteX50" fmla="*/ 635318 w 2088356"/>
                <a:gd name="connsiteY50" fmla="*/ 1011555 h 1536858"/>
                <a:gd name="connsiteX51" fmla="*/ 637223 w 2088356"/>
                <a:gd name="connsiteY51" fmla="*/ 1013936 h 1536858"/>
                <a:gd name="connsiteX52" fmla="*/ 639604 w 2088356"/>
                <a:gd name="connsiteY52" fmla="*/ 1015365 h 1536858"/>
                <a:gd name="connsiteX53" fmla="*/ 644843 w 2088356"/>
                <a:gd name="connsiteY53" fmla="*/ 1017270 h 1536858"/>
                <a:gd name="connsiteX54" fmla="*/ 648653 w 2088356"/>
                <a:gd name="connsiteY54" fmla="*/ 1019651 h 1536858"/>
                <a:gd name="connsiteX55" fmla="*/ 649605 w 2088356"/>
                <a:gd name="connsiteY55" fmla="*/ 1020604 h 1536858"/>
                <a:gd name="connsiteX56" fmla="*/ 887730 w 2088356"/>
                <a:gd name="connsiteY56" fmla="*/ 105728 h 1536858"/>
                <a:gd name="connsiteX57" fmla="*/ 907733 w 2088356"/>
                <a:gd name="connsiteY57" fmla="*/ 111443 h 1536858"/>
                <a:gd name="connsiteX58" fmla="*/ 930593 w 2088356"/>
                <a:gd name="connsiteY58" fmla="*/ 120015 h 1536858"/>
                <a:gd name="connsiteX59" fmla="*/ 944880 w 2088356"/>
                <a:gd name="connsiteY59" fmla="*/ 128588 h 1536858"/>
                <a:gd name="connsiteX60" fmla="*/ 951548 w 2088356"/>
                <a:gd name="connsiteY60" fmla="*/ 127159 h 1536858"/>
                <a:gd name="connsiteX61" fmla="*/ 954405 w 2088356"/>
                <a:gd name="connsiteY61" fmla="*/ 113824 h 1536858"/>
                <a:gd name="connsiteX62" fmla="*/ 955358 w 2088356"/>
                <a:gd name="connsiteY62" fmla="*/ 100489 h 1536858"/>
                <a:gd name="connsiteX63" fmla="*/ 949643 w 2088356"/>
                <a:gd name="connsiteY63" fmla="*/ 93821 h 1536858"/>
                <a:gd name="connsiteX64" fmla="*/ 932974 w 2088356"/>
                <a:gd name="connsiteY64" fmla="*/ 85725 h 1536858"/>
                <a:gd name="connsiteX65" fmla="*/ 899160 w 2088356"/>
                <a:gd name="connsiteY65" fmla="*/ 76200 h 1536858"/>
                <a:gd name="connsiteX66" fmla="*/ 885825 w 2088356"/>
                <a:gd name="connsiteY66" fmla="*/ 78581 h 1536858"/>
                <a:gd name="connsiteX67" fmla="*/ 869156 w 2088356"/>
                <a:gd name="connsiteY67" fmla="*/ 79534 h 1536858"/>
                <a:gd name="connsiteX68" fmla="*/ 866299 w 2088356"/>
                <a:gd name="connsiteY68" fmla="*/ 84296 h 1536858"/>
                <a:gd name="connsiteX69" fmla="*/ 867728 w 2088356"/>
                <a:gd name="connsiteY69" fmla="*/ 90011 h 1536858"/>
                <a:gd name="connsiteX70" fmla="*/ 887730 w 2088356"/>
                <a:gd name="connsiteY70" fmla="*/ 105728 h 1536858"/>
                <a:gd name="connsiteX71" fmla="*/ 746284 w 2088356"/>
                <a:gd name="connsiteY71" fmla="*/ 990600 h 1536858"/>
                <a:gd name="connsiteX72" fmla="*/ 751523 w 2088356"/>
                <a:gd name="connsiteY72" fmla="*/ 988219 h 1536858"/>
                <a:gd name="connsiteX73" fmla="*/ 753428 w 2088356"/>
                <a:gd name="connsiteY73" fmla="*/ 986314 h 1536858"/>
                <a:gd name="connsiteX74" fmla="*/ 753904 w 2088356"/>
                <a:gd name="connsiteY74" fmla="*/ 985361 h 1536858"/>
                <a:gd name="connsiteX75" fmla="*/ 744855 w 2088356"/>
                <a:gd name="connsiteY75" fmla="*/ 981551 h 1536858"/>
                <a:gd name="connsiteX76" fmla="*/ 739617 w 2088356"/>
                <a:gd name="connsiteY76" fmla="*/ 980599 h 1536858"/>
                <a:gd name="connsiteX77" fmla="*/ 735806 w 2088356"/>
                <a:gd name="connsiteY77" fmla="*/ 981075 h 1536858"/>
                <a:gd name="connsiteX78" fmla="*/ 731044 w 2088356"/>
                <a:gd name="connsiteY78" fmla="*/ 984885 h 1536858"/>
                <a:gd name="connsiteX79" fmla="*/ 731996 w 2088356"/>
                <a:gd name="connsiteY79" fmla="*/ 987743 h 1536858"/>
                <a:gd name="connsiteX80" fmla="*/ 731520 w 2088356"/>
                <a:gd name="connsiteY80" fmla="*/ 992029 h 1536858"/>
                <a:gd name="connsiteX81" fmla="*/ 732473 w 2088356"/>
                <a:gd name="connsiteY81" fmla="*/ 995363 h 1536858"/>
                <a:gd name="connsiteX82" fmla="*/ 735330 w 2088356"/>
                <a:gd name="connsiteY82" fmla="*/ 1002506 h 1536858"/>
                <a:gd name="connsiteX83" fmla="*/ 736283 w 2088356"/>
                <a:gd name="connsiteY83" fmla="*/ 1003935 h 1536858"/>
                <a:gd name="connsiteX84" fmla="*/ 737235 w 2088356"/>
                <a:gd name="connsiteY84" fmla="*/ 1004411 h 1536858"/>
                <a:gd name="connsiteX85" fmla="*/ 742474 w 2088356"/>
                <a:gd name="connsiteY85" fmla="*/ 1002506 h 1536858"/>
                <a:gd name="connsiteX86" fmla="*/ 743903 w 2088356"/>
                <a:gd name="connsiteY86" fmla="*/ 1000601 h 1536858"/>
                <a:gd name="connsiteX87" fmla="*/ 743426 w 2088356"/>
                <a:gd name="connsiteY87" fmla="*/ 998696 h 1536858"/>
                <a:gd name="connsiteX88" fmla="*/ 743903 w 2088356"/>
                <a:gd name="connsiteY88" fmla="*/ 995839 h 1536858"/>
                <a:gd name="connsiteX89" fmla="*/ 746284 w 2088356"/>
                <a:gd name="connsiteY89" fmla="*/ 990600 h 1536858"/>
                <a:gd name="connsiteX90" fmla="*/ 1527810 w 2088356"/>
                <a:gd name="connsiteY90" fmla="*/ 938689 h 1536858"/>
                <a:gd name="connsiteX91" fmla="*/ 1526858 w 2088356"/>
                <a:gd name="connsiteY91" fmla="*/ 940118 h 1536858"/>
                <a:gd name="connsiteX92" fmla="*/ 1524476 w 2088356"/>
                <a:gd name="connsiteY92" fmla="*/ 944880 h 1536858"/>
                <a:gd name="connsiteX93" fmla="*/ 1524476 w 2088356"/>
                <a:gd name="connsiteY93" fmla="*/ 946785 h 1536858"/>
                <a:gd name="connsiteX94" fmla="*/ 1525429 w 2088356"/>
                <a:gd name="connsiteY94" fmla="*/ 948214 h 1536858"/>
                <a:gd name="connsiteX95" fmla="*/ 1528763 w 2088356"/>
                <a:gd name="connsiteY95" fmla="*/ 949166 h 1536858"/>
                <a:gd name="connsiteX96" fmla="*/ 1535906 w 2088356"/>
                <a:gd name="connsiteY96" fmla="*/ 947738 h 1536858"/>
                <a:gd name="connsiteX97" fmla="*/ 1555909 w 2088356"/>
                <a:gd name="connsiteY97" fmla="*/ 944404 h 1536858"/>
                <a:gd name="connsiteX98" fmla="*/ 1573054 w 2088356"/>
                <a:gd name="connsiteY98" fmla="*/ 942975 h 1536858"/>
                <a:gd name="connsiteX99" fmla="*/ 1582103 w 2088356"/>
                <a:gd name="connsiteY99" fmla="*/ 945356 h 1536858"/>
                <a:gd name="connsiteX100" fmla="*/ 1584484 w 2088356"/>
                <a:gd name="connsiteY100" fmla="*/ 948690 h 1536858"/>
                <a:gd name="connsiteX101" fmla="*/ 1586389 w 2088356"/>
                <a:gd name="connsiteY101" fmla="*/ 948690 h 1536858"/>
                <a:gd name="connsiteX102" fmla="*/ 1592104 w 2088356"/>
                <a:gd name="connsiteY102" fmla="*/ 945356 h 1536858"/>
                <a:gd name="connsiteX103" fmla="*/ 1596867 w 2088356"/>
                <a:gd name="connsiteY103" fmla="*/ 941546 h 1536858"/>
                <a:gd name="connsiteX104" fmla="*/ 1600676 w 2088356"/>
                <a:gd name="connsiteY104" fmla="*/ 940118 h 1536858"/>
                <a:gd name="connsiteX105" fmla="*/ 1614011 w 2088356"/>
                <a:gd name="connsiteY105" fmla="*/ 936784 h 1536858"/>
                <a:gd name="connsiteX106" fmla="*/ 1615917 w 2088356"/>
                <a:gd name="connsiteY106" fmla="*/ 934403 h 1536858"/>
                <a:gd name="connsiteX107" fmla="*/ 1615917 w 2088356"/>
                <a:gd name="connsiteY107" fmla="*/ 932974 h 1536858"/>
                <a:gd name="connsiteX108" fmla="*/ 1614964 w 2088356"/>
                <a:gd name="connsiteY108" fmla="*/ 931545 h 1536858"/>
                <a:gd name="connsiteX109" fmla="*/ 1612106 w 2088356"/>
                <a:gd name="connsiteY109" fmla="*/ 929164 h 1536858"/>
                <a:gd name="connsiteX110" fmla="*/ 1613535 w 2088356"/>
                <a:gd name="connsiteY110" fmla="*/ 928211 h 1536858"/>
                <a:gd name="connsiteX111" fmla="*/ 1614011 w 2088356"/>
                <a:gd name="connsiteY111" fmla="*/ 927259 h 1536858"/>
                <a:gd name="connsiteX112" fmla="*/ 1614488 w 2088356"/>
                <a:gd name="connsiteY112" fmla="*/ 925830 h 1536858"/>
                <a:gd name="connsiteX113" fmla="*/ 1614488 w 2088356"/>
                <a:gd name="connsiteY113" fmla="*/ 923925 h 1536858"/>
                <a:gd name="connsiteX114" fmla="*/ 1613059 w 2088356"/>
                <a:gd name="connsiteY114" fmla="*/ 920115 h 1536858"/>
                <a:gd name="connsiteX115" fmla="*/ 1612106 w 2088356"/>
                <a:gd name="connsiteY115" fmla="*/ 918686 h 1536858"/>
                <a:gd name="connsiteX116" fmla="*/ 1606868 w 2088356"/>
                <a:gd name="connsiteY116" fmla="*/ 916781 h 1536858"/>
                <a:gd name="connsiteX117" fmla="*/ 1605439 w 2088356"/>
                <a:gd name="connsiteY117" fmla="*/ 915353 h 1536858"/>
                <a:gd name="connsiteX118" fmla="*/ 1603058 w 2088356"/>
                <a:gd name="connsiteY118" fmla="*/ 912495 h 1536858"/>
                <a:gd name="connsiteX119" fmla="*/ 1599724 w 2088356"/>
                <a:gd name="connsiteY119" fmla="*/ 912495 h 1536858"/>
                <a:gd name="connsiteX120" fmla="*/ 1582103 w 2088356"/>
                <a:gd name="connsiteY120" fmla="*/ 920115 h 1536858"/>
                <a:gd name="connsiteX121" fmla="*/ 1572578 w 2088356"/>
                <a:gd name="connsiteY121" fmla="*/ 922973 h 1536858"/>
                <a:gd name="connsiteX122" fmla="*/ 1560671 w 2088356"/>
                <a:gd name="connsiteY122" fmla="*/ 923925 h 1536858"/>
                <a:gd name="connsiteX123" fmla="*/ 1551623 w 2088356"/>
                <a:gd name="connsiteY123" fmla="*/ 923449 h 1536858"/>
                <a:gd name="connsiteX124" fmla="*/ 1546384 w 2088356"/>
                <a:gd name="connsiteY124" fmla="*/ 922973 h 1536858"/>
                <a:gd name="connsiteX125" fmla="*/ 1538764 w 2088356"/>
                <a:gd name="connsiteY125" fmla="*/ 920591 h 1536858"/>
                <a:gd name="connsiteX126" fmla="*/ 1535430 w 2088356"/>
                <a:gd name="connsiteY126" fmla="*/ 921544 h 1536858"/>
                <a:gd name="connsiteX127" fmla="*/ 1534001 w 2088356"/>
                <a:gd name="connsiteY127" fmla="*/ 928211 h 1536858"/>
                <a:gd name="connsiteX128" fmla="*/ 1534954 w 2088356"/>
                <a:gd name="connsiteY128" fmla="*/ 932974 h 1536858"/>
                <a:gd name="connsiteX129" fmla="*/ 1531620 w 2088356"/>
                <a:gd name="connsiteY129" fmla="*/ 937260 h 1536858"/>
                <a:gd name="connsiteX130" fmla="*/ 1527810 w 2088356"/>
                <a:gd name="connsiteY130" fmla="*/ 938689 h 1536858"/>
                <a:gd name="connsiteX131" fmla="*/ 2085023 w 2088356"/>
                <a:gd name="connsiteY131" fmla="*/ 175260 h 1536858"/>
                <a:gd name="connsiteX132" fmla="*/ 2075498 w 2088356"/>
                <a:gd name="connsiteY132" fmla="*/ 169069 h 1536858"/>
                <a:gd name="connsiteX133" fmla="*/ 2063592 w 2088356"/>
                <a:gd name="connsiteY133" fmla="*/ 163354 h 1536858"/>
                <a:gd name="connsiteX134" fmla="*/ 2055495 w 2088356"/>
                <a:gd name="connsiteY134" fmla="*/ 160496 h 1536858"/>
                <a:gd name="connsiteX135" fmla="*/ 2037874 w 2088356"/>
                <a:gd name="connsiteY135" fmla="*/ 157639 h 1536858"/>
                <a:gd name="connsiteX136" fmla="*/ 2012632 w 2088356"/>
                <a:gd name="connsiteY136" fmla="*/ 151924 h 1536858"/>
                <a:gd name="connsiteX137" fmla="*/ 1994535 w 2088356"/>
                <a:gd name="connsiteY137" fmla="*/ 150019 h 1536858"/>
                <a:gd name="connsiteX138" fmla="*/ 1961198 w 2088356"/>
                <a:gd name="connsiteY138" fmla="*/ 149543 h 1536858"/>
                <a:gd name="connsiteX139" fmla="*/ 1953578 w 2088356"/>
                <a:gd name="connsiteY139" fmla="*/ 148114 h 1536858"/>
                <a:gd name="connsiteX140" fmla="*/ 1950244 w 2088356"/>
                <a:gd name="connsiteY140" fmla="*/ 148590 h 1536858"/>
                <a:gd name="connsiteX141" fmla="*/ 1935956 w 2088356"/>
                <a:gd name="connsiteY141" fmla="*/ 152400 h 1536858"/>
                <a:gd name="connsiteX142" fmla="*/ 1930718 w 2088356"/>
                <a:gd name="connsiteY142" fmla="*/ 153353 h 1536858"/>
                <a:gd name="connsiteX143" fmla="*/ 1925955 w 2088356"/>
                <a:gd name="connsiteY143" fmla="*/ 155258 h 1536858"/>
                <a:gd name="connsiteX144" fmla="*/ 1922622 w 2088356"/>
                <a:gd name="connsiteY144" fmla="*/ 157163 h 1536858"/>
                <a:gd name="connsiteX145" fmla="*/ 1913097 w 2088356"/>
                <a:gd name="connsiteY145" fmla="*/ 165735 h 1536858"/>
                <a:gd name="connsiteX146" fmla="*/ 1903095 w 2088356"/>
                <a:gd name="connsiteY146" fmla="*/ 172403 h 1536858"/>
                <a:gd name="connsiteX147" fmla="*/ 1895475 w 2088356"/>
                <a:gd name="connsiteY147" fmla="*/ 180023 h 1536858"/>
                <a:gd name="connsiteX148" fmla="*/ 1893094 w 2088356"/>
                <a:gd name="connsiteY148" fmla="*/ 181451 h 1536858"/>
                <a:gd name="connsiteX149" fmla="*/ 1885474 w 2088356"/>
                <a:gd name="connsiteY149" fmla="*/ 184309 h 1536858"/>
                <a:gd name="connsiteX150" fmla="*/ 1876425 w 2088356"/>
                <a:gd name="connsiteY150" fmla="*/ 181928 h 1536858"/>
                <a:gd name="connsiteX151" fmla="*/ 1867853 w 2088356"/>
                <a:gd name="connsiteY151" fmla="*/ 180975 h 1536858"/>
                <a:gd name="connsiteX152" fmla="*/ 1862614 w 2088356"/>
                <a:gd name="connsiteY152" fmla="*/ 179070 h 1536858"/>
                <a:gd name="connsiteX153" fmla="*/ 1851184 w 2088356"/>
                <a:gd name="connsiteY153" fmla="*/ 176689 h 1536858"/>
                <a:gd name="connsiteX154" fmla="*/ 1844040 w 2088356"/>
                <a:gd name="connsiteY154" fmla="*/ 177165 h 1536858"/>
                <a:gd name="connsiteX155" fmla="*/ 1827372 w 2088356"/>
                <a:gd name="connsiteY155" fmla="*/ 175736 h 1536858"/>
                <a:gd name="connsiteX156" fmla="*/ 1824990 w 2088356"/>
                <a:gd name="connsiteY156" fmla="*/ 165259 h 1536858"/>
                <a:gd name="connsiteX157" fmla="*/ 1811179 w 2088356"/>
                <a:gd name="connsiteY157" fmla="*/ 165259 h 1536858"/>
                <a:gd name="connsiteX158" fmla="*/ 1797844 w 2088356"/>
                <a:gd name="connsiteY158" fmla="*/ 171450 h 1536858"/>
                <a:gd name="connsiteX159" fmla="*/ 1772603 w 2088356"/>
                <a:gd name="connsiteY159" fmla="*/ 191929 h 1536858"/>
                <a:gd name="connsiteX160" fmla="*/ 1767840 w 2088356"/>
                <a:gd name="connsiteY160" fmla="*/ 194786 h 1536858"/>
                <a:gd name="connsiteX161" fmla="*/ 1759268 w 2088356"/>
                <a:gd name="connsiteY161" fmla="*/ 198596 h 1536858"/>
                <a:gd name="connsiteX162" fmla="*/ 1748790 w 2088356"/>
                <a:gd name="connsiteY162" fmla="*/ 202406 h 1536858"/>
                <a:gd name="connsiteX163" fmla="*/ 1732598 w 2088356"/>
                <a:gd name="connsiteY163" fmla="*/ 212408 h 1536858"/>
                <a:gd name="connsiteX164" fmla="*/ 1727359 w 2088356"/>
                <a:gd name="connsiteY164" fmla="*/ 214789 h 1536858"/>
                <a:gd name="connsiteX165" fmla="*/ 1702118 w 2088356"/>
                <a:gd name="connsiteY165" fmla="*/ 223361 h 1536858"/>
                <a:gd name="connsiteX166" fmla="*/ 1698784 w 2088356"/>
                <a:gd name="connsiteY166" fmla="*/ 226695 h 1536858"/>
                <a:gd name="connsiteX167" fmla="*/ 1696879 w 2088356"/>
                <a:gd name="connsiteY167" fmla="*/ 230029 h 1536858"/>
                <a:gd name="connsiteX168" fmla="*/ 1692117 w 2088356"/>
                <a:gd name="connsiteY168" fmla="*/ 234315 h 1536858"/>
                <a:gd name="connsiteX169" fmla="*/ 1689259 w 2088356"/>
                <a:gd name="connsiteY169" fmla="*/ 233363 h 1536858"/>
                <a:gd name="connsiteX170" fmla="*/ 1689735 w 2088356"/>
                <a:gd name="connsiteY170" fmla="*/ 228600 h 1536858"/>
                <a:gd name="connsiteX171" fmla="*/ 1694022 w 2088356"/>
                <a:gd name="connsiteY171" fmla="*/ 222409 h 1536858"/>
                <a:gd name="connsiteX172" fmla="*/ 1711167 w 2088356"/>
                <a:gd name="connsiteY172" fmla="*/ 208598 h 1536858"/>
                <a:gd name="connsiteX173" fmla="*/ 1716405 w 2088356"/>
                <a:gd name="connsiteY173" fmla="*/ 205264 h 1536858"/>
                <a:gd name="connsiteX174" fmla="*/ 1731645 w 2088356"/>
                <a:gd name="connsiteY174" fmla="*/ 193358 h 1536858"/>
                <a:gd name="connsiteX175" fmla="*/ 1739742 w 2088356"/>
                <a:gd name="connsiteY175" fmla="*/ 188119 h 1536858"/>
                <a:gd name="connsiteX176" fmla="*/ 1747361 w 2088356"/>
                <a:gd name="connsiteY176" fmla="*/ 180975 h 1536858"/>
                <a:gd name="connsiteX177" fmla="*/ 1756886 w 2088356"/>
                <a:gd name="connsiteY177" fmla="*/ 167640 h 1536858"/>
                <a:gd name="connsiteX178" fmla="*/ 1759744 w 2088356"/>
                <a:gd name="connsiteY178" fmla="*/ 160020 h 1536858"/>
                <a:gd name="connsiteX179" fmla="*/ 1760697 w 2088356"/>
                <a:gd name="connsiteY179" fmla="*/ 152400 h 1536858"/>
                <a:gd name="connsiteX180" fmla="*/ 1760697 w 2088356"/>
                <a:gd name="connsiteY180" fmla="*/ 145733 h 1536858"/>
                <a:gd name="connsiteX181" fmla="*/ 1760220 w 2088356"/>
                <a:gd name="connsiteY181" fmla="*/ 140494 h 1536858"/>
                <a:gd name="connsiteX182" fmla="*/ 1758792 w 2088356"/>
                <a:gd name="connsiteY182" fmla="*/ 136208 h 1536858"/>
                <a:gd name="connsiteX183" fmla="*/ 1753076 w 2088356"/>
                <a:gd name="connsiteY183" fmla="*/ 129064 h 1536858"/>
                <a:gd name="connsiteX184" fmla="*/ 1744980 w 2088356"/>
                <a:gd name="connsiteY184" fmla="*/ 128588 h 1536858"/>
                <a:gd name="connsiteX185" fmla="*/ 1711167 w 2088356"/>
                <a:gd name="connsiteY185" fmla="*/ 130493 h 1536858"/>
                <a:gd name="connsiteX186" fmla="*/ 1698307 w 2088356"/>
                <a:gd name="connsiteY186" fmla="*/ 132398 h 1536858"/>
                <a:gd name="connsiteX187" fmla="*/ 1692593 w 2088356"/>
                <a:gd name="connsiteY187" fmla="*/ 133826 h 1536858"/>
                <a:gd name="connsiteX188" fmla="*/ 1690211 w 2088356"/>
                <a:gd name="connsiteY188" fmla="*/ 135731 h 1536858"/>
                <a:gd name="connsiteX189" fmla="*/ 1687830 w 2088356"/>
                <a:gd name="connsiteY189" fmla="*/ 139065 h 1536858"/>
                <a:gd name="connsiteX190" fmla="*/ 1685925 w 2088356"/>
                <a:gd name="connsiteY190" fmla="*/ 144304 h 1536858"/>
                <a:gd name="connsiteX191" fmla="*/ 1683068 w 2088356"/>
                <a:gd name="connsiteY191" fmla="*/ 149066 h 1536858"/>
                <a:gd name="connsiteX192" fmla="*/ 1679734 w 2088356"/>
                <a:gd name="connsiteY192" fmla="*/ 153353 h 1536858"/>
                <a:gd name="connsiteX193" fmla="*/ 1674972 w 2088356"/>
                <a:gd name="connsiteY193" fmla="*/ 155734 h 1536858"/>
                <a:gd name="connsiteX194" fmla="*/ 1652588 w 2088356"/>
                <a:gd name="connsiteY194" fmla="*/ 159068 h 1536858"/>
                <a:gd name="connsiteX195" fmla="*/ 1642586 w 2088356"/>
                <a:gd name="connsiteY195" fmla="*/ 144304 h 1536858"/>
                <a:gd name="connsiteX196" fmla="*/ 1623536 w 2088356"/>
                <a:gd name="connsiteY196" fmla="*/ 134779 h 1536858"/>
                <a:gd name="connsiteX197" fmla="*/ 1558767 w 2088356"/>
                <a:gd name="connsiteY197" fmla="*/ 130969 h 1536858"/>
                <a:gd name="connsiteX198" fmla="*/ 1531620 w 2088356"/>
                <a:gd name="connsiteY198" fmla="*/ 130969 h 1536858"/>
                <a:gd name="connsiteX199" fmla="*/ 1494949 w 2088356"/>
                <a:gd name="connsiteY199" fmla="*/ 135255 h 1536858"/>
                <a:gd name="connsiteX200" fmla="*/ 1473518 w 2088356"/>
                <a:gd name="connsiteY200" fmla="*/ 140018 h 1536858"/>
                <a:gd name="connsiteX201" fmla="*/ 1464469 w 2088356"/>
                <a:gd name="connsiteY201" fmla="*/ 138589 h 1536858"/>
                <a:gd name="connsiteX202" fmla="*/ 1462088 w 2088356"/>
                <a:gd name="connsiteY202" fmla="*/ 130493 h 1536858"/>
                <a:gd name="connsiteX203" fmla="*/ 1465898 w 2088356"/>
                <a:gd name="connsiteY203" fmla="*/ 124301 h 1536858"/>
                <a:gd name="connsiteX204" fmla="*/ 1472565 w 2088356"/>
                <a:gd name="connsiteY204" fmla="*/ 121920 h 1536858"/>
                <a:gd name="connsiteX205" fmla="*/ 1666875 w 2088356"/>
                <a:gd name="connsiteY205" fmla="*/ 111443 h 1536858"/>
                <a:gd name="connsiteX206" fmla="*/ 1692117 w 2088356"/>
                <a:gd name="connsiteY206" fmla="*/ 108109 h 1536858"/>
                <a:gd name="connsiteX207" fmla="*/ 1714024 w 2088356"/>
                <a:gd name="connsiteY207" fmla="*/ 103346 h 1536858"/>
                <a:gd name="connsiteX208" fmla="*/ 1730217 w 2088356"/>
                <a:gd name="connsiteY208" fmla="*/ 96679 h 1536858"/>
                <a:gd name="connsiteX209" fmla="*/ 1743075 w 2088356"/>
                <a:gd name="connsiteY209" fmla="*/ 89535 h 1536858"/>
                <a:gd name="connsiteX210" fmla="*/ 1746409 w 2088356"/>
                <a:gd name="connsiteY210" fmla="*/ 85725 h 1536858"/>
                <a:gd name="connsiteX211" fmla="*/ 1744504 w 2088356"/>
                <a:gd name="connsiteY211" fmla="*/ 82391 h 1536858"/>
                <a:gd name="connsiteX212" fmla="*/ 1740694 w 2088356"/>
                <a:gd name="connsiteY212" fmla="*/ 78105 h 1536858"/>
                <a:gd name="connsiteX213" fmla="*/ 1733074 w 2088356"/>
                <a:gd name="connsiteY213" fmla="*/ 75248 h 1536858"/>
                <a:gd name="connsiteX214" fmla="*/ 1712595 w 2088356"/>
                <a:gd name="connsiteY214" fmla="*/ 69056 h 1536858"/>
                <a:gd name="connsiteX215" fmla="*/ 1682592 w 2088356"/>
                <a:gd name="connsiteY215" fmla="*/ 65723 h 1536858"/>
                <a:gd name="connsiteX216" fmla="*/ 1672590 w 2088356"/>
                <a:gd name="connsiteY216" fmla="*/ 66675 h 1536858"/>
                <a:gd name="connsiteX217" fmla="*/ 1667828 w 2088356"/>
                <a:gd name="connsiteY217" fmla="*/ 65246 h 1536858"/>
                <a:gd name="connsiteX218" fmla="*/ 1664970 w 2088356"/>
                <a:gd name="connsiteY218" fmla="*/ 61436 h 1536858"/>
                <a:gd name="connsiteX219" fmla="*/ 1656398 w 2088356"/>
                <a:gd name="connsiteY219" fmla="*/ 60960 h 1536858"/>
                <a:gd name="connsiteX220" fmla="*/ 1646397 w 2088356"/>
                <a:gd name="connsiteY220" fmla="*/ 62389 h 1536858"/>
                <a:gd name="connsiteX221" fmla="*/ 1633538 w 2088356"/>
                <a:gd name="connsiteY221" fmla="*/ 50483 h 1536858"/>
                <a:gd name="connsiteX222" fmla="*/ 1624013 w 2088356"/>
                <a:gd name="connsiteY222" fmla="*/ 38576 h 1536858"/>
                <a:gd name="connsiteX223" fmla="*/ 1589246 w 2088356"/>
                <a:gd name="connsiteY223" fmla="*/ 43815 h 1536858"/>
                <a:gd name="connsiteX224" fmla="*/ 1559719 w 2088356"/>
                <a:gd name="connsiteY224" fmla="*/ 46196 h 1536858"/>
                <a:gd name="connsiteX225" fmla="*/ 1534478 w 2088356"/>
                <a:gd name="connsiteY225" fmla="*/ 45244 h 1536858"/>
                <a:gd name="connsiteX226" fmla="*/ 1520190 w 2088356"/>
                <a:gd name="connsiteY226" fmla="*/ 46196 h 1536858"/>
                <a:gd name="connsiteX227" fmla="*/ 1485424 w 2088356"/>
                <a:gd name="connsiteY227" fmla="*/ 42863 h 1536858"/>
                <a:gd name="connsiteX228" fmla="*/ 1458754 w 2088356"/>
                <a:gd name="connsiteY228" fmla="*/ 41910 h 1536858"/>
                <a:gd name="connsiteX229" fmla="*/ 1444467 w 2088356"/>
                <a:gd name="connsiteY229" fmla="*/ 43339 h 1536858"/>
                <a:gd name="connsiteX230" fmla="*/ 1405890 w 2088356"/>
                <a:gd name="connsiteY230" fmla="*/ 51911 h 1536858"/>
                <a:gd name="connsiteX231" fmla="*/ 1394936 w 2088356"/>
                <a:gd name="connsiteY231" fmla="*/ 52864 h 1536858"/>
                <a:gd name="connsiteX232" fmla="*/ 1388269 w 2088356"/>
                <a:gd name="connsiteY232" fmla="*/ 52388 h 1536858"/>
                <a:gd name="connsiteX233" fmla="*/ 1389698 w 2088356"/>
                <a:gd name="connsiteY233" fmla="*/ 43815 h 1536858"/>
                <a:gd name="connsiteX234" fmla="*/ 1405414 w 2088356"/>
                <a:gd name="connsiteY234" fmla="*/ 43339 h 1536858"/>
                <a:gd name="connsiteX235" fmla="*/ 1454468 w 2088356"/>
                <a:gd name="connsiteY235" fmla="*/ 37624 h 1536858"/>
                <a:gd name="connsiteX236" fmla="*/ 1540193 w 2088356"/>
                <a:gd name="connsiteY236" fmla="*/ 34766 h 1536858"/>
                <a:gd name="connsiteX237" fmla="*/ 1587342 w 2088356"/>
                <a:gd name="connsiteY237" fmla="*/ 32385 h 1536858"/>
                <a:gd name="connsiteX238" fmla="*/ 1596390 w 2088356"/>
                <a:gd name="connsiteY238" fmla="*/ 30956 h 1536858"/>
                <a:gd name="connsiteX239" fmla="*/ 1600200 w 2088356"/>
                <a:gd name="connsiteY239" fmla="*/ 29051 h 1536858"/>
                <a:gd name="connsiteX240" fmla="*/ 1594961 w 2088356"/>
                <a:gd name="connsiteY240" fmla="*/ 26670 h 1536858"/>
                <a:gd name="connsiteX241" fmla="*/ 1557814 w 2088356"/>
                <a:gd name="connsiteY241" fmla="*/ 19050 h 1536858"/>
                <a:gd name="connsiteX242" fmla="*/ 1535430 w 2088356"/>
                <a:gd name="connsiteY242" fmla="*/ 16193 h 1536858"/>
                <a:gd name="connsiteX243" fmla="*/ 1512094 w 2088356"/>
                <a:gd name="connsiteY243" fmla="*/ 13811 h 1536858"/>
                <a:gd name="connsiteX244" fmla="*/ 1508284 w 2088356"/>
                <a:gd name="connsiteY244" fmla="*/ 13811 h 1536858"/>
                <a:gd name="connsiteX245" fmla="*/ 1491139 w 2088356"/>
                <a:gd name="connsiteY245" fmla="*/ 7620 h 1536858"/>
                <a:gd name="connsiteX246" fmla="*/ 1459230 w 2088356"/>
                <a:gd name="connsiteY246" fmla="*/ 2858 h 1536858"/>
                <a:gd name="connsiteX247" fmla="*/ 1433513 w 2088356"/>
                <a:gd name="connsiteY247" fmla="*/ 476 h 1536858"/>
                <a:gd name="connsiteX248" fmla="*/ 1355884 w 2088356"/>
                <a:gd name="connsiteY248" fmla="*/ 0 h 1536858"/>
                <a:gd name="connsiteX249" fmla="*/ 1341596 w 2088356"/>
                <a:gd name="connsiteY249" fmla="*/ 1905 h 1536858"/>
                <a:gd name="connsiteX250" fmla="*/ 1326833 w 2088356"/>
                <a:gd name="connsiteY250" fmla="*/ 6191 h 1536858"/>
                <a:gd name="connsiteX251" fmla="*/ 1316831 w 2088356"/>
                <a:gd name="connsiteY251" fmla="*/ 6191 h 1536858"/>
                <a:gd name="connsiteX252" fmla="*/ 1306830 w 2088356"/>
                <a:gd name="connsiteY252" fmla="*/ 3334 h 1536858"/>
                <a:gd name="connsiteX253" fmla="*/ 1298734 w 2088356"/>
                <a:gd name="connsiteY253" fmla="*/ 2381 h 1536858"/>
                <a:gd name="connsiteX254" fmla="*/ 1289209 w 2088356"/>
                <a:gd name="connsiteY254" fmla="*/ 2381 h 1536858"/>
                <a:gd name="connsiteX255" fmla="*/ 1281589 w 2088356"/>
                <a:gd name="connsiteY255" fmla="*/ 4286 h 1536858"/>
                <a:gd name="connsiteX256" fmla="*/ 1272064 w 2088356"/>
                <a:gd name="connsiteY256" fmla="*/ 4763 h 1536858"/>
                <a:gd name="connsiteX257" fmla="*/ 1233011 w 2088356"/>
                <a:gd name="connsiteY257" fmla="*/ 4763 h 1536858"/>
                <a:gd name="connsiteX258" fmla="*/ 1231583 w 2088356"/>
                <a:gd name="connsiteY258" fmla="*/ 5239 h 1536858"/>
                <a:gd name="connsiteX259" fmla="*/ 1230630 w 2088356"/>
                <a:gd name="connsiteY259" fmla="*/ 7620 h 1536858"/>
                <a:gd name="connsiteX260" fmla="*/ 1230154 w 2088356"/>
                <a:gd name="connsiteY260" fmla="*/ 10001 h 1536858"/>
                <a:gd name="connsiteX261" fmla="*/ 1225868 w 2088356"/>
                <a:gd name="connsiteY261" fmla="*/ 11430 h 1536858"/>
                <a:gd name="connsiteX262" fmla="*/ 1214914 w 2088356"/>
                <a:gd name="connsiteY262" fmla="*/ 11430 h 1536858"/>
                <a:gd name="connsiteX263" fmla="*/ 1203008 w 2088356"/>
                <a:gd name="connsiteY263" fmla="*/ 8573 h 1536858"/>
                <a:gd name="connsiteX264" fmla="*/ 1194911 w 2088356"/>
                <a:gd name="connsiteY264" fmla="*/ 8573 h 1536858"/>
                <a:gd name="connsiteX265" fmla="*/ 1191578 w 2088356"/>
                <a:gd name="connsiteY265" fmla="*/ 9525 h 1536858"/>
                <a:gd name="connsiteX266" fmla="*/ 1187292 w 2088356"/>
                <a:gd name="connsiteY266" fmla="*/ 13811 h 1536858"/>
                <a:gd name="connsiteX267" fmla="*/ 1183005 w 2088356"/>
                <a:gd name="connsiteY267" fmla="*/ 16193 h 1536858"/>
                <a:gd name="connsiteX268" fmla="*/ 1179195 w 2088356"/>
                <a:gd name="connsiteY268" fmla="*/ 17145 h 1536858"/>
                <a:gd name="connsiteX269" fmla="*/ 1167289 w 2088356"/>
                <a:gd name="connsiteY269" fmla="*/ 16193 h 1536858"/>
                <a:gd name="connsiteX270" fmla="*/ 1163479 w 2088356"/>
                <a:gd name="connsiteY270" fmla="*/ 17145 h 1536858"/>
                <a:gd name="connsiteX271" fmla="*/ 1160145 w 2088356"/>
                <a:gd name="connsiteY271" fmla="*/ 19526 h 1536858"/>
                <a:gd name="connsiteX272" fmla="*/ 1160145 w 2088356"/>
                <a:gd name="connsiteY272" fmla="*/ 22860 h 1536858"/>
                <a:gd name="connsiteX273" fmla="*/ 1163479 w 2088356"/>
                <a:gd name="connsiteY273" fmla="*/ 26670 h 1536858"/>
                <a:gd name="connsiteX274" fmla="*/ 1166813 w 2088356"/>
                <a:gd name="connsiteY274" fmla="*/ 29051 h 1536858"/>
                <a:gd name="connsiteX275" fmla="*/ 1185386 w 2088356"/>
                <a:gd name="connsiteY275" fmla="*/ 35243 h 1536858"/>
                <a:gd name="connsiteX276" fmla="*/ 1187292 w 2088356"/>
                <a:gd name="connsiteY276" fmla="*/ 37148 h 1536858"/>
                <a:gd name="connsiteX277" fmla="*/ 1184434 w 2088356"/>
                <a:gd name="connsiteY277" fmla="*/ 42863 h 1536858"/>
                <a:gd name="connsiteX278" fmla="*/ 1183481 w 2088356"/>
                <a:gd name="connsiteY278" fmla="*/ 47149 h 1536858"/>
                <a:gd name="connsiteX279" fmla="*/ 1181576 w 2088356"/>
                <a:gd name="connsiteY279" fmla="*/ 50006 h 1536858"/>
                <a:gd name="connsiteX280" fmla="*/ 1179671 w 2088356"/>
                <a:gd name="connsiteY280" fmla="*/ 51435 h 1536858"/>
                <a:gd name="connsiteX281" fmla="*/ 1175385 w 2088356"/>
                <a:gd name="connsiteY281" fmla="*/ 51435 h 1536858"/>
                <a:gd name="connsiteX282" fmla="*/ 1153001 w 2088356"/>
                <a:gd name="connsiteY282" fmla="*/ 36195 h 1536858"/>
                <a:gd name="connsiteX283" fmla="*/ 1140143 w 2088356"/>
                <a:gd name="connsiteY283" fmla="*/ 33814 h 1536858"/>
                <a:gd name="connsiteX284" fmla="*/ 1131094 w 2088356"/>
                <a:gd name="connsiteY284" fmla="*/ 29528 h 1536858"/>
                <a:gd name="connsiteX285" fmla="*/ 1121093 w 2088356"/>
                <a:gd name="connsiteY285" fmla="*/ 25718 h 1536858"/>
                <a:gd name="connsiteX286" fmla="*/ 1105376 w 2088356"/>
                <a:gd name="connsiteY286" fmla="*/ 22860 h 1536858"/>
                <a:gd name="connsiteX287" fmla="*/ 1093946 w 2088356"/>
                <a:gd name="connsiteY287" fmla="*/ 27623 h 1536858"/>
                <a:gd name="connsiteX288" fmla="*/ 1083945 w 2088356"/>
                <a:gd name="connsiteY288" fmla="*/ 35243 h 1536858"/>
                <a:gd name="connsiteX289" fmla="*/ 1072992 w 2088356"/>
                <a:gd name="connsiteY289" fmla="*/ 42386 h 1536858"/>
                <a:gd name="connsiteX290" fmla="*/ 1065371 w 2088356"/>
                <a:gd name="connsiteY290" fmla="*/ 40005 h 1536858"/>
                <a:gd name="connsiteX291" fmla="*/ 1059656 w 2088356"/>
                <a:gd name="connsiteY291" fmla="*/ 39529 h 1536858"/>
                <a:gd name="connsiteX292" fmla="*/ 1054894 w 2088356"/>
                <a:gd name="connsiteY292" fmla="*/ 38100 h 1536858"/>
                <a:gd name="connsiteX293" fmla="*/ 1046798 w 2088356"/>
                <a:gd name="connsiteY293" fmla="*/ 33338 h 1536858"/>
                <a:gd name="connsiteX294" fmla="*/ 1039654 w 2088356"/>
                <a:gd name="connsiteY294" fmla="*/ 30956 h 1536858"/>
                <a:gd name="connsiteX295" fmla="*/ 1022033 w 2088356"/>
                <a:gd name="connsiteY295" fmla="*/ 28575 h 1536858"/>
                <a:gd name="connsiteX296" fmla="*/ 1013936 w 2088356"/>
                <a:gd name="connsiteY296" fmla="*/ 28099 h 1536858"/>
                <a:gd name="connsiteX297" fmla="*/ 1007745 w 2088356"/>
                <a:gd name="connsiteY297" fmla="*/ 29051 h 1536858"/>
                <a:gd name="connsiteX298" fmla="*/ 973455 w 2088356"/>
                <a:gd name="connsiteY298" fmla="*/ 38100 h 1536858"/>
                <a:gd name="connsiteX299" fmla="*/ 959168 w 2088356"/>
                <a:gd name="connsiteY299" fmla="*/ 40005 h 1536858"/>
                <a:gd name="connsiteX300" fmla="*/ 943451 w 2088356"/>
                <a:gd name="connsiteY300" fmla="*/ 44291 h 1536858"/>
                <a:gd name="connsiteX301" fmla="*/ 933450 w 2088356"/>
                <a:gd name="connsiteY301" fmla="*/ 49530 h 1536858"/>
                <a:gd name="connsiteX302" fmla="*/ 916305 w 2088356"/>
                <a:gd name="connsiteY302" fmla="*/ 46196 h 1536858"/>
                <a:gd name="connsiteX303" fmla="*/ 907256 w 2088356"/>
                <a:gd name="connsiteY303" fmla="*/ 46196 h 1536858"/>
                <a:gd name="connsiteX304" fmla="*/ 896779 w 2088356"/>
                <a:gd name="connsiteY304" fmla="*/ 55721 h 1536858"/>
                <a:gd name="connsiteX305" fmla="*/ 908209 w 2088356"/>
                <a:gd name="connsiteY305" fmla="*/ 63818 h 1536858"/>
                <a:gd name="connsiteX306" fmla="*/ 917258 w 2088356"/>
                <a:gd name="connsiteY306" fmla="*/ 64294 h 1536858"/>
                <a:gd name="connsiteX307" fmla="*/ 936784 w 2088356"/>
                <a:gd name="connsiteY307" fmla="*/ 63341 h 1536858"/>
                <a:gd name="connsiteX308" fmla="*/ 946309 w 2088356"/>
                <a:gd name="connsiteY308" fmla="*/ 61436 h 1536858"/>
                <a:gd name="connsiteX309" fmla="*/ 955358 w 2088356"/>
                <a:gd name="connsiteY309" fmla="*/ 61436 h 1536858"/>
                <a:gd name="connsiteX310" fmla="*/ 972979 w 2088356"/>
                <a:gd name="connsiteY310" fmla="*/ 63818 h 1536858"/>
                <a:gd name="connsiteX311" fmla="*/ 1068229 w 2088356"/>
                <a:gd name="connsiteY311" fmla="*/ 70485 h 1536858"/>
                <a:gd name="connsiteX312" fmla="*/ 1070610 w 2088356"/>
                <a:gd name="connsiteY312" fmla="*/ 72866 h 1536858"/>
                <a:gd name="connsiteX313" fmla="*/ 1071086 w 2088356"/>
                <a:gd name="connsiteY313" fmla="*/ 76676 h 1536858"/>
                <a:gd name="connsiteX314" fmla="*/ 1053465 w 2088356"/>
                <a:gd name="connsiteY314" fmla="*/ 78581 h 1536858"/>
                <a:gd name="connsiteX315" fmla="*/ 1050131 w 2088356"/>
                <a:gd name="connsiteY315" fmla="*/ 77629 h 1536858"/>
                <a:gd name="connsiteX316" fmla="*/ 1047274 w 2088356"/>
                <a:gd name="connsiteY316" fmla="*/ 75724 h 1536858"/>
                <a:gd name="connsiteX317" fmla="*/ 1041083 w 2088356"/>
                <a:gd name="connsiteY317" fmla="*/ 74295 h 1536858"/>
                <a:gd name="connsiteX318" fmla="*/ 1026795 w 2088356"/>
                <a:gd name="connsiteY318" fmla="*/ 72866 h 1536858"/>
                <a:gd name="connsiteX319" fmla="*/ 944880 w 2088356"/>
                <a:gd name="connsiteY319" fmla="*/ 69533 h 1536858"/>
                <a:gd name="connsiteX320" fmla="*/ 934879 w 2088356"/>
                <a:gd name="connsiteY320" fmla="*/ 70485 h 1536858"/>
                <a:gd name="connsiteX321" fmla="*/ 928211 w 2088356"/>
                <a:gd name="connsiteY321" fmla="*/ 72390 h 1536858"/>
                <a:gd name="connsiteX322" fmla="*/ 928211 w 2088356"/>
                <a:gd name="connsiteY322" fmla="*/ 74295 h 1536858"/>
                <a:gd name="connsiteX323" fmla="*/ 961549 w 2088356"/>
                <a:gd name="connsiteY323" fmla="*/ 89535 h 1536858"/>
                <a:gd name="connsiteX324" fmla="*/ 970121 w 2088356"/>
                <a:gd name="connsiteY324" fmla="*/ 95250 h 1536858"/>
                <a:gd name="connsiteX325" fmla="*/ 972979 w 2088356"/>
                <a:gd name="connsiteY325" fmla="*/ 103823 h 1536858"/>
                <a:gd name="connsiteX326" fmla="*/ 969645 w 2088356"/>
                <a:gd name="connsiteY326" fmla="*/ 108585 h 1536858"/>
                <a:gd name="connsiteX327" fmla="*/ 962501 w 2088356"/>
                <a:gd name="connsiteY327" fmla="*/ 112871 h 1536858"/>
                <a:gd name="connsiteX328" fmla="*/ 959644 w 2088356"/>
                <a:gd name="connsiteY328" fmla="*/ 125730 h 1536858"/>
                <a:gd name="connsiteX329" fmla="*/ 960120 w 2088356"/>
                <a:gd name="connsiteY329" fmla="*/ 132398 h 1536858"/>
                <a:gd name="connsiteX330" fmla="*/ 961549 w 2088356"/>
                <a:gd name="connsiteY330" fmla="*/ 138113 h 1536858"/>
                <a:gd name="connsiteX331" fmla="*/ 963930 w 2088356"/>
                <a:gd name="connsiteY331" fmla="*/ 142875 h 1536858"/>
                <a:gd name="connsiteX332" fmla="*/ 963930 w 2088356"/>
                <a:gd name="connsiteY332" fmla="*/ 146685 h 1536858"/>
                <a:gd name="connsiteX333" fmla="*/ 961549 w 2088356"/>
                <a:gd name="connsiteY333" fmla="*/ 149543 h 1536858"/>
                <a:gd name="connsiteX334" fmla="*/ 957263 w 2088356"/>
                <a:gd name="connsiteY334" fmla="*/ 152400 h 1536858"/>
                <a:gd name="connsiteX335" fmla="*/ 951548 w 2088356"/>
                <a:gd name="connsiteY335" fmla="*/ 151924 h 1536858"/>
                <a:gd name="connsiteX336" fmla="*/ 937736 w 2088356"/>
                <a:gd name="connsiteY336" fmla="*/ 148590 h 1536858"/>
                <a:gd name="connsiteX337" fmla="*/ 892493 w 2088356"/>
                <a:gd name="connsiteY337" fmla="*/ 126683 h 1536858"/>
                <a:gd name="connsiteX338" fmla="*/ 867251 w 2088356"/>
                <a:gd name="connsiteY338" fmla="*/ 120491 h 1536858"/>
                <a:gd name="connsiteX339" fmla="*/ 816293 w 2088356"/>
                <a:gd name="connsiteY339" fmla="*/ 101441 h 1536858"/>
                <a:gd name="connsiteX340" fmla="*/ 776288 w 2088356"/>
                <a:gd name="connsiteY340" fmla="*/ 95726 h 1536858"/>
                <a:gd name="connsiteX341" fmla="*/ 749618 w 2088356"/>
                <a:gd name="connsiteY341" fmla="*/ 95726 h 1536858"/>
                <a:gd name="connsiteX342" fmla="*/ 743903 w 2088356"/>
                <a:gd name="connsiteY342" fmla="*/ 96679 h 1536858"/>
                <a:gd name="connsiteX343" fmla="*/ 745808 w 2088356"/>
                <a:gd name="connsiteY343" fmla="*/ 103346 h 1536858"/>
                <a:gd name="connsiteX344" fmla="*/ 753428 w 2088356"/>
                <a:gd name="connsiteY344" fmla="*/ 115253 h 1536858"/>
                <a:gd name="connsiteX345" fmla="*/ 764381 w 2088356"/>
                <a:gd name="connsiteY345" fmla="*/ 124778 h 1536858"/>
                <a:gd name="connsiteX346" fmla="*/ 788194 w 2088356"/>
                <a:gd name="connsiteY346" fmla="*/ 137160 h 1536858"/>
                <a:gd name="connsiteX347" fmla="*/ 793433 w 2088356"/>
                <a:gd name="connsiteY347" fmla="*/ 141446 h 1536858"/>
                <a:gd name="connsiteX348" fmla="*/ 789623 w 2088356"/>
                <a:gd name="connsiteY348" fmla="*/ 142875 h 1536858"/>
                <a:gd name="connsiteX349" fmla="*/ 782003 w 2088356"/>
                <a:gd name="connsiteY349" fmla="*/ 143351 h 1536858"/>
                <a:gd name="connsiteX350" fmla="*/ 765334 w 2088356"/>
                <a:gd name="connsiteY350" fmla="*/ 141923 h 1536858"/>
                <a:gd name="connsiteX351" fmla="*/ 747236 w 2088356"/>
                <a:gd name="connsiteY351" fmla="*/ 142875 h 1536858"/>
                <a:gd name="connsiteX352" fmla="*/ 731520 w 2088356"/>
                <a:gd name="connsiteY352" fmla="*/ 132398 h 1536858"/>
                <a:gd name="connsiteX353" fmla="*/ 717709 w 2088356"/>
                <a:gd name="connsiteY353" fmla="*/ 128111 h 1536858"/>
                <a:gd name="connsiteX354" fmla="*/ 682943 w 2088356"/>
                <a:gd name="connsiteY354" fmla="*/ 108109 h 1536858"/>
                <a:gd name="connsiteX355" fmla="*/ 674370 w 2088356"/>
                <a:gd name="connsiteY355" fmla="*/ 108109 h 1536858"/>
                <a:gd name="connsiteX356" fmla="*/ 671513 w 2088356"/>
                <a:gd name="connsiteY356" fmla="*/ 113824 h 1536858"/>
                <a:gd name="connsiteX357" fmla="*/ 671989 w 2088356"/>
                <a:gd name="connsiteY357" fmla="*/ 124778 h 1536858"/>
                <a:gd name="connsiteX358" fmla="*/ 678180 w 2088356"/>
                <a:gd name="connsiteY358" fmla="*/ 131445 h 1536858"/>
                <a:gd name="connsiteX359" fmla="*/ 676751 w 2088356"/>
                <a:gd name="connsiteY359" fmla="*/ 137160 h 1536858"/>
                <a:gd name="connsiteX360" fmla="*/ 674370 w 2088356"/>
                <a:gd name="connsiteY360" fmla="*/ 145256 h 1536858"/>
                <a:gd name="connsiteX361" fmla="*/ 671036 w 2088356"/>
                <a:gd name="connsiteY361" fmla="*/ 150971 h 1536858"/>
                <a:gd name="connsiteX362" fmla="*/ 666274 w 2088356"/>
                <a:gd name="connsiteY362" fmla="*/ 154781 h 1536858"/>
                <a:gd name="connsiteX363" fmla="*/ 661035 w 2088356"/>
                <a:gd name="connsiteY363" fmla="*/ 160020 h 1536858"/>
                <a:gd name="connsiteX364" fmla="*/ 656749 w 2088356"/>
                <a:gd name="connsiteY364" fmla="*/ 162878 h 1536858"/>
                <a:gd name="connsiteX365" fmla="*/ 655320 w 2088356"/>
                <a:gd name="connsiteY365" fmla="*/ 160973 h 1536858"/>
                <a:gd name="connsiteX366" fmla="*/ 655320 w 2088356"/>
                <a:gd name="connsiteY366" fmla="*/ 156210 h 1536858"/>
                <a:gd name="connsiteX367" fmla="*/ 655796 w 2088356"/>
                <a:gd name="connsiteY367" fmla="*/ 129540 h 1536858"/>
                <a:gd name="connsiteX368" fmla="*/ 652939 w 2088356"/>
                <a:gd name="connsiteY368" fmla="*/ 120968 h 1536858"/>
                <a:gd name="connsiteX369" fmla="*/ 646748 w 2088356"/>
                <a:gd name="connsiteY369" fmla="*/ 114776 h 1536858"/>
                <a:gd name="connsiteX370" fmla="*/ 641985 w 2088356"/>
                <a:gd name="connsiteY370" fmla="*/ 111443 h 1536858"/>
                <a:gd name="connsiteX371" fmla="*/ 631984 w 2088356"/>
                <a:gd name="connsiteY371" fmla="*/ 107633 h 1536858"/>
                <a:gd name="connsiteX372" fmla="*/ 622935 w 2088356"/>
                <a:gd name="connsiteY372" fmla="*/ 105728 h 1536858"/>
                <a:gd name="connsiteX373" fmla="*/ 616744 w 2088356"/>
                <a:gd name="connsiteY373" fmla="*/ 105728 h 1536858"/>
                <a:gd name="connsiteX374" fmla="*/ 595789 w 2088356"/>
                <a:gd name="connsiteY374" fmla="*/ 110014 h 1536858"/>
                <a:gd name="connsiteX375" fmla="*/ 591026 w 2088356"/>
                <a:gd name="connsiteY375" fmla="*/ 111443 h 1536858"/>
                <a:gd name="connsiteX376" fmla="*/ 589121 w 2088356"/>
                <a:gd name="connsiteY376" fmla="*/ 114300 h 1536858"/>
                <a:gd name="connsiteX377" fmla="*/ 566738 w 2088356"/>
                <a:gd name="connsiteY377" fmla="*/ 116205 h 1536858"/>
                <a:gd name="connsiteX378" fmla="*/ 553879 w 2088356"/>
                <a:gd name="connsiteY378" fmla="*/ 115729 h 1536858"/>
                <a:gd name="connsiteX379" fmla="*/ 515303 w 2088356"/>
                <a:gd name="connsiteY379" fmla="*/ 120491 h 1536858"/>
                <a:gd name="connsiteX380" fmla="*/ 481489 w 2088356"/>
                <a:gd name="connsiteY380" fmla="*/ 126683 h 1536858"/>
                <a:gd name="connsiteX381" fmla="*/ 462915 w 2088356"/>
                <a:gd name="connsiteY381" fmla="*/ 133826 h 1536858"/>
                <a:gd name="connsiteX382" fmla="*/ 462915 w 2088356"/>
                <a:gd name="connsiteY382" fmla="*/ 135731 h 1536858"/>
                <a:gd name="connsiteX383" fmla="*/ 478155 w 2088356"/>
                <a:gd name="connsiteY383" fmla="*/ 140970 h 1536858"/>
                <a:gd name="connsiteX384" fmla="*/ 486728 w 2088356"/>
                <a:gd name="connsiteY384" fmla="*/ 146209 h 1536858"/>
                <a:gd name="connsiteX385" fmla="*/ 498158 w 2088356"/>
                <a:gd name="connsiteY385" fmla="*/ 154781 h 1536858"/>
                <a:gd name="connsiteX386" fmla="*/ 511016 w 2088356"/>
                <a:gd name="connsiteY386" fmla="*/ 162401 h 1536858"/>
                <a:gd name="connsiteX387" fmla="*/ 534353 w 2088356"/>
                <a:gd name="connsiteY387" fmla="*/ 172879 h 1536858"/>
                <a:gd name="connsiteX388" fmla="*/ 544830 w 2088356"/>
                <a:gd name="connsiteY388" fmla="*/ 178594 h 1536858"/>
                <a:gd name="connsiteX389" fmla="*/ 551498 w 2088356"/>
                <a:gd name="connsiteY389" fmla="*/ 183833 h 1536858"/>
                <a:gd name="connsiteX390" fmla="*/ 552926 w 2088356"/>
                <a:gd name="connsiteY390" fmla="*/ 186214 h 1536858"/>
                <a:gd name="connsiteX391" fmla="*/ 549117 w 2088356"/>
                <a:gd name="connsiteY391" fmla="*/ 186214 h 1536858"/>
                <a:gd name="connsiteX392" fmla="*/ 544830 w 2088356"/>
                <a:gd name="connsiteY392" fmla="*/ 184785 h 1536858"/>
                <a:gd name="connsiteX393" fmla="*/ 537210 w 2088356"/>
                <a:gd name="connsiteY393" fmla="*/ 180975 h 1536858"/>
                <a:gd name="connsiteX394" fmla="*/ 522923 w 2088356"/>
                <a:gd name="connsiteY394" fmla="*/ 171926 h 1536858"/>
                <a:gd name="connsiteX395" fmla="*/ 513398 w 2088356"/>
                <a:gd name="connsiteY395" fmla="*/ 167640 h 1536858"/>
                <a:gd name="connsiteX396" fmla="*/ 503396 w 2088356"/>
                <a:gd name="connsiteY396" fmla="*/ 165259 h 1536858"/>
                <a:gd name="connsiteX397" fmla="*/ 491490 w 2088356"/>
                <a:gd name="connsiteY397" fmla="*/ 159544 h 1536858"/>
                <a:gd name="connsiteX398" fmla="*/ 473393 w 2088356"/>
                <a:gd name="connsiteY398" fmla="*/ 148590 h 1536858"/>
                <a:gd name="connsiteX399" fmla="*/ 462439 w 2088356"/>
                <a:gd name="connsiteY399" fmla="*/ 143828 h 1536858"/>
                <a:gd name="connsiteX400" fmla="*/ 450056 w 2088356"/>
                <a:gd name="connsiteY400" fmla="*/ 142399 h 1536858"/>
                <a:gd name="connsiteX401" fmla="*/ 441008 w 2088356"/>
                <a:gd name="connsiteY401" fmla="*/ 140018 h 1536858"/>
                <a:gd name="connsiteX402" fmla="*/ 434340 w 2088356"/>
                <a:gd name="connsiteY402" fmla="*/ 139541 h 1536858"/>
                <a:gd name="connsiteX403" fmla="*/ 422910 w 2088356"/>
                <a:gd name="connsiteY403" fmla="*/ 140970 h 1536858"/>
                <a:gd name="connsiteX404" fmla="*/ 409099 w 2088356"/>
                <a:gd name="connsiteY404" fmla="*/ 146209 h 1536858"/>
                <a:gd name="connsiteX405" fmla="*/ 403384 w 2088356"/>
                <a:gd name="connsiteY405" fmla="*/ 150019 h 1536858"/>
                <a:gd name="connsiteX406" fmla="*/ 397193 w 2088356"/>
                <a:gd name="connsiteY406" fmla="*/ 155258 h 1536858"/>
                <a:gd name="connsiteX407" fmla="*/ 396240 w 2088356"/>
                <a:gd name="connsiteY407" fmla="*/ 159544 h 1536858"/>
                <a:gd name="connsiteX408" fmla="*/ 398145 w 2088356"/>
                <a:gd name="connsiteY408" fmla="*/ 164783 h 1536858"/>
                <a:gd name="connsiteX409" fmla="*/ 399574 w 2088356"/>
                <a:gd name="connsiteY409" fmla="*/ 172879 h 1536858"/>
                <a:gd name="connsiteX410" fmla="*/ 400526 w 2088356"/>
                <a:gd name="connsiteY410" fmla="*/ 183833 h 1536858"/>
                <a:gd name="connsiteX411" fmla="*/ 398621 w 2088356"/>
                <a:gd name="connsiteY411" fmla="*/ 192881 h 1536858"/>
                <a:gd name="connsiteX412" fmla="*/ 393383 w 2088356"/>
                <a:gd name="connsiteY412" fmla="*/ 200501 h 1536858"/>
                <a:gd name="connsiteX413" fmla="*/ 389096 w 2088356"/>
                <a:gd name="connsiteY413" fmla="*/ 204788 h 1536858"/>
                <a:gd name="connsiteX414" fmla="*/ 386239 w 2088356"/>
                <a:gd name="connsiteY414" fmla="*/ 206216 h 1536858"/>
                <a:gd name="connsiteX415" fmla="*/ 382429 w 2088356"/>
                <a:gd name="connsiteY415" fmla="*/ 206216 h 1536858"/>
                <a:gd name="connsiteX416" fmla="*/ 374809 w 2088356"/>
                <a:gd name="connsiteY416" fmla="*/ 204311 h 1536858"/>
                <a:gd name="connsiteX417" fmla="*/ 368141 w 2088356"/>
                <a:gd name="connsiteY417" fmla="*/ 201454 h 1536858"/>
                <a:gd name="connsiteX418" fmla="*/ 359569 w 2088356"/>
                <a:gd name="connsiteY418" fmla="*/ 199549 h 1536858"/>
                <a:gd name="connsiteX419" fmla="*/ 346710 w 2088356"/>
                <a:gd name="connsiteY419" fmla="*/ 198120 h 1536858"/>
                <a:gd name="connsiteX420" fmla="*/ 338614 w 2088356"/>
                <a:gd name="connsiteY420" fmla="*/ 197644 h 1536858"/>
                <a:gd name="connsiteX421" fmla="*/ 335280 w 2088356"/>
                <a:gd name="connsiteY421" fmla="*/ 199073 h 1536858"/>
                <a:gd name="connsiteX422" fmla="*/ 327660 w 2088356"/>
                <a:gd name="connsiteY422" fmla="*/ 204311 h 1536858"/>
                <a:gd name="connsiteX423" fmla="*/ 326708 w 2088356"/>
                <a:gd name="connsiteY423" fmla="*/ 209074 h 1536858"/>
                <a:gd name="connsiteX424" fmla="*/ 331470 w 2088356"/>
                <a:gd name="connsiteY424" fmla="*/ 220504 h 1536858"/>
                <a:gd name="connsiteX425" fmla="*/ 333851 w 2088356"/>
                <a:gd name="connsiteY425" fmla="*/ 224314 h 1536858"/>
                <a:gd name="connsiteX426" fmla="*/ 332899 w 2088356"/>
                <a:gd name="connsiteY426" fmla="*/ 224790 h 1536858"/>
                <a:gd name="connsiteX427" fmla="*/ 320040 w 2088356"/>
                <a:gd name="connsiteY427" fmla="*/ 214789 h 1536858"/>
                <a:gd name="connsiteX428" fmla="*/ 315278 w 2088356"/>
                <a:gd name="connsiteY428" fmla="*/ 212408 h 1536858"/>
                <a:gd name="connsiteX429" fmla="*/ 310515 w 2088356"/>
                <a:gd name="connsiteY429" fmla="*/ 211455 h 1536858"/>
                <a:gd name="connsiteX430" fmla="*/ 304800 w 2088356"/>
                <a:gd name="connsiteY430" fmla="*/ 211455 h 1536858"/>
                <a:gd name="connsiteX431" fmla="*/ 283369 w 2088356"/>
                <a:gd name="connsiteY431" fmla="*/ 215741 h 1536858"/>
                <a:gd name="connsiteX432" fmla="*/ 277178 w 2088356"/>
                <a:gd name="connsiteY432" fmla="*/ 218599 h 1536858"/>
                <a:gd name="connsiteX433" fmla="*/ 264795 w 2088356"/>
                <a:gd name="connsiteY433" fmla="*/ 229076 h 1536858"/>
                <a:gd name="connsiteX434" fmla="*/ 254794 w 2088356"/>
                <a:gd name="connsiteY434" fmla="*/ 234791 h 1536858"/>
                <a:gd name="connsiteX435" fmla="*/ 244793 w 2088356"/>
                <a:gd name="connsiteY435" fmla="*/ 241459 h 1536858"/>
                <a:gd name="connsiteX436" fmla="*/ 239554 w 2088356"/>
                <a:gd name="connsiteY436" fmla="*/ 243364 h 1536858"/>
                <a:gd name="connsiteX437" fmla="*/ 233839 w 2088356"/>
                <a:gd name="connsiteY437" fmla="*/ 244316 h 1536858"/>
                <a:gd name="connsiteX438" fmla="*/ 228124 w 2088356"/>
                <a:gd name="connsiteY438" fmla="*/ 246221 h 1536858"/>
                <a:gd name="connsiteX439" fmla="*/ 220028 w 2088356"/>
                <a:gd name="connsiteY439" fmla="*/ 249555 h 1536858"/>
                <a:gd name="connsiteX440" fmla="*/ 211931 w 2088356"/>
                <a:gd name="connsiteY440" fmla="*/ 253841 h 1536858"/>
                <a:gd name="connsiteX441" fmla="*/ 198596 w 2088356"/>
                <a:gd name="connsiteY441" fmla="*/ 262890 h 1536858"/>
                <a:gd name="connsiteX442" fmla="*/ 196691 w 2088356"/>
                <a:gd name="connsiteY442" fmla="*/ 265271 h 1536858"/>
                <a:gd name="connsiteX443" fmla="*/ 191929 w 2088356"/>
                <a:gd name="connsiteY443" fmla="*/ 273368 h 1536858"/>
                <a:gd name="connsiteX444" fmla="*/ 191453 w 2088356"/>
                <a:gd name="connsiteY444" fmla="*/ 277654 h 1536858"/>
                <a:gd name="connsiteX445" fmla="*/ 193358 w 2088356"/>
                <a:gd name="connsiteY445" fmla="*/ 281940 h 1536858"/>
                <a:gd name="connsiteX446" fmla="*/ 196215 w 2088356"/>
                <a:gd name="connsiteY446" fmla="*/ 285274 h 1536858"/>
                <a:gd name="connsiteX447" fmla="*/ 199549 w 2088356"/>
                <a:gd name="connsiteY447" fmla="*/ 287655 h 1536858"/>
                <a:gd name="connsiteX448" fmla="*/ 203359 w 2088356"/>
                <a:gd name="connsiteY448" fmla="*/ 289084 h 1536858"/>
                <a:gd name="connsiteX449" fmla="*/ 216694 w 2088356"/>
                <a:gd name="connsiteY449" fmla="*/ 288608 h 1536858"/>
                <a:gd name="connsiteX450" fmla="*/ 221933 w 2088356"/>
                <a:gd name="connsiteY450" fmla="*/ 289084 h 1536858"/>
                <a:gd name="connsiteX451" fmla="*/ 232410 w 2088356"/>
                <a:gd name="connsiteY451" fmla="*/ 292418 h 1536858"/>
                <a:gd name="connsiteX452" fmla="*/ 238125 w 2088356"/>
                <a:gd name="connsiteY452" fmla="*/ 292894 h 1536858"/>
                <a:gd name="connsiteX453" fmla="*/ 246698 w 2088356"/>
                <a:gd name="connsiteY453" fmla="*/ 290989 h 1536858"/>
                <a:gd name="connsiteX454" fmla="*/ 251936 w 2088356"/>
                <a:gd name="connsiteY454" fmla="*/ 288608 h 1536858"/>
                <a:gd name="connsiteX455" fmla="*/ 257651 w 2088356"/>
                <a:gd name="connsiteY455" fmla="*/ 288131 h 1536858"/>
                <a:gd name="connsiteX456" fmla="*/ 265748 w 2088356"/>
                <a:gd name="connsiteY456" fmla="*/ 288608 h 1536858"/>
                <a:gd name="connsiteX457" fmla="*/ 274320 w 2088356"/>
                <a:gd name="connsiteY457" fmla="*/ 286703 h 1536858"/>
                <a:gd name="connsiteX458" fmla="*/ 280988 w 2088356"/>
                <a:gd name="connsiteY458" fmla="*/ 284321 h 1536858"/>
                <a:gd name="connsiteX459" fmla="*/ 284321 w 2088356"/>
                <a:gd name="connsiteY459" fmla="*/ 283845 h 1536858"/>
                <a:gd name="connsiteX460" fmla="*/ 288131 w 2088356"/>
                <a:gd name="connsiteY460" fmla="*/ 284321 h 1536858"/>
                <a:gd name="connsiteX461" fmla="*/ 292418 w 2088356"/>
                <a:gd name="connsiteY461" fmla="*/ 286226 h 1536858"/>
                <a:gd name="connsiteX462" fmla="*/ 293370 w 2088356"/>
                <a:gd name="connsiteY462" fmla="*/ 287179 h 1536858"/>
                <a:gd name="connsiteX463" fmla="*/ 283845 w 2088356"/>
                <a:gd name="connsiteY463" fmla="*/ 289084 h 1536858"/>
                <a:gd name="connsiteX464" fmla="*/ 278130 w 2088356"/>
                <a:gd name="connsiteY464" fmla="*/ 291465 h 1536858"/>
                <a:gd name="connsiteX465" fmla="*/ 272891 w 2088356"/>
                <a:gd name="connsiteY465" fmla="*/ 294323 h 1536858"/>
                <a:gd name="connsiteX466" fmla="*/ 271463 w 2088356"/>
                <a:gd name="connsiteY466" fmla="*/ 296704 h 1536858"/>
                <a:gd name="connsiteX467" fmla="*/ 269081 w 2088356"/>
                <a:gd name="connsiteY467" fmla="*/ 303371 h 1536858"/>
                <a:gd name="connsiteX468" fmla="*/ 266224 w 2088356"/>
                <a:gd name="connsiteY468" fmla="*/ 314325 h 1536858"/>
                <a:gd name="connsiteX469" fmla="*/ 261938 w 2088356"/>
                <a:gd name="connsiteY469" fmla="*/ 325755 h 1536858"/>
                <a:gd name="connsiteX470" fmla="*/ 256223 w 2088356"/>
                <a:gd name="connsiteY470" fmla="*/ 337185 h 1536858"/>
                <a:gd name="connsiteX471" fmla="*/ 251936 w 2088356"/>
                <a:gd name="connsiteY471" fmla="*/ 344805 h 1536858"/>
                <a:gd name="connsiteX472" fmla="*/ 247174 w 2088356"/>
                <a:gd name="connsiteY472" fmla="*/ 349568 h 1536858"/>
                <a:gd name="connsiteX473" fmla="*/ 238125 w 2088356"/>
                <a:gd name="connsiteY473" fmla="*/ 357188 h 1536858"/>
                <a:gd name="connsiteX474" fmla="*/ 233363 w 2088356"/>
                <a:gd name="connsiteY474" fmla="*/ 360521 h 1536858"/>
                <a:gd name="connsiteX475" fmla="*/ 229553 w 2088356"/>
                <a:gd name="connsiteY475" fmla="*/ 361474 h 1536858"/>
                <a:gd name="connsiteX476" fmla="*/ 223838 w 2088356"/>
                <a:gd name="connsiteY476" fmla="*/ 361474 h 1536858"/>
                <a:gd name="connsiteX477" fmla="*/ 212408 w 2088356"/>
                <a:gd name="connsiteY477" fmla="*/ 360045 h 1536858"/>
                <a:gd name="connsiteX478" fmla="*/ 186214 w 2088356"/>
                <a:gd name="connsiteY478" fmla="*/ 360998 h 1536858"/>
                <a:gd name="connsiteX479" fmla="*/ 181928 w 2088356"/>
                <a:gd name="connsiteY479" fmla="*/ 361474 h 1536858"/>
                <a:gd name="connsiteX480" fmla="*/ 174308 w 2088356"/>
                <a:gd name="connsiteY480" fmla="*/ 364331 h 1536858"/>
                <a:gd name="connsiteX481" fmla="*/ 169069 w 2088356"/>
                <a:gd name="connsiteY481" fmla="*/ 365284 h 1536858"/>
                <a:gd name="connsiteX482" fmla="*/ 162401 w 2088356"/>
                <a:gd name="connsiteY482" fmla="*/ 365284 h 1536858"/>
                <a:gd name="connsiteX483" fmla="*/ 151924 w 2088356"/>
                <a:gd name="connsiteY483" fmla="*/ 367189 h 1536858"/>
                <a:gd name="connsiteX484" fmla="*/ 136684 w 2088356"/>
                <a:gd name="connsiteY484" fmla="*/ 371475 h 1536858"/>
                <a:gd name="connsiteX485" fmla="*/ 130016 w 2088356"/>
                <a:gd name="connsiteY485" fmla="*/ 374333 h 1536858"/>
                <a:gd name="connsiteX486" fmla="*/ 130493 w 2088356"/>
                <a:gd name="connsiteY486" fmla="*/ 375761 h 1536858"/>
                <a:gd name="connsiteX487" fmla="*/ 133350 w 2088356"/>
                <a:gd name="connsiteY487" fmla="*/ 378619 h 1536858"/>
                <a:gd name="connsiteX488" fmla="*/ 133350 w 2088356"/>
                <a:gd name="connsiteY488" fmla="*/ 379571 h 1536858"/>
                <a:gd name="connsiteX489" fmla="*/ 130969 w 2088356"/>
                <a:gd name="connsiteY489" fmla="*/ 380048 h 1536858"/>
                <a:gd name="connsiteX490" fmla="*/ 97631 w 2088356"/>
                <a:gd name="connsiteY490" fmla="*/ 386239 h 1536858"/>
                <a:gd name="connsiteX491" fmla="*/ 82868 w 2088356"/>
                <a:gd name="connsiteY491" fmla="*/ 390049 h 1536858"/>
                <a:gd name="connsiteX492" fmla="*/ 75724 w 2088356"/>
                <a:gd name="connsiteY492" fmla="*/ 392430 h 1536858"/>
                <a:gd name="connsiteX493" fmla="*/ 71438 w 2088356"/>
                <a:gd name="connsiteY493" fmla="*/ 394811 h 1536858"/>
                <a:gd name="connsiteX494" fmla="*/ 66199 w 2088356"/>
                <a:gd name="connsiteY494" fmla="*/ 396240 h 1536858"/>
                <a:gd name="connsiteX495" fmla="*/ 49530 w 2088356"/>
                <a:gd name="connsiteY495" fmla="*/ 395764 h 1536858"/>
                <a:gd name="connsiteX496" fmla="*/ 45244 w 2088356"/>
                <a:gd name="connsiteY496" fmla="*/ 396240 h 1536858"/>
                <a:gd name="connsiteX497" fmla="*/ 40481 w 2088356"/>
                <a:gd name="connsiteY497" fmla="*/ 397193 h 1536858"/>
                <a:gd name="connsiteX498" fmla="*/ 27623 w 2088356"/>
                <a:gd name="connsiteY498" fmla="*/ 402431 h 1536858"/>
                <a:gd name="connsiteX499" fmla="*/ 14764 w 2088356"/>
                <a:gd name="connsiteY499" fmla="*/ 406241 h 1536858"/>
                <a:gd name="connsiteX500" fmla="*/ 12383 w 2088356"/>
                <a:gd name="connsiteY500" fmla="*/ 407670 h 1536858"/>
                <a:gd name="connsiteX501" fmla="*/ 5239 w 2088356"/>
                <a:gd name="connsiteY501" fmla="*/ 413861 h 1536858"/>
                <a:gd name="connsiteX502" fmla="*/ 3810 w 2088356"/>
                <a:gd name="connsiteY502" fmla="*/ 416719 h 1536858"/>
                <a:gd name="connsiteX503" fmla="*/ 5239 w 2088356"/>
                <a:gd name="connsiteY503" fmla="*/ 418624 h 1536858"/>
                <a:gd name="connsiteX504" fmla="*/ 8573 w 2088356"/>
                <a:gd name="connsiteY504" fmla="*/ 421481 h 1536858"/>
                <a:gd name="connsiteX505" fmla="*/ 8096 w 2088356"/>
                <a:gd name="connsiteY505" fmla="*/ 422910 h 1536858"/>
                <a:gd name="connsiteX506" fmla="*/ 0 w 2088356"/>
                <a:gd name="connsiteY506" fmla="*/ 429101 h 1536858"/>
                <a:gd name="connsiteX507" fmla="*/ 953 w 2088356"/>
                <a:gd name="connsiteY507" fmla="*/ 431959 h 1536858"/>
                <a:gd name="connsiteX508" fmla="*/ 8096 w 2088356"/>
                <a:gd name="connsiteY508" fmla="*/ 437198 h 1536858"/>
                <a:gd name="connsiteX509" fmla="*/ 19526 w 2088356"/>
                <a:gd name="connsiteY509" fmla="*/ 444341 h 1536858"/>
                <a:gd name="connsiteX510" fmla="*/ 22384 w 2088356"/>
                <a:gd name="connsiteY510" fmla="*/ 446723 h 1536858"/>
                <a:gd name="connsiteX511" fmla="*/ 25718 w 2088356"/>
                <a:gd name="connsiteY511" fmla="*/ 448151 h 1536858"/>
                <a:gd name="connsiteX512" fmla="*/ 40005 w 2088356"/>
                <a:gd name="connsiteY512" fmla="*/ 451009 h 1536858"/>
                <a:gd name="connsiteX513" fmla="*/ 44768 w 2088356"/>
                <a:gd name="connsiteY513" fmla="*/ 452914 h 1536858"/>
                <a:gd name="connsiteX514" fmla="*/ 49054 w 2088356"/>
                <a:gd name="connsiteY514" fmla="*/ 456248 h 1536858"/>
                <a:gd name="connsiteX515" fmla="*/ 52864 w 2088356"/>
                <a:gd name="connsiteY515" fmla="*/ 457676 h 1536858"/>
                <a:gd name="connsiteX516" fmla="*/ 62389 w 2088356"/>
                <a:gd name="connsiteY516" fmla="*/ 459105 h 1536858"/>
                <a:gd name="connsiteX517" fmla="*/ 71438 w 2088356"/>
                <a:gd name="connsiteY517" fmla="*/ 459105 h 1536858"/>
                <a:gd name="connsiteX518" fmla="*/ 75248 w 2088356"/>
                <a:gd name="connsiteY518" fmla="*/ 458629 h 1536858"/>
                <a:gd name="connsiteX519" fmla="*/ 82868 w 2088356"/>
                <a:gd name="connsiteY519" fmla="*/ 456248 h 1536858"/>
                <a:gd name="connsiteX520" fmla="*/ 92869 w 2088356"/>
                <a:gd name="connsiteY520" fmla="*/ 456248 h 1536858"/>
                <a:gd name="connsiteX521" fmla="*/ 93821 w 2088356"/>
                <a:gd name="connsiteY521" fmla="*/ 457200 h 1536858"/>
                <a:gd name="connsiteX522" fmla="*/ 86678 w 2088356"/>
                <a:gd name="connsiteY522" fmla="*/ 459581 h 1536858"/>
                <a:gd name="connsiteX523" fmla="*/ 77153 w 2088356"/>
                <a:gd name="connsiteY523" fmla="*/ 465296 h 1536858"/>
                <a:gd name="connsiteX524" fmla="*/ 78105 w 2088356"/>
                <a:gd name="connsiteY524" fmla="*/ 466725 h 1536858"/>
                <a:gd name="connsiteX525" fmla="*/ 85725 w 2088356"/>
                <a:gd name="connsiteY525" fmla="*/ 467201 h 1536858"/>
                <a:gd name="connsiteX526" fmla="*/ 92393 w 2088356"/>
                <a:gd name="connsiteY526" fmla="*/ 471011 h 1536858"/>
                <a:gd name="connsiteX527" fmla="*/ 92869 w 2088356"/>
                <a:gd name="connsiteY527" fmla="*/ 474821 h 1536858"/>
                <a:gd name="connsiteX528" fmla="*/ 97631 w 2088356"/>
                <a:gd name="connsiteY528" fmla="*/ 477203 h 1536858"/>
                <a:gd name="connsiteX529" fmla="*/ 119063 w 2088356"/>
                <a:gd name="connsiteY529" fmla="*/ 482918 h 1536858"/>
                <a:gd name="connsiteX530" fmla="*/ 124301 w 2088356"/>
                <a:gd name="connsiteY530" fmla="*/ 483394 h 1536858"/>
                <a:gd name="connsiteX531" fmla="*/ 128111 w 2088356"/>
                <a:gd name="connsiteY531" fmla="*/ 482918 h 1536858"/>
                <a:gd name="connsiteX532" fmla="*/ 131921 w 2088356"/>
                <a:gd name="connsiteY532" fmla="*/ 481489 h 1536858"/>
                <a:gd name="connsiteX533" fmla="*/ 136208 w 2088356"/>
                <a:gd name="connsiteY533" fmla="*/ 479108 h 1536858"/>
                <a:gd name="connsiteX534" fmla="*/ 140494 w 2088356"/>
                <a:gd name="connsiteY534" fmla="*/ 475298 h 1536858"/>
                <a:gd name="connsiteX535" fmla="*/ 144304 w 2088356"/>
                <a:gd name="connsiteY535" fmla="*/ 473869 h 1536858"/>
                <a:gd name="connsiteX536" fmla="*/ 147161 w 2088356"/>
                <a:gd name="connsiteY536" fmla="*/ 474345 h 1536858"/>
                <a:gd name="connsiteX537" fmla="*/ 155258 w 2088356"/>
                <a:gd name="connsiteY537" fmla="*/ 477679 h 1536858"/>
                <a:gd name="connsiteX538" fmla="*/ 160496 w 2088356"/>
                <a:gd name="connsiteY538" fmla="*/ 478631 h 1536858"/>
                <a:gd name="connsiteX539" fmla="*/ 165735 w 2088356"/>
                <a:gd name="connsiteY539" fmla="*/ 479584 h 1536858"/>
                <a:gd name="connsiteX540" fmla="*/ 175736 w 2088356"/>
                <a:gd name="connsiteY540" fmla="*/ 479108 h 1536858"/>
                <a:gd name="connsiteX541" fmla="*/ 181451 w 2088356"/>
                <a:gd name="connsiteY541" fmla="*/ 477679 h 1536858"/>
                <a:gd name="connsiteX542" fmla="*/ 193834 w 2088356"/>
                <a:gd name="connsiteY542" fmla="*/ 471011 h 1536858"/>
                <a:gd name="connsiteX543" fmla="*/ 200025 w 2088356"/>
                <a:gd name="connsiteY543" fmla="*/ 468154 h 1536858"/>
                <a:gd name="connsiteX544" fmla="*/ 205264 w 2088356"/>
                <a:gd name="connsiteY544" fmla="*/ 467201 h 1536858"/>
                <a:gd name="connsiteX545" fmla="*/ 209550 w 2088356"/>
                <a:gd name="connsiteY545" fmla="*/ 467678 h 1536858"/>
                <a:gd name="connsiteX546" fmla="*/ 218123 w 2088356"/>
                <a:gd name="connsiteY546" fmla="*/ 472440 h 1536858"/>
                <a:gd name="connsiteX547" fmla="*/ 222885 w 2088356"/>
                <a:gd name="connsiteY547" fmla="*/ 476250 h 1536858"/>
                <a:gd name="connsiteX548" fmla="*/ 224314 w 2088356"/>
                <a:gd name="connsiteY548" fmla="*/ 479584 h 1536858"/>
                <a:gd name="connsiteX549" fmla="*/ 222409 w 2088356"/>
                <a:gd name="connsiteY549" fmla="*/ 482918 h 1536858"/>
                <a:gd name="connsiteX550" fmla="*/ 218123 w 2088356"/>
                <a:gd name="connsiteY550" fmla="*/ 488156 h 1536858"/>
                <a:gd name="connsiteX551" fmla="*/ 218123 w 2088356"/>
                <a:gd name="connsiteY551" fmla="*/ 491490 h 1536858"/>
                <a:gd name="connsiteX552" fmla="*/ 220504 w 2088356"/>
                <a:gd name="connsiteY552" fmla="*/ 495300 h 1536858"/>
                <a:gd name="connsiteX553" fmla="*/ 220028 w 2088356"/>
                <a:gd name="connsiteY553" fmla="*/ 496729 h 1536858"/>
                <a:gd name="connsiteX554" fmla="*/ 209074 w 2088356"/>
                <a:gd name="connsiteY554" fmla="*/ 492443 h 1536858"/>
                <a:gd name="connsiteX555" fmla="*/ 200978 w 2088356"/>
                <a:gd name="connsiteY555" fmla="*/ 490538 h 1536858"/>
                <a:gd name="connsiteX556" fmla="*/ 184309 w 2088356"/>
                <a:gd name="connsiteY556" fmla="*/ 489109 h 1536858"/>
                <a:gd name="connsiteX557" fmla="*/ 160496 w 2088356"/>
                <a:gd name="connsiteY557" fmla="*/ 489585 h 1536858"/>
                <a:gd name="connsiteX558" fmla="*/ 144780 w 2088356"/>
                <a:gd name="connsiteY558" fmla="*/ 492443 h 1536858"/>
                <a:gd name="connsiteX559" fmla="*/ 139541 w 2088356"/>
                <a:gd name="connsiteY559" fmla="*/ 494824 h 1536858"/>
                <a:gd name="connsiteX560" fmla="*/ 131921 w 2088356"/>
                <a:gd name="connsiteY560" fmla="*/ 502920 h 1536858"/>
                <a:gd name="connsiteX561" fmla="*/ 109061 w 2088356"/>
                <a:gd name="connsiteY561" fmla="*/ 500539 h 1536858"/>
                <a:gd name="connsiteX562" fmla="*/ 76676 w 2088356"/>
                <a:gd name="connsiteY562" fmla="*/ 502920 h 1536858"/>
                <a:gd name="connsiteX563" fmla="*/ 67628 w 2088356"/>
                <a:gd name="connsiteY563" fmla="*/ 504349 h 1536858"/>
                <a:gd name="connsiteX564" fmla="*/ 64294 w 2088356"/>
                <a:gd name="connsiteY564" fmla="*/ 505778 h 1536858"/>
                <a:gd name="connsiteX565" fmla="*/ 60960 w 2088356"/>
                <a:gd name="connsiteY565" fmla="*/ 508159 h 1536858"/>
                <a:gd name="connsiteX566" fmla="*/ 57626 w 2088356"/>
                <a:gd name="connsiteY566" fmla="*/ 511493 h 1536858"/>
                <a:gd name="connsiteX567" fmla="*/ 58103 w 2088356"/>
                <a:gd name="connsiteY567" fmla="*/ 514826 h 1536858"/>
                <a:gd name="connsiteX568" fmla="*/ 62389 w 2088356"/>
                <a:gd name="connsiteY568" fmla="*/ 518160 h 1536858"/>
                <a:gd name="connsiteX569" fmla="*/ 71914 w 2088356"/>
                <a:gd name="connsiteY569" fmla="*/ 521970 h 1536858"/>
                <a:gd name="connsiteX570" fmla="*/ 70485 w 2088356"/>
                <a:gd name="connsiteY570" fmla="*/ 522923 h 1536858"/>
                <a:gd name="connsiteX571" fmla="*/ 70009 w 2088356"/>
                <a:gd name="connsiteY571" fmla="*/ 524351 h 1536858"/>
                <a:gd name="connsiteX572" fmla="*/ 70009 w 2088356"/>
                <a:gd name="connsiteY572" fmla="*/ 526256 h 1536858"/>
                <a:gd name="connsiteX573" fmla="*/ 71914 w 2088356"/>
                <a:gd name="connsiteY573" fmla="*/ 528161 h 1536858"/>
                <a:gd name="connsiteX574" fmla="*/ 76200 w 2088356"/>
                <a:gd name="connsiteY574" fmla="*/ 529590 h 1536858"/>
                <a:gd name="connsiteX575" fmla="*/ 81915 w 2088356"/>
                <a:gd name="connsiteY575" fmla="*/ 530543 h 1536858"/>
                <a:gd name="connsiteX576" fmla="*/ 89059 w 2088356"/>
                <a:gd name="connsiteY576" fmla="*/ 527209 h 1536858"/>
                <a:gd name="connsiteX577" fmla="*/ 107156 w 2088356"/>
                <a:gd name="connsiteY577" fmla="*/ 517684 h 1536858"/>
                <a:gd name="connsiteX578" fmla="*/ 106680 w 2088356"/>
                <a:gd name="connsiteY578" fmla="*/ 519113 h 1536858"/>
                <a:gd name="connsiteX579" fmla="*/ 104775 w 2088356"/>
                <a:gd name="connsiteY579" fmla="*/ 521970 h 1536858"/>
                <a:gd name="connsiteX580" fmla="*/ 101441 w 2088356"/>
                <a:gd name="connsiteY580" fmla="*/ 525780 h 1536858"/>
                <a:gd name="connsiteX581" fmla="*/ 100965 w 2088356"/>
                <a:gd name="connsiteY581" fmla="*/ 529114 h 1536858"/>
                <a:gd name="connsiteX582" fmla="*/ 103346 w 2088356"/>
                <a:gd name="connsiteY582" fmla="*/ 532448 h 1536858"/>
                <a:gd name="connsiteX583" fmla="*/ 105728 w 2088356"/>
                <a:gd name="connsiteY583" fmla="*/ 534829 h 1536858"/>
                <a:gd name="connsiteX584" fmla="*/ 108109 w 2088356"/>
                <a:gd name="connsiteY584" fmla="*/ 535781 h 1536858"/>
                <a:gd name="connsiteX585" fmla="*/ 122396 w 2088356"/>
                <a:gd name="connsiteY585" fmla="*/ 539115 h 1536858"/>
                <a:gd name="connsiteX586" fmla="*/ 139065 w 2088356"/>
                <a:gd name="connsiteY586" fmla="*/ 540544 h 1536858"/>
                <a:gd name="connsiteX587" fmla="*/ 157639 w 2088356"/>
                <a:gd name="connsiteY587" fmla="*/ 540068 h 1536858"/>
                <a:gd name="connsiteX588" fmla="*/ 161449 w 2088356"/>
                <a:gd name="connsiteY588" fmla="*/ 541973 h 1536858"/>
                <a:gd name="connsiteX589" fmla="*/ 160496 w 2088356"/>
                <a:gd name="connsiteY589" fmla="*/ 542925 h 1536858"/>
                <a:gd name="connsiteX590" fmla="*/ 157163 w 2088356"/>
                <a:gd name="connsiteY590" fmla="*/ 544354 h 1536858"/>
                <a:gd name="connsiteX591" fmla="*/ 142875 w 2088356"/>
                <a:gd name="connsiteY591" fmla="*/ 546259 h 1536858"/>
                <a:gd name="connsiteX592" fmla="*/ 135731 w 2088356"/>
                <a:gd name="connsiteY592" fmla="*/ 548164 h 1536858"/>
                <a:gd name="connsiteX593" fmla="*/ 117634 w 2088356"/>
                <a:gd name="connsiteY593" fmla="*/ 556736 h 1536858"/>
                <a:gd name="connsiteX594" fmla="*/ 114776 w 2088356"/>
                <a:gd name="connsiteY594" fmla="*/ 559118 h 1536858"/>
                <a:gd name="connsiteX595" fmla="*/ 115729 w 2088356"/>
                <a:gd name="connsiteY595" fmla="*/ 561023 h 1536858"/>
                <a:gd name="connsiteX596" fmla="*/ 118586 w 2088356"/>
                <a:gd name="connsiteY596" fmla="*/ 563880 h 1536858"/>
                <a:gd name="connsiteX597" fmla="*/ 127635 w 2088356"/>
                <a:gd name="connsiteY597" fmla="*/ 567690 h 1536858"/>
                <a:gd name="connsiteX598" fmla="*/ 139541 w 2088356"/>
                <a:gd name="connsiteY598" fmla="*/ 574358 h 1536858"/>
                <a:gd name="connsiteX599" fmla="*/ 146209 w 2088356"/>
                <a:gd name="connsiteY599" fmla="*/ 576739 h 1536858"/>
                <a:gd name="connsiteX600" fmla="*/ 154305 w 2088356"/>
                <a:gd name="connsiteY600" fmla="*/ 581025 h 1536858"/>
                <a:gd name="connsiteX601" fmla="*/ 160020 w 2088356"/>
                <a:gd name="connsiteY601" fmla="*/ 582454 h 1536858"/>
                <a:gd name="connsiteX602" fmla="*/ 204788 w 2088356"/>
                <a:gd name="connsiteY602" fmla="*/ 589121 h 1536858"/>
                <a:gd name="connsiteX603" fmla="*/ 210026 w 2088356"/>
                <a:gd name="connsiteY603" fmla="*/ 588645 h 1536858"/>
                <a:gd name="connsiteX604" fmla="*/ 203835 w 2088356"/>
                <a:gd name="connsiteY604" fmla="*/ 583406 h 1536858"/>
                <a:gd name="connsiteX605" fmla="*/ 197168 w 2088356"/>
                <a:gd name="connsiteY605" fmla="*/ 576263 h 1536858"/>
                <a:gd name="connsiteX606" fmla="*/ 196215 w 2088356"/>
                <a:gd name="connsiteY606" fmla="*/ 573405 h 1536858"/>
                <a:gd name="connsiteX607" fmla="*/ 199073 w 2088356"/>
                <a:gd name="connsiteY607" fmla="*/ 571976 h 1536858"/>
                <a:gd name="connsiteX608" fmla="*/ 202883 w 2088356"/>
                <a:gd name="connsiteY608" fmla="*/ 571500 h 1536858"/>
                <a:gd name="connsiteX609" fmla="*/ 210026 w 2088356"/>
                <a:gd name="connsiteY609" fmla="*/ 575310 h 1536858"/>
                <a:gd name="connsiteX610" fmla="*/ 213836 w 2088356"/>
                <a:gd name="connsiteY610" fmla="*/ 576739 h 1536858"/>
                <a:gd name="connsiteX611" fmla="*/ 216694 w 2088356"/>
                <a:gd name="connsiteY611" fmla="*/ 577215 h 1536858"/>
                <a:gd name="connsiteX612" fmla="*/ 220028 w 2088356"/>
                <a:gd name="connsiteY612" fmla="*/ 576263 h 1536858"/>
                <a:gd name="connsiteX613" fmla="*/ 227648 w 2088356"/>
                <a:gd name="connsiteY613" fmla="*/ 571500 h 1536858"/>
                <a:gd name="connsiteX614" fmla="*/ 233839 w 2088356"/>
                <a:gd name="connsiteY614" fmla="*/ 570071 h 1536858"/>
                <a:gd name="connsiteX615" fmla="*/ 236696 w 2088356"/>
                <a:gd name="connsiteY615" fmla="*/ 570071 h 1536858"/>
                <a:gd name="connsiteX616" fmla="*/ 239554 w 2088356"/>
                <a:gd name="connsiteY616" fmla="*/ 571500 h 1536858"/>
                <a:gd name="connsiteX617" fmla="*/ 242888 w 2088356"/>
                <a:gd name="connsiteY617" fmla="*/ 574358 h 1536858"/>
                <a:gd name="connsiteX618" fmla="*/ 246698 w 2088356"/>
                <a:gd name="connsiteY618" fmla="*/ 576263 h 1536858"/>
                <a:gd name="connsiteX619" fmla="*/ 250508 w 2088356"/>
                <a:gd name="connsiteY619" fmla="*/ 577215 h 1536858"/>
                <a:gd name="connsiteX620" fmla="*/ 253365 w 2088356"/>
                <a:gd name="connsiteY620" fmla="*/ 577215 h 1536858"/>
                <a:gd name="connsiteX621" fmla="*/ 255270 w 2088356"/>
                <a:gd name="connsiteY621" fmla="*/ 576263 h 1536858"/>
                <a:gd name="connsiteX622" fmla="*/ 262890 w 2088356"/>
                <a:gd name="connsiteY622" fmla="*/ 575786 h 1536858"/>
                <a:gd name="connsiteX623" fmla="*/ 269081 w 2088356"/>
                <a:gd name="connsiteY623" fmla="*/ 574358 h 1536858"/>
                <a:gd name="connsiteX624" fmla="*/ 276701 w 2088356"/>
                <a:gd name="connsiteY624" fmla="*/ 571500 h 1536858"/>
                <a:gd name="connsiteX625" fmla="*/ 281940 w 2088356"/>
                <a:gd name="connsiteY625" fmla="*/ 569119 h 1536858"/>
                <a:gd name="connsiteX626" fmla="*/ 287179 w 2088356"/>
                <a:gd name="connsiteY626" fmla="*/ 565785 h 1536858"/>
                <a:gd name="connsiteX627" fmla="*/ 290036 w 2088356"/>
                <a:gd name="connsiteY627" fmla="*/ 564833 h 1536858"/>
                <a:gd name="connsiteX628" fmla="*/ 292894 w 2088356"/>
                <a:gd name="connsiteY628" fmla="*/ 565785 h 1536858"/>
                <a:gd name="connsiteX629" fmla="*/ 295751 w 2088356"/>
                <a:gd name="connsiteY629" fmla="*/ 568643 h 1536858"/>
                <a:gd name="connsiteX630" fmla="*/ 301466 w 2088356"/>
                <a:gd name="connsiteY630" fmla="*/ 572453 h 1536858"/>
                <a:gd name="connsiteX631" fmla="*/ 305276 w 2088356"/>
                <a:gd name="connsiteY631" fmla="*/ 571976 h 1536858"/>
                <a:gd name="connsiteX632" fmla="*/ 312896 w 2088356"/>
                <a:gd name="connsiteY632" fmla="*/ 567690 h 1536858"/>
                <a:gd name="connsiteX633" fmla="*/ 319088 w 2088356"/>
                <a:gd name="connsiteY633" fmla="*/ 563404 h 1536858"/>
                <a:gd name="connsiteX634" fmla="*/ 324326 w 2088356"/>
                <a:gd name="connsiteY634" fmla="*/ 562451 h 1536858"/>
                <a:gd name="connsiteX635" fmla="*/ 333851 w 2088356"/>
                <a:gd name="connsiteY635" fmla="*/ 564833 h 1536858"/>
                <a:gd name="connsiteX636" fmla="*/ 340043 w 2088356"/>
                <a:gd name="connsiteY636" fmla="*/ 568643 h 1536858"/>
                <a:gd name="connsiteX637" fmla="*/ 342900 w 2088356"/>
                <a:gd name="connsiteY637" fmla="*/ 569119 h 1536858"/>
                <a:gd name="connsiteX638" fmla="*/ 351473 w 2088356"/>
                <a:gd name="connsiteY638" fmla="*/ 568643 h 1536858"/>
                <a:gd name="connsiteX639" fmla="*/ 365284 w 2088356"/>
                <a:gd name="connsiteY639" fmla="*/ 570071 h 1536858"/>
                <a:gd name="connsiteX640" fmla="*/ 381476 w 2088356"/>
                <a:gd name="connsiteY640" fmla="*/ 573881 h 1536858"/>
                <a:gd name="connsiteX641" fmla="*/ 390049 w 2088356"/>
                <a:gd name="connsiteY641" fmla="*/ 574358 h 1536858"/>
                <a:gd name="connsiteX642" fmla="*/ 396240 w 2088356"/>
                <a:gd name="connsiteY642" fmla="*/ 575786 h 1536858"/>
                <a:gd name="connsiteX643" fmla="*/ 406718 w 2088356"/>
                <a:gd name="connsiteY643" fmla="*/ 580073 h 1536858"/>
                <a:gd name="connsiteX644" fmla="*/ 430530 w 2088356"/>
                <a:gd name="connsiteY644" fmla="*/ 587216 h 1536858"/>
                <a:gd name="connsiteX645" fmla="*/ 446246 w 2088356"/>
                <a:gd name="connsiteY645" fmla="*/ 593884 h 1536858"/>
                <a:gd name="connsiteX646" fmla="*/ 455295 w 2088356"/>
                <a:gd name="connsiteY646" fmla="*/ 596265 h 1536858"/>
                <a:gd name="connsiteX647" fmla="*/ 461486 w 2088356"/>
                <a:gd name="connsiteY647" fmla="*/ 599123 h 1536858"/>
                <a:gd name="connsiteX648" fmla="*/ 467678 w 2088356"/>
                <a:gd name="connsiteY648" fmla="*/ 602933 h 1536858"/>
                <a:gd name="connsiteX649" fmla="*/ 474345 w 2088356"/>
                <a:gd name="connsiteY649" fmla="*/ 605314 h 1536858"/>
                <a:gd name="connsiteX650" fmla="*/ 481965 w 2088356"/>
                <a:gd name="connsiteY650" fmla="*/ 606266 h 1536858"/>
                <a:gd name="connsiteX651" fmla="*/ 486728 w 2088356"/>
                <a:gd name="connsiteY651" fmla="*/ 608171 h 1536858"/>
                <a:gd name="connsiteX652" fmla="*/ 491490 w 2088356"/>
                <a:gd name="connsiteY652" fmla="*/ 613410 h 1536858"/>
                <a:gd name="connsiteX653" fmla="*/ 495776 w 2088356"/>
                <a:gd name="connsiteY653" fmla="*/ 620554 h 1536858"/>
                <a:gd name="connsiteX654" fmla="*/ 494824 w 2088356"/>
                <a:gd name="connsiteY654" fmla="*/ 622935 h 1536858"/>
                <a:gd name="connsiteX655" fmla="*/ 483870 w 2088356"/>
                <a:gd name="connsiteY655" fmla="*/ 628650 h 1536858"/>
                <a:gd name="connsiteX656" fmla="*/ 485299 w 2088356"/>
                <a:gd name="connsiteY656" fmla="*/ 631031 h 1536858"/>
                <a:gd name="connsiteX657" fmla="*/ 495776 w 2088356"/>
                <a:gd name="connsiteY657" fmla="*/ 636270 h 1536858"/>
                <a:gd name="connsiteX658" fmla="*/ 498158 w 2088356"/>
                <a:gd name="connsiteY658" fmla="*/ 638651 h 1536858"/>
                <a:gd name="connsiteX659" fmla="*/ 500539 w 2088356"/>
                <a:gd name="connsiteY659" fmla="*/ 641509 h 1536858"/>
                <a:gd name="connsiteX660" fmla="*/ 505301 w 2088356"/>
                <a:gd name="connsiteY660" fmla="*/ 648176 h 1536858"/>
                <a:gd name="connsiteX661" fmla="*/ 510540 w 2088356"/>
                <a:gd name="connsiteY661" fmla="*/ 652463 h 1536858"/>
                <a:gd name="connsiteX662" fmla="*/ 525780 w 2088356"/>
                <a:gd name="connsiteY662" fmla="*/ 658654 h 1536858"/>
                <a:gd name="connsiteX663" fmla="*/ 531495 w 2088356"/>
                <a:gd name="connsiteY663" fmla="*/ 661988 h 1536858"/>
                <a:gd name="connsiteX664" fmla="*/ 535781 w 2088356"/>
                <a:gd name="connsiteY664" fmla="*/ 665798 h 1536858"/>
                <a:gd name="connsiteX665" fmla="*/ 538639 w 2088356"/>
                <a:gd name="connsiteY665" fmla="*/ 669608 h 1536858"/>
                <a:gd name="connsiteX666" fmla="*/ 540544 w 2088356"/>
                <a:gd name="connsiteY666" fmla="*/ 673418 h 1536858"/>
                <a:gd name="connsiteX667" fmla="*/ 542449 w 2088356"/>
                <a:gd name="connsiteY667" fmla="*/ 675799 h 1536858"/>
                <a:gd name="connsiteX668" fmla="*/ 544830 w 2088356"/>
                <a:gd name="connsiteY668" fmla="*/ 677228 h 1536858"/>
                <a:gd name="connsiteX669" fmla="*/ 554355 w 2088356"/>
                <a:gd name="connsiteY669" fmla="*/ 681038 h 1536858"/>
                <a:gd name="connsiteX670" fmla="*/ 563404 w 2088356"/>
                <a:gd name="connsiteY670" fmla="*/ 686753 h 1536858"/>
                <a:gd name="connsiteX671" fmla="*/ 560070 w 2088356"/>
                <a:gd name="connsiteY671" fmla="*/ 689134 h 1536858"/>
                <a:gd name="connsiteX672" fmla="*/ 556736 w 2088356"/>
                <a:gd name="connsiteY672" fmla="*/ 689610 h 1536858"/>
                <a:gd name="connsiteX673" fmla="*/ 549593 w 2088356"/>
                <a:gd name="connsiteY673" fmla="*/ 691515 h 1536858"/>
                <a:gd name="connsiteX674" fmla="*/ 547688 w 2088356"/>
                <a:gd name="connsiteY674" fmla="*/ 693420 h 1536858"/>
                <a:gd name="connsiteX675" fmla="*/ 550069 w 2088356"/>
                <a:gd name="connsiteY675" fmla="*/ 696754 h 1536858"/>
                <a:gd name="connsiteX676" fmla="*/ 549593 w 2088356"/>
                <a:gd name="connsiteY676" fmla="*/ 700088 h 1536858"/>
                <a:gd name="connsiteX677" fmla="*/ 550545 w 2088356"/>
                <a:gd name="connsiteY677" fmla="*/ 703421 h 1536858"/>
                <a:gd name="connsiteX678" fmla="*/ 548164 w 2088356"/>
                <a:gd name="connsiteY678" fmla="*/ 707231 h 1536858"/>
                <a:gd name="connsiteX679" fmla="*/ 540068 w 2088356"/>
                <a:gd name="connsiteY679" fmla="*/ 708660 h 1536858"/>
                <a:gd name="connsiteX680" fmla="*/ 534353 w 2088356"/>
                <a:gd name="connsiteY680" fmla="*/ 711041 h 1536858"/>
                <a:gd name="connsiteX681" fmla="*/ 530543 w 2088356"/>
                <a:gd name="connsiteY681" fmla="*/ 713423 h 1536858"/>
                <a:gd name="connsiteX682" fmla="*/ 531971 w 2088356"/>
                <a:gd name="connsiteY682" fmla="*/ 713899 h 1536858"/>
                <a:gd name="connsiteX683" fmla="*/ 540068 w 2088356"/>
                <a:gd name="connsiteY683" fmla="*/ 712946 h 1536858"/>
                <a:gd name="connsiteX684" fmla="*/ 550069 w 2088356"/>
                <a:gd name="connsiteY684" fmla="*/ 711041 h 1536858"/>
                <a:gd name="connsiteX685" fmla="*/ 555784 w 2088356"/>
                <a:gd name="connsiteY685" fmla="*/ 709613 h 1536858"/>
                <a:gd name="connsiteX686" fmla="*/ 559118 w 2088356"/>
                <a:gd name="connsiteY686" fmla="*/ 709613 h 1536858"/>
                <a:gd name="connsiteX687" fmla="*/ 562451 w 2088356"/>
                <a:gd name="connsiteY687" fmla="*/ 710565 h 1536858"/>
                <a:gd name="connsiteX688" fmla="*/ 564833 w 2088356"/>
                <a:gd name="connsiteY688" fmla="*/ 712946 h 1536858"/>
                <a:gd name="connsiteX689" fmla="*/ 568167 w 2088356"/>
                <a:gd name="connsiteY689" fmla="*/ 719138 h 1536858"/>
                <a:gd name="connsiteX690" fmla="*/ 570071 w 2088356"/>
                <a:gd name="connsiteY690" fmla="*/ 721043 h 1536858"/>
                <a:gd name="connsiteX691" fmla="*/ 571976 w 2088356"/>
                <a:gd name="connsiteY691" fmla="*/ 723900 h 1536858"/>
                <a:gd name="connsiteX692" fmla="*/ 572453 w 2088356"/>
                <a:gd name="connsiteY692" fmla="*/ 724853 h 1536858"/>
                <a:gd name="connsiteX693" fmla="*/ 572453 w 2088356"/>
                <a:gd name="connsiteY693" fmla="*/ 725805 h 1536858"/>
                <a:gd name="connsiteX694" fmla="*/ 574834 w 2088356"/>
                <a:gd name="connsiteY694" fmla="*/ 728186 h 1536858"/>
                <a:gd name="connsiteX695" fmla="*/ 576739 w 2088356"/>
                <a:gd name="connsiteY695" fmla="*/ 732473 h 1536858"/>
                <a:gd name="connsiteX696" fmla="*/ 577692 w 2088356"/>
                <a:gd name="connsiteY696" fmla="*/ 737235 h 1536858"/>
                <a:gd name="connsiteX697" fmla="*/ 575786 w 2088356"/>
                <a:gd name="connsiteY697" fmla="*/ 737711 h 1536858"/>
                <a:gd name="connsiteX698" fmla="*/ 573405 w 2088356"/>
                <a:gd name="connsiteY698" fmla="*/ 737235 h 1536858"/>
                <a:gd name="connsiteX699" fmla="*/ 571024 w 2088356"/>
                <a:gd name="connsiteY699" fmla="*/ 742950 h 1536858"/>
                <a:gd name="connsiteX700" fmla="*/ 569119 w 2088356"/>
                <a:gd name="connsiteY700" fmla="*/ 745808 h 1536858"/>
                <a:gd name="connsiteX701" fmla="*/ 568167 w 2088356"/>
                <a:gd name="connsiteY701" fmla="*/ 748189 h 1536858"/>
                <a:gd name="connsiteX702" fmla="*/ 568167 w 2088356"/>
                <a:gd name="connsiteY702" fmla="*/ 750094 h 1536858"/>
                <a:gd name="connsiteX703" fmla="*/ 571976 w 2088356"/>
                <a:gd name="connsiteY703" fmla="*/ 751523 h 1536858"/>
                <a:gd name="connsiteX704" fmla="*/ 575786 w 2088356"/>
                <a:gd name="connsiteY704" fmla="*/ 753428 h 1536858"/>
                <a:gd name="connsiteX705" fmla="*/ 578644 w 2088356"/>
                <a:gd name="connsiteY705" fmla="*/ 756285 h 1536858"/>
                <a:gd name="connsiteX706" fmla="*/ 579596 w 2088356"/>
                <a:gd name="connsiteY706" fmla="*/ 758190 h 1536858"/>
                <a:gd name="connsiteX707" fmla="*/ 580073 w 2088356"/>
                <a:gd name="connsiteY707" fmla="*/ 761048 h 1536858"/>
                <a:gd name="connsiteX708" fmla="*/ 582930 w 2088356"/>
                <a:gd name="connsiteY708" fmla="*/ 760095 h 1536858"/>
                <a:gd name="connsiteX709" fmla="*/ 590074 w 2088356"/>
                <a:gd name="connsiteY709" fmla="*/ 756285 h 1536858"/>
                <a:gd name="connsiteX710" fmla="*/ 593884 w 2088356"/>
                <a:gd name="connsiteY710" fmla="*/ 760571 h 1536858"/>
                <a:gd name="connsiteX711" fmla="*/ 595313 w 2088356"/>
                <a:gd name="connsiteY711" fmla="*/ 765334 h 1536858"/>
                <a:gd name="connsiteX712" fmla="*/ 594836 w 2088356"/>
                <a:gd name="connsiteY712" fmla="*/ 769620 h 1536858"/>
                <a:gd name="connsiteX713" fmla="*/ 592931 w 2088356"/>
                <a:gd name="connsiteY713" fmla="*/ 773430 h 1536858"/>
                <a:gd name="connsiteX714" fmla="*/ 589598 w 2088356"/>
                <a:gd name="connsiteY714" fmla="*/ 776288 h 1536858"/>
                <a:gd name="connsiteX715" fmla="*/ 584835 w 2088356"/>
                <a:gd name="connsiteY715" fmla="*/ 777716 h 1536858"/>
                <a:gd name="connsiteX716" fmla="*/ 581501 w 2088356"/>
                <a:gd name="connsiteY716" fmla="*/ 779621 h 1536858"/>
                <a:gd name="connsiteX717" fmla="*/ 581501 w 2088356"/>
                <a:gd name="connsiteY717" fmla="*/ 783431 h 1536858"/>
                <a:gd name="connsiteX718" fmla="*/ 582454 w 2088356"/>
                <a:gd name="connsiteY718" fmla="*/ 786289 h 1536858"/>
                <a:gd name="connsiteX719" fmla="*/ 583406 w 2088356"/>
                <a:gd name="connsiteY719" fmla="*/ 787241 h 1536858"/>
                <a:gd name="connsiteX720" fmla="*/ 586264 w 2088356"/>
                <a:gd name="connsiteY720" fmla="*/ 787718 h 1536858"/>
                <a:gd name="connsiteX721" fmla="*/ 589121 w 2088356"/>
                <a:gd name="connsiteY721" fmla="*/ 789146 h 1536858"/>
                <a:gd name="connsiteX722" fmla="*/ 591979 w 2088356"/>
                <a:gd name="connsiteY722" fmla="*/ 789623 h 1536858"/>
                <a:gd name="connsiteX723" fmla="*/ 594836 w 2088356"/>
                <a:gd name="connsiteY723" fmla="*/ 791051 h 1536858"/>
                <a:gd name="connsiteX724" fmla="*/ 597694 w 2088356"/>
                <a:gd name="connsiteY724" fmla="*/ 790575 h 1536858"/>
                <a:gd name="connsiteX725" fmla="*/ 600075 w 2088356"/>
                <a:gd name="connsiteY725" fmla="*/ 789146 h 1536858"/>
                <a:gd name="connsiteX726" fmla="*/ 601980 w 2088356"/>
                <a:gd name="connsiteY726" fmla="*/ 785813 h 1536858"/>
                <a:gd name="connsiteX727" fmla="*/ 609124 w 2088356"/>
                <a:gd name="connsiteY727" fmla="*/ 789146 h 1536858"/>
                <a:gd name="connsiteX728" fmla="*/ 612458 w 2088356"/>
                <a:gd name="connsiteY728" fmla="*/ 792480 h 1536858"/>
                <a:gd name="connsiteX729" fmla="*/ 613886 w 2088356"/>
                <a:gd name="connsiteY729" fmla="*/ 795338 h 1536858"/>
                <a:gd name="connsiteX730" fmla="*/ 612934 w 2088356"/>
                <a:gd name="connsiteY730" fmla="*/ 798195 h 1536858"/>
                <a:gd name="connsiteX731" fmla="*/ 612934 w 2088356"/>
                <a:gd name="connsiteY731" fmla="*/ 801053 h 1536858"/>
                <a:gd name="connsiteX732" fmla="*/ 613886 w 2088356"/>
                <a:gd name="connsiteY732" fmla="*/ 803434 h 1536858"/>
                <a:gd name="connsiteX733" fmla="*/ 613410 w 2088356"/>
                <a:gd name="connsiteY733" fmla="*/ 806768 h 1536858"/>
                <a:gd name="connsiteX734" fmla="*/ 611505 w 2088356"/>
                <a:gd name="connsiteY734" fmla="*/ 810578 h 1536858"/>
                <a:gd name="connsiteX735" fmla="*/ 606743 w 2088356"/>
                <a:gd name="connsiteY735" fmla="*/ 814864 h 1536858"/>
                <a:gd name="connsiteX736" fmla="*/ 602456 w 2088356"/>
                <a:gd name="connsiteY736" fmla="*/ 817245 h 1536858"/>
                <a:gd name="connsiteX737" fmla="*/ 600075 w 2088356"/>
                <a:gd name="connsiteY737" fmla="*/ 819626 h 1536858"/>
                <a:gd name="connsiteX738" fmla="*/ 588645 w 2088356"/>
                <a:gd name="connsiteY738" fmla="*/ 819626 h 1536858"/>
                <a:gd name="connsiteX739" fmla="*/ 583883 w 2088356"/>
                <a:gd name="connsiteY739" fmla="*/ 822960 h 1536858"/>
                <a:gd name="connsiteX740" fmla="*/ 584835 w 2088356"/>
                <a:gd name="connsiteY740" fmla="*/ 823913 h 1536858"/>
                <a:gd name="connsiteX741" fmla="*/ 589598 w 2088356"/>
                <a:gd name="connsiteY741" fmla="*/ 824865 h 1536858"/>
                <a:gd name="connsiteX742" fmla="*/ 593884 w 2088356"/>
                <a:gd name="connsiteY742" fmla="*/ 829151 h 1536858"/>
                <a:gd name="connsiteX743" fmla="*/ 591026 w 2088356"/>
                <a:gd name="connsiteY743" fmla="*/ 832009 h 1536858"/>
                <a:gd name="connsiteX744" fmla="*/ 583883 w 2088356"/>
                <a:gd name="connsiteY744" fmla="*/ 831533 h 1536858"/>
                <a:gd name="connsiteX745" fmla="*/ 582454 w 2088356"/>
                <a:gd name="connsiteY745" fmla="*/ 832485 h 1536858"/>
                <a:gd name="connsiteX746" fmla="*/ 581501 w 2088356"/>
                <a:gd name="connsiteY746" fmla="*/ 837248 h 1536858"/>
                <a:gd name="connsiteX747" fmla="*/ 584359 w 2088356"/>
                <a:gd name="connsiteY747" fmla="*/ 840105 h 1536858"/>
                <a:gd name="connsiteX748" fmla="*/ 593408 w 2088356"/>
                <a:gd name="connsiteY748" fmla="*/ 838676 h 1536858"/>
                <a:gd name="connsiteX749" fmla="*/ 607695 w 2088356"/>
                <a:gd name="connsiteY749" fmla="*/ 826294 h 1536858"/>
                <a:gd name="connsiteX750" fmla="*/ 609600 w 2088356"/>
                <a:gd name="connsiteY750" fmla="*/ 827246 h 1536858"/>
                <a:gd name="connsiteX751" fmla="*/ 609600 w 2088356"/>
                <a:gd name="connsiteY751" fmla="*/ 828675 h 1536858"/>
                <a:gd name="connsiteX752" fmla="*/ 608648 w 2088356"/>
                <a:gd name="connsiteY752" fmla="*/ 830580 h 1536858"/>
                <a:gd name="connsiteX753" fmla="*/ 605314 w 2088356"/>
                <a:gd name="connsiteY753" fmla="*/ 834390 h 1536858"/>
                <a:gd name="connsiteX754" fmla="*/ 593408 w 2088356"/>
                <a:gd name="connsiteY754" fmla="*/ 844391 h 1536858"/>
                <a:gd name="connsiteX755" fmla="*/ 588645 w 2088356"/>
                <a:gd name="connsiteY755" fmla="*/ 853916 h 1536858"/>
                <a:gd name="connsiteX756" fmla="*/ 585311 w 2088356"/>
                <a:gd name="connsiteY756" fmla="*/ 865823 h 1536858"/>
                <a:gd name="connsiteX757" fmla="*/ 582454 w 2088356"/>
                <a:gd name="connsiteY757" fmla="*/ 867728 h 1536858"/>
                <a:gd name="connsiteX758" fmla="*/ 581025 w 2088356"/>
                <a:gd name="connsiteY758" fmla="*/ 870585 h 1536858"/>
                <a:gd name="connsiteX759" fmla="*/ 581025 w 2088356"/>
                <a:gd name="connsiteY759" fmla="*/ 874871 h 1536858"/>
                <a:gd name="connsiteX760" fmla="*/ 583406 w 2088356"/>
                <a:gd name="connsiteY760" fmla="*/ 879634 h 1536858"/>
                <a:gd name="connsiteX761" fmla="*/ 588169 w 2088356"/>
                <a:gd name="connsiteY761" fmla="*/ 884873 h 1536858"/>
                <a:gd name="connsiteX762" fmla="*/ 591979 w 2088356"/>
                <a:gd name="connsiteY762" fmla="*/ 887730 h 1536858"/>
                <a:gd name="connsiteX763" fmla="*/ 601504 w 2088356"/>
                <a:gd name="connsiteY763" fmla="*/ 888683 h 1536858"/>
                <a:gd name="connsiteX764" fmla="*/ 609600 w 2088356"/>
                <a:gd name="connsiteY764" fmla="*/ 890588 h 1536858"/>
                <a:gd name="connsiteX765" fmla="*/ 613886 w 2088356"/>
                <a:gd name="connsiteY765" fmla="*/ 891064 h 1536858"/>
                <a:gd name="connsiteX766" fmla="*/ 626745 w 2088356"/>
                <a:gd name="connsiteY766" fmla="*/ 890111 h 1536858"/>
                <a:gd name="connsiteX767" fmla="*/ 631508 w 2088356"/>
                <a:gd name="connsiteY767" fmla="*/ 888206 h 1536858"/>
                <a:gd name="connsiteX768" fmla="*/ 633889 w 2088356"/>
                <a:gd name="connsiteY768" fmla="*/ 888206 h 1536858"/>
                <a:gd name="connsiteX769" fmla="*/ 638651 w 2088356"/>
                <a:gd name="connsiteY769" fmla="*/ 885825 h 1536858"/>
                <a:gd name="connsiteX770" fmla="*/ 640556 w 2088356"/>
                <a:gd name="connsiteY770" fmla="*/ 881539 h 1536858"/>
                <a:gd name="connsiteX771" fmla="*/ 639128 w 2088356"/>
                <a:gd name="connsiteY771" fmla="*/ 877253 h 1536858"/>
                <a:gd name="connsiteX772" fmla="*/ 636746 w 2088356"/>
                <a:gd name="connsiteY772" fmla="*/ 872966 h 1536858"/>
                <a:gd name="connsiteX773" fmla="*/ 638651 w 2088356"/>
                <a:gd name="connsiteY773" fmla="*/ 872966 h 1536858"/>
                <a:gd name="connsiteX774" fmla="*/ 641033 w 2088356"/>
                <a:gd name="connsiteY774" fmla="*/ 873919 h 1536858"/>
                <a:gd name="connsiteX775" fmla="*/ 644843 w 2088356"/>
                <a:gd name="connsiteY775" fmla="*/ 871538 h 1536858"/>
                <a:gd name="connsiteX776" fmla="*/ 645319 w 2088356"/>
                <a:gd name="connsiteY776" fmla="*/ 869156 h 1536858"/>
                <a:gd name="connsiteX777" fmla="*/ 646748 w 2088356"/>
                <a:gd name="connsiteY777" fmla="*/ 866775 h 1536858"/>
                <a:gd name="connsiteX778" fmla="*/ 651510 w 2088356"/>
                <a:gd name="connsiteY778" fmla="*/ 863918 h 1536858"/>
                <a:gd name="connsiteX779" fmla="*/ 654844 w 2088356"/>
                <a:gd name="connsiteY779" fmla="*/ 861060 h 1536858"/>
                <a:gd name="connsiteX780" fmla="*/ 655320 w 2088356"/>
                <a:gd name="connsiteY780" fmla="*/ 858203 h 1536858"/>
                <a:gd name="connsiteX781" fmla="*/ 653415 w 2088356"/>
                <a:gd name="connsiteY781" fmla="*/ 852964 h 1536858"/>
                <a:gd name="connsiteX782" fmla="*/ 649605 w 2088356"/>
                <a:gd name="connsiteY782" fmla="*/ 848201 h 1536858"/>
                <a:gd name="connsiteX783" fmla="*/ 647224 w 2088356"/>
                <a:gd name="connsiteY783" fmla="*/ 846296 h 1536858"/>
                <a:gd name="connsiteX784" fmla="*/ 644367 w 2088356"/>
                <a:gd name="connsiteY784" fmla="*/ 842963 h 1536858"/>
                <a:gd name="connsiteX785" fmla="*/ 643414 w 2088356"/>
                <a:gd name="connsiteY785" fmla="*/ 839629 h 1536858"/>
                <a:gd name="connsiteX786" fmla="*/ 642938 w 2088356"/>
                <a:gd name="connsiteY786" fmla="*/ 835819 h 1536858"/>
                <a:gd name="connsiteX787" fmla="*/ 641985 w 2088356"/>
                <a:gd name="connsiteY787" fmla="*/ 832961 h 1536858"/>
                <a:gd name="connsiteX788" fmla="*/ 640556 w 2088356"/>
                <a:gd name="connsiteY788" fmla="*/ 830580 h 1536858"/>
                <a:gd name="connsiteX789" fmla="*/ 641509 w 2088356"/>
                <a:gd name="connsiteY789" fmla="*/ 829151 h 1536858"/>
                <a:gd name="connsiteX790" fmla="*/ 650081 w 2088356"/>
                <a:gd name="connsiteY790" fmla="*/ 827723 h 1536858"/>
                <a:gd name="connsiteX791" fmla="*/ 649605 w 2088356"/>
                <a:gd name="connsiteY791" fmla="*/ 828675 h 1536858"/>
                <a:gd name="connsiteX792" fmla="*/ 646271 w 2088356"/>
                <a:gd name="connsiteY792" fmla="*/ 830104 h 1536858"/>
                <a:gd name="connsiteX793" fmla="*/ 645319 w 2088356"/>
                <a:gd name="connsiteY793" fmla="*/ 832009 h 1536858"/>
                <a:gd name="connsiteX794" fmla="*/ 649129 w 2088356"/>
                <a:gd name="connsiteY794" fmla="*/ 840581 h 1536858"/>
                <a:gd name="connsiteX795" fmla="*/ 651034 w 2088356"/>
                <a:gd name="connsiteY795" fmla="*/ 842963 h 1536858"/>
                <a:gd name="connsiteX796" fmla="*/ 653415 w 2088356"/>
                <a:gd name="connsiteY796" fmla="*/ 844391 h 1536858"/>
                <a:gd name="connsiteX797" fmla="*/ 658654 w 2088356"/>
                <a:gd name="connsiteY797" fmla="*/ 850583 h 1536858"/>
                <a:gd name="connsiteX798" fmla="*/ 660083 w 2088356"/>
                <a:gd name="connsiteY798" fmla="*/ 854393 h 1536858"/>
                <a:gd name="connsiteX799" fmla="*/ 660559 w 2088356"/>
                <a:gd name="connsiteY799" fmla="*/ 858679 h 1536858"/>
                <a:gd name="connsiteX800" fmla="*/ 660559 w 2088356"/>
                <a:gd name="connsiteY800" fmla="*/ 862013 h 1536858"/>
                <a:gd name="connsiteX801" fmla="*/ 661511 w 2088356"/>
                <a:gd name="connsiteY801" fmla="*/ 863918 h 1536858"/>
                <a:gd name="connsiteX802" fmla="*/ 668179 w 2088356"/>
                <a:gd name="connsiteY802" fmla="*/ 862965 h 1536858"/>
                <a:gd name="connsiteX803" fmla="*/ 668179 w 2088356"/>
                <a:gd name="connsiteY803" fmla="*/ 864870 h 1536858"/>
                <a:gd name="connsiteX804" fmla="*/ 664369 w 2088356"/>
                <a:gd name="connsiteY804" fmla="*/ 869156 h 1536858"/>
                <a:gd name="connsiteX805" fmla="*/ 662464 w 2088356"/>
                <a:gd name="connsiteY805" fmla="*/ 870585 h 1536858"/>
                <a:gd name="connsiteX806" fmla="*/ 656749 w 2088356"/>
                <a:gd name="connsiteY806" fmla="*/ 873443 h 1536858"/>
                <a:gd name="connsiteX807" fmla="*/ 657225 w 2088356"/>
                <a:gd name="connsiteY807" fmla="*/ 875348 h 1536858"/>
                <a:gd name="connsiteX808" fmla="*/ 658178 w 2088356"/>
                <a:gd name="connsiteY808" fmla="*/ 877253 h 1536858"/>
                <a:gd name="connsiteX809" fmla="*/ 663417 w 2088356"/>
                <a:gd name="connsiteY809" fmla="*/ 879634 h 1536858"/>
                <a:gd name="connsiteX810" fmla="*/ 667226 w 2088356"/>
                <a:gd name="connsiteY810" fmla="*/ 880110 h 1536858"/>
                <a:gd name="connsiteX811" fmla="*/ 675799 w 2088356"/>
                <a:gd name="connsiteY811" fmla="*/ 875824 h 1536858"/>
                <a:gd name="connsiteX812" fmla="*/ 681990 w 2088356"/>
                <a:gd name="connsiteY812" fmla="*/ 872014 h 1536858"/>
                <a:gd name="connsiteX813" fmla="*/ 684371 w 2088356"/>
                <a:gd name="connsiteY813" fmla="*/ 871538 h 1536858"/>
                <a:gd name="connsiteX814" fmla="*/ 700088 w 2088356"/>
                <a:gd name="connsiteY814" fmla="*/ 874395 h 1536858"/>
                <a:gd name="connsiteX815" fmla="*/ 703898 w 2088356"/>
                <a:gd name="connsiteY815" fmla="*/ 873919 h 1536858"/>
                <a:gd name="connsiteX816" fmla="*/ 709613 w 2088356"/>
                <a:gd name="connsiteY816" fmla="*/ 872014 h 1536858"/>
                <a:gd name="connsiteX817" fmla="*/ 714375 w 2088356"/>
                <a:gd name="connsiteY817" fmla="*/ 871061 h 1536858"/>
                <a:gd name="connsiteX818" fmla="*/ 714851 w 2088356"/>
                <a:gd name="connsiteY818" fmla="*/ 871538 h 1536858"/>
                <a:gd name="connsiteX819" fmla="*/ 708184 w 2088356"/>
                <a:gd name="connsiteY819" fmla="*/ 876300 h 1536858"/>
                <a:gd name="connsiteX820" fmla="*/ 681514 w 2088356"/>
                <a:gd name="connsiteY820" fmla="*/ 882491 h 1536858"/>
                <a:gd name="connsiteX821" fmla="*/ 676751 w 2088356"/>
                <a:gd name="connsiteY821" fmla="*/ 885349 h 1536858"/>
                <a:gd name="connsiteX822" fmla="*/ 675323 w 2088356"/>
                <a:gd name="connsiteY822" fmla="*/ 888206 h 1536858"/>
                <a:gd name="connsiteX823" fmla="*/ 672942 w 2088356"/>
                <a:gd name="connsiteY823" fmla="*/ 891064 h 1536858"/>
                <a:gd name="connsiteX824" fmla="*/ 670084 w 2088356"/>
                <a:gd name="connsiteY824" fmla="*/ 892016 h 1536858"/>
                <a:gd name="connsiteX825" fmla="*/ 669131 w 2088356"/>
                <a:gd name="connsiteY825" fmla="*/ 894398 h 1536858"/>
                <a:gd name="connsiteX826" fmla="*/ 672942 w 2088356"/>
                <a:gd name="connsiteY826" fmla="*/ 902494 h 1536858"/>
                <a:gd name="connsiteX827" fmla="*/ 676751 w 2088356"/>
                <a:gd name="connsiteY827" fmla="*/ 902970 h 1536858"/>
                <a:gd name="connsiteX828" fmla="*/ 681038 w 2088356"/>
                <a:gd name="connsiteY828" fmla="*/ 902970 h 1536858"/>
                <a:gd name="connsiteX829" fmla="*/ 689134 w 2088356"/>
                <a:gd name="connsiteY829" fmla="*/ 901541 h 1536858"/>
                <a:gd name="connsiteX830" fmla="*/ 692944 w 2088356"/>
                <a:gd name="connsiteY830" fmla="*/ 902018 h 1536858"/>
                <a:gd name="connsiteX831" fmla="*/ 699135 w 2088356"/>
                <a:gd name="connsiteY831" fmla="*/ 904399 h 1536858"/>
                <a:gd name="connsiteX832" fmla="*/ 704850 w 2088356"/>
                <a:gd name="connsiteY832" fmla="*/ 905828 h 1536858"/>
                <a:gd name="connsiteX833" fmla="*/ 713899 w 2088356"/>
                <a:gd name="connsiteY833" fmla="*/ 905351 h 1536858"/>
                <a:gd name="connsiteX834" fmla="*/ 728186 w 2088356"/>
                <a:gd name="connsiteY834" fmla="*/ 905828 h 1536858"/>
                <a:gd name="connsiteX835" fmla="*/ 734854 w 2088356"/>
                <a:gd name="connsiteY835" fmla="*/ 910590 h 1536858"/>
                <a:gd name="connsiteX836" fmla="*/ 740093 w 2088356"/>
                <a:gd name="connsiteY836" fmla="*/ 912971 h 1536858"/>
                <a:gd name="connsiteX837" fmla="*/ 739617 w 2088356"/>
                <a:gd name="connsiteY837" fmla="*/ 913924 h 1536858"/>
                <a:gd name="connsiteX838" fmla="*/ 736283 w 2088356"/>
                <a:gd name="connsiteY838" fmla="*/ 914876 h 1536858"/>
                <a:gd name="connsiteX839" fmla="*/ 731520 w 2088356"/>
                <a:gd name="connsiteY839" fmla="*/ 914400 h 1536858"/>
                <a:gd name="connsiteX840" fmla="*/ 722471 w 2088356"/>
                <a:gd name="connsiteY840" fmla="*/ 912019 h 1536858"/>
                <a:gd name="connsiteX841" fmla="*/ 718185 w 2088356"/>
                <a:gd name="connsiteY841" fmla="*/ 911543 h 1536858"/>
                <a:gd name="connsiteX842" fmla="*/ 713899 w 2088356"/>
                <a:gd name="connsiteY842" fmla="*/ 912019 h 1536858"/>
                <a:gd name="connsiteX843" fmla="*/ 714851 w 2088356"/>
                <a:gd name="connsiteY843" fmla="*/ 912971 h 1536858"/>
                <a:gd name="connsiteX844" fmla="*/ 723900 w 2088356"/>
                <a:gd name="connsiteY844" fmla="*/ 917734 h 1536858"/>
                <a:gd name="connsiteX845" fmla="*/ 727234 w 2088356"/>
                <a:gd name="connsiteY845" fmla="*/ 918686 h 1536858"/>
                <a:gd name="connsiteX846" fmla="*/ 731996 w 2088356"/>
                <a:gd name="connsiteY846" fmla="*/ 922020 h 1536858"/>
                <a:gd name="connsiteX847" fmla="*/ 731044 w 2088356"/>
                <a:gd name="connsiteY847" fmla="*/ 927259 h 1536858"/>
                <a:gd name="connsiteX848" fmla="*/ 729615 w 2088356"/>
                <a:gd name="connsiteY848" fmla="*/ 928688 h 1536858"/>
                <a:gd name="connsiteX849" fmla="*/ 729139 w 2088356"/>
                <a:gd name="connsiteY849" fmla="*/ 932021 h 1536858"/>
                <a:gd name="connsiteX850" fmla="*/ 729615 w 2088356"/>
                <a:gd name="connsiteY850" fmla="*/ 938213 h 1536858"/>
                <a:gd name="connsiteX851" fmla="*/ 734854 w 2088356"/>
                <a:gd name="connsiteY851" fmla="*/ 942023 h 1536858"/>
                <a:gd name="connsiteX852" fmla="*/ 742950 w 2088356"/>
                <a:gd name="connsiteY852" fmla="*/ 946785 h 1536858"/>
                <a:gd name="connsiteX853" fmla="*/ 750094 w 2088356"/>
                <a:gd name="connsiteY853" fmla="*/ 947738 h 1536858"/>
                <a:gd name="connsiteX854" fmla="*/ 752475 w 2088356"/>
                <a:gd name="connsiteY854" fmla="*/ 949166 h 1536858"/>
                <a:gd name="connsiteX855" fmla="*/ 751999 w 2088356"/>
                <a:gd name="connsiteY855" fmla="*/ 950595 h 1536858"/>
                <a:gd name="connsiteX856" fmla="*/ 745331 w 2088356"/>
                <a:gd name="connsiteY856" fmla="*/ 952500 h 1536858"/>
                <a:gd name="connsiteX857" fmla="*/ 742950 w 2088356"/>
                <a:gd name="connsiteY857" fmla="*/ 952500 h 1536858"/>
                <a:gd name="connsiteX858" fmla="*/ 727234 w 2088356"/>
                <a:gd name="connsiteY858" fmla="*/ 948214 h 1536858"/>
                <a:gd name="connsiteX859" fmla="*/ 723424 w 2088356"/>
                <a:gd name="connsiteY859" fmla="*/ 947738 h 1536858"/>
                <a:gd name="connsiteX860" fmla="*/ 714375 w 2088356"/>
                <a:gd name="connsiteY860" fmla="*/ 943928 h 1536858"/>
                <a:gd name="connsiteX861" fmla="*/ 693420 w 2088356"/>
                <a:gd name="connsiteY861" fmla="*/ 932498 h 1536858"/>
                <a:gd name="connsiteX862" fmla="*/ 685800 w 2088356"/>
                <a:gd name="connsiteY862" fmla="*/ 929640 h 1536858"/>
                <a:gd name="connsiteX863" fmla="*/ 680085 w 2088356"/>
                <a:gd name="connsiteY863" fmla="*/ 928211 h 1536858"/>
                <a:gd name="connsiteX864" fmla="*/ 670084 w 2088356"/>
                <a:gd name="connsiteY864" fmla="*/ 927259 h 1536858"/>
                <a:gd name="connsiteX865" fmla="*/ 660559 w 2088356"/>
                <a:gd name="connsiteY865" fmla="*/ 927735 h 1536858"/>
                <a:gd name="connsiteX866" fmla="*/ 655796 w 2088356"/>
                <a:gd name="connsiteY866" fmla="*/ 927259 h 1536858"/>
                <a:gd name="connsiteX867" fmla="*/ 649605 w 2088356"/>
                <a:gd name="connsiteY867" fmla="*/ 925354 h 1536858"/>
                <a:gd name="connsiteX868" fmla="*/ 643890 w 2088356"/>
                <a:gd name="connsiteY868" fmla="*/ 924401 h 1536858"/>
                <a:gd name="connsiteX869" fmla="*/ 633413 w 2088356"/>
                <a:gd name="connsiteY869" fmla="*/ 923925 h 1536858"/>
                <a:gd name="connsiteX870" fmla="*/ 627221 w 2088356"/>
                <a:gd name="connsiteY870" fmla="*/ 925830 h 1536858"/>
                <a:gd name="connsiteX871" fmla="*/ 623888 w 2088356"/>
                <a:gd name="connsiteY871" fmla="*/ 928211 h 1536858"/>
                <a:gd name="connsiteX872" fmla="*/ 620554 w 2088356"/>
                <a:gd name="connsiteY872" fmla="*/ 931545 h 1536858"/>
                <a:gd name="connsiteX873" fmla="*/ 621506 w 2088356"/>
                <a:gd name="connsiteY873" fmla="*/ 933926 h 1536858"/>
                <a:gd name="connsiteX874" fmla="*/ 626745 w 2088356"/>
                <a:gd name="connsiteY874" fmla="*/ 939165 h 1536858"/>
                <a:gd name="connsiteX875" fmla="*/ 633889 w 2088356"/>
                <a:gd name="connsiteY875" fmla="*/ 945356 h 1536858"/>
                <a:gd name="connsiteX876" fmla="*/ 638175 w 2088356"/>
                <a:gd name="connsiteY876" fmla="*/ 948214 h 1536858"/>
                <a:gd name="connsiteX877" fmla="*/ 646748 w 2088356"/>
                <a:gd name="connsiteY877" fmla="*/ 950119 h 1536858"/>
                <a:gd name="connsiteX878" fmla="*/ 660559 w 2088356"/>
                <a:gd name="connsiteY878" fmla="*/ 952500 h 1536858"/>
                <a:gd name="connsiteX879" fmla="*/ 671989 w 2088356"/>
                <a:gd name="connsiteY879" fmla="*/ 955834 h 1536858"/>
                <a:gd name="connsiteX880" fmla="*/ 680561 w 2088356"/>
                <a:gd name="connsiteY880" fmla="*/ 960120 h 1536858"/>
                <a:gd name="connsiteX881" fmla="*/ 687229 w 2088356"/>
                <a:gd name="connsiteY881" fmla="*/ 963930 h 1536858"/>
                <a:gd name="connsiteX882" fmla="*/ 695325 w 2088356"/>
                <a:gd name="connsiteY882" fmla="*/ 969645 h 1536858"/>
                <a:gd name="connsiteX883" fmla="*/ 698183 w 2088356"/>
                <a:gd name="connsiteY883" fmla="*/ 970598 h 1536858"/>
                <a:gd name="connsiteX884" fmla="*/ 720567 w 2088356"/>
                <a:gd name="connsiteY884" fmla="*/ 973931 h 1536858"/>
                <a:gd name="connsiteX885" fmla="*/ 723900 w 2088356"/>
                <a:gd name="connsiteY885" fmla="*/ 974884 h 1536858"/>
                <a:gd name="connsiteX886" fmla="*/ 726758 w 2088356"/>
                <a:gd name="connsiteY886" fmla="*/ 974884 h 1536858"/>
                <a:gd name="connsiteX887" fmla="*/ 734378 w 2088356"/>
                <a:gd name="connsiteY887" fmla="*/ 971074 h 1536858"/>
                <a:gd name="connsiteX888" fmla="*/ 737235 w 2088356"/>
                <a:gd name="connsiteY888" fmla="*/ 970598 h 1536858"/>
                <a:gd name="connsiteX889" fmla="*/ 741521 w 2088356"/>
                <a:gd name="connsiteY889" fmla="*/ 971550 h 1536858"/>
                <a:gd name="connsiteX890" fmla="*/ 747236 w 2088356"/>
                <a:gd name="connsiteY890" fmla="*/ 973931 h 1536858"/>
                <a:gd name="connsiteX891" fmla="*/ 753904 w 2088356"/>
                <a:gd name="connsiteY891" fmla="*/ 973455 h 1536858"/>
                <a:gd name="connsiteX892" fmla="*/ 759619 w 2088356"/>
                <a:gd name="connsiteY892" fmla="*/ 972026 h 1536858"/>
                <a:gd name="connsiteX893" fmla="*/ 763429 w 2088356"/>
                <a:gd name="connsiteY893" fmla="*/ 972979 h 1536858"/>
                <a:gd name="connsiteX894" fmla="*/ 764381 w 2088356"/>
                <a:gd name="connsiteY894" fmla="*/ 973931 h 1536858"/>
                <a:gd name="connsiteX895" fmla="*/ 762953 w 2088356"/>
                <a:gd name="connsiteY895" fmla="*/ 975360 h 1536858"/>
                <a:gd name="connsiteX896" fmla="*/ 758667 w 2088356"/>
                <a:gd name="connsiteY896" fmla="*/ 977265 h 1536858"/>
                <a:gd name="connsiteX897" fmla="*/ 757238 w 2088356"/>
                <a:gd name="connsiteY897" fmla="*/ 979170 h 1536858"/>
                <a:gd name="connsiteX898" fmla="*/ 762476 w 2088356"/>
                <a:gd name="connsiteY898" fmla="*/ 985838 h 1536858"/>
                <a:gd name="connsiteX899" fmla="*/ 762476 w 2088356"/>
                <a:gd name="connsiteY899" fmla="*/ 987743 h 1536858"/>
                <a:gd name="connsiteX900" fmla="*/ 758667 w 2088356"/>
                <a:gd name="connsiteY900" fmla="*/ 989171 h 1536858"/>
                <a:gd name="connsiteX901" fmla="*/ 749618 w 2088356"/>
                <a:gd name="connsiteY901" fmla="*/ 992029 h 1536858"/>
                <a:gd name="connsiteX902" fmla="*/ 746760 w 2088356"/>
                <a:gd name="connsiteY902" fmla="*/ 995839 h 1536858"/>
                <a:gd name="connsiteX903" fmla="*/ 746760 w 2088356"/>
                <a:gd name="connsiteY903" fmla="*/ 999649 h 1536858"/>
                <a:gd name="connsiteX904" fmla="*/ 744379 w 2088356"/>
                <a:gd name="connsiteY904" fmla="*/ 1007269 h 1536858"/>
                <a:gd name="connsiteX905" fmla="*/ 743903 w 2088356"/>
                <a:gd name="connsiteY905" fmla="*/ 1011079 h 1536858"/>
                <a:gd name="connsiteX906" fmla="*/ 738188 w 2088356"/>
                <a:gd name="connsiteY906" fmla="*/ 1019175 h 1536858"/>
                <a:gd name="connsiteX907" fmla="*/ 737711 w 2088356"/>
                <a:gd name="connsiteY907" fmla="*/ 1022985 h 1536858"/>
                <a:gd name="connsiteX908" fmla="*/ 745331 w 2088356"/>
                <a:gd name="connsiteY908" fmla="*/ 1022985 h 1536858"/>
                <a:gd name="connsiteX909" fmla="*/ 751523 w 2088356"/>
                <a:gd name="connsiteY909" fmla="*/ 1021080 h 1536858"/>
                <a:gd name="connsiteX910" fmla="*/ 756285 w 2088356"/>
                <a:gd name="connsiteY910" fmla="*/ 1020128 h 1536858"/>
                <a:gd name="connsiteX911" fmla="*/ 759143 w 2088356"/>
                <a:gd name="connsiteY911" fmla="*/ 1022509 h 1536858"/>
                <a:gd name="connsiteX912" fmla="*/ 764381 w 2088356"/>
                <a:gd name="connsiteY912" fmla="*/ 1023938 h 1536858"/>
                <a:gd name="connsiteX913" fmla="*/ 764381 w 2088356"/>
                <a:gd name="connsiteY913" fmla="*/ 1024890 h 1536858"/>
                <a:gd name="connsiteX914" fmla="*/ 763905 w 2088356"/>
                <a:gd name="connsiteY914" fmla="*/ 1027748 h 1536858"/>
                <a:gd name="connsiteX915" fmla="*/ 750094 w 2088356"/>
                <a:gd name="connsiteY915" fmla="*/ 1029176 h 1536858"/>
                <a:gd name="connsiteX916" fmla="*/ 740093 w 2088356"/>
                <a:gd name="connsiteY916" fmla="*/ 1028700 h 1536858"/>
                <a:gd name="connsiteX917" fmla="*/ 739140 w 2088356"/>
                <a:gd name="connsiteY917" fmla="*/ 1031081 h 1536858"/>
                <a:gd name="connsiteX918" fmla="*/ 737711 w 2088356"/>
                <a:gd name="connsiteY918" fmla="*/ 1040130 h 1536858"/>
                <a:gd name="connsiteX919" fmla="*/ 734378 w 2088356"/>
                <a:gd name="connsiteY919" fmla="*/ 1052036 h 1536858"/>
                <a:gd name="connsiteX920" fmla="*/ 737711 w 2088356"/>
                <a:gd name="connsiteY920" fmla="*/ 1052036 h 1536858"/>
                <a:gd name="connsiteX921" fmla="*/ 741521 w 2088356"/>
                <a:gd name="connsiteY921" fmla="*/ 1051084 h 1536858"/>
                <a:gd name="connsiteX922" fmla="*/ 749142 w 2088356"/>
                <a:gd name="connsiteY922" fmla="*/ 1047274 h 1536858"/>
                <a:gd name="connsiteX923" fmla="*/ 749618 w 2088356"/>
                <a:gd name="connsiteY923" fmla="*/ 1048703 h 1536858"/>
                <a:gd name="connsiteX924" fmla="*/ 744855 w 2088356"/>
                <a:gd name="connsiteY924" fmla="*/ 1054894 h 1536858"/>
                <a:gd name="connsiteX925" fmla="*/ 740569 w 2088356"/>
                <a:gd name="connsiteY925" fmla="*/ 1058704 h 1536858"/>
                <a:gd name="connsiteX926" fmla="*/ 738188 w 2088356"/>
                <a:gd name="connsiteY926" fmla="*/ 1060133 h 1536858"/>
                <a:gd name="connsiteX927" fmla="*/ 726281 w 2088356"/>
                <a:gd name="connsiteY927" fmla="*/ 1062990 h 1536858"/>
                <a:gd name="connsiteX928" fmla="*/ 721519 w 2088356"/>
                <a:gd name="connsiteY928" fmla="*/ 1063943 h 1536858"/>
                <a:gd name="connsiteX929" fmla="*/ 716280 w 2088356"/>
                <a:gd name="connsiteY929" fmla="*/ 1062990 h 1536858"/>
                <a:gd name="connsiteX930" fmla="*/ 698659 w 2088356"/>
                <a:gd name="connsiteY930" fmla="*/ 1053941 h 1536858"/>
                <a:gd name="connsiteX931" fmla="*/ 688181 w 2088356"/>
                <a:gd name="connsiteY931" fmla="*/ 1053465 h 1536858"/>
                <a:gd name="connsiteX932" fmla="*/ 678180 w 2088356"/>
                <a:gd name="connsiteY932" fmla="*/ 1056323 h 1536858"/>
                <a:gd name="connsiteX933" fmla="*/ 673418 w 2088356"/>
                <a:gd name="connsiteY933" fmla="*/ 1059180 h 1536858"/>
                <a:gd name="connsiteX934" fmla="*/ 667703 w 2088356"/>
                <a:gd name="connsiteY934" fmla="*/ 1070610 h 1536858"/>
                <a:gd name="connsiteX935" fmla="*/ 663417 w 2088356"/>
                <a:gd name="connsiteY935" fmla="*/ 1073944 h 1536858"/>
                <a:gd name="connsiteX936" fmla="*/ 661988 w 2088356"/>
                <a:gd name="connsiteY936" fmla="*/ 1077278 h 1536858"/>
                <a:gd name="connsiteX937" fmla="*/ 665321 w 2088356"/>
                <a:gd name="connsiteY937" fmla="*/ 1077754 h 1536858"/>
                <a:gd name="connsiteX938" fmla="*/ 669131 w 2088356"/>
                <a:gd name="connsiteY938" fmla="*/ 1077278 h 1536858"/>
                <a:gd name="connsiteX939" fmla="*/ 682467 w 2088356"/>
                <a:gd name="connsiteY939" fmla="*/ 1076801 h 1536858"/>
                <a:gd name="connsiteX940" fmla="*/ 683419 w 2088356"/>
                <a:gd name="connsiteY940" fmla="*/ 1078706 h 1536858"/>
                <a:gd name="connsiteX941" fmla="*/ 684848 w 2088356"/>
                <a:gd name="connsiteY941" fmla="*/ 1079659 h 1536858"/>
                <a:gd name="connsiteX942" fmla="*/ 695801 w 2088356"/>
                <a:gd name="connsiteY942" fmla="*/ 1082040 h 1536858"/>
                <a:gd name="connsiteX943" fmla="*/ 701993 w 2088356"/>
                <a:gd name="connsiteY943" fmla="*/ 1082040 h 1536858"/>
                <a:gd name="connsiteX944" fmla="*/ 715328 w 2088356"/>
                <a:gd name="connsiteY944" fmla="*/ 1080135 h 1536858"/>
                <a:gd name="connsiteX945" fmla="*/ 721043 w 2088356"/>
                <a:gd name="connsiteY945" fmla="*/ 1078706 h 1536858"/>
                <a:gd name="connsiteX946" fmla="*/ 726281 w 2088356"/>
                <a:gd name="connsiteY946" fmla="*/ 1073468 h 1536858"/>
                <a:gd name="connsiteX947" fmla="*/ 726281 w 2088356"/>
                <a:gd name="connsiteY947" fmla="*/ 1072515 h 1536858"/>
                <a:gd name="connsiteX948" fmla="*/ 727234 w 2088356"/>
                <a:gd name="connsiteY948" fmla="*/ 1072039 h 1536858"/>
                <a:gd name="connsiteX949" fmla="*/ 732949 w 2088356"/>
                <a:gd name="connsiteY949" fmla="*/ 1070610 h 1536858"/>
                <a:gd name="connsiteX950" fmla="*/ 735806 w 2088356"/>
                <a:gd name="connsiteY950" fmla="*/ 1070610 h 1536858"/>
                <a:gd name="connsiteX951" fmla="*/ 737235 w 2088356"/>
                <a:gd name="connsiteY951" fmla="*/ 1072515 h 1536858"/>
                <a:gd name="connsiteX952" fmla="*/ 735806 w 2088356"/>
                <a:gd name="connsiteY952" fmla="*/ 1075849 h 1536858"/>
                <a:gd name="connsiteX953" fmla="*/ 731520 w 2088356"/>
                <a:gd name="connsiteY953" fmla="*/ 1080611 h 1536858"/>
                <a:gd name="connsiteX954" fmla="*/ 729615 w 2088356"/>
                <a:gd name="connsiteY954" fmla="*/ 1082040 h 1536858"/>
                <a:gd name="connsiteX955" fmla="*/ 729139 w 2088356"/>
                <a:gd name="connsiteY955" fmla="*/ 1082993 h 1536858"/>
                <a:gd name="connsiteX956" fmla="*/ 728663 w 2088356"/>
                <a:gd name="connsiteY956" fmla="*/ 1086326 h 1536858"/>
                <a:gd name="connsiteX957" fmla="*/ 727710 w 2088356"/>
                <a:gd name="connsiteY957" fmla="*/ 1087755 h 1536858"/>
                <a:gd name="connsiteX958" fmla="*/ 725805 w 2088356"/>
                <a:gd name="connsiteY958" fmla="*/ 1090136 h 1536858"/>
                <a:gd name="connsiteX959" fmla="*/ 722948 w 2088356"/>
                <a:gd name="connsiteY959" fmla="*/ 1091565 h 1536858"/>
                <a:gd name="connsiteX960" fmla="*/ 716756 w 2088356"/>
                <a:gd name="connsiteY960" fmla="*/ 1091565 h 1536858"/>
                <a:gd name="connsiteX961" fmla="*/ 707231 w 2088356"/>
                <a:gd name="connsiteY961" fmla="*/ 1090613 h 1536858"/>
                <a:gd name="connsiteX962" fmla="*/ 694373 w 2088356"/>
                <a:gd name="connsiteY962" fmla="*/ 1086326 h 1536858"/>
                <a:gd name="connsiteX963" fmla="*/ 679133 w 2088356"/>
                <a:gd name="connsiteY963" fmla="*/ 1082993 h 1536858"/>
                <a:gd name="connsiteX964" fmla="*/ 673894 w 2088356"/>
                <a:gd name="connsiteY964" fmla="*/ 1082040 h 1536858"/>
                <a:gd name="connsiteX965" fmla="*/ 670084 w 2088356"/>
                <a:gd name="connsiteY965" fmla="*/ 1082516 h 1536858"/>
                <a:gd name="connsiteX966" fmla="*/ 668179 w 2088356"/>
                <a:gd name="connsiteY966" fmla="*/ 1087755 h 1536858"/>
                <a:gd name="connsiteX967" fmla="*/ 663417 w 2088356"/>
                <a:gd name="connsiteY967" fmla="*/ 1096328 h 1536858"/>
                <a:gd name="connsiteX968" fmla="*/ 655796 w 2088356"/>
                <a:gd name="connsiteY968" fmla="*/ 1103948 h 1536858"/>
                <a:gd name="connsiteX969" fmla="*/ 654368 w 2088356"/>
                <a:gd name="connsiteY969" fmla="*/ 1108234 h 1536858"/>
                <a:gd name="connsiteX970" fmla="*/ 654368 w 2088356"/>
                <a:gd name="connsiteY970" fmla="*/ 1111091 h 1536858"/>
                <a:gd name="connsiteX971" fmla="*/ 653415 w 2088356"/>
                <a:gd name="connsiteY971" fmla="*/ 1113949 h 1536858"/>
                <a:gd name="connsiteX972" fmla="*/ 650081 w 2088356"/>
                <a:gd name="connsiteY972" fmla="*/ 1120616 h 1536858"/>
                <a:gd name="connsiteX973" fmla="*/ 654368 w 2088356"/>
                <a:gd name="connsiteY973" fmla="*/ 1121569 h 1536858"/>
                <a:gd name="connsiteX974" fmla="*/ 660559 w 2088356"/>
                <a:gd name="connsiteY974" fmla="*/ 1119188 h 1536858"/>
                <a:gd name="connsiteX975" fmla="*/ 675323 w 2088356"/>
                <a:gd name="connsiteY975" fmla="*/ 1108710 h 1536858"/>
                <a:gd name="connsiteX976" fmla="*/ 678180 w 2088356"/>
                <a:gd name="connsiteY976" fmla="*/ 1107758 h 1536858"/>
                <a:gd name="connsiteX977" fmla="*/ 685800 w 2088356"/>
                <a:gd name="connsiteY977" fmla="*/ 1106329 h 1536858"/>
                <a:gd name="connsiteX978" fmla="*/ 690086 w 2088356"/>
                <a:gd name="connsiteY978" fmla="*/ 1104900 h 1536858"/>
                <a:gd name="connsiteX979" fmla="*/ 696754 w 2088356"/>
                <a:gd name="connsiteY979" fmla="*/ 1103948 h 1536858"/>
                <a:gd name="connsiteX980" fmla="*/ 704850 w 2088356"/>
                <a:gd name="connsiteY980" fmla="*/ 1107281 h 1536858"/>
                <a:gd name="connsiteX981" fmla="*/ 710089 w 2088356"/>
                <a:gd name="connsiteY981" fmla="*/ 1108234 h 1536858"/>
                <a:gd name="connsiteX982" fmla="*/ 716280 w 2088356"/>
                <a:gd name="connsiteY982" fmla="*/ 1109663 h 1536858"/>
                <a:gd name="connsiteX983" fmla="*/ 727710 w 2088356"/>
                <a:gd name="connsiteY983" fmla="*/ 1108710 h 1536858"/>
                <a:gd name="connsiteX984" fmla="*/ 731044 w 2088356"/>
                <a:gd name="connsiteY984" fmla="*/ 1106805 h 1536858"/>
                <a:gd name="connsiteX985" fmla="*/ 742950 w 2088356"/>
                <a:gd name="connsiteY985" fmla="*/ 1105853 h 1536858"/>
                <a:gd name="connsiteX986" fmla="*/ 745808 w 2088356"/>
                <a:gd name="connsiteY986" fmla="*/ 1107281 h 1536858"/>
                <a:gd name="connsiteX987" fmla="*/ 741045 w 2088356"/>
                <a:gd name="connsiteY987" fmla="*/ 1109663 h 1536858"/>
                <a:gd name="connsiteX988" fmla="*/ 736283 w 2088356"/>
                <a:gd name="connsiteY988" fmla="*/ 1110139 h 1536858"/>
                <a:gd name="connsiteX989" fmla="*/ 736283 w 2088356"/>
                <a:gd name="connsiteY989" fmla="*/ 1112520 h 1536858"/>
                <a:gd name="connsiteX990" fmla="*/ 754380 w 2088356"/>
                <a:gd name="connsiteY990" fmla="*/ 1120140 h 1536858"/>
                <a:gd name="connsiteX991" fmla="*/ 755333 w 2088356"/>
                <a:gd name="connsiteY991" fmla="*/ 1122045 h 1536858"/>
                <a:gd name="connsiteX992" fmla="*/ 751999 w 2088356"/>
                <a:gd name="connsiteY992" fmla="*/ 1122998 h 1536858"/>
                <a:gd name="connsiteX993" fmla="*/ 735806 w 2088356"/>
                <a:gd name="connsiteY993" fmla="*/ 1115854 h 1536858"/>
                <a:gd name="connsiteX994" fmla="*/ 726758 w 2088356"/>
                <a:gd name="connsiteY994" fmla="*/ 1113949 h 1536858"/>
                <a:gd name="connsiteX995" fmla="*/ 719614 w 2088356"/>
                <a:gd name="connsiteY995" fmla="*/ 1115378 h 1536858"/>
                <a:gd name="connsiteX996" fmla="*/ 711518 w 2088356"/>
                <a:gd name="connsiteY996" fmla="*/ 1114425 h 1536858"/>
                <a:gd name="connsiteX997" fmla="*/ 695325 w 2088356"/>
                <a:gd name="connsiteY997" fmla="*/ 1109186 h 1536858"/>
                <a:gd name="connsiteX998" fmla="*/ 691039 w 2088356"/>
                <a:gd name="connsiteY998" fmla="*/ 1108710 h 1536858"/>
                <a:gd name="connsiteX999" fmla="*/ 685800 w 2088356"/>
                <a:gd name="connsiteY999" fmla="*/ 1109186 h 1536858"/>
                <a:gd name="connsiteX1000" fmla="*/ 675323 w 2088356"/>
                <a:gd name="connsiteY1000" fmla="*/ 1112996 h 1536858"/>
                <a:gd name="connsiteX1001" fmla="*/ 666750 w 2088356"/>
                <a:gd name="connsiteY1001" fmla="*/ 1118711 h 1536858"/>
                <a:gd name="connsiteX1002" fmla="*/ 660083 w 2088356"/>
                <a:gd name="connsiteY1002" fmla="*/ 1122045 h 1536858"/>
                <a:gd name="connsiteX1003" fmla="*/ 655320 w 2088356"/>
                <a:gd name="connsiteY1003" fmla="*/ 1123474 h 1536858"/>
                <a:gd name="connsiteX1004" fmla="*/ 646748 w 2088356"/>
                <a:gd name="connsiteY1004" fmla="*/ 1128236 h 1536858"/>
                <a:gd name="connsiteX1005" fmla="*/ 646748 w 2088356"/>
                <a:gd name="connsiteY1005" fmla="*/ 1133475 h 1536858"/>
                <a:gd name="connsiteX1006" fmla="*/ 643890 w 2088356"/>
                <a:gd name="connsiteY1006" fmla="*/ 1144429 h 1536858"/>
                <a:gd name="connsiteX1007" fmla="*/ 650558 w 2088356"/>
                <a:gd name="connsiteY1007" fmla="*/ 1153001 h 1536858"/>
                <a:gd name="connsiteX1008" fmla="*/ 654844 w 2088356"/>
                <a:gd name="connsiteY1008" fmla="*/ 1155383 h 1536858"/>
                <a:gd name="connsiteX1009" fmla="*/ 658654 w 2088356"/>
                <a:gd name="connsiteY1009" fmla="*/ 1156811 h 1536858"/>
                <a:gd name="connsiteX1010" fmla="*/ 661035 w 2088356"/>
                <a:gd name="connsiteY1010" fmla="*/ 1156335 h 1536858"/>
                <a:gd name="connsiteX1011" fmla="*/ 665798 w 2088356"/>
                <a:gd name="connsiteY1011" fmla="*/ 1157288 h 1536858"/>
                <a:gd name="connsiteX1012" fmla="*/ 676751 w 2088356"/>
                <a:gd name="connsiteY1012" fmla="*/ 1157764 h 1536858"/>
                <a:gd name="connsiteX1013" fmla="*/ 688658 w 2088356"/>
                <a:gd name="connsiteY1013" fmla="*/ 1157764 h 1536858"/>
                <a:gd name="connsiteX1014" fmla="*/ 692944 w 2088356"/>
                <a:gd name="connsiteY1014" fmla="*/ 1158240 h 1536858"/>
                <a:gd name="connsiteX1015" fmla="*/ 694373 w 2088356"/>
                <a:gd name="connsiteY1015" fmla="*/ 1159193 h 1536858"/>
                <a:gd name="connsiteX1016" fmla="*/ 692944 w 2088356"/>
                <a:gd name="connsiteY1016" fmla="*/ 1160621 h 1536858"/>
                <a:gd name="connsiteX1017" fmla="*/ 692468 w 2088356"/>
                <a:gd name="connsiteY1017" fmla="*/ 1161098 h 1536858"/>
                <a:gd name="connsiteX1018" fmla="*/ 688658 w 2088356"/>
                <a:gd name="connsiteY1018" fmla="*/ 1161098 h 1536858"/>
                <a:gd name="connsiteX1019" fmla="*/ 673894 w 2088356"/>
                <a:gd name="connsiteY1019" fmla="*/ 1162526 h 1536858"/>
                <a:gd name="connsiteX1020" fmla="*/ 671513 w 2088356"/>
                <a:gd name="connsiteY1020" fmla="*/ 1166813 h 1536858"/>
                <a:gd name="connsiteX1021" fmla="*/ 667703 w 2088356"/>
                <a:gd name="connsiteY1021" fmla="*/ 1168718 h 1536858"/>
                <a:gd name="connsiteX1022" fmla="*/ 661035 w 2088356"/>
                <a:gd name="connsiteY1022" fmla="*/ 1173004 h 1536858"/>
                <a:gd name="connsiteX1023" fmla="*/ 660559 w 2088356"/>
                <a:gd name="connsiteY1023" fmla="*/ 1174433 h 1536858"/>
                <a:gd name="connsiteX1024" fmla="*/ 659130 w 2088356"/>
                <a:gd name="connsiteY1024" fmla="*/ 1176814 h 1536858"/>
                <a:gd name="connsiteX1025" fmla="*/ 655796 w 2088356"/>
                <a:gd name="connsiteY1025" fmla="*/ 1180624 h 1536858"/>
                <a:gd name="connsiteX1026" fmla="*/ 653415 w 2088356"/>
                <a:gd name="connsiteY1026" fmla="*/ 1186339 h 1536858"/>
                <a:gd name="connsiteX1027" fmla="*/ 653892 w 2088356"/>
                <a:gd name="connsiteY1027" fmla="*/ 1190149 h 1536858"/>
                <a:gd name="connsiteX1028" fmla="*/ 652939 w 2088356"/>
                <a:gd name="connsiteY1028" fmla="*/ 1193959 h 1536858"/>
                <a:gd name="connsiteX1029" fmla="*/ 653892 w 2088356"/>
                <a:gd name="connsiteY1029" fmla="*/ 1200626 h 1536858"/>
                <a:gd name="connsiteX1030" fmla="*/ 656273 w 2088356"/>
                <a:gd name="connsiteY1030" fmla="*/ 1201579 h 1536858"/>
                <a:gd name="connsiteX1031" fmla="*/ 660559 w 2088356"/>
                <a:gd name="connsiteY1031" fmla="*/ 1200626 h 1536858"/>
                <a:gd name="connsiteX1032" fmla="*/ 669131 w 2088356"/>
                <a:gd name="connsiteY1032" fmla="*/ 1199674 h 1536858"/>
                <a:gd name="connsiteX1033" fmla="*/ 673418 w 2088356"/>
                <a:gd name="connsiteY1033" fmla="*/ 1198245 h 1536858"/>
                <a:gd name="connsiteX1034" fmla="*/ 677228 w 2088356"/>
                <a:gd name="connsiteY1034" fmla="*/ 1195864 h 1536858"/>
                <a:gd name="connsiteX1035" fmla="*/ 681038 w 2088356"/>
                <a:gd name="connsiteY1035" fmla="*/ 1192530 h 1536858"/>
                <a:gd name="connsiteX1036" fmla="*/ 685800 w 2088356"/>
                <a:gd name="connsiteY1036" fmla="*/ 1189196 h 1536858"/>
                <a:gd name="connsiteX1037" fmla="*/ 694373 w 2088356"/>
                <a:gd name="connsiteY1037" fmla="*/ 1183958 h 1536858"/>
                <a:gd name="connsiteX1038" fmla="*/ 714851 w 2088356"/>
                <a:gd name="connsiteY1038" fmla="*/ 1169670 h 1536858"/>
                <a:gd name="connsiteX1039" fmla="*/ 721043 w 2088356"/>
                <a:gd name="connsiteY1039" fmla="*/ 1166336 h 1536858"/>
                <a:gd name="connsiteX1040" fmla="*/ 729615 w 2088356"/>
                <a:gd name="connsiteY1040" fmla="*/ 1160621 h 1536858"/>
                <a:gd name="connsiteX1041" fmla="*/ 733901 w 2088356"/>
                <a:gd name="connsiteY1041" fmla="*/ 1158716 h 1536858"/>
                <a:gd name="connsiteX1042" fmla="*/ 735806 w 2088356"/>
                <a:gd name="connsiteY1042" fmla="*/ 1159193 h 1536858"/>
                <a:gd name="connsiteX1043" fmla="*/ 734854 w 2088356"/>
                <a:gd name="connsiteY1043" fmla="*/ 1161574 h 1536858"/>
                <a:gd name="connsiteX1044" fmla="*/ 726281 w 2088356"/>
                <a:gd name="connsiteY1044" fmla="*/ 1167765 h 1536858"/>
                <a:gd name="connsiteX1045" fmla="*/ 721043 w 2088356"/>
                <a:gd name="connsiteY1045" fmla="*/ 1170623 h 1536858"/>
                <a:gd name="connsiteX1046" fmla="*/ 716280 w 2088356"/>
                <a:gd name="connsiteY1046" fmla="*/ 1172528 h 1536858"/>
                <a:gd name="connsiteX1047" fmla="*/ 713899 w 2088356"/>
                <a:gd name="connsiteY1047" fmla="*/ 1173956 h 1536858"/>
                <a:gd name="connsiteX1048" fmla="*/ 712470 w 2088356"/>
                <a:gd name="connsiteY1048" fmla="*/ 1175861 h 1536858"/>
                <a:gd name="connsiteX1049" fmla="*/ 708184 w 2088356"/>
                <a:gd name="connsiteY1049" fmla="*/ 1180624 h 1536858"/>
                <a:gd name="connsiteX1050" fmla="*/ 704850 w 2088356"/>
                <a:gd name="connsiteY1050" fmla="*/ 1182529 h 1536858"/>
                <a:gd name="connsiteX1051" fmla="*/ 700088 w 2088356"/>
                <a:gd name="connsiteY1051" fmla="*/ 1184434 h 1536858"/>
                <a:gd name="connsiteX1052" fmla="*/ 692468 w 2088356"/>
                <a:gd name="connsiteY1052" fmla="*/ 1188720 h 1536858"/>
                <a:gd name="connsiteX1053" fmla="*/ 675323 w 2088356"/>
                <a:gd name="connsiteY1053" fmla="*/ 1199674 h 1536858"/>
                <a:gd name="connsiteX1054" fmla="*/ 663893 w 2088356"/>
                <a:gd name="connsiteY1054" fmla="*/ 1205389 h 1536858"/>
                <a:gd name="connsiteX1055" fmla="*/ 662464 w 2088356"/>
                <a:gd name="connsiteY1055" fmla="*/ 1206818 h 1536858"/>
                <a:gd name="connsiteX1056" fmla="*/ 663893 w 2088356"/>
                <a:gd name="connsiteY1056" fmla="*/ 1207770 h 1536858"/>
                <a:gd name="connsiteX1057" fmla="*/ 666274 w 2088356"/>
                <a:gd name="connsiteY1057" fmla="*/ 1210628 h 1536858"/>
                <a:gd name="connsiteX1058" fmla="*/ 667226 w 2088356"/>
                <a:gd name="connsiteY1058" fmla="*/ 1211104 h 1536858"/>
                <a:gd name="connsiteX1059" fmla="*/ 671989 w 2088356"/>
                <a:gd name="connsiteY1059" fmla="*/ 1211104 h 1536858"/>
                <a:gd name="connsiteX1060" fmla="*/ 667703 w 2088356"/>
                <a:gd name="connsiteY1060" fmla="*/ 1222534 h 1536858"/>
                <a:gd name="connsiteX1061" fmla="*/ 668655 w 2088356"/>
                <a:gd name="connsiteY1061" fmla="*/ 1232535 h 1536858"/>
                <a:gd name="connsiteX1062" fmla="*/ 670084 w 2088356"/>
                <a:gd name="connsiteY1062" fmla="*/ 1233488 h 1536858"/>
                <a:gd name="connsiteX1063" fmla="*/ 675323 w 2088356"/>
                <a:gd name="connsiteY1063" fmla="*/ 1233964 h 1536858"/>
                <a:gd name="connsiteX1064" fmla="*/ 683419 w 2088356"/>
                <a:gd name="connsiteY1064" fmla="*/ 1232535 h 1536858"/>
                <a:gd name="connsiteX1065" fmla="*/ 690563 w 2088356"/>
                <a:gd name="connsiteY1065" fmla="*/ 1239679 h 1536858"/>
                <a:gd name="connsiteX1066" fmla="*/ 697706 w 2088356"/>
                <a:gd name="connsiteY1066" fmla="*/ 1239679 h 1536858"/>
                <a:gd name="connsiteX1067" fmla="*/ 708184 w 2088356"/>
                <a:gd name="connsiteY1067" fmla="*/ 1233488 h 1536858"/>
                <a:gd name="connsiteX1068" fmla="*/ 711994 w 2088356"/>
                <a:gd name="connsiteY1068" fmla="*/ 1230630 h 1536858"/>
                <a:gd name="connsiteX1069" fmla="*/ 716756 w 2088356"/>
                <a:gd name="connsiteY1069" fmla="*/ 1225868 h 1536858"/>
                <a:gd name="connsiteX1070" fmla="*/ 718661 w 2088356"/>
                <a:gd name="connsiteY1070" fmla="*/ 1224915 h 1536858"/>
                <a:gd name="connsiteX1071" fmla="*/ 730092 w 2088356"/>
                <a:gd name="connsiteY1071" fmla="*/ 1221581 h 1536858"/>
                <a:gd name="connsiteX1072" fmla="*/ 738664 w 2088356"/>
                <a:gd name="connsiteY1072" fmla="*/ 1221105 h 1536858"/>
                <a:gd name="connsiteX1073" fmla="*/ 740569 w 2088356"/>
                <a:gd name="connsiteY1073" fmla="*/ 1221581 h 1536858"/>
                <a:gd name="connsiteX1074" fmla="*/ 740569 w 2088356"/>
                <a:gd name="connsiteY1074" fmla="*/ 1223010 h 1536858"/>
                <a:gd name="connsiteX1075" fmla="*/ 734854 w 2088356"/>
                <a:gd name="connsiteY1075" fmla="*/ 1223486 h 1536858"/>
                <a:gd name="connsiteX1076" fmla="*/ 722471 w 2088356"/>
                <a:gd name="connsiteY1076" fmla="*/ 1225391 h 1536858"/>
                <a:gd name="connsiteX1077" fmla="*/ 719138 w 2088356"/>
                <a:gd name="connsiteY1077" fmla="*/ 1227773 h 1536858"/>
                <a:gd name="connsiteX1078" fmla="*/ 710565 w 2088356"/>
                <a:gd name="connsiteY1078" fmla="*/ 1235393 h 1536858"/>
                <a:gd name="connsiteX1079" fmla="*/ 703421 w 2088356"/>
                <a:gd name="connsiteY1079" fmla="*/ 1240155 h 1536858"/>
                <a:gd name="connsiteX1080" fmla="*/ 693896 w 2088356"/>
                <a:gd name="connsiteY1080" fmla="*/ 1244441 h 1536858"/>
                <a:gd name="connsiteX1081" fmla="*/ 692468 w 2088356"/>
                <a:gd name="connsiteY1081" fmla="*/ 1245394 h 1536858"/>
                <a:gd name="connsiteX1082" fmla="*/ 691515 w 2088356"/>
                <a:gd name="connsiteY1082" fmla="*/ 1246346 h 1536858"/>
                <a:gd name="connsiteX1083" fmla="*/ 692944 w 2088356"/>
                <a:gd name="connsiteY1083" fmla="*/ 1249204 h 1536858"/>
                <a:gd name="connsiteX1084" fmla="*/ 694849 w 2088356"/>
                <a:gd name="connsiteY1084" fmla="*/ 1252061 h 1536858"/>
                <a:gd name="connsiteX1085" fmla="*/ 694849 w 2088356"/>
                <a:gd name="connsiteY1085" fmla="*/ 1253014 h 1536858"/>
                <a:gd name="connsiteX1086" fmla="*/ 701040 w 2088356"/>
                <a:gd name="connsiteY1086" fmla="*/ 1255871 h 1536858"/>
                <a:gd name="connsiteX1087" fmla="*/ 701993 w 2088356"/>
                <a:gd name="connsiteY1087" fmla="*/ 1261110 h 1536858"/>
                <a:gd name="connsiteX1088" fmla="*/ 705803 w 2088356"/>
                <a:gd name="connsiteY1088" fmla="*/ 1275874 h 1536858"/>
                <a:gd name="connsiteX1089" fmla="*/ 707231 w 2088356"/>
                <a:gd name="connsiteY1089" fmla="*/ 1282065 h 1536858"/>
                <a:gd name="connsiteX1090" fmla="*/ 706755 w 2088356"/>
                <a:gd name="connsiteY1090" fmla="*/ 1286828 h 1536858"/>
                <a:gd name="connsiteX1091" fmla="*/ 706755 w 2088356"/>
                <a:gd name="connsiteY1091" fmla="*/ 1296829 h 1536858"/>
                <a:gd name="connsiteX1092" fmla="*/ 707708 w 2088356"/>
                <a:gd name="connsiteY1092" fmla="*/ 1300639 h 1536858"/>
                <a:gd name="connsiteX1093" fmla="*/ 710089 w 2088356"/>
                <a:gd name="connsiteY1093" fmla="*/ 1305401 h 1536858"/>
                <a:gd name="connsiteX1094" fmla="*/ 712470 w 2088356"/>
                <a:gd name="connsiteY1094" fmla="*/ 1307306 h 1536858"/>
                <a:gd name="connsiteX1095" fmla="*/ 715328 w 2088356"/>
                <a:gd name="connsiteY1095" fmla="*/ 1306354 h 1536858"/>
                <a:gd name="connsiteX1096" fmla="*/ 717709 w 2088356"/>
                <a:gd name="connsiteY1096" fmla="*/ 1303973 h 1536858"/>
                <a:gd name="connsiteX1097" fmla="*/ 720567 w 2088356"/>
                <a:gd name="connsiteY1097" fmla="*/ 1298734 h 1536858"/>
                <a:gd name="connsiteX1098" fmla="*/ 727710 w 2088356"/>
                <a:gd name="connsiteY1098" fmla="*/ 1289209 h 1536858"/>
                <a:gd name="connsiteX1099" fmla="*/ 730092 w 2088356"/>
                <a:gd name="connsiteY1099" fmla="*/ 1285399 h 1536858"/>
                <a:gd name="connsiteX1100" fmla="*/ 731520 w 2088356"/>
                <a:gd name="connsiteY1100" fmla="*/ 1281113 h 1536858"/>
                <a:gd name="connsiteX1101" fmla="*/ 735330 w 2088356"/>
                <a:gd name="connsiteY1101" fmla="*/ 1278255 h 1536858"/>
                <a:gd name="connsiteX1102" fmla="*/ 739140 w 2088356"/>
                <a:gd name="connsiteY1102" fmla="*/ 1276826 h 1536858"/>
                <a:gd name="connsiteX1103" fmla="*/ 738188 w 2088356"/>
                <a:gd name="connsiteY1103" fmla="*/ 1281113 h 1536858"/>
                <a:gd name="connsiteX1104" fmla="*/ 736283 w 2088356"/>
                <a:gd name="connsiteY1104" fmla="*/ 1285399 h 1536858"/>
                <a:gd name="connsiteX1105" fmla="*/ 744379 w 2088356"/>
                <a:gd name="connsiteY1105" fmla="*/ 1283494 h 1536858"/>
                <a:gd name="connsiteX1106" fmla="*/ 747713 w 2088356"/>
                <a:gd name="connsiteY1106" fmla="*/ 1282065 h 1536858"/>
                <a:gd name="connsiteX1107" fmla="*/ 751523 w 2088356"/>
                <a:gd name="connsiteY1107" fmla="*/ 1279208 h 1536858"/>
                <a:gd name="connsiteX1108" fmla="*/ 753428 w 2088356"/>
                <a:gd name="connsiteY1108" fmla="*/ 1276350 h 1536858"/>
                <a:gd name="connsiteX1109" fmla="*/ 751999 w 2088356"/>
                <a:gd name="connsiteY1109" fmla="*/ 1273016 h 1536858"/>
                <a:gd name="connsiteX1110" fmla="*/ 749142 w 2088356"/>
                <a:gd name="connsiteY1110" fmla="*/ 1263968 h 1536858"/>
                <a:gd name="connsiteX1111" fmla="*/ 747236 w 2088356"/>
                <a:gd name="connsiteY1111" fmla="*/ 1260158 h 1536858"/>
                <a:gd name="connsiteX1112" fmla="*/ 745808 w 2088356"/>
                <a:gd name="connsiteY1112" fmla="*/ 1254443 h 1536858"/>
                <a:gd name="connsiteX1113" fmla="*/ 747236 w 2088356"/>
                <a:gd name="connsiteY1113" fmla="*/ 1254919 h 1536858"/>
                <a:gd name="connsiteX1114" fmla="*/ 749618 w 2088356"/>
                <a:gd name="connsiteY1114" fmla="*/ 1259681 h 1536858"/>
                <a:gd name="connsiteX1115" fmla="*/ 751046 w 2088356"/>
                <a:gd name="connsiteY1115" fmla="*/ 1263015 h 1536858"/>
                <a:gd name="connsiteX1116" fmla="*/ 755333 w 2088356"/>
                <a:gd name="connsiteY1116" fmla="*/ 1269683 h 1536858"/>
                <a:gd name="connsiteX1117" fmla="*/ 755333 w 2088356"/>
                <a:gd name="connsiteY1117" fmla="*/ 1272064 h 1536858"/>
                <a:gd name="connsiteX1118" fmla="*/ 756285 w 2088356"/>
                <a:gd name="connsiteY1118" fmla="*/ 1273969 h 1536858"/>
                <a:gd name="connsiteX1119" fmla="*/ 760571 w 2088356"/>
                <a:gd name="connsiteY1119" fmla="*/ 1278731 h 1536858"/>
                <a:gd name="connsiteX1120" fmla="*/ 768192 w 2088356"/>
                <a:gd name="connsiteY1120" fmla="*/ 1278255 h 1536858"/>
                <a:gd name="connsiteX1121" fmla="*/ 771049 w 2088356"/>
                <a:gd name="connsiteY1121" fmla="*/ 1279684 h 1536858"/>
                <a:gd name="connsiteX1122" fmla="*/ 774383 w 2088356"/>
                <a:gd name="connsiteY1122" fmla="*/ 1282541 h 1536858"/>
                <a:gd name="connsiteX1123" fmla="*/ 775335 w 2088356"/>
                <a:gd name="connsiteY1123" fmla="*/ 1289209 h 1536858"/>
                <a:gd name="connsiteX1124" fmla="*/ 778193 w 2088356"/>
                <a:gd name="connsiteY1124" fmla="*/ 1293495 h 1536858"/>
                <a:gd name="connsiteX1125" fmla="*/ 778193 w 2088356"/>
                <a:gd name="connsiteY1125" fmla="*/ 1296829 h 1536858"/>
                <a:gd name="connsiteX1126" fmla="*/ 772954 w 2088356"/>
                <a:gd name="connsiteY1126" fmla="*/ 1294448 h 1536858"/>
                <a:gd name="connsiteX1127" fmla="*/ 769144 w 2088356"/>
                <a:gd name="connsiteY1127" fmla="*/ 1287780 h 1536858"/>
                <a:gd name="connsiteX1128" fmla="*/ 766286 w 2088356"/>
                <a:gd name="connsiteY1128" fmla="*/ 1283970 h 1536858"/>
                <a:gd name="connsiteX1129" fmla="*/ 761524 w 2088356"/>
                <a:gd name="connsiteY1129" fmla="*/ 1283494 h 1536858"/>
                <a:gd name="connsiteX1130" fmla="*/ 754856 w 2088356"/>
                <a:gd name="connsiteY1130" fmla="*/ 1284446 h 1536858"/>
                <a:gd name="connsiteX1131" fmla="*/ 749142 w 2088356"/>
                <a:gd name="connsiteY1131" fmla="*/ 1286351 h 1536858"/>
                <a:gd name="connsiteX1132" fmla="*/ 748665 w 2088356"/>
                <a:gd name="connsiteY1132" fmla="*/ 1287780 h 1536858"/>
                <a:gd name="connsiteX1133" fmla="*/ 749618 w 2088356"/>
                <a:gd name="connsiteY1133" fmla="*/ 1291114 h 1536858"/>
                <a:gd name="connsiteX1134" fmla="*/ 747236 w 2088356"/>
                <a:gd name="connsiteY1134" fmla="*/ 1290638 h 1536858"/>
                <a:gd name="connsiteX1135" fmla="*/ 740093 w 2088356"/>
                <a:gd name="connsiteY1135" fmla="*/ 1290161 h 1536858"/>
                <a:gd name="connsiteX1136" fmla="*/ 735806 w 2088356"/>
                <a:gd name="connsiteY1136" fmla="*/ 1290638 h 1536858"/>
                <a:gd name="connsiteX1137" fmla="*/ 730092 w 2088356"/>
                <a:gd name="connsiteY1137" fmla="*/ 1295876 h 1536858"/>
                <a:gd name="connsiteX1138" fmla="*/ 725805 w 2088356"/>
                <a:gd name="connsiteY1138" fmla="*/ 1303973 h 1536858"/>
                <a:gd name="connsiteX1139" fmla="*/ 720090 w 2088356"/>
                <a:gd name="connsiteY1139" fmla="*/ 1309688 h 1536858"/>
                <a:gd name="connsiteX1140" fmla="*/ 721043 w 2088356"/>
                <a:gd name="connsiteY1140" fmla="*/ 1312069 h 1536858"/>
                <a:gd name="connsiteX1141" fmla="*/ 724376 w 2088356"/>
                <a:gd name="connsiteY1141" fmla="*/ 1315403 h 1536858"/>
                <a:gd name="connsiteX1142" fmla="*/ 725805 w 2088356"/>
                <a:gd name="connsiteY1142" fmla="*/ 1315879 h 1536858"/>
                <a:gd name="connsiteX1143" fmla="*/ 727710 w 2088356"/>
                <a:gd name="connsiteY1143" fmla="*/ 1315403 h 1536858"/>
                <a:gd name="connsiteX1144" fmla="*/ 731044 w 2088356"/>
                <a:gd name="connsiteY1144" fmla="*/ 1314450 h 1536858"/>
                <a:gd name="connsiteX1145" fmla="*/ 732473 w 2088356"/>
                <a:gd name="connsiteY1145" fmla="*/ 1314450 h 1536858"/>
                <a:gd name="connsiteX1146" fmla="*/ 741998 w 2088356"/>
                <a:gd name="connsiteY1146" fmla="*/ 1312545 h 1536858"/>
                <a:gd name="connsiteX1147" fmla="*/ 753904 w 2088356"/>
                <a:gd name="connsiteY1147" fmla="*/ 1309211 h 1536858"/>
                <a:gd name="connsiteX1148" fmla="*/ 762000 w 2088356"/>
                <a:gd name="connsiteY1148" fmla="*/ 1304925 h 1536858"/>
                <a:gd name="connsiteX1149" fmla="*/ 763429 w 2088356"/>
                <a:gd name="connsiteY1149" fmla="*/ 1304449 h 1536858"/>
                <a:gd name="connsiteX1150" fmla="*/ 762476 w 2088356"/>
                <a:gd name="connsiteY1150" fmla="*/ 1306830 h 1536858"/>
                <a:gd name="connsiteX1151" fmla="*/ 761524 w 2088356"/>
                <a:gd name="connsiteY1151" fmla="*/ 1308735 h 1536858"/>
                <a:gd name="connsiteX1152" fmla="*/ 761524 w 2088356"/>
                <a:gd name="connsiteY1152" fmla="*/ 1309688 h 1536858"/>
                <a:gd name="connsiteX1153" fmla="*/ 764381 w 2088356"/>
                <a:gd name="connsiteY1153" fmla="*/ 1310164 h 1536858"/>
                <a:gd name="connsiteX1154" fmla="*/ 769144 w 2088356"/>
                <a:gd name="connsiteY1154" fmla="*/ 1309688 h 1536858"/>
                <a:gd name="connsiteX1155" fmla="*/ 766286 w 2088356"/>
                <a:gd name="connsiteY1155" fmla="*/ 1312069 h 1536858"/>
                <a:gd name="connsiteX1156" fmla="*/ 758190 w 2088356"/>
                <a:gd name="connsiteY1156" fmla="*/ 1312545 h 1536858"/>
                <a:gd name="connsiteX1157" fmla="*/ 754380 w 2088356"/>
                <a:gd name="connsiteY1157" fmla="*/ 1313021 h 1536858"/>
                <a:gd name="connsiteX1158" fmla="*/ 747713 w 2088356"/>
                <a:gd name="connsiteY1158" fmla="*/ 1315403 h 1536858"/>
                <a:gd name="connsiteX1159" fmla="*/ 734854 w 2088356"/>
                <a:gd name="connsiteY1159" fmla="*/ 1318260 h 1536858"/>
                <a:gd name="connsiteX1160" fmla="*/ 725805 w 2088356"/>
                <a:gd name="connsiteY1160" fmla="*/ 1320641 h 1536858"/>
                <a:gd name="connsiteX1161" fmla="*/ 729139 w 2088356"/>
                <a:gd name="connsiteY1161" fmla="*/ 1325880 h 1536858"/>
                <a:gd name="connsiteX1162" fmla="*/ 726281 w 2088356"/>
                <a:gd name="connsiteY1162" fmla="*/ 1333976 h 1536858"/>
                <a:gd name="connsiteX1163" fmla="*/ 728663 w 2088356"/>
                <a:gd name="connsiteY1163" fmla="*/ 1340168 h 1536858"/>
                <a:gd name="connsiteX1164" fmla="*/ 738188 w 2088356"/>
                <a:gd name="connsiteY1164" fmla="*/ 1351121 h 1536858"/>
                <a:gd name="connsiteX1165" fmla="*/ 743903 w 2088356"/>
                <a:gd name="connsiteY1165" fmla="*/ 1360646 h 1536858"/>
                <a:gd name="connsiteX1166" fmla="*/ 748189 w 2088356"/>
                <a:gd name="connsiteY1166" fmla="*/ 1365409 h 1536858"/>
                <a:gd name="connsiteX1167" fmla="*/ 751046 w 2088356"/>
                <a:gd name="connsiteY1167" fmla="*/ 1369695 h 1536858"/>
                <a:gd name="connsiteX1168" fmla="*/ 752951 w 2088356"/>
                <a:gd name="connsiteY1168" fmla="*/ 1371600 h 1536858"/>
                <a:gd name="connsiteX1169" fmla="*/ 757714 w 2088356"/>
                <a:gd name="connsiteY1169" fmla="*/ 1374458 h 1536858"/>
                <a:gd name="connsiteX1170" fmla="*/ 758667 w 2088356"/>
                <a:gd name="connsiteY1170" fmla="*/ 1375886 h 1536858"/>
                <a:gd name="connsiteX1171" fmla="*/ 761048 w 2088356"/>
                <a:gd name="connsiteY1171" fmla="*/ 1377315 h 1536858"/>
                <a:gd name="connsiteX1172" fmla="*/ 764381 w 2088356"/>
                <a:gd name="connsiteY1172" fmla="*/ 1382554 h 1536858"/>
                <a:gd name="connsiteX1173" fmla="*/ 764858 w 2088356"/>
                <a:gd name="connsiteY1173" fmla="*/ 1383983 h 1536858"/>
                <a:gd name="connsiteX1174" fmla="*/ 766763 w 2088356"/>
                <a:gd name="connsiteY1174" fmla="*/ 1383506 h 1536858"/>
                <a:gd name="connsiteX1175" fmla="*/ 775335 w 2088356"/>
                <a:gd name="connsiteY1175" fmla="*/ 1375886 h 1536858"/>
                <a:gd name="connsiteX1176" fmla="*/ 785336 w 2088356"/>
                <a:gd name="connsiteY1176" fmla="*/ 1372076 h 1536858"/>
                <a:gd name="connsiteX1177" fmla="*/ 775811 w 2088356"/>
                <a:gd name="connsiteY1177" fmla="*/ 1379696 h 1536858"/>
                <a:gd name="connsiteX1178" fmla="*/ 771525 w 2088356"/>
                <a:gd name="connsiteY1178" fmla="*/ 1384935 h 1536858"/>
                <a:gd name="connsiteX1179" fmla="*/ 768192 w 2088356"/>
                <a:gd name="connsiteY1179" fmla="*/ 1389698 h 1536858"/>
                <a:gd name="connsiteX1180" fmla="*/ 769620 w 2088356"/>
                <a:gd name="connsiteY1180" fmla="*/ 1392079 h 1536858"/>
                <a:gd name="connsiteX1181" fmla="*/ 769620 w 2088356"/>
                <a:gd name="connsiteY1181" fmla="*/ 1397318 h 1536858"/>
                <a:gd name="connsiteX1182" fmla="*/ 768668 w 2088356"/>
                <a:gd name="connsiteY1182" fmla="*/ 1399699 h 1536858"/>
                <a:gd name="connsiteX1183" fmla="*/ 767239 w 2088356"/>
                <a:gd name="connsiteY1183" fmla="*/ 1402556 h 1536858"/>
                <a:gd name="connsiteX1184" fmla="*/ 768192 w 2088356"/>
                <a:gd name="connsiteY1184" fmla="*/ 1403033 h 1536858"/>
                <a:gd name="connsiteX1185" fmla="*/ 772001 w 2088356"/>
                <a:gd name="connsiteY1185" fmla="*/ 1405890 h 1536858"/>
                <a:gd name="connsiteX1186" fmla="*/ 775811 w 2088356"/>
                <a:gd name="connsiteY1186" fmla="*/ 1408271 h 1536858"/>
                <a:gd name="connsiteX1187" fmla="*/ 780098 w 2088356"/>
                <a:gd name="connsiteY1187" fmla="*/ 1410176 h 1536858"/>
                <a:gd name="connsiteX1188" fmla="*/ 784860 w 2088356"/>
                <a:gd name="connsiteY1188" fmla="*/ 1412081 h 1536858"/>
                <a:gd name="connsiteX1189" fmla="*/ 789146 w 2088356"/>
                <a:gd name="connsiteY1189" fmla="*/ 1412558 h 1536858"/>
                <a:gd name="connsiteX1190" fmla="*/ 793433 w 2088356"/>
                <a:gd name="connsiteY1190" fmla="*/ 1414463 h 1536858"/>
                <a:gd name="connsiteX1191" fmla="*/ 789623 w 2088356"/>
                <a:gd name="connsiteY1191" fmla="*/ 1418749 h 1536858"/>
                <a:gd name="connsiteX1192" fmla="*/ 789146 w 2088356"/>
                <a:gd name="connsiteY1192" fmla="*/ 1421606 h 1536858"/>
                <a:gd name="connsiteX1193" fmla="*/ 789623 w 2088356"/>
                <a:gd name="connsiteY1193" fmla="*/ 1425416 h 1536858"/>
                <a:gd name="connsiteX1194" fmla="*/ 791051 w 2088356"/>
                <a:gd name="connsiteY1194" fmla="*/ 1426369 h 1536858"/>
                <a:gd name="connsiteX1195" fmla="*/ 800576 w 2088356"/>
                <a:gd name="connsiteY1195" fmla="*/ 1425893 h 1536858"/>
                <a:gd name="connsiteX1196" fmla="*/ 802958 w 2088356"/>
                <a:gd name="connsiteY1196" fmla="*/ 1423988 h 1536858"/>
                <a:gd name="connsiteX1197" fmla="*/ 805339 w 2088356"/>
                <a:gd name="connsiteY1197" fmla="*/ 1421130 h 1536858"/>
                <a:gd name="connsiteX1198" fmla="*/ 808196 w 2088356"/>
                <a:gd name="connsiteY1198" fmla="*/ 1420654 h 1536858"/>
                <a:gd name="connsiteX1199" fmla="*/ 812006 w 2088356"/>
                <a:gd name="connsiteY1199" fmla="*/ 1420654 h 1536858"/>
                <a:gd name="connsiteX1200" fmla="*/ 818198 w 2088356"/>
                <a:gd name="connsiteY1200" fmla="*/ 1422083 h 1536858"/>
                <a:gd name="connsiteX1201" fmla="*/ 811054 w 2088356"/>
                <a:gd name="connsiteY1201" fmla="*/ 1423988 h 1536858"/>
                <a:gd name="connsiteX1202" fmla="*/ 810101 w 2088356"/>
                <a:gd name="connsiteY1202" fmla="*/ 1425416 h 1536858"/>
                <a:gd name="connsiteX1203" fmla="*/ 808196 w 2088356"/>
                <a:gd name="connsiteY1203" fmla="*/ 1426369 h 1536858"/>
                <a:gd name="connsiteX1204" fmla="*/ 802005 w 2088356"/>
                <a:gd name="connsiteY1204" fmla="*/ 1429226 h 1536858"/>
                <a:gd name="connsiteX1205" fmla="*/ 799624 w 2088356"/>
                <a:gd name="connsiteY1205" fmla="*/ 1431608 h 1536858"/>
                <a:gd name="connsiteX1206" fmla="*/ 800100 w 2088356"/>
                <a:gd name="connsiteY1206" fmla="*/ 1434465 h 1536858"/>
                <a:gd name="connsiteX1207" fmla="*/ 802005 w 2088356"/>
                <a:gd name="connsiteY1207" fmla="*/ 1437799 h 1536858"/>
                <a:gd name="connsiteX1208" fmla="*/ 802005 w 2088356"/>
                <a:gd name="connsiteY1208" fmla="*/ 1439228 h 1536858"/>
                <a:gd name="connsiteX1209" fmla="*/ 803434 w 2088356"/>
                <a:gd name="connsiteY1209" fmla="*/ 1441133 h 1536858"/>
                <a:gd name="connsiteX1210" fmla="*/ 805815 w 2088356"/>
                <a:gd name="connsiteY1210" fmla="*/ 1442561 h 1536858"/>
                <a:gd name="connsiteX1211" fmla="*/ 804863 w 2088356"/>
                <a:gd name="connsiteY1211" fmla="*/ 1445419 h 1536858"/>
                <a:gd name="connsiteX1212" fmla="*/ 802481 w 2088356"/>
                <a:gd name="connsiteY1212" fmla="*/ 1447800 h 1536858"/>
                <a:gd name="connsiteX1213" fmla="*/ 805339 w 2088356"/>
                <a:gd name="connsiteY1213" fmla="*/ 1449705 h 1536858"/>
                <a:gd name="connsiteX1214" fmla="*/ 810578 w 2088356"/>
                <a:gd name="connsiteY1214" fmla="*/ 1451134 h 1536858"/>
                <a:gd name="connsiteX1215" fmla="*/ 812483 w 2088356"/>
                <a:gd name="connsiteY1215" fmla="*/ 1455896 h 1536858"/>
                <a:gd name="connsiteX1216" fmla="*/ 813435 w 2088356"/>
                <a:gd name="connsiteY1216" fmla="*/ 1459706 h 1536858"/>
                <a:gd name="connsiteX1217" fmla="*/ 814864 w 2088356"/>
                <a:gd name="connsiteY1217" fmla="*/ 1463516 h 1536858"/>
                <a:gd name="connsiteX1218" fmla="*/ 825818 w 2088356"/>
                <a:gd name="connsiteY1218" fmla="*/ 1464945 h 1536858"/>
                <a:gd name="connsiteX1219" fmla="*/ 827246 w 2088356"/>
                <a:gd name="connsiteY1219" fmla="*/ 1465421 h 1536858"/>
                <a:gd name="connsiteX1220" fmla="*/ 829628 w 2088356"/>
                <a:gd name="connsiteY1220" fmla="*/ 1465898 h 1536858"/>
                <a:gd name="connsiteX1221" fmla="*/ 832009 w 2088356"/>
                <a:gd name="connsiteY1221" fmla="*/ 1467803 h 1536858"/>
                <a:gd name="connsiteX1222" fmla="*/ 832009 w 2088356"/>
                <a:gd name="connsiteY1222" fmla="*/ 1468755 h 1536858"/>
                <a:gd name="connsiteX1223" fmla="*/ 833438 w 2088356"/>
                <a:gd name="connsiteY1223" fmla="*/ 1470660 h 1536858"/>
                <a:gd name="connsiteX1224" fmla="*/ 832961 w 2088356"/>
                <a:gd name="connsiteY1224" fmla="*/ 1477328 h 1536858"/>
                <a:gd name="connsiteX1225" fmla="*/ 839629 w 2088356"/>
                <a:gd name="connsiteY1225" fmla="*/ 1476851 h 1536858"/>
                <a:gd name="connsiteX1226" fmla="*/ 841058 w 2088356"/>
                <a:gd name="connsiteY1226" fmla="*/ 1477328 h 1536858"/>
                <a:gd name="connsiteX1227" fmla="*/ 851059 w 2088356"/>
                <a:gd name="connsiteY1227" fmla="*/ 1476375 h 1536858"/>
                <a:gd name="connsiteX1228" fmla="*/ 853917 w 2088356"/>
                <a:gd name="connsiteY1228" fmla="*/ 1477328 h 1536858"/>
                <a:gd name="connsiteX1229" fmla="*/ 849154 w 2088356"/>
                <a:gd name="connsiteY1229" fmla="*/ 1480185 h 1536858"/>
                <a:gd name="connsiteX1230" fmla="*/ 839153 w 2088356"/>
                <a:gd name="connsiteY1230" fmla="*/ 1484948 h 1536858"/>
                <a:gd name="connsiteX1231" fmla="*/ 837724 w 2088356"/>
                <a:gd name="connsiteY1231" fmla="*/ 1487329 h 1536858"/>
                <a:gd name="connsiteX1232" fmla="*/ 839629 w 2088356"/>
                <a:gd name="connsiteY1232" fmla="*/ 1489234 h 1536858"/>
                <a:gd name="connsiteX1233" fmla="*/ 842010 w 2088356"/>
                <a:gd name="connsiteY1233" fmla="*/ 1490663 h 1536858"/>
                <a:gd name="connsiteX1234" fmla="*/ 845344 w 2088356"/>
                <a:gd name="connsiteY1234" fmla="*/ 1491615 h 1536858"/>
                <a:gd name="connsiteX1235" fmla="*/ 851535 w 2088356"/>
                <a:gd name="connsiteY1235" fmla="*/ 1491615 h 1536858"/>
                <a:gd name="connsiteX1236" fmla="*/ 854869 w 2088356"/>
                <a:gd name="connsiteY1236" fmla="*/ 1491139 h 1536858"/>
                <a:gd name="connsiteX1237" fmla="*/ 852964 w 2088356"/>
                <a:gd name="connsiteY1237" fmla="*/ 1487329 h 1536858"/>
                <a:gd name="connsiteX1238" fmla="*/ 852488 w 2088356"/>
                <a:gd name="connsiteY1238" fmla="*/ 1485900 h 1536858"/>
                <a:gd name="connsiteX1239" fmla="*/ 855345 w 2088356"/>
                <a:gd name="connsiteY1239" fmla="*/ 1485900 h 1536858"/>
                <a:gd name="connsiteX1240" fmla="*/ 859631 w 2088356"/>
                <a:gd name="connsiteY1240" fmla="*/ 1484948 h 1536858"/>
                <a:gd name="connsiteX1241" fmla="*/ 863442 w 2088356"/>
                <a:gd name="connsiteY1241" fmla="*/ 1485424 h 1536858"/>
                <a:gd name="connsiteX1242" fmla="*/ 866775 w 2088356"/>
                <a:gd name="connsiteY1242" fmla="*/ 1487805 h 1536858"/>
                <a:gd name="connsiteX1243" fmla="*/ 871538 w 2088356"/>
                <a:gd name="connsiteY1243" fmla="*/ 1488758 h 1536858"/>
                <a:gd name="connsiteX1244" fmla="*/ 874871 w 2088356"/>
                <a:gd name="connsiteY1244" fmla="*/ 1487329 h 1536858"/>
                <a:gd name="connsiteX1245" fmla="*/ 879634 w 2088356"/>
                <a:gd name="connsiteY1245" fmla="*/ 1486853 h 1536858"/>
                <a:gd name="connsiteX1246" fmla="*/ 883444 w 2088356"/>
                <a:gd name="connsiteY1246" fmla="*/ 1486853 h 1536858"/>
                <a:gd name="connsiteX1247" fmla="*/ 885825 w 2088356"/>
                <a:gd name="connsiteY1247" fmla="*/ 1484471 h 1536858"/>
                <a:gd name="connsiteX1248" fmla="*/ 888683 w 2088356"/>
                <a:gd name="connsiteY1248" fmla="*/ 1482090 h 1536858"/>
                <a:gd name="connsiteX1249" fmla="*/ 893445 w 2088356"/>
                <a:gd name="connsiteY1249" fmla="*/ 1479233 h 1536858"/>
                <a:gd name="connsiteX1250" fmla="*/ 902970 w 2088356"/>
                <a:gd name="connsiteY1250" fmla="*/ 1475899 h 1536858"/>
                <a:gd name="connsiteX1251" fmla="*/ 912495 w 2088356"/>
                <a:gd name="connsiteY1251" fmla="*/ 1472089 h 1536858"/>
                <a:gd name="connsiteX1252" fmla="*/ 913924 w 2088356"/>
                <a:gd name="connsiteY1252" fmla="*/ 1470660 h 1536858"/>
                <a:gd name="connsiteX1253" fmla="*/ 913924 w 2088356"/>
                <a:gd name="connsiteY1253" fmla="*/ 1468279 h 1536858"/>
                <a:gd name="connsiteX1254" fmla="*/ 914876 w 2088356"/>
                <a:gd name="connsiteY1254" fmla="*/ 1466850 h 1536858"/>
                <a:gd name="connsiteX1255" fmla="*/ 917258 w 2088356"/>
                <a:gd name="connsiteY1255" fmla="*/ 1466374 h 1536858"/>
                <a:gd name="connsiteX1256" fmla="*/ 917734 w 2088356"/>
                <a:gd name="connsiteY1256" fmla="*/ 1468279 h 1536858"/>
                <a:gd name="connsiteX1257" fmla="*/ 916781 w 2088356"/>
                <a:gd name="connsiteY1257" fmla="*/ 1472565 h 1536858"/>
                <a:gd name="connsiteX1258" fmla="*/ 914876 w 2088356"/>
                <a:gd name="connsiteY1258" fmla="*/ 1475899 h 1536858"/>
                <a:gd name="connsiteX1259" fmla="*/ 912019 w 2088356"/>
                <a:gd name="connsiteY1259" fmla="*/ 1478756 h 1536858"/>
                <a:gd name="connsiteX1260" fmla="*/ 907733 w 2088356"/>
                <a:gd name="connsiteY1260" fmla="*/ 1488758 h 1536858"/>
                <a:gd name="connsiteX1261" fmla="*/ 911067 w 2088356"/>
                <a:gd name="connsiteY1261" fmla="*/ 1496854 h 1536858"/>
                <a:gd name="connsiteX1262" fmla="*/ 913448 w 2088356"/>
                <a:gd name="connsiteY1262" fmla="*/ 1497806 h 1536858"/>
                <a:gd name="connsiteX1263" fmla="*/ 914876 w 2088356"/>
                <a:gd name="connsiteY1263" fmla="*/ 1498759 h 1536858"/>
                <a:gd name="connsiteX1264" fmla="*/ 922973 w 2088356"/>
                <a:gd name="connsiteY1264" fmla="*/ 1500664 h 1536858"/>
                <a:gd name="connsiteX1265" fmla="*/ 926306 w 2088356"/>
                <a:gd name="connsiteY1265" fmla="*/ 1501616 h 1536858"/>
                <a:gd name="connsiteX1266" fmla="*/ 932021 w 2088356"/>
                <a:gd name="connsiteY1266" fmla="*/ 1503998 h 1536858"/>
                <a:gd name="connsiteX1267" fmla="*/ 933450 w 2088356"/>
                <a:gd name="connsiteY1267" fmla="*/ 1504950 h 1536858"/>
                <a:gd name="connsiteX1268" fmla="*/ 936784 w 2088356"/>
                <a:gd name="connsiteY1268" fmla="*/ 1504474 h 1536858"/>
                <a:gd name="connsiteX1269" fmla="*/ 943451 w 2088356"/>
                <a:gd name="connsiteY1269" fmla="*/ 1501616 h 1536858"/>
                <a:gd name="connsiteX1270" fmla="*/ 954405 w 2088356"/>
                <a:gd name="connsiteY1270" fmla="*/ 1493520 h 1536858"/>
                <a:gd name="connsiteX1271" fmla="*/ 954881 w 2088356"/>
                <a:gd name="connsiteY1271" fmla="*/ 1493996 h 1536858"/>
                <a:gd name="connsiteX1272" fmla="*/ 951071 w 2088356"/>
                <a:gd name="connsiteY1272" fmla="*/ 1500188 h 1536858"/>
                <a:gd name="connsiteX1273" fmla="*/ 946785 w 2088356"/>
                <a:gd name="connsiteY1273" fmla="*/ 1503998 h 1536858"/>
                <a:gd name="connsiteX1274" fmla="*/ 942975 w 2088356"/>
                <a:gd name="connsiteY1274" fmla="*/ 1505903 h 1536858"/>
                <a:gd name="connsiteX1275" fmla="*/ 938689 w 2088356"/>
                <a:gd name="connsiteY1275" fmla="*/ 1507808 h 1536858"/>
                <a:gd name="connsiteX1276" fmla="*/ 932974 w 2088356"/>
                <a:gd name="connsiteY1276" fmla="*/ 1508284 h 1536858"/>
                <a:gd name="connsiteX1277" fmla="*/ 932974 w 2088356"/>
                <a:gd name="connsiteY1277" fmla="*/ 1512094 h 1536858"/>
                <a:gd name="connsiteX1278" fmla="*/ 932498 w 2088356"/>
                <a:gd name="connsiteY1278" fmla="*/ 1516856 h 1536858"/>
                <a:gd name="connsiteX1279" fmla="*/ 952024 w 2088356"/>
                <a:gd name="connsiteY1279" fmla="*/ 1524476 h 1536858"/>
                <a:gd name="connsiteX1280" fmla="*/ 958692 w 2088356"/>
                <a:gd name="connsiteY1280" fmla="*/ 1526381 h 1536858"/>
                <a:gd name="connsiteX1281" fmla="*/ 961549 w 2088356"/>
                <a:gd name="connsiteY1281" fmla="*/ 1525905 h 1536858"/>
                <a:gd name="connsiteX1282" fmla="*/ 963454 w 2088356"/>
                <a:gd name="connsiteY1282" fmla="*/ 1522571 h 1536858"/>
                <a:gd name="connsiteX1283" fmla="*/ 967740 w 2088356"/>
                <a:gd name="connsiteY1283" fmla="*/ 1516856 h 1536858"/>
                <a:gd name="connsiteX1284" fmla="*/ 972026 w 2088356"/>
                <a:gd name="connsiteY1284" fmla="*/ 1513523 h 1536858"/>
                <a:gd name="connsiteX1285" fmla="*/ 973455 w 2088356"/>
                <a:gd name="connsiteY1285" fmla="*/ 1514951 h 1536858"/>
                <a:gd name="connsiteX1286" fmla="*/ 971550 w 2088356"/>
                <a:gd name="connsiteY1286" fmla="*/ 1518285 h 1536858"/>
                <a:gd name="connsiteX1287" fmla="*/ 965835 w 2088356"/>
                <a:gd name="connsiteY1287" fmla="*/ 1524476 h 1536858"/>
                <a:gd name="connsiteX1288" fmla="*/ 964406 w 2088356"/>
                <a:gd name="connsiteY1288" fmla="*/ 1526858 h 1536858"/>
                <a:gd name="connsiteX1289" fmla="*/ 965835 w 2088356"/>
                <a:gd name="connsiteY1289" fmla="*/ 1531620 h 1536858"/>
                <a:gd name="connsiteX1290" fmla="*/ 966788 w 2088356"/>
                <a:gd name="connsiteY1290" fmla="*/ 1532573 h 1536858"/>
                <a:gd name="connsiteX1291" fmla="*/ 968693 w 2088356"/>
                <a:gd name="connsiteY1291" fmla="*/ 1532573 h 1536858"/>
                <a:gd name="connsiteX1292" fmla="*/ 970598 w 2088356"/>
                <a:gd name="connsiteY1292" fmla="*/ 1533049 h 1536858"/>
                <a:gd name="connsiteX1293" fmla="*/ 974408 w 2088356"/>
                <a:gd name="connsiteY1293" fmla="*/ 1531620 h 1536858"/>
                <a:gd name="connsiteX1294" fmla="*/ 977742 w 2088356"/>
                <a:gd name="connsiteY1294" fmla="*/ 1531144 h 1536858"/>
                <a:gd name="connsiteX1295" fmla="*/ 976313 w 2088356"/>
                <a:gd name="connsiteY1295" fmla="*/ 1533525 h 1536858"/>
                <a:gd name="connsiteX1296" fmla="*/ 975836 w 2088356"/>
                <a:gd name="connsiteY1296" fmla="*/ 1535906 h 1536858"/>
                <a:gd name="connsiteX1297" fmla="*/ 982980 w 2088356"/>
                <a:gd name="connsiteY1297" fmla="*/ 1536859 h 1536858"/>
                <a:gd name="connsiteX1298" fmla="*/ 986790 w 2088356"/>
                <a:gd name="connsiteY1298" fmla="*/ 1535430 h 1536858"/>
                <a:gd name="connsiteX1299" fmla="*/ 989648 w 2088356"/>
                <a:gd name="connsiteY1299" fmla="*/ 1535430 h 1536858"/>
                <a:gd name="connsiteX1300" fmla="*/ 991076 w 2088356"/>
                <a:gd name="connsiteY1300" fmla="*/ 1534954 h 1536858"/>
                <a:gd name="connsiteX1301" fmla="*/ 988695 w 2088356"/>
                <a:gd name="connsiteY1301" fmla="*/ 1532573 h 1536858"/>
                <a:gd name="connsiteX1302" fmla="*/ 981551 w 2088356"/>
                <a:gd name="connsiteY1302" fmla="*/ 1527810 h 1536858"/>
                <a:gd name="connsiteX1303" fmla="*/ 981075 w 2088356"/>
                <a:gd name="connsiteY1303" fmla="*/ 1526381 h 1536858"/>
                <a:gd name="connsiteX1304" fmla="*/ 990600 w 2088356"/>
                <a:gd name="connsiteY1304" fmla="*/ 1529715 h 1536858"/>
                <a:gd name="connsiteX1305" fmla="*/ 992505 w 2088356"/>
                <a:gd name="connsiteY1305" fmla="*/ 1530668 h 1536858"/>
                <a:gd name="connsiteX1306" fmla="*/ 1002506 w 2088356"/>
                <a:gd name="connsiteY1306" fmla="*/ 1531144 h 1536858"/>
                <a:gd name="connsiteX1307" fmla="*/ 1005364 w 2088356"/>
                <a:gd name="connsiteY1307" fmla="*/ 1527810 h 1536858"/>
                <a:gd name="connsiteX1308" fmla="*/ 1009174 w 2088356"/>
                <a:gd name="connsiteY1308" fmla="*/ 1524476 h 1536858"/>
                <a:gd name="connsiteX1309" fmla="*/ 1007745 w 2088356"/>
                <a:gd name="connsiteY1309" fmla="*/ 1513999 h 1536858"/>
                <a:gd name="connsiteX1310" fmla="*/ 1007745 w 2088356"/>
                <a:gd name="connsiteY1310" fmla="*/ 1512094 h 1536858"/>
                <a:gd name="connsiteX1311" fmla="*/ 1008221 w 2088356"/>
                <a:gd name="connsiteY1311" fmla="*/ 1510665 h 1536858"/>
                <a:gd name="connsiteX1312" fmla="*/ 1006317 w 2088356"/>
                <a:gd name="connsiteY1312" fmla="*/ 1507808 h 1536858"/>
                <a:gd name="connsiteX1313" fmla="*/ 1003459 w 2088356"/>
                <a:gd name="connsiteY1313" fmla="*/ 1504950 h 1536858"/>
                <a:gd name="connsiteX1314" fmla="*/ 995363 w 2088356"/>
                <a:gd name="connsiteY1314" fmla="*/ 1503521 h 1536858"/>
                <a:gd name="connsiteX1315" fmla="*/ 991076 w 2088356"/>
                <a:gd name="connsiteY1315" fmla="*/ 1502093 h 1536858"/>
                <a:gd name="connsiteX1316" fmla="*/ 985361 w 2088356"/>
                <a:gd name="connsiteY1316" fmla="*/ 1501140 h 1536858"/>
                <a:gd name="connsiteX1317" fmla="*/ 981551 w 2088356"/>
                <a:gd name="connsiteY1317" fmla="*/ 1498759 h 1536858"/>
                <a:gd name="connsiteX1318" fmla="*/ 982028 w 2088356"/>
                <a:gd name="connsiteY1318" fmla="*/ 1497330 h 1536858"/>
                <a:gd name="connsiteX1319" fmla="*/ 986314 w 2088356"/>
                <a:gd name="connsiteY1319" fmla="*/ 1497330 h 1536858"/>
                <a:gd name="connsiteX1320" fmla="*/ 992981 w 2088356"/>
                <a:gd name="connsiteY1320" fmla="*/ 1498283 h 1536858"/>
                <a:gd name="connsiteX1321" fmla="*/ 1001554 w 2088356"/>
                <a:gd name="connsiteY1321" fmla="*/ 1501140 h 1536858"/>
                <a:gd name="connsiteX1322" fmla="*/ 1006793 w 2088356"/>
                <a:gd name="connsiteY1322" fmla="*/ 1501616 h 1536858"/>
                <a:gd name="connsiteX1323" fmla="*/ 1007745 w 2088356"/>
                <a:gd name="connsiteY1323" fmla="*/ 1501140 h 1536858"/>
                <a:gd name="connsiteX1324" fmla="*/ 1011555 w 2088356"/>
                <a:gd name="connsiteY1324" fmla="*/ 1500664 h 1536858"/>
                <a:gd name="connsiteX1325" fmla="*/ 1022509 w 2088356"/>
                <a:gd name="connsiteY1325" fmla="*/ 1488281 h 1536858"/>
                <a:gd name="connsiteX1326" fmla="*/ 1024890 w 2088356"/>
                <a:gd name="connsiteY1326" fmla="*/ 1473041 h 1536858"/>
                <a:gd name="connsiteX1327" fmla="*/ 1030129 w 2088356"/>
                <a:gd name="connsiteY1327" fmla="*/ 1457801 h 1536858"/>
                <a:gd name="connsiteX1328" fmla="*/ 1032510 w 2088356"/>
                <a:gd name="connsiteY1328" fmla="*/ 1448753 h 1536858"/>
                <a:gd name="connsiteX1329" fmla="*/ 1034892 w 2088356"/>
                <a:gd name="connsiteY1329" fmla="*/ 1444466 h 1536858"/>
                <a:gd name="connsiteX1330" fmla="*/ 1035844 w 2088356"/>
                <a:gd name="connsiteY1330" fmla="*/ 1441133 h 1536858"/>
                <a:gd name="connsiteX1331" fmla="*/ 1026795 w 2088356"/>
                <a:gd name="connsiteY1331" fmla="*/ 1439228 h 1536858"/>
                <a:gd name="connsiteX1332" fmla="*/ 1028700 w 2088356"/>
                <a:gd name="connsiteY1332" fmla="*/ 1437323 h 1536858"/>
                <a:gd name="connsiteX1333" fmla="*/ 1034415 w 2088356"/>
                <a:gd name="connsiteY1333" fmla="*/ 1436370 h 1536858"/>
                <a:gd name="connsiteX1334" fmla="*/ 1038225 w 2088356"/>
                <a:gd name="connsiteY1334" fmla="*/ 1436370 h 1536858"/>
                <a:gd name="connsiteX1335" fmla="*/ 1042988 w 2088356"/>
                <a:gd name="connsiteY1335" fmla="*/ 1432084 h 1536858"/>
                <a:gd name="connsiteX1336" fmla="*/ 1041559 w 2088356"/>
                <a:gd name="connsiteY1336" fmla="*/ 1426845 h 1536858"/>
                <a:gd name="connsiteX1337" fmla="*/ 1042035 w 2088356"/>
                <a:gd name="connsiteY1337" fmla="*/ 1423511 h 1536858"/>
                <a:gd name="connsiteX1338" fmla="*/ 1038701 w 2088356"/>
                <a:gd name="connsiteY1338" fmla="*/ 1421130 h 1536858"/>
                <a:gd name="connsiteX1339" fmla="*/ 1035844 w 2088356"/>
                <a:gd name="connsiteY1339" fmla="*/ 1416368 h 1536858"/>
                <a:gd name="connsiteX1340" fmla="*/ 1038225 w 2088356"/>
                <a:gd name="connsiteY1340" fmla="*/ 1409224 h 1536858"/>
                <a:gd name="connsiteX1341" fmla="*/ 1038701 w 2088356"/>
                <a:gd name="connsiteY1341" fmla="*/ 1406366 h 1536858"/>
                <a:gd name="connsiteX1342" fmla="*/ 1040130 w 2088356"/>
                <a:gd name="connsiteY1342" fmla="*/ 1403985 h 1536858"/>
                <a:gd name="connsiteX1343" fmla="*/ 1038701 w 2088356"/>
                <a:gd name="connsiteY1343" fmla="*/ 1400175 h 1536858"/>
                <a:gd name="connsiteX1344" fmla="*/ 1041559 w 2088356"/>
                <a:gd name="connsiteY1344" fmla="*/ 1397794 h 1536858"/>
                <a:gd name="connsiteX1345" fmla="*/ 1042035 w 2088356"/>
                <a:gd name="connsiteY1345" fmla="*/ 1394936 h 1536858"/>
                <a:gd name="connsiteX1346" fmla="*/ 1031558 w 2088356"/>
                <a:gd name="connsiteY1346" fmla="*/ 1393508 h 1536858"/>
                <a:gd name="connsiteX1347" fmla="*/ 1024414 w 2088356"/>
                <a:gd name="connsiteY1347" fmla="*/ 1391603 h 1536858"/>
                <a:gd name="connsiteX1348" fmla="*/ 1018223 w 2088356"/>
                <a:gd name="connsiteY1348" fmla="*/ 1389698 h 1536858"/>
                <a:gd name="connsiteX1349" fmla="*/ 1015365 w 2088356"/>
                <a:gd name="connsiteY1349" fmla="*/ 1387316 h 1536858"/>
                <a:gd name="connsiteX1350" fmla="*/ 1018699 w 2088356"/>
                <a:gd name="connsiteY1350" fmla="*/ 1386840 h 1536858"/>
                <a:gd name="connsiteX1351" fmla="*/ 1022509 w 2088356"/>
                <a:gd name="connsiteY1351" fmla="*/ 1387793 h 1536858"/>
                <a:gd name="connsiteX1352" fmla="*/ 1033463 w 2088356"/>
                <a:gd name="connsiteY1352" fmla="*/ 1387316 h 1536858"/>
                <a:gd name="connsiteX1353" fmla="*/ 1037273 w 2088356"/>
                <a:gd name="connsiteY1353" fmla="*/ 1388269 h 1536858"/>
                <a:gd name="connsiteX1354" fmla="*/ 1045845 w 2088356"/>
                <a:gd name="connsiteY1354" fmla="*/ 1388745 h 1536858"/>
                <a:gd name="connsiteX1355" fmla="*/ 1048703 w 2088356"/>
                <a:gd name="connsiteY1355" fmla="*/ 1386840 h 1536858"/>
                <a:gd name="connsiteX1356" fmla="*/ 1051084 w 2088356"/>
                <a:gd name="connsiteY1356" fmla="*/ 1386840 h 1536858"/>
                <a:gd name="connsiteX1357" fmla="*/ 1057275 w 2088356"/>
                <a:gd name="connsiteY1357" fmla="*/ 1378744 h 1536858"/>
                <a:gd name="connsiteX1358" fmla="*/ 1060133 w 2088356"/>
                <a:gd name="connsiteY1358" fmla="*/ 1377315 h 1536858"/>
                <a:gd name="connsiteX1359" fmla="*/ 1060609 w 2088356"/>
                <a:gd name="connsiteY1359" fmla="*/ 1374458 h 1536858"/>
                <a:gd name="connsiteX1360" fmla="*/ 1050608 w 2088356"/>
                <a:gd name="connsiteY1360" fmla="*/ 1370171 h 1536858"/>
                <a:gd name="connsiteX1361" fmla="*/ 1044893 w 2088356"/>
                <a:gd name="connsiteY1361" fmla="*/ 1366838 h 1536858"/>
                <a:gd name="connsiteX1362" fmla="*/ 1043464 w 2088356"/>
                <a:gd name="connsiteY1362" fmla="*/ 1364933 h 1536858"/>
                <a:gd name="connsiteX1363" fmla="*/ 1042511 w 2088356"/>
                <a:gd name="connsiteY1363" fmla="*/ 1362075 h 1536858"/>
                <a:gd name="connsiteX1364" fmla="*/ 1045369 w 2088356"/>
                <a:gd name="connsiteY1364" fmla="*/ 1363028 h 1536858"/>
                <a:gd name="connsiteX1365" fmla="*/ 1047750 w 2088356"/>
                <a:gd name="connsiteY1365" fmla="*/ 1364456 h 1536858"/>
                <a:gd name="connsiteX1366" fmla="*/ 1053942 w 2088356"/>
                <a:gd name="connsiteY1366" fmla="*/ 1369219 h 1536858"/>
                <a:gd name="connsiteX1367" fmla="*/ 1061085 w 2088356"/>
                <a:gd name="connsiteY1367" fmla="*/ 1369695 h 1536858"/>
                <a:gd name="connsiteX1368" fmla="*/ 1067276 w 2088356"/>
                <a:gd name="connsiteY1368" fmla="*/ 1369695 h 1536858"/>
                <a:gd name="connsiteX1369" fmla="*/ 1069181 w 2088356"/>
                <a:gd name="connsiteY1369" fmla="*/ 1370171 h 1536858"/>
                <a:gd name="connsiteX1370" fmla="*/ 1072992 w 2088356"/>
                <a:gd name="connsiteY1370" fmla="*/ 1366361 h 1536858"/>
                <a:gd name="connsiteX1371" fmla="*/ 1075849 w 2088356"/>
                <a:gd name="connsiteY1371" fmla="*/ 1362075 h 1536858"/>
                <a:gd name="connsiteX1372" fmla="*/ 1078706 w 2088356"/>
                <a:gd name="connsiteY1372" fmla="*/ 1358741 h 1536858"/>
                <a:gd name="connsiteX1373" fmla="*/ 1077754 w 2088356"/>
                <a:gd name="connsiteY1373" fmla="*/ 1356836 h 1536858"/>
                <a:gd name="connsiteX1374" fmla="*/ 1077278 w 2088356"/>
                <a:gd name="connsiteY1374" fmla="*/ 1354931 h 1536858"/>
                <a:gd name="connsiteX1375" fmla="*/ 1080611 w 2088356"/>
                <a:gd name="connsiteY1375" fmla="*/ 1351598 h 1536858"/>
                <a:gd name="connsiteX1376" fmla="*/ 1081088 w 2088356"/>
                <a:gd name="connsiteY1376" fmla="*/ 1346359 h 1536858"/>
                <a:gd name="connsiteX1377" fmla="*/ 1085850 w 2088356"/>
                <a:gd name="connsiteY1377" fmla="*/ 1346835 h 1536858"/>
                <a:gd name="connsiteX1378" fmla="*/ 1090136 w 2088356"/>
                <a:gd name="connsiteY1378" fmla="*/ 1345406 h 1536858"/>
                <a:gd name="connsiteX1379" fmla="*/ 1090136 w 2088356"/>
                <a:gd name="connsiteY1379" fmla="*/ 1340644 h 1536858"/>
                <a:gd name="connsiteX1380" fmla="*/ 1097756 w 2088356"/>
                <a:gd name="connsiteY1380" fmla="*/ 1335405 h 1536858"/>
                <a:gd name="connsiteX1381" fmla="*/ 1097280 w 2088356"/>
                <a:gd name="connsiteY1381" fmla="*/ 1333500 h 1536858"/>
                <a:gd name="connsiteX1382" fmla="*/ 1093946 w 2088356"/>
                <a:gd name="connsiteY1382" fmla="*/ 1324451 h 1536858"/>
                <a:gd name="connsiteX1383" fmla="*/ 1094899 w 2088356"/>
                <a:gd name="connsiteY1383" fmla="*/ 1313498 h 1536858"/>
                <a:gd name="connsiteX1384" fmla="*/ 1087755 w 2088356"/>
                <a:gd name="connsiteY1384" fmla="*/ 1312069 h 1536858"/>
                <a:gd name="connsiteX1385" fmla="*/ 1082993 w 2088356"/>
                <a:gd name="connsiteY1385" fmla="*/ 1312545 h 1536858"/>
                <a:gd name="connsiteX1386" fmla="*/ 1080611 w 2088356"/>
                <a:gd name="connsiteY1386" fmla="*/ 1314450 h 1536858"/>
                <a:gd name="connsiteX1387" fmla="*/ 1075849 w 2088356"/>
                <a:gd name="connsiteY1387" fmla="*/ 1311593 h 1536858"/>
                <a:gd name="connsiteX1388" fmla="*/ 1062038 w 2088356"/>
                <a:gd name="connsiteY1388" fmla="*/ 1304925 h 1536858"/>
                <a:gd name="connsiteX1389" fmla="*/ 1075849 w 2088356"/>
                <a:gd name="connsiteY1389" fmla="*/ 1305878 h 1536858"/>
                <a:gd name="connsiteX1390" fmla="*/ 1079183 w 2088356"/>
                <a:gd name="connsiteY1390" fmla="*/ 1306830 h 1536858"/>
                <a:gd name="connsiteX1391" fmla="*/ 1082517 w 2088356"/>
                <a:gd name="connsiteY1391" fmla="*/ 1308735 h 1536858"/>
                <a:gd name="connsiteX1392" fmla="*/ 1089184 w 2088356"/>
                <a:gd name="connsiteY1392" fmla="*/ 1309688 h 1536858"/>
                <a:gd name="connsiteX1393" fmla="*/ 1092518 w 2088356"/>
                <a:gd name="connsiteY1393" fmla="*/ 1307306 h 1536858"/>
                <a:gd name="connsiteX1394" fmla="*/ 1092042 w 2088356"/>
                <a:gd name="connsiteY1394" fmla="*/ 1303973 h 1536858"/>
                <a:gd name="connsiteX1395" fmla="*/ 1099661 w 2088356"/>
                <a:gd name="connsiteY1395" fmla="*/ 1303020 h 1536858"/>
                <a:gd name="connsiteX1396" fmla="*/ 1106329 w 2088356"/>
                <a:gd name="connsiteY1396" fmla="*/ 1298734 h 1536858"/>
                <a:gd name="connsiteX1397" fmla="*/ 1109663 w 2088356"/>
                <a:gd name="connsiteY1397" fmla="*/ 1295876 h 1536858"/>
                <a:gd name="connsiteX1398" fmla="*/ 1108710 w 2088356"/>
                <a:gd name="connsiteY1398" fmla="*/ 1293019 h 1536858"/>
                <a:gd name="connsiteX1399" fmla="*/ 1106329 w 2088356"/>
                <a:gd name="connsiteY1399" fmla="*/ 1289685 h 1536858"/>
                <a:gd name="connsiteX1400" fmla="*/ 1101090 w 2088356"/>
                <a:gd name="connsiteY1400" fmla="*/ 1285399 h 1536858"/>
                <a:gd name="connsiteX1401" fmla="*/ 1098233 w 2088356"/>
                <a:gd name="connsiteY1401" fmla="*/ 1277303 h 1536858"/>
                <a:gd name="connsiteX1402" fmla="*/ 1093470 w 2088356"/>
                <a:gd name="connsiteY1402" fmla="*/ 1272540 h 1536858"/>
                <a:gd name="connsiteX1403" fmla="*/ 1087755 w 2088356"/>
                <a:gd name="connsiteY1403" fmla="*/ 1274445 h 1536858"/>
                <a:gd name="connsiteX1404" fmla="*/ 1082993 w 2088356"/>
                <a:gd name="connsiteY1404" fmla="*/ 1274921 h 1536858"/>
                <a:gd name="connsiteX1405" fmla="*/ 1081088 w 2088356"/>
                <a:gd name="connsiteY1405" fmla="*/ 1268254 h 1536858"/>
                <a:gd name="connsiteX1406" fmla="*/ 1079183 w 2088356"/>
                <a:gd name="connsiteY1406" fmla="*/ 1265396 h 1536858"/>
                <a:gd name="connsiteX1407" fmla="*/ 1079183 w 2088356"/>
                <a:gd name="connsiteY1407" fmla="*/ 1261586 h 1536858"/>
                <a:gd name="connsiteX1408" fmla="*/ 1086326 w 2088356"/>
                <a:gd name="connsiteY1408" fmla="*/ 1262539 h 1536858"/>
                <a:gd name="connsiteX1409" fmla="*/ 1093470 w 2088356"/>
                <a:gd name="connsiteY1409" fmla="*/ 1261110 h 1536858"/>
                <a:gd name="connsiteX1410" fmla="*/ 1107758 w 2088356"/>
                <a:gd name="connsiteY1410" fmla="*/ 1264444 h 1536858"/>
                <a:gd name="connsiteX1411" fmla="*/ 1115378 w 2088356"/>
                <a:gd name="connsiteY1411" fmla="*/ 1261586 h 1536858"/>
                <a:gd name="connsiteX1412" fmla="*/ 1118235 w 2088356"/>
                <a:gd name="connsiteY1412" fmla="*/ 1259205 h 1536858"/>
                <a:gd name="connsiteX1413" fmla="*/ 1123950 w 2088356"/>
                <a:gd name="connsiteY1413" fmla="*/ 1253014 h 1536858"/>
                <a:gd name="connsiteX1414" fmla="*/ 1127760 w 2088356"/>
                <a:gd name="connsiteY1414" fmla="*/ 1251109 h 1536858"/>
                <a:gd name="connsiteX1415" fmla="*/ 1130142 w 2088356"/>
                <a:gd name="connsiteY1415" fmla="*/ 1248251 h 1536858"/>
                <a:gd name="connsiteX1416" fmla="*/ 1127284 w 2088356"/>
                <a:gd name="connsiteY1416" fmla="*/ 1246823 h 1536858"/>
                <a:gd name="connsiteX1417" fmla="*/ 1109186 w 2088356"/>
                <a:gd name="connsiteY1417" fmla="*/ 1238250 h 1536858"/>
                <a:gd name="connsiteX1418" fmla="*/ 1109663 w 2088356"/>
                <a:gd name="connsiteY1418" fmla="*/ 1236345 h 1536858"/>
                <a:gd name="connsiteX1419" fmla="*/ 1116806 w 2088356"/>
                <a:gd name="connsiteY1419" fmla="*/ 1236345 h 1536858"/>
                <a:gd name="connsiteX1420" fmla="*/ 1135380 w 2088356"/>
                <a:gd name="connsiteY1420" fmla="*/ 1234440 h 1536858"/>
                <a:gd name="connsiteX1421" fmla="*/ 1146334 w 2088356"/>
                <a:gd name="connsiteY1421" fmla="*/ 1233011 h 1536858"/>
                <a:gd name="connsiteX1422" fmla="*/ 1161574 w 2088356"/>
                <a:gd name="connsiteY1422" fmla="*/ 1232059 h 1536858"/>
                <a:gd name="connsiteX1423" fmla="*/ 1176338 w 2088356"/>
                <a:gd name="connsiteY1423" fmla="*/ 1227296 h 1536858"/>
                <a:gd name="connsiteX1424" fmla="*/ 1176338 w 2088356"/>
                <a:gd name="connsiteY1424" fmla="*/ 1221581 h 1536858"/>
                <a:gd name="connsiteX1425" fmla="*/ 1175861 w 2088356"/>
                <a:gd name="connsiteY1425" fmla="*/ 1220153 h 1536858"/>
                <a:gd name="connsiteX1426" fmla="*/ 1168242 w 2088356"/>
                <a:gd name="connsiteY1426" fmla="*/ 1215390 h 1536858"/>
                <a:gd name="connsiteX1427" fmla="*/ 1165384 w 2088356"/>
                <a:gd name="connsiteY1427" fmla="*/ 1210628 h 1536858"/>
                <a:gd name="connsiteX1428" fmla="*/ 1169670 w 2088356"/>
                <a:gd name="connsiteY1428" fmla="*/ 1212056 h 1536858"/>
                <a:gd name="connsiteX1429" fmla="*/ 1178243 w 2088356"/>
                <a:gd name="connsiteY1429" fmla="*/ 1216343 h 1536858"/>
                <a:gd name="connsiteX1430" fmla="*/ 1180624 w 2088356"/>
                <a:gd name="connsiteY1430" fmla="*/ 1212533 h 1536858"/>
                <a:gd name="connsiteX1431" fmla="*/ 1183958 w 2088356"/>
                <a:gd name="connsiteY1431" fmla="*/ 1203008 h 1536858"/>
                <a:gd name="connsiteX1432" fmla="*/ 1187292 w 2088356"/>
                <a:gd name="connsiteY1432" fmla="*/ 1199674 h 1536858"/>
                <a:gd name="connsiteX1433" fmla="*/ 1191101 w 2088356"/>
                <a:gd name="connsiteY1433" fmla="*/ 1196340 h 1536858"/>
                <a:gd name="connsiteX1434" fmla="*/ 1183005 w 2088356"/>
                <a:gd name="connsiteY1434" fmla="*/ 1193006 h 1536858"/>
                <a:gd name="connsiteX1435" fmla="*/ 1177290 w 2088356"/>
                <a:gd name="connsiteY1435" fmla="*/ 1189673 h 1536858"/>
                <a:gd name="connsiteX1436" fmla="*/ 1181100 w 2088356"/>
                <a:gd name="connsiteY1436" fmla="*/ 1188720 h 1536858"/>
                <a:gd name="connsiteX1437" fmla="*/ 1189196 w 2088356"/>
                <a:gd name="connsiteY1437" fmla="*/ 1189673 h 1536858"/>
                <a:gd name="connsiteX1438" fmla="*/ 1197293 w 2088356"/>
                <a:gd name="connsiteY1438" fmla="*/ 1191578 h 1536858"/>
                <a:gd name="connsiteX1439" fmla="*/ 1206818 w 2088356"/>
                <a:gd name="connsiteY1439" fmla="*/ 1193006 h 1536858"/>
                <a:gd name="connsiteX1440" fmla="*/ 1207294 w 2088356"/>
                <a:gd name="connsiteY1440" fmla="*/ 1193959 h 1536858"/>
                <a:gd name="connsiteX1441" fmla="*/ 1200150 w 2088356"/>
                <a:gd name="connsiteY1441" fmla="*/ 1200150 h 1536858"/>
                <a:gd name="connsiteX1442" fmla="*/ 1189673 w 2088356"/>
                <a:gd name="connsiteY1442" fmla="*/ 1212533 h 1536858"/>
                <a:gd name="connsiteX1443" fmla="*/ 1188244 w 2088356"/>
                <a:gd name="connsiteY1443" fmla="*/ 1216343 h 1536858"/>
                <a:gd name="connsiteX1444" fmla="*/ 1189196 w 2088356"/>
                <a:gd name="connsiteY1444" fmla="*/ 1219200 h 1536858"/>
                <a:gd name="connsiteX1445" fmla="*/ 1187768 w 2088356"/>
                <a:gd name="connsiteY1445" fmla="*/ 1221581 h 1536858"/>
                <a:gd name="connsiteX1446" fmla="*/ 1182529 w 2088356"/>
                <a:gd name="connsiteY1446" fmla="*/ 1227296 h 1536858"/>
                <a:gd name="connsiteX1447" fmla="*/ 1183958 w 2088356"/>
                <a:gd name="connsiteY1447" fmla="*/ 1231583 h 1536858"/>
                <a:gd name="connsiteX1448" fmla="*/ 1190625 w 2088356"/>
                <a:gd name="connsiteY1448" fmla="*/ 1233964 h 1536858"/>
                <a:gd name="connsiteX1449" fmla="*/ 1193483 w 2088356"/>
                <a:gd name="connsiteY1449" fmla="*/ 1232059 h 1536858"/>
                <a:gd name="connsiteX1450" fmla="*/ 1198721 w 2088356"/>
                <a:gd name="connsiteY1450" fmla="*/ 1232059 h 1536858"/>
                <a:gd name="connsiteX1451" fmla="*/ 1202531 w 2088356"/>
                <a:gd name="connsiteY1451" fmla="*/ 1230630 h 1536858"/>
                <a:gd name="connsiteX1452" fmla="*/ 1205389 w 2088356"/>
                <a:gd name="connsiteY1452" fmla="*/ 1227296 h 1536858"/>
                <a:gd name="connsiteX1453" fmla="*/ 1205865 w 2088356"/>
                <a:gd name="connsiteY1453" fmla="*/ 1223486 h 1536858"/>
                <a:gd name="connsiteX1454" fmla="*/ 1208723 w 2088356"/>
                <a:gd name="connsiteY1454" fmla="*/ 1223486 h 1536858"/>
                <a:gd name="connsiteX1455" fmla="*/ 1214438 w 2088356"/>
                <a:gd name="connsiteY1455" fmla="*/ 1218724 h 1536858"/>
                <a:gd name="connsiteX1456" fmla="*/ 1215867 w 2088356"/>
                <a:gd name="connsiteY1456" fmla="*/ 1220629 h 1536858"/>
                <a:gd name="connsiteX1457" fmla="*/ 1219200 w 2088356"/>
                <a:gd name="connsiteY1457" fmla="*/ 1223963 h 1536858"/>
                <a:gd name="connsiteX1458" fmla="*/ 1223010 w 2088356"/>
                <a:gd name="connsiteY1458" fmla="*/ 1224439 h 1536858"/>
                <a:gd name="connsiteX1459" fmla="*/ 1226820 w 2088356"/>
                <a:gd name="connsiteY1459" fmla="*/ 1223010 h 1536858"/>
                <a:gd name="connsiteX1460" fmla="*/ 1228725 w 2088356"/>
                <a:gd name="connsiteY1460" fmla="*/ 1223486 h 1536858"/>
                <a:gd name="connsiteX1461" fmla="*/ 1229678 w 2088356"/>
                <a:gd name="connsiteY1461" fmla="*/ 1222058 h 1536858"/>
                <a:gd name="connsiteX1462" fmla="*/ 1233011 w 2088356"/>
                <a:gd name="connsiteY1462" fmla="*/ 1214914 h 1536858"/>
                <a:gd name="connsiteX1463" fmla="*/ 1233488 w 2088356"/>
                <a:gd name="connsiteY1463" fmla="*/ 1213009 h 1536858"/>
                <a:gd name="connsiteX1464" fmla="*/ 1233488 w 2088356"/>
                <a:gd name="connsiteY1464" fmla="*/ 1211104 h 1536858"/>
                <a:gd name="connsiteX1465" fmla="*/ 1238250 w 2088356"/>
                <a:gd name="connsiteY1465" fmla="*/ 1213961 h 1536858"/>
                <a:gd name="connsiteX1466" fmla="*/ 1237774 w 2088356"/>
                <a:gd name="connsiteY1466" fmla="*/ 1215390 h 1536858"/>
                <a:gd name="connsiteX1467" fmla="*/ 1238250 w 2088356"/>
                <a:gd name="connsiteY1467" fmla="*/ 1221105 h 1536858"/>
                <a:gd name="connsiteX1468" fmla="*/ 1241108 w 2088356"/>
                <a:gd name="connsiteY1468" fmla="*/ 1219200 h 1536858"/>
                <a:gd name="connsiteX1469" fmla="*/ 1249204 w 2088356"/>
                <a:gd name="connsiteY1469" fmla="*/ 1212533 h 1536858"/>
                <a:gd name="connsiteX1470" fmla="*/ 1256824 w 2088356"/>
                <a:gd name="connsiteY1470" fmla="*/ 1208246 h 1536858"/>
                <a:gd name="connsiteX1471" fmla="*/ 1259681 w 2088356"/>
                <a:gd name="connsiteY1471" fmla="*/ 1205865 h 1536858"/>
                <a:gd name="connsiteX1472" fmla="*/ 1263015 w 2088356"/>
                <a:gd name="connsiteY1472" fmla="*/ 1203960 h 1536858"/>
                <a:gd name="connsiteX1473" fmla="*/ 1258729 w 2088356"/>
                <a:gd name="connsiteY1473" fmla="*/ 1193483 h 1536858"/>
                <a:gd name="connsiteX1474" fmla="*/ 1256824 w 2088356"/>
                <a:gd name="connsiteY1474" fmla="*/ 1191578 h 1536858"/>
                <a:gd name="connsiteX1475" fmla="*/ 1255871 w 2088356"/>
                <a:gd name="connsiteY1475" fmla="*/ 1190149 h 1536858"/>
                <a:gd name="connsiteX1476" fmla="*/ 1254919 w 2088356"/>
                <a:gd name="connsiteY1476" fmla="*/ 1189196 h 1536858"/>
                <a:gd name="connsiteX1477" fmla="*/ 1254919 w 2088356"/>
                <a:gd name="connsiteY1477" fmla="*/ 1187291 h 1536858"/>
                <a:gd name="connsiteX1478" fmla="*/ 1260634 w 2088356"/>
                <a:gd name="connsiteY1478" fmla="*/ 1191101 h 1536858"/>
                <a:gd name="connsiteX1479" fmla="*/ 1262063 w 2088356"/>
                <a:gd name="connsiteY1479" fmla="*/ 1193006 h 1536858"/>
                <a:gd name="connsiteX1480" fmla="*/ 1270635 w 2088356"/>
                <a:gd name="connsiteY1480" fmla="*/ 1197769 h 1536858"/>
                <a:gd name="connsiteX1481" fmla="*/ 1274921 w 2088356"/>
                <a:gd name="connsiteY1481" fmla="*/ 1197293 h 1536858"/>
                <a:gd name="connsiteX1482" fmla="*/ 1278255 w 2088356"/>
                <a:gd name="connsiteY1482" fmla="*/ 1198245 h 1536858"/>
                <a:gd name="connsiteX1483" fmla="*/ 1282065 w 2088356"/>
                <a:gd name="connsiteY1483" fmla="*/ 1196816 h 1536858"/>
                <a:gd name="connsiteX1484" fmla="*/ 1297305 w 2088356"/>
                <a:gd name="connsiteY1484" fmla="*/ 1188244 h 1536858"/>
                <a:gd name="connsiteX1485" fmla="*/ 1299210 w 2088356"/>
                <a:gd name="connsiteY1485" fmla="*/ 1186339 h 1536858"/>
                <a:gd name="connsiteX1486" fmla="*/ 1301115 w 2088356"/>
                <a:gd name="connsiteY1486" fmla="*/ 1183481 h 1536858"/>
                <a:gd name="connsiteX1487" fmla="*/ 1302544 w 2088356"/>
                <a:gd name="connsiteY1487" fmla="*/ 1179671 h 1536858"/>
                <a:gd name="connsiteX1488" fmla="*/ 1304449 w 2088356"/>
                <a:gd name="connsiteY1488" fmla="*/ 1177290 h 1536858"/>
                <a:gd name="connsiteX1489" fmla="*/ 1308259 w 2088356"/>
                <a:gd name="connsiteY1489" fmla="*/ 1176814 h 1536858"/>
                <a:gd name="connsiteX1490" fmla="*/ 1309688 w 2088356"/>
                <a:gd name="connsiteY1490" fmla="*/ 1177290 h 1536858"/>
                <a:gd name="connsiteX1491" fmla="*/ 1312069 w 2088356"/>
                <a:gd name="connsiteY1491" fmla="*/ 1175385 h 1536858"/>
                <a:gd name="connsiteX1492" fmla="*/ 1315403 w 2088356"/>
                <a:gd name="connsiteY1492" fmla="*/ 1171575 h 1536858"/>
                <a:gd name="connsiteX1493" fmla="*/ 1323023 w 2088356"/>
                <a:gd name="connsiteY1493" fmla="*/ 1159193 h 1536858"/>
                <a:gd name="connsiteX1494" fmla="*/ 1332548 w 2088356"/>
                <a:gd name="connsiteY1494" fmla="*/ 1145858 h 1536858"/>
                <a:gd name="connsiteX1495" fmla="*/ 1335405 w 2088356"/>
                <a:gd name="connsiteY1495" fmla="*/ 1141095 h 1536858"/>
                <a:gd name="connsiteX1496" fmla="*/ 1336358 w 2088356"/>
                <a:gd name="connsiteY1496" fmla="*/ 1137761 h 1536858"/>
                <a:gd name="connsiteX1497" fmla="*/ 1335881 w 2088356"/>
                <a:gd name="connsiteY1497" fmla="*/ 1135856 h 1536858"/>
                <a:gd name="connsiteX1498" fmla="*/ 1336358 w 2088356"/>
                <a:gd name="connsiteY1498" fmla="*/ 1134428 h 1536858"/>
                <a:gd name="connsiteX1499" fmla="*/ 1337786 w 2088356"/>
                <a:gd name="connsiteY1499" fmla="*/ 1133951 h 1536858"/>
                <a:gd name="connsiteX1500" fmla="*/ 1341596 w 2088356"/>
                <a:gd name="connsiteY1500" fmla="*/ 1130618 h 1536858"/>
                <a:gd name="connsiteX1501" fmla="*/ 1343501 w 2088356"/>
                <a:gd name="connsiteY1501" fmla="*/ 1128236 h 1536858"/>
                <a:gd name="connsiteX1502" fmla="*/ 1348264 w 2088356"/>
                <a:gd name="connsiteY1502" fmla="*/ 1120140 h 1536858"/>
                <a:gd name="connsiteX1503" fmla="*/ 1349693 w 2088356"/>
                <a:gd name="connsiteY1503" fmla="*/ 1118235 h 1536858"/>
                <a:gd name="connsiteX1504" fmla="*/ 1351598 w 2088356"/>
                <a:gd name="connsiteY1504" fmla="*/ 1116806 h 1536858"/>
                <a:gd name="connsiteX1505" fmla="*/ 1355884 w 2088356"/>
                <a:gd name="connsiteY1505" fmla="*/ 1115378 h 1536858"/>
                <a:gd name="connsiteX1506" fmla="*/ 1372076 w 2088356"/>
                <a:gd name="connsiteY1506" fmla="*/ 1105376 h 1536858"/>
                <a:gd name="connsiteX1507" fmla="*/ 1374934 w 2088356"/>
                <a:gd name="connsiteY1507" fmla="*/ 1104900 h 1536858"/>
                <a:gd name="connsiteX1508" fmla="*/ 1378268 w 2088356"/>
                <a:gd name="connsiteY1508" fmla="*/ 1102519 h 1536858"/>
                <a:gd name="connsiteX1509" fmla="*/ 1382078 w 2088356"/>
                <a:gd name="connsiteY1509" fmla="*/ 1098709 h 1536858"/>
                <a:gd name="connsiteX1510" fmla="*/ 1382554 w 2088356"/>
                <a:gd name="connsiteY1510" fmla="*/ 1094423 h 1536858"/>
                <a:gd name="connsiteX1511" fmla="*/ 1379220 w 2088356"/>
                <a:gd name="connsiteY1511" fmla="*/ 1090136 h 1536858"/>
                <a:gd name="connsiteX1512" fmla="*/ 1375410 w 2088356"/>
                <a:gd name="connsiteY1512" fmla="*/ 1085850 h 1536858"/>
                <a:gd name="connsiteX1513" fmla="*/ 1375886 w 2088356"/>
                <a:gd name="connsiteY1513" fmla="*/ 1085374 h 1536858"/>
                <a:gd name="connsiteX1514" fmla="*/ 1378268 w 2088356"/>
                <a:gd name="connsiteY1514" fmla="*/ 1085374 h 1536858"/>
                <a:gd name="connsiteX1515" fmla="*/ 1380173 w 2088356"/>
                <a:gd name="connsiteY1515" fmla="*/ 1084898 h 1536858"/>
                <a:gd name="connsiteX1516" fmla="*/ 1381601 w 2088356"/>
                <a:gd name="connsiteY1516" fmla="*/ 1083469 h 1536858"/>
                <a:gd name="connsiteX1517" fmla="*/ 1381125 w 2088356"/>
                <a:gd name="connsiteY1517" fmla="*/ 1081564 h 1536858"/>
                <a:gd name="connsiteX1518" fmla="*/ 1378744 w 2088356"/>
                <a:gd name="connsiteY1518" fmla="*/ 1078706 h 1536858"/>
                <a:gd name="connsiteX1519" fmla="*/ 1377315 w 2088356"/>
                <a:gd name="connsiteY1519" fmla="*/ 1075849 h 1536858"/>
                <a:gd name="connsiteX1520" fmla="*/ 1376839 w 2088356"/>
                <a:gd name="connsiteY1520" fmla="*/ 1072991 h 1536858"/>
                <a:gd name="connsiteX1521" fmla="*/ 1383506 w 2088356"/>
                <a:gd name="connsiteY1521" fmla="*/ 1075849 h 1536858"/>
                <a:gd name="connsiteX1522" fmla="*/ 1396842 w 2088356"/>
                <a:gd name="connsiteY1522" fmla="*/ 1084898 h 1536858"/>
                <a:gd name="connsiteX1523" fmla="*/ 1407795 w 2088356"/>
                <a:gd name="connsiteY1523" fmla="*/ 1090613 h 1536858"/>
                <a:gd name="connsiteX1524" fmla="*/ 1416368 w 2088356"/>
                <a:gd name="connsiteY1524" fmla="*/ 1093470 h 1536858"/>
                <a:gd name="connsiteX1525" fmla="*/ 1423035 w 2088356"/>
                <a:gd name="connsiteY1525" fmla="*/ 1094423 h 1536858"/>
                <a:gd name="connsiteX1526" fmla="*/ 1427321 w 2088356"/>
                <a:gd name="connsiteY1526" fmla="*/ 1093946 h 1536858"/>
                <a:gd name="connsiteX1527" fmla="*/ 1435418 w 2088356"/>
                <a:gd name="connsiteY1527" fmla="*/ 1091089 h 1536858"/>
                <a:gd name="connsiteX1528" fmla="*/ 1435418 w 2088356"/>
                <a:gd name="connsiteY1528" fmla="*/ 1088708 h 1536858"/>
                <a:gd name="connsiteX1529" fmla="*/ 1431608 w 2088356"/>
                <a:gd name="connsiteY1529" fmla="*/ 1084898 h 1536858"/>
                <a:gd name="connsiteX1530" fmla="*/ 1431131 w 2088356"/>
                <a:gd name="connsiteY1530" fmla="*/ 1083469 h 1536858"/>
                <a:gd name="connsiteX1531" fmla="*/ 1444943 w 2088356"/>
                <a:gd name="connsiteY1531" fmla="*/ 1086803 h 1536858"/>
                <a:gd name="connsiteX1532" fmla="*/ 1449229 w 2088356"/>
                <a:gd name="connsiteY1532" fmla="*/ 1086326 h 1536858"/>
                <a:gd name="connsiteX1533" fmla="*/ 1453992 w 2088356"/>
                <a:gd name="connsiteY1533" fmla="*/ 1082040 h 1536858"/>
                <a:gd name="connsiteX1534" fmla="*/ 1456849 w 2088356"/>
                <a:gd name="connsiteY1534" fmla="*/ 1080611 h 1536858"/>
                <a:gd name="connsiteX1535" fmla="*/ 1460183 w 2088356"/>
                <a:gd name="connsiteY1535" fmla="*/ 1079659 h 1536858"/>
                <a:gd name="connsiteX1536" fmla="*/ 1465421 w 2088356"/>
                <a:gd name="connsiteY1536" fmla="*/ 1079659 h 1536858"/>
                <a:gd name="connsiteX1537" fmla="*/ 1475423 w 2088356"/>
                <a:gd name="connsiteY1537" fmla="*/ 1081088 h 1536858"/>
                <a:gd name="connsiteX1538" fmla="*/ 1481614 w 2088356"/>
                <a:gd name="connsiteY1538" fmla="*/ 1080611 h 1536858"/>
                <a:gd name="connsiteX1539" fmla="*/ 1487329 w 2088356"/>
                <a:gd name="connsiteY1539" fmla="*/ 1078706 h 1536858"/>
                <a:gd name="connsiteX1540" fmla="*/ 1495425 w 2088356"/>
                <a:gd name="connsiteY1540" fmla="*/ 1077278 h 1536858"/>
                <a:gd name="connsiteX1541" fmla="*/ 1512094 w 2088356"/>
                <a:gd name="connsiteY1541" fmla="*/ 1072039 h 1536858"/>
                <a:gd name="connsiteX1542" fmla="*/ 1520190 w 2088356"/>
                <a:gd name="connsiteY1542" fmla="*/ 1070134 h 1536858"/>
                <a:gd name="connsiteX1543" fmla="*/ 1529715 w 2088356"/>
                <a:gd name="connsiteY1543" fmla="*/ 1069181 h 1536858"/>
                <a:gd name="connsiteX1544" fmla="*/ 1549718 w 2088356"/>
                <a:gd name="connsiteY1544" fmla="*/ 1063943 h 1536858"/>
                <a:gd name="connsiteX1545" fmla="*/ 1555909 w 2088356"/>
                <a:gd name="connsiteY1545" fmla="*/ 1062990 h 1536858"/>
                <a:gd name="connsiteX1546" fmla="*/ 1564958 w 2088356"/>
                <a:gd name="connsiteY1546" fmla="*/ 1060133 h 1536858"/>
                <a:gd name="connsiteX1547" fmla="*/ 1570673 w 2088356"/>
                <a:gd name="connsiteY1547" fmla="*/ 1059180 h 1536858"/>
                <a:gd name="connsiteX1548" fmla="*/ 1576388 w 2088356"/>
                <a:gd name="connsiteY1548" fmla="*/ 1059180 h 1536858"/>
                <a:gd name="connsiteX1549" fmla="*/ 1581150 w 2088356"/>
                <a:gd name="connsiteY1549" fmla="*/ 1057751 h 1536858"/>
                <a:gd name="connsiteX1550" fmla="*/ 1584960 w 2088356"/>
                <a:gd name="connsiteY1550" fmla="*/ 1054894 h 1536858"/>
                <a:gd name="connsiteX1551" fmla="*/ 1587818 w 2088356"/>
                <a:gd name="connsiteY1551" fmla="*/ 1052989 h 1536858"/>
                <a:gd name="connsiteX1552" fmla="*/ 1594009 w 2088356"/>
                <a:gd name="connsiteY1552" fmla="*/ 1051084 h 1536858"/>
                <a:gd name="connsiteX1553" fmla="*/ 1602581 w 2088356"/>
                <a:gd name="connsiteY1553" fmla="*/ 1046798 h 1536858"/>
                <a:gd name="connsiteX1554" fmla="*/ 1604963 w 2088356"/>
                <a:gd name="connsiteY1554" fmla="*/ 1044416 h 1536858"/>
                <a:gd name="connsiteX1555" fmla="*/ 1605439 w 2088356"/>
                <a:gd name="connsiteY1555" fmla="*/ 1042988 h 1536858"/>
                <a:gd name="connsiteX1556" fmla="*/ 1606392 w 2088356"/>
                <a:gd name="connsiteY1556" fmla="*/ 1039178 h 1536858"/>
                <a:gd name="connsiteX1557" fmla="*/ 1607820 w 2088356"/>
                <a:gd name="connsiteY1557" fmla="*/ 1037749 h 1536858"/>
                <a:gd name="connsiteX1558" fmla="*/ 1616869 w 2088356"/>
                <a:gd name="connsiteY1558" fmla="*/ 1034891 h 1536858"/>
                <a:gd name="connsiteX1559" fmla="*/ 1623060 w 2088356"/>
                <a:gd name="connsiteY1559" fmla="*/ 1030605 h 1536858"/>
                <a:gd name="connsiteX1560" fmla="*/ 1623536 w 2088356"/>
                <a:gd name="connsiteY1560" fmla="*/ 1029176 h 1536858"/>
                <a:gd name="connsiteX1561" fmla="*/ 1619726 w 2088356"/>
                <a:gd name="connsiteY1561" fmla="*/ 1024890 h 1536858"/>
                <a:gd name="connsiteX1562" fmla="*/ 1621631 w 2088356"/>
                <a:gd name="connsiteY1562" fmla="*/ 1024414 h 1536858"/>
                <a:gd name="connsiteX1563" fmla="*/ 1630680 w 2088356"/>
                <a:gd name="connsiteY1563" fmla="*/ 1022985 h 1536858"/>
                <a:gd name="connsiteX1564" fmla="*/ 1634967 w 2088356"/>
                <a:gd name="connsiteY1564" fmla="*/ 1021556 h 1536858"/>
                <a:gd name="connsiteX1565" fmla="*/ 1644968 w 2088356"/>
                <a:gd name="connsiteY1565" fmla="*/ 1016318 h 1536858"/>
                <a:gd name="connsiteX1566" fmla="*/ 1650206 w 2088356"/>
                <a:gd name="connsiteY1566" fmla="*/ 1014413 h 1536858"/>
                <a:gd name="connsiteX1567" fmla="*/ 1652588 w 2088356"/>
                <a:gd name="connsiteY1567" fmla="*/ 1012031 h 1536858"/>
                <a:gd name="connsiteX1568" fmla="*/ 1652588 w 2088356"/>
                <a:gd name="connsiteY1568" fmla="*/ 1009174 h 1536858"/>
                <a:gd name="connsiteX1569" fmla="*/ 1651635 w 2088356"/>
                <a:gd name="connsiteY1569" fmla="*/ 1007269 h 1536858"/>
                <a:gd name="connsiteX1570" fmla="*/ 1650206 w 2088356"/>
                <a:gd name="connsiteY1570" fmla="*/ 1005840 h 1536858"/>
                <a:gd name="connsiteX1571" fmla="*/ 1652111 w 2088356"/>
                <a:gd name="connsiteY1571" fmla="*/ 1005364 h 1536858"/>
                <a:gd name="connsiteX1572" fmla="*/ 1662589 w 2088356"/>
                <a:gd name="connsiteY1572" fmla="*/ 1007269 h 1536858"/>
                <a:gd name="connsiteX1573" fmla="*/ 1665447 w 2088356"/>
                <a:gd name="connsiteY1573" fmla="*/ 1006793 h 1536858"/>
                <a:gd name="connsiteX1574" fmla="*/ 1669256 w 2088356"/>
                <a:gd name="connsiteY1574" fmla="*/ 1005364 h 1536858"/>
                <a:gd name="connsiteX1575" fmla="*/ 1670209 w 2088356"/>
                <a:gd name="connsiteY1575" fmla="*/ 1002983 h 1536858"/>
                <a:gd name="connsiteX1576" fmla="*/ 1668304 w 2088356"/>
                <a:gd name="connsiteY1576" fmla="*/ 999649 h 1536858"/>
                <a:gd name="connsiteX1577" fmla="*/ 1666399 w 2088356"/>
                <a:gd name="connsiteY1577" fmla="*/ 997268 h 1536858"/>
                <a:gd name="connsiteX1578" fmla="*/ 1664494 w 2088356"/>
                <a:gd name="connsiteY1578" fmla="*/ 996315 h 1536858"/>
                <a:gd name="connsiteX1579" fmla="*/ 1666399 w 2088356"/>
                <a:gd name="connsiteY1579" fmla="*/ 995839 h 1536858"/>
                <a:gd name="connsiteX1580" fmla="*/ 1675448 w 2088356"/>
                <a:gd name="connsiteY1580" fmla="*/ 995839 h 1536858"/>
                <a:gd name="connsiteX1581" fmla="*/ 1686401 w 2088356"/>
                <a:gd name="connsiteY1581" fmla="*/ 992981 h 1536858"/>
                <a:gd name="connsiteX1582" fmla="*/ 1692593 w 2088356"/>
                <a:gd name="connsiteY1582" fmla="*/ 992981 h 1536858"/>
                <a:gd name="connsiteX1583" fmla="*/ 1694022 w 2088356"/>
                <a:gd name="connsiteY1583" fmla="*/ 992029 h 1536858"/>
                <a:gd name="connsiteX1584" fmla="*/ 1691640 w 2088356"/>
                <a:gd name="connsiteY1584" fmla="*/ 987266 h 1536858"/>
                <a:gd name="connsiteX1585" fmla="*/ 1693545 w 2088356"/>
                <a:gd name="connsiteY1585" fmla="*/ 986314 h 1536858"/>
                <a:gd name="connsiteX1586" fmla="*/ 1700689 w 2088356"/>
                <a:gd name="connsiteY1586" fmla="*/ 984885 h 1536858"/>
                <a:gd name="connsiteX1587" fmla="*/ 1704023 w 2088356"/>
                <a:gd name="connsiteY1587" fmla="*/ 983456 h 1536858"/>
                <a:gd name="connsiteX1588" fmla="*/ 1707832 w 2088356"/>
                <a:gd name="connsiteY1588" fmla="*/ 982980 h 1536858"/>
                <a:gd name="connsiteX1589" fmla="*/ 1714024 w 2088356"/>
                <a:gd name="connsiteY1589" fmla="*/ 981075 h 1536858"/>
                <a:gd name="connsiteX1590" fmla="*/ 1719263 w 2088356"/>
                <a:gd name="connsiteY1590" fmla="*/ 978218 h 1536858"/>
                <a:gd name="connsiteX1591" fmla="*/ 1721168 w 2088356"/>
                <a:gd name="connsiteY1591" fmla="*/ 976313 h 1536858"/>
                <a:gd name="connsiteX1592" fmla="*/ 1722120 w 2088356"/>
                <a:gd name="connsiteY1592" fmla="*/ 973931 h 1536858"/>
                <a:gd name="connsiteX1593" fmla="*/ 1719263 w 2088356"/>
                <a:gd name="connsiteY1593" fmla="*/ 972979 h 1536858"/>
                <a:gd name="connsiteX1594" fmla="*/ 1689259 w 2088356"/>
                <a:gd name="connsiteY1594" fmla="*/ 973455 h 1536858"/>
                <a:gd name="connsiteX1595" fmla="*/ 1672590 w 2088356"/>
                <a:gd name="connsiteY1595" fmla="*/ 972026 h 1536858"/>
                <a:gd name="connsiteX1596" fmla="*/ 1659731 w 2088356"/>
                <a:gd name="connsiteY1596" fmla="*/ 969645 h 1536858"/>
                <a:gd name="connsiteX1597" fmla="*/ 1635443 w 2088356"/>
                <a:gd name="connsiteY1597" fmla="*/ 962501 h 1536858"/>
                <a:gd name="connsiteX1598" fmla="*/ 1608773 w 2088356"/>
                <a:gd name="connsiteY1598" fmla="*/ 959168 h 1536858"/>
                <a:gd name="connsiteX1599" fmla="*/ 1605439 w 2088356"/>
                <a:gd name="connsiteY1599" fmla="*/ 959644 h 1536858"/>
                <a:gd name="connsiteX1600" fmla="*/ 1587342 w 2088356"/>
                <a:gd name="connsiteY1600" fmla="*/ 965835 h 1536858"/>
                <a:gd name="connsiteX1601" fmla="*/ 1578293 w 2088356"/>
                <a:gd name="connsiteY1601" fmla="*/ 967264 h 1536858"/>
                <a:gd name="connsiteX1602" fmla="*/ 1566863 w 2088356"/>
                <a:gd name="connsiteY1602" fmla="*/ 965835 h 1536858"/>
                <a:gd name="connsiteX1603" fmla="*/ 1557338 w 2088356"/>
                <a:gd name="connsiteY1603" fmla="*/ 968216 h 1536858"/>
                <a:gd name="connsiteX1604" fmla="*/ 1553528 w 2088356"/>
                <a:gd name="connsiteY1604" fmla="*/ 972026 h 1536858"/>
                <a:gd name="connsiteX1605" fmla="*/ 1549242 w 2088356"/>
                <a:gd name="connsiteY1605" fmla="*/ 978218 h 1536858"/>
                <a:gd name="connsiteX1606" fmla="*/ 1545431 w 2088356"/>
                <a:gd name="connsiteY1606" fmla="*/ 981075 h 1536858"/>
                <a:gd name="connsiteX1607" fmla="*/ 1537335 w 2088356"/>
                <a:gd name="connsiteY1607" fmla="*/ 978694 h 1536858"/>
                <a:gd name="connsiteX1608" fmla="*/ 1539717 w 2088356"/>
                <a:gd name="connsiteY1608" fmla="*/ 972979 h 1536858"/>
                <a:gd name="connsiteX1609" fmla="*/ 1547813 w 2088356"/>
                <a:gd name="connsiteY1609" fmla="*/ 967264 h 1536858"/>
                <a:gd name="connsiteX1610" fmla="*/ 1552099 w 2088356"/>
                <a:gd name="connsiteY1610" fmla="*/ 964883 h 1536858"/>
                <a:gd name="connsiteX1611" fmla="*/ 1556385 w 2088356"/>
                <a:gd name="connsiteY1611" fmla="*/ 963454 h 1536858"/>
                <a:gd name="connsiteX1612" fmla="*/ 1566863 w 2088356"/>
                <a:gd name="connsiteY1612" fmla="*/ 961073 h 1536858"/>
                <a:gd name="connsiteX1613" fmla="*/ 1573530 w 2088356"/>
                <a:gd name="connsiteY1613" fmla="*/ 958691 h 1536858"/>
                <a:gd name="connsiteX1614" fmla="*/ 1575911 w 2088356"/>
                <a:gd name="connsiteY1614" fmla="*/ 956310 h 1536858"/>
                <a:gd name="connsiteX1615" fmla="*/ 1574006 w 2088356"/>
                <a:gd name="connsiteY1615" fmla="*/ 953929 h 1536858"/>
                <a:gd name="connsiteX1616" fmla="*/ 1572101 w 2088356"/>
                <a:gd name="connsiteY1616" fmla="*/ 952500 h 1536858"/>
                <a:gd name="connsiteX1617" fmla="*/ 1570196 w 2088356"/>
                <a:gd name="connsiteY1617" fmla="*/ 952024 h 1536858"/>
                <a:gd name="connsiteX1618" fmla="*/ 1567815 w 2088356"/>
                <a:gd name="connsiteY1618" fmla="*/ 952024 h 1536858"/>
                <a:gd name="connsiteX1619" fmla="*/ 1538764 w 2088356"/>
                <a:gd name="connsiteY1619" fmla="*/ 956310 h 1536858"/>
                <a:gd name="connsiteX1620" fmla="*/ 1524476 w 2088356"/>
                <a:gd name="connsiteY1620" fmla="*/ 956786 h 1536858"/>
                <a:gd name="connsiteX1621" fmla="*/ 1506379 w 2088356"/>
                <a:gd name="connsiteY1621" fmla="*/ 952024 h 1536858"/>
                <a:gd name="connsiteX1622" fmla="*/ 1503045 w 2088356"/>
                <a:gd name="connsiteY1622" fmla="*/ 952024 h 1536858"/>
                <a:gd name="connsiteX1623" fmla="*/ 1492092 w 2088356"/>
                <a:gd name="connsiteY1623" fmla="*/ 953929 h 1536858"/>
                <a:gd name="connsiteX1624" fmla="*/ 1488281 w 2088356"/>
                <a:gd name="connsiteY1624" fmla="*/ 953929 h 1536858"/>
                <a:gd name="connsiteX1625" fmla="*/ 1489710 w 2088356"/>
                <a:gd name="connsiteY1625" fmla="*/ 952976 h 1536858"/>
                <a:gd name="connsiteX1626" fmla="*/ 1506855 w 2088356"/>
                <a:gd name="connsiteY1626" fmla="*/ 947738 h 1536858"/>
                <a:gd name="connsiteX1627" fmla="*/ 1510665 w 2088356"/>
                <a:gd name="connsiteY1627" fmla="*/ 946309 h 1536858"/>
                <a:gd name="connsiteX1628" fmla="*/ 1519714 w 2088356"/>
                <a:gd name="connsiteY1628" fmla="*/ 941070 h 1536858"/>
                <a:gd name="connsiteX1629" fmla="*/ 1522095 w 2088356"/>
                <a:gd name="connsiteY1629" fmla="*/ 938213 h 1536858"/>
                <a:gd name="connsiteX1630" fmla="*/ 1523524 w 2088356"/>
                <a:gd name="connsiteY1630" fmla="*/ 934879 h 1536858"/>
                <a:gd name="connsiteX1631" fmla="*/ 1524953 w 2088356"/>
                <a:gd name="connsiteY1631" fmla="*/ 929640 h 1536858"/>
                <a:gd name="connsiteX1632" fmla="*/ 1524476 w 2088356"/>
                <a:gd name="connsiteY1632" fmla="*/ 926306 h 1536858"/>
                <a:gd name="connsiteX1633" fmla="*/ 1520190 w 2088356"/>
                <a:gd name="connsiteY1633" fmla="*/ 924401 h 1536858"/>
                <a:gd name="connsiteX1634" fmla="*/ 1513999 w 2088356"/>
                <a:gd name="connsiteY1634" fmla="*/ 922973 h 1536858"/>
                <a:gd name="connsiteX1635" fmla="*/ 1510189 w 2088356"/>
                <a:gd name="connsiteY1635" fmla="*/ 920115 h 1536858"/>
                <a:gd name="connsiteX1636" fmla="*/ 1513523 w 2088356"/>
                <a:gd name="connsiteY1636" fmla="*/ 919163 h 1536858"/>
                <a:gd name="connsiteX1637" fmla="*/ 1527810 w 2088356"/>
                <a:gd name="connsiteY1637" fmla="*/ 919639 h 1536858"/>
                <a:gd name="connsiteX1638" fmla="*/ 1534478 w 2088356"/>
                <a:gd name="connsiteY1638" fmla="*/ 920115 h 1536858"/>
                <a:gd name="connsiteX1639" fmla="*/ 1546384 w 2088356"/>
                <a:gd name="connsiteY1639" fmla="*/ 922496 h 1536858"/>
                <a:gd name="connsiteX1640" fmla="*/ 1555433 w 2088356"/>
                <a:gd name="connsiteY1640" fmla="*/ 922973 h 1536858"/>
                <a:gd name="connsiteX1641" fmla="*/ 1567339 w 2088356"/>
                <a:gd name="connsiteY1641" fmla="*/ 922496 h 1536858"/>
                <a:gd name="connsiteX1642" fmla="*/ 1572101 w 2088356"/>
                <a:gd name="connsiteY1642" fmla="*/ 921544 h 1536858"/>
                <a:gd name="connsiteX1643" fmla="*/ 1586389 w 2088356"/>
                <a:gd name="connsiteY1643" fmla="*/ 916305 h 1536858"/>
                <a:gd name="connsiteX1644" fmla="*/ 1591151 w 2088356"/>
                <a:gd name="connsiteY1644" fmla="*/ 913448 h 1536858"/>
                <a:gd name="connsiteX1645" fmla="*/ 1600200 w 2088356"/>
                <a:gd name="connsiteY1645" fmla="*/ 907733 h 1536858"/>
                <a:gd name="connsiteX1646" fmla="*/ 1602581 w 2088356"/>
                <a:gd name="connsiteY1646" fmla="*/ 902494 h 1536858"/>
                <a:gd name="connsiteX1647" fmla="*/ 1601629 w 2088356"/>
                <a:gd name="connsiteY1647" fmla="*/ 896303 h 1536858"/>
                <a:gd name="connsiteX1648" fmla="*/ 1599724 w 2088356"/>
                <a:gd name="connsiteY1648" fmla="*/ 892016 h 1536858"/>
                <a:gd name="connsiteX1649" fmla="*/ 1596867 w 2088356"/>
                <a:gd name="connsiteY1649" fmla="*/ 889635 h 1536858"/>
                <a:gd name="connsiteX1650" fmla="*/ 1588770 w 2088356"/>
                <a:gd name="connsiteY1650" fmla="*/ 888683 h 1536858"/>
                <a:gd name="connsiteX1651" fmla="*/ 1575911 w 2088356"/>
                <a:gd name="connsiteY1651" fmla="*/ 889159 h 1536858"/>
                <a:gd name="connsiteX1652" fmla="*/ 1566386 w 2088356"/>
                <a:gd name="connsiteY1652" fmla="*/ 888683 h 1536858"/>
                <a:gd name="connsiteX1653" fmla="*/ 1554004 w 2088356"/>
                <a:gd name="connsiteY1653" fmla="*/ 886778 h 1536858"/>
                <a:gd name="connsiteX1654" fmla="*/ 1552099 w 2088356"/>
                <a:gd name="connsiteY1654" fmla="*/ 882491 h 1536858"/>
                <a:gd name="connsiteX1655" fmla="*/ 1554480 w 2088356"/>
                <a:gd name="connsiteY1655" fmla="*/ 881063 h 1536858"/>
                <a:gd name="connsiteX1656" fmla="*/ 1556861 w 2088356"/>
                <a:gd name="connsiteY1656" fmla="*/ 880586 h 1536858"/>
                <a:gd name="connsiteX1657" fmla="*/ 1567815 w 2088356"/>
                <a:gd name="connsiteY1657" fmla="*/ 883444 h 1536858"/>
                <a:gd name="connsiteX1658" fmla="*/ 1584008 w 2088356"/>
                <a:gd name="connsiteY1658" fmla="*/ 882968 h 1536858"/>
                <a:gd name="connsiteX1659" fmla="*/ 1594961 w 2088356"/>
                <a:gd name="connsiteY1659" fmla="*/ 883920 h 1536858"/>
                <a:gd name="connsiteX1660" fmla="*/ 1602581 w 2088356"/>
                <a:gd name="connsiteY1660" fmla="*/ 886778 h 1536858"/>
                <a:gd name="connsiteX1661" fmla="*/ 1609725 w 2088356"/>
                <a:gd name="connsiteY1661" fmla="*/ 890588 h 1536858"/>
                <a:gd name="connsiteX1662" fmla="*/ 1616393 w 2088356"/>
                <a:gd name="connsiteY1662" fmla="*/ 895350 h 1536858"/>
                <a:gd name="connsiteX1663" fmla="*/ 1624013 w 2088356"/>
                <a:gd name="connsiteY1663" fmla="*/ 899160 h 1536858"/>
                <a:gd name="connsiteX1664" fmla="*/ 1632585 w 2088356"/>
                <a:gd name="connsiteY1664" fmla="*/ 902018 h 1536858"/>
                <a:gd name="connsiteX1665" fmla="*/ 1640205 w 2088356"/>
                <a:gd name="connsiteY1665" fmla="*/ 905828 h 1536858"/>
                <a:gd name="connsiteX1666" fmla="*/ 1646397 w 2088356"/>
                <a:gd name="connsiteY1666" fmla="*/ 910590 h 1536858"/>
                <a:gd name="connsiteX1667" fmla="*/ 1650206 w 2088356"/>
                <a:gd name="connsiteY1667" fmla="*/ 916781 h 1536858"/>
                <a:gd name="connsiteX1668" fmla="*/ 1651635 w 2088356"/>
                <a:gd name="connsiteY1668" fmla="*/ 924401 h 1536858"/>
                <a:gd name="connsiteX1669" fmla="*/ 1654969 w 2088356"/>
                <a:gd name="connsiteY1669" fmla="*/ 932498 h 1536858"/>
                <a:gd name="connsiteX1670" fmla="*/ 1660207 w 2088356"/>
                <a:gd name="connsiteY1670" fmla="*/ 941070 h 1536858"/>
                <a:gd name="connsiteX1671" fmla="*/ 1666399 w 2088356"/>
                <a:gd name="connsiteY1671" fmla="*/ 946785 h 1536858"/>
                <a:gd name="connsiteX1672" fmla="*/ 1682115 w 2088356"/>
                <a:gd name="connsiteY1672" fmla="*/ 952976 h 1536858"/>
                <a:gd name="connsiteX1673" fmla="*/ 1686878 w 2088356"/>
                <a:gd name="connsiteY1673" fmla="*/ 953453 h 1536858"/>
                <a:gd name="connsiteX1674" fmla="*/ 1695450 w 2088356"/>
                <a:gd name="connsiteY1674" fmla="*/ 952976 h 1536858"/>
                <a:gd name="connsiteX1675" fmla="*/ 1704023 w 2088356"/>
                <a:gd name="connsiteY1675" fmla="*/ 953929 h 1536858"/>
                <a:gd name="connsiteX1676" fmla="*/ 1706880 w 2088356"/>
                <a:gd name="connsiteY1676" fmla="*/ 950595 h 1536858"/>
                <a:gd name="connsiteX1677" fmla="*/ 1708785 w 2088356"/>
                <a:gd name="connsiteY1677" fmla="*/ 936784 h 1536858"/>
                <a:gd name="connsiteX1678" fmla="*/ 1709738 w 2088356"/>
                <a:gd name="connsiteY1678" fmla="*/ 933926 h 1536858"/>
                <a:gd name="connsiteX1679" fmla="*/ 1709738 w 2088356"/>
                <a:gd name="connsiteY1679" fmla="*/ 931069 h 1536858"/>
                <a:gd name="connsiteX1680" fmla="*/ 1712595 w 2088356"/>
                <a:gd name="connsiteY1680" fmla="*/ 927735 h 1536858"/>
                <a:gd name="connsiteX1681" fmla="*/ 1713072 w 2088356"/>
                <a:gd name="connsiteY1681" fmla="*/ 940594 h 1536858"/>
                <a:gd name="connsiteX1682" fmla="*/ 1714024 w 2088356"/>
                <a:gd name="connsiteY1682" fmla="*/ 942975 h 1536858"/>
                <a:gd name="connsiteX1683" fmla="*/ 1714024 w 2088356"/>
                <a:gd name="connsiteY1683" fmla="*/ 945356 h 1536858"/>
                <a:gd name="connsiteX1684" fmla="*/ 1714500 w 2088356"/>
                <a:gd name="connsiteY1684" fmla="*/ 948690 h 1536858"/>
                <a:gd name="connsiteX1685" fmla="*/ 1714500 w 2088356"/>
                <a:gd name="connsiteY1685" fmla="*/ 952024 h 1536858"/>
                <a:gd name="connsiteX1686" fmla="*/ 1724978 w 2088356"/>
                <a:gd name="connsiteY1686" fmla="*/ 951548 h 1536858"/>
                <a:gd name="connsiteX1687" fmla="*/ 1729264 w 2088356"/>
                <a:gd name="connsiteY1687" fmla="*/ 953453 h 1536858"/>
                <a:gd name="connsiteX1688" fmla="*/ 1740218 w 2088356"/>
                <a:gd name="connsiteY1688" fmla="*/ 952024 h 1536858"/>
                <a:gd name="connsiteX1689" fmla="*/ 1743551 w 2088356"/>
                <a:gd name="connsiteY1689" fmla="*/ 948690 h 1536858"/>
                <a:gd name="connsiteX1690" fmla="*/ 1741647 w 2088356"/>
                <a:gd name="connsiteY1690" fmla="*/ 944880 h 1536858"/>
                <a:gd name="connsiteX1691" fmla="*/ 1739742 w 2088356"/>
                <a:gd name="connsiteY1691" fmla="*/ 931545 h 1536858"/>
                <a:gd name="connsiteX1692" fmla="*/ 1737836 w 2088356"/>
                <a:gd name="connsiteY1692" fmla="*/ 928211 h 1536858"/>
                <a:gd name="connsiteX1693" fmla="*/ 1738313 w 2088356"/>
                <a:gd name="connsiteY1693" fmla="*/ 924401 h 1536858"/>
                <a:gd name="connsiteX1694" fmla="*/ 1737360 w 2088356"/>
                <a:gd name="connsiteY1694" fmla="*/ 913448 h 1536858"/>
                <a:gd name="connsiteX1695" fmla="*/ 1737836 w 2088356"/>
                <a:gd name="connsiteY1695" fmla="*/ 906304 h 1536858"/>
                <a:gd name="connsiteX1696" fmla="*/ 1736884 w 2088356"/>
                <a:gd name="connsiteY1696" fmla="*/ 898208 h 1536858"/>
                <a:gd name="connsiteX1697" fmla="*/ 1734979 w 2088356"/>
                <a:gd name="connsiteY1697" fmla="*/ 889635 h 1536858"/>
                <a:gd name="connsiteX1698" fmla="*/ 1727835 w 2088356"/>
                <a:gd name="connsiteY1698" fmla="*/ 887730 h 1536858"/>
                <a:gd name="connsiteX1699" fmla="*/ 1720692 w 2088356"/>
                <a:gd name="connsiteY1699" fmla="*/ 891064 h 1536858"/>
                <a:gd name="connsiteX1700" fmla="*/ 1718310 w 2088356"/>
                <a:gd name="connsiteY1700" fmla="*/ 891064 h 1536858"/>
                <a:gd name="connsiteX1701" fmla="*/ 1715929 w 2088356"/>
                <a:gd name="connsiteY1701" fmla="*/ 892016 h 1536858"/>
                <a:gd name="connsiteX1702" fmla="*/ 1714500 w 2088356"/>
                <a:gd name="connsiteY1702" fmla="*/ 895826 h 1536858"/>
                <a:gd name="connsiteX1703" fmla="*/ 1712119 w 2088356"/>
                <a:gd name="connsiteY1703" fmla="*/ 903446 h 1536858"/>
                <a:gd name="connsiteX1704" fmla="*/ 1710214 w 2088356"/>
                <a:gd name="connsiteY1704" fmla="*/ 894874 h 1536858"/>
                <a:gd name="connsiteX1705" fmla="*/ 1709738 w 2088356"/>
                <a:gd name="connsiteY1705" fmla="*/ 890111 h 1536858"/>
                <a:gd name="connsiteX1706" fmla="*/ 1709261 w 2088356"/>
                <a:gd name="connsiteY1706" fmla="*/ 887254 h 1536858"/>
                <a:gd name="connsiteX1707" fmla="*/ 1710690 w 2088356"/>
                <a:gd name="connsiteY1707" fmla="*/ 885825 h 1536858"/>
                <a:gd name="connsiteX1708" fmla="*/ 1715929 w 2088356"/>
                <a:gd name="connsiteY1708" fmla="*/ 883444 h 1536858"/>
                <a:gd name="connsiteX1709" fmla="*/ 1725930 w 2088356"/>
                <a:gd name="connsiteY1709" fmla="*/ 875824 h 1536858"/>
                <a:gd name="connsiteX1710" fmla="*/ 1727835 w 2088356"/>
                <a:gd name="connsiteY1710" fmla="*/ 872490 h 1536858"/>
                <a:gd name="connsiteX1711" fmla="*/ 1717357 w 2088356"/>
                <a:gd name="connsiteY1711" fmla="*/ 872014 h 1536858"/>
                <a:gd name="connsiteX1712" fmla="*/ 1713548 w 2088356"/>
                <a:gd name="connsiteY1712" fmla="*/ 871061 h 1536858"/>
                <a:gd name="connsiteX1713" fmla="*/ 1709261 w 2088356"/>
                <a:gd name="connsiteY1713" fmla="*/ 862013 h 1536858"/>
                <a:gd name="connsiteX1714" fmla="*/ 1706880 w 2088356"/>
                <a:gd name="connsiteY1714" fmla="*/ 861060 h 1536858"/>
                <a:gd name="connsiteX1715" fmla="*/ 1696403 w 2088356"/>
                <a:gd name="connsiteY1715" fmla="*/ 858203 h 1536858"/>
                <a:gd name="connsiteX1716" fmla="*/ 1693545 w 2088356"/>
                <a:gd name="connsiteY1716" fmla="*/ 856298 h 1536858"/>
                <a:gd name="connsiteX1717" fmla="*/ 1682115 w 2088356"/>
                <a:gd name="connsiteY1717" fmla="*/ 851059 h 1536858"/>
                <a:gd name="connsiteX1718" fmla="*/ 1672114 w 2088356"/>
                <a:gd name="connsiteY1718" fmla="*/ 847249 h 1536858"/>
                <a:gd name="connsiteX1719" fmla="*/ 1664970 w 2088356"/>
                <a:gd name="connsiteY1719" fmla="*/ 843439 h 1536858"/>
                <a:gd name="connsiteX1720" fmla="*/ 1649730 w 2088356"/>
                <a:gd name="connsiteY1720" fmla="*/ 836295 h 1536858"/>
                <a:gd name="connsiteX1721" fmla="*/ 1644015 w 2088356"/>
                <a:gd name="connsiteY1721" fmla="*/ 833914 h 1536858"/>
                <a:gd name="connsiteX1722" fmla="*/ 1638776 w 2088356"/>
                <a:gd name="connsiteY1722" fmla="*/ 829151 h 1536858"/>
                <a:gd name="connsiteX1723" fmla="*/ 1635443 w 2088356"/>
                <a:gd name="connsiteY1723" fmla="*/ 828199 h 1536858"/>
                <a:gd name="connsiteX1724" fmla="*/ 1629251 w 2088356"/>
                <a:gd name="connsiteY1724" fmla="*/ 831056 h 1536858"/>
                <a:gd name="connsiteX1725" fmla="*/ 1619726 w 2088356"/>
                <a:gd name="connsiteY1725" fmla="*/ 833914 h 1536858"/>
                <a:gd name="connsiteX1726" fmla="*/ 1616869 w 2088356"/>
                <a:gd name="connsiteY1726" fmla="*/ 831056 h 1536858"/>
                <a:gd name="connsiteX1727" fmla="*/ 1619250 w 2088356"/>
                <a:gd name="connsiteY1727" fmla="*/ 829151 h 1536858"/>
                <a:gd name="connsiteX1728" fmla="*/ 1629251 w 2088356"/>
                <a:gd name="connsiteY1728" fmla="*/ 825818 h 1536858"/>
                <a:gd name="connsiteX1729" fmla="*/ 1634014 w 2088356"/>
                <a:gd name="connsiteY1729" fmla="*/ 823913 h 1536858"/>
                <a:gd name="connsiteX1730" fmla="*/ 1635919 w 2088356"/>
                <a:gd name="connsiteY1730" fmla="*/ 819150 h 1536858"/>
                <a:gd name="connsiteX1731" fmla="*/ 1631633 w 2088356"/>
                <a:gd name="connsiteY1731" fmla="*/ 800576 h 1536858"/>
                <a:gd name="connsiteX1732" fmla="*/ 1631156 w 2088356"/>
                <a:gd name="connsiteY1732" fmla="*/ 799148 h 1536858"/>
                <a:gd name="connsiteX1733" fmla="*/ 1630204 w 2088356"/>
                <a:gd name="connsiteY1733" fmla="*/ 798195 h 1536858"/>
                <a:gd name="connsiteX1734" fmla="*/ 1624489 w 2088356"/>
                <a:gd name="connsiteY1734" fmla="*/ 799148 h 1536858"/>
                <a:gd name="connsiteX1735" fmla="*/ 1615917 w 2088356"/>
                <a:gd name="connsiteY1735" fmla="*/ 802005 h 1536858"/>
                <a:gd name="connsiteX1736" fmla="*/ 1611630 w 2088356"/>
                <a:gd name="connsiteY1736" fmla="*/ 803910 h 1536858"/>
                <a:gd name="connsiteX1737" fmla="*/ 1600200 w 2088356"/>
                <a:gd name="connsiteY1737" fmla="*/ 804863 h 1536858"/>
                <a:gd name="connsiteX1738" fmla="*/ 1586389 w 2088356"/>
                <a:gd name="connsiteY1738" fmla="*/ 809625 h 1536858"/>
                <a:gd name="connsiteX1739" fmla="*/ 1582579 w 2088356"/>
                <a:gd name="connsiteY1739" fmla="*/ 811530 h 1536858"/>
                <a:gd name="connsiteX1740" fmla="*/ 1576388 w 2088356"/>
                <a:gd name="connsiteY1740" fmla="*/ 812959 h 1536858"/>
                <a:gd name="connsiteX1741" fmla="*/ 1573530 w 2088356"/>
                <a:gd name="connsiteY1741" fmla="*/ 812483 h 1536858"/>
                <a:gd name="connsiteX1742" fmla="*/ 1567339 w 2088356"/>
                <a:gd name="connsiteY1742" fmla="*/ 810101 h 1536858"/>
                <a:gd name="connsiteX1743" fmla="*/ 1582579 w 2088356"/>
                <a:gd name="connsiteY1743" fmla="*/ 804863 h 1536858"/>
                <a:gd name="connsiteX1744" fmla="*/ 1586865 w 2088356"/>
                <a:gd name="connsiteY1744" fmla="*/ 804863 h 1536858"/>
                <a:gd name="connsiteX1745" fmla="*/ 1594485 w 2088356"/>
                <a:gd name="connsiteY1745" fmla="*/ 801529 h 1536858"/>
                <a:gd name="connsiteX1746" fmla="*/ 1614964 w 2088356"/>
                <a:gd name="connsiteY1746" fmla="*/ 796766 h 1536858"/>
                <a:gd name="connsiteX1747" fmla="*/ 1617821 w 2088356"/>
                <a:gd name="connsiteY1747" fmla="*/ 792956 h 1536858"/>
                <a:gd name="connsiteX1748" fmla="*/ 1624013 w 2088356"/>
                <a:gd name="connsiteY1748" fmla="*/ 791051 h 1536858"/>
                <a:gd name="connsiteX1749" fmla="*/ 1631156 w 2088356"/>
                <a:gd name="connsiteY1749" fmla="*/ 789146 h 1536858"/>
                <a:gd name="connsiteX1750" fmla="*/ 1636395 w 2088356"/>
                <a:gd name="connsiteY1750" fmla="*/ 789623 h 1536858"/>
                <a:gd name="connsiteX1751" fmla="*/ 1639253 w 2088356"/>
                <a:gd name="connsiteY1751" fmla="*/ 797243 h 1536858"/>
                <a:gd name="connsiteX1752" fmla="*/ 1645444 w 2088356"/>
                <a:gd name="connsiteY1752" fmla="*/ 812483 h 1536858"/>
                <a:gd name="connsiteX1753" fmla="*/ 1655445 w 2088356"/>
                <a:gd name="connsiteY1753" fmla="*/ 824389 h 1536858"/>
                <a:gd name="connsiteX1754" fmla="*/ 1662589 w 2088356"/>
                <a:gd name="connsiteY1754" fmla="*/ 827246 h 1536858"/>
                <a:gd name="connsiteX1755" fmla="*/ 1668780 w 2088356"/>
                <a:gd name="connsiteY1755" fmla="*/ 831056 h 1536858"/>
                <a:gd name="connsiteX1756" fmla="*/ 1684497 w 2088356"/>
                <a:gd name="connsiteY1756" fmla="*/ 835343 h 1536858"/>
                <a:gd name="connsiteX1757" fmla="*/ 1701642 w 2088356"/>
                <a:gd name="connsiteY1757" fmla="*/ 842010 h 1536858"/>
                <a:gd name="connsiteX1758" fmla="*/ 1708785 w 2088356"/>
                <a:gd name="connsiteY1758" fmla="*/ 846296 h 1536858"/>
                <a:gd name="connsiteX1759" fmla="*/ 1715929 w 2088356"/>
                <a:gd name="connsiteY1759" fmla="*/ 848678 h 1536858"/>
                <a:gd name="connsiteX1760" fmla="*/ 1717834 w 2088356"/>
                <a:gd name="connsiteY1760" fmla="*/ 842486 h 1536858"/>
                <a:gd name="connsiteX1761" fmla="*/ 1716405 w 2088356"/>
                <a:gd name="connsiteY1761" fmla="*/ 834390 h 1536858"/>
                <a:gd name="connsiteX1762" fmla="*/ 1723549 w 2088356"/>
                <a:gd name="connsiteY1762" fmla="*/ 831056 h 1536858"/>
                <a:gd name="connsiteX1763" fmla="*/ 1725930 w 2088356"/>
                <a:gd name="connsiteY1763" fmla="*/ 815816 h 1536858"/>
                <a:gd name="connsiteX1764" fmla="*/ 1725454 w 2088356"/>
                <a:gd name="connsiteY1764" fmla="*/ 810101 h 1536858"/>
                <a:gd name="connsiteX1765" fmla="*/ 1724978 w 2088356"/>
                <a:gd name="connsiteY1765" fmla="*/ 797243 h 1536858"/>
                <a:gd name="connsiteX1766" fmla="*/ 1719739 w 2088356"/>
                <a:gd name="connsiteY1766" fmla="*/ 794385 h 1536858"/>
                <a:gd name="connsiteX1767" fmla="*/ 1711167 w 2088356"/>
                <a:gd name="connsiteY1767" fmla="*/ 792956 h 1536858"/>
                <a:gd name="connsiteX1768" fmla="*/ 1697355 w 2088356"/>
                <a:gd name="connsiteY1768" fmla="*/ 786765 h 1536858"/>
                <a:gd name="connsiteX1769" fmla="*/ 1692593 w 2088356"/>
                <a:gd name="connsiteY1769" fmla="*/ 781050 h 1536858"/>
                <a:gd name="connsiteX1770" fmla="*/ 1684020 w 2088356"/>
                <a:gd name="connsiteY1770" fmla="*/ 779621 h 1536858"/>
                <a:gd name="connsiteX1771" fmla="*/ 1676876 w 2088356"/>
                <a:gd name="connsiteY1771" fmla="*/ 775335 h 1536858"/>
                <a:gd name="connsiteX1772" fmla="*/ 1668304 w 2088356"/>
                <a:gd name="connsiteY1772" fmla="*/ 771525 h 1536858"/>
                <a:gd name="connsiteX1773" fmla="*/ 1661636 w 2088356"/>
                <a:gd name="connsiteY1773" fmla="*/ 766286 h 1536858"/>
                <a:gd name="connsiteX1774" fmla="*/ 1653540 w 2088356"/>
                <a:gd name="connsiteY1774" fmla="*/ 765334 h 1536858"/>
                <a:gd name="connsiteX1775" fmla="*/ 1638300 w 2088356"/>
                <a:gd name="connsiteY1775" fmla="*/ 764381 h 1536858"/>
                <a:gd name="connsiteX1776" fmla="*/ 1622108 w 2088356"/>
                <a:gd name="connsiteY1776" fmla="*/ 766286 h 1536858"/>
                <a:gd name="connsiteX1777" fmla="*/ 1614964 w 2088356"/>
                <a:gd name="connsiteY1777" fmla="*/ 768668 h 1536858"/>
                <a:gd name="connsiteX1778" fmla="*/ 1610678 w 2088356"/>
                <a:gd name="connsiteY1778" fmla="*/ 774383 h 1536858"/>
                <a:gd name="connsiteX1779" fmla="*/ 1589246 w 2088356"/>
                <a:gd name="connsiteY1779" fmla="*/ 779621 h 1536858"/>
                <a:gd name="connsiteX1780" fmla="*/ 1583531 w 2088356"/>
                <a:gd name="connsiteY1780" fmla="*/ 780098 h 1536858"/>
                <a:gd name="connsiteX1781" fmla="*/ 1575911 w 2088356"/>
                <a:gd name="connsiteY1781" fmla="*/ 781526 h 1536858"/>
                <a:gd name="connsiteX1782" fmla="*/ 1564958 w 2088356"/>
                <a:gd name="connsiteY1782" fmla="*/ 784860 h 1536858"/>
                <a:gd name="connsiteX1783" fmla="*/ 1554004 w 2088356"/>
                <a:gd name="connsiteY1783" fmla="*/ 783908 h 1536858"/>
                <a:gd name="connsiteX1784" fmla="*/ 1549718 w 2088356"/>
                <a:gd name="connsiteY1784" fmla="*/ 784384 h 1536858"/>
                <a:gd name="connsiteX1785" fmla="*/ 1544479 w 2088356"/>
                <a:gd name="connsiteY1785" fmla="*/ 788670 h 1536858"/>
                <a:gd name="connsiteX1786" fmla="*/ 1542098 w 2088356"/>
                <a:gd name="connsiteY1786" fmla="*/ 788670 h 1536858"/>
                <a:gd name="connsiteX1787" fmla="*/ 1539717 w 2088356"/>
                <a:gd name="connsiteY1787" fmla="*/ 787241 h 1536858"/>
                <a:gd name="connsiteX1788" fmla="*/ 1537811 w 2088356"/>
                <a:gd name="connsiteY1788" fmla="*/ 785813 h 1536858"/>
                <a:gd name="connsiteX1789" fmla="*/ 1536859 w 2088356"/>
                <a:gd name="connsiteY1789" fmla="*/ 783908 h 1536858"/>
                <a:gd name="connsiteX1790" fmla="*/ 1539717 w 2088356"/>
                <a:gd name="connsiteY1790" fmla="*/ 782479 h 1536858"/>
                <a:gd name="connsiteX1791" fmla="*/ 1546860 w 2088356"/>
                <a:gd name="connsiteY1791" fmla="*/ 781526 h 1536858"/>
                <a:gd name="connsiteX1792" fmla="*/ 1554004 w 2088356"/>
                <a:gd name="connsiteY1792" fmla="*/ 781526 h 1536858"/>
                <a:gd name="connsiteX1793" fmla="*/ 1560671 w 2088356"/>
                <a:gd name="connsiteY1793" fmla="*/ 782479 h 1536858"/>
                <a:gd name="connsiteX1794" fmla="*/ 1565434 w 2088356"/>
                <a:gd name="connsiteY1794" fmla="*/ 782003 h 1536858"/>
                <a:gd name="connsiteX1795" fmla="*/ 1567815 w 2088356"/>
                <a:gd name="connsiteY1795" fmla="*/ 780574 h 1536858"/>
                <a:gd name="connsiteX1796" fmla="*/ 1571625 w 2088356"/>
                <a:gd name="connsiteY1796" fmla="*/ 776764 h 1536858"/>
                <a:gd name="connsiteX1797" fmla="*/ 1569720 w 2088356"/>
                <a:gd name="connsiteY1797" fmla="*/ 774859 h 1536858"/>
                <a:gd name="connsiteX1798" fmla="*/ 1550670 w 2088356"/>
                <a:gd name="connsiteY1798" fmla="*/ 768668 h 1536858"/>
                <a:gd name="connsiteX1799" fmla="*/ 1547336 w 2088356"/>
                <a:gd name="connsiteY1799" fmla="*/ 764381 h 1536858"/>
                <a:gd name="connsiteX1800" fmla="*/ 1557338 w 2088356"/>
                <a:gd name="connsiteY1800" fmla="*/ 768191 h 1536858"/>
                <a:gd name="connsiteX1801" fmla="*/ 1564481 w 2088356"/>
                <a:gd name="connsiteY1801" fmla="*/ 770096 h 1536858"/>
                <a:gd name="connsiteX1802" fmla="*/ 1576864 w 2088356"/>
                <a:gd name="connsiteY1802" fmla="*/ 772478 h 1536858"/>
                <a:gd name="connsiteX1803" fmla="*/ 1584960 w 2088356"/>
                <a:gd name="connsiteY1803" fmla="*/ 775811 h 1536858"/>
                <a:gd name="connsiteX1804" fmla="*/ 1588770 w 2088356"/>
                <a:gd name="connsiteY1804" fmla="*/ 776288 h 1536858"/>
                <a:gd name="connsiteX1805" fmla="*/ 1599724 w 2088356"/>
                <a:gd name="connsiteY1805" fmla="*/ 774859 h 1536858"/>
                <a:gd name="connsiteX1806" fmla="*/ 1602105 w 2088356"/>
                <a:gd name="connsiteY1806" fmla="*/ 773906 h 1536858"/>
                <a:gd name="connsiteX1807" fmla="*/ 1609249 w 2088356"/>
                <a:gd name="connsiteY1807" fmla="*/ 767715 h 1536858"/>
                <a:gd name="connsiteX1808" fmla="*/ 1614011 w 2088356"/>
                <a:gd name="connsiteY1808" fmla="*/ 764858 h 1536858"/>
                <a:gd name="connsiteX1809" fmla="*/ 1623536 w 2088356"/>
                <a:gd name="connsiteY1809" fmla="*/ 761048 h 1536858"/>
                <a:gd name="connsiteX1810" fmla="*/ 1631633 w 2088356"/>
                <a:gd name="connsiteY1810" fmla="*/ 759143 h 1536858"/>
                <a:gd name="connsiteX1811" fmla="*/ 1632109 w 2088356"/>
                <a:gd name="connsiteY1811" fmla="*/ 757238 h 1536858"/>
                <a:gd name="connsiteX1812" fmla="*/ 1627823 w 2088356"/>
                <a:gd name="connsiteY1812" fmla="*/ 754380 h 1536858"/>
                <a:gd name="connsiteX1813" fmla="*/ 1614964 w 2088356"/>
                <a:gd name="connsiteY1813" fmla="*/ 743903 h 1536858"/>
                <a:gd name="connsiteX1814" fmla="*/ 1610201 w 2088356"/>
                <a:gd name="connsiteY1814" fmla="*/ 740569 h 1536858"/>
                <a:gd name="connsiteX1815" fmla="*/ 1606868 w 2088356"/>
                <a:gd name="connsiteY1815" fmla="*/ 737235 h 1536858"/>
                <a:gd name="connsiteX1816" fmla="*/ 1606868 w 2088356"/>
                <a:gd name="connsiteY1816" fmla="*/ 736759 h 1536858"/>
                <a:gd name="connsiteX1817" fmla="*/ 1612583 w 2088356"/>
                <a:gd name="connsiteY1817" fmla="*/ 739140 h 1536858"/>
                <a:gd name="connsiteX1818" fmla="*/ 1620679 w 2088356"/>
                <a:gd name="connsiteY1818" fmla="*/ 744379 h 1536858"/>
                <a:gd name="connsiteX1819" fmla="*/ 1627823 w 2088356"/>
                <a:gd name="connsiteY1819" fmla="*/ 749618 h 1536858"/>
                <a:gd name="connsiteX1820" fmla="*/ 1632109 w 2088356"/>
                <a:gd name="connsiteY1820" fmla="*/ 751999 h 1536858"/>
                <a:gd name="connsiteX1821" fmla="*/ 1635919 w 2088356"/>
                <a:gd name="connsiteY1821" fmla="*/ 752951 h 1536858"/>
                <a:gd name="connsiteX1822" fmla="*/ 1639729 w 2088356"/>
                <a:gd name="connsiteY1822" fmla="*/ 752951 h 1536858"/>
                <a:gd name="connsiteX1823" fmla="*/ 1643539 w 2088356"/>
                <a:gd name="connsiteY1823" fmla="*/ 751523 h 1536858"/>
                <a:gd name="connsiteX1824" fmla="*/ 1647349 w 2088356"/>
                <a:gd name="connsiteY1824" fmla="*/ 748665 h 1536858"/>
                <a:gd name="connsiteX1825" fmla="*/ 1653540 w 2088356"/>
                <a:gd name="connsiteY1825" fmla="*/ 742474 h 1536858"/>
                <a:gd name="connsiteX1826" fmla="*/ 1666875 w 2088356"/>
                <a:gd name="connsiteY1826" fmla="*/ 757238 h 1536858"/>
                <a:gd name="connsiteX1827" fmla="*/ 1684973 w 2088356"/>
                <a:gd name="connsiteY1827" fmla="*/ 766763 h 1536858"/>
                <a:gd name="connsiteX1828" fmla="*/ 1693545 w 2088356"/>
                <a:gd name="connsiteY1828" fmla="*/ 770096 h 1536858"/>
                <a:gd name="connsiteX1829" fmla="*/ 1715453 w 2088356"/>
                <a:gd name="connsiteY1829" fmla="*/ 775335 h 1536858"/>
                <a:gd name="connsiteX1830" fmla="*/ 1721168 w 2088356"/>
                <a:gd name="connsiteY1830" fmla="*/ 775335 h 1536858"/>
                <a:gd name="connsiteX1831" fmla="*/ 1731645 w 2088356"/>
                <a:gd name="connsiteY1831" fmla="*/ 769620 h 1536858"/>
                <a:gd name="connsiteX1832" fmla="*/ 1742599 w 2088356"/>
                <a:gd name="connsiteY1832" fmla="*/ 764858 h 1536858"/>
                <a:gd name="connsiteX1833" fmla="*/ 1750219 w 2088356"/>
                <a:gd name="connsiteY1833" fmla="*/ 763429 h 1536858"/>
                <a:gd name="connsiteX1834" fmla="*/ 1773555 w 2088356"/>
                <a:gd name="connsiteY1834" fmla="*/ 762953 h 1536858"/>
                <a:gd name="connsiteX1835" fmla="*/ 1777842 w 2088356"/>
                <a:gd name="connsiteY1835" fmla="*/ 761048 h 1536858"/>
                <a:gd name="connsiteX1836" fmla="*/ 1779747 w 2088356"/>
                <a:gd name="connsiteY1836" fmla="*/ 750570 h 1536858"/>
                <a:gd name="connsiteX1837" fmla="*/ 1783556 w 2088356"/>
                <a:gd name="connsiteY1837" fmla="*/ 739616 h 1536858"/>
                <a:gd name="connsiteX1838" fmla="*/ 1782604 w 2088356"/>
                <a:gd name="connsiteY1838" fmla="*/ 737711 h 1536858"/>
                <a:gd name="connsiteX1839" fmla="*/ 1760220 w 2088356"/>
                <a:gd name="connsiteY1839" fmla="*/ 731520 h 1536858"/>
                <a:gd name="connsiteX1840" fmla="*/ 1750695 w 2088356"/>
                <a:gd name="connsiteY1840" fmla="*/ 730091 h 1536858"/>
                <a:gd name="connsiteX1841" fmla="*/ 1727359 w 2088356"/>
                <a:gd name="connsiteY1841" fmla="*/ 729615 h 1536858"/>
                <a:gd name="connsiteX1842" fmla="*/ 1722120 w 2088356"/>
                <a:gd name="connsiteY1842" fmla="*/ 728186 h 1536858"/>
                <a:gd name="connsiteX1843" fmla="*/ 1717357 w 2088356"/>
                <a:gd name="connsiteY1843" fmla="*/ 725805 h 1536858"/>
                <a:gd name="connsiteX1844" fmla="*/ 1714976 w 2088356"/>
                <a:gd name="connsiteY1844" fmla="*/ 723424 h 1536858"/>
                <a:gd name="connsiteX1845" fmla="*/ 1714976 w 2088356"/>
                <a:gd name="connsiteY1845" fmla="*/ 721519 h 1536858"/>
                <a:gd name="connsiteX1846" fmla="*/ 1716405 w 2088356"/>
                <a:gd name="connsiteY1846" fmla="*/ 719138 h 1536858"/>
                <a:gd name="connsiteX1847" fmla="*/ 1718786 w 2088356"/>
                <a:gd name="connsiteY1847" fmla="*/ 716280 h 1536858"/>
                <a:gd name="connsiteX1848" fmla="*/ 1719739 w 2088356"/>
                <a:gd name="connsiteY1848" fmla="*/ 713423 h 1536858"/>
                <a:gd name="connsiteX1849" fmla="*/ 1718786 w 2088356"/>
                <a:gd name="connsiteY1849" fmla="*/ 710565 h 1536858"/>
                <a:gd name="connsiteX1850" fmla="*/ 1717357 w 2088356"/>
                <a:gd name="connsiteY1850" fmla="*/ 708660 h 1536858"/>
                <a:gd name="connsiteX1851" fmla="*/ 1714976 w 2088356"/>
                <a:gd name="connsiteY1851" fmla="*/ 707708 h 1536858"/>
                <a:gd name="connsiteX1852" fmla="*/ 1715453 w 2088356"/>
                <a:gd name="connsiteY1852" fmla="*/ 706755 h 1536858"/>
                <a:gd name="connsiteX1853" fmla="*/ 1720215 w 2088356"/>
                <a:gd name="connsiteY1853" fmla="*/ 704850 h 1536858"/>
                <a:gd name="connsiteX1854" fmla="*/ 1727359 w 2088356"/>
                <a:gd name="connsiteY1854" fmla="*/ 701040 h 1536858"/>
                <a:gd name="connsiteX1855" fmla="*/ 1729264 w 2088356"/>
                <a:gd name="connsiteY1855" fmla="*/ 697706 h 1536858"/>
                <a:gd name="connsiteX1856" fmla="*/ 1727359 w 2088356"/>
                <a:gd name="connsiteY1856" fmla="*/ 689134 h 1536858"/>
                <a:gd name="connsiteX1857" fmla="*/ 1728788 w 2088356"/>
                <a:gd name="connsiteY1857" fmla="*/ 689134 h 1536858"/>
                <a:gd name="connsiteX1858" fmla="*/ 1734979 w 2088356"/>
                <a:gd name="connsiteY1858" fmla="*/ 694849 h 1536858"/>
                <a:gd name="connsiteX1859" fmla="*/ 1732598 w 2088356"/>
                <a:gd name="connsiteY1859" fmla="*/ 703421 h 1536858"/>
                <a:gd name="connsiteX1860" fmla="*/ 1728311 w 2088356"/>
                <a:gd name="connsiteY1860" fmla="*/ 711041 h 1536858"/>
                <a:gd name="connsiteX1861" fmla="*/ 1741170 w 2088356"/>
                <a:gd name="connsiteY1861" fmla="*/ 716280 h 1536858"/>
                <a:gd name="connsiteX1862" fmla="*/ 1756410 w 2088356"/>
                <a:gd name="connsiteY1862" fmla="*/ 719614 h 1536858"/>
                <a:gd name="connsiteX1863" fmla="*/ 1772603 w 2088356"/>
                <a:gd name="connsiteY1863" fmla="*/ 717709 h 1536858"/>
                <a:gd name="connsiteX1864" fmla="*/ 1786890 w 2088356"/>
                <a:gd name="connsiteY1864" fmla="*/ 713423 h 1536858"/>
                <a:gd name="connsiteX1865" fmla="*/ 1785938 w 2088356"/>
                <a:gd name="connsiteY1865" fmla="*/ 708184 h 1536858"/>
                <a:gd name="connsiteX1866" fmla="*/ 1793081 w 2088356"/>
                <a:gd name="connsiteY1866" fmla="*/ 708184 h 1536858"/>
                <a:gd name="connsiteX1867" fmla="*/ 1806893 w 2088356"/>
                <a:gd name="connsiteY1867" fmla="*/ 709613 h 1536858"/>
                <a:gd name="connsiteX1868" fmla="*/ 1813084 w 2088356"/>
                <a:gd name="connsiteY1868" fmla="*/ 708660 h 1536858"/>
                <a:gd name="connsiteX1869" fmla="*/ 1816418 w 2088356"/>
                <a:gd name="connsiteY1869" fmla="*/ 707708 h 1536858"/>
                <a:gd name="connsiteX1870" fmla="*/ 1818323 w 2088356"/>
                <a:gd name="connsiteY1870" fmla="*/ 706279 h 1536858"/>
                <a:gd name="connsiteX1871" fmla="*/ 1819751 w 2088356"/>
                <a:gd name="connsiteY1871" fmla="*/ 703898 h 1536858"/>
                <a:gd name="connsiteX1872" fmla="*/ 1820704 w 2088356"/>
                <a:gd name="connsiteY1872" fmla="*/ 700088 h 1536858"/>
                <a:gd name="connsiteX1873" fmla="*/ 1821180 w 2088356"/>
                <a:gd name="connsiteY1873" fmla="*/ 694849 h 1536858"/>
                <a:gd name="connsiteX1874" fmla="*/ 1819275 w 2088356"/>
                <a:gd name="connsiteY1874" fmla="*/ 690563 h 1536858"/>
                <a:gd name="connsiteX1875" fmla="*/ 1814513 w 2088356"/>
                <a:gd name="connsiteY1875" fmla="*/ 686753 h 1536858"/>
                <a:gd name="connsiteX1876" fmla="*/ 1810703 w 2088356"/>
                <a:gd name="connsiteY1876" fmla="*/ 685324 h 1536858"/>
                <a:gd name="connsiteX1877" fmla="*/ 1801654 w 2088356"/>
                <a:gd name="connsiteY1877" fmla="*/ 670084 h 1536858"/>
                <a:gd name="connsiteX1878" fmla="*/ 1795463 w 2088356"/>
                <a:gd name="connsiteY1878" fmla="*/ 661511 h 1536858"/>
                <a:gd name="connsiteX1879" fmla="*/ 1787843 w 2088356"/>
                <a:gd name="connsiteY1879" fmla="*/ 658654 h 1536858"/>
                <a:gd name="connsiteX1880" fmla="*/ 1781175 w 2088356"/>
                <a:gd name="connsiteY1880" fmla="*/ 661511 h 1536858"/>
                <a:gd name="connsiteX1881" fmla="*/ 1777365 w 2088356"/>
                <a:gd name="connsiteY1881" fmla="*/ 670560 h 1536858"/>
                <a:gd name="connsiteX1882" fmla="*/ 1774507 w 2088356"/>
                <a:gd name="connsiteY1882" fmla="*/ 678180 h 1536858"/>
                <a:gd name="connsiteX1883" fmla="*/ 1765935 w 2088356"/>
                <a:gd name="connsiteY1883" fmla="*/ 684371 h 1536858"/>
                <a:gd name="connsiteX1884" fmla="*/ 1759744 w 2088356"/>
                <a:gd name="connsiteY1884" fmla="*/ 682943 h 1536858"/>
                <a:gd name="connsiteX1885" fmla="*/ 1759744 w 2088356"/>
                <a:gd name="connsiteY1885" fmla="*/ 681990 h 1536858"/>
                <a:gd name="connsiteX1886" fmla="*/ 1762125 w 2088356"/>
                <a:gd name="connsiteY1886" fmla="*/ 680561 h 1536858"/>
                <a:gd name="connsiteX1887" fmla="*/ 1764982 w 2088356"/>
                <a:gd name="connsiteY1887" fmla="*/ 677704 h 1536858"/>
                <a:gd name="connsiteX1888" fmla="*/ 1768317 w 2088356"/>
                <a:gd name="connsiteY1888" fmla="*/ 672941 h 1536858"/>
                <a:gd name="connsiteX1889" fmla="*/ 1768793 w 2088356"/>
                <a:gd name="connsiteY1889" fmla="*/ 667226 h 1536858"/>
                <a:gd name="connsiteX1890" fmla="*/ 1766411 w 2088356"/>
                <a:gd name="connsiteY1890" fmla="*/ 660559 h 1536858"/>
                <a:gd name="connsiteX1891" fmla="*/ 1764030 w 2088356"/>
                <a:gd name="connsiteY1891" fmla="*/ 656273 h 1536858"/>
                <a:gd name="connsiteX1892" fmla="*/ 1762125 w 2088356"/>
                <a:gd name="connsiteY1892" fmla="*/ 654844 h 1536858"/>
                <a:gd name="connsiteX1893" fmla="*/ 1759744 w 2088356"/>
                <a:gd name="connsiteY1893" fmla="*/ 654368 h 1536858"/>
                <a:gd name="connsiteX1894" fmla="*/ 1756886 w 2088356"/>
                <a:gd name="connsiteY1894" fmla="*/ 655320 h 1536858"/>
                <a:gd name="connsiteX1895" fmla="*/ 1745932 w 2088356"/>
                <a:gd name="connsiteY1895" fmla="*/ 660083 h 1536858"/>
                <a:gd name="connsiteX1896" fmla="*/ 1741170 w 2088356"/>
                <a:gd name="connsiteY1896" fmla="*/ 661988 h 1536858"/>
                <a:gd name="connsiteX1897" fmla="*/ 1737836 w 2088356"/>
                <a:gd name="connsiteY1897" fmla="*/ 662464 h 1536858"/>
                <a:gd name="connsiteX1898" fmla="*/ 1734979 w 2088356"/>
                <a:gd name="connsiteY1898" fmla="*/ 661988 h 1536858"/>
                <a:gd name="connsiteX1899" fmla="*/ 1730693 w 2088356"/>
                <a:gd name="connsiteY1899" fmla="*/ 659606 h 1536858"/>
                <a:gd name="connsiteX1900" fmla="*/ 1724025 w 2088356"/>
                <a:gd name="connsiteY1900" fmla="*/ 655320 h 1536858"/>
                <a:gd name="connsiteX1901" fmla="*/ 1719263 w 2088356"/>
                <a:gd name="connsiteY1901" fmla="*/ 651510 h 1536858"/>
                <a:gd name="connsiteX1902" fmla="*/ 1732122 w 2088356"/>
                <a:gd name="connsiteY1902" fmla="*/ 656749 h 1536858"/>
                <a:gd name="connsiteX1903" fmla="*/ 1739265 w 2088356"/>
                <a:gd name="connsiteY1903" fmla="*/ 657701 h 1536858"/>
                <a:gd name="connsiteX1904" fmla="*/ 1747361 w 2088356"/>
                <a:gd name="connsiteY1904" fmla="*/ 654844 h 1536858"/>
                <a:gd name="connsiteX1905" fmla="*/ 1753076 w 2088356"/>
                <a:gd name="connsiteY1905" fmla="*/ 650081 h 1536858"/>
                <a:gd name="connsiteX1906" fmla="*/ 1758315 w 2088356"/>
                <a:gd name="connsiteY1906" fmla="*/ 649129 h 1536858"/>
                <a:gd name="connsiteX1907" fmla="*/ 1764506 w 2088356"/>
                <a:gd name="connsiteY1907" fmla="*/ 648653 h 1536858"/>
                <a:gd name="connsiteX1908" fmla="*/ 1778794 w 2088356"/>
                <a:gd name="connsiteY1908" fmla="*/ 637699 h 1536858"/>
                <a:gd name="connsiteX1909" fmla="*/ 1788319 w 2088356"/>
                <a:gd name="connsiteY1909" fmla="*/ 638175 h 1536858"/>
                <a:gd name="connsiteX1910" fmla="*/ 1794034 w 2088356"/>
                <a:gd name="connsiteY1910" fmla="*/ 641985 h 1536858"/>
                <a:gd name="connsiteX1911" fmla="*/ 1798797 w 2088356"/>
                <a:gd name="connsiteY1911" fmla="*/ 645319 h 1536858"/>
                <a:gd name="connsiteX1912" fmla="*/ 1802130 w 2088356"/>
                <a:gd name="connsiteY1912" fmla="*/ 648653 h 1536858"/>
                <a:gd name="connsiteX1913" fmla="*/ 1806417 w 2088356"/>
                <a:gd name="connsiteY1913" fmla="*/ 649129 h 1536858"/>
                <a:gd name="connsiteX1914" fmla="*/ 1811655 w 2088356"/>
                <a:gd name="connsiteY1914" fmla="*/ 647224 h 1536858"/>
                <a:gd name="connsiteX1915" fmla="*/ 1814989 w 2088356"/>
                <a:gd name="connsiteY1915" fmla="*/ 643890 h 1536858"/>
                <a:gd name="connsiteX1916" fmla="*/ 1816894 w 2088356"/>
                <a:gd name="connsiteY1916" fmla="*/ 639128 h 1536858"/>
                <a:gd name="connsiteX1917" fmla="*/ 1817370 w 2088356"/>
                <a:gd name="connsiteY1917" fmla="*/ 632936 h 1536858"/>
                <a:gd name="connsiteX1918" fmla="*/ 1816418 w 2088356"/>
                <a:gd name="connsiteY1918" fmla="*/ 625316 h 1536858"/>
                <a:gd name="connsiteX1919" fmla="*/ 1815465 w 2088356"/>
                <a:gd name="connsiteY1919" fmla="*/ 620554 h 1536858"/>
                <a:gd name="connsiteX1920" fmla="*/ 1814513 w 2088356"/>
                <a:gd name="connsiteY1920" fmla="*/ 618173 h 1536858"/>
                <a:gd name="connsiteX1921" fmla="*/ 1814036 w 2088356"/>
                <a:gd name="connsiteY1921" fmla="*/ 615315 h 1536858"/>
                <a:gd name="connsiteX1922" fmla="*/ 1814036 w 2088356"/>
                <a:gd name="connsiteY1922" fmla="*/ 612458 h 1536858"/>
                <a:gd name="connsiteX1923" fmla="*/ 1813084 w 2088356"/>
                <a:gd name="connsiteY1923" fmla="*/ 607695 h 1536858"/>
                <a:gd name="connsiteX1924" fmla="*/ 1811179 w 2088356"/>
                <a:gd name="connsiteY1924" fmla="*/ 605314 h 1536858"/>
                <a:gd name="connsiteX1925" fmla="*/ 1803082 w 2088356"/>
                <a:gd name="connsiteY1925" fmla="*/ 598170 h 1536858"/>
                <a:gd name="connsiteX1926" fmla="*/ 1797844 w 2088356"/>
                <a:gd name="connsiteY1926" fmla="*/ 591503 h 1536858"/>
                <a:gd name="connsiteX1927" fmla="*/ 1801178 w 2088356"/>
                <a:gd name="connsiteY1927" fmla="*/ 582930 h 1536858"/>
                <a:gd name="connsiteX1928" fmla="*/ 1793081 w 2088356"/>
                <a:gd name="connsiteY1928" fmla="*/ 576263 h 1536858"/>
                <a:gd name="connsiteX1929" fmla="*/ 1786890 w 2088356"/>
                <a:gd name="connsiteY1929" fmla="*/ 575310 h 1536858"/>
                <a:gd name="connsiteX1930" fmla="*/ 1781651 w 2088356"/>
                <a:gd name="connsiteY1930" fmla="*/ 575310 h 1536858"/>
                <a:gd name="connsiteX1931" fmla="*/ 1777365 w 2088356"/>
                <a:gd name="connsiteY1931" fmla="*/ 574834 h 1536858"/>
                <a:gd name="connsiteX1932" fmla="*/ 1769745 w 2088356"/>
                <a:gd name="connsiteY1932" fmla="*/ 572453 h 1536858"/>
                <a:gd name="connsiteX1933" fmla="*/ 1766411 w 2088356"/>
                <a:gd name="connsiteY1933" fmla="*/ 570548 h 1536858"/>
                <a:gd name="connsiteX1934" fmla="*/ 1756410 w 2088356"/>
                <a:gd name="connsiteY1934" fmla="*/ 572929 h 1536858"/>
                <a:gd name="connsiteX1935" fmla="*/ 1748314 w 2088356"/>
                <a:gd name="connsiteY1935" fmla="*/ 573405 h 1536858"/>
                <a:gd name="connsiteX1936" fmla="*/ 1745932 w 2088356"/>
                <a:gd name="connsiteY1936" fmla="*/ 572929 h 1536858"/>
                <a:gd name="connsiteX1937" fmla="*/ 1743075 w 2088356"/>
                <a:gd name="connsiteY1937" fmla="*/ 571500 h 1536858"/>
                <a:gd name="connsiteX1938" fmla="*/ 1736407 w 2088356"/>
                <a:gd name="connsiteY1938" fmla="*/ 563880 h 1536858"/>
                <a:gd name="connsiteX1939" fmla="*/ 1732122 w 2088356"/>
                <a:gd name="connsiteY1939" fmla="*/ 551498 h 1536858"/>
                <a:gd name="connsiteX1940" fmla="*/ 1727835 w 2088356"/>
                <a:gd name="connsiteY1940" fmla="*/ 550545 h 1536858"/>
                <a:gd name="connsiteX1941" fmla="*/ 1717834 w 2088356"/>
                <a:gd name="connsiteY1941" fmla="*/ 549593 h 1536858"/>
                <a:gd name="connsiteX1942" fmla="*/ 1714976 w 2088356"/>
                <a:gd name="connsiteY1942" fmla="*/ 548640 h 1536858"/>
                <a:gd name="connsiteX1943" fmla="*/ 1712595 w 2088356"/>
                <a:gd name="connsiteY1943" fmla="*/ 547688 h 1536858"/>
                <a:gd name="connsiteX1944" fmla="*/ 1706880 w 2088356"/>
                <a:gd name="connsiteY1944" fmla="*/ 543878 h 1536858"/>
                <a:gd name="connsiteX1945" fmla="*/ 1706880 w 2088356"/>
                <a:gd name="connsiteY1945" fmla="*/ 542449 h 1536858"/>
                <a:gd name="connsiteX1946" fmla="*/ 1708785 w 2088356"/>
                <a:gd name="connsiteY1946" fmla="*/ 540544 h 1536858"/>
                <a:gd name="connsiteX1947" fmla="*/ 1716405 w 2088356"/>
                <a:gd name="connsiteY1947" fmla="*/ 535781 h 1536858"/>
                <a:gd name="connsiteX1948" fmla="*/ 1721644 w 2088356"/>
                <a:gd name="connsiteY1948" fmla="*/ 535781 h 1536858"/>
                <a:gd name="connsiteX1949" fmla="*/ 1730217 w 2088356"/>
                <a:gd name="connsiteY1949" fmla="*/ 539591 h 1536858"/>
                <a:gd name="connsiteX1950" fmla="*/ 1736407 w 2088356"/>
                <a:gd name="connsiteY1950" fmla="*/ 543401 h 1536858"/>
                <a:gd name="connsiteX1951" fmla="*/ 1741170 w 2088356"/>
                <a:gd name="connsiteY1951" fmla="*/ 543401 h 1536858"/>
                <a:gd name="connsiteX1952" fmla="*/ 1763554 w 2088356"/>
                <a:gd name="connsiteY1952" fmla="*/ 532448 h 1536858"/>
                <a:gd name="connsiteX1953" fmla="*/ 1764030 w 2088356"/>
                <a:gd name="connsiteY1953" fmla="*/ 529114 h 1536858"/>
                <a:gd name="connsiteX1954" fmla="*/ 1779747 w 2088356"/>
                <a:gd name="connsiteY1954" fmla="*/ 526733 h 1536858"/>
                <a:gd name="connsiteX1955" fmla="*/ 1794034 w 2088356"/>
                <a:gd name="connsiteY1955" fmla="*/ 526256 h 1536858"/>
                <a:gd name="connsiteX1956" fmla="*/ 1800701 w 2088356"/>
                <a:gd name="connsiteY1956" fmla="*/ 527209 h 1536858"/>
                <a:gd name="connsiteX1957" fmla="*/ 1812607 w 2088356"/>
                <a:gd name="connsiteY1957" fmla="*/ 531019 h 1536858"/>
                <a:gd name="connsiteX1958" fmla="*/ 1824514 w 2088356"/>
                <a:gd name="connsiteY1958" fmla="*/ 532924 h 1536858"/>
                <a:gd name="connsiteX1959" fmla="*/ 1830705 w 2088356"/>
                <a:gd name="connsiteY1959" fmla="*/ 534353 h 1536858"/>
                <a:gd name="connsiteX1960" fmla="*/ 1834515 w 2088356"/>
                <a:gd name="connsiteY1960" fmla="*/ 536258 h 1536858"/>
                <a:gd name="connsiteX1961" fmla="*/ 1838801 w 2088356"/>
                <a:gd name="connsiteY1961" fmla="*/ 537686 h 1536858"/>
                <a:gd name="connsiteX1962" fmla="*/ 1843564 w 2088356"/>
                <a:gd name="connsiteY1962" fmla="*/ 538163 h 1536858"/>
                <a:gd name="connsiteX1963" fmla="*/ 1846898 w 2088356"/>
                <a:gd name="connsiteY1963" fmla="*/ 537210 h 1536858"/>
                <a:gd name="connsiteX1964" fmla="*/ 1850707 w 2088356"/>
                <a:gd name="connsiteY1964" fmla="*/ 531495 h 1536858"/>
                <a:gd name="connsiteX1965" fmla="*/ 1852613 w 2088356"/>
                <a:gd name="connsiteY1965" fmla="*/ 527209 h 1536858"/>
                <a:gd name="connsiteX1966" fmla="*/ 1853565 w 2088356"/>
                <a:gd name="connsiteY1966" fmla="*/ 520541 h 1536858"/>
                <a:gd name="connsiteX1967" fmla="*/ 1854042 w 2088356"/>
                <a:gd name="connsiteY1967" fmla="*/ 511969 h 1536858"/>
                <a:gd name="connsiteX1968" fmla="*/ 1852613 w 2088356"/>
                <a:gd name="connsiteY1968" fmla="*/ 506254 h 1536858"/>
                <a:gd name="connsiteX1969" fmla="*/ 1849279 w 2088356"/>
                <a:gd name="connsiteY1969" fmla="*/ 502920 h 1536858"/>
                <a:gd name="connsiteX1970" fmla="*/ 1844517 w 2088356"/>
                <a:gd name="connsiteY1970" fmla="*/ 501015 h 1536858"/>
                <a:gd name="connsiteX1971" fmla="*/ 1833563 w 2088356"/>
                <a:gd name="connsiteY1971" fmla="*/ 501015 h 1536858"/>
                <a:gd name="connsiteX1972" fmla="*/ 1825943 w 2088356"/>
                <a:gd name="connsiteY1972" fmla="*/ 504349 h 1536858"/>
                <a:gd name="connsiteX1973" fmla="*/ 1820228 w 2088356"/>
                <a:gd name="connsiteY1973" fmla="*/ 505301 h 1536858"/>
                <a:gd name="connsiteX1974" fmla="*/ 1815942 w 2088356"/>
                <a:gd name="connsiteY1974" fmla="*/ 503396 h 1536858"/>
                <a:gd name="connsiteX1975" fmla="*/ 1810226 w 2088356"/>
                <a:gd name="connsiteY1975" fmla="*/ 500063 h 1536858"/>
                <a:gd name="connsiteX1976" fmla="*/ 1802606 w 2088356"/>
                <a:gd name="connsiteY1976" fmla="*/ 497205 h 1536858"/>
                <a:gd name="connsiteX1977" fmla="*/ 1788319 w 2088356"/>
                <a:gd name="connsiteY1977" fmla="*/ 494824 h 1536858"/>
                <a:gd name="connsiteX1978" fmla="*/ 1780223 w 2088356"/>
                <a:gd name="connsiteY1978" fmla="*/ 489109 h 1536858"/>
                <a:gd name="connsiteX1979" fmla="*/ 1772603 w 2088356"/>
                <a:gd name="connsiteY1979" fmla="*/ 476726 h 1536858"/>
                <a:gd name="connsiteX1980" fmla="*/ 1780699 w 2088356"/>
                <a:gd name="connsiteY1980" fmla="*/ 473869 h 1536858"/>
                <a:gd name="connsiteX1981" fmla="*/ 1790224 w 2088356"/>
                <a:gd name="connsiteY1981" fmla="*/ 471964 h 1536858"/>
                <a:gd name="connsiteX1982" fmla="*/ 1797368 w 2088356"/>
                <a:gd name="connsiteY1982" fmla="*/ 473869 h 1536858"/>
                <a:gd name="connsiteX1983" fmla="*/ 1812131 w 2088356"/>
                <a:gd name="connsiteY1983" fmla="*/ 480536 h 1536858"/>
                <a:gd name="connsiteX1984" fmla="*/ 1814036 w 2088356"/>
                <a:gd name="connsiteY1984" fmla="*/ 481013 h 1536858"/>
                <a:gd name="connsiteX1985" fmla="*/ 1819751 w 2088356"/>
                <a:gd name="connsiteY1985" fmla="*/ 479584 h 1536858"/>
                <a:gd name="connsiteX1986" fmla="*/ 1819751 w 2088356"/>
                <a:gd name="connsiteY1986" fmla="*/ 477203 h 1536858"/>
                <a:gd name="connsiteX1987" fmla="*/ 1816418 w 2088356"/>
                <a:gd name="connsiteY1987" fmla="*/ 472916 h 1536858"/>
                <a:gd name="connsiteX1988" fmla="*/ 1813084 w 2088356"/>
                <a:gd name="connsiteY1988" fmla="*/ 470059 h 1536858"/>
                <a:gd name="connsiteX1989" fmla="*/ 1804988 w 2088356"/>
                <a:gd name="connsiteY1989" fmla="*/ 466725 h 1536858"/>
                <a:gd name="connsiteX1990" fmla="*/ 1795939 w 2088356"/>
                <a:gd name="connsiteY1990" fmla="*/ 463868 h 1536858"/>
                <a:gd name="connsiteX1991" fmla="*/ 1784985 w 2088356"/>
                <a:gd name="connsiteY1991" fmla="*/ 459581 h 1536858"/>
                <a:gd name="connsiteX1992" fmla="*/ 1776413 w 2088356"/>
                <a:gd name="connsiteY1992" fmla="*/ 457200 h 1536858"/>
                <a:gd name="connsiteX1993" fmla="*/ 1766411 w 2088356"/>
                <a:gd name="connsiteY1993" fmla="*/ 455771 h 1536858"/>
                <a:gd name="connsiteX1994" fmla="*/ 1757363 w 2088356"/>
                <a:gd name="connsiteY1994" fmla="*/ 460534 h 1536858"/>
                <a:gd name="connsiteX1995" fmla="*/ 1748790 w 2088356"/>
                <a:gd name="connsiteY1995" fmla="*/ 471488 h 1536858"/>
                <a:gd name="connsiteX1996" fmla="*/ 1742123 w 2088356"/>
                <a:gd name="connsiteY1996" fmla="*/ 474821 h 1536858"/>
                <a:gd name="connsiteX1997" fmla="*/ 1736884 w 2088356"/>
                <a:gd name="connsiteY1997" fmla="*/ 470535 h 1536858"/>
                <a:gd name="connsiteX1998" fmla="*/ 1736407 w 2088356"/>
                <a:gd name="connsiteY1998" fmla="*/ 464344 h 1536858"/>
                <a:gd name="connsiteX1999" fmla="*/ 1740218 w 2088356"/>
                <a:gd name="connsiteY1999" fmla="*/ 456724 h 1536858"/>
                <a:gd name="connsiteX2000" fmla="*/ 1744028 w 2088356"/>
                <a:gd name="connsiteY2000" fmla="*/ 450056 h 1536858"/>
                <a:gd name="connsiteX2001" fmla="*/ 1747838 w 2088356"/>
                <a:gd name="connsiteY2001" fmla="*/ 443865 h 1536858"/>
                <a:gd name="connsiteX2002" fmla="*/ 1750695 w 2088356"/>
                <a:gd name="connsiteY2002" fmla="*/ 436721 h 1536858"/>
                <a:gd name="connsiteX2003" fmla="*/ 1752600 w 2088356"/>
                <a:gd name="connsiteY2003" fmla="*/ 428149 h 1536858"/>
                <a:gd name="connsiteX2004" fmla="*/ 1754981 w 2088356"/>
                <a:gd name="connsiteY2004" fmla="*/ 421958 h 1536858"/>
                <a:gd name="connsiteX2005" fmla="*/ 1763078 w 2088356"/>
                <a:gd name="connsiteY2005" fmla="*/ 409099 h 1536858"/>
                <a:gd name="connsiteX2006" fmla="*/ 1763554 w 2088356"/>
                <a:gd name="connsiteY2006" fmla="*/ 406241 h 1536858"/>
                <a:gd name="connsiteX2007" fmla="*/ 1756886 w 2088356"/>
                <a:gd name="connsiteY2007" fmla="*/ 402908 h 1536858"/>
                <a:gd name="connsiteX2008" fmla="*/ 1757363 w 2088356"/>
                <a:gd name="connsiteY2008" fmla="*/ 401479 h 1536858"/>
                <a:gd name="connsiteX2009" fmla="*/ 1774984 w 2088356"/>
                <a:gd name="connsiteY2009" fmla="*/ 390525 h 1536858"/>
                <a:gd name="connsiteX2010" fmla="*/ 1782604 w 2088356"/>
                <a:gd name="connsiteY2010" fmla="*/ 388620 h 1536858"/>
                <a:gd name="connsiteX2011" fmla="*/ 1789272 w 2088356"/>
                <a:gd name="connsiteY2011" fmla="*/ 388620 h 1536858"/>
                <a:gd name="connsiteX2012" fmla="*/ 1794510 w 2088356"/>
                <a:gd name="connsiteY2012" fmla="*/ 387668 h 1536858"/>
                <a:gd name="connsiteX2013" fmla="*/ 1797368 w 2088356"/>
                <a:gd name="connsiteY2013" fmla="*/ 385763 h 1536858"/>
                <a:gd name="connsiteX2014" fmla="*/ 1800225 w 2088356"/>
                <a:gd name="connsiteY2014" fmla="*/ 382429 h 1536858"/>
                <a:gd name="connsiteX2015" fmla="*/ 1802130 w 2088356"/>
                <a:gd name="connsiteY2015" fmla="*/ 378619 h 1536858"/>
                <a:gd name="connsiteX2016" fmla="*/ 1803082 w 2088356"/>
                <a:gd name="connsiteY2016" fmla="*/ 374809 h 1536858"/>
                <a:gd name="connsiteX2017" fmla="*/ 1804511 w 2088356"/>
                <a:gd name="connsiteY2017" fmla="*/ 371951 h 1536858"/>
                <a:gd name="connsiteX2018" fmla="*/ 1805940 w 2088356"/>
                <a:gd name="connsiteY2018" fmla="*/ 370523 h 1536858"/>
                <a:gd name="connsiteX2019" fmla="*/ 1821656 w 2088356"/>
                <a:gd name="connsiteY2019" fmla="*/ 366236 h 1536858"/>
                <a:gd name="connsiteX2020" fmla="*/ 1827848 w 2088356"/>
                <a:gd name="connsiteY2020" fmla="*/ 363855 h 1536858"/>
                <a:gd name="connsiteX2021" fmla="*/ 1830705 w 2088356"/>
                <a:gd name="connsiteY2021" fmla="*/ 361950 h 1536858"/>
                <a:gd name="connsiteX2022" fmla="*/ 1831657 w 2088356"/>
                <a:gd name="connsiteY2022" fmla="*/ 359569 h 1536858"/>
                <a:gd name="connsiteX2023" fmla="*/ 1830229 w 2088356"/>
                <a:gd name="connsiteY2023" fmla="*/ 356711 h 1536858"/>
                <a:gd name="connsiteX2024" fmla="*/ 1828324 w 2088356"/>
                <a:gd name="connsiteY2024" fmla="*/ 353854 h 1536858"/>
                <a:gd name="connsiteX2025" fmla="*/ 1825467 w 2088356"/>
                <a:gd name="connsiteY2025" fmla="*/ 350996 h 1536858"/>
                <a:gd name="connsiteX2026" fmla="*/ 1823085 w 2088356"/>
                <a:gd name="connsiteY2026" fmla="*/ 349568 h 1536858"/>
                <a:gd name="connsiteX2027" fmla="*/ 1821180 w 2088356"/>
                <a:gd name="connsiteY2027" fmla="*/ 350044 h 1536858"/>
                <a:gd name="connsiteX2028" fmla="*/ 1816894 w 2088356"/>
                <a:gd name="connsiteY2028" fmla="*/ 349091 h 1536858"/>
                <a:gd name="connsiteX2029" fmla="*/ 1816418 w 2088356"/>
                <a:gd name="connsiteY2029" fmla="*/ 345281 h 1536858"/>
                <a:gd name="connsiteX2030" fmla="*/ 1817370 w 2088356"/>
                <a:gd name="connsiteY2030" fmla="*/ 338614 h 1536858"/>
                <a:gd name="connsiteX2031" fmla="*/ 1818799 w 2088356"/>
                <a:gd name="connsiteY2031" fmla="*/ 332423 h 1536858"/>
                <a:gd name="connsiteX2032" fmla="*/ 1820704 w 2088356"/>
                <a:gd name="connsiteY2032" fmla="*/ 327184 h 1536858"/>
                <a:gd name="connsiteX2033" fmla="*/ 1821180 w 2088356"/>
                <a:gd name="connsiteY2033" fmla="*/ 323374 h 1536858"/>
                <a:gd name="connsiteX2034" fmla="*/ 1818799 w 2088356"/>
                <a:gd name="connsiteY2034" fmla="*/ 319564 h 1536858"/>
                <a:gd name="connsiteX2035" fmla="*/ 1817370 w 2088356"/>
                <a:gd name="connsiteY2035" fmla="*/ 318135 h 1536858"/>
                <a:gd name="connsiteX2036" fmla="*/ 1813084 w 2088356"/>
                <a:gd name="connsiteY2036" fmla="*/ 317659 h 1536858"/>
                <a:gd name="connsiteX2037" fmla="*/ 1802130 w 2088356"/>
                <a:gd name="connsiteY2037" fmla="*/ 318135 h 1536858"/>
                <a:gd name="connsiteX2038" fmla="*/ 1797368 w 2088356"/>
                <a:gd name="connsiteY2038" fmla="*/ 317183 h 1536858"/>
                <a:gd name="connsiteX2039" fmla="*/ 1794510 w 2088356"/>
                <a:gd name="connsiteY2039" fmla="*/ 315754 h 1536858"/>
                <a:gd name="connsiteX2040" fmla="*/ 1792129 w 2088356"/>
                <a:gd name="connsiteY2040" fmla="*/ 313373 h 1536858"/>
                <a:gd name="connsiteX2041" fmla="*/ 1790700 w 2088356"/>
                <a:gd name="connsiteY2041" fmla="*/ 309086 h 1536858"/>
                <a:gd name="connsiteX2042" fmla="*/ 1790224 w 2088356"/>
                <a:gd name="connsiteY2042" fmla="*/ 302895 h 1536858"/>
                <a:gd name="connsiteX2043" fmla="*/ 1791653 w 2088356"/>
                <a:gd name="connsiteY2043" fmla="*/ 297180 h 1536858"/>
                <a:gd name="connsiteX2044" fmla="*/ 1795463 w 2088356"/>
                <a:gd name="connsiteY2044" fmla="*/ 291941 h 1536858"/>
                <a:gd name="connsiteX2045" fmla="*/ 1801178 w 2088356"/>
                <a:gd name="connsiteY2045" fmla="*/ 286703 h 1536858"/>
                <a:gd name="connsiteX2046" fmla="*/ 1813084 w 2088356"/>
                <a:gd name="connsiteY2046" fmla="*/ 279083 h 1536858"/>
                <a:gd name="connsiteX2047" fmla="*/ 1815942 w 2088356"/>
                <a:gd name="connsiteY2047" fmla="*/ 277654 h 1536858"/>
                <a:gd name="connsiteX2048" fmla="*/ 1823561 w 2088356"/>
                <a:gd name="connsiteY2048" fmla="*/ 277178 h 1536858"/>
                <a:gd name="connsiteX2049" fmla="*/ 1829753 w 2088356"/>
                <a:gd name="connsiteY2049" fmla="*/ 278130 h 1536858"/>
                <a:gd name="connsiteX2050" fmla="*/ 1841182 w 2088356"/>
                <a:gd name="connsiteY2050" fmla="*/ 281464 h 1536858"/>
                <a:gd name="connsiteX2051" fmla="*/ 1862138 w 2088356"/>
                <a:gd name="connsiteY2051" fmla="*/ 284321 h 1536858"/>
                <a:gd name="connsiteX2052" fmla="*/ 1874044 w 2088356"/>
                <a:gd name="connsiteY2052" fmla="*/ 283845 h 1536858"/>
                <a:gd name="connsiteX2053" fmla="*/ 1886426 w 2088356"/>
                <a:gd name="connsiteY2053" fmla="*/ 281940 h 1536858"/>
                <a:gd name="connsiteX2054" fmla="*/ 1892142 w 2088356"/>
                <a:gd name="connsiteY2054" fmla="*/ 281940 h 1536858"/>
                <a:gd name="connsiteX2055" fmla="*/ 1898332 w 2088356"/>
                <a:gd name="connsiteY2055" fmla="*/ 282893 h 1536858"/>
                <a:gd name="connsiteX2056" fmla="*/ 1903095 w 2088356"/>
                <a:gd name="connsiteY2056" fmla="*/ 282416 h 1536858"/>
                <a:gd name="connsiteX2057" fmla="*/ 1915954 w 2088356"/>
                <a:gd name="connsiteY2057" fmla="*/ 278130 h 1536858"/>
                <a:gd name="connsiteX2058" fmla="*/ 1926907 w 2088356"/>
                <a:gd name="connsiteY2058" fmla="*/ 271939 h 1536858"/>
                <a:gd name="connsiteX2059" fmla="*/ 1935004 w 2088356"/>
                <a:gd name="connsiteY2059" fmla="*/ 266700 h 1536858"/>
                <a:gd name="connsiteX2060" fmla="*/ 1935004 w 2088356"/>
                <a:gd name="connsiteY2060" fmla="*/ 264319 h 1536858"/>
                <a:gd name="connsiteX2061" fmla="*/ 1918335 w 2088356"/>
                <a:gd name="connsiteY2061" fmla="*/ 260033 h 1536858"/>
                <a:gd name="connsiteX2062" fmla="*/ 1913097 w 2088356"/>
                <a:gd name="connsiteY2062" fmla="*/ 258128 h 1536858"/>
                <a:gd name="connsiteX2063" fmla="*/ 1907381 w 2088356"/>
                <a:gd name="connsiteY2063" fmla="*/ 253365 h 1536858"/>
                <a:gd name="connsiteX2064" fmla="*/ 1922622 w 2088356"/>
                <a:gd name="connsiteY2064" fmla="*/ 247174 h 1536858"/>
                <a:gd name="connsiteX2065" fmla="*/ 1933575 w 2088356"/>
                <a:gd name="connsiteY2065" fmla="*/ 247650 h 1536858"/>
                <a:gd name="connsiteX2066" fmla="*/ 1948815 w 2088356"/>
                <a:gd name="connsiteY2066" fmla="*/ 247174 h 1536858"/>
                <a:gd name="connsiteX2067" fmla="*/ 1960722 w 2088356"/>
                <a:gd name="connsiteY2067" fmla="*/ 241459 h 1536858"/>
                <a:gd name="connsiteX2068" fmla="*/ 1984057 w 2088356"/>
                <a:gd name="connsiteY2068" fmla="*/ 238125 h 1536858"/>
                <a:gd name="connsiteX2069" fmla="*/ 1986439 w 2088356"/>
                <a:gd name="connsiteY2069" fmla="*/ 237173 h 1536858"/>
                <a:gd name="connsiteX2070" fmla="*/ 1993106 w 2088356"/>
                <a:gd name="connsiteY2070" fmla="*/ 232886 h 1536858"/>
                <a:gd name="connsiteX2071" fmla="*/ 1993582 w 2088356"/>
                <a:gd name="connsiteY2071" fmla="*/ 230029 h 1536858"/>
                <a:gd name="connsiteX2072" fmla="*/ 1990725 w 2088356"/>
                <a:gd name="connsiteY2072" fmla="*/ 226695 h 1536858"/>
                <a:gd name="connsiteX2073" fmla="*/ 1984534 w 2088356"/>
                <a:gd name="connsiteY2073" fmla="*/ 221933 h 1536858"/>
                <a:gd name="connsiteX2074" fmla="*/ 1985963 w 2088356"/>
                <a:gd name="connsiteY2074" fmla="*/ 220504 h 1536858"/>
                <a:gd name="connsiteX2075" fmla="*/ 1994535 w 2088356"/>
                <a:gd name="connsiteY2075" fmla="*/ 219075 h 1536858"/>
                <a:gd name="connsiteX2076" fmla="*/ 2007870 w 2088356"/>
                <a:gd name="connsiteY2076" fmla="*/ 218599 h 1536858"/>
                <a:gd name="connsiteX2077" fmla="*/ 2019776 w 2088356"/>
                <a:gd name="connsiteY2077" fmla="*/ 217170 h 1536858"/>
                <a:gd name="connsiteX2078" fmla="*/ 2030730 w 2088356"/>
                <a:gd name="connsiteY2078" fmla="*/ 213360 h 1536858"/>
                <a:gd name="connsiteX2079" fmla="*/ 2053590 w 2088356"/>
                <a:gd name="connsiteY2079" fmla="*/ 201930 h 1536858"/>
                <a:gd name="connsiteX2080" fmla="*/ 2061210 w 2088356"/>
                <a:gd name="connsiteY2080" fmla="*/ 195739 h 1536858"/>
                <a:gd name="connsiteX2081" fmla="*/ 2085023 w 2088356"/>
                <a:gd name="connsiteY2081" fmla="*/ 186690 h 1536858"/>
                <a:gd name="connsiteX2082" fmla="*/ 2088356 w 2088356"/>
                <a:gd name="connsiteY2082" fmla="*/ 183833 h 1536858"/>
                <a:gd name="connsiteX2083" fmla="*/ 2088356 w 2088356"/>
                <a:gd name="connsiteY2083" fmla="*/ 181928 h 1536858"/>
                <a:gd name="connsiteX2084" fmla="*/ 2085023 w 2088356"/>
                <a:gd name="connsiteY2084" fmla="*/ 175260 h 153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Lst>
              <a:rect l="l" t="t" r="r" b="b"/>
              <a:pathLst>
                <a:path w="2088356" h="1536858">
                  <a:moveTo>
                    <a:pt x="649605" y="1020604"/>
                  </a:moveTo>
                  <a:lnTo>
                    <a:pt x="655796" y="1020604"/>
                  </a:lnTo>
                  <a:lnTo>
                    <a:pt x="675323" y="1015365"/>
                  </a:lnTo>
                  <a:lnTo>
                    <a:pt x="683419" y="1013936"/>
                  </a:lnTo>
                  <a:lnTo>
                    <a:pt x="705803" y="1006316"/>
                  </a:lnTo>
                  <a:lnTo>
                    <a:pt x="710089" y="1002506"/>
                  </a:lnTo>
                  <a:lnTo>
                    <a:pt x="712946" y="999173"/>
                  </a:lnTo>
                  <a:lnTo>
                    <a:pt x="712470" y="997268"/>
                  </a:lnTo>
                  <a:lnTo>
                    <a:pt x="710089" y="995839"/>
                  </a:lnTo>
                  <a:lnTo>
                    <a:pt x="709136" y="994410"/>
                  </a:lnTo>
                  <a:lnTo>
                    <a:pt x="710089" y="993458"/>
                  </a:lnTo>
                  <a:lnTo>
                    <a:pt x="710565" y="992505"/>
                  </a:lnTo>
                  <a:lnTo>
                    <a:pt x="710565" y="991076"/>
                  </a:lnTo>
                  <a:lnTo>
                    <a:pt x="709613" y="988695"/>
                  </a:lnTo>
                  <a:lnTo>
                    <a:pt x="708660" y="987266"/>
                  </a:lnTo>
                  <a:lnTo>
                    <a:pt x="696754" y="983933"/>
                  </a:lnTo>
                  <a:lnTo>
                    <a:pt x="685324" y="979170"/>
                  </a:lnTo>
                  <a:lnTo>
                    <a:pt x="672465" y="967264"/>
                  </a:lnTo>
                  <a:lnTo>
                    <a:pt x="665798" y="963454"/>
                  </a:lnTo>
                  <a:lnTo>
                    <a:pt x="662940" y="962501"/>
                  </a:lnTo>
                  <a:lnTo>
                    <a:pt x="641509" y="957739"/>
                  </a:lnTo>
                  <a:lnTo>
                    <a:pt x="629126" y="956310"/>
                  </a:lnTo>
                  <a:lnTo>
                    <a:pt x="617696" y="960120"/>
                  </a:lnTo>
                  <a:lnTo>
                    <a:pt x="614839" y="962501"/>
                  </a:lnTo>
                  <a:lnTo>
                    <a:pt x="613886" y="964406"/>
                  </a:lnTo>
                  <a:lnTo>
                    <a:pt x="613410" y="966311"/>
                  </a:lnTo>
                  <a:lnTo>
                    <a:pt x="613410" y="968216"/>
                  </a:lnTo>
                  <a:lnTo>
                    <a:pt x="614363" y="971074"/>
                  </a:lnTo>
                  <a:lnTo>
                    <a:pt x="615792" y="972979"/>
                  </a:lnTo>
                  <a:lnTo>
                    <a:pt x="620078" y="975360"/>
                  </a:lnTo>
                  <a:lnTo>
                    <a:pt x="631508" y="979646"/>
                  </a:lnTo>
                  <a:lnTo>
                    <a:pt x="630079" y="980599"/>
                  </a:lnTo>
                  <a:lnTo>
                    <a:pt x="619601" y="978218"/>
                  </a:lnTo>
                  <a:lnTo>
                    <a:pt x="615315" y="979170"/>
                  </a:lnTo>
                  <a:lnTo>
                    <a:pt x="613410" y="982028"/>
                  </a:lnTo>
                  <a:lnTo>
                    <a:pt x="610553" y="993458"/>
                  </a:lnTo>
                  <a:lnTo>
                    <a:pt x="612458" y="996315"/>
                  </a:lnTo>
                  <a:lnTo>
                    <a:pt x="614363" y="998220"/>
                  </a:lnTo>
                  <a:lnTo>
                    <a:pt x="616744" y="999649"/>
                  </a:lnTo>
                  <a:lnTo>
                    <a:pt x="624840" y="1001554"/>
                  </a:lnTo>
                  <a:lnTo>
                    <a:pt x="637223" y="1002030"/>
                  </a:lnTo>
                  <a:lnTo>
                    <a:pt x="641985" y="1002983"/>
                  </a:lnTo>
                  <a:lnTo>
                    <a:pt x="644367" y="1003935"/>
                  </a:lnTo>
                  <a:lnTo>
                    <a:pt x="647700" y="1003459"/>
                  </a:lnTo>
                  <a:lnTo>
                    <a:pt x="649129" y="1005364"/>
                  </a:lnTo>
                  <a:lnTo>
                    <a:pt x="651034" y="1006316"/>
                  </a:lnTo>
                  <a:lnTo>
                    <a:pt x="653415" y="1007745"/>
                  </a:lnTo>
                  <a:lnTo>
                    <a:pt x="645319" y="1009650"/>
                  </a:lnTo>
                  <a:lnTo>
                    <a:pt x="640080" y="1009650"/>
                  </a:lnTo>
                  <a:lnTo>
                    <a:pt x="636270" y="1010126"/>
                  </a:lnTo>
                  <a:lnTo>
                    <a:pt x="635318" y="1011555"/>
                  </a:lnTo>
                  <a:lnTo>
                    <a:pt x="637223" y="1013936"/>
                  </a:lnTo>
                  <a:lnTo>
                    <a:pt x="639604" y="1015365"/>
                  </a:lnTo>
                  <a:lnTo>
                    <a:pt x="644843" y="1017270"/>
                  </a:lnTo>
                  <a:lnTo>
                    <a:pt x="648653" y="1019651"/>
                  </a:lnTo>
                  <a:lnTo>
                    <a:pt x="649605" y="1020604"/>
                  </a:lnTo>
                  <a:close/>
                  <a:moveTo>
                    <a:pt x="887730" y="105728"/>
                  </a:moveTo>
                  <a:lnTo>
                    <a:pt x="907733" y="111443"/>
                  </a:lnTo>
                  <a:lnTo>
                    <a:pt x="930593" y="120015"/>
                  </a:lnTo>
                  <a:lnTo>
                    <a:pt x="944880" y="128588"/>
                  </a:lnTo>
                  <a:lnTo>
                    <a:pt x="951548" y="127159"/>
                  </a:lnTo>
                  <a:lnTo>
                    <a:pt x="954405" y="113824"/>
                  </a:lnTo>
                  <a:lnTo>
                    <a:pt x="955358" y="100489"/>
                  </a:lnTo>
                  <a:lnTo>
                    <a:pt x="949643" y="93821"/>
                  </a:lnTo>
                  <a:lnTo>
                    <a:pt x="932974" y="85725"/>
                  </a:lnTo>
                  <a:lnTo>
                    <a:pt x="899160" y="76200"/>
                  </a:lnTo>
                  <a:lnTo>
                    <a:pt x="885825" y="78581"/>
                  </a:lnTo>
                  <a:lnTo>
                    <a:pt x="869156" y="79534"/>
                  </a:lnTo>
                  <a:lnTo>
                    <a:pt x="866299" y="84296"/>
                  </a:lnTo>
                  <a:lnTo>
                    <a:pt x="867728" y="90011"/>
                  </a:lnTo>
                  <a:lnTo>
                    <a:pt x="887730" y="105728"/>
                  </a:lnTo>
                  <a:close/>
                  <a:moveTo>
                    <a:pt x="746284" y="990600"/>
                  </a:moveTo>
                  <a:lnTo>
                    <a:pt x="751523" y="988219"/>
                  </a:lnTo>
                  <a:lnTo>
                    <a:pt x="753428" y="986314"/>
                  </a:lnTo>
                  <a:lnTo>
                    <a:pt x="753904" y="985361"/>
                  </a:lnTo>
                  <a:lnTo>
                    <a:pt x="744855" y="981551"/>
                  </a:lnTo>
                  <a:lnTo>
                    <a:pt x="739617" y="980599"/>
                  </a:lnTo>
                  <a:lnTo>
                    <a:pt x="735806" y="981075"/>
                  </a:lnTo>
                  <a:lnTo>
                    <a:pt x="731044" y="984885"/>
                  </a:lnTo>
                  <a:lnTo>
                    <a:pt x="731996" y="987743"/>
                  </a:lnTo>
                  <a:lnTo>
                    <a:pt x="731520" y="992029"/>
                  </a:lnTo>
                  <a:lnTo>
                    <a:pt x="732473" y="995363"/>
                  </a:lnTo>
                  <a:lnTo>
                    <a:pt x="735330" y="1002506"/>
                  </a:lnTo>
                  <a:lnTo>
                    <a:pt x="736283" y="1003935"/>
                  </a:lnTo>
                  <a:lnTo>
                    <a:pt x="737235" y="1004411"/>
                  </a:lnTo>
                  <a:lnTo>
                    <a:pt x="742474" y="1002506"/>
                  </a:lnTo>
                  <a:lnTo>
                    <a:pt x="743903" y="1000601"/>
                  </a:lnTo>
                  <a:lnTo>
                    <a:pt x="743426" y="998696"/>
                  </a:lnTo>
                  <a:lnTo>
                    <a:pt x="743903" y="995839"/>
                  </a:lnTo>
                  <a:lnTo>
                    <a:pt x="746284" y="990600"/>
                  </a:lnTo>
                  <a:close/>
                  <a:moveTo>
                    <a:pt x="1527810" y="938689"/>
                  </a:moveTo>
                  <a:lnTo>
                    <a:pt x="1526858" y="940118"/>
                  </a:lnTo>
                  <a:lnTo>
                    <a:pt x="1524476" y="944880"/>
                  </a:lnTo>
                  <a:lnTo>
                    <a:pt x="1524476" y="946785"/>
                  </a:lnTo>
                  <a:lnTo>
                    <a:pt x="1525429" y="948214"/>
                  </a:lnTo>
                  <a:lnTo>
                    <a:pt x="1528763" y="949166"/>
                  </a:lnTo>
                  <a:lnTo>
                    <a:pt x="1535906" y="947738"/>
                  </a:lnTo>
                  <a:lnTo>
                    <a:pt x="1555909" y="944404"/>
                  </a:lnTo>
                  <a:lnTo>
                    <a:pt x="1573054" y="942975"/>
                  </a:lnTo>
                  <a:lnTo>
                    <a:pt x="1582103" y="945356"/>
                  </a:lnTo>
                  <a:lnTo>
                    <a:pt x="1584484" y="948690"/>
                  </a:lnTo>
                  <a:lnTo>
                    <a:pt x="1586389" y="948690"/>
                  </a:lnTo>
                  <a:lnTo>
                    <a:pt x="1592104" y="945356"/>
                  </a:lnTo>
                  <a:lnTo>
                    <a:pt x="1596867" y="941546"/>
                  </a:lnTo>
                  <a:lnTo>
                    <a:pt x="1600676" y="940118"/>
                  </a:lnTo>
                  <a:lnTo>
                    <a:pt x="1614011" y="936784"/>
                  </a:lnTo>
                  <a:lnTo>
                    <a:pt x="1615917" y="934403"/>
                  </a:lnTo>
                  <a:lnTo>
                    <a:pt x="1615917" y="932974"/>
                  </a:lnTo>
                  <a:lnTo>
                    <a:pt x="1614964" y="931545"/>
                  </a:lnTo>
                  <a:lnTo>
                    <a:pt x="1612106" y="929164"/>
                  </a:lnTo>
                  <a:lnTo>
                    <a:pt x="1613535" y="928211"/>
                  </a:lnTo>
                  <a:lnTo>
                    <a:pt x="1614011" y="927259"/>
                  </a:lnTo>
                  <a:lnTo>
                    <a:pt x="1614488" y="925830"/>
                  </a:lnTo>
                  <a:lnTo>
                    <a:pt x="1614488" y="923925"/>
                  </a:lnTo>
                  <a:lnTo>
                    <a:pt x="1613059" y="920115"/>
                  </a:lnTo>
                  <a:lnTo>
                    <a:pt x="1612106" y="918686"/>
                  </a:lnTo>
                  <a:lnTo>
                    <a:pt x="1606868" y="916781"/>
                  </a:lnTo>
                  <a:lnTo>
                    <a:pt x="1605439" y="915353"/>
                  </a:lnTo>
                  <a:lnTo>
                    <a:pt x="1603058" y="912495"/>
                  </a:lnTo>
                  <a:lnTo>
                    <a:pt x="1599724" y="912495"/>
                  </a:lnTo>
                  <a:lnTo>
                    <a:pt x="1582103" y="920115"/>
                  </a:lnTo>
                  <a:lnTo>
                    <a:pt x="1572578" y="922973"/>
                  </a:lnTo>
                  <a:lnTo>
                    <a:pt x="1560671" y="923925"/>
                  </a:lnTo>
                  <a:lnTo>
                    <a:pt x="1551623" y="923449"/>
                  </a:lnTo>
                  <a:lnTo>
                    <a:pt x="1546384" y="922973"/>
                  </a:lnTo>
                  <a:lnTo>
                    <a:pt x="1538764" y="920591"/>
                  </a:lnTo>
                  <a:lnTo>
                    <a:pt x="1535430" y="921544"/>
                  </a:lnTo>
                  <a:lnTo>
                    <a:pt x="1534001" y="928211"/>
                  </a:lnTo>
                  <a:lnTo>
                    <a:pt x="1534954" y="932974"/>
                  </a:lnTo>
                  <a:lnTo>
                    <a:pt x="1531620" y="937260"/>
                  </a:lnTo>
                  <a:lnTo>
                    <a:pt x="1527810" y="938689"/>
                  </a:lnTo>
                  <a:close/>
                  <a:moveTo>
                    <a:pt x="2085023" y="175260"/>
                  </a:moveTo>
                  <a:lnTo>
                    <a:pt x="2075498" y="169069"/>
                  </a:lnTo>
                  <a:lnTo>
                    <a:pt x="2063592" y="163354"/>
                  </a:lnTo>
                  <a:lnTo>
                    <a:pt x="2055495" y="160496"/>
                  </a:lnTo>
                  <a:lnTo>
                    <a:pt x="2037874" y="157639"/>
                  </a:lnTo>
                  <a:lnTo>
                    <a:pt x="2012632" y="151924"/>
                  </a:lnTo>
                  <a:lnTo>
                    <a:pt x="1994535" y="150019"/>
                  </a:lnTo>
                  <a:lnTo>
                    <a:pt x="1961198" y="149543"/>
                  </a:lnTo>
                  <a:lnTo>
                    <a:pt x="1953578" y="148114"/>
                  </a:lnTo>
                  <a:lnTo>
                    <a:pt x="1950244" y="148590"/>
                  </a:lnTo>
                  <a:lnTo>
                    <a:pt x="1935956" y="152400"/>
                  </a:lnTo>
                  <a:lnTo>
                    <a:pt x="1930718" y="153353"/>
                  </a:lnTo>
                  <a:lnTo>
                    <a:pt x="1925955" y="155258"/>
                  </a:lnTo>
                  <a:lnTo>
                    <a:pt x="1922622" y="157163"/>
                  </a:lnTo>
                  <a:lnTo>
                    <a:pt x="1913097" y="165735"/>
                  </a:lnTo>
                  <a:lnTo>
                    <a:pt x="1903095" y="172403"/>
                  </a:lnTo>
                  <a:lnTo>
                    <a:pt x="1895475" y="180023"/>
                  </a:lnTo>
                  <a:lnTo>
                    <a:pt x="1893094" y="181451"/>
                  </a:lnTo>
                  <a:lnTo>
                    <a:pt x="1885474" y="184309"/>
                  </a:lnTo>
                  <a:lnTo>
                    <a:pt x="1876425" y="181928"/>
                  </a:lnTo>
                  <a:lnTo>
                    <a:pt x="1867853" y="180975"/>
                  </a:lnTo>
                  <a:lnTo>
                    <a:pt x="1862614" y="179070"/>
                  </a:lnTo>
                  <a:lnTo>
                    <a:pt x="1851184" y="176689"/>
                  </a:lnTo>
                  <a:lnTo>
                    <a:pt x="1844040" y="177165"/>
                  </a:lnTo>
                  <a:lnTo>
                    <a:pt x="1827372" y="175736"/>
                  </a:lnTo>
                  <a:lnTo>
                    <a:pt x="1824990" y="165259"/>
                  </a:lnTo>
                  <a:lnTo>
                    <a:pt x="1811179" y="165259"/>
                  </a:lnTo>
                  <a:lnTo>
                    <a:pt x="1797844" y="171450"/>
                  </a:lnTo>
                  <a:lnTo>
                    <a:pt x="1772603" y="191929"/>
                  </a:lnTo>
                  <a:lnTo>
                    <a:pt x="1767840" y="194786"/>
                  </a:lnTo>
                  <a:lnTo>
                    <a:pt x="1759268" y="198596"/>
                  </a:lnTo>
                  <a:lnTo>
                    <a:pt x="1748790" y="202406"/>
                  </a:lnTo>
                  <a:lnTo>
                    <a:pt x="1732598" y="212408"/>
                  </a:lnTo>
                  <a:lnTo>
                    <a:pt x="1727359" y="214789"/>
                  </a:lnTo>
                  <a:lnTo>
                    <a:pt x="1702118" y="223361"/>
                  </a:lnTo>
                  <a:lnTo>
                    <a:pt x="1698784" y="226695"/>
                  </a:lnTo>
                  <a:lnTo>
                    <a:pt x="1696879" y="230029"/>
                  </a:lnTo>
                  <a:lnTo>
                    <a:pt x="1692117" y="234315"/>
                  </a:lnTo>
                  <a:lnTo>
                    <a:pt x="1689259" y="233363"/>
                  </a:lnTo>
                  <a:lnTo>
                    <a:pt x="1689735" y="228600"/>
                  </a:lnTo>
                  <a:lnTo>
                    <a:pt x="1694022" y="222409"/>
                  </a:lnTo>
                  <a:lnTo>
                    <a:pt x="1711167" y="208598"/>
                  </a:lnTo>
                  <a:lnTo>
                    <a:pt x="1716405" y="205264"/>
                  </a:lnTo>
                  <a:lnTo>
                    <a:pt x="1731645" y="193358"/>
                  </a:lnTo>
                  <a:lnTo>
                    <a:pt x="1739742" y="188119"/>
                  </a:lnTo>
                  <a:lnTo>
                    <a:pt x="1747361" y="180975"/>
                  </a:lnTo>
                  <a:lnTo>
                    <a:pt x="1756886" y="167640"/>
                  </a:lnTo>
                  <a:lnTo>
                    <a:pt x="1759744" y="160020"/>
                  </a:lnTo>
                  <a:lnTo>
                    <a:pt x="1760697" y="152400"/>
                  </a:lnTo>
                  <a:lnTo>
                    <a:pt x="1760697" y="145733"/>
                  </a:lnTo>
                  <a:lnTo>
                    <a:pt x="1760220" y="140494"/>
                  </a:lnTo>
                  <a:lnTo>
                    <a:pt x="1758792" y="136208"/>
                  </a:lnTo>
                  <a:lnTo>
                    <a:pt x="1753076" y="129064"/>
                  </a:lnTo>
                  <a:lnTo>
                    <a:pt x="1744980" y="128588"/>
                  </a:lnTo>
                  <a:lnTo>
                    <a:pt x="1711167" y="130493"/>
                  </a:lnTo>
                  <a:lnTo>
                    <a:pt x="1698307" y="132398"/>
                  </a:lnTo>
                  <a:lnTo>
                    <a:pt x="1692593" y="133826"/>
                  </a:lnTo>
                  <a:lnTo>
                    <a:pt x="1690211" y="135731"/>
                  </a:lnTo>
                  <a:lnTo>
                    <a:pt x="1687830" y="139065"/>
                  </a:lnTo>
                  <a:lnTo>
                    <a:pt x="1685925" y="144304"/>
                  </a:lnTo>
                  <a:lnTo>
                    <a:pt x="1683068" y="149066"/>
                  </a:lnTo>
                  <a:lnTo>
                    <a:pt x="1679734" y="153353"/>
                  </a:lnTo>
                  <a:lnTo>
                    <a:pt x="1674972" y="155734"/>
                  </a:lnTo>
                  <a:lnTo>
                    <a:pt x="1652588" y="159068"/>
                  </a:lnTo>
                  <a:lnTo>
                    <a:pt x="1642586" y="144304"/>
                  </a:lnTo>
                  <a:lnTo>
                    <a:pt x="1623536" y="134779"/>
                  </a:lnTo>
                  <a:lnTo>
                    <a:pt x="1558767" y="130969"/>
                  </a:lnTo>
                  <a:lnTo>
                    <a:pt x="1531620" y="130969"/>
                  </a:lnTo>
                  <a:lnTo>
                    <a:pt x="1494949" y="135255"/>
                  </a:lnTo>
                  <a:lnTo>
                    <a:pt x="1473518" y="140018"/>
                  </a:lnTo>
                  <a:lnTo>
                    <a:pt x="1464469" y="138589"/>
                  </a:lnTo>
                  <a:lnTo>
                    <a:pt x="1462088" y="130493"/>
                  </a:lnTo>
                  <a:lnTo>
                    <a:pt x="1465898" y="124301"/>
                  </a:lnTo>
                  <a:lnTo>
                    <a:pt x="1472565" y="121920"/>
                  </a:lnTo>
                  <a:lnTo>
                    <a:pt x="1666875" y="111443"/>
                  </a:lnTo>
                  <a:lnTo>
                    <a:pt x="1692117" y="108109"/>
                  </a:lnTo>
                  <a:lnTo>
                    <a:pt x="1714024" y="103346"/>
                  </a:lnTo>
                  <a:lnTo>
                    <a:pt x="1730217" y="96679"/>
                  </a:lnTo>
                  <a:lnTo>
                    <a:pt x="1743075" y="89535"/>
                  </a:lnTo>
                  <a:lnTo>
                    <a:pt x="1746409" y="85725"/>
                  </a:lnTo>
                  <a:lnTo>
                    <a:pt x="1744504" y="82391"/>
                  </a:lnTo>
                  <a:lnTo>
                    <a:pt x="1740694" y="78105"/>
                  </a:lnTo>
                  <a:lnTo>
                    <a:pt x="1733074" y="75248"/>
                  </a:lnTo>
                  <a:lnTo>
                    <a:pt x="1712595" y="69056"/>
                  </a:lnTo>
                  <a:lnTo>
                    <a:pt x="1682592" y="65723"/>
                  </a:lnTo>
                  <a:lnTo>
                    <a:pt x="1672590" y="66675"/>
                  </a:lnTo>
                  <a:lnTo>
                    <a:pt x="1667828" y="65246"/>
                  </a:lnTo>
                  <a:lnTo>
                    <a:pt x="1664970" y="61436"/>
                  </a:lnTo>
                  <a:lnTo>
                    <a:pt x="1656398" y="60960"/>
                  </a:lnTo>
                  <a:lnTo>
                    <a:pt x="1646397" y="62389"/>
                  </a:lnTo>
                  <a:lnTo>
                    <a:pt x="1633538" y="50483"/>
                  </a:lnTo>
                  <a:lnTo>
                    <a:pt x="1624013" y="38576"/>
                  </a:lnTo>
                  <a:lnTo>
                    <a:pt x="1589246" y="43815"/>
                  </a:lnTo>
                  <a:lnTo>
                    <a:pt x="1559719" y="46196"/>
                  </a:lnTo>
                  <a:lnTo>
                    <a:pt x="1534478" y="45244"/>
                  </a:lnTo>
                  <a:lnTo>
                    <a:pt x="1520190" y="46196"/>
                  </a:lnTo>
                  <a:lnTo>
                    <a:pt x="1485424" y="42863"/>
                  </a:lnTo>
                  <a:lnTo>
                    <a:pt x="1458754" y="41910"/>
                  </a:lnTo>
                  <a:lnTo>
                    <a:pt x="1444467" y="43339"/>
                  </a:lnTo>
                  <a:lnTo>
                    <a:pt x="1405890" y="51911"/>
                  </a:lnTo>
                  <a:lnTo>
                    <a:pt x="1394936" y="52864"/>
                  </a:lnTo>
                  <a:lnTo>
                    <a:pt x="1388269" y="52388"/>
                  </a:lnTo>
                  <a:lnTo>
                    <a:pt x="1389698" y="43815"/>
                  </a:lnTo>
                  <a:lnTo>
                    <a:pt x="1405414" y="43339"/>
                  </a:lnTo>
                  <a:lnTo>
                    <a:pt x="1454468" y="37624"/>
                  </a:lnTo>
                  <a:lnTo>
                    <a:pt x="1540193" y="34766"/>
                  </a:lnTo>
                  <a:lnTo>
                    <a:pt x="1587342" y="32385"/>
                  </a:lnTo>
                  <a:lnTo>
                    <a:pt x="1596390" y="30956"/>
                  </a:lnTo>
                  <a:lnTo>
                    <a:pt x="1600200" y="29051"/>
                  </a:lnTo>
                  <a:lnTo>
                    <a:pt x="1594961" y="26670"/>
                  </a:lnTo>
                  <a:lnTo>
                    <a:pt x="1557814" y="19050"/>
                  </a:lnTo>
                  <a:lnTo>
                    <a:pt x="1535430" y="16193"/>
                  </a:lnTo>
                  <a:lnTo>
                    <a:pt x="1512094" y="13811"/>
                  </a:lnTo>
                  <a:lnTo>
                    <a:pt x="1508284" y="13811"/>
                  </a:lnTo>
                  <a:lnTo>
                    <a:pt x="1491139" y="7620"/>
                  </a:lnTo>
                  <a:lnTo>
                    <a:pt x="1459230" y="2858"/>
                  </a:lnTo>
                  <a:lnTo>
                    <a:pt x="1433513" y="476"/>
                  </a:lnTo>
                  <a:lnTo>
                    <a:pt x="1355884" y="0"/>
                  </a:lnTo>
                  <a:lnTo>
                    <a:pt x="1341596" y="1905"/>
                  </a:lnTo>
                  <a:lnTo>
                    <a:pt x="1326833" y="6191"/>
                  </a:lnTo>
                  <a:lnTo>
                    <a:pt x="1316831" y="6191"/>
                  </a:lnTo>
                  <a:lnTo>
                    <a:pt x="1306830" y="3334"/>
                  </a:lnTo>
                  <a:lnTo>
                    <a:pt x="1298734" y="2381"/>
                  </a:lnTo>
                  <a:lnTo>
                    <a:pt x="1289209" y="2381"/>
                  </a:lnTo>
                  <a:lnTo>
                    <a:pt x="1281589" y="4286"/>
                  </a:lnTo>
                  <a:lnTo>
                    <a:pt x="1272064" y="4763"/>
                  </a:lnTo>
                  <a:lnTo>
                    <a:pt x="1233011" y="4763"/>
                  </a:lnTo>
                  <a:lnTo>
                    <a:pt x="1231583" y="5239"/>
                  </a:lnTo>
                  <a:lnTo>
                    <a:pt x="1230630" y="7620"/>
                  </a:lnTo>
                  <a:lnTo>
                    <a:pt x="1230154" y="10001"/>
                  </a:lnTo>
                  <a:lnTo>
                    <a:pt x="1225868" y="11430"/>
                  </a:lnTo>
                  <a:lnTo>
                    <a:pt x="1214914" y="11430"/>
                  </a:lnTo>
                  <a:lnTo>
                    <a:pt x="1203008" y="8573"/>
                  </a:lnTo>
                  <a:lnTo>
                    <a:pt x="1194911" y="8573"/>
                  </a:lnTo>
                  <a:lnTo>
                    <a:pt x="1191578" y="9525"/>
                  </a:lnTo>
                  <a:lnTo>
                    <a:pt x="1187292" y="13811"/>
                  </a:lnTo>
                  <a:lnTo>
                    <a:pt x="1183005" y="16193"/>
                  </a:lnTo>
                  <a:lnTo>
                    <a:pt x="1179195" y="17145"/>
                  </a:lnTo>
                  <a:lnTo>
                    <a:pt x="1167289" y="16193"/>
                  </a:lnTo>
                  <a:lnTo>
                    <a:pt x="1163479" y="17145"/>
                  </a:lnTo>
                  <a:lnTo>
                    <a:pt x="1160145" y="19526"/>
                  </a:lnTo>
                  <a:lnTo>
                    <a:pt x="1160145" y="22860"/>
                  </a:lnTo>
                  <a:lnTo>
                    <a:pt x="1163479" y="26670"/>
                  </a:lnTo>
                  <a:lnTo>
                    <a:pt x="1166813" y="29051"/>
                  </a:lnTo>
                  <a:lnTo>
                    <a:pt x="1185386" y="35243"/>
                  </a:lnTo>
                  <a:lnTo>
                    <a:pt x="1187292" y="37148"/>
                  </a:lnTo>
                  <a:lnTo>
                    <a:pt x="1184434" y="42863"/>
                  </a:lnTo>
                  <a:lnTo>
                    <a:pt x="1183481" y="47149"/>
                  </a:lnTo>
                  <a:lnTo>
                    <a:pt x="1181576" y="50006"/>
                  </a:lnTo>
                  <a:lnTo>
                    <a:pt x="1179671" y="51435"/>
                  </a:lnTo>
                  <a:lnTo>
                    <a:pt x="1175385" y="51435"/>
                  </a:lnTo>
                  <a:lnTo>
                    <a:pt x="1153001" y="36195"/>
                  </a:lnTo>
                  <a:lnTo>
                    <a:pt x="1140143" y="33814"/>
                  </a:lnTo>
                  <a:lnTo>
                    <a:pt x="1131094" y="29528"/>
                  </a:lnTo>
                  <a:lnTo>
                    <a:pt x="1121093" y="25718"/>
                  </a:lnTo>
                  <a:lnTo>
                    <a:pt x="1105376" y="22860"/>
                  </a:lnTo>
                  <a:lnTo>
                    <a:pt x="1093946" y="27623"/>
                  </a:lnTo>
                  <a:lnTo>
                    <a:pt x="1083945" y="35243"/>
                  </a:lnTo>
                  <a:lnTo>
                    <a:pt x="1072992" y="42386"/>
                  </a:lnTo>
                  <a:lnTo>
                    <a:pt x="1065371" y="40005"/>
                  </a:lnTo>
                  <a:lnTo>
                    <a:pt x="1059656" y="39529"/>
                  </a:lnTo>
                  <a:lnTo>
                    <a:pt x="1054894" y="38100"/>
                  </a:lnTo>
                  <a:lnTo>
                    <a:pt x="1046798" y="33338"/>
                  </a:lnTo>
                  <a:lnTo>
                    <a:pt x="1039654" y="30956"/>
                  </a:lnTo>
                  <a:lnTo>
                    <a:pt x="1022033" y="28575"/>
                  </a:lnTo>
                  <a:lnTo>
                    <a:pt x="1013936" y="28099"/>
                  </a:lnTo>
                  <a:lnTo>
                    <a:pt x="1007745" y="29051"/>
                  </a:lnTo>
                  <a:lnTo>
                    <a:pt x="973455" y="38100"/>
                  </a:lnTo>
                  <a:lnTo>
                    <a:pt x="959168" y="40005"/>
                  </a:lnTo>
                  <a:lnTo>
                    <a:pt x="943451" y="44291"/>
                  </a:lnTo>
                  <a:lnTo>
                    <a:pt x="933450" y="49530"/>
                  </a:lnTo>
                  <a:lnTo>
                    <a:pt x="916305" y="46196"/>
                  </a:lnTo>
                  <a:lnTo>
                    <a:pt x="907256" y="46196"/>
                  </a:lnTo>
                  <a:lnTo>
                    <a:pt x="896779" y="55721"/>
                  </a:lnTo>
                  <a:lnTo>
                    <a:pt x="908209" y="63818"/>
                  </a:lnTo>
                  <a:lnTo>
                    <a:pt x="917258" y="64294"/>
                  </a:lnTo>
                  <a:lnTo>
                    <a:pt x="936784" y="63341"/>
                  </a:lnTo>
                  <a:lnTo>
                    <a:pt x="946309" y="61436"/>
                  </a:lnTo>
                  <a:lnTo>
                    <a:pt x="955358" y="61436"/>
                  </a:lnTo>
                  <a:lnTo>
                    <a:pt x="972979" y="63818"/>
                  </a:lnTo>
                  <a:lnTo>
                    <a:pt x="1068229" y="70485"/>
                  </a:lnTo>
                  <a:lnTo>
                    <a:pt x="1070610" y="72866"/>
                  </a:lnTo>
                  <a:lnTo>
                    <a:pt x="1071086" y="76676"/>
                  </a:lnTo>
                  <a:lnTo>
                    <a:pt x="1053465" y="78581"/>
                  </a:lnTo>
                  <a:lnTo>
                    <a:pt x="1050131" y="77629"/>
                  </a:lnTo>
                  <a:lnTo>
                    <a:pt x="1047274" y="75724"/>
                  </a:lnTo>
                  <a:lnTo>
                    <a:pt x="1041083" y="74295"/>
                  </a:lnTo>
                  <a:lnTo>
                    <a:pt x="1026795" y="72866"/>
                  </a:lnTo>
                  <a:lnTo>
                    <a:pt x="944880" y="69533"/>
                  </a:lnTo>
                  <a:lnTo>
                    <a:pt x="934879" y="70485"/>
                  </a:lnTo>
                  <a:lnTo>
                    <a:pt x="928211" y="72390"/>
                  </a:lnTo>
                  <a:lnTo>
                    <a:pt x="928211" y="74295"/>
                  </a:lnTo>
                  <a:lnTo>
                    <a:pt x="961549" y="89535"/>
                  </a:lnTo>
                  <a:lnTo>
                    <a:pt x="970121" y="95250"/>
                  </a:lnTo>
                  <a:lnTo>
                    <a:pt x="972979" y="103823"/>
                  </a:lnTo>
                  <a:lnTo>
                    <a:pt x="969645" y="108585"/>
                  </a:lnTo>
                  <a:lnTo>
                    <a:pt x="962501" y="112871"/>
                  </a:lnTo>
                  <a:lnTo>
                    <a:pt x="959644" y="125730"/>
                  </a:lnTo>
                  <a:lnTo>
                    <a:pt x="960120" y="132398"/>
                  </a:lnTo>
                  <a:lnTo>
                    <a:pt x="961549" y="138113"/>
                  </a:lnTo>
                  <a:lnTo>
                    <a:pt x="963930" y="142875"/>
                  </a:lnTo>
                  <a:lnTo>
                    <a:pt x="963930" y="146685"/>
                  </a:lnTo>
                  <a:lnTo>
                    <a:pt x="961549" y="149543"/>
                  </a:lnTo>
                  <a:lnTo>
                    <a:pt x="957263" y="152400"/>
                  </a:lnTo>
                  <a:lnTo>
                    <a:pt x="951548" y="151924"/>
                  </a:lnTo>
                  <a:lnTo>
                    <a:pt x="937736" y="148590"/>
                  </a:lnTo>
                  <a:lnTo>
                    <a:pt x="892493" y="126683"/>
                  </a:lnTo>
                  <a:lnTo>
                    <a:pt x="867251" y="120491"/>
                  </a:lnTo>
                  <a:lnTo>
                    <a:pt x="816293" y="101441"/>
                  </a:lnTo>
                  <a:lnTo>
                    <a:pt x="776288" y="95726"/>
                  </a:lnTo>
                  <a:lnTo>
                    <a:pt x="749618" y="95726"/>
                  </a:lnTo>
                  <a:lnTo>
                    <a:pt x="743903" y="96679"/>
                  </a:lnTo>
                  <a:lnTo>
                    <a:pt x="745808" y="103346"/>
                  </a:lnTo>
                  <a:lnTo>
                    <a:pt x="753428" y="115253"/>
                  </a:lnTo>
                  <a:lnTo>
                    <a:pt x="764381" y="124778"/>
                  </a:lnTo>
                  <a:lnTo>
                    <a:pt x="788194" y="137160"/>
                  </a:lnTo>
                  <a:lnTo>
                    <a:pt x="793433" y="141446"/>
                  </a:lnTo>
                  <a:lnTo>
                    <a:pt x="789623" y="142875"/>
                  </a:lnTo>
                  <a:lnTo>
                    <a:pt x="782003" y="143351"/>
                  </a:lnTo>
                  <a:lnTo>
                    <a:pt x="765334" y="141923"/>
                  </a:lnTo>
                  <a:lnTo>
                    <a:pt x="747236" y="142875"/>
                  </a:lnTo>
                  <a:lnTo>
                    <a:pt x="731520" y="132398"/>
                  </a:lnTo>
                  <a:lnTo>
                    <a:pt x="717709" y="128111"/>
                  </a:lnTo>
                  <a:lnTo>
                    <a:pt x="682943" y="108109"/>
                  </a:lnTo>
                  <a:lnTo>
                    <a:pt x="674370" y="108109"/>
                  </a:lnTo>
                  <a:lnTo>
                    <a:pt x="671513" y="113824"/>
                  </a:lnTo>
                  <a:lnTo>
                    <a:pt x="671989" y="124778"/>
                  </a:lnTo>
                  <a:lnTo>
                    <a:pt x="678180" y="131445"/>
                  </a:lnTo>
                  <a:lnTo>
                    <a:pt x="676751" y="137160"/>
                  </a:lnTo>
                  <a:lnTo>
                    <a:pt x="674370" y="145256"/>
                  </a:lnTo>
                  <a:lnTo>
                    <a:pt x="671036" y="150971"/>
                  </a:lnTo>
                  <a:lnTo>
                    <a:pt x="666274" y="154781"/>
                  </a:lnTo>
                  <a:lnTo>
                    <a:pt x="661035" y="160020"/>
                  </a:lnTo>
                  <a:lnTo>
                    <a:pt x="656749" y="162878"/>
                  </a:lnTo>
                  <a:lnTo>
                    <a:pt x="655320" y="160973"/>
                  </a:lnTo>
                  <a:lnTo>
                    <a:pt x="655320" y="156210"/>
                  </a:lnTo>
                  <a:lnTo>
                    <a:pt x="655796" y="129540"/>
                  </a:lnTo>
                  <a:lnTo>
                    <a:pt x="652939" y="120968"/>
                  </a:lnTo>
                  <a:lnTo>
                    <a:pt x="646748" y="114776"/>
                  </a:lnTo>
                  <a:lnTo>
                    <a:pt x="641985" y="111443"/>
                  </a:lnTo>
                  <a:lnTo>
                    <a:pt x="631984" y="107633"/>
                  </a:lnTo>
                  <a:lnTo>
                    <a:pt x="622935" y="105728"/>
                  </a:lnTo>
                  <a:lnTo>
                    <a:pt x="616744" y="105728"/>
                  </a:lnTo>
                  <a:lnTo>
                    <a:pt x="595789" y="110014"/>
                  </a:lnTo>
                  <a:lnTo>
                    <a:pt x="591026" y="111443"/>
                  </a:lnTo>
                  <a:lnTo>
                    <a:pt x="589121" y="114300"/>
                  </a:lnTo>
                  <a:lnTo>
                    <a:pt x="566738" y="116205"/>
                  </a:lnTo>
                  <a:lnTo>
                    <a:pt x="553879" y="115729"/>
                  </a:lnTo>
                  <a:lnTo>
                    <a:pt x="515303" y="120491"/>
                  </a:lnTo>
                  <a:lnTo>
                    <a:pt x="481489" y="126683"/>
                  </a:lnTo>
                  <a:lnTo>
                    <a:pt x="462915" y="133826"/>
                  </a:lnTo>
                  <a:lnTo>
                    <a:pt x="462915" y="135731"/>
                  </a:lnTo>
                  <a:lnTo>
                    <a:pt x="478155" y="140970"/>
                  </a:lnTo>
                  <a:lnTo>
                    <a:pt x="486728" y="146209"/>
                  </a:lnTo>
                  <a:lnTo>
                    <a:pt x="498158" y="154781"/>
                  </a:lnTo>
                  <a:lnTo>
                    <a:pt x="511016" y="162401"/>
                  </a:lnTo>
                  <a:lnTo>
                    <a:pt x="534353" y="172879"/>
                  </a:lnTo>
                  <a:lnTo>
                    <a:pt x="544830" y="178594"/>
                  </a:lnTo>
                  <a:lnTo>
                    <a:pt x="551498" y="183833"/>
                  </a:lnTo>
                  <a:lnTo>
                    <a:pt x="552926" y="186214"/>
                  </a:lnTo>
                  <a:lnTo>
                    <a:pt x="549117" y="186214"/>
                  </a:lnTo>
                  <a:lnTo>
                    <a:pt x="544830" y="184785"/>
                  </a:lnTo>
                  <a:lnTo>
                    <a:pt x="537210" y="180975"/>
                  </a:lnTo>
                  <a:lnTo>
                    <a:pt x="522923" y="171926"/>
                  </a:lnTo>
                  <a:lnTo>
                    <a:pt x="513398" y="167640"/>
                  </a:lnTo>
                  <a:lnTo>
                    <a:pt x="503396" y="165259"/>
                  </a:lnTo>
                  <a:lnTo>
                    <a:pt x="491490" y="159544"/>
                  </a:lnTo>
                  <a:lnTo>
                    <a:pt x="473393" y="148590"/>
                  </a:lnTo>
                  <a:lnTo>
                    <a:pt x="462439" y="143828"/>
                  </a:lnTo>
                  <a:lnTo>
                    <a:pt x="450056" y="142399"/>
                  </a:lnTo>
                  <a:lnTo>
                    <a:pt x="441008" y="140018"/>
                  </a:lnTo>
                  <a:lnTo>
                    <a:pt x="434340" y="139541"/>
                  </a:lnTo>
                  <a:lnTo>
                    <a:pt x="422910" y="140970"/>
                  </a:lnTo>
                  <a:lnTo>
                    <a:pt x="409099" y="146209"/>
                  </a:lnTo>
                  <a:lnTo>
                    <a:pt x="403384" y="150019"/>
                  </a:lnTo>
                  <a:lnTo>
                    <a:pt x="397193" y="155258"/>
                  </a:lnTo>
                  <a:lnTo>
                    <a:pt x="396240" y="159544"/>
                  </a:lnTo>
                  <a:lnTo>
                    <a:pt x="398145" y="164783"/>
                  </a:lnTo>
                  <a:lnTo>
                    <a:pt x="399574" y="172879"/>
                  </a:lnTo>
                  <a:lnTo>
                    <a:pt x="400526" y="183833"/>
                  </a:lnTo>
                  <a:lnTo>
                    <a:pt x="398621" y="192881"/>
                  </a:lnTo>
                  <a:lnTo>
                    <a:pt x="393383" y="200501"/>
                  </a:lnTo>
                  <a:lnTo>
                    <a:pt x="389096" y="204788"/>
                  </a:lnTo>
                  <a:lnTo>
                    <a:pt x="386239" y="206216"/>
                  </a:lnTo>
                  <a:lnTo>
                    <a:pt x="382429" y="206216"/>
                  </a:lnTo>
                  <a:lnTo>
                    <a:pt x="374809" y="204311"/>
                  </a:lnTo>
                  <a:lnTo>
                    <a:pt x="368141" y="201454"/>
                  </a:lnTo>
                  <a:lnTo>
                    <a:pt x="359569" y="199549"/>
                  </a:lnTo>
                  <a:lnTo>
                    <a:pt x="346710" y="198120"/>
                  </a:lnTo>
                  <a:lnTo>
                    <a:pt x="338614" y="197644"/>
                  </a:lnTo>
                  <a:lnTo>
                    <a:pt x="335280" y="199073"/>
                  </a:lnTo>
                  <a:lnTo>
                    <a:pt x="327660" y="204311"/>
                  </a:lnTo>
                  <a:lnTo>
                    <a:pt x="326708" y="209074"/>
                  </a:lnTo>
                  <a:lnTo>
                    <a:pt x="331470" y="220504"/>
                  </a:lnTo>
                  <a:lnTo>
                    <a:pt x="333851" y="224314"/>
                  </a:lnTo>
                  <a:lnTo>
                    <a:pt x="332899" y="224790"/>
                  </a:lnTo>
                  <a:lnTo>
                    <a:pt x="320040" y="214789"/>
                  </a:lnTo>
                  <a:lnTo>
                    <a:pt x="315278" y="212408"/>
                  </a:lnTo>
                  <a:lnTo>
                    <a:pt x="310515" y="211455"/>
                  </a:lnTo>
                  <a:lnTo>
                    <a:pt x="304800" y="211455"/>
                  </a:lnTo>
                  <a:lnTo>
                    <a:pt x="283369" y="215741"/>
                  </a:lnTo>
                  <a:lnTo>
                    <a:pt x="277178" y="218599"/>
                  </a:lnTo>
                  <a:lnTo>
                    <a:pt x="264795" y="229076"/>
                  </a:lnTo>
                  <a:lnTo>
                    <a:pt x="254794" y="234791"/>
                  </a:lnTo>
                  <a:lnTo>
                    <a:pt x="244793" y="241459"/>
                  </a:lnTo>
                  <a:lnTo>
                    <a:pt x="239554" y="243364"/>
                  </a:lnTo>
                  <a:lnTo>
                    <a:pt x="233839" y="244316"/>
                  </a:lnTo>
                  <a:lnTo>
                    <a:pt x="228124" y="246221"/>
                  </a:lnTo>
                  <a:lnTo>
                    <a:pt x="220028" y="249555"/>
                  </a:lnTo>
                  <a:lnTo>
                    <a:pt x="211931" y="253841"/>
                  </a:lnTo>
                  <a:lnTo>
                    <a:pt x="198596" y="262890"/>
                  </a:lnTo>
                  <a:lnTo>
                    <a:pt x="196691" y="265271"/>
                  </a:lnTo>
                  <a:lnTo>
                    <a:pt x="191929" y="273368"/>
                  </a:lnTo>
                  <a:lnTo>
                    <a:pt x="191453" y="277654"/>
                  </a:lnTo>
                  <a:lnTo>
                    <a:pt x="193358" y="281940"/>
                  </a:lnTo>
                  <a:lnTo>
                    <a:pt x="196215" y="285274"/>
                  </a:lnTo>
                  <a:lnTo>
                    <a:pt x="199549" y="287655"/>
                  </a:lnTo>
                  <a:lnTo>
                    <a:pt x="203359" y="289084"/>
                  </a:lnTo>
                  <a:lnTo>
                    <a:pt x="216694" y="288608"/>
                  </a:lnTo>
                  <a:lnTo>
                    <a:pt x="221933" y="289084"/>
                  </a:lnTo>
                  <a:lnTo>
                    <a:pt x="232410" y="292418"/>
                  </a:lnTo>
                  <a:lnTo>
                    <a:pt x="238125" y="292894"/>
                  </a:lnTo>
                  <a:lnTo>
                    <a:pt x="246698" y="290989"/>
                  </a:lnTo>
                  <a:lnTo>
                    <a:pt x="251936" y="288608"/>
                  </a:lnTo>
                  <a:lnTo>
                    <a:pt x="257651" y="288131"/>
                  </a:lnTo>
                  <a:lnTo>
                    <a:pt x="265748" y="288608"/>
                  </a:lnTo>
                  <a:lnTo>
                    <a:pt x="274320" y="286703"/>
                  </a:lnTo>
                  <a:lnTo>
                    <a:pt x="280988" y="284321"/>
                  </a:lnTo>
                  <a:lnTo>
                    <a:pt x="284321" y="283845"/>
                  </a:lnTo>
                  <a:lnTo>
                    <a:pt x="288131" y="284321"/>
                  </a:lnTo>
                  <a:lnTo>
                    <a:pt x="292418" y="286226"/>
                  </a:lnTo>
                  <a:lnTo>
                    <a:pt x="293370" y="287179"/>
                  </a:lnTo>
                  <a:lnTo>
                    <a:pt x="283845" y="289084"/>
                  </a:lnTo>
                  <a:lnTo>
                    <a:pt x="278130" y="291465"/>
                  </a:lnTo>
                  <a:lnTo>
                    <a:pt x="272891" y="294323"/>
                  </a:lnTo>
                  <a:lnTo>
                    <a:pt x="271463" y="296704"/>
                  </a:lnTo>
                  <a:lnTo>
                    <a:pt x="269081" y="303371"/>
                  </a:lnTo>
                  <a:lnTo>
                    <a:pt x="266224" y="314325"/>
                  </a:lnTo>
                  <a:lnTo>
                    <a:pt x="261938" y="325755"/>
                  </a:lnTo>
                  <a:lnTo>
                    <a:pt x="256223" y="337185"/>
                  </a:lnTo>
                  <a:lnTo>
                    <a:pt x="251936" y="344805"/>
                  </a:lnTo>
                  <a:lnTo>
                    <a:pt x="247174" y="349568"/>
                  </a:lnTo>
                  <a:lnTo>
                    <a:pt x="238125" y="357188"/>
                  </a:lnTo>
                  <a:lnTo>
                    <a:pt x="233363" y="360521"/>
                  </a:lnTo>
                  <a:lnTo>
                    <a:pt x="229553" y="361474"/>
                  </a:lnTo>
                  <a:lnTo>
                    <a:pt x="223838" y="361474"/>
                  </a:lnTo>
                  <a:lnTo>
                    <a:pt x="212408" y="360045"/>
                  </a:lnTo>
                  <a:lnTo>
                    <a:pt x="186214" y="360998"/>
                  </a:lnTo>
                  <a:lnTo>
                    <a:pt x="181928" y="361474"/>
                  </a:lnTo>
                  <a:lnTo>
                    <a:pt x="174308" y="364331"/>
                  </a:lnTo>
                  <a:lnTo>
                    <a:pt x="169069" y="365284"/>
                  </a:lnTo>
                  <a:lnTo>
                    <a:pt x="162401" y="365284"/>
                  </a:lnTo>
                  <a:lnTo>
                    <a:pt x="151924" y="367189"/>
                  </a:lnTo>
                  <a:lnTo>
                    <a:pt x="136684" y="371475"/>
                  </a:lnTo>
                  <a:lnTo>
                    <a:pt x="130016" y="374333"/>
                  </a:lnTo>
                  <a:lnTo>
                    <a:pt x="130493" y="375761"/>
                  </a:lnTo>
                  <a:lnTo>
                    <a:pt x="133350" y="378619"/>
                  </a:lnTo>
                  <a:lnTo>
                    <a:pt x="133350" y="379571"/>
                  </a:lnTo>
                  <a:lnTo>
                    <a:pt x="130969" y="380048"/>
                  </a:lnTo>
                  <a:lnTo>
                    <a:pt x="97631" y="386239"/>
                  </a:lnTo>
                  <a:lnTo>
                    <a:pt x="82868" y="390049"/>
                  </a:lnTo>
                  <a:lnTo>
                    <a:pt x="75724" y="392430"/>
                  </a:lnTo>
                  <a:lnTo>
                    <a:pt x="71438" y="394811"/>
                  </a:lnTo>
                  <a:lnTo>
                    <a:pt x="66199" y="396240"/>
                  </a:lnTo>
                  <a:lnTo>
                    <a:pt x="49530" y="395764"/>
                  </a:lnTo>
                  <a:lnTo>
                    <a:pt x="45244" y="396240"/>
                  </a:lnTo>
                  <a:lnTo>
                    <a:pt x="40481" y="397193"/>
                  </a:lnTo>
                  <a:lnTo>
                    <a:pt x="27623" y="402431"/>
                  </a:lnTo>
                  <a:lnTo>
                    <a:pt x="14764" y="406241"/>
                  </a:lnTo>
                  <a:lnTo>
                    <a:pt x="12383" y="407670"/>
                  </a:lnTo>
                  <a:lnTo>
                    <a:pt x="5239" y="413861"/>
                  </a:lnTo>
                  <a:lnTo>
                    <a:pt x="3810" y="416719"/>
                  </a:lnTo>
                  <a:lnTo>
                    <a:pt x="5239" y="418624"/>
                  </a:lnTo>
                  <a:lnTo>
                    <a:pt x="8573" y="421481"/>
                  </a:lnTo>
                  <a:lnTo>
                    <a:pt x="8096" y="422910"/>
                  </a:lnTo>
                  <a:lnTo>
                    <a:pt x="0" y="429101"/>
                  </a:lnTo>
                  <a:lnTo>
                    <a:pt x="953" y="431959"/>
                  </a:lnTo>
                  <a:lnTo>
                    <a:pt x="8096" y="437198"/>
                  </a:lnTo>
                  <a:lnTo>
                    <a:pt x="19526" y="444341"/>
                  </a:lnTo>
                  <a:lnTo>
                    <a:pt x="22384" y="446723"/>
                  </a:lnTo>
                  <a:lnTo>
                    <a:pt x="25718" y="448151"/>
                  </a:lnTo>
                  <a:lnTo>
                    <a:pt x="40005" y="451009"/>
                  </a:lnTo>
                  <a:lnTo>
                    <a:pt x="44768" y="452914"/>
                  </a:lnTo>
                  <a:lnTo>
                    <a:pt x="49054" y="456248"/>
                  </a:lnTo>
                  <a:lnTo>
                    <a:pt x="52864" y="457676"/>
                  </a:lnTo>
                  <a:lnTo>
                    <a:pt x="62389" y="459105"/>
                  </a:lnTo>
                  <a:lnTo>
                    <a:pt x="71438" y="459105"/>
                  </a:lnTo>
                  <a:lnTo>
                    <a:pt x="75248" y="458629"/>
                  </a:lnTo>
                  <a:lnTo>
                    <a:pt x="82868" y="456248"/>
                  </a:lnTo>
                  <a:lnTo>
                    <a:pt x="92869" y="456248"/>
                  </a:lnTo>
                  <a:lnTo>
                    <a:pt x="93821" y="457200"/>
                  </a:lnTo>
                  <a:lnTo>
                    <a:pt x="86678" y="459581"/>
                  </a:lnTo>
                  <a:lnTo>
                    <a:pt x="77153" y="465296"/>
                  </a:lnTo>
                  <a:lnTo>
                    <a:pt x="78105" y="466725"/>
                  </a:lnTo>
                  <a:lnTo>
                    <a:pt x="85725" y="467201"/>
                  </a:lnTo>
                  <a:lnTo>
                    <a:pt x="92393" y="471011"/>
                  </a:lnTo>
                  <a:lnTo>
                    <a:pt x="92869" y="474821"/>
                  </a:lnTo>
                  <a:lnTo>
                    <a:pt x="97631" y="477203"/>
                  </a:lnTo>
                  <a:lnTo>
                    <a:pt x="119063" y="482918"/>
                  </a:lnTo>
                  <a:lnTo>
                    <a:pt x="124301" y="483394"/>
                  </a:lnTo>
                  <a:lnTo>
                    <a:pt x="128111" y="482918"/>
                  </a:lnTo>
                  <a:lnTo>
                    <a:pt x="131921" y="481489"/>
                  </a:lnTo>
                  <a:lnTo>
                    <a:pt x="136208" y="479108"/>
                  </a:lnTo>
                  <a:lnTo>
                    <a:pt x="140494" y="475298"/>
                  </a:lnTo>
                  <a:lnTo>
                    <a:pt x="144304" y="473869"/>
                  </a:lnTo>
                  <a:lnTo>
                    <a:pt x="147161" y="474345"/>
                  </a:lnTo>
                  <a:lnTo>
                    <a:pt x="155258" y="477679"/>
                  </a:lnTo>
                  <a:lnTo>
                    <a:pt x="160496" y="478631"/>
                  </a:lnTo>
                  <a:lnTo>
                    <a:pt x="165735" y="479584"/>
                  </a:lnTo>
                  <a:lnTo>
                    <a:pt x="175736" y="479108"/>
                  </a:lnTo>
                  <a:lnTo>
                    <a:pt x="181451" y="477679"/>
                  </a:lnTo>
                  <a:lnTo>
                    <a:pt x="193834" y="471011"/>
                  </a:lnTo>
                  <a:lnTo>
                    <a:pt x="200025" y="468154"/>
                  </a:lnTo>
                  <a:lnTo>
                    <a:pt x="205264" y="467201"/>
                  </a:lnTo>
                  <a:lnTo>
                    <a:pt x="209550" y="467678"/>
                  </a:lnTo>
                  <a:lnTo>
                    <a:pt x="218123" y="472440"/>
                  </a:lnTo>
                  <a:lnTo>
                    <a:pt x="222885" y="476250"/>
                  </a:lnTo>
                  <a:lnTo>
                    <a:pt x="224314" y="479584"/>
                  </a:lnTo>
                  <a:lnTo>
                    <a:pt x="222409" y="482918"/>
                  </a:lnTo>
                  <a:lnTo>
                    <a:pt x="218123" y="488156"/>
                  </a:lnTo>
                  <a:lnTo>
                    <a:pt x="218123" y="491490"/>
                  </a:lnTo>
                  <a:lnTo>
                    <a:pt x="220504" y="495300"/>
                  </a:lnTo>
                  <a:lnTo>
                    <a:pt x="220028" y="496729"/>
                  </a:lnTo>
                  <a:lnTo>
                    <a:pt x="209074" y="492443"/>
                  </a:lnTo>
                  <a:lnTo>
                    <a:pt x="200978" y="490538"/>
                  </a:lnTo>
                  <a:lnTo>
                    <a:pt x="184309" y="489109"/>
                  </a:lnTo>
                  <a:lnTo>
                    <a:pt x="160496" y="489585"/>
                  </a:lnTo>
                  <a:lnTo>
                    <a:pt x="144780" y="492443"/>
                  </a:lnTo>
                  <a:lnTo>
                    <a:pt x="139541" y="494824"/>
                  </a:lnTo>
                  <a:lnTo>
                    <a:pt x="131921" y="502920"/>
                  </a:lnTo>
                  <a:lnTo>
                    <a:pt x="109061" y="500539"/>
                  </a:lnTo>
                  <a:lnTo>
                    <a:pt x="76676" y="502920"/>
                  </a:lnTo>
                  <a:lnTo>
                    <a:pt x="67628" y="504349"/>
                  </a:lnTo>
                  <a:lnTo>
                    <a:pt x="64294" y="505778"/>
                  </a:lnTo>
                  <a:lnTo>
                    <a:pt x="60960" y="508159"/>
                  </a:lnTo>
                  <a:lnTo>
                    <a:pt x="57626" y="511493"/>
                  </a:lnTo>
                  <a:lnTo>
                    <a:pt x="58103" y="514826"/>
                  </a:lnTo>
                  <a:lnTo>
                    <a:pt x="62389" y="518160"/>
                  </a:lnTo>
                  <a:lnTo>
                    <a:pt x="71914" y="521970"/>
                  </a:lnTo>
                  <a:lnTo>
                    <a:pt x="70485" y="522923"/>
                  </a:lnTo>
                  <a:lnTo>
                    <a:pt x="70009" y="524351"/>
                  </a:lnTo>
                  <a:lnTo>
                    <a:pt x="70009" y="526256"/>
                  </a:lnTo>
                  <a:lnTo>
                    <a:pt x="71914" y="528161"/>
                  </a:lnTo>
                  <a:lnTo>
                    <a:pt x="76200" y="529590"/>
                  </a:lnTo>
                  <a:lnTo>
                    <a:pt x="81915" y="530543"/>
                  </a:lnTo>
                  <a:lnTo>
                    <a:pt x="89059" y="527209"/>
                  </a:lnTo>
                  <a:lnTo>
                    <a:pt x="107156" y="517684"/>
                  </a:lnTo>
                  <a:lnTo>
                    <a:pt x="106680" y="519113"/>
                  </a:lnTo>
                  <a:lnTo>
                    <a:pt x="104775" y="521970"/>
                  </a:lnTo>
                  <a:lnTo>
                    <a:pt x="101441" y="525780"/>
                  </a:lnTo>
                  <a:lnTo>
                    <a:pt x="100965" y="529114"/>
                  </a:lnTo>
                  <a:lnTo>
                    <a:pt x="103346" y="532448"/>
                  </a:lnTo>
                  <a:lnTo>
                    <a:pt x="105728" y="534829"/>
                  </a:lnTo>
                  <a:lnTo>
                    <a:pt x="108109" y="535781"/>
                  </a:lnTo>
                  <a:lnTo>
                    <a:pt x="122396" y="539115"/>
                  </a:lnTo>
                  <a:lnTo>
                    <a:pt x="139065" y="540544"/>
                  </a:lnTo>
                  <a:lnTo>
                    <a:pt x="157639" y="540068"/>
                  </a:lnTo>
                  <a:lnTo>
                    <a:pt x="161449" y="541973"/>
                  </a:lnTo>
                  <a:lnTo>
                    <a:pt x="160496" y="542925"/>
                  </a:lnTo>
                  <a:lnTo>
                    <a:pt x="157163" y="544354"/>
                  </a:lnTo>
                  <a:lnTo>
                    <a:pt x="142875" y="546259"/>
                  </a:lnTo>
                  <a:lnTo>
                    <a:pt x="135731" y="548164"/>
                  </a:lnTo>
                  <a:lnTo>
                    <a:pt x="117634" y="556736"/>
                  </a:lnTo>
                  <a:lnTo>
                    <a:pt x="114776" y="559118"/>
                  </a:lnTo>
                  <a:lnTo>
                    <a:pt x="115729" y="561023"/>
                  </a:lnTo>
                  <a:lnTo>
                    <a:pt x="118586" y="563880"/>
                  </a:lnTo>
                  <a:lnTo>
                    <a:pt x="127635" y="567690"/>
                  </a:lnTo>
                  <a:lnTo>
                    <a:pt x="139541" y="574358"/>
                  </a:lnTo>
                  <a:lnTo>
                    <a:pt x="146209" y="576739"/>
                  </a:lnTo>
                  <a:lnTo>
                    <a:pt x="154305" y="581025"/>
                  </a:lnTo>
                  <a:lnTo>
                    <a:pt x="160020" y="582454"/>
                  </a:lnTo>
                  <a:lnTo>
                    <a:pt x="204788" y="589121"/>
                  </a:lnTo>
                  <a:lnTo>
                    <a:pt x="210026" y="588645"/>
                  </a:lnTo>
                  <a:lnTo>
                    <a:pt x="203835" y="583406"/>
                  </a:lnTo>
                  <a:lnTo>
                    <a:pt x="197168" y="576263"/>
                  </a:lnTo>
                  <a:lnTo>
                    <a:pt x="196215" y="573405"/>
                  </a:lnTo>
                  <a:lnTo>
                    <a:pt x="199073" y="571976"/>
                  </a:lnTo>
                  <a:lnTo>
                    <a:pt x="202883" y="571500"/>
                  </a:lnTo>
                  <a:lnTo>
                    <a:pt x="210026" y="575310"/>
                  </a:lnTo>
                  <a:lnTo>
                    <a:pt x="213836" y="576739"/>
                  </a:lnTo>
                  <a:lnTo>
                    <a:pt x="216694" y="577215"/>
                  </a:lnTo>
                  <a:lnTo>
                    <a:pt x="220028" y="576263"/>
                  </a:lnTo>
                  <a:lnTo>
                    <a:pt x="227648" y="571500"/>
                  </a:lnTo>
                  <a:lnTo>
                    <a:pt x="233839" y="570071"/>
                  </a:lnTo>
                  <a:lnTo>
                    <a:pt x="236696" y="570071"/>
                  </a:lnTo>
                  <a:lnTo>
                    <a:pt x="239554" y="571500"/>
                  </a:lnTo>
                  <a:lnTo>
                    <a:pt x="242888" y="574358"/>
                  </a:lnTo>
                  <a:lnTo>
                    <a:pt x="246698" y="576263"/>
                  </a:lnTo>
                  <a:lnTo>
                    <a:pt x="250508" y="577215"/>
                  </a:lnTo>
                  <a:lnTo>
                    <a:pt x="253365" y="577215"/>
                  </a:lnTo>
                  <a:lnTo>
                    <a:pt x="255270" y="576263"/>
                  </a:lnTo>
                  <a:lnTo>
                    <a:pt x="262890" y="575786"/>
                  </a:lnTo>
                  <a:lnTo>
                    <a:pt x="269081" y="574358"/>
                  </a:lnTo>
                  <a:lnTo>
                    <a:pt x="276701" y="571500"/>
                  </a:lnTo>
                  <a:lnTo>
                    <a:pt x="281940" y="569119"/>
                  </a:lnTo>
                  <a:lnTo>
                    <a:pt x="287179" y="565785"/>
                  </a:lnTo>
                  <a:lnTo>
                    <a:pt x="290036" y="564833"/>
                  </a:lnTo>
                  <a:lnTo>
                    <a:pt x="292894" y="565785"/>
                  </a:lnTo>
                  <a:lnTo>
                    <a:pt x="295751" y="568643"/>
                  </a:lnTo>
                  <a:lnTo>
                    <a:pt x="301466" y="572453"/>
                  </a:lnTo>
                  <a:lnTo>
                    <a:pt x="305276" y="571976"/>
                  </a:lnTo>
                  <a:lnTo>
                    <a:pt x="312896" y="567690"/>
                  </a:lnTo>
                  <a:lnTo>
                    <a:pt x="319088" y="563404"/>
                  </a:lnTo>
                  <a:lnTo>
                    <a:pt x="324326" y="562451"/>
                  </a:lnTo>
                  <a:lnTo>
                    <a:pt x="333851" y="564833"/>
                  </a:lnTo>
                  <a:lnTo>
                    <a:pt x="340043" y="568643"/>
                  </a:lnTo>
                  <a:lnTo>
                    <a:pt x="342900" y="569119"/>
                  </a:lnTo>
                  <a:lnTo>
                    <a:pt x="351473" y="568643"/>
                  </a:lnTo>
                  <a:lnTo>
                    <a:pt x="365284" y="570071"/>
                  </a:lnTo>
                  <a:lnTo>
                    <a:pt x="381476" y="573881"/>
                  </a:lnTo>
                  <a:lnTo>
                    <a:pt x="390049" y="574358"/>
                  </a:lnTo>
                  <a:lnTo>
                    <a:pt x="396240" y="575786"/>
                  </a:lnTo>
                  <a:lnTo>
                    <a:pt x="406718" y="580073"/>
                  </a:lnTo>
                  <a:lnTo>
                    <a:pt x="430530" y="587216"/>
                  </a:lnTo>
                  <a:lnTo>
                    <a:pt x="446246" y="593884"/>
                  </a:lnTo>
                  <a:lnTo>
                    <a:pt x="455295" y="596265"/>
                  </a:lnTo>
                  <a:lnTo>
                    <a:pt x="461486" y="599123"/>
                  </a:lnTo>
                  <a:lnTo>
                    <a:pt x="467678" y="602933"/>
                  </a:lnTo>
                  <a:lnTo>
                    <a:pt x="474345" y="605314"/>
                  </a:lnTo>
                  <a:lnTo>
                    <a:pt x="481965" y="606266"/>
                  </a:lnTo>
                  <a:lnTo>
                    <a:pt x="486728" y="608171"/>
                  </a:lnTo>
                  <a:lnTo>
                    <a:pt x="491490" y="613410"/>
                  </a:lnTo>
                  <a:lnTo>
                    <a:pt x="495776" y="620554"/>
                  </a:lnTo>
                  <a:lnTo>
                    <a:pt x="494824" y="622935"/>
                  </a:lnTo>
                  <a:lnTo>
                    <a:pt x="483870" y="628650"/>
                  </a:lnTo>
                  <a:lnTo>
                    <a:pt x="485299" y="631031"/>
                  </a:lnTo>
                  <a:lnTo>
                    <a:pt x="495776" y="636270"/>
                  </a:lnTo>
                  <a:lnTo>
                    <a:pt x="498158" y="638651"/>
                  </a:lnTo>
                  <a:lnTo>
                    <a:pt x="500539" y="641509"/>
                  </a:lnTo>
                  <a:lnTo>
                    <a:pt x="505301" y="648176"/>
                  </a:lnTo>
                  <a:lnTo>
                    <a:pt x="510540" y="652463"/>
                  </a:lnTo>
                  <a:lnTo>
                    <a:pt x="525780" y="658654"/>
                  </a:lnTo>
                  <a:lnTo>
                    <a:pt x="531495" y="661988"/>
                  </a:lnTo>
                  <a:lnTo>
                    <a:pt x="535781" y="665798"/>
                  </a:lnTo>
                  <a:lnTo>
                    <a:pt x="538639" y="669608"/>
                  </a:lnTo>
                  <a:lnTo>
                    <a:pt x="540544" y="673418"/>
                  </a:lnTo>
                  <a:lnTo>
                    <a:pt x="542449" y="675799"/>
                  </a:lnTo>
                  <a:lnTo>
                    <a:pt x="544830" y="677228"/>
                  </a:lnTo>
                  <a:lnTo>
                    <a:pt x="554355" y="681038"/>
                  </a:lnTo>
                  <a:lnTo>
                    <a:pt x="563404" y="686753"/>
                  </a:lnTo>
                  <a:lnTo>
                    <a:pt x="560070" y="689134"/>
                  </a:lnTo>
                  <a:lnTo>
                    <a:pt x="556736" y="689610"/>
                  </a:lnTo>
                  <a:lnTo>
                    <a:pt x="549593" y="691515"/>
                  </a:lnTo>
                  <a:lnTo>
                    <a:pt x="547688" y="693420"/>
                  </a:lnTo>
                  <a:lnTo>
                    <a:pt x="550069" y="696754"/>
                  </a:lnTo>
                  <a:lnTo>
                    <a:pt x="549593" y="700088"/>
                  </a:lnTo>
                  <a:lnTo>
                    <a:pt x="550545" y="703421"/>
                  </a:lnTo>
                  <a:lnTo>
                    <a:pt x="548164" y="707231"/>
                  </a:lnTo>
                  <a:lnTo>
                    <a:pt x="540068" y="708660"/>
                  </a:lnTo>
                  <a:lnTo>
                    <a:pt x="534353" y="711041"/>
                  </a:lnTo>
                  <a:lnTo>
                    <a:pt x="530543" y="713423"/>
                  </a:lnTo>
                  <a:lnTo>
                    <a:pt x="531971" y="713899"/>
                  </a:lnTo>
                  <a:lnTo>
                    <a:pt x="540068" y="712946"/>
                  </a:lnTo>
                  <a:lnTo>
                    <a:pt x="550069" y="711041"/>
                  </a:lnTo>
                  <a:lnTo>
                    <a:pt x="555784" y="709613"/>
                  </a:lnTo>
                  <a:lnTo>
                    <a:pt x="559118" y="709613"/>
                  </a:lnTo>
                  <a:lnTo>
                    <a:pt x="562451" y="710565"/>
                  </a:lnTo>
                  <a:lnTo>
                    <a:pt x="564833" y="712946"/>
                  </a:lnTo>
                  <a:lnTo>
                    <a:pt x="568167" y="719138"/>
                  </a:lnTo>
                  <a:lnTo>
                    <a:pt x="570071" y="721043"/>
                  </a:lnTo>
                  <a:lnTo>
                    <a:pt x="571976" y="723900"/>
                  </a:lnTo>
                  <a:lnTo>
                    <a:pt x="572453" y="724853"/>
                  </a:lnTo>
                  <a:lnTo>
                    <a:pt x="572453" y="725805"/>
                  </a:lnTo>
                  <a:lnTo>
                    <a:pt x="574834" y="728186"/>
                  </a:lnTo>
                  <a:lnTo>
                    <a:pt x="576739" y="732473"/>
                  </a:lnTo>
                  <a:lnTo>
                    <a:pt x="577692" y="737235"/>
                  </a:lnTo>
                  <a:lnTo>
                    <a:pt x="575786" y="737711"/>
                  </a:lnTo>
                  <a:lnTo>
                    <a:pt x="573405" y="737235"/>
                  </a:lnTo>
                  <a:lnTo>
                    <a:pt x="571024" y="742950"/>
                  </a:lnTo>
                  <a:lnTo>
                    <a:pt x="569119" y="745808"/>
                  </a:lnTo>
                  <a:lnTo>
                    <a:pt x="568167" y="748189"/>
                  </a:lnTo>
                  <a:lnTo>
                    <a:pt x="568167" y="750094"/>
                  </a:lnTo>
                  <a:lnTo>
                    <a:pt x="571976" y="751523"/>
                  </a:lnTo>
                  <a:lnTo>
                    <a:pt x="575786" y="753428"/>
                  </a:lnTo>
                  <a:lnTo>
                    <a:pt x="578644" y="756285"/>
                  </a:lnTo>
                  <a:lnTo>
                    <a:pt x="579596" y="758190"/>
                  </a:lnTo>
                  <a:lnTo>
                    <a:pt x="580073" y="761048"/>
                  </a:lnTo>
                  <a:lnTo>
                    <a:pt x="582930" y="760095"/>
                  </a:lnTo>
                  <a:lnTo>
                    <a:pt x="590074" y="756285"/>
                  </a:lnTo>
                  <a:lnTo>
                    <a:pt x="593884" y="760571"/>
                  </a:lnTo>
                  <a:lnTo>
                    <a:pt x="595313" y="765334"/>
                  </a:lnTo>
                  <a:lnTo>
                    <a:pt x="594836" y="769620"/>
                  </a:lnTo>
                  <a:lnTo>
                    <a:pt x="592931" y="773430"/>
                  </a:lnTo>
                  <a:lnTo>
                    <a:pt x="589598" y="776288"/>
                  </a:lnTo>
                  <a:lnTo>
                    <a:pt x="584835" y="777716"/>
                  </a:lnTo>
                  <a:lnTo>
                    <a:pt x="581501" y="779621"/>
                  </a:lnTo>
                  <a:lnTo>
                    <a:pt x="581501" y="783431"/>
                  </a:lnTo>
                  <a:lnTo>
                    <a:pt x="582454" y="786289"/>
                  </a:lnTo>
                  <a:lnTo>
                    <a:pt x="583406" y="787241"/>
                  </a:lnTo>
                  <a:lnTo>
                    <a:pt x="586264" y="787718"/>
                  </a:lnTo>
                  <a:lnTo>
                    <a:pt x="589121" y="789146"/>
                  </a:lnTo>
                  <a:lnTo>
                    <a:pt x="591979" y="789623"/>
                  </a:lnTo>
                  <a:lnTo>
                    <a:pt x="594836" y="791051"/>
                  </a:lnTo>
                  <a:lnTo>
                    <a:pt x="597694" y="790575"/>
                  </a:lnTo>
                  <a:lnTo>
                    <a:pt x="600075" y="789146"/>
                  </a:lnTo>
                  <a:lnTo>
                    <a:pt x="601980" y="785813"/>
                  </a:lnTo>
                  <a:lnTo>
                    <a:pt x="609124" y="789146"/>
                  </a:lnTo>
                  <a:lnTo>
                    <a:pt x="612458" y="792480"/>
                  </a:lnTo>
                  <a:lnTo>
                    <a:pt x="613886" y="795338"/>
                  </a:lnTo>
                  <a:lnTo>
                    <a:pt x="612934" y="798195"/>
                  </a:lnTo>
                  <a:lnTo>
                    <a:pt x="612934" y="801053"/>
                  </a:lnTo>
                  <a:lnTo>
                    <a:pt x="613886" y="803434"/>
                  </a:lnTo>
                  <a:lnTo>
                    <a:pt x="613410" y="806768"/>
                  </a:lnTo>
                  <a:lnTo>
                    <a:pt x="611505" y="810578"/>
                  </a:lnTo>
                  <a:lnTo>
                    <a:pt x="606743" y="814864"/>
                  </a:lnTo>
                  <a:lnTo>
                    <a:pt x="602456" y="817245"/>
                  </a:lnTo>
                  <a:lnTo>
                    <a:pt x="600075" y="819626"/>
                  </a:lnTo>
                  <a:lnTo>
                    <a:pt x="588645" y="819626"/>
                  </a:lnTo>
                  <a:lnTo>
                    <a:pt x="583883" y="822960"/>
                  </a:lnTo>
                  <a:lnTo>
                    <a:pt x="584835" y="823913"/>
                  </a:lnTo>
                  <a:lnTo>
                    <a:pt x="589598" y="824865"/>
                  </a:lnTo>
                  <a:lnTo>
                    <a:pt x="593884" y="829151"/>
                  </a:lnTo>
                  <a:lnTo>
                    <a:pt x="591026" y="832009"/>
                  </a:lnTo>
                  <a:lnTo>
                    <a:pt x="583883" y="831533"/>
                  </a:lnTo>
                  <a:lnTo>
                    <a:pt x="582454" y="832485"/>
                  </a:lnTo>
                  <a:lnTo>
                    <a:pt x="581501" y="837248"/>
                  </a:lnTo>
                  <a:lnTo>
                    <a:pt x="584359" y="840105"/>
                  </a:lnTo>
                  <a:lnTo>
                    <a:pt x="593408" y="838676"/>
                  </a:lnTo>
                  <a:lnTo>
                    <a:pt x="607695" y="826294"/>
                  </a:lnTo>
                  <a:lnTo>
                    <a:pt x="609600" y="827246"/>
                  </a:lnTo>
                  <a:lnTo>
                    <a:pt x="609600" y="828675"/>
                  </a:lnTo>
                  <a:lnTo>
                    <a:pt x="608648" y="830580"/>
                  </a:lnTo>
                  <a:lnTo>
                    <a:pt x="605314" y="834390"/>
                  </a:lnTo>
                  <a:lnTo>
                    <a:pt x="593408" y="844391"/>
                  </a:lnTo>
                  <a:lnTo>
                    <a:pt x="588645" y="853916"/>
                  </a:lnTo>
                  <a:lnTo>
                    <a:pt x="585311" y="865823"/>
                  </a:lnTo>
                  <a:lnTo>
                    <a:pt x="582454" y="867728"/>
                  </a:lnTo>
                  <a:lnTo>
                    <a:pt x="581025" y="870585"/>
                  </a:lnTo>
                  <a:lnTo>
                    <a:pt x="581025" y="874871"/>
                  </a:lnTo>
                  <a:lnTo>
                    <a:pt x="583406" y="879634"/>
                  </a:lnTo>
                  <a:lnTo>
                    <a:pt x="588169" y="884873"/>
                  </a:lnTo>
                  <a:lnTo>
                    <a:pt x="591979" y="887730"/>
                  </a:lnTo>
                  <a:lnTo>
                    <a:pt x="601504" y="888683"/>
                  </a:lnTo>
                  <a:lnTo>
                    <a:pt x="609600" y="890588"/>
                  </a:lnTo>
                  <a:lnTo>
                    <a:pt x="613886" y="891064"/>
                  </a:lnTo>
                  <a:lnTo>
                    <a:pt x="626745" y="890111"/>
                  </a:lnTo>
                  <a:lnTo>
                    <a:pt x="631508" y="888206"/>
                  </a:lnTo>
                  <a:lnTo>
                    <a:pt x="633889" y="888206"/>
                  </a:lnTo>
                  <a:lnTo>
                    <a:pt x="638651" y="885825"/>
                  </a:lnTo>
                  <a:lnTo>
                    <a:pt x="640556" y="881539"/>
                  </a:lnTo>
                  <a:lnTo>
                    <a:pt x="639128" y="877253"/>
                  </a:lnTo>
                  <a:lnTo>
                    <a:pt x="636746" y="872966"/>
                  </a:lnTo>
                  <a:lnTo>
                    <a:pt x="638651" y="872966"/>
                  </a:lnTo>
                  <a:lnTo>
                    <a:pt x="641033" y="873919"/>
                  </a:lnTo>
                  <a:lnTo>
                    <a:pt x="644843" y="871538"/>
                  </a:lnTo>
                  <a:lnTo>
                    <a:pt x="645319" y="869156"/>
                  </a:lnTo>
                  <a:lnTo>
                    <a:pt x="646748" y="866775"/>
                  </a:lnTo>
                  <a:lnTo>
                    <a:pt x="651510" y="863918"/>
                  </a:lnTo>
                  <a:lnTo>
                    <a:pt x="654844" y="861060"/>
                  </a:lnTo>
                  <a:lnTo>
                    <a:pt x="655320" y="858203"/>
                  </a:lnTo>
                  <a:lnTo>
                    <a:pt x="653415" y="852964"/>
                  </a:lnTo>
                  <a:lnTo>
                    <a:pt x="649605" y="848201"/>
                  </a:lnTo>
                  <a:lnTo>
                    <a:pt x="647224" y="846296"/>
                  </a:lnTo>
                  <a:lnTo>
                    <a:pt x="644367" y="842963"/>
                  </a:lnTo>
                  <a:lnTo>
                    <a:pt x="643414" y="839629"/>
                  </a:lnTo>
                  <a:lnTo>
                    <a:pt x="642938" y="835819"/>
                  </a:lnTo>
                  <a:lnTo>
                    <a:pt x="641985" y="832961"/>
                  </a:lnTo>
                  <a:lnTo>
                    <a:pt x="640556" y="830580"/>
                  </a:lnTo>
                  <a:lnTo>
                    <a:pt x="641509" y="829151"/>
                  </a:lnTo>
                  <a:lnTo>
                    <a:pt x="650081" y="827723"/>
                  </a:lnTo>
                  <a:lnTo>
                    <a:pt x="649605" y="828675"/>
                  </a:lnTo>
                  <a:lnTo>
                    <a:pt x="646271" y="830104"/>
                  </a:lnTo>
                  <a:lnTo>
                    <a:pt x="645319" y="832009"/>
                  </a:lnTo>
                  <a:lnTo>
                    <a:pt x="649129" y="840581"/>
                  </a:lnTo>
                  <a:lnTo>
                    <a:pt x="651034" y="842963"/>
                  </a:lnTo>
                  <a:lnTo>
                    <a:pt x="653415" y="844391"/>
                  </a:lnTo>
                  <a:lnTo>
                    <a:pt x="658654" y="850583"/>
                  </a:lnTo>
                  <a:lnTo>
                    <a:pt x="660083" y="854393"/>
                  </a:lnTo>
                  <a:lnTo>
                    <a:pt x="660559" y="858679"/>
                  </a:lnTo>
                  <a:lnTo>
                    <a:pt x="660559" y="862013"/>
                  </a:lnTo>
                  <a:lnTo>
                    <a:pt x="661511" y="863918"/>
                  </a:lnTo>
                  <a:lnTo>
                    <a:pt x="668179" y="862965"/>
                  </a:lnTo>
                  <a:lnTo>
                    <a:pt x="668179" y="864870"/>
                  </a:lnTo>
                  <a:lnTo>
                    <a:pt x="664369" y="869156"/>
                  </a:lnTo>
                  <a:lnTo>
                    <a:pt x="662464" y="870585"/>
                  </a:lnTo>
                  <a:lnTo>
                    <a:pt x="656749" y="873443"/>
                  </a:lnTo>
                  <a:lnTo>
                    <a:pt x="657225" y="875348"/>
                  </a:lnTo>
                  <a:lnTo>
                    <a:pt x="658178" y="877253"/>
                  </a:lnTo>
                  <a:lnTo>
                    <a:pt x="663417" y="879634"/>
                  </a:lnTo>
                  <a:lnTo>
                    <a:pt x="667226" y="880110"/>
                  </a:lnTo>
                  <a:lnTo>
                    <a:pt x="675799" y="875824"/>
                  </a:lnTo>
                  <a:lnTo>
                    <a:pt x="681990" y="872014"/>
                  </a:lnTo>
                  <a:lnTo>
                    <a:pt x="684371" y="871538"/>
                  </a:lnTo>
                  <a:lnTo>
                    <a:pt x="700088" y="874395"/>
                  </a:lnTo>
                  <a:lnTo>
                    <a:pt x="703898" y="873919"/>
                  </a:lnTo>
                  <a:lnTo>
                    <a:pt x="709613" y="872014"/>
                  </a:lnTo>
                  <a:lnTo>
                    <a:pt x="714375" y="871061"/>
                  </a:lnTo>
                  <a:lnTo>
                    <a:pt x="714851" y="871538"/>
                  </a:lnTo>
                  <a:lnTo>
                    <a:pt x="708184" y="876300"/>
                  </a:lnTo>
                  <a:lnTo>
                    <a:pt x="681514" y="882491"/>
                  </a:lnTo>
                  <a:lnTo>
                    <a:pt x="676751" y="885349"/>
                  </a:lnTo>
                  <a:lnTo>
                    <a:pt x="675323" y="888206"/>
                  </a:lnTo>
                  <a:lnTo>
                    <a:pt x="672942" y="891064"/>
                  </a:lnTo>
                  <a:lnTo>
                    <a:pt x="670084" y="892016"/>
                  </a:lnTo>
                  <a:lnTo>
                    <a:pt x="669131" y="894398"/>
                  </a:lnTo>
                  <a:lnTo>
                    <a:pt x="672942" y="902494"/>
                  </a:lnTo>
                  <a:lnTo>
                    <a:pt x="676751" y="902970"/>
                  </a:lnTo>
                  <a:lnTo>
                    <a:pt x="681038" y="902970"/>
                  </a:lnTo>
                  <a:lnTo>
                    <a:pt x="689134" y="901541"/>
                  </a:lnTo>
                  <a:lnTo>
                    <a:pt x="692944" y="902018"/>
                  </a:lnTo>
                  <a:lnTo>
                    <a:pt x="699135" y="904399"/>
                  </a:lnTo>
                  <a:lnTo>
                    <a:pt x="704850" y="905828"/>
                  </a:lnTo>
                  <a:lnTo>
                    <a:pt x="713899" y="905351"/>
                  </a:lnTo>
                  <a:lnTo>
                    <a:pt x="728186" y="905828"/>
                  </a:lnTo>
                  <a:lnTo>
                    <a:pt x="734854" y="910590"/>
                  </a:lnTo>
                  <a:lnTo>
                    <a:pt x="740093" y="912971"/>
                  </a:lnTo>
                  <a:lnTo>
                    <a:pt x="739617" y="913924"/>
                  </a:lnTo>
                  <a:lnTo>
                    <a:pt x="736283" y="914876"/>
                  </a:lnTo>
                  <a:lnTo>
                    <a:pt x="731520" y="914400"/>
                  </a:lnTo>
                  <a:lnTo>
                    <a:pt x="722471" y="912019"/>
                  </a:lnTo>
                  <a:lnTo>
                    <a:pt x="718185" y="911543"/>
                  </a:lnTo>
                  <a:lnTo>
                    <a:pt x="713899" y="912019"/>
                  </a:lnTo>
                  <a:lnTo>
                    <a:pt x="714851" y="912971"/>
                  </a:lnTo>
                  <a:lnTo>
                    <a:pt x="723900" y="917734"/>
                  </a:lnTo>
                  <a:lnTo>
                    <a:pt x="727234" y="918686"/>
                  </a:lnTo>
                  <a:lnTo>
                    <a:pt x="731996" y="922020"/>
                  </a:lnTo>
                  <a:lnTo>
                    <a:pt x="731044" y="927259"/>
                  </a:lnTo>
                  <a:lnTo>
                    <a:pt x="729615" y="928688"/>
                  </a:lnTo>
                  <a:lnTo>
                    <a:pt x="729139" y="932021"/>
                  </a:lnTo>
                  <a:lnTo>
                    <a:pt x="729615" y="938213"/>
                  </a:lnTo>
                  <a:lnTo>
                    <a:pt x="734854" y="942023"/>
                  </a:lnTo>
                  <a:lnTo>
                    <a:pt x="742950" y="946785"/>
                  </a:lnTo>
                  <a:lnTo>
                    <a:pt x="750094" y="947738"/>
                  </a:lnTo>
                  <a:lnTo>
                    <a:pt x="752475" y="949166"/>
                  </a:lnTo>
                  <a:lnTo>
                    <a:pt x="751999" y="950595"/>
                  </a:lnTo>
                  <a:lnTo>
                    <a:pt x="745331" y="952500"/>
                  </a:lnTo>
                  <a:lnTo>
                    <a:pt x="742950" y="952500"/>
                  </a:lnTo>
                  <a:lnTo>
                    <a:pt x="727234" y="948214"/>
                  </a:lnTo>
                  <a:lnTo>
                    <a:pt x="723424" y="947738"/>
                  </a:lnTo>
                  <a:lnTo>
                    <a:pt x="714375" y="943928"/>
                  </a:lnTo>
                  <a:lnTo>
                    <a:pt x="693420" y="932498"/>
                  </a:lnTo>
                  <a:lnTo>
                    <a:pt x="685800" y="929640"/>
                  </a:lnTo>
                  <a:lnTo>
                    <a:pt x="680085" y="928211"/>
                  </a:lnTo>
                  <a:lnTo>
                    <a:pt x="670084" y="927259"/>
                  </a:lnTo>
                  <a:lnTo>
                    <a:pt x="660559" y="927735"/>
                  </a:lnTo>
                  <a:lnTo>
                    <a:pt x="655796" y="927259"/>
                  </a:lnTo>
                  <a:lnTo>
                    <a:pt x="649605" y="925354"/>
                  </a:lnTo>
                  <a:lnTo>
                    <a:pt x="643890" y="924401"/>
                  </a:lnTo>
                  <a:lnTo>
                    <a:pt x="633413" y="923925"/>
                  </a:lnTo>
                  <a:lnTo>
                    <a:pt x="627221" y="925830"/>
                  </a:lnTo>
                  <a:lnTo>
                    <a:pt x="623888" y="928211"/>
                  </a:lnTo>
                  <a:lnTo>
                    <a:pt x="620554" y="931545"/>
                  </a:lnTo>
                  <a:lnTo>
                    <a:pt x="621506" y="933926"/>
                  </a:lnTo>
                  <a:lnTo>
                    <a:pt x="626745" y="939165"/>
                  </a:lnTo>
                  <a:lnTo>
                    <a:pt x="633889" y="945356"/>
                  </a:lnTo>
                  <a:lnTo>
                    <a:pt x="638175" y="948214"/>
                  </a:lnTo>
                  <a:lnTo>
                    <a:pt x="646748" y="950119"/>
                  </a:lnTo>
                  <a:lnTo>
                    <a:pt x="660559" y="952500"/>
                  </a:lnTo>
                  <a:lnTo>
                    <a:pt x="671989" y="955834"/>
                  </a:lnTo>
                  <a:lnTo>
                    <a:pt x="680561" y="960120"/>
                  </a:lnTo>
                  <a:lnTo>
                    <a:pt x="687229" y="963930"/>
                  </a:lnTo>
                  <a:lnTo>
                    <a:pt x="695325" y="969645"/>
                  </a:lnTo>
                  <a:lnTo>
                    <a:pt x="698183" y="970598"/>
                  </a:lnTo>
                  <a:lnTo>
                    <a:pt x="720567" y="973931"/>
                  </a:lnTo>
                  <a:lnTo>
                    <a:pt x="723900" y="974884"/>
                  </a:lnTo>
                  <a:lnTo>
                    <a:pt x="726758" y="974884"/>
                  </a:lnTo>
                  <a:lnTo>
                    <a:pt x="734378" y="971074"/>
                  </a:lnTo>
                  <a:lnTo>
                    <a:pt x="737235" y="970598"/>
                  </a:lnTo>
                  <a:lnTo>
                    <a:pt x="741521" y="971550"/>
                  </a:lnTo>
                  <a:lnTo>
                    <a:pt x="747236" y="973931"/>
                  </a:lnTo>
                  <a:lnTo>
                    <a:pt x="753904" y="973455"/>
                  </a:lnTo>
                  <a:lnTo>
                    <a:pt x="759619" y="972026"/>
                  </a:lnTo>
                  <a:lnTo>
                    <a:pt x="763429" y="972979"/>
                  </a:lnTo>
                  <a:lnTo>
                    <a:pt x="764381" y="973931"/>
                  </a:lnTo>
                  <a:lnTo>
                    <a:pt x="762953" y="975360"/>
                  </a:lnTo>
                  <a:lnTo>
                    <a:pt x="758667" y="977265"/>
                  </a:lnTo>
                  <a:lnTo>
                    <a:pt x="757238" y="979170"/>
                  </a:lnTo>
                  <a:lnTo>
                    <a:pt x="762476" y="985838"/>
                  </a:lnTo>
                  <a:lnTo>
                    <a:pt x="762476" y="987743"/>
                  </a:lnTo>
                  <a:lnTo>
                    <a:pt x="758667" y="989171"/>
                  </a:lnTo>
                  <a:lnTo>
                    <a:pt x="749618" y="992029"/>
                  </a:lnTo>
                  <a:lnTo>
                    <a:pt x="746760" y="995839"/>
                  </a:lnTo>
                  <a:lnTo>
                    <a:pt x="746760" y="999649"/>
                  </a:lnTo>
                  <a:lnTo>
                    <a:pt x="744379" y="1007269"/>
                  </a:lnTo>
                  <a:lnTo>
                    <a:pt x="743903" y="1011079"/>
                  </a:lnTo>
                  <a:lnTo>
                    <a:pt x="738188" y="1019175"/>
                  </a:lnTo>
                  <a:lnTo>
                    <a:pt x="737711" y="1022985"/>
                  </a:lnTo>
                  <a:lnTo>
                    <a:pt x="745331" y="1022985"/>
                  </a:lnTo>
                  <a:lnTo>
                    <a:pt x="751523" y="1021080"/>
                  </a:lnTo>
                  <a:lnTo>
                    <a:pt x="756285" y="1020128"/>
                  </a:lnTo>
                  <a:lnTo>
                    <a:pt x="759143" y="1022509"/>
                  </a:lnTo>
                  <a:lnTo>
                    <a:pt x="764381" y="1023938"/>
                  </a:lnTo>
                  <a:lnTo>
                    <a:pt x="764381" y="1024890"/>
                  </a:lnTo>
                  <a:lnTo>
                    <a:pt x="763905" y="1027748"/>
                  </a:lnTo>
                  <a:lnTo>
                    <a:pt x="750094" y="1029176"/>
                  </a:lnTo>
                  <a:lnTo>
                    <a:pt x="740093" y="1028700"/>
                  </a:lnTo>
                  <a:lnTo>
                    <a:pt x="739140" y="1031081"/>
                  </a:lnTo>
                  <a:lnTo>
                    <a:pt x="737711" y="1040130"/>
                  </a:lnTo>
                  <a:lnTo>
                    <a:pt x="734378" y="1052036"/>
                  </a:lnTo>
                  <a:lnTo>
                    <a:pt x="737711" y="1052036"/>
                  </a:lnTo>
                  <a:lnTo>
                    <a:pt x="741521" y="1051084"/>
                  </a:lnTo>
                  <a:lnTo>
                    <a:pt x="749142" y="1047274"/>
                  </a:lnTo>
                  <a:lnTo>
                    <a:pt x="749618" y="1048703"/>
                  </a:lnTo>
                  <a:lnTo>
                    <a:pt x="744855" y="1054894"/>
                  </a:lnTo>
                  <a:lnTo>
                    <a:pt x="740569" y="1058704"/>
                  </a:lnTo>
                  <a:lnTo>
                    <a:pt x="738188" y="1060133"/>
                  </a:lnTo>
                  <a:lnTo>
                    <a:pt x="726281" y="1062990"/>
                  </a:lnTo>
                  <a:lnTo>
                    <a:pt x="721519" y="1063943"/>
                  </a:lnTo>
                  <a:lnTo>
                    <a:pt x="716280" y="1062990"/>
                  </a:lnTo>
                  <a:lnTo>
                    <a:pt x="698659" y="1053941"/>
                  </a:lnTo>
                  <a:lnTo>
                    <a:pt x="688181" y="1053465"/>
                  </a:lnTo>
                  <a:lnTo>
                    <a:pt x="678180" y="1056323"/>
                  </a:lnTo>
                  <a:lnTo>
                    <a:pt x="673418" y="1059180"/>
                  </a:lnTo>
                  <a:lnTo>
                    <a:pt x="667703" y="1070610"/>
                  </a:lnTo>
                  <a:lnTo>
                    <a:pt x="663417" y="1073944"/>
                  </a:lnTo>
                  <a:lnTo>
                    <a:pt x="661988" y="1077278"/>
                  </a:lnTo>
                  <a:lnTo>
                    <a:pt x="665321" y="1077754"/>
                  </a:lnTo>
                  <a:lnTo>
                    <a:pt x="669131" y="1077278"/>
                  </a:lnTo>
                  <a:lnTo>
                    <a:pt x="682467" y="1076801"/>
                  </a:lnTo>
                  <a:lnTo>
                    <a:pt x="683419" y="1078706"/>
                  </a:lnTo>
                  <a:lnTo>
                    <a:pt x="684848" y="1079659"/>
                  </a:lnTo>
                  <a:lnTo>
                    <a:pt x="695801" y="1082040"/>
                  </a:lnTo>
                  <a:lnTo>
                    <a:pt x="701993" y="1082040"/>
                  </a:lnTo>
                  <a:lnTo>
                    <a:pt x="715328" y="1080135"/>
                  </a:lnTo>
                  <a:lnTo>
                    <a:pt x="721043" y="1078706"/>
                  </a:lnTo>
                  <a:lnTo>
                    <a:pt x="726281" y="1073468"/>
                  </a:lnTo>
                  <a:lnTo>
                    <a:pt x="726281" y="1072515"/>
                  </a:lnTo>
                  <a:lnTo>
                    <a:pt x="727234" y="1072039"/>
                  </a:lnTo>
                  <a:lnTo>
                    <a:pt x="732949" y="1070610"/>
                  </a:lnTo>
                  <a:lnTo>
                    <a:pt x="735806" y="1070610"/>
                  </a:lnTo>
                  <a:lnTo>
                    <a:pt x="737235" y="1072515"/>
                  </a:lnTo>
                  <a:lnTo>
                    <a:pt x="735806" y="1075849"/>
                  </a:lnTo>
                  <a:lnTo>
                    <a:pt x="731520" y="1080611"/>
                  </a:lnTo>
                  <a:lnTo>
                    <a:pt x="729615" y="1082040"/>
                  </a:lnTo>
                  <a:lnTo>
                    <a:pt x="729139" y="1082993"/>
                  </a:lnTo>
                  <a:lnTo>
                    <a:pt x="728663" y="1086326"/>
                  </a:lnTo>
                  <a:lnTo>
                    <a:pt x="727710" y="1087755"/>
                  </a:lnTo>
                  <a:lnTo>
                    <a:pt x="725805" y="1090136"/>
                  </a:lnTo>
                  <a:lnTo>
                    <a:pt x="722948" y="1091565"/>
                  </a:lnTo>
                  <a:lnTo>
                    <a:pt x="716756" y="1091565"/>
                  </a:lnTo>
                  <a:lnTo>
                    <a:pt x="707231" y="1090613"/>
                  </a:lnTo>
                  <a:lnTo>
                    <a:pt x="694373" y="1086326"/>
                  </a:lnTo>
                  <a:lnTo>
                    <a:pt x="679133" y="1082993"/>
                  </a:lnTo>
                  <a:lnTo>
                    <a:pt x="673894" y="1082040"/>
                  </a:lnTo>
                  <a:lnTo>
                    <a:pt x="670084" y="1082516"/>
                  </a:lnTo>
                  <a:lnTo>
                    <a:pt x="668179" y="1087755"/>
                  </a:lnTo>
                  <a:lnTo>
                    <a:pt x="663417" y="1096328"/>
                  </a:lnTo>
                  <a:lnTo>
                    <a:pt x="655796" y="1103948"/>
                  </a:lnTo>
                  <a:lnTo>
                    <a:pt x="654368" y="1108234"/>
                  </a:lnTo>
                  <a:lnTo>
                    <a:pt x="654368" y="1111091"/>
                  </a:lnTo>
                  <a:lnTo>
                    <a:pt x="653415" y="1113949"/>
                  </a:lnTo>
                  <a:lnTo>
                    <a:pt x="650081" y="1120616"/>
                  </a:lnTo>
                  <a:lnTo>
                    <a:pt x="654368" y="1121569"/>
                  </a:lnTo>
                  <a:lnTo>
                    <a:pt x="660559" y="1119188"/>
                  </a:lnTo>
                  <a:lnTo>
                    <a:pt x="675323" y="1108710"/>
                  </a:lnTo>
                  <a:lnTo>
                    <a:pt x="678180" y="1107758"/>
                  </a:lnTo>
                  <a:lnTo>
                    <a:pt x="685800" y="1106329"/>
                  </a:lnTo>
                  <a:lnTo>
                    <a:pt x="690086" y="1104900"/>
                  </a:lnTo>
                  <a:lnTo>
                    <a:pt x="696754" y="1103948"/>
                  </a:lnTo>
                  <a:lnTo>
                    <a:pt x="704850" y="1107281"/>
                  </a:lnTo>
                  <a:lnTo>
                    <a:pt x="710089" y="1108234"/>
                  </a:lnTo>
                  <a:lnTo>
                    <a:pt x="716280" y="1109663"/>
                  </a:lnTo>
                  <a:lnTo>
                    <a:pt x="727710" y="1108710"/>
                  </a:lnTo>
                  <a:lnTo>
                    <a:pt x="731044" y="1106805"/>
                  </a:lnTo>
                  <a:lnTo>
                    <a:pt x="742950" y="1105853"/>
                  </a:lnTo>
                  <a:lnTo>
                    <a:pt x="745808" y="1107281"/>
                  </a:lnTo>
                  <a:lnTo>
                    <a:pt x="741045" y="1109663"/>
                  </a:lnTo>
                  <a:lnTo>
                    <a:pt x="736283" y="1110139"/>
                  </a:lnTo>
                  <a:lnTo>
                    <a:pt x="736283" y="1112520"/>
                  </a:lnTo>
                  <a:lnTo>
                    <a:pt x="754380" y="1120140"/>
                  </a:lnTo>
                  <a:lnTo>
                    <a:pt x="755333" y="1122045"/>
                  </a:lnTo>
                  <a:lnTo>
                    <a:pt x="751999" y="1122998"/>
                  </a:lnTo>
                  <a:lnTo>
                    <a:pt x="735806" y="1115854"/>
                  </a:lnTo>
                  <a:lnTo>
                    <a:pt x="726758" y="1113949"/>
                  </a:lnTo>
                  <a:lnTo>
                    <a:pt x="719614" y="1115378"/>
                  </a:lnTo>
                  <a:lnTo>
                    <a:pt x="711518" y="1114425"/>
                  </a:lnTo>
                  <a:lnTo>
                    <a:pt x="695325" y="1109186"/>
                  </a:lnTo>
                  <a:lnTo>
                    <a:pt x="691039" y="1108710"/>
                  </a:lnTo>
                  <a:lnTo>
                    <a:pt x="685800" y="1109186"/>
                  </a:lnTo>
                  <a:lnTo>
                    <a:pt x="675323" y="1112996"/>
                  </a:lnTo>
                  <a:lnTo>
                    <a:pt x="666750" y="1118711"/>
                  </a:lnTo>
                  <a:lnTo>
                    <a:pt x="660083" y="1122045"/>
                  </a:lnTo>
                  <a:lnTo>
                    <a:pt x="655320" y="1123474"/>
                  </a:lnTo>
                  <a:lnTo>
                    <a:pt x="646748" y="1128236"/>
                  </a:lnTo>
                  <a:lnTo>
                    <a:pt x="646748" y="1133475"/>
                  </a:lnTo>
                  <a:lnTo>
                    <a:pt x="643890" y="1144429"/>
                  </a:lnTo>
                  <a:lnTo>
                    <a:pt x="650558" y="1153001"/>
                  </a:lnTo>
                  <a:lnTo>
                    <a:pt x="654844" y="1155383"/>
                  </a:lnTo>
                  <a:lnTo>
                    <a:pt x="658654" y="1156811"/>
                  </a:lnTo>
                  <a:lnTo>
                    <a:pt x="661035" y="1156335"/>
                  </a:lnTo>
                  <a:lnTo>
                    <a:pt x="665798" y="1157288"/>
                  </a:lnTo>
                  <a:lnTo>
                    <a:pt x="676751" y="1157764"/>
                  </a:lnTo>
                  <a:lnTo>
                    <a:pt x="688658" y="1157764"/>
                  </a:lnTo>
                  <a:lnTo>
                    <a:pt x="692944" y="1158240"/>
                  </a:lnTo>
                  <a:lnTo>
                    <a:pt x="694373" y="1159193"/>
                  </a:lnTo>
                  <a:lnTo>
                    <a:pt x="692944" y="1160621"/>
                  </a:lnTo>
                  <a:lnTo>
                    <a:pt x="692468" y="1161098"/>
                  </a:lnTo>
                  <a:lnTo>
                    <a:pt x="688658" y="1161098"/>
                  </a:lnTo>
                  <a:lnTo>
                    <a:pt x="673894" y="1162526"/>
                  </a:lnTo>
                  <a:lnTo>
                    <a:pt x="671513" y="1166813"/>
                  </a:lnTo>
                  <a:lnTo>
                    <a:pt x="667703" y="1168718"/>
                  </a:lnTo>
                  <a:lnTo>
                    <a:pt x="661035" y="1173004"/>
                  </a:lnTo>
                  <a:lnTo>
                    <a:pt x="660559" y="1174433"/>
                  </a:lnTo>
                  <a:lnTo>
                    <a:pt x="659130" y="1176814"/>
                  </a:lnTo>
                  <a:lnTo>
                    <a:pt x="655796" y="1180624"/>
                  </a:lnTo>
                  <a:lnTo>
                    <a:pt x="653415" y="1186339"/>
                  </a:lnTo>
                  <a:lnTo>
                    <a:pt x="653892" y="1190149"/>
                  </a:lnTo>
                  <a:lnTo>
                    <a:pt x="652939" y="1193959"/>
                  </a:lnTo>
                  <a:lnTo>
                    <a:pt x="653892" y="1200626"/>
                  </a:lnTo>
                  <a:lnTo>
                    <a:pt x="656273" y="1201579"/>
                  </a:lnTo>
                  <a:lnTo>
                    <a:pt x="660559" y="1200626"/>
                  </a:lnTo>
                  <a:lnTo>
                    <a:pt x="669131" y="1199674"/>
                  </a:lnTo>
                  <a:lnTo>
                    <a:pt x="673418" y="1198245"/>
                  </a:lnTo>
                  <a:lnTo>
                    <a:pt x="677228" y="1195864"/>
                  </a:lnTo>
                  <a:lnTo>
                    <a:pt x="681038" y="1192530"/>
                  </a:lnTo>
                  <a:lnTo>
                    <a:pt x="685800" y="1189196"/>
                  </a:lnTo>
                  <a:lnTo>
                    <a:pt x="694373" y="1183958"/>
                  </a:lnTo>
                  <a:lnTo>
                    <a:pt x="714851" y="1169670"/>
                  </a:lnTo>
                  <a:lnTo>
                    <a:pt x="721043" y="1166336"/>
                  </a:lnTo>
                  <a:lnTo>
                    <a:pt x="729615" y="1160621"/>
                  </a:lnTo>
                  <a:lnTo>
                    <a:pt x="733901" y="1158716"/>
                  </a:lnTo>
                  <a:lnTo>
                    <a:pt x="735806" y="1159193"/>
                  </a:lnTo>
                  <a:lnTo>
                    <a:pt x="734854" y="1161574"/>
                  </a:lnTo>
                  <a:lnTo>
                    <a:pt x="726281" y="1167765"/>
                  </a:lnTo>
                  <a:lnTo>
                    <a:pt x="721043" y="1170623"/>
                  </a:lnTo>
                  <a:lnTo>
                    <a:pt x="716280" y="1172528"/>
                  </a:lnTo>
                  <a:lnTo>
                    <a:pt x="713899" y="1173956"/>
                  </a:lnTo>
                  <a:lnTo>
                    <a:pt x="712470" y="1175861"/>
                  </a:lnTo>
                  <a:lnTo>
                    <a:pt x="708184" y="1180624"/>
                  </a:lnTo>
                  <a:lnTo>
                    <a:pt x="704850" y="1182529"/>
                  </a:lnTo>
                  <a:lnTo>
                    <a:pt x="700088" y="1184434"/>
                  </a:lnTo>
                  <a:lnTo>
                    <a:pt x="692468" y="1188720"/>
                  </a:lnTo>
                  <a:lnTo>
                    <a:pt x="675323" y="1199674"/>
                  </a:lnTo>
                  <a:lnTo>
                    <a:pt x="663893" y="1205389"/>
                  </a:lnTo>
                  <a:lnTo>
                    <a:pt x="662464" y="1206818"/>
                  </a:lnTo>
                  <a:lnTo>
                    <a:pt x="663893" y="1207770"/>
                  </a:lnTo>
                  <a:lnTo>
                    <a:pt x="666274" y="1210628"/>
                  </a:lnTo>
                  <a:lnTo>
                    <a:pt x="667226" y="1211104"/>
                  </a:lnTo>
                  <a:lnTo>
                    <a:pt x="671989" y="1211104"/>
                  </a:lnTo>
                  <a:lnTo>
                    <a:pt x="667703" y="1222534"/>
                  </a:lnTo>
                  <a:lnTo>
                    <a:pt x="668655" y="1232535"/>
                  </a:lnTo>
                  <a:lnTo>
                    <a:pt x="670084" y="1233488"/>
                  </a:lnTo>
                  <a:lnTo>
                    <a:pt x="675323" y="1233964"/>
                  </a:lnTo>
                  <a:lnTo>
                    <a:pt x="683419" y="1232535"/>
                  </a:lnTo>
                  <a:lnTo>
                    <a:pt x="690563" y="1239679"/>
                  </a:lnTo>
                  <a:lnTo>
                    <a:pt x="697706" y="1239679"/>
                  </a:lnTo>
                  <a:lnTo>
                    <a:pt x="708184" y="1233488"/>
                  </a:lnTo>
                  <a:lnTo>
                    <a:pt x="711994" y="1230630"/>
                  </a:lnTo>
                  <a:lnTo>
                    <a:pt x="716756" y="1225868"/>
                  </a:lnTo>
                  <a:lnTo>
                    <a:pt x="718661" y="1224915"/>
                  </a:lnTo>
                  <a:lnTo>
                    <a:pt x="730092" y="1221581"/>
                  </a:lnTo>
                  <a:lnTo>
                    <a:pt x="738664" y="1221105"/>
                  </a:lnTo>
                  <a:lnTo>
                    <a:pt x="740569" y="1221581"/>
                  </a:lnTo>
                  <a:lnTo>
                    <a:pt x="740569" y="1223010"/>
                  </a:lnTo>
                  <a:lnTo>
                    <a:pt x="734854" y="1223486"/>
                  </a:lnTo>
                  <a:lnTo>
                    <a:pt x="722471" y="1225391"/>
                  </a:lnTo>
                  <a:lnTo>
                    <a:pt x="719138" y="1227773"/>
                  </a:lnTo>
                  <a:lnTo>
                    <a:pt x="710565" y="1235393"/>
                  </a:lnTo>
                  <a:lnTo>
                    <a:pt x="703421" y="1240155"/>
                  </a:lnTo>
                  <a:lnTo>
                    <a:pt x="693896" y="1244441"/>
                  </a:lnTo>
                  <a:lnTo>
                    <a:pt x="692468" y="1245394"/>
                  </a:lnTo>
                  <a:lnTo>
                    <a:pt x="691515" y="1246346"/>
                  </a:lnTo>
                  <a:lnTo>
                    <a:pt x="692944" y="1249204"/>
                  </a:lnTo>
                  <a:lnTo>
                    <a:pt x="694849" y="1252061"/>
                  </a:lnTo>
                  <a:lnTo>
                    <a:pt x="694849" y="1253014"/>
                  </a:lnTo>
                  <a:lnTo>
                    <a:pt x="701040" y="1255871"/>
                  </a:lnTo>
                  <a:lnTo>
                    <a:pt x="701993" y="1261110"/>
                  </a:lnTo>
                  <a:lnTo>
                    <a:pt x="705803" y="1275874"/>
                  </a:lnTo>
                  <a:lnTo>
                    <a:pt x="707231" y="1282065"/>
                  </a:lnTo>
                  <a:lnTo>
                    <a:pt x="706755" y="1286828"/>
                  </a:lnTo>
                  <a:lnTo>
                    <a:pt x="706755" y="1296829"/>
                  </a:lnTo>
                  <a:lnTo>
                    <a:pt x="707708" y="1300639"/>
                  </a:lnTo>
                  <a:lnTo>
                    <a:pt x="710089" y="1305401"/>
                  </a:lnTo>
                  <a:lnTo>
                    <a:pt x="712470" y="1307306"/>
                  </a:lnTo>
                  <a:lnTo>
                    <a:pt x="715328" y="1306354"/>
                  </a:lnTo>
                  <a:lnTo>
                    <a:pt x="717709" y="1303973"/>
                  </a:lnTo>
                  <a:lnTo>
                    <a:pt x="720567" y="1298734"/>
                  </a:lnTo>
                  <a:lnTo>
                    <a:pt x="727710" y="1289209"/>
                  </a:lnTo>
                  <a:lnTo>
                    <a:pt x="730092" y="1285399"/>
                  </a:lnTo>
                  <a:lnTo>
                    <a:pt x="731520" y="1281113"/>
                  </a:lnTo>
                  <a:lnTo>
                    <a:pt x="735330" y="1278255"/>
                  </a:lnTo>
                  <a:lnTo>
                    <a:pt x="739140" y="1276826"/>
                  </a:lnTo>
                  <a:lnTo>
                    <a:pt x="738188" y="1281113"/>
                  </a:lnTo>
                  <a:lnTo>
                    <a:pt x="736283" y="1285399"/>
                  </a:lnTo>
                  <a:lnTo>
                    <a:pt x="744379" y="1283494"/>
                  </a:lnTo>
                  <a:lnTo>
                    <a:pt x="747713" y="1282065"/>
                  </a:lnTo>
                  <a:lnTo>
                    <a:pt x="751523" y="1279208"/>
                  </a:lnTo>
                  <a:lnTo>
                    <a:pt x="753428" y="1276350"/>
                  </a:lnTo>
                  <a:lnTo>
                    <a:pt x="751999" y="1273016"/>
                  </a:lnTo>
                  <a:lnTo>
                    <a:pt x="749142" y="1263968"/>
                  </a:lnTo>
                  <a:lnTo>
                    <a:pt x="747236" y="1260158"/>
                  </a:lnTo>
                  <a:lnTo>
                    <a:pt x="745808" y="1254443"/>
                  </a:lnTo>
                  <a:lnTo>
                    <a:pt x="747236" y="1254919"/>
                  </a:lnTo>
                  <a:lnTo>
                    <a:pt x="749618" y="1259681"/>
                  </a:lnTo>
                  <a:lnTo>
                    <a:pt x="751046" y="1263015"/>
                  </a:lnTo>
                  <a:lnTo>
                    <a:pt x="755333" y="1269683"/>
                  </a:lnTo>
                  <a:lnTo>
                    <a:pt x="755333" y="1272064"/>
                  </a:lnTo>
                  <a:lnTo>
                    <a:pt x="756285" y="1273969"/>
                  </a:lnTo>
                  <a:lnTo>
                    <a:pt x="760571" y="1278731"/>
                  </a:lnTo>
                  <a:lnTo>
                    <a:pt x="768192" y="1278255"/>
                  </a:lnTo>
                  <a:lnTo>
                    <a:pt x="771049" y="1279684"/>
                  </a:lnTo>
                  <a:lnTo>
                    <a:pt x="774383" y="1282541"/>
                  </a:lnTo>
                  <a:lnTo>
                    <a:pt x="775335" y="1289209"/>
                  </a:lnTo>
                  <a:lnTo>
                    <a:pt x="778193" y="1293495"/>
                  </a:lnTo>
                  <a:lnTo>
                    <a:pt x="778193" y="1296829"/>
                  </a:lnTo>
                  <a:lnTo>
                    <a:pt x="772954" y="1294448"/>
                  </a:lnTo>
                  <a:lnTo>
                    <a:pt x="769144" y="1287780"/>
                  </a:lnTo>
                  <a:lnTo>
                    <a:pt x="766286" y="1283970"/>
                  </a:lnTo>
                  <a:lnTo>
                    <a:pt x="761524" y="1283494"/>
                  </a:lnTo>
                  <a:lnTo>
                    <a:pt x="754856" y="1284446"/>
                  </a:lnTo>
                  <a:lnTo>
                    <a:pt x="749142" y="1286351"/>
                  </a:lnTo>
                  <a:lnTo>
                    <a:pt x="748665" y="1287780"/>
                  </a:lnTo>
                  <a:lnTo>
                    <a:pt x="749618" y="1291114"/>
                  </a:lnTo>
                  <a:lnTo>
                    <a:pt x="747236" y="1290638"/>
                  </a:lnTo>
                  <a:lnTo>
                    <a:pt x="740093" y="1290161"/>
                  </a:lnTo>
                  <a:lnTo>
                    <a:pt x="735806" y="1290638"/>
                  </a:lnTo>
                  <a:lnTo>
                    <a:pt x="730092" y="1295876"/>
                  </a:lnTo>
                  <a:lnTo>
                    <a:pt x="725805" y="1303973"/>
                  </a:lnTo>
                  <a:lnTo>
                    <a:pt x="720090" y="1309688"/>
                  </a:lnTo>
                  <a:lnTo>
                    <a:pt x="721043" y="1312069"/>
                  </a:lnTo>
                  <a:lnTo>
                    <a:pt x="724376" y="1315403"/>
                  </a:lnTo>
                  <a:lnTo>
                    <a:pt x="725805" y="1315879"/>
                  </a:lnTo>
                  <a:lnTo>
                    <a:pt x="727710" y="1315403"/>
                  </a:lnTo>
                  <a:lnTo>
                    <a:pt x="731044" y="1314450"/>
                  </a:lnTo>
                  <a:lnTo>
                    <a:pt x="732473" y="1314450"/>
                  </a:lnTo>
                  <a:lnTo>
                    <a:pt x="741998" y="1312545"/>
                  </a:lnTo>
                  <a:lnTo>
                    <a:pt x="753904" y="1309211"/>
                  </a:lnTo>
                  <a:lnTo>
                    <a:pt x="762000" y="1304925"/>
                  </a:lnTo>
                  <a:lnTo>
                    <a:pt x="763429" y="1304449"/>
                  </a:lnTo>
                  <a:lnTo>
                    <a:pt x="762476" y="1306830"/>
                  </a:lnTo>
                  <a:lnTo>
                    <a:pt x="761524" y="1308735"/>
                  </a:lnTo>
                  <a:lnTo>
                    <a:pt x="761524" y="1309688"/>
                  </a:lnTo>
                  <a:lnTo>
                    <a:pt x="764381" y="1310164"/>
                  </a:lnTo>
                  <a:lnTo>
                    <a:pt x="769144" y="1309688"/>
                  </a:lnTo>
                  <a:lnTo>
                    <a:pt x="766286" y="1312069"/>
                  </a:lnTo>
                  <a:lnTo>
                    <a:pt x="758190" y="1312545"/>
                  </a:lnTo>
                  <a:lnTo>
                    <a:pt x="754380" y="1313021"/>
                  </a:lnTo>
                  <a:lnTo>
                    <a:pt x="747713" y="1315403"/>
                  </a:lnTo>
                  <a:lnTo>
                    <a:pt x="734854" y="1318260"/>
                  </a:lnTo>
                  <a:lnTo>
                    <a:pt x="725805" y="1320641"/>
                  </a:lnTo>
                  <a:lnTo>
                    <a:pt x="729139" y="1325880"/>
                  </a:lnTo>
                  <a:lnTo>
                    <a:pt x="726281" y="1333976"/>
                  </a:lnTo>
                  <a:lnTo>
                    <a:pt x="728663" y="1340168"/>
                  </a:lnTo>
                  <a:lnTo>
                    <a:pt x="738188" y="1351121"/>
                  </a:lnTo>
                  <a:lnTo>
                    <a:pt x="743903" y="1360646"/>
                  </a:lnTo>
                  <a:lnTo>
                    <a:pt x="748189" y="1365409"/>
                  </a:lnTo>
                  <a:lnTo>
                    <a:pt x="751046" y="1369695"/>
                  </a:lnTo>
                  <a:lnTo>
                    <a:pt x="752951" y="1371600"/>
                  </a:lnTo>
                  <a:lnTo>
                    <a:pt x="757714" y="1374458"/>
                  </a:lnTo>
                  <a:lnTo>
                    <a:pt x="758667" y="1375886"/>
                  </a:lnTo>
                  <a:lnTo>
                    <a:pt x="761048" y="1377315"/>
                  </a:lnTo>
                  <a:lnTo>
                    <a:pt x="764381" y="1382554"/>
                  </a:lnTo>
                  <a:lnTo>
                    <a:pt x="764858" y="1383983"/>
                  </a:lnTo>
                  <a:lnTo>
                    <a:pt x="766763" y="1383506"/>
                  </a:lnTo>
                  <a:lnTo>
                    <a:pt x="775335" y="1375886"/>
                  </a:lnTo>
                  <a:lnTo>
                    <a:pt x="785336" y="1372076"/>
                  </a:lnTo>
                  <a:lnTo>
                    <a:pt x="775811" y="1379696"/>
                  </a:lnTo>
                  <a:lnTo>
                    <a:pt x="771525" y="1384935"/>
                  </a:lnTo>
                  <a:lnTo>
                    <a:pt x="768192" y="1389698"/>
                  </a:lnTo>
                  <a:lnTo>
                    <a:pt x="769620" y="1392079"/>
                  </a:lnTo>
                  <a:lnTo>
                    <a:pt x="769620" y="1397318"/>
                  </a:lnTo>
                  <a:lnTo>
                    <a:pt x="768668" y="1399699"/>
                  </a:lnTo>
                  <a:lnTo>
                    <a:pt x="767239" y="1402556"/>
                  </a:lnTo>
                  <a:lnTo>
                    <a:pt x="768192" y="1403033"/>
                  </a:lnTo>
                  <a:lnTo>
                    <a:pt x="772001" y="1405890"/>
                  </a:lnTo>
                  <a:lnTo>
                    <a:pt x="775811" y="1408271"/>
                  </a:lnTo>
                  <a:lnTo>
                    <a:pt x="780098" y="1410176"/>
                  </a:lnTo>
                  <a:lnTo>
                    <a:pt x="784860" y="1412081"/>
                  </a:lnTo>
                  <a:lnTo>
                    <a:pt x="789146" y="1412558"/>
                  </a:lnTo>
                  <a:lnTo>
                    <a:pt x="793433" y="1414463"/>
                  </a:lnTo>
                  <a:lnTo>
                    <a:pt x="789623" y="1418749"/>
                  </a:lnTo>
                  <a:lnTo>
                    <a:pt x="789146" y="1421606"/>
                  </a:lnTo>
                  <a:lnTo>
                    <a:pt x="789623" y="1425416"/>
                  </a:lnTo>
                  <a:lnTo>
                    <a:pt x="791051" y="1426369"/>
                  </a:lnTo>
                  <a:lnTo>
                    <a:pt x="800576" y="1425893"/>
                  </a:lnTo>
                  <a:lnTo>
                    <a:pt x="802958" y="1423988"/>
                  </a:lnTo>
                  <a:lnTo>
                    <a:pt x="805339" y="1421130"/>
                  </a:lnTo>
                  <a:lnTo>
                    <a:pt x="808196" y="1420654"/>
                  </a:lnTo>
                  <a:lnTo>
                    <a:pt x="812006" y="1420654"/>
                  </a:lnTo>
                  <a:lnTo>
                    <a:pt x="818198" y="1422083"/>
                  </a:lnTo>
                  <a:lnTo>
                    <a:pt x="811054" y="1423988"/>
                  </a:lnTo>
                  <a:lnTo>
                    <a:pt x="810101" y="1425416"/>
                  </a:lnTo>
                  <a:lnTo>
                    <a:pt x="808196" y="1426369"/>
                  </a:lnTo>
                  <a:lnTo>
                    <a:pt x="802005" y="1429226"/>
                  </a:lnTo>
                  <a:lnTo>
                    <a:pt x="799624" y="1431608"/>
                  </a:lnTo>
                  <a:lnTo>
                    <a:pt x="800100" y="1434465"/>
                  </a:lnTo>
                  <a:lnTo>
                    <a:pt x="802005" y="1437799"/>
                  </a:lnTo>
                  <a:lnTo>
                    <a:pt x="802005" y="1439228"/>
                  </a:lnTo>
                  <a:lnTo>
                    <a:pt x="803434" y="1441133"/>
                  </a:lnTo>
                  <a:lnTo>
                    <a:pt x="805815" y="1442561"/>
                  </a:lnTo>
                  <a:lnTo>
                    <a:pt x="804863" y="1445419"/>
                  </a:lnTo>
                  <a:lnTo>
                    <a:pt x="802481" y="1447800"/>
                  </a:lnTo>
                  <a:lnTo>
                    <a:pt x="805339" y="1449705"/>
                  </a:lnTo>
                  <a:lnTo>
                    <a:pt x="810578" y="1451134"/>
                  </a:lnTo>
                  <a:lnTo>
                    <a:pt x="812483" y="1455896"/>
                  </a:lnTo>
                  <a:lnTo>
                    <a:pt x="813435" y="1459706"/>
                  </a:lnTo>
                  <a:lnTo>
                    <a:pt x="814864" y="1463516"/>
                  </a:lnTo>
                  <a:lnTo>
                    <a:pt x="825818" y="1464945"/>
                  </a:lnTo>
                  <a:lnTo>
                    <a:pt x="827246" y="1465421"/>
                  </a:lnTo>
                  <a:lnTo>
                    <a:pt x="829628" y="1465898"/>
                  </a:lnTo>
                  <a:lnTo>
                    <a:pt x="832009" y="1467803"/>
                  </a:lnTo>
                  <a:lnTo>
                    <a:pt x="832009" y="1468755"/>
                  </a:lnTo>
                  <a:lnTo>
                    <a:pt x="833438" y="1470660"/>
                  </a:lnTo>
                  <a:lnTo>
                    <a:pt x="832961" y="1477328"/>
                  </a:lnTo>
                  <a:lnTo>
                    <a:pt x="839629" y="1476851"/>
                  </a:lnTo>
                  <a:lnTo>
                    <a:pt x="841058" y="1477328"/>
                  </a:lnTo>
                  <a:lnTo>
                    <a:pt x="851059" y="1476375"/>
                  </a:lnTo>
                  <a:lnTo>
                    <a:pt x="853917" y="1477328"/>
                  </a:lnTo>
                  <a:lnTo>
                    <a:pt x="849154" y="1480185"/>
                  </a:lnTo>
                  <a:lnTo>
                    <a:pt x="839153" y="1484948"/>
                  </a:lnTo>
                  <a:lnTo>
                    <a:pt x="837724" y="1487329"/>
                  </a:lnTo>
                  <a:lnTo>
                    <a:pt x="839629" y="1489234"/>
                  </a:lnTo>
                  <a:lnTo>
                    <a:pt x="842010" y="1490663"/>
                  </a:lnTo>
                  <a:lnTo>
                    <a:pt x="845344" y="1491615"/>
                  </a:lnTo>
                  <a:lnTo>
                    <a:pt x="851535" y="1491615"/>
                  </a:lnTo>
                  <a:lnTo>
                    <a:pt x="854869" y="1491139"/>
                  </a:lnTo>
                  <a:lnTo>
                    <a:pt x="852964" y="1487329"/>
                  </a:lnTo>
                  <a:lnTo>
                    <a:pt x="852488" y="1485900"/>
                  </a:lnTo>
                  <a:lnTo>
                    <a:pt x="855345" y="1485900"/>
                  </a:lnTo>
                  <a:lnTo>
                    <a:pt x="859631" y="1484948"/>
                  </a:lnTo>
                  <a:lnTo>
                    <a:pt x="863442" y="1485424"/>
                  </a:lnTo>
                  <a:lnTo>
                    <a:pt x="866775" y="1487805"/>
                  </a:lnTo>
                  <a:lnTo>
                    <a:pt x="871538" y="1488758"/>
                  </a:lnTo>
                  <a:lnTo>
                    <a:pt x="874871" y="1487329"/>
                  </a:lnTo>
                  <a:lnTo>
                    <a:pt x="879634" y="1486853"/>
                  </a:lnTo>
                  <a:lnTo>
                    <a:pt x="883444" y="1486853"/>
                  </a:lnTo>
                  <a:lnTo>
                    <a:pt x="885825" y="1484471"/>
                  </a:lnTo>
                  <a:lnTo>
                    <a:pt x="888683" y="1482090"/>
                  </a:lnTo>
                  <a:lnTo>
                    <a:pt x="893445" y="1479233"/>
                  </a:lnTo>
                  <a:lnTo>
                    <a:pt x="902970" y="1475899"/>
                  </a:lnTo>
                  <a:lnTo>
                    <a:pt x="912495" y="1472089"/>
                  </a:lnTo>
                  <a:lnTo>
                    <a:pt x="913924" y="1470660"/>
                  </a:lnTo>
                  <a:lnTo>
                    <a:pt x="913924" y="1468279"/>
                  </a:lnTo>
                  <a:lnTo>
                    <a:pt x="914876" y="1466850"/>
                  </a:lnTo>
                  <a:lnTo>
                    <a:pt x="917258" y="1466374"/>
                  </a:lnTo>
                  <a:lnTo>
                    <a:pt x="917734" y="1468279"/>
                  </a:lnTo>
                  <a:lnTo>
                    <a:pt x="916781" y="1472565"/>
                  </a:lnTo>
                  <a:lnTo>
                    <a:pt x="914876" y="1475899"/>
                  </a:lnTo>
                  <a:lnTo>
                    <a:pt x="912019" y="1478756"/>
                  </a:lnTo>
                  <a:lnTo>
                    <a:pt x="907733" y="1488758"/>
                  </a:lnTo>
                  <a:lnTo>
                    <a:pt x="911067" y="1496854"/>
                  </a:lnTo>
                  <a:lnTo>
                    <a:pt x="913448" y="1497806"/>
                  </a:lnTo>
                  <a:lnTo>
                    <a:pt x="914876" y="1498759"/>
                  </a:lnTo>
                  <a:lnTo>
                    <a:pt x="922973" y="1500664"/>
                  </a:lnTo>
                  <a:lnTo>
                    <a:pt x="926306" y="1501616"/>
                  </a:lnTo>
                  <a:lnTo>
                    <a:pt x="932021" y="1503998"/>
                  </a:lnTo>
                  <a:lnTo>
                    <a:pt x="933450" y="1504950"/>
                  </a:lnTo>
                  <a:lnTo>
                    <a:pt x="936784" y="1504474"/>
                  </a:lnTo>
                  <a:lnTo>
                    <a:pt x="943451" y="1501616"/>
                  </a:lnTo>
                  <a:lnTo>
                    <a:pt x="954405" y="1493520"/>
                  </a:lnTo>
                  <a:lnTo>
                    <a:pt x="954881" y="1493996"/>
                  </a:lnTo>
                  <a:lnTo>
                    <a:pt x="951071" y="1500188"/>
                  </a:lnTo>
                  <a:lnTo>
                    <a:pt x="946785" y="1503998"/>
                  </a:lnTo>
                  <a:lnTo>
                    <a:pt x="942975" y="1505903"/>
                  </a:lnTo>
                  <a:lnTo>
                    <a:pt x="938689" y="1507808"/>
                  </a:lnTo>
                  <a:lnTo>
                    <a:pt x="932974" y="1508284"/>
                  </a:lnTo>
                  <a:lnTo>
                    <a:pt x="932974" y="1512094"/>
                  </a:lnTo>
                  <a:lnTo>
                    <a:pt x="932498" y="1516856"/>
                  </a:lnTo>
                  <a:lnTo>
                    <a:pt x="952024" y="1524476"/>
                  </a:lnTo>
                  <a:lnTo>
                    <a:pt x="958692" y="1526381"/>
                  </a:lnTo>
                  <a:lnTo>
                    <a:pt x="961549" y="1525905"/>
                  </a:lnTo>
                  <a:lnTo>
                    <a:pt x="963454" y="1522571"/>
                  </a:lnTo>
                  <a:lnTo>
                    <a:pt x="967740" y="1516856"/>
                  </a:lnTo>
                  <a:lnTo>
                    <a:pt x="972026" y="1513523"/>
                  </a:lnTo>
                  <a:lnTo>
                    <a:pt x="973455" y="1514951"/>
                  </a:lnTo>
                  <a:lnTo>
                    <a:pt x="971550" y="1518285"/>
                  </a:lnTo>
                  <a:lnTo>
                    <a:pt x="965835" y="1524476"/>
                  </a:lnTo>
                  <a:lnTo>
                    <a:pt x="964406" y="1526858"/>
                  </a:lnTo>
                  <a:lnTo>
                    <a:pt x="965835" y="1531620"/>
                  </a:lnTo>
                  <a:lnTo>
                    <a:pt x="966788" y="1532573"/>
                  </a:lnTo>
                  <a:lnTo>
                    <a:pt x="968693" y="1532573"/>
                  </a:lnTo>
                  <a:lnTo>
                    <a:pt x="970598" y="1533049"/>
                  </a:lnTo>
                  <a:lnTo>
                    <a:pt x="974408" y="1531620"/>
                  </a:lnTo>
                  <a:lnTo>
                    <a:pt x="977742" y="1531144"/>
                  </a:lnTo>
                  <a:lnTo>
                    <a:pt x="976313" y="1533525"/>
                  </a:lnTo>
                  <a:lnTo>
                    <a:pt x="975836" y="1535906"/>
                  </a:lnTo>
                  <a:lnTo>
                    <a:pt x="982980" y="1536859"/>
                  </a:lnTo>
                  <a:lnTo>
                    <a:pt x="986790" y="1535430"/>
                  </a:lnTo>
                  <a:lnTo>
                    <a:pt x="989648" y="1535430"/>
                  </a:lnTo>
                  <a:lnTo>
                    <a:pt x="991076" y="1534954"/>
                  </a:lnTo>
                  <a:lnTo>
                    <a:pt x="988695" y="1532573"/>
                  </a:lnTo>
                  <a:lnTo>
                    <a:pt x="981551" y="1527810"/>
                  </a:lnTo>
                  <a:lnTo>
                    <a:pt x="981075" y="1526381"/>
                  </a:lnTo>
                  <a:lnTo>
                    <a:pt x="990600" y="1529715"/>
                  </a:lnTo>
                  <a:lnTo>
                    <a:pt x="992505" y="1530668"/>
                  </a:lnTo>
                  <a:lnTo>
                    <a:pt x="1002506" y="1531144"/>
                  </a:lnTo>
                  <a:lnTo>
                    <a:pt x="1005364" y="1527810"/>
                  </a:lnTo>
                  <a:lnTo>
                    <a:pt x="1009174" y="1524476"/>
                  </a:lnTo>
                  <a:lnTo>
                    <a:pt x="1007745" y="1513999"/>
                  </a:lnTo>
                  <a:lnTo>
                    <a:pt x="1007745" y="1512094"/>
                  </a:lnTo>
                  <a:lnTo>
                    <a:pt x="1008221" y="1510665"/>
                  </a:lnTo>
                  <a:lnTo>
                    <a:pt x="1006317" y="1507808"/>
                  </a:lnTo>
                  <a:lnTo>
                    <a:pt x="1003459" y="1504950"/>
                  </a:lnTo>
                  <a:lnTo>
                    <a:pt x="995363" y="1503521"/>
                  </a:lnTo>
                  <a:lnTo>
                    <a:pt x="991076" y="1502093"/>
                  </a:lnTo>
                  <a:lnTo>
                    <a:pt x="985361" y="1501140"/>
                  </a:lnTo>
                  <a:lnTo>
                    <a:pt x="981551" y="1498759"/>
                  </a:lnTo>
                  <a:lnTo>
                    <a:pt x="982028" y="1497330"/>
                  </a:lnTo>
                  <a:lnTo>
                    <a:pt x="986314" y="1497330"/>
                  </a:lnTo>
                  <a:lnTo>
                    <a:pt x="992981" y="1498283"/>
                  </a:lnTo>
                  <a:lnTo>
                    <a:pt x="1001554" y="1501140"/>
                  </a:lnTo>
                  <a:lnTo>
                    <a:pt x="1006793" y="1501616"/>
                  </a:lnTo>
                  <a:lnTo>
                    <a:pt x="1007745" y="1501140"/>
                  </a:lnTo>
                  <a:lnTo>
                    <a:pt x="1011555" y="1500664"/>
                  </a:lnTo>
                  <a:lnTo>
                    <a:pt x="1022509" y="1488281"/>
                  </a:lnTo>
                  <a:lnTo>
                    <a:pt x="1024890" y="1473041"/>
                  </a:lnTo>
                  <a:lnTo>
                    <a:pt x="1030129" y="1457801"/>
                  </a:lnTo>
                  <a:lnTo>
                    <a:pt x="1032510" y="1448753"/>
                  </a:lnTo>
                  <a:lnTo>
                    <a:pt x="1034892" y="1444466"/>
                  </a:lnTo>
                  <a:lnTo>
                    <a:pt x="1035844" y="1441133"/>
                  </a:lnTo>
                  <a:lnTo>
                    <a:pt x="1026795" y="1439228"/>
                  </a:lnTo>
                  <a:lnTo>
                    <a:pt x="1028700" y="1437323"/>
                  </a:lnTo>
                  <a:lnTo>
                    <a:pt x="1034415" y="1436370"/>
                  </a:lnTo>
                  <a:lnTo>
                    <a:pt x="1038225" y="1436370"/>
                  </a:lnTo>
                  <a:lnTo>
                    <a:pt x="1042988" y="1432084"/>
                  </a:lnTo>
                  <a:lnTo>
                    <a:pt x="1041559" y="1426845"/>
                  </a:lnTo>
                  <a:lnTo>
                    <a:pt x="1042035" y="1423511"/>
                  </a:lnTo>
                  <a:lnTo>
                    <a:pt x="1038701" y="1421130"/>
                  </a:lnTo>
                  <a:lnTo>
                    <a:pt x="1035844" y="1416368"/>
                  </a:lnTo>
                  <a:lnTo>
                    <a:pt x="1038225" y="1409224"/>
                  </a:lnTo>
                  <a:lnTo>
                    <a:pt x="1038701" y="1406366"/>
                  </a:lnTo>
                  <a:lnTo>
                    <a:pt x="1040130" y="1403985"/>
                  </a:lnTo>
                  <a:lnTo>
                    <a:pt x="1038701" y="1400175"/>
                  </a:lnTo>
                  <a:lnTo>
                    <a:pt x="1041559" y="1397794"/>
                  </a:lnTo>
                  <a:lnTo>
                    <a:pt x="1042035" y="1394936"/>
                  </a:lnTo>
                  <a:lnTo>
                    <a:pt x="1031558" y="1393508"/>
                  </a:lnTo>
                  <a:lnTo>
                    <a:pt x="1024414" y="1391603"/>
                  </a:lnTo>
                  <a:lnTo>
                    <a:pt x="1018223" y="1389698"/>
                  </a:lnTo>
                  <a:lnTo>
                    <a:pt x="1015365" y="1387316"/>
                  </a:lnTo>
                  <a:lnTo>
                    <a:pt x="1018699" y="1386840"/>
                  </a:lnTo>
                  <a:lnTo>
                    <a:pt x="1022509" y="1387793"/>
                  </a:lnTo>
                  <a:lnTo>
                    <a:pt x="1033463" y="1387316"/>
                  </a:lnTo>
                  <a:lnTo>
                    <a:pt x="1037273" y="1388269"/>
                  </a:lnTo>
                  <a:lnTo>
                    <a:pt x="1045845" y="1388745"/>
                  </a:lnTo>
                  <a:lnTo>
                    <a:pt x="1048703" y="1386840"/>
                  </a:lnTo>
                  <a:lnTo>
                    <a:pt x="1051084" y="1386840"/>
                  </a:lnTo>
                  <a:lnTo>
                    <a:pt x="1057275" y="1378744"/>
                  </a:lnTo>
                  <a:lnTo>
                    <a:pt x="1060133" y="1377315"/>
                  </a:lnTo>
                  <a:lnTo>
                    <a:pt x="1060609" y="1374458"/>
                  </a:lnTo>
                  <a:lnTo>
                    <a:pt x="1050608" y="1370171"/>
                  </a:lnTo>
                  <a:lnTo>
                    <a:pt x="1044893" y="1366838"/>
                  </a:lnTo>
                  <a:lnTo>
                    <a:pt x="1043464" y="1364933"/>
                  </a:lnTo>
                  <a:lnTo>
                    <a:pt x="1042511" y="1362075"/>
                  </a:lnTo>
                  <a:lnTo>
                    <a:pt x="1045369" y="1363028"/>
                  </a:lnTo>
                  <a:lnTo>
                    <a:pt x="1047750" y="1364456"/>
                  </a:lnTo>
                  <a:lnTo>
                    <a:pt x="1053942" y="1369219"/>
                  </a:lnTo>
                  <a:lnTo>
                    <a:pt x="1061085" y="1369695"/>
                  </a:lnTo>
                  <a:lnTo>
                    <a:pt x="1067276" y="1369695"/>
                  </a:lnTo>
                  <a:lnTo>
                    <a:pt x="1069181" y="1370171"/>
                  </a:lnTo>
                  <a:lnTo>
                    <a:pt x="1072992" y="1366361"/>
                  </a:lnTo>
                  <a:lnTo>
                    <a:pt x="1075849" y="1362075"/>
                  </a:lnTo>
                  <a:lnTo>
                    <a:pt x="1078706" y="1358741"/>
                  </a:lnTo>
                  <a:lnTo>
                    <a:pt x="1077754" y="1356836"/>
                  </a:lnTo>
                  <a:lnTo>
                    <a:pt x="1077278" y="1354931"/>
                  </a:lnTo>
                  <a:lnTo>
                    <a:pt x="1080611" y="1351598"/>
                  </a:lnTo>
                  <a:lnTo>
                    <a:pt x="1081088" y="1346359"/>
                  </a:lnTo>
                  <a:lnTo>
                    <a:pt x="1085850" y="1346835"/>
                  </a:lnTo>
                  <a:lnTo>
                    <a:pt x="1090136" y="1345406"/>
                  </a:lnTo>
                  <a:lnTo>
                    <a:pt x="1090136" y="1340644"/>
                  </a:lnTo>
                  <a:lnTo>
                    <a:pt x="1097756" y="1335405"/>
                  </a:lnTo>
                  <a:lnTo>
                    <a:pt x="1097280" y="1333500"/>
                  </a:lnTo>
                  <a:lnTo>
                    <a:pt x="1093946" y="1324451"/>
                  </a:lnTo>
                  <a:lnTo>
                    <a:pt x="1094899" y="1313498"/>
                  </a:lnTo>
                  <a:lnTo>
                    <a:pt x="1087755" y="1312069"/>
                  </a:lnTo>
                  <a:lnTo>
                    <a:pt x="1082993" y="1312545"/>
                  </a:lnTo>
                  <a:lnTo>
                    <a:pt x="1080611" y="1314450"/>
                  </a:lnTo>
                  <a:lnTo>
                    <a:pt x="1075849" y="1311593"/>
                  </a:lnTo>
                  <a:lnTo>
                    <a:pt x="1062038" y="1304925"/>
                  </a:lnTo>
                  <a:lnTo>
                    <a:pt x="1075849" y="1305878"/>
                  </a:lnTo>
                  <a:lnTo>
                    <a:pt x="1079183" y="1306830"/>
                  </a:lnTo>
                  <a:lnTo>
                    <a:pt x="1082517" y="1308735"/>
                  </a:lnTo>
                  <a:lnTo>
                    <a:pt x="1089184" y="1309688"/>
                  </a:lnTo>
                  <a:lnTo>
                    <a:pt x="1092518" y="1307306"/>
                  </a:lnTo>
                  <a:lnTo>
                    <a:pt x="1092042" y="1303973"/>
                  </a:lnTo>
                  <a:lnTo>
                    <a:pt x="1099661" y="1303020"/>
                  </a:lnTo>
                  <a:lnTo>
                    <a:pt x="1106329" y="1298734"/>
                  </a:lnTo>
                  <a:lnTo>
                    <a:pt x="1109663" y="1295876"/>
                  </a:lnTo>
                  <a:lnTo>
                    <a:pt x="1108710" y="1293019"/>
                  </a:lnTo>
                  <a:lnTo>
                    <a:pt x="1106329" y="1289685"/>
                  </a:lnTo>
                  <a:lnTo>
                    <a:pt x="1101090" y="1285399"/>
                  </a:lnTo>
                  <a:lnTo>
                    <a:pt x="1098233" y="1277303"/>
                  </a:lnTo>
                  <a:lnTo>
                    <a:pt x="1093470" y="1272540"/>
                  </a:lnTo>
                  <a:lnTo>
                    <a:pt x="1087755" y="1274445"/>
                  </a:lnTo>
                  <a:lnTo>
                    <a:pt x="1082993" y="1274921"/>
                  </a:lnTo>
                  <a:lnTo>
                    <a:pt x="1081088" y="1268254"/>
                  </a:lnTo>
                  <a:lnTo>
                    <a:pt x="1079183" y="1265396"/>
                  </a:lnTo>
                  <a:lnTo>
                    <a:pt x="1079183" y="1261586"/>
                  </a:lnTo>
                  <a:lnTo>
                    <a:pt x="1086326" y="1262539"/>
                  </a:lnTo>
                  <a:lnTo>
                    <a:pt x="1093470" y="1261110"/>
                  </a:lnTo>
                  <a:lnTo>
                    <a:pt x="1107758" y="1264444"/>
                  </a:lnTo>
                  <a:lnTo>
                    <a:pt x="1115378" y="1261586"/>
                  </a:lnTo>
                  <a:lnTo>
                    <a:pt x="1118235" y="1259205"/>
                  </a:lnTo>
                  <a:lnTo>
                    <a:pt x="1123950" y="1253014"/>
                  </a:lnTo>
                  <a:lnTo>
                    <a:pt x="1127760" y="1251109"/>
                  </a:lnTo>
                  <a:lnTo>
                    <a:pt x="1130142" y="1248251"/>
                  </a:lnTo>
                  <a:lnTo>
                    <a:pt x="1127284" y="1246823"/>
                  </a:lnTo>
                  <a:lnTo>
                    <a:pt x="1109186" y="1238250"/>
                  </a:lnTo>
                  <a:lnTo>
                    <a:pt x="1109663" y="1236345"/>
                  </a:lnTo>
                  <a:lnTo>
                    <a:pt x="1116806" y="1236345"/>
                  </a:lnTo>
                  <a:lnTo>
                    <a:pt x="1135380" y="1234440"/>
                  </a:lnTo>
                  <a:lnTo>
                    <a:pt x="1146334" y="1233011"/>
                  </a:lnTo>
                  <a:lnTo>
                    <a:pt x="1161574" y="1232059"/>
                  </a:lnTo>
                  <a:lnTo>
                    <a:pt x="1176338" y="1227296"/>
                  </a:lnTo>
                  <a:lnTo>
                    <a:pt x="1176338" y="1221581"/>
                  </a:lnTo>
                  <a:lnTo>
                    <a:pt x="1175861" y="1220153"/>
                  </a:lnTo>
                  <a:lnTo>
                    <a:pt x="1168242" y="1215390"/>
                  </a:lnTo>
                  <a:lnTo>
                    <a:pt x="1165384" y="1210628"/>
                  </a:lnTo>
                  <a:lnTo>
                    <a:pt x="1169670" y="1212056"/>
                  </a:lnTo>
                  <a:lnTo>
                    <a:pt x="1178243" y="1216343"/>
                  </a:lnTo>
                  <a:lnTo>
                    <a:pt x="1180624" y="1212533"/>
                  </a:lnTo>
                  <a:lnTo>
                    <a:pt x="1183958" y="1203008"/>
                  </a:lnTo>
                  <a:lnTo>
                    <a:pt x="1187292" y="1199674"/>
                  </a:lnTo>
                  <a:lnTo>
                    <a:pt x="1191101" y="1196340"/>
                  </a:lnTo>
                  <a:lnTo>
                    <a:pt x="1183005" y="1193006"/>
                  </a:lnTo>
                  <a:lnTo>
                    <a:pt x="1177290" y="1189673"/>
                  </a:lnTo>
                  <a:lnTo>
                    <a:pt x="1181100" y="1188720"/>
                  </a:lnTo>
                  <a:lnTo>
                    <a:pt x="1189196" y="1189673"/>
                  </a:lnTo>
                  <a:lnTo>
                    <a:pt x="1197293" y="1191578"/>
                  </a:lnTo>
                  <a:lnTo>
                    <a:pt x="1206818" y="1193006"/>
                  </a:lnTo>
                  <a:lnTo>
                    <a:pt x="1207294" y="1193959"/>
                  </a:lnTo>
                  <a:lnTo>
                    <a:pt x="1200150" y="1200150"/>
                  </a:lnTo>
                  <a:lnTo>
                    <a:pt x="1189673" y="1212533"/>
                  </a:lnTo>
                  <a:lnTo>
                    <a:pt x="1188244" y="1216343"/>
                  </a:lnTo>
                  <a:lnTo>
                    <a:pt x="1189196" y="1219200"/>
                  </a:lnTo>
                  <a:lnTo>
                    <a:pt x="1187768" y="1221581"/>
                  </a:lnTo>
                  <a:lnTo>
                    <a:pt x="1182529" y="1227296"/>
                  </a:lnTo>
                  <a:lnTo>
                    <a:pt x="1183958" y="1231583"/>
                  </a:lnTo>
                  <a:lnTo>
                    <a:pt x="1190625" y="1233964"/>
                  </a:lnTo>
                  <a:lnTo>
                    <a:pt x="1193483" y="1232059"/>
                  </a:lnTo>
                  <a:lnTo>
                    <a:pt x="1198721" y="1232059"/>
                  </a:lnTo>
                  <a:lnTo>
                    <a:pt x="1202531" y="1230630"/>
                  </a:lnTo>
                  <a:lnTo>
                    <a:pt x="1205389" y="1227296"/>
                  </a:lnTo>
                  <a:lnTo>
                    <a:pt x="1205865" y="1223486"/>
                  </a:lnTo>
                  <a:lnTo>
                    <a:pt x="1208723" y="1223486"/>
                  </a:lnTo>
                  <a:lnTo>
                    <a:pt x="1214438" y="1218724"/>
                  </a:lnTo>
                  <a:lnTo>
                    <a:pt x="1215867" y="1220629"/>
                  </a:lnTo>
                  <a:lnTo>
                    <a:pt x="1219200" y="1223963"/>
                  </a:lnTo>
                  <a:lnTo>
                    <a:pt x="1223010" y="1224439"/>
                  </a:lnTo>
                  <a:lnTo>
                    <a:pt x="1226820" y="1223010"/>
                  </a:lnTo>
                  <a:lnTo>
                    <a:pt x="1228725" y="1223486"/>
                  </a:lnTo>
                  <a:lnTo>
                    <a:pt x="1229678" y="1222058"/>
                  </a:lnTo>
                  <a:lnTo>
                    <a:pt x="1233011" y="1214914"/>
                  </a:lnTo>
                  <a:lnTo>
                    <a:pt x="1233488" y="1213009"/>
                  </a:lnTo>
                  <a:lnTo>
                    <a:pt x="1233488" y="1211104"/>
                  </a:lnTo>
                  <a:lnTo>
                    <a:pt x="1238250" y="1213961"/>
                  </a:lnTo>
                  <a:lnTo>
                    <a:pt x="1237774" y="1215390"/>
                  </a:lnTo>
                  <a:lnTo>
                    <a:pt x="1238250" y="1221105"/>
                  </a:lnTo>
                  <a:lnTo>
                    <a:pt x="1241108" y="1219200"/>
                  </a:lnTo>
                  <a:lnTo>
                    <a:pt x="1249204" y="1212533"/>
                  </a:lnTo>
                  <a:lnTo>
                    <a:pt x="1256824" y="1208246"/>
                  </a:lnTo>
                  <a:lnTo>
                    <a:pt x="1259681" y="1205865"/>
                  </a:lnTo>
                  <a:lnTo>
                    <a:pt x="1263015" y="1203960"/>
                  </a:lnTo>
                  <a:lnTo>
                    <a:pt x="1258729" y="1193483"/>
                  </a:lnTo>
                  <a:lnTo>
                    <a:pt x="1256824" y="1191578"/>
                  </a:lnTo>
                  <a:lnTo>
                    <a:pt x="1255871" y="1190149"/>
                  </a:lnTo>
                  <a:lnTo>
                    <a:pt x="1254919" y="1189196"/>
                  </a:lnTo>
                  <a:lnTo>
                    <a:pt x="1254919" y="1187291"/>
                  </a:lnTo>
                  <a:lnTo>
                    <a:pt x="1260634" y="1191101"/>
                  </a:lnTo>
                  <a:lnTo>
                    <a:pt x="1262063" y="1193006"/>
                  </a:lnTo>
                  <a:lnTo>
                    <a:pt x="1270635" y="1197769"/>
                  </a:lnTo>
                  <a:lnTo>
                    <a:pt x="1274921" y="1197293"/>
                  </a:lnTo>
                  <a:lnTo>
                    <a:pt x="1278255" y="1198245"/>
                  </a:lnTo>
                  <a:lnTo>
                    <a:pt x="1282065" y="1196816"/>
                  </a:lnTo>
                  <a:lnTo>
                    <a:pt x="1297305" y="1188244"/>
                  </a:lnTo>
                  <a:lnTo>
                    <a:pt x="1299210" y="1186339"/>
                  </a:lnTo>
                  <a:lnTo>
                    <a:pt x="1301115" y="1183481"/>
                  </a:lnTo>
                  <a:lnTo>
                    <a:pt x="1302544" y="1179671"/>
                  </a:lnTo>
                  <a:lnTo>
                    <a:pt x="1304449" y="1177290"/>
                  </a:lnTo>
                  <a:lnTo>
                    <a:pt x="1308259" y="1176814"/>
                  </a:lnTo>
                  <a:lnTo>
                    <a:pt x="1309688" y="1177290"/>
                  </a:lnTo>
                  <a:lnTo>
                    <a:pt x="1312069" y="1175385"/>
                  </a:lnTo>
                  <a:lnTo>
                    <a:pt x="1315403" y="1171575"/>
                  </a:lnTo>
                  <a:lnTo>
                    <a:pt x="1323023" y="1159193"/>
                  </a:lnTo>
                  <a:lnTo>
                    <a:pt x="1332548" y="1145858"/>
                  </a:lnTo>
                  <a:lnTo>
                    <a:pt x="1335405" y="1141095"/>
                  </a:lnTo>
                  <a:lnTo>
                    <a:pt x="1336358" y="1137761"/>
                  </a:lnTo>
                  <a:lnTo>
                    <a:pt x="1335881" y="1135856"/>
                  </a:lnTo>
                  <a:lnTo>
                    <a:pt x="1336358" y="1134428"/>
                  </a:lnTo>
                  <a:lnTo>
                    <a:pt x="1337786" y="1133951"/>
                  </a:lnTo>
                  <a:lnTo>
                    <a:pt x="1341596" y="1130618"/>
                  </a:lnTo>
                  <a:lnTo>
                    <a:pt x="1343501" y="1128236"/>
                  </a:lnTo>
                  <a:lnTo>
                    <a:pt x="1348264" y="1120140"/>
                  </a:lnTo>
                  <a:lnTo>
                    <a:pt x="1349693" y="1118235"/>
                  </a:lnTo>
                  <a:lnTo>
                    <a:pt x="1351598" y="1116806"/>
                  </a:lnTo>
                  <a:lnTo>
                    <a:pt x="1355884" y="1115378"/>
                  </a:lnTo>
                  <a:lnTo>
                    <a:pt x="1372076" y="1105376"/>
                  </a:lnTo>
                  <a:lnTo>
                    <a:pt x="1374934" y="1104900"/>
                  </a:lnTo>
                  <a:lnTo>
                    <a:pt x="1378268" y="1102519"/>
                  </a:lnTo>
                  <a:lnTo>
                    <a:pt x="1382078" y="1098709"/>
                  </a:lnTo>
                  <a:lnTo>
                    <a:pt x="1382554" y="1094423"/>
                  </a:lnTo>
                  <a:lnTo>
                    <a:pt x="1379220" y="1090136"/>
                  </a:lnTo>
                  <a:lnTo>
                    <a:pt x="1375410" y="1085850"/>
                  </a:lnTo>
                  <a:lnTo>
                    <a:pt x="1375886" y="1085374"/>
                  </a:lnTo>
                  <a:lnTo>
                    <a:pt x="1378268" y="1085374"/>
                  </a:lnTo>
                  <a:lnTo>
                    <a:pt x="1380173" y="1084898"/>
                  </a:lnTo>
                  <a:lnTo>
                    <a:pt x="1381601" y="1083469"/>
                  </a:lnTo>
                  <a:lnTo>
                    <a:pt x="1381125" y="1081564"/>
                  </a:lnTo>
                  <a:lnTo>
                    <a:pt x="1378744" y="1078706"/>
                  </a:lnTo>
                  <a:lnTo>
                    <a:pt x="1377315" y="1075849"/>
                  </a:lnTo>
                  <a:lnTo>
                    <a:pt x="1376839" y="1072991"/>
                  </a:lnTo>
                  <a:lnTo>
                    <a:pt x="1383506" y="1075849"/>
                  </a:lnTo>
                  <a:lnTo>
                    <a:pt x="1396842" y="1084898"/>
                  </a:lnTo>
                  <a:lnTo>
                    <a:pt x="1407795" y="1090613"/>
                  </a:lnTo>
                  <a:lnTo>
                    <a:pt x="1416368" y="1093470"/>
                  </a:lnTo>
                  <a:lnTo>
                    <a:pt x="1423035" y="1094423"/>
                  </a:lnTo>
                  <a:lnTo>
                    <a:pt x="1427321" y="1093946"/>
                  </a:lnTo>
                  <a:lnTo>
                    <a:pt x="1435418" y="1091089"/>
                  </a:lnTo>
                  <a:lnTo>
                    <a:pt x="1435418" y="1088708"/>
                  </a:lnTo>
                  <a:lnTo>
                    <a:pt x="1431608" y="1084898"/>
                  </a:lnTo>
                  <a:lnTo>
                    <a:pt x="1431131" y="1083469"/>
                  </a:lnTo>
                  <a:lnTo>
                    <a:pt x="1444943" y="1086803"/>
                  </a:lnTo>
                  <a:lnTo>
                    <a:pt x="1449229" y="1086326"/>
                  </a:lnTo>
                  <a:lnTo>
                    <a:pt x="1453992" y="1082040"/>
                  </a:lnTo>
                  <a:lnTo>
                    <a:pt x="1456849" y="1080611"/>
                  </a:lnTo>
                  <a:lnTo>
                    <a:pt x="1460183" y="1079659"/>
                  </a:lnTo>
                  <a:lnTo>
                    <a:pt x="1465421" y="1079659"/>
                  </a:lnTo>
                  <a:lnTo>
                    <a:pt x="1475423" y="1081088"/>
                  </a:lnTo>
                  <a:lnTo>
                    <a:pt x="1481614" y="1080611"/>
                  </a:lnTo>
                  <a:lnTo>
                    <a:pt x="1487329" y="1078706"/>
                  </a:lnTo>
                  <a:lnTo>
                    <a:pt x="1495425" y="1077278"/>
                  </a:lnTo>
                  <a:lnTo>
                    <a:pt x="1512094" y="1072039"/>
                  </a:lnTo>
                  <a:lnTo>
                    <a:pt x="1520190" y="1070134"/>
                  </a:lnTo>
                  <a:lnTo>
                    <a:pt x="1529715" y="1069181"/>
                  </a:lnTo>
                  <a:lnTo>
                    <a:pt x="1549718" y="1063943"/>
                  </a:lnTo>
                  <a:lnTo>
                    <a:pt x="1555909" y="1062990"/>
                  </a:lnTo>
                  <a:lnTo>
                    <a:pt x="1564958" y="1060133"/>
                  </a:lnTo>
                  <a:lnTo>
                    <a:pt x="1570673" y="1059180"/>
                  </a:lnTo>
                  <a:lnTo>
                    <a:pt x="1576388" y="1059180"/>
                  </a:lnTo>
                  <a:lnTo>
                    <a:pt x="1581150" y="1057751"/>
                  </a:lnTo>
                  <a:lnTo>
                    <a:pt x="1584960" y="1054894"/>
                  </a:lnTo>
                  <a:lnTo>
                    <a:pt x="1587818" y="1052989"/>
                  </a:lnTo>
                  <a:lnTo>
                    <a:pt x="1594009" y="1051084"/>
                  </a:lnTo>
                  <a:lnTo>
                    <a:pt x="1602581" y="1046798"/>
                  </a:lnTo>
                  <a:lnTo>
                    <a:pt x="1604963" y="1044416"/>
                  </a:lnTo>
                  <a:lnTo>
                    <a:pt x="1605439" y="1042988"/>
                  </a:lnTo>
                  <a:lnTo>
                    <a:pt x="1606392" y="1039178"/>
                  </a:lnTo>
                  <a:lnTo>
                    <a:pt x="1607820" y="1037749"/>
                  </a:lnTo>
                  <a:lnTo>
                    <a:pt x="1616869" y="1034891"/>
                  </a:lnTo>
                  <a:lnTo>
                    <a:pt x="1623060" y="1030605"/>
                  </a:lnTo>
                  <a:lnTo>
                    <a:pt x="1623536" y="1029176"/>
                  </a:lnTo>
                  <a:lnTo>
                    <a:pt x="1619726" y="1024890"/>
                  </a:lnTo>
                  <a:lnTo>
                    <a:pt x="1621631" y="1024414"/>
                  </a:lnTo>
                  <a:lnTo>
                    <a:pt x="1630680" y="1022985"/>
                  </a:lnTo>
                  <a:lnTo>
                    <a:pt x="1634967" y="1021556"/>
                  </a:lnTo>
                  <a:lnTo>
                    <a:pt x="1644968" y="1016318"/>
                  </a:lnTo>
                  <a:lnTo>
                    <a:pt x="1650206" y="1014413"/>
                  </a:lnTo>
                  <a:lnTo>
                    <a:pt x="1652588" y="1012031"/>
                  </a:lnTo>
                  <a:lnTo>
                    <a:pt x="1652588" y="1009174"/>
                  </a:lnTo>
                  <a:lnTo>
                    <a:pt x="1651635" y="1007269"/>
                  </a:lnTo>
                  <a:lnTo>
                    <a:pt x="1650206" y="1005840"/>
                  </a:lnTo>
                  <a:lnTo>
                    <a:pt x="1652111" y="1005364"/>
                  </a:lnTo>
                  <a:lnTo>
                    <a:pt x="1662589" y="1007269"/>
                  </a:lnTo>
                  <a:lnTo>
                    <a:pt x="1665447" y="1006793"/>
                  </a:lnTo>
                  <a:lnTo>
                    <a:pt x="1669256" y="1005364"/>
                  </a:lnTo>
                  <a:lnTo>
                    <a:pt x="1670209" y="1002983"/>
                  </a:lnTo>
                  <a:lnTo>
                    <a:pt x="1668304" y="999649"/>
                  </a:lnTo>
                  <a:lnTo>
                    <a:pt x="1666399" y="997268"/>
                  </a:lnTo>
                  <a:lnTo>
                    <a:pt x="1664494" y="996315"/>
                  </a:lnTo>
                  <a:lnTo>
                    <a:pt x="1666399" y="995839"/>
                  </a:lnTo>
                  <a:lnTo>
                    <a:pt x="1675448" y="995839"/>
                  </a:lnTo>
                  <a:lnTo>
                    <a:pt x="1686401" y="992981"/>
                  </a:lnTo>
                  <a:lnTo>
                    <a:pt x="1692593" y="992981"/>
                  </a:lnTo>
                  <a:lnTo>
                    <a:pt x="1694022" y="992029"/>
                  </a:lnTo>
                  <a:lnTo>
                    <a:pt x="1691640" y="987266"/>
                  </a:lnTo>
                  <a:lnTo>
                    <a:pt x="1693545" y="986314"/>
                  </a:lnTo>
                  <a:lnTo>
                    <a:pt x="1700689" y="984885"/>
                  </a:lnTo>
                  <a:lnTo>
                    <a:pt x="1704023" y="983456"/>
                  </a:lnTo>
                  <a:lnTo>
                    <a:pt x="1707832" y="982980"/>
                  </a:lnTo>
                  <a:lnTo>
                    <a:pt x="1714024" y="981075"/>
                  </a:lnTo>
                  <a:lnTo>
                    <a:pt x="1719263" y="978218"/>
                  </a:lnTo>
                  <a:lnTo>
                    <a:pt x="1721168" y="976313"/>
                  </a:lnTo>
                  <a:lnTo>
                    <a:pt x="1722120" y="973931"/>
                  </a:lnTo>
                  <a:lnTo>
                    <a:pt x="1719263" y="972979"/>
                  </a:lnTo>
                  <a:lnTo>
                    <a:pt x="1689259" y="973455"/>
                  </a:lnTo>
                  <a:lnTo>
                    <a:pt x="1672590" y="972026"/>
                  </a:lnTo>
                  <a:lnTo>
                    <a:pt x="1659731" y="969645"/>
                  </a:lnTo>
                  <a:lnTo>
                    <a:pt x="1635443" y="962501"/>
                  </a:lnTo>
                  <a:lnTo>
                    <a:pt x="1608773" y="959168"/>
                  </a:lnTo>
                  <a:lnTo>
                    <a:pt x="1605439" y="959644"/>
                  </a:lnTo>
                  <a:lnTo>
                    <a:pt x="1587342" y="965835"/>
                  </a:lnTo>
                  <a:lnTo>
                    <a:pt x="1578293" y="967264"/>
                  </a:lnTo>
                  <a:lnTo>
                    <a:pt x="1566863" y="965835"/>
                  </a:lnTo>
                  <a:lnTo>
                    <a:pt x="1557338" y="968216"/>
                  </a:lnTo>
                  <a:lnTo>
                    <a:pt x="1553528" y="972026"/>
                  </a:lnTo>
                  <a:lnTo>
                    <a:pt x="1549242" y="978218"/>
                  </a:lnTo>
                  <a:lnTo>
                    <a:pt x="1545431" y="981075"/>
                  </a:lnTo>
                  <a:lnTo>
                    <a:pt x="1537335" y="978694"/>
                  </a:lnTo>
                  <a:lnTo>
                    <a:pt x="1539717" y="972979"/>
                  </a:lnTo>
                  <a:lnTo>
                    <a:pt x="1547813" y="967264"/>
                  </a:lnTo>
                  <a:lnTo>
                    <a:pt x="1552099" y="964883"/>
                  </a:lnTo>
                  <a:lnTo>
                    <a:pt x="1556385" y="963454"/>
                  </a:lnTo>
                  <a:lnTo>
                    <a:pt x="1566863" y="961073"/>
                  </a:lnTo>
                  <a:lnTo>
                    <a:pt x="1573530" y="958691"/>
                  </a:lnTo>
                  <a:lnTo>
                    <a:pt x="1575911" y="956310"/>
                  </a:lnTo>
                  <a:lnTo>
                    <a:pt x="1574006" y="953929"/>
                  </a:lnTo>
                  <a:lnTo>
                    <a:pt x="1572101" y="952500"/>
                  </a:lnTo>
                  <a:lnTo>
                    <a:pt x="1570196" y="952024"/>
                  </a:lnTo>
                  <a:lnTo>
                    <a:pt x="1567815" y="952024"/>
                  </a:lnTo>
                  <a:lnTo>
                    <a:pt x="1538764" y="956310"/>
                  </a:lnTo>
                  <a:lnTo>
                    <a:pt x="1524476" y="956786"/>
                  </a:lnTo>
                  <a:lnTo>
                    <a:pt x="1506379" y="952024"/>
                  </a:lnTo>
                  <a:lnTo>
                    <a:pt x="1503045" y="952024"/>
                  </a:lnTo>
                  <a:lnTo>
                    <a:pt x="1492092" y="953929"/>
                  </a:lnTo>
                  <a:lnTo>
                    <a:pt x="1488281" y="953929"/>
                  </a:lnTo>
                  <a:lnTo>
                    <a:pt x="1489710" y="952976"/>
                  </a:lnTo>
                  <a:lnTo>
                    <a:pt x="1506855" y="947738"/>
                  </a:lnTo>
                  <a:lnTo>
                    <a:pt x="1510665" y="946309"/>
                  </a:lnTo>
                  <a:lnTo>
                    <a:pt x="1519714" y="941070"/>
                  </a:lnTo>
                  <a:lnTo>
                    <a:pt x="1522095" y="938213"/>
                  </a:lnTo>
                  <a:lnTo>
                    <a:pt x="1523524" y="934879"/>
                  </a:lnTo>
                  <a:lnTo>
                    <a:pt x="1524953" y="929640"/>
                  </a:lnTo>
                  <a:lnTo>
                    <a:pt x="1524476" y="926306"/>
                  </a:lnTo>
                  <a:lnTo>
                    <a:pt x="1520190" y="924401"/>
                  </a:lnTo>
                  <a:lnTo>
                    <a:pt x="1513999" y="922973"/>
                  </a:lnTo>
                  <a:lnTo>
                    <a:pt x="1510189" y="920115"/>
                  </a:lnTo>
                  <a:lnTo>
                    <a:pt x="1513523" y="919163"/>
                  </a:lnTo>
                  <a:lnTo>
                    <a:pt x="1527810" y="919639"/>
                  </a:lnTo>
                  <a:lnTo>
                    <a:pt x="1534478" y="920115"/>
                  </a:lnTo>
                  <a:lnTo>
                    <a:pt x="1546384" y="922496"/>
                  </a:lnTo>
                  <a:lnTo>
                    <a:pt x="1555433" y="922973"/>
                  </a:lnTo>
                  <a:lnTo>
                    <a:pt x="1567339" y="922496"/>
                  </a:lnTo>
                  <a:lnTo>
                    <a:pt x="1572101" y="921544"/>
                  </a:lnTo>
                  <a:lnTo>
                    <a:pt x="1586389" y="916305"/>
                  </a:lnTo>
                  <a:lnTo>
                    <a:pt x="1591151" y="913448"/>
                  </a:lnTo>
                  <a:lnTo>
                    <a:pt x="1600200" y="907733"/>
                  </a:lnTo>
                  <a:lnTo>
                    <a:pt x="1602581" y="902494"/>
                  </a:lnTo>
                  <a:lnTo>
                    <a:pt x="1601629" y="896303"/>
                  </a:lnTo>
                  <a:lnTo>
                    <a:pt x="1599724" y="892016"/>
                  </a:lnTo>
                  <a:lnTo>
                    <a:pt x="1596867" y="889635"/>
                  </a:lnTo>
                  <a:lnTo>
                    <a:pt x="1588770" y="888683"/>
                  </a:lnTo>
                  <a:lnTo>
                    <a:pt x="1575911" y="889159"/>
                  </a:lnTo>
                  <a:lnTo>
                    <a:pt x="1566386" y="888683"/>
                  </a:lnTo>
                  <a:lnTo>
                    <a:pt x="1554004" y="886778"/>
                  </a:lnTo>
                  <a:lnTo>
                    <a:pt x="1552099" y="882491"/>
                  </a:lnTo>
                  <a:lnTo>
                    <a:pt x="1554480" y="881063"/>
                  </a:lnTo>
                  <a:lnTo>
                    <a:pt x="1556861" y="880586"/>
                  </a:lnTo>
                  <a:lnTo>
                    <a:pt x="1567815" y="883444"/>
                  </a:lnTo>
                  <a:lnTo>
                    <a:pt x="1584008" y="882968"/>
                  </a:lnTo>
                  <a:lnTo>
                    <a:pt x="1594961" y="883920"/>
                  </a:lnTo>
                  <a:lnTo>
                    <a:pt x="1602581" y="886778"/>
                  </a:lnTo>
                  <a:lnTo>
                    <a:pt x="1609725" y="890588"/>
                  </a:lnTo>
                  <a:lnTo>
                    <a:pt x="1616393" y="895350"/>
                  </a:lnTo>
                  <a:lnTo>
                    <a:pt x="1624013" y="899160"/>
                  </a:lnTo>
                  <a:lnTo>
                    <a:pt x="1632585" y="902018"/>
                  </a:lnTo>
                  <a:lnTo>
                    <a:pt x="1640205" y="905828"/>
                  </a:lnTo>
                  <a:lnTo>
                    <a:pt x="1646397" y="910590"/>
                  </a:lnTo>
                  <a:lnTo>
                    <a:pt x="1650206" y="916781"/>
                  </a:lnTo>
                  <a:lnTo>
                    <a:pt x="1651635" y="924401"/>
                  </a:lnTo>
                  <a:lnTo>
                    <a:pt x="1654969" y="932498"/>
                  </a:lnTo>
                  <a:lnTo>
                    <a:pt x="1660207" y="941070"/>
                  </a:lnTo>
                  <a:lnTo>
                    <a:pt x="1666399" y="946785"/>
                  </a:lnTo>
                  <a:lnTo>
                    <a:pt x="1682115" y="952976"/>
                  </a:lnTo>
                  <a:lnTo>
                    <a:pt x="1686878" y="953453"/>
                  </a:lnTo>
                  <a:lnTo>
                    <a:pt x="1695450" y="952976"/>
                  </a:lnTo>
                  <a:lnTo>
                    <a:pt x="1704023" y="953929"/>
                  </a:lnTo>
                  <a:lnTo>
                    <a:pt x="1706880" y="950595"/>
                  </a:lnTo>
                  <a:lnTo>
                    <a:pt x="1708785" y="936784"/>
                  </a:lnTo>
                  <a:lnTo>
                    <a:pt x="1709738" y="933926"/>
                  </a:lnTo>
                  <a:lnTo>
                    <a:pt x="1709738" y="931069"/>
                  </a:lnTo>
                  <a:lnTo>
                    <a:pt x="1712595" y="927735"/>
                  </a:lnTo>
                  <a:lnTo>
                    <a:pt x="1713072" y="940594"/>
                  </a:lnTo>
                  <a:lnTo>
                    <a:pt x="1714024" y="942975"/>
                  </a:lnTo>
                  <a:lnTo>
                    <a:pt x="1714024" y="945356"/>
                  </a:lnTo>
                  <a:lnTo>
                    <a:pt x="1714500" y="948690"/>
                  </a:lnTo>
                  <a:lnTo>
                    <a:pt x="1714500" y="952024"/>
                  </a:lnTo>
                  <a:lnTo>
                    <a:pt x="1724978" y="951548"/>
                  </a:lnTo>
                  <a:lnTo>
                    <a:pt x="1729264" y="953453"/>
                  </a:lnTo>
                  <a:lnTo>
                    <a:pt x="1740218" y="952024"/>
                  </a:lnTo>
                  <a:lnTo>
                    <a:pt x="1743551" y="948690"/>
                  </a:lnTo>
                  <a:lnTo>
                    <a:pt x="1741647" y="944880"/>
                  </a:lnTo>
                  <a:lnTo>
                    <a:pt x="1739742" y="931545"/>
                  </a:lnTo>
                  <a:lnTo>
                    <a:pt x="1737836" y="928211"/>
                  </a:lnTo>
                  <a:lnTo>
                    <a:pt x="1738313" y="924401"/>
                  </a:lnTo>
                  <a:lnTo>
                    <a:pt x="1737360" y="913448"/>
                  </a:lnTo>
                  <a:lnTo>
                    <a:pt x="1737836" y="906304"/>
                  </a:lnTo>
                  <a:lnTo>
                    <a:pt x="1736884" y="898208"/>
                  </a:lnTo>
                  <a:lnTo>
                    <a:pt x="1734979" y="889635"/>
                  </a:lnTo>
                  <a:lnTo>
                    <a:pt x="1727835" y="887730"/>
                  </a:lnTo>
                  <a:lnTo>
                    <a:pt x="1720692" y="891064"/>
                  </a:lnTo>
                  <a:lnTo>
                    <a:pt x="1718310" y="891064"/>
                  </a:lnTo>
                  <a:lnTo>
                    <a:pt x="1715929" y="892016"/>
                  </a:lnTo>
                  <a:lnTo>
                    <a:pt x="1714500" y="895826"/>
                  </a:lnTo>
                  <a:lnTo>
                    <a:pt x="1712119" y="903446"/>
                  </a:lnTo>
                  <a:lnTo>
                    <a:pt x="1710214" y="894874"/>
                  </a:lnTo>
                  <a:lnTo>
                    <a:pt x="1709738" y="890111"/>
                  </a:lnTo>
                  <a:lnTo>
                    <a:pt x="1709261" y="887254"/>
                  </a:lnTo>
                  <a:lnTo>
                    <a:pt x="1710690" y="885825"/>
                  </a:lnTo>
                  <a:lnTo>
                    <a:pt x="1715929" y="883444"/>
                  </a:lnTo>
                  <a:lnTo>
                    <a:pt x="1725930" y="875824"/>
                  </a:lnTo>
                  <a:lnTo>
                    <a:pt x="1727835" y="872490"/>
                  </a:lnTo>
                  <a:lnTo>
                    <a:pt x="1717357" y="872014"/>
                  </a:lnTo>
                  <a:lnTo>
                    <a:pt x="1713548" y="871061"/>
                  </a:lnTo>
                  <a:lnTo>
                    <a:pt x="1709261" y="862013"/>
                  </a:lnTo>
                  <a:lnTo>
                    <a:pt x="1706880" y="861060"/>
                  </a:lnTo>
                  <a:lnTo>
                    <a:pt x="1696403" y="858203"/>
                  </a:lnTo>
                  <a:lnTo>
                    <a:pt x="1693545" y="856298"/>
                  </a:lnTo>
                  <a:lnTo>
                    <a:pt x="1682115" y="851059"/>
                  </a:lnTo>
                  <a:lnTo>
                    <a:pt x="1672114" y="847249"/>
                  </a:lnTo>
                  <a:lnTo>
                    <a:pt x="1664970" y="843439"/>
                  </a:lnTo>
                  <a:lnTo>
                    <a:pt x="1649730" y="836295"/>
                  </a:lnTo>
                  <a:lnTo>
                    <a:pt x="1644015" y="833914"/>
                  </a:lnTo>
                  <a:lnTo>
                    <a:pt x="1638776" y="829151"/>
                  </a:lnTo>
                  <a:lnTo>
                    <a:pt x="1635443" y="828199"/>
                  </a:lnTo>
                  <a:lnTo>
                    <a:pt x="1629251" y="831056"/>
                  </a:lnTo>
                  <a:lnTo>
                    <a:pt x="1619726" y="833914"/>
                  </a:lnTo>
                  <a:lnTo>
                    <a:pt x="1616869" y="831056"/>
                  </a:lnTo>
                  <a:lnTo>
                    <a:pt x="1619250" y="829151"/>
                  </a:lnTo>
                  <a:lnTo>
                    <a:pt x="1629251" y="825818"/>
                  </a:lnTo>
                  <a:lnTo>
                    <a:pt x="1634014" y="823913"/>
                  </a:lnTo>
                  <a:lnTo>
                    <a:pt x="1635919" y="819150"/>
                  </a:lnTo>
                  <a:lnTo>
                    <a:pt x="1631633" y="800576"/>
                  </a:lnTo>
                  <a:lnTo>
                    <a:pt x="1631156" y="799148"/>
                  </a:lnTo>
                  <a:lnTo>
                    <a:pt x="1630204" y="798195"/>
                  </a:lnTo>
                  <a:lnTo>
                    <a:pt x="1624489" y="799148"/>
                  </a:lnTo>
                  <a:lnTo>
                    <a:pt x="1615917" y="802005"/>
                  </a:lnTo>
                  <a:lnTo>
                    <a:pt x="1611630" y="803910"/>
                  </a:lnTo>
                  <a:lnTo>
                    <a:pt x="1600200" y="804863"/>
                  </a:lnTo>
                  <a:lnTo>
                    <a:pt x="1586389" y="809625"/>
                  </a:lnTo>
                  <a:lnTo>
                    <a:pt x="1582579" y="811530"/>
                  </a:lnTo>
                  <a:lnTo>
                    <a:pt x="1576388" y="812959"/>
                  </a:lnTo>
                  <a:lnTo>
                    <a:pt x="1573530" y="812483"/>
                  </a:lnTo>
                  <a:lnTo>
                    <a:pt x="1567339" y="810101"/>
                  </a:lnTo>
                  <a:lnTo>
                    <a:pt x="1582579" y="804863"/>
                  </a:lnTo>
                  <a:lnTo>
                    <a:pt x="1586865" y="804863"/>
                  </a:lnTo>
                  <a:lnTo>
                    <a:pt x="1594485" y="801529"/>
                  </a:lnTo>
                  <a:lnTo>
                    <a:pt x="1614964" y="796766"/>
                  </a:lnTo>
                  <a:lnTo>
                    <a:pt x="1617821" y="792956"/>
                  </a:lnTo>
                  <a:lnTo>
                    <a:pt x="1624013" y="791051"/>
                  </a:lnTo>
                  <a:lnTo>
                    <a:pt x="1631156" y="789146"/>
                  </a:lnTo>
                  <a:lnTo>
                    <a:pt x="1636395" y="789623"/>
                  </a:lnTo>
                  <a:lnTo>
                    <a:pt x="1639253" y="797243"/>
                  </a:lnTo>
                  <a:lnTo>
                    <a:pt x="1645444" y="812483"/>
                  </a:lnTo>
                  <a:lnTo>
                    <a:pt x="1655445" y="824389"/>
                  </a:lnTo>
                  <a:lnTo>
                    <a:pt x="1662589" y="827246"/>
                  </a:lnTo>
                  <a:lnTo>
                    <a:pt x="1668780" y="831056"/>
                  </a:lnTo>
                  <a:lnTo>
                    <a:pt x="1684497" y="835343"/>
                  </a:lnTo>
                  <a:lnTo>
                    <a:pt x="1701642" y="842010"/>
                  </a:lnTo>
                  <a:lnTo>
                    <a:pt x="1708785" y="846296"/>
                  </a:lnTo>
                  <a:lnTo>
                    <a:pt x="1715929" y="848678"/>
                  </a:lnTo>
                  <a:lnTo>
                    <a:pt x="1717834" y="842486"/>
                  </a:lnTo>
                  <a:lnTo>
                    <a:pt x="1716405" y="834390"/>
                  </a:lnTo>
                  <a:lnTo>
                    <a:pt x="1723549" y="831056"/>
                  </a:lnTo>
                  <a:lnTo>
                    <a:pt x="1725930" y="815816"/>
                  </a:lnTo>
                  <a:lnTo>
                    <a:pt x="1725454" y="810101"/>
                  </a:lnTo>
                  <a:lnTo>
                    <a:pt x="1724978" y="797243"/>
                  </a:lnTo>
                  <a:lnTo>
                    <a:pt x="1719739" y="794385"/>
                  </a:lnTo>
                  <a:lnTo>
                    <a:pt x="1711167" y="792956"/>
                  </a:lnTo>
                  <a:lnTo>
                    <a:pt x="1697355" y="786765"/>
                  </a:lnTo>
                  <a:lnTo>
                    <a:pt x="1692593" y="781050"/>
                  </a:lnTo>
                  <a:lnTo>
                    <a:pt x="1684020" y="779621"/>
                  </a:lnTo>
                  <a:lnTo>
                    <a:pt x="1676876" y="775335"/>
                  </a:lnTo>
                  <a:lnTo>
                    <a:pt x="1668304" y="771525"/>
                  </a:lnTo>
                  <a:lnTo>
                    <a:pt x="1661636" y="766286"/>
                  </a:lnTo>
                  <a:lnTo>
                    <a:pt x="1653540" y="765334"/>
                  </a:lnTo>
                  <a:lnTo>
                    <a:pt x="1638300" y="764381"/>
                  </a:lnTo>
                  <a:lnTo>
                    <a:pt x="1622108" y="766286"/>
                  </a:lnTo>
                  <a:lnTo>
                    <a:pt x="1614964" y="768668"/>
                  </a:lnTo>
                  <a:lnTo>
                    <a:pt x="1610678" y="774383"/>
                  </a:lnTo>
                  <a:lnTo>
                    <a:pt x="1589246" y="779621"/>
                  </a:lnTo>
                  <a:lnTo>
                    <a:pt x="1583531" y="780098"/>
                  </a:lnTo>
                  <a:lnTo>
                    <a:pt x="1575911" y="781526"/>
                  </a:lnTo>
                  <a:lnTo>
                    <a:pt x="1564958" y="784860"/>
                  </a:lnTo>
                  <a:lnTo>
                    <a:pt x="1554004" y="783908"/>
                  </a:lnTo>
                  <a:lnTo>
                    <a:pt x="1549718" y="784384"/>
                  </a:lnTo>
                  <a:lnTo>
                    <a:pt x="1544479" y="788670"/>
                  </a:lnTo>
                  <a:lnTo>
                    <a:pt x="1542098" y="788670"/>
                  </a:lnTo>
                  <a:lnTo>
                    <a:pt x="1539717" y="787241"/>
                  </a:lnTo>
                  <a:lnTo>
                    <a:pt x="1537811" y="785813"/>
                  </a:lnTo>
                  <a:lnTo>
                    <a:pt x="1536859" y="783908"/>
                  </a:lnTo>
                  <a:lnTo>
                    <a:pt x="1539717" y="782479"/>
                  </a:lnTo>
                  <a:lnTo>
                    <a:pt x="1546860" y="781526"/>
                  </a:lnTo>
                  <a:lnTo>
                    <a:pt x="1554004" y="781526"/>
                  </a:lnTo>
                  <a:lnTo>
                    <a:pt x="1560671" y="782479"/>
                  </a:lnTo>
                  <a:lnTo>
                    <a:pt x="1565434" y="782003"/>
                  </a:lnTo>
                  <a:lnTo>
                    <a:pt x="1567815" y="780574"/>
                  </a:lnTo>
                  <a:lnTo>
                    <a:pt x="1571625" y="776764"/>
                  </a:lnTo>
                  <a:lnTo>
                    <a:pt x="1569720" y="774859"/>
                  </a:lnTo>
                  <a:lnTo>
                    <a:pt x="1550670" y="768668"/>
                  </a:lnTo>
                  <a:lnTo>
                    <a:pt x="1547336" y="764381"/>
                  </a:lnTo>
                  <a:lnTo>
                    <a:pt x="1557338" y="768191"/>
                  </a:lnTo>
                  <a:lnTo>
                    <a:pt x="1564481" y="770096"/>
                  </a:lnTo>
                  <a:lnTo>
                    <a:pt x="1576864" y="772478"/>
                  </a:lnTo>
                  <a:lnTo>
                    <a:pt x="1584960" y="775811"/>
                  </a:lnTo>
                  <a:lnTo>
                    <a:pt x="1588770" y="776288"/>
                  </a:lnTo>
                  <a:lnTo>
                    <a:pt x="1599724" y="774859"/>
                  </a:lnTo>
                  <a:lnTo>
                    <a:pt x="1602105" y="773906"/>
                  </a:lnTo>
                  <a:lnTo>
                    <a:pt x="1609249" y="767715"/>
                  </a:lnTo>
                  <a:lnTo>
                    <a:pt x="1614011" y="764858"/>
                  </a:lnTo>
                  <a:lnTo>
                    <a:pt x="1623536" y="761048"/>
                  </a:lnTo>
                  <a:lnTo>
                    <a:pt x="1631633" y="759143"/>
                  </a:lnTo>
                  <a:lnTo>
                    <a:pt x="1632109" y="757238"/>
                  </a:lnTo>
                  <a:lnTo>
                    <a:pt x="1627823" y="754380"/>
                  </a:lnTo>
                  <a:lnTo>
                    <a:pt x="1614964" y="743903"/>
                  </a:lnTo>
                  <a:lnTo>
                    <a:pt x="1610201" y="740569"/>
                  </a:lnTo>
                  <a:lnTo>
                    <a:pt x="1606868" y="737235"/>
                  </a:lnTo>
                  <a:lnTo>
                    <a:pt x="1606868" y="736759"/>
                  </a:lnTo>
                  <a:lnTo>
                    <a:pt x="1612583" y="739140"/>
                  </a:lnTo>
                  <a:lnTo>
                    <a:pt x="1620679" y="744379"/>
                  </a:lnTo>
                  <a:lnTo>
                    <a:pt x="1627823" y="749618"/>
                  </a:lnTo>
                  <a:lnTo>
                    <a:pt x="1632109" y="751999"/>
                  </a:lnTo>
                  <a:lnTo>
                    <a:pt x="1635919" y="752951"/>
                  </a:lnTo>
                  <a:lnTo>
                    <a:pt x="1639729" y="752951"/>
                  </a:lnTo>
                  <a:lnTo>
                    <a:pt x="1643539" y="751523"/>
                  </a:lnTo>
                  <a:lnTo>
                    <a:pt x="1647349" y="748665"/>
                  </a:lnTo>
                  <a:lnTo>
                    <a:pt x="1653540" y="742474"/>
                  </a:lnTo>
                  <a:lnTo>
                    <a:pt x="1666875" y="757238"/>
                  </a:lnTo>
                  <a:lnTo>
                    <a:pt x="1684973" y="766763"/>
                  </a:lnTo>
                  <a:lnTo>
                    <a:pt x="1693545" y="770096"/>
                  </a:lnTo>
                  <a:lnTo>
                    <a:pt x="1715453" y="775335"/>
                  </a:lnTo>
                  <a:lnTo>
                    <a:pt x="1721168" y="775335"/>
                  </a:lnTo>
                  <a:lnTo>
                    <a:pt x="1731645" y="769620"/>
                  </a:lnTo>
                  <a:lnTo>
                    <a:pt x="1742599" y="764858"/>
                  </a:lnTo>
                  <a:lnTo>
                    <a:pt x="1750219" y="763429"/>
                  </a:lnTo>
                  <a:lnTo>
                    <a:pt x="1773555" y="762953"/>
                  </a:lnTo>
                  <a:lnTo>
                    <a:pt x="1777842" y="761048"/>
                  </a:lnTo>
                  <a:lnTo>
                    <a:pt x="1779747" y="750570"/>
                  </a:lnTo>
                  <a:lnTo>
                    <a:pt x="1783556" y="739616"/>
                  </a:lnTo>
                  <a:lnTo>
                    <a:pt x="1782604" y="737711"/>
                  </a:lnTo>
                  <a:lnTo>
                    <a:pt x="1760220" y="731520"/>
                  </a:lnTo>
                  <a:lnTo>
                    <a:pt x="1750695" y="730091"/>
                  </a:lnTo>
                  <a:lnTo>
                    <a:pt x="1727359" y="729615"/>
                  </a:lnTo>
                  <a:lnTo>
                    <a:pt x="1722120" y="728186"/>
                  </a:lnTo>
                  <a:lnTo>
                    <a:pt x="1717357" y="725805"/>
                  </a:lnTo>
                  <a:lnTo>
                    <a:pt x="1714976" y="723424"/>
                  </a:lnTo>
                  <a:lnTo>
                    <a:pt x="1714976" y="721519"/>
                  </a:lnTo>
                  <a:lnTo>
                    <a:pt x="1716405" y="719138"/>
                  </a:lnTo>
                  <a:lnTo>
                    <a:pt x="1718786" y="716280"/>
                  </a:lnTo>
                  <a:lnTo>
                    <a:pt x="1719739" y="713423"/>
                  </a:lnTo>
                  <a:lnTo>
                    <a:pt x="1718786" y="710565"/>
                  </a:lnTo>
                  <a:lnTo>
                    <a:pt x="1717357" y="708660"/>
                  </a:lnTo>
                  <a:lnTo>
                    <a:pt x="1714976" y="707708"/>
                  </a:lnTo>
                  <a:lnTo>
                    <a:pt x="1715453" y="706755"/>
                  </a:lnTo>
                  <a:lnTo>
                    <a:pt x="1720215" y="704850"/>
                  </a:lnTo>
                  <a:lnTo>
                    <a:pt x="1727359" y="701040"/>
                  </a:lnTo>
                  <a:lnTo>
                    <a:pt x="1729264" y="697706"/>
                  </a:lnTo>
                  <a:lnTo>
                    <a:pt x="1727359" y="689134"/>
                  </a:lnTo>
                  <a:lnTo>
                    <a:pt x="1728788" y="689134"/>
                  </a:lnTo>
                  <a:lnTo>
                    <a:pt x="1734979" y="694849"/>
                  </a:lnTo>
                  <a:lnTo>
                    <a:pt x="1732598" y="703421"/>
                  </a:lnTo>
                  <a:lnTo>
                    <a:pt x="1728311" y="711041"/>
                  </a:lnTo>
                  <a:lnTo>
                    <a:pt x="1741170" y="716280"/>
                  </a:lnTo>
                  <a:lnTo>
                    <a:pt x="1756410" y="719614"/>
                  </a:lnTo>
                  <a:lnTo>
                    <a:pt x="1772603" y="717709"/>
                  </a:lnTo>
                  <a:lnTo>
                    <a:pt x="1786890" y="713423"/>
                  </a:lnTo>
                  <a:lnTo>
                    <a:pt x="1785938" y="708184"/>
                  </a:lnTo>
                  <a:lnTo>
                    <a:pt x="1793081" y="708184"/>
                  </a:lnTo>
                  <a:lnTo>
                    <a:pt x="1806893" y="709613"/>
                  </a:lnTo>
                  <a:lnTo>
                    <a:pt x="1813084" y="708660"/>
                  </a:lnTo>
                  <a:lnTo>
                    <a:pt x="1816418" y="707708"/>
                  </a:lnTo>
                  <a:lnTo>
                    <a:pt x="1818323" y="706279"/>
                  </a:lnTo>
                  <a:lnTo>
                    <a:pt x="1819751" y="703898"/>
                  </a:lnTo>
                  <a:lnTo>
                    <a:pt x="1820704" y="700088"/>
                  </a:lnTo>
                  <a:lnTo>
                    <a:pt x="1821180" y="694849"/>
                  </a:lnTo>
                  <a:lnTo>
                    <a:pt x="1819275" y="690563"/>
                  </a:lnTo>
                  <a:lnTo>
                    <a:pt x="1814513" y="686753"/>
                  </a:lnTo>
                  <a:lnTo>
                    <a:pt x="1810703" y="685324"/>
                  </a:lnTo>
                  <a:lnTo>
                    <a:pt x="1801654" y="670084"/>
                  </a:lnTo>
                  <a:lnTo>
                    <a:pt x="1795463" y="661511"/>
                  </a:lnTo>
                  <a:lnTo>
                    <a:pt x="1787843" y="658654"/>
                  </a:lnTo>
                  <a:lnTo>
                    <a:pt x="1781175" y="661511"/>
                  </a:lnTo>
                  <a:lnTo>
                    <a:pt x="1777365" y="670560"/>
                  </a:lnTo>
                  <a:lnTo>
                    <a:pt x="1774507" y="678180"/>
                  </a:lnTo>
                  <a:lnTo>
                    <a:pt x="1765935" y="684371"/>
                  </a:lnTo>
                  <a:lnTo>
                    <a:pt x="1759744" y="682943"/>
                  </a:lnTo>
                  <a:lnTo>
                    <a:pt x="1759744" y="681990"/>
                  </a:lnTo>
                  <a:lnTo>
                    <a:pt x="1762125" y="680561"/>
                  </a:lnTo>
                  <a:lnTo>
                    <a:pt x="1764982" y="677704"/>
                  </a:lnTo>
                  <a:lnTo>
                    <a:pt x="1768317" y="672941"/>
                  </a:lnTo>
                  <a:lnTo>
                    <a:pt x="1768793" y="667226"/>
                  </a:lnTo>
                  <a:lnTo>
                    <a:pt x="1766411" y="660559"/>
                  </a:lnTo>
                  <a:lnTo>
                    <a:pt x="1764030" y="656273"/>
                  </a:lnTo>
                  <a:lnTo>
                    <a:pt x="1762125" y="654844"/>
                  </a:lnTo>
                  <a:lnTo>
                    <a:pt x="1759744" y="654368"/>
                  </a:lnTo>
                  <a:lnTo>
                    <a:pt x="1756886" y="655320"/>
                  </a:lnTo>
                  <a:lnTo>
                    <a:pt x="1745932" y="660083"/>
                  </a:lnTo>
                  <a:lnTo>
                    <a:pt x="1741170" y="661988"/>
                  </a:lnTo>
                  <a:lnTo>
                    <a:pt x="1737836" y="662464"/>
                  </a:lnTo>
                  <a:lnTo>
                    <a:pt x="1734979" y="661988"/>
                  </a:lnTo>
                  <a:lnTo>
                    <a:pt x="1730693" y="659606"/>
                  </a:lnTo>
                  <a:lnTo>
                    <a:pt x="1724025" y="655320"/>
                  </a:lnTo>
                  <a:lnTo>
                    <a:pt x="1719263" y="651510"/>
                  </a:lnTo>
                  <a:lnTo>
                    <a:pt x="1732122" y="656749"/>
                  </a:lnTo>
                  <a:lnTo>
                    <a:pt x="1739265" y="657701"/>
                  </a:lnTo>
                  <a:lnTo>
                    <a:pt x="1747361" y="654844"/>
                  </a:lnTo>
                  <a:lnTo>
                    <a:pt x="1753076" y="650081"/>
                  </a:lnTo>
                  <a:lnTo>
                    <a:pt x="1758315" y="649129"/>
                  </a:lnTo>
                  <a:lnTo>
                    <a:pt x="1764506" y="648653"/>
                  </a:lnTo>
                  <a:lnTo>
                    <a:pt x="1778794" y="637699"/>
                  </a:lnTo>
                  <a:lnTo>
                    <a:pt x="1788319" y="638175"/>
                  </a:lnTo>
                  <a:lnTo>
                    <a:pt x="1794034" y="641985"/>
                  </a:lnTo>
                  <a:lnTo>
                    <a:pt x="1798797" y="645319"/>
                  </a:lnTo>
                  <a:lnTo>
                    <a:pt x="1802130" y="648653"/>
                  </a:lnTo>
                  <a:lnTo>
                    <a:pt x="1806417" y="649129"/>
                  </a:lnTo>
                  <a:lnTo>
                    <a:pt x="1811655" y="647224"/>
                  </a:lnTo>
                  <a:lnTo>
                    <a:pt x="1814989" y="643890"/>
                  </a:lnTo>
                  <a:lnTo>
                    <a:pt x="1816894" y="639128"/>
                  </a:lnTo>
                  <a:lnTo>
                    <a:pt x="1817370" y="632936"/>
                  </a:lnTo>
                  <a:lnTo>
                    <a:pt x="1816418" y="625316"/>
                  </a:lnTo>
                  <a:lnTo>
                    <a:pt x="1815465" y="620554"/>
                  </a:lnTo>
                  <a:lnTo>
                    <a:pt x="1814513" y="618173"/>
                  </a:lnTo>
                  <a:lnTo>
                    <a:pt x="1814036" y="615315"/>
                  </a:lnTo>
                  <a:lnTo>
                    <a:pt x="1814036" y="612458"/>
                  </a:lnTo>
                  <a:lnTo>
                    <a:pt x="1813084" y="607695"/>
                  </a:lnTo>
                  <a:lnTo>
                    <a:pt x="1811179" y="605314"/>
                  </a:lnTo>
                  <a:lnTo>
                    <a:pt x="1803082" y="598170"/>
                  </a:lnTo>
                  <a:lnTo>
                    <a:pt x="1797844" y="591503"/>
                  </a:lnTo>
                  <a:lnTo>
                    <a:pt x="1801178" y="582930"/>
                  </a:lnTo>
                  <a:lnTo>
                    <a:pt x="1793081" y="576263"/>
                  </a:lnTo>
                  <a:lnTo>
                    <a:pt x="1786890" y="575310"/>
                  </a:lnTo>
                  <a:lnTo>
                    <a:pt x="1781651" y="575310"/>
                  </a:lnTo>
                  <a:lnTo>
                    <a:pt x="1777365" y="574834"/>
                  </a:lnTo>
                  <a:lnTo>
                    <a:pt x="1769745" y="572453"/>
                  </a:lnTo>
                  <a:lnTo>
                    <a:pt x="1766411" y="570548"/>
                  </a:lnTo>
                  <a:lnTo>
                    <a:pt x="1756410" y="572929"/>
                  </a:lnTo>
                  <a:lnTo>
                    <a:pt x="1748314" y="573405"/>
                  </a:lnTo>
                  <a:lnTo>
                    <a:pt x="1745932" y="572929"/>
                  </a:lnTo>
                  <a:lnTo>
                    <a:pt x="1743075" y="571500"/>
                  </a:lnTo>
                  <a:lnTo>
                    <a:pt x="1736407" y="563880"/>
                  </a:lnTo>
                  <a:lnTo>
                    <a:pt x="1732122" y="551498"/>
                  </a:lnTo>
                  <a:lnTo>
                    <a:pt x="1727835" y="550545"/>
                  </a:lnTo>
                  <a:lnTo>
                    <a:pt x="1717834" y="549593"/>
                  </a:lnTo>
                  <a:lnTo>
                    <a:pt x="1714976" y="548640"/>
                  </a:lnTo>
                  <a:lnTo>
                    <a:pt x="1712595" y="547688"/>
                  </a:lnTo>
                  <a:lnTo>
                    <a:pt x="1706880" y="543878"/>
                  </a:lnTo>
                  <a:lnTo>
                    <a:pt x="1706880" y="542449"/>
                  </a:lnTo>
                  <a:lnTo>
                    <a:pt x="1708785" y="540544"/>
                  </a:lnTo>
                  <a:lnTo>
                    <a:pt x="1716405" y="535781"/>
                  </a:lnTo>
                  <a:lnTo>
                    <a:pt x="1721644" y="535781"/>
                  </a:lnTo>
                  <a:lnTo>
                    <a:pt x="1730217" y="539591"/>
                  </a:lnTo>
                  <a:lnTo>
                    <a:pt x="1736407" y="543401"/>
                  </a:lnTo>
                  <a:lnTo>
                    <a:pt x="1741170" y="543401"/>
                  </a:lnTo>
                  <a:lnTo>
                    <a:pt x="1763554" y="532448"/>
                  </a:lnTo>
                  <a:lnTo>
                    <a:pt x="1764030" y="529114"/>
                  </a:lnTo>
                  <a:lnTo>
                    <a:pt x="1779747" y="526733"/>
                  </a:lnTo>
                  <a:lnTo>
                    <a:pt x="1794034" y="526256"/>
                  </a:lnTo>
                  <a:lnTo>
                    <a:pt x="1800701" y="527209"/>
                  </a:lnTo>
                  <a:lnTo>
                    <a:pt x="1812607" y="531019"/>
                  </a:lnTo>
                  <a:lnTo>
                    <a:pt x="1824514" y="532924"/>
                  </a:lnTo>
                  <a:lnTo>
                    <a:pt x="1830705" y="534353"/>
                  </a:lnTo>
                  <a:lnTo>
                    <a:pt x="1834515" y="536258"/>
                  </a:lnTo>
                  <a:lnTo>
                    <a:pt x="1838801" y="537686"/>
                  </a:lnTo>
                  <a:lnTo>
                    <a:pt x="1843564" y="538163"/>
                  </a:lnTo>
                  <a:lnTo>
                    <a:pt x="1846898" y="537210"/>
                  </a:lnTo>
                  <a:lnTo>
                    <a:pt x="1850707" y="531495"/>
                  </a:lnTo>
                  <a:lnTo>
                    <a:pt x="1852613" y="527209"/>
                  </a:lnTo>
                  <a:lnTo>
                    <a:pt x="1853565" y="520541"/>
                  </a:lnTo>
                  <a:lnTo>
                    <a:pt x="1854042" y="511969"/>
                  </a:lnTo>
                  <a:lnTo>
                    <a:pt x="1852613" y="506254"/>
                  </a:lnTo>
                  <a:lnTo>
                    <a:pt x="1849279" y="502920"/>
                  </a:lnTo>
                  <a:lnTo>
                    <a:pt x="1844517" y="501015"/>
                  </a:lnTo>
                  <a:lnTo>
                    <a:pt x="1833563" y="501015"/>
                  </a:lnTo>
                  <a:lnTo>
                    <a:pt x="1825943" y="504349"/>
                  </a:lnTo>
                  <a:lnTo>
                    <a:pt x="1820228" y="505301"/>
                  </a:lnTo>
                  <a:lnTo>
                    <a:pt x="1815942" y="503396"/>
                  </a:lnTo>
                  <a:lnTo>
                    <a:pt x="1810226" y="500063"/>
                  </a:lnTo>
                  <a:lnTo>
                    <a:pt x="1802606" y="497205"/>
                  </a:lnTo>
                  <a:lnTo>
                    <a:pt x="1788319" y="494824"/>
                  </a:lnTo>
                  <a:lnTo>
                    <a:pt x="1780223" y="489109"/>
                  </a:lnTo>
                  <a:lnTo>
                    <a:pt x="1772603" y="476726"/>
                  </a:lnTo>
                  <a:lnTo>
                    <a:pt x="1780699" y="473869"/>
                  </a:lnTo>
                  <a:lnTo>
                    <a:pt x="1790224" y="471964"/>
                  </a:lnTo>
                  <a:lnTo>
                    <a:pt x="1797368" y="473869"/>
                  </a:lnTo>
                  <a:lnTo>
                    <a:pt x="1812131" y="480536"/>
                  </a:lnTo>
                  <a:lnTo>
                    <a:pt x="1814036" y="481013"/>
                  </a:lnTo>
                  <a:lnTo>
                    <a:pt x="1819751" y="479584"/>
                  </a:lnTo>
                  <a:lnTo>
                    <a:pt x="1819751" y="477203"/>
                  </a:lnTo>
                  <a:lnTo>
                    <a:pt x="1816418" y="472916"/>
                  </a:lnTo>
                  <a:lnTo>
                    <a:pt x="1813084" y="470059"/>
                  </a:lnTo>
                  <a:lnTo>
                    <a:pt x="1804988" y="466725"/>
                  </a:lnTo>
                  <a:lnTo>
                    <a:pt x="1795939" y="463868"/>
                  </a:lnTo>
                  <a:lnTo>
                    <a:pt x="1784985" y="459581"/>
                  </a:lnTo>
                  <a:lnTo>
                    <a:pt x="1776413" y="457200"/>
                  </a:lnTo>
                  <a:lnTo>
                    <a:pt x="1766411" y="455771"/>
                  </a:lnTo>
                  <a:lnTo>
                    <a:pt x="1757363" y="460534"/>
                  </a:lnTo>
                  <a:lnTo>
                    <a:pt x="1748790" y="471488"/>
                  </a:lnTo>
                  <a:lnTo>
                    <a:pt x="1742123" y="474821"/>
                  </a:lnTo>
                  <a:lnTo>
                    <a:pt x="1736884" y="470535"/>
                  </a:lnTo>
                  <a:lnTo>
                    <a:pt x="1736407" y="464344"/>
                  </a:lnTo>
                  <a:lnTo>
                    <a:pt x="1740218" y="456724"/>
                  </a:lnTo>
                  <a:lnTo>
                    <a:pt x="1744028" y="450056"/>
                  </a:lnTo>
                  <a:lnTo>
                    <a:pt x="1747838" y="443865"/>
                  </a:lnTo>
                  <a:lnTo>
                    <a:pt x="1750695" y="436721"/>
                  </a:lnTo>
                  <a:lnTo>
                    <a:pt x="1752600" y="428149"/>
                  </a:lnTo>
                  <a:lnTo>
                    <a:pt x="1754981" y="421958"/>
                  </a:lnTo>
                  <a:lnTo>
                    <a:pt x="1763078" y="409099"/>
                  </a:lnTo>
                  <a:lnTo>
                    <a:pt x="1763554" y="406241"/>
                  </a:lnTo>
                  <a:lnTo>
                    <a:pt x="1756886" y="402908"/>
                  </a:lnTo>
                  <a:lnTo>
                    <a:pt x="1757363" y="401479"/>
                  </a:lnTo>
                  <a:lnTo>
                    <a:pt x="1774984" y="390525"/>
                  </a:lnTo>
                  <a:lnTo>
                    <a:pt x="1782604" y="388620"/>
                  </a:lnTo>
                  <a:lnTo>
                    <a:pt x="1789272" y="388620"/>
                  </a:lnTo>
                  <a:lnTo>
                    <a:pt x="1794510" y="387668"/>
                  </a:lnTo>
                  <a:lnTo>
                    <a:pt x="1797368" y="385763"/>
                  </a:lnTo>
                  <a:lnTo>
                    <a:pt x="1800225" y="382429"/>
                  </a:lnTo>
                  <a:lnTo>
                    <a:pt x="1802130" y="378619"/>
                  </a:lnTo>
                  <a:lnTo>
                    <a:pt x="1803082" y="374809"/>
                  </a:lnTo>
                  <a:lnTo>
                    <a:pt x="1804511" y="371951"/>
                  </a:lnTo>
                  <a:lnTo>
                    <a:pt x="1805940" y="370523"/>
                  </a:lnTo>
                  <a:lnTo>
                    <a:pt x="1821656" y="366236"/>
                  </a:lnTo>
                  <a:lnTo>
                    <a:pt x="1827848" y="363855"/>
                  </a:lnTo>
                  <a:lnTo>
                    <a:pt x="1830705" y="361950"/>
                  </a:lnTo>
                  <a:lnTo>
                    <a:pt x="1831657" y="359569"/>
                  </a:lnTo>
                  <a:lnTo>
                    <a:pt x="1830229" y="356711"/>
                  </a:lnTo>
                  <a:lnTo>
                    <a:pt x="1828324" y="353854"/>
                  </a:lnTo>
                  <a:lnTo>
                    <a:pt x="1825467" y="350996"/>
                  </a:lnTo>
                  <a:lnTo>
                    <a:pt x="1823085" y="349568"/>
                  </a:lnTo>
                  <a:lnTo>
                    <a:pt x="1821180" y="350044"/>
                  </a:lnTo>
                  <a:lnTo>
                    <a:pt x="1816894" y="349091"/>
                  </a:lnTo>
                  <a:lnTo>
                    <a:pt x="1816418" y="345281"/>
                  </a:lnTo>
                  <a:lnTo>
                    <a:pt x="1817370" y="338614"/>
                  </a:lnTo>
                  <a:lnTo>
                    <a:pt x="1818799" y="332423"/>
                  </a:lnTo>
                  <a:lnTo>
                    <a:pt x="1820704" y="327184"/>
                  </a:lnTo>
                  <a:lnTo>
                    <a:pt x="1821180" y="323374"/>
                  </a:lnTo>
                  <a:lnTo>
                    <a:pt x="1818799" y="319564"/>
                  </a:lnTo>
                  <a:lnTo>
                    <a:pt x="1817370" y="318135"/>
                  </a:lnTo>
                  <a:lnTo>
                    <a:pt x="1813084" y="317659"/>
                  </a:lnTo>
                  <a:lnTo>
                    <a:pt x="1802130" y="318135"/>
                  </a:lnTo>
                  <a:lnTo>
                    <a:pt x="1797368" y="317183"/>
                  </a:lnTo>
                  <a:lnTo>
                    <a:pt x="1794510" y="315754"/>
                  </a:lnTo>
                  <a:lnTo>
                    <a:pt x="1792129" y="313373"/>
                  </a:lnTo>
                  <a:lnTo>
                    <a:pt x="1790700" y="309086"/>
                  </a:lnTo>
                  <a:lnTo>
                    <a:pt x="1790224" y="302895"/>
                  </a:lnTo>
                  <a:lnTo>
                    <a:pt x="1791653" y="297180"/>
                  </a:lnTo>
                  <a:lnTo>
                    <a:pt x="1795463" y="291941"/>
                  </a:lnTo>
                  <a:lnTo>
                    <a:pt x="1801178" y="286703"/>
                  </a:lnTo>
                  <a:lnTo>
                    <a:pt x="1813084" y="279083"/>
                  </a:lnTo>
                  <a:lnTo>
                    <a:pt x="1815942" y="277654"/>
                  </a:lnTo>
                  <a:lnTo>
                    <a:pt x="1823561" y="277178"/>
                  </a:lnTo>
                  <a:lnTo>
                    <a:pt x="1829753" y="278130"/>
                  </a:lnTo>
                  <a:lnTo>
                    <a:pt x="1841182" y="281464"/>
                  </a:lnTo>
                  <a:lnTo>
                    <a:pt x="1862138" y="284321"/>
                  </a:lnTo>
                  <a:lnTo>
                    <a:pt x="1874044" y="283845"/>
                  </a:lnTo>
                  <a:lnTo>
                    <a:pt x="1886426" y="281940"/>
                  </a:lnTo>
                  <a:lnTo>
                    <a:pt x="1892142" y="281940"/>
                  </a:lnTo>
                  <a:lnTo>
                    <a:pt x="1898332" y="282893"/>
                  </a:lnTo>
                  <a:lnTo>
                    <a:pt x="1903095" y="282416"/>
                  </a:lnTo>
                  <a:lnTo>
                    <a:pt x="1915954" y="278130"/>
                  </a:lnTo>
                  <a:lnTo>
                    <a:pt x="1926907" y="271939"/>
                  </a:lnTo>
                  <a:lnTo>
                    <a:pt x="1935004" y="266700"/>
                  </a:lnTo>
                  <a:lnTo>
                    <a:pt x="1935004" y="264319"/>
                  </a:lnTo>
                  <a:lnTo>
                    <a:pt x="1918335" y="260033"/>
                  </a:lnTo>
                  <a:lnTo>
                    <a:pt x="1913097" y="258128"/>
                  </a:lnTo>
                  <a:lnTo>
                    <a:pt x="1907381" y="253365"/>
                  </a:lnTo>
                  <a:lnTo>
                    <a:pt x="1922622" y="247174"/>
                  </a:lnTo>
                  <a:lnTo>
                    <a:pt x="1933575" y="247650"/>
                  </a:lnTo>
                  <a:lnTo>
                    <a:pt x="1948815" y="247174"/>
                  </a:lnTo>
                  <a:lnTo>
                    <a:pt x="1960722" y="241459"/>
                  </a:lnTo>
                  <a:lnTo>
                    <a:pt x="1984057" y="238125"/>
                  </a:lnTo>
                  <a:lnTo>
                    <a:pt x="1986439" y="237173"/>
                  </a:lnTo>
                  <a:lnTo>
                    <a:pt x="1993106" y="232886"/>
                  </a:lnTo>
                  <a:lnTo>
                    <a:pt x="1993582" y="230029"/>
                  </a:lnTo>
                  <a:lnTo>
                    <a:pt x="1990725" y="226695"/>
                  </a:lnTo>
                  <a:lnTo>
                    <a:pt x="1984534" y="221933"/>
                  </a:lnTo>
                  <a:lnTo>
                    <a:pt x="1985963" y="220504"/>
                  </a:lnTo>
                  <a:lnTo>
                    <a:pt x="1994535" y="219075"/>
                  </a:lnTo>
                  <a:lnTo>
                    <a:pt x="2007870" y="218599"/>
                  </a:lnTo>
                  <a:lnTo>
                    <a:pt x="2019776" y="217170"/>
                  </a:lnTo>
                  <a:lnTo>
                    <a:pt x="2030730" y="213360"/>
                  </a:lnTo>
                  <a:lnTo>
                    <a:pt x="2053590" y="201930"/>
                  </a:lnTo>
                  <a:lnTo>
                    <a:pt x="2061210" y="195739"/>
                  </a:lnTo>
                  <a:lnTo>
                    <a:pt x="2085023" y="186690"/>
                  </a:lnTo>
                  <a:lnTo>
                    <a:pt x="2088356" y="183833"/>
                  </a:lnTo>
                  <a:lnTo>
                    <a:pt x="2088356" y="181928"/>
                  </a:lnTo>
                  <a:lnTo>
                    <a:pt x="2085023" y="175260"/>
                  </a:lnTo>
                  <a:close/>
                </a:path>
              </a:pathLst>
            </a:custGeom>
            <a:grpFill/>
            <a:ln w="317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EDE7960A-0456-4744-9EF3-8ABB3B61F246}"/>
                </a:ext>
              </a:extLst>
            </p:cNvPr>
            <p:cNvSpPr/>
            <p:nvPr/>
          </p:nvSpPr>
          <p:spPr>
            <a:xfrm>
              <a:off x="5609272" y="3922394"/>
              <a:ext cx="150494" cy="216693"/>
            </a:xfrm>
            <a:custGeom>
              <a:avLst/>
              <a:gdLst>
                <a:gd name="connsiteX0" fmla="*/ 150495 w 150494"/>
                <a:gd name="connsiteY0" fmla="*/ 170021 h 216693"/>
                <a:gd name="connsiteX1" fmla="*/ 149066 w 150494"/>
                <a:gd name="connsiteY1" fmla="*/ 169545 h 216693"/>
                <a:gd name="connsiteX2" fmla="*/ 147161 w 150494"/>
                <a:gd name="connsiteY2" fmla="*/ 169069 h 216693"/>
                <a:gd name="connsiteX3" fmla="*/ 146209 w 150494"/>
                <a:gd name="connsiteY3" fmla="*/ 168116 h 216693"/>
                <a:gd name="connsiteX4" fmla="*/ 144303 w 150494"/>
                <a:gd name="connsiteY4" fmla="*/ 165735 h 216693"/>
                <a:gd name="connsiteX5" fmla="*/ 143827 w 150494"/>
                <a:gd name="connsiteY5" fmla="*/ 164306 h 216693"/>
                <a:gd name="connsiteX6" fmla="*/ 141446 w 150494"/>
                <a:gd name="connsiteY6" fmla="*/ 163830 h 216693"/>
                <a:gd name="connsiteX7" fmla="*/ 138113 w 150494"/>
                <a:gd name="connsiteY7" fmla="*/ 161925 h 216693"/>
                <a:gd name="connsiteX8" fmla="*/ 135255 w 150494"/>
                <a:gd name="connsiteY8" fmla="*/ 159544 h 216693"/>
                <a:gd name="connsiteX9" fmla="*/ 134302 w 150494"/>
                <a:gd name="connsiteY9" fmla="*/ 157639 h 216693"/>
                <a:gd name="connsiteX10" fmla="*/ 134778 w 150494"/>
                <a:gd name="connsiteY10" fmla="*/ 156210 h 216693"/>
                <a:gd name="connsiteX11" fmla="*/ 134302 w 150494"/>
                <a:gd name="connsiteY11" fmla="*/ 155258 h 216693"/>
                <a:gd name="connsiteX12" fmla="*/ 133350 w 150494"/>
                <a:gd name="connsiteY12" fmla="*/ 154781 h 216693"/>
                <a:gd name="connsiteX13" fmla="*/ 130492 w 150494"/>
                <a:gd name="connsiteY13" fmla="*/ 150019 h 216693"/>
                <a:gd name="connsiteX14" fmla="*/ 129064 w 150494"/>
                <a:gd name="connsiteY14" fmla="*/ 147638 h 216693"/>
                <a:gd name="connsiteX15" fmla="*/ 128111 w 150494"/>
                <a:gd name="connsiteY15" fmla="*/ 146209 h 216693"/>
                <a:gd name="connsiteX16" fmla="*/ 128588 w 150494"/>
                <a:gd name="connsiteY16" fmla="*/ 144780 h 216693"/>
                <a:gd name="connsiteX17" fmla="*/ 128111 w 150494"/>
                <a:gd name="connsiteY17" fmla="*/ 143351 h 216693"/>
                <a:gd name="connsiteX18" fmla="*/ 128588 w 150494"/>
                <a:gd name="connsiteY18" fmla="*/ 141923 h 216693"/>
                <a:gd name="connsiteX19" fmla="*/ 130016 w 150494"/>
                <a:gd name="connsiteY19" fmla="*/ 140970 h 216693"/>
                <a:gd name="connsiteX20" fmla="*/ 130492 w 150494"/>
                <a:gd name="connsiteY20" fmla="*/ 140018 h 216693"/>
                <a:gd name="connsiteX21" fmla="*/ 130492 w 150494"/>
                <a:gd name="connsiteY21" fmla="*/ 138113 h 216693"/>
                <a:gd name="connsiteX22" fmla="*/ 131445 w 150494"/>
                <a:gd name="connsiteY22" fmla="*/ 133350 h 216693"/>
                <a:gd name="connsiteX23" fmla="*/ 131921 w 150494"/>
                <a:gd name="connsiteY23" fmla="*/ 129064 h 216693"/>
                <a:gd name="connsiteX24" fmla="*/ 130492 w 150494"/>
                <a:gd name="connsiteY24" fmla="*/ 128111 h 216693"/>
                <a:gd name="connsiteX25" fmla="*/ 128588 w 150494"/>
                <a:gd name="connsiteY25" fmla="*/ 127635 h 216693"/>
                <a:gd name="connsiteX26" fmla="*/ 127635 w 150494"/>
                <a:gd name="connsiteY26" fmla="*/ 126683 h 216693"/>
                <a:gd name="connsiteX27" fmla="*/ 127159 w 150494"/>
                <a:gd name="connsiteY27" fmla="*/ 124301 h 216693"/>
                <a:gd name="connsiteX28" fmla="*/ 127159 w 150494"/>
                <a:gd name="connsiteY28" fmla="*/ 122873 h 216693"/>
                <a:gd name="connsiteX29" fmla="*/ 130969 w 150494"/>
                <a:gd name="connsiteY29" fmla="*/ 116681 h 216693"/>
                <a:gd name="connsiteX30" fmla="*/ 130016 w 150494"/>
                <a:gd name="connsiteY30" fmla="*/ 102394 h 216693"/>
                <a:gd name="connsiteX31" fmla="*/ 130492 w 150494"/>
                <a:gd name="connsiteY31" fmla="*/ 100489 h 216693"/>
                <a:gd name="connsiteX32" fmla="*/ 132397 w 150494"/>
                <a:gd name="connsiteY32" fmla="*/ 99060 h 216693"/>
                <a:gd name="connsiteX33" fmla="*/ 133826 w 150494"/>
                <a:gd name="connsiteY33" fmla="*/ 97155 h 216693"/>
                <a:gd name="connsiteX34" fmla="*/ 133826 w 150494"/>
                <a:gd name="connsiteY34" fmla="*/ 95250 h 216693"/>
                <a:gd name="connsiteX35" fmla="*/ 131445 w 150494"/>
                <a:gd name="connsiteY35" fmla="*/ 91440 h 216693"/>
                <a:gd name="connsiteX36" fmla="*/ 126682 w 150494"/>
                <a:gd name="connsiteY36" fmla="*/ 88106 h 216693"/>
                <a:gd name="connsiteX37" fmla="*/ 124301 w 150494"/>
                <a:gd name="connsiteY37" fmla="*/ 85249 h 216693"/>
                <a:gd name="connsiteX38" fmla="*/ 123348 w 150494"/>
                <a:gd name="connsiteY38" fmla="*/ 82868 h 216693"/>
                <a:gd name="connsiteX39" fmla="*/ 122872 w 150494"/>
                <a:gd name="connsiteY39" fmla="*/ 81915 h 216693"/>
                <a:gd name="connsiteX40" fmla="*/ 125730 w 150494"/>
                <a:gd name="connsiteY40" fmla="*/ 80010 h 216693"/>
                <a:gd name="connsiteX41" fmla="*/ 127159 w 150494"/>
                <a:gd name="connsiteY41" fmla="*/ 78581 h 216693"/>
                <a:gd name="connsiteX42" fmla="*/ 127159 w 150494"/>
                <a:gd name="connsiteY42" fmla="*/ 77153 h 216693"/>
                <a:gd name="connsiteX43" fmla="*/ 126206 w 150494"/>
                <a:gd name="connsiteY43" fmla="*/ 74295 h 216693"/>
                <a:gd name="connsiteX44" fmla="*/ 126206 w 150494"/>
                <a:gd name="connsiteY44" fmla="*/ 69533 h 216693"/>
                <a:gd name="connsiteX45" fmla="*/ 127159 w 150494"/>
                <a:gd name="connsiteY45" fmla="*/ 66199 h 216693"/>
                <a:gd name="connsiteX46" fmla="*/ 128111 w 150494"/>
                <a:gd name="connsiteY46" fmla="*/ 61436 h 216693"/>
                <a:gd name="connsiteX47" fmla="*/ 128111 w 150494"/>
                <a:gd name="connsiteY47" fmla="*/ 60008 h 216693"/>
                <a:gd name="connsiteX48" fmla="*/ 125730 w 150494"/>
                <a:gd name="connsiteY48" fmla="*/ 57150 h 216693"/>
                <a:gd name="connsiteX49" fmla="*/ 124301 w 150494"/>
                <a:gd name="connsiteY49" fmla="*/ 57150 h 216693"/>
                <a:gd name="connsiteX50" fmla="*/ 122872 w 150494"/>
                <a:gd name="connsiteY50" fmla="*/ 57150 h 216693"/>
                <a:gd name="connsiteX51" fmla="*/ 120015 w 150494"/>
                <a:gd name="connsiteY51" fmla="*/ 59055 h 216693"/>
                <a:gd name="connsiteX52" fmla="*/ 119063 w 150494"/>
                <a:gd name="connsiteY52" fmla="*/ 59055 h 216693"/>
                <a:gd name="connsiteX53" fmla="*/ 118586 w 150494"/>
                <a:gd name="connsiteY53" fmla="*/ 58579 h 216693"/>
                <a:gd name="connsiteX54" fmla="*/ 118110 w 150494"/>
                <a:gd name="connsiteY54" fmla="*/ 58103 h 216693"/>
                <a:gd name="connsiteX55" fmla="*/ 119063 w 150494"/>
                <a:gd name="connsiteY55" fmla="*/ 56674 h 216693"/>
                <a:gd name="connsiteX56" fmla="*/ 119063 w 150494"/>
                <a:gd name="connsiteY56" fmla="*/ 55721 h 216693"/>
                <a:gd name="connsiteX57" fmla="*/ 119539 w 150494"/>
                <a:gd name="connsiteY57" fmla="*/ 54293 h 216693"/>
                <a:gd name="connsiteX58" fmla="*/ 121444 w 150494"/>
                <a:gd name="connsiteY58" fmla="*/ 53816 h 216693"/>
                <a:gd name="connsiteX59" fmla="*/ 121920 w 150494"/>
                <a:gd name="connsiteY59" fmla="*/ 53340 h 216693"/>
                <a:gd name="connsiteX60" fmla="*/ 119539 w 150494"/>
                <a:gd name="connsiteY60" fmla="*/ 52388 h 216693"/>
                <a:gd name="connsiteX61" fmla="*/ 119539 w 150494"/>
                <a:gd name="connsiteY61" fmla="*/ 51911 h 216693"/>
                <a:gd name="connsiteX62" fmla="*/ 119539 w 150494"/>
                <a:gd name="connsiteY62" fmla="*/ 50959 h 216693"/>
                <a:gd name="connsiteX63" fmla="*/ 120015 w 150494"/>
                <a:gd name="connsiteY63" fmla="*/ 50959 h 216693"/>
                <a:gd name="connsiteX64" fmla="*/ 120967 w 150494"/>
                <a:gd name="connsiteY64" fmla="*/ 50959 h 216693"/>
                <a:gd name="connsiteX65" fmla="*/ 121444 w 150494"/>
                <a:gd name="connsiteY65" fmla="*/ 50483 h 216693"/>
                <a:gd name="connsiteX66" fmla="*/ 121920 w 150494"/>
                <a:gd name="connsiteY66" fmla="*/ 46196 h 216693"/>
                <a:gd name="connsiteX67" fmla="*/ 121920 w 150494"/>
                <a:gd name="connsiteY67" fmla="*/ 45244 h 216693"/>
                <a:gd name="connsiteX68" fmla="*/ 122396 w 150494"/>
                <a:gd name="connsiteY68" fmla="*/ 42386 h 216693"/>
                <a:gd name="connsiteX69" fmla="*/ 122872 w 150494"/>
                <a:gd name="connsiteY69" fmla="*/ 31909 h 216693"/>
                <a:gd name="connsiteX70" fmla="*/ 123348 w 150494"/>
                <a:gd name="connsiteY70" fmla="*/ 30480 h 216693"/>
                <a:gd name="connsiteX71" fmla="*/ 123348 w 150494"/>
                <a:gd name="connsiteY71" fmla="*/ 30004 h 216693"/>
                <a:gd name="connsiteX72" fmla="*/ 121444 w 150494"/>
                <a:gd name="connsiteY72" fmla="*/ 29528 h 216693"/>
                <a:gd name="connsiteX73" fmla="*/ 117634 w 150494"/>
                <a:gd name="connsiteY73" fmla="*/ 26670 h 216693"/>
                <a:gd name="connsiteX74" fmla="*/ 115252 w 150494"/>
                <a:gd name="connsiteY74" fmla="*/ 24289 h 216693"/>
                <a:gd name="connsiteX75" fmla="*/ 113347 w 150494"/>
                <a:gd name="connsiteY75" fmla="*/ 21908 h 216693"/>
                <a:gd name="connsiteX76" fmla="*/ 111442 w 150494"/>
                <a:gd name="connsiteY76" fmla="*/ 20479 h 216693"/>
                <a:gd name="connsiteX77" fmla="*/ 108585 w 150494"/>
                <a:gd name="connsiteY77" fmla="*/ 18574 h 216693"/>
                <a:gd name="connsiteX78" fmla="*/ 107156 w 150494"/>
                <a:gd name="connsiteY78" fmla="*/ 17145 h 216693"/>
                <a:gd name="connsiteX79" fmla="*/ 107156 w 150494"/>
                <a:gd name="connsiteY79" fmla="*/ 15716 h 216693"/>
                <a:gd name="connsiteX80" fmla="*/ 108109 w 150494"/>
                <a:gd name="connsiteY80" fmla="*/ 12383 h 216693"/>
                <a:gd name="connsiteX81" fmla="*/ 110014 w 150494"/>
                <a:gd name="connsiteY81" fmla="*/ 9525 h 216693"/>
                <a:gd name="connsiteX82" fmla="*/ 110490 w 150494"/>
                <a:gd name="connsiteY82" fmla="*/ 5239 h 216693"/>
                <a:gd name="connsiteX83" fmla="*/ 110014 w 150494"/>
                <a:gd name="connsiteY83" fmla="*/ 3810 h 216693"/>
                <a:gd name="connsiteX84" fmla="*/ 108109 w 150494"/>
                <a:gd name="connsiteY84" fmla="*/ 1905 h 216693"/>
                <a:gd name="connsiteX85" fmla="*/ 100013 w 150494"/>
                <a:gd name="connsiteY85" fmla="*/ 0 h 216693"/>
                <a:gd name="connsiteX86" fmla="*/ 99536 w 150494"/>
                <a:gd name="connsiteY86" fmla="*/ 1905 h 216693"/>
                <a:gd name="connsiteX87" fmla="*/ 98584 w 150494"/>
                <a:gd name="connsiteY87" fmla="*/ 2858 h 216693"/>
                <a:gd name="connsiteX88" fmla="*/ 96678 w 150494"/>
                <a:gd name="connsiteY88" fmla="*/ 2858 h 216693"/>
                <a:gd name="connsiteX89" fmla="*/ 95726 w 150494"/>
                <a:gd name="connsiteY89" fmla="*/ 2858 h 216693"/>
                <a:gd name="connsiteX90" fmla="*/ 94773 w 150494"/>
                <a:gd name="connsiteY90" fmla="*/ 3810 h 216693"/>
                <a:gd name="connsiteX91" fmla="*/ 93821 w 150494"/>
                <a:gd name="connsiteY91" fmla="*/ 5715 h 216693"/>
                <a:gd name="connsiteX92" fmla="*/ 91916 w 150494"/>
                <a:gd name="connsiteY92" fmla="*/ 6191 h 216693"/>
                <a:gd name="connsiteX93" fmla="*/ 90011 w 150494"/>
                <a:gd name="connsiteY93" fmla="*/ 7620 h 216693"/>
                <a:gd name="connsiteX94" fmla="*/ 89059 w 150494"/>
                <a:gd name="connsiteY94" fmla="*/ 8096 h 216693"/>
                <a:gd name="connsiteX95" fmla="*/ 88106 w 150494"/>
                <a:gd name="connsiteY95" fmla="*/ 8096 h 216693"/>
                <a:gd name="connsiteX96" fmla="*/ 86677 w 150494"/>
                <a:gd name="connsiteY96" fmla="*/ 6191 h 216693"/>
                <a:gd name="connsiteX97" fmla="*/ 84296 w 150494"/>
                <a:gd name="connsiteY97" fmla="*/ 6191 h 216693"/>
                <a:gd name="connsiteX98" fmla="*/ 79534 w 150494"/>
                <a:gd name="connsiteY98" fmla="*/ 6191 h 216693"/>
                <a:gd name="connsiteX99" fmla="*/ 77628 w 150494"/>
                <a:gd name="connsiteY99" fmla="*/ 5715 h 216693"/>
                <a:gd name="connsiteX100" fmla="*/ 74771 w 150494"/>
                <a:gd name="connsiteY100" fmla="*/ 5715 h 216693"/>
                <a:gd name="connsiteX101" fmla="*/ 68580 w 150494"/>
                <a:gd name="connsiteY101" fmla="*/ 5715 h 216693"/>
                <a:gd name="connsiteX102" fmla="*/ 58102 w 150494"/>
                <a:gd name="connsiteY102" fmla="*/ 5239 h 216693"/>
                <a:gd name="connsiteX103" fmla="*/ 56197 w 150494"/>
                <a:gd name="connsiteY103" fmla="*/ 5715 h 216693"/>
                <a:gd name="connsiteX104" fmla="*/ 55721 w 150494"/>
                <a:gd name="connsiteY104" fmla="*/ 5715 h 216693"/>
                <a:gd name="connsiteX105" fmla="*/ 45720 w 150494"/>
                <a:gd name="connsiteY105" fmla="*/ 6191 h 216693"/>
                <a:gd name="connsiteX106" fmla="*/ 34290 w 150494"/>
                <a:gd name="connsiteY106" fmla="*/ 6191 h 216693"/>
                <a:gd name="connsiteX107" fmla="*/ 24765 w 150494"/>
                <a:gd name="connsiteY107" fmla="*/ 6191 h 216693"/>
                <a:gd name="connsiteX108" fmla="*/ 16669 w 150494"/>
                <a:gd name="connsiteY108" fmla="*/ 6191 h 216693"/>
                <a:gd name="connsiteX109" fmla="*/ 16669 w 150494"/>
                <a:gd name="connsiteY109" fmla="*/ 5715 h 216693"/>
                <a:gd name="connsiteX110" fmla="*/ 13811 w 150494"/>
                <a:gd name="connsiteY110" fmla="*/ 5715 h 216693"/>
                <a:gd name="connsiteX111" fmla="*/ 13811 w 150494"/>
                <a:gd name="connsiteY111" fmla="*/ 6668 h 216693"/>
                <a:gd name="connsiteX112" fmla="*/ 11430 w 150494"/>
                <a:gd name="connsiteY112" fmla="*/ 15240 h 216693"/>
                <a:gd name="connsiteX113" fmla="*/ 10953 w 150494"/>
                <a:gd name="connsiteY113" fmla="*/ 19526 h 216693"/>
                <a:gd name="connsiteX114" fmla="*/ 12382 w 150494"/>
                <a:gd name="connsiteY114" fmla="*/ 22384 h 216693"/>
                <a:gd name="connsiteX115" fmla="*/ 13811 w 150494"/>
                <a:gd name="connsiteY115" fmla="*/ 24289 h 216693"/>
                <a:gd name="connsiteX116" fmla="*/ 15240 w 150494"/>
                <a:gd name="connsiteY116" fmla="*/ 25241 h 216693"/>
                <a:gd name="connsiteX117" fmla="*/ 15716 w 150494"/>
                <a:gd name="connsiteY117" fmla="*/ 26194 h 216693"/>
                <a:gd name="connsiteX118" fmla="*/ 14288 w 150494"/>
                <a:gd name="connsiteY118" fmla="*/ 27623 h 216693"/>
                <a:gd name="connsiteX119" fmla="*/ 14288 w 150494"/>
                <a:gd name="connsiteY119" fmla="*/ 29051 h 216693"/>
                <a:gd name="connsiteX120" fmla="*/ 15716 w 150494"/>
                <a:gd name="connsiteY120" fmla="*/ 30004 h 216693"/>
                <a:gd name="connsiteX121" fmla="*/ 16192 w 150494"/>
                <a:gd name="connsiteY121" fmla="*/ 31909 h 216693"/>
                <a:gd name="connsiteX122" fmla="*/ 15240 w 150494"/>
                <a:gd name="connsiteY122" fmla="*/ 33338 h 216693"/>
                <a:gd name="connsiteX123" fmla="*/ 15716 w 150494"/>
                <a:gd name="connsiteY123" fmla="*/ 37148 h 216693"/>
                <a:gd name="connsiteX124" fmla="*/ 16669 w 150494"/>
                <a:gd name="connsiteY124" fmla="*/ 42863 h 216693"/>
                <a:gd name="connsiteX125" fmla="*/ 16669 w 150494"/>
                <a:gd name="connsiteY125" fmla="*/ 46673 h 216693"/>
                <a:gd name="connsiteX126" fmla="*/ 15716 w 150494"/>
                <a:gd name="connsiteY126" fmla="*/ 48578 h 216693"/>
                <a:gd name="connsiteX127" fmla="*/ 16192 w 150494"/>
                <a:gd name="connsiteY127" fmla="*/ 51435 h 216693"/>
                <a:gd name="connsiteX128" fmla="*/ 18097 w 150494"/>
                <a:gd name="connsiteY128" fmla="*/ 55721 h 216693"/>
                <a:gd name="connsiteX129" fmla="*/ 18573 w 150494"/>
                <a:gd name="connsiteY129" fmla="*/ 57150 h 216693"/>
                <a:gd name="connsiteX130" fmla="*/ 19050 w 150494"/>
                <a:gd name="connsiteY130" fmla="*/ 59055 h 216693"/>
                <a:gd name="connsiteX131" fmla="*/ 18097 w 150494"/>
                <a:gd name="connsiteY131" fmla="*/ 61913 h 216693"/>
                <a:gd name="connsiteX132" fmla="*/ 18573 w 150494"/>
                <a:gd name="connsiteY132" fmla="*/ 63341 h 216693"/>
                <a:gd name="connsiteX133" fmla="*/ 19526 w 150494"/>
                <a:gd name="connsiteY133" fmla="*/ 64294 h 216693"/>
                <a:gd name="connsiteX134" fmla="*/ 19050 w 150494"/>
                <a:gd name="connsiteY134" fmla="*/ 66199 h 216693"/>
                <a:gd name="connsiteX135" fmla="*/ 16669 w 150494"/>
                <a:gd name="connsiteY135" fmla="*/ 70009 h 216693"/>
                <a:gd name="connsiteX136" fmla="*/ 16669 w 150494"/>
                <a:gd name="connsiteY136" fmla="*/ 71914 h 216693"/>
                <a:gd name="connsiteX137" fmla="*/ 18573 w 150494"/>
                <a:gd name="connsiteY137" fmla="*/ 72866 h 216693"/>
                <a:gd name="connsiteX138" fmla="*/ 20002 w 150494"/>
                <a:gd name="connsiteY138" fmla="*/ 75248 h 216693"/>
                <a:gd name="connsiteX139" fmla="*/ 20955 w 150494"/>
                <a:gd name="connsiteY139" fmla="*/ 79058 h 216693"/>
                <a:gd name="connsiteX140" fmla="*/ 21907 w 150494"/>
                <a:gd name="connsiteY140" fmla="*/ 80486 h 216693"/>
                <a:gd name="connsiteX141" fmla="*/ 21907 w 150494"/>
                <a:gd name="connsiteY141" fmla="*/ 81439 h 216693"/>
                <a:gd name="connsiteX142" fmla="*/ 23336 w 150494"/>
                <a:gd name="connsiteY142" fmla="*/ 90964 h 216693"/>
                <a:gd name="connsiteX143" fmla="*/ 25241 w 150494"/>
                <a:gd name="connsiteY143" fmla="*/ 100489 h 216693"/>
                <a:gd name="connsiteX144" fmla="*/ 23813 w 150494"/>
                <a:gd name="connsiteY144" fmla="*/ 101441 h 216693"/>
                <a:gd name="connsiteX145" fmla="*/ 22384 w 150494"/>
                <a:gd name="connsiteY145" fmla="*/ 101918 h 216693"/>
                <a:gd name="connsiteX146" fmla="*/ 21431 w 150494"/>
                <a:gd name="connsiteY146" fmla="*/ 102394 h 216693"/>
                <a:gd name="connsiteX147" fmla="*/ 20955 w 150494"/>
                <a:gd name="connsiteY147" fmla="*/ 103346 h 216693"/>
                <a:gd name="connsiteX148" fmla="*/ 21907 w 150494"/>
                <a:gd name="connsiteY148" fmla="*/ 104775 h 216693"/>
                <a:gd name="connsiteX149" fmla="*/ 21431 w 150494"/>
                <a:gd name="connsiteY149" fmla="*/ 105728 h 216693"/>
                <a:gd name="connsiteX150" fmla="*/ 19526 w 150494"/>
                <a:gd name="connsiteY150" fmla="*/ 106680 h 216693"/>
                <a:gd name="connsiteX151" fmla="*/ 15240 w 150494"/>
                <a:gd name="connsiteY151" fmla="*/ 109538 h 216693"/>
                <a:gd name="connsiteX152" fmla="*/ 15240 w 150494"/>
                <a:gd name="connsiteY152" fmla="*/ 110966 h 216693"/>
                <a:gd name="connsiteX153" fmla="*/ 13811 w 150494"/>
                <a:gd name="connsiteY153" fmla="*/ 113348 h 216693"/>
                <a:gd name="connsiteX154" fmla="*/ 13335 w 150494"/>
                <a:gd name="connsiteY154" fmla="*/ 115253 h 216693"/>
                <a:gd name="connsiteX155" fmla="*/ 11906 w 150494"/>
                <a:gd name="connsiteY155" fmla="*/ 118110 h 216693"/>
                <a:gd name="connsiteX156" fmla="*/ 9525 w 150494"/>
                <a:gd name="connsiteY156" fmla="*/ 125730 h 216693"/>
                <a:gd name="connsiteX157" fmla="*/ 9048 w 150494"/>
                <a:gd name="connsiteY157" fmla="*/ 132398 h 216693"/>
                <a:gd name="connsiteX158" fmla="*/ 8572 w 150494"/>
                <a:gd name="connsiteY158" fmla="*/ 134303 h 216693"/>
                <a:gd name="connsiteX159" fmla="*/ 8096 w 150494"/>
                <a:gd name="connsiteY159" fmla="*/ 135731 h 216693"/>
                <a:gd name="connsiteX160" fmla="*/ 7144 w 150494"/>
                <a:gd name="connsiteY160" fmla="*/ 137636 h 216693"/>
                <a:gd name="connsiteX161" fmla="*/ 2381 w 150494"/>
                <a:gd name="connsiteY161" fmla="*/ 143351 h 216693"/>
                <a:gd name="connsiteX162" fmla="*/ 476 w 150494"/>
                <a:gd name="connsiteY162" fmla="*/ 147638 h 216693"/>
                <a:gd name="connsiteX163" fmla="*/ 476 w 150494"/>
                <a:gd name="connsiteY163" fmla="*/ 149543 h 216693"/>
                <a:gd name="connsiteX164" fmla="*/ 476 w 150494"/>
                <a:gd name="connsiteY164" fmla="*/ 151448 h 216693"/>
                <a:gd name="connsiteX165" fmla="*/ 0 w 150494"/>
                <a:gd name="connsiteY165" fmla="*/ 152876 h 216693"/>
                <a:gd name="connsiteX166" fmla="*/ 0 w 150494"/>
                <a:gd name="connsiteY166" fmla="*/ 156686 h 216693"/>
                <a:gd name="connsiteX167" fmla="*/ 476 w 150494"/>
                <a:gd name="connsiteY167" fmla="*/ 160020 h 216693"/>
                <a:gd name="connsiteX168" fmla="*/ 1428 w 150494"/>
                <a:gd name="connsiteY168" fmla="*/ 163354 h 216693"/>
                <a:gd name="connsiteX169" fmla="*/ 4763 w 150494"/>
                <a:gd name="connsiteY169" fmla="*/ 171926 h 216693"/>
                <a:gd name="connsiteX170" fmla="*/ 6191 w 150494"/>
                <a:gd name="connsiteY170" fmla="*/ 177165 h 216693"/>
                <a:gd name="connsiteX171" fmla="*/ 7620 w 150494"/>
                <a:gd name="connsiteY171" fmla="*/ 181928 h 216693"/>
                <a:gd name="connsiteX172" fmla="*/ 8096 w 150494"/>
                <a:gd name="connsiteY172" fmla="*/ 184785 h 216693"/>
                <a:gd name="connsiteX173" fmla="*/ 9048 w 150494"/>
                <a:gd name="connsiteY173" fmla="*/ 185738 h 216693"/>
                <a:gd name="connsiteX174" fmla="*/ 9525 w 150494"/>
                <a:gd name="connsiteY174" fmla="*/ 186690 h 216693"/>
                <a:gd name="connsiteX175" fmla="*/ 14288 w 150494"/>
                <a:gd name="connsiteY175" fmla="*/ 187643 h 216693"/>
                <a:gd name="connsiteX176" fmla="*/ 15240 w 150494"/>
                <a:gd name="connsiteY176" fmla="*/ 188119 h 216693"/>
                <a:gd name="connsiteX177" fmla="*/ 16669 w 150494"/>
                <a:gd name="connsiteY177" fmla="*/ 193834 h 216693"/>
                <a:gd name="connsiteX178" fmla="*/ 16192 w 150494"/>
                <a:gd name="connsiteY178" fmla="*/ 196691 h 216693"/>
                <a:gd name="connsiteX179" fmla="*/ 15240 w 150494"/>
                <a:gd name="connsiteY179" fmla="*/ 197644 h 216693"/>
                <a:gd name="connsiteX180" fmla="*/ 15240 w 150494"/>
                <a:gd name="connsiteY180" fmla="*/ 199549 h 216693"/>
                <a:gd name="connsiteX181" fmla="*/ 15240 w 150494"/>
                <a:gd name="connsiteY181" fmla="*/ 202406 h 216693"/>
                <a:gd name="connsiteX182" fmla="*/ 14764 w 150494"/>
                <a:gd name="connsiteY182" fmla="*/ 203359 h 216693"/>
                <a:gd name="connsiteX183" fmla="*/ 11906 w 150494"/>
                <a:gd name="connsiteY183" fmla="*/ 203359 h 216693"/>
                <a:gd name="connsiteX184" fmla="*/ 10001 w 150494"/>
                <a:gd name="connsiteY184" fmla="*/ 204788 h 216693"/>
                <a:gd name="connsiteX185" fmla="*/ 7620 w 150494"/>
                <a:gd name="connsiteY185" fmla="*/ 204311 h 216693"/>
                <a:gd name="connsiteX186" fmla="*/ 5239 w 150494"/>
                <a:gd name="connsiteY186" fmla="*/ 204311 h 216693"/>
                <a:gd name="connsiteX187" fmla="*/ 4286 w 150494"/>
                <a:gd name="connsiteY187" fmla="*/ 205740 h 216693"/>
                <a:gd name="connsiteX188" fmla="*/ 5239 w 150494"/>
                <a:gd name="connsiteY188" fmla="*/ 205740 h 216693"/>
                <a:gd name="connsiteX189" fmla="*/ 9525 w 150494"/>
                <a:gd name="connsiteY189" fmla="*/ 207169 h 216693"/>
                <a:gd name="connsiteX190" fmla="*/ 17621 w 150494"/>
                <a:gd name="connsiteY190" fmla="*/ 208121 h 216693"/>
                <a:gd name="connsiteX191" fmla="*/ 28575 w 150494"/>
                <a:gd name="connsiteY191" fmla="*/ 210979 h 216693"/>
                <a:gd name="connsiteX192" fmla="*/ 33338 w 150494"/>
                <a:gd name="connsiteY192" fmla="*/ 212884 h 216693"/>
                <a:gd name="connsiteX193" fmla="*/ 39052 w 150494"/>
                <a:gd name="connsiteY193" fmla="*/ 216694 h 216693"/>
                <a:gd name="connsiteX194" fmla="*/ 42386 w 150494"/>
                <a:gd name="connsiteY194" fmla="*/ 216694 h 216693"/>
                <a:gd name="connsiteX195" fmla="*/ 50006 w 150494"/>
                <a:gd name="connsiteY195" fmla="*/ 212408 h 216693"/>
                <a:gd name="connsiteX196" fmla="*/ 54769 w 150494"/>
                <a:gd name="connsiteY196" fmla="*/ 209074 h 216693"/>
                <a:gd name="connsiteX197" fmla="*/ 59055 w 150494"/>
                <a:gd name="connsiteY197" fmla="*/ 207169 h 216693"/>
                <a:gd name="connsiteX198" fmla="*/ 74295 w 150494"/>
                <a:gd name="connsiteY198" fmla="*/ 202406 h 216693"/>
                <a:gd name="connsiteX199" fmla="*/ 83344 w 150494"/>
                <a:gd name="connsiteY199" fmla="*/ 200978 h 216693"/>
                <a:gd name="connsiteX200" fmla="*/ 87630 w 150494"/>
                <a:gd name="connsiteY200" fmla="*/ 197644 h 216693"/>
                <a:gd name="connsiteX201" fmla="*/ 93821 w 150494"/>
                <a:gd name="connsiteY201" fmla="*/ 195263 h 216693"/>
                <a:gd name="connsiteX202" fmla="*/ 98584 w 150494"/>
                <a:gd name="connsiteY202" fmla="*/ 191929 h 216693"/>
                <a:gd name="connsiteX203" fmla="*/ 106203 w 150494"/>
                <a:gd name="connsiteY203" fmla="*/ 189548 h 216693"/>
                <a:gd name="connsiteX204" fmla="*/ 119063 w 150494"/>
                <a:gd name="connsiteY204" fmla="*/ 182880 h 216693"/>
                <a:gd name="connsiteX205" fmla="*/ 133350 w 150494"/>
                <a:gd name="connsiteY205" fmla="*/ 182880 h 216693"/>
                <a:gd name="connsiteX206" fmla="*/ 135731 w 150494"/>
                <a:gd name="connsiteY206" fmla="*/ 182880 h 216693"/>
                <a:gd name="connsiteX207" fmla="*/ 142398 w 150494"/>
                <a:gd name="connsiteY207" fmla="*/ 181451 h 216693"/>
                <a:gd name="connsiteX208" fmla="*/ 144780 w 150494"/>
                <a:gd name="connsiteY208" fmla="*/ 178118 h 216693"/>
                <a:gd name="connsiteX209" fmla="*/ 146209 w 150494"/>
                <a:gd name="connsiteY209" fmla="*/ 175260 h 216693"/>
                <a:gd name="connsiteX210" fmla="*/ 148114 w 150494"/>
                <a:gd name="connsiteY210" fmla="*/ 173355 h 216693"/>
                <a:gd name="connsiteX211" fmla="*/ 150495 w 150494"/>
                <a:gd name="connsiteY211" fmla="*/ 171926 h 21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150494" h="216693">
                  <a:moveTo>
                    <a:pt x="150495" y="170021"/>
                  </a:moveTo>
                  <a:lnTo>
                    <a:pt x="149066" y="169545"/>
                  </a:lnTo>
                  <a:lnTo>
                    <a:pt x="147161" y="169069"/>
                  </a:lnTo>
                  <a:lnTo>
                    <a:pt x="146209" y="168116"/>
                  </a:lnTo>
                  <a:lnTo>
                    <a:pt x="144303" y="165735"/>
                  </a:lnTo>
                  <a:lnTo>
                    <a:pt x="143827" y="164306"/>
                  </a:lnTo>
                  <a:lnTo>
                    <a:pt x="141446" y="163830"/>
                  </a:lnTo>
                  <a:lnTo>
                    <a:pt x="138113" y="161925"/>
                  </a:lnTo>
                  <a:lnTo>
                    <a:pt x="135255" y="159544"/>
                  </a:lnTo>
                  <a:lnTo>
                    <a:pt x="134302" y="157639"/>
                  </a:lnTo>
                  <a:lnTo>
                    <a:pt x="134778" y="156210"/>
                  </a:lnTo>
                  <a:lnTo>
                    <a:pt x="134302" y="155258"/>
                  </a:lnTo>
                  <a:lnTo>
                    <a:pt x="133350" y="154781"/>
                  </a:lnTo>
                  <a:lnTo>
                    <a:pt x="130492" y="150019"/>
                  </a:lnTo>
                  <a:lnTo>
                    <a:pt x="129064" y="147638"/>
                  </a:lnTo>
                  <a:lnTo>
                    <a:pt x="128111" y="146209"/>
                  </a:lnTo>
                  <a:lnTo>
                    <a:pt x="128588" y="144780"/>
                  </a:lnTo>
                  <a:lnTo>
                    <a:pt x="128111" y="143351"/>
                  </a:lnTo>
                  <a:lnTo>
                    <a:pt x="128588" y="141923"/>
                  </a:lnTo>
                  <a:lnTo>
                    <a:pt x="130016" y="140970"/>
                  </a:lnTo>
                  <a:lnTo>
                    <a:pt x="130492" y="140018"/>
                  </a:lnTo>
                  <a:lnTo>
                    <a:pt x="130492" y="138113"/>
                  </a:lnTo>
                  <a:lnTo>
                    <a:pt x="131445" y="133350"/>
                  </a:lnTo>
                  <a:lnTo>
                    <a:pt x="131921" y="129064"/>
                  </a:lnTo>
                  <a:lnTo>
                    <a:pt x="130492" y="128111"/>
                  </a:lnTo>
                  <a:lnTo>
                    <a:pt x="128588" y="127635"/>
                  </a:lnTo>
                  <a:lnTo>
                    <a:pt x="127635" y="126683"/>
                  </a:lnTo>
                  <a:lnTo>
                    <a:pt x="127159" y="124301"/>
                  </a:lnTo>
                  <a:lnTo>
                    <a:pt x="127159" y="122873"/>
                  </a:lnTo>
                  <a:lnTo>
                    <a:pt x="130969" y="116681"/>
                  </a:lnTo>
                  <a:lnTo>
                    <a:pt x="130016" y="102394"/>
                  </a:lnTo>
                  <a:lnTo>
                    <a:pt x="130492" y="100489"/>
                  </a:lnTo>
                  <a:lnTo>
                    <a:pt x="132397" y="99060"/>
                  </a:lnTo>
                  <a:lnTo>
                    <a:pt x="133826" y="97155"/>
                  </a:lnTo>
                  <a:lnTo>
                    <a:pt x="133826" y="95250"/>
                  </a:lnTo>
                  <a:lnTo>
                    <a:pt x="131445" y="91440"/>
                  </a:lnTo>
                  <a:lnTo>
                    <a:pt x="126682" y="88106"/>
                  </a:lnTo>
                  <a:lnTo>
                    <a:pt x="124301" y="85249"/>
                  </a:lnTo>
                  <a:lnTo>
                    <a:pt x="123348" y="82868"/>
                  </a:lnTo>
                  <a:lnTo>
                    <a:pt x="122872" y="81915"/>
                  </a:lnTo>
                  <a:lnTo>
                    <a:pt x="125730" y="80010"/>
                  </a:lnTo>
                  <a:lnTo>
                    <a:pt x="127159" y="78581"/>
                  </a:lnTo>
                  <a:lnTo>
                    <a:pt x="127159" y="77153"/>
                  </a:lnTo>
                  <a:lnTo>
                    <a:pt x="126206" y="74295"/>
                  </a:lnTo>
                  <a:lnTo>
                    <a:pt x="126206" y="69533"/>
                  </a:lnTo>
                  <a:lnTo>
                    <a:pt x="127159" y="66199"/>
                  </a:lnTo>
                  <a:lnTo>
                    <a:pt x="128111" y="61436"/>
                  </a:lnTo>
                  <a:lnTo>
                    <a:pt x="128111" y="60008"/>
                  </a:lnTo>
                  <a:lnTo>
                    <a:pt x="125730" y="57150"/>
                  </a:lnTo>
                  <a:lnTo>
                    <a:pt x="124301" y="57150"/>
                  </a:lnTo>
                  <a:lnTo>
                    <a:pt x="122872" y="57150"/>
                  </a:lnTo>
                  <a:lnTo>
                    <a:pt x="120015" y="59055"/>
                  </a:lnTo>
                  <a:lnTo>
                    <a:pt x="119063" y="59055"/>
                  </a:lnTo>
                  <a:lnTo>
                    <a:pt x="118586" y="58579"/>
                  </a:lnTo>
                  <a:lnTo>
                    <a:pt x="118110" y="58103"/>
                  </a:lnTo>
                  <a:lnTo>
                    <a:pt x="119063" y="56674"/>
                  </a:lnTo>
                  <a:lnTo>
                    <a:pt x="119063" y="55721"/>
                  </a:lnTo>
                  <a:lnTo>
                    <a:pt x="119539" y="54293"/>
                  </a:lnTo>
                  <a:lnTo>
                    <a:pt x="121444" y="53816"/>
                  </a:lnTo>
                  <a:lnTo>
                    <a:pt x="121920" y="53340"/>
                  </a:lnTo>
                  <a:lnTo>
                    <a:pt x="119539" y="52388"/>
                  </a:lnTo>
                  <a:lnTo>
                    <a:pt x="119539" y="51911"/>
                  </a:lnTo>
                  <a:lnTo>
                    <a:pt x="119539" y="50959"/>
                  </a:lnTo>
                  <a:lnTo>
                    <a:pt x="120015" y="50959"/>
                  </a:lnTo>
                  <a:lnTo>
                    <a:pt x="120967" y="50959"/>
                  </a:lnTo>
                  <a:lnTo>
                    <a:pt x="121444" y="50483"/>
                  </a:lnTo>
                  <a:lnTo>
                    <a:pt x="121920" y="46196"/>
                  </a:lnTo>
                  <a:lnTo>
                    <a:pt x="121920" y="45244"/>
                  </a:lnTo>
                  <a:lnTo>
                    <a:pt x="122396" y="42386"/>
                  </a:lnTo>
                  <a:lnTo>
                    <a:pt x="122872" y="31909"/>
                  </a:lnTo>
                  <a:lnTo>
                    <a:pt x="123348" y="30480"/>
                  </a:lnTo>
                  <a:lnTo>
                    <a:pt x="123348" y="30004"/>
                  </a:lnTo>
                  <a:lnTo>
                    <a:pt x="121444" y="29528"/>
                  </a:lnTo>
                  <a:lnTo>
                    <a:pt x="117634" y="26670"/>
                  </a:lnTo>
                  <a:lnTo>
                    <a:pt x="115252" y="24289"/>
                  </a:lnTo>
                  <a:lnTo>
                    <a:pt x="113347" y="21908"/>
                  </a:lnTo>
                  <a:lnTo>
                    <a:pt x="111442" y="20479"/>
                  </a:lnTo>
                  <a:lnTo>
                    <a:pt x="108585" y="18574"/>
                  </a:lnTo>
                  <a:lnTo>
                    <a:pt x="107156" y="17145"/>
                  </a:lnTo>
                  <a:lnTo>
                    <a:pt x="107156" y="15716"/>
                  </a:lnTo>
                  <a:lnTo>
                    <a:pt x="108109" y="12383"/>
                  </a:lnTo>
                  <a:lnTo>
                    <a:pt x="110014" y="9525"/>
                  </a:lnTo>
                  <a:lnTo>
                    <a:pt x="110490" y="5239"/>
                  </a:lnTo>
                  <a:lnTo>
                    <a:pt x="110014" y="3810"/>
                  </a:lnTo>
                  <a:lnTo>
                    <a:pt x="108109" y="1905"/>
                  </a:lnTo>
                  <a:lnTo>
                    <a:pt x="100013" y="0"/>
                  </a:lnTo>
                  <a:lnTo>
                    <a:pt x="99536" y="1905"/>
                  </a:lnTo>
                  <a:lnTo>
                    <a:pt x="98584" y="2858"/>
                  </a:lnTo>
                  <a:lnTo>
                    <a:pt x="96678" y="2858"/>
                  </a:lnTo>
                  <a:lnTo>
                    <a:pt x="95726" y="2858"/>
                  </a:lnTo>
                  <a:lnTo>
                    <a:pt x="94773" y="3810"/>
                  </a:lnTo>
                  <a:lnTo>
                    <a:pt x="93821" y="5715"/>
                  </a:lnTo>
                  <a:lnTo>
                    <a:pt x="91916" y="6191"/>
                  </a:lnTo>
                  <a:lnTo>
                    <a:pt x="90011" y="7620"/>
                  </a:lnTo>
                  <a:lnTo>
                    <a:pt x="89059" y="8096"/>
                  </a:lnTo>
                  <a:lnTo>
                    <a:pt x="88106" y="8096"/>
                  </a:lnTo>
                  <a:lnTo>
                    <a:pt x="86677" y="6191"/>
                  </a:lnTo>
                  <a:lnTo>
                    <a:pt x="84296" y="6191"/>
                  </a:lnTo>
                  <a:lnTo>
                    <a:pt x="79534" y="6191"/>
                  </a:lnTo>
                  <a:lnTo>
                    <a:pt x="77628" y="5715"/>
                  </a:lnTo>
                  <a:lnTo>
                    <a:pt x="74771" y="5715"/>
                  </a:lnTo>
                  <a:lnTo>
                    <a:pt x="68580" y="5715"/>
                  </a:lnTo>
                  <a:lnTo>
                    <a:pt x="58102" y="5239"/>
                  </a:lnTo>
                  <a:lnTo>
                    <a:pt x="56197" y="5715"/>
                  </a:lnTo>
                  <a:lnTo>
                    <a:pt x="55721" y="5715"/>
                  </a:lnTo>
                  <a:lnTo>
                    <a:pt x="45720" y="6191"/>
                  </a:lnTo>
                  <a:lnTo>
                    <a:pt x="34290" y="6191"/>
                  </a:lnTo>
                  <a:lnTo>
                    <a:pt x="24765" y="6191"/>
                  </a:lnTo>
                  <a:lnTo>
                    <a:pt x="16669" y="6191"/>
                  </a:lnTo>
                  <a:lnTo>
                    <a:pt x="16669" y="5715"/>
                  </a:lnTo>
                  <a:lnTo>
                    <a:pt x="13811" y="5715"/>
                  </a:lnTo>
                  <a:lnTo>
                    <a:pt x="13811" y="6668"/>
                  </a:lnTo>
                  <a:lnTo>
                    <a:pt x="11430" y="15240"/>
                  </a:lnTo>
                  <a:lnTo>
                    <a:pt x="10953" y="19526"/>
                  </a:lnTo>
                  <a:lnTo>
                    <a:pt x="12382" y="22384"/>
                  </a:lnTo>
                  <a:lnTo>
                    <a:pt x="13811" y="24289"/>
                  </a:lnTo>
                  <a:lnTo>
                    <a:pt x="15240" y="25241"/>
                  </a:lnTo>
                  <a:lnTo>
                    <a:pt x="15716" y="26194"/>
                  </a:lnTo>
                  <a:lnTo>
                    <a:pt x="14288" y="27623"/>
                  </a:lnTo>
                  <a:lnTo>
                    <a:pt x="14288" y="29051"/>
                  </a:lnTo>
                  <a:lnTo>
                    <a:pt x="15716" y="30004"/>
                  </a:lnTo>
                  <a:lnTo>
                    <a:pt x="16192" y="31909"/>
                  </a:lnTo>
                  <a:lnTo>
                    <a:pt x="15240" y="33338"/>
                  </a:lnTo>
                  <a:lnTo>
                    <a:pt x="15716" y="37148"/>
                  </a:lnTo>
                  <a:lnTo>
                    <a:pt x="16669" y="42863"/>
                  </a:lnTo>
                  <a:lnTo>
                    <a:pt x="16669" y="46673"/>
                  </a:lnTo>
                  <a:lnTo>
                    <a:pt x="15716" y="48578"/>
                  </a:lnTo>
                  <a:lnTo>
                    <a:pt x="16192" y="51435"/>
                  </a:lnTo>
                  <a:lnTo>
                    <a:pt x="18097" y="55721"/>
                  </a:lnTo>
                  <a:lnTo>
                    <a:pt x="18573" y="57150"/>
                  </a:lnTo>
                  <a:lnTo>
                    <a:pt x="19050" y="59055"/>
                  </a:lnTo>
                  <a:lnTo>
                    <a:pt x="18097" y="61913"/>
                  </a:lnTo>
                  <a:lnTo>
                    <a:pt x="18573" y="63341"/>
                  </a:lnTo>
                  <a:lnTo>
                    <a:pt x="19526" y="64294"/>
                  </a:lnTo>
                  <a:lnTo>
                    <a:pt x="19050" y="66199"/>
                  </a:lnTo>
                  <a:lnTo>
                    <a:pt x="16669" y="70009"/>
                  </a:lnTo>
                  <a:lnTo>
                    <a:pt x="16669" y="71914"/>
                  </a:lnTo>
                  <a:lnTo>
                    <a:pt x="18573" y="72866"/>
                  </a:lnTo>
                  <a:lnTo>
                    <a:pt x="20002" y="75248"/>
                  </a:lnTo>
                  <a:lnTo>
                    <a:pt x="20955" y="79058"/>
                  </a:lnTo>
                  <a:lnTo>
                    <a:pt x="21907" y="80486"/>
                  </a:lnTo>
                  <a:lnTo>
                    <a:pt x="21907" y="81439"/>
                  </a:lnTo>
                  <a:lnTo>
                    <a:pt x="23336" y="90964"/>
                  </a:lnTo>
                  <a:lnTo>
                    <a:pt x="25241" y="100489"/>
                  </a:lnTo>
                  <a:lnTo>
                    <a:pt x="23813" y="101441"/>
                  </a:lnTo>
                  <a:lnTo>
                    <a:pt x="22384" y="101918"/>
                  </a:lnTo>
                  <a:lnTo>
                    <a:pt x="21431" y="102394"/>
                  </a:lnTo>
                  <a:lnTo>
                    <a:pt x="20955" y="103346"/>
                  </a:lnTo>
                  <a:lnTo>
                    <a:pt x="21907" y="104775"/>
                  </a:lnTo>
                  <a:lnTo>
                    <a:pt x="21431" y="105728"/>
                  </a:lnTo>
                  <a:lnTo>
                    <a:pt x="19526" y="106680"/>
                  </a:lnTo>
                  <a:lnTo>
                    <a:pt x="15240" y="109538"/>
                  </a:lnTo>
                  <a:lnTo>
                    <a:pt x="15240" y="110966"/>
                  </a:lnTo>
                  <a:lnTo>
                    <a:pt x="13811" y="113348"/>
                  </a:lnTo>
                  <a:lnTo>
                    <a:pt x="13335" y="115253"/>
                  </a:lnTo>
                  <a:lnTo>
                    <a:pt x="11906" y="118110"/>
                  </a:lnTo>
                  <a:lnTo>
                    <a:pt x="9525" y="125730"/>
                  </a:lnTo>
                  <a:lnTo>
                    <a:pt x="9048" y="132398"/>
                  </a:lnTo>
                  <a:lnTo>
                    <a:pt x="8572" y="134303"/>
                  </a:lnTo>
                  <a:lnTo>
                    <a:pt x="8096" y="135731"/>
                  </a:lnTo>
                  <a:lnTo>
                    <a:pt x="7144" y="137636"/>
                  </a:lnTo>
                  <a:lnTo>
                    <a:pt x="2381" y="143351"/>
                  </a:lnTo>
                  <a:lnTo>
                    <a:pt x="476" y="147638"/>
                  </a:lnTo>
                  <a:lnTo>
                    <a:pt x="476" y="149543"/>
                  </a:lnTo>
                  <a:lnTo>
                    <a:pt x="476" y="151448"/>
                  </a:lnTo>
                  <a:lnTo>
                    <a:pt x="0" y="152876"/>
                  </a:lnTo>
                  <a:lnTo>
                    <a:pt x="0" y="156686"/>
                  </a:lnTo>
                  <a:lnTo>
                    <a:pt x="476" y="160020"/>
                  </a:lnTo>
                  <a:lnTo>
                    <a:pt x="1428" y="163354"/>
                  </a:lnTo>
                  <a:lnTo>
                    <a:pt x="4763" y="171926"/>
                  </a:lnTo>
                  <a:lnTo>
                    <a:pt x="6191" y="177165"/>
                  </a:lnTo>
                  <a:lnTo>
                    <a:pt x="7620" y="181928"/>
                  </a:lnTo>
                  <a:lnTo>
                    <a:pt x="8096" y="184785"/>
                  </a:lnTo>
                  <a:lnTo>
                    <a:pt x="9048" y="185738"/>
                  </a:lnTo>
                  <a:lnTo>
                    <a:pt x="9525" y="186690"/>
                  </a:lnTo>
                  <a:lnTo>
                    <a:pt x="14288" y="187643"/>
                  </a:lnTo>
                  <a:lnTo>
                    <a:pt x="15240" y="188119"/>
                  </a:lnTo>
                  <a:lnTo>
                    <a:pt x="16669" y="193834"/>
                  </a:lnTo>
                  <a:lnTo>
                    <a:pt x="16192" y="196691"/>
                  </a:lnTo>
                  <a:lnTo>
                    <a:pt x="15240" y="197644"/>
                  </a:lnTo>
                  <a:lnTo>
                    <a:pt x="15240" y="199549"/>
                  </a:lnTo>
                  <a:lnTo>
                    <a:pt x="15240" y="202406"/>
                  </a:lnTo>
                  <a:lnTo>
                    <a:pt x="14764" y="203359"/>
                  </a:lnTo>
                  <a:lnTo>
                    <a:pt x="11906" y="203359"/>
                  </a:lnTo>
                  <a:lnTo>
                    <a:pt x="10001" y="204788"/>
                  </a:lnTo>
                  <a:lnTo>
                    <a:pt x="7620" y="204311"/>
                  </a:lnTo>
                  <a:lnTo>
                    <a:pt x="5239" y="204311"/>
                  </a:lnTo>
                  <a:lnTo>
                    <a:pt x="4286" y="205740"/>
                  </a:lnTo>
                  <a:lnTo>
                    <a:pt x="5239" y="205740"/>
                  </a:lnTo>
                  <a:lnTo>
                    <a:pt x="9525" y="207169"/>
                  </a:lnTo>
                  <a:lnTo>
                    <a:pt x="17621" y="208121"/>
                  </a:lnTo>
                  <a:lnTo>
                    <a:pt x="28575" y="210979"/>
                  </a:lnTo>
                  <a:lnTo>
                    <a:pt x="33338" y="212884"/>
                  </a:lnTo>
                  <a:lnTo>
                    <a:pt x="39052" y="216694"/>
                  </a:lnTo>
                  <a:lnTo>
                    <a:pt x="42386" y="216694"/>
                  </a:lnTo>
                  <a:lnTo>
                    <a:pt x="50006" y="212408"/>
                  </a:lnTo>
                  <a:lnTo>
                    <a:pt x="54769" y="209074"/>
                  </a:lnTo>
                  <a:lnTo>
                    <a:pt x="59055" y="207169"/>
                  </a:lnTo>
                  <a:lnTo>
                    <a:pt x="74295" y="202406"/>
                  </a:lnTo>
                  <a:lnTo>
                    <a:pt x="83344" y="200978"/>
                  </a:lnTo>
                  <a:lnTo>
                    <a:pt x="87630" y="197644"/>
                  </a:lnTo>
                  <a:lnTo>
                    <a:pt x="93821" y="195263"/>
                  </a:lnTo>
                  <a:lnTo>
                    <a:pt x="98584" y="191929"/>
                  </a:lnTo>
                  <a:lnTo>
                    <a:pt x="106203" y="189548"/>
                  </a:lnTo>
                  <a:lnTo>
                    <a:pt x="119063" y="182880"/>
                  </a:lnTo>
                  <a:lnTo>
                    <a:pt x="133350" y="182880"/>
                  </a:lnTo>
                  <a:lnTo>
                    <a:pt x="135731" y="182880"/>
                  </a:lnTo>
                  <a:lnTo>
                    <a:pt x="142398" y="181451"/>
                  </a:lnTo>
                  <a:lnTo>
                    <a:pt x="144780" y="178118"/>
                  </a:lnTo>
                  <a:lnTo>
                    <a:pt x="146209" y="175260"/>
                  </a:lnTo>
                  <a:lnTo>
                    <a:pt x="148114" y="173355"/>
                  </a:lnTo>
                  <a:lnTo>
                    <a:pt x="150495" y="171926"/>
                  </a:lnTo>
                  <a:close/>
                </a:path>
              </a:pathLst>
            </a:custGeom>
            <a:grpFill/>
            <a:ln w="317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B719D077-1B18-4360-8A96-B311CD44EDCC}"/>
                </a:ext>
              </a:extLst>
            </p:cNvPr>
            <p:cNvSpPr/>
            <p:nvPr/>
          </p:nvSpPr>
          <p:spPr>
            <a:xfrm>
              <a:off x="3861434" y="4104798"/>
              <a:ext cx="100965" cy="122872"/>
            </a:xfrm>
            <a:custGeom>
              <a:avLst/>
              <a:gdLst>
                <a:gd name="connsiteX0" fmla="*/ 100965 w 100965"/>
                <a:gd name="connsiteY0" fmla="*/ 55245 h 122872"/>
                <a:gd name="connsiteX1" fmla="*/ 100489 w 100965"/>
                <a:gd name="connsiteY1" fmla="*/ 51911 h 122872"/>
                <a:gd name="connsiteX2" fmla="*/ 99060 w 100965"/>
                <a:gd name="connsiteY2" fmla="*/ 50006 h 122872"/>
                <a:gd name="connsiteX3" fmla="*/ 96203 w 100965"/>
                <a:gd name="connsiteY3" fmla="*/ 40481 h 122872"/>
                <a:gd name="connsiteX4" fmla="*/ 94774 w 100965"/>
                <a:gd name="connsiteY4" fmla="*/ 38576 h 122872"/>
                <a:gd name="connsiteX5" fmla="*/ 92869 w 100965"/>
                <a:gd name="connsiteY5" fmla="*/ 38576 h 122872"/>
                <a:gd name="connsiteX6" fmla="*/ 91916 w 100965"/>
                <a:gd name="connsiteY6" fmla="*/ 41910 h 122872"/>
                <a:gd name="connsiteX7" fmla="*/ 91440 w 100965"/>
                <a:gd name="connsiteY7" fmla="*/ 45244 h 122872"/>
                <a:gd name="connsiteX8" fmla="*/ 90488 w 100965"/>
                <a:gd name="connsiteY8" fmla="*/ 46196 h 122872"/>
                <a:gd name="connsiteX9" fmla="*/ 89059 w 100965"/>
                <a:gd name="connsiteY9" fmla="*/ 48101 h 122872"/>
                <a:gd name="connsiteX10" fmla="*/ 89059 w 100965"/>
                <a:gd name="connsiteY10" fmla="*/ 46672 h 122872"/>
                <a:gd name="connsiteX11" fmla="*/ 89535 w 100965"/>
                <a:gd name="connsiteY11" fmla="*/ 45244 h 122872"/>
                <a:gd name="connsiteX12" fmla="*/ 90488 w 100965"/>
                <a:gd name="connsiteY12" fmla="*/ 42386 h 122872"/>
                <a:gd name="connsiteX13" fmla="*/ 88583 w 100965"/>
                <a:gd name="connsiteY13" fmla="*/ 38100 h 122872"/>
                <a:gd name="connsiteX14" fmla="*/ 87154 w 100965"/>
                <a:gd name="connsiteY14" fmla="*/ 35719 h 122872"/>
                <a:gd name="connsiteX15" fmla="*/ 81439 w 100965"/>
                <a:gd name="connsiteY15" fmla="*/ 30956 h 122872"/>
                <a:gd name="connsiteX16" fmla="*/ 78105 w 100965"/>
                <a:gd name="connsiteY16" fmla="*/ 33814 h 122872"/>
                <a:gd name="connsiteX17" fmla="*/ 79058 w 100965"/>
                <a:gd name="connsiteY17" fmla="*/ 30480 h 122872"/>
                <a:gd name="connsiteX18" fmla="*/ 79058 w 100965"/>
                <a:gd name="connsiteY18" fmla="*/ 28099 h 122872"/>
                <a:gd name="connsiteX19" fmla="*/ 73819 w 100965"/>
                <a:gd name="connsiteY19" fmla="*/ 25241 h 122872"/>
                <a:gd name="connsiteX20" fmla="*/ 62865 w 100965"/>
                <a:gd name="connsiteY20" fmla="*/ 17145 h 122872"/>
                <a:gd name="connsiteX21" fmla="*/ 58579 w 100965"/>
                <a:gd name="connsiteY21" fmla="*/ 11906 h 122872"/>
                <a:gd name="connsiteX22" fmla="*/ 45720 w 100965"/>
                <a:gd name="connsiteY22" fmla="*/ 8096 h 122872"/>
                <a:gd name="connsiteX23" fmla="*/ 39529 w 100965"/>
                <a:gd name="connsiteY23" fmla="*/ 7144 h 122872"/>
                <a:gd name="connsiteX24" fmla="*/ 26194 w 100965"/>
                <a:gd name="connsiteY24" fmla="*/ 0 h 122872"/>
                <a:gd name="connsiteX25" fmla="*/ 23813 w 100965"/>
                <a:gd name="connsiteY25" fmla="*/ 476 h 122872"/>
                <a:gd name="connsiteX26" fmla="*/ 21431 w 100965"/>
                <a:gd name="connsiteY26" fmla="*/ 3334 h 122872"/>
                <a:gd name="connsiteX27" fmla="*/ 18097 w 100965"/>
                <a:gd name="connsiteY27" fmla="*/ 12382 h 122872"/>
                <a:gd name="connsiteX28" fmla="*/ 15716 w 100965"/>
                <a:gd name="connsiteY28" fmla="*/ 14288 h 122872"/>
                <a:gd name="connsiteX29" fmla="*/ 12859 w 100965"/>
                <a:gd name="connsiteY29" fmla="*/ 16669 h 122872"/>
                <a:gd name="connsiteX30" fmla="*/ 9525 w 100965"/>
                <a:gd name="connsiteY30" fmla="*/ 20002 h 122872"/>
                <a:gd name="connsiteX31" fmla="*/ 5715 w 100965"/>
                <a:gd name="connsiteY31" fmla="*/ 25717 h 122872"/>
                <a:gd name="connsiteX32" fmla="*/ 5715 w 100965"/>
                <a:gd name="connsiteY32" fmla="*/ 27622 h 122872"/>
                <a:gd name="connsiteX33" fmla="*/ 4763 w 100965"/>
                <a:gd name="connsiteY33" fmla="*/ 29051 h 122872"/>
                <a:gd name="connsiteX34" fmla="*/ 4763 w 100965"/>
                <a:gd name="connsiteY34" fmla="*/ 31432 h 122872"/>
                <a:gd name="connsiteX35" fmla="*/ 4763 w 100965"/>
                <a:gd name="connsiteY35" fmla="*/ 34766 h 122872"/>
                <a:gd name="connsiteX36" fmla="*/ 6191 w 100965"/>
                <a:gd name="connsiteY36" fmla="*/ 36671 h 122872"/>
                <a:gd name="connsiteX37" fmla="*/ 6668 w 100965"/>
                <a:gd name="connsiteY37" fmla="*/ 40005 h 122872"/>
                <a:gd name="connsiteX38" fmla="*/ 5715 w 100965"/>
                <a:gd name="connsiteY38" fmla="*/ 43339 h 122872"/>
                <a:gd name="connsiteX39" fmla="*/ 6191 w 100965"/>
                <a:gd name="connsiteY39" fmla="*/ 45244 h 122872"/>
                <a:gd name="connsiteX40" fmla="*/ 6668 w 100965"/>
                <a:gd name="connsiteY40" fmla="*/ 48577 h 122872"/>
                <a:gd name="connsiteX41" fmla="*/ 7620 w 100965"/>
                <a:gd name="connsiteY41" fmla="*/ 51435 h 122872"/>
                <a:gd name="connsiteX42" fmla="*/ 7620 w 100965"/>
                <a:gd name="connsiteY42" fmla="*/ 52864 h 122872"/>
                <a:gd name="connsiteX43" fmla="*/ 8572 w 100965"/>
                <a:gd name="connsiteY43" fmla="*/ 53816 h 122872"/>
                <a:gd name="connsiteX44" fmla="*/ 9525 w 100965"/>
                <a:gd name="connsiteY44" fmla="*/ 55245 h 122872"/>
                <a:gd name="connsiteX45" fmla="*/ 9049 w 100965"/>
                <a:gd name="connsiteY45" fmla="*/ 58102 h 122872"/>
                <a:gd name="connsiteX46" fmla="*/ 12383 w 100965"/>
                <a:gd name="connsiteY46" fmla="*/ 62865 h 122872"/>
                <a:gd name="connsiteX47" fmla="*/ 14288 w 100965"/>
                <a:gd name="connsiteY47" fmla="*/ 65246 h 122872"/>
                <a:gd name="connsiteX48" fmla="*/ 17145 w 100965"/>
                <a:gd name="connsiteY48" fmla="*/ 67627 h 122872"/>
                <a:gd name="connsiteX49" fmla="*/ 18097 w 100965"/>
                <a:gd name="connsiteY49" fmla="*/ 69532 h 122872"/>
                <a:gd name="connsiteX50" fmla="*/ 20003 w 100965"/>
                <a:gd name="connsiteY50" fmla="*/ 72390 h 122872"/>
                <a:gd name="connsiteX51" fmla="*/ 20955 w 100965"/>
                <a:gd name="connsiteY51" fmla="*/ 72390 h 122872"/>
                <a:gd name="connsiteX52" fmla="*/ 21431 w 100965"/>
                <a:gd name="connsiteY52" fmla="*/ 73342 h 122872"/>
                <a:gd name="connsiteX53" fmla="*/ 20955 w 100965"/>
                <a:gd name="connsiteY53" fmla="*/ 75724 h 122872"/>
                <a:gd name="connsiteX54" fmla="*/ 20479 w 100965"/>
                <a:gd name="connsiteY54" fmla="*/ 78105 h 122872"/>
                <a:gd name="connsiteX55" fmla="*/ 19050 w 100965"/>
                <a:gd name="connsiteY55" fmla="*/ 81439 h 122872"/>
                <a:gd name="connsiteX56" fmla="*/ 14764 w 100965"/>
                <a:gd name="connsiteY56" fmla="*/ 87154 h 122872"/>
                <a:gd name="connsiteX57" fmla="*/ 14288 w 100965"/>
                <a:gd name="connsiteY57" fmla="*/ 88582 h 122872"/>
                <a:gd name="connsiteX58" fmla="*/ 15240 w 100965"/>
                <a:gd name="connsiteY58" fmla="*/ 93821 h 122872"/>
                <a:gd name="connsiteX59" fmla="*/ 14764 w 100965"/>
                <a:gd name="connsiteY59" fmla="*/ 97631 h 122872"/>
                <a:gd name="connsiteX60" fmla="*/ 14288 w 100965"/>
                <a:gd name="connsiteY60" fmla="*/ 99536 h 122872"/>
                <a:gd name="connsiteX61" fmla="*/ 12383 w 100965"/>
                <a:gd name="connsiteY61" fmla="*/ 102870 h 122872"/>
                <a:gd name="connsiteX62" fmla="*/ 7144 w 100965"/>
                <a:gd name="connsiteY62" fmla="*/ 111442 h 122872"/>
                <a:gd name="connsiteX63" fmla="*/ 4286 w 100965"/>
                <a:gd name="connsiteY63" fmla="*/ 112871 h 122872"/>
                <a:gd name="connsiteX64" fmla="*/ 2858 w 100965"/>
                <a:gd name="connsiteY64" fmla="*/ 115252 h 122872"/>
                <a:gd name="connsiteX65" fmla="*/ 1429 w 100965"/>
                <a:gd name="connsiteY65" fmla="*/ 115252 h 122872"/>
                <a:gd name="connsiteX66" fmla="*/ 476 w 100965"/>
                <a:gd name="connsiteY66" fmla="*/ 115729 h 122872"/>
                <a:gd name="connsiteX67" fmla="*/ 0 w 100965"/>
                <a:gd name="connsiteY67" fmla="*/ 116205 h 122872"/>
                <a:gd name="connsiteX68" fmla="*/ 953 w 100965"/>
                <a:gd name="connsiteY68" fmla="*/ 116205 h 122872"/>
                <a:gd name="connsiteX69" fmla="*/ 2381 w 100965"/>
                <a:gd name="connsiteY69" fmla="*/ 117157 h 122872"/>
                <a:gd name="connsiteX70" fmla="*/ 3334 w 100965"/>
                <a:gd name="connsiteY70" fmla="*/ 118586 h 122872"/>
                <a:gd name="connsiteX71" fmla="*/ 6191 w 100965"/>
                <a:gd name="connsiteY71" fmla="*/ 120015 h 122872"/>
                <a:gd name="connsiteX72" fmla="*/ 10954 w 100965"/>
                <a:gd name="connsiteY72" fmla="*/ 121920 h 122872"/>
                <a:gd name="connsiteX73" fmla="*/ 13335 w 100965"/>
                <a:gd name="connsiteY73" fmla="*/ 121920 h 122872"/>
                <a:gd name="connsiteX74" fmla="*/ 15240 w 100965"/>
                <a:gd name="connsiteY74" fmla="*/ 122396 h 122872"/>
                <a:gd name="connsiteX75" fmla="*/ 16669 w 100965"/>
                <a:gd name="connsiteY75" fmla="*/ 122872 h 122872"/>
                <a:gd name="connsiteX76" fmla="*/ 18097 w 100965"/>
                <a:gd name="connsiteY76" fmla="*/ 121920 h 122872"/>
                <a:gd name="connsiteX77" fmla="*/ 22860 w 100965"/>
                <a:gd name="connsiteY77" fmla="*/ 119063 h 122872"/>
                <a:gd name="connsiteX78" fmla="*/ 25241 w 100965"/>
                <a:gd name="connsiteY78" fmla="*/ 117634 h 122872"/>
                <a:gd name="connsiteX79" fmla="*/ 26670 w 100965"/>
                <a:gd name="connsiteY79" fmla="*/ 116681 h 122872"/>
                <a:gd name="connsiteX80" fmla="*/ 28099 w 100965"/>
                <a:gd name="connsiteY80" fmla="*/ 115252 h 122872"/>
                <a:gd name="connsiteX81" fmla="*/ 29051 w 100965"/>
                <a:gd name="connsiteY81" fmla="*/ 115252 h 122872"/>
                <a:gd name="connsiteX82" fmla="*/ 29528 w 100965"/>
                <a:gd name="connsiteY82" fmla="*/ 115729 h 122872"/>
                <a:gd name="connsiteX83" fmla="*/ 30004 w 100965"/>
                <a:gd name="connsiteY83" fmla="*/ 116681 h 122872"/>
                <a:gd name="connsiteX84" fmla="*/ 31909 w 100965"/>
                <a:gd name="connsiteY84" fmla="*/ 117157 h 122872"/>
                <a:gd name="connsiteX85" fmla="*/ 35719 w 100965"/>
                <a:gd name="connsiteY85" fmla="*/ 118110 h 122872"/>
                <a:gd name="connsiteX86" fmla="*/ 37624 w 100965"/>
                <a:gd name="connsiteY86" fmla="*/ 118586 h 122872"/>
                <a:gd name="connsiteX87" fmla="*/ 40481 w 100965"/>
                <a:gd name="connsiteY87" fmla="*/ 117634 h 122872"/>
                <a:gd name="connsiteX88" fmla="*/ 42386 w 100965"/>
                <a:gd name="connsiteY88" fmla="*/ 116205 h 122872"/>
                <a:gd name="connsiteX89" fmla="*/ 43815 w 100965"/>
                <a:gd name="connsiteY89" fmla="*/ 115729 h 122872"/>
                <a:gd name="connsiteX90" fmla="*/ 45244 w 100965"/>
                <a:gd name="connsiteY90" fmla="*/ 117157 h 122872"/>
                <a:gd name="connsiteX91" fmla="*/ 46196 w 100965"/>
                <a:gd name="connsiteY91" fmla="*/ 119063 h 122872"/>
                <a:gd name="connsiteX92" fmla="*/ 47149 w 100965"/>
                <a:gd name="connsiteY92" fmla="*/ 120015 h 122872"/>
                <a:gd name="connsiteX93" fmla="*/ 49054 w 100965"/>
                <a:gd name="connsiteY93" fmla="*/ 120015 h 122872"/>
                <a:gd name="connsiteX94" fmla="*/ 52388 w 100965"/>
                <a:gd name="connsiteY94" fmla="*/ 120015 h 122872"/>
                <a:gd name="connsiteX95" fmla="*/ 54769 w 100965"/>
                <a:gd name="connsiteY95" fmla="*/ 120967 h 122872"/>
                <a:gd name="connsiteX96" fmla="*/ 56197 w 100965"/>
                <a:gd name="connsiteY96" fmla="*/ 120967 h 122872"/>
                <a:gd name="connsiteX97" fmla="*/ 58103 w 100965"/>
                <a:gd name="connsiteY97" fmla="*/ 120015 h 122872"/>
                <a:gd name="connsiteX98" fmla="*/ 59531 w 100965"/>
                <a:gd name="connsiteY98" fmla="*/ 118110 h 122872"/>
                <a:gd name="connsiteX99" fmla="*/ 62389 w 100965"/>
                <a:gd name="connsiteY99" fmla="*/ 116205 h 122872"/>
                <a:gd name="connsiteX100" fmla="*/ 65246 w 100965"/>
                <a:gd name="connsiteY100" fmla="*/ 114776 h 122872"/>
                <a:gd name="connsiteX101" fmla="*/ 66675 w 100965"/>
                <a:gd name="connsiteY101" fmla="*/ 112871 h 122872"/>
                <a:gd name="connsiteX102" fmla="*/ 69056 w 100965"/>
                <a:gd name="connsiteY102" fmla="*/ 109061 h 122872"/>
                <a:gd name="connsiteX103" fmla="*/ 70009 w 100965"/>
                <a:gd name="connsiteY103" fmla="*/ 107632 h 122872"/>
                <a:gd name="connsiteX104" fmla="*/ 70009 w 100965"/>
                <a:gd name="connsiteY104" fmla="*/ 105251 h 122872"/>
                <a:gd name="connsiteX105" fmla="*/ 73343 w 100965"/>
                <a:gd name="connsiteY105" fmla="*/ 98107 h 122872"/>
                <a:gd name="connsiteX106" fmla="*/ 74771 w 100965"/>
                <a:gd name="connsiteY106" fmla="*/ 96679 h 122872"/>
                <a:gd name="connsiteX107" fmla="*/ 75724 w 100965"/>
                <a:gd name="connsiteY107" fmla="*/ 94297 h 122872"/>
                <a:gd name="connsiteX108" fmla="*/ 76676 w 100965"/>
                <a:gd name="connsiteY108" fmla="*/ 91440 h 122872"/>
                <a:gd name="connsiteX109" fmla="*/ 76676 w 100965"/>
                <a:gd name="connsiteY109" fmla="*/ 89535 h 122872"/>
                <a:gd name="connsiteX110" fmla="*/ 78105 w 100965"/>
                <a:gd name="connsiteY110" fmla="*/ 87154 h 122872"/>
                <a:gd name="connsiteX111" fmla="*/ 80010 w 100965"/>
                <a:gd name="connsiteY111" fmla="*/ 85249 h 122872"/>
                <a:gd name="connsiteX112" fmla="*/ 81439 w 100965"/>
                <a:gd name="connsiteY112" fmla="*/ 84296 h 122872"/>
                <a:gd name="connsiteX113" fmla="*/ 83344 w 100965"/>
                <a:gd name="connsiteY113" fmla="*/ 80963 h 122872"/>
                <a:gd name="connsiteX114" fmla="*/ 85249 w 100965"/>
                <a:gd name="connsiteY114" fmla="*/ 78105 h 122872"/>
                <a:gd name="connsiteX115" fmla="*/ 89059 w 100965"/>
                <a:gd name="connsiteY115" fmla="*/ 71438 h 122872"/>
                <a:gd name="connsiteX116" fmla="*/ 89535 w 100965"/>
                <a:gd name="connsiteY116" fmla="*/ 70009 h 122872"/>
                <a:gd name="connsiteX117" fmla="*/ 90964 w 100965"/>
                <a:gd name="connsiteY117" fmla="*/ 68580 h 122872"/>
                <a:gd name="connsiteX118" fmla="*/ 91440 w 100965"/>
                <a:gd name="connsiteY118" fmla="*/ 67151 h 122872"/>
                <a:gd name="connsiteX119" fmla="*/ 93345 w 100965"/>
                <a:gd name="connsiteY119" fmla="*/ 65722 h 122872"/>
                <a:gd name="connsiteX120" fmla="*/ 94774 w 100965"/>
                <a:gd name="connsiteY120" fmla="*/ 64294 h 122872"/>
                <a:gd name="connsiteX121" fmla="*/ 95726 w 100965"/>
                <a:gd name="connsiteY121" fmla="*/ 61913 h 122872"/>
                <a:gd name="connsiteX122" fmla="*/ 97155 w 100965"/>
                <a:gd name="connsiteY122" fmla="*/ 60007 h 122872"/>
                <a:gd name="connsiteX123" fmla="*/ 100013 w 100965"/>
                <a:gd name="connsiteY123" fmla="*/ 58579 h 122872"/>
                <a:gd name="connsiteX124" fmla="*/ 100965 w 100965"/>
                <a:gd name="connsiteY124" fmla="*/ 57626 h 122872"/>
                <a:gd name="connsiteX125" fmla="*/ 100489 w 100965"/>
                <a:gd name="connsiteY125" fmla="*/ 56674 h 12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100965" h="122872">
                  <a:moveTo>
                    <a:pt x="100965" y="55245"/>
                  </a:moveTo>
                  <a:lnTo>
                    <a:pt x="100489" y="51911"/>
                  </a:lnTo>
                  <a:lnTo>
                    <a:pt x="99060" y="50006"/>
                  </a:lnTo>
                  <a:lnTo>
                    <a:pt x="96203" y="40481"/>
                  </a:lnTo>
                  <a:lnTo>
                    <a:pt x="94774" y="38576"/>
                  </a:lnTo>
                  <a:lnTo>
                    <a:pt x="92869" y="38576"/>
                  </a:lnTo>
                  <a:lnTo>
                    <a:pt x="91916" y="41910"/>
                  </a:lnTo>
                  <a:lnTo>
                    <a:pt x="91440" y="45244"/>
                  </a:lnTo>
                  <a:lnTo>
                    <a:pt x="90488" y="46196"/>
                  </a:lnTo>
                  <a:lnTo>
                    <a:pt x="89059" y="48101"/>
                  </a:lnTo>
                  <a:lnTo>
                    <a:pt x="89059" y="46672"/>
                  </a:lnTo>
                  <a:lnTo>
                    <a:pt x="89535" y="45244"/>
                  </a:lnTo>
                  <a:lnTo>
                    <a:pt x="90488" y="42386"/>
                  </a:lnTo>
                  <a:lnTo>
                    <a:pt x="88583" y="38100"/>
                  </a:lnTo>
                  <a:lnTo>
                    <a:pt x="87154" y="35719"/>
                  </a:lnTo>
                  <a:lnTo>
                    <a:pt x="81439" y="30956"/>
                  </a:lnTo>
                  <a:lnTo>
                    <a:pt x="78105" y="33814"/>
                  </a:lnTo>
                  <a:lnTo>
                    <a:pt x="79058" y="30480"/>
                  </a:lnTo>
                  <a:lnTo>
                    <a:pt x="79058" y="28099"/>
                  </a:lnTo>
                  <a:lnTo>
                    <a:pt x="73819" y="25241"/>
                  </a:lnTo>
                  <a:lnTo>
                    <a:pt x="62865" y="17145"/>
                  </a:lnTo>
                  <a:lnTo>
                    <a:pt x="58579" y="11906"/>
                  </a:lnTo>
                  <a:lnTo>
                    <a:pt x="45720" y="8096"/>
                  </a:lnTo>
                  <a:lnTo>
                    <a:pt x="39529" y="7144"/>
                  </a:lnTo>
                  <a:lnTo>
                    <a:pt x="26194" y="0"/>
                  </a:lnTo>
                  <a:lnTo>
                    <a:pt x="23813" y="476"/>
                  </a:lnTo>
                  <a:lnTo>
                    <a:pt x="21431" y="3334"/>
                  </a:lnTo>
                  <a:lnTo>
                    <a:pt x="18097" y="12382"/>
                  </a:lnTo>
                  <a:lnTo>
                    <a:pt x="15716" y="14288"/>
                  </a:lnTo>
                  <a:lnTo>
                    <a:pt x="12859" y="16669"/>
                  </a:lnTo>
                  <a:lnTo>
                    <a:pt x="9525" y="20002"/>
                  </a:lnTo>
                  <a:lnTo>
                    <a:pt x="5715" y="25717"/>
                  </a:lnTo>
                  <a:lnTo>
                    <a:pt x="5715" y="27622"/>
                  </a:lnTo>
                  <a:lnTo>
                    <a:pt x="4763" y="29051"/>
                  </a:lnTo>
                  <a:lnTo>
                    <a:pt x="4763" y="31432"/>
                  </a:lnTo>
                  <a:lnTo>
                    <a:pt x="4763" y="34766"/>
                  </a:lnTo>
                  <a:lnTo>
                    <a:pt x="6191" y="36671"/>
                  </a:lnTo>
                  <a:lnTo>
                    <a:pt x="6668" y="40005"/>
                  </a:lnTo>
                  <a:lnTo>
                    <a:pt x="5715" y="43339"/>
                  </a:lnTo>
                  <a:lnTo>
                    <a:pt x="6191" y="45244"/>
                  </a:lnTo>
                  <a:lnTo>
                    <a:pt x="6668" y="48577"/>
                  </a:lnTo>
                  <a:lnTo>
                    <a:pt x="7620" y="51435"/>
                  </a:lnTo>
                  <a:lnTo>
                    <a:pt x="7620" y="52864"/>
                  </a:lnTo>
                  <a:lnTo>
                    <a:pt x="8572" y="53816"/>
                  </a:lnTo>
                  <a:lnTo>
                    <a:pt x="9525" y="55245"/>
                  </a:lnTo>
                  <a:lnTo>
                    <a:pt x="9049" y="58102"/>
                  </a:lnTo>
                  <a:lnTo>
                    <a:pt x="12383" y="62865"/>
                  </a:lnTo>
                  <a:lnTo>
                    <a:pt x="14288" y="65246"/>
                  </a:lnTo>
                  <a:lnTo>
                    <a:pt x="17145" y="67627"/>
                  </a:lnTo>
                  <a:lnTo>
                    <a:pt x="18097" y="69532"/>
                  </a:lnTo>
                  <a:lnTo>
                    <a:pt x="20003" y="72390"/>
                  </a:lnTo>
                  <a:lnTo>
                    <a:pt x="20955" y="72390"/>
                  </a:lnTo>
                  <a:lnTo>
                    <a:pt x="21431" y="73342"/>
                  </a:lnTo>
                  <a:lnTo>
                    <a:pt x="20955" y="75724"/>
                  </a:lnTo>
                  <a:lnTo>
                    <a:pt x="20479" y="78105"/>
                  </a:lnTo>
                  <a:lnTo>
                    <a:pt x="19050" y="81439"/>
                  </a:lnTo>
                  <a:lnTo>
                    <a:pt x="14764" y="87154"/>
                  </a:lnTo>
                  <a:lnTo>
                    <a:pt x="14288" y="88582"/>
                  </a:lnTo>
                  <a:lnTo>
                    <a:pt x="15240" y="93821"/>
                  </a:lnTo>
                  <a:lnTo>
                    <a:pt x="14764" y="97631"/>
                  </a:lnTo>
                  <a:lnTo>
                    <a:pt x="14288" y="99536"/>
                  </a:lnTo>
                  <a:lnTo>
                    <a:pt x="12383" y="102870"/>
                  </a:lnTo>
                  <a:lnTo>
                    <a:pt x="7144" y="111442"/>
                  </a:lnTo>
                  <a:lnTo>
                    <a:pt x="4286" y="112871"/>
                  </a:lnTo>
                  <a:lnTo>
                    <a:pt x="2858" y="115252"/>
                  </a:lnTo>
                  <a:lnTo>
                    <a:pt x="1429" y="115252"/>
                  </a:lnTo>
                  <a:lnTo>
                    <a:pt x="476" y="115729"/>
                  </a:lnTo>
                  <a:lnTo>
                    <a:pt x="0" y="116205"/>
                  </a:lnTo>
                  <a:lnTo>
                    <a:pt x="953" y="116205"/>
                  </a:lnTo>
                  <a:lnTo>
                    <a:pt x="2381" y="117157"/>
                  </a:lnTo>
                  <a:lnTo>
                    <a:pt x="3334" y="118586"/>
                  </a:lnTo>
                  <a:lnTo>
                    <a:pt x="6191" y="120015"/>
                  </a:lnTo>
                  <a:lnTo>
                    <a:pt x="10954" y="121920"/>
                  </a:lnTo>
                  <a:lnTo>
                    <a:pt x="13335" y="121920"/>
                  </a:lnTo>
                  <a:lnTo>
                    <a:pt x="15240" y="122396"/>
                  </a:lnTo>
                  <a:lnTo>
                    <a:pt x="16669" y="122872"/>
                  </a:lnTo>
                  <a:lnTo>
                    <a:pt x="18097" y="121920"/>
                  </a:lnTo>
                  <a:lnTo>
                    <a:pt x="22860" y="119063"/>
                  </a:lnTo>
                  <a:lnTo>
                    <a:pt x="25241" y="117634"/>
                  </a:lnTo>
                  <a:lnTo>
                    <a:pt x="26670" y="116681"/>
                  </a:lnTo>
                  <a:lnTo>
                    <a:pt x="28099" y="115252"/>
                  </a:lnTo>
                  <a:lnTo>
                    <a:pt x="29051" y="115252"/>
                  </a:lnTo>
                  <a:lnTo>
                    <a:pt x="29528" y="115729"/>
                  </a:lnTo>
                  <a:lnTo>
                    <a:pt x="30004" y="116681"/>
                  </a:lnTo>
                  <a:lnTo>
                    <a:pt x="31909" y="117157"/>
                  </a:lnTo>
                  <a:lnTo>
                    <a:pt x="35719" y="118110"/>
                  </a:lnTo>
                  <a:lnTo>
                    <a:pt x="37624" y="118586"/>
                  </a:lnTo>
                  <a:lnTo>
                    <a:pt x="40481" y="117634"/>
                  </a:lnTo>
                  <a:lnTo>
                    <a:pt x="42386" y="116205"/>
                  </a:lnTo>
                  <a:lnTo>
                    <a:pt x="43815" y="115729"/>
                  </a:lnTo>
                  <a:lnTo>
                    <a:pt x="45244" y="117157"/>
                  </a:lnTo>
                  <a:lnTo>
                    <a:pt x="46196" y="119063"/>
                  </a:lnTo>
                  <a:lnTo>
                    <a:pt x="47149" y="120015"/>
                  </a:lnTo>
                  <a:lnTo>
                    <a:pt x="49054" y="120015"/>
                  </a:lnTo>
                  <a:lnTo>
                    <a:pt x="52388" y="120015"/>
                  </a:lnTo>
                  <a:lnTo>
                    <a:pt x="54769" y="120967"/>
                  </a:lnTo>
                  <a:lnTo>
                    <a:pt x="56197" y="120967"/>
                  </a:lnTo>
                  <a:lnTo>
                    <a:pt x="58103" y="120015"/>
                  </a:lnTo>
                  <a:lnTo>
                    <a:pt x="59531" y="118110"/>
                  </a:lnTo>
                  <a:lnTo>
                    <a:pt x="62389" y="116205"/>
                  </a:lnTo>
                  <a:lnTo>
                    <a:pt x="65246" y="114776"/>
                  </a:lnTo>
                  <a:lnTo>
                    <a:pt x="66675" y="112871"/>
                  </a:lnTo>
                  <a:lnTo>
                    <a:pt x="69056" y="109061"/>
                  </a:lnTo>
                  <a:lnTo>
                    <a:pt x="70009" y="107632"/>
                  </a:lnTo>
                  <a:lnTo>
                    <a:pt x="70009" y="105251"/>
                  </a:lnTo>
                  <a:lnTo>
                    <a:pt x="73343" y="98107"/>
                  </a:lnTo>
                  <a:lnTo>
                    <a:pt x="74771" y="96679"/>
                  </a:lnTo>
                  <a:lnTo>
                    <a:pt x="75724" y="94297"/>
                  </a:lnTo>
                  <a:lnTo>
                    <a:pt x="76676" y="91440"/>
                  </a:lnTo>
                  <a:lnTo>
                    <a:pt x="76676" y="89535"/>
                  </a:lnTo>
                  <a:lnTo>
                    <a:pt x="78105" y="87154"/>
                  </a:lnTo>
                  <a:lnTo>
                    <a:pt x="80010" y="85249"/>
                  </a:lnTo>
                  <a:lnTo>
                    <a:pt x="81439" y="84296"/>
                  </a:lnTo>
                  <a:lnTo>
                    <a:pt x="83344" y="80963"/>
                  </a:lnTo>
                  <a:lnTo>
                    <a:pt x="85249" y="78105"/>
                  </a:lnTo>
                  <a:lnTo>
                    <a:pt x="89059" y="71438"/>
                  </a:lnTo>
                  <a:lnTo>
                    <a:pt x="89535" y="70009"/>
                  </a:lnTo>
                  <a:lnTo>
                    <a:pt x="90964" y="68580"/>
                  </a:lnTo>
                  <a:lnTo>
                    <a:pt x="91440" y="67151"/>
                  </a:lnTo>
                  <a:lnTo>
                    <a:pt x="93345" y="65722"/>
                  </a:lnTo>
                  <a:lnTo>
                    <a:pt x="94774" y="64294"/>
                  </a:lnTo>
                  <a:lnTo>
                    <a:pt x="95726" y="61913"/>
                  </a:lnTo>
                  <a:lnTo>
                    <a:pt x="97155" y="60007"/>
                  </a:lnTo>
                  <a:lnTo>
                    <a:pt x="100013" y="58579"/>
                  </a:lnTo>
                  <a:lnTo>
                    <a:pt x="100965" y="57626"/>
                  </a:lnTo>
                  <a:lnTo>
                    <a:pt x="100489" y="56674"/>
                  </a:lnTo>
                  <a:close/>
                </a:path>
              </a:pathLst>
            </a:custGeom>
            <a:grpFill/>
            <a:ln w="317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B2B1801-F0F6-4235-A000-5170891D1548}"/>
                </a:ext>
              </a:extLst>
            </p:cNvPr>
            <p:cNvSpPr/>
            <p:nvPr/>
          </p:nvSpPr>
          <p:spPr>
            <a:xfrm>
              <a:off x="7079932" y="2734627"/>
              <a:ext cx="227647" cy="101441"/>
            </a:xfrm>
            <a:custGeom>
              <a:avLst/>
              <a:gdLst>
                <a:gd name="connsiteX0" fmla="*/ 225743 w 227647"/>
                <a:gd name="connsiteY0" fmla="*/ 90488 h 101441"/>
                <a:gd name="connsiteX1" fmla="*/ 221932 w 227647"/>
                <a:gd name="connsiteY1" fmla="*/ 88106 h 101441"/>
                <a:gd name="connsiteX2" fmla="*/ 217647 w 227647"/>
                <a:gd name="connsiteY2" fmla="*/ 85725 h 101441"/>
                <a:gd name="connsiteX3" fmla="*/ 215265 w 227647"/>
                <a:gd name="connsiteY3" fmla="*/ 83820 h 101441"/>
                <a:gd name="connsiteX4" fmla="*/ 213360 w 227647"/>
                <a:gd name="connsiteY4" fmla="*/ 80010 h 101441"/>
                <a:gd name="connsiteX5" fmla="*/ 211455 w 227647"/>
                <a:gd name="connsiteY5" fmla="*/ 79534 h 101441"/>
                <a:gd name="connsiteX6" fmla="*/ 210979 w 227647"/>
                <a:gd name="connsiteY6" fmla="*/ 79057 h 101441"/>
                <a:gd name="connsiteX7" fmla="*/ 210979 w 227647"/>
                <a:gd name="connsiteY7" fmla="*/ 77629 h 101441"/>
                <a:gd name="connsiteX8" fmla="*/ 210979 w 227647"/>
                <a:gd name="connsiteY8" fmla="*/ 76200 h 101441"/>
                <a:gd name="connsiteX9" fmla="*/ 211455 w 227647"/>
                <a:gd name="connsiteY9" fmla="*/ 74771 h 101441"/>
                <a:gd name="connsiteX10" fmla="*/ 213360 w 227647"/>
                <a:gd name="connsiteY10" fmla="*/ 73819 h 101441"/>
                <a:gd name="connsiteX11" fmla="*/ 214789 w 227647"/>
                <a:gd name="connsiteY11" fmla="*/ 73819 h 101441"/>
                <a:gd name="connsiteX12" fmla="*/ 216694 w 227647"/>
                <a:gd name="connsiteY12" fmla="*/ 72390 h 101441"/>
                <a:gd name="connsiteX13" fmla="*/ 218599 w 227647"/>
                <a:gd name="connsiteY13" fmla="*/ 70009 h 101441"/>
                <a:gd name="connsiteX14" fmla="*/ 219075 w 227647"/>
                <a:gd name="connsiteY14" fmla="*/ 68580 h 101441"/>
                <a:gd name="connsiteX15" fmla="*/ 218599 w 227647"/>
                <a:gd name="connsiteY15" fmla="*/ 67627 h 101441"/>
                <a:gd name="connsiteX16" fmla="*/ 213836 w 227647"/>
                <a:gd name="connsiteY16" fmla="*/ 65722 h 101441"/>
                <a:gd name="connsiteX17" fmla="*/ 211931 w 227647"/>
                <a:gd name="connsiteY17" fmla="*/ 64294 h 101441"/>
                <a:gd name="connsiteX18" fmla="*/ 210026 w 227647"/>
                <a:gd name="connsiteY18" fmla="*/ 64294 h 101441"/>
                <a:gd name="connsiteX19" fmla="*/ 206216 w 227647"/>
                <a:gd name="connsiteY19" fmla="*/ 63817 h 101441"/>
                <a:gd name="connsiteX20" fmla="*/ 202882 w 227647"/>
                <a:gd name="connsiteY20" fmla="*/ 62389 h 101441"/>
                <a:gd name="connsiteX21" fmla="*/ 201454 w 227647"/>
                <a:gd name="connsiteY21" fmla="*/ 60960 h 101441"/>
                <a:gd name="connsiteX22" fmla="*/ 199549 w 227647"/>
                <a:gd name="connsiteY22" fmla="*/ 59531 h 101441"/>
                <a:gd name="connsiteX23" fmla="*/ 195263 w 227647"/>
                <a:gd name="connsiteY23" fmla="*/ 57626 h 101441"/>
                <a:gd name="connsiteX24" fmla="*/ 192405 w 227647"/>
                <a:gd name="connsiteY24" fmla="*/ 55721 h 101441"/>
                <a:gd name="connsiteX25" fmla="*/ 192405 w 227647"/>
                <a:gd name="connsiteY25" fmla="*/ 54292 h 101441"/>
                <a:gd name="connsiteX26" fmla="*/ 193834 w 227647"/>
                <a:gd name="connsiteY26" fmla="*/ 49530 h 101441"/>
                <a:gd name="connsiteX27" fmla="*/ 195263 w 227647"/>
                <a:gd name="connsiteY27" fmla="*/ 44767 h 101441"/>
                <a:gd name="connsiteX28" fmla="*/ 194786 w 227647"/>
                <a:gd name="connsiteY28" fmla="*/ 43815 h 101441"/>
                <a:gd name="connsiteX29" fmla="*/ 192881 w 227647"/>
                <a:gd name="connsiteY29" fmla="*/ 42863 h 101441"/>
                <a:gd name="connsiteX30" fmla="*/ 190024 w 227647"/>
                <a:gd name="connsiteY30" fmla="*/ 42386 h 101441"/>
                <a:gd name="connsiteX31" fmla="*/ 182404 w 227647"/>
                <a:gd name="connsiteY31" fmla="*/ 42386 h 101441"/>
                <a:gd name="connsiteX32" fmla="*/ 177641 w 227647"/>
                <a:gd name="connsiteY32" fmla="*/ 37624 h 101441"/>
                <a:gd name="connsiteX33" fmla="*/ 176213 w 227647"/>
                <a:gd name="connsiteY33" fmla="*/ 36671 h 101441"/>
                <a:gd name="connsiteX34" fmla="*/ 172879 w 227647"/>
                <a:gd name="connsiteY34" fmla="*/ 35719 h 101441"/>
                <a:gd name="connsiteX35" fmla="*/ 168593 w 227647"/>
                <a:gd name="connsiteY35" fmla="*/ 34290 h 101441"/>
                <a:gd name="connsiteX36" fmla="*/ 166211 w 227647"/>
                <a:gd name="connsiteY36" fmla="*/ 33338 h 101441"/>
                <a:gd name="connsiteX37" fmla="*/ 165735 w 227647"/>
                <a:gd name="connsiteY37" fmla="*/ 33814 h 101441"/>
                <a:gd name="connsiteX38" fmla="*/ 162878 w 227647"/>
                <a:gd name="connsiteY38" fmla="*/ 39052 h 101441"/>
                <a:gd name="connsiteX39" fmla="*/ 160020 w 227647"/>
                <a:gd name="connsiteY39" fmla="*/ 35242 h 101441"/>
                <a:gd name="connsiteX40" fmla="*/ 158591 w 227647"/>
                <a:gd name="connsiteY40" fmla="*/ 34290 h 101441"/>
                <a:gd name="connsiteX41" fmla="*/ 156210 w 227647"/>
                <a:gd name="connsiteY41" fmla="*/ 33814 h 101441"/>
                <a:gd name="connsiteX42" fmla="*/ 153829 w 227647"/>
                <a:gd name="connsiteY42" fmla="*/ 33814 h 101441"/>
                <a:gd name="connsiteX43" fmla="*/ 147638 w 227647"/>
                <a:gd name="connsiteY43" fmla="*/ 35242 h 101441"/>
                <a:gd name="connsiteX44" fmla="*/ 143351 w 227647"/>
                <a:gd name="connsiteY44" fmla="*/ 37624 h 101441"/>
                <a:gd name="connsiteX45" fmla="*/ 140018 w 227647"/>
                <a:gd name="connsiteY45" fmla="*/ 39052 h 101441"/>
                <a:gd name="connsiteX46" fmla="*/ 136684 w 227647"/>
                <a:gd name="connsiteY46" fmla="*/ 40005 h 101441"/>
                <a:gd name="connsiteX47" fmla="*/ 135255 w 227647"/>
                <a:gd name="connsiteY47" fmla="*/ 40957 h 101441"/>
                <a:gd name="connsiteX48" fmla="*/ 130493 w 227647"/>
                <a:gd name="connsiteY48" fmla="*/ 40957 h 101441"/>
                <a:gd name="connsiteX49" fmla="*/ 128588 w 227647"/>
                <a:gd name="connsiteY49" fmla="*/ 40005 h 101441"/>
                <a:gd name="connsiteX50" fmla="*/ 127635 w 227647"/>
                <a:gd name="connsiteY50" fmla="*/ 39052 h 101441"/>
                <a:gd name="connsiteX51" fmla="*/ 128111 w 227647"/>
                <a:gd name="connsiteY51" fmla="*/ 37147 h 101441"/>
                <a:gd name="connsiteX52" fmla="*/ 129540 w 227647"/>
                <a:gd name="connsiteY52" fmla="*/ 35242 h 101441"/>
                <a:gd name="connsiteX53" fmla="*/ 129540 w 227647"/>
                <a:gd name="connsiteY53" fmla="*/ 34290 h 101441"/>
                <a:gd name="connsiteX54" fmla="*/ 129064 w 227647"/>
                <a:gd name="connsiteY54" fmla="*/ 33814 h 101441"/>
                <a:gd name="connsiteX55" fmla="*/ 123825 w 227647"/>
                <a:gd name="connsiteY55" fmla="*/ 30956 h 101441"/>
                <a:gd name="connsiteX56" fmla="*/ 121444 w 227647"/>
                <a:gd name="connsiteY56" fmla="*/ 29527 h 101441"/>
                <a:gd name="connsiteX57" fmla="*/ 114300 w 227647"/>
                <a:gd name="connsiteY57" fmla="*/ 27622 h 101441"/>
                <a:gd name="connsiteX58" fmla="*/ 105728 w 227647"/>
                <a:gd name="connsiteY58" fmla="*/ 23813 h 101441"/>
                <a:gd name="connsiteX59" fmla="*/ 102394 w 227647"/>
                <a:gd name="connsiteY59" fmla="*/ 21431 h 101441"/>
                <a:gd name="connsiteX60" fmla="*/ 102394 w 227647"/>
                <a:gd name="connsiteY60" fmla="*/ 19526 h 101441"/>
                <a:gd name="connsiteX61" fmla="*/ 99060 w 227647"/>
                <a:gd name="connsiteY61" fmla="*/ 18097 h 101441"/>
                <a:gd name="connsiteX62" fmla="*/ 94298 w 227647"/>
                <a:gd name="connsiteY62" fmla="*/ 16192 h 101441"/>
                <a:gd name="connsiteX63" fmla="*/ 90964 w 227647"/>
                <a:gd name="connsiteY63" fmla="*/ 16669 h 101441"/>
                <a:gd name="connsiteX64" fmla="*/ 87630 w 227647"/>
                <a:gd name="connsiteY64" fmla="*/ 17145 h 101441"/>
                <a:gd name="connsiteX65" fmla="*/ 82868 w 227647"/>
                <a:gd name="connsiteY65" fmla="*/ 14288 h 101441"/>
                <a:gd name="connsiteX66" fmla="*/ 78105 w 227647"/>
                <a:gd name="connsiteY66" fmla="*/ 13811 h 101441"/>
                <a:gd name="connsiteX67" fmla="*/ 72866 w 227647"/>
                <a:gd name="connsiteY67" fmla="*/ 14764 h 101441"/>
                <a:gd name="connsiteX68" fmla="*/ 71438 w 227647"/>
                <a:gd name="connsiteY68" fmla="*/ 15240 h 101441"/>
                <a:gd name="connsiteX69" fmla="*/ 70485 w 227647"/>
                <a:gd name="connsiteY69" fmla="*/ 15716 h 101441"/>
                <a:gd name="connsiteX70" fmla="*/ 54293 w 227647"/>
                <a:gd name="connsiteY70" fmla="*/ 14288 h 101441"/>
                <a:gd name="connsiteX71" fmla="*/ 50006 w 227647"/>
                <a:gd name="connsiteY71" fmla="*/ 11906 h 101441"/>
                <a:gd name="connsiteX72" fmla="*/ 46673 w 227647"/>
                <a:gd name="connsiteY72" fmla="*/ 9525 h 101441"/>
                <a:gd name="connsiteX73" fmla="*/ 37148 w 227647"/>
                <a:gd name="connsiteY73" fmla="*/ 8096 h 101441"/>
                <a:gd name="connsiteX74" fmla="*/ 32385 w 227647"/>
                <a:gd name="connsiteY74" fmla="*/ 6191 h 101441"/>
                <a:gd name="connsiteX75" fmla="*/ 27623 w 227647"/>
                <a:gd name="connsiteY75" fmla="*/ 3810 h 101441"/>
                <a:gd name="connsiteX76" fmla="*/ 22384 w 227647"/>
                <a:gd name="connsiteY76" fmla="*/ 1429 h 101441"/>
                <a:gd name="connsiteX77" fmla="*/ 18098 w 227647"/>
                <a:gd name="connsiteY77" fmla="*/ 2381 h 101441"/>
                <a:gd name="connsiteX78" fmla="*/ 12382 w 227647"/>
                <a:gd name="connsiteY78" fmla="*/ 952 h 101441"/>
                <a:gd name="connsiteX79" fmla="*/ 5715 w 227647"/>
                <a:gd name="connsiteY79" fmla="*/ 0 h 101441"/>
                <a:gd name="connsiteX80" fmla="*/ 3334 w 227647"/>
                <a:gd name="connsiteY80" fmla="*/ 476 h 101441"/>
                <a:gd name="connsiteX81" fmla="*/ 1429 w 227647"/>
                <a:gd name="connsiteY81" fmla="*/ 3334 h 101441"/>
                <a:gd name="connsiteX82" fmla="*/ 0 w 227647"/>
                <a:gd name="connsiteY82" fmla="*/ 6191 h 101441"/>
                <a:gd name="connsiteX83" fmla="*/ 7144 w 227647"/>
                <a:gd name="connsiteY83" fmla="*/ 10477 h 101441"/>
                <a:gd name="connsiteX84" fmla="*/ 16193 w 227647"/>
                <a:gd name="connsiteY84" fmla="*/ 17145 h 101441"/>
                <a:gd name="connsiteX85" fmla="*/ 18574 w 227647"/>
                <a:gd name="connsiteY85" fmla="*/ 18574 h 101441"/>
                <a:gd name="connsiteX86" fmla="*/ 29051 w 227647"/>
                <a:gd name="connsiteY86" fmla="*/ 20955 h 101441"/>
                <a:gd name="connsiteX87" fmla="*/ 36672 w 227647"/>
                <a:gd name="connsiteY87" fmla="*/ 26194 h 101441"/>
                <a:gd name="connsiteX88" fmla="*/ 39053 w 227647"/>
                <a:gd name="connsiteY88" fmla="*/ 30480 h 101441"/>
                <a:gd name="connsiteX89" fmla="*/ 49054 w 227647"/>
                <a:gd name="connsiteY89" fmla="*/ 33814 h 101441"/>
                <a:gd name="connsiteX90" fmla="*/ 50959 w 227647"/>
                <a:gd name="connsiteY90" fmla="*/ 37147 h 101441"/>
                <a:gd name="connsiteX91" fmla="*/ 54293 w 227647"/>
                <a:gd name="connsiteY91" fmla="*/ 47625 h 101441"/>
                <a:gd name="connsiteX92" fmla="*/ 57150 w 227647"/>
                <a:gd name="connsiteY92" fmla="*/ 58102 h 101441"/>
                <a:gd name="connsiteX93" fmla="*/ 60484 w 227647"/>
                <a:gd name="connsiteY93" fmla="*/ 65246 h 101441"/>
                <a:gd name="connsiteX94" fmla="*/ 60484 w 227647"/>
                <a:gd name="connsiteY94" fmla="*/ 68580 h 101441"/>
                <a:gd name="connsiteX95" fmla="*/ 60484 w 227647"/>
                <a:gd name="connsiteY95" fmla="*/ 71438 h 101441"/>
                <a:gd name="connsiteX96" fmla="*/ 58579 w 227647"/>
                <a:gd name="connsiteY96" fmla="*/ 75724 h 101441"/>
                <a:gd name="connsiteX97" fmla="*/ 51911 w 227647"/>
                <a:gd name="connsiteY97" fmla="*/ 83344 h 101441"/>
                <a:gd name="connsiteX98" fmla="*/ 54293 w 227647"/>
                <a:gd name="connsiteY98" fmla="*/ 84296 h 101441"/>
                <a:gd name="connsiteX99" fmla="*/ 58579 w 227647"/>
                <a:gd name="connsiteY99" fmla="*/ 85249 h 101441"/>
                <a:gd name="connsiteX100" fmla="*/ 60960 w 227647"/>
                <a:gd name="connsiteY100" fmla="*/ 86677 h 101441"/>
                <a:gd name="connsiteX101" fmla="*/ 62389 w 227647"/>
                <a:gd name="connsiteY101" fmla="*/ 86677 h 101441"/>
                <a:gd name="connsiteX102" fmla="*/ 66199 w 227647"/>
                <a:gd name="connsiteY102" fmla="*/ 84296 h 101441"/>
                <a:gd name="connsiteX103" fmla="*/ 71438 w 227647"/>
                <a:gd name="connsiteY103" fmla="*/ 84296 h 101441"/>
                <a:gd name="connsiteX104" fmla="*/ 75724 w 227647"/>
                <a:gd name="connsiteY104" fmla="*/ 84772 h 101441"/>
                <a:gd name="connsiteX105" fmla="*/ 78105 w 227647"/>
                <a:gd name="connsiteY105" fmla="*/ 85249 h 101441"/>
                <a:gd name="connsiteX106" fmla="*/ 80963 w 227647"/>
                <a:gd name="connsiteY106" fmla="*/ 86201 h 101441"/>
                <a:gd name="connsiteX107" fmla="*/ 84297 w 227647"/>
                <a:gd name="connsiteY107" fmla="*/ 86677 h 101441"/>
                <a:gd name="connsiteX108" fmla="*/ 85725 w 227647"/>
                <a:gd name="connsiteY108" fmla="*/ 85249 h 101441"/>
                <a:gd name="connsiteX109" fmla="*/ 88106 w 227647"/>
                <a:gd name="connsiteY109" fmla="*/ 81915 h 101441"/>
                <a:gd name="connsiteX110" fmla="*/ 88582 w 227647"/>
                <a:gd name="connsiteY110" fmla="*/ 81439 h 101441"/>
                <a:gd name="connsiteX111" fmla="*/ 89059 w 227647"/>
                <a:gd name="connsiteY111" fmla="*/ 80963 h 101441"/>
                <a:gd name="connsiteX112" fmla="*/ 91916 w 227647"/>
                <a:gd name="connsiteY112" fmla="*/ 80486 h 101441"/>
                <a:gd name="connsiteX113" fmla="*/ 94298 w 227647"/>
                <a:gd name="connsiteY113" fmla="*/ 80963 h 101441"/>
                <a:gd name="connsiteX114" fmla="*/ 95250 w 227647"/>
                <a:gd name="connsiteY114" fmla="*/ 81439 h 101441"/>
                <a:gd name="connsiteX115" fmla="*/ 96679 w 227647"/>
                <a:gd name="connsiteY115" fmla="*/ 84296 h 101441"/>
                <a:gd name="connsiteX116" fmla="*/ 99536 w 227647"/>
                <a:gd name="connsiteY116" fmla="*/ 85725 h 101441"/>
                <a:gd name="connsiteX117" fmla="*/ 104775 w 227647"/>
                <a:gd name="connsiteY117" fmla="*/ 90011 h 101441"/>
                <a:gd name="connsiteX118" fmla="*/ 107632 w 227647"/>
                <a:gd name="connsiteY118" fmla="*/ 91916 h 101441"/>
                <a:gd name="connsiteX119" fmla="*/ 108585 w 227647"/>
                <a:gd name="connsiteY119" fmla="*/ 92869 h 101441"/>
                <a:gd name="connsiteX120" fmla="*/ 107632 w 227647"/>
                <a:gd name="connsiteY120" fmla="*/ 93821 h 101441"/>
                <a:gd name="connsiteX121" fmla="*/ 107632 w 227647"/>
                <a:gd name="connsiteY121" fmla="*/ 94774 h 101441"/>
                <a:gd name="connsiteX122" fmla="*/ 109538 w 227647"/>
                <a:gd name="connsiteY122" fmla="*/ 96202 h 101441"/>
                <a:gd name="connsiteX123" fmla="*/ 111919 w 227647"/>
                <a:gd name="connsiteY123" fmla="*/ 96679 h 101441"/>
                <a:gd name="connsiteX124" fmla="*/ 114776 w 227647"/>
                <a:gd name="connsiteY124" fmla="*/ 96679 h 101441"/>
                <a:gd name="connsiteX125" fmla="*/ 116205 w 227647"/>
                <a:gd name="connsiteY125" fmla="*/ 97155 h 101441"/>
                <a:gd name="connsiteX126" fmla="*/ 117157 w 227647"/>
                <a:gd name="connsiteY126" fmla="*/ 98107 h 101441"/>
                <a:gd name="connsiteX127" fmla="*/ 117634 w 227647"/>
                <a:gd name="connsiteY127" fmla="*/ 99060 h 101441"/>
                <a:gd name="connsiteX128" fmla="*/ 117634 w 227647"/>
                <a:gd name="connsiteY128" fmla="*/ 100013 h 101441"/>
                <a:gd name="connsiteX129" fmla="*/ 119539 w 227647"/>
                <a:gd name="connsiteY129" fmla="*/ 99536 h 101441"/>
                <a:gd name="connsiteX130" fmla="*/ 124778 w 227647"/>
                <a:gd name="connsiteY130" fmla="*/ 99536 h 101441"/>
                <a:gd name="connsiteX131" fmla="*/ 129540 w 227647"/>
                <a:gd name="connsiteY131" fmla="*/ 99060 h 101441"/>
                <a:gd name="connsiteX132" fmla="*/ 133350 w 227647"/>
                <a:gd name="connsiteY132" fmla="*/ 97631 h 101441"/>
                <a:gd name="connsiteX133" fmla="*/ 139065 w 227647"/>
                <a:gd name="connsiteY133" fmla="*/ 97155 h 101441"/>
                <a:gd name="connsiteX134" fmla="*/ 141447 w 227647"/>
                <a:gd name="connsiteY134" fmla="*/ 96202 h 101441"/>
                <a:gd name="connsiteX135" fmla="*/ 144304 w 227647"/>
                <a:gd name="connsiteY135" fmla="*/ 95726 h 101441"/>
                <a:gd name="connsiteX136" fmla="*/ 152876 w 227647"/>
                <a:gd name="connsiteY136" fmla="*/ 96679 h 101441"/>
                <a:gd name="connsiteX137" fmla="*/ 155734 w 227647"/>
                <a:gd name="connsiteY137" fmla="*/ 95726 h 101441"/>
                <a:gd name="connsiteX138" fmla="*/ 165259 w 227647"/>
                <a:gd name="connsiteY138" fmla="*/ 95726 h 101441"/>
                <a:gd name="connsiteX139" fmla="*/ 165259 w 227647"/>
                <a:gd name="connsiteY139" fmla="*/ 95250 h 101441"/>
                <a:gd name="connsiteX140" fmla="*/ 164306 w 227647"/>
                <a:gd name="connsiteY140" fmla="*/ 94297 h 101441"/>
                <a:gd name="connsiteX141" fmla="*/ 164306 w 227647"/>
                <a:gd name="connsiteY141" fmla="*/ 93821 h 101441"/>
                <a:gd name="connsiteX142" fmla="*/ 170022 w 227647"/>
                <a:gd name="connsiteY142" fmla="*/ 92869 h 101441"/>
                <a:gd name="connsiteX143" fmla="*/ 170498 w 227647"/>
                <a:gd name="connsiteY143" fmla="*/ 92392 h 101441"/>
                <a:gd name="connsiteX144" fmla="*/ 178118 w 227647"/>
                <a:gd name="connsiteY144" fmla="*/ 87154 h 101441"/>
                <a:gd name="connsiteX145" fmla="*/ 180023 w 227647"/>
                <a:gd name="connsiteY145" fmla="*/ 86201 h 101441"/>
                <a:gd name="connsiteX146" fmla="*/ 184785 w 227647"/>
                <a:gd name="connsiteY146" fmla="*/ 87154 h 101441"/>
                <a:gd name="connsiteX147" fmla="*/ 194786 w 227647"/>
                <a:gd name="connsiteY147" fmla="*/ 90488 h 101441"/>
                <a:gd name="connsiteX148" fmla="*/ 194310 w 227647"/>
                <a:gd name="connsiteY148" fmla="*/ 92869 h 101441"/>
                <a:gd name="connsiteX149" fmla="*/ 195263 w 227647"/>
                <a:gd name="connsiteY149" fmla="*/ 93821 h 101441"/>
                <a:gd name="connsiteX150" fmla="*/ 197644 w 227647"/>
                <a:gd name="connsiteY150" fmla="*/ 95250 h 101441"/>
                <a:gd name="connsiteX151" fmla="*/ 201930 w 227647"/>
                <a:gd name="connsiteY151" fmla="*/ 96679 h 101441"/>
                <a:gd name="connsiteX152" fmla="*/ 205740 w 227647"/>
                <a:gd name="connsiteY152" fmla="*/ 97631 h 101441"/>
                <a:gd name="connsiteX153" fmla="*/ 207645 w 227647"/>
                <a:gd name="connsiteY153" fmla="*/ 96679 h 101441"/>
                <a:gd name="connsiteX154" fmla="*/ 210503 w 227647"/>
                <a:gd name="connsiteY154" fmla="*/ 96202 h 101441"/>
                <a:gd name="connsiteX155" fmla="*/ 214313 w 227647"/>
                <a:gd name="connsiteY155" fmla="*/ 98107 h 101441"/>
                <a:gd name="connsiteX156" fmla="*/ 217647 w 227647"/>
                <a:gd name="connsiteY156" fmla="*/ 100489 h 101441"/>
                <a:gd name="connsiteX157" fmla="*/ 219551 w 227647"/>
                <a:gd name="connsiteY157" fmla="*/ 100965 h 101441"/>
                <a:gd name="connsiteX158" fmla="*/ 220028 w 227647"/>
                <a:gd name="connsiteY158" fmla="*/ 101441 h 101441"/>
                <a:gd name="connsiteX159" fmla="*/ 222885 w 227647"/>
                <a:gd name="connsiteY159" fmla="*/ 100489 h 101441"/>
                <a:gd name="connsiteX160" fmla="*/ 225743 w 227647"/>
                <a:gd name="connsiteY160" fmla="*/ 97631 h 101441"/>
                <a:gd name="connsiteX161" fmla="*/ 227172 w 227647"/>
                <a:gd name="connsiteY161" fmla="*/ 94297 h 101441"/>
                <a:gd name="connsiteX162" fmla="*/ 227648 w 227647"/>
                <a:gd name="connsiteY162" fmla="*/ 92869 h 10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27647" h="101441">
                  <a:moveTo>
                    <a:pt x="225743" y="90488"/>
                  </a:moveTo>
                  <a:lnTo>
                    <a:pt x="221932" y="88106"/>
                  </a:lnTo>
                  <a:lnTo>
                    <a:pt x="217647" y="85725"/>
                  </a:lnTo>
                  <a:lnTo>
                    <a:pt x="215265" y="83820"/>
                  </a:lnTo>
                  <a:lnTo>
                    <a:pt x="213360" y="80010"/>
                  </a:lnTo>
                  <a:lnTo>
                    <a:pt x="211455" y="79534"/>
                  </a:lnTo>
                  <a:lnTo>
                    <a:pt x="210979" y="79057"/>
                  </a:lnTo>
                  <a:lnTo>
                    <a:pt x="210979" y="77629"/>
                  </a:lnTo>
                  <a:lnTo>
                    <a:pt x="210979" y="76200"/>
                  </a:lnTo>
                  <a:lnTo>
                    <a:pt x="211455" y="74771"/>
                  </a:lnTo>
                  <a:lnTo>
                    <a:pt x="213360" y="73819"/>
                  </a:lnTo>
                  <a:lnTo>
                    <a:pt x="214789" y="73819"/>
                  </a:lnTo>
                  <a:lnTo>
                    <a:pt x="216694" y="72390"/>
                  </a:lnTo>
                  <a:lnTo>
                    <a:pt x="218599" y="70009"/>
                  </a:lnTo>
                  <a:lnTo>
                    <a:pt x="219075" y="68580"/>
                  </a:lnTo>
                  <a:lnTo>
                    <a:pt x="218599" y="67627"/>
                  </a:lnTo>
                  <a:lnTo>
                    <a:pt x="213836" y="65722"/>
                  </a:lnTo>
                  <a:lnTo>
                    <a:pt x="211931" y="64294"/>
                  </a:lnTo>
                  <a:lnTo>
                    <a:pt x="210026" y="64294"/>
                  </a:lnTo>
                  <a:lnTo>
                    <a:pt x="206216" y="63817"/>
                  </a:lnTo>
                  <a:lnTo>
                    <a:pt x="202882" y="62389"/>
                  </a:lnTo>
                  <a:lnTo>
                    <a:pt x="201454" y="60960"/>
                  </a:lnTo>
                  <a:lnTo>
                    <a:pt x="199549" y="59531"/>
                  </a:lnTo>
                  <a:lnTo>
                    <a:pt x="195263" y="57626"/>
                  </a:lnTo>
                  <a:lnTo>
                    <a:pt x="192405" y="55721"/>
                  </a:lnTo>
                  <a:lnTo>
                    <a:pt x="192405" y="54292"/>
                  </a:lnTo>
                  <a:lnTo>
                    <a:pt x="193834" y="49530"/>
                  </a:lnTo>
                  <a:lnTo>
                    <a:pt x="195263" y="44767"/>
                  </a:lnTo>
                  <a:lnTo>
                    <a:pt x="194786" y="43815"/>
                  </a:lnTo>
                  <a:lnTo>
                    <a:pt x="192881" y="42863"/>
                  </a:lnTo>
                  <a:lnTo>
                    <a:pt x="190024" y="42386"/>
                  </a:lnTo>
                  <a:lnTo>
                    <a:pt x="182404" y="42386"/>
                  </a:lnTo>
                  <a:lnTo>
                    <a:pt x="177641" y="37624"/>
                  </a:lnTo>
                  <a:lnTo>
                    <a:pt x="176213" y="36671"/>
                  </a:lnTo>
                  <a:lnTo>
                    <a:pt x="172879" y="35719"/>
                  </a:lnTo>
                  <a:lnTo>
                    <a:pt x="168593" y="34290"/>
                  </a:lnTo>
                  <a:lnTo>
                    <a:pt x="166211" y="33338"/>
                  </a:lnTo>
                  <a:lnTo>
                    <a:pt x="165735" y="33814"/>
                  </a:lnTo>
                  <a:lnTo>
                    <a:pt x="162878" y="39052"/>
                  </a:lnTo>
                  <a:lnTo>
                    <a:pt x="160020" y="35242"/>
                  </a:lnTo>
                  <a:lnTo>
                    <a:pt x="158591" y="34290"/>
                  </a:lnTo>
                  <a:lnTo>
                    <a:pt x="156210" y="33814"/>
                  </a:lnTo>
                  <a:lnTo>
                    <a:pt x="153829" y="33814"/>
                  </a:lnTo>
                  <a:lnTo>
                    <a:pt x="147638" y="35242"/>
                  </a:lnTo>
                  <a:lnTo>
                    <a:pt x="143351" y="37624"/>
                  </a:lnTo>
                  <a:lnTo>
                    <a:pt x="140018" y="39052"/>
                  </a:lnTo>
                  <a:lnTo>
                    <a:pt x="136684" y="40005"/>
                  </a:lnTo>
                  <a:lnTo>
                    <a:pt x="135255" y="40957"/>
                  </a:lnTo>
                  <a:lnTo>
                    <a:pt x="130493" y="40957"/>
                  </a:lnTo>
                  <a:lnTo>
                    <a:pt x="128588" y="40005"/>
                  </a:lnTo>
                  <a:lnTo>
                    <a:pt x="127635" y="39052"/>
                  </a:lnTo>
                  <a:lnTo>
                    <a:pt x="128111" y="37147"/>
                  </a:lnTo>
                  <a:lnTo>
                    <a:pt x="129540" y="35242"/>
                  </a:lnTo>
                  <a:lnTo>
                    <a:pt x="129540" y="34290"/>
                  </a:lnTo>
                  <a:lnTo>
                    <a:pt x="129064" y="33814"/>
                  </a:lnTo>
                  <a:lnTo>
                    <a:pt x="123825" y="30956"/>
                  </a:lnTo>
                  <a:lnTo>
                    <a:pt x="121444" y="29527"/>
                  </a:lnTo>
                  <a:lnTo>
                    <a:pt x="114300" y="27622"/>
                  </a:lnTo>
                  <a:lnTo>
                    <a:pt x="105728" y="23813"/>
                  </a:lnTo>
                  <a:lnTo>
                    <a:pt x="102394" y="21431"/>
                  </a:lnTo>
                  <a:lnTo>
                    <a:pt x="102394" y="19526"/>
                  </a:lnTo>
                  <a:lnTo>
                    <a:pt x="99060" y="18097"/>
                  </a:lnTo>
                  <a:lnTo>
                    <a:pt x="94298" y="16192"/>
                  </a:lnTo>
                  <a:lnTo>
                    <a:pt x="90964" y="16669"/>
                  </a:lnTo>
                  <a:lnTo>
                    <a:pt x="87630" y="17145"/>
                  </a:lnTo>
                  <a:lnTo>
                    <a:pt x="82868" y="14288"/>
                  </a:lnTo>
                  <a:lnTo>
                    <a:pt x="78105" y="13811"/>
                  </a:lnTo>
                  <a:lnTo>
                    <a:pt x="72866" y="14764"/>
                  </a:lnTo>
                  <a:lnTo>
                    <a:pt x="71438" y="15240"/>
                  </a:lnTo>
                  <a:lnTo>
                    <a:pt x="70485" y="15716"/>
                  </a:lnTo>
                  <a:lnTo>
                    <a:pt x="54293" y="14288"/>
                  </a:lnTo>
                  <a:lnTo>
                    <a:pt x="50006" y="11906"/>
                  </a:lnTo>
                  <a:lnTo>
                    <a:pt x="46673" y="9525"/>
                  </a:lnTo>
                  <a:lnTo>
                    <a:pt x="37148" y="8096"/>
                  </a:lnTo>
                  <a:lnTo>
                    <a:pt x="32385" y="6191"/>
                  </a:lnTo>
                  <a:lnTo>
                    <a:pt x="27623" y="3810"/>
                  </a:lnTo>
                  <a:lnTo>
                    <a:pt x="22384" y="1429"/>
                  </a:lnTo>
                  <a:lnTo>
                    <a:pt x="18098" y="2381"/>
                  </a:lnTo>
                  <a:lnTo>
                    <a:pt x="12382" y="952"/>
                  </a:lnTo>
                  <a:lnTo>
                    <a:pt x="5715" y="0"/>
                  </a:lnTo>
                  <a:lnTo>
                    <a:pt x="3334" y="476"/>
                  </a:lnTo>
                  <a:lnTo>
                    <a:pt x="1429" y="3334"/>
                  </a:lnTo>
                  <a:lnTo>
                    <a:pt x="0" y="6191"/>
                  </a:lnTo>
                  <a:lnTo>
                    <a:pt x="7144" y="10477"/>
                  </a:lnTo>
                  <a:lnTo>
                    <a:pt x="16193" y="17145"/>
                  </a:lnTo>
                  <a:lnTo>
                    <a:pt x="18574" y="18574"/>
                  </a:lnTo>
                  <a:lnTo>
                    <a:pt x="29051" y="20955"/>
                  </a:lnTo>
                  <a:lnTo>
                    <a:pt x="36672" y="26194"/>
                  </a:lnTo>
                  <a:lnTo>
                    <a:pt x="39053" y="30480"/>
                  </a:lnTo>
                  <a:lnTo>
                    <a:pt x="49054" y="33814"/>
                  </a:lnTo>
                  <a:lnTo>
                    <a:pt x="50959" y="37147"/>
                  </a:lnTo>
                  <a:lnTo>
                    <a:pt x="54293" y="47625"/>
                  </a:lnTo>
                  <a:lnTo>
                    <a:pt x="57150" y="58102"/>
                  </a:lnTo>
                  <a:lnTo>
                    <a:pt x="60484" y="65246"/>
                  </a:lnTo>
                  <a:lnTo>
                    <a:pt x="60484" y="68580"/>
                  </a:lnTo>
                  <a:lnTo>
                    <a:pt x="60484" y="71438"/>
                  </a:lnTo>
                  <a:lnTo>
                    <a:pt x="58579" y="75724"/>
                  </a:lnTo>
                  <a:lnTo>
                    <a:pt x="51911" y="83344"/>
                  </a:lnTo>
                  <a:lnTo>
                    <a:pt x="54293" y="84296"/>
                  </a:lnTo>
                  <a:lnTo>
                    <a:pt x="58579" y="85249"/>
                  </a:lnTo>
                  <a:lnTo>
                    <a:pt x="60960" y="86677"/>
                  </a:lnTo>
                  <a:lnTo>
                    <a:pt x="62389" y="86677"/>
                  </a:lnTo>
                  <a:lnTo>
                    <a:pt x="66199" y="84296"/>
                  </a:lnTo>
                  <a:lnTo>
                    <a:pt x="71438" y="84296"/>
                  </a:lnTo>
                  <a:lnTo>
                    <a:pt x="75724" y="84772"/>
                  </a:lnTo>
                  <a:lnTo>
                    <a:pt x="78105" y="85249"/>
                  </a:lnTo>
                  <a:lnTo>
                    <a:pt x="80963" y="86201"/>
                  </a:lnTo>
                  <a:lnTo>
                    <a:pt x="84297" y="86677"/>
                  </a:lnTo>
                  <a:lnTo>
                    <a:pt x="85725" y="85249"/>
                  </a:lnTo>
                  <a:lnTo>
                    <a:pt x="88106" y="81915"/>
                  </a:lnTo>
                  <a:lnTo>
                    <a:pt x="88582" y="81439"/>
                  </a:lnTo>
                  <a:lnTo>
                    <a:pt x="89059" y="80963"/>
                  </a:lnTo>
                  <a:lnTo>
                    <a:pt x="91916" y="80486"/>
                  </a:lnTo>
                  <a:lnTo>
                    <a:pt x="94298" y="80963"/>
                  </a:lnTo>
                  <a:lnTo>
                    <a:pt x="95250" y="81439"/>
                  </a:lnTo>
                  <a:lnTo>
                    <a:pt x="96679" y="84296"/>
                  </a:lnTo>
                  <a:lnTo>
                    <a:pt x="99536" y="85725"/>
                  </a:lnTo>
                  <a:lnTo>
                    <a:pt x="104775" y="90011"/>
                  </a:lnTo>
                  <a:lnTo>
                    <a:pt x="107632" y="91916"/>
                  </a:lnTo>
                  <a:lnTo>
                    <a:pt x="108585" y="92869"/>
                  </a:lnTo>
                  <a:lnTo>
                    <a:pt x="107632" y="93821"/>
                  </a:lnTo>
                  <a:lnTo>
                    <a:pt x="107632" y="94774"/>
                  </a:lnTo>
                  <a:lnTo>
                    <a:pt x="109538" y="96202"/>
                  </a:lnTo>
                  <a:lnTo>
                    <a:pt x="111919" y="96679"/>
                  </a:lnTo>
                  <a:lnTo>
                    <a:pt x="114776" y="96679"/>
                  </a:lnTo>
                  <a:lnTo>
                    <a:pt x="116205" y="97155"/>
                  </a:lnTo>
                  <a:lnTo>
                    <a:pt x="117157" y="98107"/>
                  </a:lnTo>
                  <a:lnTo>
                    <a:pt x="117634" y="99060"/>
                  </a:lnTo>
                  <a:lnTo>
                    <a:pt x="117634" y="100013"/>
                  </a:lnTo>
                  <a:lnTo>
                    <a:pt x="119539" y="99536"/>
                  </a:lnTo>
                  <a:lnTo>
                    <a:pt x="124778" y="99536"/>
                  </a:lnTo>
                  <a:lnTo>
                    <a:pt x="129540" y="99060"/>
                  </a:lnTo>
                  <a:lnTo>
                    <a:pt x="133350" y="97631"/>
                  </a:lnTo>
                  <a:lnTo>
                    <a:pt x="139065" y="97155"/>
                  </a:lnTo>
                  <a:lnTo>
                    <a:pt x="141447" y="96202"/>
                  </a:lnTo>
                  <a:lnTo>
                    <a:pt x="144304" y="95726"/>
                  </a:lnTo>
                  <a:lnTo>
                    <a:pt x="152876" y="96679"/>
                  </a:lnTo>
                  <a:lnTo>
                    <a:pt x="155734" y="95726"/>
                  </a:lnTo>
                  <a:lnTo>
                    <a:pt x="165259" y="95726"/>
                  </a:lnTo>
                  <a:lnTo>
                    <a:pt x="165259" y="95250"/>
                  </a:lnTo>
                  <a:lnTo>
                    <a:pt x="164306" y="94297"/>
                  </a:lnTo>
                  <a:lnTo>
                    <a:pt x="164306" y="93821"/>
                  </a:lnTo>
                  <a:lnTo>
                    <a:pt x="170022" y="92869"/>
                  </a:lnTo>
                  <a:lnTo>
                    <a:pt x="170498" y="92392"/>
                  </a:lnTo>
                  <a:lnTo>
                    <a:pt x="178118" y="87154"/>
                  </a:lnTo>
                  <a:lnTo>
                    <a:pt x="180023" y="86201"/>
                  </a:lnTo>
                  <a:lnTo>
                    <a:pt x="184785" y="87154"/>
                  </a:lnTo>
                  <a:lnTo>
                    <a:pt x="194786" y="90488"/>
                  </a:lnTo>
                  <a:lnTo>
                    <a:pt x="194310" y="92869"/>
                  </a:lnTo>
                  <a:lnTo>
                    <a:pt x="195263" y="93821"/>
                  </a:lnTo>
                  <a:lnTo>
                    <a:pt x="197644" y="95250"/>
                  </a:lnTo>
                  <a:lnTo>
                    <a:pt x="201930" y="96679"/>
                  </a:lnTo>
                  <a:lnTo>
                    <a:pt x="205740" y="97631"/>
                  </a:lnTo>
                  <a:lnTo>
                    <a:pt x="207645" y="96679"/>
                  </a:lnTo>
                  <a:lnTo>
                    <a:pt x="210503" y="96202"/>
                  </a:lnTo>
                  <a:lnTo>
                    <a:pt x="214313" y="98107"/>
                  </a:lnTo>
                  <a:lnTo>
                    <a:pt x="217647" y="100489"/>
                  </a:lnTo>
                  <a:lnTo>
                    <a:pt x="219551" y="100965"/>
                  </a:lnTo>
                  <a:lnTo>
                    <a:pt x="220028" y="101441"/>
                  </a:lnTo>
                  <a:lnTo>
                    <a:pt x="222885" y="100489"/>
                  </a:lnTo>
                  <a:lnTo>
                    <a:pt x="225743" y="97631"/>
                  </a:lnTo>
                  <a:lnTo>
                    <a:pt x="227172" y="94297"/>
                  </a:lnTo>
                  <a:lnTo>
                    <a:pt x="227648" y="92869"/>
                  </a:lnTo>
                  <a:close/>
                </a:path>
              </a:pathLst>
            </a:custGeom>
            <a:grpFill/>
            <a:ln w="317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3C28E035-B141-42E3-A177-9667A2CD7CA1}"/>
                </a:ext>
              </a:extLst>
            </p:cNvPr>
            <p:cNvSpPr/>
            <p:nvPr/>
          </p:nvSpPr>
          <p:spPr>
            <a:xfrm>
              <a:off x="3617594" y="3886199"/>
              <a:ext cx="6191" cy="7619"/>
            </a:xfrm>
            <a:custGeom>
              <a:avLst/>
              <a:gdLst>
                <a:gd name="connsiteX0" fmla="*/ 4286 w 6191"/>
                <a:gd name="connsiteY0" fmla="*/ 0 h 7619"/>
                <a:gd name="connsiteX1" fmla="*/ 2381 w 6191"/>
                <a:gd name="connsiteY1" fmla="*/ 1905 h 7619"/>
                <a:gd name="connsiteX2" fmla="*/ 953 w 6191"/>
                <a:gd name="connsiteY2" fmla="*/ 4286 h 7619"/>
                <a:gd name="connsiteX3" fmla="*/ 953 w 6191"/>
                <a:gd name="connsiteY3" fmla="*/ 6668 h 7619"/>
                <a:gd name="connsiteX4" fmla="*/ 0 w 6191"/>
                <a:gd name="connsiteY4" fmla="*/ 7620 h 7619"/>
                <a:gd name="connsiteX5" fmla="*/ 2381 w 6191"/>
                <a:gd name="connsiteY5" fmla="*/ 7620 h 7619"/>
                <a:gd name="connsiteX6" fmla="*/ 5239 w 6191"/>
                <a:gd name="connsiteY6" fmla="*/ 6191 h 7619"/>
                <a:gd name="connsiteX7" fmla="*/ 6191 w 6191"/>
                <a:gd name="connsiteY7" fmla="*/ 476 h 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 h="7619">
                  <a:moveTo>
                    <a:pt x="4286" y="0"/>
                  </a:moveTo>
                  <a:lnTo>
                    <a:pt x="2381" y="1905"/>
                  </a:lnTo>
                  <a:lnTo>
                    <a:pt x="953" y="4286"/>
                  </a:lnTo>
                  <a:lnTo>
                    <a:pt x="953" y="6668"/>
                  </a:lnTo>
                  <a:lnTo>
                    <a:pt x="0" y="7620"/>
                  </a:lnTo>
                  <a:lnTo>
                    <a:pt x="2381" y="7620"/>
                  </a:lnTo>
                  <a:lnTo>
                    <a:pt x="5239" y="6191"/>
                  </a:lnTo>
                  <a:lnTo>
                    <a:pt x="6191" y="476"/>
                  </a:lnTo>
                  <a:close/>
                </a:path>
              </a:pathLst>
            </a:custGeom>
            <a:grpFill/>
            <a:ln w="317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E28CB2B3-AE81-4D4C-9868-A1E3C8EF3D11}"/>
                </a:ext>
              </a:extLst>
            </p:cNvPr>
            <p:cNvSpPr/>
            <p:nvPr/>
          </p:nvSpPr>
          <p:spPr>
            <a:xfrm>
              <a:off x="6015513" y="4221479"/>
              <a:ext cx="196691" cy="209073"/>
            </a:xfrm>
            <a:custGeom>
              <a:avLst/>
              <a:gdLst>
                <a:gd name="connsiteX0" fmla="*/ 194786 w 196691"/>
                <a:gd name="connsiteY0" fmla="*/ 114300 h 209073"/>
                <a:gd name="connsiteX1" fmla="*/ 194310 w 196691"/>
                <a:gd name="connsiteY1" fmla="*/ 110014 h 209073"/>
                <a:gd name="connsiteX2" fmla="*/ 195739 w 196691"/>
                <a:gd name="connsiteY2" fmla="*/ 104299 h 209073"/>
                <a:gd name="connsiteX3" fmla="*/ 196691 w 196691"/>
                <a:gd name="connsiteY3" fmla="*/ 98107 h 209073"/>
                <a:gd name="connsiteX4" fmla="*/ 196691 w 196691"/>
                <a:gd name="connsiteY4" fmla="*/ 96679 h 209073"/>
                <a:gd name="connsiteX5" fmla="*/ 194786 w 196691"/>
                <a:gd name="connsiteY5" fmla="*/ 94774 h 209073"/>
                <a:gd name="connsiteX6" fmla="*/ 192881 w 196691"/>
                <a:gd name="connsiteY6" fmla="*/ 93345 h 209073"/>
                <a:gd name="connsiteX7" fmla="*/ 187643 w 196691"/>
                <a:gd name="connsiteY7" fmla="*/ 91916 h 209073"/>
                <a:gd name="connsiteX8" fmla="*/ 185261 w 196691"/>
                <a:gd name="connsiteY8" fmla="*/ 89535 h 209073"/>
                <a:gd name="connsiteX9" fmla="*/ 183832 w 196691"/>
                <a:gd name="connsiteY9" fmla="*/ 87154 h 209073"/>
                <a:gd name="connsiteX10" fmla="*/ 182880 w 196691"/>
                <a:gd name="connsiteY10" fmla="*/ 86677 h 209073"/>
                <a:gd name="connsiteX11" fmla="*/ 176689 w 196691"/>
                <a:gd name="connsiteY11" fmla="*/ 85725 h 209073"/>
                <a:gd name="connsiteX12" fmla="*/ 175736 w 196691"/>
                <a:gd name="connsiteY12" fmla="*/ 84296 h 209073"/>
                <a:gd name="connsiteX13" fmla="*/ 176213 w 196691"/>
                <a:gd name="connsiteY13" fmla="*/ 80486 h 209073"/>
                <a:gd name="connsiteX14" fmla="*/ 176689 w 196691"/>
                <a:gd name="connsiteY14" fmla="*/ 74771 h 209073"/>
                <a:gd name="connsiteX15" fmla="*/ 176689 w 196691"/>
                <a:gd name="connsiteY15" fmla="*/ 70961 h 209073"/>
                <a:gd name="connsiteX16" fmla="*/ 177641 w 196691"/>
                <a:gd name="connsiteY16" fmla="*/ 67627 h 209073"/>
                <a:gd name="connsiteX17" fmla="*/ 178594 w 196691"/>
                <a:gd name="connsiteY17" fmla="*/ 65722 h 209073"/>
                <a:gd name="connsiteX18" fmla="*/ 181451 w 196691"/>
                <a:gd name="connsiteY18" fmla="*/ 62865 h 209073"/>
                <a:gd name="connsiteX19" fmla="*/ 182404 w 196691"/>
                <a:gd name="connsiteY19" fmla="*/ 60007 h 209073"/>
                <a:gd name="connsiteX20" fmla="*/ 183356 w 196691"/>
                <a:gd name="connsiteY20" fmla="*/ 59531 h 209073"/>
                <a:gd name="connsiteX21" fmla="*/ 188119 w 196691"/>
                <a:gd name="connsiteY21" fmla="*/ 59055 h 209073"/>
                <a:gd name="connsiteX22" fmla="*/ 190024 w 196691"/>
                <a:gd name="connsiteY22" fmla="*/ 57626 h 209073"/>
                <a:gd name="connsiteX23" fmla="*/ 191453 w 196691"/>
                <a:gd name="connsiteY23" fmla="*/ 56674 h 209073"/>
                <a:gd name="connsiteX24" fmla="*/ 191929 w 196691"/>
                <a:gd name="connsiteY24" fmla="*/ 54769 h 209073"/>
                <a:gd name="connsiteX25" fmla="*/ 193834 w 196691"/>
                <a:gd name="connsiteY25" fmla="*/ 51911 h 209073"/>
                <a:gd name="connsiteX26" fmla="*/ 195263 w 196691"/>
                <a:gd name="connsiteY26" fmla="*/ 50006 h 209073"/>
                <a:gd name="connsiteX27" fmla="*/ 195263 w 196691"/>
                <a:gd name="connsiteY27" fmla="*/ 49054 h 209073"/>
                <a:gd name="connsiteX28" fmla="*/ 194786 w 196691"/>
                <a:gd name="connsiteY28" fmla="*/ 47149 h 209073"/>
                <a:gd name="connsiteX29" fmla="*/ 193357 w 196691"/>
                <a:gd name="connsiteY29" fmla="*/ 43815 h 209073"/>
                <a:gd name="connsiteX30" fmla="*/ 191929 w 196691"/>
                <a:gd name="connsiteY30" fmla="*/ 40957 h 209073"/>
                <a:gd name="connsiteX31" fmla="*/ 190500 w 196691"/>
                <a:gd name="connsiteY31" fmla="*/ 40005 h 209073"/>
                <a:gd name="connsiteX32" fmla="*/ 188595 w 196691"/>
                <a:gd name="connsiteY32" fmla="*/ 32861 h 209073"/>
                <a:gd name="connsiteX33" fmla="*/ 186690 w 196691"/>
                <a:gd name="connsiteY33" fmla="*/ 31432 h 209073"/>
                <a:gd name="connsiteX34" fmla="*/ 182404 w 196691"/>
                <a:gd name="connsiteY34" fmla="*/ 30480 h 209073"/>
                <a:gd name="connsiteX35" fmla="*/ 175260 w 196691"/>
                <a:gd name="connsiteY35" fmla="*/ 30004 h 209073"/>
                <a:gd name="connsiteX36" fmla="*/ 170974 w 196691"/>
                <a:gd name="connsiteY36" fmla="*/ 30956 h 209073"/>
                <a:gd name="connsiteX37" fmla="*/ 164306 w 196691"/>
                <a:gd name="connsiteY37" fmla="*/ 33338 h 209073"/>
                <a:gd name="connsiteX38" fmla="*/ 159068 w 196691"/>
                <a:gd name="connsiteY38" fmla="*/ 34766 h 209073"/>
                <a:gd name="connsiteX39" fmla="*/ 155734 w 196691"/>
                <a:gd name="connsiteY39" fmla="*/ 35719 h 209073"/>
                <a:gd name="connsiteX40" fmla="*/ 153829 w 196691"/>
                <a:gd name="connsiteY40" fmla="*/ 35719 h 209073"/>
                <a:gd name="connsiteX41" fmla="*/ 152876 w 196691"/>
                <a:gd name="connsiteY41" fmla="*/ 34290 h 209073"/>
                <a:gd name="connsiteX42" fmla="*/ 154305 w 196691"/>
                <a:gd name="connsiteY42" fmla="*/ 33814 h 209073"/>
                <a:gd name="connsiteX43" fmla="*/ 154781 w 196691"/>
                <a:gd name="connsiteY43" fmla="*/ 31432 h 209073"/>
                <a:gd name="connsiteX44" fmla="*/ 153829 w 196691"/>
                <a:gd name="connsiteY44" fmla="*/ 28575 h 209073"/>
                <a:gd name="connsiteX45" fmla="*/ 152876 w 196691"/>
                <a:gd name="connsiteY45" fmla="*/ 25717 h 209073"/>
                <a:gd name="connsiteX46" fmla="*/ 151924 w 196691"/>
                <a:gd name="connsiteY46" fmla="*/ 21907 h 209073"/>
                <a:gd name="connsiteX47" fmla="*/ 152400 w 196691"/>
                <a:gd name="connsiteY47" fmla="*/ 17145 h 209073"/>
                <a:gd name="connsiteX48" fmla="*/ 153353 w 196691"/>
                <a:gd name="connsiteY48" fmla="*/ 12859 h 209073"/>
                <a:gd name="connsiteX49" fmla="*/ 156210 w 196691"/>
                <a:gd name="connsiteY49" fmla="*/ 7144 h 209073"/>
                <a:gd name="connsiteX50" fmla="*/ 156210 w 196691"/>
                <a:gd name="connsiteY50" fmla="*/ 4763 h 209073"/>
                <a:gd name="connsiteX51" fmla="*/ 155734 w 196691"/>
                <a:gd name="connsiteY51" fmla="*/ 2857 h 209073"/>
                <a:gd name="connsiteX52" fmla="*/ 153829 w 196691"/>
                <a:gd name="connsiteY52" fmla="*/ 1429 h 209073"/>
                <a:gd name="connsiteX53" fmla="*/ 150972 w 196691"/>
                <a:gd name="connsiteY53" fmla="*/ 1429 h 209073"/>
                <a:gd name="connsiteX54" fmla="*/ 141923 w 196691"/>
                <a:gd name="connsiteY54" fmla="*/ 1905 h 209073"/>
                <a:gd name="connsiteX55" fmla="*/ 134779 w 196691"/>
                <a:gd name="connsiteY55" fmla="*/ 1429 h 209073"/>
                <a:gd name="connsiteX56" fmla="*/ 132874 w 196691"/>
                <a:gd name="connsiteY56" fmla="*/ 1429 h 209073"/>
                <a:gd name="connsiteX57" fmla="*/ 130493 w 196691"/>
                <a:gd name="connsiteY57" fmla="*/ 952 h 209073"/>
                <a:gd name="connsiteX58" fmla="*/ 124778 w 196691"/>
                <a:gd name="connsiteY58" fmla="*/ 476 h 209073"/>
                <a:gd name="connsiteX59" fmla="*/ 117634 w 196691"/>
                <a:gd name="connsiteY59" fmla="*/ 952 h 209073"/>
                <a:gd name="connsiteX60" fmla="*/ 115729 w 196691"/>
                <a:gd name="connsiteY60" fmla="*/ 476 h 209073"/>
                <a:gd name="connsiteX61" fmla="*/ 110490 w 196691"/>
                <a:gd name="connsiteY61" fmla="*/ 476 h 209073"/>
                <a:gd name="connsiteX62" fmla="*/ 97155 w 196691"/>
                <a:gd name="connsiteY62" fmla="*/ 0 h 209073"/>
                <a:gd name="connsiteX63" fmla="*/ 90011 w 196691"/>
                <a:gd name="connsiteY63" fmla="*/ 0 h 209073"/>
                <a:gd name="connsiteX64" fmla="*/ 90488 w 196691"/>
                <a:gd name="connsiteY64" fmla="*/ 1429 h 209073"/>
                <a:gd name="connsiteX65" fmla="*/ 90011 w 196691"/>
                <a:gd name="connsiteY65" fmla="*/ 2381 h 209073"/>
                <a:gd name="connsiteX66" fmla="*/ 89535 w 196691"/>
                <a:gd name="connsiteY66" fmla="*/ 4763 h 209073"/>
                <a:gd name="connsiteX67" fmla="*/ 89535 w 196691"/>
                <a:gd name="connsiteY67" fmla="*/ 12382 h 209073"/>
                <a:gd name="connsiteX68" fmla="*/ 89535 w 196691"/>
                <a:gd name="connsiteY68" fmla="*/ 19050 h 209073"/>
                <a:gd name="connsiteX69" fmla="*/ 89535 w 196691"/>
                <a:gd name="connsiteY69" fmla="*/ 26194 h 209073"/>
                <a:gd name="connsiteX70" fmla="*/ 89535 w 196691"/>
                <a:gd name="connsiteY70" fmla="*/ 33338 h 209073"/>
                <a:gd name="connsiteX71" fmla="*/ 89535 w 196691"/>
                <a:gd name="connsiteY71" fmla="*/ 40005 h 209073"/>
                <a:gd name="connsiteX72" fmla="*/ 89535 w 196691"/>
                <a:gd name="connsiteY72" fmla="*/ 43815 h 209073"/>
                <a:gd name="connsiteX73" fmla="*/ 82868 w 196691"/>
                <a:gd name="connsiteY73" fmla="*/ 43815 h 209073"/>
                <a:gd name="connsiteX74" fmla="*/ 73343 w 196691"/>
                <a:gd name="connsiteY74" fmla="*/ 43815 h 209073"/>
                <a:gd name="connsiteX75" fmla="*/ 64294 w 196691"/>
                <a:gd name="connsiteY75" fmla="*/ 43815 h 209073"/>
                <a:gd name="connsiteX76" fmla="*/ 55245 w 196691"/>
                <a:gd name="connsiteY76" fmla="*/ 43815 h 209073"/>
                <a:gd name="connsiteX77" fmla="*/ 50482 w 196691"/>
                <a:gd name="connsiteY77" fmla="*/ 43815 h 209073"/>
                <a:gd name="connsiteX78" fmla="*/ 45244 w 196691"/>
                <a:gd name="connsiteY78" fmla="*/ 43815 h 209073"/>
                <a:gd name="connsiteX79" fmla="*/ 43815 w 196691"/>
                <a:gd name="connsiteY79" fmla="*/ 43815 h 209073"/>
                <a:gd name="connsiteX80" fmla="*/ 42386 w 196691"/>
                <a:gd name="connsiteY80" fmla="*/ 44767 h 209073"/>
                <a:gd name="connsiteX81" fmla="*/ 40957 w 196691"/>
                <a:gd name="connsiteY81" fmla="*/ 45244 h 209073"/>
                <a:gd name="connsiteX82" fmla="*/ 39529 w 196691"/>
                <a:gd name="connsiteY82" fmla="*/ 44291 h 209073"/>
                <a:gd name="connsiteX83" fmla="*/ 37624 w 196691"/>
                <a:gd name="connsiteY83" fmla="*/ 43815 h 209073"/>
                <a:gd name="connsiteX84" fmla="*/ 37148 w 196691"/>
                <a:gd name="connsiteY84" fmla="*/ 42863 h 209073"/>
                <a:gd name="connsiteX85" fmla="*/ 36195 w 196691"/>
                <a:gd name="connsiteY85" fmla="*/ 41434 h 209073"/>
                <a:gd name="connsiteX86" fmla="*/ 34290 w 196691"/>
                <a:gd name="connsiteY86" fmla="*/ 40957 h 209073"/>
                <a:gd name="connsiteX87" fmla="*/ 33338 w 196691"/>
                <a:gd name="connsiteY87" fmla="*/ 41434 h 209073"/>
                <a:gd name="connsiteX88" fmla="*/ 31909 w 196691"/>
                <a:gd name="connsiteY88" fmla="*/ 42386 h 209073"/>
                <a:gd name="connsiteX89" fmla="*/ 30480 w 196691"/>
                <a:gd name="connsiteY89" fmla="*/ 42863 h 209073"/>
                <a:gd name="connsiteX90" fmla="*/ 30004 w 196691"/>
                <a:gd name="connsiteY90" fmla="*/ 44291 h 209073"/>
                <a:gd name="connsiteX91" fmla="*/ 31432 w 196691"/>
                <a:gd name="connsiteY91" fmla="*/ 51435 h 209073"/>
                <a:gd name="connsiteX92" fmla="*/ 31432 w 196691"/>
                <a:gd name="connsiteY92" fmla="*/ 56197 h 209073"/>
                <a:gd name="connsiteX93" fmla="*/ 31432 w 196691"/>
                <a:gd name="connsiteY93" fmla="*/ 58102 h 209073"/>
                <a:gd name="connsiteX94" fmla="*/ 30956 w 196691"/>
                <a:gd name="connsiteY94" fmla="*/ 58579 h 209073"/>
                <a:gd name="connsiteX95" fmla="*/ 29051 w 196691"/>
                <a:gd name="connsiteY95" fmla="*/ 57626 h 209073"/>
                <a:gd name="connsiteX96" fmla="*/ 28575 w 196691"/>
                <a:gd name="connsiteY96" fmla="*/ 55245 h 209073"/>
                <a:gd name="connsiteX97" fmla="*/ 27147 w 196691"/>
                <a:gd name="connsiteY97" fmla="*/ 55245 h 209073"/>
                <a:gd name="connsiteX98" fmla="*/ 21431 w 196691"/>
                <a:gd name="connsiteY98" fmla="*/ 56674 h 209073"/>
                <a:gd name="connsiteX99" fmla="*/ 21431 w 196691"/>
                <a:gd name="connsiteY99" fmla="*/ 59055 h 209073"/>
                <a:gd name="connsiteX100" fmla="*/ 23813 w 196691"/>
                <a:gd name="connsiteY100" fmla="*/ 60960 h 209073"/>
                <a:gd name="connsiteX101" fmla="*/ 26194 w 196691"/>
                <a:gd name="connsiteY101" fmla="*/ 65246 h 209073"/>
                <a:gd name="connsiteX102" fmla="*/ 29051 w 196691"/>
                <a:gd name="connsiteY102" fmla="*/ 67627 h 209073"/>
                <a:gd name="connsiteX103" fmla="*/ 36672 w 196691"/>
                <a:gd name="connsiteY103" fmla="*/ 70961 h 209073"/>
                <a:gd name="connsiteX104" fmla="*/ 42386 w 196691"/>
                <a:gd name="connsiteY104" fmla="*/ 70009 h 209073"/>
                <a:gd name="connsiteX105" fmla="*/ 44291 w 196691"/>
                <a:gd name="connsiteY105" fmla="*/ 70961 h 209073"/>
                <a:gd name="connsiteX106" fmla="*/ 38100 w 196691"/>
                <a:gd name="connsiteY106" fmla="*/ 73342 h 209073"/>
                <a:gd name="connsiteX107" fmla="*/ 37624 w 196691"/>
                <a:gd name="connsiteY107" fmla="*/ 75724 h 209073"/>
                <a:gd name="connsiteX108" fmla="*/ 35243 w 196691"/>
                <a:gd name="connsiteY108" fmla="*/ 74771 h 209073"/>
                <a:gd name="connsiteX109" fmla="*/ 30004 w 196691"/>
                <a:gd name="connsiteY109" fmla="*/ 72390 h 209073"/>
                <a:gd name="connsiteX110" fmla="*/ 26194 w 196691"/>
                <a:gd name="connsiteY110" fmla="*/ 71914 h 209073"/>
                <a:gd name="connsiteX111" fmla="*/ 24289 w 196691"/>
                <a:gd name="connsiteY111" fmla="*/ 70485 h 209073"/>
                <a:gd name="connsiteX112" fmla="*/ 23336 w 196691"/>
                <a:gd name="connsiteY112" fmla="*/ 69056 h 209073"/>
                <a:gd name="connsiteX113" fmla="*/ 22860 w 196691"/>
                <a:gd name="connsiteY113" fmla="*/ 67151 h 209073"/>
                <a:gd name="connsiteX114" fmla="*/ 22384 w 196691"/>
                <a:gd name="connsiteY114" fmla="*/ 65722 h 209073"/>
                <a:gd name="connsiteX115" fmla="*/ 20479 w 196691"/>
                <a:gd name="connsiteY115" fmla="*/ 67627 h 209073"/>
                <a:gd name="connsiteX116" fmla="*/ 21431 w 196691"/>
                <a:gd name="connsiteY116" fmla="*/ 73342 h 209073"/>
                <a:gd name="connsiteX117" fmla="*/ 21907 w 196691"/>
                <a:gd name="connsiteY117" fmla="*/ 79534 h 209073"/>
                <a:gd name="connsiteX118" fmla="*/ 20479 w 196691"/>
                <a:gd name="connsiteY118" fmla="*/ 89059 h 209073"/>
                <a:gd name="connsiteX119" fmla="*/ 14764 w 196691"/>
                <a:gd name="connsiteY119" fmla="*/ 96679 h 209073"/>
                <a:gd name="connsiteX120" fmla="*/ 12859 w 196691"/>
                <a:gd name="connsiteY120" fmla="*/ 98107 h 209073"/>
                <a:gd name="connsiteX121" fmla="*/ 11430 w 196691"/>
                <a:gd name="connsiteY121" fmla="*/ 98584 h 209073"/>
                <a:gd name="connsiteX122" fmla="*/ 10001 w 196691"/>
                <a:gd name="connsiteY122" fmla="*/ 98584 h 209073"/>
                <a:gd name="connsiteX123" fmla="*/ 8573 w 196691"/>
                <a:gd name="connsiteY123" fmla="*/ 100489 h 209073"/>
                <a:gd name="connsiteX124" fmla="*/ 4286 w 196691"/>
                <a:gd name="connsiteY124" fmla="*/ 100965 h 209073"/>
                <a:gd name="connsiteX125" fmla="*/ 1905 w 196691"/>
                <a:gd name="connsiteY125" fmla="*/ 98107 h 209073"/>
                <a:gd name="connsiteX126" fmla="*/ 0 w 196691"/>
                <a:gd name="connsiteY126" fmla="*/ 97155 h 209073"/>
                <a:gd name="connsiteX127" fmla="*/ 4763 w 196691"/>
                <a:gd name="connsiteY127" fmla="*/ 108109 h 209073"/>
                <a:gd name="connsiteX128" fmla="*/ 6191 w 196691"/>
                <a:gd name="connsiteY128" fmla="*/ 109061 h 209073"/>
                <a:gd name="connsiteX129" fmla="*/ 7144 w 196691"/>
                <a:gd name="connsiteY129" fmla="*/ 111919 h 209073"/>
                <a:gd name="connsiteX130" fmla="*/ 8097 w 196691"/>
                <a:gd name="connsiteY130" fmla="*/ 113347 h 209073"/>
                <a:gd name="connsiteX131" fmla="*/ 12382 w 196691"/>
                <a:gd name="connsiteY131" fmla="*/ 120967 h 209073"/>
                <a:gd name="connsiteX132" fmla="*/ 17145 w 196691"/>
                <a:gd name="connsiteY132" fmla="*/ 123825 h 209073"/>
                <a:gd name="connsiteX133" fmla="*/ 19050 w 196691"/>
                <a:gd name="connsiteY133" fmla="*/ 123349 h 209073"/>
                <a:gd name="connsiteX134" fmla="*/ 20479 w 196691"/>
                <a:gd name="connsiteY134" fmla="*/ 122872 h 209073"/>
                <a:gd name="connsiteX135" fmla="*/ 20955 w 196691"/>
                <a:gd name="connsiteY135" fmla="*/ 121920 h 209073"/>
                <a:gd name="connsiteX136" fmla="*/ 21907 w 196691"/>
                <a:gd name="connsiteY136" fmla="*/ 121920 h 209073"/>
                <a:gd name="connsiteX137" fmla="*/ 20003 w 196691"/>
                <a:gd name="connsiteY137" fmla="*/ 127159 h 209073"/>
                <a:gd name="connsiteX138" fmla="*/ 20479 w 196691"/>
                <a:gd name="connsiteY138" fmla="*/ 128111 h 209073"/>
                <a:gd name="connsiteX139" fmla="*/ 21431 w 196691"/>
                <a:gd name="connsiteY139" fmla="*/ 129064 h 209073"/>
                <a:gd name="connsiteX140" fmla="*/ 23813 w 196691"/>
                <a:gd name="connsiteY140" fmla="*/ 128588 h 209073"/>
                <a:gd name="connsiteX141" fmla="*/ 25718 w 196691"/>
                <a:gd name="connsiteY141" fmla="*/ 128111 h 209073"/>
                <a:gd name="connsiteX142" fmla="*/ 27147 w 196691"/>
                <a:gd name="connsiteY142" fmla="*/ 129540 h 209073"/>
                <a:gd name="connsiteX143" fmla="*/ 28099 w 196691"/>
                <a:gd name="connsiteY143" fmla="*/ 130969 h 209073"/>
                <a:gd name="connsiteX144" fmla="*/ 24289 w 196691"/>
                <a:gd name="connsiteY144" fmla="*/ 132397 h 209073"/>
                <a:gd name="connsiteX145" fmla="*/ 22384 w 196691"/>
                <a:gd name="connsiteY145" fmla="*/ 132397 h 209073"/>
                <a:gd name="connsiteX146" fmla="*/ 20955 w 196691"/>
                <a:gd name="connsiteY146" fmla="*/ 132397 h 209073"/>
                <a:gd name="connsiteX147" fmla="*/ 11430 w 196691"/>
                <a:gd name="connsiteY147" fmla="*/ 121444 h 209073"/>
                <a:gd name="connsiteX148" fmla="*/ 11906 w 196691"/>
                <a:gd name="connsiteY148" fmla="*/ 123825 h 209073"/>
                <a:gd name="connsiteX149" fmla="*/ 15716 w 196691"/>
                <a:gd name="connsiteY149" fmla="*/ 128588 h 209073"/>
                <a:gd name="connsiteX150" fmla="*/ 19050 w 196691"/>
                <a:gd name="connsiteY150" fmla="*/ 135255 h 209073"/>
                <a:gd name="connsiteX151" fmla="*/ 18574 w 196691"/>
                <a:gd name="connsiteY151" fmla="*/ 137160 h 209073"/>
                <a:gd name="connsiteX152" fmla="*/ 19526 w 196691"/>
                <a:gd name="connsiteY152" fmla="*/ 138589 h 209073"/>
                <a:gd name="connsiteX153" fmla="*/ 21907 w 196691"/>
                <a:gd name="connsiteY153" fmla="*/ 138589 h 209073"/>
                <a:gd name="connsiteX154" fmla="*/ 26670 w 196691"/>
                <a:gd name="connsiteY154" fmla="*/ 140970 h 209073"/>
                <a:gd name="connsiteX155" fmla="*/ 27147 w 196691"/>
                <a:gd name="connsiteY155" fmla="*/ 142399 h 209073"/>
                <a:gd name="connsiteX156" fmla="*/ 26670 w 196691"/>
                <a:gd name="connsiteY156" fmla="*/ 143351 h 209073"/>
                <a:gd name="connsiteX157" fmla="*/ 21907 w 196691"/>
                <a:gd name="connsiteY157" fmla="*/ 140970 h 209073"/>
                <a:gd name="connsiteX158" fmla="*/ 20479 w 196691"/>
                <a:gd name="connsiteY158" fmla="*/ 141446 h 209073"/>
                <a:gd name="connsiteX159" fmla="*/ 22860 w 196691"/>
                <a:gd name="connsiteY159" fmla="*/ 143827 h 209073"/>
                <a:gd name="connsiteX160" fmla="*/ 23813 w 196691"/>
                <a:gd name="connsiteY160" fmla="*/ 145256 h 209073"/>
                <a:gd name="connsiteX161" fmla="*/ 28575 w 196691"/>
                <a:gd name="connsiteY161" fmla="*/ 150019 h 209073"/>
                <a:gd name="connsiteX162" fmla="*/ 30004 w 196691"/>
                <a:gd name="connsiteY162" fmla="*/ 152400 h 209073"/>
                <a:gd name="connsiteX163" fmla="*/ 30480 w 196691"/>
                <a:gd name="connsiteY163" fmla="*/ 154305 h 209073"/>
                <a:gd name="connsiteX164" fmla="*/ 31432 w 196691"/>
                <a:gd name="connsiteY164" fmla="*/ 156686 h 209073"/>
                <a:gd name="connsiteX165" fmla="*/ 33338 w 196691"/>
                <a:gd name="connsiteY165" fmla="*/ 158591 h 209073"/>
                <a:gd name="connsiteX166" fmla="*/ 36195 w 196691"/>
                <a:gd name="connsiteY166" fmla="*/ 158591 h 209073"/>
                <a:gd name="connsiteX167" fmla="*/ 39529 w 196691"/>
                <a:gd name="connsiteY167" fmla="*/ 159544 h 209073"/>
                <a:gd name="connsiteX168" fmla="*/ 42863 w 196691"/>
                <a:gd name="connsiteY168" fmla="*/ 160972 h 209073"/>
                <a:gd name="connsiteX169" fmla="*/ 46197 w 196691"/>
                <a:gd name="connsiteY169" fmla="*/ 162877 h 209073"/>
                <a:gd name="connsiteX170" fmla="*/ 45244 w 196691"/>
                <a:gd name="connsiteY170" fmla="*/ 163830 h 209073"/>
                <a:gd name="connsiteX171" fmla="*/ 44291 w 196691"/>
                <a:gd name="connsiteY171" fmla="*/ 164306 h 209073"/>
                <a:gd name="connsiteX172" fmla="*/ 36195 w 196691"/>
                <a:gd name="connsiteY172" fmla="*/ 160496 h 209073"/>
                <a:gd name="connsiteX173" fmla="*/ 34766 w 196691"/>
                <a:gd name="connsiteY173" fmla="*/ 160020 h 209073"/>
                <a:gd name="connsiteX174" fmla="*/ 36195 w 196691"/>
                <a:gd name="connsiteY174" fmla="*/ 161925 h 209073"/>
                <a:gd name="connsiteX175" fmla="*/ 44291 w 196691"/>
                <a:gd name="connsiteY175" fmla="*/ 169545 h 209073"/>
                <a:gd name="connsiteX176" fmla="*/ 56198 w 196691"/>
                <a:gd name="connsiteY176" fmla="*/ 178594 h 209073"/>
                <a:gd name="connsiteX177" fmla="*/ 64294 w 196691"/>
                <a:gd name="connsiteY177" fmla="*/ 187642 h 209073"/>
                <a:gd name="connsiteX178" fmla="*/ 66199 w 196691"/>
                <a:gd name="connsiteY178" fmla="*/ 191452 h 209073"/>
                <a:gd name="connsiteX179" fmla="*/ 73343 w 196691"/>
                <a:gd name="connsiteY179" fmla="*/ 197167 h 209073"/>
                <a:gd name="connsiteX180" fmla="*/ 76676 w 196691"/>
                <a:gd name="connsiteY180" fmla="*/ 200501 h 209073"/>
                <a:gd name="connsiteX181" fmla="*/ 79534 w 196691"/>
                <a:gd name="connsiteY181" fmla="*/ 205740 h 209073"/>
                <a:gd name="connsiteX182" fmla="*/ 82868 w 196691"/>
                <a:gd name="connsiteY182" fmla="*/ 209074 h 209073"/>
                <a:gd name="connsiteX183" fmla="*/ 84773 w 196691"/>
                <a:gd name="connsiteY183" fmla="*/ 203835 h 209073"/>
                <a:gd name="connsiteX184" fmla="*/ 86201 w 196691"/>
                <a:gd name="connsiteY184" fmla="*/ 201454 h 209073"/>
                <a:gd name="connsiteX185" fmla="*/ 88106 w 196691"/>
                <a:gd name="connsiteY185" fmla="*/ 199549 h 209073"/>
                <a:gd name="connsiteX186" fmla="*/ 95250 w 196691"/>
                <a:gd name="connsiteY186" fmla="*/ 195739 h 209073"/>
                <a:gd name="connsiteX187" fmla="*/ 96679 w 196691"/>
                <a:gd name="connsiteY187" fmla="*/ 195739 h 209073"/>
                <a:gd name="connsiteX188" fmla="*/ 101441 w 196691"/>
                <a:gd name="connsiteY188" fmla="*/ 200977 h 209073"/>
                <a:gd name="connsiteX189" fmla="*/ 103347 w 196691"/>
                <a:gd name="connsiteY189" fmla="*/ 201454 h 209073"/>
                <a:gd name="connsiteX190" fmla="*/ 105251 w 196691"/>
                <a:gd name="connsiteY190" fmla="*/ 201454 h 209073"/>
                <a:gd name="connsiteX191" fmla="*/ 107156 w 196691"/>
                <a:gd name="connsiteY191" fmla="*/ 201454 h 209073"/>
                <a:gd name="connsiteX192" fmla="*/ 108109 w 196691"/>
                <a:gd name="connsiteY192" fmla="*/ 200501 h 209073"/>
                <a:gd name="connsiteX193" fmla="*/ 108585 w 196691"/>
                <a:gd name="connsiteY193" fmla="*/ 199072 h 209073"/>
                <a:gd name="connsiteX194" fmla="*/ 106680 w 196691"/>
                <a:gd name="connsiteY194" fmla="*/ 197644 h 209073"/>
                <a:gd name="connsiteX195" fmla="*/ 106680 w 196691"/>
                <a:gd name="connsiteY195" fmla="*/ 195739 h 209073"/>
                <a:gd name="connsiteX196" fmla="*/ 107632 w 196691"/>
                <a:gd name="connsiteY196" fmla="*/ 194310 h 209073"/>
                <a:gd name="connsiteX197" fmla="*/ 108585 w 196691"/>
                <a:gd name="connsiteY197" fmla="*/ 192405 h 209073"/>
                <a:gd name="connsiteX198" fmla="*/ 110014 w 196691"/>
                <a:gd name="connsiteY198" fmla="*/ 190024 h 209073"/>
                <a:gd name="connsiteX199" fmla="*/ 110014 w 196691"/>
                <a:gd name="connsiteY199" fmla="*/ 188595 h 209073"/>
                <a:gd name="connsiteX200" fmla="*/ 108585 w 196691"/>
                <a:gd name="connsiteY200" fmla="*/ 187642 h 209073"/>
                <a:gd name="connsiteX201" fmla="*/ 104775 w 196691"/>
                <a:gd name="connsiteY201" fmla="*/ 185738 h 209073"/>
                <a:gd name="connsiteX202" fmla="*/ 102870 w 196691"/>
                <a:gd name="connsiteY202" fmla="*/ 183832 h 209073"/>
                <a:gd name="connsiteX203" fmla="*/ 101918 w 196691"/>
                <a:gd name="connsiteY203" fmla="*/ 182404 h 209073"/>
                <a:gd name="connsiteX204" fmla="*/ 102394 w 196691"/>
                <a:gd name="connsiteY204" fmla="*/ 180022 h 209073"/>
                <a:gd name="connsiteX205" fmla="*/ 104299 w 196691"/>
                <a:gd name="connsiteY205" fmla="*/ 178594 h 209073"/>
                <a:gd name="connsiteX206" fmla="*/ 104299 w 196691"/>
                <a:gd name="connsiteY206" fmla="*/ 177641 h 209073"/>
                <a:gd name="connsiteX207" fmla="*/ 102394 w 196691"/>
                <a:gd name="connsiteY207" fmla="*/ 175736 h 209073"/>
                <a:gd name="connsiteX208" fmla="*/ 101441 w 196691"/>
                <a:gd name="connsiteY208" fmla="*/ 174307 h 209073"/>
                <a:gd name="connsiteX209" fmla="*/ 100013 w 196691"/>
                <a:gd name="connsiteY209" fmla="*/ 173355 h 209073"/>
                <a:gd name="connsiteX210" fmla="*/ 96679 w 196691"/>
                <a:gd name="connsiteY210" fmla="*/ 172402 h 209073"/>
                <a:gd name="connsiteX211" fmla="*/ 97155 w 196691"/>
                <a:gd name="connsiteY211" fmla="*/ 170497 h 209073"/>
                <a:gd name="connsiteX212" fmla="*/ 98584 w 196691"/>
                <a:gd name="connsiteY212" fmla="*/ 167164 h 209073"/>
                <a:gd name="connsiteX213" fmla="*/ 99060 w 196691"/>
                <a:gd name="connsiteY213" fmla="*/ 164306 h 209073"/>
                <a:gd name="connsiteX214" fmla="*/ 98107 w 196691"/>
                <a:gd name="connsiteY214" fmla="*/ 157639 h 209073"/>
                <a:gd name="connsiteX215" fmla="*/ 98107 w 196691"/>
                <a:gd name="connsiteY215" fmla="*/ 156686 h 209073"/>
                <a:gd name="connsiteX216" fmla="*/ 99060 w 196691"/>
                <a:gd name="connsiteY216" fmla="*/ 156210 h 209073"/>
                <a:gd name="connsiteX217" fmla="*/ 100965 w 196691"/>
                <a:gd name="connsiteY217" fmla="*/ 156686 h 209073"/>
                <a:gd name="connsiteX218" fmla="*/ 102870 w 196691"/>
                <a:gd name="connsiteY218" fmla="*/ 157639 h 209073"/>
                <a:gd name="connsiteX219" fmla="*/ 108585 w 196691"/>
                <a:gd name="connsiteY219" fmla="*/ 156210 h 209073"/>
                <a:gd name="connsiteX220" fmla="*/ 110490 w 196691"/>
                <a:gd name="connsiteY220" fmla="*/ 156210 h 209073"/>
                <a:gd name="connsiteX221" fmla="*/ 112395 w 196691"/>
                <a:gd name="connsiteY221" fmla="*/ 157163 h 209073"/>
                <a:gd name="connsiteX222" fmla="*/ 114776 w 196691"/>
                <a:gd name="connsiteY222" fmla="*/ 158591 h 209073"/>
                <a:gd name="connsiteX223" fmla="*/ 127635 w 196691"/>
                <a:gd name="connsiteY223" fmla="*/ 155734 h 209073"/>
                <a:gd name="connsiteX224" fmla="*/ 127635 w 196691"/>
                <a:gd name="connsiteY224" fmla="*/ 152876 h 209073"/>
                <a:gd name="connsiteX225" fmla="*/ 128588 w 196691"/>
                <a:gd name="connsiteY225" fmla="*/ 150019 h 209073"/>
                <a:gd name="connsiteX226" fmla="*/ 128588 w 196691"/>
                <a:gd name="connsiteY226" fmla="*/ 148114 h 209073"/>
                <a:gd name="connsiteX227" fmla="*/ 128111 w 196691"/>
                <a:gd name="connsiteY227" fmla="*/ 147161 h 209073"/>
                <a:gd name="connsiteX228" fmla="*/ 127635 w 196691"/>
                <a:gd name="connsiteY228" fmla="*/ 146209 h 209073"/>
                <a:gd name="connsiteX229" fmla="*/ 127159 w 196691"/>
                <a:gd name="connsiteY229" fmla="*/ 144304 h 209073"/>
                <a:gd name="connsiteX230" fmla="*/ 127159 w 196691"/>
                <a:gd name="connsiteY230" fmla="*/ 141922 h 209073"/>
                <a:gd name="connsiteX231" fmla="*/ 128111 w 196691"/>
                <a:gd name="connsiteY231" fmla="*/ 140970 h 209073"/>
                <a:gd name="connsiteX232" fmla="*/ 132398 w 196691"/>
                <a:gd name="connsiteY232" fmla="*/ 138589 h 209073"/>
                <a:gd name="connsiteX233" fmla="*/ 133826 w 196691"/>
                <a:gd name="connsiteY233" fmla="*/ 138589 h 209073"/>
                <a:gd name="connsiteX234" fmla="*/ 136684 w 196691"/>
                <a:gd name="connsiteY234" fmla="*/ 140017 h 209073"/>
                <a:gd name="connsiteX235" fmla="*/ 139541 w 196691"/>
                <a:gd name="connsiteY235" fmla="*/ 142399 h 209073"/>
                <a:gd name="connsiteX236" fmla="*/ 141923 w 196691"/>
                <a:gd name="connsiteY236" fmla="*/ 146685 h 209073"/>
                <a:gd name="connsiteX237" fmla="*/ 143351 w 196691"/>
                <a:gd name="connsiteY237" fmla="*/ 150495 h 209073"/>
                <a:gd name="connsiteX238" fmla="*/ 146209 w 196691"/>
                <a:gd name="connsiteY238" fmla="*/ 155257 h 209073"/>
                <a:gd name="connsiteX239" fmla="*/ 151924 w 196691"/>
                <a:gd name="connsiteY239" fmla="*/ 156686 h 209073"/>
                <a:gd name="connsiteX240" fmla="*/ 158591 w 196691"/>
                <a:gd name="connsiteY240" fmla="*/ 158115 h 209073"/>
                <a:gd name="connsiteX241" fmla="*/ 162401 w 196691"/>
                <a:gd name="connsiteY241" fmla="*/ 157639 h 209073"/>
                <a:gd name="connsiteX242" fmla="*/ 167640 w 196691"/>
                <a:gd name="connsiteY242" fmla="*/ 153829 h 209073"/>
                <a:gd name="connsiteX243" fmla="*/ 170498 w 196691"/>
                <a:gd name="connsiteY243" fmla="*/ 150971 h 209073"/>
                <a:gd name="connsiteX244" fmla="*/ 171450 w 196691"/>
                <a:gd name="connsiteY244" fmla="*/ 149066 h 209073"/>
                <a:gd name="connsiteX245" fmla="*/ 172879 w 196691"/>
                <a:gd name="connsiteY245" fmla="*/ 150019 h 209073"/>
                <a:gd name="connsiteX246" fmla="*/ 174784 w 196691"/>
                <a:gd name="connsiteY246" fmla="*/ 153829 h 209073"/>
                <a:gd name="connsiteX247" fmla="*/ 176213 w 196691"/>
                <a:gd name="connsiteY247" fmla="*/ 155734 h 209073"/>
                <a:gd name="connsiteX248" fmla="*/ 176689 w 196691"/>
                <a:gd name="connsiteY248" fmla="*/ 157163 h 209073"/>
                <a:gd name="connsiteX249" fmla="*/ 175736 w 196691"/>
                <a:gd name="connsiteY249" fmla="*/ 159067 h 209073"/>
                <a:gd name="connsiteX250" fmla="*/ 176689 w 196691"/>
                <a:gd name="connsiteY250" fmla="*/ 160020 h 209073"/>
                <a:gd name="connsiteX251" fmla="*/ 180023 w 196691"/>
                <a:gd name="connsiteY251" fmla="*/ 160972 h 209073"/>
                <a:gd name="connsiteX252" fmla="*/ 183356 w 196691"/>
                <a:gd name="connsiteY252" fmla="*/ 160020 h 209073"/>
                <a:gd name="connsiteX253" fmla="*/ 184785 w 196691"/>
                <a:gd name="connsiteY253" fmla="*/ 158591 h 209073"/>
                <a:gd name="connsiteX254" fmla="*/ 187166 w 196691"/>
                <a:gd name="connsiteY254" fmla="*/ 156210 h 209073"/>
                <a:gd name="connsiteX255" fmla="*/ 187166 w 196691"/>
                <a:gd name="connsiteY255" fmla="*/ 154781 h 209073"/>
                <a:gd name="connsiteX256" fmla="*/ 185738 w 196691"/>
                <a:gd name="connsiteY256" fmla="*/ 153352 h 209073"/>
                <a:gd name="connsiteX257" fmla="*/ 185738 w 196691"/>
                <a:gd name="connsiteY257" fmla="*/ 151924 h 209073"/>
                <a:gd name="connsiteX258" fmla="*/ 187166 w 196691"/>
                <a:gd name="connsiteY258" fmla="*/ 150495 h 209073"/>
                <a:gd name="connsiteX259" fmla="*/ 188595 w 196691"/>
                <a:gd name="connsiteY259" fmla="*/ 147161 h 209073"/>
                <a:gd name="connsiteX260" fmla="*/ 189072 w 196691"/>
                <a:gd name="connsiteY260" fmla="*/ 144780 h 209073"/>
                <a:gd name="connsiteX261" fmla="*/ 190024 w 196691"/>
                <a:gd name="connsiteY261" fmla="*/ 142875 h 209073"/>
                <a:gd name="connsiteX262" fmla="*/ 192405 w 196691"/>
                <a:gd name="connsiteY262" fmla="*/ 141922 h 209073"/>
                <a:gd name="connsiteX263" fmla="*/ 193357 w 196691"/>
                <a:gd name="connsiteY263" fmla="*/ 140970 h 209073"/>
                <a:gd name="connsiteX264" fmla="*/ 194786 w 196691"/>
                <a:gd name="connsiteY264" fmla="*/ 134779 h 209073"/>
                <a:gd name="connsiteX265" fmla="*/ 194310 w 196691"/>
                <a:gd name="connsiteY265" fmla="*/ 132874 h 209073"/>
                <a:gd name="connsiteX266" fmla="*/ 194310 w 196691"/>
                <a:gd name="connsiteY266" fmla="*/ 130969 h 209073"/>
                <a:gd name="connsiteX267" fmla="*/ 195739 w 196691"/>
                <a:gd name="connsiteY267" fmla="*/ 128588 h 209073"/>
                <a:gd name="connsiteX268" fmla="*/ 195739 w 196691"/>
                <a:gd name="connsiteY268" fmla="*/ 124777 h 209073"/>
                <a:gd name="connsiteX269" fmla="*/ 195263 w 196691"/>
                <a:gd name="connsiteY269" fmla="*/ 118586 h 20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96691" h="209073">
                  <a:moveTo>
                    <a:pt x="194786" y="114300"/>
                  </a:moveTo>
                  <a:lnTo>
                    <a:pt x="194310" y="110014"/>
                  </a:lnTo>
                  <a:lnTo>
                    <a:pt x="195739" y="104299"/>
                  </a:lnTo>
                  <a:lnTo>
                    <a:pt x="196691" y="98107"/>
                  </a:lnTo>
                  <a:lnTo>
                    <a:pt x="196691" y="96679"/>
                  </a:lnTo>
                  <a:lnTo>
                    <a:pt x="194786" y="94774"/>
                  </a:lnTo>
                  <a:lnTo>
                    <a:pt x="192881" y="93345"/>
                  </a:lnTo>
                  <a:lnTo>
                    <a:pt x="187643" y="91916"/>
                  </a:lnTo>
                  <a:lnTo>
                    <a:pt x="185261" y="89535"/>
                  </a:lnTo>
                  <a:lnTo>
                    <a:pt x="183832" y="87154"/>
                  </a:lnTo>
                  <a:lnTo>
                    <a:pt x="182880" y="86677"/>
                  </a:lnTo>
                  <a:lnTo>
                    <a:pt x="176689" y="85725"/>
                  </a:lnTo>
                  <a:lnTo>
                    <a:pt x="175736" y="84296"/>
                  </a:lnTo>
                  <a:lnTo>
                    <a:pt x="176213" y="80486"/>
                  </a:lnTo>
                  <a:lnTo>
                    <a:pt x="176689" y="74771"/>
                  </a:lnTo>
                  <a:lnTo>
                    <a:pt x="176689" y="70961"/>
                  </a:lnTo>
                  <a:lnTo>
                    <a:pt x="177641" y="67627"/>
                  </a:lnTo>
                  <a:lnTo>
                    <a:pt x="178594" y="65722"/>
                  </a:lnTo>
                  <a:lnTo>
                    <a:pt x="181451" y="62865"/>
                  </a:lnTo>
                  <a:lnTo>
                    <a:pt x="182404" y="60007"/>
                  </a:lnTo>
                  <a:lnTo>
                    <a:pt x="183356" y="59531"/>
                  </a:lnTo>
                  <a:lnTo>
                    <a:pt x="188119" y="59055"/>
                  </a:lnTo>
                  <a:lnTo>
                    <a:pt x="190024" y="57626"/>
                  </a:lnTo>
                  <a:lnTo>
                    <a:pt x="191453" y="56674"/>
                  </a:lnTo>
                  <a:lnTo>
                    <a:pt x="191929" y="54769"/>
                  </a:lnTo>
                  <a:lnTo>
                    <a:pt x="193834" y="51911"/>
                  </a:lnTo>
                  <a:lnTo>
                    <a:pt x="195263" y="50006"/>
                  </a:lnTo>
                  <a:lnTo>
                    <a:pt x="195263" y="49054"/>
                  </a:lnTo>
                  <a:lnTo>
                    <a:pt x="194786" y="47149"/>
                  </a:lnTo>
                  <a:lnTo>
                    <a:pt x="193357" y="43815"/>
                  </a:lnTo>
                  <a:lnTo>
                    <a:pt x="191929" y="40957"/>
                  </a:lnTo>
                  <a:lnTo>
                    <a:pt x="190500" y="40005"/>
                  </a:lnTo>
                  <a:lnTo>
                    <a:pt x="188595" y="32861"/>
                  </a:lnTo>
                  <a:lnTo>
                    <a:pt x="186690" y="31432"/>
                  </a:lnTo>
                  <a:lnTo>
                    <a:pt x="182404" y="30480"/>
                  </a:lnTo>
                  <a:lnTo>
                    <a:pt x="175260" y="30004"/>
                  </a:lnTo>
                  <a:lnTo>
                    <a:pt x="170974" y="30956"/>
                  </a:lnTo>
                  <a:lnTo>
                    <a:pt x="164306" y="33338"/>
                  </a:lnTo>
                  <a:lnTo>
                    <a:pt x="159068" y="34766"/>
                  </a:lnTo>
                  <a:lnTo>
                    <a:pt x="155734" y="35719"/>
                  </a:lnTo>
                  <a:lnTo>
                    <a:pt x="153829" y="35719"/>
                  </a:lnTo>
                  <a:lnTo>
                    <a:pt x="152876" y="34290"/>
                  </a:lnTo>
                  <a:lnTo>
                    <a:pt x="154305" y="33814"/>
                  </a:lnTo>
                  <a:lnTo>
                    <a:pt x="154781" y="31432"/>
                  </a:lnTo>
                  <a:lnTo>
                    <a:pt x="153829" y="28575"/>
                  </a:lnTo>
                  <a:lnTo>
                    <a:pt x="152876" y="25717"/>
                  </a:lnTo>
                  <a:lnTo>
                    <a:pt x="151924" y="21907"/>
                  </a:lnTo>
                  <a:lnTo>
                    <a:pt x="152400" y="17145"/>
                  </a:lnTo>
                  <a:lnTo>
                    <a:pt x="153353" y="12859"/>
                  </a:lnTo>
                  <a:lnTo>
                    <a:pt x="156210" y="7144"/>
                  </a:lnTo>
                  <a:lnTo>
                    <a:pt x="156210" y="4763"/>
                  </a:lnTo>
                  <a:lnTo>
                    <a:pt x="155734" y="2857"/>
                  </a:lnTo>
                  <a:lnTo>
                    <a:pt x="153829" y="1429"/>
                  </a:lnTo>
                  <a:lnTo>
                    <a:pt x="150972" y="1429"/>
                  </a:lnTo>
                  <a:lnTo>
                    <a:pt x="141923" y="1905"/>
                  </a:lnTo>
                  <a:lnTo>
                    <a:pt x="134779" y="1429"/>
                  </a:lnTo>
                  <a:lnTo>
                    <a:pt x="132874" y="1429"/>
                  </a:lnTo>
                  <a:lnTo>
                    <a:pt x="130493" y="952"/>
                  </a:lnTo>
                  <a:lnTo>
                    <a:pt x="124778" y="476"/>
                  </a:lnTo>
                  <a:lnTo>
                    <a:pt x="117634" y="952"/>
                  </a:lnTo>
                  <a:lnTo>
                    <a:pt x="115729" y="476"/>
                  </a:lnTo>
                  <a:lnTo>
                    <a:pt x="110490" y="476"/>
                  </a:lnTo>
                  <a:lnTo>
                    <a:pt x="97155" y="0"/>
                  </a:lnTo>
                  <a:lnTo>
                    <a:pt x="90011" y="0"/>
                  </a:lnTo>
                  <a:lnTo>
                    <a:pt x="90488" y="1429"/>
                  </a:lnTo>
                  <a:lnTo>
                    <a:pt x="90011" y="2381"/>
                  </a:lnTo>
                  <a:lnTo>
                    <a:pt x="89535" y="4763"/>
                  </a:lnTo>
                  <a:lnTo>
                    <a:pt x="89535" y="12382"/>
                  </a:lnTo>
                  <a:lnTo>
                    <a:pt x="89535" y="19050"/>
                  </a:lnTo>
                  <a:lnTo>
                    <a:pt x="89535" y="26194"/>
                  </a:lnTo>
                  <a:lnTo>
                    <a:pt x="89535" y="33338"/>
                  </a:lnTo>
                  <a:lnTo>
                    <a:pt x="89535" y="40005"/>
                  </a:lnTo>
                  <a:lnTo>
                    <a:pt x="89535" y="43815"/>
                  </a:lnTo>
                  <a:lnTo>
                    <a:pt x="82868" y="43815"/>
                  </a:lnTo>
                  <a:lnTo>
                    <a:pt x="73343" y="43815"/>
                  </a:lnTo>
                  <a:lnTo>
                    <a:pt x="64294" y="43815"/>
                  </a:lnTo>
                  <a:lnTo>
                    <a:pt x="55245" y="43815"/>
                  </a:lnTo>
                  <a:lnTo>
                    <a:pt x="50482" y="43815"/>
                  </a:lnTo>
                  <a:lnTo>
                    <a:pt x="45244" y="43815"/>
                  </a:lnTo>
                  <a:lnTo>
                    <a:pt x="43815" y="43815"/>
                  </a:lnTo>
                  <a:lnTo>
                    <a:pt x="42386" y="44767"/>
                  </a:lnTo>
                  <a:lnTo>
                    <a:pt x="40957" y="45244"/>
                  </a:lnTo>
                  <a:lnTo>
                    <a:pt x="39529" y="44291"/>
                  </a:lnTo>
                  <a:lnTo>
                    <a:pt x="37624" y="43815"/>
                  </a:lnTo>
                  <a:lnTo>
                    <a:pt x="37148" y="42863"/>
                  </a:lnTo>
                  <a:lnTo>
                    <a:pt x="36195" y="41434"/>
                  </a:lnTo>
                  <a:lnTo>
                    <a:pt x="34290" y="40957"/>
                  </a:lnTo>
                  <a:lnTo>
                    <a:pt x="33338" y="41434"/>
                  </a:lnTo>
                  <a:lnTo>
                    <a:pt x="31909" y="42386"/>
                  </a:lnTo>
                  <a:lnTo>
                    <a:pt x="30480" y="42863"/>
                  </a:lnTo>
                  <a:lnTo>
                    <a:pt x="30004" y="44291"/>
                  </a:lnTo>
                  <a:lnTo>
                    <a:pt x="31432" y="51435"/>
                  </a:lnTo>
                  <a:lnTo>
                    <a:pt x="31432" y="56197"/>
                  </a:lnTo>
                  <a:lnTo>
                    <a:pt x="31432" y="58102"/>
                  </a:lnTo>
                  <a:lnTo>
                    <a:pt x="30956" y="58579"/>
                  </a:lnTo>
                  <a:lnTo>
                    <a:pt x="29051" y="57626"/>
                  </a:lnTo>
                  <a:lnTo>
                    <a:pt x="28575" y="55245"/>
                  </a:lnTo>
                  <a:lnTo>
                    <a:pt x="27147" y="55245"/>
                  </a:lnTo>
                  <a:lnTo>
                    <a:pt x="21431" y="56674"/>
                  </a:lnTo>
                  <a:lnTo>
                    <a:pt x="21431" y="59055"/>
                  </a:lnTo>
                  <a:lnTo>
                    <a:pt x="23813" y="60960"/>
                  </a:lnTo>
                  <a:lnTo>
                    <a:pt x="26194" y="65246"/>
                  </a:lnTo>
                  <a:lnTo>
                    <a:pt x="29051" y="67627"/>
                  </a:lnTo>
                  <a:lnTo>
                    <a:pt x="36672" y="70961"/>
                  </a:lnTo>
                  <a:lnTo>
                    <a:pt x="42386" y="70009"/>
                  </a:lnTo>
                  <a:lnTo>
                    <a:pt x="44291" y="70961"/>
                  </a:lnTo>
                  <a:lnTo>
                    <a:pt x="38100" y="73342"/>
                  </a:lnTo>
                  <a:lnTo>
                    <a:pt x="37624" y="75724"/>
                  </a:lnTo>
                  <a:lnTo>
                    <a:pt x="35243" y="74771"/>
                  </a:lnTo>
                  <a:lnTo>
                    <a:pt x="30004" y="72390"/>
                  </a:lnTo>
                  <a:lnTo>
                    <a:pt x="26194" y="71914"/>
                  </a:lnTo>
                  <a:lnTo>
                    <a:pt x="24289" y="70485"/>
                  </a:lnTo>
                  <a:lnTo>
                    <a:pt x="23336" y="69056"/>
                  </a:lnTo>
                  <a:lnTo>
                    <a:pt x="22860" y="67151"/>
                  </a:lnTo>
                  <a:lnTo>
                    <a:pt x="22384" y="65722"/>
                  </a:lnTo>
                  <a:lnTo>
                    <a:pt x="20479" y="67627"/>
                  </a:lnTo>
                  <a:lnTo>
                    <a:pt x="21431" y="73342"/>
                  </a:lnTo>
                  <a:lnTo>
                    <a:pt x="21907" y="79534"/>
                  </a:lnTo>
                  <a:lnTo>
                    <a:pt x="20479" y="89059"/>
                  </a:lnTo>
                  <a:lnTo>
                    <a:pt x="14764" y="96679"/>
                  </a:lnTo>
                  <a:lnTo>
                    <a:pt x="12859" y="98107"/>
                  </a:lnTo>
                  <a:lnTo>
                    <a:pt x="11430" y="98584"/>
                  </a:lnTo>
                  <a:lnTo>
                    <a:pt x="10001" y="98584"/>
                  </a:lnTo>
                  <a:lnTo>
                    <a:pt x="8573" y="100489"/>
                  </a:lnTo>
                  <a:lnTo>
                    <a:pt x="4286" y="100965"/>
                  </a:lnTo>
                  <a:lnTo>
                    <a:pt x="1905" y="98107"/>
                  </a:lnTo>
                  <a:lnTo>
                    <a:pt x="0" y="97155"/>
                  </a:lnTo>
                  <a:lnTo>
                    <a:pt x="4763" y="108109"/>
                  </a:lnTo>
                  <a:lnTo>
                    <a:pt x="6191" y="109061"/>
                  </a:lnTo>
                  <a:lnTo>
                    <a:pt x="7144" y="111919"/>
                  </a:lnTo>
                  <a:lnTo>
                    <a:pt x="8097" y="113347"/>
                  </a:lnTo>
                  <a:lnTo>
                    <a:pt x="12382" y="120967"/>
                  </a:lnTo>
                  <a:lnTo>
                    <a:pt x="17145" y="123825"/>
                  </a:lnTo>
                  <a:lnTo>
                    <a:pt x="19050" y="123349"/>
                  </a:lnTo>
                  <a:lnTo>
                    <a:pt x="20479" y="122872"/>
                  </a:lnTo>
                  <a:lnTo>
                    <a:pt x="20955" y="121920"/>
                  </a:lnTo>
                  <a:lnTo>
                    <a:pt x="21907" y="121920"/>
                  </a:lnTo>
                  <a:lnTo>
                    <a:pt x="20003" y="127159"/>
                  </a:lnTo>
                  <a:lnTo>
                    <a:pt x="20479" y="128111"/>
                  </a:lnTo>
                  <a:lnTo>
                    <a:pt x="21431" y="129064"/>
                  </a:lnTo>
                  <a:lnTo>
                    <a:pt x="23813" y="128588"/>
                  </a:lnTo>
                  <a:lnTo>
                    <a:pt x="25718" y="128111"/>
                  </a:lnTo>
                  <a:lnTo>
                    <a:pt x="27147" y="129540"/>
                  </a:lnTo>
                  <a:lnTo>
                    <a:pt x="28099" y="130969"/>
                  </a:lnTo>
                  <a:lnTo>
                    <a:pt x="24289" y="132397"/>
                  </a:lnTo>
                  <a:lnTo>
                    <a:pt x="22384" y="132397"/>
                  </a:lnTo>
                  <a:lnTo>
                    <a:pt x="20955" y="132397"/>
                  </a:lnTo>
                  <a:lnTo>
                    <a:pt x="11430" y="121444"/>
                  </a:lnTo>
                  <a:lnTo>
                    <a:pt x="11906" y="123825"/>
                  </a:lnTo>
                  <a:lnTo>
                    <a:pt x="15716" y="128588"/>
                  </a:lnTo>
                  <a:lnTo>
                    <a:pt x="19050" y="135255"/>
                  </a:lnTo>
                  <a:lnTo>
                    <a:pt x="18574" y="137160"/>
                  </a:lnTo>
                  <a:lnTo>
                    <a:pt x="19526" y="138589"/>
                  </a:lnTo>
                  <a:lnTo>
                    <a:pt x="21907" y="138589"/>
                  </a:lnTo>
                  <a:lnTo>
                    <a:pt x="26670" y="140970"/>
                  </a:lnTo>
                  <a:lnTo>
                    <a:pt x="27147" y="142399"/>
                  </a:lnTo>
                  <a:lnTo>
                    <a:pt x="26670" y="143351"/>
                  </a:lnTo>
                  <a:lnTo>
                    <a:pt x="21907" y="140970"/>
                  </a:lnTo>
                  <a:lnTo>
                    <a:pt x="20479" y="141446"/>
                  </a:lnTo>
                  <a:lnTo>
                    <a:pt x="22860" y="143827"/>
                  </a:lnTo>
                  <a:lnTo>
                    <a:pt x="23813" y="145256"/>
                  </a:lnTo>
                  <a:lnTo>
                    <a:pt x="28575" y="150019"/>
                  </a:lnTo>
                  <a:lnTo>
                    <a:pt x="30004" y="152400"/>
                  </a:lnTo>
                  <a:lnTo>
                    <a:pt x="30480" y="154305"/>
                  </a:lnTo>
                  <a:lnTo>
                    <a:pt x="31432" y="156686"/>
                  </a:lnTo>
                  <a:lnTo>
                    <a:pt x="33338" y="158591"/>
                  </a:lnTo>
                  <a:lnTo>
                    <a:pt x="36195" y="158591"/>
                  </a:lnTo>
                  <a:lnTo>
                    <a:pt x="39529" y="159544"/>
                  </a:lnTo>
                  <a:lnTo>
                    <a:pt x="42863" y="160972"/>
                  </a:lnTo>
                  <a:lnTo>
                    <a:pt x="46197" y="162877"/>
                  </a:lnTo>
                  <a:lnTo>
                    <a:pt x="45244" y="163830"/>
                  </a:lnTo>
                  <a:lnTo>
                    <a:pt x="44291" y="164306"/>
                  </a:lnTo>
                  <a:lnTo>
                    <a:pt x="36195" y="160496"/>
                  </a:lnTo>
                  <a:lnTo>
                    <a:pt x="34766" y="160020"/>
                  </a:lnTo>
                  <a:lnTo>
                    <a:pt x="36195" y="161925"/>
                  </a:lnTo>
                  <a:lnTo>
                    <a:pt x="44291" y="169545"/>
                  </a:lnTo>
                  <a:lnTo>
                    <a:pt x="56198" y="178594"/>
                  </a:lnTo>
                  <a:lnTo>
                    <a:pt x="64294" y="187642"/>
                  </a:lnTo>
                  <a:lnTo>
                    <a:pt x="66199" y="191452"/>
                  </a:lnTo>
                  <a:lnTo>
                    <a:pt x="73343" y="197167"/>
                  </a:lnTo>
                  <a:lnTo>
                    <a:pt x="76676" y="200501"/>
                  </a:lnTo>
                  <a:lnTo>
                    <a:pt x="79534" y="205740"/>
                  </a:lnTo>
                  <a:lnTo>
                    <a:pt x="82868" y="209074"/>
                  </a:lnTo>
                  <a:lnTo>
                    <a:pt x="84773" y="203835"/>
                  </a:lnTo>
                  <a:lnTo>
                    <a:pt x="86201" y="201454"/>
                  </a:lnTo>
                  <a:lnTo>
                    <a:pt x="88106" y="199549"/>
                  </a:lnTo>
                  <a:lnTo>
                    <a:pt x="95250" y="195739"/>
                  </a:lnTo>
                  <a:lnTo>
                    <a:pt x="96679" y="195739"/>
                  </a:lnTo>
                  <a:lnTo>
                    <a:pt x="101441" y="200977"/>
                  </a:lnTo>
                  <a:lnTo>
                    <a:pt x="103347" y="201454"/>
                  </a:lnTo>
                  <a:lnTo>
                    <a:pt x="105251" y="201454"/>
                  </a:lnTo>
                  <a:lnTo>
                    <a:pt x="107156" y="201454"/>
                  </a:lnTo>
                  <a:lnTo>
                    <a:pt x="108109" y="200501"/>
                  </a:lnTo>
                  <a:lnTo>
                    <a:pt x="108585" y="199072"/>
                  </a:lnTo>
                  <a:lnTo>
                    <a:pt x="106680" y="197644"/>
                  </a:lnTo>
                  <a:lnTo>
                    <a:pt x="106680" y="195739"/>
                  </a:lnTo>
                  <a:lnTo>
                    <a:pt x="107632" y="194310"/>
                  </a:lnTo>
                  <a:lnTo>
                    <a:pt x="108585" y="192405"/>
                  </a:lnTo>
                  <a:lnTo>
                    <a:pt x="110014" y="190024"/>
                  </a:lnTo>
                  <a:lnTo>
                    <a:pt x="110014" y="188595"/>
                  </a:lnTo>
                  <a:lnTo>
                    <a:pt x="108585" y="187642"/>
                  </a:lnTo>
                  <a:lnTo>
                    <a:pt x="104775" y="185738"/>
                  </a:lnTo>
                  <a:lnTo>
                    <a:pt x="102870" y="183832"/>
                  </a:lnTo>
                  <a:lnTo>
                    <a:pt x="101918" y="182404"/>
                  </a:lnTo>
                  <a:lnTo>
                    <a:pt x="102394" y="180022"/>
                  </a:lnTo>
                  <a:lnTo>
                    <a:pt x="104299" y="178594"/>
                  </a:lnTo>
                  <a:lnTo>
                    <a:pt x="104299" y="177641"/>
                  </a:lnTo>
                  <a:lnTo>
                    <a:pt x="102394" y="175736"/>
                  </a:lnTo>
                  <a:lnTo>
                    <a:pt x="101441" y="174307"/>
                  </a:lnTo>
                  <a:lnTo>
                    <a:pt x="100013" y="173355"/>
                  </a:lnTo>
                  <a:lnTo>
                    <a:pt x="96679" y="172402"/>
                  </a:lnTo>
                  <a:lnTo>
                    <a:pt x="97155" y="170497"/>
                  </a:lnTo>
                  <a:lnTo>
                    <a:pt x="98584" y="167164"/>
                  </a:lnTo>
                  <a:lnTo>
                    <a:pt x="99060" y="164306"/>
                  </a:lnTo>
                  <a:lnTo>
                    <a:pt x="98107" y="157639"/>
                  </a:lnTo>
                  <a:lnTo>
                    <a:pt x="98107" y="156686"/>
                  </a:lnTo>
                  <a:lnTo>
                    <a:pt x="99060" y="156210"/>
                  </a:lnTo>
                  <a:lnTo>
                    <a:pt x="100965" y="156686"/>
                  </a:lnTo>
                  <a:lnTo>
                    <a:pt x="102870" y="157639"/>
                  </a:lnTo>
                  <a:lnTo>
                    <a:pt x="108585" y="156210"/>
                  </a:lnTo>
                  <a:lnTo>
                    <a:pt x="110490" y="156210"/>
                  </a:lnTo>
                  <a:lnTo>
                    <a:pt x="112395" y="157163"/>
                  </a:lnTo>
                  <a:lnTo>
                    <a:pt x="114776" y="158591"/>
                  </a:lnTo>
                  <a:lnTo>
                    <a:pt x="127635" y="155734"/>
                  </a:lnTo>
                  <a:lnTo>
                    <a:pt x="127635" y="152876"/>
                  </a:lnTo>
                  <a:lnTo>
                    <a:pt x="128588" y="150019"/>
                  </a:lnTo>
                  <a:lnTo>
                    <a:pt x="128588" y="148114"/>
                  </a:lnTo>
                  <a:lnTo>
                    <a:pt x="128111" y="147161"/>
                  </a:lnTo>
                  <a:lnTo>
                    <a:pt x="127635" y="146209"/>
                  </a:lnTo>
                  <a:lnTo>
                    <a:pt x="127159" y="144304"/>
                  </a:lnTo>
                  <a:lnTo>
                    <a:pt x="127159" y="141922"/>
                  </a:lnTo>
                  <a:lnTo>
                    <a:pt x="128111" y="140970"/>
                  </a:lnTo>
                  <a:lnTo>
                    <a:pt x="132398" y="138589"/>
                  </a:lnTo>
                  <a:lnTo>
                    <a:pt x="133826" y="138589"/>
                  </a:lnTo>
                  <a:lnTo>
                    <a:pt x="136684" y="140017"/>
                  </a:lnTo>
                  <a:lnTo>
                    <a:pt x="139541" y="142399"/>
                  </a:lnTo>
                  <a:lnTo>
                    <a:pt x="141923" y="146685"/>
                  </a:lnTo>
                  <a:lnTo>
                    <a:pt x="143351" y="150495"/>
                  </a:lnTo>
                  <a:lnTo>
                    <a:pt x="146209" y="155257"/>
                  </a:lnTo>
                  <a:lnTo>
                    <a:pt x="151924" y="156686"/>
                  </a:lnTo>
                  <a:lnTo>
                    <a:pt x="158591" y="158115"/>
                  </a:lnTo>
                  <a:lnTo>
                    <a:pt x="162401" y="157639"/>
                  </a:lnTo>
                  <a:lnTo>
                    <a:pt x="167640" y="153829"/>
                  </a:lnTo>
                  <a:lnTo>
                    <a:pt x="170498" y="150971"/>
                  </a:lnTo>
                  <a:lnTo>
                    <a:pt x="171450" y="149066"/>
                  </a:lnTo>
                  <a:lnTo>
                    <a:pt x="172879" y="150019"/>
                  </a:lnTo>
                  <a:lnTo>
                    <a:pt x="174784" y="153829"/>
                  </a:lnTo>
                  <a:lnTo>
                    <a:pt x="176213" y="155734"/>
                  </a:lnTo>
                  <a:lnTo>
                    <a:pt x="176689" y="157163"/>
                  </a:lnTo>
                  <a:lnTo>
                    <a:pt x="175736" y="159067"/>
                  </a:lnTo>
                  <a:lnTo>
                    <a:pt x="176689" y="160020"/>
                  </a:lnTo>
                  <a:lnTo>
                    <a:pt x="180023" y="160972"/>
                  </a:lnTo>
                  <a:lnTo>
                    <a:pt x="183356" y="160020"/>
                  </a:lnTo>
                  <a:lnTo>
                    <a:pt x="184785" y="158591"/>
                  </a:lnTo>
                  <a:lnTo>
                    <a:pt x="187166" y="156210"/>
                  </a:lnTo>
                  <a:lnTo>
                    <a:pt x="187166" y="154781"/>
                  </a:lnTo>
                  <a:lnTo>
                    <a:pt x="185738" y="153352"/>
                  </a:lnTo>
                  <a:lnTo>
                    <a:pt x="185738" y="151924"/>
                  </a:lnTo>
                  <a:lnTo>
                    <a:pt x="187166" y="150495"/>
                  </a:lnTo>
                  <a:lnTo>
                    <a:pt x="188595" y="147161"/>
                  </a:lnTo>
                  <a:lnTo>
                    <a:pt x="189072" y="144780"/>
                  </a:lnTo>
                  <a:lnTo>
                    <a:pt x="190024" y="142875"/>
                  </a:lnTo>
                  <a:lnTo>
                    <a:pt x="192405" y="141922"/>
                  </a:lnTo>
                  <a:lnTo>
                    <a:pt x="193357" y="140970"/>
                  </a:lnTo>
                  <a:lnTo>
                    <a:pt x="194786" y="134779"/>
                  </a:lnTo>
                  <a:lnTo>
                    <a:pt x="194310" y="132874"/>
                  </a:lnTo>
                  <a:lnTo>
                    <a:pt x="194310" y="130969"/>
                  </a:lnTo>
                  <a:lnTo>
                    <a:pt x="195739" y="128588"/>
                  </a:lnTo>
                  <a:lnTo>
                    <a:pt x="195739" y="124777"/>
                  </a:lnTo>
                  <a:lnTo>
                    <a:pt x="195263" y="118586"/>
                  </a:lnTo>
                  <a:close/>
                </a:path>
              </a:pathLst>
            </a:custGeom>
            <a:grpFill/>
            <a:ln w="317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924416C6-5440-4004-BAF6-6F5A518EFF29}"/>
                </a:ext>
              </a:extLst>
            </p:cNvPr>
            <p:cNvSpPr/>
            <p:nvPr/>
          </p:nvSpPr>
          <p:spPr>
            <a:xfrm>
              <a:off x="5558313" y="2414587"/>
              <a:ext cx="485298" cy="408146"/>
            </a:xfrm>
            <a:custGeom>
              <a:avLst/>
              <a:gdLst>
                <a:gd name="connsiteX0" fmla="*/ 436245 w 485298"/>
                <a:gd name="connsiteY0" fmla="*/ 90964 h 408146"/>
                <a:gd name="connsiteX1" fmla="*/ 433388 w 485298"/>
                <a:gd name="connsiteY1" fmla="*/ 90011 h 408146"/>
                <a:gd name="connsiteX2" fmla="*/ 426720 w 485298"/>
                <a:gd name="connsiteY2" fmla="*/ 88583 h 408146"/>
                <a:gd name="connsiteX3" fmla="*/ 420529 w 485298"/>
                <a:gd name="connsiteY3" fmla="*/ 87630 h 408146"/>
                <a:gd name="connsiteX4" fmla="*/ 417672 w 485298"/>
                <a:gd name="connsiteY4" fmla="*/ 86678 h 408146"/>
                <a:gd name="connsiteX5" fmla="*/ 415290 w 485298"/>
                <a:gd name="connsiteY5" fmla="*/ 83820 h 408146"/>
                <a:gd name="connsiteX6" fmla="*/ 413861 w 485298"/>
                <a:gd name="connsiteY6" fmla="*/ 83820 h 408146"/>
                <a:gd name="connsiteX7" fmla="*/ 411004 w 485298"/>
                <a:gd name="connsiteY7" fmla="*/ 84772 h 408146"/>
                <a:gd name="connsiteX8" fmla="*/ 407194 w 485298"/>
                <a:gd name="connsiteY8" fmla="*/ 85249 h 408146"/>
                <a:gd name="connsiteX9" fmla="*/ 404336 w 485298"/>
                <a:gd name="connsiteY9" fmla="*/ 84772 h 408146"/>
                <a:gd name="connsiteX10" fmla="*/ 402431 w 485298"/>
                <a:gd name="connsiteY10" fmla="*/ 84772 h 408146"/>
                <a:gd name="connsiteX11" fmla="*/ 401479 w 485298"/>
                <a:gd name="connsiteY11" fmla="*/ 85249 h 408146"/>
                <a:gd name="connsiteX12" fmla="*/ 401003 w 485298"/>
                <a:gd name="connsiteY12" fmla="*/ 84772 h 408146"/>
                <a:gd name="connsiteX13" fmla="*/ 400526 w 485298"/>
                <a:gd name="connsiteY13" fmla="*/ 82391 h 408146"/>
                <a:gd name="connsiteX14" fmla="*/ 399098 w 485298"/>
                <a:gd name="connsiteY14" fmla="*/ 81915 h 408146"/>
                <a:gd name="connsiteX15" fmla="*/ 396716 w 485298"/>
                <a:gd name="connsiteY15" fmla="*/ 81439 h 408146"/>
                <a:gd name="connsiteX16" fmla="*/ 395288 w 485298"/>
                <a:gd name="connsiteY16" fmla="*/ 81915 h 408146"/>
                <a:gd name="connsiteX17" fmla="*/ 394335 w 485298"/>
                <a:gd name="connsiteY17" fmla="*/ 83344 h 408146"/>
                <a:gd name="connsiteX18" fmla="*/ 392906 w 485298"/>
                <a:gd name="connsiteY18" fmla="*/ 84296 h 408146"/>
                <a:gd name="connsiteX19" fmla="*/ 391478 w 485298"/>
                <a:gd name="connsiteY19" fmla="*/ 83820 h 408146"/>
                <a:gd name="connsiteX20" fmla="*/ 387191 w 485298"/>
                <a:gd name="connsiteY20" fmla="*/ 78105 h 408146"/>
                <a:gd name="connsiteX21" fmla="*/ 386239 w 485298"/>
                <a:gd name="connsiteY21" fmla="*/ 76676 h 408146"/>
                <a:gd name="connsiteX22" fmla="*/ 385763 w 485298"/>
                <a:gd name="connsiteY22" fmla="*/ 75724 h 408146"/>
                <a:gd name="connsiteX23" fmla="*/ 384810 w 485298"/>
                <a:gd name="connsiteY23" fmla="*/ 73819 h 408146"/>
                <a:gd name="connsiteX24" fmla="*/ 382429 w 485298"/>
                <a:gd name="connsiteY24" fmla="*/ 71914 h 408146"/>
                <a:gd name="connsiteX25" fmla="*/ 380048 w 485298"/>
                <a:gd name="connsiteY25" fmla="*/ 71438 h 408146"/>
                <a:gd name="connsiteX26" fmla="*/ 378619 w 485298"/>
                <a:gd name="connsiteY26" fmla="*/ 71438 h 408146"/>
                <a:gd name="connsiteX27" fmla="*/ 376238 w 485298"/>
                <a:gd name="connsiteY27" fmla="*/ 70485 h 408146"/>
                <a:gd name="connsiteX28" fmla="*/ 374809 w 485298"/>
                <a:gd name="connsiteY28" fmla="*/ 69533 h 408146"/>
                <a:gd name="connsiteX29" fmla="*/ 372904 w 485298"/>
                <a:gd name="connsiteY29" fmla="*/ 69533 h 408146"/>
                <a:gd name="connsiteX30" fmla="*/ 370999 w 485298"/>
                <a:gd name="connsiteY30" fmla="*/ 70009 h 408146"/>
                <a:gd name="connsiteX31" fmla="*/ 369570 w 485298"/>
                <a:gd name="connsiteY31" fmla="*/ 71438 h 408146"/>
                <a:gd name="connsiteX32" fmla="*/ 367665 w 485298"/>
                <a:gd name="connsiteY32" fmla="*/ 71914 h 408146"/>
                <a:gd name="connsiteX33" fmla="*/ 365760 w 485298"/>
                <a:gd name="connsiteY33" fmla="*/ 71438 h 408146"/>
                <a:gd name="connsiteX34" fmla="*/ 364807 w 485298"/>
                <a:gd name="connsiteY34" fmla="*/ 70485 h 408146"/>
                <a:gd name="connsiteX35" fmla="*/ 363855 w 485298"/>
                <a:gd name="connsiteY35" fmla="*/ 70009 h 408146"/>
                <a:gd name="connsiteX36" fmla="*/ 360998 w 485298"/>
                <a:gd name="connsiteY36" fmla="*/ 69533 h 408146"/>
                <a:gd name="connsiteX37" fmla="*/ 360045 w 485298"/>
                <a:gd name="connsiteY37" fmla="*/ 68104 h 408146"/>
                <a:gd name="connsiteX38" fmla="*/ 357188 w 485298"/>
                <a:gd name="connsiteY38" fmla="*/ 68104 h 408146"/>
                <a:gd name="connsiteX39" fmla="*/ 353854 w 485298"/>
                <a:gd name="connsiteY39" fmla="*/ 68580 h 408146"/>
                <a:gd name="connsiteX40" fmla="*/ 351473 w 485298"/>
                <a:gd name="connsiteY40" fmla="*/ 69533 h 408146"/>
                <a:gd name="connsiteX41" fmla="*/ 350044 w 485298"/>
                <a:gd name="connsiteY41" fmla="*/ 69533 h 408146"/>
                <a:gd name="connsiteX42" fmla="*/ 347663 w 485298"/>
                <a:gd name="connsiteY42" fmla="*/ 67628 h 408146"/>
                <a:gd name="connsiteX43" fmla="*/ 344805 w 485298"/>
                <a:gd name="connsiteY43" fmla="*/ 64770 h 408146"/>
                <a:gd name="connsiteX44" fmla="*/ 342900 w 485298"/>
                <a:gd name="connsiteY44" fmla="*/ 63341 h 408146"/>
                <a:gd name="connsiteX45" fmla="*/ 341948 w 485298"/>
                <a:gd name="connsiteY45" fmla="*/ 62389 h 408146"/>
                <a:gd name="connsiteX46" fmla="*/ 339566 w 485298"/>
                <a:gd name="connsiteY46" fmla="*/ 61913 h 408146"/>
                <a:gd name="connsiteX47" fmla="*/ 336709 w 485298"/>
                <a:gd name="connsiteY47" fmla="*/ 60484 h 408146"/>
                <a:gd name="connsiteX48" fmla="*/ 334328 w 485298"/>
                <a:gd name="connsiteY48" fmla="*/ 59055 h 408146"/>
                <a:gd name="connsiteX49" fmla="*/ 332423 w 485298"/>
                <a:gd name="connsiteY49" fmla="*/ 58103 h 408146"/>
                <a:gd name="connsiteX50" fmla="*/ 330041 w 485298"/>
                <a:gd name="connsiteY50" fmla="*/ 57626 h 408146"/>
                <a:gd name="connsiteX51" fmla="*/ 328136 w 485298"/>
                <a:gd name="connsiteY51" fmla="*/ 57626 h 408146"/>
                <a:gd name="connsiteX52" fmla="*/ 327660 w 485298"/>
                <a:gd name="connsiteY52" fmla="*/ 55245 h 408146"/>
                <a:gd name="connsiteX53" fmla="*/ 327184 w 485298"/>
                <a:gd name="connsiteY53" fmla="*/ 52388 h 408146"/>
                <a:gd name="connsiteX54" fmla="*/ 325279 w 485298"/>
                <a:gd name="connsiteY54" fmla="*/ 50483 h 408146"/>
                <a:gd name="connsiteX55" fmla="*/ 327660 w 485298"/>
                <a:gd name="connsiteY55" fmla="*/ 42863 h 408146"/>
                <a:gd name="connsiteX56" fmla="*/ 326231 w 485298"/>
                <a:gd name="connsiteY56" fmla="*/ 41910 h 408146"/>
                <a:gd name="connsiteX57" fmla="*/ 324803 w 485298"/>
                <a:gd name="connsiteY57" fmla="*/ 42386 h 408146"/>
                <a:gd name="connsiteX58" fmla="*/ 322422 w 485298"/>
                <a:gd name="connsiteY58" fmla="*/ 44291 h 408146"/>
                <a:gd name="connsiteX59" fmla="*/ 321469 w 485298"/>
                <a:gd name="connsiteY59" fmla="*/ 46672 h 408146"/>
                <a:gd name="connsiteX60" fmla="*/ 320993 w 485298"/>
                <a:gd name="connsiteY60" fmla="*/ 48578 h 408146"/>
                <a:gd name="connsiteX61" fmla="*/ 317182 w 485298"/>
                <a:gd name="connsiteY61" fmla="*/ 50483 h 408146"/>
                <a:gd name="connsiteX62" fmla="*/ 310991 w 485298"/>
                <a:gd name="connsiteY62" fmla="*/ 50959 h 408146"/>
                <a:gd name="connsiteX63" fmla="*/ 304324 w 485298"/>
                <a:gd name="connsiteY63" fmla="*/ 50483 h 408146"/>
                <a:gd name="connsiteX64" fmla="*/ 303372 w 485298"/>
                <a:gd name="connsiteY64" fmla="*/ 50006 h 408146"/>
                <a:gd name="connsiteX65" fmla="*/ 302895 w 485298"/>
                <a:gd name="connsiteY65" fmla="*/ 49530 h 408146"/>
                <a:gd name="connsiteX66" fmla="*/ 302895 w 485298"/>
                <a:gd name="connsiteY66" fmla="*/ 49054 h 408146"/>
                <a:gd name="connsiteX67" fmla="*/ 303372 w 485298"/>
                <a:gd name="connsiteY67" fmla="*/ 48101 h 408146"/>
                <a:gd name="connsiteX68" fmla="*/ 304324 w 485298"/>
                <a:gd name="connsiteY68" fmla="*/ 46672 h 408146"/>
                <a:gd name="connsiteX69" fmla="*/ 304800 w 485298"/>
                <a:gd name="connsiteY69" fmla="*/ 44767 h 408146"/>
                <a:gd name="connsiteX70" fmla="*/ 303848 w 485298"/>
                <a:gd name="connsiteY70" fmla="*/ 43339 h 408146"/>
                <a:gd name="connsiteX71" fmla="*/ 302895 w 485298"/>
                <a:gd name="connsiteY71" fmla="*/ 42863 h 408146"/>
                <a:gd name="connsiteX72" fmla="*/ 303372 w 485298"/>
                <a:gd name="connsiteY72" fmla="*/ 41434 h 408146"/>
                <a:gd name="connsiteX73" fmla="*/ 304324 w 485298"/>
                <a:gd name="connsiteY73" fmla="*/ 39529 h 408146"/>
                <a:gd name="connsiteX74" fmla="*/ 304324 w 485298"/>
                <a:gd name="connsiteY74" fmla="*/ 38576 h 408146"/>
                <a:gd name="connsiteX75" fmla="*/ 300038 w 485298"/>
                <a:gd name="connsiteY75" fmla="*/ 35242 h 408146"/>
                <a:gd name="connsiteX76" fmla="*/ 296704 w 485298"/>
                <a:gd name="connsiteY76" fmla="*/ 34766 h 408146"/>
                <a:gd name="connsiteX77" fmla="*/ 293370 w 485298"/>
                <a:gd name="connsiteY77" fmla="*/ 34766 h 408146"/>
                <a:gd name="connsiteX78" fmla="*/ 290989 w 485298"/>
                <a:gd name="connsiteY78" fmla="*/ 34290 h 408146"/>
                <a:gd name="connsiteX79" fmla="*/ 289560 w 485298"/>
                <a:gd name="connsiteY79" fmla="*/ 34290 h 408146"/>
                <a:gd name="connsiteX80" fmla="*/ 288607 w 485298"/>
                <a:gd name="connsiteY80" fmla="*/ 35242 h 408146"/>
                <a:gd name="connsiteX81" fmla="*/ 287655 w 485298"/>
                <a:gd name="connsiteY81" fmla="*/ 35719 h 408146"/>
                <a:gd name="connsiteX82" fmla="*/ 286703 w 485298"/>
                <a:gd name="connsiteY82" fmla="*/ 34766 h 408146"/>
                <a:gd name="connsiteX83" fmla="*/ 285274 w 485298"/>
                <a:gd name="connsiteY83" fmla="*/ 29051 h 408146"/>
                <a:gd name="connsiteX84" fmla="*/ 284322 w 485298"/>
                <a:gd name="connsiteY84" fmla="*/ 28099 h 408146"/>
                <a:gd name="connsiteX85" fmla="*/ 280511 w 485298"/>
                <a:gd name="connsiteY85" fmla="*/ 27146 h 408146"/>
                <a:gd name="connsiteX86" fmla="*/ 275273 w 485298"/>
                <a:gd name="connsiteY86" fmla="*/ 26670 h 408146"/>
                <a:gd name="connsiteX87" fmla="*/ 273844 w 485298"/>
                <a:gd name="connsiteY87" fmla="*/ 25717 h 408146"/>
                <a:gd name="connsiteX88" fmla="*/ 272891 w 485298"/>
                <a:gd name="connsiteY88" fmla="*/ 22860 h 408146"/>
                <a:gd name="connsiteX89" fmla="*/ 272415 w 485298"/>
                <a:gd name="connsiteY89" fmla="*/ 19526 h 408146"/>
                <a:gd name="connsiteX90" fmla="*/ 270510 w 485298"/>
                <a:gd name="connsiteY90" fmla="*/ 16669 h 408146"/>
                <a:gd name="connsiteX91" fmla="*/ 269557 w 485298"/>
                <a:gd name="connsiteY91" fmla="*/ 15716 h 408146"/>
                <a:gd name="connsiteX92" fmla="*/ 268129 w 485298"/>
                <a:gd name="connsiteY92" fmla="*/ 14288 h 408146"/>
                <a:gd name="connsiteX93" fmla="*/ 265272 w 485298"/>
                <a:gd name="connsiteY93" fmla="*/ 14764 h 408146"/>
                <a:gd name="connsiteX94" fmla="*/ 261938 w 485298"/>
                <a:gd name="connsiteY94" fmla="*/ 16669 h 408146"/>
                <a:gd name="connsiteX95" fmla="*/ 260032 w 485298"/>
                <a:gd name="connsiteY95" fmla="*/ 17145 h 408146"/>
                <a:gd name="connsiteX96" fmla="*/ 259080 w 485298"/>
                <a:gd name="connsiteY96" fmla="*/ 17145 h 408146"/>
                <a:gd name="connsiteX97" fmla="*/ 256223 w 485298"/>
                <a:gd name="connsiteY97" fmla="*/ 15240 h 408146"/>
                <a:gd name="connsiteX98" fmla="*/ 253365 w 485298"/>
                <a:gd name="connsiteY98" fmla="*/ 12383 h 408146"/>
                <a:gd name="connsiteX99" fmla="*/ 250984 w 485298"/>
                <a:gd name="connsiteY99" fmla="*/ 9525 h 408146"/>
                <a:gd name="connsiteX100" fmla="*/ 250507 w 485298"/>
                <a:gd name="connsiteY100" fmla="*/ 8096 h 408146"/>
                <a:gd name="connsiteX101" fmla="*/ 251460 w 485298"/>
                <a:gd name="connsiteY101" fmla="*/ 6191 h 408146"/>
                <a:gd name="connsiteX102" fmla="*/ 250507 w 485298"/>
                <a:gd name="connsiteY102" fmla="*/ 4763 h 408146"/>
                <a:gd name="connsiteX103" fmla="*/ 249079 w 485298"/>
                <a:gd name="connsiteY103" fmla="*/ 1905 h 408146"/>
                <a:gd name="connsiteX104" fmla="*/ 248603 w 485298"/>
                <a:gd name="connsiteY104" fmla="*/ 0 h 408146"/>
                <a:gd name="connsiteX105" fmla="*/ 245745 w 485298"/>
                <a:gd name="connsiteY105" fmla="*/ 1429 h 408146"/>
                <a:gd name="connsiteX106" fmla="*/ 227648 w 485298"/>
                <a:gd name="connsiteY106" fmla="*/ 4763 h 408146"/>
                <a:gd name="connsiteX107" fmla="*/ 222885 w 485298"/>
                <a:gd name="connsiteY107" fmla="*/ 7144 h 408146"/>
                <a:gd name="connsiteX108" fmla="*/ 219551 w 485298"/>
                <a:gd name="connsiteY108" fmla="*/ 9525 h 408146"/>
                <a:gd name="connsiteX109" fmla="*/ 217647 w 485298"/>
                <a:gd name="connsiteY109" fmla="*/ 12383 h 408146"/>
                <a:gd name="connsiteX110" fmla="*/ 216694 w 485298"/>
                <a:gd name="connsiteY110" fmla="*/ 15716 h 408146"/>
                <a:gd name="connsiteX111" fmla="*/ 215741 w 485298"/>
                <a:gd name="connsiteY111" fmla="*/ 35242 h 408146"/>
                <a:gd name="connsiteX112" fmla="*/ 217170 w 485298"/>
                <a:gd name="connsiteY112" fmla="*/ 37147 h 408146"/>
                <a:gd name="connsiteX113" fmla="*/ 215741 w 485298"/>
                <a:gd name="connsiteY113" fmla="*/ 38100 h 408146"/>
                <a:gd name="connsiteX114" fmla="*/ 214789 w 485298"/>
                <a:gd name="connsiteY114" fmla="*/ 39053 h 408146"/>
                <a:gd name="connsiteX115" fmla="*/ 210979 w 485298"/>
                <a:gd name="connsiteY115" fmla="*/ 44291 h 408146"/>
                <a:gd name="connsiteX116" fmla="*/ 205264 w 485298"/>
                <a:gd name="connsiteY116" fmla="*/ 48101 h 408146"/>
                <a:gd name="connsiteX117" fmla="*/ 194310 w 485298"/>
                <a:gd name="connsiteY117" fmla="*/ 51911 h 408146"/>
                <a:gd name="connsiteX118" fmla="*/ 183832 w 485298"/>
                <a:gd name="connsiteY118" fmla="*/ 53816 h 408146"/>
                <a:gd name="connsiteX119" fmla="*/ 169069 w 485298"/>
                <a:gd name="connsiteY119" fmla="*/ 60960 h 408146"/>
                <a:gd name="connsiteX120" fmla="*/ 167164 w 485298"/>
                <a:gd name="connsiteY120" fmla="*/ 65246 h 408146"/>
                <a:gd name="connsiteX121" fmla="*/ 166688 w 485298"/>
                <a:gd name="connsiteY121" fmla="*/ 67151 h 408146"/>
                <a:gd name="connsiteX122" fmla="*/ 167164 w 485298"/>
                <a:gd name="connsiteY122" fmla="*/ 69533 h 408146"/>
                <a:gd name="connsiteX123" fmla="*/ 172403 w 485298"/>
                <a:gd name="connsiteY123" fmla="*/ 71438 h 408146"/>
                <a:gd name="connsiteX124" fmla="*/ 178118 w 485298"/>
                <a:gd name="connsiteY124" fmla="*/ 70961 h 408146"/>
                <a:gd name="connsiteX125" fmla="*/ 177165 w 485298"/>
                <a:gd name="connsiteY125" fmla="*/ 71914 h 408146"/>
                <a:gd name="connsiteX126" fmla="*/ 167640 w 485298"/>
                <a:gd name="connsiteY126" fmla="*/ 73819 h 408146"/>
                <a:gd name="connsiteX127" fmla="*/ 162401 w 485298"/>
                <a:gd name="connsiteY127" fmla="*/ 77153 h 408146"/>
                <a:gd name="connsiteX128" fmla="*/ 157163 w 485298"/>
                <a:gd name="connsiteY128" fmla="*/ 78581 h 408146"/>
                <a:gd name="connsiteX129" fmla="*/ 144780 w 485298"/>
                <a:gd name="connsiteY129" fmla="*/ 76200 h 408146"/>
                <a:gd name="connsiteX130" fmla="*/ 136684 w 485298"/>
                <a:gd name="connsiteY130" fmla="*/ 76200 h 408146"/>
                <a:gd name="connsiteX131" fmla="*/ 130016 w 485298"/>
                <a:gd name="connsiteY131" fmla="*/ 74771 h 408146"/>
                <a:gd name="connsiteX132" fmla="*/ 123825 w 485298"/>
                <a:gd name="connsiteY132" fmla="*/ 74771 h 408146"/>
                <a:gd name="connsiteX133" fmla="*/ 121920 w 485298"/>
                <a:gd name="connsiteY133" fmla="*/ 72390 h 408146"/>
                <a:gd name="connsiteX134" fmla="*/ 120491 w 485298"/>
                <a:gd name="connsiteY134" fmla="*/ 70009 h 408146"/>
                <a:gd name="connsiteX135" fmla="*/ 119539 w 485298"/>
                <a:gd name="connsiteY135" fmla="*/ 65246 h 408146"/>
                <a:gd name="connsiteX136" fmla="*/ 119539 w 485298"/>
                <a:gd name="connsiteY136" fmla="*/ 61436 h 408146"/>
                <a:gd name="connsiteX137" fmla="*/ 115729 w 485298"/>
                <a:gd name="connsiteY137" fmla="*/ 60484 h 408146"/>
                <a:gd name="connsiteX138" fmla="*/ 108109 w 485298"/>
                <a:gd name="connsiteY138" fmla="*/ 62389 h 408146"/>
                <a:gd name="connsiteX139" fmla="*/ 104299 w 485298"/>
                <a:gd name="connsiteY139" fmla="*/ 61913 h 408146"/>
                <a:gd name="connsiteX140" fmla="*/ 99060 w 485298"/>
                <a:gd name="connsiteY140" fmla="*/ 61913 h 408146"/>
                <a:gd name="connsiteX141" fmla="*/ 98584 w 485298"/>
                <a:gd name="connsiteY141" fmla="*/ 64294 h 408146"/>
                <a:gd name="connsiteX142" fmla="*/ 98584 w 485298"/>
                <a:gd name="connsiteY142" fmla="*/ 65722 h 408146"/>
                <a:gd name="connsiteX143" fmla="*/ 100489 w 485298"/>
                <a:gd name="connsiteY143" fmla="*/ 70485 h 408146"/>
                <a:gd name="connsiteX144" fmla="*/ 104775 w 485298"/>
                <a:gd name="connsiteY144" fmla="*/ 78105 h 408146"/>
                <a:gd name="connsiteX145" fmla="*/ 108585 w 485298"/>
                <a:gd name="connsiteY145" fmla="*/ 82867 h 408146"/>
                <a:gd name="connsiteX146" fmla="*/ 109061 w 485298"/>
                <a:gd name="connsiteY146" fmla="*/ 100013 h 408146"/>
                <a:gd name="connsiteX147" fmla="*/ 111919 w 485298"/>
                <a:gd name="connsiteY147" fmla="*/ 104775 h 408146"/>
                <a:gd name="connsiteX148" fmla="*/ 115253 w 485298"/>
                <a:gd name="connsiteY148" fmla="*/ 106680 h 408146"/>
                <a:gd name="connsiteX149" fmla="*/ 113348 w 485298"/>
                <a:gd name="connsiteY149" fmla="*/ 107156 h 408146"/>
                <a:gd name="connsiteX150" fmla="*/ 100013 w 485298"/>
                <a:gd name="connsiteY150" fmla="*/ 107633 h 408146"/>
                <a:gd name="connsiteX151" fmla="*/ 99060 w 485298"/>
                <a:gd name="connsiteY151" fmla="*/ 106204 h 408146"/>
                <a:gd name="connsiteX152" fmla="*/ 97155 w 485298"/>
                <a:gd name="connsiteY152" fmla="*/ 104775 h 408146"/>
                <a:gd name="connsiteX153" fmla="*/ 94774 w 485298"/>
                <a:gd name="connsiteY153" fmla="*/ 107633 h 408146"/>
                <a:gd name="connsiteX154" fmla="*/ 93822 w 485298"/>
                <a:gd name="connsiteY154" fmla="*/ 110014 h 408146"/>
                <a:gd name="connsiteX155" fmla="*/ 91440 w 485298"/>
                <a:gd name="connsiteY155" fmla="*/ 107156 h 408146"/>
                <a:gd name="connsiteX156" fmla="*/ 79057 w 485298"/>
                <a:gd name="connsiteY156" fmla="*/ 107156 h 408146"/>
                <a:gd name="connsiteX157" fmla="*/ 70485 w 485298"/>
                <a:gd name="connsiteY157" fmla="*/ 111919 h 408146"/>
                <a:gd name="connsiteX158" fmla="*/ 67151 w 485298"/>
                <a:gd name="connsiteY158" fmla="*/ 109061 h 408146"/>
                <a:gd name="connsiteX159" fmla="*/ 60007 w 485298"/>
                <a:gd name="connsiteY159" fmla="*/ 100965 h 408146"/>
                <a:gd name="connsiteX160" fmla="*/ 52388 w 485298"/>
                <a:gd name="connsiteY160" fmla="*/ 98584 h 408146"/>
                <a:gd name="connsiteX161" fmla="*/ 44291 w 485298"/>
                <a:gd name="connsiteY161" fmla="*/ 100013 h 408146"/>
                <a:gd name="connsiteX162" fmla="*/ 41910 w 485298"/>
                <a:gd name="connsiteY162" fmla="*/ 101917 h 408146"/>
                <a:gd name="connsiteX163" fmla="*/ 36195 w 485298"/>
                <a:gd name="connsiteY163" fmla="*/ 104299 h 408146"/>
                <a:gd name="connsiteX164" fmla="*/ 31432 w 485298"/>
                <a:gd name="connsiteY164" fmla="*/ 104775 h 408146"/>
                <a:gd name="connsiteX165" fmla="*/ 24289 w 485298"/>
                <a:gd name="connsiteY165" fmla="*/ 104299 h 408146"/>
                <a:gd name="connsiteX166" fmla="*/ 8097 w 485298"/>
                <a:gd name="connsiteY166" fmla="*/ 108109 h 408146"/>
                <a:gd name="connsiteX167" fmla="*/ 1429 w 485298"/>
                <a:gd name="connsiteY167" fmla="*/ 111442 h 408146"/>
                <a:gd name="connsiteX168" fmla="*/ 0 w 485298"/>
                <a:gd name="connsiteY168" fmla="*/ 115253 h 408146"/>
                <a:gd name="connsiteX169" fmla="*/ 476 w 485298"/>
                <a:gd name="connsiteY169" fmla="*/ 117158 h 408146"/>
                <a:gd name="connsiteX170" fmla="*/ 1429 w 485298"/>
                <a:gd name="connsiteY170" fmla="*/ 119063 h 408146"/>
                <a:gd name="connsiteX171" fmla="*/ 6191 w 485298"/>
                <a:gd name="connsiteY171" fmla="*/ 119539 h 408146"/>
                <a:gd name="connsiteX172" fmla="*/ 8097 w 485298"/>
                <a:gd name="connsiteY172" fmla="*/ 119063 h 408146"/>
                <a:gd name="connsiteX173" fmla="*/ 12382 w 485298"/>
                <a:gd name="connsiteY173" fmla="*/ 119063 h 408146"/>
                <a:gd name="connsiteX174" fmla="*/ 13335 w 485298"/>
                <a:gd name="connsiteY174" fmla="*/ 119539 h 408146"/>
                <a:gd name="connsiteX175" fmla="*/ 15240 w 485298"/>
                <a:gd name="connsiteY175" fmla="*/ 120015 h 408146"/>
                <a:gd name="connsiteX176" fmla="*/ 17145 w 485298"/>
                <a:gd name="connsiteY176" fmla="*/ 121920 h 408146"/>
                <a:gd name="connsiteX177" fmla="*/ 11430 w 485298"/>
                <a:gd name="connsiteY177" fmla="*/ 122396 h 408146"/>
                <a:gd name="connsiteX178" fmla="*/ 8097 w 485298"/>
                <a:gd name="connsiteY178" fmla="*/ 121920 h 408146"/>
                <a:gd name="connsiteX179" fmla="*/ 7144 w 485298"/>
                <a:gd name="connsiteY179" fmla="*/ 121444 h 408146"/>
                <a:gd name="connsiteX180" fmla="*/ 5715 w 485298"/>
                <a:gd name="connsiteY180" fmla="*/ 122396 h 408146"/>
                <a:gd name="connsiteX181" fmla="*/ 6668 w 485298"/>
                <a:gd name="connsiteY181" fmla="*/ 124301 h 408146"/>
                <a:gd name="connsiteX182" fmla="*/ 7620 w 485298"/>
                <a:gd name="connsiteY182" fmla="*/ 125254 h 408146"/>
                <a:gd name="connsiteX183" fmla="*/ 10478 w 485298"/>
                <a:gd name="connsiteY183" fmla="*/ 125730 h 408146"/>
                <a:gd name="connsiteX184" fmla="*/ 14288 w 485298"/>
                <a:gd name="connsiteY184" fmla="*/ 127635 h 408146"/>
                <a:gd name="connsiteX185" fmla="*/ 12859 w 485298"/>
                <a:gd name="connsiteY185" fmla="*/ 129540 h 408146"/>
                <a:gd name="connsiteX186" fmla="*/ 8097 w 485298"/>
                <a:gd name="connsiteY186" fmla="*/ 130969 h 408146"/>
                <a:gd name="connsiteX187" fmla="*/ 4286 w 485298"/>
                <a:gd name="connsiteY187" fmla="*/ 131445 h 408146"/>
                <a:gd name="connsiteX188" fmla="*/ 2381 w 485298"/>
                <a:gd name="connsiteY188" fmla="*/ 133350 h 408146"/>
                <a:gd name="connsiteX189" fmla="*/ 10954 w 485298"/>
                <a:gd name="connsiteY189" fmla="*/ 136208 h 408146"/>
                <a:gd name="connsiteX190" fmla="*/ 12859 w 485298"/>
                <a:gd name="connsiteY190" fmla="*/ 140017 h 408146"/>
                <a:gd name="connsiteX191" fmla="*/ 14764 w 485298"/>
                <a:gd name="connsiteY191" fmla="*/ 142399 h 408146"/>
                <a:gd name="connsiteX192" fmla="*/ 17622 w 485298"/>
                <a:gd name="connsiteY192" fmla="*/ 142875 h 408146"/>
                <a:gd name="connsiteX193" fmla="*/ 22860 w 485298"/>
                <a:gd name="connsiteY193" fmla="*/ 141446 h 408146"/>
                <a:gd name="connsiteX194" fmla="*/ 28575 w 485298"/>
                <a:gd name="connsiteY194" fmla="*/ 141922 h 408146"/>
                <a:gd name="connsiteX195" fmla="*/ 41910 w 485298"/>
                <a:gd name="connsiteY195" fmla="*/ 145733 h 408146"/>
                <a:gd name="connsiteX196" fmla="*/ 44291 w 485298"/>
                <a:gd name="connsiteY196" fmla="*/ 147638 h 408146"/>
                <a:gd name="connsiteX197" fmla="*/ 45720 w 485298"/>
                <a:gd name="connsiteY197" fmla="*/ 147161 h 408146"/>
                <a:gd name="connsiteX198" fmla="*/ 48101 w 485298"/>
                <a:gd name="connsiteY198" fmla="*/ 147638 h 408146"/>
                <a:gd name="connsiteX199" fmla="*/ 50482 w 485298"/>
                <a:gd name="connsiteY199" fmla="*/ 149066 h 408146"/>
                <a:gd name="connsiteX200" fmla="*/ 51911 w 485298"/>
                <a:gd name="connsiteY200" fmla="*/ 148590 h 408146"/>
                <a:gd name="connsiteX201" fmla="*/ 53816 w 485298"/>
                <a:gd name="connsiteY201" fmla="*/ 148590 h 408146"/>
                <a:gd name="connsiteX202" fmla="*/ 57150 w 485298"/>
                <a:gd name="connsiteY202" fmla="*/ 151924 h 408146"/>
                <a:gd name="connsiteX203" fmla="*/ 60484 w 485298"/>
                <a:gd name="connsiteY203" fmla="*/ 152876 h 408146"/>
                <a:gd name="connsiteX204" fmla="*/ 63818 w 485298"/>
                <a:gd name="connsiteY204" fmla="*/ 152400 h 408146"/>
                <a:gd name="connsiteX205" fmla="*/ 66199 w 485298"/>
                <a:gd name="connsiteY205" fmla="*/ 151924 h 408146"/>
                <a:gd name="connsiteX206" fmla="*/ 68104 w 485298"/>
                <a:gd name="connsiteY206" fmla="*/ 152876 h 408146"/>
                <a:gd name="connsiteX207" fmla="*/ 65723 w 485298"/>
                <a:gd name="connsiteY207" fmla="*/ 155734 h 408146"/>
                <a:gd name="connsiteX208" fmla="*/ 66675 w 485298"/>
                <a:gd name="connsiteY208" fmla="*/ 156686 h 408146"/>
                <a:gd name="connsiteX209" fmla="*/ 70009 w 485298"/>
                <a:gd name="connsiteY209" fmla="*/ 156210 h 408146"/>
                <a:gd name="connsiteX210" fmla="*/ 73819 w 485298"/>
                <a:gd name="connsiteY210" fmla="*/ 156210 h 408146"/>
                <a:gd name="connsiteX211" fmla="*/ 76200 w 485298"/>
                <a:gd name="connsiteY211" fmla="*/ 156686 h 408146"/>
                <a:gd name="connsiteX212" fmla="*/ 78105 w 485298"/>
                <a:gd name="connsiteY212" fmla="*/ 158591 h 408146"/>
                <a:gd name="connsiteX213" fmla="*/ 76676 w 485298"/>
                <a:gd name="connsiteY213" fmla="*/ 160972 h 408146"/>
                <a:gd name="connsiteX214" fmla="*/ 74772 w 485298"/>
                <a:gd name="connsiteY214" fmla="*/ 162401 h 408146"/>
                <a:gd name="connsiteX215" fmla="*/ 75724 w 485298"/>
                <a:gd name="connsiteY215" fmla="*/ 165259 h 408146"/>
                <a:gd name="connsiteX216" fmla="*/ 78105 w 485298"/>
                <a:gd name="connsiteY216" fmla="*/ 166211 h 408146"/>
                <a:gd name="connsiteX217" fmla="*/ 80963 w 485298"/>
                <a:gd name="connsiteY217" fmla="*/ 166688 h 408146"/>
                <a:gd name="connsiteX218" fmla="*/ 93822 w 485298"/>
                <a:gd name="connsiteY218" fmla="*/ 165259 h 408146"/>
                <a:gd name="connsiteX219" fmla="*/ 101918 w 485298"/>
                <a:gd name="connsiteY219" fmla="*/ 169069 h 408146"/>
                <a:gd name="connsiteX220" fmla="*/ 99060 w 485298"/>
                <a:gd name="connsiteY220" fmla="*/ 168592 h 408146"/>
                <a:gd name="connsiteX221" fmla="*/ 95726 w 485298"/>
                <a:gd name="connsiteY221" fmla="*/ 167164 h 408146"/>
                <a:gd name="connsiteX222" fmla="*/ 91916 w 485298"/>
                <a:gd name="connsiteY222" fmla="*/ 166688 h 408146"/>
                <a:gd name="connsiteX223" fmla="*/ 89059 w 485298"/>
                <a:gd name="connsiteY223" fmla="*/ 167164 h 408146"/>
                <a:gd name="connsiteX224" fmla="*/ 87630 w 485298"/>
                <a:gd name="connsiteY224" fmla="*/ 168592 h 408146"/>
                <a:gd name="connsiteX225" fmla="*/ 86201 w 485298"/>
                <a:gd name="connsiteY225" fmla="*/ 170974 h 408146"/>
                <a:gd name="connsiteX226" fmla="*/ 88106 w 485298"/>
                <a:gd name="connsiteY226" fmla="*/ 172403 h 408146"/>
                <a:gd name="connsiteX227" fmla="*/ 90011 w 485298"/>
                <a:gd name="connsiteY227" fmla="*/ 172879 h 408146"/>
                <a:gd name="connsiteX228" fmla="*/ 92393 w 485298"/>
                <a:gd name="connsiteY228" fmla="*/ 176213 h 408146"/>
                <a:gd name="connsiteX229" fmla="*/ 90011 w 485298"/>
                <a:gd name="connsiteY229" fmla="*/ 180975 h 408146"/>
                <a:gd name="connsiteX230" fmla="*/ 90011 w 485298"/>
                <a:gd name="connsiteY230" fmla="*/ 183356 h 408146"/>
                <a:gd name="connsiteX231" fmla="*/ 90964 w 485298"/>
                <a:gd name="connsiteY231" fmla="*/ 185738 h 408146"/>
                <a:gd name="connsiteX232" fmla="*/ 95726 w 485298"/>
                <a:gd name="connsiteY232" fmla="*/ 190976 h 408146"/>
                <a:gd name="connsiteX233" fmla="*/ 100489 w 485298"/>
                <a:gd name="connsiteY233" fmla="*/ 198120 h 408146"/>
                <a:gd name="connsiteX234" fmla="*/ 113824 w 485298"/>
                <a:gd name="connsiteY234" fmla="*/ 205264 h 408146"/>
                <a:gd name="connsiteX235" fmla="*/ 116681 w 485298"/>
                <a:gd name="connsiteY235" fmla="*/ 206216 h 408146"/>
                <a:gd name="connsiteX236" fmla="*/ 119063 w 485298"/>
                <a:gd name="connsiteY236" fmla="*/ 206216 h 408146"/>
                <a:gd name="connsiteX237" fmla="*/ 122397 w 485298"/>
                <a:gd name="connsiteY237" fmla="*/ 206692 h 408146"/>
                <a:gd name="connsiteX238" fmla="*/ 122873 w 485298"/>
                <a:gd name="connsiteY238" fmla="*/ 209074 h 408146"/>
                <a:gd name="connsiteX239" fmla="*/ 122873 w 485298"/>
                <a:gd name="connsiteY239" fmla="*/ 210979 h 408146"/>
                <a:gd name="connsiteX240" fmla="*/ 123825 w 485298"/>
                <a:gd name="connsiteY240" fmla="*/ 222885 h 408146"/>
                <a:gd name="connsiteX241" fmla="*/ 125254 w 485298"/>
                <a:gd name="connsiteY241" fmla="*/ 228124 h 408146"/>
                <a:gd name="connsiteX242" fmla="*/ 126206 w 485298"/>
                <a:gd name="connsiteY242" fmla="*/ 229553 h 408146"/>
                <a:gd name="connsiteX243" fmla="*/ 126682 w 485298"/>
                <a:gd name="connsiteY243" fmla="*/ 230981 h 408146"/>
                <a:gd name="connsiteX244" fmla="*/ 123825 w 485298"/>
                <a:gd name="connsiteY244" fmla="*/ 230029 h 408146"/>
                <a:gd name="connsiteX245" fmla="*/ 120491 w 485298"/>
                <a:gd name="connsiteY245" fmla="*/ 230029 h 408146"/>
                <a:gd name="connsiteX246" fmla="*/ 120968 w 485298"/>
                <a:gd name="connsiteY246" fmla="*/ 232410 h 408146"/>
                <a:gd name="connsiteX247" fmla="*/ 121920 w 485298"/>
                <a:gd name="connsiteY247" fmla="*/ 233839 h 408146"/>
                <a:gd name="connsiteX248" fmla="*/ 131922 w 485298"/>
                <a:gd name="connsiteY248" fmla="*/ 240030 h 408146"/>
                <a:gd name="connsiteX249" fmla="*/ 134779 w 485298"/>
                <a:gd name="connsiteY249" fmla="*/ 242888 h 408146"/>
                <a:gd name="connsiteX250" fmla="*/ 136684 w 485298"/>
                <a:gd name="connsiteY250" fmla="*/ 246221 h 408146"/>
                <a:gd name="connsiteX251" fmla="*/ 140018 w 485298"/>
                <a:gd name="connsiteY251" fmla="*/ 258604 h 408146"/>
                <a:gd name="connsiteX252" fmla="*/ 141923 w 485298"/>
                <a:gd name="connsiteY252" fmla="*/ 260033 h 408146"/>
                <a:gd name="connsiteX253" fmla="*/ 142875 w 485298"/>
                <a:gd name="connsiteY253" fmla="*/ 261938 h 408146"/>
                <a:gd name="connsiteX254" fmla="*/ 140018 w 485298"/>
                <a:gd name="connsiteY254" fmla="*/ 260033 h 408146"/>
                <a:gd name="connsiteX255" fmla="*/ 138113 w 485298"/>
                <a:gd name="connsiteY255" fmla="*/ 258128 h 408146"/>
                <a:gd name="connsiteX256" fmla="*/ 135731 w 485298"/>
                <a:gd name="connsiteY256" fmla="*/ 249079 h 408146"/>
                <a:gd name="connsiteX257" fmla="*/ 133826 w 485298"/>
                <a:gd name="connsiteY257" fmla="*/ 246221 h 408146"/>
                <a:gd name="connsiteX258" fmla="*/ 130016 w 485298"/>
                <a:gd name="connsiteY258" fmla="*/ 242888 h 408146"/>
                <a:gd name="connsiteX259" fmla="*/ 125254 w 485298"/>
                <a:gd name="connsiteY259" fmla="*/ 239554 h 408146"/>
                <a:gd name="connsiteX260" fmla="*/ 122873 w 485298"/>
                <a:gd name="connsiteY260" fmla="*/ 247650 h 408146"/>
                <a:gd name="connsiteX261" fmla="*/ 121444 w 485298"/>
                <a:gd name="connsiteY261" fmla="*/ 255270 h 408146"/>
                <a:gd name="connsiteX262" fmla="*/ 119539 w 485298"/>
                <a:gd name="connsiteY262" fmla="*/ 275749 h 408146"/>
                <a:gd name="connsiteX263" fmla="*/ 120491 w 485298"/>
                <a:gd name="connsiteY263" fmla="*/ 274796 h 408146"/>
                <a:gd name="connsiteX264" fmla="*/ 120968 w 485298"/>
                <a:gd name="connsiteY264" fmla="*/ 273367 h 408146"/>
                <a:gd name="connsiteX265" fmla="*/ 122397 w 485298"/>
                <a:gd name="connsiteY265" fmla="*/ 271939 h 408146"/>
                <a:gd name="connsiteX266" fmla="*/ 124778 w 485298"/>
                <a:gd name="connsiteY266" fmla="*/ 274796 h 408146"/>
                <a:gd name="connsiteX267" fmla="*/ 121444 w 485298"/>
                <a:gd name="connsiteY267" fmla="*/ 275749 h 408146"/>
                <a:gd name="connsiteX268" fmla="*/ 119063 w 485298"/>
                <a:gd name="connsiteY268" fmla="*/ 280035 h 408146"/>
                <a:gd name="connsiteX269" fmla="*/ 115729 w 485298"/>
                <a:gd name="connsiteY269" fmla="*/ 302419 h 408146"/>
                <a:gd name="connsiteX270" fmla="*/ 110966 w 485298"/>
                <a:gd name="connsiteY270" fmla="*/ 320992 h 408146"/>
                <a:gd name="connsiteX271" fmla="*/ 106204 w 485298"/>
                <a:gd name="connsiteY271" fmla="*/ 326231 h 408146"/>
                <a:gd name="connsiteX272" fmla="*/ 100489 w 485298"/>
                <a:gd name="connsiteY272" fmla="*/ 327660 h 408146"/>
                <a:gd name="connsiteX273" fmla="*/ 100489 w 485298"/>
                <a:gd name="connsiteY273" fmla="*/ 329089 h 408146"/>
                <a:gd name="connsiteX274" fmla="*/ 101918 w 485298"/>
                <a:gd name="connsiteY274" fmla="*/ 330994 h 408146"/>
                <a:gd name="connsiteX275" fmla="*/ 103347 w 485298"/>
                <a:gd name="connsiteY275" fmla="*/ 331946 h 408146"/>
                <a:gd name="connsiteX276" fmla="*/ 106204 w 485298"/>
                <a:gd name="connsiteY276" fmla="*/ 332899 h 408146"/>
                <a:gd name="connsiteX277" fmla="*/ 108585 w 485298"/>
                <a:gd name="connsiteY277" fmla="*/ 332899 h 408146"/>
                <a:gd name="connsiteX278" fmla="*/ 111443 w 485298"/>
                <a:gd name="connsiteY278" fmla="*/ 333375 h 408146"/>
                <a:gd name="connsiteX279" fmla="*/ 113348 w 485298"/>
                <a:gd name="connsiteY279" fmla="*/ 334328 h 408146"/>
                <a:gd name="connsiteX280" fmla="*/ 113348 w 485298"/>
                <a:gd name="connsiteY280" fmla="*/ 336233 h 408146"/>
                <a:gd name="connsiteX281" fmla="*/ 112872 w 485298"/>
                <a:gd name="connsiteY281" fmla="*/ 338138 h 408146"/>
                <a:gd name="connsiteX282" fmla="*/ 111443 w 485298"/>
                <a:gd name="connsiteY282" fmla="*/ 340042 h 408146"/>
                <a:gd name="connsiteX283" fmla="*/ 110490 w 485298"/>
                <a:gd name="connsiteY283" fmla="*/ 341471 h 408146"/>
                <a:gd name="connsiteX284" fmla="*/ 110966 w 485298"/>
                <a:gd name="connsiteY284" fmla="*/ 342424 h 408146"/>
                <a:gd name="connsiteX285" fmla="*/ 111919 w 485298"/>
                <a:gd name="connsiteY285" fmla="*/ 342900 h 408146"/>
                <a:gd name="connsiteX286" fmla="*/ 112872 w 485298"/>
                <a:gd name="connsiteY286" fmla="*/ 342900 h 408146"/>
                <a:gd name="connsiteX287" fmla="*/ 113824 w 485298"/>
                <a:gd name="connsiteY287" fmla="*/ 342900 h 408146"/>
                <a:gd name="connsiteX288" fmla="*/ 114300 w 485298"/>
                <a:gd name="connsiteY288" fmla="*/ 341947 h 408146"/>
                <a:gd name="connsiteX289" fmla="*/ 115253 w 485298"/>
                <a:gd name="connsiteY289" fmla="*/ 340519 h 408146"/>
                <a:gd name="connsiteX290" fmla="*/ 115729 w 485298"/>
                <a:gd name="connsiteY290" fmla="*/ 340519 h 408146"/>
                <a:gd name="connsiteX291" fmla="*/ 115729 w 485298"/>
                <a:gd name="connsiteY291" fmla="*/ 341471 h 408146"/>
                <a:gd name="connsiteX292" fmla="*/ 116205 w 485298"/>
                <a:gd name="connsiteY292" fmla="*/ 342424 h 408146"/>
                <a:gd name="connsiteX293" fmla="*/ 120015 w 485298"/>
                <a:gd name="connsiteY293" fmla="*/ 343853 h 408146"/>
                <a:gd name="connsiteX294" fmla="*/ 128111 w 485298"/>
                <a:gd name="connsiteY294" fmla="*/ 346710 h 408146"/>
                <a:gd name="connsiteX295" fmla="*/ 131445 w 485298"/>
                <a:gd name="connsiteY295" fmla="*/ 346710 h 408146"/>
                <a:gd name="connsiteX296" fmla="*/ 133826 w 485298"/>
                <a:gd name="connsiteY296" fmla="*/ 347186 h 408146"/>
                <a:gd name="connsiteX297" fmla="*/ 134779 w 485298"/>
                <a:gd name="connsiteY297" fmla="*/ 348615 h 408146"/>
                <a:gd name="connsiteX298" fmla="*/ 140018 w 485298"/>
                <a:gd name="connsiteY298" fmla="*/ 352901 h 408146"/>
                <a:gd name="connsiteX299" fmla="*/ 141447 w 485298"/>
                <a:gd name="connsiteY299" fmla="*/ 352901 h 408146"/>
                <a:gd name="connsiteX300" fmla="*/ 143828 w 485298"/>
                <a:gd name="connsiteY300" fmla="*/ 352901 h 408146"/>
                <a:gd name="connsiteX301" fmla="*/ 146685 w 485298"/>
                <a:gd name="connsiteY301" fmla="*/ 352425 h 408146"/>
                <a:gd name="connsiteX302" fmla="*/ 148590 w 485298"/>
                <a:gd name="connsiteY302" fmla="*/ 351472 h 408146"/>
                <a:gd name="connsiteX303" fmla="*/ 150019 w 485298"/>
                <a:gd name="connsiteY303" fmla="*/ 351472 h 408146"/>
                <a:gd name="connsiteX304" fmla="*/ 151448 w 485298"/>
                <a:gd name="connsiteY304" fmla="*/ 352425 h 408146"/>
                <a:gd name="connsiteX305" fmla="*/ 153353 w 485298"/>
                <a:gd name="connsiteY305" fmla="*/ 353378 h 408146"/>
                <a:gd name="connsiteX306" fmla="*/ 155734 w 485298"/>
                <a:gd name="connsiteY306" fmla="*/ 354806 h 408146"/>
                <a:gd name="connsiteX307" fmla="*/ 157639 w 485298"/>
                <a:gd name="connsiteY307" fmla="*/ 356711 h 408146"/>
                <a:gd name="connsiteX308" fmla="*/ 159068 w 485298"/>
                <a:gd name="connsiteY308" fmla="*/ 357188 h 408146"/>
                <a:gd name="connsiteX309" fmla="*/ 167164 w 485298"/>
                <a:gd name="connsiteY309" fmla="*/ 355759 h 408146"/>
                <a:gd name="connsiteX310" fmla="*/ 169069 w 485298"/>
                <a:gd name="connsiteY310" fmla="*/ 356711 h 408146"/>
                <a:gd name="connsiteX311" fmla="*/ 170974 w 485298"/>
                <a:gd name="connsiteY311" fmla="*/ 356711 h 408146"/>
                <a:gd name="connsiteX312" fmla="*/ 173355 w 485298"/>
                <a:gd name="connsiteY312" fmla="*/ 356235 h 408146"/>
                <a:gd name="connsiteX313" fmla="*/ 178118 w 485298"/>
                <a:gd name="connsiteY313" fmla="*/ 356711 h 408146"/>
                <a:gd name="connsiteX314" fmla="*/ 181928 w 485298"/>
                <a:gd name="connsiteY314" fmla="*/ 356711 h 408146"/>
                <a:gd name="connsiteX315" fmla="*/ 182404 w 485298"/>
                <a:gd name="connsiteY315" fmla="*/ 356235 h 408146"/>
                <a:gd name="connsiteX316" fmla="*/ 182880 w 485298"/>
                <a:gd name="connsiteY316" fmla="*/ 351949 h 408146"/>
                <a:gd name="connsiteX317" fmla="*/ 183356 w 485298"/>
                <a:gd name="connsiteY317" fmla="*/ 350520 h 408146"/>
                <a:gd name="connsiteX318" fmla="*/ 184309 w 485298"/>
                <a:gd name="connsiteY318" fmla="*/ 350044 h 408146"/>
                <a:gd name="connsiteX319" fmla="*/ 186690 w 485298"/>
                <a:gd name="connsiteY319" fmla="*/ 350520 h 408146"/>
                <a:gd name="connsiteX320" fmla="*/ 195263 w 485298"/>
                <a:gd name="connsiteY320" fmla="*/ 352901 h 408146"/>
                <a:gd name="connsiteX321" fmla="*/ 198597 w 485298"/>
                <a:gd name="connsiteY321" fmla="*/ 354330 h 408146"/>
                <a:gd name="connsiteX322" fmla="*/ 201930 w 485298"/>
                <a:gd name="connsiteY322" fmla="*/ 355283 h 408146"/>
                <a:gd name="connsiteX323" fmla="*/ 204788 w 485298"/>
                <a:gd name="connsiteY323" fmla="*/ 355283 h 408146"/>
                <a:gd name="connsiteX324" fmla="*/ 206693 w 485298"/>
                <a:gd name="connsiteY324" fmla="*/ 356235 h 408146"/>
                <a:gd name="connsiteX325" fmla="*/ 209550 w 485298"/>
                <a:gd name="connsiteY325" fmla="*/ 360045 h 408146"/>
                <a:gd name="connsiteX326" fmla="*/ 210503 w 485298"/>
                <a:gd name="connsiteY326" fmla="*/ 359092 h 408146"/>
                <a:gd name="connsiteX327" fmla="*/ 211931 w 485298"/>
                <a:gd name="connsiteY327" fmla="*/ 358140 h 408146"/>
                <a:gd name="connsiteX328" fmla="*/ 214313 w 485298"/>
                <a:gd name="connsiteY328" fmla="*/ 358616 h 408146"/>
                <a:gd name="connsiteX329" fmla="*/ 219075 w 485298"/>
                <a:gd name="connsiteY329" fmla="*/ 360045 h 408146"/>
                <a:gd name="connsiteX330" fmla="*/ 220028 w 485298"/>
                <a:gd name="connsiteY330" fmla="*/ 360997 h 408146"/>
                <a:gd name="connsiteX331" fmla="*/ 220028 w 485298"/>
                <a:gd name="connsiteY331" fmla="*/ 361950 h 408146"/>
                <a:gd name="connsiteX332" fmla="*/ 219075 w 485298"/>
                <a:gd name="connsiteY332" fmla="*/ 363379 h 408146"/>
                <a:gd name="connsiteX333" fmla="*/ 218599 w 485298"/>
                <a:gd name="connsiteY333" fmla="*/ 364331 h 408146"/>
                <a:gd name="connsiteX334" fmla="*/ 223838 w 485298"/>
                <a:gd name="connsiteY334" fmla="*/ 366236 h 408146"/>
                <a:gd name="connsiteX335" fmla="*/ 226219 w 485298"/>
                <a:gd name="connsiteY335" fmla="*/ 367665 h 408146"/>
                <a:gd name="connsiteX336" fmla="*/ 227172 w 485298"/>
                <a:gd name="connsiteY336" fmla="*/ 369094 h 408146"/>
                <a:gd name="connsiteX337" fmla="*/ 228600 w 485298"/>
                <a:gd name="connsiteY337" fmla="*/ 370522 h 408146"/>
                <a:gd name="connsiteX338" fmla="*/ 230029 w 485298"/>
                <a:gd name="connsiteY338" fmla="*/ 370522 h 408146"/>
                <a:gd name="connsiteX339" fmla="*/ 232410 w 485298"/>
                <a:gd name="connsiteY339" fmla="*/ 369094 h 408146"/>
                <a:gd name="connsiteX340" fmla="*/ 235744 w 485298"/>
                <a:gd name="connsiteY340" fmla="*/ 367665 h 408146"/>
                <a:gd name="connsiteX341" fmla="*/ 241459 w 485298"/>
                <a:gd name="connsiteY341" fmla="*/ 369094 h 408146"/>
                <a:gd name="connsiteX342" fmla="*/ 248126 w 485298"/>
                <a:gd name="connsiteY342" fmla="*/ 370999 h 408146"/>
                <a:gd name="connsiteX343" fmla="*/ 250984 w 485298"/>
                <a:gd name="connsiteY343" fmla="*/ 370999 h 408146"/>
                <a:gd name="connsiteX344" fmla="*/ 250984 w 485298"/>
                <a:gd name="connsiteY344" fmla="*/ 370046 h 408146"/>
                <a:gd name="connsiteX345" fmla="*/ 251460 w 485298"/>
                <a:gd name="connsiteY345" fmla="*/ 368617 h 408146"/>
                <a:gd name="connsiteX346" fmla="*/ 252413 w 485298"/>
                <a:gd name="connsiteY346" fmla="*/ 368141 h 408146"/>
                <a:gd name="connsiteX347" fmla="*/ 253841 w 485298"/>
                <a:gd name="connsiteY347" fmla="*/ 368141 h 408146"/>
                <a:gd name="connsiteX348" fmla="*/ 256223 w 485298"/>
                <a:gd name="connsiteY348" fmla="*/ 367665 h 408146"/>
                <a:gd name="connsiteX349" fmla="*/ 258604 w 485298"/>
                <a:gd name="connsiteY349" fmla="*/ 366713 h 408146"/>
                <a:gd name="connsiteX350" fmla="*/ 261461 w 485298"/>
                <a:gd name="connsiteY350" fmla="*/ 366236 h 408146"/>
                <a:gd name="connsiteX351" fmla="*/ 264319 w 485298"/>
                <a:gd name="connsiteY351" fmla="*/ 367189 h 408146"/>
                <a:gd name="connsiteX352" fmla="*/ 267653 w 485298"/>
                <a:gd name="connsiteY352" fmla="*/ 367665 h 408146"/>
                <a:gd name="connsiteX353" fmla="*/ 269557 w 485298"/>
                <a:gd name="connsiteY353" fmla="*/ 367665 h 408146"/>
                <a:gd name="connsiteX354" fmla="*/ 269081 w 485298"/>
                <a:gd name="connsiteY354" fmla="*/ 366236 h 408146"/>
                <a:gd name="connsiteX355" fmla="*/ 265272 w 485298"/>
                <a:gd name="connsiteY355" fmla="*/ 360997 h 408146"/>
                <a:gd name="connsiteX356" fmla="*/ 263843 w 485298"/>
                <a:gd name="connsiteY356" fmla="*/ 350996 h 408146"/>
                <a:gd name="connsiteX357" fmla="*/ 264319 w 485298"/>
                <a:gd name="connsiteY357" fmla="*/ 347663 h 408146"/>
                <a:gd name="connsiteX358" fmla="*/ 268129 w 485298"/>
                <a:gd name="connsiteY358" fmla="*/ 340995 h 408146"/>
                <a:gd name="connsiteX359" fmla="*/ 271463 w 485298"/>
                <a:gd name="connsiteY359" fmla="*/ 336233 h 408146"/>
                <a:gd name="connsiteX360" fmla="*/ 289560 w 485298"/>
                <a:gd name="connsiteY360" fmla="*/ 325279 h 408146"/>
                <a:gd name="connsiteX361" fmla="*/ 291941 w 485298"/>
                <a:gd name="connsiteY361" fmla="*/ 322897 h 408146"/>
                <a:gd name="connsiteX362" fmla="*/ 293847 w 485298"/>
                <a:gd name="connsiteY362" fmla="*/ 320992 h 408146"/>
                <a:gd name="connsiteX363" fmla="*/ 298609 w 485298"/>
                <a:gd name="connsiteY363" fmla="*/ 319564 h 408146"/>
                <a:gd name="connsiteX364" fmla="*/ 299561 w 485298"/>
                <a:gd name="connsiteY364" fmla="*/ 320040 h 408146"/>
                <a:gd name="connsiteX365" fmla="*/ 300990 w 485298"/>
                <a:gd name="connsiteY365" fmla="*/ 320992 h 408146"/>
                <a:gd name="connsiteX366" fmla="*/ 302895 w 485298"/>
                <a:gd name="connsiteY366" fmla="*/ 323374 h 408146"/>
                <a:gd name="connsiteX367" fmla="*/ 304800 w 485298"/>
                <a:gd name="connsiteY367" fmla="*/ 324326 h 408146"/>
                <a:gd name="connsiteX368" fmla="*/ 310039 w 485298"/>
                <a:gd name="connsiteY368" fmla="*/ 325279 h 408146"/>
                <a:gd name="connsiteX369" fmla="*/ 310991 w 485298"/>
                <a:gd name="connsiteY369" fmla="*/ 325755 h 408146"/>
                <a:gd name="connsiteX370" fmla="*/ 318611 w 485298"/>
                <a:gd name="connsiteY370" fmla="*/ 328136 h 408146"/>
                <a:gd name="connsiteX371" fmla="*/ 321469 w 485298"/>
                <a:gd name="connsiteY371" fmla="*/ 328613 h 408146"/>
                <a:gd name="connsiteX372" fmla="*/ 323850 w 485298"/>
                <a:gd name="connsiteY372" fmla="*/ 328613 h 408146"/>
                <a:gd name="connsiteX373" fmla="*/ 323850 w 485298"/>
                <a:gd name="connsiteY373" fmla="*/ 327660 h 408146"/>
                <a:gd name="connsiteX374" fmla="*/ 324326 w 485298"/>
                <a:gd name="connsiteY374" fmla="*/ 327660 h 408146"/>
                <a:gd name="connsiteX375" fmla="*/ 325755 w 485298"/>
                <a:gd name="connsiteY375" fmla="*/ 328136 h 408146"/>
                <a:gd name="connsiteX376" fmla="*/ 326707 w 485298"/>
                <a:gd name="connsiteY376" fmla="*/ 327184 h 408146"/>
                <a:gd name="connsiteX377" fmla="*/ 328136 w 485298"/>
                <a:gd name="connsiteY377" fmla="*/ 326708 h 408146"/>
                <a:gd name="connsiteX378" fmla="*/ 330518 w 485298"/>
                <a:gd name="connsiteY378" fmla="*/ 326708 h 408146"/>
                <a:gd name="connsiteX379" fmla="*/ 333375 w 485298"/>
                <a:gd name="connsiteY379" fmla="*/ 325755 h 408146"/>
                <a:gd name="connsiteX380" fmla="*/ 333375 w 485298"/>
                <a:gd name="connsiteY380" fmla="*/ 327184 h 408146"/>
                <a:gd name="connsiteX381" fmla="*/ 333851 w 485298"/>
                <a:gd name="connsiteY381" fmla="*/ 328613 h 408146"/>
                <a:gd name="connsiteX382" fmla="*/ 335280 w 485298"/>
                <a:gd name="connsiteY382" fmla="*/ 329565 h 408146"/>
                <a:gd name="connsiteX383" fmla="*/ 338138 w 485298"/>
                <a:gd name="connsiteY383" fmla="*/ 329565 h 408146"/>
                <a:gd name="connsiteX384" fmla="*/ 342424 w 485298"/>
                <a:gd name="connsiteY384" fmla="*/ 330041 h 408146"/>
                <a:gd name="connsiteX385" fmla="*/ 345281 w 485298"/>
                <a:gd name="connsiteY385" fmla="*/ 334804 h 408146"/>
                <a:gd name="connsiteX386" fmla="*/ 354330 w 485298"/>
                <a:gd name="connsiteY386" fmla="*/ 336709 h 408146"/>
                <a:gd name="connsiteX387" fmla="*/ 359093 w 485298"/>
                <a:gd name="connsiteY387" fmla="*/ 340042 h 408146"/>
                <a:gd name="connsiteX388" fmla="*/ 366713 w 485298"/>
                <a:gd name="connsiteY388" fmla="*/ 340042 h 408146"/>
                <a:gd name="connsiteX389" fmla="*/ 369570 w 485298"/>
                <a:gd name="connsiteY389" fmla="*/ 340995 h 408146"/>
                <a:gd name="connsiteX390" fmla="*/ 376238 w 485298"/>
                <a:gd name="connsiteY390" fmla="*/ 338138 h 408146"/>
                <a:gd name="connsiteX391" fmla="*/ 382429 w 485298"/>
                <a:gd name="connsiteY391" fmla="*/ 336709 h 408146"/>
                <a:gd name="connsiteX392" fmla="*/ 384810 w 485298"/>
                <a:gd name="connsiteY392" fmla="*/ 335280 h 408146"/>
                <a:gd name="connsiteX393" fmla="*/ 387668 w 485298"/>
                <a:gd name="connsiteY393" fmla="*/ 332899 h 408146"/>
                <a:gd name="connsiteX394" fmla="*/ 388620 w 485298"/>
                <a:gd name="connsiteY394" fmla="*/ 330041 h 408146"/>
                <a:gd name="connsiteX395" fmla="*/ 389573 w 485298"/>
                <a:gd name="connsiteY395" fmla="*/ 328613 h 408146"/>
                <a:gd name="connsiteX396" fmla="*/ 394811 w 485298"/>
                <a:gd name="connsiteY396" fmla="*/ 325755 h 408146"/>
                <a:gd name="connsiteX397" fmla="*/ 405765 w 485298"/>
                <a:gd name="connsiteY397" fmla="*/ 316706 h 408146"/>
                <a:gd name="connsiteX398" fmla="*/ 408623 w 485298"/>
                <a:gd name="connsiteY398" fmla="*/ 315278 h 408146"/>
                <a:gd name="connsiteX399" fmla="*/ 412432 w 485298"/>
                <a:gd name="connsiteY399" fmla="*/ 313849 h 408146"/>
                <a:gd name="connsiteX400" fmla="*/ 412432 w 485298"/>
                <a:gd name="connsiteY400" fmla="*/ 312896 h 408146"/>
                <a:gd name="connsiteX401" fmla="*/ 412909 w 485298"/>
                <a:gd name="connsiteY401" fmla="*/ 312420 h 408146"/>
                <a:gd name="connsiteX402" fmla="*/ 413385 w 485298"/>
                <a:gd name="connsiteY402" fmla="*/ 312420 h 408146"/>
                <a:gd name="connsiteX403" fmla="*/ 414338 w 485298"/>
                <a:gd name="connsiteY403" fmla="*/ 312896 h 408146"/>
                <a:gd name="connsiteX404" fmla="*/ 414338 w 485298"/>
                <a:gd name="connsiteY404" fmla="*/ 313372 h 408146"/>
                <a:gd name="connsiteX405" fmla="*/ 416243 w 485298"/>
                <a:gd name="connsiteY405" fmla="*/ 312896 h 408146"/>
                <a:gd name="connsiteX406" fmla="*/ 416243 w 485298"/>
                <a:gd name="connsiteY406" fmla="*/ 310515 h 408146"/>
                <a:gd name="connsiteX407" fmla="*/ 415766 w 485298"/>
                <a:gd name="connsiteY407" fmla="*/ 308610 h 408146"/>
                <a:gd name="connsiteX408" fmla="*/ 417195 w 485298"/>
                <a:gd name="connsiteY408" fmla="*/ 306705 h 408146"/>
                <a:gd name="connsiteX409" fmla="*/ 419576 w 485298"/>
                <a:gd name="connsiteY409" fmla="*/ 304324 h 408146"/>
                <a:gd name="connsiteX410" fmla="*/ 421481 w 485298"/>
                <a:gd name="connsiteY410" fmla="*/ 301466 h 408146"/>
                <a:gd name="connsiteX411" fmla="*/ 422434 w 485298"/>
                <a:gd name="connsiteY411" fmla="*/ 299561 h 408146"/>
                <a:gd name="connsiteX412" fmla="*/ 421957 w 485298"/>
                <a:gd name="connsiteY412" fmla="*/ 298133 h 408146"/>
                <a:gd name="connsiteX413" fmla="*/ 421005 w 485298"/>
                <a:gd name="connsiteY413" fmla="*/ 296228 h 408146"/>
                <a:gd name="connsiteX414" fmla="*/ 419576 w 485298"/>
                <a:gd name="connsiteY414" fmla="*/ 296228 h 408146"/>
                <a:gd name="connsiteX415" fmla="*/ 411956 w 485298"/>
                <a:gd name="connsiteY415" fmla="*/ 298133 h 408146"/>
                <a:gd name="connsiteX416" fmla="*/ 410051 w 485298"/>
                <a:gd name="connsiteY416" fmla="*/ 297656 h 408146"/>
                <a:gd name="connsiteX417" fmla="*/ 404336 w 485298"/>
                <a:gd name="connsiteY417" fmla="*/ 294799 h 408146"/>
                <a:gd name="connsiteX418" fmla="*/ 398145 w 485298"/>
                <a:gd name="connsiteY418" fmla="*/ 291465 h 408146"/>
                <a:gd name="connsiteX419" fmla="*/ 395764 w 485298"/>
                <a:gd name="connsiteY419" fmla="*/ 289084 h 408146"/>
                <a:gd name="connsiteX420" fmla="*/ 394811 w 485298"/>
                <a:gd name="connsiteY420" fmla="*/ 286703 h 408146"/>
                <a:gd name="connsiteX421" fmla="*/ 395288 w 485298"/>
                <a:gd name="connsiteY421" fmla="*/ 285274 h 408146"/>
                <a:gd name="connsiteX422" fmla="*/ 394811 w 485298"/>
                <a:gd name="connsiteY422" fmla="*/ 283845 h 408146"/>
                <a:gd name="connsiteX423" fmla="*/ 393382 w 485298"/>
                <a:gd name="connsiteY423" fmla="*/ 281940 h 408146"/>
                <a:gd name="connsiteX424" fmla="*/ 394335 w 485298"/>
                <a:gd name="connsiteY424" fmla="*/ 279559 h 408146"/>
                <a:gd name="connsiteX425" fmla="*/ 396240 w 485298"/>
                <a:gd name="connsiteY425" fmla="*/ 276701 h 408146"/>
                <a:gd name="connsiteX426" fmla="*/ 397193 w 485298"/>
                <a:gd name="connsiteY426" fmla="*/ 274796 h 408146"/>
                <a:gd name="connsiteX427" fmla="*/ 398622 w 485298"/>
                <a:gd name="connsiteY427" fmla="*/ 274320 h 408146"/>
                <a:gd name="connsiteX428" fmla="*/ 399574 w 485298"/>
                <a:gd name="connsiteY428" fmla="*/ 273367 h 408146"/>
                <a:gd name="connsiteX429" fmla="*/ 398145 w 485298"/>
                <a:gd name="connsiteY429" fmla="*/ 268605 h 408146"/>
                <a:gd name="connsiteX430" fmla="*/ 397669 w 485298"/>
                <a:gd name="connsiteY430" fmla="*/ 267653 h 408146"/>
                <a:gd name="connsiteX431" fmla="*/ 396716 w 485298"/>
                <a:gd name="connsiteY431" fmla="*/ 267176 h 408146"/>
                <a:gd name="connsiteX432" fmla="*/ 394811 w 485298"/>
                <a:gd name="connsiteY432" fmla="*/ 267176 h 408146"/>
                <a:gd name="connsiteX433" fmla="*/ 391954 w 485298"/>
                <a:gd name="connsiteY433" fmla="*/ 266224 h 408146"/>
                <a:gd name="connsiteX434" fmla="*/ 390049 w 485298"/>
                <a:gd name="connsiteY434" fmla="*/ 264795 h 408146"/>
                <a:gd name="connsiteX435" fmla="*/ 389573 w 485298"/>
                <a:gd name="connsiteY435" fmla="*/ 262414 h 408146"/>
                <a:gd name="connsiteX436" fmla="*/ 388620 w 485298"/>
                <a:gd name="connsiteY436" fmla="*/ 260509 h 408146"/>
                <a:gd name="connsiteX437" fmla="*/ 386715 w 485298"/>
                <a:gd name="connsiteY437" fmla="*/ 258604 h 408146"/>
                <a:gd name="connsiteX438" fmla="*/ 386239 w 485298"/>
                <a:gd name="connsiteY438" fmla="*/ 256699 h 408146"/>
                <a:gd name="connsiteX439" fmla="*/ 388620 w 485298"/>
                <a:gd name="connsiteY439" fmla="*/ 255746 h 408146"/>
                <a:gd name="connsiteX440" fmla="*/ 391478 w 485298"/>
                <a:gd name="connsiteY440" fmla="*/ 255746 h 408146"/>
                <a:gd name="connsiteX441" fmla="*/ 393382 w 485298"/>
                <a:gd name="connsiteY441" fmla="*/ 256222 h 408146"/>
                <a:gd name="connsiteX442" fmla="*/ 398145 w 485298"/>
                <a:gd name="connsiteY442" fmla="*/ 252889 h 408146"/>
                <a:gd name="connsiteX443" fmla="*/ 400050 w 485298"/>
                <a:gd name="connsiteY443" fmla="*/ 252413 h 408146"/>
                <a:gd name="connsiteX444" fmla="*/ 401479 w 485298"/>
                <a:gd name="connsiteY444" fmla="*/ 251460 h 408146"/>
                <a:gd name="connsiteX445" fmla="*/ 402907 w 485298"/>
                <a:gd name="connsiteY445" fmla="*/ 246697 h 408146"/>
                <a:gd name="connsiteX446" fmla="*/ 403860 w 485298"/>
                <a:gd name="connsiteY446" fmla="*/ 245269 h 408146"/>
                <a:gd name="connsiteX447" fmla="*/ 404336 w 485298"/>
                <a:gd name="connsiteY447" fmla="*/ 244316 h 408146"/>
                <a:gd name="connsiteX448" fmla="*/ 403384 w 485298"/>
                <a:gd name="connsiteY448" fmla="*/ 243364 h 408146"/>
                <a:gd name="connsiteX449" fmla="*/ 399574 w 485298"/>
                <a:gd name="connsiteY449" fmla="*/ 240030 h 408146"/>
                <a:gd name="connsiteX450" fmla="*/ 397669 w 485298"/>
                <a:gd name="connsiteY450" fmla="*/ 236696 h 408146"/>
                <a:gd name="connsiteX451" fmla="*/ 394811 w 485298"/>
                <a:gd name="connsiteY451" fmla="*/ 232886 h 408146"/>
                <a:gd name="connsiteX452" fmla="*/ 392430 w 485298"/>
                <a:gd name="connsiteY452" fmla="*/ 231458 h 408146"/>
                <a:gd name="connsiteX453" fmla="*/ 391954 w 485298"/>
                <a:gd name="connsiteY453" fmla="*/ 230029 h 408146"/>
                <a:gd name="connsiteX454" fmla="*/ 391954 w 485298"/>
                <a:gd name="connsiteY454" fmla="*/ 228600 h 408146"/>
                <a:gd name="connsiteX455" fmla="*/ 392430 w 485298"/>
                <a:gd name="connsiteY455" fmla="*/ 227171 h 408146"/>
                <a:gd name="connsiteX456" fmla="*/ 397193 w 485298"/>
                <a:gd name="connsiteY456" fmla="*/ 224790 h 408146"/>
                <a:gd name="connsiteX457" fmla="*/ 400050 w 485298"/>
                <a:gd name="connsiteY457" fmla="*/ 222409 h 408146"/>
                <a:gd name="connsiteX458" fmla="*/ 399574 w 485298"/>
                <a:gd name="connsiteY458" fmla="*/ 220980 h 408146"/>
                <a:gd name="connsiteX459" fmla="*/ 397669 w 485298"/>
                <a:gd name="connsiteY459" fmla="*/ 218599 h 408146"/>
                <a:gd name="connsiteX460" fmla="*/ 395764 w 485298"/>
                <a:gd name="connsiteY460" fmla="*/ 217170 h 408146"/>
                <a:gd name="connsiteX461" fmla="*/ 394335 w 485298"/>
                <a:gd name="connsiteY461" fmla="*/ 215741 h 408146"/>
                <a:gd name="connsiteX462" fmla="*/ 392430 w 485298"/>
                <a:gd name="connsiteY462" fmla="*/ 213836 h 408146"/>
                <a:gd name="connsiteX463" fmla="*/ 391478 w 485298"/>
                <a:gd name="connsiteY463" fmla="*/ 212408 h 408146"/>
                <a:gd name="connsiteX464" fmla="*/ 392906 w 485298"/>
                <a:gd name="connsiteY464" fmla="*/ 207645 h 408146"/>
                <a:gd name="connsiteX465" fmla="*/ 391954 w 485298"/>
                <a:gd name="connsiteY465" fmla="*/ 206216 h 408146"/>
                <a:gd name="connsiteX466" fmla="*/ 391478 w 485298"/>
                <a:gd name="connsiteY466" fmla="*/ 203835 h 408146"/>
                <a:gd name="connsiteX467" fmla="*/ 391954 w 485298"/>
                <a:gd name="connsiteY467" fmla="*/ 202406 h 408146"/>
                <a:gd name="connsiteX468" fmla="*/ 391478 w 485298"/>
                <a:gd name="connsiteY468" fmla="*/ 201930 h 408146"/>
                <a:gd name="connsiteX469" fmla="*/ 385286 w 485298"/>
                <a:gd name="connsiteY469" fmla="*/ 200978 h 408146"/>
                <a:gd name="connsiteX470" fmla="*/ 380048 w 485298"/>
                <a:gd name="connsiteY470" fmla="*/ 201454 h 408146"/>
                <a:gd name="connsiteX471" fmla="*/ 376238 w 485298"/>
                <a:gd name="connsiteY471" fmla="*/ 202883 h 408146"/>
                <a:gd name="connsiteX472" fmla="*/ 373380 w 485298"/>
                <a:gd name="connsiteY472" fmla="*/ 205264 h 408146"/>
                <a:gd name="connsiteX473" fmla="*/ 372904 w 485298"/>
                <a:gd name="connsiteY473" fmla="*/ 205740 h 408146"/>
                <a:gd name="connsiteX474" fmla="*/ 372904 w 485298"/>
                <a:gd name="connsiteY474" fmla="*/ 206216 h 408146"/>
                <a:gd name="connsiteX475" fmla="*/ 374332 w 485298"/>
                <a:gd name="connsiteY475" fmla="*/ 208597 h 408146"/>
                <a:gd name="connsiteX476" fmla="*/ 371951 w 485298"/>
                <a:gd name="connsiteY476" fmla="*/ 210979 h 408146"/>
                <a:gd name="connsiteX477" fmla="*/ 368141 w 485298"/>
                <a:gd name="connsiteY477" fmla="*/ 212884 h 408146"/>
                <a:gd name="connsiteX478" fmla="*/ 365284 w 485298"/>
                <a:gd name="connsiteY478" fmla="*/ 212884 h 408146"/>
                <a:gd name="connsiteX479" fmla="*/ 363855 w 485298"/>
                <a:gd name="connsiteY479" fmla="*/ 212408 h 408146"/>
                <a:gd name="connsiteX480" fmla="*/ 363855 w 485298"/>
                <a:gd name="connsiteY480" fmla="*/ 209550 h 408146"/>
                <a:gd name="connsiteX481" fmla="*/ 366236 w 485298"/>
                <a:gd name="connsiteY481" fmla="*/ 208597 h 408146"/>
                <a:gd name="connsiteX482" fmla="*/ 368141 w 485298"/>
                <a:gd name="connsiteY482" fmla="*/ 206692 h 408146"/>
                <a:gd name="connsiteX483" fmla="*/ 368618 w 485298"/>
                <a:gd name="connsiteY483" fmla="*/ 204311 h 408146"/>
                <a:gd name="connsiteX484" fmla="*/ 369094 w 485298"/>
                <a:gd name="connsiteY484" fmla="*/ 202406 h 408146"/>
                <a:gd name="connsiteX485" fmla="*/ 366713 w 485298"/>
                <a:gd name="connsiteY485" fmla="*/ 200501 h 408146"/>
                <a:gd name="connsiteX486" fmla="*/ 367189 w 485298"/>
                <a:gd name="connsiteY486" fmla="*/ 199072 h 408146"/>
                <a:gd name="connsiteX487" fmla="*/ 368618 w 485298"/>
                <a:gd name="connsiteY487" fmla="*/ 196691 h 408146"/>
                <a:gd name="connsiteX488" fmla="*/ 369570 w 485298"/>
                <a:gd name="connsiteY488" fmla="*/ 194310 h 408146"/>
                <a:gd name="connsiteX489" fmla="*/ 370523 w 485298"/>
                <a:gd name="connsiteY489" fmla="*/ 192405 h 408146"/>
                <a:gd name="connsiteX490" fmla="*/ 374809 w 485298"/>
                <a:gd name="connsiteY490" fmla="*/ 189547 h 408146"/>
                <a:gd name="connsiteX491" fmla="*/ 379095 w 485298"/>
                <a:gd name="connsiteY491" fmla="*/ 186690 h 408146"/>
                <a:gd name="connsiteX492" fmla="*/ 379572 w 485298"/>
                <a:gd name="connsiteY492" fmla="*/ 183356 h 408146"/>
                <a:gd name="connsiteX493" fmla="*/ 380048 w 485298"/>
                <a:gd name="connsiteY493" fmla="*/ 179546 h 408146"/>
                <a:gd name="connsiteX494" fmla="*/ 380524 w 485298"/>
                <a:gd name="connsiteY494" fmla="*/ 178594 h 408146"/>
                <a:gd name="connsiteX495" fmla="*/ 386239 w 485298"/>
                <a:gd name="connsiteY495" fmla="*/ 176213 h 408146"/>
                <a:gd name="connsiteX496" fmla="*/ 387668 w 485298"/>
                <a:gd name="connsiteY496" fmla="*/ 175260 h 408146"/>
                <a:gd name="connsiteX497" fmla="*/ 388620 w 485298"/>
                <a:gd name="connsiteY497" fmla="*/ 173831 h 408146"/>
                <a:gd name="connsiteX498" fmla="*/ 392906 w 485298"/>
                <a:gd name="connsiteY498" fmla="*/ 169545 h 408146"/>
                <a:gd name="connsiteX499" fmla="*/ 397193 w 485298"/>
                <a:gd name="connsiteY499" fmla="*/ 165259 h 408146"/>
                <a:gd name="connsiteX500" fmla="*/ 398145 w 485298"/>
                <a:gd name="connsiteY500" fmla="*/ 163830 h 408146"/>
                <a:gd name="connsiteX501" fmla="*/ 399098 w 485298"/>
                <a:gd name="connsiteY501" fmla="*/ 162878 h 408146"/>
                <a:gd name="connsiteX502" fmla="*/ 399098 w 485298"/>
                <a:gd name="connsiteY502" fmla="*/ 161925 h 408146"/>
                <a:gd name="connsiteX503" fmla="*/ 398622 w 485298"/>
                <a:gd name="connsiteY503" fmla="*/ 161449 h 408146"/>
                <a:gd name="connsiteX504" fmla="*/ 396716 w 485298"/>
                <a:gd name="connsiteY504" fmla="*/ 160972 h 408146"/>
                <a:gd name="connsiteX505" fmla="*/ 395764 w 485298"/>
                <a:gd name="connsiteY505" fmla="*/ 159544 h 408146"/>
                <a:gd name="connsiteX506" fmla="*/ 398145 w 485298"/>
                <a:gd name="connsiteY506" fmla="*/ 157163 h 408146"/>
                <a:gd name="connsiteX507" fmla="*/ 401003 w 485298"/>
                <a:gd name="connsiteY507" fmla="*/ 155734 h 408146"/>
                <a:gd name="connsiteX508" fmla="*/ 403860 w 485298"/>
                <a:gd name="connsiteY508" fmla="*/ 155734 h 408146"/>
                <a:gd name="connsiteX509" fmla="*/ 404813 w 485298"/>
                <a:gd name="connsiteY509" fmla="*/ 156210 h 408146"/>
                <a:gd name="connsiteX510" fmla="*/ 404813 w 485298"/>
                <a:gd name="connsiteY510" fmla="*/ 157163 h 408146"/>
                <a:gd name="connsiteX511" fmla="*/ 406241 w 485298"/>
                <a:gd name="connsiteY511" fmla="*/ 158115 h 408146"/>
                <a:gd name="connsiteX512" fmla="*/ 408147 w 485298"/>
                <a:gd name="connsiteY512" fmla="*/ 158591 h 408146"/>
                <a:gd name="connsiteX513" fmla="*/ 411004 w 485298"/>
                <a:gd name="connsiteY513" fmla="*/ 158115 h 408146"/>
                <a:gd name="connsiteX514" fmla="*/ 413385 w 485298"/>
                <a:gd name="connsiteY514" fmla="*/ 157163 h 408146"/>
                <a:gd name="connsiteX515" fmla="*/ 414814 w 485298"/>
                <a:gd name="connsiteY515" fmla="*/ 154781 h 408146"/>
                <a:gd name="connsiteX516" fmla="*/ 415766 w 485298"/>
                <a:gd name="connsiteY516" fmla="*/ 152876 h 408146"/>
                <a:gd name="connsiteX517" fmla="*/ 420053 w 485298"/>
                <a:gd name="connsiteY517" fmla="*/ 150971 h 408146"/>
                <a:gd name="connsiteX518" fmla="*/ 418148 w 485298"/>
                <a:gd name="connsiteY518" fmla="*/ 150495 h 408146"/>
                <a:gd name="connsiteX519" fmla="*/ 416719 w 485298"/>
                <a:gd name="connsiteY519" fmla="*/ 147638 h 408146"/>
                <a:gd name="connsiteX520" fmla="*/ 417195 w 485298"/>
                <a:gd name="connsiteY520" fmla="*/ 143351 h 408146"/>
                <a:gd name="connsiteX521" fmla="*/ 419100 w 485298"/>
                <a:gd name="connsiteY521" fmla="*/ 137636 h 408146"/>
                <a:gd name="connsiteX522" fmla="*/ 419576 w 485298"/>
                <a:gd name="connsiteY522" fmla="*/ 133350 h 408146"/>
                <a:gd name="connsiteX523" fmla="*/ 418624 w 485298"/>
                <a:gd name="connsiteY523" fmla="*/ 130492 h 408146"/>
                <a:gd name="connsiteX524" fmla="*/ 419576 w 485298"/>
                <a:gd name="connsiteY524" fmla="*/ 126683 h 408146"/>
                <a:gd name="connsiteX525" fmla="*/ 422434 w 485298"/>
                <a:gd name="connsiteY525" fmla="*/ 121444 h 408146"/>
                <a:gd name="connsiteX526" fmla="*/ 424339 w 485298"/>
                <a:gd name="connsiteY526" fmla="*/ 115729 h 408146"/>
                <a:gd name="connsiteX527" fmla="*/ 425291 w 485298"/>
                <a:gd name="connsiteY527" fmla="*/ 110014 h 408146"/>
                <a:gd name="connsiteX528" fmla="*/ 426720 w 485298"/>
                <a:gd name="connsiteY528" fmla="*/ 106204 h 408146"/>
                <a:gd name="connsiteX529" fmla="*/ 429578 w 485298"/>
                <a:gd name="connsiteY529" fmla="*/ 103346 h 408146"/>
                <a:gd name="connsiteX530" fmla="*/ 436245 w 485298"/>
                <a:gd name="connsiteY530" fmla="*/ 95726 h 408146"/>
                <a:gd name="connsiteX531" fmla="*/ 436722 w 485298"/>
                <a:gd name="connsiteY531" fmla="*/ 95250 h 408146"/>
                <a:gd name="connsiteX532" fmla="*/ 436722 w 485298"/>
                <a:gd name="connsiteY532" fmla="*/ 91440 h 408146"/>
                <a:gd name="connsiteX533" fmla="*/ 436245 w 485298"/>
                <a:gd name="connsiteY533" fmla="*/ 90964 h 408146"/>
                <a:gd name="connsiteX534" fmla="*/ 484823 w 485298"/>
                <a:gd name="connsiteY534" fmla="*/ 360045 h 408146"/>
                <a:gd name="connsiteX535" fmla="*/ 483394 w 485298"/>
                <a:gd name="connsiteY535" fmla="*/ 358616 h 408146"/>
                <a:gd name="connsiteX536" fmla="*/ 482918 w 485298"/>
                <a:gd name="connsiteY536" fmla="*/ 356711 h 408146"/>
                <a:gd name="connsiteX537" fmla="*/ 483870 w 485298"/>
                <a:gd name="connsiteY537" fmla="*/ 350520 h 408146"/>
                <a:gd name="connsiteX538" fmla="*/ 483870 w 485298"/>
                <a:gd name="connsiteY538" fmla="*/ 348139 h 408146"/>
                <a:gd name="connsiteX539" fmla="*/ 483394 w 485298"/>
                <a:gd name="connsiteY539" fmla="*/ 344805 h 408146"/>
                <a:gd name="connsiteX540" fmla="*/ 483394 w 485298"/>
                <a:gd name="connsiteY540" fmla="*/ 343376 h 408146"/>
                <a:gd name="connsiteX541" fmla="*/ 481965 w 485298"/>
                <a:gd name="connsiteY541" fmla="*/ 341947 h 408146"/>
                <a:gd name="connsiteX542" fmla="*/ 480060 w 485298"/>
                <a:gd name="connsiteY542" fmla="*/ 341947 h 408146"/>
                <a:gd name="connsiteX543" fmla="*/ 479107 w 485298"/>
                <a:gd name="connsiteY543" fmla="*/ 344805 h 408146"/>
                <a:gd name="connsiteX544" fmla="*/ 478631 w 485298"/>
                <a:gd name="connsiteY544" fmla="*/ 350044 h 408146"/>
                <a:gd name="connsiteX545" fmla="*/ 479107 w 485298"/>
                <a:gd name="connsiteY545" fmla="*/ 351949 h 408146"/>
                <a:gd name="connsiteX546" fmla="*/ 478155 w 485298"/>
                <a:gd name="connsiteY546" fmla="*/ 354330 h 408146"/>
                <a:gd name="connsiteX547" fmla="*/ 477203 w 485298"/>
                <a:gd name="connsiteY547" fmla="*/ 355283 h 408146"/>
                <a:gd name="connsiteX548" fmla="*/ 476250 w 485298"/>
                <a:gd name="connsiteY548" fmla="*/ 354330 h 408146"/>
                <a:gd name="connsiteX549" fmla="*/ 474345 w 485298"/>
                <a:gd name="connsiteY549" fmla="*/ 353854 h 408146"/>
                <a:gd name="connsiteX550" fmla="*/ 472440 w 485298"/>
                <a:gd name="connsiteY550" fmla="*/ 353854 h 408146"/>
                <a:gd name="connsiteX551" fmla="*/ 470535 w 485298"/>
                <a:gd name="connsiteY551" fmla="*/ 354806 h 408146"/>
                <a:gd name="connsiteX552" fmla="*/ 469106 w 485298"/>
                <a:gd name="connsiteY552" fmla="*/ 356711 h 408146"/>
                <a:gd name="connsiteX553" fmla="*/ 467678 w 485298"/>
                <a:gd name="connsiteY553" fmla="*/ 357188 h 408146"/>
                <a:gd name="connsiteX554" fmla="*/ 461486 w 485298"/>
                <a:gd name="connsiteY554" fmla="*/ 358616 h 408146"/>
                <a:gd name="connsiteX555" fmla="*/ 458153 w 485298"/>
                <a:gd name="connsiteY555" fmla="*/ 360997 h 408146"/>
                <a:gd name="connsiteX556" fmla="*/ 455772 w 485298"/>
                <a:gd name="connsiteY556" fmla="*/ 366236 h 408146"/>
                <a:gd name="connsiteX557" fmla="*/ 453866 w 485298"/>
                <a:gd name="connsiteY557" fmla="*/ 368141 h 408146"/>
                <a:gd name="connsiteX558" fmla="*/ 452914 w 485298"/>
                <a:gd name="connsiteY558" fmla="*/ 369094 h 408146"/>
                <a:gd name="connsiteX559" fmla="*/ 453866 w 485298"/>
                <a:gd name="connsiteY559" fmla="*/ 369570 h 408146"/>
                <a:gd name="connsiteX560" fmla="*/ 454819 w 485298"/>
                <a:gd name="connsiteY560" fmla="*/ 369570 h 408146"/>
                <a:gd name="connsiteX561" fmla="*/ 456724 w 485298"/>
                <a:gd name="connsiteY561" fmla="*/ 371951 h 408146"/>
                <a:gd name="connsiteX562" fmla="*/ 454343 w 485298"/>
                <a:gd name="connsiteY562" fmla="*/ 372904 h 408146"/>
                <a:gd name="connsiteX563" fmla="*/ 452914 w 485298"/>
                <a:gd name="connsiteY563" fmla="*/ 374333 h 408146"/>
                <a:gd name="connsiteX564" fmla="*/ 453866 w 485298"/>
                <a:gd name="connsiteY564" fmla="*/ 376714 h 408146"/>
                <a:gd name="connsiteX565" fmla="*/ 455772 w 485298"/>
                <a:gd name="connsiteY565" fmla="*/ 378619 h 408146"/>
                <a:gd name="connsiteX566" fmla="*/ 457676 w 485298"/>
                <a:gd name="connsiteY566" fmla="*/ 379571 h 408146"/>
                <a:gd name="connsiteX567" fmla="*/ 457676 w 485298"/>
                <a:gd name="connsiteY567" fmla="*/ 381476 h 408146"/>
                <a:gd name="connsiteX568" fmla="*/ 455772 w 485298"/>
                <a:gd name="connsiteY568" fmla="*/ 383381 h 408146"/>
                <a:gd name="connsiteX569" fmla="*/ 454343 w 485298"/>
                <a:gd name="connsiteY569" fmla="*/ 384810 h 408146"/>
                <a:gd name="connsiteX570" fmla="*/ 454343 w 485298"/>
                <a:gd name="connsiteY570" fmla="*/ 385763 h 408146"/>
                <a:gd name="connsiteX571" fmla="*/ 456248 w 485298"/>
                <a:gd name="connsiteY571" fmla="*/ 386239 h 408146"/>
                <a:gd name="connsiteX572" fmla="*/ 458629 w 485298"/>
                <a:gd name="connsiteY572" fmla="*/ 386239 h 408146"/>
                <a:gd name="connsiteX573" fmla="*/ 459105 w 485298"/>
                <a:gd name="connsiteY573" fmla="*/ 388620 h 408146"/>
                <a:gd name="connsiteX574" fmla="*/ 457676 w 485298"/>
                <a:gd name="connsiteY574" fmla="*/ 391478 h 408146"/>
                <a:gd name="connsiteX575" fmla="*/ 457676 w 485298"/>
                <a:gd name="connsiteY575" fmla="*/ 393383 h 408146"/>
                <a:gd name="connsiteX576" fmla="*/ 459581 w 485298"/>
                <a:gd name="connsiteY576" fmla="*/ 394335 h 408146"/>
                <a:gd name="connsiteX577" fmla="*/ 463391 w 485298"/>
                <a:gd name="connsiteY577" fmla="*/ 395764 h 408146"/>
                <a:gd name="connsiteX578" fmla="*/ 462915 w 485298"/>
                <a:gd name="connsiteY578" fmla="*/ 397192 h 408146"/>
                <a:gd name="connsiteX579" fmla="*/ 461010 w 485298"/>
                <a:gd name="connsiteY579" fmla="*/ 398621 h 408146"/>
                <a:gd name="connsiteX580" fmla="*/ 460057 w 485298"/>
                <a:gd name="connsiteY580" fmla="*/ 400050 h 408146"/>
                <a:gd name="connsiteX581" fmla="*/ 461010 w 485298"/>
                <a:gd name="connsiteY581" fmla="*/ 401003 h 408146"/>
                <a:gd name="connsiteX582" fmla="*/ 462915 w 485298"/>
                <a:gd name="connsiteY582" fmla="*/ 402908 h 408146"/>
                <a:gd name="connsiteX583" fmla="*/ 466725 w 485298"/>
                <a:gd name="connsiteY583" fmla="*/ 404336 h 408146"/>
                <a:gd name="connsiteX584" fmla="*/ 472916 w 485298"/>
                <a:gd name="connsiteY584" fmla="*/ 408146 h 408146"/>
                <a:gd name="connsiteX585" fmla="*/ 475298 w 485298"/>
                <a:gd name="connsiteY585" fmla="*/ 405289 h 408146"/>
                <a:gd name="connsiteX586" fmla="*/ 478155 w 485298"/>
                <a:gd name="connsiteY586" fmla="*/ 398621 h 408146"/>
                <a:gd name="connsiteX587" fmla="*/ 479584 w 485298"/>
                <a:gd name="connsiteY587" fmla="*/ 396716 h 408146"/>
                <a:gd name="connsiteX588" fmla="*/ 480060 w 485298"/>
                <a:gd name="connsiteY588" fmla="*/ 394811 h 408146"/>
                <a:gd name="connsiteX589" fmla="*/ 480060 w 485298"/>
                <a:gd name="connsiteY589" fmla="*/ 386715 h 408146"/>
                <a:gd name="connsiteX590" fmla="*/ 481013 w 485298"/>
                <a:gd name="connsiteY590" fmla="*/ 384810 h 408146"/>
                <a:gd name="connsiteX591" fmla="*/ 485299 w 485298"/>
                <a:gd name="connsiteY591" fmla="*/ 378619 h 408146"/>
                <a:gd name="connsiteX592" fmla="*/ 485299 w 485298"/>
                <a:gd name="connsiteY592" fmla="*/ 377190 h 408146"/>
                <a:gd name="connsiteX593" fmla="*/ 484347 w 485298"/>
                <a:gd name="connsiteY593" fmla="*/ 361474 h 408146"/>
                <a:gd name="connsiteX594" fmla="*/ 484823 w 485298"/>
                <a:gd name="connsiteY594" fmla="*/ 360045 h 408146"/>
                <a:gd name="connsiteX595" fmla="*/ 120015 w 485298"/>
                <a:gd name="connsiteY595" fmla="*/ 226695 h 408146"/>
                <a:gd name="connsiteX596" fmla="*/ 121444 w 485298"/>
                <a:gd name="connsiteY596" fmla="*/ 222885 h 408146"/>
                <a:gd name="connsiteX597" fmla="*/ 117634 w 485298"/>
                <a:gd name="connsiteY597" fmla="*/ 218599 h 408146"/>
                <a:gd name="connsiteX598" fmla="*/ 114300 w 485298"/>
                <a:gd name="connsiteY598" fmla="*/ 216694 h 408146"/>
                <a:gd name="connsiteX599" fmla="*/ 114300 w 485298"/>
                <a:gd name="connsiteY599" fmla="*/ 217646 h 408146"/>
                <a:gd name="connsiteX600" fmla="*/ 114776 w 485298"/>
                <a:gd name="connsiteY600" fmla="*/ 220504 h 408146"/>
                <a:gd name="connsiteX601" fmla="*/ 117634 w 485298"/>
                <a:gd name="connsiteY601" fmla="*/ 223361 h 408146"/>
                <a:gd name="connsiteX602" fmla="*/ 120015 w 485298"/>
                <a:gd name="connsiteY602" fmla="*/ 226695 h 40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Lst>
              <a:rect l="l" t="t" r="r" b="b"/>
              <a:pathLst>
                <a:path w="485298" h="408146">
                  <a:moveTo>
                    <a:pt x="436245" y="90964"/>
                  </a:moveTo>
                  <a:lnTo>
                    <a:pt x="433388" y="90011"/>
                  </a:lnTo>
                  <a:lnTo>
                    <a:pt x="426720" y="88583"/>
                  </a:lnTo>
                  <a:lnTo>
                    <a:pt x="420529" y="87630"/>
                  </a:lnTo>
                  <a:lnTo>
                    <a:pt x="417672" y="86678"/>
                  </a:lnTo>
                  <a:lnTo>
                    <a:pt x="415290" y="83820"/>
                  </a:lnTo>
                  <a:lnTo>
                    <a:pt x="413861" y="83820"/>
                  </a:lnTo>
                  <a:lnTo>
                    <a:pt x="411004" y="84772"/>
                  </a:lnTo>
                  <a:lnTo>
                    <a:pt x="407194" y="85249"/>
                  </a:lnTo>
                  <a:lnTo>
                    <a:pt x="404336" y="84772"/>
                  </a:lnTo>
                  <a:lnTo>
                    <a:pt x="402431" y="84772"/>
                  </a:lnTo>
                  <a:lnTo>
                    <a:pt x="401479" y="85249"/>
                  </a:lnTo>
                  <a:lnTo>
                    <a:pt x="401003" y="84772"/>
                  </a:lnTo>
                  <a:lnTo>
                    <a:pt x="400526" y="82391"/>
                  </a:lnTo>
                  <a:lnTo>
                    <a:pt x="399098" y="81915"/>
                  </a:lnTo>
                  <a:lnTo>
                    <a:pt x="396716" y="81439"/>
                  </a:lnTo>
                  <a:lnTo>
                    <a:pt x="395288" y="81915"/>
                  </a:lnTo>
                  <a:lnTo>
                    <a:pt x="394335" y="83344"/>
                  </a:lnTo>
                  <a:lnTo>
                    <a:pt x="392906" y="84296"/>
                  </a:lnTo>
                  <a:lnTo>
                    <a:pt x="391478" y="83820"/>
                  </a:lnTo>
                  <a:lnTo>
                    <a:pt x="387191" y="78105"/>
                  </a:lnTo>
                  <a:lnTo>
                    <a:pt x="386239" y="76676"/>
                  </a:lnTo>
                  <a:lnTo>
                    <a:pt x="385763" y="75724"/>
                  </a:lnTo>
                  <a:lnTo>
                    <a:pt x="384810" y="73819"/>
                  </a:lnTo>
                  <a:lnTo>
                    <a:pt x="382429" y="71914"/>
                  </a:lnTo>
                  <a:lnTo>
                    <a:pt x="380048" y="71438"/>
                  </a:lnTo>
                  <a:lnTo>
                    <a:pt x="378619" y="71438"/>
                  </a:lnTo>
                  <a:lnTo>
                    <a:pt x="376238" y="70485"/>
                  </a:lnTo>
                  <a:lnTo>
                    <a:pt x="374809" y="69533"/>
                  </a:lnTo>
                  <a:lnTo>
                    <a:pt x="372904" y="69533"/>
                  </a:lnTo>
                  <a:lnTo>
                    <a:pt x="370999" y="70009"/>
                  </a:lnTo>
                  <a:lnTo>
                    <a:pt x="369570" y="71438"/>
                  </a:lnTo>
                  <a:lnTo>
                    <a:pt x="367665" y="71914"/>
                  </a:lnTo>
                  <a:lnTo>
                    <a:pt x="365760" y="71438"/>
                  </a:lnTo>
                  <a:lnTo>
                    <a:pt x="364807" y="70485"/>
                  </a:lnTo>
                  <a:lnTo>
                    <a:pt x="363855" y="70009"/>
                  </a:lnTo>
                  <a:lnTo>
                    <a:pt x="360998" y="69533"/>
                  </a:lnTo>
                  <a:lnTo>
                    <a:pt x="360045" y="68104"/>
                  </a:lnTo>
                  <a:lnTo>
                    <a:pt x="357188" y="68104"/>
                  </a:lnTo>
                  <a:lnTo>
                    <a:pt x="353854" y="68580"/>
                  </a:lnTo>
                  <a:lnTo>
                    <a:pt x="351473" y="69533"/>
                  </a:lnTo>
                  <a:lnTo>
                    <a:pt x="350044" y="69533"/>
                  </a:lnTo>
                  <a:lnTo>
                    <a:pt x="347663" y="67628"/>
                  </a:lnTo>
                  <a:lnTo>
                    <a:pt x="344805" y="64770"/>
                  </a:lnTo>
                  <a:lnTo>
                    <a:pt x="342900" y="63341"/>
                  </a:lnTo>
                  <a:lnTo>
                    <a:pt x="341948" y="62389"/>
                  </a:lnTo>
                  <a:lnTo>
                    <a:pt x="339566" y="61913"/>
                  </a:lnTo>
                  <a:lnTo>
                    <a:pt x="336709" y="60484"/>
                  </a:lnTo>
                  <a:lnTo>
                    <a:pt x="334328" y="59055"/>
                  </a:lnTo>
                  <a:lnTo>
                    <a:pt x="332423" y="58103"/>
                  </a:lnTo>
                  <a:lnTo>
                    <a:pt x="330041" y="57626"/>
                  </a:lnTo>
                  <a:lnTo>
                    <a:pt x="328136" y="57626"/>
                  </a:lnTo>
                  <a:lnTo>
                    <a:pt x="327660" y="55245"/>
                  </a:lnTo>
                  <a:lnTo>
                    <a:pt x="327184" y="52388"/>
                  </a:lnTo>
                  <a:lnTo>
                    <a:pt x="325279" y="50483"/>
                  </a:lnTo>
                  <a:lnTo>
                    <a:pt x="327660" y="42863"/>
                  </a:lnTo>
                  <a:lnTo>
                    <a:pt x="326231" y="41910"/>
                  </a:lnTo>
                  <a:lnTo>
                    <a:pt x="324803" y="42386"/>
                  </a:lnTo>
                  <a:lnTo>
                    <a:pt x="322422" y="44291"/>
                  </a:lnTo>
                  <a:lnTo>
                    <a:pt x="321469" y="46672"/>
                  </a:lnTo>
                  <a:lnTo>
                    <a:pt x="320993" y="48578"/>
                  </a:lnTo>
                  <a:lnTo>
                    <a:pt x="317182" y="50483"/>
                  </a:lnTo>
                  <a:lnTo>
                    <a:pt x="310991" y="50959"/>
                  </a:lnTo>
                  <a:lnTo>
                    <a:pt x="304324" y="50483"/>
                  </a:lnTo>
                  <a:lnTo>
                    <a:pt x="303372" y="50006"/>
                  </a:lnTo>
                  <a:lnTo>
                    <a:pt x="302895" y="49530"/>
                  </a:lnTo>
                  <a:lnTo>
                    <a:pt x="302895" y="49054"/>
                  </a:lnTo>
                  <a:lnTo>
                    <a:pt x="303372" y="48101"/>
                  </a:lnTo>
                  <a:lnTo>
                    <a:pt x="304324" y="46672"/>
                  </a:lnTo>
                  <a:lnTo>
                    <a:pt x="304800" y="44767"/>
                  </a:lnTo>
                  <a:lnTo>
                    <a:pt x="303848" y="43339"/>
                  </a:lnTo>
                  <a:lnTo>
                    <a:pt x="302895" y="42863"/>
                  </a:lnTo>
                  <a:lnTo>
                    <a:pt x="303372" y="41434"/>
                  </a:lnTo>
                  <a:lnTo>
                    <a:pt x="304324" y="39529"/>
                  </a:lnTo>
                  <a:lnTo>
                    <a:pt x="304324" y="38576"/>
                  </a:lnTo>
                  <a:lnTo>
                    <a:pt x="300038" y="35242"/>
                  </a:lnTo>
                  <a:lnTo>
                    <a:pt x="296704" y="34766"/>
                  </a:lnTo>
                  <a:lnTo>
                    <a:pt x="293370" y="34766"/>
                  </a:lnTo>
                  <a:lnTo>
                    <a:pt x="290989" y="34290"/>
                  </a:lnTo>
                  <a:lnTo>
                    <a:pt x="289560" y="34290"/>
                  </a:lnTo>
                  <a:lnTo>
                    <a:pt x="288607" y="35242"/>
                  </a:lnTo>
                  <a:lnTo>
                    <a:pt x="287655" y="35719"/>
                  </a:lnTo>
                  <a:lnTo>
                    <a:pt x="286703" y="34766"/>
                  </a:lnTo>
                  <a:lnTo>
                    <a:pt x="285274" y="29051"/>
                  </a:lnTo>
                  <a:lnTo>
                    <a:pt x="284322" y="28099"/>
                  </a:lnTo>
                  <a:lnTo>
                    <a:pt x="280511" y="27146"/>
                  </a:lnTo>
                  <a:lnTo>
                    <a:pt x="275273" y="26670"/>
                  </a:lnTo>
                  <a:lnTo>
                    <a:pt x="273844" y="25717"/>
                  </a:lnTo>
                  <a:lnTo>
                    <a:pt x="272891" y="22860"/>
                  </a:lnTo>
                  <a:lnTo>
                    <a:pt x="272415" y="19526"/>
                  </a:lnTo>
                  <a:lnTo>
                    <a:pt x="270510" y="16669"/>
                  </a:lnTo>
                  <a:lnTo>
                    <a:pt x="269557" y="15716"/>
                  </a:lnTo>
                  <a:lnTo>
                    <a:pt x="268129" y="14288"/>
                  </a:lnTo>
                  <a:lnTo>
                    <a:pt x="265272" y="14764"/>
                  </a:lnTo>
                  <a:lnTo>
                    <a:pt x="261938" y="16669"/>
                  </a:lnTo>
                  <a:lnTo>
                    <a:pt x="260032" y="17145"/>
                  </a:lnTo>
                  <a:lnTo>
                    <a:pt x="259080" y="17145"/>
                  </a:lnTo>
                  <a:lnTo>
                    <a:pt x="256223" y="15240"/>
                  </a:lnTo>
                  <a:lnTo>
                    <a:pt x="253365" y="12383"/>
                  </a:lnTo>
                  <a:lnTo>
                    <a:pt x="250984" y="9525"/>
                  </a:lnTo>
                  <a:lnTo>
                    <a:pt x="250507" y="8096"/>
                  </a:lnTo>
                  <a:lnTo>
                    <a:pt x="251460" y="6191"/>
                  </a:lnTo>
                  <a:lnTo>
                    <a:pt x="250507" y="4763"/>
                  </a:lnTo>
                  <a:lnTo>
                    <a:pt x="249079" y="1905"/>
                  </a:lnTo>
                  <a:lnTo>
                    <a:pt x="248603" y="0"/>
                  </a:lnTo>
                  <a:lnTo>
                    <a:pt x="245745" y="1429"/>
                  </a:lnTo>
                  <a:lnTo>
                    <a:pt x="227648" y="4763"/>
                  </a:lnTo>
                  <a:lnTo>
                    <a:pt x="222885" y="7144"/>
                  </a:lnTo>
                  <a:lnTo>
                    <a:pt x="219551" y="9525"/>
                  </a:lnTo>
                  <a:lnTo>
                    <a:pt x="217647" y="12383"/>
                  </a:lnTo>
                  <a:lnTo>
                    <a:pt x="216694" y="15716"/>
                  </a:lnTo>
                  <a:lnTo>
                    <a:pt x="215741" y="35242"/>
                  </a:lnTo>
                  <a:lnTo>
                    <a:pt x="217170" y="37147"/>
                  </a:lnTo>
                  <a:lnTo>
                    <a:pt x="215741" y="38100"/>
                  </a:lnTo>
                  <a:lnTo>
                    <a:pt x="214789" y="39053"/>
                  </a:lnTo>
                  <a:lnTo>
                    <a:pt x="210979" y="44291"/>
                  </a:lnTo>
                  <a:lnTo>
                    <a:pt x="205264" y="48101"/>
                  </a:lnTo>
                  <a:lnTo>
                    <a:pt x="194310" y="51911"/>
                  </a:lnTo>
                  <a:lnTo>
                    <a:pt x="183832" y="53816"/>
                  </a:lnTo>
                  <a:lnTo>
                    <a:pt x="169069" y="60960"/>
                  </a:lnTo>
                  <a:lnTo>
                    <a:pt x="167164" y="65246"/>
                  </a:lnTo>
                  <a:lnTo>
                    <a:pt x="166688" y="67151"/>
                  </a:lnTo>
                  <a:lnTo>
                    <a:pt x="167164" y="69533"/>
                  </a:lnTo>
                  <a:lnTo>
                    <a:pt x="172403" y="71438"/>
                  </a:lnTo>
                  <a:lnTo>
                    <a:pt x="178118" y="70961"/>
                  </a:lnTo>
                  <a:lnTo>
                    <a:pt x="177165" y="71914"/>
                  </a:lnTo>
                  <a:lnTo>
                    <a:pt x="167640" y="73819"/>
                  </a:lnTo>
                  <a:lnTo>
                    <a:pt x="162401" y="77153"/>
                  </a:lnTo>
                  <a:lnTo>
                    <a:pt x="157163" y="78581"/>
                  </a:lnTo>
                  <a:lnTo>
                    <a:pt x="144780" y="76200"/>
                  </a:lnTo>
                  <a:lnTo>
                    <a:pt x="136684" y="76200"/>
                  </a:lnTo>
                  <a:lnTo>
                    <a:pt x="130016" y="74771"/>
                  </a:lnTo>
                  <a:lnTo>
                    <a:pt x="123825" y="74771"/>
                  </a:lnTo>
                  <a:lnTo>
                    <a:pt x="121920" y="72390"/>
                  </a:lnTo>
                  <a:lnTo>
                    <a:pt x="120491" y="70009"/>
                  </a:lnTo>
                  <a:lnTo>
                    <a:pt x="119539" y="65246"/>
                  </a:lnTo>
                  <a:lnTo>
                    <a:pt x="119539" y="61436"/>
                  </a:lnTo>
                  <a:lnTo>
                    <a:pt x="115729" y="60484"/>
                  </a:lnTo>
                  <a:lnTo>
                    <a:pt x="108109" y="62389"/>
                  </a:lnTo>
                  <a:lnTo>
                    <a:pt x="104299" y="61913"/>
                  </a:lnTo>
                  <a:lnTo>
                    <a:pt x="99060" y="61913"/>
                  </a:lnTo>
                  <a:lnTo>
                    <a:pt x="98584" y="64294"/>
                  </a:lnTo>
                  <a:lnTo>
                    <a:pt x="98584" y="65722"/>
                  </a:lnTo>
                  <a:lnTo>
                    <a:pt x="100489" y="70485"/>
                  </a:lnTo>
                  <a:lnTo>
                    <a:pt x="104775" y="78105"/>
                  </a:lnTo>
                  <a:lnTo>
                    <a:pt x="108585" y="82867"/>
                  </a:lnTo>
                  <a:lnTo>
                    <a:pt x="109061" y="100013"/>
                  </a:lnTo>
                  <a:lnTo>
                    <a:pt x="111919" y="104775"/>
                  </a:lnTo>
                  <a:lnTo>
                    <a:pt x="115253" y="106680"/>
                  </a:lnTo>
                  <a:lnTo>
                    <a:pt x="113348" y="107156"/>
                  </a:lnTo>
                  <a:lnTo>
                    <a:pt x="100013" y="107633"/>
                  </a:lnTo>
                  <a:lnTo>
                    <a:pt x="99060" y="106204"/>
                  </a:lnTo>
                  <a:lnTo>
                    <a:pt x="97155" y="104775"/>
                  </a:lnTo>
                  <a:lnTo>
                    <a:pt x="94774" y="107633"/>
                  </a:lnTo>
                  <a:lnTo>
                    <a:pt x="93822" y="110014"/>
                  </a:lnTo>
                  <a:lnTo>
                    <a:pt x="91440" y="107156"/>
                  </a:lnTo>
                  <a:lnTo>
                    <a:pt x="79057" y="107156"/>
                  </a:lnTo>
                  <a:lnTo>
                    <a:pt x="70485" y="111919"/>
                  </a:lnTo>
                  <a:lnTo>
                    <a:pt x="67151" y="109061"/>
                  </a:lnTo>
                  <a:lnTo>
                    <a:pt x="60007" y="100965"/>
                  </a:lnTo>
                  <a:lnTo>
                    <a:pt x="52388" y="98584"/>
                  </a:lnTo>
                  <a:lnTo>
                    <a:pt x="44291" y="100013"/>
                  </a:lnTo>
                  <a:lnTo>
                    <a:pt x="41910" y="101917"/>
                  </a:lnTo>
                  <a:lnTo>
                    <a:pt x="36195" y="104299"/>
                  </a:lnTo>
                  <a:lnTo>
                    <a:pt x="31432" y="104775"/>
                  </a:lnTo>
                  <a:lnTo>
                    <a:pt x="24289" y="104299"/>
                  </a:lnTo>
                  <a:lnTo>
                    <a:pt x="8097" y="108109"/>
                  </a:lnTo>
                  <a:lnTo>
                    <a:pt x="1429" y="111442"/>
                  </a:lnTo>
                  <a:lnTo>
                    <a:pt x="0" y="115253"/>
                  </a:lnTo>
                  <a:lnTo>
                    <a:pt x="476" y="117158"/>
                  </a:lnTo>
                  <a:lnTo>
                    <a:pt x="1429" y="119063"/>
                  </a:lnTo>
                  <a:lnTo>
                    <a:pt x="6191" y="119539"/>
                  </a:lnTo>
                  <a:lnTo>
                    <a:pt x="8097" y="119063"/>
                  </a:lnTo>
                  <a:lnTo>
                    <a:pt x="12382" y="119063"/>
                  </a:lnTo>
                  <a:lnTo>
                    <a:pt x="13335" y="119539"/>
                  </a:lnTo>
                  <a:lnTo>
                    <a:pt x="15240" y="120015"/>
                  </a:lnTo>
                  <a:lnTo>
                    <a:pt x="17145" y="121920"/>
                  </a:lnTo>
                  <a:lnTo>
                    <a:pt x="11430" y="122396"/>
                  </a:lnTo>
                  <a:lnTo>
                    <a:pt x="8097" y="121920"/>
                  </a:lnTo>
                  <a:lnTo>
                    <a:pt x="7144" y="121444"/>
                  </a:lnTo>
                  <a:lnTo>
                    <a:pt x="5715" y="122396"/>
                  </a:lnTo>
                  <a:lnTo>
                    <a:pt x="6668" y="124301"/>
                  </a:lnTo>
                  <a:lnTo>
                    <a:pt x="7620" y="125254"/>
                  </a:lnTo>
                  <a:lnTo>
                    <a:pt x="10478" y="125730"/>
                  </a:lnTo>
                  <a:lnTo>
                    <a:pt x="14288" y="127635"/>
                  </a:lnTo>
                  <a:lnTo>
                    <a:pt x="12859" y="129540"/>
                  </a:lnTo>
                  <a:lnTo>
                    <a:pt x="8097" y="130969"/>
                  </a:lnTo>
                  <a:lnTo>
                    <a:pt x="4286" y="131445"/>
                  </a:lnTo>
                  <a:lnTo>
                    <a:pt x="2381" y="133350"/>
                  </a:lnTo>
                  <a:lnTo>
                    <a:pt x="10954" y="136208"/>
                  </a:lnTo>
                  <a:lnTo>
                    <a:pt x="12859" y="140017"/>
                  </a:lnTo>
                  <a:lnTo>
                    <a:pt x="14764" y="142399"/>
                  </a:lnTo>
                  <a:lnTo>
                    <a:pt x="17622" y="142875"/>
                  </a:lnTo>
                  <a:lnTo>
                    <a:pt x="22860" y="141446"/>
                  </a:lnTo>
                  <a:lnTo>
                    <a:pt x="28575" y="141922"/>
                  </a:lnTo>
                  <a:lnTo>
                    <a:pt x="41910" y="145733"/>
                  </a:lnTo>
                  <a:lnTo>
                    <a:pt x="44291" y="147638"/>
                  </a:lnTo>
                  <a:lnTo>
                    <a:pt x="45720" y="147161"/>
                  </a:lnTo>
                  <a:lnTo>
                    <a:pt x="48101" y="147638"/>
                  </a:lnTo>
                  <a:lnTo>
                    <a:pt x="50482" y="149066"/>
                  </a:lnTo>
                  <a:lnTo>
                    <a:pt x="51911" y="148590"/>
                  </a:lnTo>
                  <a:lnTo>
                    <a:pt x="53816" y="148590"/>
                  </a:lnTo>
                  <a:lnTo>
                    <a:pt x="57150" y="151924"/>
                  </a:lnTo>
                  <a:lnTo>
                    <a:pt x="60484" y="152876"/>
                  </a:lnTo>
                  <a:lnTo>
                    <a:pt x="63818" y="152400"/>
                  </a:lnTo>
                  <a:lnTo>
                    <a:pt x="66199" y="151924"/>
                  </a:lnTo>
                  <a:lnTo>
                    <a:pt x="68104" y="152876"/>
                  </a:lnTo>
                  <a:lnTo>
                    <a:pt x="65723" y="155734"/>
                  </a:lnTo>
                  <a:lnTo>
                    <a:pt x="66675" y="156686"/>
                  </a:lnTo>
                  <a:lnTo>
                    <a:pt x="70009" y="156210"/>
                  </a:lnTo>
                  <a:lnTo>
                    <a:pt x="73819" y="156210"/>
                  </a:lnTo>
                  <a:lnTo>
                    <a:pt x="76200" y="156686"/>
                  </a:lnTo>
                  <a:lnTo>
                    <a:pt x="78105" y="158591"/>
                  </a:lnTo>
                  <a:lnTo>
                    <a:pt x="76676" y="160972"/>
                  </a:lnTo>
                  <a:lnTo>
                    <a:pt x="74772" y="162401"/>
                  </a:lnTo>
                  <a:lnTo>
                    <a:pt x="75724" y="165259"/>
                  </a:lnTo>
                  <a:lnTo>
                    <a:pt x="78105" y="166211"/>
                  </a:lnTo>
                  <a:lnTo>
                    <a:pt x="80963" y="166688"/>
                  </a:lnTo>
                  <a:lnTo>
                    <a:pt x="93822" y="165259"/>
                  </a:lnTo>
                  <a:lnTo>
                    <a:pt x="101918" y="169069"/>
                  </a:lnTo>
                  <a:lnTo>
                    <a:pt x="99060" y="168592"/>
                  </a:lnTo>
                  <a:lnTo>
                    <a:pt x="95726" y="167164"/>
                  </a:lnTo>
                  <a:lnTo>
                    <a:pt x="91916" y="166688"/>
                  </a:lnTo>
                  <a:lnTo>
                    <a:pt x="89059" y="167164"/>
                  </a:lnTo>
                  <a:lnTo>
                    <a:pt x="87630" y="168592"/>
                  </a:lnTo>
                  <a:lnTo>
                    <a:pt x="86201" y="170974"/>
                  </a:lnTo>
                  <a:lnTo>
                    <a:pt x="88106" y="172403"/>
                  </a:lnTo>
                  <a:lnTo>
                    <a:pt x="90011" y="172879"/>
                  </a:lnTo>
                  <a:lnTo>
                    <a:pt x="92393" y="176213"/>
                  </a:lnTo>
                  <a:lnTo>
                    <a:pt x="90011" y="180975"/>
                  </a:lnTo>
                  <a:lnTo>
                    <a:pt x="90011" y="183356"/>
                  </a:lnTo>
                  <a:lnTo>
                    <a:pt x="90964" y="185738"/>
                  </a:lnTo>
                  <a:lnTo>
                    <a:pt x="95726" y="190976"/>
                  </a:lnTo>
                  <a:lnTo>
                    <a:pt x="100489" y="198120"/>
                  </a:lnTo>
                  <a:lnTo>
                    <a:pt x="113824" y="205264"/>
                  </a:lnTo>
                  <a:lnTo>
                    <a:pt x="116681" y="206216"/>
                  </a:lnTo>
                  <a:lnTo>
                    <a:pt x="119063" y="206216"/>
                  </a:lnTo>
                  <a:lnTo>
                    <a:pt x="122397" y="206692"/>
                  </a:lnTo>
                  <a:lnTo>
                    <a:pt x="122873" y="209074"/>
                  </a:lnTo>
                  <a:lnTo>
                    <a:pt x="122873" y="210979"/>
                  </a:lnTo>
                  <a:lnTo>
                    <a:pt x="123825" y="222885"/>
                  </a:lnTo>
                  <a:lnTo>
                    <a:pt x="125254" y="228124"/>
                  </a:lnTo>
                  <a:lnTo>
                    <a:pt x="126206" y="229553"/>
                  </a:lnTo>
                  <a:lnTo>
                    <a:pt x="126682" y="230981"/>
                  </a:lnTo>
                  <a:lnTo>
                    <a:pt x="123825" y="230029"/>
                  </a:lnTo>
                  <a:lnTo>
                    <a:pt x="120491" y="230029"/>
                  </a:lnTo>
                  <a:lnTo>
                    <a:pt x="120968" y="232410"/>
                  </a:lnTo>
                  <a:lnTo>
                    <a:pt x="121920" y="233839"/>
                  </a:lnTo>
                  <a:lnTo>
                    <a:pt x="131922" y="240030"/>
                  </a:lnTo>
                  <a:lnTo>
                    <a:pt x="134779" y="242888"/>
                  </a:lnTo>
                  <a:lnTo>
                    <a:pt x="136684" y="246221"/>
                  </a:lnTo>
                  <a:lnTo>
                    <a:pt x="140018" y="258604"/>
                  </a:lnTo>
                  <a:lnTo>
                    <a:pt x="141923" y="260033"/>
                  </a:lnTo>
                  <a:lnTo>
                    <a:pt x="142875" y="261938"/>
                  </a:lnTo>
                  <a:lnTo>
                    <a:pt x="140018" y="260033"/>
                  </a:lnTo>
                  <a:lnTo>
                    <a:pt x="138113" y="258128"/>
                  </a:lnTo>
                  <a:lnTo>
                    <a:pt x="135731" y="249079"/>
                  </a:lnTo>
                  <a:lnTo>
                    <a:pt x="133826" y="246221"/>
                  </a:lnTo>
                  <a:lnTo>
                    <a:pt x="130016" y="242888"/>
                  </a:lnTo>
                  <a:lnTo>
                    <a:pt x="125254" y="239554"/>
                  </a:lnTo>
                  <a:lnTo>
                    <a:pt x="122873" y="247650"/>
                  </a:lnTo>
                  <a:lnTo>
                    <a:pt x="121444" y="255270"/>
                  </a:lnTo>
                  <a:lnTo>
                    <a:pt x="119539" y="275749"/>
                  </a:lnTo>
                  <a:lnTo>
                    <a:pt x="120491" y="274796"/>
                  </a:lnTo>
                  <a:lnTo>
                    <a:pt x="120968" y="273367"/>
                  </a:lnTo>
                  <a:lnTo>
                    <a:pt x="122397" y="271939"/>
                  </a:lnTo>
                  <a:lnTo>
                    <a:pt x="124778" y="274796"/>
                  </a:lnTo>
                  <a:lnTo>
                    <a:pt x="121444" y="275749"/>
                  </a:lnTo>
                  <a:lnTo>
                    <a:pt x="119063" y="280035"/>
                  </a:lnTo>
                  <a:lnTo>
                    <a:pt x="115729" y="302419"/>
                  </a:lnTo>
                  <a:lnTo>
                    <a:pt x="110966" y="320992"/>
                  </a:lnTo>
                  <a:lnTo>
                    <a:pt x="106204" y="326231"/>
                  </a:lnTo>
                  <a:lnTo>
                    <a:pt x="100489" y="327660"/>
                  </a:lnTo>
                  <a:lnTo>
                    <a:pt x="100489" y="329089"/>
                  </a:lnTo>
                  <a:lnTo>
                    <a:pt x="101918" y="330994"/>
                  </a:lnTo>
                  <a:lnTo>
                    <a:pt x="103347" y="331946"/>
                  </a:lnTo>
                  <a:lnTo>
                    <a:pt x="106204" y="332899"/>
                  </a:lnTo>
                  <a:lnTo>
                    <a:pt x="108585" y="332899"/>
                  </a:lnTo>
                  <a:lnTo>
                    <a:pt x="111443" y="333375"/>
                  </a:lnTo>
                  <a:lnTo>
                    <a:pt x="113348" y="334328"/>
                  </a:lnTo>
                  <a:lnTo>
                    <a:pt x="113348" y="336233"/>
                  </a:lnTo>
                  <a:lnTo>
                    <a:pt x="112872" y="338138"/>
                  </a:lnTo>
                  <a:lnTo>
                    <a:pt x="111443" y="340042"/>
                  </a:lnTo>
                  <a:lnTo>
                    <a:pt x="110490" y="341471"/>
                  </a:lnTo>
                  <a:lnTo>
                    <a:pt x="110966" y="342424"/>
                  </a:lnTo>
                  <a:lnTo>
                    <a:pt x="111919" y="342900"/>
                  </a:lnTo>
                  <a:lnTo>
                    <a:pt x="112872" y="342900"/>
                  </a:lnTo>
                  <a:lnTo>
                    <a:pt x="113824" y="342900"/>
                  </a:lnTo>
                  <a:lnTo>
                    <a:pt x="114300" y="341947"/>
                  </a:lnTo>
                  <a:lnTo>
                    <a:pt x="115253" y="340519"/>
                  </a:lnTo>
                  <a:lnTo>
                    <a:pt x="115729" y="340519"/>
                  </a:lnTo>
                  <a:lnTo>
                    <a:pt x="115729" y="341471"/>
                  </a:lnTo>
                  <a:lnTo>
                    <a:pt x="116205" y="342424"/>
                  </a:lnTo>
                  <a:lnTo>
                    <a:pt x="120015" y="343853"/>
                  </a:lnTo>
                  <a:lnTo>
                    <a:pt x="128111" y="346710"/>
                  </a:lnTo>
                  <a:lnTo>
                    <a:pt x="131445" y="346710"/>
                  </a:lnTo>
                  <a:lnTo>
                    <a:pt x="133826" y="347186"/>
                  </a:lnTo>
                  <a:lnTo>
                    <a:pt x="134779" y="348615"/>
                  </a:lnTo>
                  <a:lnTo>
                    <a:pt x="140018" y="352901"/>
                  </a:lnTo>
                  <a:lnTo>
                    <a:pt x="141447" y="352901"/>
                  </a:lnTo>
                  <a:lnTo>
                    <a:pt x="143828" y="352901"/>
                  </a:lnTo>
                  <a:lnTo>
                    <a:pt x="146685" y="352425"/>
                  </a:lnTo>
                  <a:lnTo>
                    <a:pt x="148590" y="351472"/>
                  </a:lnTo>
                  <a:lnTo>
                    <a:pt x="150019" y="351472"/>
                  </a:lnTo>
                  <a:lnTo>
                    <a:pt x="151448" y="352425"/>
                  </a:lnTo>
                  <a:lnTo>
                    <a:pt x="153353" y="353378"/>
                  </a:lnTo>
                  <a:lnTo>
                    <a:pt x="155734" y="354806"/>
                  </a:lnTo>
                  <a:lnTo>
                    <a:pt x="157639" y="356711"/>
                  </a:lnTo>
                  <a:lnTo>
                    <a:pt x="159068" y="357188"/>
                  </a:lnTo>
                  <a:lnTo>
                    <a:pt x="167164" y="355759"/>
                  </a:lnTo>
                  <a:lnTo>
                    <a:pt x="169069" y="356711"/>
                  </a:lnTo>
                  <a:lnTo>
                    <a:pt x="170974" y="356711"/>
                  </a:lnTo>
                  <a:lnTo>
                    <a:pt x="173355" y="356235"/>
                  </a:lnTo>
                  <a:lnTo>
                    <a:pt x="178118" y="356711"/>
                  </a:lnTo>
                  <a:lnTo>
                    <a:pt x="181928" y="356711"/>
                  </a:lnTo>
                  <a:lnTo>
                    <a:pt x="182404" y="356235"/>
                  </a:lnTo>
                  <a:lnTo>
                    <a:pt x="182880" y="351949"/>
                  </a:lnTo>
                  <a:lnTo>
                    <a:pt x="183356" y="350520"/>
                  </a:lnTo>
                  <a:lnTo>
                    <a:pt x="184309" y="350044"/>
                  </a:lnTo>
                  <a:lnTo>
                    <a:pt x="186690" y="350520"/>
                  </a:lnTo>
                  <a:lnTo>
                    <a:pt x="195263" y="352901"/>
                  </a:lnTo>
                  <a:lnTo>
                    <a:pt x="198597" y="354330"/>
                  </a:lnTo>
                  <a:lnTo>
                    <a:pt x="201930" y="355283"/>
                  </a:lnTo>
                  <a:lnTo>
                    <a:pt x="204788" y="355283"/>
                  </a:lnTo>
                  <a:lnTo>
                    <a:pt x="206693" y="356235"/>
                  </a:lnTo>
                  <a:lnTo>
                    <a:pt x="209550" y="360045"/>
                  </a:lnTo>
                  <a:lnTo>
                    <a:pt x="210503" y="359092"/>
                  </a:lnTo>
                  <a:lnTo>
                    <a:pt x="211931" y="358140"/>
                  </a:lnTo>
                  <a:lnTo>
                    <a:pt x="214313" y="358616"/>
                  </a:lnTo>
                  <a:lnTo>
                    <a:pt x="219075" y="360045"/>
                  </a:lnTo>
                  <a:lnTo>
                    <a:pt x="220028" y="360997"/>
                  </a:lnTo>
                  <a:lnTo>
                    <a:pt x="220028" y="361950"/>
                  </a:lnTo>
                  <a:lnTo>
                    <a:pt x="219075" y="363379"/>
                  </a:lnTo>
                  <a:lnTo>
                    <a:pt x="218599" y="364331"/>
                  </a:lnTo>
                  <a:lnTo>
                    <a:pt x="223838" y="366236"/>
                  </a:lnTo>
                  <a:lnTo>
                    <a:pt x="226219" y="367665"/>
                  </a:lnTo>
                  <a:lnTo>
                    <a:pt x="227172" y="369094"/>
                  </a:lnTo>
                  <a:lnTo>
                    <a:pt x="228600" y="370522"/>
                  </a:lnTo>
                  <a:lnTo>
                    <a:pt x="230029" y="370522"/>
                  </a:lnTo>
                  <a:lnTo>
                    <a:pt x="232410" y="369094"/>
                  </a:lnTo>
                  <a:lnTo>
                    <a:pt x="235744" y="367665"/>
                  </a:lnTo>
                  <a:lnTo>
                    <a:pt x="241459" y="369094"/>
                  </a:lnTo>
                  <a:lnTo>
                    <a:pt x="248126" y="370999"/>
                  </a:lnTo>
                  <a:lnTo>
                    <a:pt x="250984" y="370999"/>
                  </a:lnTo>
                  <a:lnTo>
                    <a:pt x="250984" y="370046"/>
                  </a:lnTo>
                  <a:lnTo>
                    <a:pt x="251460" y="368617"/>
                  </a:lnTo>
                  <a:lnTo>
                    <a:pt x="252413" y="368141"/>
                  </a:lnTo>
                  <a:lnTo>
                    <a:pt x="253841" y="368141"/>
                  </a:lnTo>
                  <a:lnTo>
                    <a:pt x="256223" y="367665"/>
                  </a:lnTo>
                  <a:lnTo>
                    <a:pt x="258604" y="366713"/>
                  </a:lnTo>
                  <a:lnTo>
                    <a:pt x="261461" y="366236"/>
                  </a:lnTo>
                  <a:lnTo>
                    <a:pt x="264319" y="367189"/>
                  </a:lnTo>
                  <a:lnTo>
                    <a:pt x="267653" y="367665"/>
                  </a:lnTo>
                  <a:lnTo>
                    <a:pt x="269557" y="367665"/>
                  </a:lnTo>
                  <a:lnTo>
                    <a:pt x="269081" y="366236"/>
                  </a:lnTo>
                  <a:lnTo>
                    <a:pt x="265272" y="360997"/>
                  </a:lnTo>
                  <a:lnTo>
                    <a:pt x="263843" y="350996"/>
                  </a:lnTo>
                  <a:lnTo>
                    <a:pt x="264319" y="347663"/>
                  </a:lnTo>
                  <a:lnTo>
                    <a:pt x="268129" y="340995"/>
                  </a:lnTo>
                  <a:lnTo>
                    <a:pt x="271463" y="336233"/>
                  </a:lnTo>
                  <a:lnTo>
                    <a:pt x="289560" y="325279"/>
                  </a:lnTo>
                  <a:lnTo>
                    <a:pt x="291941" y="322897"/>
                  </a:lnTo>
                  <a:lnTo>
                    <a:pt x="293847" y="320992"/>
                  </a:lnTo>
                  <a:lnTo>
                    <a:pt x="298609" y="319564"/>
                  </a:lnTo>
                  <a:lnTo>
                    <a:pt x="299561" y="320040"/>
                  </a:lnTo>
                  <a:lnTo>
                    <a:pt x="300990" y="320992"/>
                  </a:lnTo>
                  <a:lnTo>
                    <a:pt x="302895" y="323374"/>
                  </a:lnTo>
                  <a:lnTo>
                    <a:pt x="304800" y="324326"/>
                  </a:lnTo>
                  <a:lnTo>
                    <a:pt x="310039" y="325279"/>
                  </a:lnTo>
                  <a:lnTo>
                    <a:pt x="310991" y="325755"/>
                  </a:lnTo>
                  <a:lnTo>
                    <a:pt x="318611" y="328136"/>
                  </a:lnTo>
                  <a:lnTo>
                    <a:pt x="321469" y="328613"/>
                  </a:lnTo>
                  <a:lnTo>
                    <a:pt x="323850" y="328613"/>
                  </a:lnTo>
                  <a:lnTo>
                    <a:pt x="323850" y="327660"/>
                  </a:lnTo>
                  <a:lnTo>
                    <a:pt x="324326" y="327660"/>
                  </a:lnTo>
                  <a:lnTo>
                    <a:pt x="325755" y="328136"/>
                  </a:lnTo>
                  <a:lnTo>
                    <a:pt x="326707" y="327184"/>
                  </a:lnTo>
                  <a:lnTo>
                    <a:pt x="328136" y="326708"/>
                  </a:lnTo>
                  <a:lnTo>
                    <a:pt x="330518" y="326708"/>
                  </a:lnTo>
                  <a:lnTo>
                    <a:pt x="333375" y="325755"/>
                  </a:lnTo>
                  <a:lnTo>
                    <a:pt x="333375" y="327184"/>
                  </a:lnTo>
                  <a:lnTo>
                    <a:pt x="333851" y="328613"/>
                  </a:lnTo>
                  <a:lnTo>
                    <a:pt x="335280" y="329565"/>
                  </a:lnTo>
                  <a:lnTo>
                    <a:pt x="338138" y="329565"/>
                  </a:lnTo>
                  <a:lnTo>
                    <a:pt x="342424" y="330041"/>
                  </a:lnTo>
                  <a:lnTo>
                    <a:pt x="345281" y="334804"/>
                  </a:lnTo>
                  <a:lnTo>
                    <a:pt x="354330" y="336709"/>
                  </a:lnTo>
                  <a:lnTo>
                    <a:pt x="359093" y="340042"/>
                  </a:lnTo>
                  <a:lnTo>
                    <a:pt x="366713" y="340042"/>
                  </a:lnTo>
                  <a:lnTo>
                    <a:pt x="369570" y="340995"/>
                  </a:lnTo>
                  <a:lnTo>
                    <a:pt x="376238" y="338138"/>
                  </a:lnTo>
                  <a:lnTo>
                    <a:pt x="382429" y="336709"/>
                  </a:lnTo>
                  <a:lnTo>
                    <a:pt x="384810" y="335280"/>
                  </a:lnTo>
                  <a:lnTo>
                    <a:pt x="387668" y="332899"/>
                  </a:lnTo>
                  <a:lnTo>
                    <a:pt x="388620" y="330041"/>
                  </a:lnTo>
                  <a:lnTo>
                    <a:pt x="389573" y="328613"/>
                  </a:lnTo>
                  <a:lnTo>
                    <a:pt x="394811" y="325755"/>
                  </a:lnTo>
                  <a:lnTo>
                    <a:pt x="405765" y="316706"/>
                  </a:lnTo>
                  <a:lnTo>
                    <a:pt x="408623" y="315278"/>
                  </a:lnTo>
                  <a:lnTo>
                    <a:pt x="412432" y="313849"/>
                  </a:lnTo>
                  <a:lnTo>
                    <a:pt x="412432" y="312896"/>
                  </a:lnTo>
                  <a:lnTo>
                    <a:pt x="412909" y="312420"/>
                  </a:lnTo>
                  <a:lnTo>
                    <a:pt x="413385" y="312420"/>
                  </a:lnTo>
                  <a:lnTo>
                    <a:pt x="414338" y="312896"/>
                  </a:lnTo>
                  <a:lnTo>
                    <a:pt x="414338" y="313372"/>
                  </a:lnTo>
                  <a:lnTo>
                    <a:pt x="416243" y="312896"/>
                  </a:lnTo>
                  <a:lnTo>
                    <a:pt x="416243" y="310515"/>
                  </a:lnTo>
                  <a:lnTo>
                    <a:pt x="415766" y="308610"/>
                  </a:lnTo>
                  <a:lnTo>
                    <a:pt x="417195" y="306705"/>
                  </a:lnTo>
                  <a:lnTo>
                    <a:pt x="419576" y="304324"/>
                  </a:lnTo>
                  <a:lnTo>
                    <a:pt x="421481" y="301466"/>
                  </a:lnTo>
                  <a:lnTo>
                    <a:pt x="422434" y="299561"/>
                  </a:lnTo>
                  <a:lnTo>
                    <a:pt x="421957" y="298133"/>
                  </a:lnTo>
                  <a:lnTo>
                    <a:pt x="421005" y="296228"/>
                  </a:lnTo>
                  <a:lnTo>
                    <a:pt x="419576" y="296228"/>
                  </a:lnTo>
                  <a:lnTo>
                    <a:pt x="411956" y="298133"/>
                  </a:lnTo>
                  <a:lnTo>
                    <a:pt x="410051" y="297656"/>
                  </a:lnTo>
                  <a:lnTo>
                    <a:pt x="404336" y="294799"/>
                  </a:lnTo>
                  <a:lnTo>
                    <a:pt x="398145" y="291465"/>
                  </a:lnTo>
                  <a:lnTo>
                    <a:pt x="395764" y="289084"/>
                  </a:lnTo>
                  <a:lnTo>
                    <a:pt x="394811" y="286703"/>
                  </a:lnTo>
                  <a:lnTo>
                    <a:pt x="395288" y="285274"/>
                  </a:lnTo>
                  <a:lnTo>
                    <a:pt x="394811" y="283845"/>
                  </a:lnTo>
                  <a:lnTo>
                    <a:pt x="393382" y="281940"/>
                  </a:lnTo>
                  <a:lnTo>
                    <a:pt x="394335" y="279559"/>
                  </a:lnTo>
                  <a:lnTo>
                    <a:pt x="396240" y="276701"/>
                  </a:lnTo>
                  <a:lnTo>
                    <a:pt x="397193" y="274796"/>
                  </a:lnTo>
                  <a:lnTo>
                    <a:pt x="398622" y="274320"/>
                  </a:lnTo>
                  <a:lnTo>
                    <a:pt x="399574" y="273367"/>
                  </a:lnTo>
                  <a:lnTo>
                    <a:pt x="398145" y="268605"/>
                  </a:lnTo>
                  <a:lnTo>
                    <a:pt x="397669" y="267653"/>
                  </a:lnTo>
                  <a:lnTo>
                    <a:pt x="396716" y="267176"/>
                  </a:lnTo>
                  <a:lnTo>
                    <a:pt x="394811" y="267176"/>
                  </a:lnTo>
                  <a:lnTo>
                    <a:pt x="391954" y="266224"/>
                  </a:lnTo>
                  <a:lnTo>
                    <a:pt x="390049" y="264795"/>
                  </a:lnTo>
                  <a:lnTo>
                    <a:pt x="389573" y="262414"/>
                  </a:lnTo>
                  <a:lnTo>
                    <a:pt x="388620" y="260509"/>
                  </a:lnTo>
                  <a:lnTo>
                    <a:pt x="386715" y="258604"/>
                  </a:lnTo>
                  <a:lnTo>
                    <a:pt x="386239" y="256699"/>
                  </a:lnTo>
                  <a:lnTo>
                    <a:pt x="388620" y="255746"/>
                  </a:lnTo>
                  <a:lnTo>
                    <a:pt x="391478" y="255746"/>
                  </a:lnTo>
                  <a:lnTo>
                    <a:pt x="393382" y="256222"/>
                  </a:lnTo>
                  <a:lnTo>
                    <a:pt x="398145" y="252889"/>
                  </a:lnTo>
                  <a:lnTo>
                    <a:pt x="400050" y="252413"/>
                  </a:lnTo>
                  <a:lnTo>
                    <a:pt x="401479" y="251460"/>
                  </a:lnTo>
                  <a:lnTo>
                    <a:pt x="402907" y="246697"/>
                  </a:lnTo>
                  <a:lnTo>
                    <a:pt x="403860" y="245269"/>
                  </a:lnTo>
                  <a:lnTo>
                    <a:pt x="404336" y="244316"/>
                  </a:lnTo>
                  <a:lnTo>
                    <a:pt x="403384" y="243364"/>
                  </a:lnTo>
                  <a:lnTo>
                    <a:pt x="399574" y="240030"/>
                  </a:lnTo>
                  <a:lnTo>
                    <a:pt x="397669" y="236696"/>
                  </a:lnTo>
                  <a:lnTo>
                    <a:pt x="394811" y="232886"/>
                  </a:lnTo>
                  <a:lnTo>
                    <a:pt x="392430" y="231458"/>
                  </a:lnTo>
                  <a:lnTo>
                    <a:pt x="391954" y="230029"/>
                  </a:lnTo>
                  <a:lnTo>
                    <a:pt x="391954" y="228600"/>
                  </a:lnTo>
                  <a:lnTo>
                    <a:pt x="392430" y="227171"/>
                  </a:lnTo>
                  <a:lnTo>
                    <a:pt x="397193" y="224790"/>
                  </a:lnTo>
                  <a:lnTo>
                    <a:pt x="400050" y="222409"/>
                  </a:lnTo>
                  <a:lnTo>
                    <a:pt x="399574" y="220980"/>
                  </a:lnTo>
                  <a:lnTo>
                    <a:pt x="397669" y="218599"/>
                  </a:lnTo>
                  <a:lnTo>
                    <a:pt x="395764" y="217170"/>
                  </a:lnTo>
                  <a:lnTo>
                    <a:pt x="394335" y="215741"/>
                  </a:lnTo>
                  <a:lnTo>
                    <a:pt x="392430" y="213836"/>
                  </a:lnTo>
                  <a:lnTo>
                    <a:pt x="391478" y="212408"/>
                  </a:lnTo>
                  <a:lnTo>
                    <a:pt x="392906" y="207645"/>
                  </a:lnTo>
                  <a:lnTo>
                    <a:pt x="391954" y="206216"/>
                  </a:lnTo>
                  <a:lnTo>
                    <a:pt x="391478" y="203835"/>
                  </a:lnTo>
                  <a:lnTo>
                    <a:pt x="391954" y="202406"/>
                  </a:lnTo>
                  <a:lnTo>
                    <a:pt x="391478" y="201930"/>
                  </a:lnTo>
                  <a:lnTo>
                    <a:pt x="385286" y="200978"/>
                  </a:lnTo>
                  <a:lnTo>
                    <a:pt x="380048" y="201454"/>
                  </a:lnTo>
                  <a:lnTo>
                    <a:pt x="376238" y="202883"/>
                  </a:lnTo>
                  <a:lnTo>
                    <a:pt x="373380" y="205264"/>
                  </a:lnTo>
                  <a:lnTo>
                    <a:pt x="372904" y="205740"/>
                  </a:lnTo>
                  <a:lnTo>
                    <a:pt x="372904" y="206216"/>
                  </a:lnTo>
                  <a:lnTo>
                    <a:pt x="374332" y="208597"/>
                  </a:lnTo>
                  <a:lnTo>
                    <a:pt x="371951" y="210979"/>
                  </a:lnTo>
                  <a:lnTo>
                    <a:pt x="368141" y="212884"/>
                  </a:lnTo>
                  <a:lnTo>
                    <a:pt x="365284" y="212884"/>
                  </a:lnTo>
                  <a:lnTo>
                    <a:pt x="363855" y="212408"/>
                  </a:lnTo>
                  <a:lnTo>
                    <a:pt x="363855" y="209550"/>
                  </a:lnTo>
                  <a:lnTo>
                    <a:pt x="366236" y="208597"/>
                  </a:lnTo>
                  <a:lnTo>
                    <a:pt x="368141" y="206692"/>
                  </a:lnTo>
                  <a:lnTo>
                    <a:pt x="368618" y="204311"/>
                  </a:lnTo>
                  <a:lnTo>
                    <a:pt x="369094" y="202406"/>
                  </a:lnTo>
                  <a:lnTo>
                    <a:pt x="366713" y="200501"/>
                  </a:lnTo>
                  <a:lnTo>
                    <a:pt x="367189" y="199072"/>
                  </a:lnTo>
                  <a:lnTo>
                    <a:pt x="368618" y="196691"/>
                  </a:lnTo>
                  <a:lnTo>
                    <a:pt x="369570" y="194310"/>
                  </a:lnTo>
                  <a:lnTo>
                    <a:pt x="370523" y="192405"/>
                  </a:lnTo>
                  <a:lnTo>
                    <a:pt x="374809" y="189547"/>
                  </a:lnTo>
                  <a:lnTo>
                    <a:pt x="379095" y="186690"/>
                  </a:lnTo>
                  <a:lnTo>
                    <a:pt x="379572" y="183356"/>
                  </a:lnTo>
                  <a:lnTo>
                    <a:pt x="380048" y="179546"/>
                  </a:lnTo>
                  <a:lnTo>
                    <a:pt x="380524" y="178594"/>
                  </a:lnTo>
                  <a:lnTo>
                    <a:pt x="386239" y="176213"/>
                  </a:lnTo>
                  <a:lnTo>
                    <a:pt x="387668" y="175260"/>
                  </a:lnTo>
                  <a:lnTo>
                    <a:pt x="388620" y="173831"/>
                  </a:lnTo>
                  <a:lnTo>
                    <a:pt x="392906" y="169545"/>
                  </a:lnTo>
                  <a:lnTo>
                    <a:pt x="397193" y="165259"/>
                  </a:lnTo>
                  <a:lnTo>
                    <a:pt x="398145" y="163830"/>
                  </a:lnTo>
                  <a:lnTo>
                    <a:pt x="399098" y="162878"/>
                  </a:lnTo>
                  <a:lnTo>
                    <a:pt x="399098" y="161925"/>
                  </a:lnTo>
                  <a:lnTo>
                    <a:pt x="398622" y="161449"/>
                  </a:lnTo>
                  <a:lnTo>
                    <a:pt x="396716" y="160972"/>
                  </a:lnTo>
                  <a:lnTo>
                    <a:pt x="395764" y="159544"/>
                  </a:lnTo>
                  <a:lnTo>
                    <a:pt x="398145" y="157163"/>
                  </a:lnTo>
                  <a:lnTo>
                    <a:pt x="401003" y="155734"/>
                  </a:lnTo>
                  <a:lnTo>
                    <a:pt x="403860" y="155734"/>
                  </a:lnTo>
                  <a:lnTo>
                    <a:pt x="404813" y="156210"/>
                  </a:lnTo>
                  <a:lnTo>
                    <a:pt x="404813" y="157163"/>
                  </a:lnTo>
                  <a:lnTo>
                    <a:pt x="406241" y="158115"/>
                  </a:lnTo>
                  <a:lnTo>
                    <a:pt x="408147" y="158591"/>
                  </a:lnTo>
                  <a:lnTo>
                    <a:pt x="411004" y="158115"/>
                  </a:lnTo>
                  <a:lnTo>
                    <a:pt x="413385" y="157163"/>
                  </a:lnTo>
                  <a:lnTo>
                    <a:pt x="414814" y="154781"/>
                  </a:lnTo>
                  <a:lnTo>
                    <a:pt x="415766" y="152876"/>
                  </a:lnTo>
                  <a:lnTo>
                    <a:pt x="420053" y="150971"/>
                  </a:lnTo>
                  <a:lnTo>
                    <a:pt x="418148" y="150495"/>
                  </a:lnTo>
                  <a:lnTo>
                    <a:pt x="416719" y="147638"/>
                  </a:lnTo>
                  <a:lnTo>
                    <a:pt x="417195" y="143351"/>
                  </a:lnTo>
                  <a:lnTo>
                    <a:pt x="419100" y="137636"/>
                  </a:lnTo>
                  <a:lnTo>
                    <a:pt x="419576" y="133350"/>
                  </a:lnTo>
                  <a:lnTo>
                    <a:pt x="418624" y="130492"/>
                  </a:lnTo>
                  <a:lnTo>
                    <a:pt x="419576" y="126683"/>
                  </a:lnTo>
                  <a:lnTo>
                    <a:pt x="422434" y="121444"/>
                  </a:lnTo>
                  <a:lnTo>
                    <a:pt x="424339" y="115729"/>
                  </a:lnTo>
                  <a:lnTo>
                    <a:pt x="425291" y="110014"/>
                  </a:lnTo>
                  <a:lnTo>
                    <a:pt x="426720" y="106204"/>
                  </a:lnTo>
                  <a:lnTo>
                    <a:pt x="429578" y="103346"/>
                  </a:lnTo>
                  <a:lnTo>
                    <a:pt x="436245" y="95726"/>
                  </a:lnTo>
                  <a:lnTo>
                    <a:pt x="436722" y="95250"/>
                  </a:lnTo>
                  <a:lnTo>
                    <a:pt x="436722" y="91440"/>
                  </a:lnTo>
                  <a:lnTo>
                    <a:pt x="436245" y="90964"/>
                  </a:lnTo>
                  <a:close/>
                  <a:moveTo>
                    <a:pt x="484823" y="360045"/>
                  </a:moveTo>
                  <a:lnTo>
                    <a:pt x="483394" y="358616"/>
                  </a:lnTo>
                  <a:lnTo>
                    <a:pt x="482918" y="356711"/>
                  </a:lnTo>
                  <a:lnTo>
                    <a:pt x="483870" y="350520"/>
                  </a:lnTo>
                  <a:lnTo>
                    <a:pt x="483870" y="348139"/>
                  </a:lnTo>
                  <a:lnTo>
                    <a:pt x="483394" y="344805"/>
                  </a:lnTo>
                  <a:lnTo>
                    <a:pt x="483394" y="343376"/>
                  </a:lnTo>
                  <a:lnTo>
                    <a:pt x="481965" y="341947"/>
                  </a:lnTo>
                  <a:lnTo>
                    <a:pt x="480060" y="341947"/>
                  </a:lnTo>
                  <a:lnTo>
                    <a:pt x="479107" y="344805"/>
                  </a:lnTo>
                  <a:lnTo>
                    <a:pt x="478631" y="350044"/>
                  </a:lnTo>
                  <a:lnTo>
                    <a:pt x="479107" y="351949"/>
                  </a:lnTo>
                  <a:lnTo>
                    <a:pt x="478155" y="354330"/>
                  </a:lnTo>
                  <a:lnTo>
                    <a:pt x="477203" y="355283"/>
                  </a:lnTo>
                  <a:lnTo>
                    <a:pt x="476250" y="354330"/>
                  </a:lnTo>
                  <a:lnTo>
                    <a:pt x="474345" y="353854"/>
                  </a:lnTo>
                  <a:lnTo>
                    <a:pt x="472440" y="353854"/>
                  </a:lnTo>
                  <a:lnTo>
                    <a:pt x="470535" y="354806"/>
                  </a:lnTo>
                  <a:lnTo>
                    <a:pt x="469106" y="356711"/>
                  </a:lnTo>
                  <a:lnTo>
                    <a:pt x="467678" y="357188"/>
                  </a:lnTo>
                  <a:lnTo>
                    <a:pt x="461486" y="358616"/>
                  </a:lnTo>
                  <a:lnTo>
                    <a:pt x="458153" y="360997"/>
                  </a:lnTo>
                  <a:lnTo>
                    <a:pt x="455772" y="366236"/>
                  </a:lnTo>
                  <a:lnTo>
                    <a:pt x="453866" y="368141"/>
                  </a:lnTo>
                  <a:lnTo>
                    <a:pt x="452914" y="369094"/>
                  </a:lnTo>
                  <a:lnTo>
                    <a:pt x="453866" y="369570"/>
                  </a:lnTo>
                  <a:lnTo>
                    <a:pt x="454819" y="369570"/>
                  </a:lnTo>
                  <a:lnTo>
                    <a:pt x="456724" y="371951"/>
                  </a:lnTo>
                  <a:lnTo>
                    <a:pt x="454343" y="372904"/>
                  </a:lnTo>
                  <a:lnTo>
                    <a:pt x="452914" y="374333"/>
                  </a:lnTo>
                  <a:lnTo>
                    <a:pt x="453866" y="376714"/>
                  </a:lnTo>
                  <a:lnTo>
                    <a:pt x="455772" y="378619"/>
                  </a:lnTo>
                  <a:lnTo>
                    <a:pt x="457676" y="379571"/>
                  </a:lnTo>
                  <a:lnTo>
                    <a:pt x="457676" y="381476"/>
                  </a:lnTo>
                  <a:lnTo>
                    <a:pt x="455772" y="383381"/>
                  </a:lnTo>
                  <a:lnTo>
                    <a:pt x="454343" y="384810"/>
                  </a:lnTo>
                  <a:lnTo>
                    <a:pt x="454343" y="385763"/>
                  </a:lnTo>
                  <a:lnTo>
                    <a:pt x="456248" y="386239"/>
                  </a:lnTo>
                  <a:lnTo>
                    <a:pt x="458629" y="386239"/>
                  </a:lnTo>
                  <a:lnTo>
                    <a:pt x="459105" y="388620"/>
                  </a:lnTo>
                  <a:lnTo>
                    <a:pt x="457676" y="391478"/>
                  </a:lnTo>
                  <a:lnTo>
                    <a:pt x="457676" y="393383"/>
                  </a:lnTo>
                  <a:lnTo>
                    <a:pt x="459581" y="394335"/>
                  </a:lnTo>
                  <a:lnTo>
                    <a:pt x="463391" y="395764"/>
                  </a:lnTo>
                  <a:lnTo>
                    <a:pt x="462915" y="397192"/>
                  </a:lnTo>
                  <a:lnTo>
                    <a:pt x="461010" y="398621"/>
                  </a:lnTo>
                  <a:lnTo>
                    <a:pt x="460057" y="400050"/>
                  </a:lnTo>
                  <a:lnTo>
                    <a:pt x="461010" y="401003"/>
                  </a:lnTo>
                  <a:lnTo>
                    <a:pt x="462915" y="402908"/>
                  </a:lnTo>
                  <a:lnTo>
                    <a:pt x="466725" y="404336"/>
                  </a:lnTo>
                  <a:lnTo>
                    <a:pt x="472916" y="408146"/>
                  </a:lnTo>
                  <a:lnTo>
                    <a:pt x="475298" y="405289"/>
                  </a:lnTo>
                  <a:lnTo>
                    <a:pt x="478155" y="398621"/>
                  </a:lnTo>
                  <a:lnTo>
                    <a:pt x="479584" y="396716"/>
                  </a:lnTo>
                  <a:lnTo>
                    <a:pt x="480060" y="394811"/>
                  </a:lnTo>
                  <a:lnTo>
                    <a:pt x="480060" y="386715"/>
                  </a:lnTo>
                  <a:lnTo>
                    <a:pt x="481013" y="384810"/>
                  </a:lnTo>
                  <a:lnTo>
                    <a:pt x="485299" y="378619"/>
                  </a:lnTo>
                  <a:lnTo>
                    <a:pt x="485299" y="377190"/>
                  </a:lnTo>
                  <a:lnTo>
                    <a:pt x="484347" y="361474"/>
                  </a:lnTo>
                  <a:lnTo>
                    <a:pt x="484823" y="360045"/>
                  </a:lnTo>
                  <a:close/>
                  <a:moveTo>
                    <a:pt x="120015" y="226695"/>
                  </a:moveTo>
                  <a:lnTo>
                    <a:pt x="121444" y="222885"/>
                  </a:lnTo>
                  <a:lnTo>
                    <a:pt x="117634" y="218599"/>
                  </a:lnTo>
                  <a:lnTo>
                    <a:pt x="114300" y="216694"/>
                  </a:lnTo>
                  <a:lnTo>
                    <a:pt x="114300" y="217646"/>
                  </a:lnTo>
                  <a:lnTo>
                    <a:pt x="114776" y="220504"/>
                  </a:lnTo>
                  <a:lnTo>
                    <a:pt x="117634" y="223361"/>
                  </a:lnTo>
                  <a:lnTo>
                    <a:pt x="120015" y="226695"/>
                  </a:lnTo>
                  <a:close/>
                </a:path>
              </a:pathLst>
            </a:custGeom>
            <a:grpFill/>
            <a:ln w="317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8415176F-0EBA-43C2-BC7A-F081E95EC68A}"/>
                </a:ext>
              </a:extLst>
            </p:cNvPr>
            <p:cNvSpPr/>
            <p:nvPr/>
          </p:nvSpPr>
          <p:spPr>
            <a:xfrm>
              <a:off x="11750992" y="4886324"/>
              <a:ext cx="48578" cy="33813"/>
            </a:xfrm>
            <a:custGeom>
              <a:avLst/>
              <a:gdLst>
                <a:gd name="connsiteX0" fmla="*/ 45244 w 48578"/>
                <a:gd name="connsiteY0" fmla="*/ 17621 h 33813"/>
                <a:gd name="connsiteX1" fmla="*/ 44291 w 48578"/>
                <a:gd name="connsiteY1" fmla="*/ 14288 h 33813"/>
                <a:gd name="connsiteX2" fmla="*/ 44768 w 48578"/>
                <a:gd name="connsiteY2" fmla="*/ 12382 h 33813"/>
                <a:gd name="connsiteX3" fmla="*/ 44768 w 48578"/>
                <a:gd name="connsiteY3" fmla="*/ 10954 h 33813"/>
                <a:gd name="connsiteX4" fmla="*/ 42387 w 48578"/>
                <a:gd name="connsiteY4" fmla="*/ 9049 h 33813"/>
                <a:gd name="connsiteX5" fmla="*/ 38577 w 48578"/>
                <a:gd name="connsiteY5" fmla="*/ 6668 h 33813"/>
                <a:gd name="connsiteX6" fmla="*/ 36195 w 48578"/>
                <a:gd name="connsiteY6" fmla="*/ 3810 h 33813"/>
                <a:gd name="connsiteX7" fmla="*/ 35243 w 48578"/>
                <a:gd name="connsiteY7" fmla="*/ 3810 h 33813"/>
                <a:gd name="connsiteX8" fmla="*/ 34291 w 48578"/>
                <a:gd name="connsiteY8" fmla="*/ 3334 h 33813"/>
                <a:gd name="connsiteX9" fmla="*/ 34291 w 48578"/>
                <a:gd name="connsiteY9" fmla="*/ 1905 h 33813"/>
                <a:gd name="connsiteX10" fmla="*/ 33338 w 48578"/>
                <a:gd name="connsiteY10" fmla="*/ 476 h 33813"/>
                <a:gd name="connsiteX11" fmla="*/ 31433 w 48578"/>
                <a:gd name="connsiteY11" fmla="*/ 0 h 33813"/>
                <a:gd name="connsiteX12" fmla="*/ 29528 w 48578"/>
                <a:gd name="connsiteY12" fmla="*/ 953 h 33813"/>
                <a:gd name="connsiteX13" fmla="*/ 23337 w 48578"/>
                <a:gd name="connsiteY13" fmla="*/ 2857 h 33813"/>
                <a:gd name="connsiteX14" fmla="*/ 19050 w 48578"/>
                <a:gd name="connsiteY14" fmla="*/ 2857 h 33813"/>
                <a:gd name="connsiteX15" fmla="*/ 12383 w 48578"/>
                <a:gd name="connsiteY15" fmla="*/ 5239 h 33813"/>
                <a:gd name="connsiteX16" fmla="*/ 8573 w 48578"/>
                <a:gd name="connsiteY16" fmla="*/ 8096 h 33813"/>
                <a:gd name="connsiteX17" fmla="*/ 5239 w 48578"/>
                <a:gd name="connsiteY17" fmla="*/ 11430 h 33813"/>
                <a:gd name="connsiteX18" fmla="*/ 5239 w 48578"/>
                <a:gd name="connsiteY18" fmla="*/ 13335 h 33813"/>
                <a:gd name="connsiteX19" fmla="*/ 5716 w 48578"/>
                <a:gd name="connsiteY19" fmla="*/ 15240 h 33813"/>
                <a:gd name="connsiteX20" fmla="*/ 5239 w 48578"/>
                <a:gd name="connsiteY20" fmla="*/ 15716 h 33813"/>
                <a:gd name="connsiteX21" fmla="*/ 4287 w 48578"/>
                <a:gd name="connsiteY21" fmla="*/ 16193 h 33813"/>
                <a:gd name="connsiteX22" fmla="*/ 3810 w 48578"/>
                <a:gd name="connsiteY22" fmla="*/ 17145 h 33813"/>
                <a:gd name="connsiteX23" fmla="*/ 3810 w 48578"/>
                <a:gd name="connsiteY23" fmla="*/ 18097 h 33813"/>
                <a:gd name="connsiteX24" fmla="*/ 2381 w 48578"/>
                <a:gd name="connsiteY24" fmla="*/ 19050 h 33813"/>
                <a:gd name="connsiteX25" fmla="*/ 477 w 48578"/>
                <a:gd name="connsiteY25" fmla="*/ 19526 h 33813"/>
                <a:gd name="connsiteX26" fmla="*/ 0 w 48578"/>
                <a:gd name="connsiteY26" fmla="*/ 21431 h 33813"/>
                <a:gd name="connsiteX27" fmla="*/ 477 w 48578"/>
                <a:gd name="connsiteY27" fmla="*/ 23336 h 33813"/>
                <a:gd name="connsiteX28" fmla="*/ 2381 w 48578"/>
                <a:gd name="connsiteY28" fmla="*/ 27146 h 33813"/>
                <a:gd name="connsiteX29" fmla="*/ 4287 w 48578"/>
                <a:gd name="connsiteY29" fmla="*/ 28575 h 33813"/>
                <a:gd name="connsiteX30" fmla="*/ 6668 w 48578"/>
                <a:gd name="connsiteY30" fmla="*/ 29528 h 33813"/>
                <a:gd name="connsiteX31" fmla="*/ 12860 w 48578"/>
                <a:gd name="connsiteY31" fmla="*/ 30480 h 33813"/>
                <a:gd name="connsiteX32" fmla="*/ 17622 w 48578"/>
                <a:gd name="connsiteY32" fmla="*/ 31909 h 33813"/>
                <a:gd name="connsiteX33" fmla="*/ 20003 w 48578"/>
                <a:gd name="connsiteY33" fmla="*/ 33338 h 33813"/>
                <a:gd name="connsiteX34" fmla="*/ 23813 w 48578"/>
                <a:gd name="connsiteY34" fmla="*/ 33814 h 33813"/>
                <a:gd name="connsiteX35" fmla="*/ 27623 w 48578"/>
                <a:gd name="connsiteY35" fmla="*/ 33338 h 33813"/>
                <a:gd name="connsiteX36" fmla="*/ 30956 w 48578"/>
                <a:gd name="connsiteY36" fmla="*/ 33338 h 33813"/>
                <a:gd name="connsiteX37" fmla="*/ 33814 w 48578"/>
                <a:gd name="connsiteY37" fmla="*/ 30956 h 33813"/>
                <a:gd name="connsiteX38" fmla="*/ 36672 w 48578"/>
                <a:gd name="connsiteY38" fmla="*/ 29051 h 33813"/>
                <a:gd name="connsiteX39" fmla="*/ 40006 w 48578"/>
                <a:gd name="connsiteY39" fmla="*/ 28575 h 33813"/>
                <a:gd name="connsiteX40" fmla="*/ 41435 w 48578"/>
                <a:gd name="connsiteY40" fmla="*/ 29051 h 33813"/>
                <a:gd name="connsiteX41" fmla="*/ 42387 w 48578"/>
                <a:gd name="connsiteY41" fmla="*/ 28099 h 33813"/>
                <a:gd name="connsiteX42" fmla="*/ 46197 w 48578"/>
                <a:gd name="connsiteY42" fmla="*/ 28099 h 33813"/>
                <a:gd name="connsiteX43" fmla="*/ 48578 w 48578"/>
                <a:gd name="connsiteY43" fmla="*/ 27146 h 33813"/>
                <a:gd name="connsiteX44" fmla="*/ 46673 w 48578"/>
                <a:gd name="connsiteY44" fmla="*/ 21907 h 33813"/>
                <a:gd name="connsiteX45" fmla="*/ 45244 w 48578"/>
                <a:gd name="connsiteY45" fmla="*/ 17621 h 33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8578" h="33813">
                  <a:moveTo>
                    <a:pt x="45244" y="17621"/>
                  </a:moveTo>
                  <a:lnTo>
                    <a:pt x="44291" y="14288"/>
                  </a:lnTo>
                  <a:lnTo>
                    <a:pt x="44768" y="12382"/>
                  </a:lnTo>
                  <a:lnTo>
                    <a:pt x="44768" y="10954"/>
                  </a:lnTo>
                  <a:lnTo>
                    <a:pt x="42387" y="9049"/>
                  </a:lnTo>
                  <a:lnTo>
                    <a:pt x="38577" y="6668"/>
                  </a:lnTo>
                  <a:lnTo>
                    <a:pt x="36195" y="3810"/>
                  </a:lnTo>
                  <a:lnTo>
                    <a:pt x="35243" y="3810"/>
                  </a:lnTo>
                  <a:lnTo>
                    <a:pt x="34291" y="3334"/>
                  </a:lnTo>
                  <a:lnTo>
                    <a:pt x="34291" y="1905"/>
                  </a:lnTo>
                  <a:lnTo>
                    <a:pt x="33338" y="476"/>
                  </a:lnTo>
                  <a:lnTo>
                    <a:pt x="31433" y="0"/>
                  </a:lnTo>
                  <a:lnTo>
                    <a:pt x="29528" y="953"/>
                  </a:lnTo>
                  <a:lnTo>
                    <a:pt x="23337" y="2857"/>
                  </a:lnTo>
                  <a:lnTo>
                    <a:pt x="19050" y="2857"/>
                  </a:lnTo>
                  <a:lnTo>
                    <a:pt x="12383" y="5239"/>
                  </a:lnTo>
                  <a:lnTo>
                    <a:pt x="8573" y="8096"/>
                  </a:lnTo>
                  <a:lnTo>
                    <a:pt x="5239" y="11430"/>
                  </a:lnTo>
                  <a:lnTo>
                    <a:pt x="5239" y="13335"/>
                  </a:lnTo>
                  <a:lnTo>
                    <a:pt x="5716" y="15240"/>
                  </a:lnTo>
                  <a:lnTo>
                    <a:pt x="5239" y="15716"/>
                  </a:lnTo>
                  <a:lnTo>
                    <a:pt x="4287" y="16193"/>
                  </a:lnTo>
                  <a:lnTo>
                    <a:pt x="3810" y="17145"/>
                  </a:lnTo>
                  <a:lnTo>
                    <a:pt x="3810" y="18097"/>
                  </a:lnTo>
                  <a:lnTo>
                    <a:pt x="2381" y="19050"/>
                  </a:lnTo>
                  <a:lnTo>
                    <a:pt x="477" y="19526"/>
                  </a:lnTo>
                  <a:lnTo>
                    <a:pt x="0" y="21431"/>
                  </a:lnTo>
                  <a:lnTo>
                    <a:pt x="477" y="23336"/>
                  </a:lnTo>
                  <a:lnTo>
                    <a:pt x="2381" y="27146"/>
                  </a:lnTo>
                  <a:lnTo>
                    <a:pt x="4287" y="28575"/>
                  </a:lnTo>
                  <a:lnTo>
                    <a:pt x="6668" y="29528"/>
                  </a:lnTo>
                  <a:lnTo>
                    <a:pt x="12860" y="30480"/>
                  </a:lnTo>
                  <a:lnTo>
                    <a:pt x="17622" y="31909"/>
                  </a:lnTo>
                  <a:lnTo>
                    <a:pt x="20003" y="33338"/>
                  </a:lnTo>
                  <a:lnTo>
                    <a:pt x="23813" y="33814"/>
                  </a:lnTo>
                  <a:lnTo>
                    <a:pt x="27623" y="33338"/>
                  </a:lnTo>
                  <a:lnTo>
                    <a:pt x="30956" y="33338"/>
                  </a:lnTo>
                  <a:lnTo>
                    <a:pt x="33814" y="30956"/>
                  </a:lnTo>
                  <a:lnTo>
                    <a:pt x="36672" y="29051"/>
                  </a:lnTo>
                  <a:lnTo>
                    <a:pt x="40006" y="28575"/>
                  </a:lnTo>
                  <a:lnTo>
                    <a:pt x="41435" y="29051"/>
                  </a:lnTo>
                  <a:lnTo>
                    <a:pt x="42387" y="28099"/>
                  </a:lnTo>
                  <a:lnTo>
                    <a:pt x="46197" y="28099"/>
                  </a:lnTo>
                  <a:lnTo>
                    <a:pt x="48578" y="27146"/>
                  </a:lnTo>
                  <a:lnTo>
                    <a:pt x="46673" y="21907"/>
                  </a:lnTo>
                  <a:lnTo>
                    <a:pt x="45244" y="17621"/>
                  </a:lnTo>
                  <a:close/>
                </a:path>
              </a:pathLst>
            </a:custGeom>
            <a:grpFill/>
            <a:ln w="317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B6A78008-763F-47AA-8BB8-1B8E6EB43AD4}"/>
                </a:ext>
              </a:extLst>
            </p:cNvPr>
            <p:cNvSpPr/>
            <p:nvPr/>
          </p:nvSpPr>
          <p:spPr>
            <a:xfrm>
              <a:off x="6422707" y="1435416"/>
              <a:ext cx="370998" cy="565785"/>
            </a:xfrm>
            <a:custGeom>
              <a:avLst/>
              <a:gdLst>
                <a:gd name="connsiteX0" fmla="*/ 369094 w 370998"/>
                <a:gd name="connsiteY0" fmla="*/ 402431 h 565785"/>
                <a:gd name="connsiteX1" fmla="*/ 366713 w 370998"/>
                <a:gd name="connsiteY1" fmla="*/ 399574 h 565785"/>
                <a:gd name="connsiteX2" fmla="*/ 363379 w 370998"/>
                <a:gd name="connsiteY2" fmla="*/ 396240 h 565785"/>
                <a:gd name="connsiteX3" fmla="*/ 360522 w 370998"/>
                <a:gd name="connsiteY3" fmla="*/ 392430 h 565785"/>
                <a:gd name="connsiteX4" fmla="*/ 358140 w 370998"/>
                <a:gd name="connsiteY4" fmla="*/ 389096 h 565785"/>
                <a:gd name="connsiteX5" fmla="*/ 350997 w 370998"/>
                <a:gd name="connsiteY5" fmla="*/ 384334 h 565785"/>
                <a:gd name="connsiteX6" fmla="*/ 340043 w 370998"/>
                <a:gd name="connsiteY6" fmla="*/ 378142 h 565785"/>
                <a:gd name="connsiteX7" fmla="*/ 331947 w 370998"/>
                <a:gd name="connsiteY7" fmla="*/ 373380 h 565785"/>
                <a:gd name="connsiteX8" fmla="*/ 319564 w 370998"/>
                <a:gd name="connsiteY8" fmla="*/ 363379 h 565785"/>
                <a:gd name="connsiteX9" fmla="*/ 317182 w 370998"/>
                <a:gd name="connsiteY9" fmla="*/ 360998 h 565785"/>
                <a:gd name="connsiteX10" fmla="*/ 317659 w 370998"/>
                <a:gd name="connsiteY10" fmla="*/ 360521 h 565785"/>
                <a:gd name="connsiteX11" fmla="*/ 324803 w 370998"/>
                <a:gd name="connsiteY11" fmla="*/ 357664 h 565785"/>
                <a:gd name="connsiteX12" fmla="*/ 331947 w 370998"/>
                <a:gd name="connsiteY12" fmla="*/ 350044 h 565785"/>
                <a:gd name="connsiteX13" fmla="*/ 334804 w 370998"/>
                <a:gd name="connsiteY13" fmla="*/ 346234 h 565785"/>
                <a:gd name="connsiteX14" fmla="*/ 335756 w 370998"/>
                <a:gd name="connsiteY14" fmla="*/ 343376 h 565785"/>
                <a:gd name="connsiteX15" fmla="*/ 335756 w 370998"/>
                <a:gd name="connsiteY15" fmla="*/ 340042 h 565785"/>
                <a:gd name="connsiteX16" fmla="*/ 335280 w 370998"/>
                <a:gd name="connsiteY16" fmla="*/ 336709 h 565785"/>
                <a:gd name="connsiteX17" fmla="*/ 334328 w 370998"/>
                <a:gd name="connsiteY17" fmla="*/ 334804 h 565785"/>
                <a:gd name="connsiteX18" fmla="*/ 330994 w 370998"/>
                <a:gd name="connsiteY18" fmla="*/ 332423 h 565785"/>
                <a:gd name="connsiteX19" fmla="*/ 321469 w 370998"/>
                <a:gd name="connsiteY19" fmla="*/ 327660 h 565785"/>
                <a:gd name="connsiteX20" fmla="*/ 319088 w 370998"/>
                <a:gd name="connsiteY20" fmla="*/ 323374 h 565785"/>
                <a:gd name="connsiteX21" fmla="*/ 317182 w 370998"/>
                <a:gd name="connsiteY21" fmla="*/ 319088 h 565785"/>
                <a:gd name="connsiteX22" fmla="*/ 317182 w 370998"/>
                <a:gd name="connsiteY22" fmla="*/ 317183 h 565785"/>
                <a:gd name="connsiteX23" fmla="*/ 321945 w 370998"/>
                <a:gd name="connsiteY23" fmla="*/ 312420 h 565785"/>
                <a:gd name="connsiteX24" fmla="*/ 321945 w 370998"/>
                <a:gd name="connsiteY24" fmla="*/ 310039 h 565785"/>
                <a:gd name="connsiteX25" fmla="*/ 321469 w 370998"/>
                <a:gd name="connsiteY25" fmla="*/ 307658 h 565785"/>
                <a:gd name="connsiteX26" fmla="*/ 320040 w 370998"/>
                <a:gd name="connsiteY26" fmla="*/ 305753 h 565785"/>
                <a:gd name="connsiteX27" fmla="*/ 310039 w 370998"/>
                <a:gd name="connsiteY27" fmla="*/ 303371 h 565785"/>
                <a:gd name="connsiteX28" fmla="*/ 307181 w 370998"/>
                <a:gd name="connsiteY28" fmla="*/ 300990 h 565785"/>
                <a:gd name="connsiteX29" fmla="*/ 304800 w 370998"/>
                <a:gd name="connsiteY29" fmla="*/ 297180 h 565785"/>
                <a:gd name="connsiteX30" fmla="*/ 303848 w 370998"/>
                <a:gd name="connsiteY30" fmla="*/ 293846 h 565785"/>
                <a:gd name="connsiteX31" fmla="*/ 303848 w 370998"/>
                <a:gd name="connsiteY31" fmla="*/ 291941 h 565785"/>
                <a:gd name="connsiteX32" fmla="*/ 304800 w 370998"/>
                <a:gd name="connsiteY32" fmla="*/ 290036 h 565785"/>
                <a:gd name="connsiteX33" fmla="*/ 308134 w 370998"/>
                <a:gd name="connsiteY33" fmla="*/ 287655 h 565785"/>
                <a:gd name="connsiteX34" fmla="*/ 310991 w 370998"/>
                <a:gd name="connsiteY34" fmla="*/ 286226 h 565785"/>
                <a:gd name="connsiteX35" fmla="*/ 311468 w 370998"/>
                <a:gd name="connsiteY35" fmla="*/ 284321 h 565785"/>
                <a:gd name="connsiteX36" fmla="*/ 311468 w 370998"/>
                <a:gd name="connsiteY36" fmla="*/ 281940 h 565785"/>
                <a:gd name="connsiteX37" fmla="*/ 310991 w 370998"/>
                <a:gd name="connsiteY37" fmla="*/ 280988 h 565785"/>
                <a:gd name="connsiteX38" fmla="*/ 304800 w 370998"/>
                <a:gd name="connsiteY38" fmla="*/ 280035 h 565785"/>
                <a:gd name="connsiteX39" fmla="*/ 304324 w 370998"/>
                <a:gd name="connsiteY39" fmla="*/ 279559 h 565785"/>
                <a:gd name="connsiteX40" fmla="*/ 304324 w 370998"/>
                <a:gd name="connsiteY40" fmla="*/ 278606 h 565785"/>
                <a:gd name="connsiteX41" fmla="*/ 304800 w 370998"/>
                <a:gd name="connsiteY41" fmla="*/ 277654 h 565785"/>
                <a:gd name="connsiteX42" fmla="*/ 308134 w 370998"/>
                <a:gd name="connsiteY42" fmla="*/ 273844 h 565785"/>
                <a:gd name="connsiteX43" fmla="*/ 308610 w 370998"/>
                <a:gd name="connsiteY43" fmla="*/ 266224 h 565785"/>
                <a:gd name="connsiteX44" fmla="*/ 311944 w 370998"/>
                <a:gd name="connsiteY44" fmla="*/ 260985 h 565785"/>
                <a:gd name="connsiteX45" fmla="*/ 308610 w 370998"/>
                <a:gd name="connsiteY45" fmla="*/ 257651 h 565785"/>
                <a:gd name="connsiteX46" fmla="*/ 309086 w 370998"/>
                <a:gd name="connsiteY46" fmla="*/ 257175 h 565785"/>
                <a:gd name="connsiteX47" fmla="*/ 314325 w 370998"/>
                <a:gd name="connsiteY47" fmla="*/ 255746 h 565785"/>
                <a:gd name="connsiteX48" fmla="*/ 319088 w 370998"/>
                <a:gd name="connsiteY48" fmla="*/ 255270 h 565785"/>
                <a:gd name="connsiteX49" fmla="*/ 321469 w 370998"/>
                <a:gd name="connsiteY49" fmla="*/ 254794 h 565785"/>
                <a:gd name="connsiteX50" fmla="*/ 321945 w 370998"/>
                <a:gd name="connsiteY50" fmla="*/ 252413 h 565785"/>
                <a:gd name="connsiteX51" fmla="*/ 321469 w 370998"/>
                <a:gd name="connsiteY51" fmla="*/ 249079 h 565785"/>
                <a:gd name="connsiteX52" fmla="*/ 316230 w 370998"/>
                <a:gd name="connsiteY52" fmla="*/ 235744 h 565785"/>
                <a:gd name="connsiteX53" fmla="*/ 315278 w 370998"/>
                <a:gd name="connsiteY53" fmla="*/ 231934 h 565785"/>
                <a:gd name="connsiteX54" fmla="*/ 311944 w 370998"/>
                <a:gd name="connsiteY54" fmla="*/ 227171 h 565785"/>
                <a:gd name="connsiteX55" fmla="*/ 309086 w 370998"/>
                <a:gd name="connsiteY55" fmla="*/ 223838 h 565785"/>
                <a:gd name="connsiteX56" fmla="*/ 307181 w 370998"/>
                <a:gd name="connsiteY56" fmla="*/ 221456 h 565785"/>
                <a:gd name="connsiteX57" fmla="*/ 304324 w 370998"/>
                <a:gd name="connsiteY57" fmla="*/ 216694 h 565785"/>
                <a:gd name="connsiteX58" fmla="*/ 302895 w 370998"/>
                <a:gd name="connsiteY58" fmla="*/ 211931 h 565785"/>
                <a:gd name="connsiteX59" fmla="*/ 300038 w 370998"/>
                <a:gd name="connsiteY59" fmla="*/ 206693 h 565785"/>
                <a:gd name="connsiteX60" fmla="*/ 296704 w 370998"/>
                <a:gd name="connsiteY60" fmla="*/ 201930 h 565785"/>
                <a:gd name="connsiteX61" fmla="*/ 293847 w 370998"/>
                <a:gd name="connsiteY61" fmla="*/ 197644 h 565785"/>
                <a:gd name="connsiteX62" fmla="*/ 287179 w 370998"/>
                <a:gd name="connsiteY62" fmla="*/ 189071 h 565785"/>
                <a:gd name="connsiteX63" fmla="*/ 286226 w 370998"/>
                <a:gd name="connsiteY63" fmla="*/ 186690 h 565785"/>
                <a:gd name="connsiteX64" fmla="*/ 286226 w 370998"/>
                <a:gd name="connsiteY64" fmla="*/ 184309 h 565785"/>
                <a:gd name="connsiteX65" fmla="*/ 286703 w 370998"/>
                <a:gd name="connsiteY65" fmla="*/ 181928 h 565785"/>
                <a:gd name="connsiteX66" fmla="*/ 291941 w 370998"/>
                <a:gd name="connsiteY66" fmla="*/ 174784 h 565785"/>
                <a:gd name="connsiteX67" fmla="*/ 296704 w 370998"/>
                <a:gd name="connsiteY67" fmla="*/ 168593 h 565785"/>
                <a:gd name="connsiteX68" fmla="*/ 302895 w 370998"/>
                <a:gd name="connsiteY68" fmla="*/ 161449 h 565785"/>
                <a:gd name="connsiteX69" fmla="*/ 309086 w 370998"/>
                <a:gd name="connsiteY69" fmla="*/ 155734 h 565785"/>
                <a:gd name="connsiteX70" fmla="*/ 315754 w 370998"/>
                <a:gd name="connsiteY70" fmla="*/ 148590 h 565785"/>
                <a:gd name="connsiteX71" fmla="*/ 317182 w 370998"/>
                <a:gd name="connsiteY71" fmla="*/ 141446 h 565785"/>
                <a:gd name="connsiteX72" fmla="*/ 316706 w 370998"/>
                <a:gd name="connsiteY72" fmla="*/ 140494 h 565785"/>
                <a:gd name="connsiteX73" fmla="*/ 311468 w 370998"/>
                <a:gd name="connsiteY73" fmla="*/ 136684 h 565785"/>
                <a:gd name="connsiteX74" fmla="*/ 301466 w 370998"/>
                <a:gd name="connsiteY74" fmla="*/ 126683 h 565785"/>
                <a:gd name="connsiteX75" fmla="*/ 295275 w 370998"/>
                <a:gd name="connsiteY75" fmla="*/ 119063 h 565785"/>
                <a:gd name="connsiteX76" fmla="*/ 285750 w 370998"/>
                <a:gd name="connsiteY76" fmla="*/ 115729 h 565785"/>
                <a:gd name="connsiteX77" fmla="*/ 272891 w 370998"/>
                <a:gd name="connsiteY77" fmla="*/ 111443 h 565785"/>
                <a:gd name="connsiteX78" fmla="*/ 268605 w 370998"/>
                <a:gd name="connsiteY78" fmla="*/ 101918 h 565785"/>
                <a:gd name="connsiteX79" fmla="*/ 265748 w 370998"/>
                <a:gd name="connsiteY79" fmla="*/ 93821 h 565785"/>
                <a:gd name="connsiteX80" fmla="*/ 266224 w 370998"/>
                <a:gd name="connsiteY80" fmla="*/ 90964 h 565785"/>
                <a:gd name="connsiteX81" fmla="*/ 275273 w 370998"/>
                <a:gd name="connsiteY81" fmla="*/ 77153 h 565785"/>
                <a:gd name="connsiteX82" fmla="*/ 276225 w 370998"/>
                <a:gd name="connsiteY82" fmla="*/ 74771 h 565785"/>
                <a:gd name="connsiteX83" fmla="*/ 276225 w 370998"/>
                <a:gd name="connsiteY83" fmla="*/ 73343 h 565785"/>
                <a:gd name="connsiteX84" fmla="*/ 275273 w 370998"/>
                <a:gd name="connsiteY84" fmla="*/ 72390 h 565785"/>
                <a:gd name="connsiteX85" fmla="*/ 273844 w 370998"/>
                <a:gd name="connsiteY85" fmla="*/ 71914 h 565785"/>
                <a:gd name="connsiteX86" fmla="*/ 265272 w 370998"/>
                <a:gd name="connsiteY86" fmla="*/ 71438 h 565785"/>
                <a:gd name="connsiteX87" fmla="*/ 263843 w 370998"/>
                <a:gd name="connsiteY87" fmla="*/ 69533 h 565785"/>
                <a:gd name="connsiteX88" fmla="*/ 269081 w 370998"/>
                <a:gd name="connsiteY88" fmla="*/ 68104 h 565785"/>
                <a:gd name="connsiteX89" fmla="*/ 273368 w 370998"/>
                <a:gd name="connsiteY89" fmla="*/ 66199 h 565785"/>
                <a:gd name="connsiteX90" fmla="*/ 280511 w 370998"/>
                <a:gd name="connsiteY90" fmla="*/ 63341 h 565785"/>
                <a:gd name="connsiteX91" fmla="*/ 282893 w 370998"/>
                <a:gd name="connsiteY91" fmla="*/ 62389 h 565785"/>
                <a:gd name="connsiteX92" fmla="*/ 280511 w 370998"/>
                <a:gd name="connsiteY92" fmla="*/ 60008 h 565785"/>
                <a:gd name="connsiteX93" fmla="*/ 278606 w 370998"/>
                <a:gd name="connsiteY93" fmla="*/ 56674 h 565785"/>
                <a:gd name="connsiteX94" fmla="*/ 279082 w 370998"/>
                <a:gd name="connsiteY94" fmla="*/ 53340 h 565785"/>
                <a:gd name="connsiteX95" fmla="*/ 285274 w 370998"/>
                <a:gd name="connsiteY95" fmla="*/ 46673 h 565785"/>
                <a:gd name="connsiteX96" fmla="*/ 290989 w 370998"/>
                <a:gd name="connsiteY96" fmla="*/ 41910 h 565785"/>
                <a:gd name="connsiteX97" fmla="*/ 292418 w 370998"/>
                <a:gd name="connsiteY97" fmla="*/ 40481 h 565785"/>
                <a:gd name="connsiteX98" fmla="*/ 295751 w 370998"/>
                <a:gd name="connsiteY98" fmla="*/ 35719 h 565785"/>
                <a:gd name="connsiteX99" fmla="*/ 289084 w 370998"/>
                <a:gd name="connsiteY99" fmla="*/ 23813 h 565785"/>
                <a:gd name="connsiteX100" fmla="*/ 277654 w 370998"/>
                <a:gd name="connsiteY100" fmla="*/ 20003 h 565785"/>
                <a:gd name="connsiteX101" fmla="*/ 264319 w 370998"/>
                <a:gd name="connsiteY101" fmla="*/ 14288 h 565785"/>
                <a:gd name="connsiteX102" fmla="*/ 259556 w 370998"/>
                <a:gd name="connsiteY102" fmla="*/ 11430 h 565785"/>
                <a:gd name="connsiteX103" fmla="*/ 251936 w 370998"/>
                <a:gd name="connsiteY103" fmla="*/ 5239 h 565785"/>
                <a:gd name="connsiteX104" fmla="*/ 246698 w 370998"/>
                <a:gd name="connsiteY104" fmla="*/ 0 h 565785"/>
                <a:gd name="connsiteX105" fmla="*/ 241935 w 370998"/>
                <a:gd name="connsiteY105" fmla="*/ 0 h 565785"/>
                <a:gd name="connsiteX106" fmla="*/ 236697 w 370998"/>
                <a:gd name="connsiteY106" fmla="*/ 1429 h 565785"/>
                <a:gd name="connsiteX107" fmla="*/ 228600 w 370998"/>
                <a:gd name="connsiteY107" fmla="*/ 6191 h 565785"/>
                <a:gd name="connsiteX108" fmla="*/ 223838 w 370998"/>
                <a:gd name="connsiteY108" fmla="*/ 8573 h 565785"/>
                <a:gd name="connsiteX109" fmla="*/ 220980 w 370998"/>
                <a:gd name="connsiteY109" fmla="*/ 9525 h 565785"/>
                <a:gd name="connsiteX110" fmla="*/ 220504 w 370998"/>
                <a:gd name="connsiteY110" fmla="*/ 9525 h 565785"/>
                <a:gd name="connsiteX111" fmla="*/ 214789 w 370998"/>
                <a:gd name="connsiteY111" fmla="*/ 8096 h 565785"/>
                <a:gd name="connsiteX112" fmla="*/ 208122 w 370998"/>
                <a:gd name="connsiteY112" fmla="*/ 7620 h 565785"/>
                <a:gd name="connsiteX113" fmla="*/ 202882 w 370998"/>
                <a:gd name="connsiteY113" fmla="*/ 8096 h 565785"/>
                <a:gd name="connsiteX114" fmla="*/ 200978 w 370998"/>
                <a:gd name="connsiteY114" fmla="*/ 8573 h 565785"/>
                <a:gd name="connsiteX115" fmla="*/ 193357 w 370998"/>
                <a:gd name="connsiteY115" fmla="*/ 16669 h 565785"/>
                <a:gd name="connsiteX116" fmla="*/ 188119 w 370998"/>
                <a:gd name="connsiteY116" fmla="*/ 20955 h 565785"/>
                <a:gd name="connsiteX117" fmla="*/ 185261 w 370998"/>
                <a:gd name="connsiteY117" fmla="*/ 22384 h 565785"/>
                <a:gd name="connsiteX118" fmla="*/ 183356 w 370998"/>
                <a:gd name="connsiteY118" fmla="*/ 24765 h 565785"/>
                <a:gd name="connsiteX119" fmla="*/ 181451 w 370998"/>
                <a:gd name="connsiteY119" fmla="*/ 28575 h 565785"/>
                <a:gd name="connsiteX120" fmla="*/ 177641 w 370998"/>
                <a:gd name="connsiteY120" fmla="*/ 41910 h 565785"/>
                <a:gd name="connsiteX121" fmla="*/ 174784 w 370998"/>
                <a:gd name="connsiteY121" fmla="*/ 47149 h 565785"/>
                <a:gd name="connsiteX122" fmla="*/ 174307 w 370998"/>
                <a:gd name="connsiteY122" fmla="*/ 50006 h 565785"/>
                <a:gd name="connsiteX123" fmla="*/ 174784 w 370998"/>
                <a:gd name="connsiteY123" fmla="*/ 59055 h 565785"/>
                <a:gd name="connsiteX124" fmla="*/ 174307 w 370998"/>
                <a:gd name="connsiteY124" fmla="*/ 64294 h 565785"/>
                <a:gd name="connsiteX125" fmla="*/ 170974 w 370998"/>
                <a:gd name="connsiteY125" fmla="*/ 68580 h 565785"/>
                <a:gd name="connsiteX126" fmla="*/ 168593 w 370998"/>
                <a:gd name="connsiteY126" fmla="*/ 70485 h 565785"/>
                <a:gd name="connsiteX127" fmla="*/ 165259 w 370998"/>
                <a:gd name="connsiteY127" fmla="*/ 70961 h 565785"/>
                <a:gd name="connsiteX128" fmla="*/ 160973 w 370998"/>
                <a:gd name="connsiteY128" fmla="*/ 71914 h 565785"/>
                <a:gd name="connsiteX129" fmla="*/ 157163 w 370998"/>
                <a:gd name="connsiteY129" fmla="*/ 74295 h 565785"/>
                <a:gd name="connsiteX130" fmla="*/ 154781 w 370998"/>
                <a:gd name="connsiteY130" fmla="*/ 77629 h 565785"/>
                <a:gd name="connsiteX131" fmla="*/ 151924 w 370998"/>
                <a:gd name="connsiteY131" fmla="*/ 85249 h 565785"/>
                <a:gd name="connsiteX132" fmla="*/ 147161 w 370998"/>
                <a:gd name="connsiteY132" fmla="*/ 88106 h 565785"/>
                <a:gd name="connsiteX133" fmla="*/ 142399 w 370998"/>
                <a:gd name="connsiteY133" fmla="*/ 87154 h 565785"/>
                <a:gd name="connsiteX134" fmla="*/ 139065 w 370998"/>
                <a:gd name="connsiteY134" fmla="*/ 84296 h 565785"/>
                <a:gd name="connsiteX135" fmla="*/ 131922 w 370998"/>
                <a:gd name="connsiteY135" fmla="*/ 82391 h 565785"/>
                <a:gd name="connsiteX136" fmla="*/ 126682 w 370998"/>
                <a:gd name="connsiteY136" fmla="*/ 80963 h 565785"/>
                <a:gd name="connsiteX137" fmla="*/ 120491 w 370998"/>
                <a:gd name="connsiteY137" fmla="*/ 78105 h 565785"/>
                <a:gd name="connsiteX138" fmla="*/ 115253 w 370998"/>
                <a:gd name="connsiteY138" fmla="*/ 75724 h 565785"/>
                <a:gd name="connsiteX139" fmla="*/ 110490 w 370998"/>
                <a:gd name="connsiteY139" fmla="*/ 75248 h 565785"/>
                <a:gd name="connsiteX140" fmla="*/ 107632 w 370998"/>
                <a:gd name="connsiteY140" fmla="*/ 78105 h 565785"/>
                <a:gd name="connsiteX141" fmla="*/ 105251 w 370998"/>
                <a:gd name="connsiteY141" fmla="*/ 80963 h 565785"/>
                <a:gd name="connsiteX142" fmla="*/ 97155 w 370998"/>
                <a:gd name="connsiteY142" fmla="*/ 82868 h 565785"/>
                <a:gd name="connsiteX143" fmla="*/ 92393 w 370998"/>
                <a:gd name="connsiteY143" fmla="*/ 84773 h 565785"/>
                <a:gd name="connsiteX144" fmla="*/ 86201 w 370998"/>
                <a:gd name="connsiteY144" fmla="*/ 85249 h 565785"/>
                <a:gd name="connsiteX145" fmla="*/ 83820 w 370998"/>
                <a:gd name="connsiteY145" fmla="*/ 83344 h 565785"/>
                <a:gd name="connsiteX146" fmla="*/ 74772 w 370998"/>
                <a:gd name="connsiteY146" fmla="*/ 81915 h 565785"/>
                <a:gd name="connsiteX147" fmla="*/ 64294 w 370998"/>
                <a:gd name="connsiteY147" fmla="*/ 80486 h 565785"/>
                <a:gd name="connsiteX148" fmla="*/ 61436 w 370998"/>
                <a:gd name="connsiteY148" fmla="*/ 80486 h 565785"/>
                <a:gd name="connsiteX149" fmla="*/ 60484 w 370998"/>
                <a:gd name="connsiteY149" fmla="*/ 77153 h 565785"/>
                <a:gd name="connsiteX150" fmla="*/ 57626 w 370998"/>
                <a:gd name="connsiteY150" fmla="*/ 72390 h 565785"/>
                <a:gd name="connsiteX151" fmla="*/ 50006 w 370998"/>
                <a:gd name="connsiteY151" fmla="*/ 64294 h 565785"/>
                <a:gd name="connsiteX152" fmla="*/ 47149 w 370998"/>
                <a:gd name="connsiteY152" fmla="*/ 61436 h 565785"/>
                <a:gd name="connsiteX153" fmla="*/ 41434 w 370998"/>
                <a:gd name="connsiteY153" fmla="*/ 54769 h 565785"/>
                <a:gd name="connsiteX154" fmla="*/ 34766 w 370998"/>
                <a:gd name="connsiteY154" fmla="*/ 47625 h 565785"/>
                <a:gd name="connsiteX155" fmla="*/ 33814 w 370998"/>
                <a:gd name="connsiteY155" fmla="*/ 47625 h 565785"/>
                <a:gd name="connsiteX156" fmla="*/ 29528 w 370998"/>
                <a:gd name="connsiteY156" fmla="*/ 47625 h 565785"/>
                <a:gd name="connsiteX157" fmla="*/ 22860 w 370998"/>
                <a:gd name="connsiteY157" fmla="*/ 47625 h 565785"/>
                <a:gd name="connsiteX158" fmla="*/ 18574 w 370998"/>
                <a:gd name="connsiteY158" fmla="*/ 49054 h 565785"/>
                <a:gd name="connsiteX159" fmla="*/ 15716 w 370998"/>
                <a:gd name="connsiteY159" fmla="*/ 50959 h 565785"/>
                <a:gd name="connsiteX160" fmla="*/ 15240 w 370998"/>
                <a:gd name="connsiteY160" fmla="*/ 52388 h 565785"/>
                <a:gd name="connsiteX161" fmla="*/ 17622 w 370998"/>
                <a:gd name="connsiteY161" fmla="*/ 58579 h 565785"/>
                <a:gd name="connsiteX162" fmla="*/ 16669 w 370998"/>
                <a:gd name="connsiteY162" fmla="*/ 60008 h 565785"/>
                <a:gd name="connsiteX163" fmla="*/ 15240 w 370998"/>
                <a:gd name="connsiteY163" fmla="*/ 60960 h 565785"/>
                <a:gd name="connsiteX164" fmla="*/ 9049 w 370998"/>
                <a:gd name="connsiteY164" fmla="*/ 59055 h 565785"/>
                <a:gd name="connsiteX165" fmla="*/ 1905 w 370998"/>
                <a:gd name="connsiteY165" fmla="*/ 59055 h 565785"/>
                <a:gd name="connsiteX166" fmla="*/ 0 w 370998"/>
                <a:gd name="connsiteY166" fmla="*/ 60960 h 565785"/>
                <a:gd name="connsiteX167" fmla="*/ 9525 w 370998"/>
                <a:gd name="connsiteY167" fmla="*/ 64294 h 565785"/>
                <a:gd name="connsiteX168" fmla="*/ 10001 w 370998"/>
                <a:gd name="connsiteY168" fmla="*/ 65246 h 565785"/>
                <a:gd name="connsiteX169" fmla="*/ 10001 w 370998"/>
                <a:gd name="connsiteY169" fmla="*/ 67151 h 565785"/>
                <a:gd name="connsiteX170" fmla="*/ 10478 w 370998"/>
                <a:gd name="connsiteY170" fmla="*/ 69056 h 565785"/>
                <a:gd name="connsiteX171" fmla="*/ 19526 w 370998"/>
                <a:gd name="connsiteY171" fmla="*/ 73819 h 565785"/>
                <a:gd name="connsiteX172" fmla="*/ 21907 w 370998"/>
                <a:gd name="connsiteY172" fmla="*/ 76200 h 565785"/>
                <a:gd name="connsiteX173" fmla="*/ 27623 w 370998"/>
                <a:gd name="connsiteY173" fmla="*/ 80010 h 565785"/>
                <a:gd name="connsiteX174" fmla="*/ 29051 w 370998"/>
                <a:gd name="connsiteY174" fmla="*/ 81915 h 565785"/>
                <a:gd name="connsiteX175" fmla="*/ 34290 w 370998"/>
                <a:gd name="connsiteY175" fmla="*/ 84296 h 565785"/>
                <a:gd name="connsiteX176" fmla="*/ 38100 w 370998"/>
                <a:gd name="connsiteY176" fmla="*/ 86678 h 565785"/>
                <a:gd name="connsiteX177" fmla="*/ 42386 w 370998"/>
                <a:gd name="connsiteY177" fmla="*/ 88583 h 565785"/>
                <a:gd name="connsiteX178" fmla="*/ 47625 w 370998"/>
                <a:gd name="connsiteY178" fmla="*/ 91916 h 565785"/>
                <a:gd name="connsiteX179" fmla="*/ 54293 w 370998"/>
                <a:gd name="connsiteY179" fmla="*/ 94298 h 565785"/>
                <a:gd name="connsiteX180" fmla="*/ 60007 w 370998"/>
                <a:gd name="connsiteY180" fmla="*/ 95250 h 565785"/>
                <a:gd name="connsiteX181" fmla="*/ 74295 w 370998"/>
                <a:gd name="connsiteY181" fmla="*/ 99536 h 565785"/>
                <a:gd name="connsiteX182" fmla="*/ 76676 w 370998"/>
                <a:gd name="connsiteY182" fmla="*/ 100965 h 565785"/>
                <a:gd name="connsiteX183" fmla="*/ 80963 w 370998"/>
                <a:gd name="connsiteY183" fmla="*/ 103823 h 565785"/>
                <a:gd name="connsiteX184" fmla="*/ 85249 w 370998"/>
                <a:gd name="connsiteY184" fmla="*/ 107156 h 565785"/>
                <a:gd name="connsiteX185" fmla="*/ 88106 w 370998"/>
                <a:gd name="connsiteY185" fmla="*/ 114300 h 565785"/>
                <a:gd name="connsiteX186" fmla="*/ 92869 w 370998"/>
                <a:gd name="connsiteY186" fmla="*/ 114776 h 565785"/>
                <a:gd name="connsiteX187" fmla="*/ 94298 w 370998"/>
                <a:gd name="connsiteY187" fmla="*/ 117158 h 565785"/>
                <a:gd name="connsiteX188" fmla="*/ 98107 w 370998"/>
                <a:gd name="connsiteY188" fmla="*/ 121444 h 565785"/>
                <a:gd name="connsiteX189" fmla="*/ 103823 w 370998"/>
                <a:gd name="connsiteY189" fmla="*/ 125254 h 565785"/>
                <a:gd name="connsiteX190" fmla="*/ 103823 w 370998"/>
                <a:gd name="connsiteY190" fmla="*/ 126683 h 565785"/>
                <a:gd name="connsiteX191" fmla="*/ 99536 w 370998"/>
                <a:gd name="connsiteY191" fmla="*/ 130016 h 565785"/>
                <a:gd name="connsiteX192" fmla="*/ 99060 w 370998"/>
                <a:gd name="connsiteY192" fmla="*/ 134779 h 565785"/>
                <a:gd name="connsiteX193" fmla="*/ 99536 w 370998"/>
                <a:gd name="connsiteY193" fmla="*/ 140494 h 565785"/>
                <a:gd name="connsiteX194" fmla="*/ 100965 w 370998"/>
                <a:gd name="connsiteY194" fmla="*/ 145256 h 565785"/>
                <a:gd name="connsiteX195" fmla="*/ 100965 w 370998"/>
                <a:gd name="connsiteY195" fmla="*/ 146685 h 565785"/>
                <a:gd name="connsiteX196" fmla="*/ 100013 w 370998"/>
                <a:gd name="connsiteY196" fmla="*/ 148114 h 565785"/>
                <a:gd name="connsiteX197" fmla="*/ 98584 w 370998"/>
                <a:gd name="connsiteY197" fmla="*/ 150495 h 565785"/>
                <a:gd name="connsiteX198" fmla="*/ 98107 w 370998"/>
                <a:gd name="connsiteY198" fmla="*/ 152876 h 565785"/>
                <a:gd name="connsiteX199" fmla="*/ 98107 w 370998"/>
                <a:gd name="connsiteY199" fmla="*/ 153829 h 565785"/>
                <a:gd name="connsiteX200" fmla="*/ 98584 w 370998"/>
                <a:gd name="connsiteY200" fmla="*/ 154305 h 565785"/>
                <a:gd name="connsiteX201" fmla="*/ 100965 w 370998"/>
                <a:gd name="connsiteY201" fmla="*/ 154305 h 565785"/>
                <a:gd name="connsiteX202" fmla="*/ 105251 w 370998"/>
                <a:gd name="connsiteY202" fmla="*/ 154781 h 565785"/>
                <a:gd name="connsiteX203" fmla="*/ 107632 w 370998"/>
                <a:gd name="connsiteY203" fmla="*/ 155734 h 565785"/>
                <a:gd name="connsiteX204" fmla="*/ 109061 w 370998"/>
                <a:gd name="connsiteY204" fmla="*/ 160973 h 565785"/>
                <a:gd name="connsiteX205" fmla="*/ 108585 w 370998"/>
                <a:gd name="connsiteY205" fmla="*/ 161925 h 565785"/>
                <a:gd name="connsiteX206" fmla="*/ 105251 w 370998"/>
                <a:gd name="connsiteY206" fmla="*/ 164306 h 565785"/>
                <a:gd name="connsiteX207" fmla="*/ 104299 w 370998"/>
                <a:gd name="connsiteY207" fmla="*/ 166211 h 565785"/>
                <a:gd name="connsiteX208" fmla="*/ 104299 w 370998"/>
                <a:gd name="connsiteY208" fmla="*/ 169069 h 565785"/>
                <a:gd name="connsiteX209" fmla="*/ 104775 w 370998"/>
                <a:gd name="connsiteY209" fmla="*/ 172403 h 565785"/>
                <a:gd name="connsiteX210" fmla="*/ 106204 w 370998"/>
                <a:gd name="connsiteY210" fmla="*/ 175736 h 565785"/>
                <a:gd name="connsiteX211" fmla="*/ 109061 w 370998"/>
                <a:gd name="connsiteY211" fmla="*/ 179546 h 565785"/>
                <a:gd name="connsiteX212" fmla="*/ 112872 w 370998"/>
                <a:gd name="connsiteY212" fmla="*/ 183356 h 565785"/>
                <a:gd name="connsiteX213" fmla="*/ 115253 w 370998"/>
                <a:gd name="connsiteY213" fmla="*/ 186690 h 565785"/>
                <a:gd name="connsiteX214" fmla="*/ 116205 w 370998"/>
                <a:gd name="connsiteY214" fmla="*/ 189071 h 565785"/>
                <a:gd name="connsiteX215" fmla="*/ 116681 w 370998"/>
                <a:gd name="connsiteY215" fmla="*/ 190500 h 565785"/>
                <a:gd name="connsiteX216" fmla="*/ 114776 w 370998"/>
                <a:gd name="connsiteY216" fmla="*/ 192405 h 565785"/>
                <a:gd name="connsiteX217" fmla="*/ 113348 w 370998"/>
                <a:gd name="connsiteY217" fmla="*/ 196215 h 565785"/>
                <a:gd name="connsiteX218" fmla="*/ 112872 w 370998"/>
                <a:gd name="connsiteY218" fmla="*/ 200501 h 565785"/>
                <a:gd name="connsiteX219" fmla="*/ 112395 w 370998"/>
                <a:gd name="connsiteY219" fmla="*/ 203359 h 565785"/>
                <a:gd name="connsiteX220" fmla="*/ 109061 w 370998"/>
                <a:gd name="connsiteY220" fmla="*/ 207169 h 565785"/>
                <a:gd name="connsiteX221" fmla="*/ 106680 w 370998"/>
                <a:gd name="connsiteY221" fmla="*/ 208598 h 565785"/>
                <a:gd name="connsiteX222" fmla="*/ 106204 w 370998"/>
                <a:gd name="connsiteY222" fmla="*/ 210503 h 565785"/>
                <a:gd name="connsiteX223" fmla="*/ 105728 w 370998"/>
                <a:gd name="connsiteY223" fmla="*/ 213836 h 565785"/>
                <a:gd name="connsiteX224" fmla="*/ 106204 w 370998"/>
                <a:gd name="connsiteY224" fmla="*/ 218123 h 565785"/>
                <a:gd name="connsiteX225" fmla="*/ 106204 w 370998"/>
                <a:gd name="connsiteY225" fmla="*/ 220980 h 565785"/>
                <a:gd name="connsiteX226" fmla="*/ 106680 w 370998"/>
                <a:gd name="connsiteY226" fmla="*/ 222885 h 565785"/>
                <a:gd name="connsiteX227" fmla="*/ 107632 w 370998"/>
                <a:gd name="connsiteY227" fmla="*/ 224314 h 565785"/>
                <a:gd name="connsiteX228" fmla="*/ 112872 w 370998"/>
                <a:gd name="connsiteY228" fmla="*/ 226695 h 565785"/>
                <a:gd name="connsiteX229" fmla="*/ 115729 w 370998"/>
                <a:gd name="connsiteY229" fmla="*/ 231458 h 565785"/>
                <a:gd name="connsiteX230" fmla="*/ 117634 w 370998"/>
                <a:gd name="connsiteY230" fmla="*/ 235268 h 565785"/>
                <a:gd name="connsiteX231" fmla="*/ 121444 w 370998"/>
                <a:gd name="connsiteY231" fmla="*/ 245745 h 565785"/>
                <a:gd name="connsiteX232" fmla="*/ 124301 w 370998"/>
                <a:gd name="connsiteY232" fmla="*/ 245269 h 565785"/>
                <a:gd name="connsiteX233" fmla="*/ 130016 w 370998"/>
                <a:gd name="connsiteY233" fmla="*/ 247174 h 565785"/>
                <a:gd name="connsiteX234" fmla="*/ 134303 w 370998"/>
                <a:gd name="connsiteY234" fmla="*/ 244793 h 565785"/>
                <a:gd name="connsiteX235" fmla="*/ 136207 w 370998"/>
                <a:gd name="connsiteY235" fmla="*/ 242888 h 565785"/>
                <a:gd name="connsiteX236" fmla="*/ 137636 w 370998"/>
                <a:gd name="connsiteY236" fmla="*/ 242888 h 565785"/>
                <a:gd name="connsiteX237" fmla="*/ 137636 w 370998"/>
                <a:gd name="connsiteY237" fmla="*/ 244316 h 565785"/>
                <a:gd name="connsiteX238" fmla="*/ 136207 w 370998"/>
                <a:gd name="connsiteY238" fmla="*/ 248603 h 565785"/>
                <a:gd name="connsiteX239" fmla="*/ 139541 w 370998"/>
                <a:gd name="connsiteY239" fmla="*/ 253365 h 565785"/>
                <a:gd name="connsiteX240" fmla="*/ 142399 w 370998"/>
                <a:gd name="connsiteY240" fmla="*/ 254317 h 565785"/>
                <a:gd name="connsiteX241" fmla="*/ 144780 w 370998"/>
                <a:gd name="connsiteY241" fmla="*/ 254317 h 565785"/>
                <a:gd name="connsiteX242" fmla="*/ 158591 w 370998"/>
                <a:gd name="connsiteY242" fmla="*/ 260509 h 565785"/>
                <a:gd name="connsiteX243" fmla="*/ 162401 w 370998"/>
                <a:gd name="connsiteY243" fmla="*/ 264319 h 565785"/>
                <a:gd name="connsiteX244" fmla="*/ 160973 w 370998"/>
                <a:gd name="connsiteY244" fmla="*/ 271463 h 565785"/>
                <a:gd name="connsiteX245" fmla="*/ 160497 w 370998"/>
                <a:gd name="connsiteY245" fmla="*/ 277654 h 565785"/>
                <a:gd name="connsiteX246" fmla="*/ 159068 w 370998"/>
                <a:gd name="connsiteY246" fmla="*/ 283369 h 565785"/>
                <a:gd name="connsiteX247" fmla="*/ 161925 w 370998"/>
                <a:gd name="connsiteY247" fmla="*/ 285750 h 565785"/>
                <a:gd name="connsiteX248" fmla="*/ 162878 w 370998"/>
                <a:gd name="connsiteY248" fmla="*/ 287655 h 565785"/>
                <a:gd name="connsiteX249" fmla="*/ 163354 w 370998"/>
                <a:gd name="connsiteY249" fmla="*/ 290513 h 565785"/>
                <a:gd name="connsiteX250" fmla="*/ 160020 w 370998"/>
                <a:gd name="connsiteY250" fmla="*/ 291941 h 565785"/>
                <a:gd name="connsiteX251" fmla="*/ 158591 w 370998"/>
                <a:gd name="connsiteY251" fmla="*/ 293846 h 565785"/>
                <a:gd name="connsiteX252" fmla="*/ 160497 w 370998"/>
                <a:gd name="connsiteY252" fmla="*/ 295751 h 565785"/>
                <a:gd name="connsiteX253" fmla="*/ 160973 w 370998"/>
                <a:gd name="connsiteY253" fmla="*/ 298609 h 565785"/>
                <a:gd name="connsiteX254" fmla="*/ 158591 w 370998"/>
                <a:gd name="connsiteY254" fmla="*/ 299085 h 565785"/>
                <a:gd name="connsiteX255" fmla="*/ 155734 w 370998"/>
                <a:gd name="connsiteY255" fmla="*/ 298133 h 565785"/>
                <a:gd name="connsiteX256" fmla="*/ 149066 w 370998"/>
                <a:gd name="connsiteY256" fmla="*/ 297656 h 565785"/>
                <a:gd name="connsiteX257" fmla="*/ 142399 w 370998"/>
                <a:gd name="connsiteY257" fmla="*/ 299561 h 565785"/>
                <a:gd name="connsiteX258" fmla="*/ 139541 w 370998"/>
                <a:gd name="connsiteY258" fmla="*/ 301942 h 565785"/>
                <a:gd name="connsiteX259" fmla="*/ 136207 w 370998"/>
                <a:gd name="connsiteY259" fmla="*/ 302419 h 565785"/>
                <a:gd name="connsiteX260" fmla="*/ 135255 w 370998"/>
                <a:gd name="connsiteY260" fmla="*/ 305753 h 565785"/>
                <a:gd name="connsiteX261" fmla="*/ 132398 w 370998"/>
                <a:gd name="connsiteY261" fmla="*/ 309086 h 565785"/>
                <a:gd name="connsiteX262" fmla="*/ 126682 w 370998"/>
                <a:gd name="connsiteY262" fmla="*/ 318135 h 565785"/>
                <a:gd name="connsiteX263" fmla="*/ 118110 w 370998"/>
                <a:gd name="connsiteY263" fmla="*/ 325279 h 565785"/>
                <a:gd name="connsiteX264" fmla="*/ 114776 w 370998"/>
                <a:gd name="connsiteY264" fmla="*/ 331470 h 565785"/>
                <a:gd name="connsiteX265" fmla="*/ 112395 w 370998"/>
                <a:gd name="connsiteY265" fmla="*/ 332423 h 565785"/>
                <a:gd name="connsiteX266" fmla="*/ 105251 w 370998"/>
                <a:gd name="connsiteY266" fmla="*/ 339090 h 565785"/>
                <a:gd name="connsiteX267" fmla="*/ 103347 w 370998"/>
                <a:gd name="connsiteY267" fmla="*/ 344329 h 565785"/>
                <a:gd name="connsiteX268" fmla="*/ 99536 w 370998"/>
                <a:gd name="connsiteY268" fmla="*/ 344805 h 565785"/>
                <a:gd name="connsiteX269" fmla="*/ 90964 w 370998"/>
                <a:gd name="connsiteY269" fmla="*/ 352425 h 565785"/>
                <a:gd name="connsiteX270" fmla="*/ 87154 w 370998"/>
                <a:gd name="connsiteY270" fmla="*/ 354330 h 565785"/>
                <a:gd name="connsiteX271" fmla="*/ 82868 w 370998"/>
                <a:gd name="connsiteY271" fmla="*/ 356711 h 565785"/>
                <a:gd name="connsiteX272" fmla="*/ 74295 w 370998"/>
                <a:gd name="connsiteY272" fmla="*/ 364331 h 565785"/>
                <a:gd name="connsiteX273" fmla="*/ 66675 w 370998"/>
                <a:gd name="connsiteY273" fmla="*/ 366236 h 565785"/>
                <a:gd name="connsiteX274" fmla="*/ 66675 w 370998"/>
                <a:gd name="connsiteY274" fmla="*/ 370046 h 565785"/>
                <a:gd name="connsiteX275" fmla="*/ 62389 w 370998"/>
                <a:gd name="connsiteY275" fmla="*/ 374809 h 565785"/>
                <a:gd name="connsiteX276" fmla="*/ 59531 w 370998"/>
                <a:gd name="connsiteY276" fmla="*/ 374333 h 565785"/>
                <a:gd name="connsiteX277" fmla="*/ 59531 w 370998"/>
                <a:gd name="connsiteY277" fmla="*/ 376238 h 565785"/>
                <a:gd name="connsiteX278" fmla="*/ 60484 w 370998"/>
                <a:gd name="connsiteY278" fmla="*/ 377666 h 565785"/>
                <a:gd name="connsiteX279" fmla="*/ 58103 w 370998"/>
                <a:gd name="connsiteY279" fmla="*/ 377190 h 565785"/>
                <a:gd name="connsiteX280" fmla="*/ 57150 w 370998"/>
                <a:gd name="connsiteY280" fmla="*/ 378142 h 565785"/>
                <a:gd name="connsiteX281" fmla="*/ 58579 w 370998"/>
                <a:gd name="connsiteY281" fmla="*/ 381476 h 565785"/>
                <a:gd name="connsiteX282" fmla="*/ 59531 w 370998"/>
                <a:gd name="connsiteY282" fmla="*/ 383381 h 565785"/>
                <a:gd name="connsiteX283" fmla="*/ 59531 w 370998"/>
                <a:gd name="connsiteY283" fmla="*/ 385286 h 565785"/>
                <a:gd name="connsiteX284" fmla="*/ 52864 w 370998"/>
                <a:gd name="connsiteY284" fmla="*/ 388620 h 565785"/>
                <a:gd name="connsiteX285" fmla="*/ 45244 w 370998"/>
                <a:gd name="connsiteY285" fmla="*/ 390525 h 565785"/>
                <a:gd name="connsiteX286" fmla="*/ 41910 w 370998"/>
                <a:gd name="connsiteY286" fmla="*/ 389096 h 565785"/>
                <a:gd name="connsiteX287" fmla="*/ 33338 w 370998"/>
                <a:gd name="connsiteY287" fmla="*/ 391001 h 565785"/>
                <a:gd name="connsiteX288" fmla="*/ 33338 w 370998"/>
                <a:gd name="connsiteY288" fmla="*/ 393383 h 565785"/>
                <a:gd name="connsiteX289" fmla="*/ 33814 w 370998"/>
                <a:gd name="connsiteY289" fmla="*/ 395764 h 565785"/>
                <a:gd name="connsiteX290" fmla="*/ 36672 w 370998"/>
                <a:gd name="connsiteY290" fmla="*/ 399574 h 565785"/>
                <a:gd name="connsiteX291" fmla="*/ 30480 w 370998"/>
                <a:gd name="connsiteY291" fmla="*/ 400050 h 565785"/>
                <a:gd name="connsiteX292" fmla="*/ 30004 w 370998"/>
                <a:gd name="connsiteY292" fmla="*/ 404336 h 565785"/>
                <a:gd name="connsiteX293" fmla="*/ 20955 w 370998"/>
                <a:gd name="connsiteY293" fmla="*/ 412909 h 565785"/>
                <a:gd name="connsiteX294" fmla="*/ 19050 w 370998"/>
                <a:gd name="connsiteY294" fmla="*/ 415766 h 565785"/>
                <a:gd name="connsiteX295" fmla="*/ 18098 w 370998"/>
                <a:gd name="connsiteY295" fmla="*/ 418624 h 565785"/>
                <a:gd name="connsiteX296" fmla="*/ 17622 w 370998"/>
                <a:gd name="connsiteY296" fmla="*/ 421958 h 565785"/>
                <a:gd name="connsiteX297" fmla="*/ 19050 w 370998"/>
                <a:gd name="connsiteY297" fmla="*/ 427673 h 565785"/>
                <a:gd name="connsiteX298" fmla="*/ 20003 w 370998"/>
                <a:gd name="connsiteY298" fmla="*/ 432911 h 565785"/>
                <a:gd name="connsiteX299" fmla="*/ 25241 w 370998"/>
                <a:gd name="connsiteY299" fmla="*/ 436721 h 565785"/>
                <a:gd name="connsiteX300" fmla="*/ 25718 w 370998"/>
                <a:gd name="connsiteY300" fmla="*/ 440055 h 565785"/>
                <a:gd name="connsiteX301" fmla="*/ 26194 w 370998"/>
                <a:gd name="connsiteY301" fmla="*/ 442913 h 565785"/>
                <a:gd name="connsiteX302" fmla="*/ 24289 w 370998"/>
                <a:gd name="connsiteY302" fmla="*/ 448628 h 565785"/>
                <a:gd name="connsiteX303" fmla="*/ 22860 w 370998"/>
                <a:gd name="connsiteY303" fmla="*/ 454819 h 565785"/>
                <a:gd name="connsiteX304" fmla="*/ 27147 w 370998"/>
                <a:gd name="connsiteY304" fmla="*/ 458629 h 565785"/>
                <a:gd name="connsiteX305" fmla="*/ 30004 w 370998"/>
                <a:gd name="connsiteY305" fmla="*/ 463867 h 565785"/>
                <a:gd name="connsiteX306" fmla="*/ 32385 w 370998"/>
                <a:gd name="connsiteY306" fmla="*/ 469583 h 565785"/>
                <a:gd name="connsiteX307" fmla="*/ 32385 w 370998"/>
                <a:gd name="connsiteY307" fmla="*/ 471488 h 565785"/>
                <a:gd name="connsiteX308" fmla="*/ 34290 w 370998"/>
                <a:gd name="connsiteY308" fmla="*/ 475298 h 565785"/>
                <a:gd name="connsiteX309" fmla="*/ 33814 w 370998"/>
                <a:gd name="connsiteY309" fmla="*/ 475774 h 565785"/>
                <a:gd name="connsiteX310" fmla="*/ 33814 w 370998"/>
                <a:gd name="connsiteY310" fmla="*/ 476250 h 565785"/>
                <a:gd name="connsiteX311" fmla="*/ 31432 w 370998"/>
                <a:gd name="connsiteY311" fmla="*/ 476250 h 565785"/>
                <a:gd name="connsiteX312" fmla="*/ 30480 w 370998"/>
                <a:gd name="connsiteY312" fmla="*/ 477203 h 565785"/>
                <a:gd name="connsiteX313" fmla="*/ 31432 w 370998"/>
                <a:gd name="connsiteY313" fmla="*/ 478631 h 565785"/>
                <a:gd name="connsiteX314" fmla="*/ 32385 w 370998"/>
                <a:gd name="connsiteY314" fmla="*/ 479108 h 565785"/>
                <a:gd name="connsiteX315" fmla="*/ 32861 w 370998"/>
                <a:gd name="connsiteY315" fmla="*/ 480536 h 565785"/>
                <a:gd name="connsiteX316" fmla="*/ 30956 w 370998"/>
                <a:gd name="connsiteY316" fmla="*/ 480536 h 565785"/>
                <a:gd name="connsiteX317" fmla="*/ 30956 w 370998"/>
                <a:gd name="connsiteY317" fmla="*/ 481965 h 565785"/>
                <a:gd name="connsiteX318" fmla="*/ 31432 w 370998"/>
                <a:gd name="connsiteY318" fmla="*/ 484346 h 565785"/>
                <a:gd name="connsiteX319" fmla="*/ 30956 w 370998"/>
                <a:gd name="connsiteY319" fmla="*/ 491014 h 565785"/>
                <a:gd name="connsiteX320" fmla="*/ 30004 w 370998"/>
                <a:gd name="connsiteY320" fmla="*/ 496729 h 565785"/>
                <a:gd name="connsiteX321" fmla="*/ 29051 w 370998"/>
                <a:gd name="connsiteY321" fmla="*/ 499110 h 565785"/>
                <a:gd name="connsiteX322" fmla="*/ 26670 w 370998"/>
                <a:gd name="connsiteY322" fmla="*/ 502444 h 565785"/>
                <a:gd name="connsiteX323" fmla="*/ 26194 w 370998"/>
                <a:gd name="connsiteY323" fmla="*/ 507206 h 565785"/>
                <a:gd name="connsiteX324" fmla="*/ 26670 w 370998"/>
                <a:gd name="connsiteY324" fmla="*/ 513398 h 565785"/>
                <a:gd name="connsiteX325" fmla="*/ 27623 w 370998"/>
                <a:gd name="connsiteY325" fmla="*/ 517684 h 565785"/>
                <a:gd name="connsiteX326" fmla="*/ 28099 w 370998"/>
                <a:gd name="connsiteY326" fmla="*/ 521494 h 565785"/>
                <a:gd name="connsiteX327" fmla="*/ 28099 w 370998"/>
                <a:gd name="connsiteY327" fmla="*/ 524351 h 565785"/>
                <a:gd name="connsiteX328" fmla="*/ 29051 w 370998"/>
                <a:gd name="connsiteY328" fmla="*/ 526256 h 565785"/>
                <a:gd name="connsiteX329" fmla="*/ 32385 w 370998"/>
                <a:gd name="connsiteY329" fmla="*/ 527685 h 565785"/>
                <a:gd name="connsiteX330" fmla="*/ 35243 w 370998"/>
                <a:gd name="connsiteY330" fmla="*/ 529590 h 565785"/>
                <a:gd name="connsiteX331" fmla="*/ 39053 w 370998"/>
                <a:gd name="connsiteY331" fmla="*/ 526733 h 565785"/>
                <a:gd name="connsiteX332" fmla="*/ 41910 w 370998"/>
                <a:gd name="connsiteY332" fmla="*/ 526256 h 565785"/>
                <a:gd name="connsiteX333" fmla="*/ 43815 w 370998"/>
                <a:gd name="connsiteY333" fmla="*/ 530543 h 565785"/>
                <a:gd name="connsiteX334" fmla="*/ 46673 w 370998"/>
                <a:gd name="connsiteY334" fmla="*/ 531019 h 565785"/>
                <a:gd name="connsiteX335" fmla="*/ 57626 w 370998"/>
                <a:gd name="connsiteY335" fmla="*/ 536258 h 565785"/>
                <a:gd name="connsiteX336" fmla="*/ 66675 w 370998"/>
                <a:gd name="connsiteY336" fmla="*/ 537686 h 565785"/>
                <a:gd name="connsiteX337" fmla="*/ 68104 w 370998"/>
                <a:gd name="connsiteY337" fmla="*/ 537210 h 565785"/>
                <a:gd name="connsiteX338" fmla="*/ 69056 w 370998"/>
                <a:gd name="connsiteY338" fmla="*/ 537210 h 565785"/>
                <a:gd name="connsiteX339" fmla="*/ 68580 w 370998"/>
                <a:gd name="connsiteY339" fmla="*/ 538163 h 565785"/>
                <a:gd name="connsiteX340" fmla="*/ 66199 w 370998"/>
                <a:gd name="connsiteY340" fmla="*/ 541973 h 565785"/>
                <a:gd name="connsiteX341" fmla="*/ 66199 w 370998"/>
                <a:gd name="connsiteY341" fmla="*/ 542925 h 565785"/>
                <a:gd name="connsiteX342" fmla="*/ 68580 w 370998"/>
                <a:gd name="connsiteY342" fmla="*/ 543401 h 565785"/>
                <a:gd name="connsiteX343" fmla="*/ 68580 w 370998"/>
                <a:gd name="connsiteY343" fmla="*/ 544830 h 565785"/>
                <a:gd name="connsiteX344" fmla="*/ 67628 w 370998"/>
                <a:gd name="connsiteY344" fmla="*/ 545783 h 565785"/>
                <a:gd name="connsiteX345" fmla="*/ 65723 w 370998"/>
                <a:gd name="connsiteY345" fmla="*/ 546259 h 565785"/>
                <a:gd name="connsiteX346" fmla="*/ 64294 w 370998"/>
                <a:gd name="connsiteY346" fmla="*/ 546259 h 565785"/>
                <a:gd name="connsiteX347" fmla="*/ 63341 w 370998"/>
                <a:gd name="connsiteY347" fmla="*/ 548640 h 565785"/>
                <a:gd name="connsiteX348" fmla="*/ 64294 w 370998"/>
                <a:gd name="connsiteY348" fmla="*/ 549116 h 565785"/>
                <a:gd name="connsiteX349" fmla="*/ 63341 w 370998"/>
                <a:gd name="connsiteY349" fmla="*/ 551974 h 565785"/>
                <a:gd name="connsiteX350" fmla="*/ 63341 w 370998"/>
                <a:gd name="connsiteY350" fmla="*/ 552926 h 565785"/>
                <a:gd name="connsiteX351" fmla="*/ 64294 w 370998"/>
                <a:gd name="connsiteY351" fmla="*/ 555308 h 565785"/>
                <a:gd name="connsiteX352" fmla="*/ 70485 w 370998"/>
                <a:gd name="connsiteY352" fmla="*/ 555308 h 565785"/>
                <a:gd name="connsiteX353" fmla="*/ 72390 w 370998"/>
                <a:gd name="connsiteY353" fmla="*/ 554831 h 565785"/>
                <a:gd name="connsiteX354" fmla="*/ 74295 w 370998"/>
                <a:gd name="connsiteY354" fmla="*/ 553879 h 565785"/>
                <a:gd name="connsiteX355" fmla="*/ 75724 w 370998"/>
                <a:gd name="connsiteY355" fmla="*/ 552926 h 565785"/>
                <a:gd name="connsiteX356" fmla="*/ 76676 w 370998"/>
                <a:gd name="connsiteY356" fmla="*/ 551498 h 565785"/>
                <a:gd name="connsiteX357" fmla="*/ 77629 w 370998"/>
                <a:gd name="connsiteY357" fmla="*/ 547211 h 565785"/>
                <a:gd name="connsiteX358" fmla="*/ 78581 w 370998"/>
                <a:gd name="connsiteY358" fmla="*/ 545783 h 565785"/>
                <a:gd name="connsiteX359" fmla="*/ 80010 w 370998"/>
                <a:gd name="connsiteY359" fmla="*/ 546259 h 565785"/>
                <a:gd name="connsiteX360" fmla="*/ 82868 w 370998"/>
                <a:gd name="connsiteY360" fmla="*/ 551974 h 565785"/>
                <a:gd name="connsiteX361" fmla="*/ 85725 w 370998"/>
                <a:gd name="connsiteY361" fmla="*/ 554355 h 565785"/>
                <a:gd name="connsiteX362" fmla="*/ 88106 w 370998"/>
                <a:gd name="connsiteY362" fmla="*/ 554831 h 565785"/>
                <a:gd name="connsiteX363" fmla="*/ 90011 w 370998"/>
                <a:gd name="connsiteY363" fmla="*/ 555784 h 565785"/>
                <a:gd name="connsiteX364" fmla="*/ 89535 w 370998"/>
                <a:gd name="connsiteY364" fmla="*/ 558165 h 565785"/>
                <a:gd name="connsiteX365" fmla="*/ 87154 w 370998"/>
                <a:gd name="connsiteY365" fmla="*/ 561023 h 565785"/>
                <a:gd name="connsiteX366" fmla="*/ 83344 w 370998"/>
                <a:gd name="connsiteY366" fmla="*/ 563404 h 565785"/>
                <a:gd name="connsiteX367" fmla="*/ 81915 w 370998"/>
                <a:gd name="connsiteY367" fmla="*/ 565309 h 565785"/>
                <a:gd name="connsiteX368" fmla="*/ 83820 w 370998"/>
                <a:gd name="connsiteY368" fmla="*/ 565785 h 565785"/>
                <a:gd name="connsiteX369" fmla="*/ 89059 w 370998"/>
                <a:gd name="connsiteY369" fmla="*/ 564356 h 565785"/>
                <a:gd name="connsiteX370" fmla="*/ 93822 w 370998"/>
                <a:gd name="connsiteY370" fmla="*/ 560070 h 565785"/>
                <a:gd name="connsiteX371" fmla="*/ 98584 w 370998"/>
                <a:gd name="connsiteY371" fmla="*/ 557213 h 565785"/>
                <a:gd name="connsiteX372" fmla="*/ 102870 w 370998"/>
                <a:gd name="connsiteY372" fmla="*/ 558165 h 565785"/>
                <a:gd name="connsiteX373" fmla="*/ 107156 w 370998"/>
                <a:gd name="connsiteY373" fmla="*/ 558165 h 565785"/>
                <a:gd name="connsiteX374" fmla="*/ 117634 w 370998"/>
                <a:gd name="connsiteY374" fmla="*/ 555784 h 565785"/>
                <a:gd name="connsiteX375" fmla="*/ 128588 w 370998"/>
                <a:gd name="connsiteY375" fmla="*/ 553879 h 565785"/>
                <a:gd name="connsiteX376" fmla="*/ 131922 w 370998"/>
                <a:gd name="connsiteY376" fmla="*/ 554831 h 565785"/>
                <a:gd name="connsiteX377" fmla="*/ 134303 w 370998"/>
                <a:gd name="connsiteY377" fmla="*/ 553403 h 565785"/>
                <a:gd name="connsiteX378" fmla="*/ 137160 w 370998"/>
                <a:gd name="connsiteY378" fmla="*/ 550069 h 565785"/>
                <a:gd name="connsiteX379" fmla="*/ 145732 w 370998"/>
                <a:gd name="connsiteY379" fmla="*/ 547688 h 565785"/>
                <a:gd name="connsiteX380" fmla="*/ 149543 w 370998"/>
                <a:gd name="connsiteY380" fmla="*/ 547688 h 565785"/>
                <a:gd name="connsiteX381" fmla="*/ 156210 w 370998"/>
                <a:gd name="connsiteY381" fmla="*/ 545783 h 565785"/>
                <a:gd name="connsiteX382" fmla="*/ 160020 w 370998"/>
                <a:gd name="connsiteY382" fmla="*/ 542925 h 565785"/>
                <a:gd name="connsiteX383" fmla="*/ 166211 w 370998"/>
                <a:gd name="connsiteY383" fmla="*/ 542449 h 565785"/>
                <a:gd name="connsiteX384" fmla="*/ 169545 w 370998"/>
                <a:gd name="connsiteY384" fmla="*/ 540544 h 565785"/>
                <a:gd name="connsiteX385" fmla="*/ 173355 w 370998"/>
                <a:gd name="connsiteY385" fmla="*/ 539115 h 565785"/>
                <a:gd name="connsiteX386" fmla="*/ 175260 w 370998"/>
                <a:gd name="connsiteY386" fmla="*/ 542449 h 565785"/>
                <a:gd name="connsiteX387" fmla="*/ 176689 w 370998"/>
                <a:gd name="connsiteY387" fmla="*/ 542449 h 565785"/>
                <a:gd name="connsiteX388" fmla="*/ 179547 w 370998"/>
                <a:gd name="connsiteY388" fmla="*/ 540068 h 565785"/>
                <a:gd name="connsiteX389" fmla="*/ 182880 w 370998"/>
                <a:gd name="connsiteY389" fmla="*/ 538639 h 565785"/>
                <a:gd name="connsiteX390" fmla="*/ 185738 w 370998"/>
                <a:gd name="connsiteY390" fmla="*/ 539115 h 565785"/>
                <a:gd name="connsiteX391" fmla="*/ 185738 w 370998"/>
                <a:gd name="connsiteY391" fmla="*/ 537686 h 565785"/>
                <a:gd name="connsiteX392" fmla="*/ 184785 w 370998"/>
                <a:gd name="connsiteY392" fmla="*/ 534829 h 565785"/>
                <a:gd name="connsiteX393" fmla="*/ 182880 w 370998"/>
                <a:gd name="connsiteY393" fmla="*/ 532448 h 565785"/>
                <a:gd name="connsiteX394" fmla="*/ 185738 w 370998"/>
                <a:gd name="connsiteY394" fmla="*/ 532448 h 565785"/>
                <a:gd name="connsiteX395" fmla="*/ 191453 w 370998"/>
                <a:gd name="connsiteY395" fmla="*/ 535781 h 565785"/>
                <a:gd name="connsiteX396" fmla="*/ 197168 w 370998"/>
                <a:gd name="connsiteY396" fmla="*/ 534829 h 565785"/>
                <a:gd name="connsiteX397" fmla="*/ 200025 w 370998"/>
                <a:gd name="connsiteY397" fmla="*/ 532448 h 565785"/>
                <a:gd name="connsiteX398" fmla="*/ 201454 w 370998"/>
                <a:gd name="connsiteY398" fmla="*/ 528161 h 565785"/>
                <a:gd name="connsiteX399" fmla="*/ 203835 w 370998"/>
                <a:gd name="connsiteY399" fmla="*/ 524351 h 565785"/>
                <a:gd name="connsiteX400" fmla="*/ 205264 w 370998"/>
                <a:gd name="connsiteY400" fmla="*/ 524351 h 565785"/>
                <a:gd name="connsiteX401" fmla="*/ 205264 w 370998"/>
                <a:gd name="connsiteY401" fmla="*/ 525780 h 565785"/>
                <a:gd name="connsiteX402" fmla="*/ 203359 w 370998"/>
                <a:gd name="connsiteY402" fmla="*/ 528161 h 565785"/>
                <a:gd name="connsiteX403" fmla="*/ 202406 w 370998"/>
                <a:gd name="connsiteY403" fmla="*/ 531971 h 565785"/>
                <a:gd name="connsiteX404" fmla="*/ 202882 w 370998"/>
                <a:gd name="connsiteY404" fmla="*/ 534829 h 565785"/>
                <a:gd name="connsiteX405" fmla="*/ 205264 w 370998"/>
                <a:gd name="connsiteY405" fmla="*/ 533400 h 565785"/>
                <a:gd name="connsiteX406" fmla="*/ 209074 w 370998"/>
                <a:gd name="connsiteY406" fmla="*/ 532448 h 565785"/>
                <a:gd name="connsiteX407" fmla="*/ 216694 w 370998"/>
                <a:gd name="connsiteY407" fmla="*/ 531495 h 565785"/>
                <a:gd name="connsiteX408" fmla="*/ 220980 w 370998"/>
                <a:gd name="connsiteY408" fmla="*/ 528638 h 565785"/>
                <a:gd name="connsiteX409" fmla="*/ 225266 w 370998"/>
                <a:gd name="connsiteY409" fmla="*/ 527685 h 565785"/>
                <a:gd name="connsiteX410" fmla="*/ 226695 w 370998"/>
                <a:gd name="connsiteY410" fmla="*/ 528161 h 565785"/>
                <a:gd name="connsiteX411" fmla="*/ 234315 w 370998"/>
                <a:gd name="connsiteY411" fmla="*/ 531971 h 565785"/>
                <a:gd name="connsiteX412" fmla="*/ 236220 w 370998"/>
                <a:gd name="connsiteY412" fmla="*/ 530543 h 565785"/>
                <a:gd name="connsiteX413" fmla="*/ 240982 w 370998"/>
                <a:gd name="connsiteY413" fmla="*/ 530066 h 565785"/>
                <a:gd name="connsiteX414" fmla="*/ 244316 w 370998"/>
                <a:gd name="connsiteY414" fmla="*/ 528161 h 565785"/>
                <a:gd name="connsiteX415" fmla="*/ 245745 w 370998"/>
                <a:gd name="connsiteY415" fmla="*/ 528161 h 565785"/>
                <a:gd name="connsiteX416" fmla="*/ 257651 w 370998"/>
                <a:gd name="connsiteY416" fmla="*/ 517684 h 565785"/>
                <a:gd name="connsiteX417" fmla="*/ 266224 w 370998"/>
                <a:gd name="connsiteY417" fmla="*/ 510064 h 565785"/>
                <a:gd name="connsiteX418" fmla="*/ 267653 w 370998"/>
                <a:gd name="connsiteY418" fmla="*/ 509111 h 565785"/>
                <a:gd name="connsiteX419" fmla="*/ 271463 w 370998"/>
                <a:gd name="connsiteY419" fmla="*/ 507206 h 565785"/>
                <a:gd name="connsiteX420" fmla="*/ 274797 w 370998"/>
                <a:gd name="connsiteY420" fmla="*/ 504825 h 565785"/>
                <a:gd name="connsiteX421" fmla="*/ 277178 w 370998"/>
                <a:gd name="connsiteY421" fmla="*/ 501967 h 565785"/>
                <a:gd name="connsiteX422" fmla="*/ 285750 w 370998"/>
                <a:gd name="connsiteY422" fmla="*/ 496253 h 565785"/>
                <a:gd name="connsiteX423" fmla="*/ 294323 w 370998"/>
                <a:gd name="connsiteY423" fmla="*/ 490061 h 565785"/>
                <a:gd name="connsiteX424" fmla="*/ 302419 w 370998"/>
                <a:gd name="connsiteY424" fmla="*/ 481965 h 565785"/>
                <a:gd name="connsiteX425" fmla="*/ 305276 w 370998"/>
                <a:gd name="connsiteY425" fmla="*/ 479584 h 565785"/>
                <a:gd name="connsiteX426" fmla="*/ 309086 w 370998"/>
                <a:gd name="connsiteY426" fmla="*/ 476726 h 565785"/>
                <a:gd name="connsiteX427" fmla="*/ 317182 w 370998"/>
                <a:gd name="connsiteY427" fmla="*/ 468154 h 565785"/>
                <a:gd name="connsiteX428" fmla="*/ 319564 w 370998"/>
                <a:gd name="connsiteY428" fmla="*/ 465773 h 565785"/>
                <a:gd name="connsiteX429" fmla="*/ 329565 w 370998"/>
                <a:gd name="connsiteY429" fmla="*/ 454819 h 565785"/>
                <a:gd name="connsiteX430" fmla="*/ 335280 w 370998"/>
                <a:gd name="connsiteY430" fmla="*/ 449580 h 565785"/>
                <a:gd name="connsiteX431" fmla="*/ 338138 w 370998"/>
                <a:gd name="connsiteY431" fmla="*/ 446246 h 565785"/>
                <a:gd name="connsiteX432" fmla="*/ 350520 w 370998"/>
                <a:gd name="connsiteY432" fmla="*/ 435769 h 565785"/>
                <a:gd name="connsiteX433" fmla="*/ 359093 w 370998"/>
                <a:gd name="connsiteY433" fmla="*/ 427673 h 565785"/>
                <a:gd name="connsiteX434" fmla="*/ 362426 w 370998"/>
                <a:gd name="connsiteY434" fmla="*/ 422910 h 565785"/>
                <a:gd name="connsiteX435" fmla="*/ 365760 w 370998"/>
                <a:gd name="connsiteY435" fmla="*/ 416242 h 565785"/>
                <a:gd name="connsiteX436" fmla="*/ 367665 w 370998"/>
                <a:gd name="connsiteY436" fmla="*/ 411956 h 565785"/>
                <a:gd name="connsiteX437" fmla="*/ 370999 w 370998"/>
                <a:gd name="connsiteY437" fmla="*/ 406241 h 565785"/>
                <a:gd name="connsiteX438" fmla="*/ 370999 w 370998"/>
                <a:gd name="connsiteY438" fmla="*/ 404336 h 565785"/>
                <a:gd name="connsiteX439" fmla="*/ 369094 w 370998"/>
                <a:gd name="connsiteY439" fmla="*/ 402431 h 56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Lst>
              <a:rect l="l" t="t" r="r" b="b"/>
              <a:pathLst>
                <a:path w="370998" h="565785">
                  <a:moveTo>
                    <a:pt x="369094" y="402431"/>
                  </a:moveTo>
                  <a:lnTo>
                    <a:pt x="366713" y="399574"/>
                  </a:lnTo>
                  <a:lnTo>
                    <a:pt x="363379" y="396240"/>
                  </a:lnTo>
                  <a:lnTo>
                    <a:pt x="360522" y="392430"/>
                  </a:lnTo>
                  <a:lnTo>
                    <a:pt x="358140" y="389096"/>
                  </a:lnTo>
                  <a:lnTo>
                    <a:pt x="350997" y="384334"/>
                  </a:lnTo>
                  <a:lnTo>
                    <a:pt x="340043" y="378142"/>
                  </a:lnTo>
                  <a:lnTo>
                    <a:pt x="331947" y="373380"/>
                  </a:lnTo>
                  <a:lnTo>
                    <a:pt x="319564" y="363379"/>
                  </a:lnTo>
                  <a:lnTo>
                    <a:pt x="317182" y="360998"/>
                  </a:lnTo>
                  <a:lnTo>
                    <a:pt x="317659" y="360521"/>
                  </a:lnTo>
                  <a:lnTo>
                    <a:pt x="324803" y="357664"/>
                  </a:lnTo>
                  <a:lnTo>
                    <a:pt x="331947" y="350044"/>
                  </a:lnTo>
                  <a:lnTo>
                    <a:pt x="334804" y="346234"/>
                  </a:lnTo>
                  <a:lnTo>
                    <a:pt x="335756" y="343376"/>
                  </a:lnTo>
                  <a:lnTo>
                    <a:pt x="335756" y="340042"/>
                  </a:lnTo>
                  <a:lnTo>
                    <a:pt x="335280" y="336709"/>
                  </a:lnTo>
                  <a:lnTo>
                    <a:pt x="334328" y="334804"/>
                  </a:lnTo>
                  <a:lnTo>
                    <a:pt x="330994" y="332423"/>
                  </a:lnTo>
                  <a:lnTo>
                    <a:pt x="321469" y="327660"/>
                  </a:lnTo>
                  <a:lnTo>
                    <a:pt x="319088" y="323374"/>
                  </a:lnTo>
                  <a:lnTo>
                    <a:pt x="317182" y="319088"/>
                  </a:lnTo>
                  <a:lnTo>
                    <a:pt x="317182" y="317183"/>
                  </a:lnTo>
                  <a:lnTo>
                    <a:pt x="321945" y="312420"/>
                  </a:lnTo>
                  <a:lnTo>
                    <a:pt x="321945" y="310039"/>
                  </a:lnTo>
                  <a:lnTo>
                    <a:pt x="321469" y="307658"/>
                  </a:lnTo>
                  <a:lnTo>
                    <a:pt x="320040" y="305753"/>
                  </a:lnTo>
                  <a:lnTo>
                    <a:pt x="310039" y="303371"/>
                  </a:lnTo>
                  <a:lnTo>
                    <a:pt x="307181" y="300990"/>
                  </a:lnTo>
                  <a:lnTo>
                    <a:pt x="304800" y="297180"/>
                  </a:lnTo>
                  <a:lnTo>
                    <a:pt x="303848" y="293846"/>
                  </a:lnTo>
                  <a:lnTo>
                    <a:pt x="303848" y="291941"/>
                  </a:lnTo>
                  <a:lnTo>
                    <a:pt x="304800" y="290036"/>
                  </a:lnTo>
                  <a:lnTo>
                    <a:pt x="308134" y="287655"/>
                  </a:lnTo>
                  <a:lnTo>
                    <a:pt x="310991" y="286226"/>
                  </a:lnTo>
                  <a:lnTo>
                    <a:pt x="311468" y="284321"/>
                  </a:lnTo>
                  <a:lnTo>
                    <a:pt x="311468" y="281940"/>
                  </a:lnTo>
                  <a:lnTo>
                    <a:pt x="310991" y="280988"/>
                  </a:lnTo>
                  <a:lnTo>
                    <a:pt x="304800" y="280035"/>
                  </a:lnTo>
                  <a:lnTo>
                    <a:pt x="304324" y="279559"/>
                  </a:lnTo>
                  <a:lnTo>
                    <a:pt x="304324" y="278606"/>
                  </a:lnTo>
                  <a:lnTo>
                    <a:pt x="304800" y="277654"/>
                  </a:lnTo>
                  <a:lnTo>
                    <a:pt x="308134" y="273844"/>
                  </a:lnTo>
                  <a:lnTo>
                    <a:pt x="308610" y="266224"/>
                  </a:lnTo>
                  <a:lnTo>
                    <a:pt x="311944" y="260985"/>
                  </a:lnTo>
                  <a:lnTo>
                    <a:pt x="308610" y="257651"/>
                  </a:lnTo>
                  <a:lnTo>
                    <a:pt x="309086" y="257175"/>
                  </a:lnTo>
                  <a:lnTo>
                    <a:pt x="314325" y="255746"/>
                  </a:lnTo>
                  <a:lnTo>
                    <a:pt x="319088" y="255270"/>
                  </a:lnTo>
                  <a:lnTo>
                    <a:pt x="321469" y="254794"/>
                  </a:lnTo>
                  <a:lnTo>
                    <a:pt x="321945" y="252413"/>
                  </a:lnTo>
                  <a:lnTo>
                    <a:pt x="321469" y="249079"/>
                  </a:lnTo>
                  <a:lnTo>
                    <a:pt x="316230" y="235744"/>
                  </a:lnTo>
                  <a:lnTo>
                    <a:pt x="315278" y="231934"/>
                  </a:lnTo>
                  <a:lnTo>
                    <a:pt x="311944" y="227171"/>
                  </a:lnTo>
                  <a:lnTo>
                    <a:pt x="309086" y="223838"/>
                  </a:lnTo>
                  <a:lnTo>
                    <a:pt x="307181" y="221456"/>
                  </a:lnTo>
                  <a:lnTo>
                    <a:pt x="304324" y="216694"/>
                  </a:lnTo>
                  <a:lnTo>
                    <a:pt x="302895" y="211931"/>
                  </a:lnTo>
                  <a:lnTo>
                    <a:pt x="300038" y="206693"/>
                  </a:lnTo>
                  <a:lnTo>
                    <a:pt x="296704" y="201930"/>
                  </a:lnTo>
                  <a:lnTo>
                    <a:pt x="293847" y="197644"/>
                  </a:lnTo>
                  <a:lnTo>
                    <a:pt x="287179" y="189071"/>
                  </a:lnTo>
                  <a:lnTo>
                    <a:pt x="286226" y="186690"/>
                  </a:lnTo>
                  <a:lnTo>
                    <a:pt x="286226" y="184309"/>
                  </a:lnTo>
                  <a:lnTo>
                    <a:pt x="286703" y="181928"/>
                  </a:lnTo>
                  <a:lnTo>
                    <a:pt x="291941" y="174784"/>
                  </a:lnTo>
                  <a:lnTo>
                    <a:pt x="296704" y="168593"/>
                  </a:lnTo>
                  <a:lnTo>
                    <a:pt x="302895" y="161449"/>
                  </a:lnTo>
                  <a:lnTo>
                    <a:pt x="309086" y="155734"/>
                  </a:lnTo>
                  <a:lnTo>
                    <a:pt x="315754" y="148590"/>
                  </a:lnTo>
                  <a:lnTo>
                    <a:pt x="317182" y="141446"/>
                  </a:lnTo>
                  <a:lnTo>
                    <a:pt x="316706" y="140494"/>
                  </a:lnTo>
                  <a:lnTo>
                    <a:pt x="311468" y="136684"/>
                  </a:lnTo>
                  <a:lnTo>
                    <a:pt x="301466" y="126683"/>
                  </a:lnTo>
                  <a:lnTo>
                    <a:pt x="295275" y="119063"/>
                  </a:lnTo>
                  <a:lnTo>
                    <a:pt x="285750" y="115729"/>
                  </a:lnTo>
                  <a:lnTo>
                    <a:pt x="272891" y="111443"/>
                  </a:lnTo>
                  <a:lnTo>
                    <a:pt x="268605" y="101918"/>
                  </a:lnTo>
                  <a:lnTo>
                    <a:pt x="265748" y="93821"/>
                  </a:lnTo>
                  <a:lnTo>
                    <a:pt x="266224" y="90964"/>
                  </a:lnTo>
                  <a:lnTo>
                    <a:pt x="275273" y="77153"/>
                  </a:lnTo>
                  <a:lnTo>
                    <a:pt x="276225" y="74771"/>
                  </a:lnTo>
                  <a:lnTo>
                    <a:pt x="276225" y="73343"/>
                  </a:lnTo>
                  <a:lnTo>
                    <a:pt x="275273" y="72390"/>
                  </a:lnTo>
                  <a:lnTo>
                    <a:pt x="273844" y="71914"/>
                  </a:lnTo>
                  <a:lnTo>
                    <a:pt x="265272" y="71438"/>
                  </a:lnTo>
                  <a:lnTo>
                    <a:pt x="263843" y="69533"/>
                  </a:lnTo>
                  <a:lnTo>
                    <a:pt x="269081" y="68104"/>
                  </a:lnTo>
                  <a:lnTo>
                    <a:pt x="273368" y="66199"/>
                  </a:lnTo>
                  <a:lnTo>
                    <a:pt x="280511" y="63341"/>
                  </a:lnTo>
                  <a:lnTo>
                    <a:pt x="282893" y="62389"/>
                  </a:lnTo>
                  <a:lnTo>
                    <a:pt x="280511" y="60008"/>
                  </a:lnTo>
                  <a:lnTo>
                    <a:pt x="278606" y="56674"/>
                  </a:lnTo>
                  <a:lnTo>
                    <a:pt x="279082" y="53340"/>
                  </a:lnTo>
                  <a:lnTo>
                    <a:pt x="285274" y="46673"/>
                  </a:lnTo>
                  <a:lnTo>
                    <a:pt x="290989" y="41910"/>
                  </a:lnTo>
                  <a:lnTo>
                    <a:pt x="292418" y="40481"/>
                  </a:lnTo>
                  <a:lnTo>
                    <a:pt x="295751" y="35719"/>
                  </a:lnTo>
                  <a:lnTo>
                    <a:pt x="289084" y="23813"/>
                  </a:lnTo>
                  <a:lnTo>
                    <a:pt x="277654" y="20003"/>
                  </a:lnTo>
                  <a:lnTo>
                    <a:pt x="264319" y="14288"/>
                  </a:lnTo>
                  <a:lnTo>
                    <a:pt x="259556" y="11430"/>
                  </a:lnTo>
                  <a:lnTo>
                    <a:pt x="251936" y="5239"/>
                  </a:lnTo>
                  <a:lnTo>
                    <a:pt x="246698" y="0"/>
                  </a:lnTo>
                  <a:lnTo>
                    <a:pt x="241935" y="0"/>
                  </a:lnTo>
                  <a:lnTo>
                    <a:pt x="236697" y="1429"/>
                  </a:lnTo>
                  <a:lnTo>
                    <a:pt x="228600" y="6191"/>
                  </a:lnTo>
                  <a:lnTo>
                    <a:pt x="223838" y="8573"/>
                  </a:lnTo>
                  <a:lnTo>
                    <a:pt x="220980" y="9525"/>
                  </a:lnTo>
                  <a:lnTo>
                    <a:pt x="220504" y="9525"/>
                  </a:lnTo>
                  <a:lnTo>
                    <a:pt x="214789" y="8096"/>
                  </a:lnTo>
                  <a:lnTo>
                    <a:pt x="208122" y="7620"/>
                  </a:lnTo>
                  <a:lnTo>
                    <a:pt x="202882" y="8096"/>
                  </a:lnTo>
                  <a:lnTo>
                    <a:pt x="200978" y="8573"/>
                  </a:lnTo>
                  <a:lnTo>
                    <a:pt x="193357" y="16669"/>
                  </a:lnTo>
                  <a:lnTo>
                    <a:pt x="188119" y="20955"/>
                  </a:lnTo>
                  <a:lnTo>
                    <a:pt x="185261" y="22384"/>
                  </a:lnTo>
                  <a:lnTo>
                    <a:pt x="183356" y="24765"/>
                  </a:lnTo>
                  <a:lnTo>
                    <a:pt x="181451" y="28575"/>
                  </a:lnTo>
                  <a:lnTo>
                    <a:pt x="177641" y="41910"/>
                  </a:lnTo>
                  <a:lnTo>
                    <a:pt x="174784" y="47149"/>
                  </a:lnTo>
                  <a:lnTo>
                    <a:pt x="174307" y="50006"/>
                  </a:lnTo>
                  <a:lnTo>
                    <a:pt x="174784" y="59055"/>
                  </a:lnTo>
                  <a:lnTo>
                    <a:pt x="174307" y="64294"/>
                  </a:lnTo>
                  <a:lnTo>
                    <a:pt x="170974" y="68580"/>
                  </a:lnTo>
                  <a:lnTo>
                    <a:pt x="168593" y="70485"/>
                  </a:lnTo>
                  <a:lnTo>
                    <a:pt x="165259" y="70961"/>
                  </a:lnTo>
                  <a:lnTo>
                    <a:pt x="160973" y="71914"/>
                  </a:lnTo>
                  <a:lnTo>
                    <a:pt x="157163" y="74295"/>
                  </a:lnTo>
                  <a:lnTo>
                    <a:pt x="154781" y="77629"/>
                  </a:lnTo>
                  <a:lnTo>
                    <a:pt x="151924" y="85249"/>
                  </a:lnTo>
                  <a:lnTo>
                    <a:pt x="147161" y="88106"/>
                  </a:lnTo>
                  <a:lnTo>
                    <a:pt x="142399" y="87154"/>
                  </a:lnTo>
                  <a:lnTo>
                    <a:pt x="139065" y="84296"/>
                  </a:lnTo>
                  <a:lnTo>
                    <a:pt x="131922" y="82391"/>
                  </a:lnTo>
                  <a:lnTo>
                    <a:pt x="126682" y="80963"/>
                  </a:lnTo>
                  <a:lnTo>
                    <a:pt x="120491" y="78105"/>
                  </a:lnTo>
                  <a:lnTo>
                    <a:pt x="115253" y="75724"/>
                  </a:lnTo>
                  <a:lnTo>
                    <a:pt x="110490" y="75248"/>
                  </a:lnTo>
                  <a:lnTo>
                    <a:pt x="107632" y="78105"/>
                  </a:lnTo>
                  <a:lnTo>
                    <a:pt x="105251" y="80963"/>
                  </a:lnTo>
                  <a:lnTo>
                    <a:pt x="97155" y="82868"/>
                  </a:lnTo>
                  <a:lnTo>
                    <a:pt x="92393" y="84773"/>
                  </a:lnTo>
                  <a:lnTo>
                    <a:pt x="86201" y="85249"/>
                  </a:lnTo>
                  <a:lnTo>
                    <a:pt x="83820" y="83344"/>
                  </a:lnTo>
                  <a:lnTo>
                    <a:pt x="74772" y="81915"/>
                  </a:lnTo>
                  <a:lnTo>
                    <a:pt x="64294" y="80486"/>
                  </a:lnTo>
                  <a:lnTo>
                    <a:pt x="61436" y="80486"/>
                  </a:lnTo>
                  <a:lnTo>
                    <a:pt x="60484" y="77153"/>
                  </a:lnTo>
                  <a:lnTo>
                    <a:pt x="57626" y="72390"/>
                  </a:lnTo>
                  <a:lnTo>
                    <a:pt x="50006" y="64294"/>
                  </a:lnTo>
                  <a:lnTo>
                    <a:pt x="47149" y="61436"/>
                  </a:lnTo>
                  <a:lnTo>
                    <a:pt x="41434" y="54769"/>
                  </a:lnTo>
                  <a:lnTo>
                    <a:pt x="34766" y="47625"/>
                  </a:lnTo>
                  <a:lnTo>
                    <a:pt x="33814" y="47625"/>
                  </a:lnTo>
                  <a:lnTo>
                    <a:pt x="29528" y="47625"/>
                  </a:lnTo>
                  <a:lnTo>
                    <a:pt x="22860" y="47625"/>
                  </a:lnTo>
                  <a:lnTo>
                    <a:pt x="18574" y="49054"/>
                  </a:lnTo>
                  <a:lnTo>
                    <a:pt x="15716" y="50959"/>
                  </a:lnTo>
                  <a:lnTo>
                    <a:pt x="15240" y="52388"/>
                  </a:lnTo>
                  <a:lnTo>
                    <a:pt x="17622" y="58579"/>
                  </a:lnTo>
                  <a:lnTo>
                    <a:pt x="16669" y="60008"/>
                  </a:lnTo>
                  <a:lnTo>
                    <a:pt x="15240" y="60960"/>
                  </a:lnTo>
                  <a:lnTo>
                    <a:pt x="9049" y="59055"/>
                  </a:lnTo>
                  <a:lnTo>
                    <a:pt x="1905" y="59055"/>
                  </a:lnTo>
                  <a:lnTo>
                    <a:pt x="0" y="60960"/>
                  </a:lnTo>
                  <a:lnTo>
                    <a:pt x="9525" y="64294"/>
                  </a:lnTo>
                  <a:lnTo>
                    <a:pt x="10001" y="65246"/>
                  </a:lnTo>
                  <a:lnTo>
                    <a:pt x="10001" y="67151"/>
                  </a:lnTo>
                  <a:lnTo>
                    <a:pt x="10478" y="69056"/>
                  </a:lnTo>
                  <a:lnTo>
                    <a:pt x="19526" y="73819"/>
                  </a:lnTo>
                  <a:lnTo>
                    <a:pt x="21907" y="76200"/>
                  </a:lnTo>
                  <a:lnTo>
                    <a:pt x="27623" y="80010"/>
                  </a:lnTo>
                  <a:lnTo>
                    <a:pt x="29051" y="81915"/>
                  </a:lnTo>
                  <a:lnTo>
                    <a:pt x="34290" y="84296"/>
                  </a:lnTo>
                  <a:lnTo>
                    <a:pt x="38100" y="86678"/>
                  </a:lnTo>
                  <a:lnTo>
                    <a:pt x="42386" y="88583"/>
                  </a:lnTo>
                  <a:lnTo>
                    <a:pt x="47625" y="91916"/>
                  </a:lnTo>
                  <a:lnTo>
                    <a:pt x="54293" y="94298"/>
                  </a:lnTo>
                  <a:lnTo>
                    <a:pt x="60007" y="95250"/>
                  </a:lnTo>
                  <a:lnTo>
                    <a:pt x="74295" y="99536"/>
                  </a:lnTo>
                  <a:lnTo>
                    <a:pt x="76676" y="100965"/>
                  </a:lnTo>
                  <a:lnTo>
                    <a:pt x="80963" y="103823"/>
                  </a:lnTo>
                  <a:lnTo>
                    <a:pt x="85249" y="107156"/>
                  </a:lnTo>
                  <a:lnTo>
                    <a:pt x="88106" y="114300"/>
                  </a:lnTo>
                  <a:lnTo>
                    <a:pt x="92869" y="114776"/>
                  </a:lnTo>
                  <a:lnTo>
                    <a:pt x="94298" y="117158"/>
                  </a:lnTo>
                  <a:lnTo>
                    <a:pt x="98107" y="121444"/>
                  </a:lnTo>
                  <a:lnTo>
                    <a:pt x="103823" y="125254"/>
                  </a:lnTo>
                  <a:lnTo>
                    <a:pt x="103823" y="126683"/>
                  </a:lnTo>
                  <a:lnTo>
                    <a:pt x="99536" y="130016"/>
                  </a:lnTo>
                  <a:lnTo>
                    <a:pt x="99060" y="134779"/>
                  </a:lnTo>
                  <a:lnTo>
                    <a:pt x="99536" y="140494"/>
                  </a:lnTo>
                  <a:lnTo>
                    <a:pt x="100965" y="145256"/>
                  </a:lnTo>
                  <a:lnTo>
                    <a:pt x="100965" y="146685"/>
                  </a:lnTo>
                  <a:lnTo>
                    <a:pt x="100013" y="148114"/>
                  </a:lnTo>
                  <a:lnTo>
                    <a:pt x="98584" y="150495"/>
                  </a:lnTo>
                  <a:lnTo>
                    <a:pt x="98107" y="152876"/>
                  </a:lnTo>
                  <a:lnTo>
                    <a:pt x="98107" y="153829"/>
                  </a:lnTo>
                  <a:lnTo>
                    <a:pt x="98584" y="154305"/>
                  </a:lnTo>
                  <a:lnTo>
                    <a:pt x="100965" y="154305"/>
                  </a:lnTo>
                  <a:lnTo>
                    <a:pt x="105251" y="154781"/>
                  </a:lnTo>
                  <a:lnTo>
                    <a:pt x="107632" y="155734"/>
                  </a:lnTo>
                  <a:lnTo>
                    <a:pt x="109061" y="160973"/>
                  </a:lnTo>
                  <a:lnTo>
                    <a:pt x="108585" y="161925"/>
                  </a:lnTo>
                  <a:lnTo>
                    <a:pt x="105251" y="164306"/>
                  </a:lnTo>
                  <a:lnTo>
                    <a:pt x="104299" y="166211"/>
                  </a:lnTo>
                  <a:lnTo>
                    <a:pt x="104299" y="169069"/>
                  </a:lnTo>
                  <a:lnTo>
                    <a:pt x="104775" y="172403"/>
                  </a:lnTo>
                  <a:lnTo>
                    <a:pt x="106204" y="175736"/>
                  </a:lnTo>
                  <a:lnTo>
                    <a:pt x="109061" y="179546"/>
                  </a:lnTo>
                  <a:lnTo>
                    <a:pt x="112872" y="183356"/>
                  </a:lnTo>
                  <a:lnTo>
                    <a:pt x="115253" y="186690"/>
                  </a:lnTo>
                  <a:lnTo>
                    <a:pt x="116205" y="189071"/>
                  </a:lnTo>
                  <a:lnTo>
                    <a:pt x="116681" y="190500"/>
                  </a:lnTo>
                  <a:lnTo>
                    <a:pt x="114776" y="192405"/>
                  </a:lnTo>
                  <a:lnTo>
                    <a:pt x="113348" y="196215"/>
                  </a:lnTo>
                  <a:lnTo>
                    <a:pt x="112872" y="200501"/>
                  </a:lnTo>
                  <a:lnTo>
                    <a:pt x="112395" y="203359"/>
                  </a:lnTo>
                  <a:lnTo>
                    <a:pt x="109061" y="207169"/>
                  </a:lnTo>
                  <a:lnTo>
                    <a:pt x="106680" y="208598"/>
                  </a:lnTo>
                  <a:lnTo>
                    <a:pt x="106204" y="210503"/>
                  </a:lnTo>
                  <a:lnTo>
                    <a:pt x="105728" y="213836"/>
                  </a:lnTo>
                  <a:lnTo>
                    <a:pt x="106204" y="218123"/>
                  </a:lnTo>
                  <a:lnTo>
                    <a:pt x="106204" y="220980"/>
                  </a:lnTo>
                  <a:lnTo>
                    <a:pt x="106680" y="222885"/>
                  </a:lnTo>
                  <a:lnTo>
                    <a:pt x="107632" y="224314"/>
                  </a:lnTo>
                  <a:lnTo>
                    <a:pt x="112872" y="226695"/>
                  </a:lnTo>
                  <a:lnTo>
                    <a:pt x="115729" y="231458"/>
                  </a:lnTo>
                  <a:lnTo>
                    <a:pt x="117634" y="235268"/>
                  </a:lnTo>
                  <a:lnTo>
                    <a:pt x="121444" y="245745"/>
                  </a:lnTo>
                  <a:lnTo>
                    <a:pt x="124301" y="245269"/>
                  </a:lnTo>
                  <a:lnTo>
                    <a:pt x="130016" y="247174"/>
                  </a:lnTo>
                  <a:lnTo>
                    <a:pt x="134303" y="244793"/>
                  </a:lnTo>
                  <a:lnTo>
                    <a:pt x="136207" y="242888"/>
                  </a:lnTo>
                  <a:lnTo>
                    <a:pt x="137636" y="242888"/>
                  </a:lnTo>
                  <a:lnTo>
                    <a:pt x="137636" y="244316"/>
                  </a:lnTo>
                  <a:lnTo>
                    <a:pt x="136207" y="248603"/>
                  </a:lnTo>
                  <a:lnTo>
                    <a:pt x="139541" y="253365"/>
                  </a:lnTo>
                  <a:lnTo>
                    <a:pt x="142399" y="254317"/>
                  </a:lnTo>
                  <a:lnTo>
                    <a:pt x="144780" y="254317"/>
                  </a:lnTo>
                  <a:lnTo>
                    <a:pt x="158591" y="260509"/>
                  </a:lnTo>
                  <a:lnTo>
                    <a:pt x="162401" y="264319"/>
                  </a:lnTo>
                  <a:lnTo>
                    <a:pt x="160973" y="271463"/>
                  </a:lnTo>
                  <a:lnTo>
                    <a:pt x="160497" y="277654"/>
                  </a:lnTo>
                  <a:lnTo>
                    <a:pt x="159068" y="283369"/>
                  </a:lnTo>
                  <a:lnTo>
                    <a:pt x="161925" y="285750"/>
                  </a:lnTo>
                  <a:lnTo>
                    <a:pt x="162878" y="287655"/>
                  </a:lnTo>
                  <a:lnTo>
                    <a:pt x="163354" y="290513"/>
                  </a:lnTo>
                  <a:lnTo>
                    <a:pt x="160020" y="291941"/>
                  </a:lnTo>
                  <a:lnTo>
                    <a:pt x="158591" y="293846"/>
                  </a:lnTo>
                  <a:lnTo>
                    <a:pt x="160497" y="295751"/>
                  </a:lnTo>
                  <a:lnTo>
                    <a:pt x="160973" y="298609"/>
                  </a:lnTo>
                  <a:lnTo>
                    <a:pt x="158591" y="299085"/>
                  </a:lnTo>
                  <a:lnTo>
                    <a:pt x="155734" y="298133"/>
                  </a:lnTo>
                  <a:lnTo>
                    <a:pt x="149066" y="297656"/>
                  </a:lnTo>
                  <a:lnTo>
                    <a:pt x="142399" y="299561"/>
                  </a:lnTo>
                  <a:lnTo>
                    <a:pt x="139541" y="301942"/>
                  </a:lnTo>
                  <a:lnTo>
                    <a:pt x="136207" y="302419"/>
                  </a:lnTo>
                  <a:lnTo>
                    <a:pt x="135255" y="305753"/>
                  </a:lnTo>
                  <a:lnTo>
                    <a:pt x="132398" y="309086"/>
                  </a:lnTo>
                  <a:lnTo>
                    <a:pt x="126682" y="318135"/>
                  </a:lnTo>
                  <a:lnTo>
                    <a:pt x="118110" y="325279"/>
                  </a:lnTo>
                  <a:lnTo>
                    <a:pt x="114776" y="331470"/>
                  </a:lnTo>
                  <a:lnTo>
                    <a:pt x="112395" y="332423"/>
                  </a:lnTo>
                  <a:lnTo>
                    <a:pt x="105251" y="339090"/>
                  </a:lnTo>
                  <a:lnTo>
                    <a:pt x="103347" y="344329"/>
                  </a:lnTo>
                  <a:lnTo>
                    <a:pt x="99536" y="344805"/>
                  </a:lnTo>
                  <a:lnTo>
                    <a:pt x="90964" y="352425"/>
                  </a:lnTo>
                  <a:lnTo>
                    <a:pt x="87154" y="354330"/>
                  </a:lnTo>
                  <a:lnTo>
                    <a:pt x="82868" y="356711"/>
                  </a:lnTo>
                  <a:lnTo>
                    <a:pt x="74295" y="364331"/>
                  </a:lnTo>
                  <a:lnTo>
                    <a:pt x="66675" y="366236"/>
                  </a:lnTo>
                  <a:lnTo>
                    <a:pt x="66675" y="370046"/>
                  </a:lnTo>
                  <a:lnTo>
                    <a:pt x="62389" y="374809"/>
                  </a:lnTo>
                  <a:lnTo>
                    <a:pt x="59531" y="374333"/>
                  </a:lnTo>
                  <a:lnTo>
                    <a:pt x="59531" y="376238"/>
                  </a:lnTo>
                  <a:lnTo>
                    <a:pt x="60484" y="377666"/>
                  </a:lnTo>
                  <a:lnTo>
                    <a:pt x="58103" y="377190"/>
                  </a:lnTo>
                  <a:lnTo>
                    <a:pt x="57150" y="378142"/>
                  </a:lnTo>
                  <a:lnTo>
                    <a:pt x="58579" y="381476"/>
                  </a:lnTo>
                  <a:lnTo>
                    <a:pt x="59531" y="383381"/>
                  </a:lnTo>
                  <a:lnTo>
                    <a:pt x="59531" y="385286"/>
                  </a:lnTo>
                  <a:lnTo>
                    <a:pt x="52864" y="388620"/>
                  </a:lnTo>
                  <a:lnTo>
                    <a:pt x="45244" y="390525"/>
                  </a:lnTo>
                  <a:lnTo>
                    <a:pt x="41910" y="389096"/>
                  </a:lnTo>
                  <a:lnTo>
                    <a:pt x="33338" y="391001"/>
                  </a:lnTo>
                  <a:lnTo>
                    <a:pt x="33338" y="393383"/>
                  </a:lnTo>
                  <a:lnTo>
                    <a:pt x="33814" y="395764"/>
                  </a:lnTo>
                  <a:lnTo>
                    <a:pt x="36672" y="399574"/>
                  </a:lnTo>
                  <a:lnTo>
                    <a:pt x="30480" y="400050"/>
                  </a:lnTo>
                  <a:lnTo>
                    <a:pt x="30004" y="404336"/>
                  </a:lnTo>
                  <a:lnTo>
                    <a:pt x="20955" y="412909"/>
                  </a:lnTo>
                  <a:lnTo>
                    <a:pt x="19050" y="415766"/>
                  </a:lnTo>
                  <a:lnTo>
                    <a:pt x="18098" y="418624"/>
                  </a:lnTo>
                  <a:lnTo>
                    <a:pt x="17622" y="421958"/>
                  </a:lnTo>
                  <a:lnTo>
                    <a:pt x="19050" y="427673"/>
                  </a:lnTo>
                  <a:lnTo>
                    <a:pt x="20003" y="432911"/>
                  </a:lnTo>
                  <a:lnTo>
                    <a:pt x="25241" y="436721"/>
                  </a:lnTo>
                  <a:lnTo>
                    <a:pt x="25718" y="440055"/>
                  </a:lnTo>
                  <a:lnTo>
                    <a:pt x="26194" y="442913"/>
                  </a:lnTo>
                  <a:lnTo>
                    <a:pt x="24289" y="448628"/>
                  </a:lnTo>
                  <a:lnTo>
                    <a:pt x="22860" y="454819"/>
                  </a:lnTo>
                  <a:lnTo>
                    <a:pt x="27147" y="458629"/>
                  </a:lnTo>
                  <a:lnTo>
                    <a:pt x="30004" y="463867"/>
                  </a:lnTo>
                  <a:lnTo>
                    <a:pt x="32385" y="469583"/>
                  </a:lnTo>
                  <a:lnTo>
                    <a:pt x="32385" y="471488"/>
                  </a:lnTo>
                  <a:lnTo>
                    <a:pt x="34290" y="475298"/>
                  </a:lnTo>
                  <a:lnTo>
                    <a:pt x="33814" y="475774"/>
                  </a:lnTo>
                  <a:lnTo>
                    <a:pt x="33814" y="476250"/>
                  </a:lnTo>
                  <a:lnTo>
                    <a:pt x="31432" y="476250"/>
                  </a:lnTo>
                  <a:lnTo>
                    <a:pt x="30480" y="477203"/>
                  </a:lnTo>
                  <a:lnTo>
                    <a:pt x="31432" y="478631"/>
                  </a:lnTo>
                  <a:lnTo>
                    <a:pt x="32385" y="479108"/>
                  </a:lnTo>
                  <a:lnTo>
                    <a:pt x="32861" y="480536"/>
                  </a:lnTo>
                  <a:lnTo>
                    <a:pt x="30956" y="480536"/>
                  </a:lnTo>
                  <a:lnTo>
                    <a:pt x="30956" y="481965"/>
                  </a:lnTo>
                  <a:lnTo>
                    <a:pt x="31432" y="484346"/>
                  </a:lnTo>
                  <a:lnTo>
                    <a:pt x="30956" y="491014"/>
                  </a:lnTo>
                  <a:lnTo>
                    <a:pt x="30004" y="496729"/>
                  </a:lnTo>
                  <a:lnTo>
                    <a:pt x="29051" y="499110"/>
                  </a:lnTo>
                  <a:lnTo>
                    <a:pt x="26670" y="502444"/>
                  </a:lnTo>
                  <a:lnTo>
                    <a:pt x="26194" y="507206"/>
                  </a:lnTo>
                  <a:lnTo>
                    <a:pt x="26670" y="513398"/>
                  </a:lnTo>
                  <a:lnTo>
                    <a:pt x="27623" y="517684"/>
                  </a:lnTo>
                  <a:lnTo>
                    <a:pt x="28099" y="521494"/>
                  </a:lnTo>
                  <a:lnTo>
                    <a:pt x="28099" y="524351"/>
                  </a:lnTo>
                  <a:lnTo>
                    <a:pt x="29051" y="526256"/>
                  </a:lnTo>
                  <a:lnTo>
                    <a:pt x="32385" y="527685"/>
                  </a:lnTo>
                  <a:lnTo>
                    <a:pt x="35243" y="529590"/>
                  </a:lnTo>
                  <a:lnTo>
                    <a:pt x="39053" y="526733"/>
                  </a:lnTo>
                  <a:lnTo>
                    <a:pt x="41910" y="526256"/>
                  </a:lnTo>
                  <a:lnTo>
                    <a:pt x="43815" y="530543"/>
                  </a:lnTo>
                  <a:lnTo>
                    <a:pt x="46673" y="531019"/>
                  </a:lnTo>
                  <a:lnTo>
                    <a:pt x="57626" y="536258"/>
                  </a:lnTo>
                  <a:lnTo>
                    <a:pt x="66675" y="537686"/>
                  </a:lnTo>
                  <a:lnTo>
                    <a:pt x="68104" y="537210"/>
                  </a:lnTo>
                  <a:lnTo>
                    <a:pt x="69056" y="537210"/>
                  </a:lnTo>
                  <a:lnTo>
                    <a:pt x="68580" y="538163"/>
                  </a:lnTo>
                  <a:lnTo>
                    <a:pt x="66199" y="541973"/>
                  </a:lnTo>
                  <a:lnTo>
                    <a:pt x="66199" y="542925"/>
                  </a:lnTo>
                  <a:lnTo>
                    <a:pt x="68580" y="543401"/>
                  </a:lnTo>
                  <a:lnTo>
                    <a:pt x="68580" y="544830"/>
                  </a:lnTo>
                  <a:lnTo>
                    <a:pt x="67628" y="545783"/>
                  </a:lnTo>
                  <a:lnTo>
                    <a:pt x="65723" y="546259"/>
                  </a:lnTo>
                  <a:lnTo>
                    <a:pt x="64294" y="546259"/>
                  </a:lnTo>
                  <a:lnTo>
                    <a:pt x="63341" y="548640"/>
                  </a:lnTo>
                  <a:lnTo>
                    <a:pt x="64294" y="549116"/>
                  </a:lnTo>
                  <a:lnTo>
                    <a:pt x="63341" y="551974"/>
                  </a:lnTo>
                  <a:lnTo>
                    <a:pt x="63341" y="552926"/>
                  </a:lnTo>
                  <a:lnTo>
                    <a:pt x="64294" y="555308"/>
                  </a:lnTo>
                  <a:lnTo>
                    <a:pt x="70485" y="555308"/>
                  </a:lnTo>
                  <a:lnTo>
                    <a:pt x="72390" y="554831"/>
                  </a:lnTo>
                  <a:lnTo>
                    <a:pt x="74295" y="553879"/>
                  </a:lnTo>
                  <a:lnTo>
                    <a:pt x="75724" y="552926"/>
                  </a:lnTo>
                  <a:lnTo>
                    <a:pt x="76676" y="551498"/>
                  </a:lnTo>
                  <a:lnTo>
                    <a:pt x="77629" y="547211"/>
                  </a:lnTo>
                  <a:lnTo>
                    <a:pt x="78581" y="545783"/>
                  </a:lnTo>
                  <a:lnTo>
                    <a:pt x="80010" y="546259"/>
                  </a:lnTo>
                  <a:lnTo>
                    <a:pt x="82868" y="551974"/>
                  </a:lnTo>
                  <a:lnTo>
                    <a:pt x="85725" y="554355"/>
                  </a:lnTo>
                  <a:lnTo>
                    <a:pt x="88106" y="554831"/>
                  </a:lnTo>
                  <a:lnTo>
                    <a:pt x="90011" y="555784"/>
                  </a:lnTo>
                  <a:lnTo>
                    <a:pt x="89535" y="558165"/>
                  </a:lnTo>
                  <a:lnTo>
                    <a:pt x="87154" y="561023"/>
                  </a:lnTo>
                  <a:lnTo>
                    <a:pt x="83344" y="563404"/>
                  </a:lnTo>
                  <a:lnTo>
                    <a:pt x="81915" y="565309"/>
                  </a:lnTo>
                  <a:lnTo>
                    <a:pt x="83820" y="565785"/>
                  </a:lnTo>
                  <a:lnTo>
                    <a:pt x="89059" y="564356"/>
                  </a:lnTo>
                  <a:lnTo>
                    <a:pt x="93822" y="560070"/>
                  </a:lnTo>
                  <a:lnTo>
                    <a:pt x="98584" y="557213"/>
                  </a:lnTo>
                  <a:lnTo>
                    <a:pt x="102870" y="558165"/>
                  </a:lnTo>
                  <a:lnTo>
                    <a:pt x="107156" y="558165"/>
                  </a:lnTo>
                  <a:lnTo>
                    <a:pt x="117634" y="555784"/>
                  </a:lnTo>
                  <a:lnTo>
                    <a:pt x="128588" y="553879"/>
                  </a:lnTo>
                  <a:lnTo>
                    <a:pt x="131922" y="554831"/>
                  </a:lnTo>
                  <a:lnTo>
                    <a:pt x="134303" y="553403"/>
                  </a:lnTo>
                  <a:lnTo>
                    <a:pt x="137160" y="550069"/>
                  </a:lnTo>
                  <a:lnTo>
                    <a:pt x="145732" y="547688"/>
                  </a:lnTo>
                  <a:lnTo>
                    <a:pt x="149543" y="547688"/>
                  </a:lnTo>
                  <a:lnTo>
                    <a:pt x="156210" y="545783"/>
                  </a:lnTo>
                  <a:lnTo>
                    <a:pt x="160020" y="542925"/>
                  </a:lnTo>
                  <a:lnTo>
                    <a:pt x="166211" y="542449"/>
                  </a:lnTo>
                  <a:lnTo>
                    <a:pt x="169545" y="540544"/>
                  </a:lnTo>
                  <a:lnTo>
                    <a:pt x="173355" y="539115"/>
                  </a:lnTo>
                  <a:lnTo>
                    <a:pt x="175260" y="542449"/>
                  </a:lnTo>
                  <a:lnTo>
                    <a:pt x="176689" y="542449"/>
                  </a:lnTo>
                  <a:lnTo>
                    <a:pt x="179547" y="540068"/>
                  </a:lnTo>
                  <a:lnTo>
                    <a:pt x="182880" y="538639"/>
                  </a:lnTo>
                  <a:lnTo>
                    <a:pt x="185738" y="539115"/>
                  </a:lnTo>
                  <a:lnTo>
                    <a:pt x="185738" y="537686"/>
                  </a:lnTo>
                  <a:lnTo>
                    <a:pt x="184785" y="534829"/>
                  </a:lnTo>
                  <a:lnTo>
                    <a:pt x="182880" y="532448"/>
                  </a:lnTo>
                  <a:lnTo>
                    <a:pt x="185738" y="532448"/>
                  </a:lnTo>
                  <a:lnTo>
                    <a:pt x="191453" y="535781"/>
                  </a:lnTo>
                  <a:lnTo>
                    <a:pt x="197168" y="534829"/>
                  </a:lnTo>
                  <a:lnTo>
                    <a:pt x="200025" y="532448"/>
                  </a:lnTo>
                  <a:lnTo>
                    <a:pt x="201454" y="528161"/>
                  </a:lnTo>
                  <a:lnTo>
                    <a:pt x="203835" y="524351"/>
                  </a:lnTo>
                  <a:lnTo>
                    <a:pt x="205264" y="524351"/>
                  </a:lnTo>
                  <a:lnTo>
                    <a:pt x="205264" y="525780"/>
                  </a:lnTo>
                  <a:lnTo>
                    <a:pt x="203359" y="528161"/>
                  </a:lnTo>
                  <a:lnTo>
                    <a:pt x="202406" y="531971"/>
                  </a:lnTo>
                  <a:lnTo>
                    <a:pt x="202882" y="534829"/>
                  </a:lnTo>
                  <a:lnTo>
                    <a:pt x="205264" y="533400"/>
                  </a:lnTo>
                  <a:lnTo>
                    <a:pt x="209074" y="532448"/>
                  </a:lnTo>
                  <a:lnTo>
                    <a:pt x="216694" y="531495"/>
                  </a:lnTo>
                  <a:lnTo>
                    <a:pt x="220980" y="528638"/>
                  </a:lnTo>
                  <a:lnTo>
                    <a:pt x="225266" y="527685"/>
                  </a:lnTo>
                  <a:lnTo>
                    <a:pt x="226695" y="528161"/>
                  </a:lnTo>
                  <a:lnTo>
                    <a:pt x="234315" y="531971"/>
                  </a:lnTo>
                  <a:lnTo>
                    <a:pt x="236220" y="530543"/>
                  </a:lnTo>
                  <a:lnTo>
                    <a:pt x="240982" y="530066"/>
                  </a:lnTo>
                  <a:lnTo>
                    <a:pt x="244316" y="528161"/>
                  </a:lnTo>
                  <a:lnTo>
                    <a:pt x="245745" y="528161"/>
                  </a:lnTo>
                  <a:lnTo>
                    <a:pt x="257651" y="517684"/>
                  </a:lnTo>
                  <a:lnTo>
                    <a:pt x="266224" y="510064"/>
                  </a:lnTo>
                  <a:lnTo>
                    <a:pt x="267653" y="509111"/>
                  </a:lnTo>
                  <a:lnTo>
                    <a:pt x="271463" y="507206"/>
                  </a:lnTo>
                  <a:lnTo>
                    <a:pt x="274797" y="504825"/>
                  </a:lnTo>
                  <a:lnTo>
                    <a:pt x="277178" y="501967"/>
                  </a:lnTo>
                  <a:lnTo>
                    <a:pt x="285750" y="496253"/>
                  </a:lnTo>
                  <a:lnTo>
                    <a:pt x="294323" y="490061"/>
                  </a:lnTo>
                  <a:lnTo>
                    <a:pt x="302419" y="481965"/>
                  </a:lnTo>
                  <a:lnTo>
                    <a:pt x="305276" y="479584"/>
                  </a:lnTo>
                  <a:lnTo>
                    <a:pt x="309086" y="476726"/>
                  </a:lnTo>
                  <a:lnTo>
                    <a:pt x="317182" y="468154"/>
                  </a:lnTo>
                  <a:lnTo>
                    <a:pt x="319564" y="465773"/>
                  </a:lnTo>
                  <a:lnTo>
                    <a:pt x="329565" y="454819"/>
                  </a:lnTo>
                  <a:lnTo>
                    <a:pt x="335280" y="449580"/>
                  </a:lnTo>
                  <a:lnTo>
                    <a:pt x="338138" y="446246"/>
                  </a:lnTo>
                  <a:lnTo>
                    <a:pt x="350520" y="435769"/>
                  </a:lnTo>
                  <a:lnTo>
                    <a:pt x="359093" y="427673"/>
                  </a:lnTo>
                  <a:lnTo>
                    <a:pt x="362426" y="422910"/>
                  </a:lnTo>
                  <a:lnTo>
                    <a:pt x="365760" y="416242"/>
                  </a:lnTo>
                  <a:lnTo>
                    <a:pt x="367665" y="411956"/>
                  </a:lnTo>
                  <a:lnTo>
                    <a:pt x="370999" y="406241"/>
                  </a:lnTo>
                  <a:lnTo>
                    <a:pt x="370999" y="404336"/>
                  </a:lnTo>
                  <a:lnTo>
                    <a:pt x="369094" y="402431"/>
                  </a:lnTo>
                  <a:close/>
                </a:path>
              </a:pathLst>
            </a:custGeom>
            <a:grpFill/>
            <a:ln w="317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0308CF18-D69A-4AA7-8DCA-7705E3C2D743}"/>
                </a:ext>
              </a:extLst>
            </p:cNvPr>
            <p:cNvSpPr/>
            <p:nvPr/>
          </p:nvSpPr>
          <p:spPr>
            <a:xfrm>
              <a:off x="6842283" y="3796664"/>
              <a:ext cx="509587" cy="386238"/>
            </a:xfrm>
            <a:custGeom>
              <a:avLst/>
              <a:gdLst>
                <a:gd name="connsiteX0" fmla="*/ 498158 w 509587"/>
                <a:gd name="connsiteY0" fmla="*/ 233363 h 386238"/>
                <a:gd name="connsiteX1" fmla="*/ 486728 w 509587"/>
                <a:gd name="connsiteY1" fmla="*/ 233363 h 386238"/>
                <a:gd name="connsiteX2" fmla="*/ 475774 w 509587"/>
                <a:gd name="connsiteY2" fmla="*/ 233363 h 386238"/>
                <a:gd name="connsiteX3" fmla="*/ 473393 w 509587"/>
                <a:gd name="connsiteY3" fmla="*/ 232410 h 386238"/>
                <a:gd name="connsiteX4" fmla="*/ 464344 w 509587"/>
                <a:gd name="connsiteY4" fmla="*/ 229076 h 386238"/>
                <a:gd name="connsiteX5" fmla="*/ 452438 w 509587"/>
                <a:gd name="connsiteY5" fmla="*/ 225266 h 386238"/>
                <a:gd name="connsiteX6" fmla="*/ 437674 w 509587"/>
                <a:gd name="connsiteY6" fmla="*/ 220504 h 386238"/>
                <a:gd name="connsiteX7" fmla="*/ 427197 w 509587"/>
                <a:gd name="connsiteY7" fmla="*/ 216694 h 386238"/>
                <a:gd name="connsiteX8" fmla="*/ 416243 w 509587"/>
                <a:gd name="connsiteY8" fmla="*/ 213360 h 386238"/>
                <a:gd name="connsiteX9" fmla="*/ 404813 w 509587"/>
                <a:gd name="connsiteY9" fmla="*/ 209550 h 386238"/>
                <a:gd name="connsiteX10" fmla="*/ 395764 w 509587"/>
                <a:gd name="connsiteY10" fmla="*/ 206692 h 386238"/>
                <a:gd name="connsiteX11" fmla="*/ 384810 w 509587"/>
                <a:gd name="connsiteY11" fmla="*/ 202882 h 386238"/>
                <a:gd name="connsiteX12" fmla="*/ 375285 w 509587"/>
                <a:gd name="connsiteY12" fmla="*/ 200025 h 386238"/>
                <a:gd name="connsiteX13" fmla="*/ 373856 w 509587"/>
                <a:gd name="connsiteY13" fmla="*/ 199072 h 386238"/>
                <a:gd name="connsiteX14" fmla="*/ 368141 w 509587"/>
                <a:gd name="connsiteY14" fmla="*/ 194310 h 386238"/>
                <a:gd name="connsiteX15" fmla="*/ 361474 w 509587"/>
                <a:gd name="connsiteY15" fmla="*/ 188119 h 386238"/>
                <a:gd name="connsiteX16" fmla="*/ 360045 w 509587"/>
                <a:gd name="connsiteY16" fmla="*/ 187642 h 386238"/>
                <a:gd name="connsiteX17" fmla="*/ 356711 w 509587"/>
                <a:gd name="connsiteY17" fmla="*/ 186690 h 386238"/>
                <a:gd name="connsiteX18" fmla="*/ 353854 w 509587"/>
                <a:gd name="connsiteY18" fmla="*/ 182880 h 386238"/>
                <a:gd name="connsiteX19" fmla="*/ 350520 w 509587"/>
                <a:gd name="connsiteY19" fmla="*/ 178594 h 386238"/>
                <a:gd name="connsiteX20" fmla="*/ 347663 w 509587"/>
                <a:gd name="connsiteY20" fmla="*/ 173355 h 386238"/>
                <a:gd name="connsiteX21" fmla="*/ 346234 w 509587"/>
                <a:gd name="connsiteY21" fmla="*/ 169545 h 386238"/>
                <a:gd name="connsiteX22" fmla="*/ 342424 w 509587"/>
                <a:gd name="connsiteY22" fmla="*/ 168116 h 386238"/>
                <a:gd name="connsiteX23" fmla="*/ 340519 w 509587"/>
                <a:gd name="connsiteY23" fmla="*/ 165259 h 386238"/>
                <a:gd name="connsiteX24" fmla="*/ 337185 w 509587"/>
                <a:gd name="connsiteY24" fmla="*/ 160496 h 386238"/>
                <a:gd name="connsiteX25" fmla="*/ 334804 w 509587"/>
                <a:gd name="connsiteY25" fmla="*/ 158591 h 386238"/>
                <a:gd name="connsiteX26" fmla="*/ 333852 w 509587"/>
                <a:gd name="connsiteY26" fmla="*/ 156686 h 386238"/>
                <a:gd name="connsiteX27" fmla="*/ 332899 w 509587"/>
                <a:gd name="connsiteY27" fmla="*/ 152876 h 386238"/>
                <a:gd name="connsiteX28" fmla="*/ 330994 w 509587"/>
                <a:gd name="connsiteY28" fmla="*/ 148590 h 386238"/>
                <a:gd name="connsiteX29" fmla="*/ 329089 w 509587"/>
                <a:gd name="connsiteY29" fmla="*/ 146209 h 386238"/>
                <a:gd name="connsiteX30" fmla="*/ 328613 w 509587"/>
                <a:gd name="connsiteY30" fmla="*/ 145256 h 386238"/>
                <a:gd name="connsiteX31" fmla="*/ 328613 w 509587"/>
                <a:gd name="connsiteY31" fmla="*/ 144304 h 386238"/>
                <a:gd name="connsiteX32" fmla="*/ 332423 w 509587"/>
                <a:gd name="connsiteY32" fmla="*/ 138589 h 386238"/>
                <a:gd name="connsiteX33" fmla="*/ 333852 w 509587"/>
                <a:gd name="connsiteY33" fmla="*/ 136684 h 386238"/>
                <a:gd name="connsiteX34" fmla="*/ 335756 w 509587"/>
                <a:gd name="connsiteY34" fmla="*/ 134779 h 386238"/>
                <a:gd name="connsiteX35" fmla="*/ 337185 w 509587"/>
                <a:gd name="connsiteY35" fmla="*/ 132874 h 386238"/>
                <a:gd name="connsiteX36" fmla="*/ 337661 w 509587"/>
                <a:gd name="connsiteY36" fmla="*/ 131445 h 386238"/>
                <a:gd name="connsiteX37" fmla="*/ 334804 w 509587"/>
                <a:gd name="connsiteY37" fmla="*/ 131445 h 386238"/>
                <a:gd name="connsiteX38" fmla="*/ 332899 w 509587"/>
                <a:gd name="connsiteY38" fmla="*/ 131445 h 386238"/>
                <a:gd name="connsiteX39" fmla="*/ 331470 w 509587"/>
                <a:gd name="connsiteY39" fmla="*/ 130016 h 386238"/>
                <a:gd name="connsiteX40" fmla="*/ 328613 w 509587"/>
                <a:gd name="connsiteY40" fmla="*/ 129064 h 386238"/>
                <a:gd name="connsiteX41" fmla="*/ 325279 w 509587"/>
                <a:gd name="connsiteY41" fmla="*/ 129064 h 386238"/>
                <a:gd name="connsiteX42" fmla="*/ 321945 w 509587"/>
                <a:gd name="connsiteY42" fmla="*/ 130016 h 386238"/>
                <a:gd name="connsiteX43" fmla="*/ 316706 w 509587"/>
                <a:gd name="connsiteY43" fmla="*/ 131445 h 386238"/>
                <a:gd name="connsiteX44" fmla="*/ 311944 w 509587"/>
                <a:gd name="connsiteY44" fmla="*/ 131921 h 386238"/>
                <a:gd name="connsiteX45" fmla="*/ 308134 w 509587"/>
                <a:gd name="connsiteY45" fmla="*/ 132874 h 386238"/>
                <a:gd name="connsiteX46" fmla="*/ 304800 w 509587"/>
                <a:gd name="connsiteY46" fmla="*/ 133350 h 386238"/>
                <a:gd name="connsiteX47" fmla="*/ 301943 w 509587"/>
                <a:gd name="connsiteY47" fmla="*/ 132874 h 386238"/>
                <a:gd name="connsiteX48" fmla="*/ 299561 w 509587"/>
                <a:gd name="connsiteY48" fmla="*/ 132397 h 386238"/>
                <a:gd name="connsiteX49" fmla="*/ 298609 w 509587"/>
                <a:gd name="connsiteY49" fmla="*/ 125254 h 386238"/>
                <a:gd name="connsiteX50" fmla="*/ 298133 w 509587"/>
                <a:gd name="connsiteY50" fmla="*/ 117634 h 386238"/>
                <a:gd name="connsiteX51" fmla="*/ 298133 w 509587"/>
                <a:gd name="connsiteY51" fmla="*/ 111442 h 386238"/>
                <a:gd name="connsiteX52" fmla="*/ 299085 w 509587"/>
                <a:gd name="connsiteY52" fmla="*/ 108109 h 386238"/>
                <a:gd name="connsiteX53" fmla="*/ 300038 w 509587"/>
                <a:gd name="connsiteY53" fmla="*/ 107156 h 386238"/>
                <a:gd name="connsiteX54" fmla="*/ 304324 w 509587"/>
                <a:gd name="connsiteY54" fmla="*/ 102394 h 386238"/>
                <a:gd name="connsiteX55" fmla="*/ 306229 w 509587"/>
                <a:gd name="connsiteY55" fmla="*/ 100489 h 386238"/>
                <a:gd name="connsiteX56" fmla="*/ 311468 w 509587"/>
                <a:gd name="connsiteY56" fmla="*/ 92869 h 386238"/>
                <a:gd name="connsiteX57" fmla="*/ 315754 w 509587"/>
                <a:gd name="connsiteY57" fmla="*/ 86678 h 386238"/>
                <a:gd name="connsiteX58" fmla="*/ 319088 w 509587"/>
                <a:gd name="connsiteY58" fmla="*/ 81439 h 386238"/>
                <a:gd name="connsiteX59" fmla="*/ 316230 w 509587"/>
                <a:gd name="connsiteY59" fmla="*/ 78105 h 386238"/>
                <a:gd name="connsiteX60" fmla="*/ 313849 w 509587"/>
                <a:gd name="connsiteY60" fmla="*/ 74771 h 386238"/>
                <a:gd name="connsiteX61" fmla="*/ 310991 w 509587"/>
                <a:gd name="connsiteY61" fmla="*/ 71438 h 386238"/>
                <a:gd name="connsiteX62" fmla="*/ 307658 w 509587"/>
                <a:gd name="connsiteY62" fmla="*/ 69532 h 386238"/>
                <a:gd name="connsiteX63" fmla="*/ 304800 w 509587"/>
                <a:gd name="connsiteY63" fmla="*/ 67628 h 386238"/>
                <a:gd name="connsiteX64" fmla="*/ 301466 w 509587"/>
                <a:gd name="connsiteY64" fmla="*/ 62389 h 386238"/>
                <a:gd name="connsiteX65" fmla="*/ 298133 w 509587"/>
                <a:gd name="connsiteY65" fmla="*/ 57150 h 386238"/>
                <a:gd name="connsiteX66" fmla="*/ 293370 w 509587"/>
                <a:gd name="connsiteY66" fmla="*/ 52864 h 386238"/>
                <a:gd name="connsiteX67" fmla="*/ 284322 w 509587"/>
                <a:gd name="connsiteY67" fmla="*/ 46196 h 386238"/>
                <a:gd name="connsiteX68" fmla="*/ 276225 w 509587"/>
                <a:gd name="connsiteY68" fmla="*/ 38100 h 386238"/>
                <a:gd name="connsiteX69" fmla="*/ 270034 w 509587"/>
                <a:gd name="connsiteY69" fmla="*/ 30004 h 386238"/>
                <a:gd name="connsiteX70" fmla="*/ 266224 w 509587"/>
                <a:gd name="connsiteY70" fmla="*/ 25241 h 386238"/>
                <a:gd name="connsiteX71" fmla="*/ 264319 w 509587"/>
                <a:gd name="connsiteY71" fmla="*/ 24289 h 386238"/>
                <a:gd name="connsiteX72" fmla="*/ 256223 w 509587"/>
                <a:gd name="connsiteY72" fmla="*/ 21431 h 386238"/>
                <a:gd name="connsiteX73" fmla="*/ 250031 w 509587"/>
                <a:gd name="connsiteY73" fmla="*/ 17621 h 386238"/>
                <a:gd name="connsiteX74" fmla="*/ 245745 w 509587"/>
                <a:gd name="connsiteY74" fmla="*/ 14764 h 386238"/>
                <a:gd name="connsiteX75" fmla="*/ 242888 w 509587"/>
                <a:gd name="connsiteY75" fmla="*/ 13811 h 386238"/>
                <a:gd name="connsiteX76" fmla="*/ 240506 w 509587"/>
                <a:gd name="connsiteY76" fmla="*/ 13335 h 386238"/>
                <a:gd name="connsiteX77" fmla="*/ 234791 w 509587"/>
                <a:gd name="connsiteY77" fmla="*/ 14288 h 386238"/>
                <a:gd name="connsiteX78" fmla="*/ 230029 w 509587"/>
                <a:gd name="connsiteY78" fmla="*/ 12382 h 386238"/>
                <a:gd name="connsiteX79" fmla="*/ 228124 w 509587"/>
                <a:gd name="connsiteY79" fmla="*/ 12382 h 386238"/>
                <a:gd name="connsiteX80" fmla="*/ 224790 w 509587"/>
                <a:gd name="connsiteY80" fmla="*/ 11430 h 386238"/>
                <a:gd name="connsiteX81" fmla="*/ 222409 w 509587"/>
                <a:gd name="connsiteY81" fmla="*/ 10954 h 386238"/>
                <a:gd name="connsiteX82" fmla="*/ 219552 w 509587"/>
                <a:gd name="connsiteY82" fmla="*/ 11906 h 386238"/>
                <a:gd name="connsiteX83" fmla="*/ 213360 w 509587"/>
                <a:gd name="connsiteY83" fmla="*/ 13335 h 386238"/>
                <a:gd name="connsiteX84" fmla="*/ 210979 w 509587"/>
                <a:gd name="connsiteY84" fmla="*/ 12859 h 386238"/>
                <a:gd name="connsiteX85" fmla="*/ 209550 w 509587"/>
                <a:gd name="connsiteY85" fmla="*/ 10954 h 386238"/>
                <a:gd name="connsiteX86" fmla="*/ 208598 w 509587"/>
                <a:gd name="connsiteY86" fmla="*/ 9525 h 386238"/>
                <a:gd name="connsiteX87" fmla="*/ 206693 w 509587"/>
                <a:gd name="connsiteY87" fmla="*/ 7620 h 386238"/>
                <a:gd name="connsiteX88" fmla="*/ 204788 w 509587"/>
                <a:gd name="connsiteY88" fmla="*/ 7620 h 386238"/>
                <a:gd name="connsiteX89" fmla="*/ 203835 w 509587"/>
                <a:gd name="connsiteY89" fmla="*/ 9049 h 386238"/>
                <a:gd name="connsiteX90" fmla="*/ 197644 w 509587"/>
                <a:gd name="connsiteY90" fmla="*/ 12859 h 386238"/>
                <a:gd name="connsiteX91" fmla="*/ 187166 w 509587"/>
                <a:gd name="connsiteY91" fmla="*/ 14764 h 386238"/>
                <a:gd name="connsiteX92" fmla="*/ 184785 w 509587"/>
                <a:gd name="connsiteY92" fmla="*/ 14764 h 386238"/>
                <a:gd name="connsiteX93" fmla="*/ 182880 w 509587"/>
                <a:gd name="connsiteY93" fmla="*/ 13335 h 386238"/>
                <a:gd name="connsiteX94" fmla="*/ 177641 w 509587"/>
                <a:gd name="connsiteY94" fmla="*/ 7144 h 386238"/>
                <a:gd name="connsiteX95" fmla="*/ 176213 w 509587"/>
                <a:gd name="connsiteY95" fmla="*/ 6191 h 386238"/>
                <a:gd name="connsiteX96" fmla="*/ 174784 w 509587"/>
                <a:gd name="connsiteY96" fmla="*/ 5715 h 386238"/>
                <a:gd name="connsiteX97" fmla="*/ 172403 w 509587"/>
                <a:gd name="connsiteY97" fmla="*/ 5239 h 386238"/>
                <a:gd name="connsiteX98" fmla="*/ 170022 w 509587"/>
                <a:gd name="connsiteY98" fmla="*/ 3810 h 386238"/>
                <a:gd name="connsiteX99" fmla="*/ 168116 w 509587"/>
                <a:gd name="connsiteY99" fmla="*/ 1429 h 386238"/>
                <a:gd name="connsiteX100" fmla="*/ 166211 w 509587"/>
                <a:gd name="connsiteY100" fmla="*/ 0 h 386238"/>
                <a:gd name="connsiteX101" fmla="*/ 163830 w 509587"/>
                <a:gd name="connsiteY101" fmla="*/ 5239 h 386238"/>
                <a:gd name="connsiteX102" fmla="*/ 160020 w 509587"/>
                <a:gd name="connsiteY102" fmla="*/ 13811 h 386238"/>
                <a:gd name="connsiteX103" fmla="*/ 158115 w 509587"/>
                <a:gd name="connsiteY103" fmla="*/ 18097 h 386238"/>
                <a:gd name="connsiteX104" fmla="*/ 155734 w 509587"/>
                <a:gd name="connsiteY104" fmla="*/ 24289 h 386238"/>
                <a:gd name="connsiteX105" fmla="*/ 154781 w 509587"/>
                <a:gd name="connsiteY105" fmla="*/ 24289 h 386238"/>
                <a:gd name="connsiteX106" fmla="*/ 153353 w 509587"/>
                <a:gd name="connsiteY106" fmla="*/ 23813 h 386238"/>
                <a:gd name="connsiteX107" fmla="*/ 148114 w 509587"/>
                <a:gd name="connsiteY107" fmla="*/ 16669 h 386238"/>
                <a:gd name="connsiteX108" fmla="*/ 144780 w 509587"/>
                <a:gd name="connsiteY108" fmla="*/ 13811 h 386238"/>
                <a:gd name="connsiteX109" fmla="*/ 142399 w 509587"/>
                <a:gd name="connsiteY109" fmla="*/ 13811 h 386238"/>
                <a:gd name="connsiteX110" fmla="*/ 140494 w 509587"/>
                <a:gd name="connsiteY110" fmla="*/ 15240 h 386238"/>
                <a:gd name="connsiteX111" fmla="*/ 139541 w 509587"/>
                <a:gd name="connsiteY111" fmla="*/ 17621 h 386238"/>
                <a:gd name="connsiteX112" fmla="*/ 138113 w 509587"/>
                <a:gd name="connsiteY112" fmla="*/ 19526 h 386238"/>
                <a:gd name="connsiteX113" fmla="*/ 137160 w 509587"/>
                <a:gd name="connsiteY113" fmla="*/ 20003 h 386238"/>
                <a:gd name="connsiteX114" fmla="*/ 134303 w 509587"/>
                <a:gd name="connsiteY114" fmla="*/ 19526 h 386238"/>
                <a:gd name="connsiteX115" fmla="*/ 129540 w 509587"/>
                <a:gd name="connsiteY115" fmla="*/ 18574 h 386238"/>
                <a:gd name="connsiteX116" fmla="*/ 125254 w 509587"/>
                <a:gd name="connsiteY116" fmla="*/ 18574 h 386238"/>
                <a:gd name="connsiteX117" fmla="*/ 120491 w 509587"/>
                <a:gd name="connsiteY117" fmla="*/ 20479 h 386238"/>
                <a:gd name="connsiteX118" fmla="*/ 120015 w 509587"/>
                <a:gd name="connsiteY118" fmla="*/ 20479 h 386238"/>
                <a:gd name="connsiteX119" fmla="*/ 117158 w 509587"/>
                <a:gd name="connsiteY119" fmla="*/ 29528 h 386238"/>
                <a:gd name="connsiteX120" fmla="*/ 117158 w 509587"/>
                <a:gd name="connsiteY120" fmla="*/ 34766 h 386238"/>
                <a:gd name="connsiteX121" fmla="*/ 115253 w 509587"/>
                <a:gd name="connsiteY121" fmla="*/ 41910 h 386238"/>
                <a:gd name="connsiteX122" fmla="*/ 113824 w 509587"/>
                <a:gd name="connsiteY122" fmla="*/ 45720 h 386238"/>
                <a:gd name="connsiteX123" fmla="*/ 112395 w 509587"/>
                <a:gd name="connsiteY123" fmla="*/ 47625 h 386238"/>
                <a:gd name="connsiteX124" fmla="*/ 111443 w 509587"/>
                <a:gd name="connsiteY124" fmla="*/ 49530 h 386238"/>
                <a:gd name="connsiteX125" fmla="*/ 109538 w 509587"/>
                <a:gd name="connsiteY125" fmla="*/ 54292 h 386238"/>
                <a:gd name="connsiteX126" fmla="*/ 107633 w 509587"/>
                <a:gd name="connsiteY126" fmla="*/ 60484 h 386238"/>
                <a:gd name="connsiteX127" fmla="*/ 106680 w 509587"/>
                <a:gd name="connsiteY127" fmla="*/ 66675 h 386238"/>
                <a:gd name="connsiteX128" fmla="*/ 106680 w 509587"/>
                <a:gd name="connsiteY128" fmla="*/ 70009 h 386238"/>
                <a:gd name="connsiteX129" fmla="*/ 106204 w 509587"/>
                <a:gd name="connsiteY129" fmla="*/ 71914 h 386238"/>
                <a:gd name="connsiteX130" fmla="*/ 105728 w 509587"/>
                <a:gd name="connsiteY130" fmla="*/ 72866 h 386238"/>
                <a:gd name="connsiteX131" fmla="*/ 101441 w 509587"/>
                <a:gd name="connsiteY131" fmla="*/ 73342 h 386238"/>
                <a:gd name="connsiteX132" fmla="*/ 96203 w 509587"/>
                <a:gd name="connsiteY132" fmla="*/ 74295 h 386238"/>
                <a:gd name="connsiteX133" fmla="*/ 92869 w 509587"/>
                <a:gd name="connsiteY133" fmla="*/ 75247 h 386238"/>
                <a:gd name="connsiteX134" fmla="*/ 90964 w 509587"/>
                <a:gd name="connsiteY134" fmla="*/ 76200 h 386238"/>
                <a:gd name="connsiteX135" fmla="*/ 88583 w 509587"/>
                <a:gd name="connsiteY135" fmla="*/ 79057 h 386238"/>
                <a:gd name="connsiteX136" fmla="*/ 83344 w 509587"/>
                <a:gd name="connsiteY136" fmla="*/ 87154 h 386238"/>
                <a:gd name="connsiteX137" fmla="*/ 80963 w 509587"/>
                <a:gd name="connsiteY137" fmla="*/ 92392 h 386238"/>
                <a:gd name="connsiteX138" fmla="*/ 76677 w 509587"/>
                <a:gd name="connsiteY138" fmla="*/ 99060 h 386238"/>
                <a:gd name="connsiteX139" fmla="*/ 71914 w 509587"/>
                <a:gd name="connsiteY139" fmla="*/ 103822 h 386238"/>
                <a:gd name="connsiteX140" fmla="*/ 70961 w 509587"/>
                <a:gd name="connsiteY140" fmla="*/ 106204 h 386238"/>
                <a:gd name="connsiteX141" fmla="*/ 70009 w 509587"/>
                <a:gd name="connsiteY141" fmla="*/ 110490 h 386238"/>
                <a:gd name="connsiteX142" fmla="*/ 68580 w 509587"/>
                <a:gd name="connsiteY142" fmla="*/ 117157 h 386238"/>
                <a:gd name="connsiteX143" fmla="*/ 66675 w 509587"/>
                <a:gd name="connsiteY143" fmla="*/ 122396 h 386238"/>
                <a:gd name="connsiteX144" fmla="*/ 67152 w 509587"/>
                <a:gd name="connsiteY144" fmla="*/ 126206 h 386238"/>
                <a:gd name="connsiteX145" fmla="*/ 65723 w 509587"/>
                <a:gd name="connsiteY145" fmla="*/ 132874 h 386238"/>
                <a:gd name="connsiteX146" fmla="*/ 65723 w 509587"/>
                <a:gd name="connsiteY146" fmla="*/ 136207 h 386238"/>
                <a:gd name="connsiteX147" fmla="*/ 64294 w 509587"/>
                <a:gd name="connsiteY147" fmla="*/ 138113 h 386238"/>
                <a:gd name="connsiteX148" fmla="*/ 61913 w 509587"/>
                <a:gd name="connsiteY148" fmla="*/ 139541 h 386238"/>
                <a:gd name="connsiteX149" fmla="*/ 60484 w 509587"/>
                <a:gd name="connsiteY149" fmla="*/ 140017 h 386238"/>
                <a:gd name="connsiteX150" fmla="*/ 57150 w 509587"/>
                <a:gd name="connsiteY150" fmla="*/ 138113 h 386238"/>
                <a:gd name="connsiteX151" fmla="*/ 54293 w 509587"/>
                <a:gd name="connsiteY151" fmla="*/ 136207 h 386238"/>
                <a:gd name="connsiteX152" fmla="*/ 53340 w 509587"/>
                <a:gd name="connsiteY152" fmla="*/ 135731 h 386238"/>
                <a:gd name="connsiteX153" fmla="*/ 51435 w 509587"/>
                <a:gd name="connsiteY153" fmla="*/ 136684 h 386238"/>
                <a:gd name="connsiteX154" fmla="*/ 48578 w 509587"/>
                <a:gd name="connsiteY154" fmla="*/ 138589 h 386238"/>
                <a:gd name="connsiteX155" fmla="*/ 45720 w 509587"/>
                <a:gd name="connsiteY155" fmla="*/ 143351 h 386238"/>
                <a:gd name="connsiteX156" fmla="*/ 43339 w 509587"/>
                <a:gd name="connsiteY156" fmla="*/ 147638 h 386238"/>
                <a:gd name="connsiteX157" fmla="*/ 44768 w 509587"/>
                <a:gd name="connsiteY157" fmla="*/ 157163 h 386238"/>
                <a:gd name="connsiteX158" fmla="*/ 44768 w 509587"/>
                <a:gd name="connsiteY158" fmla="*/ 159067 h 386238"/>
                <a:gd name="connsiteX159" fmla="*/ 43815 w 509587"/>
                <a:gd name="connsiteY159" fmla="*/ 161449 h 386238"/>
                <a:gd name="connsiteX160" fmla="*/ 40481 w 509587"/>
                <a:gd name="connsiteY160" fmla="*/ 168116 h 386238"/>
                <a:gd name="connsiteX161" fmla="*/ 39529 w 509587"/>
                <a:gd name="connsiteY161" fmla="*/ 170497 h 386238"/>
                <a:gd name="connsiteX162" fmla="*/ 38100 w 509587"/>
                <a:gd name="connsiteY162" fmla="*/ 174784 h 386238"/>
                <a:gd name="connsiteX163" fmla="*/ 36672 w 509587"/>
                <a:gd name="connsiteY163" fmla="*/ 181928 h 386238"/>
                <a:gd name="connsiteX164" fmla="*/ 36672 w 509587"/>
                <a:gd name="connsiteY164" fmla="*/ 183832 h 386238"/>
                <a:gd name="connsiteX165" fmla="*/ 36672 w 509587"/>
                <a:gd name="connsiteY165" fmla="*/ 185261 h 386238"/>
                <a:gd name="connsiteX166" fmla="*/ 37148 w 509587"/>
                <a:gd name="connsiteY166" fmla="*/ 191929 h 386238"/>
                <a:gd name="connsiteX167" fmla="*/ 37148 w 509587"/>
                <a:gd name="connsiteY167" fmla="*/ 198120 h 386238"/>
                <a:gd name="connsiteX168" fmla="*/ 37624 w 509587"/>
                <a:gd name="connsiteY168" fmla="*/ 207645 h 386238"/>
                <a:gd name="connsiteX169" fmla="*/ 37624 w 509587"/>
                <a:gd name="connsiteY169" fmla="*/ 210503 h 386238"/>
                <a:gd name="connsiteX170" fmla="*/ 37148 w 509587"/>
                <a:gd name="connsiteY170" fmla="*/ 213360 h 386238"/>
                <a:gd name="connsiteX171" fmla="*/ 36672 w 509587"/>
                <a:gd name="connsiteY171" fmla="*/ 214789 h 386238"/>
                <a:gd name="connsiteX172" fmla="*/ 34766 w 509587"/>
                <a:gd name="connsiteY172" fmla="*/ 216694 h 386238"/>
                <a:gd name="connsiteX173" fmla="*/ 32385 w 509587"/>
                <a:gd name="connsiteY173" fmla="*/ 218122 h 386238"/>
                <a:gd name="connsiteX174" fmla="*/ 26670 w 509587"/>
                <a:gd name="connsiteY174" fmla="*/ 218599 h 386238"/>
                <a:gd name="connsiteX175" fmla="*/ 21908 w 509587"/>
                <a:gd name="connsiteY175" fmla="*/ 218599 h 386238"/>
                <a:gd name="connsiteX176" fmla="*/ 18574 w 509587"/>
                <a:gd name="connsiteY176" fmla="*/ 218122 h 386238"/>
                <a:gd name="connsiteX177" fmla="*/ 13811 w 509587"/>
                <a:gd name="connsiteY177" fmla="*/ 218122 h 386238"/>
                <a:gd name="connsiteX178" fmla="*/ 9525 w 509587"/>
                <a:gd name="connsiteY178" fmla="*/ 218599 h 386238"/>
                <a:gd name="connsiteX179" fmla="*/ 8097 w 509587"/>
                <a:gd name="connsiteY179" fmla="*/ 219551 h 386238"/>
                <a:gd name="connsiteX180" fmla="*/ 5715 w 509587"/>
                <a:gd name="connsiteY180" fmla="*/ 224790 h 386238"/>
                <a:gd name="connsiteX181" fmla="*/ 2381 w 509587"/>
                <a:gd name="connsiteY181" fmla="*/ 231934 h 386238"/>
                <a:gd name="connsiteX182" fmla="*/ 477 w 509587"/>
                <a:gd name="connsiteY182" fmla="*/ 234791 h 386238"/>
                <a:gd name="connsiteX183" fmla="*/ 0 w 509587"/>
                <a:gd name="connsiteY183" fmla="*/ 236696 h 386238"/>
                <a:gd name="connsiteX184" fmla="*/ 477 w 509587"/>
                <a:gd name="connsiteY184" fmla="*/ 237649 h 386238"/>
                <a:gd name="connsiteX185" fmla="*/ 2858 w 509587"/>
                <a:gd name="connsiteY185" fmla="*/ 239078 h 386238"/>
                <a:gd name="connsiteX186" fmla="*/ 7620 w 509587"/>
                <a:gd name="connsiteY186" fmla="*/ 241459 h 386238"/>
                <a:gd name="connsiteX187" fmla="*/ 13335 w 509587"/>
                <a:gd name="connsiteY187" fmla="*/ 242411 h 386238"/>
                <a:gd name="connsiteX188" fmla="*/ 17622 w 509587"/>
                <a:gd name="connsiteY188" fmla="*/ 242888 h 386238"/>
                <a:gd name="connsiteX189" fmla="*/ 20479 w 509587"/>
                <a:gd name="connsiteY189" fmla="*/ 243840 h 386238"/>
                <a:gd name="connsiteX190" fmla="*/ 22860 w 509587"/>
                <a:gd name="connsiteY190" fmla="*/ 244316 h 386238"/>
                <a:gd name="connsiteX191" fmla="*/ 30956 w 509587"/>
                <a:gd name="connsiteY191" fmla="*/ 249555 h 386238"/>
                <a:gd name="connsiteX192" fmla="*/ 33338 w 509587"/>
                <a:gd name="connsiteY192" fmla="*/ 252413 h 386238"/>
                <a:gd name="connsiteX193" fmla="*/ 34766 w 509587"/>
                <a:gd name="connsiteY193" fmla="*/ 254317 h 386238"/>
                <a:gd name="connsiteX194" fmla="*/ 35243 w 509587"/>
                <a:gd name="connsiteY194" fmla="*/ 256699 h 386238"/>
                <a:gd name="connsiteX195" fmla="*/ 36195 w 509587"/>
                <a:gd name="connsiteY195" fmla="*/ 259080 h 386238"/>
                <a:gd name="connsiteX196" fmla="*/ 40958 w 509587"/>
                <a:gd name="connsiteY196" fmla="*/ 263842 h 386238"/>
                <a:gd name="connsiteX197" fmla="*/ 43339 w 509587"/>
                <a:gd name="connsiteY197" fmla="*/ 266700 h 386238"/>
                <a:gd name="connsiteX198" fmla="*/ 50483 w 509587"/>
                <a:gd name="connsiteY198" fmla="*/ 270510 h 386238"/>
                <a:gd name="connsiteX199" fmla="*/ 53340 w 509587"/>
                <a:gd name="connsiteY199" fmla="*/ 274320 h 386238"/>
                <a:gd name="connsiteX200" fmla="*/ 55722 w 509587"/>
                <a:gd name="connsiteY200" fmla="*/ 276225 h 386238"/>
                <a:gd name="connsiteX201" fmla="*/ 58103 w 509587"/>
                <a:gd name="connsiteY201" fmla="*/ 278606 h 386238"/>
                <a:gd name="connsiteX202" fmla="*/ 59531 w 509587"/>
                <a:gd name="connsiteY202" fmla="*/ 281464 h 386238"/>
                <a:gd name="connsiteX203" fmla="*/ 62389 w 509587"/>
                <a:gd name="connsiteY203" fmla="*/ 290513 h 386238"/>
                <a:gd name="connsiteX204" fmla="*/ 64770 w 509587"/>
                <a:gd name="connsiteY204" fmla="*/ 295275 h 386238"/>
                <a:gd name="connsiteX205" fmla="*/ 66675 w 509587"/>
                <a:gd name="connsiteY205" fmla="*/ 299085 h 386238"/>
                <a:gd name="connsiteX206" fmla="*/ 67628 w 509587"/>
                <a:gd name="connsiteY206" fmla="*/ 305276 h 386238"/>
                <a:gd name="connsiteX207" fmla="*/ 69056 w 509587"/>
                <a:gd name="connsiteY207" fmla="*/ 308134 h 386238"/>
                <a:gd name="connsiteX208" fmla="*/ 70961 w 509587"/>
                <a:gd name="connsiteY208" fmla="*/ 311467 h 386238"/>
                <a:gd name="connsiteX209" fmla="*/ 73819 w 509587"/>
                <a:gd name="connsiteY209" fmla="*/ 314801 h 386238"/>
                <a:gd name="connsiteX210" fmla="*/ 76677 w 509587"/>
                <a:gd name="connsiteY210" fmla="*/ 317182 h 386238"/>
                <a:gd name="connsiteX211" fmla="*/ 77153 w 509587"/>
                <a:gd name="connsiteY211" fmla="*/ 317659 h 386238"/>
                <a:gd name="connsiteX212" fmla="*/ 77153 w 509587"/>
                <a:gd name="connsiteY212" fmla="*/ 319088 h 386238"/>
                <a:gd name="connsiteX213" fmla="*/ 77153 w 509587"/>
                <a:gd name="connsiteY213" fmla="*/ 320516 h 386238"/>
                <a:gd name="connsiteX214" fmla="*/ 77629 w 509587"/>
                <a:gd name="connsiteY214" fmla="*/ 321469 h 386238"/>
                <a:gd name="connsiteX215" fmla="*/ 79058 w 509587"/>
                <a:gd name="connsiteY215" fmla="*/ 321945 h 386238"/>
                <a:gd name="connsiteX216" fmla="*/ 80963 w 509587"/>
                <a:gd name="connsiteY216" fmla="*/ 321469 h 386238"/>
                <a:gd name="connsiteX217" fmla="*/ 82391 w 509587"/>
                <a:gd name="connsiteY217" fmla="*/ 320516 h 386238"/>
                <a:gd name="connsiteX218" fmla="*/ 83820 w 509587"/>
                <a:gd name="connsiteY218" fmla="*/ 320040 h 386238"/>
                <a:gd name="connsiteX219" fmla="*/ 93345 w 509587"/>
                <a:gd name="connsiteY219" fmla="*/ 322897 h 386238"/>
                <a:gd name="connsiteX220" fmla="*/ 94774 w 509587"/>
                <a:gd name="connsiteY220" fmla="*/ 324803 h 386238"/>
                <a:gd name="connsiteX221" fmla="*/ 94774 w 509587"/>
                <a:gd name="connsiteY221" fmla="*/ 327184 h 386238"/>
                <a:gd name="connsiteX222" fmla="*/ 95250 w 509587"/>
                <a:gd name="connsiteY222" fmla="*/ 329089 h 386238"/>
                <a:gd name="connsiteX223" fmla="*/ 94774 w 509587"/>
                <a:gd name="connsiteY223" fmla="*/ 330517 h 386238"/>
                <a:gd name="connsiteX224" fmla="*/ 93822 w 509587"/>
                <a:gd name="connsiteY224" fmla="*/ 335756 h 386238"/>
                <a:gd name="connsiteX225" fmla="*/ 93822 w 509587"/>
                <a:gd name="connsiteY225" fmla="*/ 340519 h 386238"/>
                <a:gd name="connsiteX226" fmla="*/ 96679 w 509587"/>
                <a:gd name="connsiteY226" fmla="*/ 344329 h 386238"/>
                <a:gd name="connsiteX227" fmla="*/ 99536 w 509587"/>
                <a:gd name="connsiteY227" fmla="*/ 347186 h 386238"/>
                <a:gd name="connsiteX228" fmla="*/ 101441 w 509587"/>
                <a:gd name="connsiteY228" fmla="*/ 350996 h 386238"/>
                <a:gd name="connsiteX229" fmla="*/ 102870 w 509587"/>
                <a:gd name="connsiteY229" fmla="*/ 351949 h 386238"/>
                <a:gd name="connsiteX230" fmla="*/ 104775 w 509587"/>
                <a:gd name="connsiteY230" fmla="*/ 352901 h 386238"/>
                <a:gd name="connsiteX231" fmla="*/ 111443 w 509587"/>
                <a:gd name="connsiteY231" fmla="*/ 352901 h 386238"/>
                <a:gd name="connsiteX232" fmla="*/ 120968 w 509587"/>
                <a:gd name="connsiteY232" fmla="*/ 353378 h 386238"/>
                <a:gd name="connsiteX233" fmla="*/ 130016 w 509587"/>
                <a:gd name="connsiteY233" fmla="*/ 353378 h 386238"/>
                <a:gd name="connsiteX234" fmla="*/ 130969 w 509587"/>
                <a:gd name="connsiteY234" fmla="*/ 353378 h 386238"/>
                <a:gd name="connsiteX235" fmla="*/ 132874 w 509587"/>
                <a:gd name="connsiteY235" fmla="*/ 353854 h 386238"/>
                <a:gd name="connsiteX236" fmla="*/ 141447 w 509587"/>
                <a:gd name="connsiteY236" fmla="*/ 359569 h 386238"/>
                <a:gd name="connsiteX237" fmla="*/ 149066 w 509587"/>
                <a:gd name="connsiteY237" fmla="*/ 364331 h 386238"/>
                <a:gd name="connsiteX238" fmla="*/ 155734 w 509587"/>
                <a:gd name="connsiteY238" fmla="*/ 368141 h 386238"/>
                <a:gd name="connsiteX239" fmla="*/ 161925 w 509587"/>
                <a:gd name="connsiteY239" fmla="*/ 372428 h 386238"/>
                <a:gd name="connsiteX240" fmla="*/ 168116 w 509587"/>
                <a:gd name="connsiteY240" fmla="*/ 376238 h 386238"/>
                <a:gd name="connsiteX241" fmla="*/ 172879 w 509587"/>
                <a:gd name="connsiteY241" fmla="*/ 379571 h 386238"/>
                <a:gd name="connsiteX242" fmla="*/ 177641 w 509587"/>
                <a:gd name="connsiteY242" fmla="*/ 380524 h 386238"/>
                <a:gd name="connsiteX243" fmla="*/ 185738 w 509587"/>
                <a:gd name="connsiteY243" fmla="*/ 381000 h 386238"/>
                <a:gd name="connsiteX244" fmla="*/ 190977 w 509587"/>
                <a:gd name="connsiteY244" fmla="*/ 381476 h 386238"/>
                <a:gd name="connsiteX245" fmla="*/ 195739 w 509587"/>
                <a:gd name="connsiteY245" fmla="*/ 382905 h 386238"/>
                <a:gd name="connsiteX246" fmla="*/ 202883 w 509587"/>
                <a:gd name="connsiteY246" fmla="*/ 383857 h 386238"/>
                <a:gd name="connsiteX247" fmla="*/ 208598 w 509587"/>
                <a:gd name="connsiteY247" fmla="*/ 384810 h 386238"/>
                <a:gd name="connsiteX248" fmla="*/ 211931 w 509587"/>
                <a:gd name="connsiteY248" fmla="*/ 385286 h 386238"/>
                <a:gd name="connsiteX249" fmla="*/ 220980 w 509587"/>
                <a:gd name="connsiteY249" fmla="*/ 386239 h 386238"/>
                <a:gd name="connsiteX250" fmla="*/ 222409 w 509587"/>
                <a:gd name="connsiteY250" fmla="*/ 385763 h 386238"/>
                <a:gd name="connsiteX251" fmla="*/ 226695 w 509587"/>
                <a:gd name="connsiteY251" fmla="*/ 381953 h 386238"/>
                <a:gd name="connsiteX252" fmla="*/ 230981 w 509587"/>
                <a:gd name="connsiteY252" fmla="*/ 376238 h 386238"/>
                <a:gd name="connsiteX253" fmla="*/ 232886 w 509587"/>
                <a:gd name="connsiteY253" fmla="*/ 372904 h 386238"/>
                <a:gd name="connsiteX254" fmla="*/ 238602 w 509587"/>
                <a:gd name="connsiteY254" fmla="*/ 369570 h 386238"/>
                <a:gd name="connsiteX255" fmla="*/ 249079 w 509587"/>
                <a:gd name="connsiteY255" fmla="*/ 365284 h 386238"/>
                <a:gd name="connsiteX256" fmla="*/ 256223 w 509587"/>
                <a:gd name="connsiteY256" fmla="*/ 361950 h 386238"/>
                <a:gd name="connsiteX257" fmla="*/ 264319 w 509587"/>
                <a:gd name="connsiteY257" fmla="*/ 358616 h 386238"/>
                <a:gd name="connsiteX258" fmla="*/ 267653 w 509587"/>
                <a:gd name="connsiteY258" fmla="*/ 361474 h 386238"/>
                <a:gd name="connsiteX259" fmla="*/ 272891 w 509587"/>
                <a:gd name="connsiteY259" fmla="*/ 365760 h 386238"/>
                <a:gd name="connsiteX260" fmla="*/ 275273 w 509587"/>
                <a:gd name="connsiteY260" fmla="*/ 368141 h 386238"/>
                <a:gd name="connsiteX261" fmla="*/ 277178 w 509587"/>
                <a:gd name="connsiteY261" fmla="*/ 369094 h 386238"/>
                <a:gd name="connsiteX262" fmla="*/ 279559 w 509587"/>
                <a:gd name="connsiteY262" fmla="*/ 369570 h 386238"/>
                <a:gd name="connsiteX263" fmla="*/ 282893 w 509587"/>
                <a:gd name="connsiteY263" fmla="*/ 370046 h 386238"/>
                <a:gd name="connsiteX264" fmla="*/ 284798 w 509587"/>
                <a:gd name="connsiteY264" fmla="*/ 369570 h 386238"/>
                <a:gd name="connsiteX265" fmla="*/ 288608 w 509587"/>
                <a:gd name="connsiteY265" fmla="*/ 369094 h 386238"/>
                <a:gd name="connsiteX266" fmla="*/ 297180 w 509587"/>
                <a:gd name="connsiteY266" fmla="*/ 368617 h 386238"/>
                <a:gd name="connsiteX267" fmla="*/ 302419 w 509587"/>
                <a:gd name="connsiteY267" fmla="*/ 368617 h 386238"/>
                <a:gd name="connsiteX268" fmla="*/ 303372 w 509587"/>
                <a:gd name="connsiteY268" fmla="*/ 366713 h 386238"/>
                <a:gd name="connsiteX269" fmla="*/ 307181 w 509587"/>
                <a:gd name="connsiteY269" fmla="*/ 363379 h 386238"/>
                <a:gd name="connsiteX270" fmla="*/ 313849 w 509587"/>
                <a:gd name="connsiteY270" fmla="*/ 360997 h 386238"/>
                <a:gd name="connsiteX271" fmla="*/ 318135 w 509587"/>
                <a:gd name="connsiteY271" fmla="*/ 360997 h 386238"/>
                <a:gd name="connsiteX272" fmla="*/ 333375 w 509587"/>
                <a:gd name="connsiteY272" fmla="*/ 358140 h 386238"/>
                <a:gd name="connsiteX273" fmla="*/ 335280 w 509587"/>
                <a:gd name="connsiteY273" fmla="*/ 357188 h 386238"/>
                <a:gd name="connsiteX274" fmla="*/ 336709 w 509587"/>
                <a:gd name="connsiteY274" fmla="*/ 355759 h 386238"/>
                <a:gd name="connsiteX275" fmla="*/ 338138 w 509587"/>
                <a:gd name="connsiteY275" fmla="*/ 352901 h 386238"/>
                <a:gd name="connsiteX276" fmla="*/ 340995 w 509587"/>
                <a:gd name="connsiteY276" fmla="*/ 349091 h 386238"/>
                <a:gd name="connsiteX277" fmla="*/ 344329 w 509587"/>
                <a:gd name="connsiteY277" fmla="*/ 346234 h 386238"/>
                <a:gd name="connsiteX278" fmla="*/ 351473 w 509587"/>
                <a:gd name="connsiteY278" fmla="*/ 342900 h 386238"/>
                <a:gd name="connsiteX279" fmla="*/ 358616 w 509587"/>
                <a:gd name="connsiteY279" fmla="*/ 339566 h 386238"/>
                <a:gd name="connsiteX280" fmla="*/ 360045 w 509587"/>
                <a:gd name="connsiteY280" fmla="*/ 339090 h 386238"/>
                <a:gd name="connsiteX281" fmla="*/ 368618 w 509587"/>
                <a:gd name="connsiteY281" fmla="*/ 337185 h 386238"/>
                <a:gd name="connsiteX282" fmla="*/ 370523 w 509587"/>
                <a:gd name="connsiteY282" fmla="*/ 336709 h 386238"/>
                <a:gd name="connsiteX283" fmla="*/ 373856 w 509587"/>
                <a:gd name="connsiteY283" fmla="*/ 335756 h 386238"/>
                <a:gd name="connsiteX284" fmla="*/ 375285 w 509587"/>
                <a:gd name="connsiteY284" fmla="*/ 335756 h 386238"/>
                <a:gd name="connsiteX285" fmla="*/ 386715 w 509587"/>
                <a:gd name="connsiteY285" fmla="*/ 336709 h 386238"/>
                <a:gd name="connsiteX286" fmla="*/ 395764 w 509587"/>
                <a:gd name="connsiteY286" fmla="*/ 337185 h 386238"/>
                <a:gd name="connsiteX287" fmla="*/ 405289 w 509587"/>
                <a:gd name="connsiteY287" fmla="*/ 337661 h 386238"/>
                <a:gd name="connsiteX288" fmla="*/ 406241 w 509587"/>
                <a:gd name="connsiteY288" fmla="*/ 337185 h 386238"/>
                <a:gd name="connsiteX289" fmla="*/ 412909 w 509587"/>
                <a:gd name="connsiteY289" fmla="*/ 330041 h 386238"/>
                <a:gd name="connsiteX290" fmla="*/ 423386 w 509587"/>
                <a:gd name="connsiteY290" fmla="*/ 319088 h 386238"/>
                <a:gd name="connsiteX291" fmla="*/ 430054 w 509587"/>
                <a:gd name="connsiteY291" fmla="*/ 311944 h 386238"/>
                <a:gd name="connsiteX292" fmla="*/ 440055 w 509587"/>
                <a:gd name="connsiteY292" fmla="*/ 300514 h 386238"/>
                <a:gd name="connsiteX293" fmla="*/ 448152 w 509587"/>
                <a:gd name="connsiteY293" fmla="*/ 292894 h 386238"/>
                <a:gd name="connsiteX294" fmla="*/ 456724 w 509587"/>
                <a:gd name="connsiteY294" fmla="*/ 283845 h 386238"/>
                <a:gd name="connsiteX295" fmla="*/ 465297 w 509587"/>
                <a:gd name="connsiteY295" fmla="*/ 275749 h 386238"/>
                <a:gd name="connsiteX296" fmla="*/ 475298 w 509587"/>
                <a:gd name="connsiteY296" fmla="*/ 266224 h 386238"/>
                <a:gd name="connsiteX297" fmla="*/ 481965 w 509587"/>
                <a:gd name="connsiteY297" fmla="*/ 260032 h 386238"/>
                <a:gd name="connsiteX298" fmla="*/ 491966 w 509587"/>
                <a:gd name="connsiteY298" fmla="*/ 250507 h 386238"/>
                <a:gd name="connsiteX299" fmla="*/ 501015 w 509587"/>
                <a:gd name="connsiteY299" fmla="*/ 241459 h 386238"/>
                <a:gd name="connsiteX300" fmla="*/ 509588 w 509587"/>
                <a:gd name="connsiteY300" fmla="*/ 233363 h 38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509587" h="386238">
                  <a:moveTo>
                    <a:pt x="498158" y="233363"/>
                  </a:moveTo>
                  <a:lnTo>
                    <a:pt x="486728" y="233363"/>
                  </a:lnTo>
                  <a:lnTo>
                    <a:pt x="475774" y="233363"/>
                  </a:lnTo>
                  <a:lnTo>
                    <a:pt x="473393" y="232410"/>
                  </a:lnTo>
                  <a:lnTo>
                    <a:pt x="464344" y="229076"/>
                  </a:lnTo>
                  <a:lnTo>
                    <a:pt x="452438" y="225266"/>
                  </a:lnTo>
                  <a:lnTo>
                    <a:pt x="437674" y="220504"/>
                  </a:lnTo>
                  <a:lnTo>
                    <a:pt x="427197" y="216694"/>
                  </a:lnTo>
                  <a:lnTo>
                    <a:pt x="416243" y="213360"/>
                  </a:lnTo>
                  <a:lnTo>
                    <a:pt x="404813" y="209550"/>
                  </a:lnTo>
                  <a:lnTo>
                    <a:pt x="395764" y="206692"/>
                  </a:lnTo>
                  <a:lnTo>
                    <a:pt x="384810" y="202882"/>
                  </a:lnTo>
                  <a:lnTo>
                    <a:pt x="375285" y="200025"/>
                  </a:lnTo>
                  <a:lnTo>
                    <a:pt x="373856" y="199072"/>
                  </a:lnTo>
                  <a:lnTo>
                    <a:pt x="368141" y="194310"/>
                  </a:lnTo>
                  <a:lnTo>
                    <a:pt x="361474" y="188119"/>
                  </a:lnTo>
                  <a:lnTo>
                    <a:pt x="360045" y="187642"/>
                  </a:lnTo>
                  <a:lnTo>
                    <a:pt x="356711" y="186690"/>
                  </a:lnTo>
                  <a:lnTo>
                    <a:pt x="353854" y="182880"/>
                  </a:lnTo>
                  <a:lnTo>
                    <a:pt x="350520" y="178594"/>
                  </a:lnTo>
                  <a:lnTo>
                    <a:pt x="347663" y="173355"/>
                  </a:lnTo>
                  <a:lnTo>
                    <a:pt x="346234" y="169545"/>
                  </a:lnTo>
                  <a:lnTo>
                    <a:pt x="342424" y="168116"/>
                  </a:lnTo>
                  <a:lnTo>
                    <a:pt x="340519" y="165259"/>
                  </a:lnTo>
                  <a:lnTo>
                    <a:pt x="337185" y="160496"/>
                  </a:lnTo>
                  <a:lnTo>
                    <a:pt x="334804" y="158591"/>
                  </a:lnTo>
                  <a:lnTo>
                    <a:pt x="333852" y="156686"/>
                  </a:lnTo>
                  <a:lnTo>
                    <a:pt x="332899" y="152876"/>
                  </a:lnTo>
                  <a:lnTo>
                    <a:pt x="330994" y="148590"/>
                  </a:lnTo>
                  <a:lnTo>
                    <a:pt x="329089" y="146209"/>
                  </a:lnTo>
                  <a:lnTo>
                    <a:pt x="328613" y="145256"/>
                  </a:lnTo>
                  <a:lnTo>
                    <a:pt x="328613" y="144304"/>
                  </a:lnTo>
                  <a:lnTo>
                    <a:pt x="332423" y="138589"/>
                  </a:lnTo>
                  <a:lnTo>
                    <a:pt x="333852" y="136684"/>
                  </a:lnTo>
                  <a:lnTo>
                    <a:pt x="335756" y="134779"/>
                  </a:lnTo>
                  <a:lnTo>
                    <a:pt x="337185" y="132874"/>
                  </a:lnTo>
                  <a:lnTo>
                    <a:pt x="337661" y="131445"/>
                  </a:lnTo>
                  <a:lnTo>
                    <a:pt x="334804" y="131445"/>
                  </a:lnTo>
                  <a:lnTo>
                    <a:pt x="332899" y="131445"/>
                  </a:lnTo>
                  <a:lnTo>
                    <a:pt x="331470" y="130016"/>
                  </a:lnTo>
                  <a:lnTo>
                    <a:pt x="328613" y="129064"/>
                  </a:lnTo>
                  <a:lnTo>
                    <a:pt x="325279" y="129064"/>
                  </a:lnTo>
                  <a:lnTo>
                    <a:pt x="321945" y="130016"/>
                  </a:lnTo>
                  <a:lnTo>
                    <a:pt x="316706" y="131445"/>
                  </a:lnTo>
                  <a:lnTo>
                    <a:pt x="311944" y="131921"/>
                  </a:lnTo>
                  <a:lnTo>
                    <a:pt x="308134" y="132874"/>
                  </a:lnTo>
                  <a:lnTo>
                    <a:pt x="304800" y="133350"/>
                  </a:lnTo>
                  <a:lnTo>
                    <a:pt x="301943" y="132874"/>
                  </a:lnTo>
                  <a:lnTo>
                    <a:pt x="299561" y="132397"/>
                  </a:lnTo>
                  <a:lnTo>
                    <a:pt x="298609" y="125254"/>
                  </a:lnTo>
                  <a:lnTo>
                    <a:pt x="298133" y="117634"/>
                  </a:lnTo>
                  <a:lnTo>
                    <a:pt x="298133" y="111442"/>
                  </a:lnTo>
                  <a:lnTo>
                    <a:pt x="299085" y="108109"/>
                  </a:lnTo>
                  <a:lnTo>
                    <a:pt x="300038" y="107156"/>
                  </a:lnTo>
                  <a:lnTo>
                    <a:pt x="304324" y="102394"/>
                  </a:lnTo>
                  <a:lnTo>
                    <a:pt x="306229" y="100489"/>
                  </a:lnTo>
                  <a:lnTo>
                    <a:pt x="311468" y="92869"/>
                  </a:lnTo>
                  <a:lnTo>
                    <a:pt x="315754" y="86678"/>
                  </a:lnTo>
                  <a:lnTo>
                    <a:pt x="319088" y="81439"/>
                  </a:lnTo>
                  <a:lnTo>
                    <a:pt x="316230" y="78105"/>
                  </a:lnTo>
                  <a:lnTo>
                    <a:pt x="313849" y="74771"/>
                  </a:lnTo>
                  <a:lnTo>
                    <a:pt x="310991" y="71438"/>
                  </a:lnTo>
                  <a:lnTo>
                    <a:pt x="307658" y="69532"/>
                  </a:lnTo>
                  <a:lnTo>
                    <a:pt x="304800" y="67628"/>
                  </a:lnTo>
                  <a:lnTo>
                    <a:pt x="301466" y="62389"/>
                  </a:lnTo>
                  <a:lnTo>
                    <a:pt x="298133" y="57150"/>
                  </a:lnTo>
                  <a:lnTo>
                    <a:pt x="293370" y="52864"/>
                  </a:lnTo>
                  <a:lnTo>
                    <a:pt x="284322" y="46196"/>
                  </a:lnTo>
                  <a:lnTo>
                    <a:pt x="276225" y="38100"/>
                  </a:lnTo>
                  <a:lnTo>
                    <a:pt x="270034" y="30004"/>
                  </a:lnTo>
                  <a:lnTo>
                    <a:pt x="266224" y="25241"/>
                  </a:lnTo>
                  <a:lnTo>
                    <a:pt x="264319" y="24289"/>
                  </a:lnTo>
                  <a:lnTo>
                    <a:pt x="256223" y="21431"/>
                  </a:lnTo>
                  <a:lnTo>
                    <a:pt x="250031" y="17621"/>
                  </a:lnTo>
                  <a:lnTo>
                    <a:pt x="245745" y="14764"/>
                  </a:lnTo>
                  <a:lnTo>
                    <a:pt x="242888" y="13811"/>
                  </a:lnTo>
                  <a:lnTo>
                    <a:pt x="240506" y="13335"/>
                  </a:lnTo>
                  <a:lnTo>
                    <a:pt x="234791" y="14288"/>
                  </a:lnTo>
                  <a:lnTo>
                    <a:pt x="230029" y="12382"/>
                  </a:lnTo>
                  <a:lnTo>
                    <a:pt x="228124" y="12382"/>
                  </a:lnTo>
                  <a:lnTo>
                    <a:pt x="224790" y="11430"/>
                  </a:lnTo>
                  <a:lnTo>
                    <a:pt x="222409" y="10954"/>
                  </a:lnTo>
                  <a:lnTo>
                    <a:pt x="219552" y="11906"/>
                  </a:lnTo>
                  <a:lnTo>
                    <a:pt x="213360" y="13335"/>
                  </a:lnTo>
                  <a:lnTo>
                    <a:pt x="210979" y="12859"/>
                  </a:lnTo>
                  <a:lnTo>
                    <a:pt x="209550" y="10954"/>
                  </a:lnTo>
                  <a:lnTo>
                    <a:pt x="208598" y="9525"/>
                  </a:lnTo>
                  <a:lnTo>
                    <a:pt x="206693" y="7620"/>
                  </a:lnTo>
                  <a:lnTo>
                    <a:pt x="204788" y="7620"/>
                  </a:lnTo>
                  <a:lnTo>
                    <a:pt x="203835" y="9049"/>
                  </a:lnTo>
                  <a:lnTo>
                    <a:pt x="197644" y="12859"/>
                  </a:lnTo>
                  <a:lnTo>
                    <a:pt x="187166" y="14764"/>
                  </a:lnTo>
                  <a:lnTo>
                    <a:pt x="184785" y="14764"/>
                  </a:lnTo>
                  <a:lnTo>
                    <a:pt x="182880" y="13335"/>
                  </a:lnTo>
                  <a:lnTo>
                    <a:pt x="177641" y="7144"/>
                  </a:lnTo>
                  <a:lnTo>
                    <a:pt x="176213" y="6191"/>
                  </a:lnTo>
                  <a:lnTo>
                    <a:pt x="174784" y="5715"/>
                  </a:lnTo>
                  <a:lnTo>
                    <a:pt x="172403" y="5239"/>
                  </a:lnTo>
                  <a:lnTo>
                    <a:pt x="170022" y="3810"/>
                  </a:lnTo>
                  <a:lnTo>
                    <a:pt x="168116" y="1429"/>
                  </a:lnTo>
                  <a:lnTo>
                    <a:pt x="166211" y="0"/>
                  </a:lnTo>
                  <a:lnTo>
                    <a:pt x="163830" y="5239"/>
                  </a:lnTo>
                  <a:lnTo>
                    <a:pt x="160020" y="13811"/>
                  </a:lnTo>
                  <a:lnTo>
                    <a:pt x="158115" y="18097"/>
                  </a:lnTo>
                  <a:lnTo>
                    <a:pt x="155734" y="24289"/>
                  </a:lnTo>
                  <a:lnTo>
                    <a:pt x="154781" y="24289"/>
                  </a:lnTo>
                  <a:lnTo>
                    <a:pt x="153353" y="23813"/>
                  </a:lnTo>
                  <a:lnTo>
                    <a:pt x="148114" y="16669"/>
                  </a:lnTo>
                  <a:lnTo>
                    <a:pt x="144780" y="13811"/>
                  </a:lnTo>
                  <a:lnTo>
                    <a:pt x="142399" y="13811"/>
                  </a:lnTo>
                  <a:lnTo>
                    <a:pt x="140494" y="15240"/>
                  </a:lnTo>
                  <a:lnTo>
                    <a:pt x="139541" y="17621"/>
                  </a:lnTo>
                  <a:lnTo>
                    <a:pt x="138113" y="19526"/>
                  </a:lnTo>
                  <a:lnTo>
                    <a:pt x="137160" y="20003"/>
                  </a:lnTo>
                  <a:lnTo>
                    <a:pt x="134303" y="19526"/>
                  </a:lnTo>
                  <a:lnTo>
                    <a:pt x="129540" y="18574"/>
                  </a:lnTo>
                  <a:lnTo>
                    <a:pt x="125254" y="18574"/>
                  </a:lnTo>
                  <a:lnTo>
                    <a:pt x="120491" y="20479"/>
                  </a:lnTo>
                  <a:lnTo>
                    <a:pt x="120015" y="20479"/>
                  </a:lnTo>
                  <a:lnTo>
                    <a:pt x="117158" y="29528"/>
                  </a:lnTo>
                  <a:lnTo>
                    <a:pt x="117158" y="34766"/>
                  </a:lnTo>
                  <a:lnTo>
                    <a:pt x="115253" y="41910"/>
                  </a:lnTo>
                  <a:lnTo>
                    <a:pt x="113824" y="45720"/>
                  </a:lnTo>
                  <a:lnTo>
                    <a:pt x="112395" y="47625"/>
                  </a:lnTo>
                  <a:lnTo>
                    <a:pt x="111443" y="49530"/>
                  </a:lnTo>
                  <a:lnTo>
                    <a:pt x="109538" y="54292"/>
                  </a:lnTo>
                  <a:lnTo>
                    <a:pt x="107633" y="60484"/>
                  </a:lnTo>
                  <a:lnTo>
                    <a:pt x="106680" y="66675"/>
                  </a:lnTo>
                  <a:lnTo>
                    <a:pt x="106680" y="70009"/>
                  </a:lnTo>
                  <a:lnTo>
                    <a:pt x="106204" y="71914"/>
                  </a:lnTo>
                  <a:lnTo>
                    <a:pt x="105728" y="72866"/>
                  </a:lnTo>
                  <a:lnTo>
                    <a:pt x="101441" y="73342"/>
                  </a:lnTo>
                  <a:lnTo>
                    <a:pt x="96203" y="74295"/>
                  </a:lnTo>
                  <a:lnTo>
                    <a:pt x="92869" y="75247"/>
                  </a:lnTo>
                  <a:lnTo>
                    <a:pt x="90964" y="76200"/>
                  </a:lnTo>
                  <a:lnTo>
                    <a:pt x="88583" y="79057"/>
                  </a:lnTo>
                  <a:lnTo>
                    <a:pt x="83344" y="87154"/>
                  </a:lnTo>
                  <a:lnTo>
                    <a:pt x="80963" y="92392"/>
                  </a:lnTo>
                  <a:lnTo>
                    <a:pt x="76677" y="99060"/>
                  </a:lnTo>
                  <a:lnTo>
                    <a:pt x="71914" y="103822"/>
                  </a:lnTo>
                  <a:lnTo>
                    <a:pt x="70961" y="106204"/>
                  </a:lnTo>
                  <a:lnTo>
                    <a:pt x="70009" y="110490"/>
                  </a:lnTo>
                  <a:lnTo>
                    <a:pt x="68580" y="117157"/>
                  </a:lnTo>
                  <a:lnTo>
                    <a:pt x="66675" y="122396"/>
                  </a:lnTo>
                  <a:lnTo>
                    <a:pt x="67152" y="126206"/>
                  </a:lnTo>
                  <a:lnTo>
                    <a:pt x="65723" y="132874"/>
                  </a:lnTo>
                  <a:lnTo>
                    <a:pt x="65723" y="136207"/>
                  </a:lnTo>
                  <a:lnTo>
                    <a:pt x="64294" y="138113"/>
                  </a:lnTo>
                  <a:lnTo>
                    <a:pt x="61913" y="139541"/>
                  </a:lnTo>
                  <a:lnTo>
                    <a:pt x="60484" y="140017"/>
                  </a:lnTo>
                  <a:lnTo>
                    <a:pt x="57150" y="138113"/>
                  </a:lnTo>
                  <a:lnTo>
                    <a:pt x="54293" y="136207"/>
                  </a:lnTo>
                  <a:lnTo>
                    <a:pt x="53340" y="135731"/>
                  </a:lnTo>
                  <a:lnTo>
                    <a:pt x="51435" y="136684"/>
                  </a:lnTo>
                  <a:lnTo>
                    <a:pt x="48578" y="138589"/>
                  </a:lnTo>
                  <a:lnTo>
                    <a:pt x="45720" y="143351"/>
                  </a:lnTo>
                  <a:lnTo>
                    <a:pt x="43339" y="147638"/>
                  </a:lnTo>
                  <a:lnTo>
                    <a:pt x="44768" y="157163"/>
                  </a:lnTo>
                  <a:lnTo>
                    <a:pt x="44768" y="159067"/>
                  </a:lnTo>
                  <a:lnTo>
                    <a:pt x="43815" y="161449"/>
                  </a:lnTo>
                  <a:lnTo>
                    <a:pt x="40481" y="168116"/>
                  </a:lnTo>
                  <a:lnTo>
                    <a:pt x="39529" y="170497"/>
                  </a:lnTo>
                  <a:lnTo>
                    <a:pt x="38100" y="174784"/>
                  </a:lnTo>
                  <a:lnTo>
                    <a:pt x="36672" y="181928"/>
                  </a:lnTo>
                  <a:lnTo>
                    <a:pt x="36672" y="183832"/>
                  </a:lnTo>
                  <a:lnTo>
                    <a:pt x="36672" y="185261"/>
                  </a:lnTo>
                  <a:lnTo>
                    <a:pt x="37148" y="191929"/>
                  </a:lnTo>
                  <a:lnTo>
                    <a:pt x="37148" y="198120"/>
                  </a:lnTo>
                  <a:lnTo>
                    <a:pt x="37624" y="207645"/>
                  </a:lnTo>
                  <a:lnTo>
                    <a:pt x="37624" y="210503"/>
                  </a:lnTo>
                  <a:lnTo>
                    <a:pt x="37148" y="213360"/>
                  </a:lnTo>
                  <a:lnTo>
                    <a:pt x="36672" y="214789"/>
                  </a:lnTo>
                  <a:lnTo>
                    <a:pt x="34766" y="216694"/>
                  </a:lnTo>
                  <a:lnTo>
                    <a:pt x="32385" y="218122"/>
                  </a:lnTo>
                  <a:lnTo>
                    <a:pt x="26670" y="218599"/>
                  </a:lnTo>
                  <a:lnTo>
                    <a:pt x="21908" y="218599"/>
                  </a:lnTo>
                  <a:lnTo>
                    <a:pt x="18574" y="218122"/>
                  </a:lnTo>
                  <a:lnTo>
                    <a:pt x="13811" y="218122"/>
                  </a:lnTo>
                  <a:lnTo>
                    <a:pt x="9525" y="218599"/>
                  </a:lnTo>
                  <a:lnTo>
                    <a:pt x="8097" y="219551"/>
                  </a:lnTo>
                  <a:lnTo>
                    <a:pt x="5715" y="224790"/>
                  </a:lnTo>
                  <a:lnTo>
                    <a:pt x="2381" y="231934"/>
                  </a:lnTo>
                  <a:lnTo>
                    <a:pt x="477" y="234791"/>
                  </a:lnTo>
                  <a:lnTo>
                    <a:pt x="0" y="236696"/>
                  </a:lnTo>
                  <a:lnTo>
                    <a:pt x="477" y="237649"/>
                  </a:lnTo>
                  <a:lnTo>
                    <a:pt x="2858" y="239078"/>
                  </a:lnTo>
                  <a:lnTo>
                    <a:pt x="7620" y="241459"/>
                  </a:lnTo>
                  <a:lnTo>
                    <a:pt x="13335" y="242411"/>
                  </a:lnTo>
                  <a:lnTo>
                    <a:pt x="17622" y="242888"/>
                  </a:lnTo>
                  <a:lnTo>
                    <a:pt x="20479" y="243840"/>
                  </a:lnTo>
                  <a:lnTo>
                    <a:pt x="22860" y="244316"/>
                  </a:lnTo>
                  <a:lnTo>
                    <a:pt x="30956" y="249555"/>
                  </a:lnTo>
                  <a:lnTo>
                    <a:pt x="33338" y="252413"/>
                  </a:lnTo>
                  <a:lnTo>
                    <a:pt x="34766" y="254317"/>
                  </a:lnTo>
                  <a:lnTo>
                    <a:pt x="35243" y="256699"/>
                  </a:lnTo>
                  <a:lnTo>
                    <a:pt x="36195" y="259080"/>
                  </a:lnTo>
                  <a:lnTo>
                    <a:pt x="40958" y="263842"/>
                  </a:lnTo>
                  <a:lnTo>
                    <a:pt x="43339" y="266700"/>
                  </a:lnTo>
                  <a:lnTo>
                    <a:pt x="50483" y="270510"/>
                  </a:lnTo>
                  <a:lnTo>
                    <a:pt x="53340" y="274320"/>
                  </a:lnTo>
                  <a:lnTo>
                    <a:pt x="55722" y="276225"/>
                  </a:lnTo>
                  <a:lnTo>
                    <a:pt x="58103" y="278606"/>
                  </a:lnTo>
                  <a:lnTo>
                    <a:pt x="59531" y="281464"/>
                  </a:lnTo>
                  <a:lnTo>
                    <a:pt x="62389" y="290513"/>
                  </a:lnTo>
                  <a:lnTo>
                    <a:pt x="64770" y="295275"/>
                  </a:lnTo>
                  <a:lnTo>
                    <a:pt x="66675" y="299085"/>
                  </a:lnTo>
                  <a:lnTo>
                    <a:pt x="67628" y="305276"/>
                  </a:lnTo>
                  <a:lnTo>
                    <a:pt x="69056" y="308134"/>
                  </a:lnTo>
                  <a:lnTo>
                    <a:pt x="70961" y="311467"/>
                  </a:lnTo>
                  <a:lnTo>
                    <a:pt x="73819" y="314801"/>
                  </a:lnTo>
                  <a:lnTo>
                    <a:pt x="76677" y="317182"/>
                  </a:lnTo>
                  <a:lnTo>
                    <a:pt x="77153" y="317659"/>
                  </a:lnTo>
                  <a:lnTo>
                    <a:pt x="77153" y="319088"/>
                  </a:lnTo>
                  <a:lnTo>
                    <a:pt x="77153" y="320516"/>
                  </a:lnTo>
                  <a:lnTo>
                    <a:pt x="77629" y="321469"/>
                  </a:lnTo>
                  <a:lnTo>
                    <a:pt x="79058" y="321945"/>
                  </a:lnTo>
                  <a:lnTo>
                    <a:pt x="80963" y="321469"/>
                  </a:lnTo>
                  <a:lnTo>
                    <a:pt x="82391" y="320516"/>
                  </a:lnTo>
                  <a:lnTo>
                    <a:pt x="83820" y="320040"/>
                  </a:lnTo>
                  <a:lnTo>
                    <a:pt x="93345" y="322897"/>
                  </a:lnTo>
                  <a:lnTo>
                    <a:pt x="94774" y="324803"/>
                  </a:lnTo>
                  <a:lnTo>
                    <a:pt x="94774" y="327184"/>
                  </a:lnTo>
                  <a:lnTo>
                    <a:pt x="95250" y="329089"/>
                  </a:lnTo>
                  <a:lnTo>
                    <a:pt x="94774" y="330517"/>
                  </a:lnTo>
                  <a:lnTo>
                    <a:pt x="93822" y="335756"/>
                  </a:lnTo>
                  <a:lnTo>
                    <a:pt x="93822" y="340519"/>
                  </a:lnTo>
                  <a:lnTo>
                    <a:pt x="96679" y="344329"/>
                  </a:lnTo>
                  <a:lnTo>
                    <a:pt x="99536" y="347186"/>
                  </a:lnTo>
                  <a:lnTo>
                    <a:pt x="101441" y="350996"/>
                  </a:lnTo>
                  <a:lnTo>
                    <a:pt x="102870" y="351949"/>
                  </a:lnTo>
                  <a:lnTo>
                    <a:pt x="104775" y="352901"/>
                  </a:lnTo>
                  <a:lnTo>
                    <a:pt x="111443" y="352901"/>
                  </a:lnTo>
                  <a:lnTo>
                    <a:pt x="120968" y="353378"/>
                  </a:lnTo>
                  <a:lnTo>
                    <a:pt x="130016" y="353378"/>
                  </a:lnTo>
                  <a:lnTo>
                    <a:pt x="130969" y="353378"/>
                  </a:lnTo>
                  <a:lnTo>
                    <a:pt x="132874" y="353854"/>
                  </a:lnTo>
                  <a:lnTo>
                    <a:pt x="141447" y="359569"/>
                  </a:lnTo>
                  <a:lnTo>
                    <a:pt x="149066" y="364331"/>
                  </a:lnTo>
                  <a:lnTo>
                    <a:pt x="155734" y="368141"/>
                  </a:lnTo>
                  <a:lnTo>
                    <a:pt x="161925" y="372428"/>
                  </a:lnTo>
                  <a:lnTo>
                    <a:pt x="168116" y="376238"/>
                  </a:lnTo>
                  <a:lnTo>
                    <a:pt x="172879" y="379571"/>
                  </a:lnTo>
                  <a:lnTo>
                    <a:pt x="177641" y="380524"/>
                  </a:lnTo>
                  <a:lnTo>
                    <a:pt x="185738" y="381000"/>
                  </a:lnTo>
                  <a:lnTo>
                    <a:pt x="190977" y="381476"/>
                  </a:lnTo>
                  <a:lnTo>
                    <a:pt x="195739" y="382905"/>
                  </a:lnTo>
                  <a:lnTo>
                    <a:pt x="202883" y="383857"/>
                  </a:lnTo>
                  <a:lnTo>
                    <a:pt x="208598" y="384810"/>
                  </a:lnTo>
                  <a:lnTo>
                    <a:pt x="211931" y="385286"/>
                  </a:lnTo>
                  <a:lnTo>
                    <a:pt x="220980" y="386239"/>
                  </a:lnTo>
                  <a:lnTo>
                    <a:pt x="222409" y="385763"/>
                  </a:lnTo>
                  <a:lnTo>
                    <a:pt x="226695" y="381953"/>
                  </a:lnTo>
                  <a:lnTo>
                    <a:pt x="230981" y="376238"/>
                  </a:lnTo>
                  <a:lnTo>
                    <a:pt x="232886" y="372904"/>
                  </a:lnTo>
                  <a:lnTo>
                    <a:pt x="238602" y="369570"/>
                  </a:lnTo>
                  <a:lnTo>
                    <a:pt x="249079" y="365284"/>
                  </a:lnTo>
                  <a:lnTo>
                    <a:pt x="256223" y="361950"/>
                  </a:lnTo>
                  <a:lnTo>
                    <a:pt x="264319" y="358616"/>
                  </a:lnTo>
                  <a:lnTo>
                    <a:pt x="267653" y="361474"/>
                  </a:lnTo>
                  <a:lnTo>
                    <a:pt x="272891" y="365760"/>
                  </a:lnTo>
                  <a:lnTo>
                    <a:pt x="275273" y="368141"/>
                  </a:lnTo>
                  <a:lnTo>
                    <a:pt x="277178" y="369094"/>
                  </a:lnTo>
                  <a:lnTo>
                    <a:pt x="279559" y="369570"/>
                  </a:lnTo>
                  <a:lnTo>
                    <a:pt x="282893" y="370046"/>
                  </a:lnTo>
                  <a:lnTo>
                    <a:pt x="284798" y="369570"/>
                  </a:lnTo>
                  <a:lnTo>
                    <a:pt x="288608" y="369094"/>
                  </a:lnTo>
                  <a:lnTo>
                    <a:pt x="297180" y="368617"/>
                  </a:lnTo>
                  <a:lnTo>
                    <a:pt x="302419" y="368617"/>
                  </a:lnTo>
                  <a:lnTo>
                    <a:pt x="303372" y="366713"/>
                  </a:lnTo>
                  <a:lnTo>
                    <a:pt x="307181" y="363379"/>
                  </a:lnTo>
                  <a:lnTo>
                    <a:pt x="313849" y="360997"/>
                  </a:lnTo>
                  <a:lnTo>
                    <a:pt x="318135" y="360997"/>
                  </a:lnTo>
                  <a:lnTo>
                    <a:pt x="333375" y="358140"/>
                  </a:lnTo>
                  <a:lnTo>
                    <a:pt x="335280" y="357188"/>
                  </a:lnTo>
                  <a:lnTo>
                    <a:pt x="336709" y="355759"/>
                  </a:lnTo>
                  <a:lnTo>
                    <a:pt x="338138" y="352901"/>
                  </a:lnTo>
                  <a:lnTo>
                    <a:pt x="340995" y="349091"/>
                  </a:lnTo>
                  <a:lnTo>
                    <a:pt x="344329" y="346234"/>
                  </a:lnTo>
                  <a:lnTo>
                    <a:pt x="351473" y="342900"/>
                  </a:lnTo>
                  <a:lnTo>
                    <a:pt x="358616" y="339566"/>
                  </a:lnTo>
                  <a:lnTo>
                    <a:pt x="360045" y="339090"/>
                  </a:lnTo>
                  <a:lnTo>
                    <a:pt x="368618" y="337185"/>
                  </a:lnTo>
                  <a:lnTo>
                    <a:pt x="370523" y="336709"/>
                  </a:lnTo>
                  <a:lnTo>
                    <a:pt x="373856" y="335756"/>
                  </a:lnTo>
                  <a:lnTo>
                    <a:pt x="375285" y="335756"/>
                  </a:lnTo>
                  <a:lnTo>
                    <a:pt x="386715" y="336709"/>
                  </a:lnTo>
                  <a:lnTo>
                    <a:pt x="395764" y="337185"/>
                  </a:lnTo>
                  <a:lnTo>
                    <a:pt x="405289" y="337661"/>
                  </a:lnTo>
                  <a:lnTo>
                    <a:pt x="406241" y="337185"/>
                  </a:lnTo>
                  <a:lnTo>
                    <a:pt x="412909" y="330041"/>
                  </a:lnTo>
                  <a:lnTo>
                    <a:pt x="423386" y="319088"/>
                  </a:lnTo>
                  <a:lnTo>
                    <a:pt x="430054" y="311944"/>
                  </a:lnTo>
                  <a:lnTo>
                    <a:pt x="440055" y="300514"/>
                  </a:lnTo>
                  <a:lnTo>
                    <a:pt x="448152" y="292894"/>
                  </a:lnTo>
                  <a:lnTo>
                    <a:pt x="456724" y="283845"/>
                  </a:lnTo>
                  <a:lnTo>
                    <a:pt x="465297" y="275749"/>
                  </a:lnTo>
                  <a:lnTo>
                    <a:pt x="475298" y="266224"/>
                  </a:lnTo>
                  <a:lnTo>
                    <a:pt x="481965" y="260032"/>
                  </a:lnTo>
                  <a:lnTo>
                    <a:pt x="491966" y="250507"/>
                  </a:lnTo>
                  <a:lnTo>
                    <a:pt x="501015" y="241459"/>
                  </a:lnTo>
                  <a:lnTo>
                    <a:pt x="509588" y="233363"/>
                  </a:lnTo>
                  <a:close/>
                </a:path>
              </a:pathLst>
            </a:custGeom>
            <a:grpFill/>
            <a:ln w="317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20B44884-7020-447C-90B8-2591DAB5FD6F}"/>
                </a:ext>
              </a:extLst>
            </p:cNvPr>
            <p:cNvSpPr/>
            <p:nvPr/>
          </p:nvSpPr>
          <p:spPr>
            <a:xfrm>
              <a:off x="5405437" y="2727483"/>
              <a:ext cx="425767" cy="305276"/>
            </a:xfrm>
            <a:custGeom>
              <a:avLst/>
              <a:gdLst>
                <a:gd name="connsiteX0" fmla="*/ 421005 w 425767"/>
                <a:gd name="connsiteY0" fmla="*/ 76676 h 305276"/>
                <a:gd name="connsiteX1" fmla="*/ 424339 w 425767"/>
                <a:gd name="connsiteY1" fmla="*/ 73342 h 305276"/>
                <a:gd name="connsiteX2" fmla="*/ 423863 w 425767"/>
                <a:gd name="connsiteY2" fmla="*/ 67627 h 305276"/>
                <a:gd name="connsiteX3" fmla="*/ 423386 w 425767"/>
                <a:gd name="connsiteY3" fmla="*/ 66675 h 305276"/>
                <a:gd name="connsiteX4" fmla="*/ 421481 w 425767"/>
                <a:gd name="connsiteY4" fmla="*/ 65722 h 305276"/>
                <a:gd name="connsiteX5" fmla="*/ 420529 w 425767"/>
                <a:gd name="connsiteY5" fmla="*/ 64770 h 305276"/>
                <a:gd name="connsiteX6" fmla="*/ 421005 w 425767"/>
                <a:gd name="connsiteY6" fmla="*/ 60960 h 305276"/>
                <a:gd name="connsiteX7" fmla="*/ 422910 w 425767"/>
                <a:gd name="connsiteY7" fmla="*/ 60960 h 305276"/>
                <a:gd name="connsiteX8" fmla="*/ 425768 w 425767"/>
                <a:gd name="connsiteY8" fmla="*/ 60007 h 305276"/>
                <a:gd name="connsiteX9" fmla="*/ 425291 w 425767"/>
                <a:gd name="connsiteY9" fmla="*/ 57626 h 305276"/>
                <a:gd name="connsiteX10" fmla="*/ 423863 w 425767"/>
                <a:gd name="connsiteY10" fmla="*/ 56674 h 305276"/>
                <a:gd name="connsiteX11" fmla="*/ 422910 w 425767"/>
                <a:gd name="connsiteY11" fmla="*/ 54292 h 305276"/>
                <a:gd name="connsiteX12" fmla="*/ 421005 w 425767"/>
                <a:gd name="connsiteY12" fmla="*/ 54292 h 305276"/>
                <a:gd name="connsiteX13" fmla="*/ 417671 w 425767"/>
                <a:gd name="connsiteY13" fmla="*/ 53816 h 305276"/>
                <a:gd name="connsiteX14" fmla="*/ 414814 w 425767"/>
                <a:gd name="connsiteY14" fmla="*/ 52864 h 305276"/>
                <a:gd name="connsiteX15" fmla="*/ 411956 w 425767"/>
                <a:gd name="connsiteY15" fmla="*/ 53340 h 305276"/>
                <a:gd name="connsiteX16" fmla="*/ 409575 w 425767"/>
                <a:gd name="connsiteY16" fmla="*/ 54292 h 305276"/>
                <a:gd name="connsiteX17" fmla="*/ 407194 w 425767"/>
                <a:gd name="connsiteY17" fmla="*/ 54769 h 305276"/>
                <a:gd name="connsiteX18" fmla="*/ 405765 w 425767"/>
                <a:gd name="connsiteY18" fmla="*/ 54769 h 305276"/>
                <a:gd name="connsiteX19" fmla="*/ 404813 w 425767"/>
                <a:gd name="connsiteY19" fmla="*/ 55245 h 305276"/>
                <a:gd name="connsiteX20" fmla="*/ 404336 w 425767"/>
                <a:gd name="connsiteY20" fmla="*/ 56674 h 305276"/>
                <a:gd name="connsiteX21" fmla="*/ 404336 w 425767"/>
                <a:gd name="connsiteY21" fmla="*/ 57626 h 305276"/>
                <a:gd name="connsiteX22" fmla="*/ 401479 w 425767"/>
                <a:gd name="connsiteY22" fmla="*/ 57626 h 305276"/>
                <a:gd name="connsiteX23" fmla="*/ 394811 w 425767"/>
                <a:gd name="connsiteY23" fmla="*/ 55721 h 305276"/>
                <a:gd name="connsiteX24" fmla="*/ 389096 w 425767"/>
                <a:gd name="connsiteY24" fmla="*/ 54292 h 305276"/>
                <a:gd name="connsiteX25" fmla="*/ 385763 w 425767"/>
                <a:gd name="connsiteY25" fmla="*/ 55721 h 305276"/>
                <a:gd name="connsiteX26" fmla="*/ 383381 w 425767"/>
                <a:gd name="connsiteY26" fmla="*/ 57150 h 305276"/>
                <a:gd name="connsiteX27" fmla="*/ 381952 w 425767"/>
                <a:gd name="connsiteY27" fmla="*/ 57150 h 305276"/>
                <a:gd name="connsiteX28" fmla="*/ 380524 w 425767"/>
                <a:gd name="connsiteY28" fmla="*/ 55721 h 305276"/>
                <a:gd name="connsiteX29" fmla="*/ 379571 w 425767"/>
                <a:gd name="connsiteY29" fmla="*/ 54292 h 305276"/>
                <a:gd name="connsiteX30" fmla="*/ 377190 w 425767"/>
                <a:gd name="connsiteY30" fmla="*/ 52864 h 305276"/>
                <a:gd name="connsiteX31" fmla="*/ 371951 w 425767"/>
                <a:gd name="connsiteY31" fmla="*/ 50959 h 305276"/>
                <a:gd name="connsiteX32" fmla="*/ 370999 w 425767"/>
                <a:gd name="connsiteY32" fmla="*/ 51435 h 305276"/>
                <a:gd name="connsiteX33" fmla="*/ 367665 w 425767"/>
                <a:gd name="connsiteY33" fmla="*/ 52864 h 305276"/>
                <a:gd name="connsiteX34" fmla="*/ 365760 w 425767"/>
                <a:gd name="connsiteY34" fmla="*/ 53340 h 305276"/>
                <a:gd name="connsiteX35" fmla="*/ 364331 w 425767"/>
                <a:gd name="connsiteY35" fmla="*/ 53816 h 305276"/>
                <a:gd name="connsiteX36" fmla="*/ 362902 w 425767"/>
                <a:gd name="connsiteY36" fmla="*/ 53816 h 305276"/>
                <a:gd name="connsiteX37" fmla="*/ 362426 w 425767"/>
                <a:gd name="connsiteY37" fmla="*/ 52864 h 305276"/>
                <a:gd name="connsiteX38" fmla="*/ 362426 w 425767"/>
                <a:gd name="connsiteY38" fmla="*/ 51435 h 305276"/>
                <a:gd name="connsiteX39" fmla="*/ 361950 w 425767"/>
                <a:gd name="connsiteY39" fmla="*/ 50006 h 305276"/>
                <a:gd name="connsiteX40" fmla="*/ 361474 w 425767"/>
                <a:gd name="connsiteY40" fmla="*/ 49054 h 305276"/>
                <a:gd name="connsiteX41" fmla="*/ 361950 w 425767"/>
                <a:gd name="connsiteY41" fmla="*/ 47149 h 305276"/>
                <a:gd name="connsiteX42" fmla="*/ 359093 w 425767"/>
                <a:gd name="connsiteY42" fmla="*/ 43339 h 305276"/>
                <a:gd name="connsiteX43" fmla="*/ 357188 w 425767"/>
                <a:gd name="connsiteY43" fmla="*/ 42386 h 305276"/>
                <a:gd name="connsiteX44" fmla="*/ 354330 w 425767"/>
                <a:gd name="connsiteY44" fmla="*/ 42386 h 305276"/>
                <a:gd name="connsiteX45" fmla="*/ 350996 w 425767"/>
                <a:gd name="connsiteY45" fmla="*/ 41434 h 305276"/>
                <a:gd name="connsiteX46" fmla="*/ 347663 w 425767"/>
                <a:gd name="connsiteY46" fmla="*/ 40005 h 305276"/>
                <a:gd name="connsiteX47" fmla="*/ 339090 w 425767"/>
                <a:gd name="connsiteY47" fmla="*/ 37624 h 305276"/>
                <a:gd name="connsiteX48" fmla="*/ 336709 w 425767"/>
                <a:gd name="connsiteY48" fmla="*/ 37147 h 305276"/>
                <a:gd name="connsiteX49" fmla="*/ 335756 w 425767"/>
                <a:gd name="connsiteY49" fmla="*/ 37624 h 305276"/>
                <a:gd name="connsiteX50" fmla="*/ 335280 w 425767"/>
                <a:gd name="connsiteY50" fmla="*/ 39052 h 305276"/>
                <a:gd name="connsiteX51" fmla="*/ 334804 w 425767"/>
                <a:gd name="connsiteY51" fmla="*/ 43339 h 305276"/>
                <a:gd name="connsiteX52" fmla="*/ 334327 w 425767"/>
                <a:gd name="connsiteY52" fmla="*/ 43815 h 305276"/>
                <a:gd name="connsiteX53" fmla="*/ 330518 w 425767"/>
                <a:gd name="connsiteY53" fmla="*/ 43815 h 305276"/>
                <a:gd name="connsiteX54" fmla="*/ 325755 w 425767"/>
                <a:gd name="connsiteY54" fmla="*/ 43339 h 305276"/>
                <a:gd name="connsiteX55" fmla="*/ 323374 w 425767"/>
                <a:gd name="connsiteY55" fmla="*/ 43815 h 305276"/>
                <a:gd name="connsiteX56" fmla="*/ 321469 w 425767"/>
                <a:gd name="connsiteY56" fmla="*/ 43815 h 305276"/>
                <a:gd name="connsiteX57" fmla="*/ 319564 w 425767"/>
                <a:gd name="connsiteY57" fmla="*/ 42863 h 305276"/>
                <a:gd name="connsiteX58" fmla="*/ 311468 w 425767"/>
                <a:gd name="connsiteY58" fmla="*/ 44291 h 305276"/>
                <a:gd name="connsiteX59" fmla="*/ 310039 w 425767"/>
                <a:gd name="connsiteY59" fmla="*/ 43815 h 305276"/>
                <a:gd name="connsiteX60" fmla="*/ 308134 w 425767"/>
                <a:gd name="connsiteY60" fmla="*/ 41910 h 305276"/>
                <a:gd name="connsiteX61" fmla="*/ 305752 w 425767"/>
                <a:gd name="connsiteY61" fmla="*/ 40481 h 305276"/>
                <a:gd name="connsiteX62" fmla="*/ 303848 w 425767"/>
                <a:gd name="connsiteY62" fmla="*/ 39529 h 305276"/>
                <a:gd name="connsiteX63" fmla="*/ 302419 w 425767"/>
                <a:gd name="connsiteY63" fmla="*/ 38576 h 305276"/>
                <a:gd name="connsiteX64" fmla="*/ 300990 w 425767"/>
                <a:gd name="connsiteY64" fmla="*/ 38576 h 305276"/>
                <a:gd name="connsiteX65" fmla="*/ 299085 w 425767"/>
                <a:gd name="connsiteY65" fmla="*/ 39529 h 305276"/>
                <a:gd name="connsiteX66" fmla="*/ 296227 w 425767"/>
                <a:gd name="connsiteY66" fmla="*/ 40005 h 305276"/>
                <a:gd name="connsiteX67" fmla="*/ 293846 w 425767"/>
                <a:gd name="connsiteY67" fmla="*/ 40005 h 305276"/>
                <a:gd name="connsiteX68" fmla="*/ 292418 w 425767"/>
                <a:gd name="connsiteY68" fmla="*/ 40005 h 305276"/>
                <a:gd name="connsiteX69" fmla="*/ 287179 w 425767"/>
                <a:gd name="connsiteY69" fmla="*/ 35719 h 305276"/>
                <a:gd name="connsiteX70" fmla="*/ 286226 w 425767"/>
                <a:gd name="connsiteY70" fmla="*/ 34290 h 305276"/>
                <a:gd name="connsiteX71" fmla="*/ 283845 w 425767"/>
                <a:gd name="connsiteY71" fmla="*/ 33814 h 305276"/>
                <a:gd name="connsiteX72" fmla="*/ 280511 w 425767"/>
                <a:gd name="connsiteY72" fmla="*/ 33814 h 305276"/>
                <a:gd name="connsiteX73" fmla="*/ 272415 w 425767"/>
                <a:gd name="connsiteY73" fmla="*/ 30956 h 305276"/>
                <a:gd name="connsiteX74" fmla="*/ 268605 w 425767"/>
                <a:gd name="connsiteY74" fmla="*/ 29527 h 305276"/>
                <a:gd name="connsiteX75" fmla="*/ 268129 w 425767"/>
                <a:gd name="connsiteY75" fmla="*/ 28575 h 305276"/>
                <a:gd name="connsiteX76" fmla="*/ 268129 w 425767"/>
                <a:gd name="connsiteY76" fmla="*/ 27622 h 305276"/>
                <a:gd name="connsiteX77" fmla="*/ 267652 w 425767"/>
                <a:gd name="connsiteY77" fmla="*/ 27622 h 305276"/>
                <a:gd name="connsiteX78" fmla="*/ 266700 w 425767"/>
                <a:gd name="connsiteY78" fmla="*/ 29051 h 305276"/>
                <a:gd name="connsiteX79" fmla="*/ 266224 w 425767"/>
                <a:gd name="connsiteY79" fmla="*/ 30004 h 305276"/>
                <a:gd name="connsiteX80" fmla="*/ 265271 w 425767"/>
                <a:gd name="connsiteY80" fmla="*/ 30004 h 305276"/>
                <a:gd name="connsiteX81" fmla="*/ 264319 w 425767"/>
                <a:gd name="connsiteY81" fmla="*/ 30004 h 305276"/>
                <a:gd name="connsiteX82" fmla="*/ 263366 w 425767"/>
                <a:gd name="connsiteY82" fmla="*/ 29527 h 305276"/>
                <a:gd name="connsiteX83" fmla="*/ 262890 w 425767"/>
                <a:gd name="connsiteY83" fmla="*/ 28575 h 305276"/>
                <a:gd name="connsiteX84" fmla="*/ 263843 w 425767"/>
                <a:gd name="connsiteY84" fmla="*/ 27146 h 305276"/>
                <a:gd name="connsiteX85" fmla="*/ 265271 w 425767"/>
                <a:gd name="connsiteY85" fmla="*/ 25241 h 305276"/>
                <a:gd name="connsiteX86" fmla="*/ 265748 w 425767"/>
                <a:gd name="connsiteY86" fmla="*/ 23336 h 305276"/>
                <a:gd name="connsiteX87" fmla="*/ 265748 w 425767"/>
                <a:gd name="connsiteY87" fmla="*/ 21431 h 305276"/>
                <a:gd name="connsiteX88" fmla="*/ 263843 w 425767"/>
                <a:gd name="connsiteY88" fmla="*/ 20479 h 305276"/>
                <a:gd name="connsiteX89" fmla="*/ 260985 w 425767"/>
                <a:gd name="connsiteY89" fmla="*/ 20002 h 305276"/>
                <a:gd name="connsiteX90" fmla="*/ 258604 w 425767"/>
                <a:gd name="connsiteY90" fmla="*/ 20002 h 305276"/>
                <a:gd name="connsiteX91" fmla="*/ 255746 w 425767"/>
                <a:gd name="connsiteY91" fmla="*/ 19050 h 305276"/>
                <a:gd name="connsiteX92" fmla="*/ 254318 w 425767"/>
                <a:gd name="connsiteY92" fmla="*/ 18097 h 305276"/>
                <a:gd name="connsiteX93" fmla="*/ 252889 w 425767"/>
                <a:gd name="connsiteY93" fmla="*/ 16192 h 305276"/>
                <a:gd name="connsiteX94" fmla="*/ 252889 w 425767"/>
                <a:gd name="connsiteY94" fmla="*/ 14764 h 305276"/>
                <a:gd name="connsiteX95" fmla="*/ 251936 w 425767"/>
                <a:gd name="connsiteY95" fmla="*/ 15240 h 305276"/>
                <a:gd name="connsiteX96" fmla="*/ 246221 w 425767"/>
                <a:gd name="connsiteY96" fmla="*/ 17621 h 305276"/>
                <a:gd name="connsiteX97" fmla="*/ 239077 w 425767"/>
                <a:gd name="connsiteY97" fmla="*/ 18574 h 305276"/>
                <a:gd name="connsiteX98" fmla="*/ 234315 w 425767"/>
                <a:gd name="connsiteY98" fmla="*/ 18097 h 305276"/>
                <a:gd name="connsiteX99" fmla="*/ 225266 w 425767"/>
                <a:gd name="connsiteY99" fmla="*/ 14764 h 305276"/>
                <a:gd name="connsiteX100" fmla="*/ 216218 w 425767"/>
                <a:gd name="connsiteY100" fmla="*/ 12859 h 305276"/>
                <a:gd name="connsiteX101" fmla="*/ 213836 w 425767"/>
                <a:gd name="connsiteY101" fmla="*/ 13335 h 305276"/>
                <a:gd name="connsiteX102" fmla="*/ 210502 w 425767"/>
                <a:gd name="connsiteY102" fmla="*/ 16192 h 305276"/>
                <a:gd name="connsiteX103" fmla="*/ 197644 w 425767"/>
                <a:gd name="connsiteY103" fmla="*/ 12859 h 305276"/>
                <a:gd name="connsiteX104" fmla="*/ 193834 w 425767"/>
                <a:gd name="connsiteY104" fmla="*/ 10477 h 305276"/>
                <a:gd name="connsiteX105" fmla="*/ 190976 w 425767"/>
                <a:gd name="connsiteY105" fmla="*/ 10001 h 305276"/>
                <a:gd name="connsiteX106" fmla="*/ 185261 w 425767"/>
                <a:gd name="connsiteY106" fmla="*/ 11906 h 305276"/>
                <a:gd name="connsiteX107" fmla="*/ 181451 w 425767"/>
                <a:gd name="connsiteY107" fmla="*/ 10954 h 305276"/>
                <a:gd name="connsiteX108" fmla="*/ 177165 w 425767"/>
                <a:gd name="connsiteY108" fmla="*/ 12382 h 305276"/>
                <a:gd name="connsiteX109" fmla="*/ 167164 w 425767"/>
                <a:gd name="connsiteY109" fmla="*/ 14288 h 305276"/>
                <a:gd name="connsiteX110" fmla="*/ 160020 w 425767"/>
                <a:gd name="connsiteY110" fmla="*/ 14288 h 305276"/>
                <a:gd name="connsiteX111" fmla="*/ 140018 w 425767"/>
                <a:gd name="connsiteY111" fmla="*/ 10954 h 305276"/>
                <a:gd name="connsiteX112" fmla="*/ 132874 w 425767"/>
                <a:gd name="connsiteY112" fmla="*/ 9049 h 305276"/>
                <a:gd name="connsiteX113" fmla="*/ 120968 w 425767"/>
                <a:gd name="connsiteY113" fmla="*/ 7620 h 305276"/>
                <a:gd name="connsiteX114" fmla="*/ 114776 w 425767"/>
                <a:gd name="connsiteY114" fmla="*/ 5239 h 305276"/>
                <a:gd name="connsiteX115" fmla="*/ 106680 w 425767"/>
                <a:gd name="connsiteY115" fmla="*/ 7144 h 305276"/>
                <a:gd name="connsiteX116" fmla="*/ 101918 w 425767"/>
                <a:gd name="connsiteY116" fmla="*/ 6667 h 305276"/>
                <a:gd name="connsiteX117" fmla="*/ 93345 w 425767"/>
                <a:gd name="connsiteY117" fmla="*/ 7620 h 305276"/>
                <a:gd name="connsiteX118" fmla="*/ 88582 w 425767"/>
                <a:gd name="connsiteY118" fmla="*/ 7144 h 305276"/>
                <a:gd name="connsiteX119" fmla="*/ 79057 w 425767"/>
                <a:gd name="connsiteY119" fmla="*/ 7620 h 305276"/>
                <a:gd name="connsiteX120" fmla="*/ 73819 w 425767"/>
                <a:gd name="connsiteY120" fmla="*/ 9049 h 305276"/>
                <a:gd name="connsiteX121" fmla="*/ 67151 w 425767"/>
                <a:gd name="connsiteY121" fmla="*/ 7144 h 305276"/>
                <a:gd name="connsiteX122" fmla="*/ 62389 w 425767"/>
                <a:gd name="connsiteY122" fmla="*/ 2857 h 305276"/>
                <a:gd name="connsiteX123" fmla="*/ 59055 w 425767"/>
                <a:gd name="connsiteY123" fmla="*/ 952 h 305276"/>
                <a:gd name="connsiteX124" fmla="*/ 55721 w 425767"/>
                <a:gd name="connsiteY124" fmla="*/ 1429 h 305276"/>
                <a:gd name="connsiteX125" fmla="*/ 52388 w 425767"/>
                <a:gd name="connsiteY125" fmla="*/ 0 h 305276"/>
                <a:gd name="connsiteX126" fmla="*/ 47149 w 425767"/>
                <a:gd name="connsiteY126" fmla="*/ 2381 h 305276"/>
                <a:gd name="connsiteX127" fmla="*/ 41910 w 425767"/>
                <a:gd name="connsiteY127" fmla="*/ 2857 h 305276"/>
                <a:gd name="connsiteX128" fmla="*/ 37624 w 425767"/>
                <a:gd name="connsiteY128" fmla="*/ 5715 h 305276"/>
                <a:gd name="connsiteX129" fmla="*/ 33338 w 425767"/>
                <a:gd name="connsiteY129" fmla="*/ 7620 h 305276"/>
                <a:gd name="connsiteX130" fmla="*/ 32385 w 425767"/>
                <a:gd name="connsiteY130" fmla="*/ 9049 h 305276"/>
                <a:gd name="connsiteX131" fmla="*/ 33814 w 425767"/>
                <a:gd name="connsiteY131" fmla="*/ 10954 h 305276"/>
                <a:gd name="connsiteX132" fmla="*/ 33814 w 425767"/>
                <a:gd name="connsiteY132" fmla="*/ 13335 h 305276"/>
                <a:gd name="connsiteX133" fmla="*/ 30004 w 425767"/>
                <a:gd name="connsiteY133" fmla="*/ 15240 h 305276"/>
                <a:gd name="connsiteX134" fmla="*/ 27623 w 425767"/>
                <a:gd name="connsiteY134" fmla="*/ 15716 h 305276"/>
                <a:gd name="connsiteX135" fmla="*/ 23813 w 425767"/>
                <a:gd name="connsiteY135" fmla="*/ 17621 h 305276"/>
                <a:gd name="connsiteX136" fmla="*/ 19526 w 425767"/>
                <a:gd name="connsiteY136" fmla="*/ 18574 h 305276"/>
                <a:gd name="connsiteX137" fmla="*/ 12382 w 425767"/>
                <a:gd name="connsiteY137" fmla="*/ 17621 h 305276"/>
                <a:gd name="connsiteX138" fmla="*/ 7144 w 425767"/>
                <a:gd name="connsiteY138" fmla="*/ 21431 h 305276"/>
                <a:gd name="connsiteX139" fmla="*/ 4763 w 425767"/>
                <a:gd name="connsiteY139" fmla="*/ 22384 h 305276"/>
                <a:gd name="connsiteX140" fmla="*/ 1905 w 425767"/>
                <a:gd name="connsiteY140" fmla="*/ 23813 h 305276"/>
                <a:gd name="connsiteX141" fmla="*/ 0 w 425767"/>
                <a:gd name="connsiteY141" fmla="*/ 29527 h 305276"/>
                <a:gd name="connsiteX142" fmla="*/ 0 w 425767"/>
                <a:gd name="connsiteY142" fmla="*/ 31909 h 305276"/>
                <a:gd name="connsiteX143" fmla="*/ 1905 w 425767"/>
                <a:gd name="connsiteY143" fmla="*/ 34766 h 305276"/>
                <a:gd name="connsiteX144" fmla="*/ 3810 w 425767"/>
                <a:gd name="connsiteY144" fmla="*/ 36671 h 305276"/>
                <a:gd name="connsiteX145" fmla="*/ 6668 w 425767"/>
                <a:gd name="connsiteY145" fmla="*/ 38576 h 305276"/>
                <a:gd name="connsiteX146" fmla="*/ 10477 w 425767"/>
                <a:gd name="connsiteY146" fmla="*/ 39052 h 305276"/>
                <a:gd name="connsiteX147" fmla="*/ 10001 w 425767"/>
                <a:gd name="connsiteY147" fmla="*/ 40481 h 305276"/>
                <a:gd name="connsiteX148" fmla="*/ 6668 w 425767"/>
                <a:gd name="connsiteY148" fmla="*/ 44767 h 305276"/>
                <a:gd name="connsiteX149" fmla="*/ 6668 w 425767"/>
                <a:gd name="connsiteY149" fmla="*/ 47625 h 305276"/>
                <a:gd name="connsiteX150" fmla="*/ 8096 w 425767"/>
                <a:gd name="connsiteY150" fmla="*/ 48101 h 305276"/>
                <a:gd name="connsiteX151" fmla="*/ 14288 w 425767"/>
                <a:gd name="connsiteY151" fmla="*/ 45720 h 305276"/>
                <a:gd name="connsiteX152" fmla="*/ 14764 w 425767"/>
                <a:gd name="connsiteY152" fmla="*/ 47149 h 305276"/>
                <a:gd name="connsiteX153" fmla="*/ 14288 w 425767"/>
                <a:gd name="connsiteY153" fmla="*/ 48577 h 305276"/>
                <a:gd name="connsiteX154" fmla="*/ 14288 w 425767"/>
                <a:gd name="connsiteY154" fmla="*/ 52388 h 305276"/>
                <a:gd name="connsiteX155" fmla="*/ 15716 w 425767"/>
                <a:gd name="connsiteY155" fmla="*/ 53816 h 305276"/>
                <a:gd name="connsiteX156" fmla="*/ 17145 w 425767"/>
                <a:gd name="connsiteY156" fmla="*/ 54769 h 305276"/>
                <a:gd name="connsiteX157" fmla="*/ 15716 w 425767"/>
                <a:gd name="connsiteY157" fmla="*/ 57150 h 305276"/>
                <a:gd name="connsiteX158" fmla="*/ 14288 w 425767"/>
                <a:gd name="connsiteY158" fmla="*/ 58102 h 305276"/>
                <a:gd name="connsiteX159" fmla="*/ 14288 w 425767"/>
                <a:gd name="connsiteY159" fmla="*/ 60007 h 305276"/>
                <a:gd name="connsiteX160" fmla="*/ 17145 w 425767"/>
                <a:gd name="connsiteY160" fmla="*/ 60007 h 305276"/>
                <a:gd name="connsiteX161" fmla="*/ 18574 w 425767"/>
                <a:gd name="connsiteY161" fmla="*/ 60484 h 305276"/>
                <a:gd name="connsiteX162" fmla="*/ 15716 w 425767"/>
                <a:gd name="connsiteY162" fmla="*/ 62865 h 305276"/>
                <a:gd name="connsiteX163" fmla="*/ 11906 w 425767"/>
                <a:gd name="connsiteY163" fmla="*/ 67151 h 305276"/>
                <a:gd name="connsiteX164" fmla="*/ 12382 w 425767"/>
                <a:gd name="connsiteY164" fmla="*/ 73342 h 305276"/>
                <a:gd name="connsiteX165" fmla="*/ 13335 w 425767"/>
                <a:gd name="connsiteY165" fmla="*/ 74295 h 305276"/>
                <a:gd name="connsiteX166" fmla="*/ 15716 w 425767"/>
                <a:gd name="connsiteY166" fmla="*/ 73819 h 305276"/>
                <a:gd name="connsiteX167" fmla="*/ 19050 w 425767"/>
                <a:gd name="connsiteY167" fmla="*/ 70961 h 305276"/>
                <a:gd name="connsiteX168" fmla="*/ 22384 w 425767"/>
                <a:gd name="connsiteY168" fmla="*/ 69056 h 305276"/>
                <a:gd name="connsiteX169" fmla="*/ 24289 w 425767"/>
                <a:gd name="connsiteY169" fmla="*/ 68580 h 305276"/>
                <a:gd name="connsiteX170" fmla="*/ 31432 w 425767"/>
                <a:gd name="connsiteY170" fmla="*/ 66675 h 305276"/>
                <a:gd name="connsiteX171" fmla="*/ 33338 w 425767"/>
                <a:gd name="connsiteY171" fmla="*/ 65722 h 305276"/>
                <a:gd name="connsiteX172" fmla="*/ 35243 w 425767"/>
                <a:gd name="connsiteY172" fmla="*/ 65722 h 305276"/>
                <a:gd name="connsiteX173" fmla="*/ 35719 w 425767"/>
                <a:gd name="connsiteY173" fmla="*/ 66675 h 305276"/>
                <a:gd name="connsiteX174" fmla="*/ 36671 w 425767"/>
                <a:gd name="connsiteY174" fmla="*/ 68580 h 305276"/>
                <a:gd name="connsiteX175" fmla="*/ 37624 w 425767"/>
                <a:gd name="connsiteY175" fmla="*/ 70009 h 305276"/>
                <a:gd name="connsiteX176" fmla="*/ 38100 w 425767"/>
                <a:gd name="connsiteY176" fmla="*/ 70961 h 305276"/>
                <a:gd name="connsiteX177" fmla="*/ 35243 w 425767"/>
                <a:gd name="connsiteY177" fmla="*/ 74771 h 305276"/>
                <a:gd name="connsiteX178" fmla="*/ 34766 w 425767"/>
                <a:gd name="connsiteY178" fmla="*/ 76200 h 305276"/>
                <a:gd name="connsiteX179" fmla="*/ 36195 w 425767"/>
                <a:gd name="connsiteY179" fmla="*/ 78581 h 305276"/>
                <a:gd name="connsiteX180" fmla="*/ 36671 w 425767"/>
                <a:gd name="connsiteY180" fmla="*/ 79057 h 305276"/>
                <a:gd name="connsiteX181" fmla="*/ 37624 w 425767"/>
                <a:gd name="connsiteY181" fmla="*/ 79534 h 305276"/>
                <a:gd name="connsiteX182" fmla="*/ 39529 w 425767"/>
                <a:gd name="connsiteY182" fmla="*/ 79534 h 305276"/>
                <a:gd name="connsiteX183" fmla="*/ 42863 w 425767"/>
                <a:gd name="connsiteY183" fmla="*/ 78105 h 305276"/>
                <a:gd name="connsiteX184" fmla="*/ 45244 w 425767"/>
                <a:gd name="connsiteY184" fmla="*/ 76676 h 305276"/>
                <a:gd name="connsiteX185" fmla="*/ 46196 w 425767"/>
                <a:gd name="connsiteY185" fmla="*/ 77152 h 305276"/>
                <a:gd name="connsiteX186" fmla="*/ 53340 w 425767"/>
                <a:gd name="connsiteY186" fmla="*/ 76200 h 305276"/>
                <a:gd name="connsiteX187" fmla="*/ 54769 w 425767"/>
                <a:gd name="connsiteY187" fmla="*/ 76676 h 305276"/>
                <a:gd name="connsiteX188" fmla="*/ 55721 w 425767"/>
                <a:gd name="connsiteY188" fmla="*/ 77152 h 305276"/>
                <a:gd name="connsiteX189" fmla="*/ 59055 w 425767"/>
                <a:gd name="connsiteY189" fmla="*/ 78105 h 305276"/>
                <a:gd name="connsiteX190" fmla="*/ 62865 w 425767"/>
                <a:gd name="connsiteY190" fmla="*/ 78105 h 305276"/>
                <a:gd name="connsiteX191" fmla="*/ 67627 w 425767"/>
                <a:gd name="connsiteY191" fmla="*/ 76676 h 305276"/>
                <a:gd name="connsiteX192" fmla="*/ 69532 w 425767"/>
                <a:gd name="connsiteY192" fmla="*/ 75247 h 305276"/>
                <a:gd name="connsiteX193" fmla="*/ 70009 w 425767"/>
                <a:gd name="connsiteY193" fmla="*/ 73819 h 305276"/>
                <a:gd name="connsiteX194" fmla="*/ 70009 w 425767"/>
                <a:gd name="connsiteY194" fmla="*/ 72866 h 305276"/>
                <a:gd name="connsiteX195" fmla="*/ 70485 w 425767"/>
                <a:gd name="connsiteY195" fmla="*/ 72390 h 305276"/>
                <a:gd name="connsiteX196" fmla="*/ 71438 w 425767"/>
                <a:gd name="connsiteY196" fmla="*/ 71914 h 305276"/>
                <a:gd name="connsiteX197" fmla="*/ 72866 w 425767"/>
                <a:gd name="connsiteY197" fmla="*/ 72390 h 305276"/>
                <a:gd name="connsiteX198" fmla="*/ 75248 w 425767"/>
                <a:gd name="connsiteY198" fmla="*/ 72866 h 305276"/>
                <a:gd name="connsiteX199" fmla="*/ 80963 w 425767"/>
                <a:gd name="connsiteY199" fmla="*/ 72866 h 305276"/>
                <a:gd name="connsiteX200" fmla="*/ 81915 w 425767"/>
                <a:gd name="connsiteY200" fmla="*/ 71914 h 305276"/>
                <a:gd name="connsiteX201" fmla="*/ 83820 w 425767"/>
                <a:gd name="connsiteY201" fmla="*/ 71914 h 305276"/>
                <a:gd name="connsiteX202" fmla="*/ 86201 w 425767"/>
                <a:gd name="connsiteY202" fmla="*/ 72866 h 305276"/>
                <a:gd name="connsiteX203" fmla="*/ 89059 w 425767"/>
                <a:gd name="connsiteY203" fmla="*/ 72390 h 305276"/>
                <a:gd name="connsiteX204" fmla="*/ 90488 w 425767"/>
                <a:gd name="connsiteY204" fmla="*/ 73342 h 305276"/>
                <a:gd name="connsiteX205" fmla="*/ 90964 w 425767"/>
                <a:gd name="connsiteY205" fmla="*/ 74771 h 305276"/>
                <a:gd name="connsiteX206" fmla="*/ 90964 w 425767"/>
                <a:gd name="connsiteY206" fmla="*/ 78105 h 305276"/>
                <a:gd name="connsiteX207" fmla="*/ 90964 w 425767"/>
                <a:gd name="connsiteY207" fmla="*/ 81439 h 305276"/>
                <a:gd name="connsiteX208" fmla="*/ 91440 w 425767"/>
                <a:gd name="connsiteY208" fmla="*/ 82867 h 305276"/>
                <a:gd name="connsiteX209" fmla="*/ 93345 w 425767"/>
                <a:gd name="connsiteY209" fmla="*/ 83344 h 305276"/>
                <a:gd name="connsiteX210" fmla="*/ 96679 w 425767"/>
                <a:gd name="connsiteY210" fmla="*/ 83344 h 305276"/>
                <a:gd name="connsiteX211" fmla="*/ 99536 w 425767"/>
                <a:gd name="connsiteY211" fmla="*/ 84296 h 305276"/>
                <a:gd name="connsiteX212" fmla="*/ 101918 w 425767"/>
                <a:gd name="connsiteY212" fmla="*/ 85725 h 305276"/>
                <a:gd name="connsiteX213" fmla="*/ 102870 w 425767"/>
                <a:gd name="connsiteY213" fmla="*/ 87154 h 305276"/>
                <a:gd name="connsiteX214" fmla="*/ 103346 w 425767"/>
                <a:gd name="connsiteY214" fmla="*/ 88106 h 305276"/>
                <a:gd name="connsiteX215" fmla="*/ 102394 w 425767"/>
                <a:gd name="connsiteY215" fmla="*/ 88582 h 305276"/>
                <a:gd name="connsiteX216" fmla="*/ 100965 w 425767"/>
                <a:gd name="connsiteY216" fmla="*/ 90964 h 305276"/>
                <a:gd name="connsiteX217" fmla="*/ 97155 w 425767"/>
                <a:gd name="connsiteY217" fmla="*/ 94297 h 305276"/>
                <a:gd name="connsiteX218" fmla="*/ 91440 w 425767"/>
                <a:gd name="connsiteY218" fmla="*/ 97155 h 305276"/>
                <a:gd name="connsiteX219" fmla="*/ 87154 w 425767"/>
                <a:gd name="connsiteY219" fmla="*/ 100965 h 305276"/>
                <a:gd name="connsiteX220" fmla="*/ 84296 w 425767"/>
                <a:gd name="connsiteY220" fmla="*/ 105251 h 305276"/>
                <a:gd name="connsiteX221" fmla="*/ 80486 w 425767"/>
                <a:gd name="connsiteY221" fmla="*/ 107156 h 305276"/>
                <a:gd name="connsiteX222" fmla="*/ 79534 w 425767"/>
                <a:gd name="connsiteY222" fmla="*/ 108109 h 305276"/>
                <a:gd name="connsiteX223" fmla="*/ 79057 w 425767"/>
                <a:gd name="connsiteY223" fmla="*/ 109061 h 305276"/>
                <a:gd name="connsiteX224" fmla="*/ 81439 w 425767"/>
                <a:gd name="connsiteY224" fmla="*/ 114300 h 305276"/>
                <a:gd name="connsiteX225" fmla="*/ 82391 w 425767"/>
                <a:gd name="connsiteY225" fmla="*/ 118110 h 305276"/>
                <a:gd name="connsiteX226" fmla="*/ 82868 w 425767"/>
                <a:gd name="connsiteY226" fmla="*/ 122872 h 305276"/>
                <a:gd name="connsiteX227" fmla="*/ 82391 w 425767"/>
                <a:gd name="connsiteY227" fmla="*/ 124301 h 305276"/>
                <a:gd name="connsiteX228" fmla="*/ 82391 w 425767"/>
                <a:gd name="connsiteY228" fmla="*/ 129540 h 305276"/>
                <a:gd name="connsiteX229" fmla="*/ 81915 w 425767"/>
                <a:gd name="connsiteY229" fmla="*/ 130969 h 305276"/>
                <a:gd name="connsiteX230" fmla="*/ 81915 w 425767"/>
                <a:gd name="connsiteY230" fmla="*/ 132397 h 305276"/>
                <a:gd name="connsiteX231" fmla="*/ 82868 w 425767"/>
                <a:gd name="connsiteY231" fmla="*/ 133826 h 305276"/>
                <a:gd name="connsiteX232" fmla="*/ 83344 w 425767"/>
                <a:gd name="connsiteY232" fmla="*/ 135255 h 305276"/>
                <a:gd name="connsiteX233" fmla="*/ 81915 w 425767"/>
                <a:gd name="connsiteY233" fmla="*/ 137160 h 305276"/>
                <a:gd name="connsiteX234" fmla="*/ 79057 w 425767"/>
                <a:gd name="connsiteY234" fmla="*/ 139065 h 305276"/>
                <a:gd name="connsiteX235" fmla="*/ 76676 w 425767"/>
                <a:gd name="connsiteY235" fmla="*/ 140970 h 305276"/>
                <a:gd name="connsiteX236" fmla="*/ 76200 w 425767"/>
                <a:gd name="connsiteY236" fmla="*/ 142399 h 305276"/>
                <a:gd name="connsiteX237" fmla="*/ 76200 w 425767"/>
                <a:gd name="connsiteY237" fmla="*/ 143351 h 305276"/>
                <a:gd name="connsiteX238" fmla="*/ 80010 w 425767"/>
                <a:gd name="connsiteY238" fmla="*/ 146685 h 305276"/>
                <a:gd name="connsiteX239" fmla="*/ 80486 w 425767"/>
                <a:gd name="connsiteY239" fmla="*/ 148114 h 305276"/>
                <a:gd name="connsiteX240" fmla="*/ 80010 w 425767"/>
                <a:gd name="connsiteY240" fmla="*/ 151447 h 305276"/>
                <a:gd name="connsiteX241" fmla="*/ 77629 w 425767"/>
                <a:gd name="connsiteY241" fmla="*/ 157163 h 305276"/>
                <a:gd name="connsiteX242" fmla="*/ 75724 w 425767"/>
                <a:gd name="connsiteY242" fmla="*/ 160496 h 305276"/>
                <a:gd name="connsiteX243" fmla="*/ 75248 w 425767"/>
                <a:gd name="connsiteY243" fmla="*/ 160972 h 305276"/>
                <a:gd name="connsiteX244" fmla="*/ 72866 w 425767"/>
                <a:gd name="connsiteY244" fmla="*/ 161925 h 305276"/>
                <a:gd name="connsiteX245" fmla="*/ 61436 w 425767"/>
                <a:gd name="connsiteY245" fmla="*/ 161925 h 305276"/>
                <a:gd name="connsiteX246" fmla="*/ 58579 w 425767"/>
                <a:gd name="connsiteY246" fmla="*/ 162877 h 305276"/>
                <a:gd name="connsiteX247" fmla="*/ 59055 w 425767"/>
                <a:gd name="connsiteY247" fmla="*/ 163354 h 305276"/>
                <a:gd name="connsiteX248" fmla="*/ 61913 w 425767"/>
                <a:gd name="connsiteY248" fmla="*/ 167640 h 305276"/>
                <a:gd name="connsiteX249" fmla="*/ 64770 w 425767"/>
                <a:gd name="connsiteY249" fmla="*/ 170021 h 305276"/>
                <a:gd name="connsiteX250" fmla="*/ 65723 w 425767"/>
                <a:gd name="connsiteY250" fmla="*/ 170497 h 305276"/>
                <a:gd name="connsiteX251" fmla="*/ 66675 w 425767"/>
                <a:gd name="connsiteY251" fmla="*/ 175736 h 305276"/>
                <a:gd name="connsiteX252" fmla="*/ 71438 w 425767"/>
                <a:gd name="connsiteY252" fmla="*/ 183832 h 305276"/>
                <a:gd name="connsiteX253" fmla="*/ 75724 w 425767"/>
                <a:gd name="connsiteY253" fmla="*/ 184785 h 305276"/>
                <a:gd name="connsiteX254" fmla="*/ 77152 w 425767"/>
                <a:gd name="connsiteY254" fmla="*/ 186690 h 305276"/>
                <a:gd name="connsiteX255" fmla="*/ 76676 w 425767"/>
                <a:gd name="connsiteY255" fmla="*/ 189547 h 305276"/>
                <a:gd name="connsiteX256" fmla="*/ 75248 w 425767"/>
                <a:gd name="connsiteY256" fmla="*/ 192405 h 305276"/>
                <a:gd name="connsiteX257" fmla="*/ 72390 w 425767"/>
                <a:gd name="connsiteY257" fmla="*/ 195739 h 305276"/>
                <a:gd name="connsiteX258" fmla="*/ 69056 w 425767"/>
                <a:gd name="connsiteY258" fmla="*/ 198120 h 305276"/>
                <a:gd name="connsiteX259" fmla="*/ 67151 w 425767"/>
                <a:gd name="connsiteY259" fmla="*/ 200501 h 305276"/>
                <a:gd name="connsiteX260" fmla="*/ 67151 w 425767"/>
                <a:gd name="connsiteY260" fmla="*/ 202882 h 305276"/>
                <a:gd name="connsiteX261" fmla="*/ 66675 w 425767"/>
                <a:gd name="connsiteY261" fmla="*/ 206216 h 305276"/>
                <a:gd name="connsiteX262" fmla="*/ 65723 w 425767"/>
                <a:gd name="connsiteY262" fmla="*/ 208597 h 305276"/>
                <a:gd name="connsiteX263" fmla="*/ 65246 w 425767"/>
                <a:gd name="connsiteY263" fmla="*/ 210503 h 305276"/>
                <a:gd name="connsiteX264" fmla="*/ 73343 w 425767"/>
                <a:gd name="connsiteY264" fmla="*/ 221456 h 305276"/>
                <a:gd name="connsiteX265" fmla="*/ 77629 w 425767"/>
                <a:gd name="connsiteY265" fmla="*/ 220980 h 305276"/>
                <a:gd name="connsiteX266" fmla="*/ 78105 w 425767"/>
                <a:gd name="connsiteY266" fmla="*/ 221456 h 305276"/>
                <a:gd name="connsiteX267" fmla="*/ 77152 w 425767"/>
                <a:gd name="connsiteY267" fmla="*/ 223838 h 305276"/>
                <a:gd name="connsiteX268" fmla="*/ 75724 w 425767"/>
                <a:gd name="connsiteY268" fmla="*/ 226695 h 305276"/>
                <a:gd name="connsiteX269" fmla="*/ 73819 w 425767"/>
                <a:gd name="connsiteY269" fmla="*/ 227171 h 305276"/>
                <a:gd name="connsiteX270" fmla="*/ 70009 w 425767"/>
                <a:gd name="connsiteY270" fmla="*/ 228124 h 305276"/>
                <a:gd name="connsiteX271" fmla="*/ 66199 w 425767"/>
                <a:gd name="connsiteY271" fmla="*/ 231934 h 305276"/>
                <a:gd name="connsiteX272" fmla="*/ 63341 w 425767"/>
                <a:gd name="connsiteY272" fmla="*/ 236696 h 305276"/>
                <a:gd name="connsiteX273" fmla="*/ 60960 w 425767"/>
                <a:gd name="connsiteY273" fmla="*/ 239078 h 305276"/>
                <a:gd name="connsiteX274" fmla="*/ 59055 w 425767"/>
                <a:gd name="connsiteY274" fmla="*/ 244792 h 305276"/>
                <a:gd name="connsiteX275" fmla="*/ 59531 w 425767"/>
                <a:gd name="connsiteY275" fmla="*/ 247174 h 305276"/>
                <a:gd name="connsiteX276" fmla="*/ 60484 w 425767"/>
                <a:gd name="connsiteY276" fmla="*/ 250984 h 305276"/>
                <a:gd name="connsiteX277" fmla="*/ 62389 w 425767"/>
                <a:gd name="connsiteY277" fmla="*/ 260509 h 305276"/>
                <a:gd name="connsiteX278" fmla="*/ 70485 w 425767"/>
                <a:gd name="connsiteY278" fmla="*/ 259556 h 305276"/>
                <a:gd name="connsiteX279" fmla="*/ 77152 w 425767"/>
                <a:gd name="connsiteY279" fmla="*/ 260032 h 305276"/>
                <a:gd name="connsiteX280" fmla="*/ 78581 w 425767"/>
                <a:gd name="connsiteY280" fmla="*/ 259556 h 305276"/>
                <a:gd name="connsiteX281" fmla="*/ 80963 w 425767"/>
                <a:gd name="connsiteY281" fmla="*/ 257175 h 305276"/>
                <a:gd name="connsiteX282" fmla="*/ 80963 w 425767"/>
                <a:gd name="connsiteY282" fmla="*/ 258128 h 305276"/>
                <a:gd name="connsiteX283" fmla="*/ 80010 w 425767"/>
                <a:gd name="connsiteY283" fmla="*/ 260032 h 305276"/>
                <a:gd name="connsiteX284" fmla="*/ 93345 w 425767"/>
                <a:gd name="connsiteY284" fmla="*/ 269081 h 305276"/>
                <a:gd name="connsiteX285" fmla="*/ 96679 w 425767"/>
                <a:gd name="connsiteY285" fmla="*/ 273844 h 305276"/>
                <a:gd name="connsiteX286" fmla="*/ 99060 w 425767"/>
                <a:gd name="connsiteY286" fmla="*/ 270986 h 305276"/>
                <a:gd name="connsiteX287" fmla="*/ 102394 w 425767"/>
                <a:gd name="connsiteY287" fmla="*/ 270986 h 305276"/>
                <a:gd name="connsiteX288" fmla="*/ 100965 w 425767"/>
                <a:gd name="connsiteY288" fmla="*/ 271463 h 305276"/>
                <a:gd name="connsiteX289" fmla="*/ 98584 w 425767"/>
                <a:gd name="connsiteY289" fmla="*/ 273367 h 305276"/>
                <a:gd name="connsiteX290" fmla="*/ 95726 w 425767"/>
                <a:gd name="connsiteY290" fmla="*/ 278130 h 305276"/>
                <a:gd name="connsiteX291" fmla="*/ 96679 w 425767"/>
                <a:gd name="connsiteY291" fmla="*/ 281464 h 305276"/>
                <a:gd name="connsiteX292" fmla="*/ 100489 w 425767"/>
                <a:gd name="connsiteY292" fmla="*/ 282892 h 305276"/>
                <a:gd name="connsiteX293" fmla="*/ 100965 w 425767"/>
                <a:gd name="connsiteY293" fmla="*/ 284321 h 305276"/>
                <a:gd name="connsiteX294" fmla="*/ 100489 w 425767"/>
                <a:gd name="connsiteY294" fmla="*/ 285750 h 305276"/>
                <a:gd name="connsiteX295" fmla="*/ 101918 w 425767"/>
                <a:gd name="connsiteY295" fmla="*/ 289560 h 305276"/>
                <a:gd name="connsiteX296" fmla="*/ 103823 w 425767"/>
                <a:gd name="connsiteY296" fmla="*/ 292894 h 305276"/>
                <a:gd name="connsiteX297" fmla="*/ 108109 w 425767"/>
                <a:gd name="connsiteY297" fmla="*/ 298609 h 305276"/>
                <a:gd name="connsiteX298" fmla="*/ 110966 w 425767"/>
                <a:gd name="connsiteY298" fmla="*/ 299085 h 305276"/>
                <a:gd name="connsiteX299" fmla="*/ 116205 w 425767"/>
                <a:gd name="connsiteY299" fmla="*/ 302895 h 305276"/>
                <a:gd name="connsiteX300" fmla="*/ 122396 w 425767"/>
                <a:gd name="connsiteY300" fmla="*/ 305276 h 305276"/>
                <a:gd name="connsiteX301" fmla="*/ 124777 w 425767"/>
                <a:gd name="connsiteY301" fmla="*/ 304800 h 305276"/>
                <a:gd name="connsiteX302" fmla="*/ 127635 w 425767"/>
                <a:gd name="connsiteY302" fmla="*/ 303371 h 305276"/>
                <a:gd name="connsiteX303" fmla="*/ 128111 w 425767"/>
                <a:gd name="connsiteY303" fmla="*/ 300514 h 305276"/>
                <a:gd name="connsiteX304" fmla="*/ 129540 w 425767"/>
                <a:gd name="connsiteY304" fmla="*/ 300038 h 305276"/>
                <a:gd name="connsiteX305" fmla="*/ 130493 w 425767"/>
                <a:gd name="connsiteY305" fmla="*/ 300990 h 305276"/>
                <a:gd name="connsiteX306" fmla="*/ 130969 w 425767"/>
                <a:gd name="connsiteY306" fmla="*/ 300990 h 305276"/>
                <a:gd name="connsiteX307" fmla="*/ 131921 w 425767"/>
                <a:gd name="connsiteY307" fmla="*/ 297180 h 305276"/>
                <a:gd name="connsiteX308" fmla="*/ 135255 w 425767"/>
                <a:gd name="connsiteY308" fmla="*/ 291941 h 305276"/>
                <a:gd name="connsiteX309" fmla="*/ 137160 w 425767"/>
                <a:gd name="connsiteY309" fmla="*/ 290036 h 305276"/>
                <a:gd name="connsiteX310" fmla="*/ 145256 w 425767"/>
                <a:gd name="connsiteY310" fmla="*/ 287179 h 305276"/>
                <a:gd name="connsiteX311" fmla="*/ 154305 w 425767"/>
                <a:gd name="connsiteY311" fmla="*/ 287179 h 305276"/>
                <a:gd name="connsiteX312" fmla="*/ 160020 w 425767"/>
                <a:gd name="connsiteY312" fmla="*/ 282416 h 305276"/>
                <a:gd name="connsiteX313" fmla="*/ 162401 w 425767"/>
                <a:gd name="connsiteY313" fmla="*/ 279559 h 305276"/>
                <a:gd name="connsiteX314" fmla="*/ 164782 w 425767"/>
                <a:gd name="connsiteY314" fmla="*/ 279082 h 305276"/>
                <a:gd name="connsiteX315" fmla="*/ 183356 w 425767"/>
                <a:gd name="connsiteY315" fmla="*/ 277654 h 305276"/>
                <a:gd name="connsiteX316" fmla="*/ 191929 w 425767"/>
                <a:gd name="connsiteY316" fmla="*/ 278130 h 305276"/>
                <a:gd name="connsiteX317" fmla="*/ 197168 w 425767"/>
                <a:gd name="connsiteY317" fmla="*/ 279559 h 305276"/>
                <a:gd name="connsiteX318" fmla="*/ 202882 w 425767"/>
                <a:gd name="connsiteY318" fmla="*/ 277654 h 305276"/>
                <a:gd name="connsiteX319" fmla="*/ 206693 w 425767"/>
                <a:gd name="connsiteY319" fmla="*/ 277654 h 305276"/>
                <a:gd name="connsiteX320" fmla="*/ 215265 w 425767"/>
                <a:gd name="connsiteY320" fmla="*/ 278130 h 305276"/>
                <a:gd name="connsiteX321" fmla="*/ 219075 w 425767"/>
                <a:gd name="connsiteY321" fmla="*/ 279082 h 305276"/>
                <a:gd name="connsiteX322" fmla="*/ 222885 w 425767"/>
                <a:gd name="connsiteY322" fmla="*/ 277654 h 305276"/>
                <a:gd name="connsiteX323" fmla="*/ 225266 w 425767"/>
                <a:gd name="connsiteY323" fmla="*/ 275272 h 305276"/>
                <a:gd name="connsiteX324" fmla="*/ 230029 w 425767"/>
                <a:gd name="connsiteY324" fmla="*/ 274320 h 305276"/>
                <a:gd name="connsiteX325" fmla="*/ 235268 w 425767"/>
                <a:gd name="connsiteY325" fmla="*/ 274796 h 305276"/>
                <a:gd name="connsiteX326" fmla="*/ 239077 w 425767"/>
                <a:gd name="connsiteY326" fmla="*/ 277654 h 305276"/>
                <a:gd name="connsiteX327" fmla="*/ 241459 w 425767"/>
                <a:gd name="connsiteY327" fmla="*/ 276225 h 305276"/>
                <a:gd name="connsiteX328" fmla="*/ 247174 w 425767"/>
                <a:gd name="connsiteY328" fmla="*/ 269557 h 305276"/>
                <a:gd name="connsiteX329" fmla="*/ 251936 w 425767"/>
                <a:gd name="connsiteY329" fmla="*/ 258604 h 305276"/>
                <a:gd name="connsiteX330" fmla="*/ 257175 w 425767"/>
                <a:gd name="connsiteY330" fmla="*/ 252413 h 305276"/>
                <a:gd name="connsiteX331" fmla="*/ 267652 w 425767"/>
                <a:gd name="connsiteY331" fmla="*/ 245745 h 305276"/>
                <a:gd name="connsiteX332" fmla="*/ 280988 w 425767"/>
                <a:gd name="connsiteY332" fmla="*/ 245269 h 305276"/>
                <a:gd name="connsiteX333" fmla="*/ 284798 w 425767"/>
                <a:gd name="connsiteY333" fmla="*/ 244792 h 305276"/>
                <a:gd name="connsiteX334" fmla="*/ 286702 w 425767"/>
                <a:gd name="connsiteY334" fmla="*/ 244316 h 305276"/>
                <a:gd name="connsiteX335" fmla="*/ 288607 w 425767"/>
                <a:gd name="connsiteY335" fmla="*/ 242888 h 305276"/>
                <a:gd name="connsiteX336" fmla="*/ 285274 w 425767"/>
                <a:gd name="connsiteY336" fmla="*/ 239554 h 305276"/>
                <a:gd name="connsiteX337" fmla="*/ 285750 w 425767"/>
                <a:gd name="connsiteY337" fmla="*/ 237172 h 305276"/>
                <a:gd name="connsiteX338" fmla="*/ 287655 w 425767"/>
                <a:gd name="connsiteY338" fmla="*/ 233839 h 305276"/>
                <a:gd name="connsiteX339" fmla="*/ 288131 w 425767"/>
                <a:gd name="connsiteY339" fmla="*/ 232410 h 305276"/>
                <a:gd name="connsiteX340" fmla="*/ 290036 w 425767"/>
                <a:gd name="connsiteY340" fmla="*/ 228124 h 305276"/>
                <a:gd name="connsiteX341" fmla="*/ 291465 w 425767"/>
                <a:gd name="connsiteY341" fmla="*/ 221932 h 305276"/>
                <a:gd name="connsiteX342" fmla="*/ 294799 w 425767"/>
                <a:gd name="connsiteY342" fmla="*/ 220028 h 305276"/>
                <a:gd name="connsiteX343" fmla="*/ 295751 w 425767"/>
                <a:gd name="connsiteY343" fmla="*/ 215741 h 305276"/>
                <a:gd name="connsiteX344" fmla="*/ 300514 w 425767"/>
                <a:gd name="connsiteY344" fmla="*/ 210979 h 305276"/>
                <a:gd name="connsiteX345" fmla="*/ 311468 w 425767"/>
                <a:gd name="connsiteY345" fmla="*/ 205264 h 305276"/>
                <a:gd name="connsiteX346" fmla="*/ 318135 w 425767"/>
                <a:gd name="connsiteY346" fmla="*/ 200978 h 305276"/>
                <a:gd name="connsiteX347" fmla="*/ 320516 w 425767"/>
                <a:gd name="connsiteY347" fmla="*/ 198596 h 305276"/>
                <a:gd name="connsiteX348" fmla="*/ 319088 w 425767"/>
                <a:gd name="connsiteY348" fmla="*/ 196215 h 305276"/>
                <a:gd name="connsiteX349" fmla="*/ 312420 w 425767"/>
                <a:gd name="connsiteY349" fmla="*/ 193834 h 305276"/>
                <a:gd name="connsiteX350" fmla="*/ 309086 w 425767"/>
                <a:gd name="connsiteY350" fmla="*/ 190976 h 305276"/>
                <a:gd name="connsiteX351" fmla="*/ 306705 w 425767"/>
                <a:gd name="connsiteY351" fmla="*/ 187166 h 305276"/>
                <a:gd name="connsiteX352" fmla="*/ 302419 w 425767"/>
                <a:gd name="connsiteY352" fmla="*/ 173355 h 305276"/>
                <a:gd name="connsiteX353" fmla="*/ 302419 w 425767"/>
                <a:gd name="connsiteY353" fmla="*/ 169069 h 305276"/>
                <a:gd name="connsiteX354" fmla="*/ 310991 w 425767"/>
                <a:gd name="connsiteY354" fmla="*/ 154781 h 305276"/>
                <a:gd name="connsiteX355" fmla="*/ 314801 w 425767"/>
                <a:gd name="connsiteY355" fmla="*/ 149066 h 305276"/>
                <a:gd name="connsiteX356" fmla="*/ 318611 w 425767"/>
                <a:gd name="connsiteY356" fmla="*/ 145256 h 305276"/>
                <a:gd name="connsiteX357" fmla="*/ 325755 w 425767"/>
                <a:gd name="connsiteY357" fmla="*/ 136684 h 305276"/>
                <a:gd name="connsiteX358" fmla="*/ 333851 w 425767"/>
                <a:gd name="connsiteY358" fmla="*/ 124777 h 305276"/>
                <a:gd name="connsiteX359" fmla="*/ 334804 w 425767"/>
                <a:gd name="connsiteY359" fmla="*/ 124301 h 305276"/>
                <a:gd name="connsiteX360" fmla="*/ 335756 w 425767"/>
                <a:gd name="connsiteY360" fmla="*/ 124777 h 305276"/>
                <a:gd name="connsiteX361" fmla="*/ 337661 w 425767"/>
                <a:gd name="connsiteY361" fmla="*/ 124301 h 305276"/>
                <a:gd name="connsiteX362" fmla="*/ 342424 w 425767"/>
                <a:gd name="connsiteY362" fmla="*/ 121920 h 305276"/>
                <a:gd name="connsiteX363" fmla="*/ 343376 w 425767"/>
                <a:gd name="connsiteY363" fmla="*/ 120491 h 305276"/>
                <a:gd name="connsiteX364" fmla="*/ 340043 w 425767"/>
                <a:gd name="connsiteY364" fmla="*/ 117157 h 305276"/>
                <a:gd name="connsiteX365" fmla="*/ 337185 w 425767"/>
                <a:gd name="connsiteY365" fmla="*/ 116205 h 305276"/>
                <a:gd name="connsiteX366" fmla="*/ 340519 w 425767"/>
                <a:gd name="connsiteY366" fmla="*/ 113347 h 305276"/>
                <a:gd name="connsiteX367" fmla="*/ 347663 w 425767"/>
                <a:gd name="connsiteY367" fmla="*/ 106680 h 305276"/>
                <a:gd name="connsiteX368" fmla="*/ 353377 w 425767"/>
                <a:gd name="connsiteY368" fmla="*/ 105251 h 305276"/>
                <a:gd name="connsiteX369" fmla="*/ 365760 w 425767"/>
                <a:gd name="connsiteY369" fmla="*/ 101441 h 305276"/>
                <a:gd name="connsiteX370" fmla="*/ 383381 w 425767"/>
                <a:gd name="connsiteY370" fmla="*/ 97631 h 305276"/>
                <a:gd name="connsiteX371" fmla="*/ 385286 w 425767"/>
                <a:gd name="connsiteY371" fmla="*/ 96202 h 305276"/>
                <a:gd name="connsiteX372" fmla="*/ 391001 w 425767"/>
                <a:gd name="connsiteY372" fmla="*/ 90488 h 305276"/>
                <a:gd name="connsiteX373" fmla="*/ 414814 w 425767"/>
                <a:gd name="connsiteY373" fmla="*/ 78581 h 305276"/>
                <a:gd name="connsiteX374" fmla="*/ 421005 w 425767"/>
                <a:gd name="connsiteY374" fmla="*/ 76676 h 30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425767" h="305276">
                  <a:moveTo>
                    <a:pt x="421005" y="76676"/>
                  </a:moveTo>
                  <a:lnTo>
                    <a:pt x="424339" y="73342"/>
                  </a:lnTo>
                  <a:lnTo>
                    <a:pt x="423863" y="67627"/>
                  </a:lnTo>
                  <a:lnTo>
                    <a:pt x="423386" y="66675"/>
                  </a:lnTo>
                  <a:lnTo>
                    <a:pt x="421481" y="65722"/>
                  </a:lnTo>
                  <a:lnTo>
                    <a:pt x="420529" y="64770"/>
                  </a:lnTo>
                  <a:lnTo>
                    <a:pt x="421005" y="60960"/>
                  </a:lnTo>
                  <a:lnTo>
                    <a:pt x="422910" y="60960"/>
                  </a:lnTo>
                  <a:lnTo>
                    <a:pt x="425768" y="60007"/>
                  </a:lnTo>
                  <a:lnTo>
                    <a:pt x="425291" y="57626"/>
                  </a:lnTo>
                  <a:lnTo>
                    <a:pt x="423863" y="56674"/>
                  </a:lnTo>
                  <a:lnTo>
                    <a:pt x="422910" y="54292"/>
                  </a:lnTo>
                  <a:lnTo>
                    <a:pt x="421005" y="54292"/>
                  </a:lnTo>
                  <a:lnTo>
                    <a:pt x="417671" y="53816"/>
                  </a:lnTo>
                  <a:lnTo>
                    <a:pt x="414814" y="52864"/>
                  </a:lnTo>
                  <a:lnTo>
                    <a:pt x="411956" y="53340"/>
                  </a:lnTo>
                  <a:lnTo>
                    <a:pt x="409575" y="54292"/>
                  </a:lnTo>
                  <a:lnTo>
                    <a:pt x="407194" y="54769"/>
                  </a:lnTo>
                  <a:lnTo>
                    <a:pt x="405765" y="54769"/>
                  </a:lnTo>
                  <a:lnTo>
                    <a:pt x="404813" y="55245"/>
                  </a:lnTo>
                  <a:lnTo>
                    <a:pt x="404336" y="56674"/>
                  </a:lnTo>
                  <a:lnTo>
                    <a:pt x="404336" y="57626"/>
                  </a:lnTo>
                  <a:lnTo>
                    <a:pt x="401479" y="57626"/>
                  </a:lnTo>
                  <a:lnTo>
                    <a:pt x="394811" y="55721"/>
                  </a:lnTo>
                  <a:lnTo>
                    <a:pt x="389096" y="54292"/>
                  </a:lnTo>
                  <a:lnTo>
                    <a:pt x="385763" y="55721"/>
                  </a:lnTo>
                  <a:lnTo>
                    <a:pt x="383381" y="57150"/>
                  </a:lnTo>
                  <a:lnTo>
                    <a:pt x="381952" y="57150"/>
                  </a:lnTo>
                  <a:lnTo>
                    <a:pt x="380524" y="55721"/>
                  </a:lnTo>
                  <a:lnTo>
                    <a:pt x="379571" y="54292"/>
                  </a:lnTo>
                  <a:lnTo>
                    <a:pt x="377190" y="52864"/>
                  </a:lnTo>
                  <a:lnTo>
                    <a:pt x="371951" y="50959"/>
                  </a:lnTo>
                  <a:lnTo>
                    <a:pt x="370999" y="51435"/>
                  </a:lnTo>
                  <a:lnTo>
                    <a:pt x="367665" y="52864"/>
                  </a:lnTo>
                  <a:lnTo>
                    <a:pt x="365760" y="53340"/>
                  </a:lnTo>
                  <a:lnTo>
                    <a:pt x="364331" y="53816"/>
                  </a:lnTo>
                  <a:lnTo>
                    <a:pt x="362902" y="53816"/>
                  </a:lnTo>
                  <a:lnTo>
                    <a:pt x="362426" y="52864"/>
                  </a:lnTo>
                  <a:lnTo>
                    <a:pt x="362426" y="51435"/>
                  </a:lnTo>
                  <a:lnTo>
                    <a:pt x="361950" y="50006"/>
                  </a:lnTo>
                  <a:lnTo>
                    <a:pt x="361474" y="49054"/>
                  </a:lnTo>
                  <a:lnTo>
                    <a:pt x="361950" y="47149"/>
                  </a:lnTo>
                  <a:lnTo>
                    <a:pt x="359093" y="43339"/>
                  </a:lnTo>
                  <a:lnTo>
                    <a:pt x="357188" y="42386"/>
                  </a:lnTo>
                  <a:lnTo>
                    <a:pt x="354330" y="42386"/>
                  </a:lnTo>
                  <a:lnTo>
                    <a:pt x="350996" y="41434"/>
                  </a:lnTo>
                  <a:lnTo>
                    <a:pt x="347663" y="40005"/>
                  </a:lnTo>
                  <a:lnTo>
                    <a:pt x="339090" y="37624"/>
                  </a:lnTo>
                  <a:lnTo>
                    <a:pt x="336709" y="37147"/>
                  </a:lnTo>
                  <a:lnTo>
                    <a:pt x="335756" y="37624"/>
                  </a:lnTo>
                  <a:lnTo>
                    <a:pt x="335280" y="39052"/>
                  </a:lnTo>
                  <a:lnTo>
                    <a:pt x="334804" y="43339"/>
                  </a:lnTo>
                  <a:lnTo>
                    <a:pt x="334327" y="43815"/>
                  </a:lnTo>
                  <a:lnTo>
                    <a:pt x="330518" y="43815"/>
                  </a:lnTo>
                  <a:lnTo>
                    <a:pt x="325755" y="43339"/>
                  </a:lnTo>
                  <a:lnTo>
                    <a:pt x="323374" y="43815"/>
                  </a:lnTo>
                  <a:lnTo>
                    <a:pt x="321469" y="43815"/>
                  </a:lnTo>
                  <a:lnTo>
                    <a:pt x="319564" y="42863"/>
                  </a:lnTo>
                  <a:lnTo>
                    <a:pt x="311468" y="44291"/>
                  </a:lnTo>
                  <a:lnTo>
                    <a:pt x="310039" y="43815"/>
                  </a:lnTo>
                  <a:lnTo>
                    <a:pt x="308134" y="41910"/>
                  </a:lnTo>
                  <a:lnTo>
                    <a:pt x="305752" y="40481"/>
                  </a:lnTo>
                  <a:lnTo>
                    <a:pt x="303848" y="39529"/>
                  </a:lnTo>
                  <a:lnTo>
                    <a:pt x="302419" y="38576"/>
                  </a:lnTo>
                  <a:lnTo>
                    <a:pt x="300990" y="38576"/>
                  </a:lnTo>
                  <a:lnTo>
                    <a:pt x="299085" y="39529"/>
                  </a:lnTo>
                  <a:lnTo>
                    <a:pt x="296227" y="40005"/>
                  </a:lnTo>
                  <a:lnTo>
                    <a:pt x="293846" y="40005"/>
                  </a:lnTo>
                  <a:lnTo>
                    <a:pt x="292418" y="40005"/>
                  </a:lnTo>
                  <a:lnTo>
                    <a:pt x="287179" y="35719"/>
                  </a:lnTo>
                  <a:lnTo>
                    <a:pt x="286226" y="34290"/>
                  </a:lnTo>
                  <a:lnTo>
                    <a:pt x="283845" y="33814"/>
                  </a:lnTo>
                  <a:lnTo>
                    <a:pt x="280511" y="33814"/>
                  </a:lnTo>
                  <a:lnTo>
                    <a:pt x="272415" y="30956"/>
                  </a:lnTo>
                  <a:lnTo>
                    <a:pt x="268605" y="29527"/>
                  </a:lnTo>
                  <a:lnTo>
                    <a:pt x="268129" y="28575"/>
                  </a:lnTo>
                  <a:lnTo>
                    <a:pt x="268129" y="27622"/>
                  </a:lnTo>
                  <a:lnTo>
                    <a:pt x="267652" y="27622"/>
                  </a:lnTo>
                  <a:lnTo>
                    <a:pt x="266700" y="29051"/>
                  </a:lnTo>
                  <a:lnTo>
                    <a:pt x="266224" y="30004"/>
                  </a:lnTo>
                  <a:lnTo>
                    <a:pt x="265271" y="30004"/>
                  </a:lnTo>
                  <a:lnTo>
                    <a:pt x="264319" y="30004"/>
                  </a:lnTo>
                  <a:lnTo>
                    <a:pt x="263366" y="29527"/>
                  </a:lnTo>
                  <a:lnTo>
                    <a:pt x="262890" y="28575"/>
                  </a:lnTo>
                  <a:lnTo>
                    <a:pt x="263843" y="27146"/>
                  </a:lnTo>
                  <a:lnTo>
                    <a:pt x="265271" y="25241"/>
                  </a:lnTo>
                  <a:lnTo>
                    <a:pt x="265748" y="23336"/>
                  </a:lnTo>
                  <a:lnTo>
                    <a:pt x="265748" y="21431"/>
                  </a:lnTo>
                  <a:lnTo>
                    <a:pt x="263843" y="20479"/>
                  </a:lnTo>
                  <a:lnTo>
                    <a:pt x="260985" y="20002"/>
                  </a:lnTo>
                  <a:lnTo>
                    <a:pt x="258604" y="20002"/>
                  </a:lnTo>
                  <a:lnTo>
                    <a:pt x="255746" y="19050"/>
                  </a:lnTo>
                  <a:lnTo>
                    <a:pt x="254318" y="18097"/>
                  </a:lnTo>
                  <a:lnTo>
                    <a:pt x="252889" y="16192"/>
                  </a:lnTo>
                  <a:lnTo>
                    <a:pt x="252889" y="14764"/>
                  </a:lnTo>
                  <a:lnTo>
                    <a:pt x="251936" y="15240"/>
                  </a:lnTo>
                  <a:lnTo>
                    <a:pt x="246221" y="17621"/>
                  </a:lnTo>
                  <a:lnTo>
                    <a:pt x="239077" y="18574"/>
                  </a:lnTo>
                  <a:lnTo>
                    <a:pt x="234315" y="18097"/>
                  </a:lnTo>
                  <a:lnTo>
                    <a:pt x="225266" y="14764"/>
                  </a:lnTo>
                  <a:lnTo>
                    <a:pt x="216218" y="12859"/>
                  </a:lnTo>
                  <a:lnTo>
                    <a:pt x="213836" y="13335"/>
                  </a:lnTo>
                  <a:lnTo>
                    <a:pt x="210502" y="16192"/>
                  </a:lnTo>
                  <a:lnTo>
                    <a:pt x="197644" y="12859"/>
                  </a:lnTo>
                  <a:lnTo>
                    <a:pt x="193834" y="10477"/>
                  </a:lnTo>
                  <a:lnTo>
                    <a:pt x="190976" y="10001"/>
                  </a:lnTo>
                  <a:lnTo>
                    <a:pt x="185261" y="11906"/>
                  </a:lnTo>
                  <a:lnTo>
                    <a:pt x="181451" y="10954"/>
                  </a:lnTo>
                  <a:lnTo>
                    <a:pt x="177165" y="12382"/>
                  </a:lnTo>
                  <a:lnTo>
                    <a:pt x="167164" y="14288"/>
                  </a:lnTo>
                  <a:lnTo>
                    <a:pt x="160020" y="14288"/>
                  </a:lnTo>
                  <a:lnTo>
                    <a:pt x="140018" y="10954"/>
                  </a:lnTo>
                  <a:lnTo>
                    <a:pt x="132874" y="9049"/>
                  </a:lnTo>
                  <a:lnTo>
                    <a:pt x="120968" y="7620"/>
                  </a:lnTo>
                  <a:lnTo>
                    <a:pt x="114776" y="5239"/>
                  </a:lnTo>
                  <a:lnTo>
                    <a:pt x="106680" y="7144"/>
                  </a:lnTo>
                  <a:lnTo>
                    <a:pt x="101918" y="6667"/>
                  </a:lnTo>
                  <a:lnTo>
                    <a:pt x="93345" y="7620"/>
                  </a:lnTo>
                  <a:lnTo>
                    <a:pt x="88582" y="7144"/>
                  </a:lnTo>
                  <a:lnTo>
                    <a:pt x="79057" y="7620"/>
                  </a:lnTo>
                  <a:lnTo>
                    <a:pt x="73819" y="9049"/>
                  </a:lnTo>
                  <a:lnTo>
                    <a:pt x="67151" y="7144"/>
                  </a:lnTo>
                  <a:lnTo>
                    <a:pt x="62389" y="2857"/>
                  </a:lnTo>
                  <a:lnTo>
                    <a:pt x="59055" y="952"/>
                  </a:lnTo>
                  <a:lnTo>
                    <a:pt x="55721" y="1429"/>
                  </a:lnTo>
                  <a:lnTo>
                    <a:pt x="52388" y="0"/>
                  </a:lnTo>
                  <a:lnTo>
                    <a:pt x="47149" y="2381"/>
                  </a:lnTo>
                  <a:lnTo>
                    <a:pt x="41910" y="2857"/>
                  </a:lnTo>
                  <a:lnTo>
                    <a:pt x="37624" y="5715"/>
                  </a:lnTo>
                  <a:lnTo>
                    <a:pt x="33338" y="7620"/>
                  </a:lnTo>
                  <a:lnTo>
                    <a:pt x="32385" y="9049"/>
                  </a:lnTo>
                  <a:lnTo>
                    <a:pt x="33814" y="10954"/>
                  </a:lnTo>
                  <a:lnTo>
                    <a:pt x="33814" y="13335"/>
                  </a:lnTo>
                  <a:lnTo>
                    <a:pt x="30004" y="15240"/>
                  </a:lnTo>
                  <a:lnTo>
                    <a:pt x="27623" y="15716"/>
                  </a:lnTo>
                  <a:lnTo>
                    <a:pt x="23813" y="17621"/>
                  </a:lnTo>
                  <a:lnTo>
                    <a:pt x="19526" y="18574"/>
                  </a:lnTo>
                  <a:lnTo>
                    <a:pt x="12382" y="17621"/>
                  </a:lnTo>
                  <a:lnTo>
                    <a:pt x="7144" y="21431"/>
                  </a:lnTo>
                  <a:lnTo>
                    <a:pt x="4763" y="22384"/>
                  </a:lnTo>
                  <a:lnTo>
                    <a:pt x="1905" y="23813"/>
                  </a:lnTo>
                  <a:lnTo>
                    <a:pt x="0" y="29527"/>
                  </a:lnTo>
                  <a:lnTo>
                    <a:pt x="0" y="31909"/>
                  </a:lnTo>
                  <a:lnTo>
                    <a:pt x="1905" y="34766"/>
                  </a:lnTo>
                  <a:lnTo>
                    <a:pt x="3810" y="36671"/>
                  </a:lnTo>
                  <a:lnTo>
                    <a:pt x="6668" y="38576"/>
                  </a:lnTo>
                  <a:lnTo>
                    <a:pt x="10477" y="39052"/>
                  </a:lnTo>
                  <a:lnTo>
                    <a:pt x="10001" y="40481"/>
                  </a:lnTo>
                  <a:lnTo>
                    <a:pt x="6668" y="44767"/>
                  </a:lnTo>
                  <a:lnTo>
                    <a:pt x="6668" y="47625"/>
                  </a:lnTo>
                  <a:lnTo>
                    <a:pt x="8096" y="48101"/>
                  </a:lnTo>
                  <a:lnTo>
                    <a:pt x="14288" y="45720"/>
                  </a:lnTo>
                  <a:lnTo>
                    <a:pt x="14764" y="47149"/>
                  </a:lnTo>
                  <a:lnTo>
                    <a:pt x="14288" y="48577"/>
                  </a:lnTo>
                  <a:lnTo>
                    <a:pt x="14288" y="52388"/>
                  </a:lnTo>
                  <a:lnTo>
                    <a:pt x="15716" y="53816"/>
                  </a:lnTo>
                  <a:lnTo>
                    <a:pt x="17145" y="54769"/>
                  </a:lnTo>
                  <a:lnTo>
                    <a:pt x="15716" y="57150"/>
                  </a:lnTo>
                  <a:lnTo>
                    <a:pt x="14288" y="58102"/>
                  </a:lnTo>
                  <a:lnTo>
                    <a:pt x="14288" y="60007"/>
                  </a:lnTo>
                  <a:lnTo>
                    <a:pt x="17145" y="60007"/>
                  </a:lnTo>
                  <a:lnTo>
                    <a:pt x="18574" y="60484"/>
                  </a:lnTo>
                  <a:lnTo>
                    <a:pt x="15716" y="62865"/>
                  </a:lnTo>
                  <a:lnTo>
                    <a:pt x="11906" y="67151"/>
                  </a:lnTo>
                  <a:lnTo>
                    <a:pt x="12382" y="73342"/>
                  </a:lnTo>
                  <a:lnTo>
                    <a:pt x="13335" y="74295"/>
                  </a:lnTo>
                  <a:lnTo>
                    <a:pt x="15716" y="73819"/>
                  </a:lnTo>
                  <a:lnTo>
                    <a:pt x="19050" y="70961"/>
                  </a:lnTo>
                  <a:lnTo>
                    <a:pt x="22384" y="69056"/>
                  </a:lnTo>
                  <a:lnTo>
                    <a:pt x="24289" y="68580"/>
                  </a:lnTo>
                  <a:lnTo>
                    <a:pt x="31432" y="66675"/>
                  </a:lnTo>
                  <a:lnTo>
                    <a:pt x="33338" y="65722"/>
                  </a:lnTo>
                  <a:lnTo>
                    <a:pt x="35243" y="65722"/>
                  </a:lnTo>
                  <a:lnTo>
                    <a:pt x="35719" y="66675"/>
                  </a:lnTo>
                  <a:lnTo>
                    <a:pt x="36671" y="68580"/>
                  </a:lnTo>
                  <a:lnTo>
                    <a:pt x="37624" y="70009"/>
                  </a:lnTo>
                  <a:lnTo>
                    <a:pt x="38100" y="70961"/>
                  </a:lnTo>
                  <a:lnTo>
                    <a:pt x="35243" y="74771"/>
                  </a:lnTo>
                  <a:lnTo>
                    <a:pt x="34766" y="76200"/>
                  </a:lnTo>
                  <a:lnTo>
                    <a:pt x="36195" y="78581"/>
                  </a:lnTo>
                  <a:lnTo>
                    <a:pt x="36671" y="79057"/>
                  </a:lnTo>
                  <a:lnTo>
                    <a:pt x="37624" y="79534"/>
                  </a:lnTo>
                  <a:lnTo>
                    <a:pt x="39529" y="79534"/>
                  </a:lnTo>
                  <a:lnTo>
                    <a:pt x="42863" y="78105"/>
                  </a:lnTo>
                  <a:lnTo>
                    <a:pt x="45244" y="76676"/>
                  </a:lnTo>
                  <a:lnTo>
                    <a:pt x="46196" y="77152"/>
                  </a:lnTo>
                  <a:lnTo>
                    <a:pt x="53340" y="76200"/>
                  </a:lnTo>
                  <a:lnTo>
                    <a:pt x="54769" y="76676"/>
                  </a:lnTo>
                  <a:lnTo>
                    <a:pt x="55721" y="77152"/>
                  </a:lnTo>
                  <a:lnTo>
                    <a:pt x="59055" y="78105"/>
                  </a:lnTo>
                  <a:lnTo>
                    <a:pt x="62865" y="78105"/>
                  </a:lnTo>
                  <a:lnTo>
                    <a:pt x="67627" y="76676"/>
                  </a:lnTo>
                  <a:lnTo>
                    <a:pt x="69532" y="75247"/>
                  </a:lnTo>
                  <a:lnTo>
                    <a:pt x="70009" y="73819"/>
                  </a:lnTo>
                  <a:lnTo>
                    <a:pt x="70009" y="72866"/>
                  </a:lnTo>
                  <a:lnTo>
                    <a:pt x="70485" y="72390"/>
                  </a:lnTo>
                  <a:lnTo>
                    <a:pt x="71438" y="71914"/>
                  </a:lnTo>
                  <a:lnTo>
                    <a:pt x="72866" y="72390"/>
                  </a:lnTo>
                  <a:lnTo>
                    <a:pt x="75248" y="72866"/>
                  </a:lnTo>
                  <a:lnTo>
                    <a:pt x="80963" y="72866"/>
                  </a:lnTo>
                  <a:lnTo>
                    <a:pt x="81915" y="71914"/>
                  </a:lnTo>
                  <a:lnTo>
                    <a:pt x="83820" y="71914"/>
                  </a:lnTo>
                  <a:lnTo>
                    <a:pt x="86201" y="72866"/>
                  </a:lnTo>
                  <a:lnTo>
                    <a:pt x="89059" y="72390"/>
                  </a:lnTo>
                  <a:lnTo>
                    <a:pt x="90488" y="73342"/>
                  </a:lnTo>
                  <a:lnTo>
                    <a:pt x="90964" y="74771"/>
                  </a:lnTo>
                  <a:lnTo>
                    <a:pt x="90964" y="78105"/>
                  </a:lnTo>
                  <a:lnTo>
                    <a:pt x="90964" y="81439"/>
                  </a:lnTo>
                  <a:lnTo>
                    <a:pt x="91440" y="82867"/>
                  </a:lnTo>
                  <a:lnTo>
                    <a:pt x="93345" y="83344"/>
                  </a:lnTo>
                  <a:lnTo>
                    <a:pt x="96679" y="83344"/>
                  </a:lnTo>
                  <a:lnTo>
                    <a:pt x="99536" y="84296"/>
                  </a:lnTo>
                  <a:lnTo>
                    <a:pt x="101918" y="85725"/>
                  </a:lnTo>
                  <a:lnTo>
                    <a:pt x="102870" y="87154"/>
                  </a:lnTo>
                  <a:lnTo>
                    <a:pt x="103346" y="88106"/>
                  </a:lnTo>
                  <a:lnTo>
                    <a:pt x="102394" y="88582"/>
                  </a:lnTo>
                  <a:lnTo>
                    <a:pt x="100965" y="90964"/>
                  </a:lnTo>
                  <a:lnTo>
                    <a:pt x="97155" y="94297"/>
                  </a:lnTo>
                  <a:lnTo>
                    <a:pt x="91440" y="97155"/>
                  </a:lnTo>
                  <a:lnTo>
                    <a:pt x="87154" y="100965"/>
                  </a:lnTo>
                  <a:lnTo>
                    <a:pt x="84296" y="105251"/>
                  </a:lnTo>
                  <a:lnTo>
                    <a:pt x="80486" y="107156"/>
                  </a:lnTo>
                  <a:lnTo>
                    <a:pt x="79534" y="108109"/>
                  </a:lnTo>
                  <a:lnTo>
                    <a:pt x="79057" y="109061"/>
                  </a:lnTo>
                  <a:lnTo>
                    <a:pt x="81439" y="114300"/>
                  </a:lnTo>
                  <a:lnTo>
                    <a:pt x="82391" y="118110"/>
                  </a:lnTo>
                  <a:lnTo>
                    <a:pt x="82868" y="122872"/>
                  </a:lnTo>
                  <a:lnTo>
                    <a:pt x="82391" y="124301"/>
                  </a:lnTo>
                  <a:lnTo>
                    <a:pt x="82391" y="129540"/>
                  </a:lnTo>
                  <a:lnTo>
                    <a:pt x="81915" y="130969"/>
                  </a:lnTo>
                  <a:lnTo>
                    <a:pt x="81915" y="132397"/>
                  </a:lnTo>
                  <a:lnTo>
                    <a:pt x="82868" y="133826"/>
                  </a:lnTo>
                  <a:lnTo>
                    <a:pt x="83344" y="135255"/>
                  </a:lnTo>
                  <a:lnTo>
                    <a:pt x="81915" y="137160"/>
                  </a:lnTo>
                  <a:lnTo>
                    <a:pt x="79057" y="139065"/>
                  </a:lnTo>
                  <a:lnTo>
                    <a:pt x="76676" y="140970"/>
                  </a:lnTo>
                  <a:lnTo>
                    <a:pt x="76200" y="142399"/>
                  </a:lnTo>
                  <a:lnTo>
                    <a:pt x="76200" y="143351"/>
                  </a:lnTo>
                  <a:lnTo>
                    <a:pt x="80010" y="146685"/>
                  </a:lnTo>
                  <a:lnTo>
                    <a:pt x="80486" y="148114"/>
                  </a:lnTo>
                  <a:lnTo>
                    <a:pt x="80010" y="151447"/>
                  </a:lnTo>
                  <a:lnTo>
                    <a:pt x="77629" y="157163"/>
                  </a:lnTo>
                  <a:lnTo>
                    <a:pt x="75724" y="160496"/>
                  </a:lnTo>
                  <a:lnTo>
                    <a:pt x="75248" y="160972"/>
                  </a:lnTo>
                  <a:lnTo>
                    <a:pt x="72866" y="161925"/>
                  </a:lnTo>
                  <a:lnTo>
                    <a:pt x="61436" y="161925"/>
                  </a:lnTo>
                  <a:lnTo>
                    <a:pt x="58579" y="162877"/>
                  </a:lnTo>
                  <a:lnTo>
                    <a:pt x="59055" y="163354"/>
                  </a:lnTo>
                  <a:lnTo>
                    <a:pt x="61913" y="167640"/>
                  </a:lnTo>
                  <a:lnTo>
                    <a:pt x="64770" y="170021"/>
                  </a:lnTo>
                  <a:lnTo>
                    <a:pt x="65723" y="170497"/>
                  </a:lnTo>
                  <a:lnTo>
                    <a:pt x="66675" y="175736"/>
                  </a:lnTo>
                  <a:lnTo>
                    <a:pt x="71438" y="183832"/>
                  </a:lnTo>
                  <a:lnTo>
                    <a:pt x="75724" y="184785"/>
                  </a:lnTo>
                  <a:lnTo>
                    <a:pt x="77152" y="186690"/>
                  </a:lnTo>
                  <a:lnTo>
                    <a:pt x="76676" y="189547"/>
                  </a:lnTo>
                  <a:lnTo>
                    <a:pt x="75248" y="192405"/>
                  </a:lnTo>
                  <a:lnTo>
                    <a:pt x="72390" y="195739"/>
                  </a:lnTo>
                  <a:lnTo>
                    <a:pt x="69056" y="198120"/>
                  </a:lnTo>
                  <a:lnTo>
                    <a:pt x="67151" y="200501"/>
                  </a:lnTo>
                  <a:lnTo>
                    <a:pt x="67151" y="202882"/>
                  </a:lnTo>
                  <a:lnTo>
                    <a:pt x="66675" y="206216"/>
                  </a:lnTo>
                  <a:lnTo>
                    <a:pt x="65723" y="208597"/>
                  </a:lnTo>
                  <a:lnTo>
                    <a:pt x="65246" y="210503"/>
                  </a:lnTo>
                  <a:lnTo>
                    <a:pt x="73343" y="221456"/>
                  </a:lnTo>
                  <a:lnTo>
                    <a:pt x="77629" y="220980"/>
                  </a:lnTo>
                  <a:lnTo>
                    <a:pt x="78105" y="221456"/>
                  </a:lnTo>
                  <a:lnTo>
                    <a:pt x="77152" y="223838"/>
                  </a:lnTo>
                  <a:lnTo>
                    <a:pt x="75724" y="226695"/>
                  </a:lnTo>
                  <a:lnTo>
                    <a:pt x="73819" y="227171"/>
                  </a:lnTo>
                  <a:lnTo>
                    <a:pt x="70009" y="228124"/>
                  </a:lnTo>
                  <a:lnTo>
                    <a:pt x="66199" y="231934"/>
                  </a:lnTo>
                  <a:lnTo>
                    <a:pt x="63341" y="236696"/>
                  </a:lnTo>
                  <a:lnTo>
                    <a:pt x="60960" y="239078"/>
                  </a:lnTo>
                  <a:lnTo>
                    <a:pt x="59055" y="244792"/>
                  </a:lnTo>
                  <a:lnTo>
                    <a:pt x="59531" y="247174"/>
                  </a:lnTo>
                  <a:lnTo>
                    <a:pt x="60484" y="250984"/>
                  </a:lnTo>
                  <a:lnTo>
                    <a:pt x="62389" y="260509"/>
                  </a:lnTo>
                  <a:lnTo>
                    <a:pt x="70485" y="259556"/>
                  </a:lnTo>
                  <a:lnTo>
                    <a:pt x="77152" y="260032"/>
                  </a:lnTo>
                  <a:lnTo>
                    <a:pt x="78581" y="259556"/>
                  </a:lnTo>
                  <a:lnTo>
                    <a:pt x="80963" y="257175"/>
                  </a:lnTo>
                  <a:lnTo>
                    <a:pt x="80963" y="258128"/>
                  </a:lnTo>
                  <a:lnTo>
                    <a:pt x="80010" y="260032"/>
                  </a:lnTo>
                  <a:lnTo>
                    <a:pt x="93345" y="269081"/>
                  </a:lnTo>
                  <a:lnTo>
                    <a:pt x="96679" y="273844"/>
                  </a:lnTo>
                  <a:lnTo>
                    <a:pt x="99060" y="270986"/>
                  </a:lnTo>
                  <a:lnTo>
                    <a:pt x="102394" y="270986"/>
                  </a:lnTo>
                  <a:lnTo>
                    <a:pt x="100965" y="271463"/>
                  </a:lnTo>
                  <a:lnTo>
                    <a:pt x="98584" y="273367"/>
                  </a:lnTo>
                  <a:lnTo>
                    <a:pt x="95726" y="278130"/>
                  </a:lnTo>
                  <a:lnTo>
                    <a:pt x="96679" y="281464"/>
                  </a:lnTo>
                  <a:lnTo>
                    <a:pt x="100489" y="282892"/>
                  </a:lnTo>
                  <a:lnTo>
                    <a:pt x="100965" y="284321"/>
                  </a:lnTo>
                  <a:lnTo>
                    <a:pt x="100489" y="285750"/>
                  </a:lnTo>
                  <a:lnTo>
                    <a:pt x="101918" y="289560"/>
                  </a:lnTo>
                  <a:lnTo>
                    <a:pt x="103823" y="292894"/>
                  </a:lnTo>
                  <a:lnTo>
                    <a:pt x="108109" y="298609"/>
                  </a:lnTo>
                  <a:lnTo>
                    <a:pt x="110966" y="299085"/>
                  </a:lnTo>
                  <a:lnTo>
                    <a:pt x="116205" y="302895"/>
                  </a:lnTo>
                  <a:lnTo>
                    <a:pt x="122396" y="305276"/>
                  </a:lnTo>
                  <a:lnTo>
                    <a:pt x="124777" y="304800"/>
                  </a:lnTo>
                  <a:lnTo>
                    <a:pt x="127635" y="303371"/>
                  </a:lnTo>
                  <a:lnTo>
                    <a:pt x="128111" y="300514"/>
                  </a:lnTo>
                  <a:lnTo>
                    <a:pt x="129540" y="300038"/>
                  </a:lnTo>
                  <a:lnTo>
                    <a:pt x="130493" y="300990"/>
                  </a:lnTo>
                  <a:lnTo>
                    <a:pt x="130969" y="300990"/>
                  </a:lnTo>
                  <a:lnTo>
                    <a:pt x="131921" y="297180"/>
                  </a:lnTo>
                  <a:lnTo>
                    <a:pt x="135255" y="291941"/>
                  </a:lnTo>
                  <a:lnTo>
                    <a:pt x="137160" y="290036"/>
                  </a:lnTo>
                  <a:lnTo>
                    <a:pt x="145256" y="287179"/>
                  </a:lnTo>
                  <a:lnTo>
                    <a:pt x="154305" y="287179"/>
                  </a:lnTo>
                  <a:lnTo>
                    <a:pt x="160020" y="282416"/>
                  </a:lnTo>
                  <a:lnTo>
                    <a:pt x="162401" y="279559"/>
                  </a:lnTo>
                  <a:lnTo>
                    <a:pt x="164782" y="279082"/>
                  </a:lnTo>
                  <a:lnTo>
                    <a:pt x="183356" y="277654"/>
                  </a:lnTo>
                  <a:lnTo>
                    <a:pt x="191929" y="278130"/>
                  </a:lnTo>
                  <a:lnTo>
                    <a:pt x="197168" y="279559"/>
                  </a:lnTo>
                  <a:lnTo>
                    <a:pt x="202882" y="277654"/>
                  </a:lnTo>
                  <a:lnTo>
                    <a:pt x="206693" y="277654"/>
                  </a:lnTo>
                  <a:lnTo>
                    <a:pt x="215265" y="278130"/>
                  </a:lnTo>
                  <a:lnTo>
                    <a:pt x="219075" y="279082"/>
                  </a:lnTo>
                  <a:lnTo>
                    <a:pt x="222885" y="277654"/>
                  </a:lnTo>
                  <a:lnTo>
                    <a:pt x="225266" y="275272"/>
                  </a:lnTo>
                  <a:lnTo>
                    <a:pt x="230029" y="274320"/>
                  </a:lnTo>
                  <a:lnTo>
                    <a:pt x="235268" y="274796"/>
                  </a:lnTo>
                  <a:lnTo>
                    <a:pt x="239077" y="277654"/>
                  </a:lnTo>
                  <a:lnTo>
                    <a:pt x="241459" y="276225"/>
                  </a:lnTo>
                  <a:lnTo>
                    <a:pt x="247174" y="269557"/>
                  </a:lnTo>
                  <a:lnTo>
                    <a:pt x="251936" y="258604"/>
                  </a:lnTo>
                  <a:lnTo>
                    <a:pt x="257175" y="252413"/>
                  </a:lnTo>
                  <a:lnTo>
                    <a:pt x="267652" y="245745"/>
                  </a:lnTo>
                  <a:lnTo>
                    <a:pt x="280988" y="245269"/>
                  </a:lnTo>
                  <a:lnTo>
                    <a:pt x="284798" y="244792"/>
                  </a:lnTo>
                  <a:lnTo>
                    <a:pt x="286702" y="244316"/>
                  </a:lnTo>
                  <a:lnTo>
                    <a:pt x="288607" y="242888"/>
                  </a:lnTo>
                  <a:lnTo>
                    <a:pt x="285274" y="239554"/>
                  </a:lnTo>
                  <a:lnTo>
                    <a:pt x="285750" y="237172"/>
                  </a:lnTo>
                  <a:lnTo>
                    <a:pt x="287655" y="233839"/>
                  </a:lnTo>
                  <a:lnTo>
                    <a:pt x="288131" y="232410"/>
                  </a:lnTo>
                  <a:lnTo>
                    <a:pt x="290036" y="228124"/>
                  </a:lnTo>
                  <a:lnTo>
                    <a:pt x="291465" y="221932"/>
                  </a:lnTo>
                  <a:lnTo>
                    <a:pt x="294799" y="220028"/>
                  </a:lnTo>
                  <a:lnTo>
                    <a:pt x="295751" y="215741"/>
                  </a:lnTo>
                  <a:lnTo>
                    <a:pt x="300514" y="210979"/>
                  </a:lnTo>
                  <a:lnTo>
                    <a:pt x="311468" y="205264"/>
                  </a:lnTo>
                  <a:lnTo>
                    <a:pt x="318135" y="200978"/>
                  </a:lnTo>
                  <a:lnTo>
                    <a:pt x="320516" y="198596"/>
                  </a:lnTo>
                  <a:lnTo>
                    <a:pt x="319088" y="196215"/>
                  </a:lnTo>
                  <a:lnTo>
                    <a:pt x="312420" y="193834"/>
                  </a:lnTo>
                  <a:lnTo>
                    <a:pt x="309086" y="190976"/>
                  </a:lnTo>
                  <a:lnTo>
                    <a:pt x="306705" y="187166"/>
                  </a:lnTo>
                  <a:lnTo>
                    <a:pt x="302419" y="173355"/>
                  </a:lnTo>
                  <a:lnTo>
                    <a:pt x="302419" y="169069"/>
                  </a:lnTo>
                  <a:lnTo>
                    <a:pt x="310991" y="154781"/>
                  </a:lnTo>
                  <a:lnTo>
                    <a:pt x="314801" y="149066"/>
                  </a:lnTo>
                  <a:lnTo>
                    <a:pt x="318611" y="145256"/>
                  </a:lnTo>
                  <a:lnTo>
                    <a:pt x="325755" y="136684"/>
                  </a:lnTo>
                  <a:lnTo>
                    <a:pt x="333851" y="124777"/>
                  </a:lnTo>
                  <a:lnTo>
                    <a:pt x="334804" y="124301"/>
                  </a:lnTo>
                  <a:lnTo>
                    <a:pt x="335756" y="124777"/>
                  </a:lnTo>
                  <a:lnTo>
                    <a:pt x="337661" y="124301"/>
                  </a:lnTo>
                  <a:lnTo>
                    <a:pt x="342424" y="121920"/>
                  </a:lnTo>
                  <a:lnTo>
                    <a:pt x="343376" y="120491"/>
                  </a:lnTo>
                  <a:lnTo>
                    <a:pt x="340043" y="117157"/>
                  </a:lnTo>
                  <a:lnTo>
                    <a:pt x="337185" y="116205"/>
                  </a:lnTo>
                  <a:lnTo>
                    <a:pt x="340519" y="113347"/>
                  </a:lnTo>
                  <a:lnTo>
                    <a:pt x="347663" y="106680"/>
                  </a:lnTo>
                  <a:lnTo>
                    <a:pt x="353377" y="105251"/>
                  </a:lnTo>
                  <a:lnTo>
                    <a:pt x="365760" y="101441"/>
                  </a:lnTo>
                  <a:lnTo>
                    <a:pt x="383381" y="97631"/>
                  </a:lnTo>
                  <a:lnTo>
                    <a:pt x="385286" y="96202"/>
                  </a:lnTo>
                  <a:lnTo>
                    <a:pt x="391001" y="90488"/>
                  </a:lnTo>
                  <a:lnTo>
                    <a:pt x="414814" y="78581"/>
                  </a:lnTo>
                  <a:lnTo>
                    <a:pt x="421005" y="76676"/>
                  </a:lnTo>
                  <a:close/>
                </a:path>
              </a:pathLst>
            </a:custGeom>
            <a:grpFill/>
            <a:ln w="317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AA4398D4-3F4F-4931-8661-2B02F5E8E44D}"/>
                </a:ext>
              </a:extLst>
            </p:cNvPr>
            <p:cNvSpPr/>
            <p:nvPr/>
          </p:nvSpPr>
          <p:spPr>
            <a:xfrm>
              <a:off x="6958964" y="3688079"/>
              <a:ext cx="229076" cy="192404"/>
            </a:xfrm>
            <a:custGeom>
              <a:avLst/>
              <a:gdLst>
                <a:gd name="connsiteX0" fmla="*/ 226219 w 229076"/>
                <a:gd name="connsiteY0" fmla="*/ 178117 h 192404"/>
                <a:gd name="connsiteX1" fmla="*/ 223361 w 229076"/>
                <a:gd name="connsiteY1" fmla="*/ 175736 h 192404"/>
                <a:gd name="connsiteX2" fmla="*/ 222409 w 229076"/>
                <a:gd name="connsiteY2" fmla="*/ 179070 h 192404"/>
                <a:gd name="connsiteX3" fmla="*/ 216694 w 229076"/>
                <a:gd name="connsiteY3" fmla="*/ 177165 h 192404"/>
                <a:gd name="connsiteX4" fmla="*/ 214789 w 229076"/>
                <a:gd name="connsiteY4" fmla="*/ 171926 h 192404"/>
                <a:gd name="connsiteX5" fmla="*/ 207645 w 229076"/>
                <a:gd name="connsiteY5" fmla="*/ 164782 h 192404"/>
                <a:gd name="connsiteX6" fmla="*/ 203359 w 229076"/>
                <a:gd name="connsiteY6" fmla="*/ 165259 h 192404"/>
                <a:gd name="connsiteX7" fmla="*/ 201454 w 229076"/>
                <a:gd name="connsiteY7" fmla="*/ 159067 h 192404"/>
                <a:gd name="connsiteX8" fmla="*/ 198120 w 229076"/>
                <a:gd name="connsiteY8" fmla="*/ 152400 h 192404"/>
                <a:gd name="connsiteX9" fmla="*/ 178118 w 229076"/>
                <a:gd name="connsiteY9" fmla="*/ 139065 h 192404"/>
                <a:gd name="connsiteX10" fmla="*/ 171927 w 229076"/>
                <a:gd name="connsiteY10" fmla="*/ 130016 h 192404"/>
                <a:gd name="connsiteX11" fmla="*/ 161449 w 229076"/>
                <a:gd name="connsiteY11" fmla="*/ 117157 h 192404"/>
                <a:gd name="connsiteX12" fmla="*/ 148590 w 229076"/>
                <a:gd name="connsiteY12" fmla="*/ 112871 h 192404"/>
                <a:gd name="connsiteX13" fmla="*/ 142875 w 229076"/>
                <a:gd name="connsiteY13" fmla="*/ 108109 h 192404"/>
                <a:gd name="connsiteX14" fmla="*/ 140018 w 229076"/>
                <a:gd name="connsiteY14" fmla="*/ 106204 h 192404"/>
                <a:gd name="connsiteX15" fmla="*/ 136208 w 229076"/>
                <a:gd name="connsiteY15" fmla="*/ 105251 h 192404"/>
                <a:gd name="connsiteX16" fmla="*/ 131922 w 229076"/>
                <a:gd name="connsiteY16" fmla="*/ 104775 h 192404"/>
                <a:gd name="connsiteX17" fmla="*/ 128588 w 229076"/>
                <a:gd name="connsiteY17" fmla="*/ 103346 h 192404"/>
                <a:gd name="connsiteX18" fmla="*/ 124302 w 229076"/>
                <a:gd name="connsiteY18" fmla="*/ 98584 h 192404"/>
                <a:gd name="connsiteX19" fmla="*/ 123349 w 229076"/>
                <a:gd name="connsiteY19" fmla="*/ 96202 h 192404"/>
                <a:gd name="connsiteX20" fmla="*/ 122873 w 229076"/>
                <a:gd name="connsiteY20" fmla="*/ 92392 h 192404"/>
                <a:gd name="connsiteX21" fmla="*/ 120968 w 229076"/>
                <a:gd name="connsiteY21" fmla="*/ 90488 h 192404"/>
                <a:gd name="connsiteX22" fmla="*/ 117158 w 229076"/>
                <a:gd name="connsiteY22" fmla="*/ 87630 h 192404"/>
                <a:gd name="connsiteX23" fmla="*/ 115253 w 229076"/>
                <a:gd name="connsiteY23" fmla="*/ 89535 h 192404"/>
                <a:gd name="connsiteX24" fmla="*/ 114300 w 229076"/>
                <a:gd name="connsiteY24" fmla="*/ 92869 h 192404"/>
                <a:gd name="connsiteX25" fmla="*/ 115253 w 229076"/>
                <a:gd name="connsiteY25" fmla="*/ 95250 h 192404"/>
                <a:gd name="connsiteX26" fmla="*/ 115253 w 229076"/>
                <a:gd name="connsiteY26" fmla="*/ 96679 h 192404"/>
                <a:gd name="connsiteX27" fmla="*/ 114300 w 229076"/>
                <a:gd name="connsiteY27" fmla="*/ 99536 h 192404"/>
                <a:gd name="connsiteX28" fmla="*/ 111919 w 229076"/>
                <a:gd name="connsiteY28" fmla="*/ 96679 h 192404"/>
                <a:gd name="connsiteX29" fmla="*/ 109061 w 229076"/>
                <a:gd name="connsiteY29" fmla="*/ 88582 h 192404"/>
                <a:gd name="connsiteX30" fmla="*/ 107156 w 229076"/>
                <a:gd name="connsiteY30" fmla="*/ 86201 h 192404"/>
                <a:gd name="connsiteX31" fmla="*/ 104775 w 229076"/>
                <a:gd name="connsiteY31" fmla="*/ 85725 h 192404"/>
                <a:gd name="connsiteX32" fmla="*/ 101918 w 229076"/>
                <a:gd name="connsiteY32" fmla="*/ 77152 h 192404"/>
                <a:gd name="connsiteX33" fmla="*/ 97631 w 229076"/>
                <a:gd name="connsiteY33" fmla="*/ 72390 h 192404"/>
                <a:gd name="connsiteX34" fmla="*/ 95250 w 229076"/>
                <a:gd name="connsiteY34" fmla="*/ 62865 h 192404"/>
                <a:gd name="connsiteX35" fmla="*/ 92393 w 229076"/>
                <a:gd name="connsiteY35" fmla="*/ 44291 h 192404"/>
                <a:gd name="connsiteX36" fmla="*/ 88583 w 229076"/>
                <a:gd name="connsiteY36" fmla="*/ 31909 h 192404"/>
                <a:gd name="connsiteX37" fmla="*/ 84297 w 229076"/>
                <a:gd name="connsiteY37" fmla="*/ 20002 h 192404"/>
                <a:gd name="connsiteX38" fmla="*/ 73819 w 229076"/>
                <a:gd name="connsiteY38" fmla="*/ 0 h 192404"/>
                <a:gd name="connsiteX39" fmla="*/ 70961 w 229076"/>
                <a:gd name="connsiteY39" fmla="*/ 2381 h 192404"/>
                <a:gd name="connsiteX40" fmla="*/ 67628 w 229076"/>
                <a:gd name="connsiteY40" fmla="*/ 6191 h 192404"/>
                <a:gd name="connsiteX41" fmla="*/ 66675 w 229076"/>
                <a:gd name="connsiteY41" fmla="*/ 7620 h 192404"/>
                <a:gd name="connsiteX42" fmla="*/ 66199 w 229076"/>
                <a:gd name="connsiteY42" fmla="*/ 8572 h 192404"/>
                <a:gd name="connsiteX43" fmla="*/ 65723 w 229076"/>
                <a:gd name="connsiteY43" fmla="*/ 9525 h 192404"/>
                <a:gd name="connsiteX44" fmla="*/ 64770 w 229076"/>
                <a:gd name="connsiteY44" fmla="*/ 10477 h 192404"/>
                <a:gd name="connsiteX45" fmla="*/ 62865 w 229076"/>
                <a:gd name="connsiteY45" fmla="*/ 11906 h 192404"/>
                <a:gd name="connsiteX46" fmla="*/ 61913 w 229076"/>
                <a:gd name="connsiteY46" fmla="*/ 12382 h 192404"/>
                <a:gd name="connsiteX47" fmla="*/ 61436 w 229076"/>
                <a:gd name="connsiteY47" fmla="*/ 13335 h 192404"/>
                <a:gd name="connsiteX48" fmla="*/ 60484 w 229076"/>
                <a:gd name="connsiteY48" fmla="*/ 14288 h 192404"/>
                <a:gd name="connsiteX49" fmla="*/ 59055 w 229076"/>
                <a:gd name="connsiteY49" fmla="*/ 14288 h 192404"/>
                <a:gd name="connsiteX50" fmla="*/ 58103 w 229076"/>
                <a:gd name="connsiteY50" fmla="*/ 14764 h 192404"/>
                <a:gd name="connsiteX51" fmla="*/ 56198 w 229076"/>
                <a:gd name="connsiteY51" fmla="*/ 15716 h 192404"/>
                <a:gd name="connsiteX52" fmla="*/ 53816 w 229076"/>
                <a:gd name="connsiteY52" fmla="*/ 15240 h 192404"/>
                <a:gd name="connsiteX53" fmla="*/ 51435 w 229076"/>
                <a:gd name="connsiteY53" fmla="*/ 15716 h 192404"/>
                <a:gd name="connsiteX54" fmla="*/ 50483 w 229076"/>
                <a:gd name="connsiteY54" fmla="*/ 16669 h 192404"/>
                <a:gd name="connsiteX55" fmla="*/ 48578 w 229076"/>
                <a:gd name="connsiteY55" fmla="*/ 17621 h 192404"/>
                <a:gd name="connsiteX56" fmla="*/ 46673 w 229076"/>
                <a:gd name="connsiteY56" fmla="*/ 17621 h 192404"/>
                <a:gd name="connsiteX57" fmla="*/ 46197 w 229076"/>
                <a:gd name="connsiteY57" fmla="*/ 18097 h 192404"/>
                <a:gd name="connsiteX58" fmla="*/ 44291 w 229076"/>
                <a:gd name="connsiteY58" fmla="*/ 19526 h 192404"/>
                <a:gd name="connsiteX59" fmla="*/ 41910 w 229076"/>
                <a:gd name="connsiteY59" fmla="*/ 21431 h 192404"/>
                <a:gd name="connsiteX60" fmla="*/ 39053 w 229076"/>
                <a:gd name="connsiteY60" fmla="*/ 22384 h 192404"/>
                <a:gd name="connsiteX61" fmla="*/ 38100 w 229076"/>
                <a:gd name="connsiteY61" fmla="*/ 22860 h 192404"/>
                <a:gd name="connsiteX62" fmla="*/ 36672 w 229076"/>
                <a:gd name="connsiteY62" fmla="*/ 24289 h 192404"/>
                <a:gd name="connsiteX63" fmla="*/ 34766 w 229076"/>
                <a:gd name="connsiteY63" fmla="*/ 30480 h 192404"/>
                <a:gd name="connsiteX64" fmla="*/ 33338 w 229076"/>
                <a:gd name="connsiteY64" fmla="*/ 31909 h 192404"/>
                <a:gd name="connsiteX65" fmla="*/ 30956 w 229076"/>
                <a:gd name="connsiteY65" fmla="*/ 31909 h 192404"/>
                <a:gd name="connsiteX66" fmla="*/ 27623 w 229076"/>
                <a:gd name="connsiteY66" fmla="*/ 31909 h 192404"/>
                <a:gd name="connsiteX67" fmla="*/ 24765 w 229076"/>
                <a:gd name="connsiteY67" fmla="*/ 32385 h 192404"/>
                <a:gd name="connsiteX68" fmla="*/ 20955 w 229076"/>
                <a:gd name="connsiteY68" fmla="*/ 31909 h 192404"/>
                <a:gd name="connsiteX69" fmla="*/ 19050 w 229076"/>
                <a:gd name="connsiteY69" fmla="*/ 31909 h 192404"/>
                <a:gd name="connsiteX70" fmla="*/ 18574 w 229076"/>
                <a:gd name="connsiteY70" fmla="*/ 33338 h 192404"/>
                <a:gd name="connsiteX71" fmla="*/ 18098 w 229076"/>
                <a:gd name="connsiteY71" fmla="*/ 38576 h 192404"/>
                <a:gd name="connsiteX72" fmla="*/ 18098 w 229076"/>
                <a:gd name="connsiteY72" fmla="*/ 40957 h 192404"/>
                <a:gd name="connsiteX73" fmla="*/ 16669 w 229076"/>
                <a:gd name="connsiteY73" fmla="*/ 43815 h 192404"/>
                <a:gd name="connsiteX74" fmla="*/ 15240 w 229076"/>
                <a:gd name="connsiteY74" fmla="*/ 47149 h 192404"/>
                <a:gd name="connsiteX75" fmla="*/ 15716 w 229076"/>
                <a:gd name="connsiteY75" fmla="*/ 52864 h 192404"/>
                <a:gd name="connsiteX76" fmla="*/ 16193 w 229076"/>
                <a:gd name="connsiteY76" fmla="*/ 58579 h 192404"/>
                <a:gd name="connsiteX77" fmla="*/ 13335 w 229076"/>
                <a:gd name="connsiteY77" fmla="*/ 67151 h 192404"/>
                <a:gd name="connsiteX78" fmla="*/ 12859 w 229076"/>
                <a:gd name="connsiteY78" fmla="*/ 69056 h 192404"/>
                <a:gd name="connsiteX79" fmla="*/ 10002 w 229076"/>
                <a:gd name="connsiteY79" fmla="*/ 75724 h 192404"/>
                <a:gd name="connsiteX80" fmla="*/ 8573 w 229076"/>
                <a:gd name="connsiteY80" fmla="*/ 78105 h 192404"/>
                <a:gd name="connsiteX81" fmla="*/ 4763 w 229076"/>
                <a:gd name="connsiteY81" fmla="*/ 90488 h 192404"/>
                <a:gd name="connsiteX82" fmla="*/ 3334 w 229076"/>
                <a:gd name="connsiteY82" fmla="*/ 94297 h 192404"/>
                <a:gd name="connsiteX83" fmla="*/ 0 w 229076"/>
                <a:gd name="connsiteY83" fmla="*/ 98584 h 192404"/>
                <a:gd name="connsiteX84" fmla="*/ 953 w 229076"/>
                <a:gd name="connsiteY84" fmla="*/ 105251 h 192404"/>
                <a:gd name="connsiteX85" fmla="*/ 1905 w 229076"/>
                <a:gd name="connsiteY85" fmla="*/ 112395 h 192404"/>
                <a:gd name="connsiteX86" fmla="*/ 2858 w 229076"/>
                <a:gd name="connsiteY86" fmla="*/ 119063 h 192404"/>
                <a:gd name="connsiteX87" fmla="*/ 3810 w 229076"/>
                <a:gd name="connsiteY87" fmla="*/ 129064 h 192404"/>
                <a:gd name="connsiteX88" fmla="*/ 4286 w 229076"/>
                <a:gd name="connsiteY88" fmla="*/ 129064 h 192404"/>
                <a:gd name="connsiteX89" fmla="*/ 9049 w 229076"/>
                <a:gd name="connsiteY89" fmla="*/ 127159 h 192404"/>
                <a:gd name="connsiteX90" fmla="*/ 13335 w 229076"/>
                <a:gd name="connsiteY90" fmla="*/ 126682 h 192404"/>
                <a:gd name="connsiteX91" fmla="*/ 17622 w 229076"/>
                <a:gd name="connsiteY91" fmla="*/ 127635 h 192404"/>
                <a:gd name="connsiteX92" fmla="*/ 20479 w 229076"/>
                <a:gd name="connsiteY92" fmla="*/ 128111 h 192404"/>
                <a:gd name="connsiteX93" fmla="*/ 21908 w 229076"/>
                <a:gd name="connsiteY93" fmla="*/ 127635 h 192404"/>
                <a:gd name="connsiteX94" fmla="*/ 23336 w 229076"/>
                <a:gd name="connsiteY94" fmla="*/ 126206 h 192404"/>
                <a:gd name="connsiteX95" fmla="*/ 24289 w 229076"/>
                <a:gd name="connsiteY95" fmla="*/ 123825 h 192404"/>
                <a:gd name="connsiteX96" fmla="*/ 26194 w 229076"/>
                <a:gd name="connsiteY96" fmla="*/ 122396 h 192404"/>
                <a:gd name="connsiteX97" fmla="*/ 28575 w 229076"/>
                <a:gd name="connsiteY97" fmla="*/ 121920 h 192404"/>
                <a:gd name="connsiteX98" fmla="*/ 31909 w 229076"/>
                <a:gd name="connsiteY98" fmla="*/ 124777 h 192404"/>
                <a:gd name="connsiteX99" fmla="*/ 37148 w 229076"/>
                <a:gd name="connsiteY99" fmla="*/ 132397 h 192404"/>
                <a:gd name="connsiteX100" fmla="*/ 38577 w 229076"/>
                <a:gd name="connsiteY100" fmla="*/ 132874 h 192404"/>
                <a:gd name="connsiteX101" fmla="*/ 39529 w 229076"/>
                <a:gd name="connsiteY101" fmla="*/ 132874 h 192404"/>
                <a:gd name="connsiteX102" fmla="*/ 42386 w 229076"/>
                <a:gd name="connsiteY102" fmla="*/ 127159 h 192404"/>
                <a:gd name="connsiteX103" fmla="*/ 44291 w 229076"/>
                <a:gd name="connsiteY103" fmla="*/ 122396 h 192404"/>
                <a:gd name="connsiteX104" fmla="*/ 48102 w 229076"/>
                <a:gd name="connsiteY104" fmla="*/ 113824 h 192404"/>
                <a:gd name="connsiteX105" fmla="*/ 50483 w 229076"/>
                <a:gd name="connsiteY105" fmla="*/ 109061 h 192404"/>
                <a:gd name="connsiteX106" fmla="*/ 52388 w 229076"/>
                <a:gd name="connsiteY106" fmla="*/ 110490 h 192404"/>
                <a:gd name="connsiteX107" fmla="*/ 54293 w 229076"/>
                <a:gd name="connsiteY107" fmla="*/ 112871 h 192404"/>
                <a:gd name="connsiteX108" fmla="*/ 56674 w 229076"/>
                <a:gd name="connsiteY108" fmla="*/ 113824 h 192404"/>
                <a:gd name="connsiteX109" fmla="*/ 59055 w 229076"/>
                <a:gd name="connsiteY109" fmla="*/ 114776 h 192404"/>
                <a:gd name="connsiteX110" fmla="*/ 60484 w 229076"/>
                <a:gd name="connsiteY110" fmla="*/ 114776 h 192404"/>
                <a:gd name="connsiteX111" fmla="*/ 61913 w 229076"/>
                <a:gd name="connsiteY111" fmla="*/ 115729 h 192404"/>
                <a:gd name="connsiteX112" fmla="*/ 67152 w 229076"/>
                <a:gd name="connsiteY112" fmla="*/ 121920 h 192404"/>
                <a:gd name="connsiteX113" fmla="*/ 69056 w 229076"/>
                <a:gd name="connsiteY113" fmla="*/ 123349 h 192404"/>
                <a:gd name="connsiteX114" fmla="*/ 71438 w 229076"/>
                <a:gd name="connsiteY114" fmla="*/ 123349 h 192404"/>
                <a:gd name="connsiteX115" fmla="*/ 81915 w 229076"/>
                <a:gd name="connsiteY115" fmla="*/ 121444 h 192404"/>
                <a:gd name="connsiteX116" fmla="*/ 88106 w 229076"/>
                <a:gd name="connsiteY116" fmla="*/ 117634 h 192404"/>
                <a:gd name="connsiteX117" fmla="*/ 89059 w 229076"/>
                <a:gd name="connsiteY117" fmla="*/ 116205 h 192404"/>
                <a:gd name="connsiteX118" fmla="*/ 90964 w 229076"/>
                <a:gd name="connsiteY118" fmla="*/ 116205 h 192404"/>
                <a:gd name="connsiteX119" fmla="*/ 92869 w 229076"/>
                <a:gd name="connsiteY119" fmla="*/ 117634 h 192404"/>
                <a:gd name="connsiteX120" fmla="*/ 93822 w 229076"/>
                <a:gd name="connsiteY120" fmla="*/ 119063 h 192404"/>
                <a:gd name="connsiteX121" fmla="*/ 95250 w 229076"/>
                <a:gd name="connsiteY121" fmla="*/ 120967 h 192404"/>
                <a:gd name="connsiteX122" fmla="*/ 97631 w 229076"/>
                <a:gd name="connsiteY122" fmla="*/ 121444 h 192404"/>
                <a:gd name="connsiteX123" fmla="*/ 103823 w 229076"/>
                <a:gd name="connsiteY123" fmla="*/ 120015 h 192404"/>
                <a:gd name="connsiteX124" fmla="*/ 106680 w 229076"/>
                <a:gd name="connsiteY124" fmla="*/ 119063 h 192404"/>
                <a:gd name="connsiteX125" fmla="*/ 109061 w 229076"/>
                <a:gd name="connsiteY125" fmla="*/ 119539 h 192404"/>
                <a:gd name="connsiteX126" fmla="*/ 112395 w 229076"/>
                <a:gd name="connsiteY126" fmla="*/ 120015 h 192404"/>
                <a:gd name="connsiteX127" fmla="*/ 114300 w 229076"/>
                <a:gd name="connsiteY127" fmla="*/ 120015 h 192404"/>
                <a:gd name="connsiteX128" fmla="*/ 119063 w 229076"/>
                <a:gd name="connsiteY128" fmla="*/ 121920 h 192404"/>
                <a:gd name="connsiteX129" fmla="*/ 124778 w 229076"/>
                <a:gd name="connsiteY129" fmla="*/ 121444 h 192404"/>
                <a:gd name="connsiteX130" fmla="*/ 127635 w 229076"/>
                <a:gd name="connsiteY130" fmla="*/ 121444 h 192404"/>
                <a:gd name="connsiteX131" fmla="*/ 130493 w 229076"/>
                <a:gd name="connsiteY131" fmla="*/ 122396 h 192404"/>
                <a:gd name="connsiteX132" fmla="*/ 134779 w 229076"/>
                <a:gd name="connsiteY132" fmla="*/ 125730 h 192404"/>
                <a:gd name="connsiteX133" fmla="*/ 140494 w 229076"/>
                <a:gd name="connsiteY133" fmla="*/ 129540 h 192404"/>
                <a:gd name="connsiteX134" fmla="*/ 149066 w 229076"/>
                <a:gd name="connsiteY134" fmla="*/ 132397 h 192404"/>
                <a:gd name="connsiteX135" fmla="*/ 150972 w 229076"/>
                <a:gd name="connsiteY135" fmla="*/ 133350 h 192404"/>
                <a:gd name="connsiteX136" fmla="*/ 154781 w 229076"/>
                <a:gd name="connsiteY136" fmla="*/ 137636 h 192404"/>
                <a:gd name="connsiteX137" fmla="*/ 160973 w 229076"/>
                <a:gd name="connsiteY137" fmla="*/ 146209 h 192404"/>
                <a:gd name="connsiteX138" fmla="*/ 169069 w 229076"/>
                <a:gd name="connsiteY138" fmla="*/ 154305 h 192404"/>
                <a:gd name="connsiteX139" fmla="*/ 178118 w 229076"/>
                <a:gd name="connsiteY139" fmla="*/ 160496 h 192404"/>
                <a:gd name="connsiteX140" fmla="*/ 182880 w 229076"/>
                <a:gd name="connsiteY140" fmla="*/ 164782 h 192404"/>
                <a:gd name="connsiteX141" fmla="*/ 186214 w 229076"/>
                <a:gd name="connsiteY141" fmla="*/ 170021 h 192404"/>
                <a:gd name="connsiteX142" fmla="*/ 189548 w 229076"/>
                <a:gd name="connsiteY142" fmla="*/ 174784 h 192404"/>
                <a:gd name="connsiteX143" fmla="*/ 192881 w 229076"/>
                <a:gd name="connsiteY143" fmla="*/ 176689 h 192404"/>
                <a:gd name="connsiteX144" fmla="*/ 195739 w 229076"/>
                <a:gd name="connsiteY144" fmla="*/ 178594 h 192404"/>
                <a:gd name="connsiteX145" fmla="*/ 198597 w 229076"/>
                <a:gd name="connsiteY145" fmla="*/ 182404 h 192404"/>
                <a:gd name="connsiteX146" fmla="*/ 200978 w 229076"/>
                <a:gd name="connsiteY146" fmla="*/ 185738 h 192404"/>
                <a:gd name="connsiteX147" fmla="*/ 203835 w 229076"/>
                <a:gd name="connsiteY147" fmla="*/ 189071 h 192404"/>
                <a:gd name="connsiteX148" fmla="*/ 204788 w 229076"/>
                <a:gd name="connsiteY148" fmla="*/ 188119 h 192404"/>
                <a:gd name="connsiteX149" fmla="*/ 206216 w 229076"/>
                <a:gd name="connsiteY149" fmla="*/ 187166 h 192404"/>
                <a:gd name="connsiteX150" fmla="*/ 207169 w 229076"/>
                <a:gd name="connsiteY150" fmla="*/ 187642 h 192404"/>
                <a:gd name="connsiteX151" fmla="*/ 213836 w 229076"/>
                <a:gd name="connsiteY151" fmla="*/ 192405 h 192404"/>
                <a:gd name="connsiteX152" fmla="*/ 214789 w 229076"/>
                <a:gd name="connsiteY152" fmla="*/ 192405 h 192404"/>
                <a:gd name="connsiteX153" fmla="*/ 217170 w 229076"/>
                <a:gd name="connsiteY153" fmla="*/ 190976 h 192404"/>
                <a:gd name="connsiteX154" fmla="*/ 219075 w 229076"/>
                <a:gd name="connsiteY154" fmla="*/ 186214 h 192404"/>
                <a:gd name="connsiteX155" fmla="*/ 220504 w 229076"/>
                <a:gd name="connsiteY155" fmla="*/ 184309 h 192404"/>
                <a:gd name="connsiteX156" fmla="*/ 220980 w 229076"/>
                <a:gd name="connsiteY156" fmla="*/ 184309 h 192404"/>
                <a:gd name="connsiteX157" fmla="*/ 225266 w 229076"/>
                <a:gd name="connsiteY157" fmla="*/ 182880 h 192404"/>
                <a:gd name="connsiteX158" fmla="*/ 229077 w 229076"/>
                <a:gd name="connsiteY158" fmla="*/ 181451 h 192404"/>
                <a:gd name="connsiteX159" fmla="*/ 226219 w 229076"/>
                <a:gd name="connsiteY159" fmla="*/ 178117 h 19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229076" h="192404">
                  <a:moveTo>
                    <a:pt x="226219" y="178117"/>
                  </a:moveTo>
                  <a:lnTo>
                    <a:pt x="223361" y="175736"/>
                  </a:lnTo>
                  <a:lnTo>
                    <a:pt x="222409" y="179070"/>
                  </a:lnTo>
                  <a:lnTo>
                    <a:pt x="216694" y="177165"/>
                  </a:lnTo>
                  <a:lnTo>
                    <a:pt x="214789" y="171926"/>
                  </a:lnTo>
                  <a:lnTo>
                    <a:pt x="207645" y="164782"/>
                  </a:lnTo>
                  <a:lnTo>
                    <a:pt x="203359" y="165259"/>
                  </a:lnTo>
                  <a:lnTo>
                    <a:pt x="201454" y="159067"/>
                  </a:lnTo>
                  <a:lnTo>
                    <a:pt x="198120" y="152400"/>
                  </a:lnTo>
                  <a:lnTo>
                    <a:pt x="178118" y="139065"/>
                  </a:lnTo>
                  <a:lnTo>
                    <a:pt x="171927" y="130016"/>
                  </a:lnTo>
                  <a:lnTo>
                    <a:pt x="161449" y="117157"/>
                  </a:lnTo>
                  <a:lnTo>
                    <a:pt x="148590" y="112871"/>
                  </a:lnTo>
                  <a:lnTo>
                    <a:pt x="142875" y="108109"/>
                  </a:lnTo>
                  <a:lnTo>
                    <a:pt x="140018" y="106204"/>
                  </a:lnTo>
                  <a:lnTo>
                    <a:pt x="136208" y="105251"/>
                  </a:lnTo>
                  <a:lnTo>
                    <a:pt x="131922" y="104775"/>
                  </a:lnTo>
                  <a:lnTo>
                    <a:pt x="128588" y="103346"/>
                  </a:lnTo>
                  <a:lnTo>
                    <a:pt x="124302" y="98584"/>
                  </a:lnTo>
                  <a:lnTo>
                    <a:pt x="123349" y="96202"/>
                  </a:lnTo>
                  <a:lnTo>
                    <a:pt x="122873" y="92392"/>
                  </a:lnTo>
                  <a:lnTo>
                    <a:pt x="120968" y="90488"/>
                  </a:lnTo>
                  <a:lnTo>
                    <a:pt x="117158" y="87630"/>
                  </a:lnTo>
                  <a:lnTo>
                    <a:pt x="115253" y="89535"/>
                  </a:lnTo>
                  <a:lnTo>
                    <a:pt x="114300" y="92869"/>
                  </a:lnTo>
                  <a:lnTo>
                    <a:pt x="115253" y="95250"/>
                  </a:lnTo>
                  <a:lnTo>
                    <a:pt x="115253" y="96679"/>
                  </a:lnTo>
                  <a:lnTo>
                    <a:pt x="114300" y="99536"/>
                  </a:lnTo>
                  <a:lnTo>
                    <a:pt x="111919" y="96679"/>
                  </a:lnTo>
                  <a:lnTo>
                    <a:pt x="109061" y="88582"/>
                  </a:lnTo>
                  <a:lnTo>
                    <a:pt x="107156" y="86201"/>
                  </a:lnTo>
                  <a:lnTo>
                    <a:pt x="104775" y="85725"/>
                  </a:lnTo>
                  <a:lnTo>
                    <a:pt x="101918" y="77152"/>
                  </a:lnTo>
                  <a:lnTo>
                    <a:pt x="97631" y="72390"/>
                  </a:lnTo>
                  <a:lnTo>
                    <a:pt x="95250" y="62865"/>
                  </a:lnTo>
                  <a:lnTo>
                    <a:pt x="92393" y="44291"/>
                  </a:lnTo>
                  <a:lnTo>
                    <a:pt x="88583" y="31909"/>
                  </a:lnTo>
                  <a:lnTo>
                    <a:pt x="84297" y="20002"/>
                  </a:lnTo>
                  <a:lnTo>
                    <a:pt x="73819" y="0"/>
                  </a:lnTo>
                  <a:lnTo>
                    <a:pt x="70961" y="2381"/>
                  </a:lnTo>
                  <a:lnTo>
                    <a:pt x="67628" y="6191"/>
                  </a:lnTo>
                  <a:lnTo>
                    <a:pt x="66675" y="7620"/>
                  </a:lnTo>
                  <a:lnTo>
                    <a:pt x="66199" y="8572"/>
                  </a:lnTo>
                  <a:lnTo>
                    <a:pt x="65723" y="9525"/>
                  </a:lnTo>
                  <a:lnTo>
                    <a:pt x="64770" y="10477"/>
                  </a:lnTo>
                  <a:lnTo>
                    <a:pt x="62865" y="11906"/>
                  </a:lnTo>
                  <a:lnTo>
                    <a:pt x="61913" y="12382"/>
                  </a:lnTo>
                  <a:lnTo>
                    <a:pt x="61436" y="13335"/>
                  </a:lnTo>
                  <a:lnTo>
                    <a:pt x="60484" y="14288"/>
                  </a:lnTo>
                  <a:lnTo>
                    <a:pt x="59055" y="14288"/>
                  </a:lnTo>
                  <a:lnTo>
                    <a:pt x="58103" y="14764"/>
                  </a:lnTo>
                  <a:lnTo>
                    <a:pt x="56198" y="15716"/>
                  </a:lnTo>
                  <a:lnTo>
                    <a:pt x="53816" y="15240"/>
                  </a:lnTo>
                  <a:lnTo>
                    <a:pt x="51435" y="15716"/>
                  </a:lnTo>
                  <a:lnTo>
                    <a:pt x="50483" y="16669"/>
                  </a:lnTo>
                  <a:lnTo>
                    <a:pt x="48578" y="17621"/>
                  </a:lnTo>
                  <a:lnTo>
                    <a:pt x="46673" y="17621"/>
                  </a:lnTo>
                  <a:lnTo>
                    <a:pt x="46197" y="18097"/>
                  </a:lnTo>
                  <a:lnTo>
                    <a:pt x="44291" y="19526"/>
                  </a:lnTo>
                  <a:lnTo>
                    <a:pt x="41910" y="21431"/>
                  </a:lnTo>
                  <a:lnTo>
                    <a:pt x="39053" y="22384"/>
                  </a:lnTo>
                  <a:lnTo>
                    <a:pt x="38100" y="22860"/>
                  </a:lnTo>
                  <a:lnTo>
                    <a:pt x="36672" y="24289"/>
                  </a:lnTo>
                  <a:lnTo>
                    <a:pt x="34766" y="30480"/>
                  </a:lnTo>
                  <a:lnTo>
                    <a:pt x="33338" y="31909"/>
                  </a:lnTo>
                  <a:lnTo>
                    <a:pt x="30956" y="31909"/>
                  </a:lnTo>
                  <a:lnTo>
                    <a:pt x="27623" y="31909"/>
                  </a:lnTo>
                  <a:lnTo>
                    <a:pt x="24765" y="32385"/>
                  </a:lnTo>
                  <a:lnTo>
                    <a:pt x="20955" y="31909"/>
                  </a:lnTo>
                  <a:lnTo>
                    <a:pt x="19050" y="31909"/>
                  </a:lnTo>
                  <a:lnTo>
                    <a:pt x="18574" y="33338"/>
                  </a:lnTo>
                  <a:lnTo>
                    <a:pt x="18098" y="38576"/>
                  </a:lnTo>
                  <a:lnTo>
                    <a:pt x="18098" y="40957"/>
                  </a:lnTo>
                  <a:lnTo>
                    <a:pt x="16669" y="43815"/>
                  </a:lnTo>
                  <a:lnTo>
                    <a:pt x="15240" y="47149"/>
                  </a:lnTo>
                  <a:lnTo>
                    <a:pt x="15716" y="52864"/>
                  </a:lnTo>
                  <a:lnTo>
                    <a:pt x="16193" y="58579"/>
                  </a:lnTo>
                  <a:lnTo>
                    <a:pt x="13335" y="67151"/>
                  </a:lnTo>
                  <a:lnTo>
                    <a:pt x="12859" y="69056"/>
                  </a:lnTo>
                  <a:lnTo>
                    <a:pt x="10002" y="75724"/>
                  </a:lnTo>
                  <a:lnTo>
                    <a:pt x="8573" y="78105"/>
                  </a:lnTo>
                  <a:lnTo>
                    <a:pt x="4763" y="90488"/>
                  </a:lnTo>
                  <a:lnTo>
                    <a:pt x="3334" y="94297"/>
                  </a:lnTo>
                  <a:lnTo>
                    <a:pt x="0" y="98584"/>
                  </a:lnTo>
                  <a:lnTo>
                    <a:pt x="953" y="105251"/>
                  </a:lnTo>
                  <a:lnTo>
                    <a:pt x="1905" y="112395"/>
                  </a:lnTo>
                  <a:lnTo>
                    <a:pt x="2858" y="119063"/>
                  </a:lnTo>
                  <a:lnTo>
                    <a:pt x="3810" y="129064"/>
                  </a:lnTo>
                  <a:lnTo>
                    <a:pt x="4286" y="129064"/>
                  </a:lnTo>
                  <a:lnTo>
                    <a:pt x="9049" y="127159"/>
                  </a:lnTo>
                  <a:lnTo>
                    <a:pt x="13335" y="126682"/>
                  </a:lnTo>
                  <a:lnTo>
                    <a:pt x="17622" y="127635"/>
                  </a:lnTo>
                  <a:lnTo>
                    <a:pt x="20479" y="128111"/>
                  </a:lnTo>
                  <a:lnTo>
                    <a:pt x="21908" y="127635"/>
                  </a:lnTo>
                  <a:lnTo>
                    <a:pt x="23336" y="126206"/>
                  </a:lnTo>
                  <a:lnTo>
                    <a:pt x="24289" y="123825"/>
                  </a:lnTo>
                  <a:lnTo>
                    <a:pt x="26194" y="122396"/>
                  </a:lnTo>
                  <a:lnTo>
                    <a:pt x="28575" y="121920"/>
                  </a:lnTo>
                  <a:lnTo>
                    <a:pt x="31909" y="124777"/>
                  </a:lnTo>
                  <a:lnTo>
                    <a:pt x="37148" y="132397"/>
                  </a:lnTo>
                  <a:lnTo>
                    <a:pt x="38577" y="132874"/>
                  </a:lnTo>
                  <a:lnTo>
                    <a:pt x="39529" y="132874"/>
                  </a:lnTo>
                  <a:lnTo>
                    <a:pt x="42386" y="127159"/>
                  </a:lnTo>
                  <a:lnTo>
                    <a:pt x="44291" y="122396"/>
                  </a:lnTo>
                  <a:lnTo>
                    <a:pt x="48102" y="113824"/>
                  </a:lnTo>
                  <a:lnTo>
                    <a:pt x="50483" y="109061"/>
                  </a:lnTo>
                  <a:lnTo>
                    <a:pt x="52388" y="110490"/>
                  </a:lnTo>
                  <a:lnTo>
                    <a:pt x="54293" y="112871"/>
                  </a:lnTo>
                  <a:lnTo>
                    <a:pt x="56674" y="113824"/>
                  </a:lnTo>
                  <a:lnTo>
                    <a:pt x="59055" y="114776"/>
                  </a:lnTo>
                  <a:lnTo>
                    <a:pt x="60484" y="114776"/>
                  </a:lnTo>
                  <a:lnTo>
                    <a:pt x="61913" y="115729"/>
                  </a:lnTo>
                  <a:lnTo>
                    <a:pt x="67152" y="121920"/>
                  </a:lnTo>
                  <a:lnTo>
                    <a:pt x="69056" y="123349"/>
                  </a:lnTo>
                  <a:lnTo>
                    <a:pt x="71438" y="123349"/>
                  </a:lnTo>
                  <a:lnTo>
                    <a:pt x="81915" y="121444"/>
                  </a:lnTo>
                  <a:lnTo>
                    <a:pt x="88106" y="117634"/>
                  </a:lnTo>
                  <a:lnTo>
                    <a:pt x="89059" y="116205"/>
                  </a:lnTo>
                  <a:lnTo>
                    <a:pt x="90964" y="116205"/>
                  </a:lnTo>
                  <a:lnTo>
                    <a:pt x="92869" y="117634"/>
                  </a:lnTo>
                  <a:lnTo>
                    <a:pt x="93822" y="119063"/>
                  </a:lnTo>
                  <a:lnTo>
                    <a:pt x="95250" y="120967"/>
                  </a:lnTo>
                  <a:lnTo>
                    <a:pt x="97631" y="121444"/>
                  </a:lnTo>
                  <a:lnTo>
                    <a:pt x="103823" y="120015"/>
                  </a:lnTo>
                  <a:lnTo>
                    <a:pt x="106680" y="119063"/>
                  </a:lnTo>
                  <a:lnTo>
                    <a:pt x="109061" y="119539"/>
                  </a:lnTo>
                  <a:lnTo>
                    <a:pt x="112395" y="120015"/>
                  </a:lnTo>
                  <a:lnTo>
                    <a:pt x="114300" y="120015"/>
                  </a:lnTo>
                  <a:lnTo>
                    <a:pt x="119063" y="121920"/>
                  </a:lnTo>
                  <a:lnTo>
                    <a:pt x="124778" y="121444"/>
                  </a:lnTo>
                  <a:lnTo>
                    <a:pt x="127635" y="121444"/>
                  </a:lnTo>
                  <a:lnTo>
                    <a:pt x="130493" y="122396"/>
                  </a:lnTo>
                  <a:lnTo>
                    <a:pt x="134779" y="125730"/>
                  </a:lnTo>
                  <a:lnTo>
                    <a:pt x="140494" y="129540"/>
                  </a:lnTo>
                  <a:lnTo>
                    <a:pt x="149066" y="132397"/>
                  </a:lnTo>
                  <a:lnTo>
                    <a:pt x="150972" y="133350"/>
                  </a:lnTo>
                  <a:lnTo>
                    <a:pt x="154781" y="137636"/>
                  </a:lnTo>
                  <a:lnTo>
                    <a:pt x="160973" y="146209"/>
                  </a:lnTo>
                  <a:lnTo>
                    <a:pt x="169069" y="154305"/>
                  </a:lnTo>
                  <a:lnTo>
                    <a:pt x="178118" y="160496"/>
                  </a:lnTo>
                  <a:lnTo>
                    <a:pt x="182880" y="164782"/>
                  </a:lnTo>
                  <a:lnTo>
                    <a:pt x="186214" y="170021"/>
                  </a:lnTo>
                  <a:lnTo>
                    <a:pt x="189548" y="174784"/>
                  </a:lnTo>
                  <a:lnTo>
                    <a:pt x="192881" y="176689"/>
                  </a:lnTo>
                  <a:lnTo>
                    <a:pt x="195739" y="178594"/>
                  </a:lnTo>
                  <a:lnTo>
                    <a:pt x="198597" y="182404"/>
                  </a:lnTo>
                  <a:lnTo>
                    <a:pt x="200978" y="185738"/>
                  </a:lnTo>
                  <a:lnTo>
                    <a:pt x="203835" y="189071"/>
                  </a:lnTo>
                  <a:lnTo>
                    <a:pt x="204788" y="188119"/>
                  </a:lnTo>
                  <a:lnTo>
                    <a:pt x="206216" y="187166"/>
                  </a:lnTo>
                  <a:lnTo>
                    <a:pt x="207169" y="187642"/>
                  </a:lnTo>
                  <a:lnTo>
                    <a:pt x="213836" y="192405"/>
                  </a:lnTo>
                  <a:lnTo>
                    <a:pt x="214789" y="192405"/>
                  </a:lnTo>
                  <a:lnTo>
                    <a:pt x="217170" y="190976"/>
                  </a:lnTo>
                  <a:lnTo>
                    <a:pt x="219075" y="186214"/>
                  </a:lnTo>
                  <a:lnTo>
                    <a:pt x="220504" y="184309"/>
                  </a:lnTo>
                  <a:lnTo>
                    <a:pt x="220980" y="184309"/>
                  </a:lnTo>
                  <a:lnTo>
                    <a:pt x="225266" y="182880"/>
                  </a:lnTo>
                  <a:lnTo>
                    <a:pt x="229077" y="181451"/>
                  </a:lnTo>
                  <a:lnTo>
                    <a:pt x="226219" y="178117"/>
                  </a:lnTo>
                  <a:close/>
                </a:path>
              </a:pathLst>
            </a:custGeom>
            <a:grpFill/>
            <a:ln w="317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42657DBD-C332-4773-B85A-04573DD2C95D}"/>
                </a:ext>
              </a:extLst>
            </p:cNvPr>
            <p:cNvSpPr/>
            <p:nvPr/>
          </p:nvSpPr>
          <p:spPr>
            <a:xfrm>
              <a:off x="5137785" y="3346131"/>
              <a:ext cx="286226" cy="244316"/>
            </a:xfrm>
            <a:custGeom>
              <a:avLst/>
              <a:gdLst>
                <a:gd name="connsiteX0" fmla="*/ 1905 w 286226"/>
                <a:gd name="connsiteY0" fmla="*/ 237173 h 244316"/>
                <a:gd name="connsiteX1" fmla="*/ 1905 w 286226"/>
                <a:gd name="connsiteY1" fmla="*/ 237173 h 244316"/>
                <a:gd name="connsiteX2" fmla="*/ 1428 w 286226"/>
                <a:gd name="connsiteY2" fmla="*/ 240983 h 244316"/>
                <a:gd name="connsiteX3" fmla="*/ 1905 w 286226"/>
                <a:gd name="connsiteY3" fmla="*/ 244316 h 244316"/>
                <a:gd name="connsiteX4" fmla="*/ 0 w 286226"/>
                <a:gd name="connsiteY4" fmla="*/ 242411 h 244316"/>
                <a:gd name="connsiteX5" fmla="*/ 3334 w 286226"/>
                <a:gd name="connsiteY5" fmla="*/ 224314 h 244316"/>
                <a:gd name="connsiteX6" fmla="*/ 5715 w 286226"/>
                <a:gd name="connsiteY6" fmla="*/ 205740 h 244316"/>
                <a:gd name="connsiteX7" fmla="*/ 10477 w 286226"/>
                <a:gd name="connsiteY7" fmla="*/ 196691 h 244316"/>
                <a:gd name="connsiteX8" fmla="*/ 14288 w 286226"/>
                <a:gd name="connsiteY8" fmla="*/ 192405 h 244316"/>
                <a:gd name="connsiteX9" fmla="*/ 20002 w 286226"/>
                <a:gd name="connsiteY9" fmla="*/ 190500 h 244316"/>
                <a:gd name="connsiteX10" fmla="*/ 25241 w 286226"/>
                <a:gd name="connsiteY10" fmla="*/ 181451 h 244316"/>
                <a:gd name="connsiteX11" fmla="*/ 27146 w 286226"/>
                <a:gd name="connsiteY11" fmla="*/ 172879 h 244316"/>
                <a:gd name="connsiteX12" fmla="*/ 30480 w 286226"/>
                <a:gd name="connsiteY12" fmla="*/ 169069 h 244316"/>
                <a:gd name="connsiteX13" fmla="*/ 31909 w 286226"/>
                <a:gd name="connsiteY13" fmla="*/ 165735 h 244316"/>
                <a:gd name="connsiteX14" fmla="*/ 30480 w 286226"/>
                <a:gd name="connsiteY14" fmla="*/ 163354 h 244316"/>
                <a:gd name="connsiteX15" fmla="*/ 33814 w 286226"/>
                <a:gd name="connsiteY15" fmla="*/ 159068 h 244316"/>
                <a:gd name="connsiteX16" fmla="*/ 37623 w 286226"/>
                <a:gd name="connsiteY16" fmla="*/ 151924 h 244316"/>
                <a:gd name="connsiteX17" fmla="*/ 39528 w 286226"/>
                <a:gd name="connsiteY17" fmla="*/ 147161 h 244316"/>
                <a:gd name="connsiteX18" fmla="*/ 44291 w 286226"/>
                <a:gd name="connsiteY18" fmla="*/ 140494 h 244316"/>
                <a:gd name="connsiteX19" fmla="*/ 44767 w 286226"/>
                <a:gd name="connsiteY19" fmla="*/ 138589 h 244316"/>
                <a:gd name="connsiteX20" fmla="*/ 44291 w 286226"/>
                <a:gd name="connsiteY20" fmla="*/ 137160 h 244316"/>
                <a:gd name="connsiteX21" fmla="*/ 42386 w 286226"/>
                <a:gd name="connsiteY21" fmla="*/ 138589 h 244316"/>
                <a:gd name="connsiteX22" fmla="*/ 40481 w 286226"/>
                <a:gd name="connsiteY22" fmla="*/ 140970 h 244316"/>
                <a:gd name="connsiteX23" fmla="*/ 38100 w 286226"/>
                <a:gd name="connsiteY23" fmla="*/ 143351 h 244316"/>
                <a:gd name="connsiteX24" fmla="*/ 39052 w 286226"/>
                <a:gd name="connsiteY24" fmla="*/ 140494 h 244316"/>
                <a:gd name="connsiteX25" fmla="*/ 40957 w 286226"/>
                <a:gd name="connsiteY25" fmla="*/ 137160 h 244316"/>
                <a:gd name="connsiteX26" fmla="*/ 45244 w 286226"/>
                <a:gd name="connsiteY26" fmla="*/ 132874 h 244316"/>
                <a:gd name="connsiteX27" fmla="*/ 51435 w 286226"/>
                <a:gd name="connsiteY27" fmla="*/ 129064 h 244316"/>
                <a:gd name="connsiteX28" fmla="*/ 65246 w 286226"/>
                <a:gd name="connsiteY28" fmla="*/ 114300 h 244316"/>
                <a:gd name="connsiteX29" fmla="*/ 70009 w 286226"/>
                <a:gd name="connsiteY29" fmla="*/ 111919 h 244316"/>
                <a:gd name="connsiteX30" fmla="*/ 74771 w 286226"/>
                <a:gd name="connsiteY30" fmla="*/ 105728 h 244316"/>
                <a:gd name="connsiteX31" fmla="*/ 76200 w 286226"/>
                <a:gd name="connsiteY31" fmla="*/ 100489 h 244316"/>
                <a:gd name="connsiteX32" fmla="*/ 76676 w 286226"/>
                <a:gd name="connsiteY32" fmla="*/ 87630 h 244316"/>
                <a:gd name="connsiteX33" fmla="*/ 78581 w 286226"/>
                <a:gd name="connsiteY33" fmla="*/ 81439 h 244316"/>
                <a:gd name="connsiteX34" fmla="*/ 81439 w 286226"/>
                <a:gd name="connsiteY34" fmla="*/ 76200 h 244316"/>
                <a:gd name="connsiteX35" fmla="*/ 85248 w 286226"/>
                <a:gd name="connsiteY35" fmla="*/ 66675 h 244316"/>
                <a:gd name="connsiteX36" fmla="*/ 87630 w 286226"/>
                <a:gd name="connsiteY36" fmla="*/ 62389 h 244316"/>
                <a:gd name="connsiteX37" fmla="*/ 89535 w 286226"/>
                <a:gd name="connsiteY37" fmla="*/ 53816 h 244316"/>
                <a:gd name="connsiteX38" fmla="*/ 91440 w 286226"/>
                <a:gd name="connsiteY38" fmla="*/ 50959 h 244316"/>
                <a:gd name="connsiteX39" fmla="*/ 94773 w 286226"/>
                <a:gd name="connsiteY39" fmla="*/ 49054 h 244316"/>
                <a:gd name="connsiteX40" fmla="*/ 100013 w 286226"/>
                <a:gd name="connsiteY40" fmla="*/ 44768 h 244316"/>
                <a:gd name="connsiteX41" fmla="*/ 107156 w 286226"/>
                <a:gd name="connsiteY41" fmla="*/ 42386 h 244316"/>
                <a:gd name="connsiteX42" fmla="*/ 115728 w 286226"/>
                <a:gd name="connsiteY42" fmla="*/ 36671 h 244316"/>
                <a:gd name="connsiteX43" fmla="*/ 120015 w 286226"/>
                <a:gd name="connsiteY43" fmla="*/ 33338 h 244316"/>
                <a:gd name="connsiteX44" fmla="*/ 122872 w 286226"/>
                <a:gd name="connsiteY44" fmla="*/ 28575 h 244316"/>
                <a:gd name="connsiteX45" fmla="*/ 125730 w 286226"/>
                <a:gd name="connsiteY45" fmla="*/ 18574 h 244316"/>
                <a:gd name="connsiteX46" fmla="*/ 130969 w 286226"/>
                <a:gd name="connsiteY46" fmla="*/ 8096 h 244316"/>
                <a:gd name="connsiteX47" fmla="*/ 133350 w 286226"/>
                <a:gd name="connsiteY47" fmla="*/ 0 h 244316"/>
                <a:gd name="connsiteX48" fmla="*/ 142875 w 286226"/>
                <a:gd name="connsiteY48" fmla="*/ 0 h 244316"/>
                <a:gd name="connsiteX49" fmla="*/ 152876 w 286226"/>
                <a:gd name="connsiteY49" fmla="*/ 0 h 244316"/>
                <a:gd name="connsiteX50" fmla="*/ 162401 w 286226"/>
                <a:gd name="connsiteY50" fmla="*/ 0 h 244316"/>
                <a:gd name="connsiteX51" fmla="*/ 171926 w 286226"/>
                <a:gd name="connsiteY51" fmla="*/ 0 h 244316"/>
                <a:gd name="connsiteX52" fmla="*/ 181451 w 286226"/>
                <a:gd name="connsiteY52" fmla="*/ 0 h 244316"/>
                <a:gd name="connsiteX53" fmla="*/ 190976 w 286226"/>
                <a:gd name="connsiteY53" fmla="*/ 0 h 244316"/>
                <a:gd name="connsiteX54" fmla="*/ 200501 w 286226"/>
                <a:gd name="connsiteY54" fmla="*/ 0 h 244316"/>
                <a:gd name="connsiteX55" fmla="*/ 210026 w 286226"/>
                <a:gd name="connsiteY55" fmla="*/ 0 h 244316"/>
                <a:gd name="connsiteX56" fmla="*/ 219551 w 286226"/>
                <a:gd name="connsiteY56" fmla="*/ 0 h 244316"/>
                <a:gd name="connsiteX57" fmla="*/ 229076 w 286226"/>
                <a:gd name="connsiteY57" fmla="*/ 0 h 244316"/>
                <a:gd name="connsiteX58" fmla="*/ 238601 w 286226"/>
                <a:gd name="connsiteY58" fmla="*/ 0 h 244316"/>
                <a:gd name="connsiteX59" fmla="*/ 248126 w 286226"/>
                <a:gd name="connsiteY59" fmla="*/ 0 h 244316"/>
                <a:gd name="connsiteX60" fmla="*/ 257651 w 286226"/>
                <a:gd name="connsiteY60" fmla="*/ 0 h 244316"/>
                <a:gd name="connsiteX61" fmla="*/ 267176 w 286226"/>
                <a:gd name="connsiteY61" fmla="*/ 0 h 244316"/>
                <a:gd name="connsiteX62" fmla="*/ 276701 w 286226"/>
                <a:gd name="connsiteY62" fmla="*/ 0 h 244316"/>
                <a:gd name="connsiteX63" fmla="*/ 286226 w 286226"/>
                <a:gd name="connsiteY63" fmla="*/ 0 h 244316"/>
                <a:gd name="connsiteX64" fmla="*/ 286226 w 286226"/>
                <a:gd name="connsiteY64" fmla="*/ 6191 h 244316"/>
                <a:gd name="connsiteX65" fmla="*/ 286226 w 286226"/>
                <a:gd name="connsiteY65" fmla="*/ 13335 h 244316"/>
                <a:gd name="connsiteX66" fmla="*/ 286226 w 286226"/>
                <a:gd name="connsiteY66" fmla="*/ 19526 h 244316"/>
                <a:gd name="connsiteX67" fmla="*/ 286226 w 286226"/>
                <a:gd name="connsiteY67" fmla="*/ 26670 h 244316"/>
                <a:gd name="connsiteX68" fmla="*/ 286226 w 286226"/>
                <a:gd name="connsiteY68" fmla="*/ 33814 h 244316"/>
                <a:gd name="connsiteX69" fmla="*/ 286226 w 286226"/>
                <a:gd name="connsiteY69" fmla="*/ 41910 h 244316"/>
                <a:gd name="connsiteX70" fmla="*/ 286226 w 286226"/>
                <a:gd name="connsiteY70" fmla="*/ 50006 h 244316"/>
                <a:gd name="connsiteX71" fmla="*/ 286226 w 286226"/>
                <a:gd name="connsiteY71" fmla="*/ 55721 h 244316"/>
                <a:gd name="connsiteX72" fmla="*/ 286226 w 286226"/>
                <a:gd name="connsiteY72" fmla="*/ 60008 h 244316"/>
                <a:gd name="connsiteX73" fmla="*/ 279559 w 286226"/>
                <a:gd name="connsiteY73" fmla="*/ 60008 h 244316"/>
                <a:gd name="connsiteX74" fmla="*/ 273367 w 286226"/>
                <a:gd name="connsiteY74" fmla="*/ 60008 h 244316"/>
                <a:gd name="connsiteX75" fmla="*/ 266700 w 286226"/>
                <a:gd name="connsiteY75" fmla="*/ 60008 h 244316"/>
                <a:gd name="connsiteX76" fmla="*/ 260509 w 286226"/>
                <a:gd name="connsiteY76" fmla="*/ 60008 h 244316"/>
                <a:gd name="connsiteX77" fmla="*/ 254317 w 286226"/>
                <a:gd name="connsiteY77" fmla="*/ 60008 h 244316"/>
                <a:gd name="connsiteX78" fmla="*/ 247650 w 286226"/>
                <a:gd name="connsiteY78" fmla="*/ 60008 h 244316"/>
                <a:gd name="connsiteX79" fmla="*/ 241459 w 286226"/>
                <a:gd name="connsiteY79" fmla="*/ 60008 h 244316"/>
                <a:gd name="connsiteX80" fmla="*/ 235267 w 286226"/>
                <a:gd name="connsiteY80" fmla="*/ 60008 h 244316"/>
                <a:gd name="connsiteX81" fmla="*/ 228600 w 286226"/>
                <a:gd name="connsiteY81" fmla="*/ 60008 h 244316"/>
                <a:gd name="connsiteX82" fmla="*/ 222409 w 286226"/>
                <a:gd name="connsiteY82" fmla="*/ 60008 h 244316"/>
                <a:gd name="connsiteX83" fmla="*/ 216217 w 286226"/>
                <a:gd name="connsiteY83" fmla="*/ 60008 h 244316"/>
                <a:gd name="connsiteX84" fmla="*/ 209550 w 286226"/>
                <a:gd name="connsiteY84" fmla="*/ 60008 h 244316"/>
                <a:gd name="connsiteX85" fmla="*/ 203359 w 286226"/>
                <a:gd name="connsiteY85" fmla="*/ 60008 h 244316"/>
                <a:gd name="connsiteX86" fmla="*/ 197167 w 286226"/>
                <a:gd name="connsiteY86" fmla="*/ 60008 h 244316"/>
                <a:gd name="connsiteX87" fmla="*/ 190976 w 286226"/>
                <a:gd name="connsiteY87" fmla="*/ 60008 h 244316"/>
                <a:gd name="connsiteX88" fmla="*/ 184309 w 286226"/>
                <a:gd name="connsiteY88" fmla="*/ 60008 h 244316"/>
                <a:gd name="connsiteX89" fmla="*/ 178117 w 286226"/>
                <a:gd name="connsiteY89" fmla="*/ 60008 h 244316"/>
                <a:gd name="connsiteX90" fmla="*/ 172878 w 286226"/>
                <a:gd name="connsiteY90" fmla="*/ 60008 h 244316"/>
                <a:gd name="connsiteX91" fmla="*/ 172878 w 286226"/>
                <a:gd name="connsiteY91" fmla="*/ 64294 h 244316"/>
                <a:gd name="connsiteX92" fmla="*/ 172878 w 286226"/>
                <a:gd name="connsiteY92" fmla="*/ 69056 h 244316"/>
                <a:gd name="connsiteX93" fmla="*/ 172878 w 286226"/>
                <a:gd name="connsiteY93" fmla="*/ 74295 h 244316"/>
                <a:gd name="connsiteX94" fmla="*/ 172878 w 286226"/>
                <a:gd name="connsiteY94" fmla="*/ 79058 h 244316"/>
                <a:gd name="connsiteX95" fmla="*/ 172878 w 286226"/>
                <a:gd name="connsiteY95" fmla="*/ 83820 h 244316"/>
                <a:gd name="connsiteX96" fmla="*/ 172878 w 286226"/>
                <a:gd name="connsiteY96" fmla="*/ 88583 h 244316"/>
                <a:gd name="connsiteX97" fmla="*/ 172878 w 286226"/>
                <a:gd name="connsiteY97" fmla="*/ 93821 h 244316"/>
                <a:gd name="connsiteX98" fmla="*/ 172878 w 286226"/>
                <a:gd name="connsiteY98" fmla="*/ 98584 h 244316"/>
                <a:gd name="connsiteX99" fmla="*/ 172878 w 286226"/>
                <a:gd name="connsiteY99" fmla="*/ 103346 h 244316"/>
                <a:gd name="connsiteX100" fmla="*/ 172878 w 286226"/>
                <a:gd name="connsiteY100" fmla="*/ 108109 h 244316"/>
                <a:gd name="connsiteX101" fmla="*/ 172878 w 286226"/>
                <a:gd name="connsiteY101" fmla="*/ 112871 h 244316"/>
                <a:gd name="connsiteX102" fmla="*/ 172878 w 286226"/>
                <a:gd name="connsiteY102" fmla="*/ 118110 h 244316"/>
                <a:gd name="connsiteX103" fmla="*/ 172878 w 286226"/>
                <a:gd name="connsiteY103" fmla="*/ 122873 h 244316"/>
                <a:gd name="connsiteX104" fmla="*/ 172878 w 286226"/>
                <a:gd name="connsiteY104" fmla="*/ 127635 h 244316"/>
                <a:gd name="connsiteX105" fmla="*/ 172878 w 286226"/>
                <a:gd name="connsiteY105" fmla="*/ 132398 h 244316"/>
                <a:gd name="connsiteX106" fmla="*/ 172878 w 286226"/>
                <a:gd name="connsiteY106" fmla="*/ 137160 h 244316"/>
                <a:gd name="connsiteX107" fmla="*/ 172878 w 286226"/>
                <a:gd name="connsiteY107" fmla="*/ 141923 h 244316"/>
                <a:gd name="connsiteX108" fmla="*/ 172878 w 286226"/>
                <a:gd name="connsiteY108" fmla="*/ 146685 h 244316"/>
                <a:gd name="connsiteX109" fmla="*/ 172878 w 286226"/>
                <a:gd name="connsiteY109" fmla="*/ 150495 h 244316"/>
                <a:gd name="connsiteX110" fmla="*/ 170497 w 286226"/>
                <a:gd name="connsiteY110" fmla="*/ 151448 h 244316"/>
                <a:gd name="connsiteX111" fmla="*/ 165735 w 286226"/>
                <a:gd name="connsiteY111" fmla="*/ 153353 h 244316"/>
                <a:gd name="connsiteX112" fmla="*/ 160972 w 286226"/>
                <a:gd name="connsiteY112" fmla="*/ 155734 h 244316"/>
                <a:gd name="connsiteX113" fmla="*/ 154305 w 286226"/>
                <a:gd name="connsiteY113" fmla="*/ 156686 h 244316"/>
                <a:gd name="connsiteX114" fmla="*/ 152400 w 286226"/>
                <a:gd name="connsiteY114" fmla="*/ 157163 h 244316"/>
                <a:gd name="connsiteX115" fmla="*/ 148590 w 286226"/>
                <a:gd name="connsiteY115" fmla="*/ 160020 h 244316"/>
                <a:gd name="connsiteX116" fmla="*/ 142875 w 286226"/>
                <a:gd name="connsiteY116" fmla="*/ 163830 h 244316"/>
                <a:gd name="connsiteX117" fmla="*/ 138589 w 286226"/>
                <a:gd name="connsiteY117" fmla="*/ 166688 h 244316"/>
                <a:gd name="connsiteX118" fmla="*/ 135255 w 286226"/>
                <a:gd name="connsiteY118" fmla="*/ 170974 h 244316"/>
                <a:gd name="connsiteX119" fmla="*/ 134302 w 286226"/>
                <a:gd name="connsiteY119" fmla="*/ 173355 h 244316"/>
                <a:gd name="connsiteX120" fmla="*/ 133826 w 286226"/>
                <a:gd name="connsiteY120" fmla="*/ 175736 h 244316"/>
                <a:gd name="connsiteX121" fmla="*/ 134302 w 286226"/>
                <a:gd name="connsiteY121" fmla="*/ 178118 h 244316"/>
                <a:gd name="connsiteX122" fmla="*/ 135731 w 286226"/>
                <a:gd name="connsiteY122" fmla="*/ 182404 h 244316"/>
                <a:gd name="connsiteX123" fmla="*/ 136207 w 286226"/>
                <a:gd name="connsiteY123" fmla="*/ 184785 h 244316"/>
                <a:gd name="connsiteX124" fmla="*/ 136684 w 286226"/>
                <a:gd name="connsiteY124" fmla="*/ 188595 h 244316"/>
                <a:gd name="connsiteX125" fmla="*/ 136684 w 286226"/>
                <a:gd name="connsiteY125" fmla="*/ 192881 h 244316"/>
                <a:gd name="connsiteX126" fmla="*/ 137160 w 286226"/>
                <a:gd name="connsiteY126" fmla="*/ 197644 h 244316"/>
                <a:gd name="connsiteX127" fmla="*/ 137636 w 286226"/>
                <a:gd name="connsiteY127" fmla="*/ 202406 h 244316"/>
                <a:gd name="connsiteX128" fmla="*/ 137636 w 286226"/>
                <a:gd name="connsiteY128" fmla="*/ 207169 h 244316"/>
                <a:gd name="connsiteX129" fmla="*/ 138113 w 286226"/>
                <a:gd name="connsiteY129" fmla="*/ 212408 h 244316"/>
                <a:gd name="connsiteX130" fmla="*/ 138589 w 286226"/>
                <a:gd name="connsiteY130" fmla="*/ 217170 h 244316"/>
                <a:gd name="connsiteX131" fmla="*/ 138589 w 286226"/>
                <a:gd name="connsiteY131" fmla="*/ 220980 h 244316"/>
                <a:gd name="connsiteX132" fmla="*/ 139065 w 286226"/>
                <a:gd name="connsiteY132" fmla="*/ 225743 h 244316"/>
                <a:gd name="connsiteX133" fmla="*/ 133826 w 286226"/>
                <a:gd name="connsiteY133" fmla="*/ 225743 h 244316"/>
                <a:gd name="connsiteX134" fmla="*/ 126206 w 286226"/>
                <a:gd name="connsiteY134" fmla="*/ 225743 h 244316"/>
                <a:gd name="connsiteX135" fmla="*/ 118110 w 286226"/>
                <a:gd name="connsiteY135" fmla="*/ 225743 h 244316"/>
                <a:gd name="connsiteX136" fmla="*/ 110490 w 286226"/>
                <a:gd name="connsiteY136" fmla="*/ 225743 h 244316"/>
                <a:gd name="connsiteX137" fmla="*/ 102394 w 286226"/>
                <a:gd name="connsiteY137" fmla="*/ 225743 h 244316"/>
                <a:gd name="connsiteX138" fmla="*/ 94773 w 286226"/>
                <a:gd name="connsiteY138" fmla="*/ 225743 h 244316"/>
                <a:gd name="connsiteX139" fmla="*/ 87153 w 286226"/>
                <a:gd name="connsiteY139" fmla="*/ 225743 h 244316"/>
                <a:gd name="connsiteX140" fmla="*/ 79057 w 286226"/>
                <a:gd name="connsiteY140" fmla="*/ 225743 h 244316"/>
                <a:gd name="connsiteX141" fmla="*/ 71438 w 286226"/>
                <a:gd name="connsiteY141" fmla="*/ 225743 h 244316"/>
                <a:gd name="connsiteX142" fmla="*/ 63817 w 286226"/>
                <a:gd name="connsiteY142" fmla="*/ 225743 h 244316"/>
                <a:gd name="connsiteX143" fmla="*/ 55721 w 286226"/>
                <a:gd name="connsiteY143" fmla="*/ 225743 h 244316"/>
                <a:gd name="connsiteX144" fmla="*/ 48101 w 286226"/>
                <a:gd name="connsiteY144" fmla="*/ 225743 h 244316"/>
                <a:gd name="connsiteX145" fmla="*/ 40005 w 286226"/>
                <a:gd name="connsiteY145" fmla="*/ 225743 h 244316"/>
                <a:gd name="connsiteX146" fmla="*/ 32385 w 286226"/>
                <a:gd name="connsiteY146" fmla="*/ 225743 h 244316"/>
                <a:gd name="connsiteX147" fmla="*/ 24765 w 286226"/>
                <a:gd name="connsiteY147" fmla="*/ 225743 h 244316"/>
                <a:gd name="connsiteX148" fmla="*/ 16669 w 286226"/>
                <a:gd name="connsiteY148" fmla="*/ 225743 h 244316"/>
                <a:gd name="connsiteX149" fmla="*/ 9048 w 286226"/>
                <a:gd name="connsiteY149" fmla="*/ 225743 h 244316"/>
                <a:gd name="connsiteX150" fmla="*/ 4763 w 286226"/>
                <a:gd name="connsiteY150" fmla="*/ 225743 h 244316"/>
                <a:gd name="connsiteX151" fmla="*/ 3334 w 286226"/>
                <a:gd name="connsiteY151" fmla="*/ 232410 h 24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86226" h="244316">
                  <a:moveTo>
                    <a:pt x="1905" y="237173"/>
                  </a:moveTo>
                  <a:lnTo>
                    <a:pt x="1905" y="237173"/>
                  </a:lnTo>
                  <a:lnTo>
                    <a:pt x="1428" y="240983"/>
                  </a:lnTo>
                  <a:lnTo>
                    <a:pt x="1905" y="244316"/>
                  </a:lnTo>
                  <a:lnTo>
                    <a:pt x="0" y="242411"/>
                  </a:lnTo>
                  <a:lnTo>
                    <a:pt x="3334" y="224314"/>
                  </a:lnTo>
                  <a:lnTo>
                    <a:pt x="5715" y="205740"/>
                  </a:lnTo>
                  <a:lnTo>
                    <a:pt x="10477" y="196691"/>
                  </a:lnTo>
                  <a:lnTo>
                    <a:pt x="14288" y="192405"/>
                  </a:lnTo>
                  <a:lnTo>
                    <a:pt x="20002" y="190500"/>
                  </a:lnTo>
                  <a:lnTo>
                    <a:pt x="25241" y="181451"/>
                  </a:lnTo>
                  <a:lnTo>
                    <a:pt x="27146" y="172879"/>
                  </a:lnTo>
                  <a:lnTo>
                    <a:pt x="30480" y="169069"/>
                  </a:lnTo>
                  <a:lnTo>
                    <a:pt x="31909" y="165735"/>
                  </a:lnTo>
                  <a:lnTo>
                    <a:pt x="30480" y="163354"/>
                  </a:lnTo>
                  <a:lnTo>
                    <a:pt x="33814" y="159068"/>
                  </a:lnTo>
                  <a:lnTo>
                    <a:pt x="37623" y="151924"/>
                  </a:lnTo>
                  <a:lnTo>
                    <a:pt x="39528" y="147161"/>
                  </a:lnTo>
                  <a:lnTo>
                    <a:pt x="44291" y="140494"/>
                  </a:lnTo>
                  <a:lnTo>
                    <a:pt x="44767" y="138589"/>
                  </a:lnTo>
                  <a:lnTo>
                    <a:pt x="44291" y="137160"/>
                  </a:lnTo>
                  <a:lnTo>
                    <a:pt x="42386" y="138589"/>
                  </a:lnTo>
                  <a:lnTo>
                    <a:pt x="40481" y="140970"/>
                  </a:lnTo>
                  <a:lnTo>
                    <a:pt x="38100" y="143351"/>
                  </a:lnTo>
                  <a:lnTo>
                    <a:pt x="39052" y="140494"/>
                  </a:lnTo>
                  <a:lnTo>
                    <a:pt x="40957" y="137160"/>
                  </a:lnTo>
                  <a:lnTo>
                    <a:pt x="45244" y="132874"/>
                  </a:lnTo>
                  <a:lnTo>
                    <a:pt x="51435" y="129064"/>
                  </a:lnTo>
                  <a:lnTo>
                    <a:pt x="65246" y="114300"/>
                  </a:lnTo>
                  <a:lnTo>
                    <a:pt x="70009" y="111919"/>
                  </a:lnTo>
                  <a:lnTo>
                    <a:pt x="74771" y="105728"/>
                  </a:lnTo>
                  <a:lnTo>
                    <a:pt x="76200" y="100489"/>
                  </a:lnTo>
                  <a:lnTo>
                    <a:pt x="76676" y="87630"/>
                  </a:lnTo>
                  <a:lnTo>
                    <a:pt x="78581" y="81439"/>
                  </a:lnTo>
                  <a:lnTo>
                    <a:pt x="81439" y="76200"/>
                  </a:lnTo>
                  <a:lnTo>
                    <a:pt x="85248" y="66675"/>
                  </a:lnTo>
                  <a:lnTo>
                    <a:pt x="87630" y="62389"/>
                  </a:lnTo>
                  <a:lnTo>
                    <a:pt x="89535" y="53816"/>
                  </a:lnTo>
                  <a:lnTo>
                    <a:pt x="91440" y="50959"/>
                  </a:lnTo>
                  <a:lnTo>
                    <a:pt x="94773" y="49054"/>
                  </a:lnTo>
                  <a:lnTo>
                    <a:pt x="100013" y="44768"/>
                  </a:lnTo>
                  <a:lnTo>
                    <a:pt x="107156" y="42386"/>
                  </a:lnTo>
                  <a:lnTo>
                    <a:pt x="115728" y="36671"/>
                  </a:lnTo>
                  <a:lnTo>
                    <a:pt x="120015" y="33338"/>
                  </a:lnTo>
                  <a:lnTo>
                    <a:pt x="122872" y="28575"/>
                  </a:lnTo>
                  <a:lnTo>
                    <a:pt x="125730" y="18574"/>
                  </a:lnTo>
                  <a:lnTo>
                    <a:pt x="130969" y="8096"/>
                  </a:lnTo>
                  <a:lnTo>
                    <a:pt x="133350" y="0"/>
                  </a:lnTo>
                  <a:lnTo>
                    <a:pt x="142875" y="0"/>
                  </a:lnTo>
                  <a:lnTo>
                    <a:pt x="152876" y="0"/>
                  </a:lnTo>
                  <a:lnTo>
                    <a:pt x="162401" y="0"/>
                  </a:lnTo>
                  <a:lnTo>
                    <a:pt x="171926" y="0"/>
                  </a:lnTo>
                  <a:lnTo>
                    <a:pt x="181451" y="0"/>
                  </a:lnTo>
                  <a:lnTo>
                    <a:pt x="190976" y="0"/>
                  </a:lnTo>
                  <a:lnTo>
                    <a:pt x="200501" y="0"/>
                  </a:lnTo>
                  <a:lnTo>
                    <a:pt x="210026" y="0"/>
                  </a:lnTo>
                  <a:lnTo>
                    <a:pt x="219551" y="0"/>
                  </a:lnTo>
                  <a:lnTo>
                    <a:pt x="229076" y="0"/>
                  </a:lnTo>
                  <a:lnTo>
                    <a:pt x="238601" y="0"/>
                  </a:lnTo>
                  <a:lnTo>
                    <a:pt x="248126" y="0"/>
                  </a:lnTo>
                  <a:lnTo>
                    <a:pt x="257651" y="0"/>
                  </a:lnTo>
                  <a:lnTo>
                    <a:pt x="267176" y="0"/>
                  </a:lnTo>
                  <a:lnTo>
                    <a:pt x="276701" y="0"/>
                  </a:lnTo>
                  <a:lnTo>
                    <a:pt x="286226" y="0"/>
                  </a:lnTo>
                  <a:lnTo>
                    <a:pt x="286226" y="6191"/>
                  </a:lnTo>
                  <a:lnTo>
                    <a:pt x="286226" y="13335"/>
                  </a:lnTo>
                  <a:lnTo>
                    <a:pt x="286226" y="19526"/>
                  </a:lnTo>
                  <a:lnTo>
                    <a:pt x="286226" y="26670"/>
                  </a:lnTo>
                  <a:lnTo>
                    <a:pt x="286226" y="33814"/>
                  </a:lnTo>
                  <a:lnTo>
                    <a:pt x="286226" y="41910"/>
                  </a:lnTo>
                  <a:lnTo>
                    <a:pt x="286226" y="50006"/>
                  </a:lnTo>
                  <a:lnTo>
                    <a:pt x="286226" y="55721"/>
                  </a:lnTo>
                  <a:lnTo>
                    <a:pt x="286226" y="60008"/>
                  </a:lnTo>
                  <a:lnTo>
                    <a:pt x="279559" y="60008"/>
                  </a:lnTo>
                  <a:lnTo>
                    <a:pt x="273367" y="60008"/>
                  </a:lnTo>
                  <a:lnTo>
                    <a:pt x="266700" y="60008"/>
                  </a:lnTo>
                  <a:lnTo>
                    <a:pt x="260509" y="60008"/>
                  </a:lnTo>
                  <a:lnTo>
                    <a:pt x="254317" y="60008"/>
                  </a:lnTo>
                  <a:lnTo>
                    <a:pt x="247650" y="60008"/>
                  </a:lnTo>
                  <a:lnTo>
                    <a:pt x="241459" y="60008"/>
                  </a:lnTo>
                  <a:lnTo>
                    <a:pt x="235267" y="60008"/>
                  </a:lnTo>
                  <a:lnTo>
                    <a:pt x="228600" y="60008"/>
                  </a:lnTo>
                  <a:lnTo>
                    <a:pt x="222409" y="60008"/>
                  </a:lnTo>
                  <a:lnTo>
                    <a:pt x="216217" y="60008"/>
                  </a:lnTo>
                  <a:lnTo>
                    <a:pt x="209550" y="60008"/>
                  </a:lnTo>
                  <a:lnTo>
                    <a:pt x="203359" y="60008"/>
                  </a:lnTo>
                  <a:lnTo>
                    <a:pt x="197167" y="60008"/>
                  </a:lnTo>
                  <a:lnTo>
                    <a:pt x="190976" y="60008"/>
                  </a:lnTo>
                  <a:lnTo>
                    <a:pt x="184309" y="60008"/>
                  </a:lnTo>
                  <a:lnTo>
                    <a:pt x="178117" y="60008"/>
                  </a:lnTo>
                  <a:lnTo>
                    <a:pt x="172878" y="60008"/>
                  </a:lnTo>
                  <a:lnTo>
                    <a:pt x="172878" y="64294"/>
                  </a:lnTo>
                  <a:lnTo>
                    <a:pt x="172878" y="69056"/>
                  </a:lnTo>
                  <a:lnTo>
                    <a:pt x="172878" y="74295"/>
                  </a:lnTo>
                  <a:lnTo>
                    <a:pt x="172878" y="79058"/>
                  </a:lnTo>
                  <a:lnTo>
                    <a:pt x="172878" y="83820"/>
                  </a:lnTo>
                  <a:lnTo>
                    <a:pt x="172878" y="88583"/>
                  </a:lnTo>
                  <a:lnTo>
                    <a:pt x="172878" y="93821"/>
                  </a:lnTo>
                  <a:lnTo>
                    <a:pt x="172878" y="98584"/>
                  </a:lnTo>
                  <a:lnTo>
                    <a:pt x="172878" y="103346"/>
                  </a:lnTo>
                  <a:lnTo>
                    <a:pt x="172878" y="108109"/>
                  </a:lnTo>
                  <a:lnTo>
                    <a:pt x="172878" y="112871"/>
                  </a:lnTo>
                  <a:lnTo>
                    <a:pt x="172878" y="118110"/>
                  </a:lnTo>
                  <a:lnTo>
                    <a:pt x="172878" y="122873"/>
                  </a:lnTo>
                  <a:lnTo>
                    <a:pt x="172878" y="127635"/>
                  </a:lnTo>
                  <a:lnTo>
                    <a:pt x="172878" y="132398"/>
                  </a:lnTo>
                  <a:lnTo>
                    <a:pt x="172878" y="137160"/>
                  </a:lnTo>
                  <a:lnTo>
                    <a:pt x="172878" y="141923"/>
                  </a:lnTo>
                  <a:lnTo>
                    <a:pt x="172878" y="146685"/>
                  </a:lnTo>
                  <a:lnTo>
                    <a:pt x="172878" y="150495"/>
                  </a:lnTo>
                  <a:lnTo>
                    <a:pt x="170497" y="151448"/>
                  </a:lnTo>
                  <a:lnTo>
                    <a:pt x="165735" y="153353"/>
                  </a:lnTo>
                  <a:lnTo>
                    <a:pt x="160972" y="155734"/>
                  </a:lnTo>
                  <a:lnTo>
                    <a:pt x="154305" y="156686"/>
                  </a:lnTo>
                  <a:lnTo>
                    <a:pt x="152400" y="157163"/>
                  </a:lnTo>
                  <a:lnTo>
                    <a:pt x="148590" y="160020"/>
                  </a:lnTo>
                  <a:lnTo>
                    <a:pt x="142875" y="163830"/>
                  </a:lnTo>
                  <a:lnTo>
                    <a:pt x="138589" y="166688"/>
                  </a:lnTo>
                  <a:lnTo>
                    <a:pt x="135255" y="170974"/>
                  </a:lnTo>
                  <a:lnTo>
                    <a:pt x="134302" y="173355"/>
                  </a:lnTo>
                  <a:lnTo>
                    <a:pt x="133826" y="175736"/>
                  </a:lnTo>
                  <a:lnTo>
                    <a:pt x="134302" y="178118"/>
                  </a:lnTo>
                  <a:lnTo>
                    <a:pt x="135731" y="182404"/>
                  </a:lnTo>
                  <a:lnTo>
                    <a:pt x="136207" y="184785"/>
                  </a:lnTo>
                  <a:lnTo>
                    <a:pt x="136684" y="188595"/>
                  </a:lnTo>
                  <a:lnTo>
                    <a:pt x="136684" y="192881"/>
                  </a:lnTo>
                  <a:lnTo>
                    <a:pt x="137160" y="197644"/>
                  </a:lnTo>
                  <a:lnTo>
                    <a:pt x="137636" y="202406"/>
                  </a:lnTo>
                  <a:lnTo>
                    <a:pt x="137636" y="207169"/>
                  </a:lnTo>
                  <a:lnTo>
                    <a:pt x="138113" y="212408"/>
                  </a:lnTo>
                  <a:lnTo>
                    <a:pt x="138589" y="217170"/>
                  </a:lnTo>
                  <a:lnTo>
                    <a:pt x="138589" y="220980"/>
                  </a:lnTo>
                  <a:lnTo>
                    <a:pt x="139065" y="225743"/>
                  </a:lnTo>
                  <a:lnTo>
                    <a:pt x="133826" y="225743"/>
                  </a:lnTo>
                  <a:lnTo>
                    <a:pt x="126206" y="225743"/>
                  </a:lnTo>
                  <a:lnTo>
                    <a:pt x="118110" y="225743"/>
                  </a:lnTo>
                  <a:lnTo>
                    <a:pt x="110490" y="225743"/>
                  </a:lnTo>
                  <a:lnTo>
                    <a:pt x="102394" y="225743"/>
                  </a:lnTo>
                  <a:lnTo>
                    <a:pt x="94773" y="225743"/>
                  </a:lnTo>
                  <a:lnTo>
                    <a:pt x="87153" y="225743"/>
                  </a:lnTo>
                  <a:lnTo>
                    <a:pt x="79057" y="225743"/>
                  </a:lnTo>
                  <a:lnTo>
                    <a:pt x="71438" y="225743"/>
                  </a:lnTo>
                  <a:lnTo>
                    <a:pt x="63817" y="225743"/>
                  </a:lnTo>
                  <a:lnTo>
                    <a:pt x="55721" y="225743"/>
                  </a:lnTo>
                  <a:lnTo>
                    <a:pt x="48101" y="225743"/>
                  </a:lnTo>
                  <a:lnTo>
                    <a:pt x="40005" y="225743"/>
                  </a:lnTo>
                  <a:lnTo>
                    <a:pt x="32385" y="225743"/>
                  </a:lnTo>
                  <a:lnTo>
                    <a:pt x="24765" y="225743"/>
                  </a:lnTo>
                  <a:lnTo>
                    <a:pt x="16669" y="225743"/>
                  </a:lnTo>
                  <a:lnTo>
                    <a:pt x="9048" y="225743"/>
                  </a:lnTo>
                  <a:lnTo>
                    <a:pt x="4763" y="225743"/>
                  </a:lnTo>
                  <a:lnTo>
                    <a:pt x="3334" y="232410"/>
                  </a:lnTo>
                  <a:close/>
                </a:path>
              </a:pathLst>
            </a:custGeom>
            <a:grpFill/>
            <a:ln w="317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0F878D61-4B54-4FCD-A6D2-6071FE332A3E}"/>
                </a:ext>
              </a:extLst>
            </p:cNvPr>
            <p:cNvSpPr/>
            <p:nvPr/>
          </p:nvSpPr>
          <p:spPr>
            <a:xfrm>
              <a:off x="6559867" y="3199446"/>
              <a:ext cx="414337" cy="349091"/>
            </a:xfrm>
            <a:custGeom>
              <a:avLst/>
              <a:gdLst>
                <a:gd name="connsiteX0" fmla="*/ 414338 w 414337"/>
                <a:gd name="connsiteY0" fmla="*/ 348615 h 349091"/>
                <a:gd name="connsiteX1" fmla="*/ 412909 w 414337"/>
                <a:gd name="connsiteY1" fmla="*/ 345281 h 349091"/>
                <a:gd name="connsiteX2" fmla="*/ 398621 w 414337"/>
                <a:gd name="connsiteY2" fmla="*/ 334804 h 349091"/>
                <a:gd name="connsiteX3" fmla="*/ 392430 w 414337"/>
                <a:gd name="connsiteY3" fmla="*/ 326708 h 349091"/>
                <a:gd name="connsiteX4" fmla="*/ 381476 w 414337"/>
                <a:gd name="connsiteY4" fmla="*/ 322897 h 349091"/>
                <a:gd name="connsiteX5" fmla="*/ 379095 w 414337"/>
                <a:gd name="connsiteY5" fmla="*/ 320993 h 349091"/>
                <a:gd name="connsiteX6" fmla="*/ 377666 w 414337"/>
                <a:gd name="connsiteY6" fmla="*/ 319088 h 349091"/>
                <a:gd name="connsiteX7" fmla="*/ 374332 w 414337"/>
                <a:gd name="connsiteY7" fmla="*/ 315278 h 349091"/>
                <a:gd name="connsiteX8" fmla="*/ 369570 w 414337"/>
                <a:gd name="connsiteY8" fmla="*/ 303847 h 349091"/>
                <a:gd name="connsiteX9" fmla="*/ 368141 w 414337"/>
                <a:gd name="connsiteY9" fmla="*/ 298133 h 349091"/>
                <a:gd name="connsiteX10" fmla="*/ 367665 w 414337"/>
                <a:gd name="connsiteY10" fmla="*/ 285750 h 349091"/>
                <a:gd name="connsiteX11" fmla="*/ 368141 w 414337"/>
                <a:gd name="connsiteY11" fmla="*/ 283845 h 349091"/>
                <a:gd name="connsiteX12" fmla="*/ 369094 w 414337"/>
                <a:gd name="connsiteY12" fmla="*/ 280988 h 349091"/>
                <a:gd name="connsiteX13" fmla="*/ 370522 w 414337"/>
                <a:gd name="connsiteY13" fmla="*/ 280035 h 349091"/>
                <a:gd name="connsiteX14" fmla="*/ 371951 w 414337"/>
                <a:gd name="connsiteY14" fmla="*/ 280035 h 349091"/>
                <a:gd name="connsiteX15" fmla="*/ 377190 w 414337"/>
                <a:gd name="connsiteY15" fmla="*/ 280511 h 349091"/>
                <a:gd name="connsiteX16" fmla="*/ 371951 w 414337"/>
                <a:gd name="connsiteY16" fmla="*/ 275749 h 349091"/>
                <a:gd name="connsiteX17" fmla="*/ 366713 w 414337"/>
                <a:gd name="connsiteY17" fmla="*/ 272415 h 349091"/>
                <a:gd name="connsiteX18" fmla="*/ 363855 w 414337"/>
                <a:gd name="connsiteY18" fmla="*/ 268605 h 349091"/>
                <a:gd name="connsiteX19" fmla="*/ 357188 w 414337"/>
                <a:gd name="connsiteY19" fmla="*/ 260985 h 349091"/>
                <a:gd name="connsiteX20" fmla="*/ 345281 w 414337"/>
                <a:gd name="connsiteY20" fmla="*/ 237649 h 349091"/>
                <a:gd name="connsiteX21" fmla="*/ 339566 w 414337"/>
                <a:gd name="connsiteY21" fmla="*/ 226695 h 349091"/>
                <a:gd name="connsiteX22" fmla="*/ 335756 w 414337"/>
                <a:gd name="connsiteY22" fmla="*/ 217646 h 349091"/>
                <a:gd name="connsiteX23" fmla="*/ 327660 w 414337"/>
                <a:gd name="connsiteY23" fmla="*/ 205740 h 349091"/>
                <a:gd name="connsiteX24" fmla="*/ 318135 w 414337"/>
                <a:gd name="connsiteY24" fmla="*/ 186690 h 349091"/>
                <a:gd name="connsiteX25" fmla="*/ 315277 w 414337"/>
                <a:gd name="connsiteY25" fmla="*/ 183356 h 349091"/>
                <a:gd name="connsiteX26" fmla="*/ 312896 w 414337"/>
                <a:gd name="connsiteY26" fmla="*/ 168593 h 349091"/>
                <a:gd name="connsiteX27" fmla="*/ 311468 w 414337"/>
                <a:gd name="connsiteY27" fmla="*/ 163830 h 349091"/>
                <a:gd name="connsiteX28" fmla="*/ 309563 w 414337"/>
                <a:gd name="connsiteY28" fmla="*/ 160972 h 349091"/>
                <a:gd name="connsiteX29" fmla="*/ 306228 w 414337"/>
                <a:gd name="connsiteY29" fmla="*/ 158115 h 349091"/>
                <a:gd name="connsiteX30" fmla="*/ 304800 w 414337"/>
                <a:gd name="connsiteY30" fmla="*/ 154781 h 349091"/>
                <a:gd name="connsiteX31" fmla="*/ 300990 w 414337"/>
                <a:gd name="connsiteY31" fmla="*/ 148590 h 349091"/>
                <a:gd name="connsiteX32" fmla="*/ 301466 w 414337"/>
                <a:gd name="connsiteY32" fmla="*/ 145256 h 349091"/>
                <a:gd name="connsiteX33" fmla="*/ 300990 w 414337"/>
                <a:gd name="connsiteY33" fmla="*/ 138113 h 349091"/>
                <a:gd name="connsiteX34" fmla="*/ 299085 w 414337"/>
                <a:gd name="connsiteY34" fmla="*/ 135255 h 349091"/>
                <a:gd name="connsiteX35" fmla="*/ 295275 w 414337"/>
                <a:gd name="connsiteY35" fmla="*/ 132397 h 349091"/>
                <a:gd name="connsiteX36" fmla="*/ 289560 w 414337"/>
                <a:gd name="connsiteY36" fmla="*/ 126683 h 349091"/>
                <a:gd name="connsiteX37" fmla="*/ 283369 w 414337"/>
                <a:gd name="connsiteY37" fmla="*/ 118110 h 349091"/>
                <a:gd name="connsiteX38" fmla="*/ 279082 w 414337"/>
                <a:gd name="connsiteY38" fmla="*/ 113824 h 349091"/>
                <a:gd name="connsiteX39" fmla="*/ 277653 w 414337"/>
                <a:gd name="connsiteY39" fmla="*/ 111443 h 349091"/>
                <a:gd name="connsiteX40" fmla="*/ 276701 w 414337"/>
                <a:gd name="connsiteY40" fmla="*/ 108585 h 349091"/>
                <a:gd name="connsiteX41" fmla="*/ 275272 w 414337"/>
                <a:gd name="connsiteY41" fmla="*/ 105728 h 349091"/>
                <a:gd name="connsiteX42" fmla="*/ 270986 w 414337"/>
                <a:gd name="connsiteY42" fmla="*/ 100489 h 349091"/>
                <a:gd name="connsiteX43" fmla="*/ 270034 w 414337"/>
                <a:gd name="connsiteY43" fmla="*/ 98108 h 349091"/>
                <a:gd name="connsiteX44" fmla="*/ 270034 w 414337"/>
                <a:gd name="connsiteY44" fmla="*/ 90964 h 349091"/>
                <a:gd name="connsiteX45" fmla="*/ 268605 w 414337"/>
                <a:gd name="connsiteY45" fmla="*/ 86201 h 349091"/>
                <a:gd name="connsiteX46" fmla="*/ 267652 w 414337"/>
                <a:gd name="connsiteY46" fmla="*/ 83820 h 349091"/>
                <a:gd name="connsiteX47" fmla="*/ 261938 w 414337"/>
                <a:gd name="connsiteY47" fmla="*/ 78105 h 349091"/>
                <a:gd name="connsiteX48" fmla="*/ 260509 w 414337"/>
                <a:gd name="connsiteY48" fmla="*/ 74771 h 349091"/>
                <a:gd name="connsiteX49" fmla="*/ 262414 w 414337"/>
                <a:gd name="connsiteY49" fmla="*/ 70485 h 349091"/>
                <a:gd name="connsiteX50" fmla="*/ 265271 w 414337"/>
                <a:gd name="connsiteY50" fmla="*/ 66675 h 349091"/>
                <a:gd name="connsiteX51" fmla="*/ 264319 w 414337"/>
                <a:gd name="connsiteY51" fmla="*/ 63818 h 349091"/>
                <a:gd name="connsiteX52" fmla="*/ 267652 w 414337"/>
                <a:gd name="connsiteY52" fmla="*/ 61913 h 349091"/>
                <a:gd name="connsiteX53" fmla="*/ 270510 w 414337"/>
                <a:gd name="connsiteY53" fmla="*/ 68580 h 349091"/>
                <a:gd name="connsiteX54" fmla="*/ 272891 w 414337"/>
                <a:gd name="connsiteY54" fmla="*/ 78581 h 349091"/>
                <a:gd name="connsiteX55" fmla="*/ 274320 w 414337"/>
                <a:gd name="connsiteY55" fmla="*/ 81439 h 349091"/>
                <a:gd name="connsiteX56" fmla="*/ 276225 w 414337"/>
                <a:gd name="connsiteY56" fmla="*/ 82868 h 349091"/>
                <a:gd name="connsiteX57" fmla="*/ 278130 w 414337"/>
                <a:gd name="connsiteY57" fmla="*/ 87154 h 349091"/>
                <a:gd name="connsiteX58" fmla="*/ 284797 w 414337"/>
                <a:gd name="connsiteY58" fmla="*/ 95250 h 349091"/>
                <a:gd name="connsiteX59" fmla="*/ 286702 w 414337"/>
                <a:gd name="connsiteY59" fmla="*/ 98584 h 349091"/>
                <a:gd name="connsiteX60" fmla="*/ 289560 w 414337"/>
                <a:gd name="connsiteY60" fmla="*/ 105728 h 349091"/>
                <a:gd name="connsiteX61" fmla="*/ 289084 w 414337"/>
                <a:gd name="connsiteY61" fmla="*/ 109061 h 349091"/>
                <a:gd name="connsiteX62" fmla="*/ 290989 w 414337"/>
                <a:gd name="connsiteY62" fmla="*/ 113347 h 349091"/>
                <a:gd name="connsiteX63" fmla="*/ 296703 w 414337"/>
                <a:gd name="connsiteY63" fmla="*/ 120015 h 349091"/>
                <a:gd name="connsiteX64" fmla="*/ 302895 w 414337"/>
                <a:gd name="connsiteY64" fmla="*/ 124778 h 349091"/>
                <a:gd name="connsiteX65" fmla="*/ 308134 w 414337"/>
                <a:gd name="connsiteY65" fmla="*/ 132397 h 349091"/>
                <a:gd name="connsiteX66" fmla="*/ 318135 w 414337"/>
                <a:gd name="connsiteY66" fmla="*/ 140494 h 349091"/>
                <a:gd name="connsiteX67" fmla="*/ 323850 w 414337"/>
                <a:gd name="connsiteY67" fmla="*/ 142875 h 349091"/>
                <a:gd name="connsiteX68" fmla="*/ 327184 w 414337"/>
                <a:gd name="connsiteY68" fmla="*/ 138113 h 349091"/>
                <a:gd name="connsiteX69" fmla="*/ 330041 w 414337"/>
                <a:gd name="connsiteY69" fmla="*/ 133826 h 349091"/>
                <a:gd name="connsiteX70" fmla="*/ 330994 w 414337"/>
                <a:gd name="connsiteY70" fmla="*/ 130493 h 349091"/>
                <a:gd name="connsiteX71" fmla="*/ 331470 w 414337"/>
                <a:gd name="connsiteY71" fmla="*/ 121444 h 349091"/>
                <a:gd name="connsiteX72" fmla="*/ 337661 w 414337"/>
                <a:gd name="connsiteY72" fmla="*/ 106680 h 349091"/>
                <a:gd name="connsiteX73" fmla="*/ 341471 w 414337"/>
                <a:gd name="connsiteY73" fmla="*/ 87630 h 349091"/>
                <a:gd name="connsiteX74" fmla="*/ 345281 w 414337"/>
                <a:gd name="connsiteY74" fmla="*/ 81915 h 349091"/>
                <a:gd name="connsiteX75" fmla="*/ 347186 w 414337"/>
                <a:gd name="connsiteY75" fmla="*/ 80486 h 349091"/>
                <a:gd name="connsiteX76" fmla="*/ 346234 w 414337"/>
                <a:gd name="connsiteY76" fmla="*/ 77153 h 349091"/>
                <a:gd name="connsiteX77" fmla="*/ 343376 w 414337"/>
                <a:gd name="connsiteY77" fmla="*/ 68104 h 349091"/>
                <a:gd name="connsiteX78" fmla="*/ 341471 w 414337"/>
                <a:gd name="connsiteY78" fmla="*/ 61913 h 349091"/>
                <a:gd name="connsiteX79" fmla="*/ 339090 w 414337"/>
                <a:gd name="connsiteY79" fmla="*/ 53816 h 349091"/>
                <a:gd name="connsiteX80" fmla="*/ 334327 w 414337"/>
                <a:gd name="connsiteY80" fmla="*/ 44768 h 349091"/>
                <a:gd name="connsiteX81" fmla="*/ 333851 w 414337"/>
                <a:gd name="connsiteY81" fmla="*/ 42386 h 349091"/>
                <a:gd name="connsiteX82" fmla="*/ 333375 w 414337"/>
                <a:gd name="connsiteY82" fmla="*/ 39053 h 349091"/>
                <a:gd name="connsiteX83" fmla="*/ 330041 w 414337"/>
                <a:gd name="connsiteY83" fmla="*/ 30480 h 349091"/>
                <a:gd name="connsiteX84" fmla="*/ 327660 w 414337"/>
                <a:gd name="connsiteY84" fmla="*/ 24289 h 349091"/>
                <a:gd name="connsiteX85" fmla="*/ 324802 w 414337"/>
                <a:gd name="connsiteY85" fmla="*/ 16193 h 349091"/>
                <a:gd name="connsiteX86" fmla="*/ 323850 w 414337"/>
                <a:gd name="connsiteY86" fmla="*/ 13335 h 349091"/>
                <a:gd name="connsiteX87" fmla="*/ 323374 w 414337"/>
                <a:gd name="connsiteY87" fmla="*/ 12383 h 349091"/>
                <a:gd name="connsiteX88" fmla="*/ 322421 w 414337"/>
                <a:gd name="connsiteY88" fmla="*/ 12859 h 349091"/>
                <a:gd name="connsiteX89" fmla="*/ 313372 w 414337"/>
                <a:gd name="connsiteY89" fmla="*/ 17621 h 349091"/>
                <a:gd name="connsiteX90" fmla="*/ 305276 w 414337"/>
                <a:gd name="connsiteY90" fmla="*/ 19050 h 349091"/>
                <a:gd name="connsiteX91" fmla="*/ 295275 w 414337"/>
                <a:gd name="connsiteY91" fmla="*/ 19050 h 349091"/>
                <a:gd name="connsiteX92" fmla="*/ 289084 w 414337"/>
                <a:gd name="connsiteY92" fmla="*/ 20955 h 349091"/>
                <a:gd name="connsiteX93" fmla="*/ 287655 w 414337"/>
                <a:gd name="connsiteY93" fmla="*/ 19526 h 349091"/>
                <a:gd name="connsiteX94" fmla="*/ 286702 w 414337"/>
                <a:gd name="connsiteY94" fmla="*/ 18097 h 349091"/>
                <a:gd name="connsiteX95" fmla="*/ 279082 w 414337"/>
                <a:gd name="connsiteY95" fmla="*/ 20003 h 349091"/>
                <a:gd name="connsiteX96" fmla="*/ 277653 w 414337"/>
                <a:gd name="connsiteY96" fmla="*/ 19526 h 349091"/>
                <a:gd name="connsiteX97" fmla="*/ 271939 w 414337"/>
                <a:gd name="connsiteY97" fmla="*/ 21431 h 349091"/>
                <a:gd name="connsiteX98" fmla="*/ 269081 w 414337"/>
                <a:gd name="connsiteY98" fmla="*/ 21431 h 349091"/>
                <a:gd name="connsiteX99" fmla="*/ 266700 w 414337"/>
                <a:gd name="connsiteY99" fmla="*/ 20479 h 349091"/>
                <a:gd name="connsiteX100" fmla="*/ 259556 w 414337"/>
                <a:gd name="connsiteY100" fmla="*/ 14764 h 349091"/>
                <a:gd name="connsiteX101" fmla="*/ 257175 w 414337"/>
                <a:gd name="connsiteY101" fmla="*/ 13335 h 349091"/>
                <a:gd name="connsiteX102" fmla="*/ 255746 w 414337"/>
                <a:gd name="connsiteY102" fmla="*/ 13335 h 349091"/>
                <a:gd name="connsiteX103" fmla="*/ 256699 w 414337"/>
                <a:gd name="connsiteY103" fmla="*/ 14764 h 349091"/>
                <a:gd name="connsiteX104" fmla="*/ 258127 w 414337"/>
                <a:gd name="connsiteY104" fmla="*/ 16669 h 349091"/>
                <a:gd name="connsiteX105" fmla="*/ 255270 w 414337"/>
                <a:gd name="connsiteY105" fmla="*/ 19526 h 349091"/>
                <a:gd name="connsiteX106" fmla="*/ 251936 w 414337"/>
                <a:gd name="connsiteY106" fmla="*/ 20479 h 349091"/>
                <a:gd name="connsiteX107" fmla="*/ 250507 w 414337"/>
                <a:gd name="connsiteY107" fmla="*/ 18574 h 349091"/>
                <a:gd name="connsiteX108" fmla="*/ 248602 w 414337"/>
                <a:gd name="connsiteY108" fmla="*/ 15716 h 349091"/>
                <a:gd name="connsiteX109" fmla="*/ 245269 w 414337"/>
                <a:gd name="connsiteY109" fmla="*/ 15240 h 349091"/>
                <a:gd name="connsiteX110" fmla="*/ 240506 w 414337"/>
                <a:gd name="connsiteY110" fmla="*/ 13335 h 349091"/>
                <a:gd name="connsiteX111" fmla="*/ 244316 w 414337"/>
                <a:gd name="connsiteY111" fmla="*/ 8572 h 349091"/>
                <a:gd name="connsiteX112" fmla="*/ 244793 w 414337"/>
                <a:gd name="connsiteY112" fmla="*/ 6191 h 349091"/>
                <a:gd name="connsiteX113" fmla="*/ 250984 w 414337"/>
                <a:gd name="connsiteY113" fmla="*/ 11430 h 349091"/>
                <a:gd name="connsiteX114" fmla="*/ 252889 w 414337"/>
                <a:gd name="connsiteY114" fmla="*/ 11430 h 349091"/>
                <a:gd name="connsiteX115" fmla="*/ 247174 w 414337"/>
                <a:gd name="connsiteY115" fmla="*/ 5715 h 349091"/>
                <a:gd name="connsiteX116" fmla="*/ 244793 w 414337"/>
                <a:gd name="connsiteY116" fmla="*/ 3810 h 349091"/>
                <a:gd name="connsiteX117" fmla="*/ 242888 w 414337"/>
                <a:gd name="connsiteY117" fmla="*/ 4763 h 349091"/>
                <a:gd name="connsiteX118" fmla="*/ 235268 w 414337"/>
                <a:gd name="connsiteY118" fmla="*/ 7144 h 349091"/>
                <a:gd name="connsiteX119" fmla="*/ 232410 w 414337"/>
                <a:gd name="connsiteY119" fmla="*/ 7144 h 349091"/>
                <a:gd name="connsiteX120" fmla="*/ 220980 w 414337"/>
                <a:gd name="connsiteY120" fmla="*/ 2381 h 349091"/>
                <a:gd name="connsiteX121" fmla="*/ 217170 w 414337"/>
                <a:gd name="connsiteY121" fmla="*/ 1905 h 349091"/>
                <a:gd name="connsiteX122" fmla="*/ 216218 w 414337"/>
                <a:gd name="connsiteY122" fmla="*/ 2381 h 349091"/>
                <a:gd name="connsiteX123" fmla="*/ 215265 w 414337"/>
                <a:gd name="connsiteY123" fmla="*/ 5239 h 349091"/>
                <a:gd name="connsiteX124" fmla="*/ 214313 w 414337"/>
                <a:gd name="connsiteY124" fmla="*/ 7144 h 349091"/>
                <a:gd name="connsiteX125" fmla="*/ 209074 w 414337"/>
                <a:gd name="connsiteY125" fmla="*/ 7620 h 349091"/>
                <a:gd name="connsiteX126" fmla="*/ 204311 w 414337"/>
                <a:gd name="connsiteY126" fmla="*/ 9049 h 349091"/>
                <a:gd name="connsiteX127" fmla="*/ 199549 w 414337"/>
                <a:gd name="connsiteY127" fmla="*/ 8572 h 349091"/>
                <a:gd name="connsiteX128" fmla="*/ 210502 w 414337"/>
                <a:gd name="connsiteY128" fmla="*/ 4763 h 349091"/>
                <a:gd name="connsiteX129" fmla="*/ 211931 w 414337"/>
                <a:gd name="connsiteY129" fmla="*/ 2858 h 349091"/>
                <a:gd name="connsiteX130" fmla="*/ 200025 w 414337"/>
                <a:gd name="connsiteY130" fmla="*/ 6668 h 349091"/>
                <a:gd name="connsiteX131" fmla="*/ 193834 w 414337"/>
                <a:gd name="connsiteY131" fmla="*/ 7144 h 349091"/>
                <a:gd name="connsiteX132" fmla="*/ 191928 w 414337"/>
                <a:gd name="connsiteY132" fmla="*/ 9049 h 349091"/>
                <a:gd name="connsiteX133" fmla="*/ 190976 w 414337"/>
                <a:gd name="connsiteY133" fmla="*/ 10954 h 349091"/>
                <a:gd name="connsiteX134" fmla="*/ 189071 w 414337"/>
                <a:gd name="connsiteY134" fmla="*/ 12383 h 349091"/>
                <a:gd name="connsiteX135" fmla="*/ 188119 w 414337"/>
                <a:gd name="connsiteY135" fmla="*/ 14764 h 349091"/>
                <a:gd name="connsiteX136" fmla="*/ 184785 w 414337"/>
                <a:gd name="connsiteY136" fmla="*/ 14764 h 349091"/>
                <a:gd name="connsiteX137" fmla="*/ 181927 w 414337"/>
                <a:gd name="connsiteY137" fmla="*/ 14288 h 349091"/>
                <a:gd name="connsiteX138" fmla="*/ 178118 w 414337"/>
                <a:gd name="connsiteY138" fmla="*/ 15716 h 349091"/>
                <a:gd name="connsiteX139" fmla="*/ 166688 w 414337"/>
                <a:gd name="connsiteY139" fmla="*/ 23813 h 349091"/>
                <a:gd name="connsiteX140" fmla="*/ 160972 w 414337"/>
                <a:gd name="connsiteY140" fmla="*/ 26670 h 349091"/>
                <a:gd name="connsiteX141" fmla="*/ 155734 w 414337"/>
                <a:gd name="connsiteY141" fmla="*/ 29051 h 349091"/>
                <a:gd name="connsiteX142" fmla="*/ 151924 w 414337"/>
                <a:gd name="connsiteY142" fmla="*/ 30004 h 349091"/>
                <a:gd name="connsiteX143" fmla="*/ 148590 w 414337"/>
                <a:gd name="connsiteY143" fmla="*/ 30480 h 349091"/>
                <a:gd name="connsiteX144" fmla="*/ 145256 w 414337"/>
                <a:gd name="connsiteY144" fmla="*/ 29528 h 349091"/>
                <a:gd name="connsiteX145" fmla="*/ 140018 w 414337"/>
                <a:gd name="connsiteY145" fmla="*/ 26194 h 349091"/>
                <a:gd name="connsiteX146" fmla="*/ 130016 w 414337"/>
                <a:gd name="connsiteY146" fmla="*/ 22384 h 349091"/>
                <a:gd name="connsiteX147" fmla="*/ 111443 w 414337"/>
                <a:gd name="connsiteY147" fmla="*/ 20479 h 349091"/>
                <a:gd name="connsiteX148" fmla="*/ 106680 w 414337"/>
                <a:gd name="connsiteY148" fmla="*/ 16669 h 349091"/>
                <a:gd name="connsiteX149" fmla="*/ 99536 w 414337"/>
                <a:gd name="connsiteY149" fmla="*/ 17145 h 349091"/>
                <a:gd name="connsiteX150" fmla="*/ 96678 w 414337"/>
                <a:gd name="connsiteY150" fmla="*/ 16193 h 349091"/>
                <a:gd name="connsiteX151" fmla="*/ 86677 w 414337"/>
                <a:gd name="connsiteY151" fmla="*/ 10001 h 349091"/>
                <a:gd name="connsiteX152" fmla="*/ 70485 w 414337"/>
                <a:gd name="connsiteY152" fmla="*/ 6668 h 349091"/>
                <a:gd name="connsiteX153" fmla="*/ 60007 w 414337"/>
                <a:gd name="connsiteY153" fmla="*/ 5239 h 349091"/>
                <a:gd name="connsiteX154" fmla="*/ 40481 w 414337"/>
                <a:gd name="connsiteY154" fmla="*/ 953 h 349091"/>
                <a:gd name="connsiteX155" fmla="*/ 23336 w 414337"/>
                <a:gd name="connsiteY155" fmla="*/ 5239 h 349091"/>
                <a:gd name="connsiteX156" fmla="*/ 18097 w 414337"/>
                <a:gd name="connsiteY156" fmla="*/ 4286 h 349091"/>
                <a:gd name="connsiteX157" fmla="*/ 15240 w 414337"/>
                <a:gd name="connsiteY157" fmla="*/ 0 h 349091"/>
                <a:gd name="connsiteX158" fmla="*/ 14288 w 414337"/>
                <a:gd name="connsiteY158" fmla="*/ 953 h 349091"/>
                <a:gd name="connsiteX159" fmla="*/ 12382 w 414337"/>
                <a:gd name="connsiteY159" fmla="*/ 2858 h 349091"/>
                <a:gd name="connsiteX160" fmla="*/ 10953 w 414337"/>
                <a:gd name="connsiteY160" fmla="*/ 5239 h 349091"/>
                <a:gd name="connsiteX161" fmla="*/ 8096 w 414337"/>
                <a:gd name="connsiteY161" fmla="*/ 8096 h 349091"/>
                <a:gd name="connsiteX162" fmla="*/ 5239 w 414337"/>
                <a:gd name="connsiteY162" fmla="*/ 11906 h 349091"/>
                <a:gd name="connsiteX163" fmla="*/ 5715 w 414337"/>
                <a:gd name="connsiteY163" fmla="*/ 16669 h 349091"/>
                <a:gd name="connsiteX164" fmla="*/ 6191 w 414337"/>
                <a:gd name="connsiteY164" fmla="*/ 21908 h 349091"/>
                <a:gd name="connsiteX165" fmla="*/ 8096 w 414337"/>
                <a:gd name="connsiteY165" fmla="*/ 26670 h 349091"/>
                <a:gd name="connsiteX166" fmla="*/ 9525 w 414337"/>
                <a:gd name="connsiteY166" fmla="*/ 32385 h 349091"/>
                <a:gd name="connsiteX167" fmla="*/ 9049 w 414337"/>
                <a:gd name="connsiteY167" fmla="*/ 36195 h 349091"/>
                <a:gd name="connsiteX168" fmla="*/ 7620 w 414337"/>
                <a:gd name="connsiteY168" fmla="*/ 40481 h 349091"/>
                <a:gd name="connsiteX169" fmla="*/ 6191 w 414337"/>
                <a:gd name="connsiteY169" fmla="*/ 44291 h 349091"/>
                <a:gd name="connsiteX170" fmla="*/ 952 w 414337"/>
                <a:gd name="connsiteY170" fmla="*/ 51911 h 349091"/>
                <a:gd name="connsiteX171" fmla="*/ 0 w 414337"/>
                <a:gd name="connsiteY171" fmla="*/ 53816 h 349091"/>
                <a:gd name="connsiteX172" fmla="*/ 476 w 414337"/>
                <a:gd name="connsiteY172" fmla="*/ 56197 h 349091"/>
                <a:gd name="connsiteX173" fmla="*/ 3810 w 414337"/>
                <a:gd name="connsiteY173" fmla="*/ 65246 h 349091"/>
                <a:gd name="connsiteX174" fmla="*/ 3810 w 414337"/>
                <a:gd name="connsiteY174" fmla="*/ 68104 h 349091"/>
                <a:gd name="connsiteX175" fmla="*/ 5715 w 414337"/>
                <a:gd name="connsiteY175" fmla="*/ 76676 h 349091"/>
                <a:gd name="connsiteX176" fmla="*/ 7620 w 414337"/>
                <a:gd name="connsiteY176" fmla="*/ 83820 h 349091"/>
                <a:gd name="connsiteX177" fmla="*/ 9525 w 414337"/>
                <a:gd name="connsiteY177" fmla="*/ 89535 h 349091"/>
                <a:gd name="connsiteX178" fmla="*/ 9525 w 414337"/>
                <a:gd name="connsiteY178" fmla="*/ 90964 h 349091"/>
                <a:gd name="connsiteX179" fmla="*/ 9525 w 414337"/>
                <a:gd name="connsiteY179" fmla="*/ 99536 h 349091"/>
                <a:gd name="connsiteX180" fmla="*/ 9525 w 414337"/>
                <a:gd name="connsiteY180" fmla="*/ 107633 h 349091"/>
                <a:gd name="connsiteX181" fmla="*/ 9525 w 414337"/>
                <a:gd name="connsiteY181" fmla="*/ 115729 h 349091"/>
                <a:gd name="connsiteX182" fmla="*/ 9525 w 414337"/>
                <a:gd name="connsiteY182" fmla="*/ 123825 h 349091"/>
                <a:gd name="connsiteX183" fmla="*/ 9525 w 414337"/>
                <a:gd name="connsiteY183" fmla="*/ 131921 h 349091"/>
                <a:gd name="connsiteX184" fmla="*/ 9525 w 414337"/>
                <a:gd name="connsiteY184" fmla="*/ 140018 h 349091"/>
                <a:gd name="connsiteX185" fmla="*/ 9525 w 414337"/>
                <a:gd name="connsiteY185" fmla="*/ 148590 h 349091"/>
                <a:gd name="connsiteX186" fmla="*/ 9525 w 414337"/>
                <a:gd name="connsiteY186" fmla="*/ 156686 h 349091"/>
                <a:gd name="connsiteX187" fmla="*/ 9525 w 414337"/>
                <a:gd name="connsiteY187" fmla="*/ 164783 h 349091"/>
                <a:gd name="connsiteX188" fmla="*/ 9525 w 414337"/>
                <a:gd name="connsiteY188" fmla="*/ 172879 h 349091"/>
                <a:gd name="connsiteX189" fmla="*/ 9525 w 414337"/>
                <a:gd name="connsiteY189" fmla="*/ 180975 h 349091"/>
                <a:gd name="connsiteX190" fmla="*/ 9525 w 414337"/>
                <a:gd name="connsiteY190" fmla="*/ 189071 h 349091"/>
                <a:gd name="connsiteX191" fmla="*/ 9525 w 414337"/>
                <a:gd name="connsiteY191" fmla="*/ 197168 h 349091"/>
                <a:gd name="connsiteX192" fmla="*/ 9525 w 414337"/>
                <a:gd name="connsiteY192" fmla="*/ 205264 h 349091"/>
                <a:gd name="connsiteX193" fmla="*/ 9525 w 414337"/>
                <a:gd name="connsiteY193" fmla="*/ 213360 h 349091"/>
                <a:gd name="connsiteX194" fmla="*/ 9525 w 414337"/>
                <a:gd name="connsiteY194" fmla="*/ 221456 h 349091"/>
                <a:gd name="connsiteX195" fmla="*/ 9525 w 414337"/>
                <a:gd name="connsiteY195" fmla="*/ 229553 h 349091"/>
                <a:gd name="connsiteX196" fmla="*/ 9525 w 414337"/>
                <a:gd name="connsiteY196" fmla="*/ 237649 h 349091"/>
                <a:gd name="connsiteX197" fmla="*/ 9525 w 414337"/>
                <a:gd name="connsiteY197" fmla="*/ 245269 h 349091"/>
                <a:gd name="connsiteX198" fmla="*/ 9525 w 414337"/>
                <a:gd name="connsiteY198" fmla="*/ 253365 h 349091"/>
                <a:gd name="connsiteX199" fmla="*/ 9525 w 414337"/>
                <a:gd name="connsiteY199" fmla="*/ 261461 h 349091"/>
                <a:gd name="connsiteX200" fmla="*/ 9525 w 414337"/>
                <a:gd name="connsiteY200" fmla="*/ 269558 h 349091"/>
                <a:gd name="connsiteX201" fmla="*/ 9525 w 414337"/>
                <a:gd name="connsiteY201" fmla="*/ 277654 h 349091"/>
                <a:gd name="connsiteX202" fmla="*/ 9525 w 414337"/>
                <a:gd name="connsiteY202" fmla="*/ 285274 h 349091"/>
                <a:gd name="connsiteX203" fmla="*/ 9525 w 414337"/>
                <a:gd name="connsiteY203" fmla="*/ 293370 h 349091"/>
                <a:gd name="connsiteX204" fmla="*/ 9525 w 414337"/>
                <a:gd name="connsiteY204" fmla="*/ 301466 h 349091"/>
                <a:gd name="connsiteX205" fmla="*/ 9525 w 414337"/>
                <a:gd name="connsiteY205" fmla="*/ 309563 h 349091"/>
                <a:gd name="connsiteX206" fmla="*/ 9525 w 414337"/>
                <a:gd name="connsiteY206" fmla="*/ 317183 h 349091"/>
                <a:gd name="connsiteX207" fmla="*/ 9525 w 414337"/>
                <a:gd name="connsiteY207" fmla="*/ 325279 h 349091"/>
                <a:gd name="connsiteX208" fmla="*/ 9525 w 414337"/>
                <a:gd name="connsiteY208" fmla="*/ 333375 h 349091"/>
                <a:gd name="connsiteX209" fmla="*/ 9525 w 414337"/>
                <a:gd name="connsiteY209" fmla="*/ 340995 h 349091"/>
                <a:gd name="connsiteX210" fmla="*/ 9525 w 414337"/>
                <a:gd name="connsiteY210" fmla="*/ 349091 h 349091"/>
                <a:gd name="connsiteX211" fmla="*/ 22384 w 414337"/>
                <a:gd name="connsiteY211" fmla="*/ 349091 h 349091"/>
                <a:gd name="connsiteX212" fmla="*/ 35719 w 414337"/>
                <a:gd name="connsiteY212" fmla="*/ 349091 h 349091"/>
                <a:gd name="connsiteX213" fmla="*/ 48577 w 414337"/>
                <a:gd name="connsiteY213" fmla="*/ 349091 h 349091"/>
                <a:gd name="connsiteX214" fmla="*/ 61436 w 414337"/>
                <a:gd name="connsiteY214" fmla="*/ 349091 h 349091"/>
                <a:gd name="connsiteX215" fmla="*/ 74771 w 414337"/>
                <a:gd name="connsiteY215" fmla="*/ 349091 h 349091"/>
                <a:gd name="connsiteX216" fmla="*/ 87630 w 414337"/>
                <a:gd name="connsiteY216" fmla="*/ 349091 h 349091"/>
                <a:gd name="connsiteX217" fmla="*/ 100489 w 414337"/>
                <a:gd name="connsiteY217" fmla="*/ 349091 h 349091"/>
                <a:gd name="connsiteX218" fmla="*/ 113347 w 414337"/>
                <a:gd name="connsiteY218" fmla="*/ 349091 h 349091"/>
                <a:gd name="connsiteX219" fmla="*/ 126682 w 414337"/>
                <a:gd name="connsiteY219" fmla="*/ 349091 h 349091"/>
                <a:gd name="connsiteX220" fmla="*/ 139541 w 414337"/>
                <a:gd name="connsiteY220" fmla="*/ 349091 h 349091"/>
                <a:gd name="connsiteX221" fmla="*/ 152400 w 414337"/>
                <a:gd name="connsiteY221" fmla="*/ 349091 h 349091"/>
                <a:gd name="connsiteX222" fmla="*/ 165735 w 414337"/>
                <a:gd name="connsiteY222" fmla="*/ 349091 h 349091"/>
                <a:gd name="connsiteX223" fmla="*/ 178594 w 414337"/>
                <a:gd name="connsiteY223" fmla="*/ 349091 h 349091"/>
                <a:gd name="connsiteX224" fmla="*/ 191452 w 414337"/>
                <a:gd name="connsiteY224" fmla="*/ 349091 h 349091"/>
                <a:gd name="connsiteX225" fmla="*/ 204788 w 414337"/>
                <a:gd name="connsiteY225" fmla="*/ 349091 h 349091"/>
                <a:gd name="connsiteX226" fmla="*/ 217646 w 414337"/>
                <a:gd name="connsiteY226" fmla="*/ 349091 h 349091"/>
                <a:gd name="connsiteX227" fmla="*/ 221456 w 414337"/>
                <a:gd name="connsiteY227" fmla="*/ 349091 h 349091"/>
                <a:gd name="connsiteX228" fmla="*/ 223361 w 414337"/>
                <a:gd name="connsiteY228" fmla="*/ 348615 h 349091"/>
                <a:gd name="connsiteX229" fmla="*/ 226695 w 414337"/>
                <a:gd name="connsiteY229" fmla="*/ 342424 h 349091"/>
                <a:gd name="connsiteX230" fmla="*/ 228124 w 414337"/>
                <a:gd name="connsiteY230" fmla="*/ 341947 h 349091"/>
                <a:gd name="connsiteX231" fmla="*/ 230028 w 414337"/>
                <a:gd name="connsiteY231" fmla="*/ 341947 h 349091"/>
                <a:gd name="connsiteX232" fmla="*/ 230981 w 414337"/>
                <a:gd name="connsiteY232" fmla="*/ 343853 h 349091"/>
                <a:gd name="connsiteX233" fmla="*/ 230505 w 414337"/>
                <a:gd name="connsiteY233" fmla="*/ 345758 h 349091"/>
                <a:gd name="connsiteX234" fmla="*/ 229076 w 414337"/>
                <a:gd name="connsiteY234" fmla="*/ 349091 h 349091"/>
                <a:gd name="connsiteX235" fmla="*/ 235744 w 414337"/>
                <a:gd name="connsiteY235" fmla="*/ 349091 h 349091"/>
                <a:gd name="connsiteX236" fmla="*/ 246697 w 414337"/>
                <a:gd name="connsiteY236" fmla="*/ 349091 h 349091"/>
                <a:gd name="connsiteX237" fmla="*/ 257651 w 414337"/>
                <a:gd name="connsiteY237" fmla="*/ 349091 h 349091"/>
                <a:gd name="connsiteX238" fmla="*/ 269081 w 414337"/>
                <a:gd name="connsiteY238" fmla="*/ 349091 h 349091"/>
                <a:gd name="connsiteX239" fmla="*/ 280035 w 414337"/>
                <a:gd name="connsiteY239" fmla="*/ 349091 h 349091"/>
                <a:gd name="connsiteX240" fmla="*/ 291465 w 414337"/>
                <a:gd name="connsiteY240" fmla="*/ 349091 h 349091"/>
                <a:gd name="connsiteX241" fmla="*/ 302419 w 414337"/>
                <a:gd name="connsiteY241" fmla="*/ 349091 h 349091"/>
                <a:gd name="connsiteX242" fmla="*/ 313849 w 414337"/>
                <a:gd name="connsiteY242" fmla="*/ 349091 h 349091"/>
                <a:gd name="connsiteX243" fmla="*/ 324802 w 414337"/>
                <a:gd name="connsiteY243" fmla="*/ 349091 h 349091"/>
                <a:gd name="connsiteX244" fmla="*/ 336232 w 414337"/>
                <a:gd name="connsiteY244" fmla="*/ 349091 h 349091"/>
                <a:gd name="connsiteX245" fmla="*/ 347186 w 414337"/>
                <a:gd name="connsiteY245" fmla="*/ 349091 h 349091"/>
                <a:gd name="connsiteX246" fmla="*/ 358140 w 414337"/>
                <a:gd name="connsiteY246" fmla="*/ 349091 h 349091"/>
                <a:gd name="connsiteX247" fmla="*/ 369570 w 414337"/>
                <a:gd name="connsiteY247" fmla="*/ 349091 h 349091"/>
                <a:gd name="connsiteX248" fmla="*/ 380524 w 414337"/>
                <a:gd name="connsiteY248" fmla="*/ 349091 h 349091"/>
                <a:gd name="connsiteX249" fmla="*/ 391953 w 414337"/>
                <a:gd name="connsiteY249" fmla="*/ 349091 h 349091"/>
                <a:gd name="connsiteX250" fmla="*/ 402907 w 414337"/>
                <a:gd name="connsiteY250" fmla="*/ 349091 h 349091"/>
                <a:gd name="connsiteX251" fmla="*/ 414338 w 414337"/>
                <a:gd name="connsiteY251" fmla="*/ 349091 h 349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414337" h="349091">
                  <a:moveTo>
                    <a:pt x="414338" y="348615"/>
                  </a:moveTo>
                  <a:lnTo>
                    <a:pt x="412909" y="345281"/>
                  </a:lnTo>
                  <a:lnTo>
                    <a:pt x="398621" y="334804"/>
                  </a:lnTo>
                  <a:lnTo>
                    <a:pt x="392430" y="326708"/>
                  </a:lnTo>
                  <a:lnTo>
                    <a:pt x="381476" y="322897"/>
                  </a:lnTo>
                  <a:lnTo>
                    <a:pt x="379095" y="320993"/>
                  </a:lnTo>
                  <a:lnTo>
                    <a:pt x="377666" y="319088"/>
                  </a:lnTo>
                  <a:lnTo>
                    <a:pt x="374332" y="315278"/>
                  </a:lnTo>
                  <a:lnTo>
                    <a:pt x="369570" y="303847"/>
                  </a:lnTo>
                  <a:lnTo>
                    <a:pt x="368141" y="298133"/>
                  </a:lnTo>
                  <a:lnTo>
                    <a:pt x="367665" y="285750"/>
                  </a:lnTo>
                  <a:lnTo>
                    <a:pt x="368141" y="283845"/>
                  </a:lnTo>
                  <a:lnTo>
                    <a:pt x="369094" y="280988"/>
                  </a:lnTo>
                  <a:lnTo>
                    <a:pt x="370522" y="280035"/>
                  </a:lnTo>
                  <a:lnTo>
                    <a:pt x="371951" y="280035"/>
                  </a:lnTo>
                  <a:lnTo>
                    <a:pt x="377190" y="280511"/>
                  </a:lnTo>
                  <a:lnTo>
                    <a:pt x="371951" y="275749"/>
                  </a:lnTo>
                  <a:lnTo>
                    <a:pt x="366713" y="272415"/>
                  </a:lnTo>
                  <a:lnTo>
                    <a:pt x="363855" y="268605"/>
                  </a:lnTo>
                  <a:lnTo>
                    <a:pt x="357188" y="260985"/>
                  </a:lnTo>
                  <a:lnTo>
                    <a:pt x="345281" y="237649"/>
                  </a:lnTo>
                  <a:lnTo>
                    <a:pt x="339566" y="226695"/>
                  </a:lnTo>
                  <a:lnTo>
                    <a:pt x="335756" y="217646"/>
                  </a:lnTo>
                  <a:lnTo>
                    <a:pt x="327660" y="205740"/>
                  </a:lnTo>
                  <a:lnTo>
                    <a:pt x="318135" y="186690"/>
                  </a:lnTo>
                  <a:lnTo>
                    <a:pt x="315277" y="183356"/>
                  </a:lnTo>
                  <a:lnTo>
                    <a:pt x="312896" y="168593"/>
                  </a:lnTo>
                  <a:lnTo>
                    <a:pt x="311468" y="163830"/>
                  </a:lnTo>
                  <a:lnTo>
                    <a:pt x="309563" y="160972"/>
                  </a:lnTo>
                  <a:lnTo>
                    <a:pt x="306228" y="158115"/>
                  </a:lnTo>
                  <a:lnTo>
                    <a:pt x="304800" y="154781"/>
                  </a:lnTo>
                  <a:lnTo>
                    <a:pt x="300990" y="148590"/>
                  </a:lnTo>
                  <a:lnTo>
                    <a:pt x="301466" y="145256"/>
                  </a:lnTo>
                  <a:lnTo>
                    <a:pt x="300990" y="138113"/>
                  </a:lnTo>
                  <a:lnTo>
                    <a:pt x="299085" y="135255"/>
                  </a:lnTo>
                  <a:lnTo>
                    <a:pt x="295275" y="132397"/>
                  </a:lnTo>
                  <a:lnTo>
                    <a:pt x="289560" y="126683"/>
                  </a:lnTo>
                  <a:lnTo>
                    <a:pt x="283369" y="118110"/>
                  </a:lnTo>
                  <a:lnTo>
                    <a:pt x="279082" y="113824"/>
                  </a:lnTo>
                  <a:lnTo>
                    <a:pt x="277653" y="111443"/>
                  </a:lnTo>
                  <a:lnTo>
                    <a:pt x="276701" y="108585"/>
                  </a:lnTo>
                  <a:lnTo>
                    <a:pt x="275272" y="105728"/>
                  </a:lnTo>
                  <a:lnTo>
                    <a:pt x="270986" y="100489"/>
                  </a:lnTo>
                  <a:lnTo>
                    <a:pt x="270034" y="98108"/>
                  </a:lnTo>
                  <a:lnTo>
                    <a:pt x="270034" y="90964"/>
                  </a:lnTo>
                  <a:lnTo>
                    <a:pt x="268605" y="86201"/>
                  </a:lnTo>
                  <a:lnTo>
                    <a:pt x="267652" y="83820"/>
                  </a:lnTo>
                  <a:lnTo>
                    <a:pt x="261938" y="78105"/>
                  </a:lnTo>
                  <a:lnTo>
                    <a:pt x="260509" y="74771"/>
                  </a:lnTo>
                  <a:lnTo>
                    <a:pt x="262414" y="70485"/>
                  </a:lnTo>
                  <a:lnTo>
                    <a:pt x="265271" y="66675"/>
                  </a:lnTo>
                  <a:lnTo>
                    <a:pt x="264319" y="63818"/>
                  </a:lnTo>
                  <a:lnTo>
                    <a:pt x="267652" y="61913"/>
                  </a:lnTo>
                  <a:lnTo>
                    <a:pt x="270510" y="68580"/>
                  </a:lnTo>
                  <a:lnTo>
                    <a:pt x="272891" y="78581"/>
                  </a:lnTo>
                  <a:lnTo>
                    <a:pt x="274320" y="81439"/>
                  </a:lnTo>
                  <a:lnTo>
                    <a:pt x="276225" y="82868"/>
                  </a:lnTo>
                  <a:lnTo>
                    <a:pt x="278130" y="87154"/>
                  </a:lnTo>
                  <a:lnTo>
                    <a:pt x="284797" y="95250"/>
                  </a:lnTo>
                  <a:lnTo>
                    <a:pt x="286702" y="98584"/>
                  </a:lnTo>
                  <a:lnTo>
                    <a:pt x="289560" y="105728"/>
                  </a:lnTo>
                  <a:lnTo>
                    <a:pt x="289084" y="109061"/>
                  </a:lnTo>
                  <a:lnTo>
                    <a:pt x="290989" y="113347"/>
                  </a:lnTo>
                  <a:lnTo>
                    <a:pt x="296703" y="120015"/>
                  </a:lnTo>
                  <a:lnTo>
                    <a:pt x="302895" y="124778"/>
                  </a:lnTo>
                  <a:lnTo>
                    <a:pt x="308134" y="132397"/>
                  </a:lnTo>
                  <a:lnTo>
                    <a:pt x="318135" y="140494"/>
                  </a:lnTo>
                  <a:lnTo>
                    <a:pt x="323850" y="142875"/>
                  </a:lnTo>
                  <a:lnTo>
                    <a:pt x="327184" y="138113"/>
                  </a:lnTo>
                  <a:lnTo>
                    <a:pt x="330041" y="133826"/>
                  </a:lnTo>
                  <a:lnTo>
                    <a:pt x="330994" y="130493"/>
                  </a:lnTo>
                  <a:lnTo>
                    <a:pt x="331470" y="121444"/>
                  </a:lnTo>
                  <a:lnTo>
                    <a:pt x="337661" y="106680"/>
                  </a:lnTo>
                  <a:lnTo>
                    <a:pt x="341471" y="87630"/>
                  </a:lnTo>
                  <a:lnTo>
                    <a:pt x="345281" y="81915"/>
                  </a:lnTo>
                  <a:lnTo>
                    <a:pt x="347186" y="80486"/>
                  </a:lnTo>
                  <a:lnTo>
                    <a:pt x="346234" y="77153"/>
                  </a:lnTo>
                  <a:lnTo>
                    <a:pt x="343376" y="68104"/>
                  </a:lnTo>
                  <a:lnTo>
                    <a:pt x="341471" y="61913"/>
                  </a:lnTo>
                  <a:lnTo>
                    <a:pt x="339090" y="53816"/>
                  </a:lnTo>
                  <a:lnTo>
                    <a:pt x="334327" y="44768"/>
                  </a:lnTo>
                  <a:lnTo>
                    <a:pt x="333851" y="42386"/>
                  </a:lnTo>
                  <a:lnTo>
                    <a:pt x="333375" y="39053"/>
                  </a:lnTo>
                  <a:lnTo>
                    <a:pt x="330041" y="30480"/>
                  </a:lnTo>
                  <a:lnTo>
                    <a:pt x="327660" y="24289"/>
                  </a:lnTo>
                  <a:lnTo>
                    <a:pt x="324802" y="16193"/>
                  </a:lnTo>
                  <a:lnTo>
                    <a:pt x="323850" y="13335"/>
                  </a:lnTo>
                  <a:lnTo>
                    <a:pt x="323374" y="12383"/>
                  </a:lnTo>
                  <a:lnTo>
                    <a:pt x="322421" y="12859"/>
                  </a:lnTo>
                  <a:lnTo>
                    <a:pt x="313372" y="17621"/>
                  </a:lnTo>
                  <a:lnTo>
                    <a:pt x="305276" y="19050"/>
                  </a:lnTo>
                  <a:lnTo>
                    <a:pt x="295275" y="19050"/>
                  </a:lnTo>
                  <a:lnTo>
                    <a:pt x="289084" y="20955"/>
                  </a:lnTo>
                  <a:lnTo>
                    <a:pt x="287655" y="19526"/>
                  </a:lnTo>
                  <a:lnTo>
                    <a:pt x="286702" y="18097"/>
                  </a:lnTo>
                  <a:lnTo>
                    <a:pt x="279082" y="20003"/>
                  </a:lnTo>
                  <a:lnTo>
                    <a:pt x="277653" y="19526"/>
                  </a:lnTo>
                  <a:lnTo>
                    <a:pt x="271939" y="21431"/>
                  </a:lnTo>
                  <a:lnTo>
                    <a:pt x="269081" y="21431"/>
                  </a:lnTo>
                  <a:lnTo>
                    <a:pt x="266700" y="20479"/>
                  </a:lnTo>
                  <a:lnTo>
                    <a:pt x="259556" y="14764"/>
                  </a:lnTo>
                  <a:lnTo>
                    <a:pt x="257175" y="13335"/>
                  </a:lnTo>
                  <a:lnTo>
                    <a:pt x="255746" y="13335"/>
                  </a:lnTo>
                  <a:lnTo>
                    <a:pt x="256699" y="14764"/>
                  </a:lnTo>
                  <a:lnTo>
                    <a:pt x="258127" y="16669"/>
                  </a:lnTo>
                  <a:lnTo>
                    <a:pt x="255270" y="19526"/>
                  </a:lnTo>
                  <a:lnTo>
                    <a:pt x="251936" y="20479"/>
                  </a:lnTo>
                  <a:lnTo>
                    <a:pt x="250507" y="18574"/>
                  </a:lnTo>
                  <a:lnTo>
                    <a:pt x="248602" y="15716"/>
                  </a:lnTo>
                  <a:lnTo>
                    <a:pt x="245269" y="15240"/>
                  </a:lnTo>
                  <a:lnTo>
                    <a:pt x="240506" y="13335"/>
                  </a:lnTo>
                  <a:lnTo>
                    <a:pt x="244316" y="8572"/>
                  </a:lnTo>
                  <a:lnTo>
                    <a:pt x="244793" y="6191"/>
                  </a:lnTo>
                  <a:lnTo>
                    <a:pt x="250984" y="11430"/>
                  </a:lnTo>
                  <a:lnTo>
                    <a:pt x="252889" y="11430"/>
                  </a:lnTo>
                  <a:lnTo>
                    <a:pt x="247174" y="5715"/>
                  </a:lnTo>
                  <a:lnTo>
                    <a:pt x="244793" y="3810"/>
                  </a:lnTo>
                  <a:lnTo>
                    <a:pt x="242888" y="4763"/>
                  </a:lnTo>
                  <a:lnTo>
                    <a:pt x="235268" y="7144"/>
                  </a:lnTo>
                  <a:lnTo>
                    <a:pt x="232410" y="7144"/>
                  </a:lnTo>
                  <a:lnTo>
                    <a:pt x="220980" y="2381"/>
                  </a:lnTo>
                  <a:lnTo>
                    <a:pt x="217170" y="1905"/>
                  </a:lnTo>
                  <a:lnTo>
                    <a:pt x="216218" y="2381"/>
                  </a:lnTo>
                  <a:lnTo>
                    <a:pt x="215265" y="5239"/>
                  </a:lnTo>
                  <a:lnTo>
                    <a:pt x="214313" y="7144"/>
                  </a:lnTo>
                  <a:lnTo>
                    <a:pt x="209074" y="7620"/>
                  </a:lnTo>
                  <a:lnTo>
                    <a:pt x="204311" y="9049"/>
                  </a:lnTo>
                  <a:lnTo>
                    <a:pt x="199549" y="8572"/>
                  </a:lnTo>
                  <a:lnTo>
                    <a:pt x="210502" y="4763"/>
                  </a:lnTo>
                  <a:lnTo>
                    <a:pt x="211931" y="2858"/>
                  </a:lnTo>
                  <a:lnTo>
                    <a:pt x="200025" y="6668"/>
                  </a:lnTo>
                  <a:lnTo>
                    <a:pt x="193834" y="7144"/>
                  </a:lnTo>
                  <a:lnTo>
                    <a:pt x="191928" y="9049"/>
                  </a:lnTo>
                  <a:lnTo>
                    <a:pt x="190976" y="10954"/>
                  </a:lnTo>
                  <a:lnTo>
                    <a:pt x="189071" y="12383"/>
                  </a:lnTo>
                  <a:lnTo>
                    <a:pt x="188119" y="14764"/>
                  </a:lnTo>
                  <a:lnTo>
                    <a:pt x="184785" y="14764"/>
                  </a:lnTo>
                  <a:lnTo>
                    <a:pt x="181927" y="14288"/>
                  </a:lnTo>
                  <a:lnTo>
                    <a:pt x="178118" y="15716"/>
                  </a:lnTo>
                  <a:lnTo>
                    <a:pt x="166688" y="23813"/>
                  </a:lnTo>
                  <a:lnTo>
                    <a:pt x="160972" y="26670"/>
                  </a:lnTo>
                  <a:lnTo>
                    <a:pt x="155734" y="29051"/>
                  </a:lnTo>
                  <a:lnTo>
                    <a:pt x="151924" y="30004"/>
                  </a:lnTo>
                  <a:lnTo>
                    <a:pt x="148590" y="30480"/>
                  </a:lnTo>
                  <a:lnTo>
                    <a:pt x="145256" y="29528"/>
                  </a:lnTo>
                  <a:lnTo>
                    <a:pt x="140018" y="26194"/>
                  </a:lnTo>
                  <a:lnTo>
                    <a:pt x="130016" y="22384"/>
                  </a:lnTo>
                  <a:lnTo>
                    <a:pt x="111443" y="20479"/>
                  </a:lnTo>
                  <a:lnTo>
                    <a:pt x="106680" y="16669"/>
                  </a:lnTo>
                  <a:lnTo>
                    <a:pt x="99536" y="17145"/>
                  </a:lnTo>
                  <a:lnTo>
                    <a:pt x="96678" y="16193"/>
                  </a:lnTo>
                  <a:lnTo>
                    <a:pt x="86677" y="10001"/>
                  </a:lnTo>
                  <a:lnTo>
                    <a:pt x="70485" y="6668"/>
                  </a:lnTo>
                  <a:lnTo>
                    <a:pt x="60007" y="5239"/>
                  </a:lnTo>
                  <a:lnTo>
                    <a:pt x="40481" y="953"/>
                  </a:lnTo>
                  <a:lnTo>
                    <a:pt x="23336" y="5239"/>
                  </a:lnTo>
                  <a:lnTo>
                    <a:pt x="18097" y="4286"/>
                  </a:lnTo>
                  <a:lnTo>
                    <a:pt x="15240" y="0"/>
                  </a:lnTo>
                  <a:lnTo>
                    <a:pt x="14288" y="953"/>
                  </a:lnTo>
                  <a:lnTo>
                    <a:pt x="12382" y="2858"/>
                  </a:lnTo>
                  <a:lnTo>
                    <a:pt x="10953" y="5239"/>
                  </a:lnTo>
                  <a:lnTo>
                    <a:pt x="8096" y="8096"/>
                  </a:lnTo>
                  <a:lnTo>
                    <a:pt x="5239" y="11906"/>
                  </a:lnTo>
                  <a:lnTo>
                    <a:pt x="5715" y="16669"/>
                  </a:lnTo>
                  <a:lnTo>
                    <a:pt x="6191" y="21908"/>
                  </a:lnTo>
                  <a:lnTo>
                    <a:pt x="8096" y="26670"/>
                  </a:lnTo>
                  <a:lnTo>
                    <a:pt x="9525" y="32385"/>
                  </a:lnTo>
                  <a:lnTo>
                    <a:pt x="9049" y="36195"/>
                  </a:lnTo>
                  <a:lnTo>
                    <a:pt x="7620" y="40481"/>
                  </a:lnTo>
                  <a:lnTo>
                    <a:pt x="6191" y="44291"/>
                  </a:lnTo>
                  <a:lnTo>
                    <a:pt x="952" y="51911"/>
                  </a:lnTo>
                  <a:lnTo>
                    <a:pt x="0" y="53816"/>
                  </a:lnTo>
                  <a:lnTo>
                    <a:pt x="476" y="56197"/>
                  </a:lnTo>
                  <a:lnTo>
                    <a:pt x="3810" y="65246"/>
                  </a:lnTo>
                  <a:lnTo>
                    <a:pt x="3810" y="68104"/>
                  </a:lnTo>
                  <a:lnTo>
                    <a:pt x="5715" y="76676"/>
                  </a:lnTo>
                  <a:lnTo>
                    <a:pt x="7620" y="83820"/>
                  </a:lnTo>
                  <a:lnTo>
                    <a:pt x="9525" y="89535"/>
                  </a:lnTo>
                  <a:lnTo>
                    <a:pt x="9525" y="90964"/>
                  </a:lnTo>
                  <a:lnTo>
                    <a:pt x="9525" y="99536"/>
                  </a:lnTo>
                  <a:lnTo>
                    <a:pt x="9525" y="107633"/>
                  </a:lnTo>
                  <a:lnTo>
                    <a:pt x="9525" y="115729"/>
                  </a:lnTo>
                  <a:lnTo>
                    <a:pt x="9525" y="123825"/>
                  </a:lnTo>
                  <a:lnTo>
                    <a:pt x="9525" y="131921"/>
                  </a:lnTo>
                  <a:lnTo>
                    <a:pt x="9525" y="140018"/>
                  </a:lnTo>
                  <a:lnTo>
                    <a:pt x="9525" y="148590"/>
                  </a:lnTo>
                  <a:lnTo>
                    <a:pt x="9525" y="156686"/>
                  </a:lnTo>
                  <a:lnTo>
                    <a:pt x="9525" y="164783"/>
                  </a:lnTo>
                  <a:lnTo>
                    <a:pt x="9525" y="172879"/>
                  </a:lnTo>
                  <a:lnTo>
                    <a:pt x="9525" y="180975"/>
                  </a:lnTo>
                  <a:lnTo>
                    <a:pt x="9525" y="189071"/>
                  </a:lnTo>
                  <a:lnTo>
                    <a:pt x="9525" y="197168"/>
                  </a:lnTo>
                  <a:lnTo>
                    <a:pt x="9525" y="205264"/>
                  </a:lnTo>
                  <a:lnTo>
                    <a:pt x="9525" y="213360"/>
                  </a:lnTo>
                  <a:lnTo>
                    <a:pt x="9525" y="221456"/>
                  </a:lnTo>
                  <a:lnTo>
                    <a:pt x="9525" y="229553"/>
                  </a:lnTo>
                  <a:lnTo>
                    <a:pt x="9525" y="237649"/>
                  </a:lnTo>
                  <a:lnTo>
                    <a:pt x="9525" y="245269"/>
                  </a:lnTo>
                  <a:lnTo>
                    <a:pt x="9525" y="253365"/>
                  </a:lnTo>
                  <a:lnTo>
                    <a:pt x="9525" y="261461"/>
                  </a:lnTo>
                  <a:lnTo>
                    <a:pt x="9525" y="269558"/>
                  </a:lnTo>
                  <a:lnTo>
                    <a:pt x="9525" y="277654"/>
                  </a:lnTo>
                  <a:lnTo>
                    <a:pt x="9525" y="285274"/>
                  </a:lnTo>
                  <a:lnTo>
                    <a:pt x="9525" y="293370"/>
                  </a:lnTo>
                  <a:lnTo>
                    <a:pt x="9525" y="301466"/>
                  </a:lnTo>
                  <a:lnTo>
                    <a:pt x="9525" y="309563"/>
                  </a:lnTo>
                  <a:lnTo>
                    <a:pt x="9525" y="317183"/>
                  </a:lnTo>
                  <a:lnTo>
                    <a:pt x="9525" y="325279"/>
                  </a:lnTo>
                  <a:lnTo>
                    <a:pt x="9525" y="333375"/>
                  </a:lnTo>
                  <a:lnTo>
                    <a:pt x="9525" y="340995"/>
                  </a:lnTo>
                  <a:lnTo>
                    <a:pt x="9525" y="349091"/>
                  </a:lnTo>
                  <a:lnTo>
                    <a:pt x="22384" y="349091"/>
                  </a:lnTo>
                  <a:lnTo>
                    <a:pt x="35719" y="349091"/>
                  </a:lnTo>
                  <a:lnTo>
                    <a:pt x="48577" y="349091"/>
                  </a:lnTo>
                  <a:lnTo>
                    <a:pt x="61436" y="349091"/>
                  </a:lnTo>
                  <a:lnTo>
                    <a:pt x="74771" y="349091"/>
                  </a:lnTo>
                  <a:lnTo>
                    <a:pt x="87630" y="349091"/>
                  </a:lnTo>
                  <a:lnTo>
                    <a:pt x="100489" y="349091"/>
                  </a:lnTo>
                  <a:lnTo>
                    <a:pt x="113347" y="349091"/>
                  </a:lnTo>
                  <a:lnTo>
                    <a:pt x="126682" y="349091"/>
                  </a:lnTo>
                  <a:lnTo>
                    <a:pt x="139541" y="349091"/>
                  </a:lnTo>
                  <a:lnTo>
                    <a:pt x="152400" y="349091"/>
                  </a:lnTo>
                  <a:lnTo>
                    <a:pt x="165735" y="349091"/>
                  </a:lnTo>
                  <a:lnTo>
                    <a:pt x="178594" y="349091"/>
                  </a:lnTo>
                  <a:lnTo>
                    <a:pt x="191452" y="349091"/>
                  </a:lnTo>
                  <a:lnTo>
                    <a:pt x="204788" y="349091"/>
                  </a:lnTo>
                  <a:lnTo>
                    <a:pt x="217646" y="349091"/>
                  </a:lnTo>
                  <a:lnTo>
                    <a:pt x="221456" y="349091"/>
                  </a:lnTo>
                  <a:lnTo>
                    <a:pt x="223361" y="348615"/>
                  </a:lnTo>
                  <a:lnTo>
                    <a:pt x="226695" y="342424"/>
                  </a:lnTo>
                  <a:lnTo>
                    <a:pt x="228124" y="341947"/>
                  </a:lnTo>
                  <a:lnTo>
                    <a:pt x="230028" y="341947"/>
                  </a:lnTo>
                  <a:lnTo>
                    <a:pt x="230981" y="343853"/>
                  </a:lnTo>
                  <a:lnTo>
                    <a:pt x="230505" y="345758"/>
                  </a:lnTo>
                  <a:lnTo>
                    <a:pt x="229076" y="349091"/>
                  </a:lnTo>
                  <a:lnTo>
                    <a:pt x="235744" y="349091"/>
                  </a:lnTo>
                  <a:lnTo>
                    <a:pt x="246697" y="349091"/>
                  </a:lnTo>
                  <a:lnTo>
                    <a:pt x="257651" y="349091"/>
                  </a:lnTo>
                  <a:lnTo>
                    <a:pt x="269081" y="349091"/>
                  </a:lnTo>
                  <a:lnTo>
                    <a:pt x="280035" y="349091"/>
                  </a:lnTo>
                  <a:lnTo>
                    <a:pt x="291465" y="349091"/>
                  </a:lnTo>
                  <a:lnTo>
                    <a:pt x="302419" y="349091"/>
                  </a:lnTo>
                  <a:lnTo>
                    <a:pt x="313849" y="349091"/>
                  </a:lnTo>
                  <a:lnTo>
                    <a:pt x="324802" y="349091"/>
                  </a:lnTo>
                  <a:lnTo>
                    <a:pt x="336232" y="349091"/>
                  </a:lnTo>
                  <a:lnTo>
                    <a:pt x="347186" y="349091"/>
                  </a:lnTo>
                  <a:lnTo>
                    <a:pt x="358140" y="349091"/>
                  </a:lnTo>
                  <a:lnTo>
                    <a:pt x="369570" y="349091"/>
                  </a:lnTo>
                  <a:lnTo>
                    <a:pt x="380524" y="349091"/>
                  </a:lnTo>
                  <a:lnTo>
                    <a:pt x="391953" y="349091"/>
                  </a:lnTo>
                  <a:lnTo>
                    <a:pt x="402907" y="349091"/>
                  </a:lnTo>
                  <a:lnTo>
                    <a:pt x="414338" y="349091"/>
                  </a:lnTo>
                  <a:close/>
                </a:path>
              </a:pathLst>
            </a:custGeom>
            <a:grpFill/>
            <a:ln w="317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4596724E-DA05-401D-AED5-E727AE7A302A}"/>
                </a:ext>
              </a:extLst>
            </p:cNvPr>
            <p:cNvSpPr/>
            <p:nvPr/>
          </p:nvSpPr>
          <p:spPr>
            <a:xfrm>
              <a:off x="6515100" y="2009298"/>
              <a:ext cx="163353" cy="102870"/>
            </a:xfrm>
            <a:custGeom>
              <a:avLst/>
              <a:gdLst>
                <a:gd name="connsiteX0" fmla="*/ 161449 w 163353"/>
                <a:gd name="connsiteY0" fmla="*/ 11430 h 102870"/>
                <a:gd name="connsiteX1" fmla="*/ 159068 w 163353"/>
                <a:gd name="connsiteY1" fmla="*/ 9049 h 102870"/>
                <a:gd name="connsiteX2" fmla="*/ 157163 w 163353"/>
                <a:gd name="connsiteY2" fmla="*/ 7620 h 102870"/>
                <a:gd name="connsiteX3" fmla="*/ 156686 w 163353"/>
                <a:gd name="connsiteY3" fmla="*/ 8573 h 102870"/>
                <a:gd name="connsiteX4" fmla="*/ 152876 w 163353"/>
                <a:gd name="connsiteY4" fmla="*/ 11430 h 102870"/>
                <a:gd name="connsiteX5" fmla="*/ 133826 w 163353"/>
                <a:gd name="connsiteY5" fmla="*/ 9525 h 102870"/>
                <a:gd name="connsiteX6" fmla="*/ 121444 w 163353"/>
                <a:gd name="connsiteY6" fmla="*/ 9525 h 102870"/>
                <a:gd name="connsiteX7" fmla="*/ 117157 w 163353"/>
                <a:gd name="connsiteY7" fmla="*/ 8573 h 102870"/>
                <a:gd name="connsiteX8" fmla="*/ 109538 w 163353"/>
                <a:gd name="connsiteY8" fmla="*/ 4286 h 102870"/>
                <a:gd name="connsiteX9" fmla="*/ 103823 w 163353"/>
                <a:gd name="connsiteY9" fmla="*/ 4286 h 102870"/>
                <a:gd name="connsiteX10" fmla="*/ 80963 w 163353"/>
                <a:gd name="connsiteY10" fmla="*/ 0 h 102870"/>
                <a:gd name="connsiteX11" fmla="*/ 74771 w 163353"/>
                <a:gd name="connsiteY11" fmla="*/ 476 h 102870"/>
                <a:gd name="connsiteX12" fmla="*/ 70961 w 163353"/>
                <a:gd name="connsiteY12" fmla="*/ 0 h 102870"/>
                <a:gd name="connsiteX13" fmla="*/ 70961 w 163353"/>
                <a:gd name="connsiteY13" fmla="*/ 1905 h 102870"/>
                <a:gd name="connsiteX14" fmla="*/ 71438 w 163353"/>
                <a:gd name="connsiteY14" fmla="*/ 3810 h 102870"/>
                <a:gd name="connsiteX15" fmla="*/ 68580 w 163353"/>
                <a:gd name="connsiteY15" fmla="*/ 5715 h 102870"/>
                <a:gd name="connsiteX16" fmla="*/ 49530 w 163353"/>
                <a:gd name="connsiteY16" fmla="*/ 5715 h 102870"/>
                <a:gd name="connsiteX17" fmla="*/ 39529 w 163353"/>
                <a:gd name="connsiteY17" fmla="*/ 9049 h 102870"/>
                <a:gd name="connsiteX18" fmla="*/ 32385 w 163353"/>
                <a:gd name="connsiteY18" fmla="*/ 8096 h 102870"/>
                <a:gd name="connsiteX19" fmla="*/ 25241 w 163353"/>
                <a:gd name="connsiteY19" fmla="*/ 12859 h 102870"/>
                <a:gd name="connsiteX20" fmla="*/ 20955 w 163353"/>
                <a:gd name="connsiteY20" fmla="*/ 12859 h 102870"/>
                <a:gd name="connsiteX21" fmla="*/ 21907 w 163353"/>
                <a:gd name="connsiteY21" fmla="*/ 16669 h 102870"/>
                <a:gd name="connsiteX22" fmla="*/ 11906 w 163353"/>
                <a:gd name="connsiteY22" fmla="*/ 17621 h 102870"/>
                <a:gd name="connsiteX23" fmla="*/ 7144 w 163353"/>
                <a:gd name="connsiteY23" fmla="*/ 19050 h 102870"/>
                <a:gd name="connsiteX24" fmla="*/ 2381 w 163353"/>
                <a:gd name="connsiteY24" fmla="*/ 21431 h 102870"/>
                <a:gd name="connsiteX25" fmla="*/ 3334 w 163353"/>
                <a:gd name="connsiteY25" fmla="*/ 25717 h 102870"/>
                <a:gd name="connsiteX26" fmla="*/ 1905 w 163353"/>
                <a:gd name="connsiteY26" fmla="*/ 27623 h 102870"/>
                <a:gd name="connsiteX27" fmla="*/ 1429 w 163353"/>
                <a:gd name="connsiteY27" fmla="*/ 29528 h 102870"/>
                <a:gd name="connsiteX28" fmla="*/ 2857 w 163353"/>
                <a:gd name="connsiteY28" fmla="*/ 30956 h 102870"/>
                <a:gd name="connsiteX29" fmla="*/ 1905 w 163353"/>
                <a:gd name="connsiteY29" fmla="*/ 32861 h 102870"/>
                <a:gd name="connsiteX30" fmla="*/ 0 w 163353"/>
                <a:gd name="connsiteY30" fmla="*/ 34766 h 102870"/>
                <a:gd name="connsiteX31" fmla="*/ 2381 w 163353"/>
                <a:gd name="connsiteY31" fmla="*/ 40005 h 102870"/>
                <a:gd name="connsiteX32" fmla="*/ 2381 w 163353"/>
                <a:gd name="connsiteY32" fmla="*/ 41434 h 102870"/>
                <a:gd name="connsiteX33" fmla="*/ 3334 w 163353"/>
                <a:gd name="connsiteY33" fmla="*/ 41910 h 102870"/>
                <a:gd name="connsiteX34" fmla="*/ 8573 w 163353"/>
                <a:gd name="connsiteY34" fmla="*/ 41434 h 102870"/>
                <a:gd name="connsiteX35" fmla="*/ 7620 w 163353"/>
                <a:gd name="connsiteY35" fmla="*/ 42863 h 102870"/>
                <a:gd name="connsiteX36" fmla="*/ 3810 w 163353"/>
                <a:gd name="connsiteY36" fmla="*/ 44767 h 102870"/>
                <a:gd name="connsiteX37" fmla="*/ 2857 w 163353"/>
                <a:gd name="connsiteY37" fmla="*/ 47625 h 102870"/>
                <a:gd name="connsiteX38" fmla="*/ 4763 w 163353"/>
                <a:gd name="connsiteY38" fmla="*/ 51911 h 102870"/>
                <a:gd name="connsiteX39" fmla="*/ 9049 w 163353"/>
                <a:gd name="connsiteY39" fmla="*/ 55245 h 102870"/>
                <a:gd name="connsiteX40" fmla="*/ 9525 w 163353"/>
                <a:gd name="connsiteY40" fmla="*/ 59055 h 102870"/>
                <a:gd name="connsiteX41" fmla="*/ 11430 w 163353"/>
                <a:gd name="connsiteY41" fmla="*/ 62389 h 102870"/>
                <a:gd name="connsiteX42" fmla="*/ 19526 w 163353"/>
                <a:gd name="connsiteY42" fmla="*/ 65246 h 102870"/>
                <a:gd name="connsiteX43" fmla="*/ 22860 w 163353"/>
                <a:gd name="connsiteY43" fmla="*/ 67151 h 102870"/>
                <a:gd name="connsiteX44" fmla="*/ 27146 w 163353"/>
                <a:gd name="connsiteY44" fmla="*/ 66199 h 102870"/>
                <a:gd name="connsiteX45" fmla="*/ 29051 w 163353"/>
                <a:gd name="connsiteY45" fmla="*/ 64294 h 102870"/>
                <a:gd name="connsiteX46" fmla="*/ 30956 w 163353"/>
                <a:gd name="connsiteY46" fmla="*/ 61436 h 102870"/>
                <a:gd name="connsiteX47" fmla="*/ 32861 w 163353"/>
                <a:gd name="connsiteY47" fmla="*/ 61436 h 102870"/>
                <a:gd name="connsiteX48" fmla="*/ 37624 w 163353"/>
                <a:gd name="connsiteY48" fmla="*/ 62865 h 102870"/>
                <a:gd name="connsiteX49" fmla="*/ 38100 w 163353"/>
                <a:gd name="connsiteY49" fmla="*/ 65246 h 102870"/>
                <a:gd name="connsiteX50" fmla="*/ 37624 w 163353"/>
                <a:gd name="connsiteY50" fmla="*/ 66199 h 102870"/>
                <a:gd name="connsiteX51" fmla="*/ 36195 w 163353"/>
                <a:gd name="connsiteY51" fmla="*/ 67151 h 102870"/>
                <a:gd name="connsiteX52" fmla="*/ 35243 w 163353"/>
                <a:gd name="connsiteY52" fmla="*/ 74771 h 102870"/>
                <a:gd name="connsiteX53" fmla="*/ 30956 w 163353"/>
                <a:gd name="connsiteY53" fmla="*/ 84296 h 102870"/>
                <a:gd name="connsiteX54" fmla="*/ 30480 w 163353"/>
                <a:gd name="connsiteY54" fmla="*/ 86201 h 102870"/>
                <a:gd name="connsiteX55" fmla="*/ 31909 w 163353"/>
                <a:gd name="connsiteY55" fmla="*/ 86201 h 102870"/>
                <a:gd name="connsiteX56" fmla="*/ 35243 w 163353"/>
                <a:gd name="connsiteY56" fmla="*/ 84296 h 102870"/>
                <a:gd name="connsiteX57" fmla="*/ 46196 w 163353"/>
                <a:gd name="connsiteY57" fmla="*/ 80486 h 102870"/>
                <a:gd name="connsiteX58" fmla="*/ 48577 w 163353"/>
                <a:gd name="connsiteY58" fmla="*/ 80486 h 102870"/>
                <a:gd name="connsiteX59" fmla="*/ 50959 w 163353"/>
                <a:gd name="connsiteY59" fmla="*/ 79534 h 102870"/>
                <a:gd name="connsiteX60" fmla="*/ 57626 w 163353"/>
                <a:gd name="connsiteY60" fmla="*/ 76676 h 102870"/>
                <a:gd name="connsiteX61" fmla="*/ 60007 w 163353"/>
                <a:gd name="connsiteY61" fmla="*/ 78105 h 102870"/>
                <a:gd name="connsiteX62" fmla="*/ 61913 w 163353"/>
                <a:gd name="connsiteY62" fmla="*/ 80010 h 102870"/>
                <a:gd name="connsiteX63" fmla="*/ 62865 w 163353"/>
                <a:gd name="connsiteY63" fmla="*/ 80010 h 102870"/>
                <a:gd name="connsiteX64" fmla="*/ 63341 w 163353"/>
                <a:gd name="connsiteY64" fmla="*/ 79534 h 102870"/>
                <a:gd name="connsiteX65" fmla="*/ 63341 w 163353"/>
                <a:gd name="connsiteY65" fmla="*/ 78581 h 102870"/>
                <a:gd name="connsiteX66" fmla="*/ 63818 w 163353"/>
                <a:gd name="connsiteY66" fmla="*/ 77629 h 102870"/>
                <a:gd name="connsiteX67" fmla="*/ 65723 w 163353"/>
                <a:gd name="connsiteY67" fmla="*/ 78105 h 102870"/>
                <a:gd name="connsiteX68" fmla="*/ 73819 w 163353"/>
                <a:gd name="connsiteY68" fmla="*/ 82867 h 102870"/>
                <a:gd name="connsiteX69" fmla="*/ 76676 w 163353"/>
                <a:gd name="connsiteY69" fmla="*/ 83820 h 102870"/>
                <a:gd name="connsiteX70" fmla="*/ 78581 w 163353"/>
                <a:gd name="connsiteY70" fmla="*/ 84296 h 102870"/>
                <a:gd name="connsiteX71" fmla="*/ 80963 w 163353"/>
                <a:gd name="connsiteY71" fmla="*/ 86678 h 102870"/>
                <a:gd name="connsiteX72" fmla="*/ 87630 w 163353"/>
                <a:gd name="connsiteY72" fmla="*/ 88106 h 102870"/>
                <a:gd name="connsiteX73" fmla="*/ 88582 w 163353"/>
                <a:gd name="connsiteY73" fmla="*/ 89059 h 102870"/>
                <a:gd name="connsiteX74" fmla="*/ 89059 w 163353"/>
                <a:gd name="connsiteY74" fmla="*/ 90488 h 102870"/>
                <a:gd name="connsiteX75" fmla="*/ 95250 w 163353"/>
                <a:gd name="connsiteY75" fmla="*/ 96679 h 102870"/>
                <a:gd name="connsiteX76" fmla="*/ 98107 w 163353"/>
                <a:gd name="connsiteY76" fmla="*/ 99536 h 102870"/>
                <a:gd name="connsiteX77" fmla="*/ 103823 w 163353"/>
                <a:gd name="connsiteY77" fmla="*/ 102394 h 102870"/>
                <a:gd name="connsiteX78" fmla="*/ 106204 w 163353"/>
                <a:gd name="connsiteY78" fmla="*/ 102870 h 102870"/>
                <a:gd name="connsiteX79" fmla="*/ 116205 w 163353"/>
                <a:gd name="connsiteY79" fmla="*/ 100013 h 102870"/>
                <a:gd name="connsiteX80" fmla="*/ 119063 w 163353"/>
                <a:gd name="connsiteY80" fmla="*/ 99060 h 102870"/>
                <a:gd name="connsiteX81" fmla="*/ 121444 w 163353"/>
                <a:gd name="connsiteY81" fmla="*/ 99060 h 102870"/>
                <a:gd name="connsiteX82" fmla="*/ 123825 w 163353"/>
                <a:gd name="connsiteY82" fmla="*/ 100489 h 102870"/>
                <a:gd name="connsiteX83" fmla="*/ 129064 w 163353"/>
                <a:gd name="connsiteY83" fmla="*/ 102394 h 102870"/>
                <a:gd name="connsiteX84" fmla="*/ 133826 w 163353"/>
                <a:gd name="connsiteY84" fmla="*/ 102870 h 102870"/>
                <a:gd name="connsiteX85" fmla="*/ 134779 w 163353"/>
                <a:gd name="connsiteY85" fmla="*/ 102870 h 102870"/>
                <a:gd name="connsiteX86" fmla="*/ 134779 w 163353"/>
                <a:gd name="connsiteY86" fmla="*/ 101917 h 102870"/>
                <a:gd name="connsiteX87" fmla="*/ 135255 w 163353"/>
                <a:gd name="connsiteY87" fmla="*/ 99060 h 102870"/>
                <a:gd name="connsiteX88" fmla="*/ 136207 w 163353"/>
                <a:gd name="connsiteY88" fmla="*/ 96203 h 102870"/>
                <a:gd name="connsiteX89" fmla="*/ 139541 w 163353"/>
                <a:gd name="connsiteY89" fmla="*/ 93345 h 102870"/>
                <a:gd name="connsiteX90" fmla="*/ 140494 w 163353"/>
                <a:gd name="connsiteY90" fmla="*/ 91440 h 102870"/>
                <a:gd name="connsiteX91" fmla="*/ 141446 w 163353"/>
                <a:gd name="connsiteY91" fmla="*/ 89535 h 102870"/>
                <a:gd name="connsiteX92" fmla="*/ 148590 w 163353"/>
                <a:gd name="connsiteY92" fmla="*/ 87630 h 102870"/>
                <a:gd name="connsiteX93" fmla="*/ 149543 w 163353"/>
                <a:gd name="connsiteY93" fmla="*/ 86678 h 102870"/>
                <a:gd name="connsiteX94" fmla="*/ 149543 w 163353"/>
                <a:gd name="connsiteY94" fmla="*/ 86201 h 102870"/>
                <a:gd name="connsiteX95" fmla="*/ 149066 w 163353"/>
                <a:gd name="connsiteY95" fmla="*/ 85725 h 102870"/>
                <a:gd name="connsiteX96" fmla="*/ 147638 w 163353"/>
                <a:gd name="connsiteY96" fmla="*/ 84773 h 102870"/>
                <a:gd name="connsiteX97" fmla="*/ 146209 w 163353"/>
                <a:gd name="connsiteY97" fmla="*/ 83344 h 102870"/>
                <a:gd name="connsiteX98" fmla="*/ 145256 w 163353"/>
                <a:gd name="connsiteY98" fmla="*/ 79534 h 102870"/>
                <a:gd name="connsiteX99" fmla="*/ 145256 w 163353"/>
                <a:gd name="connsiteY99" fmla="*/ 79534 h 102870"/>
                <a:gd name="connsiteX100" fmla="*/ 144780 w 163353"/>
                <a:gd name="connsiteY100" fmla="*/ 79534 h 102870"/>
                <a:gd name="connsiteX101" fmla="*/ 140494 w 163353"/>
                <a:gd name="connsiteY101" fmla="*/ 70961 h 102870"/>
                <a:gd name="connsiteX102" fmla="*/ 139541 w 163353"/>
                <a:gd name="connsiteY102" fmla="*/ 69533 h 102870"/>
                <a:gd name="connsiteX103" fmla="*/ 138113 w 163353"/>
                <a:gd name="connsiteY103" fmla="*/ 65246 h 102870"/>
                <a:gd name="connsiteX104" fmla="*/ 134779 w 163353"/>
                <a:gd name="connsiteY104" fmla="*/ 60484 h 102870"/>
                <a:gd name="connsiteX105" fmla="*/ 131921 w 163353"/>
                <a:gd name="connsiteY105" fmla="*/ 58103 h 102870"/>
                <a:gd name="connsiteX106" fmla="*/ 129064 w 163353"/>
                <a:gd name="connsiteY106" fmla="*/ 48578 h 102870"/>
                <a:gd name="connsiteX107" fmla="*/ 122396 w 163353"/>
                <a:gd name="connsiteY107" fmla="*/ 40958 h 102870"/>
                <a:gd name="connsiteX108" fmla="*/ 122873 w 163353"/>
                <a:gd name="connsiteY108" fmla="*/ 37148 h 102870"/>
                <a:gd name="connsiteX109" fmla="*/ 127635 w 163353"/>
                <a:gd name="connsiteY109" fmla="*/ 33814 h 102870"/>
                <a:gd name="connsiteX110" fmla="*/ 134302 w 163353"/>
                <a:gd name="connsiteY110" fmla="*/ 31909 h 102870"/>
                <a:gd name="connsiteX111" fmla="*/ 141923 w 163353"/>
                <a:gd name="connsiteY111" fmla="*/ 31433 h 102870"/>
                <a:gd name="connsiteX112" fmla="*/ 146685 w 163353"/>
                <a:gd name="connsiteY112" fmla="*/ 32861 h 102870"/>
                <a:gd name="connsiteX113" fmla="*/ 149543 w 163353"/>
                <a:gd name="connsiteY113" fmla="*/ 29528 h 102870"/>
                <a:gd name="connsiteX114" fmla="*/ 152876 w 163353"/>
                <a:gd name="connsiteY114" fmla="*/ 22384 h 102870"/>
                <a:gd name="connsiteX115" fmla="*/ 154305 w 163353"/>
                <a:gd name="connsiteY115" fmla="*/ 18098 h 102870"/>
                <a:gd name="connsiteX116" fmla="*/ 155734 w 163353"/>
                <a:gd name="connsiteY116" fmla="*/ 17145 h 102870"/>
                <a:gd name="connsiteX117" fmla="*/ 158591 w 163353"/>
                <a:gd name="connsiteY117" fmla="*/ 17145 h 102870"/>
                <a:gd name="connsiteX118" fmla="*/ 159544 w 163353"/>
                <a:gd name="connsiteY118" fmla="*/ 15716 h 102870"/>
                <a:gd name="connsiteX119" fmla="*/ 160020 w 163353"/>
                <a:gd name="connsiteY119" fmla="*/ 14764 h 102870"/>
                <a:gd name="connsiteX120" fmla="*/ 162401 w 163353"/>
                <a:gd name="connsiteY120" fmla="*/ 13811 h 102870"/>
                <a:gd name="connsiteX121" fmla="*/ 163354 w 163353"/>
                <a:gd name="connsiteY121" fmla="*/ 12859 h 102870"/>
                <a:gd name="connsiteX122" fmla="*/ 161449 w 163353"/>
                <a:gd name="connsiteY122" fmla="*/ 11430 h 102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63353" h="102870">
                  <a:moveTo>
                    <a:pt x="161449" y="11430"/>
                  </a:moveTo>
                  <a:lnTo>
                    <a:pt x="159068" y="9049"/>
                  </a:lnTo>
                  <a:lnTo>
                    <a:pt x="157163" y="7620"/>
                  </a:lnTo>
                  <a:lnTo>
                    <a:pt x="156686" y="8573"/>
                  </a:lnTo>
                  <a:lnTo>
                    <a:pt x="152876" y="11430"/>
                  </a:lnTo>
                  <a:lnTo>
                    <a:pt x="133826" y="9525"/>
                  </a:lnTo>
                  <a:lnTo>
                    <a:pt x="121444" y="9525"/>
                  </a:lnTo>
                  <a:lnTo>
                    <a:pt x="117157" y="8573"/>
                  </a:lnTo>
                  <a:lnTo>
                    <a:pt x="109538" y="4286"/>
                  </a:lnTo>
                  <a:lnTo>
                    <a:pt x="103823" y="4286"/>
                  </a:lnTo>
                  <a:lnTo>
                    <a:pt x="80963" y="0"/>
                  </a:lnTo>
                  <a:lnTo>
                    <a:pt x="74771" y="476"/>
                  </a:lnTo>
                  <a:lnTo>
                    <a:pt x="70961" y="0"/>
                  </a:lnTo>
                  <a:lnTo>
                    <a:pt x="70961" y="1905"/>
                  </a:lnTo>
                  <a:lnTo>
                    <a:pt x="71438" y="3810"/>
                  </a:lnTo>
                  <a:lnTo>
                    <a:pt x="68580" y="5715"/>
                  </a:lnTo>
                  <a:lnTo>
                    <a:pt x="49530" y="5715"/>
                  </a:lnTo>
                  <a:lnTo>
                    <a:pt x="39529" y="9049"/>
                  </a:lnTo>
                  <a:lnTo>
                    <a:pt x="32385" y="8096"/>
                  </a:lnTo>
                  <a:lnTo>
                    <a:pt x="25241" y="12859"/>
                  </a:lnTo>
                  <a:lnTo>
                    <a:pt x="20955" y="12859"/>
                  </a:lnTo>
                  <a:lnTo>
                    <a:pt x="21907" y="16669"/>
                  </a:lnTo>
                  <a:lnTo>
                    <a:pt x="11906" y="17621"/>
                  </a:lnTo>
                  <a:lnTo>
                    <a:pt x="7144" y="19050"/>
                  </a:lnTo>
                  <a:lnTo>
                    <a:pt x="2381" y="21431"/>
                  </a:lnTo>
                  <a:lnTo>
                    <a:pt x="3334" y="25717"/>
                  </a:lnTo>
                  <a:lnTo>
                    <a:pt x="1905" y="27623"/>
                  </a:lnTo>
                  <a:lnTo>
                    <a:pt x="1429" y="29528"/>
                  </a:lnTo>
                  <a:lnTo>
                    <a:pt x="2857" y="30956"/>
                  </a:lnTo>
                  <a:lnTo>
                    <a:pt x="1905" y="32861"/>
                  </a:lnTo>
                  <a:lnTo>
                    <a:pt x="0" y="34766"/>
                  </a:lnTo>
                  <a:lnTo>
                    <a:pt x="2381" y="40005"/>
                  </a:lnTo>
                  <a:lnTo>
                    <a:pt x="2381" y="41434"/>
                  </a:lnTo>
                  <a:lnTo>
                    <a:pt x="3334" y="41910"/>
                  </a:lnTo>
                  <a:lnTo>
                    <a:pt x="8573" y="41434"/>
                  </a:lnTo>
                  <a:lnTo>
                    <a:pt x="7620" y="42863"/>
                  </a:lnTo>
                  <a:lnTo>
                    <a:pt x="3810" y="44767"/>
                  </a:lnTo>
                  <a:lnTo>
                    <a:pt x="2857" y="47625"/>
                  </a:lnTo>
                  <a:lnTo>
                    <a:pt x="4763" y="51911"/>
                  </a:lnTo>
                  <a:lnTo>
                    <a:pt x="9049" y="55245"/>
                  </a:lnTo>
                  <a:lnTo>
                    <a:pt x="9525" y="59055"/>
                  </a:lnTo>
                  <a:lnTo>
                    <a:pt x="11430" y="62389"/>
                  </a:lnTo>
                  <a:lnTo>
                    <a:pt x="19526" y="65246"/>
                  </a:lnTo>
                  <a:lnTo>
                    <a:pt x="22860" y="67151"/>
                  </a:lnTo>
                  <a:lnTo>
                    <a:pt x="27146" y="66199"/>
                  </a:lnTo>
                  <a:lnTo>
                    <a:pt x="29051" y="64294"/>
                  </a:lnTo>
                  <a:lnTo>
                    <a:pt x="30956" y="61436"/>
                  </a:lnTo>
                  <a:lnTo>
                    <a:pt x="32861" y="61436"/>
                  </a:lnTo>
                  <a:lnTo>
                    <a:pt x="37624" y="62865"/>
                  </a:lnTo>
                  <a:lnTo>
                    <a:pt x="38100" y="65246"/>
                  </a:lnTo>
                  <a:lnTo>
                    <a:pt x="37624" y="66199"/>
                  </a:lnTo>
                  <a:lnTo>
                    <a:pt x="36195" y="67151"/>
                  </a:lnTo>
                  <a:lnTo>
                    <a:pt x="35243" y="74771"/>
                  </a:lnTo>
                  <a:lnTo>
                    <a:pt x="30956" y="84296"/>
                  </a:lnTo>
                  <a:lnTo>
                    <a:pt x="30480" y="86201"/>
                  </a:lnTo>
                  <a:lnTo>
                    <a:pt x="31909" y="86201"/>
                  </a:lnTo>
                  <a:lnTo>
                    <a:pt x="35243" y="84296"/>
                  </a:lnTo>
                  <a:lnTo>
                    <a:pt x="46196" y="80486"/>
                  </a:lnTo>
                  <a:lnTo>
                    <a:pt x="48577" y="80486"/>
                  </a:lnTo>
                  <a:lnTo>
                    <a:pt x="50959" y="79534"/>
                  </a:lnTo>
                  <a:lnTo>
                    <a:pt x="57626" y="76676"/>
                  </a:lnTo>
                  <a:lnTo>
                    <a:pt x="60007" y="78105"/>
                  </a:lnTo>
                  <a:lnTo>
                    <a:pt x="61913" y="80010"/>
                  </a:lnTo>
                  <a:lnTo>
                    <a:pt x="62865" y="80010"/>
                  </a:lnTo>
                  <a:lnTo>
                    <a:pt x="63341" y="79534"/>
                  </a:lnTo>
                  <a:lnTo>
                    <a:pt x="63341" y="78581"/>
                  </a:lnTo>
                  <a:lnTo>
                    <a:pt x="63818" y="77629"/>
                  </a:lnTo>
                  <a:lnTo>
                    <a:pt x="65723" y="78105"/>
                  </a:lnTo>
                  <a:lnTo>
                    <a:pt x="73819" y="82867"/>
                  </a:lnTo>
                  <a:lnTo>
                    <a:pt x="76676" y="83820"/>
                  </a:lnTo>
                  <a:lnTo>
                    <a:pt x="78581" y="84296"/>
                  </a:lnTo>
                  <a:lnTo>
                    <a:pt x="80963" y="86678"/>
                  </a:lnTo>
                  <a:lnTo>
                    <a:pt x="87630" y="88106"/>
                  </a:lnTo>
                  <a:lnTo>
                    <a:pt x="88582" y="89059"/>
                  </a:lnTo>
                  <a:lnTo>
                    <a:pt x="89059" y="90488"/>
                  </a:lnTo>
                  <a:lnTo>
                    <a:pt x="95250" y="96679"/>
                  </a:lnTo>
                  <a:lnTo>
                    <a:pt x="98107" y="99536"/>
                  </a:lnTo>
                  <a:lnTo>
                    <a:pt x="103823" y="102394"/>
                  </a:lnTo>
                  <a:lnTo>
                    <a:pt x="106204" y="102870"/>
                  </a:lnTo>
                  <a:lnTo>
                    <a:pt x="116205" y="100013"/>
                  </a:lnTo>
                  <a:lnTo>
                    <a:pt x="119063" y="99060"/>
                  </a:lnTo>
                  <a:lnTo>
                    <a:pt x="121444" y="99060"/>
                  </a:lnTo>
                  <a:lnTo>
                    <a:pt x="123825" y="100489"/>
                  </a:lnTo>
                  <a:lnTo>
                    <a:pt x="129064" y="102394"/>
                  </a:lnTo>
                  <a:lnTo>
                    <a:pt x="133826" y="102870"/>
                  </a:lnTo>
                  <a:lnTo>
                    <a:pt x="134779" y="102870"/>
                  </a:lnTo>
                  <a:lnTo>
                    <a:pt x="134779" y="101917"/>
                  </a:lnTo>
                  <a:lnTo>
                    <a:pt x="135255" y="99060"/>
                  </a:lnTo>
                  <a:lnTo>
                    <a:pt x="136207" y="96203"/>
                  </a:lnTo>
                  <a:lnTo>
                    <a:pt x="139541" y="93345"/>
                  </a:lnTo>
                  <a:lnTo>
                    <a:pt x="140494" y="91440"/>
                  </a:lnTo>
                  <a:lnTo>
                    <a:pt x="141446" y="89535"/>
                  </a:lnTo>
                  <a:lnTo>
                    <a:pt x="148590" y="87630"/>
                  </a:lnTo>
                  <a:lnTo>
                    <a:pt x="149543" y="86678"/>
                  </a:lnTo>
                  <a:lnTo>
                    <a:pt x="149543" y="86201"/>
                  </a:lnTo>
                  <a:lnTo>
                    <a:pt x="149066" y="85725"/>
                  </a:lnTo>
                  <a:lnTo>
                    <a:pt x="147638" y="84773"/>
                  </a:lnTo>
                  <a:lnTo>
                    <a:pt x="146209" y="83344"/>
                  </a:lnTo>
                  <a:lnTo>
                    <a:pt x="145256" y="79534"/>
                  </a:lnTo>
                  <a:lnTo>
                    <a:pt x="145256" y="79534"/>
                  </a:lnTo>
                  <a:lnTo>
                    <a:pt x="144780" y="79534"/>
                  </a:lnTo>
                  <a:lnTo>
                    <a:pt x="140494" y="70961"/>
                  </a:lnTo>
                  <a:lnTo>
                    <a:pt x="139541" y="69533"/>
                  </a:lnTo>
                  <a:lnTo>
                    <a:pt x="138113" y="65246"/>
                  </a:lnTo>
                  <a:lnTo>
                    <a:pt x="134779" y="60484"/>
                  </a:lnTo>
                  <a:lnTo>
                    <a:pt x="131921" y="58103"/>
                  </a:lnTo>
                  <a:lnTo>
                    <a:pt x="129064" y="48578"/>
                  </a:lnTo>
                  <a:lnTo>
                    <a:pt x="122396" y="40958"/>
                  </a:lnTo>
                  <a:lnTo>
                    <a:pt x="122873" y="37148"/>
                  </a:lnTo>
                  <a:lnTo>
                    <a:pt x="127635" y="33814"/>
                  </a:lnTo>
                  <a:lnTo>
                    <a:pt x="134302" y="31909"/>
                  </a:lnTo>
                  <a:lnTo>
                    <a:pt x="141923" y="31433"/>
                  </a:lnTo>
                  <a:lnTo>
                    <a:pt x="146685" y="32861"/>
                  </a:lnTo>
                  <a:lnTo>
                    <a:pt x="149543" y="29528"/>
                  </a:lnTo>
                  <a:lnTo>
                    <a:pt x="152876" y="22384"/>
                  </a:lnTo>
                  <a:lnTo>
                    <a:pt x="154305" y="18098"/>
                  </a:lnTo>
                  <a:lnTo>
                    <a:pt x="155734" y="17145"/>
                  </a:lnTo>
                  <a:lnTo>
                    <a:pt x="158591" y="17145"/>
                  </a:lnTo>
                  <a:lnTo>
                    <a:pt x="159544" y="15716"/>
                  </a:lnTo>
                  <a:lnTo>
                    <a:pt x="160020" y="14764"/>
                  </a:lnTo>
                  <a:lnTo>
                    <a:pt x="162401" y="13811"/>
                  </a:lnTo>
                  <a:lnTo>
                    <a:pt x="163354" y="12859"/>
                  </a:lnTo>
                  <a:lnTo>
                    <a:pt x="161449" y="11430"/>
                  </a:lnTo>
                  <a:close/>
                </a:path>
              </a:pathLst>
            </a:custGeom>
            <a:grpFill/>
            <a:ln w="317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7681010B-5E78-44AE-A06D-D0EAF4B0F99C}"/>
                </a:ext>
              </a:extLst>
            </p:cNvPr>
            <p:cNvSpPr/>
            <p:nvPr/>
          </p:nvSpPr>
          <p:spPr>
            <a:xfrm>
              <a:off x="2964656" y="4251959"/>
              <a:ext cx="194309" cy="212883"/>
            </a:xfrm>
            <a:custGeom>
              <a:avLst/>
              <a:gdLst>
                <a:gd name="connsiteX0" fmla="*/ 193834 w 194309"/>
                <a:gd name="connsiteY0" fmla="*/ 70485 h 212883"/>
                <a:gd name="connsiteX1" fmla="*/ 193834 w 194309"/>
                <a:gd name="connsiteY1" fmla="*/ 68580 h 212883"/>
                <a:gd name="connsiteX2" fmla="*/ 194310 w 194309"/>
                <a:gd name="connsiteY2" fmla="*/ 66675 h 212883"/>
                <a:gd name="connsiteX3" fmla="*/ 194310 w 194309"/>
                <a:gd name="connsiteY3" fmla="*/ 65722 h 212883"/>
                <a:gd name="connsiteX4" fmla="*/ 192405 w 194309"/>
                <a:gd name="connsiteY4" fmla="*/ 64294 h 212883"/>
                <a:gd name="connsiteX5" fmla="*/ 189071 w 194309"/>
                <a:gd name="connsiteY5" fmla="*/ 60960 h 212883"/>
                <a:gd name="connsiteX6" fmla="*/ 187643 w 194309"/>
                <a:gd name="connsiteY6" fmla="*/ 58103 h 212883"/>
                <a:gd name="connsiteX7" fmla="*/ 186690 w 194309"/>
                <a:gd name="connsiteY7" fmla="*/ 55721 h 212883"/>
                <a:gd name="connsiteX8" fmla="*/ 184309 w 194309"/>
                <a:gd name="connsiteY8" fmla="*/ 54293 h 212883"/>
                <a:gd name="connsiteX9" fmla="*/ 181928 w 194309"/>
                <a:gd name="connsiteY9" fmla="*/ 52864 h 212883"/>
                <a:gd name="connsiteX10" fmla="*/ 181928 w 194309"/>
                <a:gd name="connsiteY10" fmla="*/ 51911 h 212883"/>
                <a:gd name="connsiteX11" fmla="*/ 183356 w 194309"/>
                <a:gd name="connsiteY11" fmla="*/ 51911 h 212883"/>
                <a:gd name="connsiteX12" fmla="*/ 187166 w 194309"/>
                <a:gd name="connsiteY12" fmla="*/ 52864 h 212883"/>
                <a:gd name="connsiteX13" fmla="*/ 190024 w 194309"/>
                <a:gd name="connsiteY13" fmla="*/ 52388 h 212883"/>
                <a:gd name="connsiteX14" fmla="*/ 191929 w 194309"/>
                <a:gd name="connsiteY14" fmla="*/ 52388 h 212883"/>
                <a:gd name="connsiteX15" fmla="*/ 193834 w 194309"/>
                <a:gd name="connsiteY15" fmla="*/ 50959 h 212883"/>
                <a:gd name="connsiteX16" fmla="*/ 187643 w 194309"/>
                <a:gd name="connsiteY16" fmla="*/ 48578 h 212883"/>
                <a:gd name="connsiteX17" fmla="*/ 182404 w 194309"/>
                <a:gd name="connsiteY17" fmla="*/ 45244 h 212883"/>
                <a:gd name="connsiteX18" fmla="*/ 177165 w 194309"/>
                <a:gd name="connsiteY18" fmla="*/ 44291 h 212883"/>
                <a:gd name="connsiteX19" fmla="*/ 173831 w 194309"/>
                <a:gd name="connsiteY19" fmla="*/ 42386 h 212883"/>
                <a:gd name="connsiteX20" fmla="*/ 170497 w 194309"/>
                <a:gd name="connsiteY20" fmla="*/ 39053 h 212883"/>
                <a:gd name="connsiteX21" fmla="*/ 168593 w 194309"/>
                <a:gd name="connsiteY21" fmla="*/ 36671 h 212883"/>
                <a:gd name="connsiteX22" fmla="*/ 167164 w 194309"/>
                <a:gd name="connsiteY22" fmla="*/ 35719 h 212883"/>
                <a:gd name="connsiteX23" fmla="*/ 160496 w 194309"/>
                <a:gd name="connsiteY23" fmla="*/ 32385 h 212883"/>
                <a:gd name="connsiteX24" fmla="*/ 159068 w 194309"/>
                <a:gd name="connsiteY24" fmla="*/ 31909 h 212883"/>
                <a:gd name="connsiteX25" fmla="*/ 156210 w 194309"/>
                <a:gd name="connsiteY25" fmla="*/ 33338 h 212883"/>
                <a:gd name="connsiteX26" fmla="*/ 155257 w 194309"/>
                <a:gd name="connsiteY26" fmla="*/ 34290 h 212883"/>
                <a:gd name="connsiteX27" fmla="*/ 155257 w 194309"/>
                <a:gd name="connsiteY27" fmla="*/ 36671 h 212883"/>
                <a:gd name="connsiteX28" fmla="*/ 154781 w 194309"/>
                <a:gd name="connsiteY28" fmla="*/ 38100 h 212883"/>
                <a:gd name="connsiteX29" fmla="*/ 152400 w 194309"/>
                <a:gd name="connsiteY29" fmla="*/ 39053 h 212883"/>
                <a:gd name="connsiteX30" fmla="*/ 148590 w 194309"/>
                <a:gd name="connsiteY30" fmla="*/ 39053 h 212883"/>
                <a:gd name="connsiteX31" fmla="*/ 146209 w 194309"/>
                <a:gd name="connsiteY31" fmla="*/ 38100 h 212883"/>
                <a:gd name="connsiteX32" fmla="*/ 144304 w 194309"/>
                <a:gd name="connsiteY32" fmla="*/ 38100 h 212883"/>
                <a:gd name="connsiteX33" fmla="*/ 143828 w 194309"/>
                <a:gd name="connsiteY33" fmla="*/ 38576 h 212883"/>
                <a:gd name="connsiteX34" fmla="*/ 142875 w 194309"/>
                <a:gd name="connsiteY34" fmla="*/ 39053 h 212883"/>
                <a:gd name="connsiteX35" fmla="*/ 140970 w 194309"/>
                <a:gd name="connsiteY35" fmla="*/ 39053 h 212883"/>
                <a:gd name="connsiteX36" fmla="*/ 138113 w 194309"/>
                <a:gd name="connsiteY36" fmla="*/ 38576 h 212883"/>
                <a:gd name="connsiteX37" fmla="*/ 135255 w 194309"/>
                <a:gd name="connsiteY37" fmla="*/ 37624 h 212883"/>
                <a:gd name="connsiteX38" fmla="*/ 131445 w 194309"/>
                <a:gd name="connsiteY38" fmla="*/ 35719 h 212883"/>
                <a:gd name="connsiteX39" fmla="*/ 129540 w 194309"/>
                <a:gd name="connsiteY39" fmla="*/ 36195 h 212883"/>
                <a:gd name="connsiteX40" fmla="*/ 125254 w 194309"/>
                <a:gd name="connsiteY40" fmla="*/ 35719 h 212883"/>
                <a:gd name="connsiteX41" fmla="*/ 121920 w 194309"/>
                <a:gd name="connsiteY41" fmla="*/ 34766 h 212883"/>
                <a:gd name="connsiteX42" fmla="*/ 120968 w 194309"/>
                <a:gd name="connsiteY42" fmla="*/ 33814 h 212883"/>
                <a:gd name="connsiteX43" fmla="*/ 119539 w 194309"/>
                <a:gd name="connsiteY43" fmla="*/ 26670 h 212883"/>
                <a:gd name="connsiteX44" fmla="*/ 119063 w 194309"/>
                <a:gd name="connsiteY44" fmla="*/ 26194 h 212883"/>
                <a:gd name="connsiteX45" fmla="*/ 117634 w 194309"/>
                <a:gd name="connsiteY45" fmla="*/ 25718 h 212883"/>
                <a:gd name="connsiteX46" fmla="*/ 115253 w 194309"/>
                <a:gd name="connsiteY46" fmla="*/ 24765 h 212883"/>
                <a:gd name="connsiteX47" fmla="*/ 113824 w 194309"/>
                <a:gd name="connsiteY47" fmla="*/ 23813 h 212883"/>
                <a:gd name="connsiteX48" fmla="*/ 112871 w 194309"/>
                <a:gd name="connsiteY48" fmla="*/ 21908 h 212883"/>
                <a:gd name="connsiteX49" fmla="*/ 111919 w 194309"/>
                <a:gd name="connsiteY49" fmla="*/ 20003 h 212883"/>
                <a:gd name="connsiteX50" fmla="*/ 107632 w 194309"/>
                <a:gd name="connsiteY50" fmla="*/ 20479 h 212883"/>
                <a:gd name="connsiteX51" fmla="*/ 100489 w 194309"/>
                <a:gd name="connsiteY51" fmla="*/ 18097 h 212883"/>
                <a:gd name="connsiteX52" fmla="*/ 95726 w 194309"/>
                <a:gd name="connsiteY52" fmla="*/ 15716 h 212883"/>
                <a:gd name="connsiteX53" fmla="*/ 91440 w 194309"/>
                <a:gd name="connsiteY53" fmla="*/ 13335 h 212883"/>
                <a:gd name="connsiteX54" fmla="*/ 84772 w 194309"/>
                <a:gd name="connsiteY54" fmla="*/ 8096 h 212883"/>
                <a:gd name="connsiteX55" fmla="*/ 82391 w 194309"/>
                <a:gd name="connsiteY55" fmla="*/ 6668 h 212883"/>
                <a:gd name="connsiteX56" fmla="*/ 79057 w 194309"/>
                <a:gd name="connsiteY56" fmla="*/ 5239 h 212883"/>
                <a:gd name="connsiteX57" fmla="*/ 77153 w 194309"/>
                <a:gd name="connsiteY57" fmla="*/ 2858 h 212883"/>
                <a:gd name="connsiteX58" fmla="*/ 73819 w 194309"/>
                <a:gd name="connsiteY58" fmla="*/ 476 h 212883"/>
                <a:gd name="connsiteX59" fmla="*/ 72866 w 194309"/>
                <a:gd name="connsiteY59" fmla="*/ 0 h 212883"/>
                <a:gd name="connsiteX60" fmla="*/ 73819 w 194309"/>
                <a:gd name="connsiteY60" fmla="*/ 5239 h 212883"/>
                <a:gd name="connsiteX61" fmla="*/ 71438 w 194309"/>
                <a:gd name="connsiteY61" fmla="*/ 8096 h 212883"/>
                <a:gd name="connsiteX62" fmla="*/ 60007 w 194309"/>
                <a:gd name="connsiteY62" fmla="*/ 11430 h 212883"/>
                <a:gd name="connsiteX63" fmla="*/ 51911 w 194309"/>
                <a:gd name="connsiteY63" fmla="*/ 12859 h 212883"/>
                <a:gd name="connsiteX64" fmla="*/ 46672 w 194309"/>
                <a:gd name="connsiteY64" fmla="*/ 15716 h 212883"/>
                <a:gd name="connsiteX65" fmla="*/ 42386 w 194309"/>
                <a:gd name="connsiteY65" fmla="*/ 15240 h 212883"/>
                <a:gd name="connsiteX66" fmla="*/ 40481 w 194309"/>
                <a:gd name="connsiteY66" fmla="*/ 17145 h 212883"/>
                <a:gd name="connsiteX67" fmla="*/ 36671 w 194309"/>
                <a:gd name="connsiteY67" fmla="*/ 19050 h 212883"/>
                <a:gd name="connsiteX68" fmla="*/ 32385 w 194309"/>
                <a:gd name="connsiteY68" fmla="*/ 20003 h 212883"/>
                <a:gd name="connsiteX69" fmla="*/ 30480 w 194309"/>
                <a:gd name="connsiteY69" fmla="*/ 21908 h 212883"/>
                <a:gd name="connsiteX70" fmla="*/ 31432 w 194309"/>
                <a:gd name="connsiteY70" fmla="*/ 28575 h 212883"/>
                <a:gd name="connsiteX71" fmla="*/ 32861 w 194309"/>
                <a:gd name="connsiteY71" fmla="*/ 34766 h 212883"/>
                <a:gd name="connsiteX72" fmla="*/ 31909 w 194309"/>
                <a:gd name="connsiteY72" fmla="*/ 43339 h 212883"/>
                <a:gd name="connsiteX73" fmla="*/ 29051 w 194309"/>
                <a:gd name="connsiteY73" fmla="*/ 48578 h 212883"/>
                <a:gd name="connsiteX74" fmla="*/ 25718 w 194309"/>
                <a:gd name="connsiteY74" fmla="*/ 52388 h 212883"/>
                <a:gd name="connsiteX75" fmla="*/ 22860 w 194309"/>
                <a:gd name="connsiteY75" fmla="*/ 54293 h 212883"/>
                <a:gd name="connsiteX76" fmla="*/ 17145 w 194309"/>
                <a:gd name="connsiteY76" fmla="*/ 60960 h 212883"/>
                <a:gd name="connsiteX77" fmla="*/ 17621 w 194309"/>
                <a:gd name="connsiteY77" fmla="*/ 63341 h 212883"/>
                <a:gd name="connsiteX78" fmla="*/ 20479 w 194309"/>
                <a:gd name="connsiteY78" fmla="*/ 68104 h 212883"/>
                <a:gd name="connsiteX79" fmla="*/ 23813 w 194309"/>
                <a:gd name="connsiteY79" fmla="*/ 69533 h 212883"/>
                <a:gd name="connsiteX80" fmla="*/ 21431 w 194309"/>
                <a:gd name="connsiteY80" fmla="*/ 69533 h 212883"/>
                <a:gd name="connsiteX81" fmla="*/ 18097 w 194309"/>
                <a:gd name="connsiteY81" fmla="*/ 68104 h 212883"/>
                <a:gd name="connsiteX82" fmla="*/ 16193 w 194309"/>
                <a:gd name="connsiteY82" fmla="*/ 71438 h 212883"/>
                <a:gd name="connsiteX83" fmla="*/ 14764 w 194309"/>
                <a:gd name="connsiteY83" fmla="*/ 77153 h 212883"/>
                <a:gd name="connsiteX84" fmla="*/ 11906 w 194309"/>
                <a:gd name="connsiteY84" fmla="*/ 77153 h 212883"/>
                <a:gd name="connsiteX85" fmla="*/ 4286 w 194309"/>
                <a:gd name="connsiteY85" fmla="*/ 79534 h 212883"/>
                <a:gd name="connsiteX86" fmla="*/ 2381 w 194309"/>
                <a:gd name="connsiteY86" fmla="*/ 82868 h 212883"/>
                <a:gd name="connsiteX87" fmla="*/ 5239 w 194309"/>
                <a:gd name="connsiteY87" fmla="*/ 90011 h 212883"/>
                <a:gd name="connsiteX88" fmla="*/ 5715 w 194309"/>
                <a:gd name="connsiteY88" fmla="*/ 93345 h 212883"/>
                <a:gd name="connsiteX89" fmla="*/ 4763 w 194309"/>
                <a:gd name="connsiteY89" fmla="*/ 101918 h 212883"/>
                <a:gd name="connsiteX90" fmla="*/ 7144 w 194309"/>
                <a:gd name="connsiteY90" fmla="*/ 108109 h 212883"/>
                <a:gd name="connsiteX91" fmla="*/ 7144 w 194309"/>
                <a:gd name="connsiteY91" fmla="*/ 111919 h 212883"/>
                <a:gd name="connsiteX92" fmla="*/ 6668 w 194309"/>
                <a:gd name="connsiteY92" fmla="*/ 116681 h 212883"/>
                <a:gd name="connsiteX93" fmla="*/ 3334 w 194309"/>
                <a:gd name="connsiteY93" fmla="*/ 119063 h 212883"/>
                <a:gd name="connsiteX94" fmla="*/ 0 w 194309"/>
                <a:gd name="connsiteY94" fmla="*/ 120491 h 212883"/>
                <a:gd name="connsiteX95" fmla="*/ 476 w 194309"/>
                <a:gd name="connsiteY95" fmla="*/ 121920 h 212883"/>
                <a:gd name="connsiteX96" fmla="*/ 953 w 194309"/>
                <a:gd name="connsiteY96" fmla="*/ 122872 h 212883"/>
                <a:gd name="connsiteX97" fmla="*/ 4286 w 194309"/>
                <a:gd name="connsiteY97" fmla="*/ 125730 h 212883"/>
                <a:gd name="connsiteX98" fmla="*/ 9525 w 194309"/>
                <a:gd name="connsiteY98" fmla="*/ 127159 h 212883"/>
                <a:gd name="connsiteX99" fmla="*/ 17621 w 194309"/>
                <a:gd name="connsiteY99" fmla="*/ 134779 h 212883"/>
                <a:gd name="connsiteX100" fmla="*/ 20003 w 194309"/>
                <a:gd name="connsiteY100" fmla="*/ 136208 h 212883"/>
                <a:gd name="connsiteX101" fmla="*/ 23336 w 194309"/>
                <a:gd name="connsiteY101" fmla="*/ 137636 h 212883"/>
                <a:gd name="connsiteX102" fmla="*/ 24289 w 194309"/>
                <a:gd name="connsiteY102" fmla="*/ 136208 h 212883"/>
                <a:gd name="connsiteX103" fmla="*/ 24289 w 194309"/>
                <a:gd name="connsiteY103" fmla="*/ 135255 h 212883"/>
                <a:gd name="connsiteX104" fmla="*/ 28575 w 194309"/>
                <a:gd name="connsiteY104" fmla="*/ 131921 h 212883"/>
                <a:gd name="connsiteX105" fmla="*/ 30956 w 194309"/>
                <a:gd name="connsiteY105" fmla="*/ 127159 h 212883"/>
                <a:gd name="connsiteX106" fmla="*/ 32385 w 194309"/>
                <a:gd name="connsiteY106" fmla="*/ 125730 h 212883"/>
                <a:gd name="connsiteX107" fmla="*/ 31432 w 194309"/>
                <a:gd name="connsiteY107" fmla="*/ 132397 h 212883"/>
                <a:gd name="connsiteX108" fmla="*/ 32861 w 194309"/>
                <a:gd name="connsiteY108" fmla="*/ 133350 h 212883"/>
                <a:gd name="connsiteX109" fmla="*/ 35243 w 194309"/>
                <a:gd name="connsiteY109" fmla="*/ 132397 h 212883"/>
                <a:gd name="connsiteX110" fmla="*/ 36671 w 194309"/>
                <a:gd name="connsiteY110" fmla="*/ 128111 h 212883"/>
                <a:gd name="connsiteX111" fmla="*/ 36195 w 194309"/>
                <a:gd name="connsiteY111" fmla="*/ 118586 h 212883"/>
                <a:gd name="connsiteX112" fmla="*/ 38100 w 194309"/>
                <a:gd name="connsiteY112" fmla="*/ 115729 h 212883"/>
                <a:gd name="connsiteX113" fmla="*/ 38576 w 194309"/>
                <a:gd name="connsiteY113" fmla="*/ 117158 h 212883"/>
                <a:gd name="connsiteX114" fmla="*/ 38100 w 194309"/>
                <a:gd name="connsiteY114" fmla="*/ 119063 h 212883"/>
                <a:gd name="connsiteX115" fmla="*/ 38576 w 194309"/>
                <a:gd name="connsiteY115" fmla="*/ 125254 h 212883"/>
                <a:gd name="connsiteX116" fmla="*/ 40957 w 194309"/>
                <a:gd name="connsiteY116" fmla="*/ 129540 h 212883"/>
                <a:gd name="connsiteX117" fmla="*/ 41434 w 194309"/>
                <a:gd name="connsiteY117" fmla="*/ 132874 h 212883"/>
                <a:gd name="connsiteX118" fmla="*/ 38100 w 194309"/>
                <a:gd name="connsiteY118" fmla="*/ 139541 h 212883"/>
                <a:gd name="connsiteX119" fmla="*/ 34766 w 194309"/>
                <a:gd name="connsiteY119" fmla="*/ 150019 h 212883"/>
                <a:gd name="connsiteX120" fmla="*/ 33338 w 194309"/>
                <a:gd name="connsiteY120" fmla="*/ 152400 h 212883"/>
                <a:gd name="connsiteX121" fmla="*/ 30956 w 194309"/>
                <a:gd name="connsiteY121" fmla="*/ 154781 h 212883"/>
                <a:gd name="connsiteX122" fmla="*/ 28575 w 194309"/>
                <a:gd name="connsiteY122" fmla="*/ 156210 h 212883"/>
                <a:gd name="connsiteX123" fmla="*/ 26670 w 194309"/>
                <a:gd name="connsiteY123" fmla="*/ 158115 h 212883"/>
                <a:gd name="connsiteX124" fmla="*/ 21907 w 194309"/>
                <a:gd name="connsiteY124" fmla="*/ 160020 h 212883"/>
                <a:gd name="connsiteX125" fmla="*/ 20955 w 194309"/>
                <a:gd name="connsiteY125" fmla="*/ 160496 h 212883"/>
                <a:gd name="connsiteX126" fmla="*/ 21907 w 194309"/>
                <a:gd name="connsiteY126" fmla="*/ 160972 h 212883"/>
                <a:gd name="connsiteX127" fmla="*/ 22860 w 194309"/>
                <a:gd name="connsiteY127" fmla="*/ 161449 h 212883"/>
                <a:gd name="connsiteX128" fmla="*/ 22860 w 194309"/>
                <a:gd name="connsiteY128" fmla="*/ 162878 h 212883"/>
                <a:gd name="connsiteX129" fmla="*/ 22860 w 194309"/>
                <a:gd name="connsiteY129" fmla="*/ 163830 h 212883"/>
                <a:gd name="connsiteX130" fmla="*/ 23336 w 194309"/>
                <a:gd name="connsiteY130" fmla="*/ 164783 h 212883"/>
                <a:gd name="connsiteX131" fmla="*/ 23336 w 194309"/>
                <a:gd name="connsiteY131" fmla="*/ 166688 h 212883"/>
                <a:gd name="connsiteX132" fmla="*/ 24289 w 194309"/>
                <a:gd name="connsiteY132" fmla="*/ 168116 h 212883"/>
                <a:gd name="connsiteX133" fmla="*/ 24289 w 194309"/>
                <a:gd name="connsiteY133" fmla="*/ 169545 h 212883"/>
                <a:gd name="connsiteX134" fmla="*/ 24289 w 194309"/>
                <a:gd name="connsiteY134" fmla="*/ 171450 h 212883"/>
                <a:gd name="connsiteX135" fmla="*/ 23813 w 194309"/>
                <a:gd name="connsiteY135" fmla="*/ 172403 h 212883"/>
                <a:gd name="connsiteX136" fmla="*/ 24289 w 194309"/>
                <a:gd name="connsiteY136" fmla="*/ 173831 h 212883"/>
                <a:gd name="connsiteX137" fmla="*/ 25718 w 194309"/>
                <a:gd name="connsiteY137" fmla="*/ 176689 h 212883"/>
                <a:gd name="connsiteX138" fmla="*/ 25241 w 194309"/>
                <a:gd name="connsiteY138" fmla="*/ 177641 h 212883"/>
                <a:gd name="connsiteX139" fmla="*/ 23813 w 194309"/>
                <a:gd name="connsiteY139" fmla="*/ 178118 h 212883"/>
                <a:gd name="connsiteX140" fmla="*/ 22384 w 194309"/>
                <a:gd name="connsiteY140" fmla="*/ 179070 h 212883"/>
                <a:gd name="connsiteX141" fmla="*/ 20955 w 194309"/>
                <a:gd name="connsiteY141" fmla="*/ 180975 h 212883"/>
                <a:gd name="connsiteX142" fmla="*/ 19050 w 194309"/>
                <a:gd name="connsiteY142" fmla="*/ 180975 h 212883"/>
                <a:gd name="connsiteX143" fmla="*/ 16193 w 194309"/>
                <a:gd name="connsiteY143" fmla="*/ 180022 h 212883"/>
                <a:gd name="connsiteX144" fmla="*/ 14288 w 194309"/>
                <a:gd name="connsiteY144" fmla="*/ 180975 h 212883"/>
                <a:gd name="connsiteX145" fmla="*/ 13811 w 194309"/>
                <a:gd name="connsiteY145" fmla="*/ 182880 h 212883"/>
                <a:gd name="connsiteX146" fmla="*/ 14288 w 194309"/>
                <a:gd name="connsiteY146" fmla="*/ 184785 h 212883"/>
                <a:gd name="connsiteX147" fmla="*/ 14288 w 194309"/>
                <a:gd name="connsiteY147" fmla="*/ 186214 h 212883"/>
                <a:gd name="connsiteX148" fmla="*/ 15240 w 194309"/>
                <a:gd name="connsiteY148" fmla="*/ 187643 h 212883"/>
                <a:gd name="connsiteX149" fmla="*/ 18574 w 194309"/>
                <a:gd name="connsiteY149" fmla="*/ 187643 h 212883"/>
                <a:gd name="connsiteX150" fmla="*/ 15240 w 194309"/>
                <a:gd name="connsiteY150" fmla="*/ 191929 h 212883"/>
                <a:gd name="connsiteX151" fmla="*/ 13811 w 194309"/>
                <a:gd name="connsiteY151" fmla="*/ 193834 h 212883"/>
                <a:gd name="connsiteX152" fmla="*/ 14288 w 194309"/>
                <a:gd name="connsiteY152" fmla="*/ 195263 h 212883"/>
                <a:gd name="connsiteX153" fmla="*/ 16193 w 194309"/>
                <a:gd name="connsiteY153" fmla="*/ 196215 h 212883"/>
                <a:gd name="connsiteX154" fmla="*/ 17621 w 194309"/>
                <a:gd name="connsiteY154" fmla="*/ 196215 h 212883"/>
                <a:gd name="connsiteX155" fmla="*/ 20479 w 194309"/>
                <a:gd name="connsiteY155" fmla="*/ 194786 h 212883"/>
                <a:gd name="connsiteX156" fmla="*/ 22384 w 194309"/>
                <a:gd name="connsiteY156" fmla="*/ 192405 h 212883"/>
                <a:gd name="connsiteX157" fmla="*/ 23336 w 194309"/>
                <a:gd name="connsiteY157" fmla="*/ 190976 h 212883"/>
                <a:gd name="connsiteX158" fmla="*/ 25241 w 194309"/>
                <a:gd name="connsiteY158" fmla="*/ 190500 h 212883"/>
                <a:gd name="connsiteX159" fmla="*/ 27622 w 194309"/>
                <a:gd name="connsiteY159" fmla="*/ 191453 h 212883"/>
                <a:gd name="connsiteX160" fmla="*/ 30956 w 194309"/>
                <a:gd name="connsiteY160" fmla="*/ 193358 h 212883"/>
                <a:gd name="connsiteX161" fmla="*/ 34766 w 194309"/>
                <a:gd name="connsiteY161" fmla="*/ 195263 h 212883"/>
                <a:gd name="connsiteX162" fmla="*/ 36195 w 194309"/>
                <a:gd name="connsiteY162" fmla="*/ 196215 h 212883"/>
                <a:gd name="connsiteX163" fmla="*/ 39053 w 194309"/>
                <a:gd name="connsiteY163" fmla="*/ 195739 h 212883"/>
                <a:gd name="connsiteX164" fmla="*/ 41434 w 194309"/>
                <a:gd name="connsiteY164" fmla="*/ 195263 h 212883"/>
                <a:gd name="connsiteX165" fmla="*/ 43339 w 194309"/>
                <a:gd name="connsiteY165" fmla="*/ 196691 h 212883"/>
                <a:gd name="connsiteX166" fmla="*/ 45244 w 194309"/>
                <a:gd name="connsiteY166" fmla="*/ 198120 h 212883"/>
                <a:gd name="connsiteX167" fmla="*/ 45720 w 194309"/>
                <a:gd name="connsiteY167" fmla="*/ 202406 h 212883"/>
                <a:gd name="connsiteX168" fmla="*/ 47149 w 194309"/>
                <a:gd name="connsiteY168" fmla="*/ 205740 h 212883"/>
                <a:gd name="connsiteX169" fmla="*/ 49054 w 194309"/>
                <a:gd name="connsiteY169" fmla="*/ 208121 h 212883"/>
                <a:gd name="connsiteX170" fmla="*/ 51435 w 194309"/>
                <a:gd name="connsiteY170" fmla="*/ 210979 h 212883"/>
                <a:gd name="connsiteX171" fmla="*/ 53340 w 194309"/>
                <a:gd name="connsiteY171" fmla="*/ 211931 h 212883"/>
                <a:gd name="connsiteX172" fmla="*/ 56197 w 194309"/>
                <a:gd name="connsiteY172" fmla="*/ 211931 h 212883"/>
                <a:gd name="connsiteX173" fmla="*/ 60007 w 194309"/>
                <a:gd name="connsiteY173" fmla="*/ 212884 h 212883"/>
                <a:gd name="connsiteX174" fmla="*/ 61436 w 194309"/>
                <a:gd name="connsiteY174" fmla="*/ 211931 h 212883"/>
                <a:gd name="connsiteX175" fmla="*/ 62865 w 194309"/>
                <a:gd name="connsiteY175" fmla="*/ 210026 h 212883"/>
                <a:gd name="connsiteX176" fmla="*/ 63341 w 194309"/>
                <a:gd name="connsiteY176" fmla="*/ 209074 h 212883"/>
                <a:gd name="connsiteX177" fmla="*/ 65246 w 194309"/>
                <a:gd name="connsiteY177" fmla="*/ 208597 h 212883"/>
                <a:gd name="connsiteX178" fmla="*/ 65246 w 194309"/>
                <a:gd name="connsiteY178" fmla="*/ 207169 h 212883"/>
                <a:gd name="connsiteX179" fmla="*/ 64770 w 194309"/>
                <a:gd name="connsiteY179" fmla="*/ 205740 h 212883"/>
                <a:gd name="connsiteX180" fmla="*/ 65246 w 194309"/>
                <a:gd name="connsiteY180" fmla="*/ 203835 h 212883"/>
                <a:gd name="connsiteX181" fmla="*/ 66675 w 194309"/>
                <a:gd name="connsiteY181" fmla="*/ 202406 h 212883"/>
                <a:gd name="connsiteX182" fmla="*/ 70485 w 194309"/>
                <a:gd name="connsiteY182" fmla="*/ 200025 h 212883"/>
                <a:gd name="connsiteX183" fmla="*/ 72390 w 194309"/>
                <a:gd name="connsiteY183" fmla="*/ 199072 h 212883"/>
                <a:gd name="connsiteX184" fmla="*/ 72866 w 194309"/>
                <a:gd name="connsiteY184" fmla="*/ 197644 h 212883"/>
                <a:gd name="connsiteX185" fmla="*/ 73819 w 194309"/>
                <a:gd name="connsiteY185" fmla="*/ 195739 h 212883"/>
                <a:gd name="connsiteX186" fmla="*/ 73343 w 194309"/>
                <a:gd name="connsiteY186" fmla="*/ 194786 h 212883"/>
                <a:gd name="connsiteX187" fmla="*/ 72390 w 194309"/>
                <a:gd name="connsiteY187" fmla="*/ 193358 h 212883"/>
                <a:gd name="connsiteX188" fmla="*/ 72390 w 194309"/>
                <a:gd name="connsiteY188" fmla="*/ 191453 h 212883"/>
                <a:gd name="connsiteX189" fmla="*/ 73343 w 194309"/>
                <a:gd name="connsiteY189" fmla="*/ 189071 h 212883"/>
                <a:gd name="connsiteX190" fmla="*/ 74771 w 194309"/>
                <a:gd name="connsiteY190" fmla="*/ 186214 h 212883"/>
                <a:gd name="connsiteX191" fmla="*/ 76200 w 194309"/>
                <a:gd name="connsiteY191" fmla="*/ 182404 h 212883"/>
                <a:gd name="connsiteX192" fmla="*/ 76676 w 194309"/>
                <a:gd name="connsiteY192" fmla="*/ 180499 h 212883"/>
                <a:gd name="connsiteX193" fmla="*/ 78105 w 194309"/>
                <a:gd name="connsiteY193" fmla="*/ 179546 h 212883"/>
                <a:gd name="connsiteX194" fmla="*/ 78581 w 194309"/>
                <a:gd name="connsiteY194" fmla="*/ 177641 h 212883"/>
                <a:gd name="connsiteX195" fmla="*/ 79534 w 194309"/>
                <a:gd name="connsiteY195" fmla="*/ 175736 h 212883"/>
                <a:gd name="connsiteX196" fmla="*/ 81439 w 194309"/>
                <a:gd name="connsiteY196" fmla="*/ 173355 h 212883"/>
                <a:gd name="connsiteX197" fmla="*/ 81439 w 194309"/>
                <a:gd name="connsiteY197" fmla="*/ 170974 h 212883"/>
                <a:gd name="connsiteX198" fmla="*/ 82391 w 194309"/>
                <a:gd name="connsiteY198" fmla="*/ 170021 h 212883"/>
                <a:gd name="connsiteX199" fmla="*/ 82391 w 194309"/>
                <a:gd name="connsiteY199" fmla="*/ 167164 h 212883"/>
                <a:gd name="connsiteX200" fmla="*/ 84296 w 194309"/>
                <a:gd name="connsiteY200" fmla="*/ 161449 h 212883"/>
                <a:gd name="connsiteX201" fmla="*/ 84296 w 194309"/>
                <a:gd name="connsiteY201" fmla="*/ 160496 h 212883"/>
                <a:gd name="connsiteX202" fmla="*/ 85249 w 194309"/>
                <a:gd name="connsiteY202" fmla="*/ 160020 h 212883"/>
                <a:gd name="connsiteX203" fmla="*/ 86678 w 194309"/>
                <a:gd name="connsiteY203" fmla="*/ 160496 h 212883"/>
                <a:gd name="connsiteX204" fmla="*/ 87630 w 194309"/>
                <a:gd name="connsiteY204" fmla="*/ 161925 h 212883"/>
                <a:gd name="connsiteX205" fmla="*/ 88106 w 194309"/>
                <a:gd name="connsiteY205" fmla="*/ 163354 h 212883"/>
                <a:gd name="connsiteX206" fmla="*/ 88582 w 194309"/>
                <a:gd name="connsiteY206" fmla="*/ 163830 h 212883"/>
                <a:gd name="connsiteX207" fmla="*/ 89535 w 194309"/>
                <a:gd name="connsiteY207" fmla="*/ 163830 h 212883"/>
                <a:gd name="connsiteX208" fmla="*/ 90964 w 194309"/>
                <a:gd name="connsiteY208" fmla="*/ 163354 h 212883"/>
                <a:gd name="connsiteX209" fmla="*/ 90964 w 194309"/>
                <a:gd name="connsiteY209" fmla="*/ 162401 h 212883"/>
                <a:gd name="connsiteX210" fmla="*/ 90011 w 194309"/>
                <a:gd name="connsiteY210" fmla="*/ 161449 h 212883"/>
                <a:gd name="connsiteX211" fmla="*/ 89535 w 194309"/>
                <a:gd name="connsiteY211" fmla="*/ 160972 h 212883"/>
                <a:gd name="connsiteX212" fmla="*/ 90011 w 194309"/>
                <a:gd name="connsiteY212" fmla="*/ 160020 h 212883"/>
                <a:gd name="connsiteX213" fmla="*/ 91916 w 194309"/>
                <a:gd name="connsiteY213" fmla="*/ 157639 h 212883"/>
                <a:gd name="connsiteX214" fmla="*/ 93821 w 194309"/>
                <a:gd name="connsiteY214" fmla="*/ 155258 h 212883"/>
                <a:gd name="connsiteX215" fmla="*/ 98107 w 194309"/>
                <a:gd name="connsiteY215" fmla="*/ 150019 h 212883"/>
                <a:gd name="connsiteX216" fmla="*/ 100965 w 194309"/>
                <a:gd name="connsiteY216" fmla="*/ 147638 h 212883"/>
                <a:gd name="connsiteX217" fmla="*/ 107632 w 194309"/>
                <a:gd name="connsiteY217" fmla="*/ 145256 h 212883"/>
                <a:gd name="connsiteX218" fmla="*/ 112871 w 194309"/>
                <a:gd name="connsiteY218" fmla="*/ 143351 h 212883"/>
                <a:gd name="connsiteX219" fmla="*/ 117634 w 194309"/>
                <a:gd name="connsiteY219" fmla="*/ 141446 h 212883"/>
                <a:gd name="connsiteX220" fmla="*/ 124301 w 194309"/>
                <a:gd name="connsiteY220" fmla="*/ 139065 h 212883"/>
                <a:gd name="connsiteX221" fmla="*/ 133826 w 194309"/>
                <a:gd name="connsiteY221" fmla="*/ 135731 h 212883"/>
                <a:gd name="connsiteX222" fmla="*/ 140494 w 194309"/>
                <a:gd name="connsiteY222" fmla="*/ 133350 h 212883"/>
                <a:gd name="connsiteX223" fmla="*/ 146685 w 194309"/>
                <a:gd name="connsiteY223" fmla="*/ 129064 h 212883"/>
                <a:gd name="connsiteX224" fmla="*/ 151447 w 194309"/>
                <a:gd name="connsiteY224" fmla="*/ 125730 h 212883"/>
                <a:gd name="connsiteX225" fmla="*/ 155734 w 194309"/>
                <a:gd name="connsiteY225" fmla="*/ 122872 h 212883"/>
                <a:gd name="connsiteX226" fmla="*/ 160972 w 194309"/>
                <a:gd name="connsiteY226" fmla="*/ 119063 h 212883"/>
                <a:gd name="connsiteX227" fmla="*/ 168116 w 194309"/>
                <a:gd name="connsiteY227" fmla="*/ 110966 h 212883"/>
                <a:gd name="connsiteX228" fmla="*/ 172879 w 194309"/>
                <a:gd name="connsiteY228" fmla="*/ 105251 h 212883"/>
                <a:gd name="connsiteX229" fmla="*/ 176213 w 194309"/>
                <a:gd name="connsiteY229" fmla="*/ 100965 h 212883"/>
                <a:gd name="connsiteX230" fmla="*/ 178594 w 194309"/>
                <a:gd name="connsiteY230" fmla="*/ 98584 h 212883"/>
                <a:gd name="connsiteX231" fmla="*/ 180499 w 194309"/>
                <a:gd name="connsiteY231" fmla="*/ 91440 h 212883"/>
                <a:gd name="connsiteX232" fmla="*/ 182880 w 194309"/>
                <a:gd name="connsiteY232" fmla="*/ 83344 h 212883"/>
                <a:gd name="connsiteX233" fmla="*/ 183832 w 194309"/>
                <a:gd name="connsiteY233" fmla="*/ 79534 h 212883"/>
                <a:gd name="connsiteX234" fmla="*/ 184309 w 194309"/>
                <a:gd name="connsiteY234" fmla="*/ 78105 h 212883"/>
                <a:gd name="connsiteX235" fmla="*/ 185261 w 194309"/>
                <a:gd name="connsiteY235" fmla="*/ 78581 h 212883"/>
                <a:gd name="connsiteX236" fmla="*/ 186214 w 194309"/>
                <a:gd name="connsiteY236" fmla="*/ 79534 h 212883"/>
                <a:gd name="connsiteX237" fmla="*/ 187643 w 194309"/>
                <a:gd name="connsiteY237" fmla="*/ 79534 h 212883"/>
                <a:gd name="connsiteX238" fmla="*/ 189071 w 194309"/>
                <a:gd name="connsiteY238" fmla="*/ 79534 h 212883"/>
                <a:gd name="connsiteX239" fmla="*/ 190024 w 194309"/>
                <a:gd name="connsiteY239" fmla="*/ 79058 h 212883"/>
                <a:gd name="connsiteX240" fmla="*/ 193834 w 194309"/>
                <a:gd name="connsiteY240" fmla="*/ 70485 h 21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94309" h="212883">
                  <a:moveTo>
                    <a:pt x="193834" y="70485"/>
                  </a:moveTo>
                  <a:lnTo>
                    <a:pt x="193834" y="68580"/>
                  </a:lnTo>
                  <a:lnTo>
                    <a:pt x="194310" y="66675"/>
                  </a:lnTo>
                  <a:lnTo>
                    <a:pt x="194310" y="65722"/>
                  </a:lnTo>
                  <a:lnTo>
                    <a:pt x="192405" y="64294"/>
                  </a:lnTo>
                  <a:lnTo>
                    <a:pt x="189071" y="60960"/>
                  </a:lnTo>
                  <a:lnTo>
                    <a:pt x="187643" y="58103"/>
                  </a:lnTo>
                  <a:lnTo>
                    <a:pt x="186690" y="55721"/>
                  </a:lnTo>
                  <a:lnTo>
                    <a:pt x="184309" y="54293"/>
                  </a:lnTo>
                  <a:lnTo>
                    <a:pt x="181928" y="52864"/>
                  </a:lnTo>
                  <a:lnTo>
                    <a:pt x="181928" y="51911"/>
                  </a:lnTo>
                  <a:lnTo>
                    <a:pt x="183356" y="51911"/>
                  </a:lnTo>
                  <a:lnTo>
                    <a:pt x="187166" y="52864"/>
                  </a:lnTo>
                  <a:lnTo>
                    <a:pt x="190024" y="52388"/>
                  </a:lnTo>
                  <a:lnTo>
                    <a:pt x="191929" y="52388"/>
                  </a:lnTo>
                  <a:lnTo>
                    <a:pt x="193834" y="50959"/>
                  </a:lnTo>
                  <a:lnTo>
                    <a:pt x="187643" y="48578"/>
                  </a:lnTo>
                  <a:lnTo>
                    <a:pt x="182404" y="45244"/>
                  </a:lnTo>
                  <a:lnTo>
                    <a:pt x="177165" y="44291"/>
                  </a:lnTo>
                  <a:lnTo>
                    <a:pt x="173831" y="42386"/>
                  </a:lnTo>
                  <a:lnTo>
                    <a:pt x="170497" y="39053"/>
                  </a:lnTo>
                  <a:lnTo>
                    <a:pt x="168593" y="36671"/>
                  </a:lnTo>
                  <a:lnTo>
                    <a:pt x="167164" y="35719"/>
                  </a:lnTo>
                  <a:lnTo>
                    <a:pt x="160496" y="32385"/>
                  </a:lnTo>
                  <a:lnTo>
                    <a:pt x="159068" y="31909"/>
                  </a:lnTo>
                  <a:lnTo>
                    <a:pt x="156210" y="33338"/>
                  </a:lnTo>
                  <a:lnTo>
                    <a:pt x="155257" y="34290"/>
                  </a:lnTo>
                  <a:lnTo>
                    <a:pt x="155257" y="36671"/>
                  </a:lnTo>
                  <a:lnTo>
                    <a:pt x="154781" y="38100"/>
                  </a:lnTo>
                  <a:lnTo>
                    <a:pt x="152400" y="39053"/>
                  </a:lnTo>
                  <a:lnTo>
                    <a:pt x="148590" y="39053"/>
                  </a:lnTo>
                  <a:lnTo>
                    <a:pt x="146209" y="38100"/>
                  </a:lnTo>
                  <a:lnTo>
                    <a:pt x="144304" y="38100"/>
                  </a:lnTo>
                  <a:lnTo>
                    <a:pt x="143828" y="38576"/>
                  </a:lnTo>
                  <a:lnTo>
                    <a:pt x="142875" y="39053"/>
                  </a:lnTo>
                  <a:lnTo>
                    <a:pt x="140970" y="39053"/>
                  </a:lnTo>
                  <a:lnTo>
                    <a:pt x="138113" y="38576"/>
                  </a:lnTo>
                  <a:lnTo>
                    <a:pt x="135255" y="37624"/>
                  </a:lnTo>
                  <a:lnTo>
                    <a:pt x="131445" y="35719"/>
                  </a:lnTo>
                  <a:lnTo>
                    <a:pt x="129540" y="36195"/>
                  </a:lnTo>
                  <a:lnTo>
                    <a:pt x="125254" y="35719"/>
                  </a:lnTo>
                  <a:lnTo>
                    <a:pt x="121920" y="34766"/>
                  </a:lnTo>
                  <a:lnTo>
                    <a:pt x="120968" y="33814"/>
                  </a:lnTo>
                  <a:lnTo>
                    <a:pt x="119539" y="26670"/>
                  </a:lnTo>
                  <a:lnTo>
                    <a:pt x="119063" y="26194"/>
                  </a:lnTo>
                  <a:lnTo>
                    <a:pt x="117634" y="25718"/>
                  </a:lnTo>
                  <a:lnTo>
                    <a:pt x="115253" y="24765"/>
                  </a:lnTo>
                  <a:lnTo>
                    <a:pt x="113824" y="23813"/>
                  </a:lnTo>
                  <a:lnTo>
                    <a:pt x="112871" y="21908"/>
                  </a:lnTo>
                  <a:lnTo>
                    <a:pt x="111919" y="20003"/>
                  </a:lnTo>
                  <a:lnTo>
                    <a:pt x="107632" y="20479"/>
                  </a:lnTo>
                  <a:lnTo>
                    <a:pt x="100489" y="18097"/>
                  </a:lnTo>
                  <a:lnTo>
                    <a:pt x="95726" y="15716"/>
                  </a:lnTo>
                  <a:lnTo>
                    <a:pt x="91440" y="13335"/>
                  </a:lnTo>
                  <a:lnTo>
                    <a:pt x="84772" y="8096"/>
                  </a:lnTo>
                  <a:lnTo>
                    <a:pt x="82391" y="6668"/>
                  </a:lnTo>
                  <a:lnTo>
                    <a:pt x="79057" y="5239"/>
                  </a:lnTo>
                  <a:lnTo>
                    <a:pt x="77153" y="2858"/>
                  </a:lnTo>
                  <a:lnTo>
                    <a:pt x="73819" y="476"/>
                  </a:lnTo>
                  <a:lnTo>
                    <a:pt x="72866" y="0"/>
                  </a:lnTo>
                  <a:lnTo>
                    <a:pt x="73819" y="5239"/>
                  </a:lnTo>
                  <a:lnTo>
                    <a:pt x="71438" y="8096"/>
                  </a:lnTo>
                  <a:lnTo>
                    <a:pt x="60007" y="11430"/>
                  </a:lnTo>
                  <a:lnTo>
                    <a:pt x="51911" y="12859"/>
                  </a:lnTo>
                  <a:lnTo>
                    <a:pt x="46672" y="15716"/>
                  </a:lnTo>
                  <a:lnTo>
                    <a:pt x="42386" y="15240"/>
                  </a:lnTo>
                  <a:lnTo>
                    <a:pt x="40481" y="17145"/>
                  </a:lnTo>
                  <a:lnTo>
                    <a:pt x="36671" y="19050"/>
                  </a:lnTo>
                  <a:lnTo>
                    <a:pt x="32385" y="20003"/>
                  </a:lnTo>
                  <a:lnTo>
                    <a:pt x="30480" y="21908"/>
                  </a:lnTo>
                  <a:lnTo>
                    <a:pt x="31432" y="28575"/>
                  </a:lnTo>
                  <a:lnTo>
                    <a:pt x="32861" y="34766"/>
                  </a:lnTo>
                  <a:lnTo>
                    <a:pt x="31909" y="43339"/>
                  </a:lnTo>
                  <a:lnTo>
                    <a:pt x="29051" y="48578"/>
                  </a:lnTo>
                  <a:lnTo>
                    <a:pt x="25718" y="52388"/>
                  </a:lnTo>
                  <a:lnTo>
                    <a:pt x="22860" y="54293"/>
                  </a:lnTo>
                  <a:lnTo>
                    <a:pt x="17145" y="60960"/>
                  </a:lnTo>
                  <a:lnTo>
                    <a:pt x="17621" y="63341"/>
                  </a:lnTo>
                  <a:lnTo>
                    <a:pt x="20479" y="68104"/>
                  </a:lnTo>
                  <a:lnTo>
                    <a:pt x="23813" y="69533"/>
                  </a:lnTo>
                  <a:lnTo>
                    <a:pt x="21431" y="69533"/>
                  </a:lnTo>
                  <a:lnTo>
                    <a:pt x="18097" y="68104"/>
                  </a:lnTo>
                  <a:lnTo>
                    <a:pt x="16193" y="71438"/>
                  </a:lnTo>
                  <a:lnTo>
                    <a:pt x="14764" y="77153"/>
                  </a:lnTo>
                  <a:lnTo>
                    <a:pt x="11906" y="77153"/>
                  </a:lnTo>
                  <a:lnTo>
                    <a:pt x="4286" y="79534"/>
                  </a:lnTo>
                  <a:lnTo>
                    <a:pt x="2381" y="82868"/>
                  </a:lnTo>
                  <a:lnTo>
                    <a:pt x="5239" y="90011"/>
                  </a:lnTo>
                  <a:lnTo>
                    <a:pt x="5715" y="93345"/>
                  </a:lnTo>
                  <a:lnTo>
                    <a:pt x="4763" y="101918"/>
                  </a:lnTo>
                  <a:lnTo>
                    <a:pt x="7144" y="108109"/>
                  </a:lnTo>
                  <a:lnTo>
                    <a:pt x="7144" y="111919"/>
                  </a:lnTo>
                  <a:lnTo>
                    <a:pt x="6668" y="116681"/>
                  </a:lnTo>
                  <a:lnTo>
                    <a:pt x="3334" y="119063"/>
                  </a:lnTo>
                  <a:lnTo>
                    <a:pt x="0" y="120491"/>
                  </a:lnTo>
                  <a:lnTo>
                    <a:pt x="476" y="121920"/>
                  </a:lnTo>
                  <a:lnTo>
                    <a:pt x="953" y="122872"/>
                  </a:lnTo>
                  <a:lnTo>
                    <a:pt x="4286" y="125730"/>
                  </a:lnTo>
                  <a:lnTo>
                    <a:pt x="9525" y="127159"/>
                  </a:lnTo>
                  <a:lnTo>
                    <a:pt x="17621" y="134779"/>
                  </a:lnTo>
                  <a:lnTo>
                    <a:pt x="20003" y="136208"/>
                  </a:lnTo>
                  <a:lnTo>
                    <a:pt x="23336" y="137636"/>
                  </a:lnTo>
                  <a:lnTo>
                    <a:pt x="24289" y="136208"/>
                  </a:lnTo>
                  <a:lnTo>
                    <a:pt x="24289" y="135255"/>
                  </a:lnTo>
                  <a:lnTo>
                    <a:pt x="28575" y="131921"/>
                  </a:lnTo>
                  <a:lnTo>
                    <a:pt x="30956" y="127159"/>
                  </a:lnTo>
                  <a:lnTo>
                    <a:pt x="32385" y="125730"/>
                  </a:lnTo>
                  <a:lnTo>
                    <a:pt x="31432" y="132397"/>
                  </a:lnTo>
                  <a:lnTo>
                    <a:pt x="32861" y="133350"/>
                  </a:lnTo>
                  <a:lnTo>
                    <a:pt x="35243" y="132397"/>
                  </a:lnTo>
                  <a:lnTo>
                    <a:pt x="36671" y="128111"/>
                  </a:lnTo>
                  <a:lnTo>
                    <a:pt x="36195" y="118586"/>
                  </a:lnTo>
                  <a:lnTo>
                    <a:pt x="38100" y="115729"/>
                  </a:lnTo>
                  <a:lnTo>
                    <a:pt x="38576" y="117158"/>
                  </a:lnTo>
                  <a:lnTo>
                    <a:pt x="38100" y="119063"/>
                  </a:lnTo>
                  <a:lnTo>
                    <a:pt x="38576" y="125254"/>
                  </a:lnTo>
                  <a:lnTo>
                    <a:pt x="40957" y="129540"/>
                  </a:lnTo>
                  <a:lnTo>
                    <a:pt x="41434" y="132874"/>
                  </a:lnTo>
                  <a:lnTo>
                    <a:pt x="38100" y="139541"/>
                  </a:lnTo>
                  <a:lnTo>
                    <a:pt x="34766" y="150019"/>
                  </a:lnTo>
                  <a:lnTo>
                    <a:pt x="33338" y="152400"/>
                  </a:lnTo>
                  <a:lnTo>
                    <a:pt x="30956" y="154781"/>
                  </a:lnTo>
                  <a:lnTo>
                    <a:pt x="28575" y="156210"/>
                  </a:lnTo>
                  <a:lnTo>
                    <a:pt x="26670" y="158115"/>
                  </a:lnTo>
                  <a:lnTo>
                    <a:pt x="21907" y="160020"/>
                  </a:lnTo>
                  <a:lnTo>
                    <a:pt x="20955" y="160496"/>
                  </a:lnTo>
                  <a:lnTo>
                    <a:pt x="21907" y="160972"/>
                  </a:lnTo>
                  <a:lnTo>
                    <a:pt x="22860" y="161449"/>
                  </a:lnTo>
                  <a:lnTo>
                    <a:pt x="22860" y="162878"/>
                  </a:lnTo>
                  <a:lnTo>
                    <a:pt x="22860" y="163830"/>
                  </a:lnTo>
                  <a:lnTo>
                    <a:pt x="23336" y="164783"/>
                  </a:lnTo>
                  <a:lnTo>
                    <a:pt x="23336" y="166688"/>
                  </a:lnTo>
                  <a:lnTo>
                    <a:pt x="24289" y="168116"/>
                  </a:lnTo>
                  <a:lnTo>
                    <a:pt x="24289" y="169545"/>
                  </a:lnTo>
                  <a:lnTo>
                    <a:pt x="24289" y="171450"/>
                  </a:lnTo>
                  <a:lnTo>
                    <a:pt x="23813" y="172403"/>
                  </a:lnTo>
                  <a:lnTo>
                    <a:pt x="24289" y="173831"/>
                  </a:lnTo>
                  <a:lnTo>
                    <a:pt x="25718" y="176689"/>
                  </a:lnTo>
                  <a:lnTo>
                    <a:pt x="25241" y="177641"/>
                  </a:lnTo>
                  <a:lnTo>
                    <a:pt x="23813" y="178118"/>
                  </a:lnTo>
                  <a:lnTo>
                    <a:pt x="22384" y="179070"/>
                  </a:lnTo>
                  <a:lnTo>
                    <a:pt x="20955" y="180975"/>
                  </a:lnTo>
                  <a:lnTo>
                    <a:pt x="19050" y="180975"/>
                  </a:lnTo>
                  <a:lnTo>
                    <a:pt x="16193" y="180022"/>
                  </a:lnTo>
                  <a:lnTo>
                    <a:pt x="14288" y="180975"/>
                  </a:lnTo>
                  <a:lnTo>
                    <a:pt x="13811" y="182880"/>
                  </a:lnTo>
                  <a:lnTo>
                    <a:pt x="14288" y="184785"/>
                  </a:lnTo>
                  <a:lnTo>
                    <a:pt x="14288" y="186214"/>
                  </a:lnTo>
                  <a:lnTo>
                    <a:pt x="15240" y="187643"/>
                  </a:lnTo>
                  <a:lnTo>
                    <a:pt x="18574" y="187643"/>
                  </a:lnTo>
                  <a:lnTo>
                    <a:pt x="15240" y="191929"/>
                  </a:lnTo>
                  <a:lnTo>
                    <a:pt x="13811" y="193834"/>
                  </a:lnTo>
                  <a:lnTo>
                    <a:pt x="14288" y="195263"/>
                  </a:lnTo>
                  <a:lnTo>
                    <a:pt x="16193" y="196215"/>
                  </a:lnTo>
                  <a:lnTo>
                    <a:pt x="17621" y="196215"/>
                  </a:lnTo>
                  <a:lnTo>
                    <a:pt x="20479" y="194786"/>
                  </a:lnTo>
                  <a:lnTo>
                    <a:pt x="22384" y="192405"/>
                  </a:lnTo>
                  <a:lnTo>
                    <a:pt x="23336" y="190976"/>
                  </a:lnTo>
                  <a:lnTo>
                    <a:pt x="25241" y="190500"/>
                  </a:lnTo>
                  <a:lnTo>
                    <a:pt x="27622" y="191453"/>
                  </a:lnTo>
                  <a:lnTo>
                    <a:pt x="30956" y="193358"/>
                  </a:lnTo>
                  <a:lnTo>
                    <a:pt x="34766" y="195263"/>
                  </a:lnTo>
                  <a:lnTo>
                    <a:pt x="36195" y="196215"/>
                  </a:lnTo>
                  <a:lnTo>
                    <a:pt x="39053" y="195739"/>
                  </a:lnTo>
                  <a:lnTo>
                    <a:pt x="41434" y="195263"/>
                  </a:lnTo>
                  <a:lnTo>
                    <a:pt x="43339" y="196691"/>
                  </a:lnTo>
                  <a:lnTo>
                    <a:pt x="45244" y="198120"/>
                  </a:lnTo>
                  <a:lnTo>
                    <a:pt x="45720" y="202406"/>
                  </a:lnTo>
                  <a:lnTo>
                    <a:pt x="47149" y="205740"/>
                  </a:lnTo>
                  <a:lnTo>
                    <a:pt x="49054" y="208121"/>
                  </a:lnTo>
                  <a:lnTo>
                    <a:pt x="51435" y="210979"/>
                  </a:lnTo>
                  <a:lnTo>
                    <a:pt x="53340" y="211931"/>
                  </a:lnTo>
                  <a:lnTo>
                    <a:pt x="56197" y="211931"/>
                  </a:lnTo>
                  <a:lnTo>
                    <a:pt x="60007" y="212884"/>
                  </a:lnTo>
                  <a:lnTo>
                    <a:pt x="61436" y="211931"/>
                  </a:lnTo>
                  <a:lnTo>
                    <a:pt x="62865" y="210026"/>
                  </a:lnTo>
                  <a:lnTo>
                    <a:pt x="63341" y="209074"/>
                  </a:lnTo>
                  <a:lnTo>
                    <a:pt x="65246" y="208597"/>
                  </a:lnTo>
                  <a:lnTo>
                    <a:pt x="65246" y="207169"/>
                  </a:lnTo>
                  <a:lnTo>
                    <a:pt x="64770" y="205740"/>
                  </a:lnTo>
                  <a:lnTo>
                    <a:pt x="65246" y="203835"/>
                  </a:lnTo>
                  <a:lnTo>
                    <a:pt x="66675" y="202406"/>
                  </a:lnTo>
                  <a:lnTo>
                    <a:pt x="70485" y="200025"/>
                  </a:lnTo>
                  <a:lnTo>
                    <a:pt x="72390" y="199072"/>
                  </a:lnTo>
                  <a:lnTo>
                    <a:pt x="72866" y="197644"/>
                  </a:lnTo>
                  <a:lnTo>
                    <a:pt x="73819" y="195739"/>
                  </a:lnTo>
                  <a:lnTo>
                    <a:pt x="73343" y="194786"/>
                  </a:lnTo>
                  <a:lnTo>
                    <a:pt x="72390" y="193358"/>
                  </a:lnTo>
                  <a:lnTo>
                    <a:pt x="72390" y="191453"/>
                  </a:lnTo>
                  <a:lnTo>
                    <a:pt x="73343" y="189071"/>
                  </a:lnTo>
                  <a:lnTo>
                    <a:pt x="74771" y="186214"/>
                  </a:lnTo>
                  <a:lnTo>
                    <a:pt x="76200" y="182404"/>
                  </a:lnTo>
                  <a:lnTo>
                    <a:pt x="76676" y="180499"/>
                  </a:lnTo>
                  <a:lnTo>
                    <a:pt x="78105" y="179546"/>
                  </a:lnTo>
                  <a:lnTo>
                    <a:pt x="78581" y="177641"/>
                  </a:lnTo>
                  <a:lnTo>
                    <a:pt x="79534" y="175736"/>
                  </a:lnTo>
                  <a:lnTo>
                    <a:pt x="81439" y="173355"/>
                  </a:lnTo>
                  <a:lnTo>
                    <a:pt x="81439" y="170974"/>
                  </a:lnTo>
                  <a:lnTo>
                    <a:pt x="82391" y="170021"/>
                  </a:lnTo>
                  <a:lnTo>
                    <a:pt x="82391" y="167164"/>
                  </a:lnTo>
                  <a:lnTo>
                    <a:pt x="84296" y="161449"/>
                  </a:lnTo>
                  <a:lnTo>
                    <a:pt x="84296" y="160496"/>
                  </a:lnTo>
                  <a:lnTo>
                    <a:pt x="85249" y="160020"/>
                  </a:lnTo>
                  <a:lnTo>
                    <a:pt x="86678" y="160496"/>
                  </a:lnTo>
                  <a:lnTo>
                    <a:pt x="87630" y="161925"/>
                  </a:lnTo>
                  <a:lnTo>
                    <a:pt x="88106" y="163354"/>
                  </a:lnTo>
                  <a:lnTo>
                    <a:pt x="88582" y="163830"/>
                  </a:lnTo>
                  <a:lnTo>
                    <a:pt x="89535" y="163830"/>
                  </a:lnTo>
                  <a:lnTo>
                    <a:pt x="90964" y="163354"/>
                  </a:lnTo>
                  <a:lnTo>
                    <a:pt x="90964" y="162401"/>
                  </a:lnTo>
                  <a:lnTo>
                    <a:pt x="90011" y="161449"/>
                  </a:lnTo>
                  <a:lnTo>
                    <a:pt x="89535" y="160972"/>
                  </a:lnTo>
                  <a:lnTo>
                    <a:pt x="90011" y="160020"/>
                  </a:lnTo>
                  <a:lnTo>
                    <a:pt x="91916" y="157639"/>
                  </a:lnTo>
                  <a:lnTo>
                    <a:pt x="93821" y="155258"/>
                  </a:lnTo>
                  <a:lnTo>
                    <a:pt x="98107" y="150019"/>
                  </a:lnTo>
                  <a:lnTo>
                    <a:pt x="100965" y="147638"/>
                  </a:lnTo>
                  <a:lnTo>
                    <a:pt x="107632" y="145256"/>
                  </a:lnTo>
                  <a:lnTo>
                    <a:pt x="112871" y="143351"/>
                  </a:lnTo>
                  <a:lnTo>
                    <a:pt x="117634" y="141446"/>
                  </a:lnTo>
                  <a:lnTo>
                    <a:pt x="124301" y="139065"/>
                  </a:lnTo>
                  <a:lnTo>
                    <a:pt x="133826" y="135731"/>
                  </a:lnTo>
                  <a:lnTo>
                    <a:pt x="140494" y="133350"/>
                  </a:lnTo>
                  <a:lnTo>
                    <a:pt x="146685" y="129064"/>
                  </a:lnTo>
                  <a:lnTo>
                    <a:pt x="151447" y="125730"/>
                  </a:lnTo>
                  <a:lnTo>
                    <a:pt x="155734" y="122872"/>
                  </a:lnTo>
                  <a:lnTo>
                    <a:pt x="160972" y="119063"/>
                  </a:lnTo>
                  <a:lnTo>
                    <a:pt x="168116" y="110966"/>
                  </a:lnTo>
                  <a:lnTo>
                    <a:pt x="172879" y="105251"/>
                  </a:lnTo>
                  <a:lnTo>
                    <a:pt x="176213" y="100965"/>
                  </a:lnTo>
                  <a:lnTo>
                    <a:pt x="178594" y="98584"/>
                  </a:lnTo>
                  <a:lnTo>
                    <a:pt x="180499" y="91440"/>
                  </a:lnTo>
                  <a:lnTo>
                    <a:pt x="182880" y="83344"/>
                  </a:lnTo>
                  <a:lnTo>
                    <a:pt x="183832" y="79534"/>
                  </a:lnTo>
                  <a:lnTo>
                    <a:pt x="184309" y="78105"/>
                  </a:lnTo>
                  <a:lnTo>
                    <a:pt x="185261" y="78581"/>
                  </a:lnTo>
                  <a:lnTo>
                    <a:pt x="186214" y="79534"/>
                  </a:lnTo>
                  <a:lnTo>
                    <a:pt x="187643" y="79534"/>
                  </a:lnTo>
                  <a:lnTo>
                    <a:pt x="189071" y="79534"/>
                  </a:lnTo>
                  <a:lnTo>
                    <a:pt x="190024" y="79058"/>
                  </a:lnTo>
                  <a:lnTo>
                    <a:pt x="193834" y="70485"/>
                  </a:lnTo>
                  <a:close/>
                </a:path>
              </a:pathLst>
            </a:custGeom>
            <a:grpFill/>
            <a:ln w="317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49110622-2591-4E83-A882-28D4D74A6CD3}"/>
                </a:ext>
              </a:extLst>
            </p:cNvPr>
            <p:cNvSpPr/>
            <p:nvPr/>
          </p:nvSpPr>
          <p:spPr>
            <a:xfrm>
              <a:off x="5424011" y="2992754"/>
              <a:ext cx="702944" cy="661034"/>
            </a:xfrm>
            <a:custGeom>
              <a:avLst/>
              <a:gdLst>
                <a:gd name="connsiteX0" fmla="*/ 699611 w 702944"/>
                <a:gd name="connsiteY0" fmla="*/ 495776 h 661034"/>
                <a:gd name="connsiteX1" fmla="*/ 695801 w 702944"/>
                <a:gd name="connsiteY1" fmla="*/ 488632 h 661034"/>
                <a:gd name="connsiteX2" fmla="*/ 691039 w 702944"/>
                <a:gd name="connsiteY2" fmla="*/ 479584 h 661034"/>
                <a:gd name="connsiteX3" fmla="*/ 688181 w 702944"/>
                <a:gd name="connsiteY3" fmla="*/ 474345 h 661034"/>
                <a:gd name="connsiteX4" fmla="*/ 687228 w 702944"/>
                <a:gd name="connsiteY4" fmla="*/ 473392 h 661034"/>
                <a:gd name="connsiteX5" fmla="*/ 673418 w 702944"/>
                <a:gd name="connsiteY5" fmla="*/ 469106 h 661034"/>
                <a:gd name="connsiteX6" fmla="*/ 659130 w 702944"/>
                <a:gd name="connsiteY6" fmla="*/ 465296 h 661034"/>
                <a:gd name="connsiteX7" fmla="*/ 650557 w 702944"/>
                <a:gd name="connsiteY7" fmla="*/ 467677 h 661034"/>
                <a:gd name="connsiteX8" fmla="*/ 649128 w 702944"/>
                <a:gd name="connsiteY8" fmla="*/ 467677 h 661034"/>
                <a:gd name="connsiteX9" fmla="*/ 646747 w 702944"/>
                <a:gd name="connsiteY9" fmla="*/ 465772 h 661034"/>
                <a:gd name="connsiteX10" fmla="*/ 644366 w 702944"/>
                <a:gd name="connsiteY10" fmla="*/ 463867 h 661034"/>
                <a:gd name="connsiteX11" fmla="*/ 643414 w 702944"/>
                <a:gd name="connsiteY11" fmla="*/ 460534 h 661034"/>
                <a:gd name="connsiteX12" fmla="*/ 640080 w 702944"/>
                <a:gd name="connsiteY12" fmla="*/ 456724 h 661034"/>
                <a:gd name="connsiteX13" fmla="*/ 636746 w 702944"/>
                <a:gd name="connsiteY13" fmla="*/ 447199 h 661034"/>
                <a:gd name="connsiteX14" fmla="*/ 636270 w 702944"/>
                <a:gd name="connsiteY14" fmla="*/ 440055 h 661034"/>
                <a:gd name="connsiteX15" fmla="*/ 635794 w 702944"/>
                <a:gd name="connsiteY15" fmla="*/ 437197 h 661034"/>
                <a:gd name="connsiteX16" fmla="*/ 628174 w 702944"/>
                <a:gd name="connsiteY16" fmla="*/ 426720 h 661034"/>
                <a:gd name="connsiteX17" fmla="*/ 621506 w 702944"/>
                <a:gd name="connsiteY17" fmla="*/ 417195 h 661034"/>
                <a:gd name="connsiteX18" fmla="*/ 617220 w 702944"/>
                <a:gd name="connsiteY18" fmla="*/ 411004 h 661034"/>
                <a:gd name="connsiteX19" fmla="*/ 616268 w 702944"/>
                <a:gd name="connsiteY19" fmla="*/ 408146 h 661034"/>
                <a:gd name="connsiteX20" fmla="*/ 616744 w 702944"/>
                <a:gd name="connsiteY20" fmla="*/ 404336 h 661034"/>
                <a:gd name="connsiteX21" fmla="*/ 618649 w 702944"/>
                <a:gd name="connsiteY21" fmla="*/ 401002 h 661034"/>
                <a:gd name="connsiteX22" fmla="*/ 625316 w 702944"/>
                <a:gd name="connsiteY22" fmla="*/ 397669 h 661034"/>
                <a:gd name="connsiteX23" fmla="*/ 631031 w 702944"/>
                <a:gd name="connsiteY23" fmla="*/ 393382 h 661034"/>
                <a:gd name="connsiteX24" fmla="*/ 631984 w 702944"/>
                <a:gd name="connsiteY24" fmla="*/ 390525 h 661034"/>
                <a:gd name="connsiteX25" fmla="*/ 631984 w 702944"/>
                <a:gd name="connsiteY25" fmla="*/ 382905 h 661034"/>
                <a:gd name="connsiteX26" fmla="*/ 630078 w 702944"/>
                <a:gd name="connsiteY26" fmla="*/ 380047 h 661034"/>
                <a:gd name="connsiteX27" fmla="*/ 628650 w 702944"/>
                <a:gd name="connsiteY27" fmla="*/ 375761 h 661034"/>
                <a:gd name="connsiteX28" fmla="*/ 627221 w 702944"/>
                <a:gd name="connsiteY28" fmla="*/ 369094 h 661034"/>
                <a:gd name="connsiteX29" fmla="*/ 627221 w 702944"/>
                <a:gd name="connsiteY29" fmla="*/ 365284 h 661034"/>
                <a:gd name="connsiteX30" fmla="*/ 630078 w 702944"/>
                <a:gd name="connsiteY30" fmla="*/ 357188 h 661034"/>
                <a:gd name="connsiteX31" fmla="*/ 632936 w 702944"/>
                <a:gd name="connsiteY31" fmla="*/ 348615 h 661034"/>
                <a:gd name="connsiteX32" fmla="*/ 631031 w 702944"/>
                <a:gd name="connsiteY32" fmla="*/ 339566 h 661034"/>
                <a:gd name="connsiteX33" fmla="*/ 629602 w 702944"/>
                <a:gd name="connsiteY33" fmla="*/ 320516 h 661034"/>
                <a:gd name="connsiteX34" fmla="*/ 630555 w 702944"/>
                <a:gd name="connsiteY34" fmla="*/ 305752 h 661034"/>
                <a:gd name="connsiteX35" fmla="*/ 629602 w 702944"/>
                <a:gd name="connsiteY35" fmla="*/ 300038 h 661034"/>
                <a:gd name="connsiteX36" fmla="*/ 629126 w 702944"/>
                <a:gd name="connsiteY36" fmla="*/ 298132 h 661034"/>
                <a:gd name="connsiteX37" fmla="*/ 627221 w 702944"/>
                <a:gd name="connsiteY37" fmla="*/ 290989 h 661034"/>
                <a:gd name="connsiteX38" fmla="*/ 624840 w 702944"/>
                <a:gd name="connsiteY38" fmla="*/ 283845 h 661034"/>
                <a:gd name="connsiteX39" fmla="*/ 623411 w 702944"/>
                <a:gd name="connsiteY39" fmla="*/ 280988 h 661034"/>
                <a:gd name="connsiteX40" fmla="*/ 620553 w 702944"/>
                <a:gd name="connsiteY40" fmla="*/ 275272 h 661034"/>
                <a:gd name="connsiteX41" fmla="*/ 615315 w 702944"/>
                <a:gd name="connsiteY41" fmla="*/ 268129 h 661034"/>
                <a:gd name="connsiteX42" fmla="*/ 612457 w 702944"/>
                <a:gd name="connsiteY42" fmla="*/ 263366 h 661034"/>
                <a:gd name="connsiteX43" fmla="*/ 616268 w 702944"/>
                <a:gd name="connsiteY43" fmla="*/ 260985 h 661034"/>
                <a:gd name="connsiteX44" fmla="*/ 619601 w 702944"/>
                <a:gd name="connsiteY44" fmla="*/ 259080 h 661034"/>
                <a:gd name="connsiteX45" fmla="*/ 617220 w 702944"/>
                <a:gd name="connsiteY45" fmla="*/ 250507 h 661034"/>
                <a:gd name="connsiteX46" fmla="*/ 615791 w 702944"/>
                <a:gd name="connsiteY46" fmla="*/ 243364 h 661034"/>
                <a:gd name="connsiteX47" fmla="*/ 614363 w 702944"/>
                <a:gd name="connsiteY47" fmla="*/ 237172 h 661034"/>
                <a:gd name="connsiteX48" fmla="*/ 611505 w 702944"/>
                <a:gd name="connsiteY48" fmla="*/ 226219 h 661034"/>
                <a:gd name="connsiteX49" fmla="*/ 609600 w 702944"/>
                <a:gd name="connsiteY49" fmla="*/ 217170 h 661034"/>
                <a:gd name="connsiteX50" fmla="*/ 607219 w 702944"/>
                <a:gd name="connsiteY50" fmla="*/ 207645 h 661034"/>
                <a:gd name="connsiteX51" fmla="*/ 605314 w 702944"/>
                <a:gd name="connsiteY51" fmla="*/ 199549 h 661034"/>
                <a:gd name="connsiteX52" fmla="*/ 603409 w 702944"/>
                <a:gd name="connsiteY52" fmla="*/ 190976 h 661034"/>
                <a:gd name="connsiteX53" fmla="*/ 602456 w 702944"/>
                <a:gd name="connsiteY53" fmla="*/ 189547 h 661034"/>
                <a:gd name="connsiteX54" fmla="*/ 596265 w 702944"/>
                <a:gd name="connsiteY54" fmla="*/ 185738 h 661034"/>
                <a:gd name="connsiteX55" fmla="*/ 591026 w 702944"/>
                <a:gd name="connsiteY55" fmla="*/ 181927 h 661034"/>
                <a:gd name="connsiteX56" fmla="*/ 585311 w 702944"/>
                <a:gd name="connsiteY56" fmla="*/ 177641 h 661034"/>
                <a:gd name="connsiteX57" fmla="*/ 579120 w 702944"/>
                <a:gd name="connsiteY57" fmla="*/ 173355 h 661034"/>
                <a:gd name="connsiteX58" fmla="*/ 578168 w 702944"/>
                <a:gd name="connsiteY58" fmla="*/ 167640 h 661034"/>
                <a:gd name="connsiteX59" fmla="*/ 574834 w 702944"/>
                <a:gd name="connsiteY59" fmla="*/ 159067 h 661034"/>
                <a:gd name="connsiteX60" fmla="*/ 571500 w 702944"/>
                <a:gd name="connsiteY60" fmla="*/ 154305 h 661034"/>
                <a:gd name="connsiteX61" fmla="*/ 570547 w 702944"/>
                <a:gd name="connsiteY61" fmla="*/ 152876 h 661034"/>
                <a:gd name="connsiteX62" fmla="*/ 563403 w 702944"/>
                <a:gd name="connsiteY62" fmla="*/ 149542 h 661034"/>
                <a:gd name="connsiteX63" fmla="*/ 559594 w 702944"/>
                <a:gd name="connsiteY63" fmla="*/ 147638 h 661034"/>
                <a:gd name="connsiteX64" fmla="*/ 558641 w 702944"/>
                <a:gd name="connsiteY64" fmla="*/ 146209 h 661034"/>
                <a:gd name="connsiteX65" fmla="*/ 557689 w 702944"/>
                <a:gd name="connsiteY65" fmla="*/ 142399 h 661034"/>
                <a:gd name="connsiteX66" fmla="*/ 555307 w 702944"/>
                <a:gd name="connsiteY66" fmla="*/ 135731 h 661034"/>
                <a:gd name="connsiteX67" fmla="*/ 551974 w 702944"/>
                <a:gd name="connsiteY67" fmla="*/ 129064 h 661034"/>
                <a:gd name="connsiteX68" fmla="*/ 550545 w 702944"/>
                <a:gd name="connsiteY68" fmla="*/ 124777 h 661034"/>
                <a:gd name="connsiteX69" fmla="*/ 550545 w 702944"/>
                <a:gd name="connsiteY69" fmla="*/ 119539 h 661034"/>
                <a:gd name="connsiteX70" fmla="*/ 551021 w 702944"/>
                <a:gd name="connsiteY70" fmla="*/ 115252 h 661034"/>
                <a:gd name="connsiteX71" fmla="*/ 552450 w 702944"/>
                <a:gd name="connsiteY71" fmla="*/ 113824 h 661034"/>
                <a:gd name="connsiteX72" fmla="*/ 559118 w 702944"/>
                <a:gd name="connsiteY72" fmla="*/ 109061 h 661034"/>
                <a:gd name="connsiteX73" fmla="*/ 562451 w 702944"/>
                <a:gd name="connsiteY73" fmla="*/ 102870 h 661034"/>
                <a:gd name="connsiteX74" fmla="*/ 566261 w 702944"/>
                <a:gd name="connsiteY74" fmla="*/ 100489 h 661034"/>
                <a:gd name="connsiteX75" fmla="*/ 569119 w 702944"/>
                <a:gd name="connsiteY75" fmla="*/ 99060 h 661034"/>
                <a:gd name="connsiteX76" fmla="*/ 571976 w 702944"/>
                <a:gd name="connsiteY76" fmla="*/ 97155 h 661034"/>
                <a:gd name="connsiteX77" fmla="*/ 574357 w 702944"/>
                <a:gd name="connsiteY77" fmla="*/ 93821 h 661034"/>
                <a:gd name="connsiteX78" fmla="*/ 576263 w 702944"/>
                <a:gd name="connsiteY78" fmla="*/ 90488 h 661034"/>
                <a:gd name="connsiteX79" fmla="*/ 576263 w 702944"/>
                <a:gd name="connsiteY79" fmla="*/ 87154 h 661034"/>
                <a:gd name="connsiteX80" fmla="*/ 577215 w 702944"/>
                <a:gd name="connsiteY80" fmla="*/ 81439 h 661034"/>
                <a:gd name="connsiteX81" fmla="*/ 578168 w 702944"/>
                <a:gd name="connsiteY81" fmla="*/ 77152 h 661034"/>
                <a:gd name="connsiteX82" fmla="*/ 581025 w 702944"/>
                <a:gd name="connsiteY82" fmla="*/ 72866 h 661034"/>
                <a:gd name="connsiteX83" fmla="*/ 580072 w 702944"/>
                <a:gd name="connsiteY83" fmla="*/ 69056 h 661034"/>
                <a:gd name="connsiteX84" fmla="*/ 578644 w 702944"/>
                <a:gd name="connsiteY84" fmla="*/ 65246 h 661034"/>
                <a:gd name="connsiteX85" fmla="*/ 579120 w 702944"/>
                <a:gd name="connsiteY85" fmla="*/ 58102 h 661034"/>
                <a:gd name="connsiteX86" fmla="*/ 578644 w 702944"/>
                <a:gd name="connsiteY86" fmla="*/ 55245 h 661034"/>
                <a:gd name="connsiteX87" fmla="*/ 577215 w 702944"/>
                <a:gd name="connsiteY87" fmla="*/ 52864 h 661034"/>
                <a:gd name="connsiteX88" fmla="*/ 576263 w 702944"/>
                <a:gd name="connsiteY88" fmla="*/ 50006 h 661034"/>
                <a:gd name="connsiteX89" fmla="*/ 576263 w 702944"/>
                <a:gd name="connsiteY89" fmla="*/ 47149 h 661034"/>
                <a:gd name="connsiteX90" fmla="*/ 577215 w 702944"/>
                <a:gd name="connsiteY90" fmla="*/ 40481 h 661034"/>
                <a:gd name="connsiteX91" fmla="*/ 578168 w 702944"/>
                <a:gd name="connsiteY91" fmla="*/ 34766 h 661034"/>
                <a:gd name="connsiteX92" fmla="*/ 579596 w 702944"/>
                <a:gd name="connsiteY92" fmla="*/ 28099 h 661034"/>
                <a:gd name="connsiteX93" fmla="*/ 579120 w 702944"/>
                <a:gd name="connsiteY93" fmla="*/ 26194 h 661034"/>
                <a:gd name="connsiteX94" fmla="*/ 578168 w 702944"/>
                <a:gd name="connsiteY94" fmla="*/ 24765 h 661034"/>
                <a:gd name="connsiteX95" fmla="*/ 574834 w 702944"/>
                <a:gd name="connsiteY95" fmla="*/ 23336 h 661034"/>
                <a:gd name="connsiteX96" fmla="*/ 574834 w 702944"/>
                <a:gd name="connsiteY96" fmla="*/ 22384 h 661034"/>
                <a:gd name="connsiteX97" fmla="*/ 575786 w 702944"/>
                <a:gd name="connsiteY97" fmla="*/ 21431 h 661034"/>
                <a:gd name="connsiteX98" fmla="*/ 580549 w 702944"/>
                <a:gd name="connsiteY98" fmla="*/ 18097 h 661034"/>
                <a:gd name="connsiteX99" fmla="*/ 582930 w 702944"/>
                <a:gd name="connsiteY99" fmla="*/ 12859 h 661034"/>
                <a:gd name="connsiteX100" fmla="*/ 584835 w 702944"/>
                <a:gd name="connsiteY100" fmla="*/ 11906 h 661034"/>
                <a:gd name="connsiteX101" fmla="*/ 588169 w 702944"/>
                <a:gd name="connsiteY101" fmla="*/ 10001 h 661034"/>
                <a:gd name="connsiteX102" fmla="*/ 588169 w 702944"/>
                <a:gd name="connsiteY102" fmla="*/ 8096 h 661034"/>
                <a:gd name="connsiteX103" fmla="*/ 587216 w 702944"/>
                <a:gd name="connsiteY103" fmla="*/ 6191 h 661034"/>
                <a:gd name="connsiteX104" fmla="*/ 571976 w 702944"/>
                <a:gd name="connsiteY104" fmla="*/ 7144 h 661034"/>
                <a:gd name="connsiteX105" fmla="*/ 564832 w 702944"/>
                <a:gd name="connsiteY105" fmla="*/ 9049 h 661034"/>
                <a:gd name="connsiteX106" fmla="*/ 560546 w 702944"/>
                <a:gd name="connsiteY106" fmla="*/ 8096 h 661034"/>
                <a:gd name="connsiteX107" fmla="*/ 554355 w 702944"/>
                <a:gd name="connsiteY107" fmla="*/ 3810 h 661034"/>
                <a:gd name="connsiteX108" fmla="*/ 548640 w 702944"/>
                <a:gd name="connsiteY108" fmla="*/ 1429 h 661034"/>
                <a:gd name="connsiteX109" fmla="*/ 540544 w 702944"/>
                <a:gd name="connsiteY109" fmla="*/ 0 h 661034"/>
                <a:gd name="connsiteX110" fmla="*/ 541972 w 702944"/>
                <a:gd name="connsiteY110" fmla="*/ 4763 h 661034"/>
                <a:gd name="connsiteX111" fmla="*/ 538639 w 702944"/>
                <a:gd name="connsiteY111" fmla="*/ 5715 h 661034"/>
                <a:gd name="connsiteX112" fmla="*/ 531495 w 702944"/>
                <a:gd name="connsiteY112" fmla="*/ 6667 h 661034"/>
                <a:gd name="connsiteX113" fmla="*/ 519113 w 702944"/>
                <a:gd name="connsiteY113" fmla="*/ 3334 h 661034"/>
                <a:gd name="connsiteX114" fmla="*/ 516255 w 702944"/>
                <a:gd name="connsiteY114" fmla="*/ 476 h 661034"/>
                <a:gd name="connsiteX115" fmla="*/ 511016 w 702944"/>
                <a:gd name="connsiteY115" fmla="*/ 1905 h 661034"/>
                <a:gd name="connsiteX116" fmla="*/ 508159 w 702944"/>
                <a:gd name="connsiteY116" fmla="*/ 6191 h 661034"/>
                <a:gd name="connsiteX117" fmla="*/ 501968 w 702944"/>
                <a:gd name="connsiteY117" fmla="*/ 9049 h 661034"/>
                <a:gd name="connsiteX118" fmla="*/ 490538 w 702944"/>
                <a:gd name="connsiteY118" fmla="*/ 11430 h 661034"/>
                <a:gd name="connsiteX119" fmla="*/ 480060 w 702944"/>
                <a:gd name="connsiteY119" fmla="*/ 16192 h 661034"/>
                <a:gd name="connsiteX120" fmla="*/ 475774 w 702944"/>
                <a:gd name="connsiteY120" fmla="*/ 17145 h 661034"/>
                <a:gd name="connsiteX121" fmla="*/ 472440 w 702944"/>
                <a:gd name="connsiteY121" fmla="*/ 16192 h 661034"/>
                <a:gd name="connsiteX122" fmla="*/ 465772 w 702944"/>
                <a:gd name="connsiteY122" fmla="*/ 10954 h 661034"/>
                <a:gd name="connsiteX123" fmla="*/ 461486 w 702944"/>
                <a:gd name="connsiteY123" fmla="*/ 9049 h 661034"/>
                <a:gd name="connsiteX124" fmla="*/ 457676 w 702944"/>
                <a:gd name="connsiteY124" fmla="*/ 7620 h 661034"/>
                <a:gd name="connsiteX125" fmla="*/ 424339 w 702944"/>
                <a:gd name="connsiteY125" fmla="*/ 7620 h 661034"/>
                <a:gd name="connsiteX126" fmla="*/ 415290 w 702944"/>
                <a:gd name="connsiteY126" fmla="*/ 11430 h 661034"/>
                <a:gd name="connsiteX127" fmla="*/ 396716 w 702944"/>
                <a:gd name="connsiteY127" fmla="*/ 11906 h 661034"/>
                <a:gd name="connsiteX128" fmla="*/ 392430 w 702944"/>
                <a:gd name="connsiteY128" fmla="*/ 13811 h 661034"/>
                <a:gd name="connsiteX129" fmla="*/ 383857 w 702944"/>
                <a:gd name="connsiteY129" fmla="*/ 19050 h 661034"/>
                <a:gd name="connsiteX130" fmla="*/ 375285 w 702944"/>
                <a:gd name="connsiteY130" fmla="*/ 18574 h 661034"/>
                <a:gd name="connsiteX131" fmla="*/ 362902 w 702944"/>
                <a:gd name="connsiteY131" fmla="*/ 20479 h 661034"/>
                <a:gd name="connsiteX132" fmla="*/ 338138 w 702944"/>
                <a:gd name="connsiteY132" fmla="*/ 22384 h 661034"/>
                <a:gd name="connsiteX133" fmla="*/ 328613 w 702944"/>
                <a:gd name="connsiteY133" fmla="*/ 25241 h 661034"/>
                <a:gd name="connsiteX134" fmla="*/ 322421 w 702944"/>
                <a:gd name="connsiteY134" fmla="*/ 28575 h 661034"/>
                <a:gd name="connsiteX135" fmla="*/ 312896 w 702944"/>
                <a:gd name="connsiteY135" fmla="*/ 32385 h 661034"/>
                <a:gd name="connsiteX136" fmla="*/ 306228 w 702944"/>
                <a:gd name="connsiteY136" fmla="*/ 36195 h 661034"/>
                <a:gd name="connsiteX137" fmla="*/ 300514 w 702944"/>
                <a:gd name="connsiteY137" fmla="*/ 40005 h 661034"/>
                <a:gd name="connsiteX138" fmla="*/ 297180 w 702944"/>
                <a:gd name="connsiteY138" fmla="*/ 46196 h 661034"/>
                <a:gd name="connsiteX139" fmla="*/ 293846 w 702944"/>
                <a:gd name="connsiteY139" fmla="*/ 48577 h 661034"/>
                <a:gd name="connsiteX140" fmla="*/ 289084 w 702944"/>
                <a:gd name="connsiteY140" fmla="*/ 49054 h 661034"/>
                <a:gd name="connsiteX141" fmla="*/ 283845 w 702944"/>
                <a:gd name="connsiteY141" fmla="*/ 47625 h 661034"/>
                <a:gd name="connsiteX142" fmla="*/ 280988 w 702944"/>
                <a:gd name="connsiteY142" fmla="*/ 47625 h 661034"/>
                <a:gd name="connsiteX143" fmla="*/ 264319 w 702944"/>
                <a:gd name="connsiteY143" fmla="*/ 54769 h 661034"/>
                <a:gd name="connsiteX144" fmla="*/ 258603 w 702944"/>
                <a:gd name="connsiteY144" fmla="*/ 58579 h 661034"/>
                <a:gd name="connsiteX145" fmla="*/ 254794 w 702944"/>
                <a:gd name="connsiteY145" fmla="*/ 61436 h 661034"/>
                <a:gd name="connsiteX146" fmla="*/ 250031 w 702944"/>
                <a:gd name="connsiteY146" fmla="*/ 66675 h 661034"/>
                <a:gd name="connsiteX147" fmla="*/ 245269 w 702944"/>
                <a:gd name="connsiteY147" fmla="*/ 69056 h 661034"/>
                <a:gd name="connsiteX148" fmla="*/ 238601 w 702944"/>
                <a:gd name="connsiteY148" fmla="*/ 73342 h 661034"/>
                <a:gd name="connsiteX149" fmla="*/ 230505 w 702944"/>
                <a:gd name="connsiteY149" fmla="*/ 76676 h 661034"/>
                <a:gd name="connsiteX150" fmla="*/ 227171 w 702944"/>
                <a:gd name="connsiteY150" fmla="*/ 77152 h 661034"/>
                <a:gd name="connsiteX151" fmla="*/ 220027 w 702944"/>
                <a:gd name="connsiteY151" fmla="*/ 76676 h 661034"/>
                <a:gd name="connsiteX152" fmla="*/ 220980 w 702944"/>
                <a:gd name="connsiteY152" fmla="*/ 79534 h 661034"/>
                <a:gd name="connsiteX153" fmla="*/ 222885 w 702944"/>
                <a:gd name="connsiteY153" fmla="*/ 81439 h 661034"/>
                <a:gd name="connsiteX154" fmla="*/ 230028 w 702944"/>
                <a:gd name="connsiteY154" fmla="*/ 86677 h 661034"/>
                <a:gd name="connsiteX155" fmla="*/ 234315 w 702944"/>
                <a:gd name="connsiteY155" fmla="*/ 90011 h 661034"/>
                <a:gd name="connsiteX156" fmla="*/ 234791 w 702944"/>
                <a:gd name="connsiteY156" fmla="*/ 90964 h 661034"/>
                <a:gd name="connsiteX157" fmla="*/ 233363 w 702944"/>
                <a:gd name="connsiteY157" fmla="*/ 93821 h 661034"/>
                <a:gd name="connsiteX158" fmla="*/ 232886 w 702944"/>
                <a:gd name="connsiteY158" fmla="*/ 95250 h 661034"/>
                <a:gd name="connsiteX159" fmla="*/ 233839 w 702944"/>
                <a:gd name="connsiteY159" fmla="*/ 97155 h 661034"/>
                <a:gd name="connsiteX160" fmla="*/ 236220 w 702944"/>
                <a:gd name="connsiteY160" fmla="*/ 99536 h 661034"/>
                <a:gd name="connsiteX161" fmla="*/ 236696 w 702944"/>
                <a:gd name="connsiteY161" fmla="*/ 100965 h 661034"/>
                <a:gd name="connsiteX162" fmla="*/ 236220 w 702944"/>
                <a:gd name="connsiteY162" fmla="*/ 101917 h 661034"/>
                <a:gd name="connsiteX163" fmla="*/ 234791 w 702944"/>
                <a:gd name="connsiteY163" fmla="*/ 104775 h 661034"/>
                <a:gd name="connsiteX164" fmla="*/ 237649 w 702944"/>
                <a:gd name="connsiteY164" fmla="*/ 111919 h 661034"/>
                <a:gd name="connsiteX165" fmla="*/ 238125 w 702944"/>
                <a:gd name="connsiteY165" fmla="*/ 119063 h 661034"/>
                <a:gd name="connsiteX166" fmla="*/ 237172 w 702944"/>
                <a:gd name="connsiteY166" fmla="*/ 123825 h 661034"/>
                <a:gd name="connsiteX167" fmla="*/ 237172 w 702944"/>
                <a:gd name="connsiteY167" fmla="*/ 126682 h 661034"/>
                <a:gd name="connsiteX168" fmla="*/ 237649 w 702944"/>
                <a:gd name="connsiteY168" fmla="*/ 129064 h 661034"/>
                <a:gd name="connsiteX169" fmla="*/ 240030 w 702944"/>
                <a:gd name="connsiteY169" fmla="*/ 134779 h 661034"/>
                <a:gd name="connsiteX170" fmla="*/ 238601 w 702944"/>
                <a:gd name="connsiteY170" fmla="*/ 144304 h 661034"/>
                <a:gd name="connsiteX171" fmla="*/ 240506 w 702944"/>
                <a:gd name="connsiteY171" fmla="*/ 149066 h 661034"/>
                <a:gd name="connsiteX172" fmla="*/ 242888 w 702944"/>
                <a:gd name="connsiteY172" fmla="*/ 153352 h 661034"/>
                <a:gd name="connsiteX173" fmla="*/ 244316 w 702944"/>
                <a:gd name="connsiteY173" fmla="*/ 160972 h 661034"/>
                <a:gd name="connsiteX174" fmla="*/ 246221 w 702944"/>
                <a:gd name="connsiteY174" fmla="*/ 164306 h 661034"/>
                <a:gd name="connsiteX175" fmla="*/ 249555 w 702944"/>
                <a:gd name="connsiteY175" fmla="*/ 167164 h 661034"/>
                <a:gd name="connsiteX176" fmla="*/ 251460 w 702944"/>
                <a:gd name="connsiteY176" fmla="*/ 168592 h 661034"/>
                <a:gd name="connsiteX177" fmla="*/ 255270 w 702944"/>
                <a:gd name="connsiteY177" fmla="*/ 170974 h 661034"/>
                <a:gd name="connsiteX178" fmla="*/ 257651 w 702944"/>
                <a:gd name="connsiteY178" fmla="*/ 172879 h 661034"/>
                <a:gd name="connsiteX179" fmla="*/ 259556 w 702944"/>
                <a:gd name="connsiteY179" fmla="*/ 176213 h 661034"/>
                <a:gd name="connsiteX180" fmla="*/ 256222 w 702944"/>
                <a:gd name="connsiteY180" fmla="*/ 178594 h 661034"/>
                <a:gd name="connsiteX181" fmla="*/ 253365 w 702944"/>
                <a:gd name="connsiteY181" fmla="*/ 180975 h 661034"/>
                <a:gd name="connsiteX182" fmla="*/ 252413 w 702944"/>
                <a:gd name="connsiteY182" fmla="*/ 183356 h 661034"/>
                <a:gd name="connsiteX183" fmla="*/ 253841 w 702944"/>
                <a:gd name="connsiteY183" fmla="*/ 187642 h 661034"/>
                <a:gd name="connsiteX184" fmla="*/ 253841 w 702944"/>
                <a:gd name="connsiteY184" fmla="*/ 189547 h 661034"/>
                <a:gd name="connsiteX185" fmla="*/ 252413 w 702944"/>
                <a:gd name="connsiteY185" fmla="*/ 190500 h 661034"/>
                <a:gd name="connsiteX186" fmla="*/ 245269 w 702944"/>
                <a:gd name="connsiteY186" fmla="*/ 190024 h 661034"/>
                <a:gd name="connsiteX187" fmla="*/ 240030 w 702944"/>
                <a:gd name="connsiteY187" fmla="*/ 190024 h 661034"/>
                <a:gd name="connsiteX188" fmla="*/ 233839 w 702944"/>
                <a:gd name="connsiteY188" fmla="*/ 189547 h 661034"/>
                <a:gd name="connsiteX189" fmla="*/ 225266 w 702944"/>
                <a:gd name="connsiteY189" fmla="*/ 189547 h 661034"/>
                <a:gd name="connsiteX190" fmla="*/ 219551 w 702944"/>
                <a:gd name="connsiteY190" fmla="*/ 189071 h 661034"/>
                <a:gd name="connsiteX191" fmla="*/ 212407 w 702944"/>
                <a:gd name="connsiteY191" fmla="*/ 188595 h 661034"/>
                <a:gd name="connsiteX192" fmla="*/ 209550 w 702944"/>
                <a:gd name="connsiteY192" fmla="*/ 189071 h 661034"/>
                <a:gd name="connsiteX193" fmla="*/ 202882 w 702944"/>
                <a:gd name="connsiteY193" fmla="*/ 190024 h 661034"/>
                <a:gd name="connsiteX194" fmla="*/ 198120 w 702944"/>
                <a:gd name="connsiteY194" fmla="*/ 190976 h 661034"/>
                <a:gd name="connsiteX195" fmla="*/ 197168 w 702944"/>
                <a:gd name="connsiteY195" fmla="*/ 190976 h 661034"/>
                <a:gd name="connsiteX196" fmla="*/ 195739 w 702944"/>
                <a:gd name="connsiteY196" fmla="*/ 191929 h 661034"/>
                <a:gd name="connsiteX197" fmla="*/ 194786 w 702944"/>
                <a:gd name="connsiteY197" fmla="*/ 194786 h 661034"/>
                <a:gd name="connsiteX198" fmla="*/ 193834 w 702944"/>
                <a:gd name="connsiteY198" fmla="*/ 198120 h 661034"/>
                <a:gd name="connsiteX199" fmla="*/ 192881 w 702944"/>
                <a:gd name="connsiteY199" fmla="*/ 200025 h 661034"/>
                <a:gd name="connsiteX200" fmla="*/ 178594 w 702944"/>
                <a:gd name="connsiteY200" fmla="*/ 204788 h 661034"/>
                <a:gd name="connsiteX201" fmla="*/ 172878 w 702944"/>
                <a:gd name="connsiteY201" fmla="*/ 205264 h 661034"/>
                <a:gd name="connsiteX202" fmla="*/ 169545 w 702944"/>
                <a:gd name="connsiteY202" fmla="*/ 204788 h 661034"/>
                <a:gd name="connsiteX203" fmla="*/ 167164 w 702944"/>
                <a:gd name="connsiteY203" fmla="*/ 205264 h 661034"/>
                <a:gd name="connsiteX204" fmla="*/ 165259 w 702944"/>
                <a:gd name="connsiteY204" fmla="*/ 206216 h 661034"/>
                <a:gd name="connsiteX205" fmla="*/ 164782 w 702944"/>
                <a:gd name="connsiteY205" fmla="*/ 207645 h 661034"/>
                <a:gd name="connsiteX206" fmla="*/ 164782 w 702944"/>
                <a:gd name="connsiteY206" fmla="*/ 209550 h 661034"/>
                <a:gd name="connsiteX207" fmla="*/ 165259 w 702944"/>
                <a:gd name="connsiteY207" fmla="*/ 211931 h 661034"/>
                <a:gd name="connsiteX208" fmla="*/ 166211 w 702944"/>
                <a:gd name="connsiteY208" fmla="*/ 214789 h 661034"/>
                <a:gd name="connsiteX209" fmla="*/ 166688 w 702944"/>
                <a:gd name="connsiteY209" fmla="*/ 217170 h 661034"/>
                <a:gd name="connsiteX210" fmla="*/ 165735 w 702944"/>
                <a:gd name="connsiteY210" fmla="*/ 219551 h 661034"/>
                <a:gd name="connsiteX211" fmla="*/ 165735 w 702944"/>
                <a:gd name="connsiteY211" fmla="*/ 221456 h 661034"/>
                <a:gd name="connsiteX212" fmla="*/ 165259 w 702944"/>
                <a:gd name="connsiteY212" fmla="*/ 223361 h 661034"/>
                <a:gd name="connsiteX213" fmla="*/ 165735 w 702944"/>
                <a:gd name="connsiteY213" fmla="*/ 224790 h 661034"/>
                <a:gd name="connsiteX214" fmla="*/ 167164 w 702944"/>
                <a:gd name="connsiteY214" fmla="*/ 224790 h 661034"/>
                <a:gd name="connsiteX215" fmla="*/ 168593 w 702944"/>
                <a:gd name="connsiteY215" fmla="*/ 225742 h 661034"/>
                <a:gd name="connsiteX216" fmla="*/ 170497 w 702944"/>
                <a:gd name="connsiteY216" fmla="*/ 226695 h 661034"/>
                <a:gd name="connsiteX217" fmla="*/ 172402 w 702944"/>
                <a:gd name="connsiteY217" fmla="*/ 228600 h 661034"/>
                <a:gd name="connsiteX218" fmla="*/ 172402 w 702944"/>
                <a:gd name="connsiteY218" fmla="*/ 230981 h 661034"/>
                <a:gd name="connsiteX219" fmla="*/ 170974 w 702944"/>
                <a:gd name="connsiteY219" fmla="*/ 231934 h 661034"/>
                <a:gd name="connsiteX220" fmla="*/ 169545 w 702944"/>
                <a:gd name="connsiteY220" fmla="*/ 232886 h 661034"/>
                <a:gd name="connsiteX221" fmla="*/ 164306 w 702944"/>
                <a:gd name="connsiteY221" fmla="*/ 233363 h 661034"/>
                <a:gd name="connsiteX222" fmla="*/ 160020 w 702944"/>
                <a:gd name="connsiteY222" fmla="*/ 233839 h 661034"/>
                <a:gd name="connsiteX223" fmla="*/ 154305 w 702944"/>
                <a:gd name="connsiteY223" fmla="*/ 237649 h 661034"/>
                <a:gd name="connsiteX224" fmla="*/ 148590 w 702944"/>
                <a:gd name="connsiteY224" fmla="*/ 241935 h 661034"/>
                <a:gd name="connsiteX225" fmla="*/ 141446 w 702944"/>
                <a:gd name="connsiteY225" fmla="*/ 244792 h 661034"/>
                <a:gd name="connsiteX226" fmla="*/ 138589 w 702944"/>
                <a:gd name="connsiteY226" fmla="*/ 245269 h 661034"/>
                <a:gd name="connsiteX227" fmla="*/ 132874 w 702944"/>
                <a:gd name="connsiteY227" fmla="*/ 247174 h 661034"/>
                <a:gd name="connsiteX228" fmla="*/ 126682 w 702944"/>
                <a:gd name="connsiteY228" fmla="*/ 250507 h 661034"/>
                <a:gd name="connsiteX229" fmla="*/ 123349 w 702944"/>
                <a:gd name="connsiteY229" fmla="*/ 255746 h 661034"/>
                <a:gd name="connsiteX230" fmla="*/ 119539 w 702944"/>
                <a:gd name="connsiteY230" fmla="*/ 261461 h 661034"/>
                <a:gd name="connsiteX231" fmla="*/ 115252 w 702944"/>
                <a:gd name="connsiteY231" fmla="*/ 265747 h 661034"/>
                <a:gd name="connsiteX232" fmla="*/ 110014 w 702944"/>
                <a:gd name="connsiteY232" fmla="*/ 269557 h 661034"/>
                <a:gd name="connsiteX233" fmla="*/ 105251 w 702944"/>
                <a:gd name="connsiteY233" fmla="*/ 270986 h 661034"/>
                <a:gd name="connsiteX234" fmla="*/ 99060 w 702944"/>
                <a:gd name="connsiteY234" fmla="*/ 272415 h 661034"/>
                <a:gd name="connsiteX235" fmla="*/ 91440 w 702944"/>
                <a:gd name="connsiteY235" fmla="*/ 273844 h 661034"/>
                <a:gd name="connsiteX236" fmla="*/ 85725 w 702944"/>
                <a:gd name="connsiteY236" fmla="*/ 274320 h 661034"/>
                <a:gd name="connsiteX237" fmla="*/ 84296 w 702944"/>
                <a:gd name="connsiteY237" fmla="*/ 274796 h 661034"/>
                <a:gd name="connsiteX238" fmla="*/ 79057 w 702944"/>
                <a:gd name="connsiteY238" fmla="*/ 274796 h 661034"/>
                <a:gd name="connsiteX239" fmla="*/ 76676 w 702944"/>
                <a:gd name="connsiteY239" fmla="*/ 274320 h 661034"/>
                <a:gd name="connsiteX240" fmla="*/ 75247 w 702944"/>
                <a:gd name="connsiteY240" fmla="*/ 274320 h 661034"/>
                <a:gd name="connsiteX241" fmla="*/ 74295 w 702944"/>
                <a:gd name="connsiteY241" fmla="*/ 274796 h 661034"/>
                <a:gd name="connsiteX242" fmla="*/ 74295 w 702944"/>
                <a:gd name="connsiteY242" fmla="*/ 275749 h 661034"/>
                <a:gd name="connsiteX243" fmla="*/ 74295 w 702944"/>
                <a:gd name="connsiteY243" fmla="*/ 277654 h 661034"/>
                <a:gd name="connsiteX244" fmla="*/ 73819 w 702944"/>
                <a:gd name="connsiteY244" fmla="*/ 280035 h 661034"/>
                <a:gd name="connsiteX245" fmla="*/ 72390 w 702944"/>
                <a:gd name="connsiteY245" fmla="*/ 282416 h 661034"/>
                <a:gd name="connsiteX246" fmla="*/ 70961 w 702944"/>
                <a:gd name="connsiteY246" fmla="*/ 283369 h 661034"/>
                <a:gd name="connsiteX247" fmla="*/ 70009 w 702944"/>
                <a:gd name="connsiteY247" fmla="*/ 283369 h 661034"/>
                <a:gd name="connsiteX248" fmla="*/ 65722 w 702944"/>
                <a:gd name="connsiteY248" fmla="*/ 282892 h 661034"/>
                <a:gd name="connsiteX249" fmla="*/ 62389 w 702944"/>
                <a:gd name="connsiteY249" fmla="*/ 282416 h 661034"/>
                <a:gd name="connsiteX250" fmla="*/ 54293 w 702944"/>
                <a:gd name="connsiteY250" fmla="*/ 281464 h 661034"/>
                <a:gd name="connsiteX251" fmla="*/ 52388 w 702944"/>
                <a:gd name="connsiteY251" fmla="*/ 281940 h 661034"/>
                <a:gd name="connsiteX252" fmla="*/ 51911 w 702944"/>
                <a:gd name="connsiteY252" fmla="*/ 281940 h 661034"/>
                <a:gd name="connsiteX253" fmla="*/ 49530 w 702944"/>
                <a:gd name="connsiteY253" fmla="*/ 283369 h 661034"/>
                <a:gd name="connsiteX254" fmla="*/ 45720 w 702944"/>
                <a:gd name="connsiteY254" fmla="*/ 286226 h 661034"/>
                <a:gd name="connsiteX255" fmla="*/ 42863 w 702944"/>
                <a:gd name="connsiteY255" fmla="*/ 289084 h 661034"/>
                <a:gd name="connsiteX256" fmla="*/ 40957 w 702944"/>
                <a:gd name="connsiteY256" fmla="*/ 290036 h 661034"/>
                <a:gd name="connsiteX257" fmla="*/ 36195 w 702944"/>
                <a:gd name="connsiteY257" fmla="*/ 290513 h 661034"/>
                <a:gd name="connsiteX258" fmla="*/ 34290 w 702944"/>
                <a:gd name="connsiteY258" fmla="*/ 291465 h 661034"/>
                <a:gd name="connsiteX259" fmla="*/ 25241 w 702944"/>
                <a:gd name="connsiteY259" fmla="*/ 298132 h 661034"/>
                <a:gd name="connsiteX260" fmla="*/ 23336 w 702944"/>
                <a:gd name="connsiteY260" fmla="*/ 299561 h 661034"/>
                <a:gd name="connsiteX261" fmla="*/ 14288 w 702944"/>
                <a:gd name="connsiteY261" fmla="*/ 305276 h 661034"/>
                <a:gd name="connsiteX262" fmla="*/ 11906 w 702944"/>
                <a:gd name="connsiteY262" fmla="*/ 307181 h 661034"/>
                <a:gd name="connsiteX263" fmla="*/ 10001 w 702944"/>
                <a:gd name="connsiteY263" fmla="*/ 308610 h 661034"/>
                <a:gd name="connsiteX264" fmla="*/ 4286 w 702944"/>
                <a:gd name="connsiteY264" fmla="*/ 312896 h 661034"/>
                <a:gd name="connsiteX265" fmla="*/ 952 w 702944"/>
                <a:gd name="connsiteY265" fmla="*/ 314801 h 661034"/>
                <a:gd name="connsiteX266" fmla="*/ 476 w 702944"/>
                <a:gd name="connsiteY266" fmla="*/ 315754 h 661034"/>
                <a:gd name="connsiteX267" fmla="*/ 0 w 702944"/>
                <a:gd name="connsiteY267" fmla="*/ 318135 h 661034"/>
                <a:gd name="connsiteX268" fmla="*/ 0 w 702944"/>
                <a:gd name="connsiteY268" fmla="*/ 323850 h 661034"/>
                <a:gd name="connsiteX269" fmla="*/ 0 w 702944"/>
                <a:gd name="connsiteY269" fmla="*/ 329089 h 661034"/>
                <a:gd name="connsiteX270" fmla="*/ 0 w 702944"/>
                <a:gd name="connsiteY270" fmla="*/ 336709 h 661034"/>
                <a:gd name="connsiteX271" fmla="*/ 0 w 702944"/>
                <a:gd name="connsiteY271" fmla="*/ 344329 h 661034"/>
                <a:gd name="connsiteX272" fmla="*/ 0 w 702944"/>
                <a:gd name="connsiteY272" fmla="*/ 353377 h 661034"/>
                <a:gd name="connsiteX273" fmla="*/ 0 w 702944"/>
                <a:gd name="connsiteY273" fmla="*/ 359569 h 661034"/>
                <a:gd name="connsiteX274" fmla="*/ 0 w 702944"/>
                <a:gd name="connsiteY274" fmla="*/ 366713 h 661034"/>
                <a:gd name="connsiteX275" fmla="*/ 6668 w 702944"/>
                <a:gd name="connsiteY275" fmla="*/ 370999 h 661034"/>
                <a:gd name="connsiteX276" fmla="*/ 12859 w 702944"/>
                <a:gd name="connsiteY276" fmla="*/ 374809 h 661034"/>
                <a:gd name="connsiteX277" fmla="*/ 19526 w 702944"/>
                <a:gd name="connsiteY277" fmla="*/ 378619 h 661034"/>
                <a:gd name="connsiteX278" fmla="*/ 25718 w 702944"/>
                <a:gd name="connsiteY278" fmla="*/ 382905 h 661034"/>
                <a:gd name="connsiteX279" fmla="*/ 32385 w 702944"/>
                <a:gd name="connsiteY279" fmla="*/ 386715 h 661034"/>
                <a:gd name="connsiteX280" fmla="*/ 38576 w 702944"/>
                <a:gd name="connsiteY280" fmla="*/ 391001 h 661034"/>
                <a:gd name="connsiteX281" fmla="*/ 44768 w 702944"/>
                <a:gd name="connsiteY281" fmla="*/ 394811 h 661034"/>
                <a:gd name="connsiteX282" fmla="*/ 51435 w 702944"/>
                <a:gd name="connsiteY282" fmla="*/ 398621 h 661034"/>
                <a:gd name="connsiteX283" fmla="*/ 57626 w 702944"/>
                <a:gd name="connsiteY283" fmla="*/ 402907 h 661034"/>
                <a:gd name="connsiteX284" fmla="*/ 64294 w 702944"/>
                <a:gd name="connsiteY284" fmla="*/ 406717 h 661034"/>
                <a:gd name="connsiteX285" fmla="*/ 70485 w 702944"/>
                <a:gd name="connsiteY285" fmla="*/ 410527 h 661034"/>
                <a:gd name="connsiteX286" fmla="*/ 77152 w 702944"/>
                <a:gd name="connsiteY286" fmla="*/ 414814 h 661034"/>
                <a:gd name="connsiteX287" fmla="*/ 83344 w 702944"/>
                <a:gd name="connsiteY287" fmla="*/ 418624 h 661034"/>
                <a:gd name="connsiteX288" fmla="*/ 89535 w 702944"/>
                <a:gd name="connsiteY288" fmla="*/ 422910 h 661034"/>
                <a:gd name="connsiteX289" fmla="*/ 96202 w 702944"/>
                <a:gd name="connsiteY289" fmla="*/ 426720 h 661034"/>
                <a:gd name="connsiteX290" fmla="*/ 102394 w 702944"/>
                <a:gd name="connsiteY290" fmla="*/ 430530 h 661034"/>
                <a:gd name="connsiteX291" fmla="*/ 108109 w 702944"/>
                <a:gd name="connsiteY291" fmla="*/ 433864 h 661034"/>
                <a:gd name="connsiteX292" fmla="*/ 116205 w 702944"/>
                <a:gd name="connsiteY292" fmla="*/ 439102 h 661034"/>
                <a:gd name="connsiteX293" fmla="*/ 123825 w 702944"/>
                <a:gd name="connsiteY293" fmla="*/ 444341 h 661034"/>
                <a:gd name="connsiteX294" fmla="*/ 131445 w 702944"/>
                <a:gd name="connsiteY294" fmla="*/ 449104 h 661034"/>
                <a:gd name="connsiteX295" fmla="*/ 141922 w 702944"/>
                <a:gd name="connsiteY295" fmla="*/ 456247 h 661034"/>
                <a:gd name="connsiteX296" fmla="*/ 151447 w 702944"/>
                <a:gd name="connsiteY296" fmla="*/ 462439 h 661034"/>
                <a:gd name="connsiteX297" fmla="*/ 162401 w 702944"/>
                <a:gd name="connsiteY297" fmla="*/ 470059 h 661034"/>
                <a:gd name="connsiteX298" fmla="*/ 173831 w 702944"/>
                <a:gd name="connsiteY298" fmla="*/ 477679 h 661034"/>
                <a:gd name="connsiteX299" fmla="*/ 184785 w 702944"/>
                <a:gd name="connsiteY299" fmla="*/ 485299 h 661034"/>
                <a:gd name="connsiteX300" fmla="*/ 195739 w 702944"/>
                <a:gd name="connsiteY300" fmla="*/ 492919 h 661034"/>
                <a:gd name="connsiteX301" fmla="*/ 207169 w 702944"/>
                <a:gd name="connsiteY301" fmla="*/ 500539 h 661034"/>
                <a:gd name="connsiteX302" fmla="*/ 218122 w 702944"/>
                <a:gd name="connsiteY302" fmla="*/ 508159 h 661034"/>
                <a:gd name="connsiteX303" fmla="*/ 229552 w 702944"/>
                <a:gd name="connsiteY303" fmla="*/ 515779 h 661034"/>
                <a:gd name="connsiteX304" fmla="*/ 240506 w 702944"/>
                <a:gd name="connsiteY304" fmla="*/ 523399 h 661034"/>
                <a:gd name="connsiteX305" fmla="*/ 251460 w 702944"/>
                <a:gd name="connsiteY305" fmla="*/ 531019 h 661034"/>
                <a:gd name="connsiteX306" fmla="*/ 262890 w 702944"/>
                <a:gd name="connsiteY306" fmla="*/ 538639 h 661034"/>
                <a:gd name="connsiteX307" fmla="*/ 273844 w 702944"/>
                <a:gd name="connsiteY307" fmla="*/ 546259 h 661034"/>
                <a:gd name="connsiteX308" fmla="*/ 284797 w 702944"/>
                <a:gd name="connsiteY308" fmla="*/ 553879 h 661034"/>
                <a:gd name="connsiteX309" fmla="*/ 296227 w 702944"/>
                <a:gd name="connsiteY309" fmla="*/ 561499 h 661034"/>
                <a:gd name="connsiteX310" fmla="*/ 307181 w 702944"/>
                <a:gd name="connsiteY310" fmla="*/ 568642 h 661034"/>
                <a:gd name="connsiteX311" fmla="*/ 318611 w 702944"/>
                <a:gd name="connsiteY311" fmla="*/ 576263 h 661034"/>
                <a:gd name="connsiteX312" fmla="*/ 329565 w 702944"/>
                <a:gd name="connsiteY312" fmla="*/ 583882 h 661034"/>
                <a:gd name="connsiteX313" fmla="*/ 334327 w 702944"/>
                <a:gd name="connsiteY313" fmla="*/ 587216 h 661034"/>
                <a:gd name="connsiteX314" fmla="*/ 334803 w 702944"/>
                <a:gd name="connsiteY314" fmla="*/ 588645 h 661034"/>
                <a:gd name="connsiteX315" fmla="*/ 335280 w 702944"/>
                <a:gd name="connsiteY315" fmla="*/ 591502 h 661034"/>
                <a:gd name="connsiteX316" fmla="*/ 335280 w 702944"/>
                <a:gd name="connsiteY316" fmla="*/ 594836 h 661034"/>
                <a:gd name="connsiteX317" fmla="*/ 335280 w 702944"/>
                <a:gd name="connsiteY317" fmla="*/ 597217 h 661034"/>
                <a:gd name="connsiteX318" fmla="*/ 336709 w 702944"/>
                <a:gd name="connsiteY318" fmla="*/ 599122 h 661034"/>
                <a:gd name="connsiteX319" fmla="*/ 339566 w 702944"/>
                <a:gd name="connsiteY319" fmla="*/ 601027 h 661034"/>
                <a:gd name="connsiteX320" fmla="*/ 350520 w 702944"/>
                <a:gd name="connsiteY320" fmla="*/ 606266 h 661034"/>
                <a:gd name="connsiteX321" fmla="*/ 351472 w 702944"/>
                <a:gd name="connsiteY321" fmla="*/ 607695 h 661034"/>
                <a:gd name="connsiteX322" fmla="*/ 351472 w 702944"/>
                <a:gd name="connsiteY322" fmla="*/ 609600 h 661034"/>
                <a:gd name="connsiteX323" fmla="*/ 352901 w 702944"/>
                <a:gd name="connsiteY323" fmla="*/ 612457 h 661034"/>
                <a:gd name="connsiteX324" fmla="*/ 355282 w 702944"/>
                <a:gd name="connsiteY324" fmla="*/ 614363 h 661034"/>
                <a:gd name="connsiteX325" fmla="*/ 358140 w 702944"/>
                <a:gd name="connsiteY325" fmla="*/ 615315 h 661034"/>
                <a:gd name="connsiteX326" fmla="*/ 360997 w 702944"/>
                <a:gd name="connsiteY326" fmla="*/ 616267 h 661034"/>
                <a:gd name="connsiteX327" fmla="*/ 370999 w 702944"/>
                <a:gd name="connsiteY327" fmla="*/ 617220 h 661034"/>
                <a:gd name="connsiteX328" fmla="*/ 373380 w 702944"/>
                <a:gd name="connsiteY328" fmla="*/ 618649 h 661034"/>
                <a:gd name="connsiteX329" fmla="*/ 377666 w 702944"/>
                <a:gd name="connsiteY329" fmla="*/ 623411 h 661034"/>
                <a:gd name="connsiteX330" fmla="*/ 379571 w 702944"/>
                <a:gd name="connsiteY330" fmla="*/ 624364 h 661034"/>
                <a:gd name="connsiteX331" fmla="*/ 386239 w 702944"/>
                <a:gd name="connsiteY331" fmla="*/ 626269 h 661034"/>
                <a:gd name="connsiteX332" fmla="*/ 391001 w 702944"/>
                <a:gd name="connsiteY332" fmla="*/ 626745 h 661034"/>
                <a:gd name="connsiteX333" fmla="*/ 392906 w 702944"/>
                <a:gd name="connsiteY333" fmla="*/ 627221 h 661034"/>
                <a:gd name="connsiteX334" fmla="*/ 397193 w 702944"/>
                <a:gd name="connsiteY334" fmla="*/ 628650 h 661034"/>
                <a:gd name="connsiteX335" fmla="*/ 401955 w 702944"/>
                <a:gd name="connsiteY335" fmla="*/ 631031 h 661034"/>
                <a:gd name="connsiteX336" fmla="*/ 404813 w 702944"/>
                <a:gd name="connsiteY336" fmla="*/ 632936 h 661034"/>
                <a:gd name="connsiteX337" fmla="*/ 404336 w 702944"/>
                <a:gd name="connsiteY337" fmla="*/ 633889 h 661034"/>
                <a:gd name="connsiteX338" fmla="*/ 404336 w 702944"/>
                <a:gd name="connsiteY338" fmla="*/ 635794 h 661034"/>
                <a:gd name="connsiteX339" fmla="*/ 404336 w 702944"/>
                <a:gd name="connsiteY339" fmla="*/ 641032 h 661034"/>
                <a:gd name="connsiteX340" fmla="*/ 405289 w 702944"/>
                <a:gd name="connsiteY340" fmla="*/ 644366 h 661034"/>
                <a:gd name="connsiteX341" fmla="*/ 406241 w 702944"/>
                <a:gd name="connsiteY341" fmla="*/ 646271 h 661034"/>
                <a:gd name="connsiteX342" fmla="*/ 406241 w 702944"/>
                <a:gd name="connsiteY342" fmla="*/ 647700 h 661034"/>
                <a:gd name="connsiteX343" fmla="*/ 405289 w 702944"/>
                <a:gd name="connsiteY343" fmla="*/ 648652 h 661034"/>
                <a:gd name="connsiteX344" fmla="*/ 404336 w 702944"/>
                <a:gd name="connsiteY344" fmla="*/ 649605 h 661034"/>
                <a:gd name="connsiteX345" fmla="*/ 403860 w 702944"/>
                <a:gd name="connsiteY345" fmla="*/ 651510 h 661034"/>
                <a:gd name="connsiteX346" fmla="*/ 402431 w 702944"/>
                <a:gd name="connsiteY346" fmla="*/ 653415 h 661034"/>
                <a:gd name="connsiteX347" fmla="*/ 401478 w 702944"/>
                <a:gd name="connsiteY347" fmla="*/ 655320 h 661034"/>
                <a:gd name="connsiteX348" fmla="*/ 401955 w 702944"/>
                <a:gd name="connsiteY348" fmla="*/ 657225 h 661034"/>
                <a:gd name="connsiteX349" fmla="*/ 403384 w 702944"/>
                <a:gd name="connsiteY349" fmla="*/ 658177 h 661034"/>
                <a:gd name="connsiteX350" fmla="*/ 406241 w 702944"/>
                <a:gd name="connsiteY350" fmla="*/ 660082 h 661034"/>
                <a:gd name="connsiteX351" fmla="*/ 408622 w 702944"/>
                <a:gd name="connsiteY351" fmla="*/ 661035 h 661034"/>
                <a:gd name="connsiteX352" fmla="*/ 409575 w 702944"/>
                <a:gd name="connsiteY352" fmla="*/ 661035 h 661034"/>
                <a:gd name="connsiteX353" fmla="*/ 411480 w 702944"/>
                <a:gd name="connsiteY353" fmla="*/ 661035 h 661034"/>
                <a:gd name="connsiteX354" fmla="*/ 412432 w 702944"/>
                <a:gd name="connsiteY354" fmla="*/ 661035 h 661034"/>
                <a:gd name="connsiteX355" fmla="*/ 421005 w 702944"/>
                <a:gd name="connsiteY355" fmla="*/ 659130 h 661034"/>
                <a:gd name="connsiteX356" fmla="*/ 428625 w 702944"/>
                <a:gd name="connsiteY356" fmla="*/ 657701 h 661034"/>
                <a:gd name="connsiteX357" fmla="*/ 439578 w 702944"/>
                <a:gd name="connsiteY357" fmla="*/ 655796 h 661034"/>
                <a:gd name="connsiteX358" fmla="*/ 446722 w 702944"/>
                <a:gd name="connsiteY358" fmla="*/ 654367 h 661034"/>
                <a:gd name="connsiteX359" fmla="*/ 454343 w 702944"/>
                <a:gd name="connsiteY359" fmla="*/ 652939 h 661034"/>
                <a:gd name="connsiteX360" fmla="*/ 465772 w 702944"/>
                <a:gd name="connsiteY360" fmla="*/ 650557 h 661034"/>
                <a:gd name="connsiteX361" fmla="*/ 477678 w 702944"/>
                <a:gd name="connsiteY361" fmla="*/ 648176 h 661034"/>
                <a:gd name="connsiteX362" fmla="*/ 491014 w 702944"/>
                <a:gd name="connsiteY362" fmla="*/ 645795 h 661034"/>
                <a:gd name="connsiteX363" fmla="*/ 494347 w 702944"/>
                <a:gd name="connsiteY363" fmla="*/ 643890 h 661034"/>
                <a:gd name="connsiteX364" fmla="*/ 504349 w 702944"/>
                <a:gd name="connsiteY364" fmla="*/ 635317 h 661034"/>
                <a:gd name="connsiteX365" fmla="*/ 508635 w 702944"/>
                <a:gd name="connsiteY365" fmla="*/ 631031 h 661034"/>
                <a:gd name="connsiteX366" fmla="*/ 517684 w 702944"/>
                <a:gd name="connsiteY366" fmla="*/ 623411 h 661034"/>
                <a:gd name="connsiteX367" fmla="*/ 524351 w 702944"/>
                <a:gd name="connsiteY367" fmla="*/ 617220 h 661034"/>
                <a:gd name="connsiteX368" fmla="*/ 533400 w 702944"/>
                <a:gd name="connsiteY368" fmla="*/ 609124 h 661034"/>
                <a:gd name="connsiteX369" fmla="*/ 542925 w 702944"/>
                <a:gd name="connsiteY369" fmla="*/ 601504 h 661034"/>
                <a:gd name="connsiteX370" fmla="*/ 550069 w 702944"/>
                <a:gd name="connsiteY370" fmla="*/ 595313 h 661034"/>
                <a:gd name="connsiteX371" fmla="*/ 561975 w 702944"/>
                <a:gd name="connsiteY371" fmla="*/ 588169 h 661034"/>
                <a:gd name="connsiteX372" fmla="*/ 579596 w 702944"/>
                <a:gd name="connsiteY372" fmla="*/ 577215 h 661034"/>
                <a:gd name="connsiteX373" fmla="*/ 597218 w 702944"/>
                <a:gd name="connsiteY373" fmla="*/ 566738 h 661034"/>
                <a:gd name="connsiteX374" fmla="*/ 614839 w 702944"/>
                <a:gd name="connsiteY374" fmla="*/ 555784 h 661034"/>
                <a:gd name="connsiteX375" fmla="*/ 632460 w 702944"/>
                <a:gd name="connsiteY375" fmla="*/ 545306 h 661034"/>
                <a:gd name="connsiteX376" fmla="*/ 650081 w 702944"/>
                <a:gd name="connsiteY376" fmla="*/ 534352 h 661034"/>
                <a:gd name="connsiteX377" fmla="*/ 667702 w 702944"/>
                <a:gd name="connsiteY377" fmla="*/ 523399 h 661034"/>
                <a:gd name="connsiteX378" fmla="*/ 685324 w 702944"/>
                <a:gd name="connsiteY378" fmla="*/ 512921 h 661034"/>
                <a:gd name="connsiteX379" fmla="*/ 702945 w 702944"/>
                <a:gd name="connsiteY379" fmla="*/ 501967 h 66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702944" h="661034">
                  <a:moveTo>
                    <a:pt x="699611" y="495776"/>
                  </a:moveTo>
                  <a:lnTo>
                    <a:pt x="695801" y="488632"/>
                  </a:lnTo>
                  <a:lnTo>
                    <a:pt x="691039" y="479584"/>
                  </a:lnTo>
                  <a:lnTo>
                    <a:pt x="688181" y="474345"/>
                  </a:lnTo>
                  <a:lnTo>
                    <a:pt x="687228" y="473392"/>
                  </a:lnTo>
                  <a:lnTo>
                    <a:pt x="673418" y="469106"/>
                  </a:lnTo>
                  <a:lnTo>
                    <a:pt x="659130" y="465296"/>
                  </a:lnTo>
                  <a:lnTo>
                    <a:pt x="650557" y="467677"/>
                  </a:lnTo>
                  <a:lnTo>
                    <a:pt x="649128" y="467677"/>
                  </a:lnTo>
                  <a:lnTo>
                    <a:pt x="646747" y="465772"/>
                  </a:lnTo>
                  <a:lnTo>
                    <a:pt x="644366" y="463867"/>
                  </a:lnTo>
                  <a:lnTo>
                    <a:pt x="643414" y="460534"/>
                  </a:lnTo>
                  <a:lnTo>
                    <a:pt x="640080" y="456724"/>
                  </a:lnTo>
                  <a:lnTo>
                    <a:pt x="636746" y="447199"/>
                  </a:lnTo>
                  <a:lnTo>
                    <a:pt x="636270" y="440055"/>
                  </a:lnTo>
                  <a:lnTo>
                    <a:pt x="635794" y="437197"/>
                  </a:lnTo>
                  <a:lnTo>
                    <a:pt x="628174" y="426720"/>
                  </a:lnTo>
                  <a:lnTo>
                    <a:pt x="621506" y="417195"/>
                  </a:lnTo>
                  <a:lnTo>
                    <a:pt x="617220" y="411004"/>
                  </a:lnTo>
                  <a:lnTo>
                    <a:pt x="616268" y="408146"/>
                  </a:lnTo>
                  <a:lnTo>
                    <a:pt x="616744" y="404336"/>
                  </a:lnTo>
                  <a:lnTo>
                    <a:pt x="618649" y="401002"/>
                  </a:lnTo>
                  <a:lnTo>
                    <a:pt x="625316" y="397669"/>
                  </a:lnTo>
                  <a:lnTo>
                    <a:pt x="631031" y="393382"/>
                  </a:lnTo>
                  <a:lnTo>
                    <a:pt x="631984" y="390525"/>
                  </a:lnTo>
                  <a:lnTo>
                    <a:pt x="631984" y="382905"/>
                  </a:lnTo>
                  <a:lnTo>
                    <a:pt x="630078" y="380047"/>
                  </a:lnTo>
                  <a:lnTo>
                    <a:pt x="628650" y="375761"/>
                  </a:lnTo>
                  <a:lnTo>
                    <a:pt x="627221" y="369094"/>
                  </a:lnTo>
                  <a:lnTo>
                    <a:pt x="627221" y="365284"/>
                  </a:lnTo>
                  <a:lnTo>
                    <a:pt x="630078" y="357188"/>
                  </a:lnTo>
                  <a:lnTo>
                    <a:pt x="632936" y="348615"/>
                  </a:lnTo>
                  <a:lnTo>
                    <a:pt x="631031" y="339566"/>
                  </a:lnTo>
                  <a:lnTo>
                    <a:pt x="629602" y="320516"/>
                  </a:lnTo>
                  <a:lnTo>
                    <a:pt x="630555" y="305752"/>
                  </a:lnTo>
                  <a:lnTo>
                    <a:pt x="629602" y="300038"/>
                  </a:lnTo>
                  <a:lnTo>
                    <a:pt x="629126" y="298132"/>
                  </a:lnTo>
                  <a:lnTo>
                    <a:pt x="627221" y="290989"/>
                  </a:lnTo>
                  <a:lnTo>
                    <a:pt x="624840" y="283845"/>
                  </a:lnTo>
                  <a:lnTo>
                    <a:pt x="623411" y="280988"/>
                  </a:lnTo>
                  <a:lnTo>
                    <a:pt x="620553" y="275272"/>
                  </a:lnTo>
                  <a:lnTo>
                    <a:pt x="615315" y="268129"/>
                  </a:lnTo>
                  <a:lnTo>
                    <a:pt x="612457" y="263366"/>
                  </a:lnTo>
                  <a:lnTo>
                    <a:pt x="616268" y="260985"/>
                  </a:lnTo>
                  <a:lnTo>
                    <a:pt x="619601" y="259080"/>
                  </a:lnTo>
                  <a:lnTo>
                    <a:pt x="617220" y="250507"/>
                  </a:lnTo>
                  <a:lnTo>
                    <a:pt x="615791" y="243364"/>
                  </a:lnTo>
                  <a:lnTo>
                    <a:pt x="614363" y="237172"/>
                  </a:lnTo>
                  <a:lnTo>
                    <a:pt x="611505" y="226219"/>
                  </a:lnTo>
                  <a:lnTo>
                    <a:pt x="609600" y="217170"/>
                  </a:lnTo>
                  <a:lnTo>
                    <a:pt x="607219" y="207645"/>
                  </a:lnTo>
                  <a:lnTo>
                    <a:pt x="605314" y="199549"/>
                  </a:lnTo>
                  <a:lnTo>
                    <a:pt x="603409" y="190976"/>
                  </a:lnTo>
                  <a:lnTo>
                    <a:pt x="602456" y="189547"/>
                  </a:lnTo>
                  <a:lnTo>
                    <a:pt x="596265" y="185738"/>
                  </a:lnTo>
                  <a:lnTo>
                    <a:pt x="591026" y="181927"/>
                  </a:lnTo>
                  <a:lnTo>
                    <a:pt x="585311" y="177641"/>
                  </a:lnTo>
                  <a:lnTo>
                    <a:pt x="579120" y="173355"/>
                  </a:lnTo>
                  <a:lnTo>
                    <a:pt x="578168" y="167640"/>
                  </a:lnTo>
                  <a:lnTo>
                    <a:pt x="574834" y="159067"/>
                  </a:lnTo>
                  <a:lnTo>
                    <a:pt x="571500" y="154305"/>
                  </a:lnTo>
                  <a:lnTo>
                    <a:pt x="570547" y="152876"/>
                  </a:lnTo>
                  <a:lnTo>
                    <a:pt x="563403" y="149542"/>
                  </a:lnTo>
                  <a:lnTo>
                    <a:pt x="559594" y="147638"/>
                  </a:lnTo>
                  <a:lnTo>
                    <a:pt x="558641" y="146209"/>
                  </a:lnTo>
                  <a:lnTo>
                    <a:pt x="557689" y="142399"/>
                  </a:lnTo>
                  <a:lnTo>
                    <a:pt x="555307" y="135731"/>
                  </a:lnTo>
                  <a:lnTo>
                    <a:pt x="551974" y="129064"/>
                  </a:lnTo>
                  <a:lnTo>
                    <a:pt x="550545" y="124777"/>
                  </a:lnTo>
                  <a:lnTo>
                    <a:pt x="550545" y="119539"/>
                  </a:lnTo>
                  <a:lnTo>
                    <a:pt x="551021" y="115252"/>
                  </a:lnTo>
                  <a:lnTo>
                    <a:pt x="552450" y="113824"/>
                  </a:lnTo>
                  <a:lnTo>
                    <a:pt x="559118" y="109061"/>
                  </a:lnTo>
                  <a:lnTo>
                    <a:pt x="562451" y="102870"/>
                  </a:lnTo>
                  <a:lnTo>
                    <a:pt x="566261" y="100489"/>
                  </a:lnTo>
                  <a:lnTo>
                    <a:pt x="569119" y="99060"/>
                  </a:lnTo>
                  <a:lnTo>
                    <a:pt x="571976" y="97155"/>
                  </a:lnTo>
                  <a:lnTo>
                    <a:pt x="574357" y="93821"/>
                  </a:lnTo>
                  <a:lnTo>
                    <a:pt x="576263" y="90488"/>
                  </a:lnTo>
                  <a:lnTo>
                    <a:pt x="576263" y="87154"/>
                  </a:lnTo>
                  <a:lnTo>
                    <a:pt x="577215" y="81439"/>
                  </a:lnTo>
                  <a:lnTo>
                    <a:pt x="578168" y="77152"/>
                  </a:lnTo>
                  <a:lnTo>
                    <a:pt x="581025" y="72866"/>
                  </a:lnTo>
                  <a:lnTo>
                    <a:pt x="580072" y="69056"/>
                  </a:lnTo>
                  <a:lnTo>
                    <a:pt x="578644" y="65246"/>
                  </a:lnTo>
                  <a:lnTo>
                    <a:pt x="579120" y="58102"/>
                  </a:lnTo>
                  <a:lnTo>
                    <a:pt x="578644" y="55245"/>
                  </a:lnTo>
                  <a:lnTo>
                    <a:pt x="577215" y="52864"/>
                  </a:lnTo>
                  <a:lnTo>
                    <a:pt x="576263" y="50006"/>
                  </a:lnTo>
                  <a:lnTo>
                    <a:pt x="576263" y="47149"/>
                  </a:lnTo>
                  <a:lnTo>
                    <a:pt x="577215" y="40481"/>
                  </a:lnTo>
                  <a:lnTo>
                    <a:pt x="578168" y="34766"/>
                  </a:lnTo>
                  <a:lnTo>
                    <a:pt x="579596" y="28099"/>
                  </a:lnTo>
                  <a:lnTo>
                    <a:pt x="579120" y="26194"/>
                  </a:lnTo>
                  <a:lnTo>
                    <a:pt x="578168" y="24765"/>
                  </a:lnTo>
                  <a:lnTo>
                    <a:pt x="574834" y="23336"/>
                  </a:lnTo>
                  <a:lnTo>
                    <a:pt x="574834" y="22384"/>
                  </a:lnTo>
                  <a:lnTo>
                    <a:pt x="575786" y="21431"/>
                  </a:lnTo>
                  <a:lnTo>
                    <a:pt x="580549" y="18097"/>
                  </a:lnTo>
                  <a:lnTo>
                    <a:pt x="582930" y="12859"/>
                  </a:lnTo>
                  <a:lnTo>
                    <a:pt x="584835" y="11906"/>
                  </a:lnTo>
                  <a:lnTo>
                    <a:pt x="588169" y="10001"/>
                  </a:lnTo>
                  <a:lnTo>
                    <a:pt x="588169" y="8096"/>
                  </a:lnTo>
                  <a:lnTo>
                    <a:pt x="587216" y="6191"/>
                  </a:lnTo>
                  <a:lnTo>
                    <a:pt x="571976" y="7144"/>
                  </a:lnTo>
                  <a:lnTo>
                    <a:pt x="564832" y="9049"/>
                  </a:lnTo>
                  <a:lnTo>
                    <a:pt x="560546" y="8096"/>
                  </a:lnTo>
                  <a:lnTo>
                    <a:pt x="554355" y="3810"/>
                  </a:lnTo>
                  <a:lnTo>
                    <a:pt x="548640" y="1429"/>
                  </a:lnTo>
                  <a:lnTo>
                    <a:pt x="540544" y="0"/>
                  </a:lnTo>
                  <a:lnTo>
                    <a:pt x="541972" y="4763"/>
                  </a:lnTo>
                  <a:lnTo>
                    <a:pt x="538639" y="5715"/>
                  </a:lnTo>
                  <a:lnTo>
                    <a:pt x="531495" y="6667"/>
                  </a:lnTo>
                  <a:lnTo>
                    <a:pt x="519113" y="3334"/>
                  </a:lnTo>
                  <a:lnTo>
                    <a:pt x="516255" y="476"/>
                  </a:lnTo>
                  <a:lnTo>
                    <a:pt x="511016" y="1905"/>
                  </a:lnTo>
                  <a:lnTo>
                    <a:pt x="508159" y="6191"/>
                  </a:lnTo>
                  <a:lnTo>
                    <a:pt x="501968" y="9049"/>
                  </a:lnTo>
                  <a:lnTo>
                    <a:pt x="490538" y="11430"/>
                  </a:lnTo>
                  <a:lnTo>
                    <a:pt x="480060" y="16192"/>
                  </a:lnTo>
                  <a:lnTo>
                    <a:pt x="475774" y="17145"/>
                  </a:lnTo>
                  <a:lnTo>
                    <a:pt x="472440" y="16192"/>
                  </a:lnTo>
                  <a:lnTo>
                    <a:pt x="465772" y="10954"/>
                  </a:lnTo>
                  <a:lnTo>
                    <a:pt x="461486" y="9049"/>
                  </a:lnTo>
                  <a:lnTo>
                    <a:pt x="457676" y="7620"/>
                  </a:lnTo>
                  <a:lnTo>
                    <a:pt x="424339" y="7620"/>
                  </a:lnTo>
                  <a:lnTo>
                    <a:pt x="415290" y="11430"/>
                  </a:lnTo>
                  <a:lnTo>
                    <a:pt x="396716" y="11906"/>
                  </a:lnTo>
                  <a:lnTo>
                    <a:pt x="392430" y="13811"/>
                  </a:lnTo>
                  <a:lnTo>
                    <a:pt x="383857" y="19050"/>
                  </a:lnTo>
                  <a:lnTo>
                    <a:pt x="375285" y="18574"/>
                  </a:lnTo>
                  <a:lnTo>
                    <a:pt x="362902" y="20479"/>
                  </a:lnTo>
                  <a:lnTo>
                    <a:pt x="338138" y="22384"/>
                  </a:lnTo>
                  <a:lnTo>
                    <a:pt x="328613" y="25241"/>
                  </a:lnTo>
                  <a:lnTo>
                    <a:pt x="322421" y="28575"/>
                  </a:lnTo>
                  <a:lnTo>
                    <a:pt x="312896" y="32385"/>
                  </a:lnTo>
                  <a:lnTo>
                    <a:pt x="306228" y="36195"/>
                  </a:lnTo>
                  <a:lnTo>
                    <a:pt x="300514" y="40005"/>
                  </a:lnTo>
                  <a:lnTo>
                    <a:pt x="297180" y="46196"/>
                  </a:lnTo>
                  <a:lnTo>
                    <a:pt x="293846" y="48577"/>
                  </a:lnTo>
                  <a:lnTo>
                    <a:pt x="289084" y="49054"/>
                  </a:lnTo>
                  <a:lnTo>
                    <a:pt x="283845" y="47625"/>
                  </a:lnTo>
                  <a:lnTo>
                    <a:pt x="280988" y="47625"/>
                  </a:lnTo>
                  <a:lnTo>
                    <a:pt x="264319" y="54769"/>
                  </a:lnTo>
                  <a:lnTo>
                    <a:pt x="258603" y="58579"/>
                  </a:lnTo>
                  <a:lnTo>
                    <a:pt x="254794" y="61436"/>
                  </a:lnTo>
                  <a:lnTo>
                    <a:pt x="250031" y="66675"/>
                  </a:lnTo>
                  <a:lnTo>
                    <a:pt x="245269" y="69056"/>
                  </a:lnTo>
                  <a:lnTo>
                    <a:pt x="238601" y="73342"/>
                  </a:lnTo>
                  <a:lnTo>
                    <a:pt x="230505" y="76676"/>
                  </a:lnTo>
                  <a:lnTo>
                    <a:pt x="227171" y="77152"/>
                  </a:lnTo>
                  <a:lnTo>
                    <a:pt x="220027" y="76676"/>
                  </a:lnTo>
                  <a:lnTo>
                    <a:pt x="220980" y="79534"/>
                  </a:lnTo>
                  <a:lnTo>
                    <a:pt x="222885" y="81439"/>
                  </a:lnTo>
                  <a:lnTo>
                    <a:pt x="230028" y="86677"/>
                  </a:lnTo>
                  <a:lnTo>
                    <a:pt x="234315" y="90011"/>
                  </a:lnTo>
                  <a:lnTo>
                    <a:pt x="234791" y="90964"/>
                  </a:lnTo>
                  <a:lnTo>
                    <a:pt x="233363" y="93821"/>
                  </a:lnTo>
                  <a:lnTo>
                    <a:pt x="232886" y="95250"/>
                  </a:lnTo>
                  <a:lnTo>
                    <a:pt x="233839" y="97155"/>
                  </a:lnTo>
                  <a:lnTo>
                    <a:pt x="236220" y="99536"/>
                  </a:lnTo>
                  <a:lnTo>
                    <a:pt x="236696" y="100965"/>
                  </a:lnTo>
                  <a:lnTo>
                    <a:pt x="236220" y="101917"/>
                  </a:lnTo>
                  <a:lnTo>
                    <a:pt x="234791" y="104775"/>
                  </a:lnTo>
                  <a:lnTo>
                    <a:pt x="237649" y="111919"/>
                  </a:lnTo>
                  <a:lnTo>
                    <a:pt x="238125" y="119063"/>
                  </a:lnTo>
                  <a:lnTo>
                    <a:pt x="237172" y="123825"/>
                  </a:lnTo>
                  <a:lnTo>
                    <a:pt x="237172" y="126682"/>
                  </a:lnTo>
                  <a:lnTo>
                    <a:pt x="237649" y="129064"/>
                  </a:lnTo>
                  <a:lnTo>
                    <a:pt x="240030" y="134779"/>
                  </a:lnTo>
                  <a:lnTo>
                    <a:pt x="238601" y="144304"/>
                  </a:lnTo>
                  <a:lnTo>
                    <a:pt x="240506" y="149066"/>
                  </a:lnTo>
                  <a:lnTo>
                    <a:pt x="242888" y="153352"/>
                  </a:lnTo>
                  <a:lnTo>
                    <a:pt x="244316" y="160972"/>
                  </a:lnTo>
                  <a:lnTo>
                    <a:pt x="246221" y="164306"/>
                  </a:lnTo>
                  <a:lnTo>
                    <a:pt x="249555" y="167164"/>
                  </a:lnTo>
                  <a:lnTo>
                    <a:pt x="251460" y="168592"/>
                  </a:lnTo>
                  <a:lnTo>
                    <a:pt x="255270" y="170974"/>
                  </a:lnTo>
                  <a:lnTo>
                    <a:pt x="257651" y="172879"/>
                  </a:lnTo>
                  <a:lnTo>
                    <a:pt x="259556" y="176213"/>
                  </a:lnTo>
                  <a:lnTo>
                    <a:pt x="256222" y="178594"/>
                  </a:lnTo>
                  <a:lnTo>
                    <a:pt x="253365" y="180975"/>
                  </a:lnTo>
                  <a:lnTo>
                    <a:pt x="252413" y="183356"/>
                  </a:lnTo>
                  <a:lnTo>
                    <a:pt x="253841" y="187642"/>
                  </a:lnTo>
                  <a:lnTo>
                    <a:pt x="253841" y="189547"/>
                  </a:lnTo>
                  <a:lnTo>
                    <a:pt x="252413" y="190500"/>
                  </a:lnTo>
                  <a:lnTo>
                    <a:pt x="245269" y="190024"/>
                  </a:lnTo>
                  <a:lnTo>
                    <a:pt x="240030" y="190024"/>
                  </a:lnTo>
                  <a:lnTo>
                    <a:pt x="233839" y="189547"/>
                  </a:lnTo>
                  <a:lnTo>
                    <a:pt x="225266" y="189547"/>
                  </a:lnTo>
                  <a:lnTo>
                    <a:pt x="219551" y="189071"/>
                  </a:lnTo>
                  <a:lnTo>
                    <a:pt x="212407" y="188595"/>
                  </a:lnTo>
                  <a:lnTo>
                    <a:pt x="209550" y="189071"/>
                  </a:lnTo>
                  <a:lnTo>
                    <a:pt x="202882" y="190024"/>
                  </a:lnTo>
                  <a:lnTo>
                    <a:pt x="198120" y="190976"/>
                  </a:lnTo>
                  <a:lnTo>
                    <a:pt x="197168" y="190976"/>
                  </a:lnTo>
                  <a:lnTo>
                    <a:pt x="195739" y="191929"/>
                  </a:lnTo>
                  <a:lnTo>
                    <a:pt x="194786" y="194786"/>
                  </a:lnTo>
                  <a:lnTo>
                    <a:pt x="193834" y="198120"/>
                  </a:lnTo>
                  <a:lnTo>
                    <a:pt x="192881" y="200025"/>
                  </a:lnTo>
                  <a:lnTo>
                    <a:pt x="178594" y="204788"/>
                  </a:lnTo>
                  <a:lnTo>
                    <a:pt x="172878" y="205264"/>
                  </a:lnTo>
                  <a:lnTo>
                    <a:pt x="169545" y="204788"/>
                  </a:lnTo>
                  <a:lnTo>
                    <a:pt x="167164" y="205264"/>
                  </a:lnTo>
                  <a:lnTo>
                    <a:pt x="165259" y="206216"/>
                  </a:lnTo>
                  <a:lnTo>
                    <a:pt x="164782" y="207645"/>
                  </a:lnTo>
                  <a:lnTo>
                    <a:pt x="164782" y="209550"/>
                  </a:lnTo>
                  <a:lnTo>
                    <a:pt x="165259" y="211931"/>
                  </a:lnTo>
                  <a:lnTo>
                    <a:pt x="166211" y="214789"/>
                  </a:lnTo>
                  <a:lnTo>
                    <a:pt x="166688" y="217170"/>
                  </a:lnTo>
                  <a:lnTo>
                    <a:pt x="165735" y="219551"/>
                  </a:lnTo>
                  <a:lnTo>
                    <a:pt x="165735" y="221456"/>
                  </a:lnTo>
                  <a:lnTo>
                    <a:pt x="165259" y="223361"/>
                  </a:lnTo>
                  <a:lnTo>
                    <a:pt x="165735" y="224790"/>
                  </a:lnTo>
                  <a:lnTo>
                    <a:pt x="167164" y="224790"/>
                  </a:lnTo>
                  <a:lnTo>
                    <a:pt x="168593" y="225742"/>
                  </a:lnTo>
                  <a:lnTo>
                    <a:pt x="170497" y="226695"/>
                  </a:lnTo>
                  <a:lnTo>
                    <a:pt x="172402" y="228600"/>
                  </a:lnTo>
                  <a:lnTo>
                    <a:pt x="172402" y="230981"/>
                  </a:lnTo>
                  <a:lnTo>
                    <a:pt x="170974" y="231934"/>
                  </a:lnTo>
                  <a:lnTo>
                    <a:pt x="169545" y="232886"/>
                  </a:lnTo>
                  <a:lnTo>
                    <a:pt x="164306" y="233363"/>
                  </a:lnTo>
                  <a:lnTo>
                    <a:pt x="160020" y="233839"/>
                  </a:lnTo>
                  <a:lnTo>
                    <a:pt x="154305" y="237649"/>
                  </a:lnTo>
                  <a:lnTo>
                    <a:pt x="148590" y="241935"/>
                  </a:lnTo>
                  <a:lnTo>
                    <a:pt x="141446" y="244792"/>
                  </a:lnTo>
                  <a:lnTo>
                    <a:pt x="138589" y="245269"/>
                  </a:lnTo>
                  <a:lnTo>
                    <a:pt x="132874" y="247174"/>
                  </a:lnTo>
                  <a:lnTo>
                    <a:pt x="126682" y="250507"/>
                  </a:lnTo>
                  <a:lnTo>
                    <a:pt x="123349" y="255746"/>
                  </a:lnTo>
                  <a:lnTo>
                    <a:pt x="119539" y="261461"/>
                  </a:lnTo>
                  <a:lnTo>
                    <a:pt x="115252" y="265747"/>
                  </a:lnTo>
                  <a:lnTo>
                    <a:pt x="110014" y="269557"/>
                  </a:lnTo>
                  <a:lnTo>
                    <a:pt x="105251" y="270986"/>
                  </a:lnTo>
                  <a:lnTo>
                    <a:pt x="99060" y="272415"/>
                  </a:lnTo>
                  <a:lnTo>
                    <a:pt x="91440" y="273844"/>
                  </a:lnTo>
                  <a:lnTo>
                    <a:pt x="85725" y="274320"/>
                  </a:lnTo>
                  <a:lnTo>
                    <a:pt x="84296" y="274796"/>
                  </a:lnTo>
                  <a:lnTo>
                    <a:pt x="79057" y="274796"/>
                  </a:lnTo>
                  <a:lnTo>
                    <a:pt x="76676" y="274320"/>
                  </a:lnTo>
                  <a:lnTo>
                    <a:pt x="75247" y="274320"/>
                  </a:lnTo>
                  <a:lnTo>
                    <a:pt x="74295" y="274796"/>
                  </a:lnTo>
                  <a:lnTo>
                    <a:pt x="74295" y="275749"/>
                  </a:lnTo>
                  <a:lnTo>
                    <a:pt x="74295" y="277654"/>
                  </a:lnTo>
                  <a:lnTo>
                    <a:pt x="73819" y="280035"/>
                  </a:lnTo>
                  <a:lnTo>
                    <a:pt x="72390" y="282416"/>
                  </a:lnTo>
                  <a:lnTo>
                    <a:pt x="70961" y="283369"/>
                  </a:lnTo>
                  <a:lnTo>
                    <a:pt x="70009" y="283369"/>
                  </a:lnTo>
                  <a:lnTo>
                    <a:pt x="65722" y="282892"/>
                  </a:lnTo>
                  <a:lnTo>
                    <a:pt x="62389" y="282416"/>
                  </a:lnTo>
                  <a:lnTo>
                    <a:pt x="54293" y="281464"/>
                  </a:lnTo>
                  <a:lnTo>
                    <a:pt x="52388" y="281940"/>
                  </a:lnTo>
                  <a:lnTo>
                    <a:pt x="51911" y="281940"/>
                  </a:lnTo>
                  <a:lnTo>
                    <a:pt x="49530" y="283369"/>
                  </a:lnTo>
                  <a:lnTo>
                    <a:pt x="45720" y="286226"/>
                  </a:lnTo>
                  <a:lnTo>
                    <a:pt x="42863" y="289084"/>
                  </a:lnTo>
                  <a:lnTo>
                    <a:pt x="40957" y="290036"/>
                  </a:lnTo>
                  <a:lnTo>
                    <a:pt x="36195" y="290513"/>
                  </a:lnTo>
                  <a:lnTo>
                    <a:pt x="34290" y="291465"/>
                  </a:lnTo>
                  <a:lnTo>
                    <a:pt x="25241" y="298132"/>
                  </a:lnTo>
                  <a:lnTo>
                    <a:pt x="23336" y="299561"/>
                  </a:lnTo>
                  <a:lnTo>
                    <a:pt x="14288" y="305276"/>
                  </a:lnTo>
                  <a:lnTo>
                    <a:pt x="11906" y="307181"/>
                  </a:lnTo>
                  <a:lnTo>
                    <a:pt x="10001" y="308610"/>
                  </a:lnTo>
                  <a:lnTo>
                    <a:pt x="4286" y="312896"/>
                  </a:lnTo>
                  <a:lnTo>
                    <a:pt x="952" y="314801"/>
                  </a:lnTo>
                  <a:lnTo>
                    <a:pt x="476" y="315754"/>
                  </a:lnTo>
                  <a:lnTo>
                    <a:pt x="0" y="318135"/>
                  </a:lnTo>
                  <a:lnTo>
                    <a:pt x="0" y="323850"/>
                  </a:lnTo>
                  <a:lnTo>
                    <a:pt x="0" y="329089"/>
                  </a:lnTo>
                  <a:lnTo>
                    <a:pt x="0" y="336709"/>
                  </a:lnTo>
                  <a:lnTo>
                    <a:pt x="0" y="344329"/>
                  </a:lnTo>
                  <a:lnTo>
                    <a:pt x="0" y="353377"/>
                  </a:lnTo>
                  <a:lnTo>
                    <a:pt x="0" y="359569"/>
                  </a:lnTo>
                  <a:lnTo>
                    <a:pt x="0" y="366713"/>
                  </a:lnTo>
                  <a:lnTo>
                    <a:pt x="6668" y="370999"/>
                  </a:lnTo>
                  <a:lnTo>
                    <a:pt x="12859" y="374809"/>
                  </a:lnTo>
                  <a:lnTo>
                    <a:pt x="19526" y="378619"/>
                  </a:lnTo>
                  <a:lnTo>
                    <a:pt x="25718" y="382905"/>
                  </a:lnTo>
                  <a:lnTo>
                    <a:pt x="32385" y="386715"/>
                  </a:lnTo>
                  <a:lnTo>
                    <a:pt x="38576" y="391001"/>
                  </a:lnTo>
                  <a:lnTo>
                    <a:pt x="44768" y="394811"/>
                  </a:lnTo>
                  <a:lnTo>
                    <a:pt x="51435" y="398621"/>
                  </a:lnTo>
                  <a:lnTo>
                    <a:pt x="57626" y="402907"/>
                  </a:lnTo>
                  <a:lnTo>
                    <a:pt x="64294" y="406717"/>
                  </a:lnTo>
                  <a:lnTo>
                    <a:pt x="70485" y="410527"/>
                  </a:lnTo>
                  <a:lnTo>
                    <a:pt x="77152" y="414814"/>
                  </a:lnTo>
                  <a:lnTo>
                    <a:pt x="83344" y="418624"/>
                  </a:lnTo>
                  <a:lnTo>
                    <a:pt x="89535" y="422910"/>
                  </a:lnTo>
                  <a:lnTo>
                    <a:pt x="96202" y="426720"/>
                  </a:lnTo>
                  <a:lnTo>
                    <a:pt x="102394" y="430530"/>
                  </a:lnTo>
                  <a:lnTo>
                    <a:pt x="108109" y="433864"/>
                  </a:lnTo>
                  <a:lnTo>
                    <a:pt x="116205" y="439102"/>
                  </a:lnTo>
                  <a:lnTo>
                    <a:pt x="123825" y="444341"/>
                  </a:lnTo>
                  <a:lnTo>
                    <a:pt x="131445" y="449104"/>
                  </a:lnTo>
                  <a:lnTo>
                    <a:pt x="141922" y="456247"/>
                  </a:lnTo>
                  <a:lnTo>
                    <a:pt x="151447" y="462439"/>
                  </a:lnTo>
                  <a:lnTo>
                    <a:pt x="162401" y="470059"/>
                  </a:lnTo>
                  <a:lnTo>
                    <a:pt x="173831" y="477679"/>
                  </a:lnTo>
                  <a:lnTo>
                    <a:pt x="184785" y="485299"/>
                  </a:lnTo>
                  <a:lnTo>
                    <a:pt x="195739" y="492919"/>
                  </a:lnTo>
                  <a:lnTo>
                    <a:pt x="207169" y="500539"/>
                  </a:lnTo>
                  <a:lnTo>
                    <a:pt x="218122" y="508159"/>
                  </a:lnTo>
                  <a:lnTo>
                    <a:pt x="229552" y="515779"/>
                  </a:lnTo>
                  <a:lnTo>
                    <a:pt x="240506" y="523399"/>
                  </a:lnTo>
                  <a:lnTo>
                    <a:pt x="251460" y="531019"/>
                  </a:lnTo>
                  <a:lnTo>
                    <a:pt x="262890" y="538639"/>
                  </a:lnTo>
                  <a:lnTo>
                    <a:pt x="273844" y="546259"/>
                  </a:lnTo>
                  <a:lnTo>
                    <a:pt x="284797" y="553879"/>
                  </a:lnTo>
                  <a:lnTo>
                    <a:pt x="296227" y="561499"/>
                  </a:lnTo>
                  <a:lnTo>
                    <a:pt x="307181" y="568642"/>
                  </a:lnTo>
                  <a:lnTo>
                    <a:pt x="318611" y="576263"/>
                  </a:lnTo>
                  <a:lnTo>
                    <a:pt x="329565" y="583882"/>
                  </a:lnTo>
                  <a:lnTo>
                    <a:pt x="334327" y="587216"/>
                  </a:lnTo>
                  <a:lnTo>
                    <a:pt x="334803" y="588645"/>
                  </a:lnTo>
                  <a:lnTo>
                    <a:pt x="335280" y="591502"/>
                  </a:lnTo>
                  <a:lnTo>
                    <a:pt x="335280" y="594836"/>
                  </a:lnTo>
                  <a:lnTo>
                    <a:pt x="335280" y="597217"/>
                  </a:lnTo>
                  <a:lnTo>
                    <a:pt x="336709" y="599122"/>
                  </a:lnTo>
                  <a:lnTo>
                    <a:pt x="339566" y="601027"/>
                  </a:lnTo>
                  <a:lnTo>
                    <a:pt x="350520" y="606266"/>
                  </a:lnTo>
                  <a:lnTo>
                    <a:pt x="351472" y="607695"/>
                  </a:lnTo>
                  <a:lnTo>
                    <a:pt x="351472" y="609600"/>
                  </a:lnTo>
                  <a:lnTo>
                    <a:pt x="352901" y="612457"/>
                  </a:lnTo>
                  <a:lnTo>
                    <a:pt x="355282" y="614363"/>
                  </a:lnTo>
                  <a:lnTo>
                    <a:pt x="358140" y="615315"/>
                  </a:lnTo>
                  <a:lnTo>
                    <a:pt x="360997" y="616267"/>
                  </a:lnTo>
                  <a:lnTo>
                    <a:pt x="370999" y="617220"/>
                  </a:lnTo>
                  <a:lnTo>
                    <a:pt x="373380" y="618649"/>
                  </a:lnTo>
                  <a:lnTo>
                    <a:pt x="377666" y="623411"/>
                  </a:lnTo>
                  <a:lnTo>
                    <a:pt x="379571" y="624364"/>
                  </a:lnTo>
                  <a:lnTo>
                    <a:pt x="386239" y="626269"/>
                  </a:lnTo>
                  <a:lnTo>
                    <a:pt x="391001" y="626745"/>
                  </a:lnTo>
                  <a:lnTo>
                    <a:pt x="392906" y="627221"/>
                  </a:lnTo>
                  <a:lnTo>
                    <a:pt x="397193" y="628650"/>
                  </a:lnTo>
                  <a:lnTo>
                    <a:pt x="401955" y="631031"/>
                  </a:lnTo>
                  <a:lnTo>
                    <a:pt x="404813" y="632936"/>
                  </a:lnTo>
                  <a:lnTo>
                    <a:pt x="404336" y="633889"/>
                  </a:lnTo>
                  <a:lnTo>
                    <a:pt x="404336" y="635794"/>
                  </a:lnTo>
                  <a:lnTo>
                    <a:pt x="404336" y="641032"/>
                  </a:lnTo>
                  <a:lnTo>
                    <a:pt x="405289" y="644366"/>
                  </a:lnTo>
                  <a:lnTo>
                    <a:pt x="406241" y="646271"/>
                  </a:lnTo>
                  <a:lnTo>
                    <a:pt x="406241" y="647700"/>
                  </a:lnTo>
                  <a:lnTo>
                    <a:pt x="405289" y="648652"/>
                  </a:lnTo>
                  <a:lnTo>
                    <a:pt x="404336" y="649605"/>
                  </a:lnTo>
                  <a:lnTo>
                    <a:pt x="403860" y="651510"/>
                  </a:lnTo>
                  <a:lnTo>
                    <a:pt x="402431" y="653415"/>
                  </a:lnTo>
                  <a:lnTo>
                    <a:pt x="401478" y="655320"/>
                  </a:lnTo>
                  <a:lnTo>
                    <a:pt x="401955" y="657225"/>
                  </a:lnTo>
                  <a:lnTo>
                    <a:pt x="403384" y="658177"/>
                  </a:lnTo>
                  <a:lnTo>
                    <a:pt x="406241" y="660082"/>
                  </a:lnTo>
                  <a:lnTo>
                    <a:pt x="408622" y="661035"/>
                  </a:lnTo>
                  <a:lnTo>
                    <a:pt x="409575" y="661035"/>
                  </a:lnTo>
                  <a:lnTo>
                    <a:pt x="411480" y="661035"/>
                  </a:lnTo>
                  <a:lnTo>
                    <a:pt x="412432" y="661035"/>
                  </a:lnTo>
                  <a:lnTo>
                    <a:pt x="421005" y="659130"/>
                  </a:lnTo>
                  <a:lnTo>
                    <a:pt x="428625" y="657701"/>
                  </a:lnTo>
                  <a:lnTo>
                    <a:pt x="439578" y="655796"/>
                  </a:lnTo>
                  <a:lnTo>
                    <a:pt x="446722" y="654367"/>
                  </a:lnTo>
                  <a:lnTo>
                    <a:pt x="454343" y="652939"/>
                  </a:lnTo>
                  <a:lnTo>
                    <a:pt x="465772" y="650557"/>
                  </a:lnTo>
                  <a:lnTo>
                    <a:pt x="477678" y="648176"/>
                  </a:lnTo>
                  <a:lnTo>
                    <a:pt x="491014" y="645795"/>
                  </a:lnTo>
                  <a:lnTo>
                    <a:pt x="494347" y="643890"/>
                  </a:lnTo>
                  <a:lnTo>
                    <a:pt x="504349" y="635317"/>
                  </a:lnTo>
                  <a:lnTo>
                    <a:pt x="508635" y="631031"/>
                  </a:lnTo>
                  <a:lnTo>
                    <a:pt x="517684" y="623411"/>
                  </a:lnTo>
                  <a:lnTo>
                    <a:pt x="524351" y="617220"/>
                  </a:lnTo>
                  <a:lnTo>
                    <a:pt x="533400" y="609124"/>
                  </a:lnTo>
                  <a:lnTo>
                    <a:pt x="542925" y="601504"/>
                  </a:lnTo>
                  <a:lnTo>
                    <a:pt x="550069" y="595313"/>
                  </a:lnTo>
                  <a:lnTo>
                    <a:pt x="561975" y="588169"/>
                  </a:lnTo>
                  <a:lnTo>
                    <a:pt x="579596" y="577215"/>
                  </a:lnTo>
                  <a:lnTo>
                    <a:pt x="597218" y="566738"/>
                  </a:lnTo>
                  <a:lnTo>
                    <a:pt x="614839" y="555784"/>
                  </a:lnTo>
                  <a:lnTo>
                    <a:pt x="632460" y="545306"/>
                  </a:lnTo>
                  <a:lnTo>
                    <a:pt x="650081" y="534352"/>
                  </a:lnTo>
                  <a:lnTo>
                    <a:pt x="667702" y="523399"/>
                  </a:lnTo>
                  <a:lnTo>
                    <a:pt x="685324" y="512921"/>
                  </a:lnTo>
                  <a:lnTo>
                    <a:pt x="702945" y="501967"/>
                  </a:lnTo>
                  <a:close/>
                </a:path>
              </a:pathLst>
            </a:custGeom>
            <a:grpFill/>
            <a:ln w="317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65DCE534-7B90-46B0-930B-B30478DA221B}"/>
                </a:ext>
              </a:extLst>
            </p:cNvPr>
            <p:cNvSpPr/>
            <p:nvPr/>
          </p:nvSpPr>
          <p:spPr>
            <a:xfrm>
              <a:off x="3269932" y="3621404"/>
              <a:ext cx="124777" cy="79533"/>
            </a:xfrm>
            <a:custGeom>
              <a:avLst/>
              <a:gdLst>
                <a:gd name="connsiteX0" fmla="*/ 123349 w 124777"/>
                <a:gd name="connsiteY0" fmla="*/ 43339 h 79533"/>
                <a:gd name="connsiteX1" fmla="*/ 120968 w 124777"/>
                <a:gd name="connsiteY1" fmla="*/ 41910 h 79533"/>
                <a:gd name="connsiteX2" fmla="*/ 112871 w 124777"/>
                <a:gd name="connsiteY2" fmla="*/ 35242 h 79533"/>
                <a:gd name="connsiteX3" fmla="*/ 105728 w 124777"/>
                <a:gd name="connsiteY3" fmla="*/ 32385 h 79533"/>
                <a:gd name="connsiteX4" fmla="*/ 100965 w 124777"/>
                <a:gd name="connsiteY4" fmla="*/ 31432 h 79533"/>
                <a:gd name="connsiteX5" fmla="*/ 96679 w 124777"/>
                <a:gd name="connsiteY5" fmla="*/ 30956 h 79533"/>
                <a:gd name="connsiteX6" fmla="*/ 92869 w 124777"/>
                <a:gd name="connsiteY6" fmla="*/ 30004 h 79533"/>
                <a:gd name="connsiteX7" fmla="*/ 88583 w 124777"/>
                <a:gd name="connsiteY7" fmla="*/ 29051 h 79533"/>
                <a:gd name="connsiteX8" fmla="*/ 84773 w 124777"/>
                <a:gd name="connsiteY8" fmla="*/ 28099 h 79533"/>
                <a:gd name="connsiteX9" fmla="*/ 80963 w 124777"/>
                <a:gd name="connsiteY9" fmla="*/ 28099 h 79533"/>
                <a:gd name="connsiteX10" fmla="*/ 80963 w 124777"/>
                <a:gd name="connsiteY10" fmla="*/ 26670 h 79533"/>
                <a:gd name="connsiteX11" fmla="*/ 81439 w 124777"/>
                <a:gd name="connsiteY11" fmla="*/ 24765 h 79533"/>
                <a:gd name="connsiteX12" fmla="*/ 84296 w 124777"/>
                <a:gd name="connsiteY12" fmla="*/ 24765 h 79533"/>
                <a:gd name="connsiteX13" fmla="*/ 90964 w 124777"/>
                <a:gd name="connsiteY13" fmla="*/ 25241 h 79533"/>
                <a:gd name="connsiteX14" fmla="*/ 93345 w 124777"/>
                <a:gd name="connsiteY14" fmla="*/ 24289 h 79533"/>
                <a:gd name="connsiteX15" fmla="*/ 94298 w 124777"/>
                <a:gd name="connsiteY15" fmla="*/ 22384 h 79533"/>
                <a:gd name="connsiteX16" fmla="*/ 90964 w 124777"/>
                <a:gd name="connsiteY16" fmla="*/ 20479 h 79533"/>
                <a:gd name="connsiteX17" fmla="*/ 77153 w 124777"/>
                <a:gd name="connsiteY17" fmla="*/ 21431 h 79533"/>
                <a:gd name="connsiteX18" fmla="*/ 74295 w 124777"/>
                <a:gd name="connsiteY18" fmla="*/ 19050 h 79533"/>
                <a:gd name="connsiteX19" fmla="*/ 72390 w 124777"/>
                <a:gd name="connsiteY19" fmla="*/ 15716 h 79533"/>
                <a:gd name="connsiteX20" fmla="*/ 71914 w 124777"/>
                <a:gd name="connsiteY20" fmla="*/ 11430 h 79533"/>
                <a:gd name="connsiteX21" fmla="*/ 69533 w 124777"/>
                <a:gd name="connsiteY21" fmla="*/ 8572 h 79533"/>
                <a:gd name="connsiteX22" fmla="*/ 67628 w 124777"/>
                <a:gd name="connsiteY22" fmla="*/ 8572 h 79533"/>
                <a:gd name="connsiteX23" fmla="*/ 63818 w 124777"/>
                <a:gd name="connsiteY23" fmla="*/ 10001 h 79533"/>
                <a:gd name="connsiteX24" fmla="*/ 61436 w 124777"/>
                <a:gd name="connsiteY24" fmla="*/ 10001 h 79533"/>
                <a:gd name="connsiteX25" fmla="*/ 57626 w 124777"/>
                <a:gd name="connsiteY25" fmla="*/ 8572 h 79533"/>
                <a:gd name="connsiteX26" fmla="*/ 53340 w 124777"/>
                <a:gd name="connsiteY26" fmla="*/ 5239 h 79533"/>
                <a:gd name="connsiteX27" fmla="*/ 51911 w 124777"/>
                <a:gd name="connsiteY27" fmla="*/ 4763 h 79533"/>
                <a:gd name="connsiteX28" fmla="*/ 46673 w 124777"/>
                <a:gd name="connsiteY28" fmla="*/ 5239 h 79533"/>
                <a:gd name="connsiteX29" fmla="*/ 44768 w 124777"/>
                <a:gd name="connsiteY29" fmla="*/ 4286 h 79533"/>
                <a:gd name="connsiteX30" fmla="*/ 41434 w 124777"/>
                <a:gd name="connsiteY30" fmla="*/ 2381 h 79533"/>
                <a:gd name="connsiteX31" fmla="*/ 40005 w 124777"/>
                <a:gd name="connsiteY31" fmla="*/ 952 h 79533"/>
                <a:gd name="connsiteX32" fmla="*/ 35719 w 124777"/>
                <a:gd name="connsiteY32" fmla="*/ 0 h 79533"/>
                <a:gd name="connsiteX33" fmla="*/ 31433 w 124777"/>
                <a:gd name="connsiteY33" fmla="*/ 952 h 79533"/>
                <a:gd name="connsiteX34" fmla="*/ 26194 w 124777"/>
                <a:gd name="connsiteY34" fmla="*/ 2381 h 79533"/>
                <a:gd name="connsiteX35" fmla="*/ 24765 w 124777"/>
                <a:gd name="connsiteY35" fmla="*/ 2381 h 79533"/>
                <a:gd name="connsiteX36" fmla="*/ 19050 w 124777"/>
                <a:gd name="connsiteY36" fmla="*/ 952 h 79533"/>
                <a:gd name="connsiteX37" fmla="*/ 15240 w 124777"/>
                <a:gd name="connsiteY37" fmla="*/ 952 h 79533"/>
                <a:gd name="connsiteX38" fmla="*/ 13335 w 124777"/>
                <a:gd name="connsiteY38" fmla="*/ 1429 h 79533"/>
                <a:gd name="connsiteX39" fmla="*/ 11430 w 124777"/>
                <a:gd name="connsiteY39" fmla="*/ 2381 h 79533"/>
                <a:gd name="connsiteX40" fmla="*/ 10001 w 124777"/>
                <a:gd name="connsiteY40" fmla="*/ 4286 h 79533"/>
                <a:gd name="connsiteX41" fmla="*/ 9049 w 124777"/>
                <a:gd name="connsiteY41" fmla="*/ 6191 h 79533"/>
                <a:gd name="connsiteX42" fmla="*/ 7620 w 124777"/>
                <a:gd name="connsiteY42" fmla="*/ 7144 h 79533"/>
                <a:gd name="connsiteX43" fmla="*/ 8573 w 124777"/>
                <a:gd name="connsiteY43" fmla="*/ 8096 h 79533"/>
                <a:gd name="connsiteX44" fmla="*/ 10001 w 124777"/>
                <a:gd name="connsiteY44" fmla="*/ 15240 h 79533"/>
                <a:gd name="connsiteX45" fmla="*/ 10001 w 124777"/>
                <a:gd name="connsiteY45" fmla="*/ 17145 h 79533"/>
                <a:gd name="connsiteX46" fmla="*/ 8573 w 124777"/>
                <a:gd name="connsiteY46" fmla="*/ 20955 h 79533"/>
                <a:gd name="connsiteX47" fmla="*/ 8573 w 124777"/>
                <a:gd name="connsiteY47" fmla="*/ 21907 h 79533"/>
                <a:gd name="connsiteX48" fmla="*/ 11906 w 124777"/>
                <a:gd name="connsiteY48" fmla="*/ 25241 h 79533"/>
                <a:gd name="connsiteX49" fmla="*/ 12383 w 124777"/>
                <a:gd name="connsiteY49" fmla="*/ 26194 h 79533"/>
                <a:gd name="connsiteX50" fmla="*/ 11906 w 124777"/>
                <a:gd name="connsiteY50" fmla="*/ 27622 h 79533"/>
                <a:gd name="connsiteX51" fmla="*/ 9049 w 124777"/>
                <a:gd name="connsiteY51" fmla="*/ 30480 h 79533"/>
                <a:gd name="connsiteX52" fmla="*/ 6668 w 124777"/>
                <a:gd name="connsiteY52" fmla="*/ 32385 h 79533"/>
                <a:gd name="connsiteX53" fmla="*/ 7144 w 124777"/>
                <a:gd name="connsiteY53" fmla="*/ 34766 h 79533"/>
                <a:gd name="connsiteX54" fmla="*/ 9049 w 124777"/>
                <a:gd name="connsiteY54" fmla="*/ 37147 h 79533"/>
                <a:gd name="connsiteX55" fmla="*/ 9525 w 124777"/>
                <a:gd name="connsiteY55" fmla="*/ 39052 h 79533"/>
                <a:gd name="connsiteX56" fmla="*/ 9049 w 124777"/>
                <a:gd name="connsiteY56" fmla="*/ 41434 h 79533"/>
                <a:gd name="connsiteX57" fmla="*/ 6191 w 124777"/>
                <a:gd name="connsiteY57" fmla="*/ 44291 h 79533"/>
                <a:gd name="connsiteX58" fmla="*/ 4763 w 124777"/>
                <a:gd name="connsiteY58" fmla="*/ 45244 h 79533"/>
                <a:gd name="connsiteX59" fmla="*/ 476 w 124777"/>
                <a:gd name="connsiteY59" fmla="*/ 45720 h 79533"/>
                <a:gd name="connsiteX60" fmla="*/ 0 w 124777"/>
                <a:gd name="connsiteY60" fmla="*/ 46196 h 79533"/>
                <a:gd name="connsiteX61" fmla="*/ 1905 w 124777"/>
                <a:gd name="connsiteY61" fmla="*/ 49054 h 79533"/>
                <a:gd name="connsiteX62" fmla="*/ 4286 w 124777"/>
                <a:gd name="connsiteY62" fmla="*/ 52388 h 79533"/>
                <a:gd name="connsiteX63" fmla="*/ 8096 w 124777"/>
                <a:gd name="connsiteY63" fmla="*/ 54769 h 79533"/>
                <a:gd name="connsiteX64" fmla="*/ 9049 w 124777"/>
                <a:gd name="connsiteY64" fmla="*/ 57626 h 79533"/>
                <a:gd name="connsiteX65" fmla="*/ 8096 w 124777"/>
                <a:gd name="connsiteY65" fmla="*/ 59531 h 79533"/>
                <a:gd name="connsiteX66" fmla="*/ 8096 w 124777"/>
                <a:gd name="connsiteY66" fmla="*/ 65246 h 79533"/>
                <a:gd name="connsiteX67" fmla="*/ 10001 w 124777"/>
                <a:gd name="connsiteY67" fmla="*/ 66675 h 79533"/>
                <a:gd name="connsiteX68" fmla="*/ 11430 w 124777"/>
                <a:gd name="connsiteY68" fmla="*/ 68580 h 79533"/>
                <a:gd name="connsiteX69" fmla="*/ 11906 w 124777"/>
                <a:gd name="connsiteY69" fmla="*/ 70485 h 79533"/>
                <a:gd name="connsiteX70" fmla="*/ 11906 w 124777"/>
                <a:gd name="connsiteY70" fmla="*/ 72866 h 79533"/>
                <a:gd name="connsiteX71" fmla="*/ 12859 w 124777"/>
                <a:gd name="connsiteY71" fmla="*/ 74771 h 79533"/>
                <a:gd name="connsiteX72" fmla="*/ 14764 w 124777"/>
                <a:gd name="connsiteY72" fmla="*/ 75247 h 79533"/>
                <a:gd name="connsiteX73" fmla="*/ 16669 w 124777"/>
                <a:gd name="connsiteY73" fmla="*/ 76200 h 79533"/>
                <a:gd name="connsiteX74" fmla="*/ 19050 w 124777"/>
                <a:gd name="connsiteY74" fmla="*/ 79534 h 79533"/>
                <a:gd name="connsiteX75" fmla="*/ 20479 w 124777"/>
                <a:gd name="connsiteY75" fmla="*/ 79057 h 79533"/>
                <a:gd name="connsiteX76" fmla="*/ 21908 w 124777"/>
                <a:gd name="connsiteY76" fmla="*/ 77152 h 79533"/>
                <a:gd name="connsiteX77" fmla="*/ 25241 w 124777"/>
                <a:gd name="connsiteY77" fmla="*/ 71914 h 79533"/>
                <a:gd name="connsiteX78" fmla="*/ 30480 w 124777"/>
                <a:gd name="connsiteY78" fmla="*/ 64294 h 79533"/>
                <a:gd name="connsiteX79" fmla="*/ 31433 w 124777"/>
                <a:gd name="connsiteY79" fmla="*/ 62389 h 79533"/>
                <a:gd name="connsiteX80" fmla="*/ 31433 w 124777"/>
                <a:gd name="connsiteY80" fmla="*/ 59055 h 79533"/>
                <a:gd name="connsiteX81" fmla="*/ 31909 w 124777"/>
                <a:gd name="connsiteY81" fmla="*/ 58102 h 79533"/>
                <a:gd name="connsiteX82" fmla="*/ 33338 w 124777"/>
                <a:gd name="connsiteY82" fmla="*/ 57150 h 79533"/>
                <a:gd name="connsiteX83" fmla="*/ 36671 w 124777"/>
                <a:gd name="connsiteY83" fmla="*/ 56674 h 79533"/>
                <a:gd name="connsiteX84" fmla="*/ 42386 w 124777"/>
                <a:gd name="connsiteY84" fmla="*/ 54769 h 79533"/>
                <a:gd name="connsiteX85" fmla="*/ 46196 w 124777"/>
                <a:gd name="connsiteY85" fmla="*/ 55245 h 79533"/>
                <a:gd name="connsiteX86" fmla="*/ 49054 w 124777"/>
                <a:gd name="connsiteY86" fmla="*/ 57626 h 79533"/>
                <a:gd name="connsiteX87" fmla="*/ 51911 w 124777"/>
                <a:gd name="connsiteY87" fmla="*/ 59055 h 79533"/>
                <a:gd name="connsiteX88" fmla="*/ 61913 w 124777"/>
                <a:gd name="connsiteY88" fmla="*/ 58102 h 79533"/>
                <a:gd name="connsiteX89" fmla="*/ 63341 w 124777"/>
                <a:gd name="connsiteY89" fmla="*/ 57150 h 79533"/>
                <a:gd name="connsiteX90" fmla="*/ 66199 w 124777"/>
                <a:gd name="connsiteY90" fmla="*/ 54769 h 79533"/>
                <a:gd name="connsiteX91" fmla="*/ 67628 w 124777"/>
                <a:gd name="connsiteY91" fmla="*/ 53816 h 79533"/>
                <a:gd name="connsiteX92" fmla="*/ 71438 w 124777"/>
                <a:gd name="connsiteY92" fmla="*/ 52388 h 79533"/>
                <a:gd name="connsiteX93" fmla="*/ 75724 w 124777"/>
                <a:gd name="connsiteY93" fmla="*/ 51435 h 79533"/>
                <a:gd name="connsiteX94" fmla="*/ 80010 w 124777"/>
                <a:gd name="connsiteY94" fmla="*/ 51435 h 79533"/>
                <a:gd name="connsiteX95" fmla="*/ 84296 w 124777"/>
                <a:gd name="connsiteY95" fmla="*/ 52388 h 79533"/>
                <a:gd name="connsiteX96" fmla="*/ 88583 w 124777"/>
                <a:gd name="connsiteY96" fmla="*/ 52388 h 79533"/>
                <a:gd name="connsiteX97" fmla="*/ 92869 w 124777"/>
                <a:gd name="connsiteY97" fmla="*/ 51435 h 79533"/>
                <a:gd name="connsiteX98" fmla="*/ 99536 w 124777"/>
                <a:gd name="connsiteY98" fmla="*/ 52864 h 79533"/>
                <a:gd name="connsiteX99" fmla="*/ 104299 w 124777"/>
                <a:gd name="connsiteY99" fmla="*/ 52864 h 79533"/>
                <a:gd name="connsiteX100" fmla="*/ 108109 w 124777"/>
                <a:gd name="connsiteY100" fmla="*/ 55245 h 79533"/>
                <a:gd name="connsiteX101" fmla="*/ 109538 w 124777"/>
                <a:gd name="connsiteY101" fmla="*/ 57626 h 79533"/>
                <a:gd name="connsiteX102" fmla="*/ 111443 w 124777"/>
                <a:gd name="connsiteY102" fmla="*/ 59055 h 79533"/>
                <a:gd name="connsiteX103" fmla="*/ 112871 w 124777"/>
                <a:gd name="connsiteY103" fmla="*/ 59531 h 79533"/>
                <a:gd name="connsiteX104" fmla="*/ 113824 w 124777"/>
                <a:gd name="connsiteY104" fmla="*/ 59055 h 79533"/>
                <a:gd name="connsiteX105" fmla="*/ 115253 w 124777"/>
                <a:gd name="connsiteY105" fmla="*/ 56197 h 79533"/>
                <a:gd name="connsiteX106" fmla="*/ 117158 w 124777"/>
                <a:gd name="connsiteY106" fmla="*/ 54292 h 79533"/>
                <a:gd name="connsiteX107" fmla="*/ 119539 w 124777"/>
                <a:gd name="connsiteY107" fmla="*/ 53816 h 79533"/>
                <a:gd name="connsiteX108" fmla="*/ 120968 w 124777"/>
                <a:gd name="connsiteY108" fmla="*/ 52388 h 79533"/>
                <a:gd name="connsiteX109" fmla="*/ 123825 w 124777"/>
                <a:gd name="connsiteY109" fmla="*/ 48101 h 79533"/>
                <a:gd name="connsiteX110" fmla="*/ 124778 w 124777"/>
                <a:gd name="connsiteY110" fmla="*/ 45720 h 7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24777" h="79533">
                  <a:moveTo>
                    <a:pt x="123349" y="43339"/>
                  </a:moveTo>
                  <a:lnTo>
                    <a:pt x="120968" y="41910"/>
                  </a:lnTo>
                  <a:lnTo>
                    <a:pt x="112871" y="35242"/>
                  </a:lnTo>
                  <a:lnTo>
                    <a:pt x="105728" y="32385"/>
                  </a:lnTo>
                  <a:lnTo>
                    <a:pt x="100965" y="31432"/>
                  </a:lnTo>
                  <a:lnTo>
                    <a:pt x="96679" y="30956"/>
                  </a:lnTo>
                  <a:lnTo>
                    <a:pt x="92869" y="30004"/>
                  </a:lnTo>
                  <a:lnTo>
                    <a:pt x="88583" y="29051"/>
                  </a:lnTo>
                  <a:lnTo>
                    <a:pt x="84773" y="28099"/>
                  </a:lnTo>
                  <a:lnTo>
                    <a:pt x="80963" y="28099"/>
                  </a:lnTo>
                  <a:lnTo>
                    <a:pt x="80963" y="26670"/>
                  </a:lnTo>
                  <a:lnTo>
                    <a:pt x="81439" y="24765"/>
                  </a:lnTo>
                  <a:lnTo>
                    <a:pt x="84296" y="24765"/>
                  </a:lnTo>
                  <a:lnTo>
                    <a:pt x="90964" y="25241"/>
                  </a:lnTo>
                  <a:lnTo>
                    <a:pt x="93345" y="24289"/>
                  </a:lnTo>
                  <a:lnTo>
                    <a:pt x="94298" y="22384"/>
                  </a:lnTo>
                  <a:lnTo>
                    <a:pt x="90964" y="20479"/>
                  </a:lnTo>
                  <a:lnTo>
                    <a:pt x="77153" y="21431"/>
                  </a:lnTo>
                  <a:lnTo>
                    <a:pt x="74295" y="19050"/>
                  </a:lnTo>
                  <a:lnTo>
                    <a:pt x="72390" y="15716"/>
                  </a:lnTo>
                  <a:lnTo>
                    <a:pt x="71914" y="11430"/>
                  </a:lnTo>
                  <a:lnTo>
                    <a:pt x="69533" y="8572"/>
                  </a:lnTo>
                  <a:lnTo>
                    <a:pt x="67628" y="8572"/>
                  </a:lnTo>
                  <a:lnTo>
                    <a:pt x="63818" y="10001"/>
                  </a:lnTo>
                  <a:lnTo>
                    <a:pt x="61436" y="10001"/>
                  </a:lnTo>
                  <a:lnTo>
                    <a:pt x="57626" y="8572"/>
                  </a:lnTo>
                  <a:lnTo>
                    <a:pt x="53340" y="5239"/>
                  </a:lnTo>
                  <a:lnTo>
                    <a:pt x="51911" y="4763"/>
                  </a:lnTo>
                  <a:lnTo>
                    <a:pt x="46673" y="5239"/>
                  </a:lnTo>
                  <a:lnTo>
                    <a:pt x="44768" y="4286"/>
                  </a:lnTo>
                  <a:lnTo>
                    <a:pt x="41434" y="2381"/>
                  </a:lnTo>
                  <a:lnTo>
                    <a:pt x="40005" y="952"/>
                  </a:lnTo>
                  <a:lnTo>
                    <a:pt x="35719" y="0"/>
                  </a:lnTo>
                  <a:lnTo>
                    <a:pt x="31433" y="952"/>
                  </a:lnTo>
                  <a:lnTo>
                    <a:pt x="26194" y="2381"/>
                  </a:lnTo>
                  <a:lnTo>
                    <a:pt x="24765" y="2381"/>
                  </a:lnTo>
                  <a:lnTo>
                    <a:pt x="19050" y="952"/>
                  </a:lnTo>
                  <a:lnTo>
                    <a:pt x="15240" y="952"/>
                  </a:lnTo>
                  <a:lnTo>
                    <a:pt x="13335" y="1429"/>
                  </a:lnTo>
                  <a:lnTo>
                    <a:pt x="11430" y="2381"/>
                  </a:lnTo>
                  <a:lnTo>
                    <a:pt x="10001" y="4286"/>
                  </a:lnTo>
                  <a:lnTo>
                    <a:pt x="9049" y="6191"/>
                  </a:lnTo>
                  <a:lnTo>
                    <a:pt x="7620" y="7144"/>
                  </a:lnTo>
                  <a:lnTo>
                    <a:pt x="8573" y="8096"/>
                  </a:lnTo>
                  <a:lnTo>
                    <a:pt x="10001" y="15240"/>
                  </a:lnTo>
                  <a:lnTo>
                    <a:pt x="10001" y="17145"/>
                  </a:lnTo>
                  <a:lnTo>
                    <a:pt x="8573" y="20955"/>
                  </a:lnTo>
                  <a:lnTo>
                    <a:pt x="8573" y="21907"/>
                  </a:lnTo>
                  <a:lnTo>
                    <a:pt x="11906" y="25241"/>
                  </a:lnTo>
                  <a:lnTo>
                    <a:pt x="12383" y="26194"/>
                  </a:lnTo>
                  <a:lnTo>
                    <a:pt x="11906" y="27622"/>
                  </a:lnTo>
                  <a:lnTo>
                    <a:pt x="9049" y="30480"/>
                  </a:lnTo>
                  <a:lnTo>
                    <a:pt x="6668" y="32385"/>
                  </a:lnTo>
                  <a:lnTo>
                    <a:pt x="7144" y="34766"/>
                  </a:lnTo>
                  <a:lnTo>
                    <a:pt x="9049" y="37147"/>
                  </a:lnTo>
                  <a:lnTo>
                    <a:pt x="9525" y="39052"/>
                  </a:lnTo>
                  <a:lnTo>
                    <a:pt x="9049" y="41434"/>
                  </a:lnTo>
                  <a:lnTo>
                    <a:pt x="6191" y="44291"/>
                  </a:lnTo>
                  <a:lnTo>
                    <a:pt x="4763" y="45244"/>
                  </a:lnTo>
                  <a:lnTo>
                    <a:pt x="476" y="45720"/>
                  </a:lnTo>
                  <a:lnTo>
                    <a:pt x="0" y="46196"/>
                  </a:lnTo>
                  <a:lnTo>
                    <a:pt x="1905" y="49054"/>
                  </a:lnTo>
                  <a:lnTo>
                    <a:pt x="4286" y="52388"/>
                  </a:lnTo>
                  <a:lnTo>
                    <a:pt x="8096" y="54769"/>
                  </a:lnTo>
                  <a:lnTo>
                    <a:pt x="9049" y="57626"/>
                  </a:lnTo>
                  <a:lnTo>
                    <a:pt x="8096" y="59531"/>
                  </a:lnTo>
                  <a:lnTo>
                    <a:pt x="8096" y="65246"/>
                  </a:lnTo>
                  <a:lnTo>
                    <a:pt x="10001" y="66675"/>
                  </a:lnTo>
                  <a:lnTo>
                    <a:pt x="11430" y="68580"/>
                  </a:lnTo>
                  <a:lnTo>
                    <a:pt x="11906" y="70485"/>
                  </a:lnTo>
                  <a:lnTo>
                    <a:pt x="11906" y="72866"/>
                  </a:lnTo>
                  <a:lnTo>
                    <a:pt x="12859" y="74771"/>
                  </a:lnTo>
                  <a:lnTo>
                    <a:pt x="14764" y="75247"/>
                  </a:lnTo>
                  <a:lnTo>
                    <a:pt x="16669" y="76200"/>
                  </a:lnTo>
                  <a:lnTo>
                    <a:pt x="19050" y="79534"/>
                  </a:lnTo>
                  <a:lnTo>
                    <a:pt x="20479" y="79057"/>
                  </a:lnTo>
                  <a:lnTo>
                    <a:pt x="21908" y="77152"/>
                  </a:lnTo>
                  <a:lnTo>
                    <a:pt x="25241" y="71914"/>
                  </a:lnTo>
                  <a:lnTo>
                    <a:pt x="30480" y="64294"/>
                  </a:lnTo>
                  <a:lnTo>
                    <a:pt x="31433" y="62389"/>
                  </a:lnTo>
                  <a:lnTo>
                    <a:pt x="31433" y="59055"/>
                  </a:lnTo>
                  <a:lnTo>
                    <a:pt x="31909" y="58102"/>
                  </a:lnTo>
                  <a:lnTo>
                    <a:pt x="33338" y="57150"/>
                  </a:lnTo>
                  <a:lnTo>
                    <a:pt x="36671" y="56674"/>
                  </a:lnTo>
                  <a:lnTo>
                    <a:pt x="42386" y="54769"/>
                  </a:lnTo>
                  <a:lnTo>
                    <a:pt x="46196" y="55245"/>
                  </a:lnTo>
                  <a:lnTo>
                    <a:pt x="49054" y="57626"/>
                  </a:lnTo>
                  <a:lnTo>
                    <a:pt x="51911" y="59055"/>
                  </a:lnTo>
                  <a:lnTo>
                    <a:pt x="61913" y="58102"/>
                  </a:lnTo>
                  <a:lnTo>
                    <a:pt x="63341" y="57150"/>
                  </a:lnTo>
                  <a:lnTo>
                    <a:pt x="66199" y="54769"/>
                  </a:lnTo>
                  <a:lnTo>
                    <a:pt x="67628" y="53816"/>
                  </a:lnTo>
                  <a:lnTo>
                    <a:pt x="71438" y="52388"/>
                  </a:lnTo>
                  <a:lnTo>
                    <a:pt x="75724" y="51435"/>
                  </a:lnTo>
                  <a:lnTo>
                    <a:pt x="80010" y="51435"/>
                  </a:lnTo>
                  <a:lnTo>
                    <a:pt x="84296" y="52388"/>
                  </a:lnTo>
                  <a:lnTo>
                    <a:pt x="88583" y="52388"/>
                  </a:lnTo>
                  <a:lnTo>
                    <a:pt x="92869" y="51435"/>
                  </a:lnTo>
                  <a:lnTo>
                    <a:pt x="99536" y="52864"/>
                  </a:lnTo>
                  <a:lnTo>
                    <a:pt x="104299" y="52864"/>
                  </a:lnTo>
                  <a:lnTo>
                    <a:pt x="108109" y="55245"/>
                  </a:lnTo>
                  <a:lnTo>
                    <a:pt x="109538" y="57626"/>
                  </a:lnTo>
                  <a:lnTo>
                    <a:pt x="111443" y="59055"/>
                  </a:lnTo>
                  <a:lnTo>
                    <a:pt x="112871" y="59531"/>
                  </a:lnTo>
                  <a:lnTo>
                    <a:pt x="113824" y="59055"/>
                  </a:lnTo>
                  <a:lnTo>
                    <a:pt x="115253" y="56197"/>
                  </a:lnTo>
                  <a:lnTo>
                    <a:pt x="117158" y="54292"/>
                  </a:lnTo>
                  <a:lnTo>
                    <a:pt x="119539" y="53816"/>
                  </a:lnTo>
                  <a:lnTo>
                    <a:pt x="120968" y="52388"/>
                  </a:lnTo>
                  <a:lnTo>
                    <a:pt x="123825" y="48101"/>
                  </a:lnTo>
                  <a:lnTo>
                    <a:pt x="124778" y="45720"/>
                  </a:lnTo>
                  <a:close/>
                </a:path>
              </a:pathLst>
            </a:custGeom>
            <a:grpFill/>
            <a:ln w="317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E8787C0F-7E45-41D7-BFA3-F85AC008C990}"/>
                </a:ext>
              </a:extLst>
            </p:cNvPr>
            <p:cNvSpPr/>
            <p:nvPr/>
          </p:nvSpPr>
          <p:spPr>
            <a:xfrm>
              <a:off x="3628072" y="3769994"/>
              <a:ext cx="7620" cy="13811"/>
            </a:xfrm>
            <a:custGeom>
              <a:avLst/>
              <a:gdLst>
                <a:gd name="connsiteX0" fmla="*/ 6668 w 7620"/>
                <a:gd name="connsiteY0" fmla="*/ 3810 h 13811"/>
                <a:gd name="connsiteX1" fmla="*/ 5239 w 7620"/>
                <a:gd name="connsiteY1" fmla="*/ 1429 h 13811"/>
                <a:gd name="connsiteX2" fmla="*/ 476 w 7620"/>
                <a:gd name="connsiteY2" fmla="*/ 0 h 13811"/>
                <a:gd name="connsiteX3" fmla="*/ 0 w 7620"/>
                <a:gd name="connsiteY3" fmla="*/ 953 h 13811"/>
                <a:gd name="connsiteX4" fmla="*/ 0 w 7620"/>
                <a:gd name="connsiteY4" fmla="*/ 3810 h 13811"/>
                <a:gd name="connsiteX5" fmla="*/ 1905 w 7620"/>
                <a:gd name="connsiteY5" fmla="*/ 8096 h 13811"/>
                <a:gd name="connsiteX6" fmla="*/ 3334 w 7620"/>
                <a:gd name="connsiteY6" fmla="*/ 13811 h 13811"/>
                <a:gd name="connsiteX7" fmla="*/ 6668 w 7620"/>
                <a:gd name="connsiteY7" fmla="*/ 13335 h 13811"/>
                <a:gd name="connsiteX8" fmla="*/ 7620 w 7620"/>
                <a:gd name="connsiteY8" fmla="*/ 9049 h 1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 h="13811">
                  <a:moveTo>
                    <a:pt x="6668" y="3810"/>
                  </a:moveTo>
                  <a:lnTo>
                    <a:pt x="5239" y="1429"/>
                  </a:lnTo>
                  <a:lnTo>
                    <a:pt x="476" y="0"/>
                  </a:lnTo>
                  <a:lnTo>
                    <a:pt x="0" y="953"/>
                  </a:lnTo>
                  <a:lnTo>
                    <a:pt x="0" y="3810"/>
                  </a:lnTo>
                  <a:lnTo>
                    <a:pt x="1905" y="8096"/>
                  </a:lnTo>
                  <a:lnTo>
                    <a:pt x="3334" y="13811"/>
                  </a:lnTo>
                  <a:lnTo>
                    <a:pt x="6668" y="13335"/>
                  </a:lnTo>
                  <a:lnTo>
                    <a:pt x="7620" y="9049"/>
                  </a:lnTo>
                  <a:close/>
                </a:path>
              </a:pathLst>
            </a:custGeom>
            <a:grpFill/>
            <a:ln w="317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8350C08C-9FBB-42EA-AABF-440C05157EAB}"/>
                </a:ext>
              </a:extLst>
            </p:cNvPr>
            <p:cNvSpPr/>
            <p:nvPr/>
          </p:nvSpPr>
          <p:spPr>
            <a:xfrm>
              <a:off x="5995035" y="2104071"/>
              <a:ext cx="153828" cy="147161"/>
            </a:xfrm>
            <a:custGeom>
              <a:avLst/>
              <a:gdLst>
                <a:gd name="connsiteX0" fmla="*/ 55721 w 153828"/>
                <a:gd name="connsiteY0" fmla="*/ 131445 h 147161"/>
                <a:gd name="connsiteX1" fmla="*/ 54292 w 153828"/>
                <a:gd name="connsiteY1" fmla="*/ 130016 h 147161"/>
                <a:gd name="connsiteX2" fmla="*/ 52864 w 153828"/>
                <a:gd name="connsiteY2" fmla="*/ 129064 h 147161"/>
                <a:gd name="connsiteX3" fmla="*/ 50482 w 153828"/>
                <a:gd name="connsiteY3" fmla="*/ 128111 h 147161"/>
                <a:gd name="connsiteX4" fmla="*/ 46672 w 153828"/>
                <a:gd name="connsiteY4" fmla="*/ 128111 h 147161"/>
                <a:gd name="connsiteX5" fmla="*/ 48577 w 153828"/>
                <a:gd name="connsiteY5" fmla="*/ 124301 h 147161"/>
                <a:gd name="connsiteX6" fmla="*/ 53340 w 153828"/>
                <a:gd name="connsiteY6" fmla="*/ 120015 h 147161"/>
                <a:gd name="connsiteX7" fmla="*/ 54292 w 153828"/>
                <a:gd name="connsiteY7" fmla="*/ 117158 h 147161"/>
                <a:gd name="connsiteX8" fmla="*/ 53340 w 153828"/>
                <a:gd name="connsiteY8" fmla="*/ 113348 h 147161"/>
                <a:gd name="connsiteX9" fmla="*/ 52864 w 153828"/>
                <a:gd name="connsiteY9" fmla="*/ 110014 h 147161"/>
                <a:gd name="connsiteX10" fmla="*/ 51911 w 153828"/>
                <a:gd name="connsiteY10" fmla="*/ 106204 h 147161"/>
                <a:gd name="connsiteX11" fmla="*/ 54292 w 153828"/>
                <a:gd name="connsiteY11" fmla="*/ 103346 h 147161"/>
                <a:gd name="connsiteX12" fmla="*/ 58102 w 153828"/>
                <a:gd name="connsiteY12" fmla="*/ 100965 h 147161"/>
                <a:gd name="connsiteX13" fmla="*/ 59531 w 153828"/>
                <a:gd name="connsiteY13" fmla="*/ 99060 h 147161"/>
                <a:gd name="connsiteX14" fmla="*/ 62389 w 153828"/>
                <a:gd name="connsiteY14" fmla="*/ 96203 h 147161"/>
                <a:gd name="connsiteX15" fmla="*/ 65722 w 153828"/>
                <a:gd name="connsiteY15" fmla="*/ 94774 h 147161"/>
                <a:gd name="connsiteX16" fmla="*/ 66675 w 153828"/>
                <a:gd name="connsiteY16" fmla="*/ 93345 h 147161"/>
                <a:gd name="connsiteX17" fmla="*/ 64770 w 153828"/>
                <a:gd name="connsiteY17" fmla="*/ 90964 h 147161"/>
                <a:gd name="connsiteX18" fmla="*/ 62865 w 153828"/>
                <a:gd name="connsiteY18" fmla="*/ 89535 h 147161"/>
                <a:gd name="connsiteX19" fmla="*/ 66675 w 153828"/>
                <a:gd name="connsiteY19" fmla="*/ 88106 h 147161"/>
                <a:gd name="connsiteX20" fmla="*/ 69532 w 153828"/>
                <a:gd name="connsiteY20" fmla="*/ 88106 h 147161"/>
                <a:gd name="connsiteX21" fmla="*/ 71438 w 153828"/>
                <a:gd name="connsiteY21" fmla="*/ 89059 h 147161"/>
                <a:gd name="connsiteX22" fmla="*/ 72390 w 153828"/>
                <a:gd name="connsiteY22" fmla="*/ 88583 h 147161"/>
                <a:gd name="connsiteX23" fmla="*/ 73819 w 153828"/>
                <a:gd name="connsiteY23" fmla="*/ 81915 h 147161"/>
                <a:gd name="connsiteX24" fmla="*/ 77152 w 153828"/>
                <a:gd name="connsiteY24" fmla="*/ 71914 h 147161"/>
                <a:gd name="connsiteX25" fmla="*/ 79057 w 153828"/>
                <a:gd name="connsiteY25" fmla="*/ 70009 h 147161"/>
                <a:gd name="connsiteX26" fmla="*/ 80963 w 153828"/>
                <a:gd name="connsiteY26" fmla="*/ 69056 h 147161"/>
                <a:gd name="connsiteX27" fmla="*/ 84772 w 153828"/>
                <a:gd name="connsiteY27" fmla="*/ 72866 h 147161"/>
                <a:gd name="connsiteX28" fmla="*/ 87630 w 153828"/>
                <a:gd name="connsiteY28" fmla="*/ 72866 h 147161"/>
                <a:gd name="connsiteX29" fmla="*/ 91916 w 153828"/>
                <a:gd name="connsiteY29" fmla="*/ 70961 h 147161"/>
                <a:gd name="connsiteX30" fmla="*/ 95250 w 153828"/>
                <a:gd name="connsiteY30" fmla="*/ 68580 h 147161"/>
                <a:gd name="connsiteX31" fmla="*/ 96678 w 153828"/>
                <a:gd name="connsiteY31" fmla="*/ 65723 h 147161"/>
                <a:gd name="connsiteX32" fmla="*/ 97631 w 153828"/>
                <a:gd name="connsiteY32" fmla="*/ 61913 h 147161"/>
                <a:gd name="connsiteX33" fmla="*/ 96202 w 153828"/>
                <a:gd name="connsiteY33" fmla="*/ 59531 h 147161"/>
                <a:gd name="connsiteX34" fmla="*/ 94773 w 153828"/>
                <a:gd name="connsiteY34" fmla="*/ 58103 h 147161"/>
                <a:gd name="connsiteX35" fmla="*/ 82867 w 153828"/>
                <a:gd name="connsiteY35" fmla="*/ 58103 h 147161"/>
                <a:gd name="connsiteX36" fmla="*/ 79057 w 153828"/>
                <a:gd name="connsiteY36" fmla="*/ 56674 h 147161"/>
                <a:gd name="connsiteX37" fmla="*/ 75723 w 153828"/>
                <a:gd name="connsiteY37" fmla="*/ 53340 h 147161"/>
                <a:gd name="connsiteX38" fmla="*/ 76200 w 153828"/>
                <a:gd name="connsiteY38" fmla="*/ 45720 h 147161"/>
                <a:gd name="connsiteX39" fmla="*/ 75723 w 153828"/>
                <a:gd name="connsiteY39" fmla="*/ 43815 h 147161"/>
                <a:gd name="connsiteX40" fmla="*/ 76200 w 153828"/>
                <a:gd name="connsiteY40" fmla="*/ 35243 h 147161"/>
                <a:gd name="connsiteX41" fmla="*/ 77628 w 153828"/>
                <a:gd name="connsiteY41" fmla="*/ 34290 h 147161"/>
                <a:gd name="connsiteX42" fmla="*/ 80963 w 153828"/>
                <a:gd name="connsiteY42" fmla="*/ 27146 h 147161"/>
                <a:gd name="connsiteX43" fmla="*/ 83820 w 153828"/>
                <a:gd name="connsiteY43" fmla="*/ 23813 h 147161"/>
                <a:gd name="connsiteX44" fmla="*/ 83820 w 153828"/>
                <a:gd name="connsiteY44" fmla="*/ 17145 h 147161"/>
                <a:gd name="connsiteX45" fmla="*/ 84296 w 153828"/>
                <a:gd name="connsiteY45" fmla="*/ 13811 h 147161"/>
                <a:gd name="connsiteX46" fmla="*/ 80963 w 153828"/>
                <a:gd name="connsiteY46" fmla="*/ 8096 h 147161"/>
                <a:gd name="connsiteX47" fmla="*/ 81439 w 153828"/>
                <a:gd name="connsiteY47" fmla="*/ 5715 h 147161"/>
                <a:gd name="connsiteX48" fmla="*/ 81915 w 153828"/>
                <a:gd name="connsiteY48" fmla="*/ 4286 h 147161"/>
                <a:gd name="connsiteX49" fmla="*/ 86201 w 153828"/>
                <a:gd name="connsiteY49" fmla="*/ 0 h 147161"/>
                <a:gd name="connsiteX50" fmla="*/ 83820 w 153828"/>
                <a:gd name="connsiteY50" fmla="*/ 0 h 147161"/>
                <a:gd name="connsiteX51" fmla="*/ 74295 w 153828"/>
                <a:gd name="connsiteY51" fmla="*/ 5715 h 147161"/>
                <a:gd name="connsiteX52" fmla="*/ 64294 w 153828"/>
                <a:gd name="connsiteY52" fmla="*/ 7620 h 147161"/>
                <a:gd name="connsiteX53" fmla="*/ 59055 w 153828"/>
                <a:gd name="connsiteY53" fmla="*/ 12383 h 147161"/>
                <a:gd name="connsiteX54" fmla="*/ 50006 w 153828"/>
                <a:gd name="connsiteY54" fmla="*/ 24289 h 147161"/>
                <a:gd name="connsiteX55" fmla="*/ 45720 w 153828"/>
                <a:gd name="connsiteY55" fmla="*/ 27146 h 147161"/>
                <a:gd name="connsiteX56" fmla="*/ 40957 w 153828"/>
                <a:gd name="connsiteY56" fmla="*/ 28575 h 147161"/>
                <a:gd name="connsiteX57" fmla="*/ 31909 w 153828"/>
                <a:gd name="connsiteY57" fmla="*/ 28099 h 147161"/>
                <a:gd name="connsiteX58" fmla="*/ 29051 w 153828"/>
                <a:gd name="connsiteY58" fmla="*/ 28099 h 147161"/>
                <a:gd name="connsiteX59" fmla="*/ 24289 w 153828"/>
                <a:gd name="connsiteY59" fmla="*/ 30004 h 147161"/>
                <a:gd name="connsiteX60" fmla="*/ 17621 w 153828"/>
                <a:gd name="connsiteY60" fmla="*/ 30004 h 147161"/>
                <a:gd name="connsiteX61" fmla="*/ 10953 w 153828"/>
                <a:gd name="connsiteY61" fmla="*/ 36195 h 147161"/>
                <a:gd name="connsiteX62" fmla="*/ 6191 w 153828"/>
                <a:gd name="connsiteY62" fmla="*/ 42386 h 147161"/>
                <a:gd name="connsiteX63" fmla="*/ 5715 w 153828"/>
                <a:gd name="connsiteY63" fmla="*/ 44291 h 147161"/>
                <a:gd name="connsiteX64" fmla="*/ 5715 w 153828"/>
                <a:gd name="connsiteY64" fmla="*/ 47149 h 147161"/>
                <a:gd name="connsiteX65" fmla="*/ 8572 w 153828"/>
                <a:gd name="connsiteY65" fmla="*/ 49054 h 147161"/>
                <a:gd name="connsiteX66" fmla="*/ 12859 w 153828"/>
                <a:gd name="connsiteY66" fmla="*/ 51435 h 147161"/>
                <a:gd name="connsiteX67" fmla="*/ 17621 w 153828"/>
                <a:gd name="connsiteY67" fmla="*/ 49054 h 147161"/>
                <a:gd name="connsiteX68" fmla="*/ 23336 w 153828"/>
                <a:gd name="connsiteY68" fmla="*/ 48101 h 147161"/>
                <a:gd name="connsiteX69" fmla="*/ 26670 w 153828"/>
                <a:gd name="connsiteY69" fmla="*/ 40481 h 147161"/>
                <a:gd name="connsiteX70" fmla="*/ 30480 w 153828"/>
                <a:gd name="connsiteY70" fmla="*/ 34290 h 147161"/>
                <a:gd name="connsiteX71" fmla="*/ 34290 w 153828"/>
                <a:gd name="connsiteY71" fmla="*/ 32861 h 147161"/>
                <a:gd name="connsiteX72" fmla="*/ 39052 w 153828"/>
                <a:gd name="connsiteY72" fmla="*/ 34290 h 147161"/>
                <a:gd name="connsiteX73" fmla="*/ 37623 w 153828"/>
                <a:gd name="connsiteY73" fmla="*/ 44291 h 147161"/>
                <a:gd name="connsiteX74" fmla="*/ 37147 w 153828"/>
                <a:gd name="connsiteY74" fmla="*/ 49530 h 147161"/>
                <a:gd name="connsiteX75" fmla="*/ 35242 w 153828"/>
                <a:gd name="connsiteY75" fmla="*/ 47149 h 147161"/>
                <a:gd name="connsiteX76" fmla="*/ 32861 w 153828"/>
                <a:gd name="connsiteY76" fmla="*/ 45244 h 147161"/>
                <a:gd name="connsiteX77" fmla="*/ 30480 w 153828"/>
                <a:gd name="connsiteY77" fmla="*/ 46196 h 147161"/>
                <a:gd name="connsiteX78" fmla="*/ 26670 w 153828"/>
                <a:gd name="connsiteY78" fmla="*/ 48101 h 147161"/>
                <a:gd name="connsiteX79" fmla="*/ 21431 w 153828"/>
                <a:gd name="connsiteY79" fmla="*/ 53340 h 147161"/>
                <a:gd name="connsiteX80" fmla="*/ 20955 w 153828"/>
                <a:gd name="connsiteY80" fmla="*/ 57150 h 147161"/>
                <a:gd name="connsiteX81" fmla="*/ 19526 w 153828"/>
                <a:gd name="connsiteY81" fmla="*/ 59531 h 147161"/>
                <a:gd name="connsiteX82" fmla="*/ 17145 w 153828"/>
                <a:gd name="connsiteY82" fmla="*/ 58579 h 147161"/>
                <a:gd name="connsiteX83" fmla="*/ 15240 w 153828"/>
                <a:gd name="connsiteY83" fmla="*/ 56198 h 147161"/>
                <a:gd name="connsiteX84" fmla="*/ 12382 w 153828"/>
                <a:gd name="connsiteY84" fmla="*/ 55721 h 147161"/>
                <a:gd name="connsiteX85" fmla="*/ 5715 w 153828"/>
                <a:gd name="connsiteY85" fmla="*/ 53340 h 147161"/>
                <a:gd name="connsiteX86" fmla="*/ 3810 w 153828"/>
                <a:gd name="connsiteY86" fmla="*/ 53340 h 147161"/>
                <a:gd name="connsiteX87" fmla="*/ 1428 w 153828"/>
                <a:gd name="connsiteY87" fmla="*/ 53816 h 147161"/>
                <a:gd name="connsiteX88" fmla="*/ 476 w 153828"/>
                <a:gd name="connsiteY88" fmla="*/ 67628 h 147161"/>
                <a:gd name="connsiteX89" fmla="*/ 0 w 153828"/>
                <a:gd name="connsiteY89" fmla="*/ 76200 h 147161"/>
                <a:gd name="connsiteX90" fmla="*/ 2857 w 153828"/>
                <a:gd name="connsiteY90" fmla="*/ 83820 h 147161"/>
                <a:gd name="connsiteX91" fmla="*/ 2381 w 153828"/>
                <a:gd name="connsiteY91" fmla="*/ 87630 h 147161"/>
                <a:gd name="connsiteX92" fmla="*/ 476 w 153828"/>
                <a:gd name="connsiteY92" fmla="*/ 101918 h 147161"/>
                <a:gd name="connsiteX93" fmla="*/ 7620 w 153828"/>
                <a:gd name="connsiteY93" fmla="*/ 106204 h 147161"/>
                <a:gd name="connsiteX94" fmla="*/ 16669 w 153828"/>
                <a:gd name="connsiteY94" fmla="*/ 110490 h 147161"/>
                <a:gd name="connsiteX95" fmla="*/ 18097 w 153828"/>
                <a:gd name="connsiteY95" fmla="*/ 114776 h 147161"/>
                <a:gd name="connsiteX96" fmla="*/ 18573 w 153828"/>
                <a:gd name="connsiteY96" fmla="*/ 122873 h 147161"/>
                <a:gd name="connsiteX97" fmla="*/ 15240 w 153828"/>
                <a:gd name="connsiteY97" fmla="*/ 123825 h 147161"/>
                <a:gd name="connsiteX98" fmla="*/ 17621 w 153828"/>
                <a:gd name="connsiteY98" fmla="*/ 128111 h 147161"/>
                <a:gd name="connsiteX99" fmla="*/ 18573 w 153828"/>
                <a:gd name="connsiteY99" fmla="*/ 130969 h 147161"/>
                <a:gd name="connsiteX100" fmla="*/ 19050 w 153828"/>
                <a:gd name="connsiteY100" fmla="*/ 134779 h 147161"/>
                <a:gd name="connsiteX101" fmla="*/ 19050 w 153828"/>
                <a:gd name="connsiteY101" fmla="*/ 134779 h 147161"/>
                <a:gd name="connsiteX102" fmla="*/ 25241 w 153828"/>
                <a:gd name="connsiteY102" fmla="*/ 134779 h 147161"/>
                <a:gd name="connsiteX103" fmla="*/ 26670 w 153828"/>
                <a:gd name="connsiteY103" fmla="*/ 134779 h 147161"/>
                <a:gd name="connsiteX104" fmla="*/ 36195 w 153828"/>
                <a:gd name="connsiteY104" fmla="*/ 137160 h 147161"/>
                <a:gd name="connsiteX105" fmla="*/ 38576 w 153828"/>
                <a:gd name="connsiteY105" fmla="*/ 139065 h 147161"/>
                <a:gd name="connsiteX106" fmla="*/ 41434 w 153828"/>
                <a:gd name="connsiteY106" fmla="*/ 139065 h 147161"/>
                <a:gd name="connsiteX107" fmla="*/ 46672 w 153828"/>
                <a:gd name="connsiteY107" fmla="*/ 137636 h 147161"/>
                <a:gd name="connsiteX108" fmla="*/ 50482 w 153828"/>
                <a:gd name="connsiteY108" fmla="*/ 137160 h 147161"/>
                <a:gd name="connsiteX109" fmla="*/ 51911 w 153828"/>
                <a:gd name="connsiteY109" fmla="*/ 138113 h 147161"/>
                <a:gd name="connsiteX110" fmla="*/ 54292 w 153828"/>
                <a:gd name="connsiteY110" fmla="*/ 138589 h 147161"/>
                <a:gd name="connsiteX111" fmla="*/ 54769 w 153828"/>
                <a:gd name="connsiteY111" fmla="*/ 138589 h 147161"/>
                <a:gd name="connsiteX112" fmla="*/ 53816 w 153828"/>
                <a:gd name="connsiteY112" fmla="*/ 133826 h 147161"/>
                <a:gd name="connsiteX113" fmla="*/ 55721 w 153828"/>
                <a:gd name="connsiteY113" fmla="*/ 131445 h 147161"/>
                <a:gd name="connsiteX114" fmla="*/ 90011 w 153828"/>
                <a:gd name="connsiteY114" fmla="*/ 109061 h 147161"/>
                <a:gd name="connsiteX115" fmla="*/ 88106 w 153828"/>
                <a:gd name="connsiteY115" fmla="*/ 103823 h 147161"/>
                <a:gd name="connsiteX116" fmla="*/ 86677 w 153828"/>
                <a:gd name="connsiteY116" fmla="*/ 101441 h 147161"/>
                <a:gd name="connsiteX117" fmla="*/ 85725 w 153828"/>
                <a:gd name="connsiteY117" fmla="*/ 101441 h 147161"/>
                <a:gd name="connsiteX118" fmla="*/ 81915 w 153828"/>
                <a:gd name="connsiteY118" fmla="*/ 103823 h 147161"/>
                <a:gd name="connsiteX119" fmla="*/ 79057 w 153828"/>
                <a:gd name="connsiteY119" fmla="*/ 103823 h 147161"/>
                <a:gd name="connsiteX120" fmla="*/ 76676 w 153828"/>
                <a:gd name="connsiteY120" fmla="*/ 101918 h 147161"/>
                <a:gd name="connsiteX121" fmla="*/ 74295 w 153828"/>
                <a:gd name="connsiteY121" fmla="*/ 101441 h 147161"/>
                <a:gd name="connsiteX122" fmla="*/ 64294 w 153828"/>
                <a:gd name="connsiteY122" fmla="*/ 105251 h 147161"/>
                <a:gd name="connsiteX123" fmla="*/ 59531 w 153828"/>
                <a:gd name="connsiteY123" fmla="*/ 106204 h 147161"/>
                <a:gd name="connsiteX124" fmla="*/ 59531 w 153828"/>
                <a:gd name="connsiteY124" fmla="*/ 113824 h 147161"/>
                <a:gd name="connsiteX125" fmla="*/ 61913 w 153828"/>
                <a:gd name="connsiteY125" fmla="*/ 120015 h 147161"/>
                <a:gd name="connsiteX126" fmla="*/ 63341 w 153828"/>
                <a:gd name="connsiteY126" fmla="*/ 120968 h 147161"/>
                <a:gd name="connsiteX127" fmla="*/ 64294 w 153828"/>
                <a:gd name="connsiteY127" fmla="*/ 122873 h 147161"/>
                <a:gd name="connsiteX128" fmla="*/ 73342 w 153828"/>
                <a:gd name="connsiteY128" fmla="*/ 126206 h 147161"/>
                <a:gd name="connsiteX129" fmla="*/ 79534 w 153828"/>
                <a:gd name="connsiteY129" fmla="*/ 128111 h 147161"/>
                <a:gd name="connsiteX130" fmla="*/ 85725 w 153828"/>
                <a:gd name="connsiteY130" fmla="*/ 128111 h 147161"/>
                <a:gd name="connsiteX131" fmla="*/ 91440 w 153828"/>
                <a:gd name="connsiteY131" fmla="*/ 124301 h 147161"/>
                <a:gd name="connsiteX132" fmla="*/ 92392 w 153828"/>
                <a:gd name="connsiteY132" fmla="*/ 120968 h 147161"/>
                <a:gd name="connsiteX133" fmla="*/ 91440 w 153828"/>
                <a:gd name="connsiteY133" fmla="*/ 117634 h 147161"/>
                <a:gd name="connsiteX134" fmla="*/ 92392 w 153828"/>
                <a:gd name="connsiteY134" fmla="*/ 115253 h 147161"/>
                <a:gd name="connsiteX135" fmla="*/ 90011 w 153828"/>
                <a:gd name="connsiteY135" fmla="*/ 109061 h 147161"/>
                <a:gd name="connsiteX136" fmla="*/ 123825 w 153828"/>
                <a:gd name="connsiteY136" fmla="*/ 139065 h 147161"/>
                <a:gd name="connsiteX137" fmla="*/ 120967 w 153828"/>
                <a:gd name="connsiteY137" fmla="*/ 137636 h 147161"/>
                <a:gd name="connsiteX138" fmla="*/ 116681 w 153828"/>
                <a:gd name="connsiteY138" fmla="*/ 137636 h 147161"/>
                <a:gd name="connsiteX139" fmla="*/ 110490 w 153828"/>
                <a:gd name="connsiteY139" fmla="*/ 134779 h 147161"/>
                <a:gd name="connsiteX140" fmla="*/ 107156 w 153828"/>
                <a:gd name="connsiteY140" fmla="*/ 131921 h 147161"/>
                <a:gd name="connsiteX141" fmla="*/ 100489 w 153828"/>
                <a:gd name="connsiteY141" fmla="*/ 132398 h 147161"/>
                <a:gd name="connsiteX142" fmla="*/ 100013 w 153828"/>
                <a:gd name="connsiteY142" fmla="*/ 134779 h 147161"/>
                <a:gd name="connsiteX143" fmla="*/ 100013 w 153828"/>
                <a:gd name="connsiteY143" fmla="*/ 140494 h 147161"/>
                <a:gd name="connsiteX144" fmla="*/ 114300 w 153828"/>
                <a:gd name="connsiteY144" fmla="*/ 147161 h 147161"/>
                <a:gd name="connsiteX145" fmla="*/ 118586 w 153828"/>
                <a:gd name="connsiteY145" fmla="*/ 145733 h 147161"/>
                <a:gd name="connsiteX146" fmla="*/ 121920 w 153828"/>
                <a:gd name="connsiteY146" fmla="*/ 146209 h 147161"/>
                <a:gd name="connsiteX147" fmla="*/ 124777 w 153828"/>
                <a:gd name="connsiteY147" fmla="*/ 144780 h 147161"/>
                <a:gd name="connsiteX148" fmla="*/ 124777 w 153828"/>
                <a:gd name="connsiteY148" fmla="*/ 140494 h 147161"/>
                <a:gd name="connsiteX149" fmla="*/ 123825 w 153828"/>
                <a:gd name="connsiteY149" fmla="*/ 139065 h 147161"/>
                <a:gd name="connsiteX150" fmla="*/ 143827 w 153828"/>
                <a:gd name="connsiteY150" fmla="*/ 118586 h 147161"/>
                <a:gd name="connsiteX151" fmla="*/ 146685 w 153828"/>
                <a:gd name="connsiteY151" fmla="*/ 116205 h 147161"/>
                <a:gd name="connsiteX152" fmla="*/ 145732 w 153828"/>
                <a:gd name="connsiteY152" fmla="*/ 111443 h 147161"/>
                <a:gd name="connsiteX153" fmla="*/ 141922 w 153828"/>
                <a:gd name="connsiteY153" fmla="*/ 110014 h 147161"/>
                <a:gd name="connsiteX154" fmla="*/ 140017 w 153828"/>
                <a:gd name="connsiteY154" fmla="*/ 107633 h 147161"/>
                <a:gd name="connsiteX155" fmla="*/ 140970 w 153828"/>
                <a:gd name="connsiteY155" fmla="*/ 104299 h 147161"/>
                <a:gd name="connsiteX156" fmla="*/ 143827 w 153828"/>
                <a:gd name="connsiteY156" fmla="*/ 101918 h 147161"/>
                <a:gd name="connsiteX157" fmla="*/ 146685 w 153828"/>
                <a:gd name="connsiteY157" fmla="*/ 100489 h 147161"/>
                <a:gd name="connsiteX158" fmla="*/ 150019 w 153828"/>
                <a:gd name="connsiteY158" fmla="*/ 99536 h 147161"/>
                <a:gd name="connsiteX159" fmla="*/ 151447 w 153828"/>
                <a:gd name="connsiteY159" fmla="*/ 98584 h 147161"/>
                <a:gd name="connsiteX160" fmla="*/ 152400 w 153828"/>
                <a:gd name="connsiteY160" fmla="*/ 97155 h 147161"/>
                <a:gd name="connsiteX161" fmla="*/ 152400 w 153828"/>
                <a:gd name="connsiteY161" fmla="*/ 92393 h 147161"/>
                <a:gd name="connsiteX162" fmla="*/ 150971 w 153828"/>
                <a:gd name="connsiteY162" fmla="*/ 86201 h 147161"/>
                <a:gd name="connsiteX163" fmla="*/ 151447 w 153828"/>
                <a:gd name="connsiteY163" fmla="*/ 84296 h 147161"/>
                <a:gd name="connsiteX164" fmla="*/ 153828 w 153828"/>
                <a:gd name="connsiteY164" fmla="*/ 80963 h 147161"/>
                <a:gd name="connsiteX165" fmla="*/ 152876 w 153828"/>
                <a:gd name="connsiteY165" fmla="*/ 79534 h 147161"/>
                <a:gd name="connsiteX166" fmla="*/ 150971 w 153828"/>
                <a:gd name="connsiteY166" fmla="*/ 78581 h 147161"/>
                <a:gd name="connsiteX167" fmla="*/ 147638 w 153828"/>
                <a:gd name="connsiteY167" fmla="*/ 77629 h 147161"/>
                <a:gd name="connsiteX168" fmla="*/ 144303 w 153828"/>
                <a:gd name="connsiteY168" fmla="*/ 76676 h 147161"/>
                <a:gd name="connsiteX169" fmla="*/ 140970 w 153828"/>
                <a:gd name="connsiteY169" fmla="*/ 76676 h 147161"/>
                <a:gd name="connsiteX170" fmla="*/ 134778 w 153828"/>
                <a:gd name="connsiteY170" fmla="*/ 80010 h 147161"/>
                <a:gd name="connsiteX171" fmla="*/ 129064 w 153828"/>
                <a:gd name="connsiteY171" fmla="*/ 83820 h 147161"/>
                <a:gd name="connsiteX172" fmla="*/ 130492 w 153828"/>
                <a:gd name="connsiteY172" fmla="*/ 85249 h 147161"/>
                <a:gd name="connsiteX173" fmla="*/ 131445 w 153828"/>
                <a:gd name="connsiteY173" fmla="*/ 87154 h 147161"/>
                <a:gd name="connsiteX174" fmla="*/ 130969 w 153828"/>
                <a:gd name="connsiteY174" fmla="*/ 90488 h 147161"/>
                <a:gd name="connsiteX175" fmla="*/ 129540 w 153828"/>
                <a:gd name="connsiteY175" fmla="*/ 91440 h 147161"/>
                <a:gd name="connsiteX176" fmla="*/ 128588 w 153828"/>
                <a:gd name="connsiteY176" fmla="*/ 93345 h 147161"/>
                <a:gd name="connsiteX177" fmla="*/ 127159 w 153828"/>
                <a:gd name="connsiteY177" fmla="*/ 96679 h 147161"/>
                <a:gd name="connsiteX178" fmla="*/ 125730 w 153828"/>
                <a:gd name="connsiteY178" fmla="*/ 96679 h 147161"/>
                <a:gd name="connsiteX179" fmla="*/ 122396 w 153828"/>
                <a:gd name="connsiteY179" fmla="*/ 95250 h 147161"/>
                <a:gd name="connsiteX180" fmla="*/ 121920 w 153828"/>
                <a:gd name="connsiteY180" fmla="*/ 90488 h 147161"/>
                <a:gd name="connsiteX181" fmla="*/ 122396 w 153828"/>
                <a:gd name="connsiteY181" fmla="*/ 86678 h 147161"/>
                <a:gd name="connsiteX182" fmla="*/ 120015 w 153828"/>
                <a:gd name="connsiteY182" fmla="*/ 84296 h 147161"/>
                <a:gd name="connsiteX183" fmla="*/ 114776 w 153828"/>
                <a:gd name="connsiteY183" fmla="*/ 84773 h 147161"/>
                <a:gd name="connsiteX184" fmla="*/ 114300 w 153828"/>
                <a:gd name="connsiteY184" fmla="*/ 86678 h 147161"/>
                <a:gd name="connsiteX185" fmla="*/ 114300 w 153828"/>
                <a:gd name="connsiteY185" fmla="*/ 88106 h 147161"/>
                <a:gd name="connsiteX186" fmla="*/ 109538 w 153828"/>
                <a:gd name="connsiteY186" fmla="*/ 94298 h 147161"/>
                <a:gd name="connsiteX187" fmla="*/ 108109 w 153828"/>
                <a:gd name="connsiteY187" fmla="*/ 95250 h 147161"/>
                <a:gd name="connsiteX188" fmla="*/ 106203 w 153828"/>
                <a:gd name="connsiteY188" fmla="*/ 95726 h 147161"/>
                <a:gd name="connsiteX189" fmla="*/ 100489 w 153828"/>
                <a:gd name="connsiteY189" fmla="*/ 95250 h 147161"/>
                <a:gd name="connsiteX190" fmla="*/ 98107 w 153828"/>
                <a:gd name="connsiteY190" fmla="*/ 96203 h 147161"/>
                <a:gd name="connsiteX191" fmla="*/ 99060 w 153828"/>
                <a:gd name="connsiteY191" fmla="*/ 100013 h 147161"/>
                <a:gd name="connsiteX192" fmla="*/ 100965 w 153828"/>
                <a:gd name="connsiteY192" fmla="*/ 100965 h 147161"/>
                <a:gd name="connsiteX193" fmla="*/ 102870 w 153828"/>
                <a:gd name="connsiteY193" fmla="*/ 102394 h 147161"/>
                <a:gd name="connsiteX194" fmla="*/ 102870 w 153828"/>
                <a:gd name="connsiteY194" fmla="*/ 103823 h 147161"/>
                <a:gd name="connsiteX195" fmla="*/ 103346 w 153828"/>
                <a:gd name="connsiteY195" fmla="*/ 105251 h 147161"/>
                <a:gd name="connsiteX196" fmla="*/ 105251 w 153828"/>
                <a:gd name="connsiteY196" fmla="*/ 108585 h 147161"/>
                <a:gd name="connsiteX197" fmla="*/ 104775 w 153828"/>
                <a:gd name="connsiteY197" fmla="*/ 115253 h 147161"/>
                <a:gd name="connsiteX198" fmla="*/ 108585 w 153828"/>
                <a:gd name="connsiteY198" fmla="*/ 120968 h 147161"/>
                <a:gd name="connsiteX199" fmla="*/ 109538 w 153828"/>
                <a:gd name="connsiteY199" fmla="*/ 121444 h 147161"/>
                <a:gd name="connsiteX200" fmla="*/ 112871 w 153828"/>
                <a:gd name="connsiteY200" fmla="*/ 120491 h 147161"/>
                <a:gd name="connsiteX201" fmla="*/ 115252 w 153828"/>
                <a:gd name="connsiteY201" fmla="*/ 120491 h 147161"/>
                <a:gd name="connsiteX202" fmla="*/ 121444 w 153828"/>
                <a:gd name="connsiteY202" fmla="*/ 121444 h 147161"/>
                <a:gd name="connsiteX203" fmla="*/ 122872 w 153828"/>
                <a:gd name="connsiteY203" fmla="*/ 125730 h 147161"/>
                <a:gd name="connsiteX204" fmla="*/ 122872 w 153828"/>
                <a:gd name="connsiteY204" fmla="*/ 128588 h 147161"/>
                <a:gd name="connsiteX205" fmla="*/ 124301 w 153828"/>
                <a:gd name="connsiteY205" fmla="*/ 131921 h 147161"/>
                <a:gd name="connsiteX206" fmla="*/ 124301 w 153828"/>
                <a:gd name="connsiteY206" fmla="*/ 134779 h 147161"/>
                <a:gd name="connsiteX207" fmla="*/ 128588 w 153828"/>
                <a:gd name="connsiteY207" fmla="*/ 141446 h 147161"/>
                <a:gd name="connsiteX208" fmla="*/ 134778 w 153828"/>
                <a:gd name="connsiteY208" fmla="*/ 139541 h 147161"/>
                <a:gd name="connsiteX209" fmla="*/ 135255 w 153828"/>
                <a:gd name="connsiteY209" fmla="*/ 135255 h 147161"/>
                <a:gd name="connsiteX210" fmla="*/ 135255 w 153828"/>
                <a:gd name="connsiteY210" fmla="*/ 131921 h 147161"/>
                <a:gd name="connsiteX211" fmla="*/ 134778 w 153828"/>
                <a:gd name="connsiteY211" fmla="*/ 127635 h 147161"/>
                <a:gd name="connsiteX212" fmla="*/ 135731 w 153828"/>
                <a:gd name="connsiteY212" fmla="*/ 121920 h 147161"/>
                <a:gd name="connsiteX213" fmla="*/ 143827 w 153828"/>
                <a:gd name="connsiteY213" fmla="*/ 118586 h 147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53828" h="147161">
                  <a:moveTo>
                    <a:pt x="55721" y="131445"/>
                  </a:moveTo>
                  <a:lnTo>
                    <a:pt x="54292" y="130016"/>
                  </a:lnTo>
                  <a:lnTo>
                    <a:pt x="52864" y="129064"/>
                  </a:lnTo>
                  <a:lnTo>
                    <a:pt x="50482" y="128111"/>
                  </a:lnTo>
                  <a:lnTo>
                    <a:pt x="46672" y="128111"/>
                  </a:lnTo>
                  <a:lnTo>
                    <a:pt x="48577" y="124301"/>
                  </a:lnTo>
                  <a:lnTo>
                    <a:pt x="53340" y="120015"/>
                  </a:lnTo>
                  <a:lnTo>
                    <a:pt x="54292" y="117158"/>
                  </a:lnTo>
                  <a:lnTo>
                    <a:pt x="53340" y="113348"/>
                  </a:lnTo>
                  <a:lnTo>
                    <a:pt x="52864" y="110014"/>
                  </a:lnTo>
                  <a:lnTo>
                    <a:pt x="51911" y="106204"/>
                  </a:lnTo>
                  <a:lnTo>
                    <a:pt x="54292" y="103346"/>
                  </a:lnTo>
                  <a:lnTo>
                    <a:pt x="58102" y="100965"/>
                  </a:lnTo>
                  <a:lnTo>
                    <a:pt x="59531" y="99060"/>
                  </a:lnTo>
                  <a:lnTo>
                    <a:pt x="62389" y="96203"/>
                  </a:lnTo>
                  <a:lnTo>
                    <a:pt x="65722" y="94774"/>
                  </a:lnTo>
                  <a:lnTo>
                    <a:pt x="66675" y="93345"/>
                  </a:lnTo>
                  <a:lnTo>
                    <a:pt x="64770" y="90964"/>
                  </a:lnTo>
                  <a:lnTo>
                    <a:pt x="62865" y="89535"/>
                  </a:lnTo>
                  <a:lnTo>
                    <a:pt x="66675" y="88106"/>
                  </a:lnTo>
                  <a:lnTo>
                    <a:pt x="69532" y="88106"/>
                  </a:lnTo>
                  <a:lnTo>
                    <a:pt x="71438" y="89059"/>
                  </a:lnTo>
                  <a:lnTo>
                    <a:pt x="72390" y="88583"/>
                  </a:lnTo>
                  <a:lnTo>
                    <a:pt x="73819" y="81915"/>
                  </a:lnTo>
                  <a:lnTo>
                    <a:pt x="77152" y="71914"/>
                  </a:lnTo>
                  <a:lnTo>
                    <a:pt x="79057" y="70009"/>
                  </a:lnTo>
                  <a:lnTo>
                    <a:pt x="80963" y="69056"/>
                  </a:lnTo>
                  <a:lnTo>
                    <a:pt x="84772" y="72866"/>
                  </a:lnTo>
                  <a:lnTo>
                    <a:pt x="87630" y="72866"/>
                  </a:lnTo>
                  <a:lnTo>
                    <a:pt x="91916" y="70961"/>
                  </a:lnTo>
                  <a:lnTo>
                    <a:pt x="95250" y="68580"/>
                  </a:lnTo>
                  <a:lnTo>
                    <a:pt x="96678" y="65723"/>
                  </a:lnTo>
                  <a:lnTo>
                    <a:pt x="97631" y="61913"/>
                  </a:lnTo>
                  <a:lnTo>
                    <a:pt x="96202" y="59531"/>
                  </a:lnTo>
                  <a:lnTo>
                    <a:pt x="94773" y="58103"/>
                  </a:lnTo>
                  <a:lnTo>
                    <a:pt x="82867" y="58103"/>
                  </a:lnTo>
                  <a:lnTo>
                    <a:pt x="79057" y="56674"/>
                  </a:lnTo>
                  <a:lnTo>
                    <a:pt x="75723" y="53340"/>
                  </a:lnTo>
                  <a:lnTo>
                    <a:pt x="76200" y="45720"/>
                  </a:lnTo>
                  <a:lnTo>
                    <a:pt x="75723" y="43815"/>
                  </a:lnTo>
                  <a:lnTo>
                    <a:pt x="76200" y="35243"/>
                  </a:lnTo>
                  <a:lnTo>
                    <a:pt x="77628" y="34290"/>
                  </a:lnTo>
                  <a:lnTo>
                    <a:pt x="80963" y="27146"/>
                  </a:lnTo>
                  <a:lnTo>
                    <a:pt x="83820" y="23813"/>
                  </a:lnTo>
                  <a:lnTo>
                    <a:pt x="83820" y="17145"/>
                  </a:lnTo>
                  <a:lnTo>
                    <a:pt x="84296" y="13811"/>
                  </a:lnTo>
                  <a:lnTo>
                    <a:pt x="80963" y="8096"/>
                  </a:lnTo>
                  <a:lnTo>
                    <a:pt x="81439" y="5715"/>
                  </a:lnTo>
                  <a:lnTo>
                    <a:pt x="81915" y="4286"/>
                  </a:lnTo>
                  <a:lnTo>
                    <a:pt x="86201" y="0"/>
                  </a:lnTo>
                  <a:lnTo>
                    <a:pt x="83820" y="0"/>
                  </a:lnTo>
                  <a:lnTo>
                    <a:pt x="74295" y="5715"/>
                  </a:lnTo>
                  <a:lnTo>
                    <a:pt x="64294" y="7620"/>
                  </a:lnTo>
                  <a:lnTo>
                    <a:pt x="59055" y="12383"/>
                  </a:lnTo>
                  <a:lnTo>
                    <a:pt x="50006" y="24289"/>
                  </a:lnTo>
                  <a:lnTo>
                    <a:pt x="45720" y="27146"/>
                  </a:lnTo>
                  <a:lnTo>
                    <a:pt x="40957" y="28575"/>
                  </a:lnTo>
                  <a:lnTo>
                    <a:pt x="31909" y="28099"/>
                  </a:lnTo>
                  <a:lnTo>
                    <a:pt x="29051" y="28099"/>
                  </a:lnTo>
                  <a:lnTo>
                    <a:pt x="24289" y="30004"/>
                  </a:lnTo>
                  <a:lnTo>
                    <a:pt x="17621" y="30004"/>
                  </a:lnTo>
                  <a:lnTo>
                    <a:pt x="10953" y="36195"/>
                  </a:lnTo>
                  <a:lnTo>
                    <a:pt x="6191" y="42386"/>
                  </a:lnTo>
                  <a:lnTo>
                    <a:pt x="5715" y="44291"/>
                  </a:lnTo>
                  <a:lnTo>
                    <a:pt x="5715" y="47149"/>
                  </a:lnTo>
                  <a:lnTo>
                    <a:pt x="8572" y="49054"/>
                  </a:lnTo>
                  <a:lnTo>
                    <a:pt x="12859" y="51435"/>
                  </a:lnTo>
                  <a:lnTo>
                    <a:pt x="17621" y="49054"/>
                  </a:lnTo>
                  <a:lnTo>
                    <a:pt x="23336" y="48101"/>
                  </a:lnTo>
                  <a:lnTo>
                    <a:pt x="26670" y="40481"/>
                  </a:lnTo>
                  <a:lnTo>
                    <a:pt x="30480" y="34290"/>
                  </a:lnTo>
                  <a:lnTo>
                    <a:pt x="34290" y="32861"/>
                  </a:lnTo>
                  <a:lnTo>
                    <a:pt x="39052" y="34290"/>
                  </a:lnTo>
                  <a:lnTo>
                    <a:pt x="37623" y="44291"/>
                  </a:lnTo>
                  <a:lnTo>
                    <a:pt x="37147" y="49530"/>
                  </a:lnTo>
                  <a:lnTo>
                    <a:pt x="35242" y="47149"/>
                  </a:lnTo>
                  <a:lnTo>
                    <a:pt x="32861" y="45244"/>
                  </a:lnTo>
                  <a:lnTo>
                    <a:pt x="30480" y="46196"/>
                  </a:lnTo>
                  <a:lnTo>
                    <a:pt x="26670" y="48101"/>
                  </a:lnTo>
                  <a:lnTo>
                    <a:pt x="21431" y="53340"/>
                  </a:lnTo>
                  <a:lnTo>
                    <a:pt x="20955" y="57150"/>
                  </a:lnTo>
                  <a:lnTo>
                    <a:pt x="19526" y="59531"/>
                  </a:lnTo>
                  <a:lnTo>
                    <a:pt x="17145" y="58579"/>
                  </a:lnTo>
                  <a:lnTo>
                    <a:pt x="15240" y="56198"/>
                  </a:lnTo>
                  <a:lnTo>
                    <a:pt x="12382" y="55721"/>
                  </a:lnTo>
                  <a:lnTo>
                    <a:pt x="5715" y="53340"/>
                  </a:lnTo>
                  <a:lnTo>
                    <a:pt x="3810" y="53340"/>
                  </a:lnTo>
                  <a:lnTo>
                    <a:pt x="1428" y="53816"/>
                  </a:lnTo>
                  <a:lnTo>
                    <a:pt x="476" y="67628"/>
                  </a:lnTo>
                  <a:lnTo>
                    <a:pt x="0" y="76200"/>
                  </a:lnTo>
                  <a:lnTo>
                    <a:pt x="2857" y="83820"/>
                  </a:lnTo>
                  <a:lnTo>
                    <a:pt x="2381" y="87630"/>
                  </a:lnTo>
                  <a:lnTo>
                    <a:pt x="476" y="101918"/>
                  </a:lnTo>
                  <a:lnTo>
                    <a:pt x="7620" y="106204"/>
                  </a:lnTo>
                  <a:lnTo>
                    <a:pt x="16669" y="110490"/>
                  </a:lnTo>
                  <a:lnTo>
                    <a:pt x="18097" y="114776"/>
                  </a:lnTo>
                  <a:lnTo>
                    <a:pt x="18573" y="122873"/>
                  </a:lnTo>
                  <a:lnTo>
                    <a:pt x="15240" y="123825"/>
                  </a:lnTo>
                  <a:lnTo>
                    <a:pt x="17621" y="128111"/>
                  </a:lnTo>
                  <a:lnTo>
                    <a:pt x="18573" y="130969"/>
                  </a:lnTo>
                  <a:lnTo>
                    <a:pt x="19050" y="134779"/>
                  </a:lnTo>
                  <a:lnTo>
                    <a:pt x="19050" y="134779"/>
                  </a:lnTo>
                  <a:lnTo>
                    <a:pt x="25241" y="134779"/>
                  </a:lnTo>
                  <a:lnTo>
                    <a:pt x="26670" y="134779"/>
                  </a:lnTo>
                  <a:lnTo>
                    <a:pt x="36195" y="137160"/>
                  </a:lnTo>
                  <a:lnTo>
                    <a:pt x="38576" y="139065"/>
                  </a:lnTo>
                  <a:lnTo>
                    <a:pt x="41434" y="139065"/>
                  </a:lnTo>
                  <a:lnTo>
                    <a:pt x="46672" y="137636"/>
                  </a:lnTo>
                  <a:lnTo>
                    <a:pt x="50482" y="137160"/>
                  </a:lnTo>
                  <a:lnTo>
                    <a:pt x="51911" y="138113"/>
                  </a:lnTo>
                  <a:lnTo>
                    <a:pt x="54292" y="138589"/>
                  </a:lnTo>
                  <a:lnTo>
                    <a:pt x="54769" y="138589"/>
                  </a:lnTo>
                  <a:lnTo>
                    <a:pt x="53816" y="133826"/>
                  </a:lnTo>
                  <a:lnTo>
                    <a:pt x="55721" y="131445"/>
                  </a:lnTo>
                  <a:close/>
                  <a:moveTo>
                    <a:pt x="90011" y="109061"/>
                  </a:moveTo>
                  <a:lnTo>
                    <a:pt x="88106" y="103823"/>
                  </a:lnTo>
                  <a:lnTo>
                    <a:pt x="86677" y="101441"/>
                  </a:lnTo>
                  <a:lnTo>
                    <a:pt x="85725" y="101441"/>
                  </a:lnTo>
                  <a:lnTo>
                    <a:pt x="81915" y="103823"/>
                  </a:lnTo>
                  <a:lnTo>
                    <a:pt x="79057" y="103823"/>
                  </a:lnTo>
                  <a:lnTo>
                    <a:pt x="76676" y="101918"/>
                  </a:lnTo>
                  <a:lnTo>
                    <a:pt x="74295" y="101441"/>
                  </a:lnTo>
                  <a:lnTo>
                    <a:pt x="64294" y="105251"/>
                  </a:lnTo>
                  <a:lnTo>
                    <a:pt x="59531" y="106204"/>
                  </a:lnTo>
                  <a:lnTo>
                    <a:pt x="59531" y="113824"/>
                  </a:lnTo>
                  <a:lnTo>
                    <a:pt x="61913" y="120015"/>
                  </a:lnTo>
                  <a:lnTo>
                    <a:pt x="63341" y="120968"/>
                  </a:lnTo>
                  <a:lnTo>
                    <a:pt x="64294" y="122873"/>
                  </a:lnTo>
                  <a:lnTo>
                    <a:pt x="73342" y="126206"/>
                  </a:lnTo>
                  <a:lnTo>
                    <a:pt x="79534" y="128111"/>
                  </a:lnTo>
                  <a:lnTo>
                    <a:pt x="85725" y="128111"/>
                  </a:lnTo>
                  <a:lnTo>
                    <a:pt x="91440" y="124301"/>
                  </a:lnTo>
                  <a:lnTo>
                    <a:pt x="92392" y="120968"/>
                  </a:lnTo>
                  <a:lnTo>
                    <a:pt x="91440" y="117634"/>
                  </a:lnTo>
                  <a:lnTo>
                    <a:pt x="92392" y="115253"/>
                  </a:lnTo>
                  <a:lnTo>
                    <a:pt x="90011" y="109061"/>
                  </a:lnTo>
                  <a:close/>
                  <a:moveTo>
                    <a:pt x="123825" y="139065"/>
                  </a:moveTo>
                  <a:lnTo>
                    <a:pt x="120967" y="137636"/>
                  </a:lnTo>
                  <a:lnTo>
                    <a:pt x="116681" y="137636"/>
                  </a:lnTo>
                  <a:lnTo>
                    <a:pt x="110490" y="134779"/>
                  </a:lnTo>
                  <a:lnTo>
                    <a:pt x="107156" y="131921"/>
                  </a:lnTo>
                  <a:lnTo>
                    <a:pt x="100489" y="132398"/>
                  </a:lnTo>
                  <a:lnTo>
                    <a:pt x="100013" y="134779"/>
                  </a:lnTo>
                  <a:lnTo>
                    <a:pt x="100013" y="140494"/>
                  </a:lnTo>
                  <a:lnTo>
                    <a:pt x="114300" y="147161"/>
                  </a:lnTo>
                  <a:lnTo>
                    <a:pt x="118586" y="145733"/>
                  </a:lnTo>
                  <a:lnTo>
                    <a:pt x="121920" y="146209"/>
                  </a:lnTo>
                  <a:lnTo>
                    <a:pt x="124777" y="144780"/>
                  </a:lnTo>
                  <a:lnTo>
                    <a:pt x="124777" y="140494"/>
                  </a:lnTo>
                  <a:lnTo>
                    <a:pt x="123825" y="139065"/>
                  </a:lnTo>
                  <a:close/>
                  <a:moveTo>
                    <a:pt x="143827" y="118586"/>
                  </a:moveTo>
                  <a:lnTo>
                    <a:pt x="146685" y="116205"/>
                  </a:lnTo>
                  <a:lnTo>
                    <a:pt x="145732" y="111443"/>
                  </a:lnTo>
                  <a:lnTo>
                    <a:pt x="141922" y="110014"/>
                  </a:lnTo>
                  <a:lnTo>
                    <a:pt x="140017" y="107633"/>
                  </a:lnTo>
                  <a:lnTo>
                    <a:pt x="140970" y="104299"/>
                  </a:lnTo>
                  <a:lnTo>
                    <a:pt x="143827" y="101918"/>
                  </a:lnTo>
                  <a:lnTo>
                    <a:pt x="146685" y="100489"/>
                  </a:lnTo>
                  <a:lnTo>
                    <a:pt x="150019" y="99536"/>
                  </a:lnTo>
                  <a:lnTo>
                    <a:pt x="151447" y="98584"/>
                  </a:lnTo>
                  <a:lnTo>
                    <a:pt x="152400" y="97155"/>
                  </a:lnTo>
                  <a:lnTo>
                    <a:pt x="152400" y="92393"/>
                  </a:lnTo>
                  <a:lnTo>
                    <a:pt x="150971" y="86201"/>
                  </a:lnTo>
                  <a:lnTo>
                    <a:pt x="151447" y="84296"/>
                  </a:lnTo>
                  <a:lnTo>
                    <a:pt x="153828" y="80963"/>
                  </a:lnTo>
                  <a:lnTo>
                    <a:pt x="152876" y="79534"/>
                  </a:lnTo>
                  <a:lnTo>
                    <a:pt x="150971" y="78581"/>
                  </a:lnTo>
                  <a:lnTo>
                    <a:pt x="147638" y="77629"/>
                  </a:lnTo>
                  <a:lnTo>
                    <a:pt x="144303" y="76676"/>
                  </a:lnTo>
                  <a:lnTo>
                    <a:pt x="140970" y="76676"/>
                  </a:lnTo>
                  <a:lnTo>
                    <a:pt x="134778" y="80010"/>
                  </a:lnTo>
                  <a:lnTo>
                    <a:pt x="129064" y="83820"/>
                  </a:lnTo>
                  <a:lnTo>
                    <a:pt x="130492" y="85249"/>
                  </a:lnTo>
                  <a:lnTo>
                    <a:pt x="131445" y="87154"/>
                  </a:lnTo>
                  <a:lnTo>
                    <a:pt x="130969" y="90488"/>
                  </a:lnTo>
                  <a:lnTo>
                    <a:pt x="129540" y="91440"/>
                  </a:lnTo>
                  <a:lnTo>
                    <a:pt x="128588" y="93345"/>
                  </a:lnTo>
                  <a:lnTo>
                    <a:pt x="127159" y="96679"/>
                  </a:lnTo>
                  <a:lnTo>
                    <a:pt x="125730" y="96679"/>
                  </a:lnTo>
                  <a:lnTo>
                    <a:pt x="122396" y="95250"/>
                  </a:lnTo>
                  <a:lnTo>
                    <a:pt x="121920" y="90488"/>
                  </a:lnTo>
                  <a:lnTo>
                    <a:pt x="122396" y="86678"/>
                  </a:lnTo>
                  <a:lnTo>
                    <a:pt x="120015" y="84296"/>
                  </a:lnTo>
                  <a:lnTo>
                    <a:pt x="114776" y="84773"/>
                  </a:lnTo>
                  <a:lnTo>
                    <a:pt x="114300" y="86678"/>
                  </a:lnTo>
                  <a:lnTo>
                    <a:pt x="114300" y="88106"/>
                  </a:lnTo>
                  <a:lnTo>
                    <a:pt x="109538" y="94298"/>
                  </a:lnTo>
                  <a:lnTo>
                    <a:pt x="108109" y="95250"/>
                  </a:lnTo>
                  <a:lnTo>
                    <a:pt x="106203" y="95726"/>
                  </a:lnTo>
                  <a:lnTo>
                    <a:pt x="100489" y="95250"/>
                  </a:lnTo>
                  <a:lnTo>
                    <a:pt x="98107" y="96203"/>
                  </a:lnTo>
                  <a:lnTo>
                    <a:pt x="99060" y="100013"/>
                  </a:lnTo>
                  <a:lnTo>
                    <a:pt x="100965" y="100965"/>
                  </a:lnTo>
                  <a:lnTo>
                    <a:pt x="102870" y="102394"/>
                  </a:lnTo>
                  <a:lnTo>
                    <a:pt x="102870" y="103823"/>
                  </a:lnTo>
                  <a:lnTo>
                    <a:pt x="103346" y="105251"/>
                  </a:lnTo>
                  <a:lnTo>
                    <a:pt x="105251" y="108585"/>
                  </a:lnTo>
                  <a:lnTo>
                    <a:pt x="104775" y="115253"/>
                  </a:lnTo>
                  <a:lnTo>
                    <a:pt x="108585" y="120968"/>
                  </a:lnTo>
                  <a:lnTo>
                    <a:pt x="109538" y="121444"/>
                  </a:lnTo>
                  <a:lnTo>
                    <a:pt x="112871" y="120491"/>
                  </a:lnTo>
                  <a:lnTo>
                    <a:pt x="115252" y="120491"/>
                  </a:lnTo>
                  <a:lnTo>
                    <a:pt x="121444" y="121444"/>
                  </a:lnTo>
                  <a:lnTo>
                    <a:pt x="122872" y="125730"/>
                  </a:lnTo>
                  <a:lnTo>
                    <a:pt x="122872" y="128588"/>
                  </a:lnTo>
                  <a:lnTo>
                    <a:pt x="124301" y="131921"/>
                  </a:lnTo>
                  <a:lnTo>
                    <a:pt x="124301" y="134779"/>
                  </a:lnTo>
                  <a:lnTo>
                    <a:pt x="128588" y="141446"/>
                  </a:lnTo>
                  <a:lnTo>
                    <a:pt x="134778" y="139541"/>
                  </a:lnTo>
                  <a:lnTo>
                    <a:pt x="135255" y="135255"/>
                  </a:lnTo>
                  <a:lnTo>
                    <a:pt x="135255" y="131921"/>
                  </a:lnTo>
                  <a:lnTo>
                    <a:pt x="134778" y="127635"/>
                  </a:lnTo>
                  <a:lnTo>
                    <a:pt x="135731" y="121920"/>
                  </a:lnTo>
                  <a:lnTo>
                    <a:pt x="143827" y="118586"/>
                  </a:lnTo>
                  <a:close/>
                </a:path>
              </a:pathLst>
            </a:custGeom>
            <a:grpFill/>
            <a:ln w="317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B9B5DCC2-8B5D-46AC-8484-3B3C91E1B0FF}"/>
                </a:ext>
              </a:extLst>
            </p:cNvPr>
            <p:cNvSpPr/>
            <p:nvPr/>
          </p:nvSpPr>
          <p:spPr>
            <a:xfrm>
              <a:off x="7140416" y="3870006"/>
              <a:ext cx="56197" cy="60007"/>
            </a:xfrm>
            <a:custGeom>
              <a:avLst/>
              <a:gdLst>
                <a:gd name="connsiteX0" fmla="*/ 54292 w 56197"/>
                <a:gd name="connsiteY0" fmla="*/ 11906 h 60007"/>
                <a:gd name="connsiteX1" fmla="*/ 52388 w 56197"/>
                <a:gd name="connsiteY1" fmla="*/ 8573 h 60007"/>
                <a:gd name="connsiteX2" fmla="*/ 46672 w 56197"/>
                <a:gd name="connsiteY2" fmla="*/ 1905 h 60007"/>
                <a:gd name="connsiteX3" fmla="*/ 46196 w 56197"/>
                <a:gd name="connsiteY3" fmla="*/ 0 h 60007"/>
                <a:gd name="connsiteX4" fmla="*/ 42386 w 56197"/>
                <a:gd name="connsiteY4" fmla="*/ 1429 h 60007"/>
                <a:gd name="connsiteX5" fmla="*/ 38100 w 56197"/>
                <a:gd name="connsiteY5" fmla="*/ 2858 h 60007"/>
                <a:gd name="connsiteX6" fmla="*/ 37623 w 56197"/>
                <a:gd name="connsiteY6" fmla="*/ 2858 h 60007"/>
                <a:gd name="connsiteX7" fmla="*/ 36195 w 56197"/>
                <a:gd name="connsiteY7" fmla="*/ 4763 h 60007"/>
                <a:gd name="connsiteX8" fmla="*/ 34290 w 56197"/>
                <a:gd name="connsiteY8" fmla="*/ 10001 h 60007"/>
                <a:gd name="connsiteX9" fmla="*/ 31909 w 56197"/>
                <a:gd name="connsiteY9" fmla="*/ 11430 h 60007"/>
                <a:gd name="connsiteX10" fmla="*/ 30956 w 56197"/>
                <a:gd name="connsiteY10" fmla="*/ 11430 h 60007"/>
                <a:gd name="connsiteX11" fmla="*/ 24289 w 56197"/>
                <a:gd name="connsiteY11" fmla="*/ 6668 h 60007"/>
                <a:gd name="connsiteX12" fmla="*/ 23336 w 56197"/>
                <a:gd name="connsiteY12" fmla="*/ 6668 h 60007"/>
                <a:gd name="connsiteX13" fmla="*/ 21907 w 56197"/>
                <a:gd name="connsiteY13" fmla="*/ 7144 h 60007"/>
                <a:gd name="connsiteX14" fmla="*/ 20955 w 56197"/>
                <a:gd name="connsiteY14" fmla="*/ 8096 h 60007"/>
                <a:gd name="connsiteX15" fmla="*/ 17621 w 56197"/>
                <a:gd name="connsiteY15" fmla="*/ 13335 h 60007"/>
                <a:gd name="connsiteX16" fmla="*/ 13335 w 56197"/>
                <a:gd name="connsiteY16" fmla="*/ 19526 h 60007"/>
                <a:gd name="connsiteX17" fmla="*/ 8096 w 56197"/>
                <a:gd name="connsiteY17" fmla="*/ 27146 h 60007"/>
                <a:gd name="connsiteX18" fmla="*/ 6191 w 56197"/>
                <a:gd name="connsiteY18" fmla="*/ 29051 h 60007"/>
                <a:gd name="connsiteX19" fmla="*/ 1905 w 56197"/>
                <a:gd name="connsiteY19" fmla="*/ 33814 h 60007"/>
                <a:gd name="connsiteX20" fmla="*/ 952 w 56197"/>
                <a:gd name="connsiteY20" fmla="*/ 34766 h 60007"/>
                <a:gd name="connsiteX21" fmla="*/ 0 w 56197"/>
                <a:gd name="connsiteY21" fmla="*/ 38100 h 60007"/>
                <a:gd name="connsiteX22" fmla="*/ 0 w 56197"/>
                <a:gd name="connsiteY22" fmla="*/ 44291 h 60007"/>
                <a:gd name="connsiteX23" fmla="*/ 476 w 56197"/>
                <a:gd name="connsiteY23" fmla="*/ 51911 h 60007"/>
                <a:gd name="connsiteX24" fmla="*/ 1428 w 56197"/>
                <a:gd name="connsiteY24" fmla="*/ 59055 h 60007"/>
                <a:gd name="connsiteX25" fmla="*/ 3810 w 56197"/>
                <a:gd name="connsiteY25" fmla="*/ 59531 h 60007"/>
                <a:gd name="connsiteX26" fmla="*/ 6667 w 56197"/>
                <a:gd name="connsiteY26" fmla="*/ 60008 h 60007"/>
                <a:gd name="connsiteX27" fmla="*/ 10001 w 56197"/>
                <a:gd name="connsiteY27" fmla="*/ 59531 h 60007"/>
                <a:gd name="connsiteX28" fmla="*/ 13811 w 56197"/>
                <a:gd name="connsiteY28" fmla="*/ 58579 h 60007"/>
                <a:gd name="connsiteX29" fmla="*/ 18573 w 56197"/>
                <a:gd name="connsiteY29" fmla="*/ 58103 h 60007"/>
                <a:gd name="connsiteX30" fmla="*/ 23813 w 56197"/>
                <a:gd name="connsiteY30" fmla="*/ 56674 h 60007"/>
                <a:gd name="connsiteX31" fmla="*/ 27146 w 56197"/>
                <a:gd name="connsiteY31" fmla="*/ 55721 h 60007"/>
                <a:gd name="connsiteX32" fmla="*/ 30480 w 56197"/>
                <a:gd name="connsiteY32" fmla="*/ 55721 h 60007"/>
                <a:gd name="connsiteX33" fmla="*/ 33338 w 56197"/>
                <a:gd name="connsiteY33" fmla="*/ 56674 h 60007"/>
                <a:gd name="connsiteX34" fmla="*/ 34766 w 56197"/>
                <a:gd name="connsiteY34" fmla="*/ 58103 h 60007"/>
                <a:gd name="connsiteX35" fmla="*/ 36671 w 56197"/>
                <a:gd name="connsiteY35" fmla="*/ 58103 h 60007"/>
                <a:gd name="connsiteX36" fmla="*/ 39528 w 56197"/>
                <a:gd name="connsiteY36" fmla="*/ 58103 h 60007"/>
                <a:gd name="connsiteX37" fmla="*/ 43815 w 56197"/>
                <a:gd name="connsiteY37" fmla="*/ 51435 h 60007"/>
                <a:gd name="connsiteX38" fmla="*/ 47625 w 56197"/>
                <a:gd name="connsiteY38" fmla="*/ 45720 h 60007"/>
                <a:gd name="connsiteX39" fmla="*/ 50482 w 56197"/>
                <a:gd name="connsiteY39" fmla="*/ 41434 h 60007"/>
                <a:gd name="connsiteX40" fmla="*/ 47625 w 56197"/>
                <a:gd name="connsiteY40" fmla="*/ 39053 h 60007"/>
                <a:gd name="connsiteX41" fmla="*/ 43339 w 56197"/>
                <a:gd name="connsiteY41" fmla="*/ 38100 h 60007"/>
                <a:gd name="connsiteX42" fmla="*/ 39052 w 56197"/>
                <a:gd name="connsiteY42" fmla="*/ 38100 h 60007"/>
                <a:gd name="connsiteX43" fmla="*/ 34766 w 56197"/>
                <a:gd name="connsiteY43" fmla="*/ 39053 h 60007"/>
                <a:gd name="connsiteX44" fmla="*/ 30480 w 56197"/>
                <a:gd name="connsiteY44" fmla="*/ 40958 h 60007"/>
                <a:gd name="connsiteX45" fmla="*/ 28098 w 56197"/>
                <a:gd name="connsiteY45" fmla="*/ 41434 h 60007"/>
                <a:gd name="connsiteX46" fmla="*/ 26670 w 56197"/>
                <a:gd name="connsiteY46" fmla="*/ 40958 h 60007"/>
                <a:gd name="connsiteX47" fmla="*/ 25717 w 56197"/>
                <a:gd name="connsiteY47" fmla="*/ 38576 h 60007"/>
                <a:gd name="connsiteX48" fmla="*/ 30003 w 56197"/>
                <a:gd name="connsiteY48" fmla="*/ 39053 h 60007"/>
                <a:gd name="connsiteX49" fmla="*/ 35242 w 56197"/>
                <a:gd name="connsiteY49" fmla="*/ 32861 h 60007"/>
                <a:gd name="connsiteX50" fmla="*/ 43815 w 56197"/>
                <a:gd name="connsiteY50" fmla="*/ 30004 h 60007"/>
                <a:gd name="connsiteX51" fmla="*/ 51435 w 56197"/>
                <a:gd name="connsiteY51" fmla="*/ 25241 h 60007"/>
                <a:gd name="connsiteX52" fmla="*/ 53340 w 56197"/>
                <a:gd name="connsiteY52" fmla="*/ 23336 h 60007"/>
                <a:gd name="connsiteX53" fmla="*/ 55245 w 56197"/>
                <a:gd name="connsiteY53" fmla="*/ 20955 h 60007"/>
                <a:gd name="connsiteX54" fmla="*/ 56197 w 56197"/>
                <a:gd name="connsiteY54" fmla="*/ 17621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6197" h="60007">
                  <a:moveTo>
                    <a:pt x="54292" y="11906"/>
                  </a:moveTo>
                  <a:lnTo>
                    <a:pt x="52388" y="8573"/>
                  </a:lnTo>
                  <a:lnTo>
                    <a:pt x="46672" y="1905"/>
                  </a:lnTo>
                  <a:lnTo>
                    <a:pt x="46196" y="0"/>
                  </a:lnTo>
                  <a:lnTo>
                    <a:pt x="42386" y="1429"/>
                  </a:lnTo>
                  <a:lnTo>
                    <a:pt x="38100" y="2858"/>
                  </a:lnTo>
                  <a:lnTo>
                    <a:pt x="37623" y="2858"/>
                  </a:lnTo>
                  <a:lnTo>
                    <a:pt x="36195" y="4763"/>
                  </a:lnTo>
                  <a:lnTo>
                    <a:pt x="34290" y="10001"/>
                  </a:lnTo>
                  <a:lnTo>
                    <a:pt x="31909" y="11430"/>
                  </a:lnTo>
                  <a:lnTo>
                    <a:pt x="30956" y="11430"/>
                  </a:lnTo>
                  <a:lnTo>
                    <a:pt x="24289" y="6668"/>
                  </a:lnTo>
                  <a:lnTo>
                    <a:pt x="23336" y="6668"/>
                  </a:lnTo>
                  <a:lnTo>
                    <a:pt x="21907" y="7144"/>
                  </a:lnTo>
                  <a:lnTo>
                    <a:pt x="20955" y="8096"/>
                  </a:lnTo>
                  <a:lnTo>
                    <a:pt x="17621" y="13335"/>
                  </a:lnTo>
                  <a:lnTo>
                    <a:pt x="13335" y="19526"/>
                  </a:lnTo>
                  <a:lnTo>
                    <a:pt x="8096" y="27146"/>
                  </a:lnTo>
                  <a:lnTo>
                    <a:pt x="6191" y="29051"/>
                  </a:lnTo>
                  <a:lnTo>
                    <a:pt x="1905" y="33814"/>
                  </a:lnTo>
                  <a:lnTo>
                    <a:pt x="952" y="34766"/>
                  </a:lnTo>
                  <a:lnTo>
                    <a:pt x="0" y="38100"/>
                  </a:lnTo>
                  <a:lnTo>
                    <a:pt x="0" y="44291"/>
                  </a:lnTo>
                  <a:lnTo>
                    <a:pt x="476" y="51911"/>
                  </a:lnTo>
                  <a:lnTo>
                    <a:pt x="1428" y="59055"/>
                  </a:lnTo>
                  <a:lnTo>
                    <a:pt x="3810" y="59531"/>
                  </a:lnTo>
                  <a:lnTo>
                    <a:pt x="6667" y="60008"/>
                  </a:lnTo>
                  <a:lnTo>
                    <a:pt x="10001" y="59531"/>
                  </a:lnTo>
                  <a:lnTo>
                    <a:pt x="13811" y="58579"/>
                  </a:lnTo>
                  <a:lnTo>
                    <a:pt x="18573" y="58103"/>
                  </a:lnTo>
                  <a:lnTo>
                    <a:pt x="23813" y="56674"/>
                  </a:lnTo>
                  <a:lnTo>
                    <a:pt x="27146" y="55721"/>
                  </a:lnTo>
                  <a:lnTo>
                    <a:pt x="30480" y="55721"/>
                  </a:lnTo>
                  <a:lnTo>
                    <a:pt x="33338" y="56674"/>
                  </a:lnTo>
                  <a:lnTo>
                    <a:pt x="34766" y="58103"/>
                  </a:lnTo>
                  <a:lnTo>
                    <a:pt x="36671" y="58103"/>
                  </a:lnTo>
                  <a:lnTo>
                    <a:pt x="39528" y="58103"/>
                  </a:lnTo>
                  <a:lnTo>
                    <a:pt x="43815" y="51435"/>
                  </a:lnTo>
                  <a:lnTo>
                    <a:pt x="47625" y="45720"/>
                  </a:lnTo>
                  <a:lnTo>
                    <a:pt x="50482" y="41434"/>
                  </a:lnTo>
                  <a:lnTo>
                    <a:pt x="47625" y="39053"/>
                  </a:lnTo>
                  <a:lnTo>
                    <a:pt x="43339" y="38100"/>
                  </a:lnTo>
                  <a:lnTo>
                    <a:pt x="39052" y="38100"/>
                  </a:lnTo>
                  <a:lnTo>
                    <a:pt x="34766" y="39053"/>
                  </a:lnTo>
                  <a:lnTo>
                    <a:pt x="30480" y="40958"/>
                  </a:lnTo>
                  <a:lnTo>
                    <a:pt x="28098" y="41434"/>
                  </a:lnTo>
                  <a:lnTo>
                    <a:pt x="26670" y="40958"/>
                  </a:lnTo>
                  <a:lnTo>
                    <a:pt x="25717" y="38576"/>
                  </a:lnTo>
                  <a:lnTo>
                    <a:pt x="30003" y="39053"/>
                  </a:lnTo>
                  <a:lnTo>
                    <a:pt x="35242" y="32861"/>
                  </a:lnTo>
                  <a:lnTo>
                    <a:pt x="43815" y="30004"/>
                  </a:lnTo>
                  <a:lnTo>
                    <a:pt x="51435" y="25241"/>
                  </a:lnTo>
                  <a:lnTo>
                    <a:pt x="53340" y="23336"/>
                  </a:lnTo>
                  <a:lnTo>
                    <a:pt x="55245" y="20955"/>
                  </a:lnTo>
                  <a:lnTo>
                    <a:pt x="56197" y="17621"/>
                  </a:lnTo>
                  <a:close/>
                </a:path>
              </a:pathLst>
            </a:custGeom>
            <a:grpFill/>
            <a:ln w="317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2C923D9E-4D5A-44F0-93EB-2182AB739C6F}"/>
                </a:ext>
              </a:extLst>
            </p:cNvPr>
            <p:cNvSpPr/>
            <p:nvPr/>
          </p:nvSpPr>
          <p:spPr>
            <a:xfrm>
              <a:off x="5919311" y="2239327"/>
              <a:ext cx="309086" cy="341947"/>
            </a:xfrm>
            <a:custGeom>
              <a:avLst/>
              <a:gdLst>
                <a:gd name="connsiteX0" fmla="*/ 272415 w 309086"/>
                <a:gd name="connsiteY0" fmla="*/ 39529 h 341947"/>
                <a:gd name="connsiteX1" fmla="*/ 274320 w 309086"/>
                <a:gd name="connsiteY1" fmla="*/ 41434 h 341947"/>
                <a:gd name="connsiteX2" fmla="*/ 273844 w 309086"/>
                <a:gd name="connsiteY2" fmla="*/ 44291 h 341947"/>
                <a:gd name="connsiteX3" fmla="*/ 274796 w 309086"/>
                <a:gd name="connsiteY3" fmla="*/ 47149 h 341947"/>
                <a:gd name="connsiteX4" fmla="*/ 279082 w 309086"/>
                <a:gd name="connsiteY4" fmla="*/ 48101 h 341947"/>
                <a:gd name="connsiteX5" fmla="*/ 283369 w 309086"/>
                <a:gd name="connsiteY5" fmla="*/ 47625 h 341947"/>
                <a:gd name="connsiteX6" fmla="*/ 284797 w 309086"/>
                <a:gd name="connsiteY6" fmla="*/ 47625 h 341947"/>
                <a:gd name="connsiteX7" fmla="*/ 284321 w 309086"/>
                <a:gd name="connsiteY7" fmla="*/ 45244 h 341947"/>
                <a:gd name="connsiteX8" fmla="*/ 284797 w 309086"/>
                <a:gd name="connsiteY8" fmla="*/ 43815 h 341947"/>
                <a:gd name="connsiteX9" fmla="*/ 279082 w 309086"/>
                <a:gd name="connsiteY9" fmla="*/ 40005 h 341947"/>
                <a:gd name="connsiteX10" fmla="*/ 271939 w 309086"/>
                <a:gd name="connsiteY10" fmla="*/ 35719 h 341947"/>
                <a:gd name="connsiteX11" fmla="*/ 271463 w 309086"/>
                <a:gd name="connsiteY11" fmla="*/ 37147 h 341947"/>
                <a:gd name="connsiteX12" fmla="*/ 271463 w 309086"/>
                <a:gd name="connsiteY12" fmla="*/ 38576 h 341947"/>
                <a:gd name="connsiteX13" fmla="*/ 272415 w 309086"/>
                <a:gd name="connsiteY13" fmla="*/ 39529 h 341947"/>
                <a:gd name="connsiteX14" fmla="*/ 309086 w 309086"/>
                <a:gd name="connsiteY14" fmla="*/ 160972 h 341947"/>
                <a:gd name="connsiteX15" fmla="*/ 308610 w 309086"/>
                <a:gd name="connsiteY15" fmla="*/ 158591 h 341947"/>
                <a:gd name="connsiteX16" fmla="*/ 307657 w 309086"/>
                <a:gd name="connsiteY16" fmla="*/ 157163 h 341947"/>
                <a:gd name="connsiteX17" fmla="*/ 301466 w 309086"/>
                <a:gd name="connsiteY17" fmla="*/ 154305 h 341947"/>
                <a:gd name="connsiteX18" fmla="*/ 300990 w 309086"/>
                <a:gd name="connsiteY18" fmla="*/ 153352 h 341947"/>
                <a:gd name="connsiteX19" fmla="*/ 301943 w 309086"/>
                <a:gd name="connsiteY19" fmla="*/ 149542 h 341947"/>
                <a:gd name="connsiteX20" fmla="*/ 301466 w 309086"/>
                <a:gd name="connsiteY20" fmla="*/ 148114 h 341947"/>
                <a:gd name="connsiteX21" fmla="*/ 300038 w 309086"/>
                <a:gd name="connsiteY21" fmla="*/ 146685 h 341947"/>
                <a:gd name="connsiteX22" fmla="*/ 298132 w 309086"/>
                <a:gd name="connsiteY22" fmla="*/ 143351 h 341947"/>
                <a:gd name="connsiteX23" fmla="*/ 297180 w 309086"/>
                <a:gd name="connsiteY23" fmla="*/ 140494 h 341947"/>
                <a:gd name="connsiteX24" fmla="*/ 299561 w 309086"/>
                <a:gd name="connsiteY24" fmla="*/ 137160 h 341947"/>
                <a:gd name="connsiteX25" fmla="*/ 300038 w 309086"/>
                <a:gd name="connsiteY25" fmla="*/ 134779 h 341947"/>
                <a:gd name="connsiteX26" fmla="*/ 300990 w 309086"/>
                <a:gd name="connsiteY26" fmla="*/ 131445 h 341947"/>
                <a:gd name="connsiteX27" fmla="*/ 301943 w 309086"/>
                <a:gd name="connsiteY27" fmla="*/ 129540 h 341947"/>
                <a:gd name="connsiteX28" fmla="*/ 301943 w 309086"/>
                <a:gd name="connsiteY28" fmla="*/ 129064 h 341947"/>
                <a:gd name="connsiteX29" fmla="*/ 300514 w 309086"/>
                <a:gd name="connsiteY29" fmla="*/ 127635 h 341947"/>
                <a:gd name="connsiteX30" fmla="*/ 300038 w 309086"/>
                <a:gd name="connsiteY30" fmla="*/ 125730 h 341947"/>
                <a:gd name="connsiteX31" fmla="*/ 300514 w 309086"/>
                <a:gd name="connsiteY31" fmla="*/ 123349 h 341947"/>
                <a:gd name="connsiteX32" fmla="*/ 299561 w 309086"/>
                <a:gd name="connsiteY32" fmla="*/ 121444 h 341947"/>
                <a:gd name="connsiteX33" fmla="*/ 297180 w 309086"/>
                <a:gd name="connsiteY33" fmla="*/ 120015 h 341947"/>
                <a:gd name="connsiteX34" fmla="*/ 295751 w 309086"/>
                <a:gd name="connsiteY34" fmla="*/ 118586 h 341947"/>
                <a:gd name="connsiteX35" fmla="*/ 295275 w 309086"/>
                <a:gd name="connsiteY35" fmla="*/ 116681 h 341947"/>
                <a:gd name="connsiteX36" fmla="*/ 295751 w 309086"/>
                <a:gd name="connsiteY36" fmla="*/ 113347 h 341947"/>
                <a:gd name="connsiteX37" fmla="*/ 297656 w 309086"/>
                <a:gd name="connsiteY37" fmla="*/ 109061 h 341947"/>
                <a:gd name="connsiteX38" fmla="*/ 293846 w 309086"/>
                <a:gd name="connsiteY38" fmla="*/ 103822 h 341947"/>
                <a:gd name="connsiteX39" fmla="*/ 284797 w 309086"/>
                <a:gd name="connsiteY39" fmla="*/ 97631 h 341947"/>
                <a:gd name="connsiteX40" fmla="*/ 280511 w 309086"/>
                <a:gd name="connsiteY40" fmla="*/ 93345 h 341947"/>
                <a:gd name="connsiteX41" fmla="*/ 280988 w 309086"/>
                <a:gd name="connsiteY41" fmla="*/ 90964 h 341947"/>
                <a:gd name="connsiteX42" fmla="*/ 282893 w 309086"/>
                <a:gd name="connsiteY42" fmla="*/ 88582 h 341947"/>
                <a:gd name="connsiteX43" fmla="*/ 286226 w 309086"/>
                <a:gd name="connsiteY43" fmla="*/ 86677 h 341947"/>
                <a:gd name="connsiteX44" fmla="*/ 288607 w 309086"/>
                <a:gd name="connsiteY44" fmla="*/ 82867 h 341947"/>
                <a:gd name="connsiteX45" fmla="*/ 290036 w 309086"/>
                <a:gd name="connsiteY45" fmla="*/ 78581 h 341947"/>
                <a:gd name="connsiteX46" fmla="*/ 290036 w 309086"/>
                <a:gd name="connsiteY46" fmla="*/ 77629 h 341947"/>
                <a:gd name="connsiteX47" fmla="*/ 290036 w 309086"/>
                <a:gd name="connsiteY47" fmla="*/ 74771 h 341947"/>
                <a:gd name="connsiteX48" fmla="*/ 286226 w 309086"/>
                <a:gd name="connsiteY48" fmla="*/ 62389 h 341947"/>
                <a:gd name="connsiteX49" fmla="*/ 285750 w 309086"/>
                <a:gd name="connsiteY49" fmla="*/ 59055 h 341947"/>
                <a:gd name="connsiteX50" fmla="*/ 285274 w 309086"/>
                <a:gd name="connsiteY50" fmla="*/ 55245 h 341947"/>
                <a:gd name="connsiteX51" fmla="*/ 284797 w 309086"/>
                <a:gd name="connsiteY51" fmla="*/ 54292 h 341947"/>
                <a:gd name="connsiteX52" fmla="*/ 284321 w 309086"/>
                <a:gd name="connsiteY52" fmla="*/ 54292 h 341947"/>
                <a:gd name="connsiteX53" fmla="*/ 276701 w 309086"/>
                <a:gd name="connsiteY53" fmla="*/ 52864 h 341947"/>
                <a:gd name="connsiteX54" fmla="*/ 274320 w 309086"/>
                <a:gd name="connsiteY54" fmla="*/ 51435 h 341947"/>
                <a:gd name="connsiteX55" fmla="*/ 271463 w 309086"/>
                <a:gd name="connsiteY55" fmla="*/ 49054 h 341947"/>
                <a:gd name="connsiteX56" fmla="*/ 270034 w 309086"/>
                <a:gd name="connsiteY56" fmla="*/ 41434 h 341947"/>
                <a:gd name="connsiteX57" fmla="*/ 266700 w 309086"/>
                <a:gd name="connsiteY57" fmla="*/ 35242 h 341947"/>
                <a:gd name="connsiteX58" fmla="*/ 257175 w 309086"/>
                <a:gd name="connsiteY58" fmla="*/ 35719 h 341947"/>
                <a:gd name="connsiteX59" fmla="*/ 247174 w 309086"/>
                <a:gd name="connsiteY59" fmla="*/ 29051 h 341947"/>
                <a:gd name="connsiteX60" fmla="*/ 243364 w 309086"/>
                <a:gd name="connsiteY60" fmla="*/ 22860 h 341947"/>
                <a:gd name="connsiteX61" fmla="*/ 239077 w 309086"/>
                <a:gd name="connsiteY61" fmla="*/ 22384 h 341947"/>
                <a:gd name="connsiteX62" fmla="*/ 235268 w 309086"/>
                <a:gd name="connsiteY62" fmla="*/ 21431 h 341947"/>
                <a:gd name="connsiteX63" fmla="*/ 228124 w 309086"/>
                <a:gd name="connsiteY63" fmla="*/ 20479 h 341947"/>
                <a:gd name="connsiteX64" fmla="*/ 221456 w 309086"/>
                <a:gd name="connsiteY64" fmla="*/ 26194 h 341947"/>
                <a:gd name="connsiteX65" fmla="*/ 218599 w 309086"/>
                <a:gd name="connsiteY65" fmla="*/ 29051 h 341947"/>
                <a:gd name="connsiteX66" fmla="*/ 214313 w 309086"/>
                <a:gd name="connsiteY66" fmla="*/ 31909 h 341947"/>
                <a:gd name="connsiteX67" fmla="*/ 212407 w 309086"/>
                <a:gd name="connsiteY67" fmla="*/ 34766 h 341947"/>
                <a:gd name="connsiteX68" fmla="*/ 201453 w 309086"/>
                <a:gd name="connsiteY68" fmla="*/ 35719 h 341947"/>
                <a:gd name="connsiteX69" fmla="*/ 198120 w 309086"/>
                <a:gd name="connsiteY69" fmla="*/ 37147 h 341947"/>
                <a:gd name="connsiteX70" fmla="*/ 190024 w 309086"/>
                <a:gd name="connsiteY70" fmla="*/ 43815 h 341947"/>
                <a:gd name="connsiteX71" fmla="*/ 188119 w 309086"/>
                <a:gd name="connsiteY71" fmla="*/ 44767 h 341947"/>
                <a:gd name="connsiteX72" fmla="*/ 178118 w 309086"/>
                <a:gd name="connsiteY72" fmla="*/ 41910 h 341947"/>
                <a:gd name="connsiteX73" fmla="*/ 171926 w 309086"/>
                <a:gd name="connsiteY73" fmla="*/ 42386 h 341947"/>
                <a:gd name="connsiteX74" fmla="*/ 169545 w 309086"/>
                <a:gd name="connsiteY74" fmla="*/ 41910 h 341947"/>
                <a:gd name="connsiteX75" fmla="*/ 168116 w 309086"/>
                <a:gd name="connsiteY75" fmla="*/ 39052 h 341947"/>
                <a:gd name="connsiteX76" fmla="*/ 174784 w 309086"/>
                <a:gd name="connsiteY76" fmla="*/ 34290 h 341947"/>
                <a:gd name="connsiteX77" fmla="*/ 176689 w 309086"/>
                <a:gd name="connsiteY77" fmla="*/ 29527 h 341947"/>
                <a:gd name="connsiteX78" fmla="*/ 174784 w 309086"/>
                <a:gd name="connsiteY78" fmla="*/ 24765 h 341947"/>
                <a:gd name="connsiteX79" fmla="*/ 172878 w 309086"/>
                <a:gd name="connsiteY79" fmla="*/ 24765 h 341947"/>
                <a:gd name="connsiteX80" fmla="*/ 165259 w 309086"/>
                <a:gd name="connsiteY80" fmla="*/ 27622 h 341947"/>
                <a:gd name="connsiteX81" fmla="*/ 152400 w 309086"/>
                <a:gd name="connsiteY81" fmla="*/ 21907 h 341947"/>
                <a:gd name="connsiteX82" fmla="*/ 147161 w 309086"/>
                <a:gd name="connsiteY82" fmla="*/ 23336 h 341947"/>
                <a:gd name="connsiteX83" fmla="*/ 145732 w 309086"/>
                <a:gd name="connsiteY83" fmla="*/ 21431 h 341947"/>
                <a:gd name="connsiteX84" fmla="*/ 144780 w 309086"/>
                <a:gd name="connsiteY84" fmla="*/ 19526 h 341947"/>
                <a:gd name="connsiteX85" fmla="*/ 135255 w 309086"/>
                <a:gd name="connsiteY85" fmla="*/ 20479 h 341947"/>
                <a:gd name="connsiteX86" fmla="*/ 137636 w 309086"/>
                <a:gd name="connsiteY86" fmla="*/ 18574 h 341947"/>
                <a:gd name="connsiteX87" fmla="*/ 140494 w 309086"/>
                <a:gd name="connsiteY87" fmla="*/ 15240 h 341947"/>
                <a:gd name="connsiteX88" fmla="*/ 140494 w 309086"/>
                <a:gd name="connsiteY88" fmla="*/ 10954 h 341947"/>
                <a:gd name="connsiteX89" fmla="*/ 138113 w 309086"/>
                <a:gd name="connsiteY89" fmla="*/ 8096 h 341947"/>
                <a:gd name="connsiteX90" fmla="*/ 136207 w 309086"/>
                <a:gd name="connsiteY90" fmla="*/ 6191 h 341947"/>
                <a:gd name="connsiteX91" fmla="*/ 131445 w 309086"/>
                <a:gd name="connsiteY91" fmla="*/ 4763 h 341947"/>
                <a:gd name="connsiteX92" fmla="*/ 131445 w 309086"/>
                <a:gd name="connsiteY92" fmla="*/ 3810 h 341947"/>
                <a:gd name="connsiteX93" fmla="*/ 130969 w 309086"/>
                <a:gd name="connsiteY93" fmla="*/ 3810 h 341947"/>
                <a:gd name="connsiteX94" fmla="*/ 128588 w 309086"/>
                <a:gd name="connsiteY94" fmla="*/ 3334 h 341947"/>
                <a:gd name="connsiteX95" fmla="*/ 127159 w 309086"/>
                <a:gd name="connsiteY95" fmla="*/ 2381 h 341947"/>
                <a:gd name="connsiteX96" fmla="*/ 123349 w 309086"/>
                <a:gd name="connsiteY96" fmla="*/ 2857 h 341947"/>
                <a:gd name="connsiteX97" fmla="*/ 118110 w 309086"/>
                <a:gd name="connsiteY97" fmla="*/ 4286 h 341947"/>
                <a:gd name="connsiteX98" fmla="*/ 115252 w 309086"/>
                <a:gd name="connsiteY98" fmla="*/ 4286 h 341947"/>
                <a:gd name="connsiteX99" fmla="*/ 112871 w 309086"/>
                <a:gd name="connsiteY99" fmla="*/ 2381 h 341947"/>
                <a:gd name="connsiteX100" fmla="*/ 103346 w 309086"/>
                <a:gd name="connsiteY100" fmla="*/ 0 h 341947"/>
                <a:gd name="connsiteX101" fmla="*/ 101918 w 309086"/>
                <a:gd name="connsiteY101" fmla="*/ 0 h 341947"/>
                <a:gd name="connsiteX102" fmla="*/ 95726 w 309086"/>
                <a:gd name="connsiteY102" fmla="*/ 0 h 341947"/>
                <a:gd name="connsiteX103" fmla="*/ 95726 w 309086"/>
                <a:gd name="connsiteY103" fmla="*/ 0 h 341947"/>
                <a:gd name="connsiteX104" fmla="*/ 96202 w 309086"/>
                <a:gd name="connsiteY104" fmla="*/ 5239 h 341947"/>
                <a:gd name="connsiteX105" fmla="*/ 100013 w 309086"/>
                <a:gd name="connsiteY105" fmla="*/ 9525 h 341947"/>
                <a:gd name="connsiteX106" fmla="*/ 103346 w 309086"/>
                <a:gd name="connsiteY106" fmla="*/ 14288 h 341947"/>
                <a:gd name="connsiteX107" fmla="*/ 105727 w 309086"/>
                <a:gd name="connsiteY107" fmla="*/ 16669 h 341947"/>
                <a:gd name="connsiteX108" fmla="*/ 105727 w 309086"/>
                <a:gd name="connsiteY108" fmla="*/ 20002 h 341947"/>
                <a:gd name="connsiteX109" fmla="*/ 101441 w 309086"/>
                <a:gd name="connsiteY109" fmla="*/ 21907 h 341947"/>
                <a:gd name="connsiteX110" fmla="*/ 95250 w 309086"/>
                <a:gd name="connsiteY110" fmla="*/ 23336 h 341947"/>
                <a:gd name="connsiteX111" fmla="*/ 94297 w 309086"/>
                <a:gd name="connsiteY111" fmla="*/ 25241 h 341947"/>
                <a:gd name="connsiteX112" fmla="*/ 94774 w 309086"/>
                <a:gd name="connsiteY112" fmla="*/ 28099 h 341947"/>
                <a:gd name="connsiteX113" fmla="*/ 98107 w 309086"/>
                <a:gd name="connsiteY113" fmla="*/ 28099 h 341947"/>
                <a:gd name="connsiteX114" fmla="*/ 99536 w 309086"/>
                <a:gd name="connsiteY114" fmla="*/ 27146 h 341947"/>
                <a:gd name="connsiteX115" fmla="*/ 101918 w 309086"/>
                <a:gd name="connsiteY115" fmla="*/ 27622 h 341947"/>
                <a:gd name="connsiteX116" fmla="*/ 103822 w 309086"/>
                <a:gd name="connsiteY116" fmla="*/ 29527 h 341947"/>
                <a:gd name="connsiteX117" fmla="*/ 103822 w 309086"/>
                <a:gd name="connsiteY117" fmla="*/ 41434 h 341947"/>
                <a:gd name="connsiteX118" fmla="*/ 104299 w 309086"/>
                <a:gd name="connsiteY118" fmla="*/ 42863 h 341947"/>
                <a:gd name="connsiteX119" fmla="*/ 106203 w 309086"/>
                <a:gd name="connsiteY119" fmla="*/ 44767 h 341947"/>
                <a:gd name="connsiteX120" fmla="*/ 109538 w 309086"/>
                <a:gd name="connsiteY120" fmla="*/ 45720 h 341947"/>
                <a:gd name="connsiteX121" fmla="*/ 114300 w 309086"/>
                <a:gd name="connsiteY121" fmla="*/ 46196 h 341947"/>
                <a:gd name="connsiteX122" fmla="*/ 117634 w 309086"/>
                <a:gd name="connsiteY122" fmla="*/ 47625 h 341947"/>
                <a:gd name="connsiteX123" fmla="*/ 128588 w 309086"/>
                <a:gd name="connsiteY123" fmla="*/ 59531 h 341947"/>
                <a:gd name="connsiteX124" fmla="*/ 133826 w 309086"/>
                <a:gd name="connsiteY124" fmla="*/ 61436 h 341947"/>
                <a:gd name="connsiteX125" fmla="*/ 130016 w 309086"/>
                <a:gd name="connsiteY125" fmla="*/ 60960 h 341947"/>
                <a:gd name="connsiteX126" fmla="*/ 127159 w 309086"/>
                <a:gd name="connsiteY126" fmla="*/ 59531 h 341947"/>
                <a:gd name="connsiteX127" fmla="*/ 118110 w 309086"/>
                <a:gd name="connsiteY127" fmla="*/ 49530 h 341947"/>
                <a:gd name="connsiteX128" fmla="*/ 114300 w 309086"/>
                <a:gd name="connsiteY128" fmla="*/ 47625 h 341947"/>
                <a:gd name="connsiteX129" fmla="*/ 103822 w 309086"/>
                <a:gd name="connsiteY129" fmla="*/ 48577 h 341947"/>
                <a:gd name="connsiteX130" fmla="*/ 94297 w 309086"/>
                <a:gd name="connsiteY130" fmla="*/ 46672 h 341947"/>
                <a:gd name="connsiteX131" fmla="*/ 92869 w 309086"/>
                <a:gd name="connsiteY131" fmla="*/ 48577 h 341947"/>
                <a:gd name="connsiteX132" fmla="*/ 91440 w 309086"/>
                <a:gd name="connsiteY132" fmla="*/ 51435 h 341947"/>
                <a:gd name="connsiteX133" fmla="*/ 90488 w 309086"/>
                <a:gd name="connsiteY133" fmla="*/ 56674 h 341947"/>
                <a:gd name="connsiteX134" fmla="*/ 91440 w 309086"/>
                <a:gd name="connsiteY134" fmla="*/ 61913 h 341947"/>
                <a:gd name="connsiteX135" fmla="*/ 90011 w 309086"/>
                <a:gd name="connsiteY135" fmla="*/ 69532 h 341947"/>
                <a:gd name="connsiteX136" fmla="*/ 90011 w 309086"/>
                <a:gd name="connsiteY136" fmla="*/ 63817 h 341947"/>
                <a:gd name="connsiteX137" fmla="*/ 88582 w 309086"/>
                <a:gd name="connsiteY137" fmla="*/ 61913 h 341947"/>
                <a:gd name="connsiteX138" fmla="*/ 84772 w 309086"/>
                <a:gd name="connsiteY138" fmla="*/ 59531 h 341947"/>
                <a:gd name="connsiteX139" fmla="*/ 83820 w 309086"/>
                <a:gd name="connsiteY139" fmla="*/ 60484 h 341947"/>
                <a:gd name="connsiteX140" fmla="*/ 82868 w 309086"/>
                <a:gd name="connsiteY140" fmla="*/ 63817 h 341947"/>
                <a:gd name="connsiteX141" fmla="*/ 81915 w 309086"/>
                <a:gd name="connsiteY141" fmla="*/ 66675 h 341947"/>
                <a:gd name="connsiteX142" fmla="*/ 80486 w 309086"/>
                <a:gd name="connsiteY142" fmla="*/ 67151 h 341947"/>
                <a:gd name="connsiteX143" fmla="*/ 77152 w 309086"/>
                <a:gd name="connsiteY143" fmla="*/ 65722 h 341947"/>
                <a:gd name="connsiteX144" fmla="*/ 79057 w 309086"/>
                <a:gd name="connsiteY144" fmla="*/ 62389 h 341947"/>
                <a:gd name="connsiteX145" fmla="*/ 73819 w 309086"/>
                <a:gd name="connsiteY145" fmla="*/ 55721 h 341947"/>
                <a:gd name="connsiteX146" fmla="*/ 60960 w 309086"/>
                <a:gd name="connsiteY146" fmla="*/ 55245 h 341947"/>
                <a:gd name="connsiteX147" fmla="*/ 49053 w 309086"/>
                <a:gd name="connsiteY147" fmla="*/ 56197 h 341947"/>
                <a:gd name="connsiteX148" fmla="*/ 46196 w 309086"/>
                <a:gd name="connsiteY148" fmla="*/ 57626 h 341947"/>
                <a:gd name="connsiteX149" fmla="*/ 42863 w 309086"/>
                <a:gd name="connsiteY149" fmla="*/ 61913 h 341947"/>
                <a:gd name="connsiteX150" fmla="*/ 41910 w 309086"/>
                <a:gd name="connsiteY150" fmla="*/ 65722 h 341947"/>
                <a:gd name="connsiteX151" fmla="*/ 40957 w 309086"/>
                <a:gd name="connsiteY151" fmla="*/ 70485 h 341947"/>
                <a:gd name="connsiteX152" fmla="*/ 44291 w 309086"/>
                <a:gd name="connsiteY152" fmla="*/ 72866 h 341947"/>
                <a:gd name="connsiteX153" fmla="*/ 45720 w 309086"/>
                <a:gd name="connsiteY153" fmla="*/ 74771 h 341947"/>
                <a:gd name="connsiteX154" fmla="*/ 45244 w 309086"/>
                <a:gd name="connsiteY154" fmla="*/ 79057 h 341947"/>
                <a:gd name="connsiteX155" fmla="*/ 45244 w 309086"/>
                <a:gd name="connsiteY155" fmla="*/ 87630 h 341947"/>
                <a:gd name="connsiteX156" fmla="*/ 44768 w 309086"/>
                <a:gd name="connsiteY156" fmla="*/ 89059 h 341947"/>
                <a:gd name="connsiteX157" fmla="*/ 42863 w 309086"/>
                <a:gd name="connsiteY157" fmla="*/ 92869 h 341947"/>
                <a:gd name="connsiteX158" fmla="*/ 40481 w 309086"/>
                <a:gd name="connsiteY158" fmla="*/ 99536 h 341947"/>
                <a:gd name="connsiteX159" fmla="*/ 40005 w 309086"/>
                <a:gd name="connsiteY159" fmla="*/ 103822 h 341947"/>
                <a:gd name="connsiteX160" fmla="*/ 39528 w 309086"/>
                <a:gd name="connsiteY160" fmla="*/ 104775 h 341947"/>
                <a:gd name="connsiteX161" fmla="*/ 30480 w 309086"/>
                <a:gd name="connsiteY161" fmla="*/ 104775 h 341947"/>
                <a:gd name="connsiteX162" fmla="*/ 29051 w 309086"/>
                <a:gd name="connsiteY162" fmla="*/ 105727 h 341947"/>
                <a:gd name="connsiteX163" fmla="*/ 29051 w 309086"/>
                <a:gd name="connsiteY163" fmla="*/ 106680 h 341947"/>
                <a:gd name="connsiteX164" fmla="*/ 29527 w 309086"/>
                <a:gd name="connsiteY164" fmla="*/ 107632 h 341947"/>
                <a:gd name="connsiteX165" fmla="*/ 29527 w 309086"/>
                <a:gd name="connsiteY165" fmla="*/ 108585 h 341947"/>
                <a:gd name="connsiteX166" fmla="*/ 29051 w 309086"/>
                <a:gd name="connsiteY166" fmla="*/ 109538 h 341947"/>
                <a:gd name="connsiteX167" fmla="*/ 29527 w 309086"/>
                <a:gd name="connsiteY167" fmla="*/ 110966 h 341947"/>
                <a:gd name="connsiteX168" fmla="*/ 30956 w 309086"/>
                <a:gd name="connsiteY168" fmla="*/ 112395 h 341947"/>
                <a:gd name="connsiteX169" fmla="*/ 33814 w 309086"/>
                <a:gd name="connsiteY169" fmla="*/ 113347 h 341947"/>
                <a:gd name="connsiteX170" fmla="*/ 36671 w 309086"/>
                <a:gd name="connsiteY170" fmla="*/ 113347 h 341947"/>
                <a:gd name="connsiteX171" fmla="*/ 38100 w 309086"/>
                <a:gd name="connsiteY171" fmla="*/ 113347 h 341947"/>
                <a:gd name="connsiteX172" fmla="*/ 39052 w 309086"/>
                <a:gd name="connsiteY172" fmla="*/ 114300 h 341947"/>
                <a:gd name="connsiteX173" fmla="*/ 40005 w 309086"/>
                <a:gd name="connsiteY173" fmla="*/ 116205 h 341947"/>
                <a:gd name="connsiteX174" fmla="*/ 40005 w 309086"/>
                <a:gd name="connsiteY174" fmla="*/ 118586 h 341947"/>
                <a:gd name="connsiteX175" fmla="*/ 39528 w 309086"/>
                <a:gd name="connsiteY175" fmla="*/ 121444 h 341947"/>
                <a:gd name="connsiteX176" fmla="*/ 38100 w 309086"/>
                <a:gd name="connsiteY176" fmla="*/ 124301 h 341947"/>
                <a:gd name="connsiteX177" fmla="*/ 33814 w 309086"/>
                <a:gd name="connsiteY177" fmla="*/ 127635 h 341947"/>
                <a:gd name="connsiteX178" fmla="*/ 31909 w 309086"/>
                <a:gd name="connsiteY178" fmla="*/ 128588 h 341947"/>
                <a:gd name="connsiteX179" fmla="*/ 30003 w 309086"/>
                <a:gd name="connsiteY179" fmla="*/ 129064 h 341947"/>
                <a:gd name="connsiteX180" fmla="*/ 29051 w 309086"/>
                <a:gd name="connsiteY180" fmla="*/ 130016 h 341947"/>
                <a:gd name="connsiteX181" fmla="*/ 28575 w 309086"/>
                <a:gd name="connsiteY181" fmla="*/ 130969 h 341947"/>
                <a:gd name="connsiteX182" fmla="*/ 28575 w 309086"/>
                <a:gd name="connsiteY182" fmla="*/ 131921 h 341947"/>
                <a:gd name="connsiteX183" fmla="*/ 31432 w 309086"/>
                <a:gd name="connsiteY183" fmla="*/ 134302 h 341947"/>
                <a:gd name="connsiteX184" fmla="*/ 31432 w 309086"/>
                <a:gd name="connsiteY184" fmla="*/ 134779 h 341947"/>
                <a:gd name="connsiteX185" fmla="*/ 30480 w 309086"/>
                <a:gd name="connsiteY185" fmla="*/ 136207 h 341947"/>
                <a:gd name="connsiteX186" fmla="*/ 29527 w 309086"/>
                <a:gd name="connsiteY186" fmla="*/ 137636 h 341947"/>
                <a:gd name="connsiteX187" fmla="*/ 21907 w 309086"/>
                <a:gd name="connsiteY187" fmla="*/ 140017 h 341947"/>
                <a:gd name="connsiteX188" fmla="*/ 18574 w 309086"/>
                <a:gd name="connsiteY188" fmla="*/ 140017 h 341947"/>
                <a:gd name="connsiteX189" fmla="*/ 16669 w 309086"/>
                <a:gd name="connsiteY189" fmla="*/ 141446 h 341947"/>
                <a:gd name="connsiteX190" fmla="*/ 16193 w 309086"/>
                <a:gd name="connsiteY190" fmla="*/ 141922 h 341947"/>
                <a:gd name="connsiteX191" fmla="*/ 14288 w 309086"/>
                <a:gd name="connsiteY191" fmla="*/ 140970 h 341947"/>
                <a:gd name="connsiteX192" fmla="*/ 10001 w 309086"/>
                <a:gd name="connsiteY192" fmla="*/ 139541 h 341947"/>
                <a:gd name="connsiteX193" fmla="*/ 8096 w 309086"/>
                <a:gd name="connsiteY193" fmla="*/ 140017 h 341947"/>
                <a:gd name="connsiteX194" fmla="*/ 7144 w 309086"/>
                <a:gd name="connsiteY194" fmla="*/ 140970 h 341947"/>
                <a:gd name="connsiteX195" fmla="*/ 4286 w 309086"/>
                <a:gd name="connsiteY195" fmla="*/ 141922 h 341947"/>
                <a:gd name="connsiteX196" fmla="*/ 2381 w 309086"/>
                <a:gd name="connsiteY196" fmla="*/ 143351 h 341947"/>
                <a:gd name="connsiteX197" fmla="*/ 2381 w 309086"/>
                <a:gd name="connsiteY197" fmla="*/ 145256 h 341947"/>
                <a:gd name="connsiteX198" fmla="*/ 5715 w 309086"/>
                <a:gd name="connsiteY198" fmla="*/ 150019 h 341947"/>
                <a:gd name="connsiteX199" fmla="*/ 7144 w 309086"/>
                <a:gd name="connsiteY199" fmla="*/ 150971 h 341947"/>
                <a:gd name="connsiteX200" fmla="*/ 7144 w 309086"/>
                <a:gd name="connsiteY200" fmla="*/ 152876 h 341947"/>
                <a:gd name="connsiteX201" fmla="*/ 9049 w 309086"/>
                <a:gd name="connsiteY201" fmla="*/ 155257 h 341947"/>
                <a:gd name="connsiteX202" fmla="*/ 10953 w 309086"/>
                <a:gd name="connsiteY202" fmla="*/ 158115 h 341947"/>
                <a:gd name="connsiteX203" fmla="*/ 10953 w 309086"/>
                <a:gd name="connsiteY203" fmla="*/ 160020 h 341947"/>
                <a:gd name="connsiteX204" fmla="*/ 10953 w 309086"/>
                <a:gd name="connsiteY204" fmla="*/ 161925 h 341947"/>
                <a:gd name="connsiteX205" fmla="*/ 10001 w 309086"/>
                <a:gd name="connsiteY205" fmla="*/ 164306 h 341947"/>
                <a:gd name="connsiteX206" fmla="*/ 7144 w 309086"/>
                <a:gd name="connsiteY206" fmla="*/ 170021 h 341947"/>
                <a:gd name="connsiteX207" fmla="*/ 7144 w 309086"/>
                <a:gd name="connsiteY207" fmla="*/ 170974 h 341947"/>
                <a:gd name="connsiteX208" fmla="*/ 7620 w 309086"/>
                <a:gd name="connsiteY208" fmla="*/ 171926 h 341947"/>
                <a:gd name="connsiteX209" fmla="*/ 8572 w 309086"/>
                <a:gd name="connsiteY209" fmla="*/ 172402 h 341947"/>
                <a:gd name="connsiteX210" fmla="*/ 9525 w 309086"/>
                <a:gd name="connsiteY210" fmla="*/ 172879 h 341947"/>
                <a:gd name="connsiteX211" fmla="*/ 9525 w 309086"/>
                <a:gd name="connsiteY211" fmla="*/ 173831 h 341947"/>
                <a:gd name="connsiteX212" fmla="*/ 3810 w 309086"/>
                <a:gd name="connsiteY212" fmla="*/ 178117 h 341947"/>
                <a:gd name="connsiteX213" fmla="*/ 2857 w 309086"/>
                <a:gd name="connsiteY213" fmla="*/ 178594 h 341947"/>
                <a:gd name="connsiteX214" fmla="*/ 476 w 309086"/>
                <a:gd name="connsiteY214" fmla="*/ 178594 h 341947"/>
                <a:gd name="connsiteX215" fmla="*/ 0 w 309086"/>
                <a:gd name="connsiteY215" fmla="*/ 179070 h 341947"/>
                <a:gd name="connsiteX216" fmla="*/ 476 w 309086"/>
                <a:gd name="connsiteY216" fmla="*/ 180022 h 341947"/>
                <a:gd name="connsiteX217" fmla="*/ 1428 w 309086"/>
                <a:gd name="connsiteY217" fmla="*/ 180975 h 341947"/>
                <a:gd name="connsiteX218" fmla="*/ 3334 w 309086"/>
                <a:gd name="connsiteY218" fmla="*/ 181451 h 341947"/>
                <a:gd name="connsiteX219" fmla="*/ 5239 w 309086"/>
                <a:gd name="connsiteY219" fmla="*/ 182404 h 341947"/>
                <a:gd name="connsiteX220" fmla="*/ 6668 w 309086"/>
                <a:gd name="connsiteY220" fmla="*/ 184309 h 341947"/>
                <a:gd name="connsiteX221" fmla="*/ 4763 w 309086"/>
                <a:gd name="connsiteY221" fmla="*/ 190976 h 341947"/>
                <a:gd name="connsiteX222" fmla="*/ 5239 w 309086"/>
                <a:gd name="connsiteY222" fmla="*/ 191929 h 341947"/>
                <a:gd name="connsiteX223" fmla="*/ 9049 w 309086"/>
                <a:gd name="connsiteY223" fmla="*/ 194310 h 341947"/>
                <a:gd name="connsiteX224" fmla="*/ 10477 w 309086"/>
                <a:gd name="connsiteY224" fmla="*/ 196215 h 341947"/>
                <a:gd name="connsiteX225" fmla="*/ 13335 w 309086"/>
                <a:gd name="connsiteY225" fmla="*/ 198120 h 341947"/>
                <a:gd name="connsiteX226" fmla="*/ 10953 w 309086"/>
                <a:gd name="connsiteY226" fmla="*/ 200501 h 341947"/>
                <a:gd name="connsiteX227" fmla="*/ 11430 w 309086"/>
                <a:gd name="connsiteY227" fmla="*/ 201454 h 341947"/>
                <a:gd name="connsiteX228" fmla="*/ 12382 w 309086"/>
                <a:gd name="connsiteY228" fmla="*/ 202406 h 341947"/>
                <a:gd name="connsiteX229" fmla="*/ 15716 w 309086"/>
                <a:gd name="connsiteY229" fmla="*/ 202882 h 341947"/>
                <a:gd name="connsiteX230" fmla="*/ 17145 w 309086"/>
                <a:gd name="connsiteY230" fmla="*/ 204311 h 341947"/>
                <a:gd name="connsiteX231" fmla="*/ 17145 w 309086"/>
                <a:gd name="connsiteY231" fmla="*/ 206692 h 341947"/>
                <a:gd name="connsiteX232" fmla="*/ 17621 w 309086"/>
                <a:gd name="connsiteY232" fmla="*/ 210502 h 341947"/>
                <a:gd name="connsiteX233" fmla="*/ 10953 w 309086"/>
                <a:gd name="connsiteY233" fmla="*/ 214313 h 341947"/>
                <a:gd name="connsiteX234" fmla="*/ 9049 w 309086"/>
                <a:gd name="connsiteY234" fmla="*/ 218599 h 341947"/>
                <a:gd name="connsiteX235" fmla="*/ 9049 w 309086"/>
                <a:gd name="connsiteY235" fmla="*/ 219551 h 341947"/>
                <a:gd name="connsiteX236" fmla="*/ 8572 w 309086"/>
                <a:gd name="connsiteY236" fmla="*/ 220504 h 341947"/>
                <a:gd name="connsiteX237" fmla="*/ 8572 w 309086"/>
                <a:gd name="connsiteY237" fmla="*/ 223361 h 341947"/>
                <a:gd name="connsiteX238" fmla="*/ 9525 w 309086"/>
                <a:gd name="connsiteY238" fmla="*/ 226219 h 341947"/>
                <a:gd name="connsiteX239" fmla="*/ 11906 w 309086"/>
                <a:gd name="connsiteY239" fmla="*/ 228600 h 341947"/>
                <a:gd name="connsiteX240" fmla="*/ 13811 w 309086"/>
                <a:gd name="connsiteY240" fmla="*/ 230505 h 341947"/>
                <a:gd name="connsiteX241" fmla="*/ 16193 w 309086"/>
                <a:gd name="connsiteY241" fmla="*/ 231934 h 341947"/>
                <a:gd name="connsiteX242" fmla="*/ 20002 w 309086"/>
                <a:gd name="connsiteY242" fmla="*/ 233363 h 341947"/>
                <a:gd name="connsiteX243" fmla="*/ 21431 w 309086"/>
                <a:gd name="connsiteY243" fmla="*/ 233839 h 341947"/>
                <a:gd name="connsiteX244" fmla="*/ 21431 w 309086"/>
                <a:gd name="connsiteY244" fmla="*/ 235744 h 341947"/>
                <a:gd name="connsiteX245" fmla="*/ 20955 w 309086"/>
                <a:gd name="connsiteY245" fmla="*/ 237649 h 341947"/>
                <a:gd name="connsiteX246" fmla="*/ 19526 w 309086"/>
                <a:gd name="connsiteY246" fmla="*/ 238601 h 341947"/>
                <a:gd name="connsiteX247" fmla="*/ 18097 w 309086"/>
                <a:gd name="connsiteY247" fmla="*/ 240030 h 341947"/>
                <a:gd name="connsiteX248" fmla="*/ 17145 w 309086"/>
                <a:gd name="connsiteY248" fmla="*/ 241935 h 341947"/>
                <a:gd name="connsiteX249" fmla="*/ 16193 w 309086"/>
                <a:gd name="connsiteY249" fmla="*/ 245745 h 341947"/>
                <a:gd name="connsiteX250" fmla="*/ 16193 w 309086"/>
                <a:gd name="connsiteY250" fmla="*/ 248602 h 341947"/>
                <a:gd name="connsiteX251" fmla="*/ 17621 w 309086"/>
                <a:gd name="connsiteY251" fmla="*/ 248602 h 341947"/>
                <a:gd name="connsiteX252" fmla="*/ 20002 w 309086"/>
                <a:gd name="connsiteY252" fmla="*/ 249079 h 341947"/>
                <a:gd name="connsiteX253" fmla="*/ 22384 w 309086"/>
                <a:gd name="connsiteY253" fmla="*/ 250984 h 341947"/>
                <a:gd name="connsiteX254" fmla="*/ 23336 w 309086"/>
                <a:gd name="connsiteY254" fmla="*/ 252889 h 341947"/>
                <a:gd name="connsiteX255" fmla="*/ 23813 w 309086"/>
                <a:gd name="connsiteY255" fmla="*/ 253841 h 341947"/>
                <a:gd name="connsiteX256" fmla="*/ 24765 w 309086"/>
                <a:gd name="connsiteY256" fmla="*/ 255270 h 341947"/>
                <a:gd name="connsiteX257" fmla="*/ 29051 w 309086"/>
                <a:gd name="connsiteY257" fmla="*/ 260985 h 341947"/>
                <a:gd name="connsiteX258" fmla="*/ 30480 w 309086"/>
                <a:gd name="connsiteY258" fmla="*/ 261461 h 341947"/>
                <a:gd name="connsiteX259" fmla="*/ 31909 w 309086"/>
                <a:gd name="connsiteY259" fmla="*/ 260509 h 341947"/>
                <a:gd name="connsiteX260" fmla="*/ 32861 w 309086"/>
                <a:gd name="connsiteY260" fmla="*/ 259080 h 341947"/>
                <a:gd name="connsiteX261" fmla="*/ 34290 w 309086"/>
                <a:gd name="connsiteY261" fmla="*/ 258604 h 341947"/>
                <a:gd name="connsiteX262" fmla="*/ 36671 w 309086"/>
                <a:gd name="connsiteY262" fmla="*/ 259080 h 341947"/>
                <a:gd name="connsiteX263" fmla="*/ 38100 w 309086"/>
                <a:gd name="connsiteY263" fmla="*/ 259556 h 341947"/>
                <a:gd name="connsiteX264" fmla="*/ 38576 w 309086"/>
                <a:gd name="connsiteY264" fmla="*/ 261938 h 341947"/>
                <a:gd name="connsiteX265" fmla="*/ 39052 w 309086"/>
                <a:gd name="connsiteY265" fmla="*/ 262414 h 341947"/>
                <a:gd name="connsiteX266" fmla="*/ 40005 w 309086"/>
                <a:gd name="connsiteY266" fmla="*/ 261938 h 341947"/>
                <a:gd name="connsiteX267" fmla="*/ 41910 w 309086"/>
                <a:gd name="connsiteY267" fmla="*/ 261938 h 341947"/>
                <a:gd name="connsiteX268" fmla="*/ 44768 w 309086"/>
                <a:gd name="connsiteY268" fmla="*/ 262414 h 341947"/>
                <a:gd name="connsiteX269" fmla="*/ 48577 w 309086"/>
                <a:gd name="connsiteY269" fmla="*/ 261938 h 341947"/>
                <a:gd name="connsiteX270" fmla="*/ 51435 w 309086"/>
                <a:gd name="connsiteY270" fmla="*/ 260985 h 341947"/>
                <a:gd name="connsiteX271" fmla="*/ 52864 w 309086"/>
                <a:gd name="connsiteY271" fmla="*/ 260985 h 341947"/>
                <a:gd name="connsiteX272" fmla="*/ 55245 w 309086"/>
                <a:gd name="connsiteY272" fmla="*/ 263842 h 341947"/>
                <a:gd name="connsiteX273" fmla="*/ 58102 w 309086"/>
                <a:gd name="connsiteY273" fmla="*/ 264795 h 341947"/>
                <a:gd name="connsiteX274" fmla="*/ 64294 w 309086"/>
                <a:gd name="connsiteY274" fmla="*/ 265747 h 341947"/>
                <a:gd name="connsiteX275" fmla="*/ 70961 w 309086"/>
                <a:gd name="connsiteY275" fmla="*/ 267176 h 341947"/>
                <a:gd name="connsiteX276" fmla="*/ 73819 w 309086"/>
                <a:gd name="connsiteY276" fmla="*/ 268129 h 341947"/>
                <a:gd name="connsiteX277" fmla="*/ 75724 w 309086"/>
                <a:gd name="connsiteY277" fmla="*/ 268605 h 341947"/>
                <a:gd name="connsiteX278" fmla="*/ 75724 w 309086"/>
                <a:gd name="connsiteY278" fmla="*/ 272415 h 341947"/>
                <a:gd name="connsiteX279" fmla="*/ 75247 w 309086"/>
                <a:gd name="connsiteY279" fmla="*/ 272891 h 341947"/>
                <a:gd name="connsiteX280" fmla="*/ 68580 w 309086"/>
                <a:gd name="connsiteY280" fmla="*/ 280511 h 341947"/>
                <a:gd name="connsiteX281" fmla="*/ 65722 w 309086"/>
                <a:gd name="connsiteY281" fmla="*/ 283369 h 341947"/>
                <a:gd name="connsiteX282" fmla="*/ 64294 w 309086"/>
                <a:gd name="connsiteY282" fmla="*/ 287179 h 341947"/>
                <a:gd name="connsiteX283" fmla="*/ 63341 w 309086"/>
                <a:gd name="connsiteY283" fmla="*/ 292894 h 341947"/>
                <a:gd name="connsiteX284" fmla="*/ 61436 w 309086"/>
                <a:gd name="connsiteY284" fmla="*/ 298609 h 341947"/>
                <a:gd name="connsiteX285" fmla="*/ 58578 w 309086"/>
                <a:gd name="connsiteY285" fmla="*/ 303847 h 341947"/>
                <a:gd name="connsiteX286" fmla="*/ 57626 w 309086"/>
                <a:gd name="connsiteY286" fmla="*/ 307657 h 341947"/>
                <a:gd name="connsiteX287" fmla="*/ 58578 w 309086"/>
                <a:gd name="connsiteY287" fmla="*/ 310515 h 341947"/>
                <a:gd name="connsiteX288" fmla="*/ 58102 w 309086"/>
                <a:gd name="connsiteY288" fmla="*/ 314801 h 341947"/>
                <a:gd name="connsiteX289" fmla="*/ 56197 w 309086"/>
                <a:gd name="connsiteY289" fmla="*/ 320516 h 341947"/>
                <a:gd name="connsiteX290" fmla="*/ 55721 w 309086"/>
                <a:gd name="connsiteY290" fmla="*/ 324802 h 341947"/>
                <a:gd name="connsiteX291" fmla="*/ 57150 w 309086"/>
                <a:gd name="connsiteY291" fmla="*/ 327660 h 341947"/>
                <a:gd name="connsiteX292" fmla="*/ 59055 w 309086"/>
                <a:gd name="connsiteY292" fmla="*/ 328136 h 341947"/>
                <a:gd name="connsiteX293" fmla="*/ 61913 w 309086"/>
                <a:gd name="connsiteY293" fmla="*/ 329089 h 341947"/>
                <a:gd name="connsiteX294" fmla="*/ 69532 w 309086"/>
                <a:gd name="connsiteY294" fmla="*/ 329565 h 341947"/>
                <a:gd name="connsiteX295" fmla="*/ 75247 w 309086"/>
                <a:gd name="connsiteY295" fmla="*/ 329089 h 341947"/>
                <a:gd name="connsiteX296" fmla="*/ 78581 w 309086"/>
                <a:gd name="connsiteY296" fmla="*/ 327660 h 341947"/>
                <a:gd name="connsiteX297" fmla="*/ 82868 w 309086"/>
                <a:gd name="connsiteY297" fmla="*/ 327660 h 341947"/>
                <a:gd name="connsiteX298" fmla="*/ 85725 w 309086"/>
                <a:gd name="connsiteY298" fmla="*/ 328613 h 341947"/>
                <a:gd name="connsiteX299" fmla="*/ 86201 w 309086"/>
                <a:gd name="connsiteY299" fmla="*/ 328613 h 341947"/>
                <a:gd name="connsiteX300" fmla="*/ 87153 w 309086"/>
                <a:gd name="connsiteY300" fmla="*/ 328613 h 341947"/>
                <a:gd name="connsiteX301" fmla="*/ 88106 w 309086"/>
                <a:gd name="connsiteY301" fmla="*/ 328136 h 341947"/>
                <a:gd name="connsiteX302" fmla="*/ 90964 w 309086"/>
                <a:gd name="connsiteY302" fmla="*/ 327660 h 341947"/>
                <a:gd name="connsiteX303" fmla="*/ 91440 w 309086"/>
                <a:gd name="connsiteY303" fmla="*/ 327184 h 341947"/>
                <a:gd name="connsiteX304" fmla="*/ 91440 w 309086"/>
                <a:gd name="connsiteY304" fmla="*/ 326707 h 341947"/>
                <a:gd name="connsiteX305" fmla="*/ 90964 w 309086"/>
                <a:gd name="connsiteY305" fmla="*/ 326231 h 341947"/>
                <a:gd name="connsiteX306" fmla="*/ 87630 w 309086"/>
                <a:gd name="connsiteY306" fmla="*/ 326707 h 341947"/>
                <a:gd name="connsiteX307" fmla="*/ 86201 w 309086"/>
                <a:gd name="connsiteY307" fmla="*/ 326231 h 341947"/>
                <a:gd name="connsiteX308" fmla="*/ 85725 w 309086"/>
                <a:gd name="connsiteY308" fmla="*/ 325279 h 341947"/>
                <a:gd name="connsiteX309" fmla="*/ 86677 w 309086"/>
                <a:gd name="connsiteY309" fmla="*/ 323374 h 341947"/>
                <a:gd name="connsiteX310" fmla="*/ 89059 w 309086"/>
                <a:gd name="connsiteY310" fmla="*/ 321945 h 341947"/>
                <a:gd name="connsiteX311" fmla="*/ 90964 w 309086"/>
                <a:gd name="connsiteY311" fmla="*/ 321469 h 341947"/>
                <a:gd name="connsiteX312" fmla="*/ 92393 w 309086"/>
                <a:gd name="connsiteY312" fmla="*/ 321945 h 341947"/>
                <a:gd name="connsiteX313" fmla="*/ 96202 w 309086"/>
                <a:gd name="connsiteY313" fmla="*/ 324802 h 341947"/>
                <a:gd name="connsiteX314" fmla="*/ 97155 w 309086"/>
                <a:gd name="connsiteY314" fmla="*/ 324802 h 341947"/>
                <a:gd name="connsiteX315" fmla="*/ 97631 w 309086"/>
                <a:gd name="connsiteY315" fmla="*/ 324326 h 341947"/>
                <a:gd name="connsiteX316" fmla="*/ 98584 w 309086"/>
                <a:gd name="connsiteY316" fmla="*/ 323850 h 341947"/>
                <a:gd name="connsiteX317" fmla="*/ 100013 w 309086"/>
                <a:gd name="connsiteY317" fmla="*/ 324326 h 341947"/>
                <a:gd name="connsiteX318" fmla="*/ 101441 w 309086"/>
                <a:gd name="connsiteY318" fmla="*/ 326231 h 341947"/>
                <a:gd name="connsiteX319" fmla="*/ 101918 w 309086"/>
                <a:gd name="connsiteY319" fmla="*/ 326707 h 341947"/>
                <a:gd name="connsiteX320" fmla="*/ 110490 w 309086"/>
                <a:gd name="connsiteY320" fmla="*/ 326231 h 341947"/>
                <a:gd name="connsiteX321" fmla="*/ 112395 w 309086"/>
                <a:gd name="connsiteY321" fmla="*/ 326231 h 341947"/>
                <a:gd name="connsiteX322" fmla="*/ 110014 w 309086"/>
                <a:gd name="connsiteY322" fmla="*/ 321945 h 341947"/>
                <a:gd name="connsiteX323" fmla="*/ 110490 w 309086"/>
                <a:gd name="connsiteY323" fmla="*/ 321469 h 341947"/>
                <a:gd name="connsiteX324" fmla="*/ 113824 w 309086"/>
                <a:gd name="connsiteY324" fmla="*/ 323374 h 341947"/>
                <a:gd name="connsiteX325" fmla="*/ 118586 w 309086"/>
                <a:gd name="connsiteY325" fmla="*/ 325755 h 341947"/>
                <a:gd name="connsiteX326" fmla="*/ 123349 w 309086"/>
                <a:gd name="connsiteY326" fmla="*/ 328136 h 341947"/>
                <a:gd name="connsiteX327" fmla="*/ 127635 w 309086"/>
                <a:gd name="connsiteY327" fmla="*/ 330517 h 341947"/>
                <a:gd name="connsiteX328" fmla="*/ 129540 w 309086"/>
                <a:gd name="connsiteY328" fmla="*/ 331470 h 341947"/>
                <a:gd name="connsiteX329" fmla="*/ 130016 w 309086"/>
                <a:gd name="connsiteY329" fmla="*/ 330994 h 341947"/>
                <a:gd name="connsiteX330" fmla="*/ 130969 w 309086"/>
                <a:gd name="connsiteY330" fmla="*/ 330041 h 341947"/>
                <a:gd name="connsiteX331" fmla="*/ 133826 w 309086"/>
                <a:gd name="connsiteY331" fmla="*/ 330994 h 341947"/>
                <a:gd name="connsiteX332" fmla="*/ 138113 w 309086"/>
                <a:gd name="connsiteY332" fmla="*/ 332899 h 341947"/>
                <a:gd name="connsiteX333" fmla="*/ 140018 w 309086"/>
                <a:gd name="connsiteY333" fmla="*/ 334327 h 341947"/>
                <a:gd name="connsiteX334" fmla="*/ 140970 w 309086"/>
                <a:gd name="connsiteY334" fmla="*/ 335280 h 341947"/>
                <a:gd name="connsiteX335" fmla="*/ 141446 w 309086"/>
                <a:gd name="connsiteY335" fmla="*/ 336232 h 341947"/>
                <a:gd name="connsiteX336" fmla="*/ 140970 w 309086"/>
                <a:gd name="connsiteY336" fmla="*/ 337661 h 341947"/>
                <a:gd name="connsiteX337" fmla="*/ 141922 w 309086"/>
                <a:gd name="connsiteY337" fmla="*/ 338138 h 341947"/>
                <a:gd name="connsiteX338" fmla="*/ 143827 w 309086"/>
                <a:gd name="connsiteY338" fmla="*/ 338138 h 341947"/>
                <a:gd name="connsiteX339" fmla="*/ 145256 w 309086"/>
                <a:gd name="connsiteY339" fmla="*/ 338614 h 341947"/>
                <a:gd name="connsiteX340" fmla="*/ 144780 w 309086"/>
                <a:gd name="connsiteY340" fmla="*/ 340519 h 341947"/>
                <a:gd name="connsiteX341" fmla="*/ 144780 w 309086"/>
                <a:gd name="connsiteY341" fmla="*/ 341947 h 341947"/>
                <a:gd name="connsiteX342" fmla="*/ 146685 w 309086"/>
                <a:gd name="connsiteY342" fmla="*/ 341947 h 341947"/>
                <a:gd name="connsiteX343" fmla="*/ 149066 w 309086"/>
                <a:gd name="connsiteY343" fmla="*/ 340519 h 341947"/>
                <a:gd name="connsiteX344" fmla="*/ 150971 w 309086"/>
                <a:gd name="connsiteY344" fmla="*/ 338138 h 341947"/>
                <a:gd name="connsiteX345" fmla="*/ 151924 w 309086"/>
                <a:gd name="connsiteY345" fmla="*/ 335756 h 341947"/>
                <a:gd name="connsiteX346" fmla="*/ 152876 w 309086"/>
                <a:gd name="connsiteY346" fmla="*/ 330517 h 341947"/>
                <a:gd name="connsiteX347" fmla="*/ 153352 w 309086"/>
                <a:gd name="connsiteY347" fmla="*/ 330041 h 341947"/>
                <a:gd name="connsiteX348" fmla="*/ 154781 w 309086"/>
                <a:gd name="connsiteY348" fmla="*/ 330517 h 341947"/>
                <a:gd name="connsiteX349" fmla="*/ 160972 w 309086"/>
                <a:gd name="connsiteY349" fmla="*/ 330517 h 341947"/>
                <a:gd name="connsiteX350" fmla="*/ 163830 w 309086"/>
                <a:gd name="connsiteY350" fmla="*/ 331470 h 341947"/>
                <a:gd name="connsiteX351" fmla="*/ 168116 w 309086"/>
                <a:gd name="connsiteY351" fmla="*/ 331470 h 341947"/>
                <a:gd name="connsiteX352" fmla="*/ 168116 w 309086"/>
                <a:gd name="connsiteY352" fmla="*/ 332422 h 341947"/>
                <a:gd name="connsiteX353" fmla="*/ 169069 w 309086"/>
                <a:gd name="connsiteY353" fmla="*/ 333851 h 341947"/>
                <a:gd name="connsiteX354" fmla="*/ 170974 w 309086"/>
                <a:gd name="connsiteY354" fmla="*/ 335756 h 341947"/>
                <a:gd name="connsiteX355" fmla="*/ 171926 w 309086"/>
                <a:gd name="connsiteY355" fmla="*/ 337185 h 341947"/>
                <a:gd name="connsiteX356" fmla="*/ 173831 w 309086"/>
                <a:gd name="connsiteY356" fmla="*/ 337185 h 341947"/>
                <a:gd name="connsiteX357" fmla="*/ 177165 w 309086"/>
                <a:gd name="connsiteY357" fmla="*/ 336709 h 341947"/>
                <a:gd name="connsiteX358" fmla="*/ 179070 w 309086"/>
                <a:gd name="connsiteY358" fmla="*/ 336232 h 341947"/>
                <a:gd name="connsiteX359" fmla="*/ 179546 w 309086"/>
                <a:gd name="connsiteY359" fmla="*/ 336709 h 341947"/>
                <a:gd name="connsiteX360" fmla="*/ 182403 w 309086"/>
                <a:gd name="connsiteY360" fmla="*/ 336232 h 341947"/>
                <a:gd name="connsiteX361" fmla="*/ 184785 w 309086"/>
                <a:gd name="connsiteY361" fmla="*/ 334804 h 341947"/>
                <a:gd name="connsiteX362" fmla="*/ 185261 w 309086"/>
                <a:gd name="connsiteY362" fmla="*/ 333851 h 341947"/>
                <a:gd name="connsiteX363" fmla="*/ 187643 w 309086"/>
                <a:gd name="connsiteY363" fmla="*/ 332899 h 341947"/>
                <a:gd name="connsiteX364" fmla="*/ 190976 w 309086"/>
                <a:gd name="connsiteY364" fmla="*/ 330994 h 341947"/>
                <a:gd name="connsiteX365" fmla="*/ 195739 w 309086"/>
                <a:gd name="connsiteY365" fmla="*/ 329565 h 341947"/>
                <a:gd name="connsiteX366" fmla="*/ 211455 w 309086"/>
                <a:gd name="connsiteY366" fmla="*/ 328136 h 341947"/>
                <a:gd name="connsiteX367" fmla="*/ 211931 w 309086"/>
                <a:gd name="connsiteY367" fmla="*/ 327184 h 341947"/>
                <a:gd name="connsiteX368" fmla="*/ 211931 w 309086"/>
                <a:gd name="connsiteY368" fmla="*/ 324326 h 341947"/>
                <a:gd name="connsiteX369" fmla="*/ 212407 w 309086"/>
                <a:gd name="connsiteY369" fmla="*/ 323850 h 341947"/>
                <a:gd name="connsiteX370" fmla="*/ 214313 w 309086"/>
                <a:gd name="connsiteY370" fmla="*/ 324326 h 341947"/>
                <a:gd name="connsiteX371" fmla="*/ 217646 w 309086"/>
                <a:gd name="connsiteY371" fmla="*/ 324802 h 341947"/>
                <a:gd name="connsiteX372" fmla="*/ 220027 w 309086"/>
                <a:gd name="connsiteY372" fmla="*/ 325755 h 341947"/>
                <a:gd name="connsiteX373" fmla="*/ 221456 w 309086"/>
                <a:gd name="connsiteY373" fmla="*/ 327184 h 341947"/>
                <a:gd name="connsiteX374" fmla="*/ 222885 w 309086"/>
                <a:gd name="connsiteY374" fmla="*/ 327184 h 341947"/>
                <a:gd name="connsiteX375" fmla="*/ 225266 w 309086"/>
                <a:gd name="connsiteY375" fmla="*/ 326231 h 341947"/>
                <a:gd name="connsiteX376" fmla="*/ 228600 w 309086"/>
                <a:gd name="connsiteY376" fmla="*/ 325755 h 341947"/>
                <a:gd name="connsiteX377" fmla="*/ 231457 w 309086"/>
                <a:gd name="connsiteY377" fmla="*/ 327184 h 341947"/>
                <a:gd name="connsiteX378" fmla="*/ 232410 w 309086"/>
                <a:gd name="connsiteY378" fmla="*/ 328613 h 341947"/>
                <a:gd name="connsiteX379" fmla="*/ 231934 w 309086"/>
                <a:gd name="connsiteY379" fmla="*/ 329089 h 341947"/>
                <a:gd name="connsiteX380" fmla="*/ 231934 w 309086"/>
                <a:gd name="connsiteY380" fmla="*/ 330041 h 341947"/>
                <a:gd name="connsiteX381" fmla="*/ 232886 w 309086"/>
                <a:gd name="connsiteY381" fmla="*/ 330994 h 341947"/>
                <a:gd name="connsiteX382" fmla="*/ 235268 w 309086"/>
                <a:gd name="connsiteY382" fmla="*/ 332422 h 341947"/>
                <a:gd name="connsiteX383" fmla="*/ 238125 w 309086"/>
                <a:gd name="connsiteY383" fmla="*/ 333851 h 341947"/>
                <a:gd name="connsiteX384" fmla="*/ 239553 w 309086"/>
                <a:gd name="connsiteY384" fmla="*/ 333851 h 341947"/>
                <a:gd name="connsiteX385" fmla="*/ 240030 w 309086"/>
                <a:gd name="connsiteY385" fmla="*/ 332422 h 341947"/>
                <a:gd name="connsiteX386" fmla="*/ 240506 w 309086"/>
                <a:gd name="connsiteY386" fmla="*/ 329565 h 341947"/>
                <a:gd name="connsiteX387" fmla="*/ 240506 w 309086"/>
                <a:gd name="connsiteY387" fmla="*/ 326231 h 341947"/>
                <a:gd name="connsiteX388" fmla="*/ 240030 w 309086"/>
                <a:gd name="connsiteY388" fmla="*/ 324326 h 341947"/>
                <a:gd name="connsiteX389" fmla="*/ 238601 w 309086"/>
                <a:gd name="connsiteY389" fmla="*/ 323850 h 341947"/>
                <a:gd name="connsiteX390" fmla="*/ 236696 w 309086"/>
                <a:gd name="connsiteY390" fmla="*/ 323850 h 341947"/>
                <a:gd name="connsiteX391" fmla="*/ 235744 w 309086"/>
                <a:gd name="connsiteY391" fmla="*/ 323374 h 341947"/>
                <a:gd name="connsiteX392" fmla="*/ 236220 w 309086"/>
                <a:gd name="connsiteY392" fmla="*/ 322421 h 341947"/>
                <a:gd name="connsiteX393" fmla="*/ 237649 w 309086"/>
                <a:gd name="connsiteY393" fmla="*/ 319564 h 341947"/>
                <a:gd name="connsiteX394" fmla="*/ 237649 w 309086"/>
                <a:gd name="connsiteY394" fmla="*/ 316230 h 341947"/>
                <a:gd name="connsiteX395" fmla="*/ 234315 w 309086"/>
                <a:gd name="connsiteY395" fmla="*/ 311944 h 341947"/>
                <a:gd name="connsiteX396" fmla="*/ 231457 w 309086"/>
                <a:gd name="connsiteY396" fmla="*/ 308134 h 341947"/>
                <a:gd name="connsiteX397" fmla="*/ 231457 w 309086"/>
                <a:gd name="connsiteY397" fmla="*/ 306705 h 341947"/>
                <a:gd name="connsiteX398" fmla="*/ 233363 w 309086"/>
                <a:gd name="connsiteY398" fmla="*/ 304324 h 341947"/>
                <a:gd name="connsiteX399" fmla="*/ 236220 w 309086"/>
                <a:gd name="connsiteY399" fmla="*/ 302419 h 341947"/>
                <a:gd name="connsiteX400" fmla="*/ 242411 w 309086"/>
                <a:gd name="connsiteY400" fmla="*/ 299561 h 341947"/>
                <a:gd name="connsiteX401" fmla="*/ 244316 w 309086"/>
                <a:gd name="connsiteY401" fmla="*/ 299085 h 341947"/>
                <a:gd name="connsiteX402" fmla="*/ 246697 w 309086"/>
                <a:gd name="connsiteY402" fmla="*/ 298609 h 341947"/>
                <a:gd name="connsiteX403" fmla="*/ 250507 w 309086"/>
                <a:gd name="connsiteY403" fmla="*/ 297180 h 341947"/>
                <a:gd name="connsiteX404" fmla="*/ 252413 w 309086"/>
                <a:gd name="connsiteY404" fmla="*/ 295751 h 341947"/>
                <a:gd name="connsiteX405" fmla="*/ 253365 w 309086"/>
                <a:gd name="connsiteY405" fmla="*/ 294322 h 341947"/>
                <a:gd name="connsiteX406" fmla="*/ 255270 w 309086"/>
                <a:gd name="connsiteY406" fmla="*/ 287179 h 341947"/>
                <a:gd name="connsiteX407" fmla="*/ 255746 w 309086"/>
                <a:gd name="connsiteY407" fmla="*/ 286702 h 341947"/>
                <a:gd name="connsiteX408" fmla="*/ 256222 w 309086"/>
                <a:gd name="connsiteY408" fmla="*/ 286226 h 341947"/>
                <a:gd name="connsiteX409" fmla="*/ 262414 w 309086"/>
                <a:gd name="connsiteY409" fmla="*/ 288607 h 341947"/>
                <a:gd name="connsiteX410" fmla="*/ 262890 w 309086"/>
                <a:gd name="connsiteY410" fmla="*/ 288131 h 341947"/>
                <a:gd name="connsiteX411" fmla="*/ 263843 w 309086"/>
                <a:gd name="connsiteY411" fmla="*/ 287655 h 341947"/>
                <a:gd name="connsiteX412" fmla="*/ 265747 w 309086"/>
                <a:gd name="connsiteY412" fmla="*/ 285750 h 341947"/>
                <a:gd name="connsiteX413" fmla="*/ 266224 w 309086"/>
                <a:gd name="connsiteY413" fmla="*/ 284321 h 341947"/>
                <a:gd name="connsiteX414" fmla="*/ 266224 w 309086"/>
                <a:gd name="connsiteY414" fmla="*/ 281464 h 341947"/>
                <a:gd name="connsiteX415" fmla="*/ 266224 w 309086"/>
                <a:gd name="connsiteY415" fmla="*/ 278606 h 341947"/>
                <a:gd name="connsiteX416" fmla="*/ 266700 w 309086"/>
                <a:gd name="connsiteY416" fmla="*/ 277654 h 341947"/>
                <a:gd name="connsiteX417" fmla="*/ 265271 w 309086"/>
                <a:gd name="connsiteY417" fmla="*/ 275749 h 341947"/>
                <a:gd name="connsiteX418" fmla="*/ 262414 w 309086"/>
                <a:gd name="connsiteY418" fmla="*/ 272891 h 341947"/>
                <a:gd name="connsiteX419" fmla="*/ 257651 w 309086"/>
                <a:gd name="connsiteY419" fmla="*/ 269081 h 341947"/>
                <a:gd name="connsiteX420" fmla="*/ 253841 w 309086"/>
                <a:gd name="connsiteY420" fmla="*/ 269081 h 341947"/>
                <a:gd name="connsiteX421" fmla="*/ 252413 w 309086"/>
                <a:gd name="connsiteY421" fmla="*/ 268129 h 341947"/>
                <a:gd name="connsiteX422" fmla="*/ 251936 w 309086"/>
                <a:gd name="connsiteY422" fmla="*/ 266700 h 341947"/>
                <a:gd name="connsiteX423" fmla="*/ 250507 w 309086"/>
                <a:gd name="connsiteY423" fmla="*/ 264319 h 341947"/>
                <a:gd name="connsiteX424" fmla="*/ 248602 w 309086"/>
                <a:gd name="connsiteY424" fmla="*/ 262890 h 341947"/>
                <a:gd name="connsiteX425" fmla="*/ 246697 w 309086"/>
                <a:gd name="connsiteY425" fmla="*/ 262414 h 341947"/>
                <a:gd name="connsiteX426" fmla="*/ 243840 w 309086"/>
                <a:gd name="connsiteY426" fmla="*/ 260509 h 341947"/>
                <a:gd name="connsiteX427" fmla="*/ 240030 w 309086"/>
                <a:gd name="connsiteY427" fmla="*/ 256222 h 341947"/>
                <a:gd name="connsiteX428" fmla="*/ 236220 w 309086"/>
                <a:gd name="connsiteY428" fmla="*/ 253365 h 341947"/>
                <a:gd name="connsiteX429" fmla="*/ 232886 w 309086"/>
                <a:gd name="connsiteY429" fmla="*/ 253365 h 341947"/>
                <a:gd name="connsiteX430" fmla="*/ 230505 w 309086"/>
                <a:gd name="connsiteY430" fmla="*/ 251936 h 341947"/>
                <a:gd name="connsiteX431" fmla="*/ 228124 w 309086"/>
                <a:gd name="connsiteY431" fmla="*/ 250031 h 341947"/>
                <a:gd name="connsiteX432" fmla="*/ 226219 w 309086"/>
                <a:gd name="connsiteY432" fmla="*/ 248126 h 341947"/>
                <a:gd name="connsiteX433" fmla="*/ 223838 w 309086"/>
                <a:gd name="connsiteY433" fmla="*/ 243364 h 341947"/>
                <a:gd name="connsiteX434" fmla="*/ 221932 w 309086"/>
                <a:gd name="connsiteY434" fmla="*/ 240506 h 341947"/>
                <a:gd name="connsiteX435" fmla="*/ 220503 w 309086"/>
                <a:gd name="connsiteY435" fmla="*/ 238601 h 341947"/>
                <a:gd name="connsiteX436" fmla="*/ 219075 w 309086"/>
                <a:gd name="connsiteY436" fmla="*/ 237172 h 341947"/>
                <a:gd name="connsiteX437" fmla="*/ 218599 w 309086"/>
                <a:gd name="connsiteY437" fmla="*/ 236220 h 341947"/>
                <a:gd name="connsiteX438" fmla="*/ 220503 w 309086"/>
                <a:gd name="connsiteY438" fmla="*/ 233363 h 341947"/>
                <a:gd name="connsiteX439" fmla="*/ 221456 w 309086"/>
                <a:gd name="connsiteY439" fmla="*/ 231934 h 341947"/>
                <a:gd name="connsiteX440" fmla="*/ 222409 w 309086"/>
                <a:gd name="connsiteY440" fmla="*/ 230981 h 341947"/>
                <a:gd name="connsiteX441" fmla="*/ 222885 w 309086"/>
                <a:gd name="connsiteY441" fmla="*/ 230029 h 341947"/>
                <a:gd name="connsiteX442" fmla="*/ 222885 w 309086"/>
                <a:gd name="connsiteY442" fmla="*/ 229076 h 341947"/>
                <a:gd name="connsiteX443" fmla="*/ 220980 w 309086"/>
                <a:gd name="connsiteY443" fmla="*/ 226219 h 341947"/>
                <a:gd name="connsiteX444" fmla="*/ 218599 w 309086"/>
                <a:gd name="connsiteY444" fmla="*/ 224314 h 341947"/>
                <a:gd name="connsiteX445" fmla="*/ 214789 w 309086"/>
                <a:gd name="connsiteY445" fmla="*/ 222409 h 341947"/>
                <a:gd name="connsiteX446" fmla="*/ 212407 w 309086"/>
                <a:gd name="connsiteY446" fmla="*/ 220027 h 341947"/>
                <a:gd name="connsiteX447" fmla="*/ 211455 w 309086"/>
                <a:gd name="connsiteY447" fmla="*/ 217646 h 341947"/>
                <a:gd name="connsiteX448" fmla="*/ 210978 w 309086"/>
                <a:gd name="connsiteY448" fmla="*/ 216217 h 341947"/>
                <a:gd name="connsiteX449" fmla="*/ 209550 w 309086"/>
                <a:gd name="connsiteY449" fmla="*/ 214789 h 341947"/>
                <a:gd name="connsiteX450" fmla="*/ 208121 w 309086"/>
                <a:gd name="connsiteY450" fmla="*/ 212407 h 341947"/>
                <a:gd name="connsiteX451" fmla="*/ 208121 w 309086"/>
                <a:gd name="connsiteY451" fmla="*/ 210979 h 341947"/>
                <a:gd name="connsiteX452" fmla="*/ 208597 w 309086"/>
                <a:gd name="connsiteY452" fmla="*/ 210502 h 341947"/>
                <a:gd name="connsiteX453" fmla="*/ 210026 w 309086"/>
                <a:gd name="connsiteY453" fmla="*/ 210502 h 341947"/>
                <a:gd name="connsiteX454" fmla="*/ 211455 w 309086"/>
                <a:gd name="connsiteY454" fmla="*/ 211455 h 341947"/>
                <a:gd name="connsiteX455" fmla="*/ 213360 w 309086"/>
                <a:gd name="connsiteY455" fmla="*/ 213360 h 341947"/>
                <a:gd name="connsiteX456" fmla="*/ 214789 w 309086"/>
                <a:gd name="connsiteY456" fmla="*/ 216217 h 341947"/>
                <a:gd name="connsiteX457" fmla="*/ 215741 w 309086"/>
                <a:gd name="connsiteY457" fmla="*/ 215265 h 341947"/>
                <a:gd name="connsiteX458" fmla="*/ 217646 w 309086"/>
                <a:gd name="connsiteY458" fmla="*/ 212407 h 341947"/>
                <a:gd name="connsiteX459" fmla="*/ 220980 w 309086"/>
                <a:gd name="connsiteY459" fmla="*/ 209074 h 341947"/>
                <a:gd name="connsiteX460" fmla="*/ 224314 w 309086"/>
                <a:gd name="connsiteY460" fmla="*/ 207169 h 341947"/>
                <a:gd name="connsiteX461" fmla="*/ 227171 w 309086"/>
                <a:gd name="connsiteY461" fmla="*/ 207169 h 341947"/>
                <a:gd name="connsiteX462" fmla="*/ 229552 w 309086"/>
                <a:gd name="connsiteY462" fmla="*/ 206692 h 341947"/>
                <a:gd name="connsiteX463" fmla="*/ 231457 w 309086"/>
                <a:gd name="connsiteY463" fmla="*/ 205740 h 341947"/>
                <a:gd name="connsiteX464" fmla="*/ 234791 w 309086"/>
                <a:gd name="connsiteY464" fmla="*/ 206216 h 341947"/>
                <a:gd name="connsiteX465" fmla="*/ 237172 w 309086"/>
                <a:gd name="connsiteY465" fmla="*/ 206692 h 341947"/>
                <a:gd name="connsiteX466" fmla="*/ 238125 w 309086"/>
                <a:gd name="connsiteY466" fmla="*/ 206216 h 341947"/>
                <a:gd name="connsiteX467" fmla="*/ 239077 w 309086"/>
                <a:gd name="connsiteY467" fmla="*/ 204311 h 341947"/>
                <a:gd name="connsiteX468" fmla="*/ 239553 w 309086"/>
                <a:gd name="connsiteY468" fmla="*/ 202882 h 341947"/>
                <a:gd name="connsiteX469" fmla="*/ 245269 w 309086"/>
                <a:gd name="connsiteY469" fmla="*/ 201930 h 341947"/>
                <a:gd name="connsiteX470" fmla="*/ 247174 w 309086"/>
                <a:gd name="connsiteY470" fmla="*/ 199072 h 341947"/>
                <a:gd name="connsiteX471" fmla="*/ 248126 w 309086"/>
                <a:gd name="connsiteY471" fmla="*/ 199072 h 341947"/>
                <a:gd name="connsiteX472" fmla="*/ 249555 w 309086"/>
                <a:gd name="connsiteY472" fmla="*/ 198596 h 341947"/>
                <a:gd name="connsiteX473" fmla="*/ 250507 w 309086"/>
                <a:gd name="connsiteY473" fmla="*/ 197644 h 341947"/>
                <a:gd name="connsiteX474" fmla="*/ 251460 w 309086"/>
                <a:gd name="connsiteY474" fmla="*/ 197167 h 341947"/>
                <a:gd name="connsiteX475" fmla="*/ 252413 w 309086"/>
                <a:gd name="connsiteY475" fmla="*/ 197644 h 341947"/>
                <a:gd name="connsiteX476" fmla="*/ 253365 w 309086"/>
                <a:gd name="connsiteY476" fmla="*/ 198120 h 341947"/>
                <a:gd name="connsiteX477" fmla="*/ 254794 w 309086"/>
                <a:gd name="connsiteY477" fmla="*/ 197644 h 341947"/>
                <a:gd name="connsiteX478" fmla="*/ 256699 w 309086"/>
                <a:gd name="connsiteY478" fmla="*/ 194310 h 341947"/>
                <a:gd name="connsiteX479" fmla="*/ 257651 w 309086"/>
                <a:gd name="connsiteY479" fmla="*/ 193834 h 341947"/>
                <a:gd name="connsiteX480" fmla="*/ 262414 w 309086"/>
                <a:gd name="connsiteY480" fmla="*/ 193357 h 341947"/>
                <a:gd name="connsiteX481" fmla="*/ 269081 w 309086"/>
                <a:gd name="connsiteY481" fmla="*/ 191452 h 341947"/>
                <a:gd name="connsiteX482" fmla="*/ 272415 w 309086"/>
                <a:gd name="connsiteY482" fmla="*/ 189547 h 341947"/>
                <a:gd name="connsiteX483" fmla="*/ 275749 w 309086"/>
                <a:gd name="connsiteY483" fmla="*/ 188595 h 341947"/>
                <a:gd name="connsiteX484" fmla="*/ 279559 w 309086"/>
                <a:gd name="connsiteY484" fmla="*/ 186690 h 341947"/>
                <a:gd name="connsiteX485" fmla="*/ 285274 w 309086"/>
                <a:gd name="connsiteY485" fmla="*/ 184785 h 341947"/>
                <a:gd name="connsiteX486" fmla="*/ 285750 w 309086"/>
                <a:gd name="connsiteY486" fmla="*/ 184309 h 341947"/>
                <a:gd name="connsiteX487" fmla="*/ 282893 w 309086"/>
                <a:gd name="connsiteY487" fmla="*/ 182404 h 341947"/>
                <a:gd name="connsiteX488" fmla="*/ 281940 w 309086"/>
                <a:gd name="connsiteY488" fmla="*/ 181451 h 341947"/>
                <a:gd name="connsiteX489" fmla="*/ 281464 w 309086"/>
                <a:gd name="connsiteY489" fmla="*/ 180499 h 341947"/>
                <a:gd name="connsiteX490" fmla="*/ 282416 w 309086"/>
                <a:gd name="connsiteY490" fmla="*/ 179070 h 341947"/>
                <a:gd name="connsiteX491" fmla="*/ 283845 w 309086"/>
                <a:gd name="connsiteY491" fmla="*/ 178594 h 341947"/>
                <a:gd name="connsiteX492" fmla="*/ 285274 w 309086"/>
                <a:gd name="connsiteY492" fmla="*/ 179070 h 341947"/>
                <a:gd name="connsiteX493" fmla="*/ 290036 w 309086"/>
                <a:gd name="connsiteY493" fmla="*/ 180022 h 341947"/>
                <a:gd name="connsiteX494" fmla="*/ 291465 w 309086"/>
                <a:gd name="connsiteY494" fmla="*/ 180499 h 341947"/>
                <a:gd name="connsiteX495" fmla="*/ 291941 w 309086"/>
                <a:gd name="connsiteY495" fmla="*/ 182404 h 341947"/>
                <a:gd name="connsiteX496" fmla="*/ 293370 w 309086"/>
                <a:gd name="connsiteY496" fmla="*/ 183832 h 341947"/>
                <a:gd name="connsiteX497" fmla="*/ 294322 w 309086"/>
                <a:gd name="connsiteY497" fmla="*/ 183832 h 341947"/>
                <a:gd name="connsiteX498" fmla="*/ 293846 w 309086"/>
                <a:gd name="connsiteY498" fmla="*/ 186690 h 341947"/>
                <a:gd name="connsiteX499" fmla="*/ 295275 w 309086"/>
                <a:gd name="connsiteY499" fmla="*/ 187642 h 341947"/>
                <a:gd name="connsiteX500" fmla="*/ 297656 w 309086"/>
                <a:gd name="connsiteY500" fmla="*/ 188595 h 341947"/>
                <a:gd name="connsiteX501" fmla="*/ 299085 w 309086"/>
                <a:gd name="connsiteY501" fmla="*/ 188595 h 341947"/>
                <a:gd name="connsiteX502" fmla="*/ 300038 w 309086"/>
                <a:gd name="connsiteY502" fmla="*/ 187642 h 341947"/>
                <a:gd name="connsiteX503" fmla="*/ 300514 w 309086"/>
                <a:gd name="connsiteY503" fmla="*/ 186690 h 341947"/>
                <a:gd name="connsiteX504" fmla="*/ 300514 w 309086"/>
                <a:gd name="connsiteY504" fmla="*/ 186214 h 341947"/>
                <a:gd name="connsiteX505" fmla="*/ 303847 w 309086"/>
                <a:gd name="connsiteY505" fmla="*/ 180022 h 341947"/>
                <a:gd name="connsiteX506" fmla="*/ 305276 w 309086"/>
                <a:gd name="connsiteY506" fmla="*/ 176213 h 341947"/>
                <a:gd name="connsiteX507" fmla="*/ 307181 w 309086"/>
                <a:gd name="connsiteY507" fmla="*/ 169069 h 341947"/>
                <a:gd name="connsiteX508" fmla="*/ 309086 w 309086"/>
                <a:gd name="connsiteY508" fmla="*/ 160972 h 34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309086" h="341947">
                  <a:moveTo>
                    <a:pt x="272415" y="39529"/>
                  </a:moveTo>
                  <a:lnTo>
                    <a:pt x="274320" y="41434"/>
                  </a:lnTo>
                  <a:lnTo>
                    <a:pt x="273844" y="44291"/>
                  </a:lnTo>
                  <a:lnTo>
                    <a:pt x="274796" y="47149"/>
                  </a:lnTo>
                  <a:lnTo>
                    <a:pt x="279082" y="48101"/>
                  </a:lnTo>
                  <a:lnTo>
                    <a:pt x="283369" y="47625"/>
                  </a:lnTo>
                  <a:lnTo>
                    <a:pt x="284797" y="47625"/>
                  </a:lnTo>
                  <a:lnTo>
                    <a:pt x="284321" y="45244"/>
                  </a:lnTo>
                  <a:lnTo>
                    <a:pt x="284797" y="43815"/>
                  </a:lnTo>
                  <a:lnTo>
                    <a:pt x="279082" y="40005"/>
                  </a:lnTo>
                  <a:lnTo>
                    <a:pt x="271939" y="35719"/>
                  </a:lnTo>
                  <a:lnTo>
                    <a:pt x="271463" y="37147"/>
                  </a:lnTo>
                  <a:lnTo>
                    <a:pt x="271463" y="38576"/>
                  </a:lnTo>
                  <a:lnTo>
                    <a:pt x="272415" y="39529"/>
                  </a:lnTo>
                  <a:close/>
                  <a:moveTo>
                    <a:pt x="309086" y="160972"/>
                  </a:moveTo>
                  <a:lnTo>
                    <a:pt x="308610" y="158591"/>
                  </a:lnTo>
                  <a:lnTo>
                    <a:pt x="307657" y="157163"/>
                  </a:lnTo>
                  <a:lnTo>
                    <a:pt x="301466" y="154305"/>
                  </a:lnTo>
                  <a:lnTo>
                    <a:pt x="300990" y="153352"/>
                  </a:lnTo>
                  <a:lnTo>
                    <a:pt x="301943" y="149542"/>
                  </a:lnTo>
                  <a:lnTo>
                    <a:pt x="301466" y="148114"/>
                  </a:lnTo>
                  <a:lnTo>
                    <a:pt x="300038" y="146685"/>
                  </a:lnTo>
                  <a:lnTo>
                    <a:pt x="298132" y="143351"/>
                  </a:lnTo>
                  <a:lnTo>
                    <a:pt x="297180" y="140494"/>
                  </a:lnTo>
                  <a:lnTo>
                    <a:pt x="299561" y="137160"/>
                  </a:lnTo>
                  <a:lnTo>
                    <a:pt x="300038" y="134779"/>
                  </a:lnTo>
                  <a:lnTo>
                    <a:pt x="300990" y="131445"/>
                  </a:lnTo>
                  <a:lnTo>
                    <a:pt x="301943" y="129540"/>
                  </a:lnTo>
                  <a:lnTo>
                    <a:pt x="301943" y="129064"/>
                  </a:lnTo>
                  <a:lnTo>
                    <a:pt x="300514" y="127635"/>
                  </a:lnTo>
                  <a:lnTo>
                    <a:pt x="300038" y="125730"/>
                  </a:lnTo>
                  <a:lnTo>
                    <a:pt x="300514" y="123349"/>
                  </a:lnTo>
                  <a:lnTo>
                    <a:pt x="299561" y="121444"/>
                  </a:lnTo>
                  <a:lnTo>
                    <a:pt x="297180" y="120015"/>
                  </a:lnTo>
                  <a:lnTo>
                    <a:pt x="295751" y="118586"/>
                  </a:lnTo>
                  <a:lnTo>
                    <a:pt x="295275" y="116681"/>
                  </a:lnTo>
                  <a:lnTo>
                    <a:pt x="295751" y="113347"/>
                  </a:lnTo>
                  <a:lnTo>
                    <a:pt x="297656" y="109061"/>
                  </a:lnTo>
                  <a:lnTo>
                    <a:pt x="293846" y="103822"/>
                  </a:lnTo>
                  <a:lnTo>
                    <a:pt x="284797" y="97631"/>
                  </a:lnTo>
                  <a:lnTo>
                    <a:pt x="280511" y="93345"/>
                  </a:lnTo>
                  <a:lnTo>
                    <a:pt x="280988" y="90964"/>
                  </a:lnTo>
                  <a:lnTo>
                    <a:pt x="282893" y="88582"/>
                  </a:lnTo>
                  <a:lnTo>
                    <a:pt x="286226" y="86677"/>
                  </a:lnTo>
                  <a:lnTo>
                    <a:pt x="288607" y="82867"/>
                  </a:lnTo>
                  <a:lnTo>
                    <a:pt x="290036" y="78581"/>
                  </a:lnTo>
                  <a:lnTo>
                    <a:pt x="290036" y="77629"/>
                  </a:lnTo>
                  <a:lnTo>
                    <a:pt x="290036" y="74771"/>
                  </a:lnTo>
                  <a:lnTo>
                    <a:pt x="286226" y="62389"/>
                  </a:lnTo>
                  <a:lnTo>
                    <a:pt x="285750" y="59055"/>
                  </a:lnTo>
                  <a:lnTo>
                    <a:pt x="285274" y="55245"/>
                  </a:lnTo>
                  <a:lnTo>
                    <a:pt x="284797" y="54292"/>
                  </a:lnTo>
                  <a:lnTo>
                    <a:pt x="284321" y="54292"/>
                  </a:lnTo>
                  <a:lnTo>
                    <a:pt x="276701" y="52864"/>
                  </a:lnTo>
                  <a:lnTo>
                    <a:pt x="274320" y="51435"/>
                  </a:lnTo>
                  <a:lnTo>
                    <a:pt x="271463" y="49054"/>
                  </a:lnTo>
                  <a:lnTo>
                    <a:pt x="270034" y="41434"/>
                  </a:lnTo>
                  <a:lnTo>
                    <a:pt x="266700" y="35242"/>
                  </a:lnTo>
                  <a:lnTo>
                    <a:pt x="257175" y="35719"/>
                  </a:lnTo>
                  <a:lnTo>
                    <a:pt x="247174" y="29051"/>
                  </a:lnTo>
                  <a:lnTo>
                    <a:pt x="243364" y="22860"/>
                  </a:lnTo>
                  <a:lnTo>
                    <a:pt x="239077" y="22384"/>
                  </a:lnTo>
                  <a:lnTo>
                    <a:pt x="235268" y="21431"/>
                  </a:lnTo>
                  <a:lnTo>
                    <a:pt x="228124" y="20479"/>
                  </a:lnTo>
                  <a:lnTo>
                    <a:pt x="221456" y="26194"/>
                  </a:lnTo>
                  <a:lnTo>
                    <a:pt x="218599" y="29051"/>
                  </a:lnTo>
                  <a:lnTo>
                    <a:pt x="214313" y="31909"/>
                  </a:lnTo>
                  <a:lnTo>
                    <a:pt x="212407" y="34766"/>
                  </a:lnTo>
                  <a:lnTo>
                    <a:pt x="201453" y="35719"/>
                  </a:lnTo>
                  <a:lnTo>
                    <a:pt x="198120" y="37147"/>
                  </a:lnTo>
                  <a:lnTo>
                    <a:pt x="190024" y="43815"/>
                  </a:lnTo>
                  <a:lnTo>
                    <a:pt x="188119" y="44767"/>
                  </a:lnTo>
                  <a:lnTo>
                    <a:pt x="178118" y="41910"/>
                  </a:lnTo>
                  <a:lnTo>
                    <a:pt x="171926" y="42386"/>
                  </a:lnTo>
                  <a:lnTo>
                    <a:pt x="169545" y="41910"/>
                  </a:lnTo>
                  <a:lnTo>
                    <a:pt x="168116" y="39052"/>
                  </a:lnTo>
                  <a:lnTo>
                    <a:pt x="174784" y="34290"/>
                  </a:lnTo>
                  <a:lnTo>
                    <a:pt x="176689" y="29527"/>
                  </a:lnTo>
                  <a:lnTo>
                    <a:pt x="174784" y="24765"/>
                  </a:lnTo>
                  <a:lnTo>
                    <a:pt x="172878" y="24765"/>
                  </a:lnTo>
                  <a:lnTo>
                    <a:pt x="165259" y="27622"/>
                  </a:lnTo>
                  <a:lnTo>
                    <a:pt x="152400" y="21907"/>
                  </a:lnTo>
                  <a:lnTo>
                    <a:pt x="147161" y="23336"/>
                  </a:lnTo>
                  <a:lnTo>
                    <a:pt x="145732" y="21431"/>
                  </a:lnTo>
                  <a:lnTo>
                    <a:pt x="144780" y="19526"/>
                  </a:lnTo>
                  <a:lnTo>
                    <a:pt x="135255" y="20479"/>
                  </a:lnTo>
                  <a:lnTo>
                    <a:pt x="137636" y="18574"/>
                  </a:lnTo>
                  <a:lnTo>
                    <a:pt x="140494" y="15240"/>
                  </a:lnTo>
                  <a:lnTo>
                    <a:pt x="140494" y="10954"/>
                  </a:lnTo>
                  <a:lnTo>
                    <a:pt x="138113" y="8096"/>
                  </a:lnTo>
                  <a:lnTo>
                    <a:pt x="136207" y="6191"/>
                  </a:lnTo>
                  <a:lnTo>
                    <a:pt x="131445" y="4763"/>
                  </a:lnTo>
                  <a:lnTo>
                    <a:pt x="131445" y="3810"/>
                  </a:lnTo>
                  <a:lnTo>
                    <a:pt x="130969" y="3810"/>
                  </a:lnTo>
                  <a:lnTo>
                    <a:pt x="128588" y="3334"/>
                  </a:lnTo>
                  <a:lnTo>
                    <a:pt x="127159" y="2381"/>
                  </a:lnTo>
                  <a:lnTo>
                    <a:pt x="123349" y="2857"/>
                  </a:lnTo>
                  <a:lnTo>
                    <a:pt x="118110" y="4286"/>
                  </a:lnTo>
                  <a:lnTo>
                    <a:pt x="115252" y="4286"/>
                  </a:lnTo>
                  <a:lnTo>
                    <a:pt x="112871" y="2381"/>
                  </a:lnTo>
                  <a:lnTo>
                    <a:pt x="103346" y="0"/>
                  </a:lnTo>
                  <a:lnTo>
                    <a:pt x="101918" y="0"/>
                  </a:lnTo>
                  <a:lnTo>
                    <a:pt x="95726" y="0"/>
                  </a:lnTo>
                  <a:lnTo>
                    <a:pt x="95726" y="0"/>
                  </a:lnTo>
                  <a:lnTo>
                    <a:pt x="96202" y="5239"/>
                  </a:lnTo>
                  <a:lnTo>
                    <a:pt x="100013" y="9525"/>
                  </a:lnTo>
                  <a:lnTo>
                    <a:pt x="103346" y="14288"/>
                  </a:lnTo>
                  <a:lnTo>
                    <a:pt x="105727" y="16669"/>
                  </a:lnTo>
                  <a:lnTo>
                    <a:pt x="105727" y="20002"/>
                  </a:lnTo>
                  <a:lnTo>
                    <a:pt x="101441" y="21907"/>
                  </a:lnTo>
                  <a:lnTo>
                    <a:pt x="95250" y="23336"/>
                  </a:lnTo>
                  <a:lnTo>
                    <a:pt x="94297" y="25241"/>
                  </a:lnTo>
                  <a:lnTo>
                    <a:pt x="94774" y="28099"/>
                  </a:lnTo>
                  <a:lnTo>
                    <a:pt x="98107" y="28099"/>
                  </a:lnTo>
                  <a:lnTo>
                    <a:pt x="99536" y="27146"/>
                  </a:lnTo>
                  <a:lnTo>
                    <a:pt x="101918" y="27622"/>
                  </a:lnTo>
                  <a:lnTo>
                    <a:pt x="103822" y="29527"/>
                  </a:lnTo>
                  <a:lnTo>
                    <a:pt x="103822" y="41434"/>
                  </a:lnTo>
                  <a:lnTo>
                    <a:pt x="104299" y="42863"/>
                  </a:lnTo>
                  <a:lnTo>
                    <a:pt x="106203" y="44767"/>
                  </a:lnTo>
                  <a:lnTo>
                    <a:pt x="109538" y="45720"/>
                  </a:lnTo>
                  <a:lnTo>
                    <a:pt x="114300" y="46196"/>
                  </a:lnTo>
                  <a:lnTo>
                    <a:pt x="117634" y="47625"/>
                  </a:lnTo>
                  <a:lnTo>
                    <a:pt x="128588" y="59531"/>
                  </a:lnTo>
                  <a:lnTo>
                    <a:pt x="133826" y="61436"/>
                  </a:lnTo>
                  <a:lnTo>
                    <a:pt x="130016" y="60960"/>
                  </a:lnTo>
                  <a:lnTo>
                    <a:pt x="127159" y="59531"/>
                  </a:lnTo>
                  <a:lnTo>
                    <a:pt x="118110" y="49530"/>
                  </a:lnTo>
                  <a:lnTo>
                    <a:pt x="114300" y="47625"/>
                  </a:lnTo>
                  <a:lnTo>
                    <a:pt x="103822" y="48577"/>
                  </a:lnTo>
                  <a:lnTo>
                    <a:pt x="94297" y="46672"/>
                  </a:lnTo>
                  <a:lnTo>
                    <a:pt x="92869" y="48577"/>
                  </a:lnTo>
                  <a:lnTo>
                    <a:pt x="91440" y="51435"/>
                  </a:lnTo>
                  <a:lnTo>
                    <a:pt x="90488" y="56674"/>
                  </a:lnTo>
                  <a:lnTo>
                    <a:pt x="91440" y="61913"/>
                  </a:lnTo>
                  <a:lnTo>
                    <a:pt x="90011" y="69532"/>
                  </a:lnTo>
                  <a:lnTo>
                    <a:pt x="90011" y="63817"/>
                  </a:lnTo>
                  <a:lnTo>
                    <a:pt x="88582" y="61913"/>
                  </a:lnTo>
                  <a:lnTo>
                    <a:pt x="84772" y="59531"/>
                  </a:lnTo>
                  <a:lnTo>
                    <a:pt x="83820" y="60484"/>
                  </a:lnTo>
                  <a:lnTo>
                    <a:pt x="82868" y="63817"/>
                  </a:lnTo>
                  <a:lnTo>
                    <a:pt x="81915" y="66675"/>
                  </a:lnTo>
                  <a:lnTo>
                    <a:pt x="80486" y="67151"/>
                  </a:lnTo>
                  <a:lnTo>
                    <a:pt x="77152" y="65722"/>
                  </a:lnTo>
                  <a:lnTo>
                    <a:pt x="79057" y="62389"/>
                  </a:lnTo>
                  <a:lnTo>
                    <a:pt x="73819" y="55721"/>
                  </a:lnTo>
                  <a:lnTo>
                    <a:pt x="60960" y="55245"/>
                  </a:lnTo>
                  <a:lnTo>
                    <a:pt x="49053" y="56197"/>
                  </a:lnTo>
                  <a:lnTo>
                    <a:pt x="46196" y="57626"/>
                  </a:lnTo>
                  <a:lnTo>
                    <a:pt x="42863" y="61913"/>
                  </a:lnTo>
                  <a:lnTo>
                    <a:pt x="41910" y="65722"/>
                  </a:lnTo>
                  <a:lnTo>
                    <a:pt x="40957" y="70485"/>
                  </a:lnTo>
                  <a:lnTo>
                    <a:pt x="44291" y="72866"/>
                  </a:lnTo>
                  <a:lnTo>
                    <a:pt x="45720" y="74771"/>
                  </a:lnTo>
                  <a:lnTo>
                    <a:pt x="45244" y="79057"/>
                  </a:lnTo>
                  <a:lnTo>
                    <a:pt x="45244" y="87630"/>
                  </a:lnTo>
                  <a:lnTo>
                    <a:pt x="44768" y="89059"/>
                  </a:lnTo>
                  <a:lnTo>
                    <a:pt x="42863" y="92869"/>
                  </a:lnTo>
                  <a:lnTo>
                    <a:pt x="40481" y="99536"/>
                  </a:lnTo>
                  <a:lnTo>
                    <a:pt x="40005" y="103822"/>
                  </a:lnTo>
                  <a:lnTo>
                    <a:pt x="39528" y="104775"/>
                  </a:lnTo>
                  <a:lnTo>
                    <a:pt x="30480" y="104775"/>
                  </a:lnTo>
                  <a:lnTo>
                    <a:pt x="29051" y="105727"/>
                  </a:lnTo>
                  <a:lnTo>
                    <a:pt x="29051" y="106680"/>
                  </a:lnTo>
                  <a:lnTo>
                    <a:pt x="29527" y="107632"/>
                  </a:lnTo>
                  <a:lnTo>
                    <a:pt x="29527" y="108585"/>
                  </a:lnTo>
                  <a:lnTo>
                    <a:pt x="29051" y="109538"/>
                  </a:lnTo>
                  <a:lnTo>
                    <a:pt x="29527" y="110966"/>
                  </a:lnTo>
                  <a:lnTo>
                    <a:pt x="30956" y="112395"/>
                  </a:lnTo>
                  <a:lnTo>
                    <a:pt x="33814" y="113347"/>
                  </a:lnTo>
                  <a:lnTo>
                    <a:pt x="36671" y="113347"/>
                  </a:lnTo>
                  <a:lnTo>
                    <a:pt x="38100" y="113347"/>
                  </a:lnTo>
                  <a:lnTo>
                    <a:pt x="39052" y="114300"/>
                  </a:lnTo>
                  <a:lnTo>
                    <a:pt x="40005" y="116205"/>
                  </a:lnTo>
                  <a:lnTo>
                    <a:pt x="40005" y="118586"/>
                  </a:lnTo>
                  <a:lnTo>
                    <a:pt x="39528" y="121444"/>
                  </a:lnTo>
                  <a:lnTo>
                    <a:pt x="38100" y="124301"/>
                  </a:lnTo>
                  <a:lnTo>
                    <a:pt x="33814" y="127635"/>
                  </a:lnTo>
                  <a:lnTo>
                    <a:pt x="31909" y="128588"/>
                  </a:lnTo>
                  <a:lnTo>
                    <a:pt x="30003" y="129064"/>
                  </a:lnTo>
                  <a:lnTo>
                    <a:pt x="29051" y="130016"/>
                  </a:lnTo>
                  <a:lnTo>
                    <a:pt x="28575" y="130969"/>
                  </a:lnTo>
                  <a:lnTo>
                    <a:pt x="28575" y="131921"/>
                  </a:lnTo>
                  <a:lnTo>
                    <a:pt x="31432" y="134302"/>
                  </a:lnTo>
                  <a:lnTo>
                    <a:pt x="31432" y="134779"/>
                  </a:lnTo>
                  <a:lnTo>
                    <a:pt x="30480" y="136207"/>
                  </a:lnTo>
                  <a:lnTo>
                    <a:pt x="29527" y="137636"/>
                  </a:lnTo>
                  <a:lnTo>
                    <a:pt x="21907" y="140017"/>
                  </a:lnTo>
                  <a:lnTo>
                    <a:pt x="18574" y="140017"/>
                  </a:lnTo>
                  <a:lnTo>
                    <a:pt x="16669" y="141446"/>
                  </a:lnTo>
                  <a:lnTo>
                    <a:pt x="16193" y="141922"/>
                  </a:lnTo>
                  <a:lnTo>
                    <a:pt x="14288" y="140970"/>
                  </a:lnTo>
                  <a:lnTo>
                    <a:pt x="10001" y="139541"/>
                  </a:lnTo>
                  <a:lnTo>
                    <a:pt x="8096" y="140017"/>
                  </a:lnTo>
                  <a:lnTo>
                    <a:pt x="7144" y="140970"/>
                  </a:lnTo>
                  <a:lnTo>
                    <a:pt x="4286" y="141922"/>
                  </a:lnTo>
                  <a:lnTo>
                    <a:pt x="2381" y="143351"/>
                  </a:lnTo>
                  <a:lnTo>
                    <a:pt x="2381" y="145256"/>
                  </a:lnTo>
                  <a:lnTo>
                    <a:pt x="5715" y="150019"/>
                  </a:lnTo>
                  <a:lnTo>
                    <a:pt x="7144" y="150971"/>
                  </a:lnTo>
                  <a:lnTo>
                    <a:pt x="7144" y="152876"/>
                  </a:lnTo>
                  <a:lnTo>
                    <a:pt x="9049" y="155257"/>
                  </a:lnTo>
                  <a:lnTo>
                    <a:pt x="10953" y="158115"/>
                  </a:lnTo>
                  <a:lnTo>
                    <a:pt x="10953" y="160020"/>
                  </a:lnTo>
                  <a:lnTo>
                    <a:pt x="10953" y="161925"/>
                  </a:lnTo>
                  <a:lnTo>
                    <a:pt x="10001" y="164306"/>
                  </a:lnTo>
                  <a:lnTo>
                    <a:pt x="7144" y="170021"/>
                  </a:lnTo>
                  <a:lnTo>
                    <a:pt x="7144" y="170974"/>
                  </a:lnTo>
                  <a:lnTo>
                    <a:pt x="7620" y="171926"/>
                  </a:lnTo>
                  <a:lnTo>
                    <a:pt x="8572" y="172402"/>
                  </a:lnTo>
                  <a:lnTo>
                    <a:pt x="9525" y="172879"/>
                  </a:lnTo>
                  <a:lnTo>
                    <a:pt x="9525" y="173831"/>
                  </a:lnTo>
                  <a:lnTo>
                    <a:pt x="3810" y="178117"/>
                  </a:lnTo>
                  <a:lnTo>
                    <a:pt x="2857" y="178594"/>
                  </a:lnTo>
                  <a:lnTo>
                    <a:pt x="476" y="178594"/>
                  </a:lnTo>
                  <a:lnTo>
                    <a:pt x="0" y="179070"/>
                  </a:lnTo>
                  <a:lnTo>
                    <a:pt x="476" y="180022"/>
                  </a:lnTo>
                  <a:lnTo>
                    <a:pt x="1428" y="180975"/>
                  </a:lnTo>
                  <a:lnTo>
                    <a:pt x="3334" y="181451"/>
                  </a:lnTo>
                  <a:lnTo>
                    <a:pt x="5239" y="182404"/>
                  </a:lnTo>
                  <a:lnTo>
                    <a:pt x="6668" y="184309"/>
                  </a:lnTo>
                  <a:lnTo>
                    <a:pt x="4763" y="190976"/>
                  </a:lnTo>
                  <a:lnTo>
                    <a:pt x="5239" y="191929"/>
                  </a:lnTo>
                  <a:lnTo>
                    <a:pt x="9049" y="194310"/>
                  </a:lnTo>
                  <a:lnTo>
                    <a:pt x="10477" y="196215"/>
                  </a:lnTo>
                  <a:lnTo>
                    <a:pt x="13335" y="198120"/>
                  </a:lnTo>
                  <a:lnTo>
                    <a:pt x="10953" y="200501"/>
                  </a:lnTo>
                  <a:lnTo>
                    <a:pt x="11430" y="201454"/>
                  </a:lnTo>
                  <a:lnTo>
                    <a:pt x="12382" y="202406"/>
                  </a:lnTo>
                  <a:lnTo>
                    <a:pt x="15716" y="202882"/>
                  </a:lnTo>
                  <a:lnTo>
                    <a:pt x="17145" y="204311"/>
                  </a:lnTo>
                  <a:lnTo>
                    <a:pt x="17145" y="206692"/>
                  </a:lnTo>
                  <a:lnTo>
                    <a:pt x="17621" y="210502"/>
                  </a:lnTo>
                  <a:lnTo>
                    <a:pt x="10953" y="214313"/>
                  </a:lnTo>
                  <a:lnTo>
                    <a:pt x="9049" y="218599"/>
                  </a:lnTo>
                  <a:lnTo>
                    <a:pt x="9049" y="219551"/>
                  </a:lnTo>
                  <a:lnTo>
                    <a:pt x="8572" y="220504"/>
                  </a:lnTo>
                  <a:lnTo>
                    <a:pt x="8572" y="223361"/>
                  </a:lnTo>
                  <a:lnTo>
                    <a:pt x="9525" y="226219"/>
                  </a:lnTo>
                  <a:lnTo>
                    <a:pt x="11906" y="228600"/>
                  </a:lnTo>
                  <a:lnTo>
                    <a:pt x="13811" y="230505"/>
                  </a:lnTo>
                  <a:lnTo>
                    <a:pt x="16193" y="231934"/>
                  </a:lnTo>
                  <a:lnTo>
                    <a:pt x="20002" y="233363"/>
                  </a:lnTo>
                  <a:lnTo>
                    <a:pt x="21431" y="233839"/>
                  </a:lnTo>
                  <a:lnTo>
                    <a:pt x="21431" y="235744"/>
                  </a:lnTo>
                  <a:lnTo>
                    <a:pt x="20955" y="237649"/>
                  </a:lnTo>
                  <a:lnTo>
                    <a:pt x="19526" y="238601"/>
                  </a:lnTo>
                  <a:lnTo>
                    <a:pt x="18097" y="240030"/>
                  </a:lnTo>
                  <a:lnTo>
                    <a:pt x="17145" y="241935"/>
                  </a:lnTo>
                  <a:lnTo>
                    <a:pt x="16193" y="245745"/>
                  </a:lnTo>
                  <a:lnTo>
                    <a:pt x="16193" y="248602"/>
                  </a:lnTo>
                  <a:lnTo>
                    <a:pt x="17621" y="248602"/>
                  </a:lnTo>
                  <a:lnTo>
                    <a:pt x="20002" y="249079"/>
                  </a:lnTo>
                  <a:lnTo>
                    <a:pt x="22384" y="250984"/>
                  </a:lnTo>
                  <a:lnTo>
                    <a:pt x="23336" y="252889"/>
                  </a:lnTo>
                  <a:lnTo>
                    <a:pt x="23813" y="253841"/>
                  </a:lnTo>
                  <a:lnTo>
                    <a:pt x="24765" y="255270"/>
                  </a:lnTo>
                  <a:lnTo>
                    <a:pt x="29051" y="260985"/>
                  </a:lnTo>
                  <a:lnTo>
                    <a:pt x="30480" y="261461"/>
                  </a:lnTo>
                  <a:lnTo>
                    <a:pt x="31909" y="260509"/>
                  </a:lnTo>
                  <a:lnTo>
                    <a:pt x="32861" y="259080"/>
                  </a:lnTo>
                  <a:lnTo>
                    <a:pt x="34290" y="258604"/>
                  </a:lnTo>
                  <a:lnTo>
                    <a:pt x="36671" y="259080"/>
                  </a:lnTo>
                  <a:lnTo>
                    <a:pt x="38100" y="259556"/>
                  </a:lnTo>
                  <a:lnTo>
                    <a:pt x="38576" y="261938"/>
                  </a:lnTo>
                  <a:lnTo>
                    <a:pt x="39052" y="262414"/>
                  </a:lnTo>
                  <a:lnTo>
                    <a:pt x="40005" y="261938"/>
                  </a:lnTo>
                  <a:lnTo>
                    <a:pt x="41910" y="261938"/>
                  </a:lnTo>
                  <a:lnTo>
                    <a:pt x="44768" y="262414"/>
                  </a:lnTo>
                  <a:lnTo>
                    <a:pt x="48577" y="261938"/>
                  </a:lnTo>
                  <a:lnTo>
                    <a:pt x="51435" y="260985"/>
                  </a:lnTo>
                  <a:lnTo>
                    <a:pt x="52864" y="260985"/>
                  </a:lnTo>
                  <a:lnTo>
                    <a:pt x="55245" y="263842"/>
                  </a:lnTo>
                  <a:lnTo>
                    <a:pt x="58102" y="264795"/>
                  </a:lnTo>
                  <a:lnTo>
                    <a:pt x="64294" y="265747"/>
                  </a:lnTo>
                  <a:lnTo>
                    <a:pt x="70961" y="267176"/>
                  </a:lnTo>
                  <a:lnTo>
                    <a:pt x="73819" y="268129"/>
                  </a:lnTo>
                  <a:lnTo>
                    <a:pt x="75724" y="268605"/>
                  </a:lnTo>
                  <a:lnTo>
                    <a:pt x="75724" y="272415"/>
                  </a:lnTo>
                  <a:lnTo>
                    <a:pt x="75247" y="272891"/>
                  </a:lnTo>
                  <a:lnTo>
                    <a:pt x="68580" y="280511"/>
                  </a:lnTo>
                  <a:lnTo>
                    <a:pt x="65722" y="283369"/>
                  </a:lnTo>
                  <a:lnTo>
                    <a:pt x="64294" y="287179"/>
                  </a:lnTo>
                  <a:lnTo>
                    <a:pt x="63341" y="292894"/>
                  </a:lnTo>
                  <a:lnTo>
                    <a:pt x="61436" y="298609"/>
                  </a:lnTo>
                  <a:lnTo>
                    <a:pt x="58578" y="303847"/>
                  </a:lnTo>
                  <a:lnTo>
                    <a:pt x="57626" y="307657"/>
                  </a:lnTo>
                  <a:lnTo>
                    <a:pt x="58578" y="310515"/>
                  </a:lnTo>
                  <a:lnTo>
                    <a:pt x="58102" y="314801"/>
                  </a:lnTo>
                  <a:lnTo>
                    <a:pt x="56197" y="320516"/>
                  </a:lnTo>
                  <a:lnTo>
                    <a:pt x="55721" y="324802"/>
                  </a:lnTo>
                  <a:lnTo>
                    <a:pt x="57150" y="327660"/>
                  </a:lnTo>
                  <a:lnTo>
                    <a:pt x="59055" y="328136"/>
                  </a:lnTo>
                  <a:lnTo>
                    <a:pt x="61913" y="329089"/>
                  </a:lnTo>
                  <a:lnTo>
                    <a:pt x="69532" y="329565"/>
                  </a:lnTo>
                  <a:lnTo>
                    <a:pt x="75247" y="329089"/>
                  </a:lnTo>
                  <a:lnTo>
                    <a:pt x="78581" y="327660"/>
                  </a:lnTo>
                  <a:lnTo>
                    <a:pt x="82868" y="327660"/>
                  </a:lnTo>
                  <a:lnTo>
                    <a:pt x="85725" y="328613"/>
                  </a:lnTo>
                  <a:lnTo>
                    <a:pt x="86201" y="328613"/>
                  </a:lnTo>
                  <a:lnTo>
                    <a:pt x="87153" y="328613"/>
                  </a:lnTo>
                  <a:lnTo>
                    <a:pt x="88106" y="328136"/>
                  </a:lnTo>
                  <a:lnTo>
                    <a:pt x="90964" y="327660"/>
                  </a:lnTo>
                  <a:lnTo>
                    <a:pt x="91440" y="327184"/>
                  </a:lnTo>
                  <a:lnTo>
                    <a:pt x="91440" y="326707"/>
                  </a:lnTo>
                  <a:lnTo>
                    <a:pt x="90964" y="326231"/>
                  </a:lnTo>
                  <a:lnTo>
                    <a:pt x="87630" y="326707"/>
                  </a:lnTo>
                  <a:lnTo>
                    <a:pt x="86201" y="326231"/>
                  </a:lnTo>
                  <a:lnTo>
                    <a:pt x="85725" y="325279"/>
                  </a:lnTo>
                  <a:lnTo>
                    <a:pt x="86677" y="323374"/>
                  </a:lnTo>
                  <a:lnTo>
                    <a:pt x="89059" y="321945"/>
                  </a:lnTo>
                  <a:lnTo>
                    <a:pt x="90964" y="321469"/>
                  </a:lnTo>
                  <a:lnTo>
                    <a:pt x="92393" y="321945"/>
                  </a:lnTo>
                  <a:lnTo>
                    <a:pt x="96202" y="324802"/>
                  </a:lnTo>
                  <a:lnTo>
                    <a:pt x="97155" y="324802"/>
                  </a:lnTo>
                  <a:lnTo>
                    <a:pt x="97631" y="324326"/>
                  </a:lnTo>
                  <a:lnTo>
                    <a:pt x="98584" y="323850"/>
                  </a:lnTo>
                  <a:lnTo>
                    <a:pt x="100013" y="324326"/>
                  </a:lnTo>
                  <a:lnTo>
                    <a:pt x="101441" y="326231"/>
                  </a:lnTo>
                  <a:lnTo>
                    <a:pt x="101918" y="326707"/>
                  </a:lnTo>
                  <a:lnTo>
                    <a:pt x="110490" y="326231"/>
                  </a:lnTo>
                  <a:lnTo>
                    <a:pt x="112395" y="326231"/>
                  </a:lnTo>
                  <a:lnTo>
                    <a:pt x="110014" y="321945"/>
                  </a:lnTo>
                  <a:lnTo>
                    <a:pt x="110490" y="321469"/>
                  </a:lnTo>
                  <a:lnTo>
                    <a:pt x="113824" y="323374"/>
                  </a:lnTo>
                  <a:lnTo>
                    <a:pt x="118586" y="325755"/>
                  </a:lnTo>
                  <a:lnTo>
                    <a:pt x="123349" y="328136"/>
                  </a:lnTo>
                  <a:lnTo>
                    <a:pt x="127635" y="330517"/>
                  </a:lnTo>
                  <a:lnTo>
                    <a:pt x="129540" y="331470"/>
                  </a:lnTo>
                  <a:lnTo>
                    <a:pt x="130016" y="330994"/>
                  </a:lnTo>
                  <a:lnTo>
                    <a:pt x="130969" y="330041"/>
                  </a:lnTo>
                  <a:lnTo>
                    <a:pt x="133826" y="330994"/>
                  </a:lnTo>
                  <a:lnTo>
                    <a:pt x="138113" y="332899"/>
                  </a:lnTo>
                  <a:lnTo>
                    <a:pt x="140018" y="334327"/>
                  </a:lnTo>
                  <a:lnTo>
                    <a:pt x="140970" y="335280"/>
                  </a:lnTo>
                  <a:lnTo>
                    <a:pt x="141446" y="336232"/>
                  </a:lnTo>
                  <a:lnTo>
                    <a:pt x="140970" y="337661"/>
                  </a:lnTo>
                  <a:lnTo>
                    <a:pt x="141922" y="338138"/>
                  </a:lnTo>
                  <a:lnTo>
                    <a:pt x="143827" y="338138"/>
                  </a:lnTo>
                  <a:lnTo>
                    <a:pt x="145256" y="338614"/>
                  </a:lnTo>
                  <a:lnTo>
                    <a:pt x="144780" y="340519"/>
                  </a:lnTo>
                  <a:lnTo>
                    <a:pt x="144780" y="341947"/>
                  </a:lnTo>
                  <a:lnTo>
                    <a:pt x="146685" y="341947"/>
                  </a:lnTo>
                  <a:lnTo>
                    <a:pt x="149066" y="340519"/>
                  </a:lnTo>
                  <a:lnTo>
                    <a:pt x="150971" y="338138"/>
                  </a:lnTo>
                  <a:lnTo>
                    <a:pt x="151924" y="335756"/>
                  </a:lnTo>
                  <a:lnTo>
                    <a:pt x="152876" y="330517"/>
                  </a:lnTo>
                  <a:lnTo>
                    <a:pt x="153352" y="330041"/>
                  </a:lnTo>
                  <a:lnTo>
                    <a:pt x="154781" y="330517"/>
                  </a:lnTo>
                  <a:lnTo>
                    <a:pt x="160972" y="330517"/>
                  </a:lnTo>
                  <a:lnTo>
                    <a:pt x="163830" y="331470"/>
                  </a:lnTo>
                  <a:lnTo>
                    <a:pt x="168116" y="331470"/>
                  </a:lnTo>
                  <a:lnTo>
                    <a:pt x="168116" y="332422"/>
                  </a:lnTo>
                  <a:lnTo>
                    <a:pt x="169069" y="333851"/>
                  </a:lnTo>
                  <a:lnTo>
                    <a:pt x="170974" y="335756"/>
                  </a:lnTo>
                  <a:lnTo>
                    <a:pt x="171926" y="337185"/>
                  </a:lnTo>
                  <a:lnTo>
                    <a:pt x="173831" y="337185"/>
                  </a:lnTo>
                  <a:lnTo>
                    <a:pt x="177165" y="336709"/>
                  </a:lnTo>
                  <a:lnTo>
                    <a:pt x="179070" y="336232"/>
                  </a:lnTo>
                  <a:lnTo>
                    <a:pt x="179546" y="336709"/>
                  </a:lnTo>
                  <a:lnTo>
                    <a:pt x="182403" y="336232"/>
                  </a:lnTo>
                  <a:lnTo>
                    <a:pt x="184785" y="334804"/>
                  </a:lnTo>
                  <a:lnTo>
                    <a:pt x="185261" y="333851"/>
                  </a:lnTo>
                  <a:lnTo>
                    <a:pt x="187643" y="332899"/>
                  </a:lnTo>
                  <a:lnTo>
                    <a:pt x="190976" y="330994"/>
                  </a:lnTo>
                  <a:lnTo>
                    <a:pt x="195739" y="329565"/>
                  </a:lnTo>
                  <a:lnTo>
                    <a:pt x="211455" y="328136"/>
                  </a:lnTo>
                  <a:lnTo>
                    <a:pt x="211931" y="327184"/>
                  </a:lnTo>
                  <a:lnTo>
                    <a:pt x="211931" y="324326"/>
                  </a:lnTo>
                  <a:lnTo>
                    <a:pt x="212407" y="323850"/>
                  </a:lnTo>
                  <a:lnTo>
                    <a:pt x="214313" y="324326"/>
                  </a:lnTo>
                  <a:lnTo>
                    <a:pt x="217646" y="324802"/>
                  </a:lnTo>
                  <a:lnTo>
                    <a:pt x="220027" y="325755"/>
                  </a:lnTo>
                  <a:lnTo>
                    <a:pt x="221456" y="327184"/>
                  </a:lnTo>
                  <a:lnTo>
                    <a:pt x="222885" y="327184"/>
                  </a:lnTo>
                  <a:lnTo>
                    <a:pt x="225266" y="326231"/>
                  </a:lnTo>
                  <a:lnTo>
                    <a:pt x="228600" y="325755"/>
                  </a:lnTo>
                  <a:lnTo>
                    <a:pt x="231457" y="327184"/>
                  </a:lnTo>
                  <a:lnTo>
                    <a:pt x="232410" y="328613"/>
                  </a:lnTo>
                  <a:lnTo>
                    <a:pt x="231934" y="329089"/>
                  </a:lnTo>
                  <a:lnTo>
                    <a:pt x="231934" y="330041"/>
                  </a:lnTo>
                  <a:lnTo>
                    <a:pt x="232886" y="330994"/>
                  </a:lnTo>
                  <a:lnTo>
                    <a:pt x="235268" y="332422"/>
                  </a:lnTo>
                  <a:lnTo>
                    <a:pt x="238125" y="333851"/>
                  </a:lnTo>
                  <a:lnTo>
                    <a:pt x="239553" y="333851"/>
                  </a:lnTo>
                  <a:lnTo>
                    <a:pt x="240030" y="332422"/>
                  </a:lnTo>
                  <a:lnTo>
                    <a:pt x="240506" y="329565"/>
                  </a:lnTo>
                  <a:lnTo>
                    <a:pt x="240506" y="326231"/>
                  </a:lnTo>
                  <a:lnTo>
                    <a:pt x="240030" y="324326"/>
                  </a:lnTo>
                  <a:lnTo>
                    <a:pt x="238601" y="323850"/>
                  </a:lnTo>
                  <a:lnTo>
                    <a:pt x="236696" y="323850"/>
                  </a:lnTo>
                  <a:lnTo>
                    <a:pt x="235744" y="323374"/>
                  </a:lnTo>
                  <a:lnTo>
                    <a:pt x="236220" y="322421"/>
                  </a:lnTo>
                  <a:lnTo>
                    <a:pt x="237649" y="319564"/>
                  </a:lnTo>
                  <a:lnTo>
                    <a:pt x="237649" y="316230"/>
                  </a:lnTo>
                  <a:lnTo>
                    <a:pt x="234315" y="311944"/>
                  </a:lnTo>
                  <a:lnTo>
                    <a:pt x="231457" y="308134"/>
                  </a:lnTo>
                  <a:lnTo>
                    <a:pt x="231457" y="306705"/>
                  </a:lnTo>
                  <a:lnTo>
                    <a:pt x="233363" y="304324"/>
                  </a:lnTo>
                  <a:lnTo>
                    <a:pt x="236220" y="302419"/>
                  </a:lnTo>
                  <a:lnTo>
                    <a:pt x="242411" y="299561"/>
                  </a:lnTo>
                  <a:lnTo>
                    <a:pt x="244316" y="299085"/>
                  </a:lnTo>
                  <a:lnTo>
                    <a:pt x="246697" y="298609"/>
                  </a:lnTo>
                  <a:lnTo>
                    <a:pt x="250507" y="297180"/>
                  </a:lnTo>
                  <a:lnTo>
                    <a:pt x="252413" y="295751"/>
                  </a:lnTo>
                  <a:lnTo>
                    <a:pt x="253365" y="294322"/>
                  </a:lnTo>
                  <a:lnTo>
                    <a:pt x="255270" y="287179"/>
                  </a:lnTo>
                  <a:lnTo>
                    <a:pt x="255746" y="286702"/>
                  </a:lnTo>
                  <a:lnTo>
                    <a:pt x="256222" y="286226"/>
                  </a:lnTo>
                  <a:lnTo>
                    <a:pt x="262414" y="288607"/>
                  </a:lnTo>
                  <a:lnTo>
                    <a:pt x="262890" y="288131"/>
                  </a:lnTo>
                  <a:lnTo>
                    <a:pt x="263843" y="287655"/>
                  </a:lnTo>
                  <a:lnTo>
                    <a:pt x="265747" y="285750"/>
                  </a:lnTo>
                  <a:lnTo>
                    <a:pt x="266224" y="284321"/>
                  </a:lnTo>
                  <a:lnTo>
                    <a:pt x="266224" y="281464"/>
                  </a:lnTo>
                  <a:lnTo>
                    <a:pt x="266224" y="278606"/>
                  </a:lnTo>
                  <a:lnTo>
                    <a:pt x="266700" y="277654"/>
                  </a:lnTo>
                  <a:lnTo>
                    <a:pt x="265271" y="275749"/>
                  </a:lnTo>
                  <a:lnTo>
                    <a:pt x="262414" y="272891"/>
                  </a:lnTo>
                  <a:lnTo>
                    <a:pt x="257651" y="269081"/>
                  </a:lnTo>
                  <a:lnTo>
                    <a:pt x="253841" y="269081"/>
                  </a:lnTo>
                  <a:lnTo>
                    <a:pt x="252413" y="268129"/>
                  </a:lnTo>
                  <a:lnTo>
                    <a:pt x="251936" y="266700"/>
                  </a:lnTo>
                  <a:lnTo>
                    <a:pt x="250507" y="264319"/>
                  </a:lnTo>
                  <a:lnTo>
                    <a:pt x="248602" y="262890"/>
                  </a:lnTo>
                  <a:lnTo>
                    <a:pt x="246697" y="262414"/>
                  </a:lnTo>
                  <a:lnTo>
                    <a:pt x="243840" y="260509"/>
                  </a:lnTo>
                  <a:lnTo>
                    <a:pt x="240030" y="256222"/>
                  </a:lnTo>
                  <a:lnTo>
                    <a:pt x="236220" y="253365"/>
                  </a:lnTo>
                  <a:lnTo>
                    <a:pt x="232886" y="253365"/>
                  </a:lnTo>
                  <a:lnTo>
                    <a:pt x="230505" y="251936"/>
                  </a:lnTo>
                  <a:lnTo>
                    <a:pt x="228124" y="250031"/>
                  </a:lnTo>
                  <a:lnTo>
                    <a:pt x="226219" y="248126"/>
                  </a:lnTo>
                  <a:lnTo>
                    <a:pt x="223838" y="243364"/>
                  </a:lnTo>
                  <a:lnTo>
                    <a:pt x="221932" y="240506"/>
                  </a:lnTo>
                  <a:lnTo>
                    <a:pt x="220503" y="238601"/>
                  </a:lnTo>
                  <a:lnTo>
                    <a:pt x="219075" y="237172"/>
                  </a:lnTo>
                  <a:lnTo>
                    <a:pt x="218599" y="236220"/>
                  </a:lnTo>
                  <a:lnTo>
                    <a:pt x="220503" y="233363"/>
                  </a:lnTo>
                  <a:lnTo>
                    <a:pt x="221456" y="231934"/>
                  </a:lnTo>
                  <a:lnTo>
                    <a:pt x="222409" y="230981"/>
                  </a:lnTo>
                  <a:lnTo>
                    <a:pt x="222885" y="230029"/>
                  </a:lnTo>
                  <a:lnTo>
                    <a:pt x="222885" y="229076"/>
                  </a:lnTo>
                  <a:lnTo>
                    <a:pt x="220980" y="226219"/>
                  </a:lnTo>
                  <a:lnTo>
                    <a:pt x="218599" y="224314"/>
                  </a:lnTo>
                  <a:lnTo>
                    <a:pt x="214789" y="222409"/>
                  </a:lnTo>
                  <a:lnTo>
                    <a:pt x="212407" y="220027"/>
                  </a:lnTo>
                  <a:lnTo>
                    <a:pt x="211455" y="217646"/>
                  </a:lnTo>
                  <a:lnTo>
                    <a:pt x="210978" y="216217"/>
                  </a:lnTo>
                  <a:lnTo>
                    <a:pt x="209550" y="214789"/>
                  </a:lnTo>
                  <a:lnTo>
                    <a:pt x="208121" y="212407"/>
                  </a:lnTo>
                  <a:lnTo>
                    <a:pt x="208121" y="210979"/>
                  </a:lnTo>
                  <a:lnTo>
                    <a:pt x="208597" y="210502"/>
                  </a:lnTo>
                  <a:lnTo>
                    <a:pt x="210026" y="210502"/>
                  </a:lnTo>
                  <a:lnTo>
                    <a:pt x="211455" y="211455"/>
                  </a:lnTo>
                  <a:lnTo>
                    <a:pt x="213360" y="213360"/>
                  </a:lnTo>
                  <a:lnTo>
                    <a:pt x="214789" y="216217"/>
                  </a:lnTo>
                  <a:lnTo>
                    <a:pt x="215741" y="215265"/>
                  </a:lnTo>
                  <a:lnTo>
                    <a:pt x="217646" y="212407"/>
                  </a:lnTo>
                  <a:lnTo>
                    <a:pt x="220980" y="209074"/>
                  </a:lnTo>
                  <a:lnTo>
                    <a:pt x="224314" y="207169"/>
                  </a:lnTo>
                  <a:lnTo>
                    <a:pt x="227171" y="207169"/>
                  </a:lnTo>
                  <a:lnTo>
                    <a:pt x="229552" y="206692"/>
                  </a:lnTo>
                  <a:lnTo>
                    <a:pt x="231457" y="205740"/>
                  </a:lnTo>
                  <a:lnTo>
                    <a:pt x="234791" y="206216"/>
                  </a:lnTo>
                  <a:lnTo>
                    <a:pt x="237172" y="206692"/>
                  </a:lnTo>
                  <a:lnTo>
                    <a:pt x="238125" y="206216"/>
                  </a:lnTo>
                  <a:lnTo>
                    <a:pt x="239077" y="204311"/>
                  </a:lnTo>
                  <a:lnTo>
                    <a:pt x="239553" y="202882"/>
                  </a:lnTo>
                  <a:lnTo>
                    <a:pt x="245269" y="201930"/>
                  </a:lnTo>
                  <a:lnTo>
                    <a:pt x="247174" y="199072"/>
                  </a:lnTo>
                  <a:lnTo>
                    <a:pt x="248126" y="199072"/>
                  </a:lnTo>
                  <a:lnTo>
                    <a:pt x="249555" y="198596"/>
                  </a:lnTo>
                  <a:lnTo>
                    <a:pt x="250507" y="197644"/>
                  </a:lnTo>
                  <a:lnTo>
                    <a:pt x="251460" y="197167"/>
                  </a:lnTo>
                  <a:lnTo>
                    <a:pt x="252413" y="197644"/>
                  </a:lnTo>
                  <a:lnTo>
                    <a:pt x="253365" y="198120"/>
                  </a:lnTo>
                  <a:lnTo>
                    <a:pt x="254794" y="197644"/>
                  </a:lnTo>
                  <a:lnTo>
                    <a:pt x="256699" y="194310"/>
                  </a:lnTo>
                  <a:lnTo>
                    <a:pt x="257651" y="193834"/>
                  </a:lnTo>
                  <a:lnTo>
                    <a:pt x="262414" y="193357"/>
                  </a:lnTo>
                  <a:lnTo>
                    <a:pt x="269081" y="191452"/>
                  </a:lnTo>
                  <a:lnTo>
                    <a:pt x="272415" y="189547"/>
                  </a:lnTo>
                  <a:lnTo>
                    <a:pt x="275749" y="188595"/>
                  </a:lnTo>
                  <a:lnTo>
                    <a:pt x="279559" y="186690"/>
                  </a:lnTo>
                  <a:lnTo>
                    <a:pt x="285274" y="184785"/>
                  </a:lnTo>
                  <a:lnTo>
                    <a:pt x="285750" y="184309"/>
                  </a:lnTo>
                  <a:lnTo>
                    <a:pt x="282893" y="182404"/>
                  </a:lnTo>
                  <a:lnTo>
                    <a:pt x="281940" y="181451"/>
                  </a:lnTo>
                  <a:lnTo>
                    <a:pt x="281464" y="180499"/>
                  </a:lnTo>
                  <a:lnTo>
                    <a:pt x="282416" y="179070"/>
                  </a:lnTo>
                  <a:lnTo>
                    <a:pt x="283845" y="178594"/>
                  </a:lnTo>
                  <a:lnTo>
                    <a:pt x="285274" y="179070"/>
                  </a:lnTo>
                  <a:lnTo>
                    <a:pt x="290036" y="180022"/>
                  </a:lnTo>
                  <a:lnTo>
                    <a:pt x="291465" y="180499"/>
                  </a:lnTo>
                  <a:lnTo>
                    <a:pt x="291941" y="182404"/>
                  </a:lnTo>
                  <a:lnTo>
                    <a:pt x="293370" y="183832"/>
                  </a:lnTo>
                  <a:lnTo>
                    <a:pt x="294322" y="183832"/>
                  </a:lnTo>
                  <a:lnTo>
                    <a:pt x="293846" y="186690"/>
                  </a:lnTo>
                  <a:lnTo>
                    <a:pt x="295275" y="187642"/>
                  </a:lnTo>
                  <a:lnTo>
                    <a:pt x="297656" y="188595"/>
                  </a:lnTo>
                  <a:lnTo>
                    <a:pt x="299085" y="188595"/>
                  </a:lnTo>
                  <a:lnTo>
                    <a:pt x="300038" y="187642"/>
                  </a:lnTo>
                  <a:lnTo>
                    <a:pt x="300514" y="186690"/>
                  </a:lnTo>
                  <a:lnTo>
                    <a:pt x="300514" y="186214"/>
                  </a:lnTo>
                  <a:lnTo>
                    <a:pt x="303847" y="180022"/>
                  </a:lnTo>
                  <a:lnTo>
                    <a:pt x="305276" y="176213"/>
                  </a:lnTo>
                  <a:lnTo>
                    <a:pt x="307181" y="169069"/>
                  </a:lnTo>
                  <a:lnTo>
                    <a:pt x="309086" y="160972"/>
                  </a:lnTo>
                  <a:close/>
                </a:path>
              </a:pathLst>
            </a:custGeom>
            <a:grpFill/>
            <a:ln w="317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95244C7F-77C3-4E5D-840D-84DA7A9313B0}"/>
                </a:ext>
              </a:extLst>
            </p:cNvPr>
            <p:cNvSpPr/>
            <p:nvPr/>
          </p:nvSpPr>
          <p:spPr>
            <a:xfrm>
              <a:off x="6130766" y="2415063"/>
              <a:ext cx="229552" cy="108584"/>
            </a:xfrm>
            <a:custGeom>
              <a:avLst/>
              <a:gdLst>
                <a:gd name="connsiteX0" fmla="*/ 229552 w 229552"/>
                <a:gd name="connsiteY0" fmla="*/ 66675 h 108584"/>
                <a:gd name="connsiteX1" fmla="*/ 228600 w 229552"/>
                <a:gd name="connsiteY1" fmla="*/ 63341 h 108584"/>
                <a:gd name="connsiteX2" fmla="*/ 221456 w 229552"/>
                <a:gd name="connsiteY2" fmla="*/ 56674 h 108584"/>
                <a:gd name="connsiteX3" fmla="*/ 220503 w 229552"/>
                <a:gd name="connsiteY3" fmla="*/ 54292 h 108584"/>
                <a:gd name="connsiteX4" fmla="*/ 220980 w 229552"/>
                <a:gd name="connsiteY4" fmla="*/ 53340 h 108584"/>
                <a:gd name="connsiteX5" fmla="*/ 220503 w 229552"/>
                <a:gd name="connsiteY5" fmla="*/ 51435 h 108584"/>
                <a:gd name="connsiteX6" fmla="*/ 218598 w 229552"/>
                <a:gd name="connsiteY6" fmla="*/ 50483 h 108584"/>
                <a:gd name="connsiteX7" fmla="*/ 212884 w 229552"/>
                <a:gd name="connsiteY7" fmla="*/ 49530 h 108584"/>
                <a:gd name="connsiteX8" fmla="*/ 211455 w 229552"/>
                <a:gd name="connsiteY8" fmla="*/ 50006 h 108584"/>
                <a:gd name="connsiteX9" fmla="*/ 210502 w 229552"/>
                <a:gd name="connsiteY9" fmla="*/ 49530 h 108584"/>
                <a:gd name="connsiteX10" fmla="*/ 208121 w 229552"/>
                <a:gd name="connsiteY10" fmla="*/ 47625 h 108584"/>
                <a:gd name="connsiteX11" fmla="*/ 204788 w 229552"/>
                <a:gd name="connsiteY11" fmla="*/ 46672 h 108584"/>
                <a:gd name="connsiteX12" fmla="*/ 204311 w 229552"/>
                <a:gd name="connsiteY12" fmla="*/ 45720 h 108584"/>
                <a:gd name="connsiteX13" fmla="*/ 202882 w 229552"/>
                <a:gd name="connsiteY13" fmla="*/ 44767 h 108584"/>
                <a:gd name="connsiteX14" fmla="*/ 202406 w 229552"/>
                <a:gd name="connsiteY14" fmla="*/ 44767 h 108584"/>
                <a:gd name="connsiteX15" fmla="*/ 201930 w 229552"/>
                <a:gd name="connsiteY15" fmla="*/ 45244 h 108584"/>
                <a:gd name="connsiteX16" fmla="*/ 200501 w 229552"/>
                <a:gd name="connsiteY16" fmla="*/ 46196 h 108584"/>
                <a:gd name="connsiteX17" fmla="*/ 197167 w 229552"/>
                <a:gd name="connsiteY17" fmla="*/ 47625 h 108584"/>
                <a:gd name="connsiteX18" fmla="*/ 195263 w 229552"/>
                <a:gd name="connsiteY18" fmla="*/ 47149 h 108584"/>
                <a:gd name="connsiteX19" fmla="*/ 194310 w 229552"/>
                <a:gd name="connsiteY19" fmla="*/ 45720 h 108584"/>
                <a:gd name="connsiteX20" fmla="*/ 192405 w 229552"/>
                <a:gd name="connsiteY20" fmla="*/ 43815 h 108584"/>
                <a:gd name="connsiteX21" fmla="*/ 190500 w 229552"/>
                <a:gd name="connsiteY21" fmla="*/ 41910 h 108584"/>
                <a:gd name="connsiteX22" fmla="*/ 188595 w 229552"/>
                <a:gd name="connsiteY22" fmla="*/ 40958 h 108584"/>
                <a:gd name="connsiteX23" fmla="*/ 187642 w 229552"/>
                <a:gd name="connsiteY23" fmla="*/ 40005 h 108584"/>
                <a:gd name="connsiteX24" fmla="*/ 187166 w 229552"/>
                <a:gd name="connsiteY24" fmla="*/ 39529 h 108584"/>
                <a:gd name="connsiteX25" fmla="*/ 191452 w 229552"/>
                <a:gd name="connsiteY25" fmla="*/ 37624 h 108584"/>
                <a:gd name="connsiteX26" fmla="*/ 192405 w 229552"/>
                <a:gd name="connsiteY26" fmla="*/ 36195 h 108584"/>
                <a:gd name="connsiteX27" fmla="*/ 191928 w 229552"/>
                <a:gd name="connsiteY27" fmla="*/ 32861 h 108584"/>
                <a:gd name="connsiteX28" fmla="*/ 190976 w 229552"/>
                <a:gd name="connsiteY28" fmla="*/ 32861 h 108584"/>
                <a:gd name="connsiteX29" fmla="*/ 189547 w 229552"/>
                <a:gd name="connsiteY29" fmla="*/ 33814 h 108584"/>
                <a:gd name="connsiteX30" fmla="*/ 186214 w 229552"/>
                <a:gd name="connsiteY30" fmla="*/ 34766 h 108584"/>
                <a:gd name="connsiteX31" fmla="*/ 182880 w 229552"/>
                <a:gd name="connsiteY31" fmla="*/ 34766 h 108584"/>
                <a:gd name="connsiteX32" fmla="*/ 181451 w 229552"/>
                <a:gd name="connsiteY32" fmla="*/ 34766 h 108584"/>
                <a:gd name="connsiteX33" fmla="*/ 172402 w 229552"/>
                <a:gd name="connsiteY33" fmla="*/ 29527 h 108584"/>
                <a:gd name="connsiteX34" fmla="*/ 166688 w 229552"/>
                <a:gd name="connsiteY34" fmla="*/ 27622 h 108584"/>
                <a:gd name="connsiteX35" fmla="*/ 163353 w 229552"/>
                <a:gd name="connsiteY35" fmla="*/ 27146 h 108584"/>
                <a:gd name="connsiteX36" fmla="*/ 162877 w 229552"/>
                <a:gd name="connsiteY36" fmla="*/ 28099 h 108584"/>
                <a:gd name="connsiteX37" fmla="*/ 164306 w 229552"/>
                <a:gd name="connsiteY37" fmla="*/ 30956 h 108584"/>
                <a:gd name="connsiteX38" fmla="*/ 167164 w 229552"/>
                <a:gd name="connsiteY38" fmla="*/ 34766 h 108584"/>
                <a:gd name="connsiteX39" fmla="*/ 166688 w 229552"/>
                <a:gd name="connsiteY39" fmla="*/ 35719 h 108584"/>
                <a:gd name="connsiteX40" fmla="*/ 163830 w 229552"/>
                <a:gd name="connsiteY40" fmla="*/ 37147 h 108584"/>
                <a:gd name="connsiteX41" fmla="*/ 161925 w 229552"/>
                <a:gd name="connsiteY41" fmla="*/ 38100 h 108584"/>
                <a:gd name="connsiteX42" fmla="*/ 159544 w 229552"/>
                <a:gd name="connsiteY42" fmla="*/ 39529 h 108584"/>
                <a:gd name="connsiteX43" fmla="*/ 157639 w 229552"/>
                <a:gd name="connsiteY43" fmla="*/ 40958 h 108584"/>
                <a:gd name="connsiteX44" fmla="*/ 156210 w 229552"/>
                <a:gd name="connsiteY44" fmla="*/ 41910 h 108584"/>
                <a:gd name="connsiteX45" fmla="*/ 154781 w 229552"/>
                <a:gd name="connsiteY45" fmla="*/ 41910 h 108584"/>
                <a:gd name="connsiteX46" fmla="*/ 153352 w 229552"/>
                <a:gd name="connsiteY46" fmla="*/ 40958 h 108584"/>
                <a:gd name="connsiteX47" fmla="*/ 149542 w 229552"/>
                <a:gd name="connsiteY47" fmla="*/ 35242 h 108584"/>
                <a:gd name="connsiteX48" fmla="*/ 145256 w 229552"/>
                <a:gd name="connsiteY48" fmla="*/ 30956 h 108584"/>
                <a:gd name="connsiteX49" fmla="*/ 144780 w 229552"/>
                <a:gd name="connsiteY49" fmla="*/ 30004 h 108584"/>
                <a:gd name="connsiteX50" fmla="*/ 142875 w 229552"/>
                <a:gd name="connsiteY50" fmla="*/ 30004 h 108584"/>
                <a:gd name="connsiteX51" fmla="*/ 140970 w 229552"/>
                <a:gd name="connsiteY51" fmla="*/ 29051 h 108584"/>
                <a:gd name="connsiteX52" fmla="*/ 140494 w 229552"/>
                <a:gd name="connsiteY52" fmla="*/ 27622 h 108584"/>
                <a:gd name="connsiteX53" fmla="*/ 141446 w 229552"/>
                <a:gd name="connsiteY53" fmla="*/ 26194 h 108584"/>
                <a:gd name="connsiteX54" fmla="*/ 142875 w 229552"/>
                <a:gd name="connsiteY54" fmla="*/ 24765 h 108584"/>
                <a:gd name="connsiteX55" fmla="*/ 145256 w 229552"/>
                <a:gd name="connsiteY55" fmla="*/ 24289 h 108584"/>
                <a:gd name="connsiteX56" fmla="*/ 146209 w 229552"/>
                <a:gd name="connsiteY56" fmla="*/ 23336 h 108584"/>
                <a:gd name="connsiteX57" fmla="*/ 146685 w 229552"/>
                <a:gd name="connsiteY57" fmla="*/ 22384 h 108584"/>
                <a:gd name="connsiteX58" fmla="*/ 147638 w 229552"/>
                <a:gd name="connsiteY58" fmla="*/ 20955 h 108584"/>
                <a:gd name="connsiteX59" fmla="*/ 147161 w 229552"/>
                <a:gd name="connsiteY59" fmla="*/ 20479 h 108584"/>
                <a:gd name="connsiteX60" fmla="*/ 145256 w 229552"/>
                <a:gd name="connsiteY60" fmla="*/ 18574 h 108584"/>
                <a:gd name="connsiteX61" fmla="*/ 142875 w 229552"/>
                <a:gd name="connsiteY61" fmla="*/ 17145 h 108584"/>
                <a:gd name="connsiteX62" fmla="*/ 135255 w 229552"/>
                <a:gd name="connsiteY62" fmla="*/ 18574 h 108584"/>
                <a:gd name="connsiteX63" fmla="*/ 133350 w 229552"/>
                <a:gd name="connsiteY63" fmla="*/ 19050 h 108584"/>
                <a:gd name="connsiteX64" fmla="*/ 132397 w 229552"/>
                <a:gd name="connsiteY64" fmla="*/ 18097 h 108584"/>
                <a:gd name="connsiteX65" fmla="*/ 131445 w 229552"/>
                <a:gd name="connsiteY65" fmla="*/ 16669 h 108584"/>
                <a:gd name="connsiteX66" fmla="*/ 129540 w 229552"/>
                <a:gd name="connsiteY66" fmla="*/ 16192 h 108584"/>
                <a:gd name="connsiteX67" fmla="*/ 127159 w 229552"/>
                <a:gd name="connsiteY67" fmla="*/ 14764 h 108584"/>
                <a:gd name="connsiteX68" fmla="*/ 123825 w 229552"/>
                <a:gd name="connsiteY68" fmla="*/ 13335 h 108584"/>
                <a:gd name="connsiteX69" fmla="*/ 120967 w 229552"/>
                <a:gd name="connsiteY69" fmla="*/ 12859 h 108584"/>
                <a:gd name="connsiteX70" fmla="*/ 114776 w 229552"/>
                <a:gd name="connsiteY70" fmla="*/ 10954 h 108584"/>
                <a:gd name="connsiteX71" fmla="*/ 112395 w 229552"/>
                <a:gd name="connsiteY71" fmla="*/ 10954 h 108584"/>
                <a:gd name="connsiteX72" fmla="*/ 111442 w 229552"/>
                <a:gd name="connsiteY72" fmla="*/ 10477 h 108584"/>
                <a:gd name="connsiteX73" fmla="*/ 110014 w 229552"/>
                <a:gd name="connsiteY73" fmla="*/ 8572 h 108584"/>
                <a:gd name="connsiteX74" fmla="*/ 108585 w 229552"/>
                <a:gd name="connsiteY74" fmla="*/ 7144 h 108584"/>
                <a:gd name="connsiteX75" fmla="*/ 108109 w 229552"/>
                <a:gd name="connsiteY75" fmla="*/ 3810 h 108584"/>
                <a:gd name="connsiteX76" fmla="*/ 103346 w 229552"/>
                <a:gd name="connsiteY76" fmla="*/ 2381 h 108584"/>
                <a:gd name="connsiteX77" fmla="*/ 99060 w 229552"/>
                <a:gd name="connsiteY77" fmla="*/ 1429 h 108584"/>
                <a:gd name="connsiteX78" fmla="*/ 98584 w 229552"/>
                <a:gd name="connsiteY78" fmla="*/ 1905 h 108584"/>
                <a:gd name="connsiteX79" fmla="*/ 98584 w 229552"/>
                <a:gd name="connsiteY79" fmla="*/ 5239 h 108584"/>
                <a:gd name="connsiteX80" fmla="*/ 98584 w 229552"/>
                <a:gd name="connsiteY80" fmla="*/ 7144 h 108584"/>
                <a:gd name="connsiteX81" fmla="*/ 95726 w 229552"/>
                <a:gd name="connsiteY81" fmla="*/ 8096 h 108584"/>
                <a:gd name="connsiteX82" fmla="*/ 92869 w 229552"/>
                <a:gd name="connsiteY82" fmla="*/ 8096 h 108584"/>
                <a:gd name="connsiteX83" fmla="*/ 92392 w 229552"/>
                <a:gd name="connsiteY83" fmla="*/ 9049 h 108584"/>
                <a:gd name="connsiteX84" fmla="*/ 91440 w 229552"/>
                <a:gd name="connsiteY84" fmla="*/ 10001 h 108584"/>
                <a:gd name="connsiteX85" fmla="*/ 89535 w 229552"/>
                <a:gd name="connsiteY85" fmla="*/ 10001 h 108584"/>
                <a:gd name="connsiteX86" fmla="*/ 87630 w 229552"/>
                <a:gd name="connsiteY86" fmla="*/ 9525 h 108584"/>
                <a:gd name="connsiteX87" fmla="*/ 86201 w 229552"/>
                <a:gd name="connsiteY87" fmla="*/ 8572 h 108584"/>
                <a:gd name="connsiteX88" fmla="*/ 86201 w 229552"/>
                <a:gd name="connsiteY88" fmla="*/ 5715 h 108584"/>
                <a:gd name="connsiteX89" fmla="*/ 85248 w 229552"/>
                <a:gd name="connsiteY89" fmla="*/ 5715 h 108584"/>
                <a:gd name="connsiteX90" fmla="*/ 84296 w 229552"/>
                <a:gd name="connsiteY90" fmla="*/ 3810 h 108584"/>
                <a:gd name="connsiteX91" fmla="*/ 83820 w 229552"/>
                <a:gd name="connsiteY91" fmla="*/ 2381 h 108584"/>
                <a:gd name="connsiteX92" fmla="*/ 82391 w 229552"/>
                <a:gd name="connsiteY92" fmla="*/ 1429 h 108584"/>
                <a:gd name="connsiteX93" fmla="*/ 77628 w 229552"/>
                <a:gd name="connsiteY93" fmla="*/ 952 h 108584"/>
                <a:gd name="connsiteX94" fmla="*/ 76200 w 229552"/>
                <a:gd name="connsiteY94" fmla="*/ 0 h 108584"/>
                <a:gd name="connsiteX95" fmla="*/ 74771 w 229552"/>
                <a:gd name="connsiteY95" fmla="*/ 476 h 108584"/>
                <a:gd name="connsiteX96" fmla="*/ 73819 w 229552"/>
                <a:gd name="connsiteY96" fmla="*/ 1905 h 108584"/>
                <a:gd name="connsiteX97" fmla="*/ 74295 w 229552"/>
                <a:gd name="connsiteY97" fmla="*/ 2858 h 108584"/>
                <a:gd name="connsiteX98" fmla="*/ 75247 w 229552"/>
                <a:gd name="connsiteY98" fmla="*/ 3810 h 108584"/>
                <a:gd name="connsiteX99" fmla="*/ 78105 w 229552"/>
                <a:gd name="connsiteY99" fmla="*/ 5715 h 108584"/>
                <a:gd name="connsiteX100" fmla="*/ 77628 w 229552"/>
                <a:gd name="connsiteY100" fmla="*/ 6191 h 108584"/>
                <a:gd name="connsiteX101" fmla="*/ 71914 w 229552"/>
                <a:gd name="connsiteY101" fmla="*/ 8096 h 108584"/>
                <a:gd name="connsiteX102" fmla="*/ 68580 w 229552"/>
                <a:gd name="connsiteY102" fmla="*/ 10001 h 108584"/>
                <a:gd name="connsiteX103" fmla="*/ 65246 w 229552"/>
                <a:gd name="connsiteY103" fmla="*/ 10954 h 108584"/>
                <a:gd name="connsiteX104" fmla="*/ 61913 w 229552"/>
                <a:gd name="connsiteY104" fmla="*/ 12383 h 108584"/>
                <a:gd name="connsiteX105" fmla="*/ 54769 w 229552"/>
                <a:gd name="connsiteY105" fmla="*/ 14764 h 108584"/>
                <a:gd name="connsiteX106" fmla="*/ 50006 w 229552"/>
                <a:gd name="connsiteY106" fmla="*/ 15240 h 108584"/>
                <a:gd name="connsiteX107" fmla="*/ 49053 w 229552"/>
                <a:gd name="connsiteY107" fmla="*/ 15716 h 108584"/>
                <a:gd name="connsiteX108" fmla="*/ 47148 w 229552"/>
                <a:gd name="connsiteY108" fmla="*/ 19050 h 108584"/>
                <a:gd name="connsiteX109" fmla="*/ 45720 w 229552"/>
                <a:gd name="connsiteY109" fmla="*/ 19526 h 108584"/>
                <a:gd name="connsiteX110" fmla="*/ 44767 w 229552"/>
                <a:gd name="connsiteY110" fmla="*/ 19526 h 108584"/>
                <a:gd name="connsiteX111" fmla="*/ 43815 w 229552"/>
                <a:gd name="connsiteY111" fmla="*/ 18574 h 108584"/>
                <a:gd name="connsiteX112" fmla="*/ 42863 w 229552"/>
                <a:gd name="connsiteY112" fmla="*/ 19050 h 108584"/>
                <a:gd name="connsiteX113" fmla="*/ 41434 w 229552"/>
                <a:gd name="connsiteY113" fmla="*/ 20479 h 108584"/>
                <a:gd name="connsiteX114" fmla="*/ 40481 w 229552"/>
                <a:gd name="connsiteY114" fmla="*/ 20955 h 108584"/>
                <a:gd name="connsiteX115" fmla="*/ 39052 w 229552"/>
                <a:gd name="connsiteY115" fmla="*/ 20955 h 108584"/>
                <a:gd name="connsiteX116" fmla="*/ 37147 w 229552"/>
                <a:gd name="connsiteY116" fmla="*/ 23813 h 108584"/>
                <a:gd name="connsiteX117" fmla="*/ 31909 w 229552"/>
                <a:gd name="connsiteY117" fmla="*/ 24765 h 108584"/>
                <a:gd name="connsiteX118" fmla="*/ 30956 w 229552"/>
                <a:gd name="connsiteY118" fmla="*/ 26194 h 108584"/>
                <a:gd name="connsiteX119" fmla="*/ 30003 w 229552"/>
                <a:gd name="connsiteY119" fmla="*/ 27622 h 108584"/>
                <a:gd name="connsiteX120" fmla="*/ 29051 w 229552"/>
                <a:gd name="connsiteY120" fmla="*/ 28099 h 108584"/>
                <a:gd name="connsiteX121" fmla="*/ 26670 w 229552"/>
                <a:gd name="connsiteY121" fmla="*/ 27622 h 108584"/>
                <a:gd name="connsiteX122" fmla="*/ 23336 w 229552"/>
                <a:gd name="connsiteY122" fmla="*/ 27146 h 108584"/>
                <a:gd name="connsiteX123" fmla="*/ 20955 w 229552"/>
                <a:gd name="connsiteY123" fmla="*/ 28099 h 108584"/>
                <a:gd name="connsiteX124" fmla="*/ 18573 w 229552"/>
                <a:gd name="connsiteY124" fmla="*/ 28575 h 108584"/>
                <a:gd name="connsiteX125" fmla="*/ 15716 w 229552"/>
                <a:gd name="connsiteY125" fmla="*/ 29051 h 108584"/>
                <a:gd name="connsiteX126" fmla="*/ 12382 w 229552"/>
                <a:gd name="connsiteY126" fmla="*/ 30956 h 108584"/>
                <a:gd name="connsiteX127" fmla="*/ 9525 w 229552"/>
                <a:gd name="connsiteY127" fmla="*/ 34290 h 108584"/>
                <a:gd name="connsiteX128" fmla="*/ 7620 w 229552"/>
                <a:gd name="connsiteY128" fmla="*/ 37147 h 108584"/>
                <a:gd name="connsiteX129" fmla="*/ 6667 w 229552"/>
                <a:gd name="connsiteY129" fmla="*/ 38100 h 108584"/>
                <a:gd name="connsiteX130" fmla="*/ 4763 w 229552"/>
                <a:gd name="connsiteY130" fmla="*/ 35242 h 108584"/>
                <a:gd name="connsiteX131" fmla="*/ 2857 w 229552"/>
                <a:gd name="connsiteY131" fmla="*/ 33338 h 108584"/>
                <a:gd name="connsiteX132" fmla="*/ 1905 w 229552"/>
                <a:gd name="connsiteY132" fmla="*/ 32385 h 108584"/>
                <a:gd name="connsiteX133" fmla="*/ 476 w 229552"/>
                <a:gd name="connsiteY133" fmla="*/ 32385 h 108584"/>
                <a:gd name="connsiteX134" fmla="*/ 0 w 229552"/>
                <a:gd name="connsiteY134" fmla="*/ 32861 h 108584"/>
                <a:gd name="connsiteX135" fmla="*/ 0 w 229552"/>
                <a:gd name="connsiteY135" fmla="*/ 34290 h 108584"/>
                <a:gd name="connsiteX136" fmla="*/ 1428 w 229552"/>
                <a:gd name="connsiteY136" fmla="*/ 36671 h 108584"/>
                <a:gd name="connsiteX137" fmla="*/ 2857 w 229552"/>
                <a:gd name="connsiteY137" fmla="*/ 38576 h 108584"/>
                <a:gd name="connsiteX138" fmla="*/ 3334 w 229552"/>
                <a:gd name="connsiteY138" fmla="*/ 39529 h 108584"/>
                <a:gd name="connsiteX139" fmla="*/ 4286 w 229552"/>
                <a:gd name="connsiteY139" fmla="*/ 41910 h 108584"/>
                <a:gd name="connsiteX140" fmla="*/ 6667 w 229552"/>
                <a:gd name="connsiteY140" fmla="*/ 44291 h 108584"/>
                <a:gd name="connsiteX141" fmla="*/ 10001 w 229552"/>
                <a:gd name="connsiteY141" fmla="*/ 46196 h 108584"/>
                <a:gd name="connsiteX142" fmla="*/ 12859 w 229552"/>
                <a:gd name="connsiteY142" fmla="*/ 48101 h 108584"/>
                <a:gd name="connsiteX143" fmla="*/ 14288 w 229552"/>
                <a:gd name="connsiteY143" fmla="*/ 50959 h 108584"/>
                <a:gd name="connsiteX144" fmla="*/ 14764 w 229552"/>
                <a:gd name="connsiteY144" fmla="*/ 51435 h 108584"/>
                <a:gd name="connsiteX145" fmla="*/ 13811 w 229552"/>
                <a:gd name="connsiteY145" fmla="*/ 52864 h 108584"/>
                <a:gd name="connsiteX146" fmla="*/ 13335 w 229552"/>
                <a:gd name="connsiteY146" fmla="*/ 53816 h 108584"/>
                <a:gd name="connsiteX147" fmla="*/ 12382 w 229552"/>
                <a:gd name="connsiteY147" fmla="*/ 55245 h 108584"/>
                <a:gd name="connsiteX148" fmla="*/ 10477 w 229552"/>
                <a:gd name="connsiteY148" fmla="*/ 57626 h 108584"/>
                <a:gd name="connsiteX149" fmla="*/ 10953 w 229552"/>
                <a:gd name="connsiteY149" fmla="*/ 59055 h 108584"/>
                <a:gd name="connsiteX150" fmla="*/ 12859 w 229552"/>
                <a:gd name="connsiteY150" fmla="*/ 60484 h 108584"/>
                <a:gd name="connsiteX151" fmla="*/ 14288 w 229552"/>
                <a:gd name="connsiteY151" fmla="*/ 61913 h 108584"/>
                <a:gd name="connsiteX152" fmla="*/ 16192 w 229552"/>
                <a:gd name="connsiteY152" fmla="*/ 64770 h 108584"/>
                <a:gd name="connsiteX153" fmla="*/ 18573 w 229552"/>
                <a:gd name="connsiteY153" fmla="*/ 70009 h 108584"/>
                <a:gd name="connsiteX154" fmla="*/ 20478 w 229552"/>
                <a:gd name="connsiteY154" fmla="*/ 71914 h 108584"/>
                <a:gd name="connsiteX155" fmla="*/ 22384 w 229552"/>
                <a:gd name="connsiteY155" fmla="*/ 73819 h 108584"/>
                <a:gd name="connsiteX156" fmla="*/ 24765 w 229552"/>
                <a:gd name="connsiteY156" fmla="*/ 75724 h 108584"/>
                <a:gd name="connsiteX157" fmla="*/ 28098 w 229552"/>
                <a:gd name="connsiteY157" fmla="*/ 75724 h 108584"/>
                <a:gd name="connsiteX158" fmla="*/ 31909 w 229552"/>
                <a:gd name="connsiteY158" fmla="*/ 78581 h 108584"/>
                <a:gd name="connsiteX159" fmla="*/ 35719 w 229552"/>
                <a:gd name="connsiteY159" fmla="*/ 83344 h 108584"/>
                <a:gd name="connsiteX160" fmla="*/ 39052 w 229552"/>
                <a:gd name="connsiteY160" fmla="*/ 85249 h 108584"/>
                <a:gd name="connsiteX161" fmla="*/ 40957 w 229552"/>
                <a:gd name="connsiteY161" fmla="*/ 85725 h 108584"/>
                <a:gd name="connsiteX162" fmla="*/ 42863 w 229552"/>
                <a:gd name="connsiteY162" fmla="*/ 87154 h 108584"/>
                <a:gd name="connsiteX163" fmla="*/ 44291 w 229552"/>
                <a:gd name="connsiteY163" fmla="*/ 89535 h 108584"/>
                <a:gd name="connsiteX164" fmla="*/ 44767 w 229552"/>
                <a:gd name="connsiteY164" fmla="*/ 90964 h 108584"/>
                <a:gd name="connsiteX165" fmla="*/ 46196 w 229552"/>
                <a:gd name="connsiteY165" fmla="*/ 91916 h 108584"/>
                <a:gd name="connsiteX166" fmla="*/ 49530 w 229552"/>
                <a:gd name="connsiteY166" fmla="*/ 91916 h 108584"/>
                <a:gd name="connsiteX167" fmla="*/ 54292 w 229552"/>
                <a:gd name="connsiteY167" fmla="*/ 95250 h 108584"/>
                <a:gd name="connsiteX168" fmla="*/ 57150 w 229552"/>
                <a:gd name="connsiteY168" fmla="*/ 98108 h 108584"/>
                <a:gd name="connsiteX169" fmla="*/ 59055 w 229552"/>
                <a:gd name="connsiteY169" fmla="*/ 100013 h 108584"/>
                <a:gd name="connsiteX170" fmla="*/ 60007 w 229552"/>
                <a:gd name="connsiteY170" fmla="*/ 100489 h 108584"/>
                <a:gd name="connsiteX171" fmla="*/ 62389 w 229552"/>
                <a:gd name="connsiteY171" fmla="*/ 101917 h 108584"/>
                <a:gd name="connsiteX172" fmla="*/ 64770 w 229552"/>
                <a:gd name="connsiteY172" fmla="*/ 103346 h 108584"/>
                <a:gd name="connsiteX173" fmla="*/ 66675 w 229552"/>
                <a:gd name="connsiteY173" fmla="*/ 107156 h 108584"/>
                <a:gd name="connsiteX174" fmla="*/ 71438 w 229552"/>
                <a:gd name="connsiteY174" fmla="*/ 108109 h 108584"/>
                <a:gd name="connsiteX175" fmla="*/ 77628 w 229552"/>
                <a:gd name="connsiteY175" fmla="*/ 108585 h 108584"/>
                <a:gd name="connsiteX176" fmla="*/ 80010 w 229552"/>
                <a:gd name="connsiteY176" fmla="*/ 106680 h 108584"/>
                <a:gd name="connsiteX177" fmla="*/ 81915 w 229552"/>
                <a:gd name="connsiteY177" fmla="*/ 106204 h 108584"/>
                <a:gd name="connsiteX178" fmla="*/ 83820 w 229552"/>
                <a:gd name="connsiteY178" fmla="*/ 106680 h 108584"/>
                <a:gd name="connsiteX179" fmla="*/ 88582 w 229552"/>
                <a:gd name="connsiteY179" fmla="*/ 107633 h 108584"/>
                <a:gd name="connsiteX180" fmla="*/ 89059 w 229552"/>
                <a:gd name="connsiteY180" fmla="*/ 104299 h 108584"/>
                <a:gd name="connsiteX181" fmla="*/ 91916 w 229552"/>
                <a:gd name="connsiteY181" fmla="*/ 100965 h 108584"/>
                <a:gd name="connsiteX182" fmla="*/ 92869 w 229552"/>
                <a:gd name="connsiteY182" fmla="*/ 100013 h 108584"/>
                <a:gd name="connsiteX183" fmla="*/ 96678 w 229552"/>
                <a:gd name="connsiteY183" fmla="*/ 100013 h 108584"/>
                <a:gd name="connsiteX184" fmla="*/ 97155 w 229552"/>
                <a:gd name="connsiteY184" fmla="*/ 97631 h 108584"/>
                <a:gd name="connsiteX185" fmla="*/ 98107 w 229552"/>
                <a:gd name="connsiteY185" fmla="*/ 90964 h 108584"/>
                <a:gd name="connsiteX186" fmla="*/ 99060 w 229552"/>
                <a:gd name="connsiteY186" fmla="*/ 90011 h 108584"/>
                <a:gd name="connsiteX187" fmla="*/ 101441 w 229552"/>
                <a:gd name="connsiteY187" fmla="*/ 90011 h 108584"/>
                <a:gd name="connsiteX188" fmla="*/ 103822 w 229552"/>
                <a:gd name="connsiteY188" fmla="*/ 91440 h 108584"/>
                <a:gd name="connsiteX189" fmla="*/ 104775 w 229552"/>
                <a:gd name="connsiteY189" fmla="*/ 92392 h 108584"/>
                <a:gd name="connsiteX190" fmla="*/ 105727 w 229552"/>
                <a:gd name="connsiteY190" fmla="*/ 92392 h 108584"/>
                <a:gd name="connsiteX191" fmla="*/ 107632 w 229552"/>
                <a:gd name="connsiteY191" fmla="*/ 91440 h 108584"/>
                <a:gd name="connsiteX192" fmla="*/ 109538 w 229552"/>
                <a:gd name="connsiteY192" fmla="*/ 90964 h 108584"/>
                <a:gd name="connsiteX193" fmla="*/ 112871 w 229552"/>
                <a:gd name="connsiteY193" fmla="*/ 91916 h 108584"/>
                <a:gd name="connsiteX194" fmla="*/ 119539 w 229552"/>
                <a:gd name="connsiteY194" fmla="*/ 94774 h 108584"/>
                <a:gd name="connsiteX195" fmla="*/ 122872 w 229552"/>
                <a:gd name="connsiteY195" fmla="*/ 96202 h 108584"/>
                <a:gd name="connsiteX196" fmla="*/ 125253 w 229552"/>
                <a:gd name="connsiteY196" fmla="*/ 95726 h 108584"/>
                <a:gd name="connsiteX197" fmla="*/ 127159 w 229552"/>
                <a:gd name="connsiteY197" fmla="*/ 95726 h 108584"/>
                <a:gd name="connsiteX198" fmla="*/ 135255 w 229552"/>
                <a:gd name="connsiteY198" fmla="*/ 100489 h 108584"/>
                <a:gd name="connsiteX199" fmla="*/ 140494 w 229552"/>
                <a:gd name="connsiteY199" fmla="*/ 101441 h 108584"/>
                <a:gd name="connsiteX200" fmla="*/ 145732 w 229552"/>
                <a:gd name="connsiteY200" fmla="*/ 101441 h 108584"/>
                <a:gd name="connsiteX201" fmla="*/ 147161 w 229552"/>
                <a:gd name="connsiteY201" fmla="*/ 100013 h 108584"/>
                <a:gd name="connsiteX202" fmla="*/ 149542 w 229552"/>
                <a:gd name="connsiteY202" fmla="*/ 98584 h 108584"/>
                <a:gd name="connsiteX203" fmla="*/ 151447 w 229552"/>
                <a:gd name="connsiteY203" fmla="*/ 99060 h 108584"/>
                <a:gd name="connsiteX204" fmla="*/ 153828 w 229552"/>
                <a:gd name="connsiteY204" fmla="*/ 99536 h 108584"/>
                <a:gd name="connsiteX205" fmla="*/ 157639 w 229552"/>
                <a:gd name="connsiteY205" fmla="*/ 101441 h 108584"/>
                <a:gd name="connsiteX206" fmla="*/ 159067 w 229552"/>
                <a:gd name="connsiteY206" fmla="*/ 101917 h 108584"/>
                <a:gd name="connsiteX207" fmla="*/ 161448 w 229552"/>
                <a:gd name="connsiteY207" fmla="*/ 102394 h 108584"/>
                <a:gd name="connsiteX208" fmla="*/ 163353 w 229552"/>
                <a:gd name="connsiteY208" fmla="*/ 102870 h 108584"/>
                <a:gd name="connsiteX209" fmla="*/ 164782 w 229552"/>
                <a:gd name="connsiteY209" fmla="*/ 106680 h 108584"/>
                <a:gd name="connsiteX210" fmla="*/ 165735 w 229552"/>
                <a:gd name="connsiteY210" fmla="*/ 107633 h 108584"/>
                <a:gd name="connsiteX211" fmla="*/ 166688 w 229552"/>
                <a:gd name="connsiteY211" fmla="*/ 104299 h 108584"/>
                <a:gd name="connsiteX212" fmla="*/ 169545 w 229552"/>
                <a:gd name="connsiteY212" fmla="*/ 99536 h 108584"/>
                <a:gd name="connsiteX213" fmla="*/ 171926 w 229552"/>
                <a:gd name="connsiteY213" fmla="*/ 97155 h 108584"/>
                <a:gd name="connsiteX214" fmla="*/ 173831 w 229552"/>
                <a:gd name="connsiteY214" fmla="*/ 96202 h 108584"/>
                <a:gd name="connsiteX215" fmla="*/ 177165 w 229552"/>
                <a:gd name="connsiteY215" fmla="*/ 96679 h 108584"/>
                <a:gd name="connsiteX216" fmla="*/ 183832 w 229552"/>
                <a:gd name="connsiteY216" fmla="*/ 97631 h 108584"/>
                <a:gd name="connsiteX217" fmla="*/ 188595 w 229552"/>
                <a:gd name="connsiteY217" fmla="*/ 96679 h 108584"/>
                <a:gd name="connsiteX218" fmla="*/ 192881 w 229552"/>
                <a:gd name="connsiteY218" fmla="*/ 94774 h 108584"/>
                <a:gd name="connsiteX219" fmla="*/ 195263 w 229552"/>
                <a:gd name="connsiteY219" fmla="*/ 93345 h 108584"/>
                <a:gd name="connsiteX220" fmla="*/ 197644 w 229552"/>
                <a:gd name="connsiteY220" fmla="*/ 91440 h 108584"/>
                <a:gd name="connsiteX221" fmla="*/ 198120 w 229552"/>
                <a:gd name="connsiteY221" fmla="*/ 90011 h 108584"/>
                <a:gd name="connsiteX222" fmla="*/ 199072 w 229552"/>
                <a:gd name="connsiteY222" fmla="*/ 89535 h 108584"/>
                <a:gd name="connsiteX223" fmla="*/ 202882 w 229552"/>
                <a:gd name="connsiteY223" fmla="*/ 88583 h 108584"/>
                <a:gd name="connsiteX224" fmla="*/ 204311 w 229552"/>
                <a:gd name="connsiteY224" fmla="*/ 87154 h 108584"/>
                <a:gd name="connsiteX225" fmla="*/ 204788 w 229552"/>
                <a:gd name="connsiteY225" fmla="*/ 84772 h 108584"/>
                <a:gd name="connsiteX226" fmla="*/ 204788 w 229552"/>
                <a:gd name="connsiteY226" fmla="*/ 82391 h 108584"/>
                <a:gd name="connsiteX227" fmla="*/ 205740 w 229552"/>
                <a:gd name="connsiteY227" fmla="*/ 80010 h 108584"/>
                <a:gd name="connsiteX228" fmla="*/ 206692 w 229552"/>
                <a:gd name="connsiteY228" fmla="*/ 78581 h 108584"/>
                <a:gd name="connsiteX229" fmla="*/ 213836 w 229552"/>
                <a:gd name="connsiteY229" fmla="*/ 75247 h 108584"/>
                <a:gd name="connsiteX230" fmla="*/ 214313 w 229552"/>
                <a:gd name="connsiteY230" fmla="*/ 74295 h 108584"/>
                <a:gd name="connsiteX231" fmla="*/ 215265 w 229552"/>
                <a:gd name="connsiteY231" fmla="*/ 72866 h 108584"/>
                <a:gd name="connsiteX232" fmla="*/ 217646 w 229552"/>
                <a:gd name="connsiteY232" fmla="*/ 71438 h 108584"/>
                <a:gd name="connsiteX233" fmla="*/ 219551 w 229552"/>
                <a:gd name="connsiteY233" fmla="*/ 69533 h 108584"/>
                <a:gd name="connsiteX234" fmla="*/ 221456 w 229552"/>
                <a:gd name="connsiteY234" fmla="*/ 68580 h 108584"/>
                <a:gd name="connsiteX235" fmla="*/ 224314 w 229552"/>
                <a:gd name="connsiteY235" fmla="*/ 68580 h 108584"/>
                <a:gd name="connsiteX236" fmla="*/ 226695 w 229552"/>
                <a:gd name="connsiteY236" fmla="*/ 68580 h 108584"/>
                <a:gd name="connsiteX237" fmla="*/ 228600 w 229552"/>
                <a:gd name="connsiteY237" fmla="*/ 67627 h 108584"/>
                <a:gd name="connsiteX238" fmla="*/ 229552 w 229552"/>
                <a:gd name="connsiteY238" fmla="*/ 67627 h 10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229552" h="108584">
                  <a:moveTo>
                    <a:pt x="229552" y="66675"/>
                  </a:moveTo>
                  <a:lnTo>
                    <a:pt x="228600" y="63341"/>
                  </a:lnTo>
                  <a:lnTo>
                    <a:pt x="221456" y="56674"/>
                  </a:lnTo>
                  <a:lnTo>
                    <a:pt x="220503" y="54292"/>
                  </a:lnTo>
                  <a:lnTo>
                    <a:pt x="220980" y="53340"/>
                  </a:lnTo>
                  <a:lnTo>
                    <a:pt x="220503" y="51435"/>
                  </a:lnTo>
                  <a:lnTo>
                    <a:pt x="218598" y="50483"/>
                  </a:lnTo>
                  <a:lnTo>
                    <a:pt x="212884" y="49530"/>
                  </a:lnTo>
                  <a:lnTo>
                    <a:pt x="211455" y="50006"/>
                  </a:lnTo>
                  <a:lnTo>
                    <a:pt x="210502" y="49530"/>
                  </a:lnTo>
                  <a:lnTo>
                    <a:pt x="208121" y="47625"/>
                  </a:lnTo>
                  <a:lnTo>
                    <a:pt x="204788" y="46672"/>
                  </a:lnTo>
                  <a:lnTo>
                    <a:pt x="204311" y="45720"/>
                  </a:lnTo>
                  <a:lnTo>
                    <a:pt x="202882" y="44767"/>
                  </a:lnTo>
                  <a:lnTo>
                    <a:pt x="202406" y="44767"/>
                  </a:lnTo>
                  <a:lnTo>
                    <a:pt x="201930" y="45244"/>
                  </a:lnTo>
                  <a:lnTo>
                    <a:pt x="200501" y="46196"/>
                  </a:lnTo>
                  <a:lnTo>
                    <a:pt x="197167" y="47625"/>
                  </a:lnTo>
                  <a:lnTo>
                    <a:pt x="195263" y="47149"/>
                  </a:lnTo>
                  <a:lnTo>
                    <a:pt x="194310" y="45720"/>
                  </a:lnTo>
                  <a:lnTo>
                    <a:pt x="192405" y="43815"/>
                  </a:lnTo>
                  <a:lnTo>
                    <a:pt x="190500" y="41910"/>
                  </a:lnTo>
                  <a:lnTo>
                    <a:pt x="188595" y="40958"/>
                  </a:lnTo>
                  <a:lnTo>
                    <a:pt x="187642" y="40005"/>
                  </a:lnTo>
                  <a:lnTo>
                    <a:pt x="187166" y="39529"/>
                  </a:lnTo>
                  <a:lnTo>
                    <a:pt x="191452" y="37624"/>
                  </a:lnTo>
                  <a:lnTo>
                    <a:pt x="192405" y="36195"/>
                  </a:lnTo>
                  <a:lnTo>
                    <a:pt x="191928" y="32861"/>
                  </a:lnTo>
                  <a:lnTo>
                    <a:pt x="190976" y="32861"/>
                  </a:lnTo>
                  <a:lnTo>
                    <a:pt x="189547" y="33814"/>
                  </a:lnTo>
                  <a:lnTo>
                    <a:pt x="186214" y="34766"/>
                  </a:lnTo>
                  <a:lnTo>
                    <a:pt x="182880" y="34766"/>
                  </a:lnTo>
                  <a:lnTo>
                    <a:pt x="181451" y="34766"/>
                  </a:lnTo>
                  <a:lnTo>
                    <a:pt x="172402" y="29527"/>
                  </a:lnTo>
                  <a:lnTo>
                    <a:pt x="166688" y="27622"/>
                  </a:lnTo>
                  <a:lnTo>
                    <a:pt x="163353" y="27146"/>
                  </a:lnTo>
                  <a:lnTo>
                    <a:pt x="162877" y="28099"/>
                  </a:lnTo>
                  <a:lnTo>
                    <a:pt x="164306" y="30956"/>
                  </a:lnTo>
                  <a:lnTo>
                    <a:pt x="167164" y="34766"/>
                  </a:lnTo>
                  <a:lnTo>
                    <a:pt x="166688" y="35719"/>
                  </a:lnTo>
                  <a:lnTo>
                    <a:pt x="163830" y="37147"/>
                  </a:lnTo>
                  <a:lnTo>
                    <a:pt x="161925" y="38100"/>
                  </a:lnTo>
                  <a:lnTo>
                    <a:pt x="159544" y="39529"/>
                  </a:lnTo>
                  <a:lnTo>
                    <a:pt x="157639" y="40958"/>
                  </a:lnTo>
                  <a:lnTo>
                    <a:pt x="156210" y="41910"/>
                  </a:lnTo>
                  <a:lnTo>
                    <a:pt x="154781" y="41910"/>
                  </a:lnTo>
                  <a:lnTo>
                    <a:pt x="153352" y="40958"/>
                  </a:lnTo>
                  <a:lnTo>
                    <a:pt x="149542" y="35242"/>
                  </a:lnTo>
                  <a:lnTo>
                    <a:pt x="145256" y="30956"/>
                  </a:lnTo>
                  <a:lnTo>
                    <a:pt x="144780" y="30004"/>
                  </a:lnTo>
                  <a:lnTo>
                    <a:pt x="142875" y="30004"/>
                  </a:lnTo>
                  <a:lnTo>
                    <a:pt x="140970" y="29051"/>
                  </a:lnTo>
                  <a:lnTo>
                    <a:pt x="140494" y="27622"/>
                  </a:lnTo>
                  <a:lnTo>
                    <a:pt x="141446" y="26194"/>
                  </a:lnTo>
                  <a:lnTo>
                    <a:pt x="142875" y="24765"/>
                  </a:lnTo>
                  <a:lnTo>
                    <a:pt x="145256" y="24289"/>
                  </a:lnTo>
                  <a:lnTo>
                    <a:pt x="146209" y="23336"/>
                  </a:lnTo>
                  <a:lnTo>
                    <a:pt x="146685" y="22384"/>
                  </a:lnTo>
                  <a:lnTo>
                    <a:pt x="147638" y="20955"/>
                  </a:lnTo>
                  <a:lnTo>
                    <a:pt x="147161" y="20479"/>
                  </a:lnTo>
                  <a:lnTo>
                    <a:pt x="145256" y="18574"/>
                  </a:lnTo>
                  <a:lnTo>
                    <a:pt x="142875" y="17145"/>
                  </a:lnTo>
                  <a:lnTo>
                    <a:pt x="135255" y="18574"/>
                  </a:lnTo>
                  <a:lnTo>
                    <a:pt x="133350" y="19050"/>
                  </a:lnTo>
                  <a:lnTo>
                    <a:pt x="132397" y="18097"/>
                  </a:lnTo>
                  <a:lnTo>
                    <a:pt x="131445" y="16669"/>
                  </a:lnTo>
                  <a:lnTo>
                    <a:pt x="129540" y="16192"/>
                  </a:lnTo>
                  <a:lnTo>
                    <a:pt x="127159" y="14764"/>
                  </a:lnTo>
                  <a:lnTo>
                    <a:pt x="123825" y="13335"/>
                  </a:lnTo>
                  <a:lnTo>
                    <a:pt x="120967" y="12859"/>
                  </a:lnTo>
                  <a:lnTo>
                    <a:pt x="114776" y="10954"/>
                  </a:lnTo>
                  <a:lnTo>
                    <a:pt x="112395" y="10954"/>
                  </a:lnTo>
                  <a:lnTo>
                    <a:pt x="111442" y="10477"/>
                  </a:lnTo>
                  <a:lnTo>
                    <a:pt x="110014" y="8572"/>
                  </a:lnTo>
                  <a:lnTo>
                    <a:pt x="108585" y="7144"/>
                  </a:lnTo>
                  <a:lnTo>
                    <a:pt x="108109" y="3810"/>
                  </a:lnTo>
                  <a:lnTo>
                    <a:pt x="103346" y="2381"/>
                  </a:lnTo>
                  <a:lnTo>
                    <a:pt x="99060" y="1429"/>
                  </a:lnTo>
                  <a:lnTo>
                    <a:pt x="98584" y="1905"/>
                  </a:lnTo>
                  <a:lnTo>
                    <a:pt x="98584" y="5239"/>
                  </a:lnTo>
                  <a:lnTo>
                    <a:pt x="98584" y="7144"/>
                  </a:lnTo>
                  <a:lnTo>
                    <a:pt x="95726" y="8096"/>
                  </a:lnTo>
                  <a:lnTo>
                    <a:pt x="92869" y="8096"/>
                  </a:lnTo>
                  <a:lnTo>
                    <a:pt x="92392" y="9049"/>
                  </a:lnTo>
                  <a:lnTo>
                    <a:pt x="91440" y="10001"/>
                  </a:lnTo>
                  <a:lnTo>
                    <a:pt x="89535" y="10001"/>
                  </a:lnTo>
                  <a:lnTo>
                    <a:pt x="87630" y="9525"/>
                  </a:lnTo>
                  <a:lnTo>
                    <a:pt x="86201" y="8572"/>
                  </a:lnTo>
                  <a:lnTo>
                    <a:pt x="86201" y="5715"/>
                  </a:lnTo>
                  <a:lnTo>
                    <a:pt x="85248" y="5715"/>
                  </a:lnTo>
                  <a:lnTo>
                    <a:pt x="84296" y="3810"/>
                  </a:lnTo>
                  <a:lnTo>
                    <a:pt x="83820" y="2381"/>
                  </a:lnTo>
                  <a:lnTo>
                    <a:pt x="82391" y="1429"/>
                  </a:lnTo>
                  <a:lnTo>
                    <a:pt x="77628" y="952"/>
                  </a:lnTo>
                  <a:lnTo>
                    <a:pt x="76200" y="0"/>
                  </a:lnTo>
                  <a:lnTo>
                    <a:pt x="74771" y="476"/>
                  </a:lnTo>
                  <a:lnTo>
                    <a:pt x="73819" y="1905"/>
                  </a:lnTo>
                  <a:lnTo>
                    <a:pt x="74295" y="2858"/>
                  </a:lnTo>
                  <a:lnTo>
                    <a:pt x="75247" y="3810"/>
                  </a:lnTo>
                  <a:lnTo>
                    <a:pt x="78105" y="5715"/>
                  </a:lnTo>
                  <a:lnTo>
                    <a:pt x="77628" y="6191"/>
                  </a:lnTo>
                  <a:lnTo>
                    <a:pt x="71914" y="8096"/>
                  </a:lnTo>
                  <a:lnTo>
                    <a:pt x="68580" y="10001"/>
                  </a:lnTo>
                  <a:lnTo>
                    <a:pt x="65246" y="10954"/>
                  </a:lnTo>
                  <a:lnTo>
                    <a:pt x="61913" y="12383"/>
                  </a:lnTo>
                  <a:lnTo>
                    <a:pt x="54769" y="14764"/>
                  </a:lnTo>
                  <a:lnTo>
                    <a:pt x="50006" y="15240"/>
                  </a:lnTo>
                  <a:lnTo>
                    <a:pt x="49053" y="15716"/>
                  </a:lnTo>
                  <a:lnTo>
                    <a:pt x="47148" y="19050"/>
                  </a:lnTo>
                  <a:lnTo>
                    <a:pt x="45720" y="19526"/>
                  </a:lnTo>
                  <a:lnTo>
                    <a:pt x="44767" y="19526"/>
                  </a:lnTo>
                  <a:lnTo>
                    <a:pt x="43815" y="18574"/>
                  </a:lnTo>
                  <a:lnTo>
                    <a:pt x="42863" y="19050"/>
                  </a:lnTo>
                  <a:lnTo>
                    <a:pt x="41434" y="20479"/>
                  </a:lnTo>
                  <a:lnTo>
                    <a:pt x="40481" y="20955"/>
                  </a:lnTo>
                  <a:lnTo>
                    <a:pt x="39052" y="20955"/>
                  </a:lnTo>
                  <a:lnTo>
                    <a:pt x="37147" y="23813"/>
                  </a:lnTo>
                  <a:lnTo>
                    <a:pt x="31909" y="24765"/>
                  </a:lnTo>
                  <a:lnTo>
                    <a:pt x="30956" y="26194"/>
                  </a:lnTo>
                  <a:lnTo>
                    <a:pt x="30003" y="27622"/>
                  </a:lnTo>
                  <a:lnTo>
                    <a:pt x="29051" y="28099"/>
                  </a:lnTo>
                  <a:lnTo>
                    <a:pt x="26670" y="27622"/>
                  </a:lnTo>
                  <a:lnTo>
                    <a:pt x="23336" y="27146"/>
                  </a:lnTo>
                  <a:lnTo>
                    <a:pt x="20955" y="28099"/>
                  </a:lnTo>
                  <a:lnTo>
                    <a:pt x="18573" y="28575"/>
                  </a:lnTo>
                  <a:lnTo>
                    <a:pt x="15716" y="29051"/>
                  </a:lnTo>
                  <a:lnTo>
                    <a:pt x="12382" y="30956"/>
                  </a:lnTo>
                  <a:lnTo>
                    <a:pt x="9525" y="34290"/>
                  </a:lnTo>
                  <a:lnTo>
                    <a:pt x="7620" y="37147"/>
                  </a:lnTo>
                  <a:lnTo>
                    <a:pt x="6667" y="38100"/>
                  </a:lnTo>
                  <a:lnTo>
                    <a:pt x="4763" y="35242"/>
                  </a:lnTo>
                  <a:lnTo>
                    <a:pt x="2857" y="33338"/>
                  </a:lnTo>
                  <a:lnTo>
                    <a:pt x="1905" y="32385"/>
                  </a:lnTo>
                  <a:lnTo>
                    <a:pt x="476" y="32385"/>
                  </a:lnTo>
                  <a:lnTo>
                    <a:pt x="0" y="32861"/>
                  </a:lnTo>
                  <a:lnTo>
                    <a:pt x="0" y="34290"/>
                  </a:lnTo>
                  <a:lnTo>
                    <a:pt x="1428" y="36671"/>
                  </a:lnTo>
                  <a:lnTo>
                    <a:pt x="2857" y="38576"/>
                  </a:lnTo>
                  <a:lnTo>
                    <a:pt x="3334" y="39529"/>
                  </a:lnTo>
                  <a:lnTo>
                    <a:pt x="4286" y="41910"/>
                  </a:lnTo>
                  <a:lnTo>
                    <a:pt x="6667" y="44291"/>
                  </a:lnTo>
                  <a:lnTo>
                    <a:pt x="10001" y="46196"/>
                  </a:lnTo>
                  <a:lnTo>
                    <a:pt x="12859" y="48101"/>
                  </a:lnTo>
                  <a:lnTo>
                    <a:pt x="14288" y="50959"/>
                  </a:lnTo>
                  <a:lnTo>
                    <a:pt x="14764" y="51435"/>
                  </a:lnTo>
                  <a:lnTo>
                    <a:pt x="13811" y="52864"/>
                  </a:lnTo>
                  <a:lnTo>
                    <a:pt x="13335" y="53816"/>
                  </a:lnTo>
                  <a:lnTo>
                    <a:pt x="12382" y="55245"/>
                  </a:lnTo>
                  <a:lnTo>
                    <a:pt x="10477" y="57626"/>
                  </a:lnTo>
                  <a:lnTo>
                    <a:pt x="10953" y="59055"/>
                  </a:lnTo>
                  <a:lnTo>
                    <a:pt x="12859" y="60484"/>
                  </a:lnTo>
                  <a:lnTo>
                    <a:pt x="14288" y="61913"/>
                  </a:lnTo>
                  <a:lnTo>
                    <a:pt x="16192" y="64770"/>
                  </a:lnTo>
                  <a:lnTo>
                    <a:pt x="18573" y="70009"/>
                  </a:lnTo>
                  <a:lnTo>
                    <a:pt x="20478" y="71914"/>
                  </a:lnTo>
                  <a:lnTo>
                    <a:pt x="22384" y="73819"/>
                  </a:lnTo>
                  <a:lnTo>
                    <a:pt x="24765" y="75724"/>
                  </a:lnTo>
                  <a:lnTo>
                    <a:pt x="28098" y="75724"/>
                  </a:lnTo>
                  <a:lnTo>
                    <a:pt x="31909" y="78581"/>
                  </a:lnTo>
                  <a:lnTo>
                    <a:pt x="35719" y="83344"/>
                  </a:lnTo>
                  <a:lnTo>
                    <a:pt x="39052" y="85249"/>
                  </a:lnTo>
                  <a:lnTo>
                    <a:pt x="40957" y="85725"/>
                  </a:lnTo>
                  <a:lnTo>
                    <a:pt x="42863" y="87154"/>
                  </a:lnTo>
                  <a:lnTo>
                    <a:pt x="44291" y="89535"/>
                  </a:lnTo>
                  <a:lnTo>
                    <a:pt x="44767" y="90964"/>
                  </a:lnTo>
                  <a:lnTo>
                    <a:pt x="46196" y="91916"/>
                  </a:lnTo>
                  <a:lnTo>
                    <a:pt x="49530" y="91916"/>
                  </a:lnTo>
                  <a:lnTo>
                    <a:pt x="54292" y="95250"/>
                  </a:lnTo>
                  <a:lnTo>
                    <a:pt x="57150" y="98108"/>
                  </a:lnTo>
                  <a:lnTo>
                    <a:pt x="59055" y="100013"/>
                  </a:lnTo>
                  <a:lnTo>
                    <a:pt x="60007" y="100489"/>
                  </a:lnTo>
                  <a:lnTo>
                    <a:pt x="62389" y="101917"/>
                  </a:lnTo>
                  <a:lnTo>
                    <a:pt x="64770" y="103346"/>
                  </a:lnTo>
                  <a:lnTo>
                    <a:pt x="66675" y="107156"/>
                  </a:lnTo>
                  <a:lnTo>
                    <a:pt x="71438" y="108109"/>
                  </a:lnTo>
                  <a:lnTo>
                    <a:pt x="77628" y="108585"/>
                  </a:lnTo>
                  <a:lnTo>
                    <a:pt x="80010" y="106680"/>
                  </a:lnTo>
                  <a:lnTo>
                    <a:pt x="81915" y="106204"/>
                  </a:lnTo>
                  <a:lnTo>
                    <a:pt x="83820" y="106680"/>
                  </a:lnTo>
                  <a:lnTo>
                    <a:pt x="88582" y="107633"/>
                  </a:lnTo>
                  <a:lnTo>
                    <a:pt x="89059" y="104299"/>
                  </a:lnTo>
                  <a:lnTo>
                    <a:pt x="91916" y="100965"/>
                  </a:lnTo>
                  <a:lnTo>
                    <a:pt x="92869" y="100013"/>
                  </a:lnTo>
                  <a:lnTo>
                    <a:pt x="96678" y="100013"/>
                  </a:lnTo>
                  <a:lnTo>
                    <a:pt x="97155" y="97631"/>
                  </a:lnTo>
                  <a:lnTo>
                    <a:pt x="98107" y="90964"/>
                  </a:lnTo>
                  <a:lnTo>
                    <a:pt x="99060" y="90011"/>
                  </a:lnTo>
                  <a:lnTo>
                    <a:pt x="101441" y="90011"/>
                  </a:lnTo>
                  <a:lnTo>
                    <a:pt x="103822" y="91440"/>
                  </a:lnTo>
                  <a:lnTo>
                    <a:pt x="104775" y="92392"/>
                  </a:lnTo>
                  <a:lnTo>
                    <a:pt x="105727" y="92392"/>
                  </a:lnTo>
                  <a:lnTo>
                    <a:pt x="107632" y="91440"/>
                  </a:lnTo>
                  <a:lnTo>
                    <a:pt x="109538" y="90964"/>
                  </a:lnTo>
                  <a:lnTo>
                    <a:pt x="112871" y="91916"/>
                  </a:lnTo>
                  <a:lnTo>
                    <a:pt x="119539" y="94774"/>
                  </a:lnTo>
                  <a:lnTo>
                    <a:pt x="122872" y="96202"/>
                  </a:lnTo>
                  <a:lnTo>
                    <a:pt x="125253" y="95726"/>
                  </a:lnTo>
                  <a:lnTo>
                    <a:pt x="127159" y="95726"/>
                  </a:lnTo>
                  <a:lnTo>
                    <a:pt x="135255" y="100489"/>
                  </a:lnTo>
                  <a:lnTo>
                    <a:pt x="140494" y="101441"/>
                  </a:lnTo>
                  <a:lnTo>
                    <a:pt x="145732" y="101441"/>
                  </a:lnTo>
                  <a:lnTo>
                    <a:pt x="147161" y="100013"/>
                  </a:lnTo>
                  <a:lnTo>
                    <a:pt x="149542" y="98584"/>
                  </a:lnTo>
                  <a:lnTo>
                    <a:pt x="151447" y="99060"/>
                  </a:lnTo>
                  <a:lnTo>
                    <a:pt x="153828" y="99536"/>
                  </a:lnTo>
                  <a:lnTo>
                    <a:pt x="157639" y="101441"/>
                  </a:lnTo>
                  <a:lnTo>
                    <a:pt x="159067" y="101917"/>
                  </a:lnTo>
                  <a:lnTo>
                    <a:pt x="161448" y="102394"/>
                  </a:lnTo>
                  <a:lnTo>
                    <a:pt x="163353" y="102870"/>
                  </a:lnTo>
                  <a:lnTo>
                    <a:pt x="164782" y="106680"/>
                  </a:lnTo>
                  <a:lnTo>
                    <a:pt x="165735" y="107633"/>
                  </a:lnTo>
                  <a:lnTo>
                    <a:pt x="166688" y="104299"/>
                  </a:lnTo>
                  <a:lnTo>
                    <a:pt x="169545" y="99536"/>
                  </a:lnTo>
                  <a:lnTo>
                    <a:pt x="171926" y="97155"/>
                  </a:lnTo>
                  <a:lnTo>
                    <a:pt x="173831" y="96202"/>
                  </a:lnTo>
                  <a:lnTo>
                    <a:pt x="177165" y="96679"/>
                  </a:lnTo>
                  <a:lnTo>
                    <a:pt x="183832" y="97631"/>
                  </a:lnTo>
                  <a:lnTo>
                    <a:pt x="188595" y="96679"/>
                  </a:lnTo>
                  <a:lnTo>
                    <a:pt x="192881" y="94774"/>
                  </a:lnTo>
                  <a:lnTo>
                    <a:pt x="195263" y="93345"/>
                  </a:lnTo>
                  <a:lnTo>
                    <a:pt x="197644" y="91440"/>
                  </a:lnTo>
                  <a:lnTo>
                    <a:pt x="198120" y="90011"/>
                  </a:lnTo>
                  <a:lnTo>
                    <a:pt x="199072" y="89535"/>
                  </a:lnTo>
                  <a:lnTo>
                    <a:pt x="202882" y="88583"/>
                  </a:lnTo>
                  <a:lnTo>
                    <a:pt x="204311" y="87154"/>
                  </a:lnTo>
                  <a:lnTo>
                    <a:pt x="204788" y="84772"/>
                  </a:lnTo>
                  <a:lnTo>
                    <a:pt x="204788" y="82391"/>
                  </a:lnTo>
                  <a:lnTo>
                    <a:pt x="205740" y="80010"/>
                  </a:lnTo>
                  <a:lnTo>
                    <a:pt x="206692" y="78581"/>
                  </a:lnTo>
                  <a:lnTo>
                    <a:pt x="213836" y="75247"/>
                  </a:lnTo>
                  <a:lnTo>
                    <a:pt x="214313" y="74295"/>
                  </a:lnTo>
                  <a:lnTo>
                    <a:pt x="215265" y="72866"/>
                  </a:lnTo>
                  <a:lnTo>
                    <a:pt x="217646" y="71438"/>
                  </a:lnTo>
                  <a:lnTo>
                    <a:pt x="219551" y="69533"/>
                  </a:lnTo>
                  <a:lnTo>
                    <a:pt x="221456" y="68580"/>
                  </a:lnTo>
                  <a:lnTo>
                    <a:pt x="224314" y="68580"/>
                  </a:lnTo>
                  <a:lnTo>
                    <a:pt x="226695" y="68580"/>
                  </a:lnTo>
                  <a:lnTo>
                    <a:pt x="228600" y="67627"/>
                  </a:lnTo>
                  <a:lnTo>
                    <a:pt x="229552" y="67627"/>
                  </a:lnTo>
                  <a:close/>
                </a:path>
              </a:pathLst>
            </a:custGeom>
            <a:grpFill/>
            <a:ln w="317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BF37DD0F-61D9-4701-97AF-EA05D07809AC}"/>
                </a:ext>
              </a:extLst>
            </p:cNvPr>
            <p:cNvSpPr/>
            <p:nvPr/>
          </p:nvSpPr>
          <p:spPr>
            <a:xfrm>
              <a:off x="6818471" y="3047999"/>
              <a:ext cx="76676" cy="41433"/>
            </a:xfrm>
            <a:custGeom>
              <a:avLst/>
              <a:gdLst>
                <a:gd name="connsiteX0" fmla="*/ 73819 w 76676"/>
                <a:gd name="connsiteY0" fmla="*/ 2381 h 41433"/>
                <a:gd name="connsiteX1" fmla="*/ 76677 w 76676"/>
                <a:gd name="connsiteY1" fmla="*/ 0 h 41433"/>
                <a:gd name="connsiteX2" fmla="*/ 71914 w 76676"/>
                <a:gd name="connsiteY2" fmla="*/ 1429 h 41433"/>
                <a:gd name="connsiteX3" fmla="*/ 67152 w 76676"/>
                <a:gd name="connsiteY3" fmla="*/ 3334 h 41433"/>
                <a:gd name="connsiteX4" fmla="*/ 64294 w 76676"/>
                <a:gd name="connsiteY4" fmla="*/ 4286 h 41433"/>
                <a:gd name="connsiteX5" fmla="*/ 60008 w 76676"/>
                <a:gd name="connsiteY5" fmla="*/ 7144 h 41433"/>
                <a:gd name="connsiteX6" fmla="*/ 44291 w 76676"/>
                <a:gd name="connsiteY6" fmla="*/ 11906 h 41433"/>
                <a:gd name="connsiteX7" fmla="*/ 39529 w 76676"/>
                <a:gd name="connsiteY7" fmla="*/ 12382 h 41433"/>
                <a:gd name="connsiteX8" fmla="*/ 34290 w 76676"/>
                <a:gd name="connsiteY8" fmla="*/ 12382 h 41433"/>
                <a:gd name="connsiteX9" fmla="*/ 28099 w 76676"/>
                <a:gd name="connsiteY9" fmla="*/ 11430 h 41433"/>
                <a:gd name="connsiteX10" fmla="*/ 21908 w 76676"/>
                <a:gd name="connsiteY10" fmla="*/ 10478 h 41433"/>
                <a:gd name="connsiteX11" fmla="*/ 21431 w 76676"/>
                <a:gd name="connsiteY11" fmla="*/ 14764 h 41433"/>
                <a:gd name="connsiteX12" fmla="*/ 19527 w 76676"/>
                <a:gd name="connsiteY12" fmla="*/ 18574 h 41433"/>
                <a:gd name="connsiteX13" fmla="*/ 16193 w 76676"/>
                <a:gd name="connsiteY13" fmla="*/ 19050 h 41433"/>
                <a:gd name="connsiteX14" fmla="*/ 14288 w 76676"/>
                <a:gd name="connsiteY14" fmla="*/ 18574 h 41433"/>
                <a:gd name="connsiteX15" fmla="*/ 11906 w 76676"/>
                <a:gd name="connsiteY15" fmla="*/ 18097 h 41433"/>
                <a:gd name="connsiteX16" fmla="*/ 8573 w 76676"/>
                <a:gd name="connsiteY16" fmla="*/ 19526 h 41433"/>
                <a:gd name="connsiteX17" fmla="*/ 6191 w 76676"/>
                <a:gd name="connsiteY17" fmla="*/ 21907 h 41433"/>
                <a:gd name="connsiteX18" fmla="*/ 3334 w 76676"/>
                <a:gd name="connsiteY18" fmla="*/ 23336 h 41433"/>
                <a:gd name="connsiteX19" fmla="*/ 0 w 76676"/>
                <a:gd name="connsiteY19" fmla="*/ 21907 h 41433"/>
                <a:gd name="connsiteX20" fmla="*/ 477 w 76676"/>
                <a:gd name="connsiteY20" fmla="*/ 27146 h 41433"/>
                <a:gd name="connsiteX21" fmla="*/ 3810 w 76676"/>
                <a:gd name="connsiteY21" fmla="*/ 33814 h 41433"/>
                <a:gd name="connsiteX22" fmla="*/ 5239 w 76676"/>
                <a:gd name="connsiteY22" fmla="*/ 35719 h 41433"/>
                <a:gd name="connsiteX23" fmla="*/ 7144 w 76676"/>
                <a:gd name="connsiteY23" fmla="*/ 36671 h 41433"/>
                <a:gd name="connsiteX24" fmla="*/ 13335 w 76676"/>
                <a:gd name="connsiteY24" fmla="*/ 38576 h 41433"/>
                <a:gd name="connsiteX25" fmla="*/ 15240 w 76676"/>
                <a:gd name="connsiteY25" fmla="*/ 38576 h 41433"/>
                <a:gd name="connsiteX26" fmla="*/ 19527 w 76676"/>
                <a:gd name="connsiteY26" fmla="*/ 38100 h 41433"/>
                <a:gd name="connsiteX27" fmla="*/ 20955 w 76676"/>
                <a:gd name="connsiteY27" fmla="*/ 39053 h 41433"/>
                <a:gd name="connsiteX28" fmla="*/ 21908 w 76676"/>
                <a:gd name="connsiteY28" fmla="*/ 41434 h 41433"/>
                <a:gd name="connsiteX29" fmla="*/ 24289 w 76676"/>
                <a:gd name="connsiteY29" fmla="*/ 41434 h 41433"/>
                <a:gd name="connsiteX30" fmla="*/ 24765 w 76676"/>
                <a:gd name="connsiteY30" fmla="*/ 40481 h 41433"/>
                <a:gd name="connsiteX31" fmla="*/ 24765 w 76676"/>
                <a:gd name="connsiteY31" fmla="*/ 39053 h 41433"/>
                <a:gd name="connsiteX32" fmla="*/ 26194 w 76676"/>
                <a:gd name="connsiteY32" fmla="*/ 37624 h 41433"/>
                <a:gd name="connsiteX33" fmla="*/ 27623 w 76676"/>
                <a:gd name="connsiteY33" fmla="*/ 36671 h 41433"/>
                <a:gd name="connsiteX34" fmla="*/ 30004 w 76676"/>
                <a:gd name="connsiteY34" fmla="*/ 36671 h 41433"/>
                <a:gd name="connsiteX35" fmla="*/ 33814 w 76676"/>
                <a:gd name="connsiteY35" fmla="*/ 36195 h 41433"/>
                <a:gd name="connsiteX36" fmla="*/ 38100 w 76676"/>
                <a:gd name="connsiteY36" fmla="*/ 34766 h 41433"/>
                <a:gd name="connsiteX37" fmla="*/ 41434 w 76676"/>
                <a:gd name="connsiteY37" fmla="*/ 32861 h 41433"/>
                <a:gd name="connsiteX38" fmla="*/ 47625 w 76676"/>
                <a:gd name="connsiteY38" fmla="*/ 26194 h 41433"/>
                <a:gd name="connsiteX39" fmla="*/ 49530 w 76676"/>
                <a:gd name="connsiteY39" fmla="*/ 26194 h 41433"/>
                <a:gd name="connsiteX40" fmla="*/ 51911 w 76676"/>
                <a:gd name="connsiteY40" fmla="*/ 26670 h 41433"/>
                <a:gd name="connsiteX41" fmla="*/ 55722 w 76676"/>
                <a:gd name="connsiteY41" fmla="*/ 26194 h 41433"/>
                <a:gd name="connsiteX42" fmla="*/ 59531 w 76676"/>
                <a:gd name="connsiteY42" fmla="*/ 25718 h 41433"/>
                <a:gd name="connsiteX43" fmla="*/ 58579 w 76676"/>
                <a:gd name="connsiteY43" fmla="*/ 23336 h 41433"/>
                <a:gd name="connsiteX44" fmla="*/ 58103 w 76676"/>
                <a:gd name="connsiteY44" fmla="*/ 22860 h 41433"/>
                <a:gd name="connsiteX45" fmla="*/ 55722 w 76676"/>
                <a:gd name="connsiteY45" fmla="*/ 20003 h 41433"/>
                <a:gd name="connsiteX46" fmla="*/ 54769 w 76676"/>
                <a:gd name="connsiteY46" fmla="*/ 17621 h 41433"/>
                <a:gd name="connsiteX47" fmla="*/ 55722 w 76676"/>
                <a:gd name="connsiteY47" fmla="*/ 14288 h 4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6676" h="41433">
                  <a:moveTo>
                    <a:pt x="73819" y="2381"/>
                  </a:moveTo>
                  <a:lnTo>
                    <a:pt x="76677" y="0"/>
                  </a:lnTo>
                  <a:lnTo>
                    <a:pt x="71914" y="1429"/>
                  </a:lnTo>
                  <a:lnTo>
                    <a:pt x="67152" y="3334"/>
                  </a:lnTo>
                  <a:lnTo>
                    <a:pt x="64294" y="4286"/>
                  </a:lnTo>
                  <a:lnTo>
                    <a:pt x="60008" y="7144"/>
                  </a:lnTo>
                  <a:lnTo>
                    <a:pt x="44291" y="11906"/>
                  </a:lnTo>
                  <a:lnTo>
                    <a:pt x="39529" y="12382"/>
                  </a:lnTo>
                  <a:lnTo>
                    <a:pt x="34290" y="12382"/>
                  </a:lnTo>
                  <a:lnTo>
                    <a:pt x="28099" y="11430"/>
                  </a:lnTo>
                  <a:lnTo>
                    <a:pt x="21908" y="10478"/>
                  </a:lnTo>
                  <a:lnTo>
                    <a:pt x="21431" y="14764"/>
                  </a:lnTo>
                  <a:lnTo>
                    <a:pt x="19527" y="18574"/>
                  </a:lnTo>
                  <a:lnTo>
                    <a:pt x="16193" y="19050"/>
                  </a:lnTo>
                  <a:lnTo>
                    <a:pt x="14288" y="18574"/>
                  </a:lnTo>
                  <a:lnTo>
                    <a:pt x="11906" y="18097"/>
                  </a:lnTo>
                  <a:lnTo>
                    <a:pt x="8573" y="19526"/>
                  </a:lnTo>
                  <a:lnTo>
                    <a:pt x="6191" y="21907"/>
                  </a:lnTo>
                  <a:lnTo>
                    <a:pt x="3334" y="23336"/>
                  </a:lnTo>
                  <a:lnTo>
                    <a:pt x="0" y="21907"/>
                  </a:lnTo>
                  <a:lnTo>
                    <a:pt x="477" y="27146"/>
                  </a:lnTo>
                  <a:lnTo>
                    <a:pt x="3810" y="33814"/>
                  </a:lnTo>
                  <a:lnTo>
                    <a:pt x="5239" y="35719"/>
                  </a:lnTo>
                  <a:lnTo>
                    <a:pt x="7144" y="36671"/>
                  </a:lnTo>
                  <a:lnTo>
                    <a:pt x="13335" y="38576"/>
                  </a:lnTo>
                  <a:lnTo>
                    <a:pt x="15240" y="38576"/>
                  </a:lnTo>
                  <a:lnTo>
                    <a:pt x="19527" y="38100"/>
                  </a:lnTo>
                  <a:lnTo>
                    <a:pt x="20955" y="39053"/>
                  </a:lnTo>
                  <a:lnTo>
                    <a:pt x="21908" y="41434"/>
                  </a:lnTo>
                  <a:lnTo>
                    <a:pt x="24289" y="41434"/>
                  </a:lnTo>
                  <a:lnTo>
                    <a:pt x="24765" y="40481"/>
                  </a:lnTo>
                  <a:lnTo>
                    <a:pt x="24765" y="39053"/>
                  </a:lnTo>
                  <a:lnTo>
                    <a:pt x="26194" y="37624"/>
                  </a:lnTo>
                  <a:lnTo>
                    <a:pt x="27623" y="36671"/>
                  </a:lnTo>
                  <a:lnTo>
                    <a:pt x="30004" y="36671"/>
                  </a:lnTo>
                  <a:lnTo>
                    <a:pt x="33814" y="36195"/>
                  </a:lnTo>
                  <a:lnTo>
                    <a:pt x="38100" y="34766"/>
                  </a:lnTo>
                  <a:lnTo>
                    <a:pt x="41434" y="32861"/>
                  </a:lnTo>
                  <a:lnTo>
                    <a:pt x="47625" y="26194"/>
                  </a:lnTo>
                  <a:lnTo>
                    <a:pt x="49530" y="26194"/>
                  </a:lnTo>
                  <a:lnTo>
                    <a:pt x="51911" y="26670"/>
                  </a:lnTo>
                  <a:lnTo>
                    <a:pt x="55722" y="26194"/>
                  </a:lnTo>
                  <a:lnTo>
                    <a:pt x="59531" y="25718"/>
                  </a:lnTo>
                  <a:lnTo>
                    <a:pt x="58579" y="23336"/>
                  </a:lnTo>
                  <a:lnTo>
                    <a:pt x="58103" y="22860"/>
                  </a:lnTo>
                  <a:lnTo>
                    <a:pt x="55722" y="20003"/>
                  </a:lnTo>
                  <a:lnTo>
                    <a:pt x="54769" y="17621"/>
                  </a:lnTo>
                  <a:lnTo>
                    <a:pt x="55722" y="14288"/>
                  </a:lnTo>
                  <a:close/>
                </a:path>
              </a:pathLst>
            </a:custGeom>
            <a:grpFill/>
            <a:ln w="317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49C83B5A-A606-4B80-9EE1-A2EC38D2A410}"/>
                </a:ext>
              </a:extLst>
            </p:cNvPr>
            <p:cNvSpPr/>
            <p:nvPr/>
          </p:nvSpPr>
          <p:spPr>
            <a:xfrm>
              <a:off x="2830830" y="3507104"/>
              <a:ext cx="366236" cy="118586"/>
            </a:xfrm>
            <a:custGeom>
              <a:avLst/>
              <a:gdLst>
                <a:gd name="connsiteX0" fmla="*/ 365284 w 366236"/>
                <a:gd name="connsiteY0" fmla="*/ 101441 h 118586"/>
                <a:gd name="connsiteX1" fmla="*/ 364331 w 366236"/>
                <a:gd name="connsiteY1" fmla="*/ 100965 h 118586"/>
                <a:gd name="connsiteX2" fmla="*/ 362902 w 366236"/>
                <a:gd name="connsiteY2" fmla="*/ 100489 h 118586"/>
                <a:gd name="connsiteX3" fmla="*/ 361474 w 366236"/>
                <a:gd name="connsiteY3" fmla="*/ 100965 h 118586"/>
                <a:gd name="connsiteX4" fmla="*/ 357664 w 366236"/>
                <a:gd name="connsiteY4" fmla="*/ 100489 h 118586"/>
                <a:gd name="connsiteX5" fmla="*/ 353377 w 366236"/>
                <a:gd name="connsiteY5" fmla="*/ 98584 h 118586"/>
                <a:gd name="connsiteX6" fmla="*/ 348139 w 366236"/>
                <a:gd name="connsiteY6" fmla="*/ 93821 h 118586"/>
                <a:gd name="connsiteX7" fmla="*/ 345757 w 366236"/>
                <a:gd name="connsiteY7" fmla="*/ 91916 h 118586"/>
                <a:gd name="connsiteX8" fmla="*/ 340995 w 366236"/>
                <a:gd name="connsiteY8" fmla="*/ 88582 h 118586"/>
                <a:gd name="connsiteX9" fmla="*/ 338138 w 366236"/>
                <a:gd name="connsiteY9" fmla="*/ 87630 h 118586"/>
                <a:gd name="connsiteX10" fmla="*/ 329565 w 366236"/>
                <a:gd name="connsiteY10" fmla="*/ 86201 h 118586"/>
                <a:gd name="connsiteX11" fmla="*/ 325279 w 366236"/>
                <a:gd name="connsiteY11" fmla="*/ 86677 h 118586"/>
                <a:gd name="connsiteX12" fmla="*/ 319088 w 366236"/>
                <a:gd name="connsiteY12" fmla="*/ 86201 h 118586"/>
                <a:gd name="connsiteX13" fmla="*/ 315277 w 366236"/>
                <a:gd name="connsiteY13" fmla="*/ 85725 h 118586"/>
                <a:gd name="connsiteX14" fmla="*/ 312420 w 366236"/>
                <a:gd name="connsiteY14" fmla="*/ 86201 h 118586"/>
                <a:gd name="connsiteX15" fmla="*/ 311467 w 366236"/>
                <a:gd name="connsiteY15" fmla="*/ 85249 h 118586"/>
                <a:gd name="connsiteX16" fmla="*/ 310991 w 366236"/>
                <a:gd name="connsiteY16" fmla="*/ 83820 h 118586"/>
                <a:gd name="connsiteX17" fmla="*/ 311467 w 366236"/>
                <a:gd name="connsiteY17" fmla="*/ 82391 h 118586"/>
                <a:gd name="connsiteX18" fmla="*/ 316230 w 366236"/>
                <a:gd name="connsiteY18" fmla="*/ 81439 h 118586"/>
                <a:gd name="connsiteX19" fmla="*/ 313849 w 366236"/>
                <a:gd name="connsiteY19" fmla="*/ 79534 h 118586"/>
                <a:gd name="connsiteX20" fmla="*/ 314801 w 366236"/>
                <a:gd name="connsiteY20" fmla="*/ 77629 h 118586"/>
                <a:gd name="connsiteX21" fmla="*/ 316230 w 366236"/>
                <a:gd name="connsiteY21" fmla="*/ 76200 h 118586"/>
                <a:gd name="connsiteX22" fmla="*/ 314801 w 366236"/>
                <a:gd name="connsiteY22" fmla="*/ 73819 h 118586"/>
                <a:gd name="connsiteX23" fmla="*/ 311944 w 366236"/>
                <a:gd name="connsiteY23" fmla="*/ 71914 h 118586"/>
                <a:gd name="connsiteX24" fmla="*/ 305752 w 366236"/>
                <a:gd name="connsiteY24" fmla="*/ 71914 h 118586"/>
                <a:gd name="connsiteX25" fmla="*/ 300038 w 366236"/>
                <a:gd name="connsiteY25" fmla="*/ 71438 h 118586"/>
                <a:gd name="connsiteX26" fmla="*/ 293846 w 366236"/>
                <a:gd name="connsiteY26" fmla="*/ 68104 h 118586"/>
                <a:gd name="connsiteX27" fmla="*/ 287179 w 366236"/>
                <a:gd name="connsiteY27" fmla="*/ 66675 h 118586"/>
                <a:gd name="connsiteX28" fmla="*/ 283845 w 366236"/>
                <a:gd name="connsiteY28" fmla="*/ 66675 h 118586"/>
                <a:gd name="connsiteX29" fmla="*/ 280511 w 366236"/>
                <a:gd name="connsiteY29" fmla="*/ 66199 h 118586"/>
                <a:gd name="connsiteX30" fmla="*/ 279082 w 366236"/>
                <a:gd name="connsiteY30" fmla="*/ 64294 h 118586"/>
                <a:gd name="connsiteX31" fmla="*/ 277654 w 366236"/>
                <a:gd name="connsiteY31" fmla="*/ 63817 h 118586"/>
                <a:gd name="connsiteX32" fmla="*/ 276225 w 366236"/>
                <a:gd name="connsiteY32" fmla="*/ 63817 h 118586"/>
                <a:gd name="connsiteX33" fmla="*/ 272891 w 366236"/>
                <a:gd name="connsiteY33" fmla="*/ 64770 h 118586"/>
                <a:gd name="connsiteX34" fmla="*/ 273367 w 366236"/>
                <a:gd name="connsiteY34" fmla="*/ 63341 h 118586"/>
                <a:gd name="connsiteX35" fmla="*/ 274320 w 366236"/>
                <a:gd name="connsiteY35" fmla="*/ 61913 h 118586"/>
                <a:gd name="connsiteX36" fmla="*/ 270986 w 366236"/>
                <a:gd name="connsiteY36" fmla="*/ 60007 h 118586"/>
                <a:gd name="connsiteX37" fmla="*/ 265271 w 366236"/>
                <a:gd name="connsiteY37" fmla="*/ 55245 h 118586"/>
                <a:gd name="connsiteX38" fmla="*/ 263842 w 366236"/>
                <a:gd name="connsiteY38" fmla="*/ 57150 h 118586"/>
                <a:gd name="connsiteX39" fmla="*/ 261461 w 366236"/>
                <a:gd name="connsiteY39" fmla="*/ 59055 h 118586"/>
                <a:gd name="connsiteX40" fmla="*/ 260032 w 366236"/>
                <a:gd name="connsiteY40" fmla="*/ 59055 h 118586"/>
                <a:gd name="connsiteX41" fmla="*/ 259556 w 366236"/>
                <a:gd name="connsiteY41" fmla="*/ 57150 h 118586"/>
                <a:gd name="connsiteX42" fmla="*/ 256222 w 366236"/>
                <a:gd name="connsiteY42" fmla="*/ 54292 h 118586"/>
                <a:gd name="connsiteX43" fmla="*/ 260509 w 366236"/>
                <a:gd name="connsiteY43" fmla="*/ 54769 h 118586"/>
                <a:gd name="connsiteX44" fmla="*/ 262890 w 366236"/>
                <a:gd name="connsiteY44" fmla="*/ 54769 h 118586"/>
                <a:gd name="connsiteX45" fmla="*/ 264319 w 366236"/>
                <a:gd name="connsiteY45" fmla="*/ 53340 h 118586"/>
                <a:gd name="connsiteX46" fmla="*/ 261461 w 366236"/>
                <a:gd name="connsiteY46" fmla="*/ 52388 h 118586"/>
                <a:gd name="connsiteX47" fmla="*/ 258604 w 366236"/>
                <a:gd name="connsiteY47" fmla="*/ 50959 h 118586"/>
                <a:gd name="connsiteX48" fmla="*/ 257175 w 366236"/>
                <a:gd name="connsiteY48" fmla="*/ 49530 h 118586"/>
                <a:gd name="connsiteX49" fmla="*/ 251936 w 366236"/>
                <a:gd name="connsiteY49" fmla="*/ 45244 h 118586"/>
                <a:gd name="connsiteX50" fmla="*/ 249079 w 366236"/>
                <a:gd name="connsiteY50" fmla="*/ 44767 h 118586"/>
                <a:gd name="connsiteX51" fmla="*/ 249555 w 366236"/>
                <a:gd name="connsiteY51" fmla="*/ 45720 h 118586"/>
                <a:gd name="connsiteX52" fmla="*/ 251936 w 366236"/>
                <a:gd name="connsiteY52" fmla="*/ 47625 h 118586"/>
                <a:gd name="connsiteX53" fmla="*/ 252413 w 366236"/>
                <a:gd name="connsiteY53" fmla="*/ 48577 h 118586"/>
                <a:gd name="connsiteX54" fmla="*/ 250984 w 366236"/>
                <a:gd name="connsiteY54" fmla="*/ 49054 h 118586"/>
                <a:gd name="connsiteX55" fmla="*/ 247650 w 366236"/>
                <a:gd name="connsiteY55" fmla="*/ 48101 h 118586"/>
                <a:gd name="connsiteX56" fmla="*/ 240030 w 366236"/>
                <a:gd name="connsiteY56" fmla="*/ 44291 h 118586"/>
                <a:gd name="connsiteX57" fmla="*/ 236220 w 366236"/>
                <a:gd name="connsiteY57" fmla="*/ 41910 h 118586"/>
                <a:gd name="connsiteX58" fmla="*/ 230505 w 366236"/>
                <a:gd name="connsiteY58" fmla="*/ 37147 h 118586"/>
                <a:gd name="connsiteX59" fmla="*/ 211931 w 366236"/>
                <a:gd name="connsiteY59" fmla="*/ 28099 h 118586"/>
                <a:gd name="connsiteX60" fmla="*/ 210979 w 366236"/>
                <a:gd name="connsiteY60" fmla="*/ 28575 h 118586"/>
                <a:gd name="connsiteX61" fmla="*/ 209074 w 366236"/>
                <a:gd name="connsiteY61" fmla="*/ 28099 h 118586"/>
                <a:gd name="connsiteX62" fmla="*/ 207169 w 366236"/>
                <a:gd name="connsiteY62" fmla="*/ 27146 h 118586"/>
                <a:gd name="connsiteX63" fmla="*/ 204788 w 366236"/>
                <a:gd name="connsiteY63" fmla="*/ 27146 h 118586"/>
                <a:gd name="connsiteX64" fmla="*/ 195263 w 366236"/>
                <a:gd name="connsiteY64" fmla="*/ 27622 h 118586"/>
                <a:gd name="connsiteX65" fmla="*/ 191929 w 366236"/>
                <a:gd name="connsiteY65" fmla="*/ 27146 h 118586"/>
                <a:gd name="connsiteX66" fmla="*/ 189071 w 366236"/>
                <a:gd name="connsiteY66" fmla="*/ 25717 h 118586"/>
                <a:gd name="connsiteX67" fmla="*/ 185738 w 366236"/>
                <a:gd name="connsiteY67" fmla="*/ 23336 h 118586"/>
                <a:gd name="connsiteX68" fmla="*/ 182404 w 366236"/>
                <a:gd name="connsiteY68" fmla="*/ 20955 h 118586"/>
                <a:gd name="connsiteX69" fmla="*/ 178117 w 366236"/>
                <a:gd name="connsiteY69" fmla="*/ 15240 h 118586"/>
                <a:gd name="connsiteX70" fmla="*/ 172402 w 366236"/>
                <a:gd name="connsiteY70" fmla="*/ 12382 h 118586"/>
                <a:gd name="connsiteX71" fmla="*/ 173355 w 366236"/>
                <a:gd name="connsiteY71" fmla="*/ 10477 h 118586"/>
                <a:gd name="connsiteX72" fmla="*/ 170021 w 366236"/>
                <a:gd name="connsiteY72" fmla="*/ 10954 h 118586"/>
                <a:gd name="connsiteX73" fmla="*/ 168592 w 366236"/>
                <a:gd name="connsiteY73" fmla="*/ 10477 h 118586"/>
                <a:gd name="connsiteX74" fmla="*/ 164782 w 366236"/>
                <a:gd name="connsiteY74" fmla="*/ 8096 h 118586"/>
                <a:gd name="connsiteX75" fmla="*/ 161449 w 366236"/>
                <a:gd name="connsiteY75" fmla="*/ 7620 h 118586"/>
                <a:gd name="connsiteX76" fmla="*/ 158115 w 366236"/>
                <a:gd name="connsiteY76" fmla="*/ 8096 h 118586"/>
                <a:gd name="connsiteX77" fmla="*/ 154781 w 366236"/>
                <a:gd name="connsiteY77" fmla="*/ 7620 h 118586"/>
                <a:gd name="connsiteX78" fmla="*/ 151447 w 366236"/>
                <a:gd name="connsiteY78" fmla="*/ 6667 h 118586"/>
                <a:gd name="connsiteX79" fmla="*/ 148114 w 366236"/>
                <a:gd name="connsiteY79" fmla="*/ 5239 h 118586"/>
                <a:gd name="connsiteX80" fmla="*/ 146209 w 366236"/>
                <a:gd name="connsiteY80" fmla="*/ 2857 h 118586"/>
                <a:gd name="connsiteX81" fmla="*/ 144780 w 366236"/>
                <a:gd name="connsiteY81" fmla="*/ 2381 h 118586"/>
                <a:gd name="connsiteX82" fmla="*/ 132397 w 366236"/>
                <a:gd name="connsiteY82" fmla="*/ 2857 h 118586"/>
                <a:gd name="connsiteX83" fmla="*/ 127635 w 366236"/>
                <a:gd name="connsiteY83" fmla="*/ 4286 h 118586"/>
                <a:gd name="connsiteX84" fmla="*/ 126682 w 366236"/>
                <a:gd name="connsiteY84" fmla="*/ 4286 h 118586"/>
                <a:gd name="connsiteX85" fmla="*/ 123349 w 366236"/>
                <a:gd name="connsiteY85" fmla="*/ 1905 h 118586"/>
                <a:gd name="connsiteX86" fmla="*/ 123825 w 366236"/>
                <a:gd name="connsiteY86" fmla="*/ 952 h 118586"/>
                <a:gd name="connsiteX87" fmla="*/ 120491 w 366236"/>
                <a:gd name="connsiteY87" fmla="*/ 1905 h 118586"/>
                <a:gd name="connsiteX88" fmla="*/ 113347 w 366236"/>
                <a:gd name="connsiteY88" fmla="*/ 2381 h 118586"/>
                <a:gd name="connsiteX89" fmla="*/ 104299 w 366236"/>
                <a:gd name="connsiteY89" fmla="*/ 952 h 118586"/>
                <a:gd name="connsiteX90" fmla="*/ 95250 w 366236"/>
                <a:gd name="connsiteY90" fmla="*/ 0 h 118586"/>
                <a:gd name="connsiteX91" fmla="*/ 86677 w 366236"/>
                <a:gd name="connsiteY91" fmla="*/ 1429 h 118586"/>
                <a:gd name="connsiteX92" fmla="*/ 78581 w 366236"/>
                <a:gd name="connsiteY92" fmla="*/ 4763 h 118586"/>
                <a:gd name="connsiteX93" fmla="*/ 75724 w 366236"/>
                <a:gd name="connsiteY93" fmla="*/ 5715 h 118586"/>
                <a:gd name="connsiteX94" fmla="*/ 58102 w 366236"/>
                <a:gd name="connsiteY94" fmla="*/ 8096 h 118586"/>
                <a:gd name="connsiteX95" fmla="*/ 55245 w 366236"/>
                <a:gd name="connsiteY95" fmla="*/ 8572 h 118586"/>
                <a:gd name="connsiteX96" fmla="*/ 28575 w 366236"/>
                <a:gd name="connsiteY96" fmla="*/ 19050 h 118586"/>
                <a:gd name="connsiteX97" fmla="*/ 26194 w 366236"/>
                <a:gd name="connsiteY97" fmla="*/ 20955 h 118586"/>
                <a:gd name="connsiteX98" fmla="*/ 20955 w 366236"/>
                <a:gd name="connsiteY98" fmla="*/ 26194 h 118586"/>
                <a:gd name="connsiteX99" fmla="*/ 18097 w 366236"/>
                <a:gd name="connsiteY99" fmla="*/ 29527 h 118586"/>
                <a:gd name="connsiteX100" fmla="*/ 17145 w 366236"/>
                <a:gd name="connsiteY100" fmla="*/ 33814 h 118586"/>
                <a:gd name="connsiteX101" fmla="*/ 19050 w 366236"/>
                <a:gd name="connsiteY101" fmla="*/ 40005 h 118586"/>
                <a:gd name="connsiteX102" fmla="*/ 17621 w 366236"/>
                <a:gd name="connsiteY102" fmla="*/ 41434 h 118586"/>
                <a:gd name="connsiteX103" fmla="*/ 15716 w 366236"/>
                <a:gd name="connsiteY103" fmla="*/ 41434 h 118586"/>
                <a:gd name="connsiteX104" fmla="*/ 13811 w 366236"/>
                <a:gd name="connsiteY104" fmla="*/ 40957 h 118586"/>
                <a:gd name="connsiteX105" fmla="*/ 12382 w 366236"/>
                <a:gd name="connsiteY105" fmla="*/ 41434 h 118586"/>
                <a:gd name="connsiteX106" fmla="*/ 476 w 366236"/>
                <a:gd name="connsiteY106" fmla="*/ 46196 h 118586"/>
                <a:gd name="connsiteX107" fmla="*/ 0 w 366236"/>
                <a:gd name="connsiteY107" fmla="*/ 47625 h 118586"/>
                <a:gd name="connsiteX108" fmla="*/ 1429 w 366236"/>
                <a:gd name="connsiteY108" fmla="*/ 48577 h 118586"/>
                <a:gd name="connsiteX109" fmla="*/ 3334 w 366236"/>
                <a:gd name="connsiteY109" fmla="*/ 48101 h 118586"/>
                <a:gd name="connsiteX110" fmla="*/ 6667 w 366236"/>
                <a:gd name="connsiteY110" fmla="*/ 46196 h 118586"/>
                <a:gd name="connsiteX111" fmla="*/ 8572 w 366236"/>
                <a:gd name="connsiteY111" fmla="*/ 45244 h 118586"/>
                <a:gd name="connsiteX112" fmla="*/ 10954 w 366236"/>
                <a:gd name="connsiteY112" fmla="*/ 44767 h 118586"/>
                <a:gd name="connsiteX113" fmla="*/ 12859 w 366236"/>
                <a:gd name="connsiteY113" fmla="*/ 44767 h 118586"/>
                <a:gd name="connsiteX114" fmla="*/ 13335 w 366236"/>
                <a:gd name="connsiteY114" fmla="*/ 47625 h 118586"/>
                <a:gd name="connsiteX115" fmla="*/ 12859 w 366236"/>
                <a:gd name="connsiteY115" fmla="*/ 50482 h 118586"/>
                <a:gd name="connsiteX116" fmla="*/ 14764 w 366236"/>
                <a:gd name="connsiteY116" fmla="*/ 50006 h 118586"/>
                <a:gd name="connsiteX117" fmla="*/ 21907 w 366236"/>
                <a:gd name="connsiteY117" fmla="*/ 46196 h 118586"/>
                <a:gd name="connsiteX118" fmla="*/ 25241 w 366236"/>
                <a:gd name="connsiteY118" fmla="*/ 45244 h 118586"/>
                <a:gd name="connsiteX119" fmla="*/ 29051 w 366236"/>
                <a:gd name="connsiteY119" fmla="*/ 44767 h 118586"/>
                <a:gd name="connsiteX120" fmla="*/ 30004 w 366236"/>
                <a:gd name="connsiteY120" fmla="*/ 43339 h 118586"/>
                <a:gd name="connsiteX121" fmla="*/ 30956 w 366236"/>
                <a:gd name="connsiteY121" fmla="*/ 39529 h 118586"/>
                <a:gd name="connsiteX122" fmla="*/ 31909 w 366236"/>
                <a:gd name="connsiteY122" fmla="*/ 37624 h 118586"/>
                <a:gd name="connsiteX123" fmla="*/ 32861 w 366236"/>
                <a:gd name="connsiteY123" fmla="*/ 36671 h 118586"/>
                <a:gd name="connsiteX124" fmla="*/ 40005 w 366236"/>
                <a:gd name="connsiteY124" fmla="*/ 36195 h 118586"/>
                <a:gd name="connsiteX125" fmla="*/ 41434 w 366236"/>
                <a:gd name="connsiteY125" fmla="*/ 35719 h 118586"/>
                <a:gd name="connsiteX126" fmla="*/ 42863 w 366236"/>
                <a:gd name="connsiteY126" fmla="*/ 35242 h 118586"/>
                <a:gd name="connsiteX127" fmla="*/ 44767 w 366236"/>
                <a:gd name="connsiteY127" fmla="*/ 35242 h 118586"/>
                <a:gd name="connsiteX128" fmla="*/ 46672 w 366236"/>
                <a:gd name="connsiteY128" fmla="*/ 36195 h 118586"/>
                <a:gd name="connsiteX129" fmla="*/ 50482 w 366236"/>
                <a:gd name="connsiteY129" fmla="*/ 34766 h 118586"/>
                <a:gd name="connsiteX130" fmla="*/ 53340 w 366236"/>
                <a:gd name="connsiteY130" fmla="*/ 31909 h 118586"/>
                <a:gd name="connsiteX131" fmla="*/ 56674 w 366236"/>
                <a:gd name="connsiteY131" fmla="*/ 30004 h 118586"/>
                <a:gd name="connsiteX132" fmla="*/ 58102 w 366236"/>
                <a:gd name="connsiteY132" fmla="*/ 29051 h 118586"/>
                <a:gd name="connsiteX133" fmla="*/ 59531 w 366236"/>
                <a:gd name="connsiteY133" fmla="*/ 27622 h 118586"/>
                <a:gd name="connsiteX134" fmla="*/ 62865 w 366236"/>
                <a:gd name="connsiteY134" fmla="*/ 24765 h 118586"/>
                <a:gd name="connsiteX135" fmla="*/ 68104 w 366236"/>
                <a:gd name="connsiteY135" fmla="*/ 21907 h 118586"/>
                <a:gd name="connsiteX136" fmla="*/ 70485 w 366236"/>
                <a:gd name="connsiteY136" fmla="*/ 19526 h 118586"/>
                <a:gd name="connsiteX137" fmla="*/ 71914 w 366236"/>
                <a:gd name="connsiteY137" fmla="*/ 18574 h 118586"/>
                <a:gd name="connsiteX138" fmla="*/ 100489 w 366236"/>
                <a:gd name="connsiteY138" fmla="*/ 19050 h 118586"/>
                <a:gd name="connsiteX139" fmla="*/ 102870 w 366236"/>
                <a:gd name="connsiteY139" fmla="*/ 19050 h 118586"/>
                <a:gd name="connsiteX140" fmla="*/ 104299 w 366236"/>
                <a:gd name="connsiteY140" fmla="*/ 19526 h 118586"/>
                <a:gd name="connsiteX141" fmla="*/ 105727 w 366236"/>
                <a:gd name="connsiteY141" fmla="*/ 20479 h 118586"/>
                <a:gd name="connsiteX142" fmla="*/ 107156 w 366236"/>
                <a:gd name="connsiteY142" fmla="*/ 21907 h 118586"/>
                <a:gd name="connsiteX143" fmla="*/ 107632 w 366236"/>
                <a:gd name="connsiteY143" fmla="*/ 23813 h 118586"/>
                <a:gd name="connsiteX144" fmla="*/ 106680 w 366236"/>
                <a:gd name="connsiteY144" fmla="*/ 25241 h 118586"/>
                <a:gd name="connsiteX145" fmla="*/ 105251 w 366236"/>
                <a:gd name="connsiteY145" fmla="*/ 26194 h 118586"/>
                <a:gd name="connsiteX146" fmla="*/ 98107 w 366236"/>
                <a:gd name="connsiteY146" fmla="*/ 27622 h 118586"/>
                <a:gd name="connsiteX147" fmla="*/ 94774 w 366236"/>
                <a:gd name="connsiteY147" fmla="*/ 29051 h 118586"/>
                <a:gd name="connsiteX148" fmla="*/ 98584 w 366236"/>
                <a:gd name="connsiteY148" fmla="*/ 32385 h 118586"/>
                <a:gd name="connsiteX149" fmla="*/ 102870 w 366236"/>
                <a:gd name="connsiteY149" fmla="*/ 35242 h 118586"/>
                <a:gd name="connsiteX150" fmla="*/ 103822 w 366236"/>
                <a:gd name="connsiteY150" fmla="*/ 35719 h 118586"/>
                <a:gd name="connsiteX151" fmla="*/ 116681 w 366236"/>
                <a:gd name="connsiteY151" fmla="*/ 36195 h 118586"/>
                <a:gd name="connsiteX152" fmla="*/ 119539 w 366236"/>
                <a:gd name="connsiteY152" fmla="*/ 39052 h 118586"/>
                <a:gd name="connsiteX153" fmla="*/ 121920 w 366236"/>
                <a:gd name="connsiteY153" fmla="*/ 39052 h 118586"/>
                <a:gd name="connsiteX154" fmla="*/ 123825 w 366236"/>
                <a:gd name="connsiteY154" fmla="*/ 38100 h 118586"/>
                <a:gd name="connsiteX155" fmla="*/ 124777 w 366236"/>
                <a:gd name="connsiteY155" fmla="*/ 36195 h 118586"/>
                <a:gd name="connsiteX156" fmla="*/ 125254 w 366236"/>
                <a:gd name="connsiteY156" fmla="*/ 33814 h 118586"/>
                <a:gd name="connsiteX157" fmla="*/ 126682 w 366236"/>
                <a:gd name="connsiteY157" fmla="*/ 36195 h 118586"/>
                <a:gd name="connsiteX158" fmla="*/ 127635 w 366236"/>
                <a:gd name="connsiteY158" fmla="*/ 38576 h 118586"/>
                <a:gd name="connsiteX159" fmla="*/ 128588 w 366236"/>
                <a:gd name="connsiteY159" fmla="*/ 40005 h 118586"/>
                <a:gd name="connsiteX160" fmla="*/ 130016 w 366236"/>
                <a:gd name="connsiteY160" fmla="*/ 40957 h 118586"/>
                <a:gd name="connsiteX161" fmla="*/ 132397 w 366236"/>
                <a:gd name="connsiteY161" fmla="*/ 41910 h 118586"/>
                <a:gd name="connsiteX162" fmla="*/ 148114 w 366236"/>
                <a:gd name="connsiteY162" fmla="*/ 41434 h 118586"/>
                <a:gd name="connsiteX163" fmla="*/ 148590 w 366236"/>
                <a:gd name="connsiteY163" fmla="*/ 40481 h 118586"/>
                <a:gd name="connsiteX164" fmla="*/ 148590 w 366236"/>
                <a:gd name="connsiteY164" fmla="*/ 39052 h 118586"/>
                <a:gd name="connsiteX165" fmla="*/ 151924 w 366236"/>
                <a:gd name="connsiteY165" fmla="*/ 42386 h 118586"/>
                <a:gd name="connsiteX166" fmla="*/ 154781 w 366236"/>
                <a:gd name="connsiteY166" fmla="*/ 45720 h 118586"/>
                <a:gd name="connsiteX167" fmla="*/ 157639 w 366236"/>
                <a:gd name="connsiteY167" fmla="*/ 48101 h 118586"/>
                <a:gd name="connsiteX168" fmla="*/ 160972 w 366236"/>
                <a:gd name="connsiteY168" fmla="*/ 49530 h 118586"/>
                <a:gd name="connsiteX169" fmla="*/ 168592 w 366236"/>
                <a:gd name="connsiteY169" fmla="*/ 52388 h 118586"/>
                <a:gd name="connsiteX170" fmla="*/ 187166 w 366236"/>
                <a:gd name="connsiteY170" fmla="*/ 58102 h 118586"/>
                <a:gd name="connsiteX171" fmla="*/ 190024 w 366236"/>
                <a:gd name="connsiteY171" fmla="*/ 59055 h 118586"/>
                <a:gd name="connsiteX172" fmla="*/ 192881 w 366236"/>
                <a:gd name="connsiteY172" fmla="*/ 59531 h 118586"/>
                <a:gd name="connsiteX173" fmla="*/ 205264 w 366236"/>
                <a:gd name="connsiteY173" fmla="*/ 57150 h 118586"/>
                <a:gd name="connsiteX174" fmla="*/ 208597 w 366236"/>
                <a:gd name="connsiteY174" fmla="*/ 58102 h 118586"/>
                <a:gd name="connsiteX175" fmla="*/ 211931 w 366236"/>
                <a:gd name="connsiteY175" fmla="*/ 60960 h 118586"/>
                <a:gd name="connsiteX176" fmla="*/ 213836 w 366236"/>
                <a:gd name="connsiteY176" fmla="*/ 64770 h 118586"/>
                <a:gd name="connsiteX177" fmla="*/ 215265 w 366236"/>
                <a:gd name="connsiteY177" fmla="*/ 69056 h 118586"/>
                <a:gd name="connsiteX178" fmla="*/ 216694 w 366236"/>
                <a:gd name="connsiteY178" fmla="*/ 77629 h 118586"/>
                <a:gd name="connsiteX179" fmla="*/ 218122 w 366236"/>
                <a:gd name="connsiteY179" fmla="*/ 79057 h 118586"/>
                <a:gd name="connsiteX180" fmla="*/ 219551 w 366236"/>
                <a:gd name="connsiteY180" fmla="*/ 80486 h 118586"/>
                <a:gd name="connsiteX181" fmla="*/ 222885 w 366236"/>
                <a:gd name="connsiteY181" fmla="*/ 81915 h 118586"/>
                <a:gd name="connsiteX182" fmla="*/ 229552 w 366236"/>
                <a:gd name="connsiteY182" fmla="*/ 87630 h 118586"/>
                <a:gd name="connsiteX183" fmla="*/ 233839 w 366236"/>
                <a:gd name="connsiteY183" fmla="*/ 89059 h 118586"/>
                <a:gd name="connsiteX184" fmla="*/ 238601 w 366236"/>
                <a:gd name="connsiteY184" fmla="*/ 89059 h 118586"/>
                <a:gd name="connsiteX185" fmla="*/ 247650 w 366236"/>
                <a:gd name="connsiteY185" fmla="*/ 90011 h 118586"/>
                <a:gd name="connsiteX186" fmla="*/ 251936 w 366236"/>
                <a:gd name="connsiteY186" fmla="*/ 90011 h 118586"/>
                <a:gd name="connsiteX187" fmla="*/ 256222 w 366236"/>
                <a:gd name="connsiteY187" fmla="*/ 90488 h 118586"/>
                <a:gd name="connsiteX188" fmla="*/ 260032 w 366236"/>
                <a:gd name="connsiteY188" fmla="*/ 91440 h 118586"/>
                <a:gd name="connsiteX189" fmla="*/ 260985 w 366236"/>
                <a:gd name="connsiteY189" fmla="*/ 92392 h 118586"/>
                <a:gd name="connsiteX190" fmla="*/ 261461 w 366236"/>
                <a:gd name="connsiteY190" fmla="*/ 94297 h 118586"/>
                <a:gd name="connsiteX191" fmla="*/ 264319 w 366236"/>
                <a:gd name="connsiteY191" fmla="*/ 96679 h 118586"/>
                <a:gd name="connsiteX192" fmla="*/ 264795 w 366236"/>
                <a:gd name="connsiteY192" fmla="*/ 98107 h 118586"/>
                <a:gd name="connsiteX193" fmla="*/ 264319 w 366236"/>
                <a:gd name="connsiteY193" fmla="*/ 99536 h 118586"/>
                <a:gd name="connsiteX194" fmla="*/ 262890 w 366236"/>
                <a:gd name="connsiteY194" fmla="*/ 101441 h 118586"/>
                <a:gd name="connsiteX195" fmla="*/ 260509 w 366236"/>
                <a:gd name="connsiteY195" fmla="*/ 102870 h 118586"/>
                <a:gd name="connsiteX196" fmla="*/ 249079 w 366236"/>
                <a:gd name="connsiteY196" fmla="*/ 110490 h 118586"/>
                <a:gd name="connsiteX197" fmla="*/ 243364 w 366236"/>
                <a:gd name="connsiteY197" fmla="*/ 118586 h 118586"/>
                <a:gd name="connsiteX198" fmla="*/ 251936 w 366236"/>
                <a:gd name="connsiteY198" fmla="*/ 118586 h 118586"/>
                <a:gd name="connsiteX199" fmla="*/ 260509 w 366236"/>
                <a:gd name="connsiteY199" fmla="*/ 117634 h 118586"/>
                <a:gd name="connsiteX200" fmla="*/ 267652 w 366236"/>
                <a:gd name="connsiteY200" fmla="*/ 117634 h 118586"/>
                <a:gd name="connsiteX201" fmla="*/ 271463 w 366236"/>
                <a:gd name="connsiteY201" fmla="*/ 116681 h 118586"/>
                <a:gd name="connsiteX202" fmla="*/ 275272 w 366236"/>
                <a:gd name="connsiteY202" fmla="*/ 116205 h 118586"/>
                <a:gd name="connsiteX203" fmla="*/ 284321 w 366236"/>
                <a:gd name="connsiteY203" fmla="*/ 115729 h 118586"/>
                <a:gd name="connsiteX204" fmla="*/ 293370 w 366236"/>
                <a:gd name="connsiteY204" fmla="*/ 114776 h 118586"/>
                <a:gd name="connsiteX205" fmla="*/ 296704 w 366236"/>
                <a:gd name="connsiteY205" fmla="*/ 114776 h 118586"/>
                <a:gd name="connsiteX206" fmla="*/ 310039 w 366236"/>
                <a:gd name="connsiteY206" fmla="*/ 115729 h 118586"/>
                <a:gd name="connsiteX207" fmla="*/ 313849 w 366236"/>
                <a:gd name="connsiteY207" fmla="*/ 116681 h 118586"/>
                <a:gd name="connsiteX208" fmla="*/ 317659 w 366236"/>
                <a:gd name="connsiteY208" fmla="*/ 118110 h 118586"/>
                <a:gd name="connsiteX209" fmla="*/ 326707 w 366236"/>
                <a:gd name="connsiteY209" fmla="*/ 118110 h 118586"/>
                <a:gd name="connsiteX210" fmla="*/ 329089 w 366236"/>
                <a:gd name="connsiteY210" fmla="*/ 117157 h 118586"/>
                <a:gd name="connsiteX211" fmla="*/ 330517 w 366236"/>
                <a:gd name="connsiteY211" fmla="*/ 115729 h 118586"/>
                <a:gd name="connsiteX212" fmla="*/ 331470 w 366236"/>
                <a:gd name="connsiteY212" fmla="*/ 113824 h 118586"/>
                <a:gd name="connsiteX213" fmla="*/ 332422 w 366236"/>
                <a:gd name="connsiteY213" fmla="*/ 115729 h 118586"/>
                <a:gd name="connsiteX214" fmla="*/ 332422 w 366236"/>
                <a:gd name="connsiteY214" fmla="*/ 116681 h 118586"/>
                <a:gd name="connsiteX215" fmla="*/ 332899 w 366236"/>
                <a:gd name="connsiteY215" fmla="*/ 117634 h 118586"/>
                <a:gd name="connsiteX216" fmla="*/ 336709 w 366236"/>
                <a:gd name="connsiteY216" fmla="*/ 116681 h 118586"/>
                <a:gd name="connsiteX217" fmla="*/ 338138 w 366236"/>
                <a:gd name="connsiteY217" fmla="*/ 115729 h 118586"/>
                <a:gd name="connsiteX218" fmla="*/ 341947 w 366236"/>
                <a:gd name="connsiteY218" fmla="*/ 114300 h 118586"/>
                <a:gd name="connsiteX219" fmla="*/ 349091 w 366236"/>
                <a:gd name="connsiteY219" fmla="*/ 112395 h 118586"/>
                <a:gd name="connsiteX220" fmla="*/ 356711 w 366236"/>
                <a:gd name="connsiteY220" fmla="*/ 111919 h 118586"/>
                <a:gd name="connsiteX221" fmla="*/ 361950 w 366236"/>
                <a:gd name="connsiteY221" fmla="*/ 111919 h 118586"/>
                <a:gd name="connsiteX222" fmla="*/ 363379 w 366236"/>
                <a:gd name="connsiteY222" fmla="*/ 110490 h 118586"/>
                <a:gd name="connsiteX223" fmla="*/ 365760 w 366236"/>
                <a:gd name="connsiteY223" fmla="*/ 108585 h 118586"/>
                <a:gd name="connsiteX224" fmla="*/ 366236 w 366236"/>
                <a:gd name="connsiteY224" fmla="*/ 106204 h 118586"/>
                <a:gd name="connsiteX225" fmla="*/ 365284 w 366236"/>
                <a:gd name="connsiteY225" fmla="*/ 101441 h 118586"/>
                <a:gd name="connsiteX226" fmla="*/ 77629 w 366236"/>
                <a:gd name="connsiteY226" fmla="*/ 49530 h 118586"/>
                <a:gd name="connsiteX227" fmla="*/ 75724 w 366236"/>
                <a:gd name="connsiteY227" fmla="*/ 47625 h 118586"/>
                <a:gd name="connsiteX228" fmla="*/ 74771 w 366236"/>
                <a:gd name="connsiteY228" fmla="*/ 45244 h 118586"/>
                <a:gd name="connsiteX229" fmla="*/ 73342 w 366236"/>
                <a:gd name="connsiteY229" fmla="*/ 44767 h 118586"/>
                <a:gd name="connsiteX230" fmla="*/ 65246 w 366236"/>
                <a:gd name="connsiteY230" fmla="*/ 43815 h 118586"/>
                <a:gd name="connsiteX231" fmla="*/ 62389 w 366236"/>
                <a:gd name="connsiteY231" fmla="*/ 47625 h 118586"/>
                <a:gd name="connsiteX232" fmla="*/ 62389 w 366236"/>
                <a:gd name="connsiteY232" fmla="*/ 49054 h 118586"/>
                <a:gd name="connsiteX233" fmla="*/ 66199 w 366236"/>
                <a:gd name="connsiteY233" fmla="*/ 56197 h 118586"/>
                <a:gd name="connsiteX234" fmla="*/ 65246 w 366236"/>
                <a:gd name="connsiteY234" fmla="*/ 57150 h 118586"/>
                <a:gd name="connsiteX235" fmla="*/ 63817 w 366236"/>
                <a:gd name="connsiteY235" fmla="*/ 57626 h 118586"/>
                <a:gd name="connsiteX236" fmla="*/ 61913 w 366236"/>
                <a:gd name="connsiteY236" fmla="*/ 56674 h 118586"/>
                <a:gd name="connsiteX237" fmla="*/ 59531 w 366236"/>
                <a:gd name="connsiteY237" fmla="*/ 54769 h 118586"/>
                <a:gd name="connsiteX238" fmla="*/ 59531 w 366236"/>
                <a:gd name="connsiteY238" fmla="*/ 55721 h 118586"/>
                <a:gd name="connsiteX239" fmla="*/ 60960 w 366236"/>
                <a:gd name="connsiteY239" fmla="*/ 58102 h 118586"/>
                <a:gd name="connsiteX240" fmla="*/ 63341 w 366236"/>
                <a:gd name="connsiteY240" fmla="*/ 60484 h 118586"/>
                <a:gd name="connsiteX241" fmla="*/ 67151 w 366236"/>
                <a:gd name="connsiteY241" fmla="*/ 61436 h 118586"/>
                <a:gd name="connsiteX242" fmla="*/ 70961 w 366236"/>
                <a:gd name="connsiteY242" fmla="*/ 61436 h 118586"/>
                <a:gd name="connsiteX243" fmla="*/ 77629 w 366236"/>
                <a:gd name="connsiteY243" fmla="*/ 58579 h 118586"/>
                <a:gd name="connsiteX244" fmla="*/ 80963 w 366236"/>
                <a:gd name="connsiteY244" fmla="*/ 56674 h 118586"/>
                <a:gd name="connsiteX245" fmla="*/ 80963 w 366236"/>
                <a:gd name="connsiteY245" fmla="*/ 54769 h 118586"/>
                <a:gd name="connsiteX246" fmla="*/ 77629 w 366236"/>
                <a:gd name="connsiteY246" fmla="*/ 49530 h 118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366236" h="118586">
                  <a:moveTo>
                    <a:pt x="365284" y="101441"/>
                  </a:moveTo>
                  <a:lnTo>
                    <a:pt x="364331" y="100965"/>
                  </a:lnTo>
                  <a:lnTo>
                    <a:pt x="362902" y="100489"/>
                  </a:lnTo>
                  <a:lnTo>
                    <a:pt x="361474" y="100965"/>
                  </a:lnTo>
                  <a:lnTo>
                    <a:pt x="357664" y="100489"/>
                  </a:lnTo>
                  <a:lnTo>
                    <a:pt x="353377" y="98584"/>
                  </a:lnTo>
                  <a:lnTo>
                    <a:pt x="348139" y="93821"/>
                  </a:lnTo>
                  <a:lnTo>
                    <a:pt x="345757" y="91916"/>
                  </a:lnTo>
                  <a:lnTo>
                    <a:pt x="340995" y="88582"/>
                  </a:lnTo>
                  <a:lnTo>
                    <a:pt x="338138" y="87630"/>
                  </a:lnTo>
                  <a:lnTo>
                    <a:pt x="329565" y="86201"/>
                  </a:lnTo>
                  <a:lnTo>
                    <a:pt x="325279" y="86677"/>
                  </a:lnTo>
                  <a:lnTo>
                    <a:pt x="319088" y="86201"/>
                  </a:lnTo>
                  <a:lnTo>
                    <a:pt x="315277" y="85725"/>
                  </a:lnTo>
                  <a:lnTo>
                    <a:pt x="312420" y="86201"/>
                  </a:lnTo>
                  <a:lnTo>
                    <a:pt x="311467" y="85249"/>
                  </a:lnTo>
                  <a:lnTo>
                    <a:pt x="310991" y="83820"/>
                  </a:lnTo>
                  <a:lnTo>
                    <a:pt x="311467" y="82391"/>
                  </a:lnTo>
                  <a:lnTo>
                    <a:pt x="316230" y="81439"/>
                  </a:lnTo>
                  <a:lnTo>
                    <a:pt x="313849" y="79534"/>
                  </a:lnTo>
                  <a:lnTo>
                    <a:pt x="314801" y="77629"/>
                  </a:lnTo>
                  <a:lnTo>
                    <a:pt x="316230" y="76200"/>
                  </a:lnTo>
                  <a:lnTo>
                    <a:pt x="314801" y="73819"/>
                  </a:lnTo>
                  <a:lnTo>
                    <a:pt x="311944" y="71914"/>
                  </a:lnTo>
                  <a:lnTo>
                    <a:pt x="305752" y="71914"/>
                  </a:lnTo>
                  <a:lnTo>
                    <a:pt x="300038" y="71438"/>
                  </a:lnTo>
                  <a:lnTo>
                    <a:pt x="293846" y="68104"/>
                  </a:lnTo>
                  <a:lnTo>
                    <a:pt x="287179" y="66675"/>
                  </a:lnTo>
                  <a:lnTo>
                    <a:pt x="283845" y="66675"/>
                  </a:lnTo>
                  <a:lnTo>
                    <a:pt x="280511" y="66199"/>
                  </a:lnTo>
                  <a:lnTo>
                    <a:pt x="279082" y="64294"/>
                  </a:lnTo>
                  <a:lnTo>
                    <a:pt x="277654" y="63817"/>
                  </a:lnTo>
                  <a:lnTo>
                    <a:pt x="276225" y="63817"/>
                  </a:lnTo>
                  <a:lnTo>
                    <a:pt x="272891" y="64770"/>
                  </a:lnTo>
                  <a:lnTo>
                    <a:pt x="273367" y="63341"/>
                  </a:lnTo>
                  <a:lnTo>
                    <a:pt x="274320" y="61913"/>
                  </a:lnTo>
                  <a:lnTo>
                    <a:pt x="270986" y="60007"/>
                  </a:lnTo>
                  <a:lnTo>
                    <a:pt x="265271" y="55245"/>
                  </a:lnTo>
                  <a:lnTo>
                    <a:pt x="263842" y="57150"/>
                  </a:lnTo>
                  <a:lnTo>
                    <a:pt x="261461" y="59055"/>
                  </a:lnTo>
                  <a:lnTo>
                    <a:pt x="260032" y="59055"/>
                  </a:lnTo>
                  <a:lnTo>
                    <a:pt x="259556" y="57150"/>
                  </a:lnTo>
                  <a:lnTo>
                    <a:pt x="256222" y="54292"/>
                  </a:lnTo>
                  <a:lnTo>
                    <a:pt x="260509" y="54769"/>
                  </a:lnTo>
                  <a:lnTo>
                    <a:pt x="262890" y="54769"/>
                  </a:lnTo>
                  <a:lnTo>
                    <a:pt x="264319" y="53340"/>
                  </a:lnTo>
                  <a:lnTo>
                    <a:pt x="261461" y="52388"/>
                  </a:lnTo>
                  <a:lnTo>
                    <a:pt x="258604" y="50959"/>
                  </a:lnTo>
                  <a:lnTo>
                    <a:pt x="257175" y="49530"/>
                  </a:lnTo>
                  <a:lnTo>
                    <a:pt x="251936" y="45244"/>
                  </a:lnTo>
                  <a:lnTo>
                    <a:pt x="249079" y="44767"/>
                  </a:lnTo>
                  <a:lnTo>
                    <a:pt x="249555" y="45720"/>
                  </a:lnTo>
                  <a:lnTo>
                    <a:pt x="251936" y="47625"/>
                  </a:lnTo>
                  <a:lnTo>
                    <a:pt x="252413" y="48577"/>
                  </a:lnTo>
                  <a:lnTo>
                    <a:pt x="250984" y="49054"/>
                  </a:lnTo>
                  <a:lnTo>
                    <a:pt x="247650" y="48101"/>
                  </a:lnTo>
                  <a:lnTo>
                    <a:pt x="240030" y="44291"/>
                  </a:lnTo>
                  <a:lnTo>
                    <a:pt x="236220" y="41910"/>
                  </a:lnTo>
                  <a:lnTo>
                    <a:pt x="230505" y="37147"/>
                  </a:lnTo>
                  <a:lnTo>
                    <a:pt x="211931" y="28099"/>
                  </a:lnTo>
                  <a:lnTo>
                    <a:pt x="210979" y="28575"/>
                  </a:lnTo>
                  <a:lnTo>
                    <a:pt x="209074" y="28099"/>
                  </a:lnTo>
                  <a:lnTo>
                    <a:pt x="207169" y="27146"/>
                  </a:lnTo>
                  <a:lnTo>
                    <a:pt x="204788" y="27146"/>
                  </a:lnTo>
                  <a:lnTo>
                    <a:pt x="195263" y="27622"/>
                  </a:lnTo>
                  <a:lnTo>
                    <a:pt x="191929" y="27146"/>
                  </a:lnTo>
                  <a:lnTo>
                    <a:pt x="189071" y="25717"/>
                  </a:lnTo>
                  <a:lnTo>
                    <a:pt x="185738" y="23336"/>
                  </a:lnTo>
                  <a:lnTo>
                    <a:pt x="182404" y="20955"/>
                  </a:lnTo>
                  <a:lnTo>
                    <a:pt x="178117" y="15240"/>
                  </a:lnTo>
                  <a:lnTo>
                    <a:pt x="172402" y="12382"/>
                  </a:lnTo>
                  <a:lnTo>
                    <a:pt x="173355" y="10477"/>
                  </a:lnTo>
                  <a:lnTo>
                    <a:pt x="170021" y="10954"/>
                  </a:lnTo>
                  <a:lnTo>
                    <a:pt x="168592" y="10477"/>
                  </a:lnTo>
                  <a:lnTo>
                    <a:pt x="164782" y="8096"/>
                  </a:lnTo>
                  <a:lnTo>
                    <a:pt x="161449" y="7620"/>
                  </a:lnTo>
                  <a:lnTo>
                    <a:pt x="158115" y="8096"/>
                  </a:lnTo>
                  <a:lnTo>
                    <a:pt x="154781" y="7620"/>
                  </a:lnTo>
                  <a:lnTo>
                    <a:pt x="151447" y="6667"/>
                  </a:lnTo>
                  <a:lnTo>
                    <a:pt x="148114" y="5239"/>
                  </a:lnTo>
                  <a:lnTo>
                    <a:pt x="146209" y="2857"/>
                  </a:lnTo>
                  <a:lnTo>
                    <a:pt x="144780" y="2381"/>
                  </a:lnTo>
                  <a:lnTo>
                    <a:pt x="132397" y="2857"/>
                  </a:lnTo>
                  <a:lnTo>
                    <a:pt x="127635" y="4286"/>
                  </a:lnTo>
                  <a:lnTo>
                    <a:pt x="126682" y="4286"/>
                  </a:lnTo>
                  <a:lnTo>
                    <a:pt x="123349" y="1905"/>
                  </a:lnTo>
                  <a:lnTo>
                    <a:pt x="123825" y="952"/>
                  </a:lnTo>
                  <a:lnTo>
                    <a:pt x="120491" y="1905"/>
                  </a:lnTo>
                  <a:lnTo>
                    <a:pt x="113347" y="2381"/>
                  </a:lnTo>
                  <a:lnTo>
                    <a:pt x="104299" y="952"/>
                  </a:lnTo>
                  <a:lnTo>
                    <a:pt x="95250" y="0"/>
                  </a:lnTo>
                  <a:lnTo>
                    <a:pt x="86677" y="1429"/>
                  </a:lnTo>
                  <a:lnTo>
                    <a:pt x="78581" y="4763"/>
                  </a:lnTo>
                  <a:lnTo>
                    <a:pt x="75724" y="5715"/>
                  </a:lnTo>
                  <a:lnTo>
                    <a:pt x="58102" y="8096"/>
                  </a:lnTo>
                  <a:lnTo>
                    <a:pt x="55245" y="8572"/>
                  </a:lnTo>
                  <a:lnTo>
                    <a:pt x="28575" y="19050"/>
                  </a:lnTo>
                  <a:lnTo>
                    <a:pt x="26194" y="20955"/>
                  </a:lnTo>
                  <a:lnTo>
                    <a:pt x="20955" y="26194"/>
                  </a:lnTo>
                  <a:lnTo>
                    <a:pt x="18097" y="29527"/>
                  </a:lnTo>
                  <a:lnTo>
                    <a:pt x="17145" y="33814"/>
                  </a:lnTo>
                  <a:lnTo>
                    <a:pt x="19050" y="40005"/>
                  </a:lnTo>
                  <a:lnTo>
                    <a:pt x="17621" y="41434"/>
                  </a:lnTo>
                  <a:lnTo>
                    <a:pt x="15716" y="41434"/>
                  </a:lnTo>
                  <a:lnTo>
                    <a:pt x="13811" y="40957"/>
                  </a:lnTo>
                  <a:lnTo>
                    <a:pt x="12382" y="41434"/>
                  </a:lnTo>
                  <a:lnTo>
                    <a:pt x="476" y="46196"/>
                  </a:lnTo>
                  <a:lnTo>
                    <a:pt x="0" y="47625"/>
                  </a:lnTo>
                  <a:lnTo>
                    <a:pt x="1429" y="48577"/>
                  </a:lnTo>
                  <a:lnTo>
                    <a:pt x="3334" y="48101"/>
                  </a:lnTo>
                  <a:lnTo>
                    <a:pt x="6667" y="46196"/>
                  </a:lnTo>
                  <a:lnTo>
                    <a:pt x="8572" y="45244"/>
                  </a:lnTo>
                  <a:lnTo>
                    <a:pt x="10954" y="44767"/>
                  </a:lnTo>
                  <a:lnTo>
                    <a:pt x="12859" y="44767"/>
                  </a:lnTo>
                  <a:lnTo>
                    <a:pt x="13335" y="47625"/>
                  </a:lnTo>
                  <a:lnTo>
                    <a:pt x="12859" y="50482"/>
                  </a:lnTo>
                  <a:lnTo>
                    <a:pt x="14764" y="50006"/>
                  </a:lnTo>
                  <a:lnTo>
                    <a:pt x="21907" y="46196"/>
                  </a:lnTo>
                  <a:lnTo>
                    <a:pt x="25241" y="45244"/>
                  </a:lnTo>
                  <a:lnTo>
                    <a:pt x="29051" y="44767"/>
                  </a:lnTo>
                  <a:lnTo>
                    <a:pt x="30004" y="43339"/>
                  </a:lnTo>
                  <a:lnTo>
                    <a:pt x="30956" y="39529"/>
                  </a:lnTo>
                  <a:lnTo>
                    <a:pt x="31909" y="37624"/>
                  </a:lnTo>
                  <a:lnTo>
                    <a:pt x="32861" y="36671"/>
                  </a:lnTo>
                  <a:lnTo>
                    <a:pt x="40005" y="36195"/>
                  </a:lnTo>
                  <a:lnTo>
                    <a:pt x="41434" y="35719"/>
                  </a:lnTo>
                  <a:lnTo>
                    <a:pt x="42863" y="35242"/>
                  </a:lnTo>
                  <a:lnTo>
                    <a:pt x="44767" y="35242"/>
                  </a:lnTo>
                  <a:lnTo>
                    <a:pt x="46672" y="36195"/>
                  </a:lnTo>
                  <a:lnTo>
                    <a:pt x="50482" y="34766"/>
                  </a:lnTo>
                  <a:lnTo>
                    <a:pt x="53340" y="31909"/>
                  </a:lnTo>
                  <a:lnTo>
                    <a:pt x="56674" y="30004"/>
                  </a:lnTo>
                  <a:lnTo>
                    <a:pt x="58102" y="29051"/>
                  </a:lnTo>
                  <a:lnTo>
                    <a:pt x="59531" y="27622"/>
                  </a:lnTo>
                  <a:lnTo>
                    <a:pt x="62865" y="24765"/>
                  </a:lnTo>
                  <a:lnTo>
                    <a:pt x="68104" y="21907"/>
                  </a:lnTo>
                  <a:lnTo>
                    <a:pt x="70485" y="19526"/>
                  </a:lnTo>
                  <a:lnTo>
                    <a:pt x="71914" y="18574"/>
                  </a:lnTo>
                  <a:lnTo>
                    <a:pt x="100489" y="19050"/>
                  </a:lnTo>
                  <a:lnTo>
                    <a:pt x="102870" y="19050"/>
                  </a:lnTo>
                  <a:lnTo>
                    <a:pt x="104299" y="19526"/>
                  </a:lnTo>
                  <a:lnTo>
                    <a:pt x="105727" y="20479"/>
                  </a:lnTo>
                  <a:lnTo>
                    <a:pt x="107156" y="21907"/>
                  </a:lnTo>
                  <a:lnTo>
                    <a:pt x="107632" y="23813"/>
                  </a:lnTo>
                  <a:lnTo>
                    <a:pt x="106680" y="25241"/>
                  </a:lnTo>
                  <a:lnTo>
                    <a:pt x="105251" y="26194"/>
                  </a:lnTo>
                  <a:lnTo>
                    <a:pt x="98107" y="27622"/>
                  </a:lnTo>
                  <a:lnTo>
                    <a:pt x="94774" y="29051"/>
                  </a:lnTo>
                  <a:lnTo>
                    <a:pt x="98584" y="32385"/>
                  </a:lnTo>
                  <a:lnTo>
                    <a:pt x="102870" y="35242"/>
                  </a:lnTo>
                  <a:lnTo>
                    <a:pt x="103822" y="35719"/>
                  </a:lnTo>
                  <a:lnTo>
                    <a:pt x="116681" y="36195"/>
                  </a:lnTo>
                  <a:lnTo>
                    <a:pt x="119539" y="39052"/>
                  </a:lnTo>
                  <a:lnTo>
                    <a:pt x="121920" y="39052"/>
                  </a:lnTo>
                  <a:lnTo>
                    <a:pt x="123825" y="38100"/>
                  </a:lnTo>
                  <a:lnTo>
                    <a:pt x="124777" y="36195"/>
                  </a:lnTo>
                  <a:lnTo>
                    <a:pt x="125254" y="33814"/>
                  </a:lnTo>
                  <a:lnTo>
                    <a:pt x="126682" y="36195"/>
                  </a:lnTo>
                  <a:lnTo>
                    <a:pt x="127635" y="38576"/>
                  </a:lnTo>
                  <a:lnTo>
                    <a:pt x="128588" y="40005"/>
                  </a:lnTo>
                  <a:lnTo>
                    <a:pt x="130016" y="40957"/>
                  </a:lnTo>
                  <a:lnTo>
                    <a:pt x="132397" y="41910"/>
                  </a:lnTo>
                  <a:lnTo>
                    <a:pt x="148114" y="41434"/>
                  </a:lnTo>
                  <a:lnTo>
                    <a:pt x="148590" y="40481"/>
                  </a:lnTo>
                  <a:lnTo>
                    <a:pt x="148590" y="39052"/>
                  </a:lnTo>
                  <a:lnTo>
                    <a:pt x="151924" y="42386"/>
                  </a:lnTo>
                  <a:lnTo>
                    <a:pt x="154781" y="45720"/>
                  </a:lnTo>
                  <a:lnTo>
                    <a:pt x="157639" y="48101"/>
                  </a:lnTo>
                  <a:lnTo>
                    <a:pt x="160972" y="49530"/>
                  </a:lnTo>
                  <a:lnTo>
                    <a:pt x="168592" y="52388"/>
                  </a:lnTo>
                  <a:lnTo>
                    <a:pt x="187166" y="58102"/>
                  </a:lnTo>
                  <a:lnTo>
                    <a:pt x="190024" y="59055"/>
                  </a:lnTo>
                  <a:lnTo>
                    <a:pt x="192881" y="59531"/>
                  </a:lnTo>
                  <a:lnTo>
                    <a:pt x="205264" y="57150"/>
                  </a:lnTo>
                  <a:lnTo>
                    <a:pt x="208597" y="58102"/>
                  </a:lnTo>
                  <a:lnTo>
                    <a:pt x="211931" y="60960"/>
                  </a:lnTo>
                  <a:lnTo>
                    <a:pt x="213836" y="64770"/>
                  </a:lnTo>
                  <a:lnTo>
                    <a:pt x="215265" y="69056"/>
                  </a:lnTo>
                  <a:lnTo>
                    <a:pt x="216694" y="77629"/>
                  </a:lnTo>
                  <a:lnTo>
                    <a:pt x="218122" y="79057"/>
                  </a:lnTo>
                  <a:lnTo>
                    <a:pt x="219551" y="80486"/>
                  </a:lnTo>
                  <a:lnTo>
                    <a:pt x="222885" y="81915"/>
                  </a:lnTo>
                  <a:lnTo>
                    <a:pt x="229552" y="87630"/>
                  </a:lnTo>
                  <a:lnTo>
                    <a:pt x="233839" y="89059"/>
                  </a:lnTo>
                  <a:lnTo>
                    <a:pt x="238601" y="89059"/>
                  </a:lnTo>
                  <a:lnTo>
                    <a:pt x="247650" y="90011"/>
                  </a:lnTo>
                  <a:lnTo>
                    <a:pt x="251936" y="90011"/>
                  </a:lnTo>
                  <a:lnTo>
                    <a:pt x="256222" y="90488"/>
                  </a:lnTo>
                  <a:lnTo>
                    <a:pt x="260032" y="91440"/>
                  </a:lnTo>
                  <a:lnTo>
                    <a:pt x="260985" y="92392"/>
                  </a:lnTo>
                  <a:lnTo>
                    <a:pt x="261461" y="94297"/>
                  </a:lnTo>
                  <a:lnTo>
                    <a:pt x="264319" y="96679"/>
                  </a:lnTo>
                  <a:lnTo>
                    <a:pt x="264795" y="98107"/>
                  </a:lnTo>
                  <a:lnTo>
                    <a:pt x="264319" y="99536"/>
                  </a:lnTo>
                  <a:lnTo>
                    <a:pt x="262890" y="101441"/>
                  </a:lnTo>
                  <a:lnTo>
                    <a:pt x="260509" y="102870"/>
                  </a:lnTo>
                  <a:lnTo>
                    <a:pt x="249079" y="110490"/>
                  </a:lnTo>
                  <a:lnTo>
                    <a:pt x="243364" y="118586"/>
                  </a:lnTo>
                  <a:lnTo>
                    <a:pt x="251936" y="118586"/>
                  </a:lnTo>
                  <a:lnTo>
                    <a:pt x="260509" y="117634"/>
                  </a:lnTo>
                  <a:lnTo>
                    <a:pt x="267652" y="117634"/>
                  </a:lnTo>
                  <a:lnTo>
                    <a:pt x="271463" y="116681"/>
                  </a:lnTo>
                  <a:lnTo>
                    <a:pt x="275272" y="116205"/>
                  </a:lnTo>
                  <a:lnTo>
                    <a:pt x="284321" y="115729"/>
                  </a:lnTo>
                  <a:lnTo>
                    <a:pt x="293370" y="114776"/>
                  </a:lnTo>
                  <a:lnTo>
                    <a:pt x="296704" y="114776"/>
                  </a:lnTo>
                  <a:lnTo>
                    <a:pt x="310039" y="115729"/>
                  </a:lnTo>
                  <a:lnTo>
                    <a:pt x="313849" y="116681"/>
                  </a:lnTo>
                  <a:lnTo>
                    <a:pt x="317659" y="118110"/>
                  </a:lnTo>
                  <a:lnTo>
                    <a:pt x="326707" y="118110"/>
                  </a:lnTo>
                  <a:lnTo>
                    <a:pt x="329089" y="117157"/>
                  </a:lnTo>
                  <a:lnTo>
                    <a:pt x="330517" y="115729"/>
                  </a:lnTo>
                  <a:lnTo>
                    <a:pt x="331470" y="113824"/>
                  </a:lnTo>
                  <a:lnTo>
                    <a:pt x="332422" y="115729"/>
                  </a:lnTo>
                  <a:lnTo>
                    <a:pt x="332422" y="116681"/>
                  </a:lnTo>
                  <a:lnTo>
                    <a:pt x="332899" y="117634"/>
                  </a:lnTo>
                  <a:lnTo>
                    <a:pt x="336709" y="116681"/>
                  </a:lnTo>
                  <a:lnTo>
                    <a:pt x="338138" y="115729"/>
                  </a:lnTo>
                  <a:lnTo>
                    <a:pt x="341947" y="114300"/>
                  </a:lnTo>
                  <a:lnTo>
                    <a:pt x="349091" y="112395"/>
                  </a:lnTo>
                  <a:lnTo>
                    <a:pt x="356711" y="111919"/>
                  </a:lnTo>
                  <a:lnTo>
                    <a:pt x="361950" y="111919"/>
                  </a:lnTo>
                  <a:lnTo>
                    <a:pt x="363379" y="110490"/>
                  </a:lnTo>
                  <a:lnTo>
                    <a:pt x="365760" y="108585"/>
                  </a:lnTo>
                  <a:lnTo>
                    <a:pt x="366236" y="106204"/>
                  </a:lnTo>
                  <a:lnTo>
                    <a:pt x="365284" y="101441"/>
                  </a:lnTo>
                  <a:close/>
                  <a:moveTo>
                    <a:pt x="77629" y="49530"/>
                  </a:moveTo>
                  <a:lnTo>
                    <a:pt x="75724" y="47625"/>
                  </a:lnTo>
                  <a:lnTo>
                    <a:pt x="74771" y="45244"/>
                  </a:lnTo>
                  <a:lnTo>
                    <a:pt x="73342" y="44767"/>
                  </a:lnTo>
                  <a:lnTo>
                    <a:pt x="65246" y="43815"/>
                  </a:lnTo>
                  <a:lnTo>
                    <a:pt x="62389" y="47625"/>
                  </a:lnTo>
                  <a:lnTo>
                    <a:pt x="62389" y="49054"/>
                  </a:lnTo>
                  <a:lnTo>
                    <a:pt x="66199" y="56197"/>
                  </a:lnTo>
                  <a:lnTo>
                    <a:pt x="65246" y="57150"/>
                  </a:lnTo>
                  <a:lnTo>
                    <a:pt x="63817" y="57626"/>
                  </a:lnTo>
                  <a:lnTo>
                    <a:pt x="61913" y="56674"/>
                  </a:lnTo>
                  <a:lnTo>
                    <a:pt x="59531" y="54769"/>
                  </a:lnTo>
                  <a:lnTo>
                    <a:pt x="59531" y="55721"/>
                  </a:lnTo>
                  <a:lnTo>
                    <a:pt x="60960" y="58102"/>
                  </a:lnTo>
                  <a:lnTo>
                    <a:pt x="63341" y="60484"/>
                  </a:lnTo>
                  <a:lnTo>
                    <a:pt x="67151" y="61436"/>
                  </a:lnTo>
                  <a:lnTo>
                    <a:pt x="70961" y="61436"/>
                  </a:lnTo>
                  <a:lnTo>
                    <a:pt x="77629" y="58579"/>
                  </a:lnTo>
                  <a:lnTo>
                    <a:pt x="80963" y="56674"/>
                  </a:lnTo>
                  <a:lnTo>
                    <a:pt x="80963" y="54769"/>
                  </a:lnTo>
                  <a:lnTo>
                    <a:pt x="77629" y="49530"/>
                  </a:lnTo>
                  <a:close/>
                </a:path>
              </a:pathLst>
            </a:custGeom>
            <a:grpFill/>
            <a:ln w="317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DC51263B-AE1D-4E16-9A1A-E94CB1F33001}"/>
                </a:ext>
              </a:extLst>
            </p:cNvPr>
            <p:cNvSpPr/>
            <p:nvPr/>
          </p:nvSpPr>
          <p:spPr>
            <a:xfrm>
              <a:off x="2797016" y="3921918"/>
              <a:ext cx="113823" cy="105727"/>
            </a:xfrm>
            <a:custGeom>
              <a:avLst/>
              <a:gdLst>
                <a:gd name="connsiteX0" fmla="*/ 111919 w 113823"/>
                <a:gd name="connsiteY0" fmla="*/ 53340 h 105727"/>
                <a:gd name="connsiteX1" fmla="*/ 106204 w 113823"/>
                <a:gd name="connsiteY1" fmla="*/ 51435 h 105727"/>
                <a:gd name="connsiteX2" fmla="*/ 105251 w 113823"/>
                <a:gd name="connsiteY2" fmla="*/ 49054 h 105727"/>
                <a:gd name="connsiteX3" fmla="*/ 103346 w 113823"/>
                <a:gd name="connsiteY3" fmla="*/ 48101 h 105727"/>
                <a:gd name="connsiteX4" fmla="*/ 97631 w 113823"/>
                <a:gd name="connsiteY4" fmla="*/ 40481 h 105727"/>
                <a:gd name="connsiteX5" fmla="*/ 94774 w 113823"/>
                <a:gd name="connsiteY5" fmla="*/ 39053 h 105727"/>
                <a:gd name="connsiteX6" fmla="*/ 87154 w 113823"/>
                <a:gd name="connsiteY6" fmla="*/ 29528 h 105727"/>
                <a:gd name="connsiteX7" fmla="*/ 83344 w 113823"/>
                <a:gd name="connsiteY7" fmla="*/ 24289 h 105727"/>
                <a:gd name="connsiteX8" fmla="*/ 79058 w 113823"/>
                <a:gd name="connsiteY8" fmla="*/ 15240 h 105727"/>
                <a:gd name="connsiteX9" fmla="*/ 78581 w 113823"/>
                <a:gd name="connsiteY9" fmla="*/ 12382 h 105727"/>
                <a:gd name="connsiteX10" fmla="*/ 77629 w 113823"/>
                <a:gd name="connsiteY10" fmla="*/ 10478 h 105727"/>
                <a:gd name="connsiteX11" fmla="*/ 77153 w 113823"/>
                <a:gd name="connsiteY11" fmla="*/ 9049 h 105727"/>
                <a:gd name="connsiteX12" fmla="*/ 76200 w 113823"/>
                <a:gd name="connsiteY12" fmla="*/ 11906 h 105727"/>
                <a:gd name="connsiteX13" fmla="*/ 74295 w 113823"/>
                <a:gd name="connsiteY13" fmla="*/ 13811 h 105727"/>
                <a:gd name="connsiteX14" fmla="*/ 70961 w 113823"/>
                <a:gd name="connsiteY14" fmla="*/ 15240 h 105727"/>
                <a:gd name="connsiteX15" fmla="*/ 67628 w 113823"/>
                <a:gd name="connsiteY15" fmla="*/ 15240 h 105727"/>
                <a:gd name="connsiteX16" fmla="*/ 61436 w 113823"/>
                <a:gd name="connsiteY16" fmla="*/ 13811 h 105727"/>
                <a:gd name="connsiteX17" fmla="*/ 59055 w 113823"/>
                <a:gd name="connsiteY17" fmla="*/ 13811 h 105727"/>
                <a:gd name="connsiteX18" fmla="*/ 58103 w 113823"/>
                <a:gd name="connsiteY18" fmla="*/ 12859 h 105727"/>
                <a:gd name="connsiteX19" fmla="*/ 57626 w 113823"/>
                <a:gd name="connsiteY19" fmla="*/ 11906 h 105727"/>
                <a:gd name="connsiteX20" fmla="*/ 56197 w 113823"/>
                <a:gd name="connsiteY20" fmla="*/ 9525 h 105727"/>
                <a:gd name="connsiteX21" fmla="*/ 52864 w 113823"/>
                <a:gd name="connsiteY21" fmla="*/ 7144 h 105727"/>
                <a:gd name="connsiteX22" fmla="*/ 50959 w 113823"/>
                <a:gd name="connsiteY22" fmla="*/ 7144 h 105727"/>
                <a:gd name="connsiteX23" fmla="*/ 48101 w 113823"/>
                <a:gd name="connsiteY23" fmla="*/ 6668 h 105727"/>
                <a:gd name="connsiteX24" fmla="*/ 43339 w 113823"/>
                <a:gd name="connsiteY24" fmla="*/ 4763 h 105727"/>
                <a:gd name="connsiteX25" fmla="*/ 40958 w 113823"/>
                <a:gd name="connsiteY25" fmla="*/ 4763 h 105727"/>
                <a:gd name="connsiteX26" fmla="*/ 37624 w 113823"/>
                <a:gd name="connsiteY26" fmla="*/ 6191 h 105727"/>
                <a:gd name="connsiteX27" fmla="*/ 33814 w 113823"/>
                <a:gd name="connsiteY27" fmla="*/ 8096 h 105727"/>
                <a:gd name="connsiteX28" fmla="*/ 24765 w 113823"/>
                <a:gd name="connsiteY28" fmla="*/ 4763 h 105727"/>
                <a:gd name="connsiteX29" fmla="*/ 18097 w 113823"/>
                <a:gd name="connsiteY29" fmla="*/ 2857 h 105727"/>
                <a:gd name="connsiteX30" fmla="*/ 12383 w 113823"/>
                <a:gd name="connsiteY30" fmla="*/ 476 h 105727"/>
                <a:gd name="connsiteX31" fmla="*/ 10954 w 113823"/>
                <a:gd name="connsiteY31" fmla="*/ 0 h 105727"/>
                <a:gd name="connsiteX32" fmla="*/ 9525 w 113823"/>
                <a:gd name="connsiteY32" fmla="*/ 0 h 105727"/>
                <a:gd name="connsiteX33" fmla="*/ 8572 w 113823"/>
                <a:gd name="connsiteY33" fmla="*/ 953 h 105727"/>
                <a:gd name="connsiteX34" fmla="*/ 7144 w 113823"/>
                <a:gd name="connsiteY34" fmla="*/ 2857 h 105727"/>
                <a:gd name="connsiteX35" fmla="*/ 6668 w 113823"/>
                <a:gd name="connsiteY35" fmla="*/ 3334 h 105727"/>
                <a:gd name="connsiteX36" fmla="*/ 6191 w 113823"/>
                <a:gd name="connsiteY36" fmla="*/ 4286 h 105727"/>
                <a:gd name="connsiteX37" fmla="*/ 5239 w 113823"/>
                <a:gd name="connsiteY37" fmla="*/ 4286 h 105727"/>
                <a:gd name="connsiteX38" fmla="*/ 5239 w 113823"/>
                <a:gd name="connsiteY38" fmla="*/ 4763 h 105727"/>
                <a:gd name="connsiteX39" fmla="*/ 5239 w 113823"/>
                <a:gd name="connsiteY39" fmla="*/ 6668 h 105727"/>
                <a:gd name="connsiteX40" fmla="*/ 476 w 113823"/>
                <a:gd name="connsiteY40" fmla="*/ 9049 h 105727"/>
                <a:gd name="connsiteX41" fmla="*/ 0 w 113823"/>
                <a:gd name="connsiteY41" fmla="*/ 10001 h 105727"/>
                <a:gd name="connsiteX42" fmla="*/ 2381 w 113823"/>
                <a:gd name="connsiteY42" fmla="*/ 11430 h 105727"/>
                <a:gd name="connsiteX43" fmla="*/ 6191 w 113823"/>
                <a:gd name="connsiteY43" fmla="*/ 13335 h 105727"/>
                <a:gd name="connsiteX44" fmla="*/ 8096 w 113823"/>
                <a:gd name="connsiteY44" fmla="*/ 14764 h 105727"/>
                <a:gd name="connsiteX45" fmla="*/ 8096 w 113823"/>
                <a:gd name="connsiteY45" fmla="*/ 17145 h 105727"/>
                <a:gd name="connsiteX46" fmla="*/ 8096 w 113823"/>
                <a:gd name="connsiteY46" fmla="*/ 18574 h 105727"/>
                <a:gd name="connsiteX47" fmla="*/ 6668 w 113823"/>
                <a:gd name="connsiteY47" fmla="*/ 20955 h 105727"/>
                <a:gd name="connsiteX48" fmla="*/ 2381 w 113823"/>
                <a:gd name="connsiteY48" fmla="*/ 26670 h 105727"/>
                <a:gd name="connsiteX49" fmla="*/ 1905 w 113823"/>
                <a:gd name="connsiteY49" fmla="*/ 30480 h 105727"/>
                <a:gd name="connsiteX50" fmla="*/ 3810 w 113823"/>
                <a:gd name="connsiteY50" fmla="*/ 35719 h 105727"/>
                <a:gd name="connsiteX51" fmla="*/ 7620 w 113823"/>
                <a:gd name="connsiteY51" fmla="*/ 41434 h 105727"/>
                <a:gd name="connsiteX52" fmla="*/ 9525 w 113823"/>
                <a:gd name="connsiteY52" fmla="*/ 43339 h 105727"/>
                <a:gd name="connsiteX53" fmla="*/ 20003 w 113823"/>
                <a:gd name="connsiteY53" fmla="*/ 46672 h 105727"/>
                <a:gd name="connsiteX54" fmla="*/ 25718 w 113823"/>
                <a:gd name="connsiteY54" fmla="*/ 53340 h 105727"/>
                <a:gd name="connsiteX55" fmla="*/ 26670 w 113823"/>
                <a:gd name="connsiteY55" fmla="*/ 54293 h 105727"/>
                <a:gd name="connsiteX56" fmla="*/ 28099 w 113823"/>
                <a:gd name="connsiteY56" fmla="*/ 53816 h 105727"/>
                <a:gd name="connsiteX57" fmla="*/ 28575 w 113823"/>
                <a:gd name="connsiteY57" fmla="*/ 51435 h 105727"/>
                <a:gd name="connsiteX58" fmla="*/ 30480 w 113823"/>
                <a:gd name="connsiteY58" fmla="*/ 50482 h 105727"/>
                <a:gd name="connsiteX59" fmla="*/ 34766 w 113823"/>
                <a:gd name="connsiteY59" fmla="*/ 46196 h 105727"/>
                <a:gd name="connsiteX60" fmla="*/ 33814 w 113823"/>
                <a:gd name="connsiteY60" fmla="*/ 44291 h 105727"/>
                <a:gd name="connsiteX61" fmla="*/ 31909 w 113823"/>
                <a:gd name="connsiteY61" fmla="*/ 42386 h 105727"/>
                <a:gd name="connsiteX62" fmla="*/ 25241 w 113823"/>
                <a:gd name="connsiteY62" fmla="*/ 39529 h 105727"/>
                <a:gd name="connsiteX63" fmla="*/ 22860 w 113823"/>
                <a:gd name="connsiteY63" fmla="*/ 36671 h 105727"/>
                <a:gd name="connsiteX64" fmla="*/ 21908 w 113823"/>
                <a:gd name="connsiteY64" fmla="*/ 31432 h 105727"/>
                <a:gd name="connsiteX65" fmla="*/ 22860 w 113823"/>
                <a:gd name="connsiteY65" fmla="*/ 31909 h 105727"/>
                <a:gd name="connsiteX66" fmla="*/ 23813 w 113823"/>
                <a:gd name="connsiteY66" fmla="*/ 33814 h 105727"/>
                <a:gd name="connsiteX67" fmla="*/ 30004 w 113823"/>
                <a:gd name="connsiteY67" fmla="*/ 36195 h 105727"/>
                <a:gd name="connsiteX68" fmla="*/ 40481 w 113823"/>
                <a:gd name="connsiteY68" fmla="*/ 43815 h 105727"/>
                <a:gd name="connsiteX69" fmla="*/ 42863 w 113823"/>
                <a:gd name="connsiteY69" fmla="*/ 47625 h 105727"/>
                <a:gd name="connsiteX70" fmla="*/ 41910 w 113823"/>
                <a:gd name="connsiteY70" fmla="*/ 50482 h 105727"/>
                <a:gd name="connsiteX71" fmla="*/ 42386 w 113823"/>
                <a:gd name="connsiteY71" fmla="*/ 52388 h 105727"/>
                <a:gd name="connsiteX72" fmla="*/ 44768 w 113823"/>
                <a:gd name="connsiteY72" fmla="*/ 54769 h 105727"/>
                <a:gd name="connsiteX73" fmla="*/ 48101 w 113823"/>
                <a:gd name="connsiteY73" fmla="*/ 56197 h 105727"/>
                <a:gd name="connsiteX74" fmla="*/ 57150 w 113823"/>
                <a:gd name="connsiteY74" fmla="*/ 58579 h 105727"/>
                <a:gd name="connsiteX75" fmla="*/ 60960 w 113823"/>
                <a:gd name="connsiteY75" fmla="*/ 61436 h 105727"/>
                <a:gd name="connsiteX76" fmla="*/ 68104 w 113823"/>
                <a:gd name="connsiteY76" fmla="*/ 64770 h 105727"/>
                <a:gd name="connsiteX77" fmla="*/ 73819 w 113823"/>
                <a:gd name="connsiteY77" fmla="*/ 69056 h 105727"/>
                <a:gd name="connsiteX78" fmla="*/ 77153 w 113823"/>
                <a:gd name="connsiteY78" fmla="*/ 72866 h 105727"/>
                <a:gd name="connsiteX79" fmla="*/ 77629 w 113823"/>
                <a:gd name="connsiteY79" fmla="*/ 75247 h 105727"/>
                <a:gd name="connsiteX80" fmla="*/ 78105 w 113823"/>
                <a:gd name="connsiteY80" fmla="*/ 80963 h 105727"/>
                <a:gd name="connsiteX81" fmla="*/ 77153 w 113823"/>
                <a:gd name="connsiteY81" fmla="*/ 83344 h 105727"/>
                <a:gd name="connsiteX82" fmla="*/ 73819 w 113823"/>
                <a:gd name="connsiteY82" fmla="*/ 87154 h 105727"/>
                <a:gd name="connsiteX83" fmla="*/ 78105 w 113823"/>
                <a:gd name="connsiteY83" fmla="*/ 91916 h 105727"/>
                <a:gd name="connsiteX84" fmla="*/ 80486 w 113823"/>
                <a:gd name="connsiteY84" fmla="*/ 92869 h 105727"/>
                <a:gd name="connsiteX85" fmla="*/ 83344 w 113823"/>
                <a:gd name="connsiteY85" fmla="*/ 92869 h 105727"/>
                <a:gd name="connsiteX86" fmla="*/ 85725 w 113823"/>
                <a:gd name="connsiteY86" fmla="*/ 93821 h 105727"/>
                <a:gd name="connsiteX87" fmla="*/ 89059 w 113823"/>
                <a:gd name="connsiteY87" fmla="*/ 94297 h 105727"/>
                <a:gd name="connsiteX88" fmla="*/ 89059 w 113823"/>
                <a:gd name="connsiteY88" fmla="*/ 92393 h 105727"/>
                <a:gd name="connsiteX89" fmla="*/ 88583 w 113823"/>
                <a:gd name="connsiteY89" fmla="*/ 90964 h 105727"/>
                <a:gd name="connsiteX90" fmla="*/ 84296 w 113823"/>
                <a:gd name="connsiteY90" fmla="*/ 87154 h 105727"/>
                <a:gd name="connsiteX91" fmla="*/ 82868 w 113823"/>
                <a:gd name="connsiteY91" fmla="*/ 83820 h 105727"/>
                <a:gd name="connsiteX92" fmla="*/ 85249 w 113823"/>
                <a:gd name="connsiteY92" fmla="*/ 83820 h 105727"/>
                <a:gd name="connsiteX93" fmla="*/ 89059 w 113823"/>
                <a:gd name="connsiteY93" fmla="*/ 85249 h 105727"/>
                <a:gd name="connsiteX94" fmla="*/ 93345 w 113823"/>
                <a:gd name="connsiteY94" fmla="*/ 88106 h 105727"/>
                <a:gd name="connsiteX95" fmla="*/ 94297 w 113823"/>
                <a:gd name="connsiteY95" fmla="*/ 90964 h 105727"/>
                <a:gd name="connsiteX96" fmla="*/ 94774 w 113823"/>
                <a:gd name="connsiteY96" fmla="*/ 96203 h 105727"/>
                <a:gd name="connsiteX97" fmla="*/ 97155 w 113823"/>
                <a:gd name="connsiteY97" fmla="*/ 98107 h 105727"/>
                <a:gd name="connsiteX98" fmla="*/ 100489 w 113823"/>
                <a:gd name="connsiteY98" fmla="*/ 101918 h 105727"/>
                <a:gd name="connsiteX99" fmla="*/ 102870 w 113823"/>
                <a:gd name="connsiteY99" fmla="*/ 105728 h 105727"/>
                <a:gd name="connsiteX100" fmla="*/ 102870 w 113823"/>
                <a:gd name="connsiteY100" fmla="*/ 103346 h 105727"/>
                <a:gd name="connsiteX101" fmla="*/ 101918 w 113823"/>
                <a:gd name="connsiteY101" fmla="*/ 100965 h 105727"/>
                <a:gd name="connsiteX102" fmla="*/ 100489 w 113823"/>
                <a:gd name="connsiteY102" fmla="*/ 99060 h 105727"/>
                <a:gd name="connsiteX103" fmla="*/ 98108 w 113823"/>
                <a:gd name="connsiteY103" fmla="*/ 97155 h 105727"/>
                <a:gd name="connsiteX104" fmla="*/ 97631 w 113823"/>
                <a:gd name="connsiteY104" fmla="*/ 96679 h 105727"/>
                <a:gd name="connsiteX105" fmla="*/ 99060 w 113823"/>
                <a:gd name="connsiteY105" fmla="*/ 95726 h 105727"/>
                <a:gd name="connsiteX106" fmla="*/ 103346 w 113823"/>
                <a:gd name="connsiteY106" fmla="*/ 92393 h 105727"/>
                <a:gd name="connsiteX107" fmla="*/ 103822 w 113823"/>
                <a:gd name="connsiteY107" fmla="*/ 91440 h 105727"/>
                <a:gd name="connsiteX108" fmla="*/ 104299 w 113823"/>
                <a:gd name="connsiteY108" fmla="*/ 89059 h 105727"/>
                <a:gd name="connsiteX109" fmla="*/ 103822 w 113823"/>
                <a:gd name="connsiteY109" fmla="*/ 86678 h 105727"/>
                <a:gd name="connsiteX110" fmla="*/ 101441 w 113823"/>
                <a:gd name="connsiteY110" fmla="*/ 82868 h 105727"/>
                <a:gd name="connsiteX111" fmla="*/ 102870 w 113823"/>
                <a:gd name="connsiteY111" fmla="*/ 80486 h 105727"/>
                <a:gd name="connsiteX112" fmla="*/ 105251 w 113823"/>
                <a:gd name="connsiteY112" fmla="*/ 79057 h 105727"/>
                <a:gd name="connsiteX113" fmla="*/ 107633 w 113823"/>
                <a:gd name="connsiteY113" fmla="*/ 77629 h 105727"/>
                <a:gd name="connsiteX114" fmla="*/ 108109 w 113823"/>
                <a:gd name="connsiteY114" fmla="*/ 77153 h 105727"/>
                <a:gd name="connsiteX115" fmla="*/ 107633 w 113823"/>
                <a:gd name="connsiteY115" fmla="*/ 75724 h 105727"/>
                <a:gd name="connsiteX116" fmla="*/ 106204 w 113823"/>
                <a:gd name="connsiteY116" fmla="*/ 74295 h 105727"/>
                <a:gd name="connsiteX117" fmla="*/ 102870 w 113823"/>
                <a:gd name="connsiteY117" fmla="*/ 72390 h 105727"/>
                <a:gd name="connsiteX118" fmla="*/ 100965 w 113823"/>
                <a:gd name="connsiteY118" fmla="*/ 71914 h 105727"/>
                <a:gd name="connsiteX119" fmla="*/ 100489 w 113823"/>
                <a:gd name="connsiteY119" fmla="*/ 65722 h 105727"/>
                <a:gd name="connsiteX120" fmla="*/ 100965 w 113823"/>
                <a:gd name="connsiteY120" fmla="*/ 59055 h 105727"/>
                <a:gd name="connsiteX121" fmla="*/ 101441 w 113823"/>
                <a:gd name="connsiteY121" fmla="*/ 58103 h 105727"/>
                <a:gd name="connsiteX122" fmla="*/ 102394 w 113823"/>
                <a:gd name="connsiteY122" fmla="*/ 57626 h 105727"/>
                <a:gd name="connsiteX123" fmla="*/ 103346 w 113823"/>
                <a:gd name="connsiteY123" fmla="*/ 56674 h 105727"/>
                <a:gd name="connsiteX124" fmla="*/ 104299 w 113823"/>
                <a:gd name="connsiteY124" fmla="*/ 54769 h 105727"/>
                <a:gd name="connsiteX125" fmla="*/ 105728 w 113823"/>
                <a:gd name="connsiteY125" fmla="*/ 54293 h 105727"/>
                <a:gd name="connsiteX126" fmla="*/ 108109 w 113823"/>
                <a:gd name="connsiteY126" fmla="*/ 55721 h 105727"/>
                <a:gd name="connsiteX127" fmla="*/ 110966 w 113823"/>
                <a:gd name="connsiteY127" fmla="*/ 57150 h 105727"/>
                <a:gd name="connsiteX128" fmla="*/ 111919 w 113823"/>
                <a:gd name="connsiteY128" fmla="*/ 56674 h 105727"/>
                <a:gd name="connsiteX129" fmla="*/ 112871 w 113823"/>
                <a:gd name="connsiteY129" fmla="*/ 55721 h 105727"/>
                <a:gd name="connsiteX130" fmla="*/ 113347 w 113823"/>
                <a:gd name="connsiteY130" fmla="*/ 55245 h 105727"/>
                <a:gd name="connsiteX131" fmla="*/ 113824 w 113823"/>
                <a:gd name="connsiteY131" fmla="*/ 54769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113823" h="105727">
                  <a:moveTo>
                    <a:pt x="111919" y="53340"/>
                  </a:moveTo>
                  <a:lnTo>
                    <a:pt x="106204" y="51435"/>
                  </a:lnTo>
                  <a:lnTo>
                    <a:pt x="105251" y="49054"/>
                  </a:lnTo>
                  <a:lnTo>
                    <a:pt x="103346" y="48101"/>
                  </a:lnTo>
                  <a:lnTo>
                    <a:pt x="97631" y="40481"/>
                  </a:lnTo>
                  <a:lnTo>
                    <a:pt x="94774" y="39053"/>
                  </a:lnTo>
                  <a:lnTo>
                    <a:pt x="87154" y="29528"/>
                  </a:lnTo>
                  <a:lnTo>
                    <a:pt x="83344" y="24289"/>
                  </a:lnTo>
                  <a:lnTo>
                    <a:pt x="79058" y="15240"/>
                  </a:lnTo>
                  <a:lnTo>
                    <a:pt x="78581" y="12382"/>
                  </a:lnTo>
                  <a:lnTo>
                    <a:pt x="77629" y="10478"/>
                  </a:lnTo>
                  <a:lnTo>
                    <a:pt x="77153" y="9049"/>
                  </a:lnTo>
                  <a:lnTo>
                    <a:pt x="76200" y="11906"/>
                  </a:lnTo>
                  <a:lnTo>
                    <a:pt x="74295" y="13811"/>
                  </a:lnTo>
                  <a:lnTo>
                    <a:pt x="70961" y="15240"/>
                  </a:lnTo>
                  <a:lnTo>
                    <a:pt x="67628" y="15240"/>
                  </a:lnTo>
                  <a:lnTo>
                    <a:pt x="61436" y="13811"/>
                  </a:lnTo>
                  <a:lnTo>
                    <a:pt x="59055" y="13811"/>
                  </a:lnTo>
                  <a:lnTo>
                    <a:pt x="58103" y="12859"/>
                  </a:lnTo>
                  <a:lnTo>
                    <a:pt x="57626" y="11906"/>
                  </a:lnTo>
                  <a:lnTo>
                    <a:pt x="56197" y="9525"/>
                  </a:lnTo>
                  <a:lnTo>
                    <a:pt x="52864" y="7144"/>
                  </a:lnTo>
                  <a:lnTo>
                    <a:pt x="50959" y="7144"/>
                  </a:lnTo>
                  <a:lnTo>
                    <a:pt x="48101" y="6668"/>
                  </a:lnTo>
                  <a:lnTo>
                    <a:pt x="43339" y="4763"/>
                  </a:lnTo>
                  <a:lnTo>
                    <a:pt x="40958" y="4763"/>
                  </a:lnTo>
                  <a:lnTo>
                    <a:pt x="37624" y="6191"/>
                  </a:lnTo>
                  <a:lnTo>
                    <a:pt x="33814" y="8096"/>
                  </a:lnTo>
                  <a:lnTo>
                    <a:pt x="24765" y="4763"/>
                  </a:lnTo>
                  <a:lnTo>
                    <a:pt x="18097" y="2857"/>
                  </a:lnTo>
                  <a:lnTo>
                    <a:pt x="12383" y="476"/>
                  </a:lnTo>
                  <a:lnTo>
                    <a:pt x="10954" y="0"/>
                  </a:lnTo>
                  <a:lnTo>
                    <a:pt x="9525" y="0"/>
                  </a:lnTo>
                  <a:lnTo>
                    <a:pt x="8572" y="953"/>
                  </a:lnTo>
                  <a:lnTo>
                    <a:pt x="7144" y="2857"/>
                  </a:lnTo>
                  <a:lnTo>
                    <a:pt x="6668" y="3334"/>
                  </a:lnTo>
                  <a:lnTo>
                    <a:pt x="6191" y="4286"/>
                  </a:lnTo>
                  <a:lnTo>
                    <a:pt x="5239" y="4286"/>
                  </a:lnTo>
                  <a:lnTo>
                    <a:pt x="5239" y="4763"/>
                  </a:lnTo>
                  <a:lnTo>
                    <a:pt x="5239" y="6668"/>
                  </a:lnTo>
                  <a:lnTo>
                    <a:pt x="476" y="9049"/>
                  </a:lnTo>
                  <a:lnTo>
                    <a:pt x="0" y="10001"/>
                  </a:lnTo>
                  <a:lnTo>
                    <a:pt x="2381" y="11430"/>
                  </a:lnTo>
                  <a:lnTo>
                    <a:pt x="6191" y="13335"/>
                  </a:lnTo>
                  <a:lnTo>
                    <a:pt x="8096" y="14764"/>
                  </a:lnTo>
                  <a:lnTo>
                    <a:pt x="8096" y="17145"/>
                  </a:lnTo>
                  <a:lnTo>
                    <a:pt x="8096" y="18574"/>
                  </a:lnTo>
                  <a:lnTo>
                    <a:pt x="6668" y="20955"/>
                  </a:lnTo>
                  <a:lnTo>
                    <a:pt x="2381" y="26670"/>
                  </a:lnTo>
                  <a:lnTo>
                    <a:pt x="1905" y="30480"/>
                  </a:lnTo>
                  <a:lnTo>
                    <a:pt x="3810" y="35719"/>
                  </a:lnTo>
                  <a:lnTo>
                    <a:pt x="7620" y="41434"/>
                  </a:lnTo>
                  <a:lnTo>
                    <a:pt x="9525" y="43339"/>
                  </a:lnTo>
                  <a:lnTo>
                    <a:pt x="20003" y="46672"/>
                  </a:lnTo>
                  <a:lnTo>
                    <a:pt x="25718" y="53340"/>
                  </a:lnTo>
                  <a:lnTo>
                    <a:pt x="26670" y="54293"/>
                  </a:lnTo>
                  <a:lnTo>
                    <a:pt x="28099" y="53816"/>
                  </a:lnTo>
                  <a:lnTo>
                    <a:pt x="28575" y="51435"/>
                  </a:lnTo>
                  <a:lnTo>
                    <a:pt x="30480" y="50482"/>
                  </a:lnTo>
                  <a:lnTo>
                    <a:pt x="34766" y="46196"/>
                  </a:lnTo>
                  <a:lnTo>
                    <a:pt x="33814" y="44291"/>
                  </a:lnTo>
                  <a:lnTo>
                    <a:pt x="31909" y="42386"/>
                  </a:lnTo>
                  <a:lnTo>
                    <a:pt x="25241" y="39529"/>
                  </a:lnTo>
                  <a:lnTo>
                    <a:pt x="22860" y="36671"/>
                  </a:lnTo>
                  <a:lnTo>
                    <a:pt x="21908" y="31432"/>
                  </a:lnTo>
                  <a:lnTo>
                    <a:pt x="22860" y="31909"/>
                  </a:lnTo>
                  <a:lnTo>
                    <a:pt x="23813" y="33814"/>
                  </a:lnTo>
                  <a:lnTo>
                    <a:pt x="30004" y="36195"/>
                  </a:lnTo>
                  <a:lnTo>
                    <a:pt x="40481" y="43815"/>
                  </a:lnTo>
                  <a:lnTo>
                    <a:pt x="42863" y="47625"/>
                  </a:lnTo>
                  <a:lnTo>
                    <a:pt x="41910" y="50482"/>
                  </a:lnTo>
                  <a:lnTo>
                    <a:pt x="42386" y="52388"/>
                  </a:lnTo>
                  <a:lnTo>
                    <a:pt x="44768" y="54769"/>
                  </a:lnTo>
                  <a:lnTo>
                    <a:pt x="48101" y="56197"/>
                  </a:lnTo>
                  <a:lnTo>
                    <a:pt x="57150" y="58579"/>
                  </a:lnTo>
                  <a:lnTo>
                    <a:pt x="60960" y="61436"/>
                  </a:lnTo>
                  <a:lnTo>
                    <a:pt x="68104" y="64770"/>
                  </a:lnTo>
                  <a:lnTo>
                    <a:pt x="73819" y="69056"/>
                  </a:lnTo>
                  <a:lnTo>
                    <a:pt x="77153" y="72866"/>
                  </a:lnTo>
                  <a:lnTo>
                    <a:pt x="77629" y="75247"/>
                  </a:lnTo>
                  <a:lnTo>
                    <a:pt x="78105" y="80963"/>
                  </a:lnTo>
                  <a:lnTo>
                    <a:pt x="77153" y="83344"/>
                  </a:lnTo>
                  <a:lnTo>
                    <a:pt x="73819" y="87154"/>
                  </a:lnTo>
                  <a:lnTo>
                    <a:pt x="78105" y="91916"/>
                  </a:lnTo>
                  <a:lnTo>
                    <a:pt x="80486" y="92869"/>
                  </a:lnTo>
                  <a:lnTo>
                    <a:pt x="83344" y="92869"/>
                  </a:lnTo>
                  <a:lnTo>
                    <a:pt x="85725" y="93821"/>
                  </a:lnTo>
                  <a:lnTo>
                    <a:pt x="89059" y="94297"/>
                  </a:lnTo>
                  <a:lnTo>
                    <a:pt x="89059" y="92393"/>
                  </a:lnTo>
                  <a:lnTo>
                    <a:pt x="88583" y="90964"/>
                  </a:lnTo>
                  <a:lnTo>
                    <a:pt x="84296" y="87154"/>
                  </a:lnTo>
                  <a:lnTo>
                    <a:pt x="82868" y="83820"/>
                  </a:lnTo>
                  <a:lnTo>
                    <a:pt x="85249" y="83820"/>
                  </a:lnTo>
                  <a:lnTo>
                    <a:pt x="89059" y="85249"/>
                  </a:lnTo>
                  <a:lnTo>
                    <a:pt x="93345" y="88106"/>
                  </a:lnTo>
                  <a:lnTo>
                    <a:pt x="94297" y="90964"/>
                  </a:lnTo>
                  <a:lnTo>
                    <a:pt x="94774" y="96203"/>
                  </a:lnTo>
                  <a:lnTo>
                    <a:pt x="97155" y="98107"/>
                  </a:lnTo>
                  <a:lnTo>
                    <a:pt x="100489" y="101918"/>
                  </a:lnTo>
                  <a:lnTo>
                    <a:pt x="102870" y="105728"/>
                  </a:lnTo>
                  <a:lnTo>
                    <a:pt x="102870" y="103346"/>
                  </a:lnTo>
                  <a:lnTo>
                    <a:pt x="101918" y="100965"/>
                  </a:lnTo>
                  <a:lnTo>
                    <a:pt x="100489" y="99060"/>
                  </a:lnTo>
                  <a:lnTo>
                    <a:pt x="98108" y="97155"/>
                  </a:lnTo>
                  <a:lnTo>
                    <a:pt x="97631" y="96679"/>
                  </a:lnTo>
                  <a:lnTo>
                    <a:pt x="99060" y="95726"/>
                  </a:lnTo>
                  <a:lnTo>
                    <a:pt x="103346" y="92393"/>
                  </a:lnTo>
                  <a:lnTo>
                    <a:pt x="103822" y="91440"/>
                  </a:lnTo>
                  <a:lnTo>
                    <a:pt x="104299" y="89059"/>
                  </a:lnTo>
                  <a:lnTo>
                    <a:pt x="103822" y="86678"/>
                  </a:lnTo>
                  <a:lnTo>
                    <a:pt x="101441" y="82868"/>
                  </a:lnTo>
                  <a:lnTo>
                    <a:pt x="102870" y="80486"/>
                  </a:lnTo>
                  <a:lnTo>
                    <a:pt x="105251" y="79057"/>
                  </a:lnTo>
                  <a:lnTo>
                    <a:pt x="107633" y="77629"/>
                  </a:lnTo>
                  <a:lnTo>
                    <a:pt x="108109" y="77153"/>
                  </a:lnTo>
                  <a:lnTo>
                    <a:pt x="107633" y="75724"/>
                  </a:lnTo>
                  <a:lnTo>
                    <a:pt x="106204" y="74295"/>
                  </a:lnTo>
                  <a:lnTo>
                    <a:pt x="102870" y="72390"/>
                  </a:lnTo>
                  <a:lnTo>
                    <a:pt x="100965" y="71914"/>
                  </a:lnTo>
                  <a:lnTo>
                    <a:pt x="100489" y="65722"/>
                  </a:lnTo>
                  <a:lnTo>
                    <a:pt x="100965" y="59055"/>
                  </a:lnTo>
                  <a:lnTo>
                    <a:pt x="101441" y="58103"/>
                  </a:lnTo>
                  <a:lnTo>
                    <a:pt x="102394" y="57626"/>
                  </a:lnTo>
                  <a:lnTo>
                    <a:pt x="103346" y="56674"/>
                  </a:lnTo>
                  <a:lnTo>
                    <a:pt x="104299" y="54769"/>
                  </a:lnTo>
                  <a:lnTo>
                    <a:pt x="105728" y="54293"/>
                  </a:lnTo>
                  <a:lnTo>
                    <a:pt x="108109" y="55721"/>
                  </a:lnTo>
                  <a:lnTo>
                    <a:pt x="110966" y="57150"/>
                  </a:lnTo>
                  <a:lnTo>
                    <a:pt x="111919" y="56674"/>
                  </a:lnTo>
                  <a:lnTo>
                    <a:pt x="112871" y="55721"/>
                  </a:lnTo>
                  <a:lnTo>
                    <a:pt x="113347" y="55245"/>
                  </a:lnTo>
                  <a:lnTo>
                    <a:pt x="113824" y="54769"/>
                  </a:lnTo>
                  <a:close/>
                </a:path>
              </a:pathLst>
            </a:custGeom>
            <a:grpFill/>
            <a:ln w="317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0AA3B788-5B82-49F4-A93D-9ADCBBD5BCBF}"/>
                </a:ext>
              </a:extLst>
            </p:cNvPr>
            <p:cNvSpPr/>
            <p:nvPr/>
          </p:nvSpPr>
          <p:spPr>
            <a:xfrm>
              <a:off x="3035617" y="3878103"/>
              <a:ext cx="413861" cy="556259"/>
            </a:xfrm>
            <a:custGeom>
              <a:avLst/>
              <a:gdLst>
                <a:gd name="connsiteX0" fmla="*/ 408146 w 413861"/>
                <a:gd name="connsiteY0" fmla="*/ 377666 h 556259"/>
                <a:gd name="connsiteX1" fmla="*/ 408622 w 413861"/>
                <a:gd name="connsiteY1" fmla="*/ 375285 h 556259"/>
                <a:gd name="connsiteX2" fmla="*/ 407194 w 413861"/>
                <a:gd name="connsiteY2" fmla="*/ 371951 h 556259"/>
                <a:gd name="connsiteX3" fmla="*/ 406241 w 413861"/>
                <a:gd name="connsiteY3" fmla="*/ 368618 h 556259"/>
                <a:gd name="connsiteX4" fmla="*/ 405289 w 413861"/>
                <a:gd name="connsiteY4" fmla="*/ 367189 h 556259"/>
                <a:gd name="connsiteX5" fmla="*/ 405289 w 413861"/>
                <a:gd name="connsiteY5" fmla="*/ 364331 h 556259"/>
                <a:gd name="connsiteX6" fmla="*/ 403384 w 413861"/>
                <a:gd name="connsiteY6" fmla="*/ 359569 h 556259"/>
                <a:gd name="connsiteX7" fmla="*/ 401955 w 413861"/>
                <a:gd name="connsiteY7" fmla="*/ 355759 h 556259"/>
                <a:gd name="connsiteX8" fmla="*/ 400526 w 413861"/>
                <a:gd name="connsiteY8" fmla="*/ 353854 h 556259"/>
                <a:gd name="connsiteX9" fmla="*/ 401002 w 413861"/>
                <a:gd name="connsiteY9" fmla="*/ 351949 h 556259"/>
                <a:gd name="connsiteX10" fmla="*/ 400526 w 413861"/>
                <a:gd name="connsiteY10" fmla="*/ 350044 h 556259"/>
                <a:gd name="connsiteX11" fmla="*/ 399574 w 413861"/>
                <a:gd name="connsiteY11" fmla="*/ 348615 h 556259"/>
                <a:gd name="connsiteX12" fmla="*/ 397669 w 413861"/>
                <a:gd name="connsiteY12" fmla="*/ 344329 h 556259"/>
                <a:gd name="connsiteX13" fmla="*/ 398145 w 413861"/>
                <a:gd name="connsiteY13" fmla="*/ 342424 h 556259"/>
                <a:gd name="connsiteX14" fmla="*/ 397669 w 413861"/>
                <a:gd name="connsiteY14" fmla="*/ 340519 h 556259"/>
                <a:gd name="connsiteX15" fmla="*/ 396240 w 413861"/>
                <a:gd name="connsiteY15" fmla="*/ 339090 h 556259"/>
                <a:gd name="connsiteX16" fmla="*/ 394335 w 413861"/>
                <a:gd name="connsiteY16" fmla="*/ 337661 h 556259"/>
                <a:gd name="connsiteX17" fmla="*/ 391477 w 413861"/>
                <a:gd name="connsiteY17" fmla="*/ 334804 h 556259"/>
                <a:gd name="connsiteX18" fmla="*/ 388144 w 413861"/>
                <a:gd name="connsiteY18" fmla="*/ 331946 h 556259"/>
                <a:gd name="connsiteX19" fmla="*/ 386715 w 413861"/>
                <a:gd name="connsiteY19" fmla="*/ 330994 h 556259"/>
                <a:gd name="connsiteX20" fmla="*/ 385763 w 413861"/>
                <a:gd name="connsiteY20" fmla="*/ 330518 h 556259"/>
                <a:gd name="connsiteX21" fmla="*/ 384810 w 413861"/>
                <a:gd name="connsiteY21" fmla="*/ 327660 h 556259"/>
                <a:gd name="connsiteX22" fmla="*/ 383857 w 413861"/>
                <a:gd name="connsiteY22" fmla="*/ 326708 h 556259"/>
                <a:gd name="connsiteX23" fmla="*/ 382429 w 413861"/>
                <a:gd name="connsiteY23" fmla="*/ 326708 h 556259"/>
                <a:gd name="connsiteX24" fmla="*/ 379095 w 413861"/>
                <a:gd name="connsiteY24" fmla="*/ 325755 h 556259"/>
                <a:gd name="connsiteX25" fmla="*/ 375761 w 413861"/>
                <a:gd name="connsiteY25" fmla="*/ 327184 h 556259"/>
                <a:gd name="connsiteX26" fmla="*/ 375761 w 413861"/>
                <a:gd name="connsiteY26" fmla="*/ 325279 h 556259"/>
                <a:gd name="connsiteX27" fmla="*/ 376714 w 413861"/>
                <a:gd name="connsiteY27" fmla="*/ 323850 h 556259"/>
                <a:gd name="connsiteX28" fmla="*/ 387667 w 413861"/>
                <a:gd name="connsiteY28" fmla="*/ 313849 h 556259"/>
                <a:gd name="connsiteX29" fmla="*/ 393382 w 413861"/>
                <a:gd name="connsiteY29" fmla="*/ 309086 h 556259"/>
                <a:gd name="connsiteX30" fmla="*/ 393859 w 413861"/>
                <a:gd name="connsiteY30" fmla="*/ 308610 h 556259"/>
                <a:gd name="connsiteX31" fmla="*/ 394335 w 413861"/>
                <a:gd name="connsiteY31" fmla="*/ 307658 h 556259"/>
                <a:gd name="connsiteX32" fmla="*/ 394811 w 413861"/>
                <a:gd name="connsiteY32" fmla="*/ 306229 h 556259"/>
                <a:gd name="connsiteX33" fmla="*/ 393382 w 413861"/>
                <a:gd name="connsiteY33" fmla="*/ 304800 h 556259"/>
                <a:gd name="connsiteX34" fmla="*/ 388144 w 413861"/>
                <a:gd name="connsiteY34" fmla="*/ 297180 h 556259"/>
                <a:gd name="connsiteX35" fmla="*/ 386239 w 413861"/>
                <a:gd name="connsiteY35" fmla="*/ 295751 h 556259"/>
                <a:gd name="connsiteX36" fmla="*/ 384334 w 413861"/>
                <a:gd name="connsiteY36" fmla="*/ 294799 h 556259"/>
                <a:gd name="connsiteX37" fmla="*/ 382429 w 413861"/>
                <a:gd name="connsiteY37" fmla="*/ 291465 h 556259"/>
                <a:gd name="connsiteX38" fmla="*/ 380047 w 413861"/>
                <a:gd name="connsiteY38" fmla="*/ 283845 h 556259"/>
                <a:gd name="connsiteX39" fmla="*/ 378142 w 413861"/>
                <a:gd name="connsiteY39" fmla="*/ 280035 h 556259"/>
                <a:gd name="connsiteX40" fmla="*/ 377666 w 413861"/>
                <a:gd name="connsiteY40" fmla="*/ 277178 h 556259"/>
                <a:gd name="connsiteX41" fmla="*/ 377666 w 413861"/>
                <a:gd name="connsiteY41" fmla="*/ 273844 h 556259"/>
                <a:gd name="connsiteX42" fmla="*/ 377190 w 413861"/>
                <a:gd name="connsiteY42" fmla="*/ 271463 h 556259"/>
                <a:gd name="connsiteX43" fmla="*/ 375761 w 413861"/>
                <a:gd name="connsiteY43" fmla="*/ 269558 h 556259"/>
                <a:gd name="connsiteX44" fmla="*/ 375761 w 413861"/>
                <a:gd name="connsiteY44" fmla="*/ 264319 h 556259"/>
                <a:gd name="connsiteX45" fmla="*/ 377190 w 413861"/>
                <a:gd name="connsiteY45" fmla="*/ 255270 h 556259"/>
                <a:gd name="connsiteX46" fmla="*/ 377666 w 413861"/>
                <a:gd name="connsiteY46" fmla="*/ 248603 h 556259"/>
                <a:gd name="connsiteX47" fmla="*/ 377190 w 413861"/>
                <a:gd name="connsiteY47" fmla="*/ 243840 h 556259"/>
                <a:gd name="connsiteX48" fmla="*/ 378619 w 413861"/>
                <a:gd name="connsiteY48" fmla="*/ 240506 h 556259"/>
                <a:gd name="connsiteX49" fmla="*/ 381952 w 413861"/>
                <a:gd name="connsiteY49" fmla="*/ 238125 h 556259"/>
                <a:gd name="connsiteX50" fmla="*/ 383857 w 413861"/>
                <a:gd name="connsiteY50" fmla="*/ 234315 h 556259"/>
                <a:gd name="connsiteX51" fmla="*/ 384334 w 413861"/>
                <a:gd name="connsiteY51" fmla="*/ 229076 h 556259"/>
                <a:gd name="connsiteX52" fmla="*/ 386239 w 413861"/>
                <a:gd name="connsiteY52" fmla="*/ 224790 h 556259"/>
                <a:gd name="connsiteX53" fmla="*/ 389572 w 413861"/>
                <a:gd name="connsiteY53" fmla="*/ 221456 h 556259"/>
                <a:gd name="connsiteX54" fmla="*/ 390525 w 413861"/>
                <a:gd name="connsiteY54" fmla="*/ 218122 h 556259"/>
                <a:gd name="connsiteX55" fmla="*/ 389572 w 413861"/>
                <a:gd name="connsiteY55" fmla="*/ 214789 h 556259"/>
                <a:gd name="connsiteX56" fmla="*/ 389096 w 413861"/>
                <a:gd name="connsiteY56" fmla="*/ 212884 h 556259"/>
                <a:gd name="connsiteX57" fmla="*/ 386239 w 413861"/>
                <a:gd name="connsiteY57" fmla="*/ 210979 h 556259"/>
                <a:gd name="connsiteX58" fmla="*/ 381000 w 413861"/>
                <a:gd name="connsiteY58" fmla="*/ 209550 h 556259"/>
                <a:gd name="connsiteX59" fmla="*/ 376714 w 413861"/>
                <a:gd name="connsiteY59" fmla="*/ 209550 h 556259"/>
                <a:gd name="connsiteX60" fmla="*/ 373856 w 413861"/>
                <a:gd name="connsiteY60" fmla="*/ 210979 h 556259"/>
                <a:gd name="connsiteX61" fmla="*/ 366713 w 413861"/>
                <a:gd name="connsiteY61" fmla="*/ 212408 h 556259"/>
                <a:gd name="connsiteX62" fmla="*/ 355759 w 413861"/>
                <a:gd name="connsiteY62" fmla="*/ 213836 h 556259"/>
                <a:gd name="connsiteX63" fmla="*/ 346710 w 413861"/>
                <a:gd name="connsiteY63" fmla="*/ 213836 h 556259"/>
                <a:gd name="connsiteX64" fmla="*/ 340042 w 413861"/>
                <a:gd name="connsiteY64" fmla="*/ 212408 h 556259"/>
                <a:gd name="connsiteX65" fmla="*/ 334804 w 413861"/>
                <a:gd name="connsiteY65" fmla="*/ 212884 h 556259"/>
                <a:gd name="connsiteX66" fmla="*/ 331470 w 413861"/>
                <a:gd name="connsiteY66" fmla="*/ 215265 h 556259"/>
                <a:gd name="connsiteX67" fmla="*/ 329089 w 413861"/>
                <a:gd name="connsiteY67" fmla="*/ 215741 h 556259"/>
                <a:gd name="connsiteX68" fmla="*/ 327660 w 413861"/>
                <a:gd name="connsiteY68" fmla="*/ 214313 h 556259"/>
                <a:gd name="connsiteX69" fmla="*/ 326231 w 413861"/>
                <a:gd name="connsiteY69" fmla="*/ 213836 h 556259"/>
                <a:gd name="connsiteX70" fmla="*/ 323850 w 413861"/>
                <a:gd name="connsiteY70" fmla="*/ 214789 h 556259"/>
                <a:gd name="connsiteX71" fmla="*/ 323374 w 413861"/>
                <a:gd name="connsiteY71" fmla="*/ 214313 h 556259"/>
                <a:gd name="connsiteX72" fmla="*/ 318135 w 413861"/>
                <a:gd name="connsiteY72" fmla="*/ 208121 h 556259"/>
                <a:gd name="connsiteX73" fmla="*/ 313372 w 413861"/>
                <a:gd name="connsiteY73" fmla="*/ 202406 h 556259"/>
                <a:gd name="connsiteX74" fmla="*/ 307657 w 413861"/>
                <a:gd name="connsiteY74" fmla="*/ 195263 h 556259"/>
                <a:gd name="connsiteX75" fmla="*/ 300990 w 413861"/>
                <a:gd name="connsiteY75" fmla="*/ 187166 h 556259"/>
                <a:gd name="connsiteX76" fmla="*/ 300038 w 413861"/>
                <a:gd name="connsiteY76" fmla="*/ 186690 h 556259"/>
                <a:gd name="connsiteX77" fmla="*/ 298132 w 413861"/>
                <a:gd name="connsiteY77" fmla="*/ 186690 h 556259"/>
                <a:gd name="connsiteX78" fmla="*/ 295275 w 413861"/>
                <a:gd name="connsiteY78" fmla="*/ 186690 h 556259"/>
                <a:gd name="connsiteX79" fmla="*/ 290989 w 413861"/>
                <a:gd name="connsiteY79" fmla="*/ 185738 h 556259"/>
                <a:gd name="connsiteX80" fmla="*/ 288131 w 413861"/>
                <a:gd name="connsiteY80" fmla="*/ 184785 h 556259"/>
                <a:gd name="connsiteX81" fmla="*/ 285750 w 413861"/>
                <a:gd name="connsiteY81" fmla="*/ 183833 h 556259"/>
                <a:gd name="connsiteX82" fmla="*/ 281464 w 413861"/>
                <a:gd name="connsiteY82" fmla="*/ 182404 h 556259"/>
                <a:gd name="connsiteX83" fmla="*/ 278606 w 413861"/>
                <a:gd name="connsiteY83" fmla="*/ 181928 h 556259"/>
                <a:gd name="connsiteX84" fmla="*/ 276225 w 413861"/>
                <a:gd name="connsiteY84" fmla="*/ 182404 h 556259"/>
                <a:gd name="connsiteX85" fmla="*/ 269557 w 413861"/>
                <a:gd name="connsiteY85" fmla="*/ 185261 h 556259"/>
                <a:gd name="connsiteX86" fmla="*/ 265747 w 413861"/>
                <a:gd name="connsiteY86" fmla="*/ 185738 h 556259"/>
                <a:gd name="connsiteX87" fmla="*/ 262890 w 413861"/>
                <a:gd name="connsiteY87" fmla="*/ 185738 h 556259"/>
                <a:gd name="connsiteX88" fmla="*/ 254794 w 413861"/>
                <a:gd name="connsiteY88" fmla="*/ 184309 h 556259"/>
                <a:gd name="connsiteX89" fmla="*/ 249079 w 413861"/>
                <a:gd name="connsiteY89" fmla="*/ 184309 h 556259"/>
                <a:gd name="connsiteX90" fmla="*/ 242411 w 413861"/>
                <a:gd name="connsiteY90" fmla="*/ 185261 h 556259"/>
                <a:gd name="connsiteX91" fmla="*/ 239554 w 413861"/>
                <a:gd name="connsiteY91" fmla="*/ 185738 h 556259"/>
                <a:gd name="connsiteX92" fmla="*/ 235744 w 413861"/>
                <a:gd name="connsiteY92" fmla="*/ 184309 h 556259"/>
                <a:gd name="connsiteX93" fmla="*/ 232886 w 413861"/>
                <a:gd name="connsiteY93" fmla="*/ 181928 h 556259"/>
                <a:gd name="connsiteX94" fmla="*/ 230505 w 413861"/>
                <a:gd name="connsiteY94" fmla="*/ 176689 h 556259"/>
                <a:gd name="connsiteX95" fmla="*/ 228600 w 413861"/>
                <a:gd name="connsiteY95" fmla="*/ 172403 h 556259"/>
                <a:gd name="connsiteX96" fmla="*/ 225742 w 413861"/>
                <a:gd name="connsiteY96" fmla="*/ 171450 h 556259"/>
                <a:gd name="connsiteX97" fmla="*/ 222409 w 413861"/>
                <a:gd name="connsiteY97" fmla="*/ 170974 h 556259"/>
                <a:gd name="connsiteX98" fmla="*/ 220980 w 413861"/>
                <a:gd name="connsiteY98" fmla="*/ 169545 h 556259"/>
                <a:gd name="connsiteX99" fmla="*/ 220027 w 413861"/>
                <a:gd name="connsiteY99" fmla="*/ 167164 h 556259"/>
                <a:gd name="connsiteX100" fmla="*/ 220027 w 413861"/>
                <a:gd name="connsiteY100" fmla="*/ 164306 h 556259"/>
                <a:gd name="connsiteX101" fmla="*/ 220504 w 413861"/>
                <a:gd name="connsiteY101" fmla="*/ 159544 h 556259"/>
                <a:gd name="connsiteX102" fmla="*/ 220980 w 413861"/>
                <a:gd name="connsiteY102" fmla="*/ 157639 h 556259"/>
                <a:gd name="connsiteX103" fmla="*/ 221456 w 413861"/>
                <a:gd name="connsiteY103" fmla="*/ 152400 h 556259"/>
                <a:gd name="connsiteX104" fmla="*/ 223361 w 413861"/>
                <a:gd name="connsiteY104" fmla="*/ 149543 h 556259"/>
                <a:gd name="connsiteX105" fmla="*/ 224314 w 413861"/>
                <a:gd name="connsiteY105" fmla="*/ 148114 h 556259"/>
                <a:gd name="connsiteX106" fmla="*/ 224314 w 413861"/>
                <a:gd name="connsiteY106" fmla="*/ 145733 h 556259"/>
                <a:gd name="connsiteX107" fmla="*/ 223361 w 413861"/>
                <a:gd name="connsiteY107" fmla="*/ 140970 h 556259"/>
                <a:gd name="connsiteX108" fmla="*/ 222409 w 413861"/>
                <a:gd name="connsiteY108" fmla="*/ 137636 h 556259"/>
                <a:gd name="connsiteX109" fmla="*/ 218599 w 413861"/>
                <a:gd name="connsiteY109" fmla="*/ 133826 h 556259"/>
                <a:gd name="connsiteX110" fmla="*/ 213836 w 413861"/>
                <a:gd name="connsiteY110" fmla="*/ 129064 h 556259"/>
                <a:gd name="connsiteX111" fmla="*/ 211931 w 413861"/>
                <a:gd name="connsiteY111" fmla="*/ 121444 h 556259"/>
                <a:gd name="connsiteX112" fmla="*/ 209550 w 413861"/>
                <a:gd name="connsiteY112" fmla="*/ 112395 h 556259"/>
                <a:gd name="connsiteX113" fmla="*/ 207645 w 413861"/>
                <a:gd name="connsiteY113" fmla="*/ 111443 h 556259"/>
                <a:gd name="connsiteX114" fmla="*/ 205740 w 413861"/>
                <a:gd name="connsiteY114" fmla="*/ 111919 h 556259"/>
                <a:gd name="connsiteX115" fmla="*/ 203835 w 413861"/>
                <a:gd name="connsiteY115" fmla="*/ 111443 h 556259"/>
                <a:gd name="connsiteX116" fmla="*/ 201930 w 413861"/>
                <a:gd name="connsiteY116" fmla="*/ 108109 h 556259"/>
                <a:gd name="connsiteX117" fmla="*/ 200025 w 413861"/>
                <a:gd name="connsiteY117" fmla="*/ 107633 h 556259"/>
                <a:gd name="connsiteX118" fmla="*/ 197167 w 413861"/>
                <a:gd name="connsiteY118" fmla="*/ 109061 h 556259"/>
                <a:gd name="connsiteX119" fmla="*/ 195263 w 413861"/>
                <a:gd name="connsiteY119" fmla="*/ 110014 h 556259"/>
                <a:gd name="connsiteX120" fmla="*/ 190500 w 413861"/>
                <a:gd name="connsiteY120" fmla="*/ 110966 h 556259"/>
                <a:gd name="connsiteX121" fmla="*/ 189547 w 413861"/>
                <a:gd name="connsiteY121" fmla="*/ 110014 h 556259"/>
                <a:gd name="connsiteX122" fmla="*/ 190024 w 413861"/>
                <a:gd name="connsiteY122" fmla="*/ 109061 h 556259"/>
                <a:gd name="connsiteX123" fmla="*/ 191929 w 413861"/>
                <a:gd name="connsiteY123" fmla="*/ 105728 h 556259"/>
                <a:gd name="connsiteX124" fmla="*/ 194310 w 413861"/>
                <a:gd name="connsiteY124" fmla="*/ 101441 h 556259"/>
                <a:gd name="connsiteX125" fmla="*/ 197167 w 413861"/>
                <a:gd name="connsiteY125" fmla="*/ 97631 h 556259"/>
                <a:gd name="connsiteX126" fmla="*/ 200025 w 413861"/>
                <a:gd name="connsiteY126" fmla="*/ 93821 h 556259"/>
                <a:gd name="connsiteX127" fmla="*/ 201930 w 413861"/>
                <a:gd name="connsiteY127" fmla="*/ 89535 h 556259"/>
                <a:gd name="connsiteX128" fmla="*/ 203359 w 413861"/>
                <a:gd name="connsiteY128" fmla="*/ 81439 h 556259"/>
                <a:gd name="connsiteX129" fmla="*/ 204311 w 413861"/>
                <a:gd name="connsiteY129" fmla="*/ 75724 h 556259"/>
                <a:gd name="connsiteX130" fmla="*/ 206692 w 413861"/>
                <a:gd name="connsiteY130" fmla="*/ 65722 h 556259"/>
                <a:gd name="connsiteX131" fmla="*/ 210979 w 413861"/>
                <a:gd name="connsiteY131" fmla="*/ 57626 h 556259"/>
                <a:gd name="connsiteX132" fmla="*/ 212884 w 413861"/>
                <a:gd name="connsiteY132" fmla="*/ 53816 h 556259"/>
                <a:gd name="connsiteX133" fmla="*/ 216694 w 413861"/>
                <a:gd name="connsiteY133" fmla="*/ 49054 h 556259"/>
                <a:gd name="connsiteX134" fmla="*/ 218599 w 413861"/>
                <a:gd name="connsiteY134" fmla="*/ 46672 h 556259"/>
                <a:gd name="connsiteX135" fmla="*/ 220980 w 413861"/>
                <a:gd name="connsiteY135" fmla="*/ 44768 h 556259"/>
                <a:gd name="connsiteX136" fmla="*/ 227647 w 413861"/>
                <a:gd name="connsiteY136" fmla="*/ 41910 h 556259"/>
                <a:gd name="connsiteX137" fmla="*/ 235744 w 413861"/>
                <a:gd name="connsiteY137" fmla="*/ 28099 h 556259"/>
                <a:gd name="connsiteX138" fmla="*/ 237649 w 413861"/>
                <a:gd name="connsiteY138" fmla="*/ 25718 h 556259"/>
                <a:gd name="connsiteX139" fmla="*/ 245745 w 413861"/>
                <a:gd name="connsiteY139" fmla="*/ 23813 h 556259"/>
                <a:gd name="connsiteX140" fmla="*/ 251936 w 413861"/>
                <a:gd name="connsiteY140" fmla="*/ 22384 h 556259"/>
                <a:gd name="connsiteX141" fmla="*/ 256699 w 413861"/>
                <a:gd name="connsiteY141" fmla="*/ 20479 h 556259"/>
                <a:gd name="connsiteX142" fmla="*/ 258127 w 413861"/>
                <a:gd name="connsiteY142" fmla="*/ 19526 h 556259"/>
                <a:gd name="connsiteX143" fmla="*/ 259556 w 413861"/>
                <a:gd name="connsiteY143" fmla="*/ 19050 h 556259"/>
                <a:gd name="connsiteX144" fmla="*/ 260985 w 413861"/>
                <a:gd name="connsiteY144" fmla="*/ 17145 h 556259"/>
                <a:gd name="connsiteX145" fmla="*/ 265747 w 413861"/>
                <a:gd name="connsiteY145" fmla="*/ 12859 h 556259"/>
                <a:gd name="connsiteX146" fmla="*/ 265271 w 413861"/>
                <a:gd name="connsiteY146" fmla="*/ 9049 h 556259"/>
                <a:gd name="connsiteX147" fmla="*/ 261461 w 413861"/>
                <a:gd name="connsiteY147" fmla="*/ 3334 h 556259"/>
                <a:gd name="connsiteX148" fmla="*/ 253365 w 413861"/>
                <a:gd name="connsiteY148" fmla="*/ 0 h 556259"/>
                <a:gd name="connsiteX149" fmla="*/ 250031 w 413861"/>
                <a:gd name="connsiteY149" fmla="*/ 0 h 556259"/>
                <a:gd name="connsiteX150" fmla="*/ 246221 w 413861"/>
                <a:gd name="connsiteY150" fmla="*/ 476 h 556259"/>
                <a:gd name="connsiteX151" fmla="*/ 239077 w 413861"/>
                <a:gd name="connsiteY151" fmla="*/ 4286 h 556259"/>
                <a:gd name="connsiteX152" fmla="*/ 238601 w 413861"/>
                <a:gd name="connsiteY152" fmla="*/ 5715 h 556259"/>
                <a:gd name="connsiteX153" fmla="*/ 237172 w 413861"/>
                <a:gd name="connsiteY153" fmla="*/ 6668 h 556259"/>
                <a:gd name="connsiteX154" fmla="*/ 234315 w 413861"/>
                <a:gd name="connsiteY154" fmla="*/ 6668 h 556259"/>
                <a:gd name="connsiteX155" fmla="*/ 231457 w 413861"/>
                <a:gd name="connsiteY155" fmla="*/ 8572 h 556259"/>
                <a:gd name="connsiteX156" fmla="*/ 230505 w 413861"/>
                <a:gd name="connsiteY156" fmla="*/ 12859 h 556259"/>
                <a:gd name="connsiteX157" fmla="*/ 226695 w 413861"/>
                <a:gd name="connsiteY157" fmla="*/ 18574 h 556259"/>
                <a:gd name="connsiteX158" fmla="*/ 220980 w 413861"/>
                <a:gd name="connsiteY158" fmla="*/ 21431 h 556259"/>
                <a:gd name="connsiteX159" fmla="*/ 211455 w 413861"/>
                <a:gd name="connsiteY159" fmla="*/ 24289 h 556259"/>
                <a:gd name="connsiteX160" fmla="*/ 191452 w 413861"/>
                <a:gd name="connsiteY160" fmla="*/ 38576 h 556259"/>
                <a:gd name="connsiteX161" fmla="*/ 179070 w 413861"/>
                <a:gd name="connsiteY161" fmla="*/ 39529 h 556259"/>
                <a:gd name="connsiteX162" fmla="*/ 175260 w 413861"/>
                <a:gd name="connsiteY162" fmla="*/ 39529 h 556259"/>
                <a:gd name="connsiteX163" fmla="*/ 171450 w 413861"/>
                <a:gd name="connsiteY163" fmla="*/ 38576 h 556259"/>
                <a:gd name="connsiteX164" fmla="*/ 166211 w 413861"/>
                <a:gd name="connsiteY164" fmla="*/ 37624 h 556259"/>
                <a:gd name="connsiteX165" fmla="*/ 163354 w 413861"/>
                <a:gd name="connsiteY165" fmla="*/ 38100 h 556259"/>
                <a:gd name="connsiteX166" fmla="*/ 161449 w 413861"/>
                <a:gd name="connsiteY166" fmla="*/ 40005 h 556259"/>
                <a:gd name="connsiteX167" fmla="*/ 160972 w 413861"/>
                <a:gd name="connsiteY167" fmla="*/ 45244 h 556259"/>
                <a:gd name="connsiteX168" fmla="*/ 158115 w 413861"/>
                <a:gd name="connsiteY168" fmla="*/ 50483 h 556259"/>
                <a:gd name="connsiteX169" fmla="*/ 156210 w 413861"/>
                <a:gd name="connsiteY169" fmla="*/ 55245 h 556259"/>
                <a:gd name="connsiteX170" fmla="*/ 154305 w 413861"/>
                <a:gd name="connsiteY170" fmla="*/ 56674 h 556259"/>
                <a:gd name="connsiteX171" fmla="*/ 152400 w 413861"/>
                <a:gd name="connsiteY171" fmla="*/ 55721 h 556259"/>
                <a:gd name="connsiteX172" fmla="*/ 150495 w 413861"/>
                <a:gd name="connsiteY172" fmla="*/ 53340 h 556259"/>
                <a:gd name="connsiteX173" fmla="*/ 151447 w 413861"/>
                <a:gd name="connsiteY173" fmla="*/ 50959 h 556259"/>
                <a:gd name="connsiteX174" fmla="*/ 154305 w 413861"/>
                <a:gd name="connsiteY174" fmla="*/ 50006 h 556259"/>
                <a:gd name="connsiteX175" fmla="*/ 156210 w 413861"/>
                <a:gd name="connsiteY175" fmla="*/ 49530 h 556259"/>
                <a:gd name="connsiteX176" fmla="*/ 157163 w 413861"/>
                <a:gd name="connsiteY176" fmla="*/ 48578 h 556259"/>
                <a:gd name="connsiteX177" fmla="*/ 152876 w 413861"/>
                <a:gd name="connsiteY177" fmla="*/ 49054 h 556259"/>
                <a:gd name="connsiteX178" fmla="*/ 139541 w 413861"/>
                <a:gd name="connsiteY178" fmla="*/ 44768 h 556259"/>
                <a:gd name="connsiteX179" fmla="*/ 137160 w 413861"/>
                <a:gd name="connsiteY179" fmla="*/ 46672 h 556259"/>
                <a:gd name="connsiteX180" fmla="*/ 130492 w 413861"/>
                <a:gd name="connsiteY180" fmla="*/ 52864 h 556259"/>
                <a:gd name="connsiteX181" fmla="*/ 126206 w 413861"/>
                <a:gd name="connsiteY181" fmla="*/ 55721 h 556259"/>
                <a:gd name="connsiteX182" fmla="*/ 125254 w 413861"/>
                <a:gd name="connsiteY182" fmla="*/ 57626 h 556259"/>
                <a:gd name="connsiteX183" fmla="*/ 119539 w 413861"/>
                <a:gd name="connsiteY183" fmla="*/ 61436 h 556259"/>
                <a:gd name="connsiteX184" fmla="*/ 118110 w 413861"/>
                <a:gd name="connsiteY184" fmla="*/ 64294 h 556259"/>
                <a:gd name="connsiteX185" fmla="*/ 116205 w 413861"/>
                <a:gd name="connsiteY185" fmla="*/ 70961 h 556259"/>
                <a:gd name="connsiteX186" fmla="*/ 112395 w 413861"/>
                <a:gd name="connsiteY186" fmla="*/ 75247 h 556259"/>
                <a:gd name="connsiteX187" fmla="*/ 110966 w 413861"/>
                <a:gd name="connsiteY187" fmla="*/ 77153 h 556259"/>
                <a:gd name="connsiteX188" fmla="*/ 113347 w 413861"/>
                <a:gd name="connsiteY188" fmla="*/ 76200 h 556259"/>
                <a:gd name="connsiteX189" fmla="*/ 116205 w 413861"/>
                <a:gd name="connsiteY189" fmla="*/ 73819 h 556259"/>
                <a:gd name="connsiteX190" fmla="*/ 116681 w 413861"/>
                <a:gd name="connsiteY190" fmla="*/ 74771 h 556259"/>
                <a:gd name="connsiteX191" fmla="*/ 114776 w 413861"/>
                <a:gd name="connsiteY191" fmla="*/ 77629 h 556259"/>
                <a:gd name="connsiteX192" fmla="*/ 114776 w 413861"/>
                <a:gd name="connsiteY192" fmla="*/ 81915 h 556259"/>
                <a:gd name="connsiteX193" fmla="*/ 113347 w 413861"/>
                <a:gd name="connsiteY193" fmla="*/ 87154 h 556259"/>
                <a:gd name="connsiteX194" fmla="*/ 111919 w 413861"/>
                <a:gd name="connsiteY194" fmla="*/ 90488 h 556259"/>
                <a:gd name="connsiteX195" fmla="*/ 113347 w 413861"/>
                <a:gd name="connsiteY195" fmla="*/ 92869 h 556259"/>
                <a:gd name="connsiteX196" fmla="*/ 114300 w 413861"/>
                <a:gd name="connsiteY196" fmla="*/ 96679 h 556259"/>
                <a:gd name="connsiteX197" fmla="*/ 112871 w 413861"/>
                <a:gd name="connsiteY197" fmla="*/ 99536 h 556259"/>
                <a:gd name="connsiteX198" fmla="*/ 109061 w 413861"/>
                <a:gd name="connsiteY198" fmla="*/ 100489 h 556259"/>
                <a:gd name="connsiteX199" fmla="*/ 103822 w 413861"/>
                <a:gd name="connsiteY199" fmla="*/ 100013 h 556259"/>
                <a:gd name="connsiteX200" fmla="*/ 99536 w 413861"/>
                <a:gd name="connsiteY200" fmla="*/ 102394 h 556259"/>
                <a:gd name="connsiteX201" fmla="*/ 95726 w 413861"/>
                <a:gd name="connsiteY201" fmla="*/ 105728 h 556259"/>
                <a:gd name="connsiteX202" fmla="*/ 90964 w 413861"/>
                <a:gd name="connsiteY202" fmla="*/ 115253 h 556259"/>
                <a:gd name="connsiteX203" fmla="*/ 77152 w 413861"/>
                <a:gd name="connsiteY203" fmla="*/ 125254 h 556259"/>
                <a:gd name="connsiteX204" fmla="*/ 73342 w 413861"/>
                <a:gd name="connsiteY204" fmla="*/ 127159 h 556259"/>
                <a:gd name="connsiteX205" fmla="*/ 70485 w 413861"/>
                <a:gd name="connsiteY205" fmla="*/ 127635 h 556259"/>
                <a:gd name="connsiteX206" fmla="*/ 69532 w 413861"/>
                <a:gd name="connsiteY206" fmla="*/ 129064 h 556259"/>
                <a:gd name="connsiteX207" fmla="*/ 70961 w 413861"/>
                <a:gd name="connsiteY207" fmla="*/ 130969 h 556259"/>
                <a:gd name="connsiteX208" fmla="*/ 72866 w 413861"/>
                <a:gd name="connsiteY208" fmla="*/ 132397 h 556259"/>
                <a:gd name="connsiteX209" fmla="*/ 74295 w 413861"/>
                <a:gd name="connsiteY209" fmla="*/ 137636 h 556259"/>
                <a:gd name="connsiteX210" fmla="*/ 75247 w 413861"/>
                <a:gd name="connsiteY210" fmla="*/ 148114 h 556259"/>
                <a:gd name="connsiteX211" fmla="*/ 73819 w 413861"/>
                <a:gd name="connsiteY211" fmla="*/ 150495 h 556259"/>
                <a:gd name="connsiteX212" fmla="*/ 70961 w 413861"/>
                <a:gd name="connsiteY212" fmla="*/ 150971 h 556259"/>
                <a:gd name="connsiteX213" fmla="*/ 70009 w 413861"/>
                <a:gd name="connsiteY213" fmla="*/ 150019 h 556259"/>
                <a:gd name="connsiteX214" fmla="*/ 69056 w 413861"/>
                <a:gd name="connsiteY214" fmla="*/ 149066 h 556259"/>
                <a:gd name="connsiteX215" fmla="*/ 69532 w 413861"/>
                <a:gd name="connsiteY215" fmla="*/ 147161 h 556259"/>
                <a:gd name="connsiteX216" fmla="*/ 70961 w 413861"/>
                <a:gd name="connsiteY216" fmla="*/ 146209 h 556259"/>
                <a:gd name="connsiteX217" fmla="*/ 71438 w 413861"/>
                <a:gd name="connsiteY217" fmla="*/ 145256 h 556259"/>
                <a:gd name="connsiteX218" fmla="*/ 70009 w 413861"/>
                <a:gd name="connsiteY218" fmla="*/ 143828 h 556259"/>
                <a:gd name="connsiteX219" fmla="*/ 68580 w 413861"/>
                <a:gd name="connsiteY219" fmla="*/ 143351 h 556259"/>
                <a:gd name="connsiteX220" fmla="*/ 66675 w 413861"/>
                <a:gd name="connsiteY220" fmla="*/ 140018 h 556259"/>
                <a:gd name="connsiteX221" fmla="*/ 61913 w 413861"/>
                <a:gd name="connsiteY221" fmla="*/ 134779 h 556259"/>
                <a:gd name="connsiteX222" fmla="*/ 57626 w 413861"/>
                <a:gd name="connsiteY222" fmla="*/ 131445 h 556259"/>
                <a:gd name="connsiteX223" fmla="*/ 54769 w 413861"/>
                <a:gd name="connsiteY223" fmla="*/ 126683 h 556259"/>
                <a:gd name="connsiteX224" fmla="*/ 53816 w 413861"/>
                <a:gd name="connsiteY224" fmla="*/ 125730 h 556259"/>
                <a:gd name="connsiteX225" fmla="*/ 53340 w 413861"/>
                <a:gd name="connsiteY225" fmla="*/ 126206 h 556259"/>
                <a:gd name="connsiteX226" fmla="*/ 51435 w 413861"/>
                <a:gd name="connsiteY226" fmla="*/ 129064 h 556259"/>
                <a:gd name="connsiteX227" fmla="*/ 50482 w 413861"/>
                <a:gd name="connsiteY227" fmla="*/ 131445 h 556259"/>
                <a:gd name="connsiteX228" fmla="*/ 52864 w 413861"/>
                <a:gd name="connsiteY228" fmla="*/ 133826 h 556259"/>
                <a:gd name="connsiteX229" fmla="*/ 53816 w 413861"/>
                <a:gd name="connsiteY229" fmla="*/ 136208 h 556259"/>
                <a:gd name="connsiteX230" fmla="*/ 55245 w 413861"/>
                <a:gd name="connsiteY230" fmla="*/ 139065 h 556259"/>
                <a:gd name="connsiteX231" fmla="*/ 57150 w 413861"/>
                <a:gd name="connsiteY231" fmla="*/ 141922 h 556259"/>
                <a:gd name="connsiteX232" fmla="*/ 59531 w 413861"/>
                <a:gd name="connsiteY232" fmla="*/ 147161 h 556259"/>
                <a:gd name="connsiteX233" fmla="*/ 60007 w 413861"/>
                <a:gd name="connsiteY233" fmla="*/ 149066 h 556259"/>
                <a:gd name="connsiteX234" fmla="*/ 59531 w 413861"/>
                <a:gd name="connsiteY234" fmla="*/ 150495 h 556259"/>
                <a:gd name="connsiteX235" fmla="*/ 57150 w 413861"/>
                <a:gd name="connsiteY235" fmla="*/ 151447 h 556259"/>
                <a:gd name="connsiteX236" fmla="*/ 55245 w 413861"/>
                <a:gd name="connsiteY236" fmla="*/ 153829 h 556259"/>
                <a:gd name="connsiteX237" fmla="*/ 54769 w 413861"/>
                <a:gd name="connsiteY237" fmla="*/ 156686 h 556259"/>
                <a:gd name="connsiteX238" fmla="*/ 55245 w 413861"/>
                <a:gd name="connsiteY238" fmla="*/ 158115 h 556259"/>
                <a:gd name="connsiteX239" fmla="*/ 49054 w 413861"/>
                <a:gd name="connsiteY239" fmla="*/ 162878 h 556259"/>
                <a:gd name="connsiteX240" fmla="*/ 47625 w 413861"/>
                <a:gd name="connsiteY240" fmla="*/ 163830 h 556259"/>
                <a:gd name="connsiteX241" fmla="*/ 46672 w 413861"/>
                <a:gd name="connsiteY241" fmla="*/ 162878 h 556259"/>
                <a:gd name="connsiteX242" fmla="*/ 45244 w 413861"/>
                <a:gd name="connsiteY242" fmla="*/ 160496 h 556259"/>
                <a:gd name="connsiteX243" fmla="*/ 43815 w 413861"/>
                <a:gd name="connsiteY243" fmla="*/ 158591 h 556259"/>
                <a:gd name="connsiteX244" fmla="*/ 42863 w 413861"/>
                <a:gd name="connsiteY244" fmla="*/ 158115 h 556259"/>
                <a:gd name="connsiteX245" fmla="*/ 42386 w 413861"/>
                <a:gd name="connsiteY245" fmla="*/ 158115 h 556259"/>
                <a:gd name="connsiteX246" fmla="*/ 41910 w 413861"/>
                <a:gd name="connsiteY246" fmla="*/ 158591 h 556259"/>
                <a:gd name="connsiteX247" fmla="*/ 41910 w 413861"/>
                <a:gd name="connsiteY247" fmla="*/ 159544 h 556259"/>
                <a:gd name="connsiteX248" fmla="*/ 42863 w 413861"/>
                <a:gd name="connsiteY248" fmla="*/ 163830 h 556259"/>
                <a:gd name="connsiteX249" fmla="*/ 42386 w 413861"/>
                <a:gd name="connsiteY249" fmla="*/ 165735 h 556259"/>
                <a:gd name="connsiteX250" fmla="*/ 40005 w 413861"/>
                <a:gd name="connsiteY250" fmla="*/ 167164 h 556259"/>
                <a:gd name="connsiteX251" fmla="*/ 37624 w 413861"/>
                <a:gd name="connsiteY251" fmla="*/ 174308 h 556259"/>
                <a:gd name="connsiteX252" fmla="*/ 40957 w 413861"/>
                <a:gd name="connsiteY252" fmla="*/ 177641 h 556259"/>
                <a:gd name="connsiteX253" fmla="*/ 45244 w 413861"/>
                <a:gd name="connsiteY253" fmla="*/ 183833 h 556259"/>
                <a:gd name="connsiteX254" fmla="*/ 46672 w 413861"/>
                <a:gd name="connsiteY254" fmla="*/ 186690 h 556259"/>
                <a:gd name="connsiteX255" fmla="*/ 48101 w 413861"/>
                <a:gd name="connsiteY255" fmla="*/ 187643 h 556259"/>
                <a:gd name="connsiteX256" fmla="*/ 50482 w 413861"/>
                <a:gd name="connsiteY256" fmla="*/ 192405 h 556259"/>
                <a:gd name="connsiteX257" fmla="*/ 53340 w 413861"/>
                <a:gd name="connsiteY257" fmla="*/ 192405 h 556259"/>
                <a:gd name="connsiteX258" fmla="*/ 55721 w 413861"/>
                <a:gd name="connsiteY258" fmla="*/ 196215 h 556259"/>
                <a:gd name="connsiteX259" fmla="*/ 56197 w 413861"/>
                <a:gd name="connsiteY259" fmla="*/ 198596 h 556259"/>
                <a:gd name="connsiteX260" fmla="*/ 54769 w 413861"/>
                <a:gd name="connsiteY260" fmla="*/ 206216 h 556259"/>
                <a:gd name="connsiteX261" fmla="*/ 53340 w 413861"/>
                <a:gd name="connsiteY261" fmla="*/ 206216 h 556259"/>
                <a:gd name="connsiteX262" fmla="*/ 52388 w 413861"/>
                <a:gd name="connsiteY262" fmla="*/ 205740 h 556259"/>
                <a:gd name="connsiteX263" fmla="*/ 52388 w 413861"/>
                <a:gd name="connsiteY263" fmla="*/ 209550 h 556259"/>
                <a:gd name="connsiteX264" fmla="*/ 56674 w 413861"/>
                <a:gd name="connsiteY264" fmla="*/ 215741 h 556259"/>
                <a:gd name="connsiteX265" fmla="*/ 60007 w 413861"/>
                <a:gd name="connsiteY265" fmla="*/ 222885 h 556259"/>
                <a:gd name="connsiteX266" fmla="*/ 57626 w 413861"/>
                <a:gd name="connsiteY266" fmla="*/ 226219 h 556259"/>
                <a:gd name="connsiteX267" fmla="*/ 50482 w 413861"/>
                <a:gd name="connsiteY267" fmla="*/ 230981 h 556259"/>
                <a:gd name="connsiteX268" fmla="*/ 54769 w 413861"/>
                <a:gd name="connsiteY268" fmla="*/ 235268 h 556259"/>
                <a:gd name="connsiteX269" fmla="*/ 55721 w 413861"/>
                <a:gd name="connsiteY269" fmla="*/ 238601 h 556259"/>
                <a:gd name="connsiteX270" fmla="*/ 56197 w 413861"/>
                <a:gd name="connsiteY270" fmla="*/ 242411 h 556259"/>
                <a:gd name="connsiteX271" fmla="*/ 55721 w 413861"/>
                <a:gd name="connsiteY271" fmla="*/ 247174 h 556259"/>
                <a:gd name="connsiteX272" fmla="*/ 56674 w 413861"/>
                <a:gd name="connsiteY272" fmla="*/ 255270 h 556259"/>
                <a:gd name="connsiteX273" fmla="*/ 57626 w 413861"/>
                <a:gd name="connsiteY273" fmla="*/ 257175 h 556259"/>
                <a:gd name="connsiteX274" fmla="*/ 58102 w 413861"/>
                <a:gd name="connsiteY274" fmla="*/ 259080 h 556259"/>
                <a:gd name="connsiteX275" fmla="*/ 57150 w 413861"/>
                <a:gd name="connsiteY275" fmla="*/ 263366 h 556259"/>
                <a:gd name="connsiteX276" fmla="*/ 56674 w 413861"/>
                <a:gd name="connsiteY276" fmla="*/ 267176 h 556259"/>
                <a:gd name="connsiteX277" fmla="*/ 55721 w 413861"/>
                <a:gd name="connsiteY277" fmla="*/ 269558 h 556259"/>
                <a:gd name="connsiteX278" fmla="*/ 53816 w 413861"/>
                <a:gd name="connsiteY278" fmla="*/ 271463 h 556259"/>
                <a:gd name="connsiteX279" fmla="*/ 52864 w 413861"/>
                <a:gd name="connsiteY279" fmla="*/ 272891 h 556259"/>
                <a:gd name="connsiteX280" fmla="*/ 50482 w 413861"/>
                <a:gd name="connsiteY280" fmla="*/ 274320 h 556259"/>
                <a:gd name="connsiteX281" fmla="*/ 50482 w 413861"/>
                <a:gd name="connsiteY281" fmla="*/ 275749 h 556259"/>
                <a:gd name="connsiteX282" fmla="*/ 54292 w 413861"/>
                <a:gd name="connsiteY282" fmla="*/ 274796 h 556259"/>
                <a:gd name="connsiteX283" fmla="*/ 54292 w 413861"/>
                <a:gd name="connsiteY283" fmla="*/ 276225 h 556259"/>
                <a:gd name="connsiteX284" fmla="*/ 53340 w 413861"/>
                <a:gd name="connsiteY284" fmla="*/ 278606 h 556259"/>
                <a:gd name="connsiteX285" fmla="*/ 53340 w 413861"/>
                <a:gd name="connsiteY285" fmla="*/ 280988 h 556259"/>
                <a:gd name="connsiteX286" fmla="*/ 55721 w 413861"/>
                <a:gd name="connsiteY286" fmla="*/ 284797 h 556259"/>
                <a:gd name="connsiteX287" fmla="*/ 58579 w 413861"/>
                <a:gd name="connsiteY287" fmla="*/ 280988 h 556259"/>
                <a:gd name="connsiteX288" fmla="*/ 59531 w 413861"/>
                <a:gd name="connsiteY288" fmla="*/ 281464 h 556259"/>
                <a:gd name="connsiteX289" fmla="*/ 59055 w 413861"/>
                <a:gd name="connsiteY289" fmla="*/ 286226 h 556259"/>
                <a:gd name="connsiteX290" fmla="*/ 60960 w 413861"/>
                <a:gd name="connsiteY290" fmla="*/ 287179 h 556259"/>
                <a:gd name="connsiteX291" fmla="*/ 62389 w 413861"/>
                <a:gd name="connsiteY291" fmla="*/ 287179 h 556259"/>
                <a:gd name="connsiteX292" fmla="*/ 63817 w 413861"/>
                <a:gd name="connsiteY292" fmla="*/ 285750 h 556259"/>
                <a:gd name="connsiteX293" fmla="*/ 65722 w 413861"/>
                <a:gd name="connsiteY293" fmla="*/ 285274 h 556259"/>
                <a:gd name="connsiteX294" fmla="*/ 60007 w 413861"/>
                <a:gd name="connsiteY294" fmla="*/ 296228 h 556259"/>
                <a:gd name="connsiteX295" fmla="*/ 57150 w 413861"/>
                <a:gd name="connsiteY295" fmla="*/ 300038 h 556259"/>
                <a:gd name="connsiteX296" fmla="*/ 56197 w 413861"/>
                <a:gd name="connsiteY296" fmla="*/ 304324 h 556259"/>
                <a:gd name="connsiteX297" fmla="*/ 54292 w 413861"/>
                <a:gd name="connsiteY297" fmla="*/ 304324 h 556259"/>
                <a:gd name="connsiteX298" fmla="*/ 52388 w 413861"/>
                <a:gd name="connsiteY298" fmla="*/ 308134 h 556259"/>
                <a:gd name="connsiteX299" fmla="*/ 50959 w 413861"/>
                <a:gd name="connsiteY299" fmla="*/ 310515 h 556259"/>
                <a:gd name="connsiteX300" fmla="*/ 49530 w 413861"/>
                <a:gd name="connsiteY300" fmla="*/ 313372 h 556259"/>
                <a:gd name="connsiteX301" fmla="*/ 47149 w 413861"/>
                <a:gd name="connsiteY301" fmla="*/ 314325 h 556259"/>
                <a:gd name="connsiteX302" fmla="*/ 45244 w 413861"/>
                <a:gd name="connsiteY302" fmla="*/ 314801 h 556259"/>
                <a:gd name="connsiteX303" fmla="*/ 44767 w 413861"/>
                <a:gd name="connsiteY303" fmla="*/ 315754 h 556259"/>
                <a:gd name="connsiteX304" fmla="*/ 45720 w 413861"/>
                <a:gd name="connsiteY304" fmla="*/ 318611 h 556259"/>
                <a:gd name="connsiteX305" fmla="*/ 45720 w 413861"/>
                <a:gd name="connsiteY305" fmla="*/ 320040 h 556259"/>
                <a:gd name="connsiteX306" fmla="*/ 41910 w 413861"/>
                <a:gd name="connsiteY306" fmla="*/ 322897 h 556259"/>
                <a:gd name="connsiteX307" fmla="*/ 40957 w 413861"/>
                <a:gd name="connsiteY307" fmla="*/ 324326 h 556259"/>
                <a:gd name="connsiteX308" fmla="*/ 40957 w 413861"/>
                <a:gd name="connsiteY308" fmla="*/ 325279 h 556259"/>
                <a:gd name="connsiteX309" fmla="*/ 39052 w 413861"/>
                <a:gd name="connsiteY309" fmla="*/ 324803 h 556259"/>
                <a:gd name="connsiteX310" fmla="*/ 38100 w 413861"/>
                <a:gd name="connsiteY310" fmla="*/ 325755 h 556259"/>
                <a:gd name="connsiteX311" fmla="*/ 37147 w 413861"/>
                <a:gd name="connsiteY311" fmla="*/ 328136 h 556259"/>
                <a:gd name="connsiteX312" fmla="*/ 35242 w 413861"/>
                <a:gd name="connsiteY312" fmla="*/ 330041 h 556259"/>
                <a:gd name="connsiteX313" fmla="*/ 33814 w 413861"/>
                <a:gd name="connsiteY313" fmla="*/ 330994 h 556259"/>
                <a:gd name="connsiteX314" fmla="*/ 32385 w 413861"/>
                <a:gd name="connsiteY314" fmla="*/ 331946 h 556259"/>
                <a:gd name="connsiteX315" fmla="*/ 30480 w 413861"/>
                <a:gd name="connsiteY315" fmla="*/ 332422 h 556259"/>
                <a:gd name="connsiteX316" fmla="*/ 24289 w 413861"/>
                <a:gd name="connsiteY316" fmla="*/ 331470 h 556259"/>
                <a:gd name="connsiteX317" fmla="*/ 22860 w 413861"/>
                <a:gd name="connsiteY317" fmla="*/ 333375 h 556259"/>
                <a:gd name="connsiteX318" fmla="*/ 20479 w 413861"/>
                <a:gd name="connsiteY318" fmla="*/ 332422 h 556259"/>
                <a:gd name="connsiteX319" fmla="*/ 19050 w 413861"/>
                <a:gd name="connsiteY319" fmla="*/ 332899 h 556259"/>
                <a:gd name="connsiteX320" fmla="*/ 16669 w 413861"/>
                <a:gd name="connsiteY320" fmla="*/ 334328 h 556259"/>
                <a:gd name="connsiteX321" fmla="*/ 14764 w 413861"/>
                <a:gd name="connsiteY321" fmla="*/ 336709 h 556259"/>
                <a:gd name="connsiteX322" fmla="*/ 13811 w 413861"/>
                <a:gd name="connsiteY322" fmla="*/ 338614 h 556259"/>
                <a:gd name="connsiteX323" fmla="*/ 13335 w 413861"/>
                <a:gd name="connsiteY323" fmla="*/ 347186 h 556259"/>
                <a:gd name="connsiteX324" fmla="*/ 16192 w 413861"/>
                <a:gd name="connsiteY324" fmla="*/ 351472 h 556259"/>
                <a:gd name="connsiteX325" fmla="*/ 15240 w 413861"/>
                <a:gd name="connsiteY325" fmla="*/ 356711 h 556259"/>
                <a:gd name="connsiteX326" fmla="*/ 8096 w 413861"/>
                <a:gd name="connsiteY326" fmla="*/ 354330 h 556259"/>
                <a:gd name="connsiteX327" fmla="*/ 2381 w 413861"/>
                <a:gd name="connsiteY327" fmla="*/ 357664 h 556259"/>
                <a:gd name="connsiteX328" fmla="*/ 0 w 413861"/>
                <a:gd name="connsiteY328" fmla="*/ 361950 h 556259"/>
                <a:gd name="connsiteX329" fmla="*/ 4763 w 413861"/>
                <a:gd name="connsiteY329" fmla="*/ 365284 h 556259"/>
                <a:gd name="connsiteX330" fmla="*/ 5715 w 413861"/>
                <a:gd name="connsiteY330" fmla="*/ 367665 h 556259"/>
                <a:gd name="connsiteX331" fmla="*/ 6667 w 413861"/>
                <a:gd name="connsiteY331" fmla="*/ 368141 h 556259"/>
                <a:gd name="connsiteX332" fmla="*/ 10001 w 413861"/>
                <a:gd name="connsiteY332" fmla="*/ 370522 h 556259"/>
                <a:gd name="connsiteX333" fmla="*/ 11906 w 413861"/>
                <a:gd name="connsiteY333" fmla="*/ 372904 h 556259"/>
                <a:gd name="connsiteX334" fmla="*/ 15240 w 413861"/>
                <a:gd name="connsiteY334" fmla="*/ 374333 h 556259"/>
                <a:gd name="connsiteX335" fmla="*/ 17621 w 413861"/>
                <a:gd name="connsiteY335" fmla="*/ 375761 h 556259"/>
                <a:gd name="connsiteX336" fmla="*/ 24289 w 413861"/>
                <a:gd name="connsiteY336" fmla="*/ 381000 h 556259"/>
                <a:gd name="connsiteX337" fmla="*/ 28575 w 413861"/>
                <a:gd name="connsiteY337" fmla="*/ 383381 h 556259"/>
                <a:gd name="connsiteX338" fmla="*/ 33338 w 413861"/>
                <a:gd name="connsiteY338" fmla="*/ 385763 h 556259"/>
                <a:gd name="connsiteX339" fmla="*/ 40481 w 413861"/>
                <a:gd name="connsiteY339" fmla="*/ 388144 h 556259"/>
                <a:gd name="connsiteX340" fmla="*/ 44767 w 413861"/>
                <a:gd name="connsiteY340" fmla="*/ 387668 h 556259"/>
                <a:gd name="connsiteX341" fmla="*/ 45720 w 413861"/>
                <a:gd name="connsiteY341" fmla="*/ 389572 h 556259"/>
                <a:gd name="connsiteX342" fmla="*/ 46672 w 413861"/>
                <a:gd name="connsiteY342" fmla="*/ 391478 h 556259"/>
                <a:gd name="connsiteX343" fmla="*/ 48101 w 413861"/>
                <a:gd name="connsiteY343" fmla="*/ 392430 h 556259"/>
                <a:gd name="connsiteX344" fmla="*/ 50482 w 413861"/>
                <a:gd name="connsiteY344" fmla="*/ 393383 h 556259"/>
                <a:gd name="connsiteX345" fmla="*/ 51911 w 413861"/>
                <a:gd name="connsiteY345" fmla="*/ 393859 h 556259"/>
                <a:gd name="connsiteX346" fmla="*/ 52388 w 413861"/>
                <a:gd name="connsiteY346" fmla="*/ 394335 h 556259"/>
                <a:gd name="connsiteX347" fmla="*/ 53816 w 413861"/>
                <a:gd name="connsiteY347" fmla="*/ 401479 h 556259"/>
                <a:gd name="connsiteX348" fmla="*/ 54769 w 413861"/>
                <a:gd name="connsiteY348" fmla="*/ 402431 h 556259"/>
                <a:gd name="connsiteX349" fmla="*/ 58102 w 413861"/>
                <a:gd name="connsiteY349" fmla="*/ 403384 h 556259"/>
                <a:gd name="connsiteX350" fmla="*/ 62389 w 413861"/>
                <a:gd name="connsiteY350" fmla="*/ 403860 h 556259"/>
                <a:gd name="connsiteX351" fmla="*/ 64294 w 413861"/>
                <a:gd name="connsiteY351" fmla="*/ 403384 h 556259"/>
                <a:gd name="connsiteX352" fmla="*/ 68104 w 413861"/>
                <a:gd name="connsiteY352" fmla="*/ 405289 h 556259"/>
                <a:gd name="connsiteX353" fmla="*/ 70961 w 413861"/>
                <a:gd name="connsiteY353" fmla="*/ 406241 h 556259"/>
                <a:gd name="connsiteX354" fmla="*/ 73819 w 413861"/>
                <a:gd name="connsiteY354" fmla="*/ 406718 h 556259"/>
                <a:gd name="connsiteX355" fmla="*/ 75724 w 413861"/>
                <a:gd name="connsiteY355" fmla="*/ 406718 h 556259"/>
                <a:gd name="connsiteX356" fmla="*/ 76676 w 413861"/>
                <a:gd name="connsiteY356" fmla="*/ 406241 h 556259"/>
                <a:gd name="connsiteX357" fmla="*/ 77152 w 413861"/>
                <a:gd name="connsiteY357" fmla="*/ 405765 h 556259"/>
                <a:gd name="connsiteX358" fmla="*/ 79057 w 413861"/>
                <a:gd name="connsiteY358" fmla="*/ 405765 h 556259"/>
                <a:gd name="connsiteX359" fmla="*/ 81439 w 413861"/>
                <a:gd name="connsiteY359" fmla="*/ 406718 h 556259"/>
                <a:gd name="connsiteX360" fmla="*/ 85249 w 413861"/>
                <a:gd name="connsiteY360" fmla="*/ 406718 h 556259"/>
                <a:gd name="connsiteX361" fmla="*/ 87630 w 413861"/>
                <a:gd name="connsiteY361" fmla="*/ 405765 h 556259"/>
                <a:gd name="connsiteX362" fmla="*/ 88106 w 413861"/>
                <a:gd name="connsiteY362" fmla="*/ 404336 h 556259"/>
                <a:gd name="connsiteX363" fmla="*/ 88106 w 413861"/>
                <a:gd name="connsiteY363" fmla="*/ 401955 h 556259"/>
                <a:gd name="connsiteX364" fmla="*/ 89059 w 413861"/>
                <a:gd name="connsiteY364" fmla="*/ 401003 h 556259"/>
                <a:gd name="connsiteX365" fmla="*/ 91916 w 413861"/>
                <a:gd name="connsiteY365" fmla="*/ 399574 h 556259"/>
                <a:gd name="connsiteX366" fmla="*/ 93345 w 413861"/>
                <a:gd name="connsiteY366" fmla="*/ 400050 h 556259"/>
                <a:gd name="connsiteX367" fmla="*/ 100013 w 413861"/>
                <a:gd name="connsiteY367" fmla="*/ 403384 h 556259"/>
                <a:gd name="connsiteX368" fmla="*/ 101441 w 413861"/>
                <a:gd name="connsiteY368" fmla="*/ 404336 h 556259"/>
                <a:gd name="connsiteX369" fmla="*/ 103346 w 413861"/>
                <a:gd name="connsiteY369" fmla="*/ 406718 h 556259"/>
                <a:gd name="connsiteX370" fmla="*/ 106680 w 413861"/>
                <a:gd name="connsiteY370" fmla="*/ 410051 h 556259"/>
                <a:gd name="connsiteX371" fmla="*/ 110014 w 413861"/>
                <a:gd name="connsiteY371" fmla="*/ 411956 h 556259"/>
                <a:gd name="connsiteX372" fmla="*/ 115252 w 413861"/>
                <a:gd name="connsiteY372" fmla="*/ 412909 h 556259"/>
                <a:gd name="connsiteX373" fmla="*/ 120491 w 413861"/>
                <a:gd name="connsiteY373" fmla="*/ 416243 h 556259"/>
                <a:gd name="connsiteX374" fmla="*/ 126682 w 413861"/>
                <a:gd name="connsiteY374" fmla="*/ 418624 h 556259"/>
                <a:gd name="connsiteX375" fmla="*/ 128588 w 413861"/>
                <a:gd name="connsiteY375" fmla="*/ 416243 h 556259"/>
                <a:gd name="connsiteX376" fmla="*/ 130016 w 413861"/>
                <a:gd name="connsiteY376" fmla="*/ 416243 h 556259"/>
                <a:gd name="connsiteX377" fmla="*/ 131445 w 413861"/>
                <a:gd name="connsiteY377" fmla="*/ 416719 h 556259"/>
                <a:gd name="connsiteX378" fmla="*/ 134302 w 413861"/>
                <a:gd name="connsiteY378" fmla="*/ 419100 h 556259"/>
                <a:gd name="connsiteX379" fmla="*/ 136207 w 413861"/>
                <a:gd name="connsiteY379" fmla="*/ 420529 h 556259"/>
                <a:gd name="connsiteX380" fmla="*/ 138113 w 413861"/>
                <a:gd name="connsiteY380" fmla="*/ 421481 h 556259"/>
                <a:gd name="connsiteX381" fmla="*/ 140017 w 413861"/>
                <a:gd name="connsiteY381" fmla="*/ 421958 h 556259"/>
                <a:gd name="connsiteX382" fmla="*/ 141922 w 413861"/>
                <a:gd name="connsiteY382" fmla="*/ 421958 h 556259"/>
                <a:gd name="connsiteX383" fmla="*/ 143351 w 413861"/>
                <a:gd name="connsiteY383" fmla="*/ 421958 h 556259"/>
                <a:gd name="connsiteX384" fmla="*/ 144304 w 413861"/>
                <a:gd name="connsiteY384" fmla="*/ 423386 h 556259"/>
                <a:gd name="connsiteX385" fmla="*/ 145256 w 413861"/>
                <a:gd name="connsiteY385" fmla="*/ 425291 h 556259"/>
                <a:gd name="connsiteX386" fmla="*/ 147638 w 413861"/>
                <a:gd name="connsiteY386" fmla="*/ 426720 h 556259"/>
                <a:gd name="connsiteX387" fmla="*/ 150019 w 413861"/>
                <a:gd name="connsiteY387" fmla="*/ 427672 h 556259"/>
                <a:gd name="connsiteX388" fmla="*/ 151924 w 413861"/>
                <a:gd name="connsiteY388" fmla="*/ 429578 h 556259"/>
                <a:gd name="connsiteX389" fmla="*/ 153352 w 413861"/>
                <a:gd name="connsiteY389" fmla="*/ 431006 h 556259"/>
                <a:gd name="connsiteX390" fmla="*/ 154781 w 413861"/>
                <a:gd name="connsiteY390" fmla="*/ 432435 h 556259"/>
                <a:gd name="connsiteX391" fmla="*/ 156210 w 413861"/>
                <a:gd name="connsiteY391" fmla="*/ 434340 h 556259"/>
                <a:gd name="connsiteX392" fmla="*/ 157639 w 413861"/>
                <a:gd name="connsiteY392" fmla="*/ 438150 h 556259"/>
                <a:gd name="connsiteX393" fmla="*/ 158591 w 413861"/>
                <a:gd name="connsiteY393" fmla="*/ 440531 h 556259"/>
                <a:gd name="connsiteX394" fmla="*/ 159544 w 413861"/>
                <a:gd name="connsiteY394" fmla="*/ 441960 h 556259"/>
                <a:gd name="connsiteX395" fmla="*/ 159544 w 413861"/>
                <a:gd name="connsiteY395" fmla="*/ 443389 h 556259"/>
                <a:gd name="connsiteX396" fmla="*/ 161449 w 413861"/>
                <a:gd name="connsiteY396" fmla="*/ 445770 h 556259"/>
                <a:gd name="connsiteX397" fmla="*/ 162877 w 413861"/>
                <a:gd name="connsiteY397" fmla="*/ 447199 h 556259"/>
                <a:gd name="connsiteX398" fmla="*/ 165259 w 413861"/>
                <a:gd name="connsiteY398" fmla="*/ 448151 h 556259"/>
                <a:gd name="connsiteX399" fmla="*/ 169545 w 413861"/>
                <a:gd name="connsiteY399" fmla="*/ 449104 h 556259"/>
                <a:gd name="connsiteX400" fmla="*/ 171926 w 413861"/>
                <a:gd name="connsiteY400" fmla="*/ 451485 h 556259"/>
                <a:gd name="connsiteX401" fmla="*/ 173831 w 413861"/>
                <a:gd name="connsiteY401" fmla="*/ 452438 h 556259"/>
                <a:gd name="connsiteX402" fmla="*/ 176213 w 413861"/>
                <a:gd name="connsiteY402" fmla="*/ 454819 h 556259"/>
                <a:gd name="connsiteX403" fmla="*/ 178117 w 413861"/>
                <a:gd name="connsiteY403" fmla="*/ 455295 h 556259"/>
                <a:gd name="connsiteX404" fmla="*/ 180499 w 413861"/>
                <a:gd name="connsiteY404" fmla="*/ 455295 h 556259"/>
                <a:gd name="connsiteX405" fmla="*/ 182880 w 413861"/>
                <a:gd name="connsiteY405" fmla="*/ 456247 h 556259"/>
                <a:gd name="connsiteX406" fmla="*/ 184785 w 413861"/>
                <a:gd name="connsiteY406" fmla="*/ 458629 h 556259"/>
                <a:gd name="connsiteX407" fmla="*/ 185738 w 413861"/>
                <a:gd name="connsiteY407" fmla="*/ 461486 h 556259"/>
                <a:gd name="connsiteX408" fmla="*/ 187642 w 413861"/>
                <a:gd name="connsiteY408" fmla="*/ 462915 h 556259"/>
                <a:gd name="connsiteX409" fmla="*/ 188595 w 413861"/>
                <a:gd name="connsiteY409" fmla="*/ 465772 h 556259"/>
                <a:gd name="connsiteX410" fmla="*/ 187642 w 413861"/>
                <a:gd name="connsiteY410" fmla="*/ 469106 h 556259"/>
                <a:gd name="connsiteX411" fmla="*/ 188595 w 413861"/>
                <a:gd name="connsiteY411" fmla="*/ 471011 h 556259"/>
                <a:gd name="connsiteX412" fmla="*/ 190500 w 413861"/>
                <a:gd name="connsiteY412" fmla="*/ 472440 h 556259"/>
                <a:gd name="connsiteX413" fmla="*/ 193357 w 413861"/>
                <a:gd name="connsiteY413" fmla="*/ 473869 h 556259"/>
                <a:gd name="connsiteX414" fmla="*/ 196215 w 413861"/>
                <a:gd name="connsiteY414" fmla="*/ 473393 h 556259"/>
                <a:gd name="connsiteX415" fmla="*/ 197644 w 413861"/>
                <a:gd name="connsiteY415" fmla="*/ 473869 h 556259"/>
                <a:gd name="connsiteX416" fmla="*/ 198596 w 413861"/>
                <a:gd name="connsiteY416" fmla="*/ 475297 h 556259"/>
                <a:gd name="connsiteX417" fmla="*/ 199072 w 413861"/>
                <a:gd name="connsiteY417" fmla="*/ 477203 h 556259"/>
                <a:gd name="connsiteX418" fmla="*/ 200501 w 413861"/>
                <a:gd name="connsiteY418" fmla="*/ 481489 h 556259"/>
                <a:gd name="connsiteX419" fmla="*/ 200977 w 413861"/>
                <a:gd name="connsiteY419" fmla="*/ 483870 h 556259"/>
                <a:gd name="connsiteX420" fmla="*/ 200025 w 413861"/>
                <a:gd name="connsiteY420" fmla="*/ 486251 h 556259"/>
                <a:gd name="connsiteX421" fmla="*/ 199549 w 413861"/>
                <a:gd name="connsiteY421" fmla="*/ 488156 h 556259"/>
                <a:gd name="connsiteX422" fmla="*/ 200025 w 413861"/>
                <a:gd name="connsiteY422" fmla="*/ 490538 h 556259"/>
                <a:gd name="connsiteX423" fmla="*/ 202882 w 413861"/>
                <a:gd name="connsiteY423" fmla="*/ 491490 h 556259"/>
                <a:gd name="connsiteX424" fmla="*/ 205740 w 413861"/>
                <a:gd name="connsiteY424" fmla="*/ 492443 h 556259"/>
                <a:gd name="connsiteX425" fmla="*/ 207169 w 413861"/>
                <a:gd name="connsiteY425" fmla="*/ 494347 h 556259"/>
                <a:gd name="connsiteX426" fmla="*/ 209074 w 413861"/>
                <a:gd name="connsiteY426" fmla="*/ 494824 h 556259"/>
                <a:gd name="connsiteX427" fmla="*/ 211455 w 413861"/>
                <a:gd name="connsiteY427" fmla="*/ 494824 h 556259"/>
                <a:gd name="connsiteX428" fmla="*/ 214789 w 413861"/>
                <a:gd name="connsiteY428" fmla="*/ 494347 h 556259"/>
                <a:gd name="connsiteX429" fmla="*/ 216694 w 413861"/>
                <a:gd name="connsiteY429" fmla="*/ 493395 h 556259"/>
                <a:gd name="connsiteX430" fmla="*/ 217646 w 413861"/>
                <a:gd name="connsiteY430" fmla="*/ 492919 h 556259"/>
                <a:gd name="connsiteX431" fmla="*/ 219075 w 413861"/>
                <a:gd name="connsiteY431" fmla="*/ 493395 h 556259"/>
                <a:gd name="connsiteX432" fmla="*/ 221932 w 413861"/>
                <a:gd name="connsiteY432" fmla="*/ 494347 h 556259"/>
                <a:gd name="connsiteX433" fmla="*/ 225742 w 413861"/>
                <a:gd name="connsiteY433" fmla="*/ 495300 h 556259"/>
                <a:gd name="connsiteX434" fmla="*/ 229076 w 413861"/>
                <a:gd name="connsiteY434" fmla="*/ 494824 h 556259"/>
                <a:gd name="connsiteX435" fmla="*/ 231934 w 413861"/>
                <a:gd name="connsiteY435" fmla="*/ 494347 h 556259"/>
                <a:gd name="connsiteX436" fmla="*/ 234791 w 413861"/>
                <a:gd name="connsiteY436" fmla="*/ 493871 h 556259"/>
                <a:gd name="connsiteX437" fmla="*/ 237649 w 413861"/>
                <a:gd name="connsiteY437" fmla="*/ 491966 h 556259"/>
                <a:gd name="connsiteX438" fmla="*/ 240030 w 413861"/>
                <a:gd name="connsiteY438" fmla="*/ 491966 h 556259"/>
                <a:gd name="connsiteX439" fmla="*/ 241935 w 413861"/>
                <a:gd name="connsiteY439" fmla="*/ 490538 h 556259"/>
                <a:gd name="connsiteX440" fmla="*/ 244316 w 413861"/>
                <a:gd name="connsiteY440" fmla="*/ 488633 h 556259"/>
                <a:gd name="connsiteX441" fmla="*/ 246697 w 413861"/>
                <a:gd name="connsiteY441" fmla="*/ 486728 h 556259"/>
                <a:gd name="connsiteX442" fmla="*/ 248602 w 413861"/>
                <a:gd name="connsiteY442" fmla="*/ 486251 h 556259"/>
                <a:gd name="connsiteX443" fmla="*/ 251460 w 413861"/>
                <a:gd name="connsiteY443" fmla="*/ 487204 h 556259"/>
                <a:gd name="connsiteX444" fmla="*/ 255270 w 413861"/>
                <a:gd name="connsiteY444" fmla="*/ 488633 h 556259"/>
                <a:gd name="connsiteX445" fmla="*/ 257651 w 413861"/>
                <a:gd name="connsiteY445" fmla="*/ 490538 h 556259"/>
                <a:gd name="connsiteX446" fmla="*/ 259080 w 413861"/>
                <a:gd name="connsiteY446" fmla="*/ 491014 h 556259"/>
                <a:gd name="connsiteX447" fmla="*/ 260985 w 413861"/>
                <a:gd name="connsiteY447" fmla="*/ 492443 h 556259"/>
                <a:gd name="connsiteX448" fmla="*/ 264319 w 413861"/>
                <a:gd name="connsiteY448" fmla="*/ 492443 h 556259"/>
                <a:gd name="connsiteX449" fmla="*/ 267652 w 413861"/>
                <a:gd name="connsiteY449" fmla="*/ 491490 h 556259"/>
                <a:gd name="connsiteX450" fmla="*/ 270510 w 413861"/>
                <a:gd name="connsiteY450" fmla="*/ 489109 h 556259"/>
                <a:gd name="connsiteX451" fmla="*/ 273367 w 413861"/>
                <a:gd name="connsiteY451" fmla="*/ 488633 h 556259"/>
                <a:gd name="connsiteX452" fmla="*/ 275272 w 413861"/>
                <a:gd name="connsiteY452" fmla="*/ 488156 h 556259"/>
                <a:gd name="connsiteX453" fmla="*/ 277177 w 413861"/>
                <a:gd name="connsiteY453" fmla="*/ 488633 h 556259"/>
                <a:gd name="connsiteX454" fmla="*/ 284321 w 413861"/>
                <a:gd name="connsiteY454" fmla="*/ 492919 h 556259"/>
                <a:gd name="connsiteX455" fmla="*/ 286226 w 413861"/>
                <a:gd name="connsiteY455" fmla="*/ 494824 h 556259"/>
                <a:gd name="connsiteX456" fmla="*/ 288607 w 413861"/>
                <a:gd name="connsiteY456" fmla="*/ 495300 h 556259"/>
                <a:gd name="connsiteX457" fmla="*/ 290513 w 413861"/>
                <a:gd name="connsiteY457" fmla="*/ 496253 h 556259"/>
                <a:gd name="connsiteX458" fmla="*/ 293846 w 413861"/>
                <a:gd name="connsiteY458" fmla="*/ 497681 h 556259"/>
                <a:gd name="connsiteX459" fmla="*/ 295751 w 413861"/>
                <a:gd name="connsiteY459" fmla="*/ 499110 h 556259"/>
                <a:gd name="connsiteX460" fmla="*/ 298132 w 413861"/>
                <a:gd name="connsiteY460" fmla="*/ 500063 h 556259"/>
                <a:gd name="connsiteX461" fmla="*/ 300038 w 413861"/>
                <a:gd name="connsiteY461" fmla="*/ 501968 h 556259"/>
                <a:gd name="connsiteX462" fmla="*/ 302895 w 413861"/>
                <a:gd name="connsiteY462" fmla="*/ 502920 h 556259"/>
                <a:gd name="connsiteX463" fmla="*/ 305276 w 413861"/>
                <a:gd name="connsiteY463" fmla="*/ 503396 h 556259"/>
                <a:gd name="connsiteX464" fmla="*/ 306229 w 413861"/>
                <a:gd name="connsiteY464" fmla="*/ 504825 h 556259"/>
                <a:gd name="connsiteX465" fmla="*/ 306229 w 413861"/>
                <a:gd name="connsiteY465" fmla="*/ 505778 h 556259"/>
                <a:gd name="connsiteX466" fmla="*/ 305752 w 413861"/>
                <a:gd name="connsiteY466" fmla="*/ 506254 h 556259"/>
                <a:gd name="connsiteX467" fmla="*/ 303371 w 413861"/>
                <a:gd name="connsiteY467" fmla="*/ 510064 h 556259"/>
                <a:gd name="connsiteX468" fmla="*/ 298609 w 413861"/>
                <a:gd name="connsiteY468" fmla="*/ 517684 h 556259"/>
                <a:gd name="connsiteX469" fmla="*/ 294322 w 413861"/>
                <a:gd name="connsiteY469" fmla="*/ 524351 h 556259"/>
                <a:gd name="connsiteX470" fmla="*/ 287655 w 413861"/>
                <a:gd name="connsiteY470" fmla="*/ 534829 h 556259"/>
                <a:gd name="connsiteX471" fmla="*/ 283845 w 413861"/>
                <a:gd name="connsiteY471" fmla="*/ 540544 h 556259"/>
                <a:gd name="connsiteX472" fmla="*/ 284797 w 413861"/>
                <a:gd name="connsiteY472" fmla="*/ 541020 h 556259"/>
                <a:gd name="connsiteX473" fmla="*/ 290989 w 413861"/>
                <a:gd name="connsiteY473" fmla="*/ 543401 h 556259"/>
                <a:gd name="connsiteX474" fmla="*/ 292417 w 413861"/>
                <a:gd name="connsiteY474" fmla="*/ 543401 h 556259"/>
                <a:gd name="connsiteX475" fmla="*/ 294799 w 413861"/>
                <a:gd name="connsiteY475" fmla="*/ 542925 h 556259"/>
                <a:gd name="connsiteX476" fmla="*/ 296227 w 413861"/>
                <a:gd name="connsiteY476" fmla="*/ 541972 h 556259"/>
                <a:gd name="connsiteX477" fmla="*/ 297656 w 413861"/>
                <a:gd name="connsiteY477" fmla="*/ 541972 h 556259"/>
                <a:gd name="connsiteX478" fmla="*/ 299085 w 413861"/>
                <a:gd name="connsiteY478" fmla="*/ 542925 h 556259"/>
                <a:gd name="connsiteX479" fmla="*/ 300990 w 413861"/>
                <a:gd name="connsiteY479" fmla="*/ 544354 h 556259"/>
                <a:gd name="connsiteX480" fmla="*/ 302419 w 413861"/>
                <a:gd name="connsiteY480" fmla="*/ 548164 h 556259"/>
                <a:gd name="connsiteX481" fmla="*/ 303371 w 413861"/>
                <a:gd name="connsiteY481" fmla="*/ 550069 h 556259"/>
                <a:gd name="connsiteX482" fmla="*/ 305752 w 413861"/>
                <a:gd name="connsiteY482" fmla="*/ 551497 h 556259"/>
                <a:gd name="connsiteX483" fmla="*/ 308610 w 413861"/>
                <a:gd name="connsiteY483" fmla="*/ 553879 h 556259"/>
                <a:gd name="connsiteX484" fmla="*/ 310515 w 413861"/>
                <a:gd name="connsiteY484" fmla="*/ 556260 h 556259"/>
                <a:gd name="connsiteX485" fmla="*/ 310991 w 413861"/>
                <a:gd name="connsiteY485" fmla="*/ 555308 h 556259"/>
                <a:gd name="connsiteX486" fmla="*/ 312420 w 413861"/>
                <a:gd name="connsiteY486" fmla="*/ 548640 h 556259"/>
                <a:gd name="connsiteX487" fmla="*/ 314325 w 413861"/>
                <a:gd name="connsiteY487" fmla="*/ 537210 h 556259"/>
                <a:gd name="connsiteX488" fmla="*/ 316230 w 413861"/>
                <a:gd name="connsiteY488" fmla="*/ 526733 h 556259"/>
                <a:gd name="connsiteX489" fmla="*/ 318135 w 413861"/>
                <a:gd name="connsiteY489" fmla="*/ 515303 h 556259"/>
                <a:gd name="connsiteX490" fmla="*/ 320516 w 413861"/>
                <a:gd name="connsiteY490" fmla="*/ 503396 h 556259"/>
                <a:gd name="connsiteX491" fmla="*/ 322897 w 413861"/>
                <a:gd name="connsiteY491" fmla="*/ 491490 h 556259"/>
                <a:gd name="connsiteX492" fmla="*/ 324802 w 413861"/>
                <a:gd name="connsiteY492" fmla="*/ 481965 h 556259"/>
                <a:gd name="connsiteX493" fmla="*/ 326231 w 413861"/>
                <a:gd name="connsiteY493" fmla="*/ 473393 h 556259"/>
                <a:gd name="connsiteX494" fmla="*/ 327184 w 413861"/>
                <a:gd name="connsiteY494" fmla="*/ 468154 h 556259"/>
                <a:gd name="connsiteX495" fmla="*/ 328613 w 413861"/>
                <a:gd name="connsiteY495" fmla="*/ 461486 h 556259"/>
                <a:gd name="connsiteX496" fmla="*/ 329089 w 413861"/>
                <a:gd name="connsiteY496" fmla="*/ 455771 h 556259"/>
                <a:gd name="connsiteX497" fmla="*/ 329565 w 413861"/>
                <a:gd name="connsiteY497" fmla="*/ 453866 h 556259"/>
                <a:gd name="connsiteX498" fmla="*/ 329089 w 413861"/>
                <a:gd name="connsiteY498" fmla="*/ 452438 h 556259"/>
                <a:gd name="connsiteX499" fmla="*/ 327660 w 413861"/>
                <a:gd name="connsiteY499" fmla="*/ 450533 h 556259"/>
                <a:gd name="connsiteX500" fmla="*/ 327660 w 413861"/>
                <a:gd name="connsiteY500" fmla="*/ 449580 h 556259"/>
                <a:gd name="connsiteX501" fmla="*/ 327660 w 413861"/>
                <a:gd name="connsiteY501" fmla="*/ 448628 h 556259"/>
                <a:gd name="connsiteX502" fmla="*/ 327660 w 413861"/>
                <a:gd name="connsiteY502" fmla="*/ 447675 h 556259"/>
                <a:gd name="connsiteX503" fmla="*/ 326231 w 413861"/>
                <a:gd name="connsiteY503" fmla="*/ 446722 h 556259"/>
                <a:gd name="connsiteX504" fmla="*/ 325279 w 413861"/>
                <a:gd name="connsiteY504" fmla="*/ 446246 h 556259"/>
                <a:gd name="connsiteX505" fmla="*/ 324326 w 413861"/>
                <a:gd name="connsiteY505" fmla="*/ 445294 h 556259"/>
                <a:gd name="connsiteX506" fmla="*/ 323850 w 413861"/>
                <a:gd name="connsiteY506" fmla="*/ 443865 h 556259"/>
                <a:gd name="connsiteX507" fmla="*/ 323374 w 413861"/>
                <a:gd name="connsiteY507" fmla="*/ 442436 h 556259"/>
                <a:gd name="connsiteX508" fmla="*/ 322897 w 413861"/>
                <a:gd name="connsiteY508" fmla="*/ 441008 h 556259"/>
                <a:gd name="connsiteX509" fmla="*/ 321945 w 413861"/>
                <a:gd name="connsiteY509" fmla="*/ 440055 h 556259"/>
                <a:gd name="connsiteX510" fmla="*/ 321469 w 413861"/>
                <a:gd name="connsiteY510" fmla="*/ 438626 h 556259"/>
                <a:gd name="connsiteX511" fmla="*/ 321945 w 413861"/>
                <a:gd name="connsiteY511" fmla="*/ 437197 h 556259"/>
                <a:gd name="connsiteX512" fmla="*/ 322421 w 413861"/>
                <a:gd name="connsiteY512" fmla="*/ 435769 h 556259"/>
                <a:gd name="connsiteX513" fmla="*/ 321945 w 413861"/>
                <a:gd name="connsiteY513" fmla="*/ 434340 h 556259"/>
                <a:gd name="connsiteX514" fmla="*/ 321469 w 413861"/>
                <a:gd name="connsiteY514" fmla="*/ 432911 h 556259"/>
                <a:gd name="connsiteX515" fmla="*/ 320516 w 413861"/>
                <a:gd name="connsiteY515" fmla="*/ 431483 h 556259"/>
                <a:gd name="connsiteX516" fmla="*/ 319564 w 413861"/>
                <a:gd name="connsiteY516" fmla="*/ 430530 h 556259"/>
                <a:gd name="connsiteX517" fmla="*/ 316706 w 413861"/>
                <a:gd name="connsiteY517" fmla="*/ 429578 h 556259"/>
                <a:gd name="connsiteX518" fmla="*/ 313849 w 413861"/>
                <a:gd name="connsiteY518" fmla="*/ 427196 h 556259"/>
                <a:gd name="connsiteX519" fmla="*/ 310515 w 413861"/>
                <a:gd name="connsiteY519" fmla="*/ 424815 h 556259"/>
                <a:gd name="connsiteX520" fmla="*/ 306229 w 413861"/>
                <a:gd name="connsiteY520" fmla="*/ 420529 h 556259"/>
                <a:gd name="connsiteX521" fmla="*/ 305276 w 413861"/>
                <a:gd name="connsiteY521" fmla="*/ 418624 h 556259"/>
                <a:gd name="connsiteX522" fmla="*/ 305276 w 413861"/>
                <a:gd name="connsiteY522" fmla="*/ 413385 h 556259"/>
                <a:gd name="connsiteX523" fmla="*/ 305276 w 413861"/>
                <a:gd name="connsiteY523" fmla="*/ 407670 h 556259"/>
                <a:gd name="connsiteX524" fmla="*/ 305752 w 413861"/>
                <a:gd name="connsiteY524" fmla="*/ 399097 h 556259"/>
                <a:gd name="connsiteX525" fmla="*/ 305752 w 413861"/>
                <a:gd name="connsiteY525" fmla="*/ 394811 h 556259"/>
                <a:gd name="connsiteX526" fmla="*/ 308134 w 413861"/>
                <a:gd name="connsiteY526" fmla="*/ 394335 h 556259"/>
                <a:gd name="connsiteX527" fmla="*/ 310039 w 413861"/>
                <a:gd name="connsiteY527" fmla="*/ 394335 h 556259"/>
                <a:gd name="connsiteX528" fmla="*/ 312420 w 413861"/>
                <a:gd name="connsiteY528" fmla="*/ 393859 h 556259"/>
                <a:gd name="connsiteX529" fmla="*/ 314325 w 413861"/>
                <a:gd name="connsiteY529" fmla="*/ 393383 h 556259"/>
                <a:gd name="connsiteX530" fmla="*/ 316230 w 413861"/>
                <a:gd name="connsiteY530" fmla="*/ 392906 h 556259"/>
                <a:gd name="connsiteX531" fmla="*/ 317659 w 413861"/>
                <a:gd name="connsiteY531" fmla="*/ 391954 h 556259"/>
                <a:gd name="connsiteX532" fmla="*/ 319088 w 413861"/>
                <a:gd name="connsiteY532" fmla="*/ 391478 h 556259"/>
                <a:gd name="connsiteX533" fmla="*/ 320516 w 413861"/>
                <a:gd name="connsiteY533" fmla="*/ 391478 h 556259"/>
                <a:gd name="connsiteX534" fmla="*/ 321945 w 413861"/>
                <a:gd name="connsiteY534" fmla="*/ 391001 h 556259"/>
                <a:gd name="connsiteX535" fmla="*/ 323374 w 413861"/>
                <a:gd name="connsiteY535" fmla="*/ 390525 h 556259"/>
                <a:gd name="connsiteX536" fmla="*/ 324802 w 413861"/>
                <a:gd name="connsiteY536" fmla="*/ 390049 h 556259"/>
                <a:gd name="connsiteX537" fmla="*/ 326707 w 413861"/>
                <a:gd name="connsiteY537" fmla="*/ 389572 h 556259"/>
                <a:gd name="connsiteX538" fmla="*/ 328613 w 413861"/>
                <a:gd name="connsiteY538" fmla="*/ 390525 h 556259"/>
                <a:gd name="connsiteX539" fmla="*/ 329565 w 413861"/>
                <a:gd name="connsiteY539" fmla="*/ 391478 h 556259"/>
                <a:gd name="connsiteX540" fmla="*/ 330517 w 413861"/>
                <a:gd name="connsiteY540" fmla="*/ 391954 h 556259"/>
                <a:gd name="connsiteX541" fmla="*/ 331470 w 413861"/>
                <a:gd name="connsiteY541" fmla="*/ 391954 h 556259"/>
                <a:gd name="connsiteX542" fmla="*/ 332422 w 413861"/>
                <a:gd name="connsiteY542" fmla="*/ 391954 h 556259"/>
                <a:gd name="connsiteX543" fmla="*/ 333375 w 413861"/>
                <a:gd name="connsiteY543" fmla="*/ 392906 h 556259"/>
                <a:gd name="connsiteX544" fmla="*/ 334327 w 413861"/>
                <a:gd name="connsiteY544" fmla="*/ 392906 h 556259"/>
                <a:gd name="connsiteX545" fmla="*/ 335756 w 413861"/>
                <a:gd name="connsiteY545" fmla="*/ 392906 h 556259"/>
                <a:gd name="connsiteX546" fmla="*/ 337185 w 413861"/>
                <a:gd name="connsiteY546" fmla="*/ 392906 h 556259"/>
                <a:gd name="connsiteX547" fmla="*/ 337661 w 413861"/>
                <a:gd name="connsiteY547" fmla="*/ 392430 h 556259"/>
                <a:gd name="connsiteX548" fmla="*/ 337661 w 413861"/>
                <a:gd name="connsiteY548" fmla="*/ 391954 h 556259"/>
                <a:gd name="connsiteX549" fmla="*/ 337185 w 413861"/>
                <a:gd name="connsiteY549" fmla="*/ 391001 h 556259"/>
                <a:gd name="connsiteX550" fmla="*/ 336709 w 413861"/>
                <a:gd name="connsiteY550" fmla="*/ 390049 h 556259"/>
                <a:gd name="connsiteX551" fmla="*/ 337185 w 413861"/>
                <a:gd name="connsiteY551" fmla="*/ 388620 h 556259"/>
                <a:gd name="connsiteX552" fmla="*/ 337185 w 413861"/>
                <a:gd name="connsiteY552" fmla="*/ 387191 h 556259"/>
                <a:gd name="connsiteX553" fmla="*/ 337185 w 413861"/>
                <a:gd name="connsiteY553" fmla="*/ 385286 h 556259"/>
                <a:gd name="connsiteX554" fmla="*/ 336232 w 413861"/>
                <a:gd name="connsiteY554" fmla="*/ 384334 h 556259"/>
                <a:gd name="connsiteX555" fmla="*/ 335280 w 413861"/>
                <a:gd name="connsiteY555" fmla="*/ 381953 h 556259"/>
                <a:gd name="connsiteX556" fmla="*/ 334327 w 413861"/>
                <a:gd name="connsiteY556" fmla="*/ 380047 h 556259"/>
                <a:gd name="connsiteX557" fmla="*/ 332422 w 413861"/>
                <a:gd name="connsiteY557" fmla="*/ 379095 h 556259"/>
                <a:gd name="connsiteX558" fmla="*/ 330517 w 413861"/>
                <a:gd name="connsiteY558" fmla="*/ 378619 h 556259"/>
                <a:gd name="connsiteX559" fmla="*/ 329089 w 413861"/>
                <a:gd name="connsiteY559" fmla="*/ 379571 h 556259"/>
                <a:gd name="connsiteX560" fmla="*/ 327660 w 413861"/>
                <a:gd name="connsiteY560" fmla="*/ 379571 h 556259"/>
                <a:gd name="connsiteX561" fmla="*/ 326707 w 413861"/>
                <a:gd name="connsiteY561" fmla="*/ 379095 h 556259"/>
                <a:gd name="connsiteX562" fmla="*/ 325279 w 413861"/>
                <a:gd name="connsiteY562" fmla="*/ 379095 h 556259"/>
                <a:gd name="connsiteX563" fmla="*/ 323374 w 413861"/>
                <a:gd name="connsiteY563" fmla="*/ 379095 h 556259"/>
                <a:gd name="connsiteX564" fmla="*/ 321469 w 413861"/>
                <a:gd name="connsiteY564" fmla="*/ 378619 h 556259"/>
                <a:gd name="connsiteX565" fmla="*/ 318135 w 413861"/>
                <a:gd name="connsiteY565" fmla="*/ 379095 h 556259"/>
                <a:gd name="connsiteX566" fmla="*/ 317182 w 413861"/>
                <a:gd name="connsiteY566" fmla="*/ 378619 h 556259"/>
                <a:gd name="connsiteX567" fmla="*/ 315754 w 413861"/>
                <a:gd name="connsiteY567" fmla="*/ 378619 h 556259"/>
                <a:gd name="connsiteX568" fmla="*/ 313849 w 413861"/>
                <a:gd name="connsiteY568" fmla="*/ 379095 h 556259"/>
                <a:gd name="connsiteX569" fmla="*/ 313849 w 413861"/>
                <a:gd name="connsiteY569" fmla="*/ 370522 h 556259"/>
                <a:gd name="connsiteX570" fmla="*/ 313849 w 413861"/>
                <a:gd name="connsiteY570" fmla="*/ 362426 h 556259"/>
                <a:gd name="connsiteX571" fmla="*/ 313849 w 413861"/>
                <a:gd name="connsiteY571" fmla="*/ 356711 h 556259"/>
                <a:gd name="connsiteX572" fmla="*/ 315277 w 413861"/>
                <a:gd name="connsiteY572" fmla="*/ 356711 h 556259"/>
                <a:gd name="connsiteX573" fmla="*/ 317182 w 413861"/>
                <a:gd name="connsiteY573" fmla="*/ 355759 h 556259"/>
                <a:gd name="connsiteX574" fmla="*/ 320040 w 413861"/>
                <a:gd name="connsiteY574" fmla="*/ 355759 h 556259"/>
                <a:gd name="connsiteX575" fmla="*/ 322421 w 413861"/>
                <a:gd name="connsiteY575" fmla="*/ 354806 h 556259"/>
                <a:gd name="connsiteX576" fmla="*/ 323850 w 413861"/>
                <a:gd name="connsiteY576" fmla="*/ 354806 h 556259"/>
                <a:gd name="connsiteX577" fmla="*/ 326231 w 413861"/>
                <a:gd name="connsiteY577" fmla="*/ 355283 h 556259"/>
                <a:gd name="connsiteX578" fmla="*/ 328613 w 413861"/>
                <a:gd name="connsiteY578" fmla="*/ 356235 h 556259"/>
                <a:gd name="connsiteX579" fmla="*/ 330994 w 413861"/>
                <a:gd name="connsiteY579" fmla="*/ 356235 h 556259"/>
                <a:gd name="connsiteX580" fmla="*/ 337661 w 413861"/>
                <a:gd name="connsiteY580" fmla="*/ 356235 h 556259"/>
                <a:gd name="connsiteX581" fmla="*/ 344805 w 413861"/>
                <a:gd name="connsiteY581" fmla="*/ 356235 h 556259"/>
                <a:gd name="connsiteX582" fmla="*/ 352901 w 413861"/>
                <a:gd name="connsiteY582" fmla="*/ 356235 h 556259"/>
                <a:gd name="connsiteX583" fmla="*/ 360997 w 413861"/>
                <a:gd name="connsiteY583" fmla="*/ 356235 h 556259"/>
                <a:gd name="connsiteX584" fmla="*/ 368141 w 413861"/>
                <a:gd name="connsiteY584" fmla="*/ 356235 h 556259"/>
                <a:gd name="connsiteX585" fmla="*/ 370046 w 413861"/>
                <a:gd name="connsiteY585" fmla="*/ 356235 h 556259"/>
                <a:gd name="connsiteX586" fmla="*/ 368617 w 413861"/>
                <a:gd name="connsiteY586" fmla="*/ 354330 h 556259"/>
                <a:gd name="connsiteX587" fmla="*/ 367189 w 413861"/>
                <a:gd name="connsiteY587" fmla="*/ 351949 h 556259"/>
                <a:gd name="connsiteX588" fmla="*/ 367665 w 413861"/>
                <a:gd name="connsiteY588" fmla="*/ 350044 h 556259"/>
                <a:gd name="connsiteX589" fmla="*/ 368617 w 413861"/>
                <a:gd name="connsiteY589" fmla="*/ 348139 h 556259"/>
                <a:gd name="connsiteX590" fmla="*/ 369570 w 413861"/>
                <a:gd name="connsiteY590" fmla="*/ 347186 h 556259"/>
                <a:gd name="connsiteX591" fmla="*/ 371951 w 413861"/>
                <a:gd name="connsiteY591" fmla="*/ 348139 h 556259"/>
                <a:gd name="connsiteX592" fmla="*/ 373856 w 413861"/>
                <a:gd name="connsiteY592" fmla="*/ 351472 h 556259"/>
                <a:gd name="connsiteX593" fmla="*/ 375285 w 413861"/>
                <a:gd name="connsiteY593" fmla="*/ 353854 h 556259"/>
                <a:gd name="connsiteX594" fmla="*/ 376714 w 413861"/>
                <a:gd name="connsiteY594" fmla="*/ 355283 h 556259"/>
                <a:gd name="connsiteX595" fmla="*/ 378619 w 413861"/>
                <a:gd name="connsiteY595" fmla="*/ 355283 h 556259"/>
                <a:gd name="connsiteX596" fmla="*/ 380524 w 413861"/>
                <a:gd name="connsiteY596" fmla="*/ 354806 h 556259"/>
                <a:gd name="connsiteX597" fmla="*/ 382429 w 413861"/>
                <a:gd name="connsiteY597" fmla="*/ 353854 h 556259"/>
                <a:gd name="connsiteX598" fmla="*/ 385763 w 413861"/>
                <a:gd name="connsiteY598" fmla="*/ 349568 h 556259"/>
                <a:gd name="connsiteX599" fmla="*/ 389096 w 413861"/>
                <a:gd name="connsiteY599" fmla="*/ 345758 h 556259"/>
                <a:gd name="connsiteX600" fmla="*/ 391001 w 413861"/>
                <a:gd name="connsiteY600" fmla="*/ 344329 h 556259"/>
                <a:gd name="connsiteX601" fmla="*/ 392906 w 413861"/>
                <a:gd name="connsiteY601" fmla="*/ 343376 h 556259"/>
                <a:gd name="connsiteX602" fmla="*/ 394335 w 413861"/>
                <a:gd name="connsiteY602" fmla="*/ 342900 h 556259"/>
                <a:gd name="connsiteX603" fmla="*/ 396240 w 413861"/>
                <a:gd name="connsiteY603" fmla="*/ 342900 h 556259"/>
                <a:gd name="connsiteX604" fmla="*/ 397669 w 413861"/>
                <a:gd name="connsiteY604" fmla="*/ 343853 h 556259"/>
                <a:gd name="connsiteX605" fmla="*/ 398621 w 413861"/>
                <a:gd name="connsiteY605" fmla="*/ 345758 h 556259"/>
                <a:gd name="connsiteX606" fmla="*/ 402431 w 413861"/>
                <a:gd name="connsiteY606" fmla="*/ 351949 h 556259"/>
                <a:gd name="connsiteX607" fmla="*/ 405289 w 413861"/>
                <a:gd name="connsiteY607" fmla="*/ 356711 h 556259"/>
                <a:gd name="connsiteX608" fmla="*/ 406241 w 413861"/>
                <a:gd name="connsiteY608" fmla="*/ 359569 h 556259"/>
                <a:gd name="connsiteX609" fmla="*/ 406241 w 413861"/>
                <a:gd name="connsiteY609" fmla="*/ 366713 h 556259"/>
                <a:gd name="connsiteX610" fmla="*/ 406241 w 413861"/>
                <a:gd name="connsiteY610" fmla="*/ 372904 h 556259"/>
                <a:gd name="connsiteX611" fmla="*/ 406717 w 413861"/>
                <a:gd name="connsiteY611" fmla="*/ 373856 h 556259"/>
                <a:gd name="connsiteX612" fmla="*/ 407194 w 413861"/>
                <a:gd name="connsiteY612" fmla="*/ 373856 h 556259"/>
                <a:gd name="connsiteX613" fmla="*/ 413861 w 413861"/>
                <a:gd name="connsiteY613" fmla="*/ 372428 h 556259"/>
                <a:gd name="connsiteX614" fmla="*/ 408146 w 413861"/>
                <a:gd name="connsiteY614" fmla="*/ 377666 h 55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Lst>
              <a:rect l="l" t="t" r="r" b="b"/>
              <a:pathLst>
                <a:path w="413861" h="556259">
                  <a:moveTo>
                    <a:pt x="408146" y="377666"/>
                  </a:moveTo>
                  <a:lnTo>
                    <a:pt x="408622" y="375285"/>
                  </a:lnTo>
                  <a:lnTo>
                    <a:pt x="407194" y="371951"/>
                  </a:lnTo>
                  <a:lnTo>
                    <a:pt x="406241" y="368618"/>
                  </a:lnTo>
                  <a:lnTo>
                    <a:pt x="405289" y="367189"/>
                  </a:lnTo>
                  <a:lnTo>
                    <a:pt x="405289" y="364331"/>
                  </a:lnTo>
                  <a:lnTo>
                    <a:pt x="403384" y="359569"/>
                  </a:lnTo>
                  <a:lnTo>
                    <a:pt x="401955" y="355759"/>
                  </a:lnTo>
                  <a:lnTo>
                    <a:pt x="400526" y="353854"/>
                  </a:lnTo>
                  <a:lnTo>
                    <a:pt x="401002" y="351949"/>
                  </a:lnTo>
                  <a:lnTo>
                    <a:pt x="400526" y="350044"/>
                  </a:lnTo>
                  <a:lnTo>
                    <a:pt x="399574" y="348615"/>
                  </a:lnTo>
                  <a:lnTo>
                    <a:pt x="397669" y="344329"/>
                  </a:lnTo>
                  <a:lnTo>
                    <a:pt x="398145" y="342424"/>
                  </a:lnTo>
                  <a:lnTo>
                    <a:pt x="397669" y="340519"/>
                  </a:lnTo>
                  <a:lnTo>
                    <a:pt x="396240" y="339090"/>
                  </a:lnTo>
                  <a:lnTo>
                    <a:pt x="394335" y="337661"/>
                  </a:lnTo>
                  <a:lnTo>
                    <a:pt x="391477" y="334804"/>
                  </a:lnTo>
                  <a:lnTo>
                    <a:pt x="388144" y="331946"/>
                  </a:lnTo>
                  <a:lnTo>
                    <a:pt x="386715" y="330994"/>
                  </a:lnTo>
                  <a:lnTo>
                    <a:pt x="385763" y="330518"/>
                  </a:lnTo>
                  <a:lnTo>
                    <a:pt x="384810" y="327660"/>
                  </a:lnTo>
                  <a:lnTo>
                    <a:pt x="383857" y="326708"/>
                  </a:lnTo>
                  <a:lnTo>
                    <a:pt x="382429" y="326708"/>
                  </a:lnTo>
                  <a:lnTo>
                    <a:pt x="379095" y="325755"/>
                  </a:lnTo>
                  <a:lnTo>
                    <a:pt x="375761" y="327184"/>
                  </a:lnTo>
                  <a:lnTo>
                    <a:pt x="375761" y="325279"/>
                  </a:lnTo>
                  <a:lnTo>
                    <a:pt x="376714" y="323850"/>
                  </a:lnTo>
                  <a:lnTo>
                    <a:pt x="387667" y="313849"/>
                  </a:lnTo>
                  <a:lnTo>
                    <a:pt x="393382" y="309086"/>
                  </a:lnTo>
                  <a:lnTo>
                    <a:pt x="393859" y="308610"/>
                  </a:lnTo>
                  <a:lnTo>
                    <a:pt x="394335" y="307658"/>
                  </a:lnTo>
                  <a:lnTo>
                    <a:pt x="394811" y="306229"/>
                  </a:lnTo>
                  <a:lnTo>
                    <a:pt x="393382" y="304800"/>
                  </a:lnTo>
                  <a:lnTo>
                    <a:pt x="388144" y="297180"/>
                  </a:lnTo>
                  <a:lnTo>
                    <a:pt x="386239" y="295751"/>
                  </a:lnTo>
                  <a:lnTo>
                    <a:pt x="384334" y="294799"/>
                  </a:lnTo>
                  <a:lnTo>
                    <a:pt x="382429" y="291465"/>
                  </a:lnTo>
                  <a:lnTo>
                    <a:pt x="380047" y="283845"/>
                  </a:lnTo>
                  <a:lnTo>
                    <a:pt x="378142" y="280035"/>
                  </a:lnTo>
                  <a:lnTo>
                    <a:pt x="377666" y="277178"/>
                  </a:lnTo>
                  <a:lnTo>
                    <a:pt x="377666" y="273844"/>
                  </a:lnTo>
                  <a:lnTo>
                    <a:pt x="377190" y="271463"/>
                  </a:lnTo>
                  <a:lnTo>
                    <a:pt x="375761" y="269558"/>
                  </a:lnTo>
                  <a:lnTo>
                    <a:pt x="375761" y="264319"/>
                  </a:lnTo>
                  <a:lnTo>
                    <a:pt x="377190" y="255270"/>
                  </a:lnTo>
                  <a:lnTo>
                    <a:pt x="377666" y="248603"/>
                  </a:lnTo>
                  <a:lnTo>
                    <a:pt x="377190" y="243840"/>
                  </a:lnTo>
                  <a:lnTo>
                    <a:pt x="378619" y="240506"/>
                  </a:lnTo>
                  <a:lnTo>
                    <a:pt x="381952" y="238125"/>
                  </a:lnTo>
                  <a:lnTo>
                    <a:pt x="383857" y="234315"/>
                  </a:lnTo>
                  <a:lnTo>
                    <a:pt x="384334" y="229076"/>
                  </a:lnTo>
                  <a:lnTo>
                    <a:pt x="386239" y="224790"/>
                  </a:lnTo>
                  <a:lnTo>
                    <a:pt x="389572" y="221456"/>
                  </a:lnTo>
                  <a:lnTo>
                    <a:pt x="390525" y="218122"/>
                  </a:lnTo>
                  <a:lnTo>
                    <a:pt x="389572" y="214789"/>
                  </a:lnTo>
                  <a:lnTo>
                    <a:pt x="389096" y="212884"/>
                  </a:lnTo>
                  <a:lnTo>
                    <a:pt x="386239" y="210979"/>
                  </a:lnTo>
                  <a:lnTo>
                    <a:pt x="381000" y="209550"/>
                  </a:lnTo>
                  <a:lnTo>
                    <a:pt x="376714" y="209550"/>
                  </a:lnTo>
                  <a:lnTo>
                    <a:pt x="373856" y="210979"/>
                  </a:lnTo>
                  <a:lnTo>
                    <a:pt x="366713" y="212408"/>
                  </a:lnTo>
                  <a:lnTo>
                    <a:pt x="355759" y="213836"/>
                  </a:lnTo>
                  <a:lnTo>
                    <a:pt x="346710" y="213836"/>
                  </a:lnTo>
                  <a:lnTo>
                    <a:pt x="340042" y="212408"/>
                  </a:lnTo>
                  <a:lnTo>
                    <a:pt x="334804" y="212884"/>
                  </a:lnTo>
                  <a:lnTo>
                    <a:pt x="331470" y="215265"/>
                  </a:lnTo>
                  <a:lnTo>
                    <a:pt x="329089" y="215741"/>
                  </a:lnTo>
                  <a:lnTo>
                    <a:pt x="327660" y="214313"/>
                  </a:lnTo>
                  <a:lnTo>
                    <a:pt x="326231" y="213836"/>
                  </a:lnTo>
                  <a:lnTo>
                    <a:pt x="323850" y="214789"/>
                  </a:lnTo>
                  <a:lnTo>
                    <a:pt x="323374" y="214313"/>
                  </a:lnTo>
                  <a:lnTo>
                    <a:pt x="318135" y="208121"/>
                  </a:lnTo>
                  <a:lnTo>
                    <a:pt x="313372" y="202406"/>
                  </a:lnTo>
                  <a:lnTo>
                    <a:pt x="307657" y="195263"/>
                  </a:lnTo>
                  <a:lnTo>
                    <a:pt x="300990" y="187166"/>
                  </a:lnTo>
                  <a:lnTo>
                    <a:pt x="300038" y="186690"/>
                  </a:lnTo>
                  <a:lnTo>
                    <a:pt x="298132" y="186690"/>
                  </a:lnTo>
                  <a:lnTo>
                    <a:pt x="295275" y="186690"/>
                  </a:lnTo>
                  <a:lnTo>
                    <a:pt x="290989" y="185738"/>
                  </a:lnTo>
                  <a:lnTo>
                    <a:pt x="288131" y="184785"/>
                  </a:lnTo>
                  <a:lnTo>
                    <a:pt x="285750" y="183833"/>
                  </a:lnTo>
                  <a:lnTo>
                    <a:pt x="281464" y="182404"/>
                  </a:lnTo>
                  <a:lnTo>
                    <a:pt x="278606" y="181928"/>
                  </a:lnTo>
                  <a:lnTo>
                    <a:pt x="276225" y="182404"/>
                  </a:lnTo>
                  <a:lnTo>
                    <a:pt x="269557" y="185261"/>
                  </a:lnTo>
                  <a:lnTo>
                    <a:pt x="265747" y="185738"/>
                  </a:lnTo>
                  <a:lnTo>
                    <a:pt x="262890" y="185738"/>
                  </a:lnTo>
                  <a:lnTo>
                    <a:pt x="254794" y="184309"/>
                  </a:lnTo>
                  <a:lnTo>
                    <a:pt x="249079" y="184309"/>
                  </a:lnTo>
                  <a:lnTo>
                    <a:pt x="242411" y="185261"/>
                  </a:lnTo>
                  <a:lnTo>
                    <a:pt x="239554" y="185738"/>
                  </a:lnTo>
                  <a:lnTo>
                    <a:pt x="235744" y="184309"/>
                  </a:lnTo>
                  <a:lnTo>
                    <a:pt x="232886" y="181928"/>
                  </a:lnTo>
                  <a:lnTo>
                    <a:pt x="230505" y="176689"/>
                  </a:lnTo>
                  <a:lnTo>
                    <a:pt x="228600" y="172403"/>
                  </a:lnTo>
                  <a:lnTo>
                    <a:pt x="225742" y="171450"/>
                  </a:lnTo>
                  <a:lnTo>
                    <a:pt x="222409" y="170974"/>
                  </a:lnTo>
                  <a:lnTo>
                    <a:pt x="220980" y="169545"/>
                  </a:lnTo>
                  <a:lnTo>
                    <a:pt x="220027" y="167164"/>
                  </a:lnTo>
                  <a:lnTo>
                    <a:pt x="220027" y="164306"/>
                  </a:lnTo>
                  <a:lnTo>
                    <a:pt x="220504" y="159544"/>
                  </a:lnTo>
                  <a:lnTo>
                    <a:pt x="220980" y="157639"/>
                  </a:lnTo>
                  <a:lnTo>
                    <a:pt x="221456" y="152400"/>
                  </a:lnTo>
                  <a:lnTo>
                    <a:pt x="223361" y="149543"/>
                  </a:lnTo>
                  <a:lnTo>
                    <a:pt x="224314" y="148114"/>
                  </a:lnTo>
                  <a:lnTo>
                    <a:pt x="224314" y="145733"/>
                  </a:lnTo>
                  <a:lnTo>
                    <a:pt x="223361" y="140970"/>
                  </a:lnTo>
                  <a:lnTo>
                    <a:pt x="222409" y="137636"/>
                  </a:lnTo>
                  <a:lnTo>
                    <a:pt x="218599" y="133826"/>
                  </a:lnTo>
                  <a:lnTo>
                    <a:pt x="213836" y="129064"/>
                  </a:lnTo>
                  <a:lnTo>
                    <a:pt x="211931" y="121444"/>
                  </a:lnTo>
                  <a:lnTo>
                    <a:pt x="209550" y="112395"/>
                  </a:lnTo>
                  <a:lnTo>
                    <a:pt x="207645" y="111443"/>
                  </a:lnTo>
                  <a:lnTo>
                    <a:pt x="205740" y="111919"/>
                  </a:lnTo>
                  <a:lnTo>
                    <a:pt x="203835" y="111443"/>
                  </a:lnTo>
                  <a:lnTo>
                    <a:pt x="201930" y="108109"/>
                  </a:lnTo>
                  <a:lnTo>
                    <a:pt x="200025" y="107633"/>
                  </a:lnTo>
                  <a:lnTo>
                    <a:pt x="197167" y="109061"/>
                  </a:lnTo>
                  <a:lnTo>
                    <a:pt x="195263" y="110014"/>
                  </a:lnTo>
                  <a:lnTo>
                    <a:pt x="190500" y="110966"/>
                  </a:lnTo>
                  <a:lnTo>
                    <a:pt x="189547" y="110014"/>
                  </a:lnTo>
                  <a:lnTo>
                    <a:pt x="190024" y="109061"/>
                  </a:lnTo>
                  <a:lnTo>
                    <a:pt x="191929" y="105728"/>
                  </a:lnTo>
                  <a:lnTo>
                    <a:pt x="194310" y="101441"/>
                  </a:lnTo>
                  <a:lnTo>
                    <a:pt x="197167" y="97631"/>
                  </a:lnTo>
                  <a:lnTo>
                    <a:pt x="200025" y="93821"/>
                  </a:lnTo>
                  <a:lnTo>
                    <a:pt x="201930" y="89535"/>
                  </a:lnTo>
                  <a:lnTo>
                    <a:pt x="203359" y="81439"/>
                  </a:lnTo>
                  <a:lnTo>
                    <a:pt x="204311" y="75724"/>
                  </a:lnTo>
                  <a:lnTo>
                    <a:pt x="206692" y="65722"/>
                  </a:lnTo>
                  <a:lnTo>
                    <a:pt x="210979" y="57626"/>
                  </a:lnTo>
                  <a:lnTo>
                    <a:pt x="212884" y="53816"/>
                  </a:lnTo>
                  <a:lnTo>
                    <a:pt x="216694" y="49054"/>
                  </a:lnTo>
                  <a:lnTo>
                    <a:pt x="218599" y="46672"/>
                  </a:lnTo>
                  <a:lnTo>
                    <a:pt x="220980" y="44768"/>
                  </a:lnTo>
                  <a:lnTo>
                    <a:pt x="227647" y="41910"/>
                  </a:lnTo>
                  <a:lnTo>
                    <a:pt x="235744" y="28099"/>
                  </a:lnTo>
                  <a:lnTo>
                    <a:pt x="237649" y="25718"/>
                  </a:lnTo>
                  <a:lnTo>
                    <a:pt x="245745" y="23813"/>
                  </a:lnTo>
                  <a:lnTo>
                    <a:pt x="251936" y="22384"/>
                  </a:lnTo>
                  <a:lnTo>
                    <a:pt x="256699" y="20479"/>
                  </a:lnTo>
                  <a:lnTo>
                    <a:pt x="258127" y="19526"/>
                  </a:lnTo>
                  <a:lnTo>
                    <a:pt x="259556" y="19050"/>
                  </a:lnTo>
                  <a:lnTo>
                    <a:pt x="260985" y="17145"/>
                  </a:lnTo>
                  <a:lnTo>
                    <a:pt x="265747" y="12859"/>
                  </a:lnTo>
                  <a:lnTo>
                    <a:pt x="265271" y="9049"/>
                  </a:lnTo>
                  <a:lnTo>
                    <a:pt x="261461" y="3334"/>
                  </a:lnTo>
                  <a:lnTo>
                    <a:pt x="253365" y="0"/>
                  </a:lnTo>
                  <a:lnTo>
                    <a:pt x="250031" y="0"/>
                  </a:lnTo>
                  <a:lnTo>
                    <a:pt x="246221" y="476"/>
                  </a:lnTo>
                  <a:lnTo>
                    <a:pt x="239077" y="4286"/>
                  </a:lnTo>
                  <a:lnTo>
                    <a:pt x="238601" y="5715"/>
                  </a:lnTo>
                  <a:lnTo>
                    <a:pt x="237172" y="6668"/>
                  </a:lnTo>
                  <a:lnTo>
                    <a:pt x="234315" y="6668"/>
                  </a:lnTo>
                  <a:lnTo>
                    <a:pt x="231457" y="8572"/>
                  </a:lnTo>
                  <a:lnTo>
                    <a:pt x="230505" y="12859"/>
                  </a:lnTo>
                  <a:lnTo>
                    <a:pt x="226695" y="18574"/>
                  </a:lnTo>
                  <a:lnTo>
                    <a:pt x="220980" y="21431"/>
                  </a:lnTo>
                  <a:lnTo>
                    <a:pt x="211455" y="24289"/>
                  </a:lnTo>
                  <a:lnTo>
                    <a:pt x="191452" y="38576"/>
                  </a:lnTo>
                  <a:lnTo>
                    <a:pt x="179070" y="39529"/>
                  </a:lnTo>
                  <a:lnTo>
                    <a:pt x="175260" y="39529"/>
                  </a:lnTo>
                  <a:lnTo>
                    <a:pt x="171450" y="38576"/>
                  </a:lnTo>
                  <a:lnTo>
                    <a:pt x="166211" y="37624"/>
                  </a:lnTo>
                  <a:lnTo>
                    <a:pt x="163354" y="38100"/>
                  </a:lnTo>
                  <a:lnTo>
                    <a:pt x="161449" y="40005"/>
                  </a:lnTo>
                  <a:lnTo>
                    <a:pt x="160972" y="45244"/>
                  </a:lnTo>
                  <a:lnTo>
                    <a:pt x="158115" y="50483"/>
                  </a:lnTo>
                  <a:lnTo>
                    <a:pt x="156210" y="55245"/>
                  </a:lnTo>
                  <a:lnTo>
                    <a:pt x="154305" y="56674"/>
                  </a:lnTo>
                  <a:lnTo>
                    <a:pt x="152400" y="55721"/>
                  </a:lnTo>
                  <a:lnTo>
                    <a:pt x="150495" y="53340"/>
                  </a:lnTo>
                  <a:lnTo>
                    <a:pt x="151447" y="50959"/>
                  </a:lnTo>
                  <a:lnTo>
                    <a:pt x="154305" y="50006"/>
                  </a:lnTo>
                  <a:lnTo>
                    <a:pt x="156210" y="49530"/>
                  </a:lnTo>
                  <a:lnTo>
                    <a:pt x="157163" y="48578"/>
                  </a:lnTo>
                  <a:lnTo>
                    <a:pt x="152876" y="49054"/>
                  </a:lnTo>
                  <a:lnTo>
                    <a:pt x="139541" y="44768"/>
                  </a:lnTo>
                  <a:lnTo>
                    <a:pt x="137160" y="46672"/>
                  </a:lnTo>
                  <a:lnTo>
                    <a:pt x="130492" y="52864"/>
                  </a:lnTo>
                  <a:lnTo>
                    <a:pt x="126206" y="55721"/>
                  </a:lnTo>
                  <a:lnTo>
                    <a:pt x="125254" y="57626"/>
                  </a:lnTo>
                  <a:lnTo>
                    <a:pt x="119539" y="61436"/>
                  </a:lnTo>
                  <a:lnTo>
                    <a:pt x="118110" y="64294"/>
                  </a:lnTo>
                  <a:lnTo>
                    <a:pt x="116205" y="70961"/>
                  </a:lnTo>
                  <a:lnTo>
                    <a:pt x="112395" y="75247"/>
                  </a:lnTo>
                  <a:lnTo>
                    <a:pt x="110966" y="77153"/>
                  </a:lnTo>
                  <a:lnTo>
                    <a:pt x="113347" y="76200"/>
                  </a:lnTo>
                  <a:lnTo>
                    <a:pt x="116205" y="73819"/>
                  </a:lnTo>
                  <a:lnTo>
                    <a:pt x="116681" y="74771"/>
                  </a:lnTo>
                  <a:lnTo>
                    <a:pt x="114776" y="77629"/>
                  </a:lnTo>
                  <a:lnTo>
                    <a:pt x="114776" y="81915"/>
                  </a:lnTo>
                  <a:lnTo>
                    <a:pt x="113347" y="87154"/>
                  </a:lnTo>
                  <a:lnTo>
                    <a:pt x="111919" y="90488"/>
                  </a:lnTo>
                  <a:lnTo>
                    <a:pt x="113347" y="92869"/>
                  </a:lnTo>
                  <a:lnTo>
                    <a:pt x="114300" y="96679"/>
                  </a:lnTo>
                  <a:lnTo>
                    <a:pt x="112871" y="99536"/>
                  </a:lnTo>
                  <a:lnTo>
                    <a:pt x="109061" y="100489"/>
                  </a:lnTo>
                  <a:lnTo>
                    <a:pt x="103822" y="100013"/>
                  </a:lnTo>
                  <a:lnTo>
                    <a:pt x="99536" y="102394"/>
                  </a:lnTo>
                  <a:lnTo>
                    <a:pt x="95726" y="105728"/>
                  </a:lnTo>
                  <a:lnTo>
                    <a:pt x="90964" y="115253"/>
                  </a:lnTo>
                  <a:lnTo>
                    <a:pt x="77152" y="125254"/>
                  </a:lnTo>
                  <a:lnTo>
                    <a:pt x="73342" y="127159"/>
                  </a:lnTo>
                  <a:lnTo>
                    <a:pt x="70485" y="127635"/>
                  </a:lnTo>
                  <a:lnTo>
                    <a:pt x="69532" y="129064"/>
                  </a:lnTo>
                  <a:lnTo>
                    <a:pt x="70961" y="130969"/>
                  </a:lnTo>
                  <a:lnTo>
                    <a:pt x="72866" y="132397"/>
                  </a:lnTo>
                  <a:lnTo>
                    <a:pt x="74295" y="137636"/>
                  </a:lnTo>
                  <a:lnTo>
                    <a:pt x="75247" y="148114"/>
                  </a:lnTo>
                  <a:lnTo>
                    <a:pt x="73819" y="150495"/>
                  </a:lnTo>
                  <a:lnTo>
                    <a:pt x="70961" y="150971"/>
                  </a:lnTo>
                  <a:lnTo>
                    <a:pt x="70009" y="150019"/>
                  </a:lnTo>
                  <a:lnTo>
                    <a:pt x="69056" y="149066"/>
                  </a:lnTo>
                  <a:lnTo>
                    <a:pt x="69532" y="147161"/>
                  </a:lnTo>
                  <a:lnTo>
                    <a:pt x="70961" y="146209"/>
                  </a:lnTo>
                  <a:lnTo>
                    <a:pt x="71438" y="145256"/>
                  </a:lnTo>
                  <a:lnTo>
                    <a:pt x="70009" y="143828"/>
                  </a:lnTo>
                  <a:lnTo>
                    <a:pt x="68580" y="143351"/>
                  </a:lnTo>
                  <a:lnTo>
                    <a:pt x="66675" y="140018"/>
                  </a:lnTo>
                  <a:lnTo>
                    <a:pt x="61913" y="134779"/>
                  </a:lnTo>
                  <a:lnTo>
                    <a:pt x="57626" y="131445"/>
                  </a:lnTo>
                  <a:lnTo>
                    <a:pt x="54769" y="126683"/>
                  </a:lnTo>
                  <a:lnTo>
                    <a:pt x="53816" y="125730"/>
                  </a:lnTo>
                  <a:lnTo>
                    <a:pt x="53340" y="126206"/>
                  </a:lnTo>
                  <a:lnTo>
                    <a:pt x="51435" y="129064"/>
                  </a:lnTo>
                  <a:lnTo>
                    <a:pt x="50482" y="131445"/>
                  </a:lnTo>
                  <a:lnTo>
                    <a:pt x="52864" y="133826"/>
                  </a:lnTo>
                  <a:lnTo>
                    <a:pt x="53816" y="136208"/>
                  </a:lnTo>
                  <a:lnTo>
                    <a:pt x="55245" y="139065"/>
                  </a:lnTo>
                  <a:lnTo>
                    <a:pt x="57150" y="141922"/>
                  </a:lnTo>
                  <a:lnTo>
                    <a:pt x="59531" y="147161"/>
                  </a:lnTo>
                  <a:lnTo>
                    <a:pt x="60007" y="149066"/>
                  </a:lnTo>
                  <a:lnTo>
                    <a:pt x="59531" y="150495"/>
                  </a:lnTo>
                  <a:lnTo>
                    <a:pt x="57150" y="151447"/>
                  </a:lnTo>
                  <a:lnTo>
                    <a:pt x="55245" y="153829"/>
                  </a:lnTo>
                  <a:lnTo>
                    <a:pt x="54769" y="156686"/>
                  </a:lnTo>
                  <a:lnTo>
                    <a:pt x="55245" y="158115"/>
                  </a:lnTo>
                  <a:lnTo>
                    <a:pt x="49054" y="162878"/>
                  </a:lnTo>
                  <a:lnTo>
                    <a:pt x="47625" y="163830"/>
                  </a:lnTo>
                  <a:lnTo>
                    <a:pt x="46672" y="162878"/>
                  </a:lnTo>
                  <a:lnTo>
                    <a:pt x="45244" y="160496"/>
                  </a:lnTo>
                  <a:lnTo>
                    <a:pt x="43815" y="158591"/>
                  </a:lnTo>
                  <a:lnTo>
                    <a:pt x="42863" y="158115"/>
                  </a:lnTo>
                  <a:lnTo>
                    <a:pt x="42386" y="158115"/>
                  </a:lnTo>
                  <a:lnTo>
                    <a:pt x="41910" y="158591"/>
                  </a:lnTo>
                  <a:lnTo>
                    <a:pt x="41910" y="159544"/>
                  </a:lnTo>
                  <a:lnTo>
                    <a:pt x="42863" y="163830"/>
                  </a:lnTo>
                  <a:lnTo>
                    <a:pt x="42386" y="165735"/>
                  </a:lnTo>
                  <a:lnTo>
                    <a:pt x="40005" y="167164"/>
                  </a:lnTo>
                  <a:lnTo>
                    <a:pt x="37624" y="174308"/>
                  </a:lnTo>
                  <a:lnTo>
                    <a:pt x="40957" y="177641"/>
                  </a:lnTo>
                  <a:lnTo>
                    <a:pt x="45244" y="183833"/>
                  </a:lnTo>
                  <a:lnTo>
                    <a:pt x="46672" y="186690"/>
                  </a:lnTo>
                  <a:lnTo>
                    <a:pt x="48101" y="187643"/>
                  </a:lnTo>
                  <a:lnTo>
                    <a:pt x="50482" y="192405"/>
                  </a:lnTo>
                  <a:lnTo>
                    <a:pt x="53340" y="192405"/>
                  </a:lnTo>
                  <a:lnTo>
                    <a:pt x="55721" y="196215"/>
                  </a:lnTo>
                  <a:lnTo>
                    <a:pt x="56197" y="198596"/>
                  </a:lnTo>
                  <a:lnTo>
                    <a:pt x="54769" y="206216"/>
                  </a:lnTo>
                  <a:lnTo>
                    <a:pt x="53340" y="206216"/>
                  </a:lnTo>
                  <a:lnTo>
                    <a:pt x="52388" y="205740"/>
                  </a:lnTo>
                  <a:lnTo>
                    <a:pt x="52388" y="209550"/>
                  </a:lnTo>
                  <a:lnTo>
                    <a:pt x="56674" y="215741"/>
                  </a:lnTo>
                  <a:lnTo>
                    <a:pt x="60007" y="222885"/>
                  </a:lnTo>
                  <a:lnTo>
                    <a:pt x="57626" y="226219"/>
                  </a:lnTo>
                  <a:lnTo>
                    <a:pt x="50482" y="230981"/>
                  </a:lnTo>
                  <a:lnTo>
                    <a:pt x="54769" y="235268"/>
                  </a:lnTo>
                  <a:lnTo>
                    <a:pt x="55721" y="238601"/>
                  </a:lnTo>
                  <a:lnTo>
                    <a:pt x="56197" y="242411"/>
                  </a:lnTo>
                  <a:lnTo>
                    <a:pt x="55721" y="247174"/>
                  </a:lnTo>
                  <a:lnTo>
                    <a:pt x="56674" y="255270"/>
                  </a:lnTo>
                  <a:lnTo>
                    <a:pt x="57626" y="257175"/>
                  </a:lnTo>
                  <a:lnTo>
                    <a:pt x="58102" y="259080"/>
                  </a:lnTo>
                  <a:lnTo>
                    <a:pt x="57150" y="263366"/>
                  </a:lnTo>
                  <a:lnTo>
                    <a:pt x="56674" y="267176"/>
                  </a:lnTo>
                  <a:lnTo>
                    <a:pt x="55721" y="269558"/>
                  </a:lnTo>
                  <a:lnTo>
                    <a:pt x="53816" y="271463"/>
                  </a:lnTo>
                  <a:lnTo>
                    <a:pt x="52864" y="272891"/>
                  </a:lnTo>
                  <a:lnTo>
                    <a:pt x="50482" y="274320"/>
                  </a:lnTo>
                  <a:lnTo>
                    <a:pt x="50482" y="275749"/>
                  </a:lnTo>
                  <a:lnTo>
                    <a:pt x="54292" y="274796"/>
                  </a:lnTo>
                  <a:lnTo>
                    <a:pt x="54292" y="276225"/>
                  </a:lnTo>
                  <a:lnTo>
                    <a:pt x="53340" y="278606"/>
                  </a:lnTo>
                  <a:lnTo>
                    <a:pt x="53340" y="280988"/>
                  </a:lnTo>
                  <a:lnTo>
                    <a:pt x="55721" y="284797"/>
                  </a:lnTo>
                  <a:lnTo>
                    <a:pt x="58579" y="280988"/>
                  </a:lnTo>
                  <a:lnTo>
                    <a:pt x="59531" y="281464"/>
                  </a:lnTo>
                  <a:lnTo>
                    <a:pt x="59055" y="286226"/>
                  </a:lnTo>
                  <a:lnTo>
                    <a:pt x="60960" y="287179"/>
                  </a:lnTo>
                  <a:lnTo>
                    <a:pt x="62389" y="287179"/>
                  </a:lnTo>
                  <a:lnTo>
                    <a:pt x="63817" y="285750"/>
                  </a:lnTo>
                  <a:lnTo>
                    <a:pt x="65722" y="285274"/>
                  </a:lnTo>
                  <a:lnTo>
                    <a:pt x="60007" y="296228"/>
                  </a:lnTo>
                  <a:lnTo>
                    <a:pt x="57150" y="300038"/>
                  </a:lnTo>
                  <a:lnTo>
                    <a:pt x="56197" y="304324"/>
                  </a:lnTo>
                  <a:lnTo>
                    <a:pt x="54292" y="304324"/>
                  </a:lnTo>
                  <a:lnTo>
                    <a:pt x="52388" y="308134"/>
                  </a:lnTo>
                  <a:lnTo>
                    <a:pt x="50959" y="310515"/>
                  </a:lnTo>
                  <a:lnTo>
                    <a:pt x="49530" y="313372"/>
                  </a:lnTo>
                  <a:lnTo>
                    <a:pt x="47149" y="314325"/>
                  </a:lnTo>
                  <a:lnTo>
                    <a:pt x="45244" y="314801"/>
                  </a:lnTo>
                  <a:lnTo>
                    <a:pt x="44767" y="315754"/>
                  </a:lnTo>
                  <a:lnTo>
                    <a:pt x="45720" y="318611"/>
                  </a:lnTo>
                  <a:lnTo>
                    <a:pt x="45720" y="320040"/>
                  </a:lnTo>
                  <a:lnTo>
                    <a:pt x="41910" y="322897"/>
                  </a:lnTo>
                  <a:lnTo>
                    <a:pt x="40957" y="324326"/>
                  </a:lnTo>
                  <a:lnTo>
                    <a:pt x="40957" y="325279"/>
                  </a:lnTo>
                  <a:lnTo>
                    <a:pt x="39052" y="324803"/>
                  </a:lnTo>
                  <a:lnTo>
                    <a:pt x="38100" y="325755"/>
                  </a:lnTo>
                  <a:lnTo>
                    <a:pt x="37147" y="328136"/>
                  </a:lnTo>
                  <a:lnTo>
                    <a:pt x="35242" y="330041"/>
                  </a:lnTo>
                  <a:lnTo>
                    <a:pt x="33814" y="330994"/>
                  </a:lnTo>
                  <a:lnTo>
                    <a:pt x="32385" y="331946"/>
                  </a:lnTo>
                  <a:lnTo>
                    <a:pt x="30480" y="332422"/>
                  </a:lnTo>
                  <a:lnTo>
                    <a:pt x="24289" y="331470"/>
                  </a:lnTo>
                  <a:lnTo>
                    <a:pt x="22860" y="333375"/>
                  </a:lnTo>
                  <a:lnTo>
                    <a:pt x="20479" y="332422"/>
                  </a:lnTo>
                  <a:lnTo>
                    <a:pt x="19050" y="332899"/>
                  </a:lnTo>
                  <a:lnTo>
                    <a:pt x="16669" y="334328"/>
                  </a:lnTo>
                  <a:lnTo>
                    <a:pt x="14764" y="336709"/>
                  </a:lnTo>
                  <a:lnTo>
                    <a:pt x="13811" y="338614"/>
                  </a:lnTo>
                  <a:lnTo>
                    <a:pt x="13335" y="347186"/>
                  </a:lnTo>
                  <a:lnTo>
                    <a:pt x="16192" y="351472"/>
                  </a:lnTo>
                  <a:lnTo>
                    <a:pt x="15240" y="356711"/>
                  </a:lnTo>
                  <a:lnTo>
                    <a:pt x="8096" y="354330"/>
                  </a:lnTo>
                  <a:lnTo>
                    <a:pt x="2381" y="357664"/>
                  </a:lnTo>
                  <a:lnTo>
                    <a:pt x="0" y="361950"/>
                  </a:lnTo>
                  <a:lnTo>
                    <a:pt x="4763" y="365284"/>
                  </a:lnTo>
                  <a:lnTo>
                    <a:pt x="5715" y="367665"/>
                  </a:lnTo>
                  <a:lnTo>
                    <a:pt x="6667" y="368141"/>
                  </a:lnTo>
                  <a:lnTo>
                    <a:pt x="10001" y="370522"/>
                  </a:lnTo>
                  <a:lnTo>
                    <a:pt x="11906" y="372904"/>
                  </a:lnTo>
                  <a:lnTo>
                    <a:pt x="15240" y="374333"/>
                  </a:lnTo>
                  <a:lnTo>
                    <a:pt x="17621" y="375761"/>
                  </a:lnTo>
                  <a:lnTo>
                    <a:pt x="24289" y="381000"/>
                  </a:lnTo>
                  <a:lnTo>
                    <a:pt x="28575" y="383381"/>
                  </a:lnTo>
                  <a:lnTo>
                    <a:pt x="33338" y="385763"/>
                  </a:lnTo>
                  <a:lnTo>
                    <a:pt x="40481" y="388144"/>
                  </a:lnTo>
                  <a:lnTo>
                    <a:pt x="44767" y="387668"/>
                  </a:lnTo>
                  <a:lnTo>
                    <a:pt x="45720" y="389572"/>
                  </a:lnTo>
                  <a:lnTo>
                    <a:pt x="46672" y="391478"/>
                  </a:lnTo>
                  <a:lnTo>
                    <a:pt x="48101" y="392430"/>
                  </a:lnTo>
                  <a:lnTo>
                    <a:pt x="50482" y="393383"/>
                  </a:lnTo>
                  <a:lnTo>
                    <a:pt x="51911" y="393859"/>
                  </a:lnTo>
                  <a:lnTo>
                    <a:pt x="52388" y="394335"/>
                  </a:lnTo>
                  <a:lnTo>
                    <a:pt x="53816" y="401479"/>
                  </a:lnTo>
                  <a:lnTo>
                    <a:pt x="54769" y="402431"/>
                  </a:lnTo>
                  <a:lnTo>
                    <a:pt x="58102" y="403384"/>
                  </a:lnTo>
                  <a:lnTo>
                    <a:pt x="62389" y="403860"/>
                  </a:lnTo>
                  <a:lnTo>
                    <a:pt x="64294" y="403384"/>
                  </a:lnTo>
                  <a:lnTo>
                    <a:pt x="68104" y="405289"/>
                  </a:lnTo>
                  <a:lnTo>
                    <a:pt x="70961" y="406241"/>
                  </a:lnTo>
                  <a:lnTo>
                    <a:pt x="73819" y="406718"/>
                  </a:lnTo>
                  <a:lnTo>
                    <a:pt x="75724" y="406718"/>
                  </a:lnTo>
                  <a:lnTo>
                    <a:pt x="76676" y="406241"/>
                  </a:lnTo>
                  <a:lnTo>
                    <a:pt x="77152" y="405765"/>
                  </a:lnTo>
                  <a:lnTo>
                    <a:pt x="79057" y="405765"/>
                  </a:lnTo>
                  <a:lnTo>
                    <a:pt x="81439" y="406718"/>
                  </a:lnTo>
                  <a:lnTo>
                    <a:pt x="85249" y="406718"/>
                  </a:lnTo>
                  <a:lnTo>
                    <a:pt x="87630" y="405765"/>
                  </a:lnTo>
                  <a:lnTo>
                    <a:pt x="88106" y="404336"/>
                  </a:lnTo>
                  <a:lnTo>
                    <a:pt x="88106" y="401955"/>
                  </a:lnTo>
                  <a:lnTo>
                    <a:pt x="89059" y="401003"/>
                  </a:lnTo>
                  <a:lnTo>
                    <a:pt x="91916" y="399574"/>
                  </a:lnTo>
                  <a:lnTo>
                    <a:pt x="93345" y="400050"/>
                  </a:lnTo>
                  <a:lnTo>
                    <a:pt x="100013" y="403384"/>
                  </a:lnTo>
                  <a:lnTo>
                    <a:pt x="101441" y="404336"/>
                  </a:lnTo>
                  <a:lnTo>
                    <a:pt x="103346" y="406718"/>
                  </a:lnTo>
                  <a:lnTo>
                    <a:pt x="106680" y="410051"/>
                  </a:lnTo>
                  <a:lnTo>
                    <a:pt x="110014" y="411956"/>
                  </a:lnTo>
                  <a:lnTo>
                    <a:pt x="115252" y="412909"/>
                  </a:lnTo>
                  <a:lnTo>
                    <a:pt x="120491" y="416243"/>
                  </a:lnTo>
                  <a:lnTo>
                    <a:pt x="126682" y="418624"/>
                  </a:lnTo>
                  <a:lnTo>
                    <a:pt x="128588" y="416243"/>
                  </a:lnTo>
                  <a:lnTo>
                    <a:pt x="130016" y="416243"/>
                  </a:lnTo>
                  <a:lnTo>
                    <a:pt x="131445" y="416719"/>
                  </a:lnTo>
                  <a:lnTo>
                    <a:pt x="134302" y="419100"/>
                  </a:lnTo>
                  <a:lnTo>
                    <a:pt x="136207" y="420529"/>
                  </a:lnTo>
                  <a:lnTo>
                    <a:pt x="138113" y="421481"/>
                  </a:lnTo>
                  <a:lnTo>
                    <a:pt x="140017" y="421958"/>
                  </a:lnTo>
                  <a:lnTo>
                    <a:pt x="141922" y="421958"/>
                  </a:lnTo>
                  <a:lnTo>
                    <a:pt x="143351" y="421958"/>
                  </a:lnTo>
                  <a:lnTo>
                    <a:pt x="144304" y="423386"/>
                  </a:lnTo>
                  <a:lnTo>
                    <a:pt x="145256" y="425291"/>
                  </a:lnTo>
                  <a:lnTo>
                    <a:pt x="147638" y="426720"/>
                  </a:lnTo>
                  <a:lnTo>
                    <a:pt x="150019" y="427672"/>
                  </a:lnTo>
                  <a:lnTo>
                    <a:pt x="151924" y="429578"/>
                  </a:lnTo>
                  <a:lnTo>
                    <a:pt x="153352" y="431006"/>
                  </a:lnTo>
                  <a:lnTo>
                    <a:pt x="154781" y="432435"/>
                  </a:lnTo>
                  <a:lnTo>
                    <a:pt x="156210" y="434340"/>
                  </a:lnTo>
                  <a:lnTo>
                    <a:pt x="157639" y="438150"/>
                  </a:lnTo>
                  <a:lnTo>
                    <a:pt x="158591" y="440531"/>
                  </a:lnTo>
                  <a:lnTo>
                    <a:pt x="159544" y="441960"/>
                  </a:lnTo>
                  <a:lnTo>
                    <a:pt x="159544" y="443389"/>
                  </a:lnTo>
                  <a:lnTo>
                    <a:pt x="161449" y="445770"/>
                  </a:lnTo>
                  <a:lnTo>
                    <a:pt x="162877" y="447199"/>
                  </a:lnTo>
                  <a:lnTo>
                    <a:pt x="165259" y="448151"/>
                  </a:lnTo>
                  <a:lnTo>
                    <a:pt x="169545" y="449104"/>
                  </a:lnTo>
                  <a:lnTo>
                    <a:pt x="171926" y="451485"/>
                  </a:lnTo>
                  <a:lnTo>
                    <a:pt x="173831" y="452438"/>
                  </a:lnTo>
                  <a:lnTo>
                    <a:pt x="176213" y="454819"/>
                  </a:lnTo>
                  <a:lnTo>
                    <a:pt x="178117" y="455295"/>
                  </a:lnTo>
                  <a:lnTo>
                    <a:pt x="180499" y="455295"/>
                  </a:lnTo>
                  <a:lnTo>
                    <a:pt x="182880" y="456247"/>
                  </a:lnTo>
                  <a:lnTo>
                    <a:pt x="184785" y="458629"/>
                  </a:lnTo>
                  <a:lnTo>
                    <a:pt x="185738" y="461486"/>
                  </a:lnTo>
                  <a:lnTo>
                    <a:pt x="187642" y="462915"/>
                  </a:lnTo>
                  <a:lnTo>
                    <a:pt x="188595" y="465772"/>
                  </a:lnTo>
                  <a:lnTo>
                    <a:pt x="187642" y="469106"/>
                  </a:lnTo>
                  <a:lnTo>
                    <a:pt x="188595" y="471011"/>
                  </a:lnTo>
                  <a:lnTo>
                    <a:pt x="190500" y="472440"/>
                  </a:lnTo>
                  <a:lnTo>
                    <a:pt x="193357" y="473869"/>
                  </a:lnTo>
                  <a:lnTo>
                    <a:pt x="196215" y="473393"/>
                  </a:lnTo>
                  <a:lnTo>
                    <a:pt x="197644" y="473869"/>
                  </a:lnTo>
                  <a:lnTo>
                    <a:pt x="198596" y="475297"/>
                  </a:lnTo>
                  <a:lnTo>
                    <a:pt x="199072" y="477203"/>
                  </a:lnTo>
                  <a:lnTo>
                    <a:pt x="200501" y="481489"/>
                  </a:lnTo>
                  <a:lnTo>
                    <a:pt x="200977" y="483870"/>
                  </a:lnTo>
                  <a:lnTo>
                    <a:pt x="200025" y="486251"/>
                  </a:lnTo>
                  <a:lnTo>
                    <a:pt x="199549" y="488156"/>
                  </a:lnTo>
                  <a:lnTo>
                    <a:pt x="200025" y="490538"/>
                  </a:lnTo>
                  <a:lnTo>
                    <a:pt x="202882" y="491490"/>
                  </a:lnTo>
                  <a:lnTo>
                    <a:pt x="205740" y="492443"/>
                  </a:lnTo>
                  <a:lnTo>
                    <a:pt x="207169" y="494347"/>
                  </a:lnTo>
                  <a:lnTo>
                    <a:pt x="209074" y="494824"/>
                  </a:lnTo>
                  <a:lnTo>
                    <a:pt x="211455" y="494824"/>
                  </a:lnTo>
                  <a:lnTo>
                    <a:pt x="214789" y="494347"/>
                  </a:lnTo>
                  <a:lnTo>
                    <a:pt x="216694" y="493395"/>
                  </a:lnTo>
                  <a:lnTo>
                    <a:pt x="217646" y="492919"/>
                  </a:lnTo>
                  <a:lnTo>
                    <a:pt x="219075" y="493395"/>
                  </a:lnTo>
                  <a:lnTo>
                    <a:pt x="221932" y="494347"/>
                  </a:lnTo>
                  <a:lnTo>
                    <a:pt x="225742" y="495300"/>
                  </a:lnTo>
                  <a:lnTo>
                    <a:pt x="229076" y="494824"/>
                  </a:lnTo>
                  <a:lnTo>
                    <a:pt x="231934" y="494347"/>
                  </a:lnTo>
                  <a:lnTo>
                    <a:pt x="234791" y="493871"/>
                  </a:lnTo>
                  <a:lnTo>
                    <a:pt x="237649" y="491966"/>
                  </a:lnTo>
                  <a:lnTo>
                    <a:pt x="240030" y="491966"/>
                  </a:lnTo>
                  <a:lnTo>
                    <a:pt x="241935" y="490538"/>
                  </a:lnTo>
                  <a:lnTo>
                    <a:pt x="244316" y="488633"/>
                  </a:lnTo>
                  <a:lnTo>
                    <a:pt x="246697" y="486728"/>
                  </a:lnTo>
                  <a:lnTo>
                    <a:pt x="248602" y="486251"/>
                  </a:lnTo>
                  <a:lnTo>
                    <a:pt x="251460" y="487204"/>
                  </a:lnTo>
                  <a:lnTo>
                    <a:pt x="255270" y="488633"/>
                  </a:lnTo>
                  <a:lnTo>
                    <a:pt x="257651" y="490538"/>
                  </a:lnTo>
                  <a:lnTo>
                    <a:pt x="259080" y="491014"/>
                  </a:lnTo>
                  <a:lnTo>
                    <a:pt x="260985" y="492443"/>
                  </a:lnTo>
                  <a:lnTo>
                    <a:pt x="264319" y="492443"/>
                  </a:lnTo>
                  <a:lnTo>
                    <a:pt x="267652" y="491490"/>
                  </a:lnTo>
                  <a:lnTo>
                    <a:pt x="270510" y="489109"/>
                  </a:lnTo>
                  <a:lnTo>
                    <a:pt x="273367" y="488633"/>
                  </a:lnTo>
                  <a:lnTo>
                    <a:pt x="275272" y="488156"/>
                  </a:lnTo>
                  <a:lnTo>
                    <a:pt x="277177" y="488633"/>
                  </a:lnTo>
                  <a:lnTo>
                    <a:pt x="284321" y="492919"/>
                  </a:lnTo>
                  <a:lnTo>
                    <a:pt x="286226" y="494824"/>
                  </a:lnTo>
                  <a:lnTo>
                    <a:pt x="288607" y="495300"/>
                  </a:lnTo>
                  <a:lnTo>
                    <a:pt x="290513" y="496253"/>
                  </a:lnTo>
                  <a:lnTo>
                    <a:pt x="293846" y="497681"/>
                  </a:lnTo>
                  <a:lnTo>
                    <a:pt x="295751" y="499110"/>
                  </a:lnTo>
                  <a:lnTo>
                    <a:pt x="298132" y="500063"/>
                  </a:lnTo>
                  <a:lnTo>
                    <a:pt x="300038" y="501968"/>
                  </a:lnTo>
                  <a:lnTo>
                    <a:pt x="302895" y="502920"/>
                  </a:lnTo>
                  <a:lnTo>
                    <a:pt x="305276" y="503396"/>
                  </a:lnTo>
                  <a:lnTo>
                    <a:pt x="306229" y="504825"/>
                  </a:lnTo>
                  <a:lnTo>
                    <a:pt x="306229" y="505778"/>
                  </a:lnTo>
                  <a:lnTo>
                    <a:pt x="305752" y="506254"/>
                  </a:lnTo>
                  <a:lnTo>
                    <a:pt x="303371" y="510064"/>
                  </a:lnTo>
                  <a:lnTo>
                    <a:pt x="298609" y="517684"/>
                  </a:lnTo>
                  <a:lnTo>
                    <a:pt x="294322" y="524351"/>
                  </a:lnTo>
                  <a:lnTo>
                    <a:pt x="287655" y="534829"/>
                  </a:lnTo>
                  <a:lnTo>
                    <a:pt x="283845" y="540544"/>
                  </a:lnTo>
                  <a:lnTo>
                    <a:pt x="284797" y="541020"/>
                  </a:lnTo>
                  <a:lnTo>
                    <a:pt x="290989" y="543401"/>
                  </a:lnTo>
                  <a:lnTo>
                    <a:pt x="292417" y="543401"/>
                  </a:lnTo>
                  <a:lnTo>
                    <a:pt x="294799" y="542925"/>
                  </a:lnTo>
                  <a:lnTo>
                    <a:pt x="296227" y="541972"/>
                  </a:lnTo>
                  <a:lnTo>
                    <a:pt x="297656" y="541972"/>
                  </a:lnTo>
                  <a:lnTo>
                    <a:pt x="299085" y="542925"/>
                  </a:lnTo>
                  <a:lnTo>
                    <a:pt x="300990" y="544354"/>
                  </a:lnTo>
                  <a:lnTo>
                    <a:pt x="302419" y="548164"/>
                  </a:lnTo>
                  <a:lnTo>
                    <a:pt x="303371" y="550069"/>
                  </a:lnTo>
                  <a:lnTo>
                    <a:pt x="305752" y="551497"/>
                  </a:lnTo>
                  <a:lnTo>
                    <a:pt x="308610" y="553879"/>
                  </a:lnTo>
                  <a:lnTo>
                    <a:pt x="310515" y="556260"/>
                  </a:lnTo>
                  <a:lnTo>
                    <a:pt x="310991" y="555308"/>
                  </a:lnTo>
                  <a:lnTo>
                    <a:pt x="312420" y="548640"/>
                  </a:lnTo>
                  <a:lnTo>
                    <a:pt x="314325" y="537210"/>
                  </a:lnTo>
                  <a:lnTo>
                    <a:pt x="316230" y="526733"/>
                  </a:lnTo>
                  <a:lnTo>
                    <a:pt x="318135" y="515303"/>
                  </a:lnTo>
                  <a:lnTo>
                    <a:pt x="320516" y="503396"/>
                  </a:lnTo>
                  <a:lnTo>
                    <a:pt x="322897" y="491490"/>
                  </a:lnTo>
                  <a:lnTo>
                    <a:pt x="324802" y="481965"/>
                  </a:lnTo>
                  <a:lnTo>
                    <a:pt x="326231" y="473393"/>
                  </a:lnTo>
                  <a:lnTo>
                    <a:pt x="327184" y="468154"/>
                  </a:lnTo>
                  <a:lnTo>
                    <a:pt x="328613" y="461486"/>
                  </a:lnTo>
                  <a:lnTo>
                    <a:pt x="329089" y="455771"/>
                  </a:lnTo>
                  <a:lnTo>
                    <a:pt x="329565" y="453866"/>
                  </a:lnTo>
                  <a:lnTo>
                    <a:pt x="329089" y="452438"/>
                  </a:lnTo>
                  <a:lnTo>
                    <a:pt x="327660" y="450533"/>
                  </a:lnTo>
                  <a:lnTo>
                    <a:pt x="327660" y="449580"/>
                  </a:lnTo>
                  <a:lnTo>
                    <a:pt x="327660" y="448628"/>
                  </a:lnTo>
                  <a:lnTo>
                    <a:pt x="327660" y="447675"/>
                  </a:lnTo>
                  <a:lnTo>
                    <a:pt x="326231" y="446722"/>
                  </a:lnTo>
                  <a:lnTo>
                    <a:pt x="325279" y="446246"/>
                  </a:lnTo>
                  <a:lnTo>
                    <a:pt x="324326" y="445294"/>
                  </a:lnTo>
                  <a:lnTo>
                    <a:pt x="323850" y="443865"/>
                  </a:lnTo>
                  <a:lnTo>
                    <a:pt x="323374" y="442436"/>
                  </a:lnTo>
                  <a:lnTo>
                    <a:pt x="322897" y="441008"/>
                  </a:lnTo>
                  <a:lnTo>
                    <a:pt x="321945" y="440055"/>
                  </a:lnTo>
                  <a:lnTo>
                    <a:pt x="321469" y="438626"/>
                  </a:lnTo>
                  <a:lnTo>
                    <a:pt x="321945" y="437197"/>
                  </a:lnTo>
                  <a:lnTo>
                    <a:pt x="322421" y="435769"/>
                  </a:lnTo>
                  <a:lnTo>
                    <a:pt x="321945" y="434340"/>
                  </a:lnTo>
                  <a:lnTo>
                    <a:pt x="321469" y="432911"/>
                  </a:lnTo>
                  <a:lnTo>
                    <a:pt x="320516" y="431483"/>
                  </a:lnTo>
                  <a:lnTo>
                    <a:pt x="319564" y="430530"/>
                  </a:lnTo>
                  <a:lnTo>
                    <a:pt x="316706" y="429578"/>
                  </a:lnTo>
                  <a:lnTo>
                    <a:pt x="313849" y="427196"/>
                  </a:lnTo>
                  <a:lnTo>
                    <a:pt x="310515" y="424815"/>
                  </a:lnTo>
                  <a:lnTo>
                    <a:pt x="306229" y="420529"/>
                  </a:lnTo>
                  <a:lnTo>
                    <a:pt x="305276" y="418624"/>
                  </a:lnTo>
                  <a:lnTo>
                    <a:pt x="305276" y="413385"/>
                  </a:lnTo>
                  <a:lnTo>
                    <a:pt x="305276" y="407670"/>
                  </a:lnTo>
                  <a:lnTo>
                    <a:pt x="305752" y="399097"/>
                  </a:lnTo>
                  <a:lnTo>
                    <a:pt x="305752" y="394811"/>
                  </a:lnTo>
                  <a:lnTo>
                    <a:pt x="308134" y="394335"/>
                  </a:lnTo>
                  <a:lnTo>
                    <a:pt x="310039" y="394335"/>
                  </a:lnTo>
                  <a:lnTo>
                    <a:pt x="312420" y="393859"/>
                  </a:lnTo>
                  <a:lnTo>
                    <a:pt x="314325" y="393383"/>
                  </a:lnTo>
                  <a:lnTo>
                    <a:pt x="316230" y="392906"/>
                  </a:lnTo>
                  <a:lnTo>
                    <a:pt x="317659" y="391954"/>
                  </a:lnTo>
                  <a:lnTo>
                    <a:pt x="319088" y="391478"/>
                  </a:lnTo>
                  <a:lnTo>
                    <a:pt x="320516" y="391478"/>
                  </a:lnTo>
                  <a:lnTo>
                    <a:pt x="321945" y="391001"/>
                  </a:lnTo>
                  <a:lnTo>
                    <a:pt x="323374" y="390525"/>
                  </a:lnTo>
                  <a:lnTo>
                    <a:pt x="324802" y="390049"/>
                  </a:lnTo>
                  <a:lnTo>
                    <a:pt x="326707" y="389572"/>
                  </a:lnTo>
                  <a:lnTo>
                    <a:pt x="328613" y="390525"/>
                  </a:lnTo>
                  <a:lnTo>
                    <a:pt x="329565" y="391478"/>
                  </a:lnTo>
                  <a:lnTo>
                    <a:pt x="330517" y="391954"/>
                  </a:lnTo>
                  <a:lnTo>
                    <a:pt x="331470" y="391954"/>
                  </a:lnTo>
                  <a:lnTo>
                    <a:pt x="332422" y="391954"/>
                  </a:lnTo>
                  <a:lnTo>
                    <a:pt x="333375" y="392906"/>
                  </a:lnTo>
                  <a:lnTo>
                    <a:pt x="334327" y="392906"/>
                  </a:lnTo>
                  <a:lnTo>
                    <a:pt x="335756" y="392906"/>
                  </a:lnTo>
                  <a:lnTo>
                    <a:pt x="337185" y="392906"/>
                  </a:lnTo>
                  <a:lnTo>
                    <a:pt x="337661" y="392430"/>
                  </a:lnTo>
                  <a:lnTo>
                    <a:pt x="337661" y="391954"/>
                  </a:lnTo>
                  <a:lnTo>
                    <a:pt x="337185" y="391001"/>
                  </a:lnTo>
                  <a:lnTo>
                    <a:pt x="336709" y="390049"/>
                  </a:lnTo>
                  <a:lnTo>
                    <a:pt x="337185" y="388620"/>
                  </a:lnTo>
                  <a:lnTo>
                    <a:pt x="337185" y="387191"/>
                  </a:lnTo>
                  <a:lnTo>
                    <a:pt x="337185" y="385286"/>
                  </a:lnTo>
                  <a:lnTo>
                    <a:pt x="336232" y="384334"/>
                  </a:lnTo>
                  <a:lnTo>
                    <a:pt x="335280" y="381953"/>
                  </a:lnTo>
                  <a:lnTo>
                    <a:pt x="334327" y="380047"/>
                  </a:lnTo>
                  <a:lnTo>
                    <a:pt x="332422" y="379095"/>
                  </a:lnTo>
                  <a:lnTo>
                    <a:pt x="330517" y="378619"/>
                  </a:lnTo>
                  <a:lnTo>
                    <a:pt x="329089" y="379571"/>
                  </a:lnTo>
                  <a:lnTo>
                    <a:pt x="327660" y="379571"/>
                  </a:lnTo>
                  <a:lnTo>
                    <a:pt x="326707" y="379095"/>
                  </a:lnTo>
                  <a:lnTo>
                    <a:pt x="325279" y="379095"/>
                  </a:lnTo>
                  <a:lnTo>
                    <a:pt x="323374" y="379095"/>
                  </a:lnTo>
                  <a:lnTo>
                    <a:pt x="321469" y="378619"/>
                  </a:lnTo>
                  <a:lnTo>
                    <a:pt x="318135" y="379095"/>
                  </a:lnTo>
                  <a:lnTo>
                    <a:pt x="317182" y="378619"/>
                  </a:lnTo>
                  <a:lnTo>
                    <a:pt x="315754" y="378619"/>
                  </a:lnTo>
                  <a:lnTo>
                    <a:pt x="313849" y="379095"/>
                  </a:lnTo>
                  <a:lnTo>
                    <a:pt x="313849" y="370522"/>
                  </a:lnTo>
                  <a:lnTo>
                    <a:pt x="313849" y="362426"/>
                  </a:lnTo>
                  <a:lnTo>
                    <a:pt x="313849" y="356711"/>
                  </a:lnTo>
                  <a:lnTo>
                    <a:pt x="315277" y="356711"/>
                  </a:lnTo>
                  <a:lnTo>
                    <a:pt x="317182" y="355759"/>
                  </a:lnTo>
                  <a:lnTo>
                    <a:pt x="320040" y="355759"/>
                  </a:lnTo>
                  <a:lnTo>
                    <a:pt x="322421" y="354806"/>
                  </a:lnTo>
                  <a:lnTo>
                    <a:pt x="323850" y="354806"/>
                  </a:lnTo>
                  <a:lnTo>
                    <a:pt x="326231" y="355283"/>
                  </a:lnTo>
                  <a:lnTo>
                    <a:pt x="328613" y="356235"/>
                  </a:lnTo>
                  <a:lnTo>
                    <a:pt x="330994" y="356235"/>
                  </a:lnTo>
                  <a:lnTo>
                    <a:pt x="337661" y="356235"/>
                  </a:lnTo>
                  <a:lnTo>
                    <a:pt x="344805" y="356235"/>
                  </a:lnTo>
                  <a:lnTo>
                    <a:pt x="352901" y="356235"/>
                  </a:lnTo>
                  <a:lnTo>
                    <a:pt x="360997" y="356235"/>
                  </a:lnTo>
                  <a:lnTo>
                    <a:pt x="368141" y="356235"/>
                  </a:lnTo>
                  <a:lnTo>
                    <a:pt x="370046" y="356235"/>
                  </a:lnTo>
                  <a:lnTo>
                    <a:pt x="368617" y="354330"/>
                  </a:lnTo>
                  <a:lnTo>
                    <a:pt x="367189" y="351949"/>
                  </a:lnTo>
                  <a:lnTo>
                    <a:pt x="367665" y="350044"/>
                  </a:lnTo>
                  <a:lnTo>
                    <a:pt x="368617" y="348139"/>
                  </a:lnTo>
                  <a:lnTo>
                    <a:pt x="369570" y="347186"/>
                  </a:lnTo>
                  <a:lnTo>
                    <a:pt x="371951" y="348139"/>
                  </a:lnTo>
                  <a:lnTo>
                    <a:pt x="373856" y="351472"/>
                  </a:lnTo>
                  <a:lnTo>
                    <a:pt x="375285" y="353854"/>
                  </a:lnTo>
                  <a:lnTo>
                    <a:pt x="376714" y="355283"/>
                  </a:lnTo>
                  <a:lnTo>
                    <a:pt x="378619" y="355283"/>
                  </a:lnTo>
                  <a:lnTo>
                    <a:pt x="380524" y="354806"/>
                  </a:lnTo>
                  <a:lnTo>
                    <a:pt x="382429" y="353854"/>
                  </a:lnTo>
                  <a:lnTo>
                    <a:pt x="385763" y="349568"/>
                  </a:lnTo>
                  <a:lnTo>
                    <a:pt x="389096" y="345758"/>
                  </a:lnTo>
                  <a:lnTo>
                    <a:pt x="391001" y="344329"/>
                  </a:lnTo>
                  <a:lnTo>
                    <a:pt x="392906" y="343376"/>
                  </a:lnTo>
                  <a:lnTo>
                    <a:pt x="394335" y="342900"/>
                  </a:lnTo>
                  <a:lnTo>
                    <a:pt x="396240" y="342900"/>
                  </a:lnTo>
                  <a:lnTo>
                    <a:pt x="397669" y="343853"/>
                  </a:lnTo>
                  <a:lnTo>
                    <a:pt x="398621" y="345758"/>
                  </a:lnTo>
                  <a:lnTo>
                    <a:pt x="402431" y="351949"/>
                  </a:lnTo>
                  <a:lnTo>
                    <a:pt x="405289" y="356711"/>
                  </a:lnTo>
                  <a:lnTo>
                    <a:pt x="406241" y="359569"/>
                  </a:lnTo>
                  <a:lnTo>
                    <a:pt x="406241" y="366713"/>
                  </a:lnTo>
                  <a:lnTo>
                    <a:pt x="406241" y="372904"/>
                  </a:lnTo>
                  <a:lnTo>
                    <a:pt x="406717" y="373856"/>
                  </a:lnTo>
                  <a:lnTo>
                    <a:pt x="407194" y="373856"/>
                  </a:lnTo>
                  <a:lnTo>
                    <a:pt x="413861" y="372428"/>
                  </a:lnTo>
                  <a:lnTo>
                    <a:pt x="408146" y="377666"/>
                  </a:lnTo>
                  <a:close/>
                </a:path>
              </a:pathLst>
            </a:custGeom>
            <a:grpFill/>
            <a:ln w="317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A6376194-7AD8-4894-8B0C-224CA3C5B449}"/>
                </a:ext>
              </a:extLst>
            </p:cNvPr>
            <p:cNvSpPr/>
            <p:nvPr/>
          </p:nvSpPr>
          <p:spPr>
            <a:xfrm>
              <a:off x="8224361" y="2303620"/>
              <a:ext cx="2081211" cy="1377315"/>
            </a:xfrm>
            <a:custGeom>
              <a:avLst/>
              <a:gdLst>
                <a:gd name="connsiteX0" fmla="*/ 1270635 w 2081211"/>
                <a:gd name="connsiteY0" fmla="*/ 1319213 h 1377315"/>
                <a:gd name="connsiteX1" fmla="*/ 1269682 w 2081211"/>
                <a:gd name="connsiteY1" fmla="*/ 1316831 h 1377315"/>
                <a:gd name="connsiteX2" fmla="*/ 1267777 w 2081211"/>
                <a:gd name="connsiteY2" fmla="*/ 1315403 h 1377315"/>
                <a:gd name="connsiteX3" fmla="*/ 1264920 w 2081211"/>
                <a:gd name="connsiteY3" fmla="*/ 1314450 h 1377315"/>
                <a:gd name="connsiteX4" fmla="*/ 1262539 w 2081211"/>
                <a:gd name="connsiteY4" fmla="*/ 1313021 h 1377315"/>
                <a:gd name="connsiteX5" fmla="*/ 1260157 w 2081211"/>
                <a:gd name="connsiteY5" fmla="*/ 1310164 h 1377315"/>
                <a:gd name="connsiteX6" fmla="*/ 1259205 w 2081211"/>
                <a:gd name="connsiteY6" fmla="*/ 1310164 h 1377315"/>
                <a:gd name="connsiteX7" fmla="*/ 1257300 w 2081211"/>
                <a:gd name="connsiteY7" fmla="*/ 1311592 h 1377315"/>
                <a:gd name="connsiteX8" fmla="*/ 1256824 w 2081211"/>
                <a:gd name="connsiteY8" fmla="*/ 1312545 h 1377315"/>
                <a:gd name="connsiteX9" fmla="*/ 1256824 w 2081211"/>
                <a:gd name="connsiteY9" fmla="*/ 1315879 h 1377315"/>
                <a:gd name="connsiteX10" fmla="*/ 1251109 w 2081211"/>
                <a:gd name="connsiteY10" fmla="*/ 1313021 h 1377315"/>
                <a:gd name="connsiteX11" fmla="*/ 1250156 w 2081211"/>
                <a:gd name="connsiteY11" fmla="*/ 1313021 h 1377315"/>
                <a:gd name="connsiteX12" fmla="*/ 1250156 w 2081211"/>
                <a:gd name="connsiteY12" fmla="*/ 1314450 h 1377315"/>
                <a:gd name="connsiteX13" fmla="*/ 1250156 w 2081211"/>
                <a:gd name="connsiteY13" fmla="*/ 1315879 h 1377315"/>
                <a:gd name="connsiteX14" fmla="*/ 1248727 w 2081211"/>
                <a:gd name="connsiteY14" fmla="*/ 1313498 h 1377315"/>
                <a:gd name="connsiteX15" fmla="*/ 1244441 w 2081211"/>
                <a:gd name="connsiteY15" fmla="*/ 1313021 h 1377315"/>
                <a:gd name="connsiteX16" fmla="*/ 1243013 w 2081211"/>
                <a:gd name="connsiteY16" fmla="*/ 1313021 h 1377315"/>
                <a:gd name="connsiteX17" fmla="*/ 1240155 w 2081211"/>
                <a:gd name="connsiteY17" fmla="*/ 1314926 h 1377315"/>
                <a:gd name="connsiteX18" fmla="*/ 1233964 w 2081211"/>
                <a:gd name="connsiteY18" fmla="*/ 1315879 h 1377315"/>
                <a:gd name="connsiteX19" fmla="*/ 1225391 w 2081211"/>
                <a:gd name="connsiteY19" fmla="*/ 1314926 h 1377315"/>
                <a:gd name="connsiteX20" fmla="*/ 1223010 w 2081211"/>
                <a:gd name="connsiteY20" fmla="*/ 1315403 h 1377315"/>
                <a:gd name="connsiteX21" fmla="*/ 1220628 w 2081211"/>
                <a:gd name="connsiteY21" fmla="*/ 1317784 h 1377315"/>
                <a:gd name="connsiteX22" fmla="*/ 1217295 w 2081211"/>
                <a:gd name="connsiteY22" fmla="*/ 1318260 h 1377315"/>
                <a:gd name="connsiteX23" fmla="*/ 1213961 w 2081211"/>
                <a:gd name="connsiteY23" fmla="*/ 1317784 h 1377315"/>
                <a:gd name="connsiteX24" fmla="*/ 1212056 w 2081211"/>
                <a:gd name="connsiteY24" fmla="*/ 1318736 h 1377315"/>
                <a:gd name="connsiteX25" fmla="*/ 1210627 w 2081211"/>
                <a:gd name="connsiteY25" fmla="*/ 1320165 h 1377315"/>
                <a:gd name="connsiteX26" fmla="*/ 1209199 w 2081211"/>
                <a:gd name="connsiteY26" fmla="*/ 1322546 h 1377315"/>
                <a:gd name="connsiteX27" fmla="*/ 1210627 w 2081211"/>
                <a:gd name="connsiteY27" fmla="*/ 1323023 h 1377315"/>
                <a:gd name="connsiteX28" fmla="*/ 1212532 w 2081211"/>
                <a:gd name="connsiteY28" fmla="*/ 1323023 h 1377315"/>
                <a:gd name="connsiteX29" fmla="*/ 1209199 w 2081211"/>
                <a:gd name="connsiteY29" fmla="*/ 1325880 h 1377315"/>
                <a:gd name="connsiteX30" fmla="*/ 1205389 w 2081211"/>
                <a:gd name="connsiteY30" fmla="*/ 1327785 h 1377315"/>
                <a:gd name="connsiteX31" fmla="*/ 1200150 w 2081211"/>
                <a:gd name="connsiteY31" fmla="*/ 1332548 h 1377315"/>
                <a:gd name="connsiteX32" fmla="*/ 1196340 w 2081211"/>
                <a:gd name="connsiteY32" fmla="*/ 1334929 h 1377315"/>
                <a:gd name="connsiteX33" fmla="*/ 1193006 w 2081211"/>
                <a:gd name="connsiteY33" fmla="*/ 1337786 h 1377315"/>
                <a:gd name="connsiteX34" fmla="*/ 1192053 w 2081211"/>
                <a:gd name="connsiteY34" fmla="*/ 1339215 h 1377315"/>
                <a:gd name="connsiteX35" fmla="*/ 1191577 w 2081211"/>
                <a:gd name="connsiteY35" fmla="*/ 1340644 h 1377315"/>
                <a:gd name="connsiteX36" fmla="*/ 1191101 w 2081211"/>
                <a:gd name="connsiteY36" fmla="*/ 1353026 h 1377315"/>
                <a:gd name="connsiteX37" fmla="*/ 1191101 w 2081211"/>
                <a:gd name="connsiteY37" fmla="*/ 1354455 h 1377315"/>
                <a:gd name="connsiteX38" fmla="*/ 1192530 w 2081211"/>
                <a:gd name="connsiteY38" fmla="*/ 1358265 h 1377315"/>
                <a:gd name="connsiteX39" fmla="*/ 1193482 w 2081211"/>
                <a:gd name="connsiteY39" fmla="*/ 1365885 h 1377315"/>
                <a:gd name="connsiteX40" fmla="*/ 1201102 w 2081211"/>
                <a:gd name="connsiteY40" fmla="*/ 1370171 h 1377315"/>
                <a:gd name="connsiteX41" fmla="*/ 1204913 w 2081211"/>
                <a:gd name="connsiteY41" fmla="*/ 1372076 h 1377315"/>
                <a:gd name="connsiteX42" fmla="*/ 1210151 w 2081211"/>
                <a:gd name="connsiteY42" fmla="*/ 1373505 h 1377315"/>
                <a:gd name="connsiteX43" fmla="*/ 1215390 w 2081211"/>
                <a:gd name="connsiteY43" fmla="*/ 1374457 h 1377315"/>
                <a:gd name="connsiteX44" fmla="*/ 1217295 w 2081211"/>
                <a:gd name="connsiteY44" fmla="*/ 1374934 h 1377315"/>
                <a:gd name="connsiteX45" fmla="*/ 1221581 w 2081211"/>
                <a:gd name="connsiteY45" fmla="*/ 1377315 h 1377315"/>
                <a:gd name="connsiteX46" fmla="*/ 1223963 w 2081211"/>
                <a:gd name="connsiteY46" fmla="*/ 1376839 h 1377315"/>
                <a:gd name="connsiteX47" fmla="*/ 1227296 w 2081211"/>
                <a:gd name="connsiteY47" fmla="*/ 1375886 h 1377315"/>
                <a:gd name="connsiteX48" fmla="*/ 1228249 w 2081211"/>
                <a:gd name="connsiteY48" fmla="*/ 1375410 h 1377315"/>
                <a:gd name="connsiteX49" fmla="*/ 1230153 w 2081211"/>
                <a:gd name="connsiteY49" fmla="*/ 1372553 h 1377315"/>
                <a:gd name="connsiteX50" fmla="*/ 1232059 w 2081211"/>
                <a:gd name="connsiteY50" fmla="*/ 1370648 h 1377315"/>
                <a:gd name="connsiteX51" fmla="*/ 1237297 w 2081211"/>
                <a:gd name="connsiteY51" fmla="*/ 1369695 h 1377315"/>
                <a:gd name="connsiteX52" fmla="*/ 1239202 w 2081211"/>
                <a:gd name="connsiteY52" fmla="*/ 1369695 h 1377315"/>
                <a:gd name="connsiteX53" fmla="*/ 1240631 w 2081211"/>
                <a:gd name="connsiteY53" fmla="*/ 1368742 h 1377315"/>
                <a:gd name="connsiteX54" fmla="*/ 1240631 w 2081211"/>
                <a:gd name="connsiteY54" fmla="*/ 1367790 h 1377315"/>
                <a:gd name="connsiteX55" fmla="*/ 1240155 w 2081211"/>
                <a:gd name="connsiteY55" fmla="*/ 1366838 h 1377315"/>
                <a:gd name="connsiteX56" fmla="*/ 1243965 w 2081211"/>
                <a:gd name="connsiteY56" fmla="*/ 1364456 h 1377315"/>
                <a:gd name="connsiteX57" fmla="*/ 1247299 w 2081211"/>
                <a:gd name="connsiteY57" fmla="*/ 1361599 h 1377315"/>
                <a:gd name="connsiteX58" fmla="*/ 1248727 w 2081211"/>
                <a:gd name="connsiteY58" fmla="*/ 1361123 h 1377315"/>
                <a:gd name="connsiteX59" fmla="*/ 1250156 w 2081211"/>
                <a:gd name="connsiteY59" fmla="*/ 1361123 h 1377315"/>
                <a:gd name="connsiteX60" fmla="*/ 1252538 w 2081211"/>
                <a:gd name="connsiteY60" fmla="*/ 1360170 h 1377315"/>
                <a:gd name="connsiteX61" fmla="*/ 1254443 w 2081211"/>
                <a:gd name="connsiteY61" fmla="*/ 1358265 h 1377315"/>
                <a:gd name="connsiteX62" fmla="*/ 1255395 w 2081211"/>
                <a:gd name="connsiteY62" fmla="*/ 1355884 h 1377315"/>
                <a:gd name="connsiteX63" fmla="*/ 1256824 w 2081211"/>
                <a:gd name="connsiteY63" fmla="*/ 1350169 h 1377315"/>
                <a:gd name="connsiteX64" fmla="*/ 1258252 w 2081211"/>
                <a:gd name="connsiteY64" fmla="*/ 1345882 h 1377315"/>
                <a:gd name="connsiteX65" fmla="*/ 1258252 w 2081211"/>
                <a:gd name="connsiteY65" fmla="*/ 1344454 h 1377315"/>
                <a:gd name="connsiteX66" fmla="*/ 1258728 w 2081211"/>
                <a:gd name="connsiteY66" fmla="*/ 1343025 h 1377315"/>
                <a:gd name="connsiteX67" fmla="*/ 1259681 w 2081211"/>
                <a:gd name="connsiteY67" fmla="*/ 1341596 h 1377315"/>
                <a:gd name="connsiteX68" fmla="*/ 1261110 w 2081211"/>
                <a:gd name="connsiteY68" fmla="*/ 1338739 h 1377315"/>
                <a:gd name="connsiteX69" fmla="*/ 1267301 w 2081211"/>
                <a:gd name="connsiteY69" fmla="*/ 1329214 h 1377315"/>
                <a:gd name="connsiteX70" fmla="*/ 1270159 w 2081211"/>
                <a:gd name="connsiteY70" fmla="*/ 1328261 h 1377315"/>
                <a:gd name="connsiteX71" fmla="*/ 1273493 w 2081211"/>
                <a:gd name="connsiteY71" fmla="*/ 1325880 h 1377315"/>
                <a:gd name="connsiteX72" fmla="*/ 1273016 w 2081211"/>
                <a:gd name="connsiteY72" fmla="*/ 1322070 h 1377315"/>
                <a:gd name="connsiteX73" fmla="*/ 1270635 w 2081211"/>
                <a:gd name="connsiteY73" fmla="*/ 1319213 h 1377315"/>
                <a:gd name="connsiteX74" fmla="*/ 2077878 w 2081211"/>
                <a:gd name="connsiteY74" fmla="*/ 253365 h 1377315"/>
                <a:gd name="connsiteX75" fmla="*/ 2076449 w 2081211"/>
                <a:gd name="connsiteY75" fmla="*/ 250031 h 1377315"/>
                <a:gd name="connsiteX76" fmla="*/ 2074545 w 2081211"/>
                <a:gd name="connsiteY76" fmla="*/ 245745 h 1377315"/>
                <a:gd name="connsiteX77" fmla="*/ 2073593 w 2081211"/>
                <a:gd name="connsiteY77" fmla="*/ 243840 h 1377315"/>
                <a:gd name="connsiteX78" fmla="*/ 2075022 w 2081211"/>
                <a:gd name="connsiteY78" fmla="*/ 241459 h 1377315"/>
                <a:gd name="connsiteX79" fmla="*/ 2076449 w 2081211"/>
                <a:gd name="connsiteY79" fmla="*/ 240030 h 1377315"/>
                <a:gd name="connsiteX80" fmla="*/ 2077403 w 2081211"/>
                <a:gd name="connsiteY80" fmla="*/ 238601 h 1377315"/>
                <a:gd name="connsiteX81" fmla="*/ 2077878 w 2081211"/>
                <a:gd name="connsiteY81" fmla="*/ 236220 h 1377315"/>
                <a:gd name="connsiteX82" fmla="*/ 2077403 w 2081211"/>
                <a:gd name="connsiteY82" fmla="*/ 234315 h 1377315"/>
                <a:gd name="connsiteX83" fmla="*/ 2074068 w 2081211"/>
                <a:gd name="connsiteY83" fmla="*/ 231457 h 1377315"/>
                <a:gd name="connsiteX84" fmla="*/ 2070259 w 2081211"/>
                <a:gd name="connsiteY84" fmla="*/ 230029 h 1377315"/>
                <a:gd name="connsiteX85" fmla="*/ 2065972 w 2081211"/>
                <a:gd name="connsiteY85" fmla="*/ 229552 h 1377315"/>
                <a:gd name="connsiteX86" fmla="*/ 2064543 w 2081211"/>
                <a:gd name="connsiteY86" fmla="*/ 229552 h 1377315"/>
                <a:gd name="connsiteX87" fmla="*/ 2061686 w 2081211"/>
                <a:gd name="connsiteY87" fmla="*/ 230029 h 1377315"/>
                <a:gd name="connsiteX88" fmla="*/ 2049303 w 2081211"/>
                <a:gd name="connsiteY88" fmla="*/ 233839 h 1377315"/>
                <a:gd name="connsiteX89" fmla="*/ 2043589 w 2081211"/>
                <a:gd name="connsiteY89" fmla="*/ 236696 h 1377315"/>
                <a:gd name="connsiteX90" fmla="*/ 2040255 w 2081211"/>
                <a:gd name="connsiteY90" fmla="*/ 240030 h 1377315"/>
                <a:gd name="connsiteX91" fmla="*/ 2036922 w 2081211"/>
                <a:gd name="connsiteY91" fmla="*/ 241459 h 1377315"/>
                <a:gd name="connsiteX92" fmla="*/ 2031206 w 2081211"/>
                <a:gd name="connsiteY92" fmla="*/ 241459 h 1377315"/>
                <a:gd name="connsiteX93" fmla="*/ 2025968 w 2081211"/>
                <a:gd name="connsiteY93" fmla="*/ 241459 h 1377315"/>
                <a:gd name="connsiteX94" fmla="*/ 2021681 w 2081211"/>
                <a:gd name="connsiteY94" fmla="*/ 243364 h 1377315"/>
                <a:gd name="connsiteX95" fmla="*/ 2016918 w 2081211"/>
                <a:gd name="connsiteY95" fmla="*/ 247174 h 1377315"/>
                <a:gd name="connsiteX96" fmla="*/ 2013585 w 2081211"/>
                <a:gd name="connsiteY96" fmla="*/ 249079 h 1377315"/>
                <a:gd name="connsiteX97" fmla="*/ 2011203 w 2081211"/>
                <a:gd name="connsiteY97" fmla="*/ 248602 h 1377315"/>
                <a:gd name="connsiteX98" fmla="*/ 2008822 w 2081211"/>
                <a:gd name="connsiteY98" fmla="*/ 250984 h 1377315"/>
                <a:gd name="connsiteX99" fmla="*/ 2006441 w 2081211"/>
                <a:gd name="connsiteY99" fmla="*/ 256222 h 1377315"/>
                <a:gd name="connsiteX100" fmla="*/ 2003584 w 2081211"/>
                <a:gd name="connsiteY100" fmla="*/ 258604 h 1377315"/>
                <a:gd name="connsiteX101" fmla="*/ 2000249 w 2081211"/>
                <a:gd name="connsiteY101" fmla="*/ 258127 h 1377315"/>
                <a:gd name="connsiteX102" fmla="*/ 1992630 w 2081211"/>
                <a:gd name="connsiteY102" fmla="*/ 258604 h 1377315"/>
                <a:gd name="connsiteX103" fmla="*/ 1980247 w 2081211"/>
                <a:gd name="connsiteY103" fmla="*/ 260032 h 1377315"/>
                <a:gd name="connsiteX104" fmla="*/ 1972628 w 2081211"/>
                <a:gd name="connsiteY104" fmla="*/ 260032 h 1377315"/>
                <a:gd name="connsiteX105" fmla="*/ 1969293 w 2081211"/>
                <a:gd name="connsiteY105" fmla="*/ 258127 h 1377315"/>
                <a:gd name="connsiteX106" fmla="*/ 1964531 w 2081211"/>
                <a:gd name="connsiteY106" fmla="*/ 258127 h 1377315"/>
                <a:gd name="connsiteX107" fmla="*/ 1957864 w 2081211"/>
                <a:gd name="connsiteY107" fmla="*/ 259556 h 1377315"/>
                <a:gd name="connsiteX108" fmla="*/ 1953578 w 2081211"/>
                <a:gd name="connsiteY108" fmla="*/ 260032 h 1377315"/>
                <a:gd name="connsiteX109" fmla="*/ 1952149 w 2081211"/>
                <a:gd name="connsiteY109" fmla="*/ 259080 h 1377315"/>
                <a:gd name="connsiteX110" fmla="*/ 1951197 w 2081211"/>
                <a:gd name="connsiteY110" fmla="*/ 256699 h 1377315"/>
                <a:gd name="connsiteX111" fmla="*/ 1950720 w 2081211"/>
                <a:gd name="connsiteY111" fmla="*/ 253365 h 1377315"/>
                <a:gd name="connsiteX112" fmla="*/ 1948339 w 2081211"/>
                <a:gd name="connsiteY112" fmla="*/ 249555 h 1377315"/>
                <a:gd name="connsiteX113" fmla="*/ 1944528 w 2081211"/>
                <a:gd name="connsiteY113" fmla="*/ 245745 h 1377315"/>
                <a:gd name="connsiteX114" fmla="*/ 1944053 w 2081211"/>
                <a:gd name="connsiteY114" fmla="*/ 240982 h 1377315"/>
                <a:gd name="connsiteX115" fmla="*/ 1946434 w 2081211"/>
                <a:gd name="connsiteY115" fmla="*/ 235267 h 1377315"/>
                <a:gd name="connsiteX116" fmla="*/ 1946910 w 2081211"/>
                <a:gd name="connsiteY116" fmla="*/ 231457 h 1377315"/>
                <a:gd name="connsiteX117" fmla="*/ 1945481 w 2081211"/>
                <a:gd name="connsiteY117" fmla="*/ 229552 h 1377315"/>
                <a:gd name="connsiteX118" fmla="*/ 1945005 w 2081211"/>
                <a:gd name="connsiteY118" fmla="*/ 227647 h 1377315"/>
                <a:gd name="connsiteX119" fmla="*/ 1942147 w 2081211"/>
                <a:gd name="connsiteY119" fmla="*/ 225266 h 1377315"/>
                <a:gd name="connsiteX120" fmla="*/ 1940243 w 2081211"/>
                <a:gd name="connsiteY120" fmla="*/ 221456 h 1377315"/>
                <a:gd name="connsiteX121" fmla="*/ 1938814 w 2081211"/>
                <a:gd name="connsiteY121" fmla="*/ 220027 h 1377315"/>
                <a:gd name="connsiteX122" fmla="*/ 1939290 w 2081211"/>
                <a:gd name="connsiteY122" fmla="*/ 216694 h 1377315"/>
                <a:gd name="connsiteX123" fmla="*/ 1941195 w 2081211"/>
                <a:gd name="connsiteY123" fmla="*/ 212884 h 1377315"/>
                <a:gd name="connsiteX124" fmla="*/ 1938814 w 2081211"/>
                <a:gd name="connsiteY124" fmla="*/ 209074 h 1377315"/>
                <a:gd name="connsiteX125" fmla="*/ 1932147 w 2081211"/>
                <a:gd name="connsiteY125" fmla="*/ 209074 h 1377315"/>
                <a:gd name="connsiteX126" fmla="*/ 1926907 w 2081211"/>
                <a:gd name="connsiteY126" fmla="*/ 208121 h 1377315"/>
                <a:gd name="connsiteX127" fmla="*/ 1921668 w 2081211"/>
                <a:gd name="connsiteY127" fmla="*/ 204788 h 1377315"/>
                <a:gd name="connsiteX128" fmla="*/ 1913572 w 2081211"/>
                <a:gd name="connsiteY128" fmla="*/ 194786 h 1377315"/>
                <a:gd name="connsiteX129" fmla="*/ 1909286 w 2081211"/>
                <a:gd name="connsiteY129" fmla="*/ 191452 h 1377315"/>
                <a:gd name="connsiteX130" fmla="*/ 1906428 w 2081211"/>
                <a:gd name="connsiteY130" fmla="*/ 190976 h 1377315"/>
                <a:gd name="connsiteX131" fmla="*/ 1904524 w 2081211"/>
                <a:gd name="connsiteY131" fmla="*/ 189547 h 1377315"/>
                <a:gd name="connsiteX132" fmla="*/ 1903095 w 2081211"/>
                <a:gd name="connsiteY132" fmla="*/ 186690 h 1377315"/>
                <a:gd name="connsiteX133" fmla="*/ 1901190 w 2081211"/>
                <a:gd name="connsiteY133" fmla="*/ 186690 h 1377315"/>
                <a:gd name="connsiteX134" fmla="*/ 1899285 w 2081211"/>
                <a:gd name="connsiteY134" fmla="*/ 186690 h 1377315"/>
                <a:gd name="connsiteX135" fmla="*/ 1898332 w 2081211"/>
                <a:gd name="connsiteY135" fmla="*/ 187642 h 1377315"/>
                <a:gd name="connsiteX136" fmla="*/ 1896903 w 2081211"/>
                <a:gd name="connsiteY136" fmla="*/ 188119 h 1377315"/>
                <a:gd name="connsiteX137" fmla="*/ 1894999 w 2081211"/>
                <a:gd name="connsiteY137" fmla="*/ 187166 h 1377315"/>
                <a:gd name="connsiteX138" fmla="*/ 1892618 w 2081211"/>
                <a:gd name="connsiteY138" fmla="*/ 187166 h 1377315"/>
                <a:gd name="connsiteX139" fmla="*/ 1890236 w 2081211"/>
                <a:gd name="connsiteY139" fmla="*/ 188119 h 1377315"/>
                <a:gd name="connsiteX140" fmla="*/ 1888331 w 2081211"/>
                <a:gd name="connsiteY140" fmla="*/ 187642 h 1377315"/>
                <a:gd name="connsiteX141" fmla="*/ 1886903 w 2081211"/>
                <a:gd name="connsiteY141" fmla="*/ 185738 h 1377315"/>
                <a:gd name="connsiteX142" fmla="*/ 1884045 w 2081211"/>
                <a:gd name="connsiteY142" fmla="*/ 184309 h 1377315"/>
                <a:gd name="connsiteX143" fmla="*/ 1880235 w 2081211"/>
                <a:gd name="connsiteY143" fmla="*/ 183832 h 1377315"/>
                <a:gd name="connsiteX144" fmla="*/ 1878806 w 2081211"/>
                <a:gd name="connsiteY144" fmla="*/ 182404 h 1377315"/>
                <a:gd name="connsiteX145" fmla="*/ 1879282 w 2081211"/>
                <a:gd name="connsiteY145" fmla="*/ 180499 h 1377315"/>
                <a:gd name="connsiteX146" fmla="*/ 1878330 w 2081211"/>
                <a:gd name="connsiteY146" fmla="*/ 179070 h 1377315"/>
                <a:gd name="connsiteX147" fmla="*/ 1875949 w 2081211"/>
                <a:gd name="connsiteY147" fmla="*/ 178117 h 1377315"/>
                <a:gd name="connsiteX148" fmla="*/ 1869757 w 2081211"/>
                <a:gd name="connsiteY148" fmla="*/ 178594 h 1377315"/>
                <a:gd name="connsiteX149" fmla="*/ 1859756 w 2081211"/>
                <a:gd name="connsiteY149" fmla="*/ 180022 h 1377315"/>
                <a:gd name="connsiteX150" fmla="*/ 1851660 w 2081211"/>
                <a:gd name="connsiteY150" fmla="*/ 179546 h 1377315"/>
                <a:gd name="connsiteX151" fmla="*/ 1845468 w 2081211"/>
                <a:gd name="connsiteY151" fmla="*/ 177165 h 1377315"/>
                <a:gd name="connsiteX152" fmla="*/ 1842135 w 2081211"/>
                <a:gd name="connsiteY152" fmla="*/ 174784 h 1377315"/>
                <a:gd name="connsiteX153" fmla="*/ 1841182 w 2081211"/>
                <a:gd name="connsiteY153" fmla="*/ 172879 h 1377315"/>
                <a:gd name="connsiteX154" fmla="*/ 1839278 w 2081211"/>
                <a:gd name="connsiteY154" fmla="*/ 170974 h 1377315"/>
                <a:gd name="connsiteX155" fmla="*/ 1836420 w 2081211"/>
                <a:gd name="connsiteY155" fmla="*/ 169069 h 1377315"/>
                <a:gd name="connsiteX156" fmla="*/ 1834991 w 2081211"/>
                <a:gd name="connsiteY156" fmla="*/ 165735 h 1377315"/>
                <a:gd name="connsiteX157" fmla="*/ 1834515 w 2081211"/>
                <a:gd name="connsiteY157" fmla="*/ 161449 h 1377315"/>
                <a:gd name="connsiteX158" fmla="*/ 1834991 w 2081211"/>
                <a:gd name="connsiteY158" fmla="*/ 157163 h 1377315"/>
                <a:gd name="connsiteX159" fmla="*/ 1837849 w 2081211"/>
                <a:gd name="connsiteY159" fmla="*/ 150971 h 1377315"/>
                <a:gd name="connsiteX160" fmla="*/ 1831181 w 2081211"/>
                <a:gd name="connsiteY160" fmla="*/ 147161 h 1377315"/>
                <a:gd name="connsiteX161" fmla="*/ 1829276 w 2081211"/>
                <a:gd name="connsiteY161" fmla="*/ 144780 h 1377315"/>
                <a:gd name="connsiteX162" fmla="*/ 1829753 w 2081211"/>
                <a:gd name="connsiteY162" fmla="*/ 142875 h 1377315"/>
                <a:gd name="connsiteX163" fmla="*/ 1829276 w 2081211"/>
                <a:gd name="connsiteY163" fmla="*/ 141446 h 1377315"/>
                <a:gd name="connsiteX164" fmla="*/ 1828324 w 2081211"/>
                <a:gd name="connsiteY164" fmla="*/ 140494 h 1377315"/>
                <a:gd name="connsiteX165" fmla="*/ 1828324 w 2081211"/>
                <a:gd name="connsiteY165" fmla="*/ 138589 h 1377315"/>
                <a:gd name="connsiteX166" fmla="*/ 1829753 w 2081211"/>
                <a:gd name="connsiteY166" fmla="*/ 136207 h 1377315"/>
                <a:gd name="connsiteX167" fmla="*/ 1829753 w 2081211"/>
                <a:gd name="connsiteY167" fmla="*/ 132874 h 1377315"/>
                <a:gd name="connsiteX168" fmla="*/ 1828324 w 2081211"/>
                <a:gd name="connsiteY168" fmla="*/ 129064 h 1377315"/>
                <a:gd name="connsiteX169" fmla="*/ 1824514 w 2081211"/>
                <a:gd name="connsiteY169" fmla="*/ 123825 h 1377315"/>
                <a:gd name="connsiteX170" fmla="*/ 1818322 w 2081211"/>
                <a:gd name="connsiteY170" fmla="*/ 116681 h 1377315"/>
                <a:gd name="connsiteX171" fmla="*/ 1814989 w 2081211"/>
                <a:gd name="connsiteY171" fmla="*/ 111442 h 1377315"/>
                <a:gd name="connsiteX172" fmla="*/ 1814512 w 2081211"/>
                <a:gd name="connsiteY172" fmla="*/ 108109 h 1377315"/>
                <a:gd name="connsiteX173" fmla="*/ 1813560 w 2081211"/>
                <a:gd name="connsiteY173" fmla="*/ 105727 h 1377315"/>
                <a:gd name="connsiteX174" fmla="*/ 1812607 w 2081211"/>
                <a:gd name="connsiteY174" fmla="*/ 104299 h 1377315"/>
                <a:gd name="connsiteX175" fmla="*/ 1812131 w 2081211"/>
                <a:gd name="connsiteY175" fmla="*/ 101917 h 1377315"/>
                <a:gd name="connsiteX176" fmla="*/ 1812607 w 2081211"/>
                <a:gd name="connsiteY176" fmla="*/ 99060 h 1377315"/>
                <a:gd name="connsiteX177" fmla="*/ 1812131 w 2081211"/>
                <a:gd name="connsiteY177" fmla="*/ 97155 h 1377315"/>
                <a:gd name="connsiteX178" fmla="*/ 1811178 w 2081211"/>
                <a:gd name="connsiteY178" fmla="*/ 95726 h 1377315"/>
                <a:gd name="connsiteX179" fmla="*/ 1811178 w 2081211"/>
                <a:gd name="connsiteY179" fmla="*/ 93345 h 1377315"/>
                <a:gd name="connsiteX180" fmla="*/ 1810226 w 2081211"/>
                <a:gd name="connsiteY180" fmla="*/ 91440 h 1377315"/>
                <a:gd name="connsiteX181" fmla="*/ 1807845 w 2081211"/>
                <a:gd name="connsiteY181" fmla="*/ 90488 h 1377315"/>
                <a:gd name="connsiteX182" fmla="*/ 1807368 w 2081211"/>
                <a:gd name="connsiteY182" fmla="*/ 88582 h 1377315"/>
                <a:gd name="connsiteX183" fmla="*/ 1807845 w 2081211"/>
                <a:gd name="connsiteY183" fmla="*/ 84296 h 1377315"/>
                <a:gd name="connsiteX184" fmla="*/ 1806416 w 2081211"/>
                <a:gd name="connsiteY184" fmla="*/ 80963 h 1377315"/>
                <a:gd name="connsiteX185" fmla="*/ 1801653 w 2081211"/>
                <a:gd name="connsiteY185" fmla="*/ 74295 h 1377315"/>
                <a:gd name="connsiteX186" fmla="*/ 1800224 w 2081211"/>
                <a:gd name="connsiteY186" fmla="*/ 69532 h 1377315"/>
                <a:gd name="connsiteX187" fmla="*/ 1799749 w 2081211"/>
                <a:gd name="connsiteY187" fmla="*/ 65246 h 1377315"/>
                <a:gd name="connsiteX188" fmla="*/ 1797843 w 2081211"/>
                <a:gd name="connsiteY188" fmla="*/ 63341 h 1377315"/>
                <a:gd name="connsiteX189" fmla="*/ 1797843 w 2081211"/>
                <a:gd name="connsiteY189" fmla="*/ 61436 h 1377315"/>
                <a:gd name="connsiteX190" fmla="*/ 1797368 w 2081211"/>
                <a:gd name="connsiteY190" fmla="*/ 58102 h 1377315"/>
                <a:gd name="connsiteX191" fmla="*/ 1795939 w 2081211"/>
                <a:gd name="connsiteY191" fmla="*/ 57150 h 1377315"/>
                <a:gd name="connsiteX192" fmla="*/ 1794986 w 2081211"/>
                <a:gd name="connsiteY192" fmla="*/ 56197 h 1377315"/>
                <a:gd name="connsiteX193" fmla="*/ 1795462 w 2081211"/>
                <a:gd name="connsiteY193" fmla="*/ 54769 h 1377315"/>
                <a:gd name="connsiteX194" fmla="*/ 1794510 w 2081211"/>
                <a:gd name="connsiteY194" fmla="*/ 52864 h 1377315"/>
                <a:gd name="connsiteX195" fmla="*/ 1792128 w 2081211"/>
                <a:gd name="connsiteY195" fmla="*/ 50959 h 1377315"/>
                <a:gd name="connsiteX196" fmla="*/ 1791176 w 2081211"/>
                <a:gd name="connsiteY196" fmla="*/ 49054 h 1377315"/>
                <a:gd name="connsiteX197" fmla="*/ 1790699 w 2081211"/>
                <a:gd name="connsiteY197" fmla="*/ 47625 h 1377315"/>
                <a:gd name="connsiteX198" fmla="*/ 1789272 w 2081211"/>
                <a:gd name="connsiteY198" fmla="*/ 46196 h 1377315"/>
                <a:gd name="connsiteX199" fmla="*/ 1785461 w 2081211"/>
                <a:gd name="connsiteY199" fmla="*/ 44767 h 1377315"/>
                <a:gd name="connsiteX200" fmla="*/ 1784509 w 2081211"/>
                <a:gd name="connsiteY200" fmla="*/ 42863 h 1377315"/>
                <a:gd name="connsiteX201" fmla="*/ 1784985 w 2081211"/>
                <a:gd name="connsiteY201" fmla="*/ 41434 h 1377315"/>
                <a:gd name="connsiteX202" fmla="*/ 1785937 w 2081211"/>
                <a:gd name="connsiteY202" fmla="*/ 40005 h 1377315"/>
                <a:gd name="connsiteX203" fmla="*/ 1786414 w 2081211"/>
                <a:gd name="connsiteY203" fmla="*/ 39052 h 1377315"/>
                <a:gd name="connsiteX204" fmla="*/ 1786414 w 2081211"/>
                <a:gd name="connsiteY204" fmla="*/ 38100 h 1377315"/>
                <a:gd name="connsiteX205" fmla="*/ 1785937 w 2081211"/>
                <a:gd name="connsiteY205" fmla="*/ 37147 h 1377315"/>
                <a:gd name="connsiteX206" fmla="*/ 1784509 w 2081211"/>
                <a:gd name="connsiteY206" fmla="*/ 35719 h 1377315"/>
                <a:gd name="connsiteX207" fmla="*/ 1782603 w 2081211"/>
                <a:gd name="connsiteY207" fmla="*/ 34290 h 1377315"/>
                <a:gd name="connsiteX208" fmla="*/ 1780222 w 2081211"/>
                <a:gd name="connsiteY208" fmla="*/ 30956 h 1377315"/>
                <a:gd name="connsiteX209" fmla="*/ 1777365 w 2081211"/>
                <a:gd name="connsiteY209" fmla="*/ 30004 h 1377315"/>
                <a:gd name="connsiteX210" fmla="*/ 1775460 w 2081211"/>
                <a:gd name="connsiteY210" fmla="*/ 30004 h 1377315"/>
                <a:gd name="connsiteX211" fmla="*/ 1774031 w 2081211"/>
                <a:gd name="connsiteY211" fmla="*/ 28099 h 1377315"/>
                <a:gd name="connsiteX212" fmla="*/ 1774507 w 2081211"/>
                <a:gd name="connsiteY212" fmla="*/ 27146 h 1377315"/>
                <a:gd name="connsiteX213" fmla="*/ 1774507 w 2081211"/>
                <a:gd name="connsiteY213" fmla="*/ 24765 h 1377315"/>
                <a:gd name="connsiteX214" fmla="*/ 1773078 w 2081211"/>
                <a:gd name="connsiteY214" fmla="*/ 22860 h 1377315"/>
                <a:gd name="connsiteX215" fmla="*/ 1771174 w 2081211"/>
                <a:gd name="connsiteY215" fmla="*/ 22384 h 1377315"/>
                <a:gd name="connsiteX216" fmla="*/ 1769268 w 2081211"/>
                <a:gd name="connsiteY216" fmla="*/ 22860 h 1377315"/>
                <a:gd name="connsiteX217" fmla="*/ 1764982 w 2081211"/>
                <a:gd name="connsiteY217" fmla="*/ 21431 h 1377315"/>
                <a:gd name="connsiteX218" fmla="*/ 1758315 w 2081211"/>
                <a:gd name="connsiteY218" fmla="*/ 17621 h 1377315"/>
                <a:gd name="connsiteX219" fmla="*/ 1753076 w 2081211"/>
                <a:gd name="connsiteY219" fmla="*/ 15716 h 1377315"/>
                <a:gd name="connsiteX220" fmla="*/ 1749743 w 2081211"/>
                <a:gd name="connsiteY220" fmla="*/ 16192 h 1377315"/>
                <a:gd name="connsiteX221" fmla="*/ 1747361 w 2081211"/>
                <a:gd name="connsiteY221" fmla="*/ 17145 h 1377315"/>
                <a:gd name="connsiteX222" fmla="*/ 1746409 w 2081211"/>
                <a:gd name="connsiteY222" fmla="*/ 19050 h 1377315"/>
                <a:gd name="connsiteX223" fmla="*/ 1744028 w 2081211"/>
                <a:gd name="connsiteY223" fmla="*/ 19050 h 1377315"/>
                <a:gd name="connsiteX224" fmla="*/ 1738312 w 2081211"/>
                <a:gd name="connsiteY224" fmla="*/ 15716 h 1377315"/>
                <a:gd name="connsiteX225" fmla="*/ 1732597 w 2081211"/>
                <a:gd name="connsiteY225" fmla="*/ 14764 h 1377315"/>
                <a:gd name="connsiteX226" fmla="*/ 1729264 w 2081211"/>
                <a:gd name="connsiteY226" fmla="*/ 12859 h 1377315"/>
                <a:gd name="connsiteX227" fmla="*/ 1726406 w 2081211"/>
                <a:gd name="connsiteY227" fmla="*/ 9525 h 1377315"/>
                <a:gd name="connsiteX228" fmla="*/ 1724024 w 2081211"/>
                <a:gd name="connsiteY228" fmla="*/ 8096 h 1377315"/>
                <a:gd name="connsiteX229" fmla="*/ 1721643 w 2081211"/>
                <a:gd name="connsiteY229" fmla="*/ 8572 h 1377315"/>
                <a:gd name="connsiteX230" fmla="*/ 1716405 w 2081211"/>
                <a:gd name="connsiteY230" fmla="*/ 6191 h 1377315"/>
                <a:gd name="connsiteX231" fmla="*/ 1707832 w 2081211"/>
                <a:gd name="connsiteY231" fmla="*/ 1429 h 1377315"/>
                <a:gd name="connsiteX232" fmla="*/ 1703070 w 2081211"/>
                <a:gd name="connsiteY232" fmla="*/ 0 h 1377315"/>
                <a:gd name="connsiteX233" fmla="*/ 1701641 w 2081211"/>
                <a:gd name="connsiteY233" fmla="*/ 952 h 1377315"/>
                <a:gd name="connsiteX234" fmla="*/ 1700689 w 2081211"/>
                <a:gd name="connsiteY234" fmla="*/ 952 h 1377315"/>
                <a:gd name="connsiteX235" fmla="*/ 1699260 w 2081211"/>
                <a:gd name="connsiteY235" fmla="*/ 952 h 1377315"/>
                <a:gd name="connsiteX236" fmla="*/ 1696878 w 2081211"/>
                <a:gd name="connsiteY236" fmla="*/ 952 h 1377315"/>
                <a:gd name="connsiteX237" fmla="*/ 1693068 w 2081211"/>
                <a:gd name="connsiteY237" fmla="*/ 0 h 1377315"/>
                <a:gd name="connsiteX238" fmla="*/ 1687830 w 2081211"/>
                <a:gd name="connsiteY238" fmla="*/ 476 h 1377315"/>
                <a:gd name="connsiteX239" fmla="*/ 1681162 w 2081211"/>
                <a:gd name="connsiteY239" fmla="*/ 2857 h 1377315"/>
                <a:gd name="connsiteX240" fmla="*/ 1674018 w 2081211"/>
                <a:gd name="connsiteY240" fmla="*/ 4286 h 1377315"/>
                <a:gd name="connsiteX241" fmla="*/ 1666399 w 2081211"/>
                <a:gd name="connsiteY241" fmla="*/ 4763 h 1377315"/>
                <a:gd name="connsiteX242" fmla="*/ 1661636 w 2081211"/>
                <a:gd name="connsiteY242" fmla="*/ 4286 h 1377315"/>
                <a:gd name="connsiteX243" fmla="*/ 1660207 w 2081211"/>
                <a:gd name="connsiteY243" fmla="*/ 3334 h 1377315"/>
                <a:gd name="connsiteX244" fmla="*/ 1651635 w 2081211"/>
                <a:gd name="connsiteY244" fmla="*/ 4763 h 1377315"/>
                <a:gd name="connsiteX245" fmla="*/ 1639728 w 2081211"/>
                <a:gd name="connsiteY245" fmla="*/ 8096 h 1377315"/>
                <a:gd name="connsiteX246" fmla="*/ 1628299 w 2081211"/>
                <a:gd name="connsiteY246" fmla="*/ 10954 h 1377315"/>
                <a:gd name="connsiteX247" fmla="*/ 1614011 w 2081211"/>
                <a:gd name="connsiteY247" fmla="*/ 12382 h 1377315"/>
                <a:gd name="connsiteX248" fmla="*/ 1604486 w 2081211"/>
                <a:gd name="connsiteY248" fmla="*/ 17621 h 1377315"/>
                <a:gd name="connsiteX249" fmla="*/ 1594961 w 2081211"/>
                <a:gd name="connsiteY249" fmla="*/ 27146 h 1377315"/>
                <a:gd name="connsiteX250" fmla="*/ 1587818 w 2081211"/>
                <a:gd name="connsiteY250" fmla="*/ 32861 h 1377315"/>
                <a:gd name="connsiteX251" fmla="*/ 1583531 w 2081211"/>
                <a:gd name="connsiteY251" fmla="*/ 35242 h 1377315"/>
                <a:gd name="connsiteX252" fmla="*/ 1581626 w 2081211"/>
                <a:gd name="connsiteY252" fmla="*/ 38576 h 1377315"/>
                <a:gd name="connsiteX253" fmla="*/ 1582578 w 2081211"/>
                <a:gd name="connsiteY253" fmla="*/ 42386 h 1377315"/>
                <a:gd name="connsiteX254" fmla="*/ 1586389 w 2081211"/>
                <a:gd name="connsiteY254" fmla="*/ 43815 h 1377315"/>
                <a:gd name="connsiteX255" fmla="*/ 1592580 w 2081211"/>
                <a:gd name="connsiteY255" fmla="*/ 42863 h 1377315"/>
                <a:gd name="connsiteX256" fmla="*/ 1598295 w 2081211"/>
                <a:gd name="connsiteY256" fmla="*/ 43339 h 1377315"/>
                <a:gd name="connsiteX257" fmla="*/ 1603057 w 2081211"/>
                <a:gd name="connsiteY257" fmla="*/ 45720 h 1377315"/>
                <a:gd name="connsiteX258" fmla="*/ 1604486 w 2081211"/>
                <a:gd name="connsiteY258" fmla="*/ 49054 h 1377315"/>
                <a:gd name="connsiteX259" fmla="*/ 1603057 w 2081211"/>
                <a:gd name="connsiteY259" fmla="*/ 53340 h 1377315"/>
                <a:gd name="connsiteX260" fmla="*/ 1603534 w 2081211"/>
                <a:gd name="connsiteY260" fmla="*/ 57626 h 1377315"/>
                <a:gd name="connsiteX261" fmla="*/ 1606391 w 2081211"/>
                <a:gd name="connsiteY261" fmla="*/ 61913 h 1377315"/>
                <a:gd name="connsiteX262" fmla="*/ 1606391 w 2081211"/>
                <a:gd name="connsiteY262" fmla="*/ 66675 h 1377315"/>
                <a:gd name="connsiteX263" fmla="*/ 1604010 w 2081211"/>
                <a:gd name="connsiteY263" fmla="*/ 72390 h 1377315"/>
                <a:gd name="connsiteX264" fmla="*/ 1598295 w 2081211"/>
                <a:gd name="connsiteY264" fmla="*/ 78105 h 1377315"/>
                <a:gd name="connsiteX265" fmla="*/ 1588770 w 2081211"/>
                <a:gd name="connsiteY265" fmla="*/ 83820 h 1377315"/>
                <a:gd name="connsiteX266" fmla="*/ 1583055 w 2081211"/>
                <a:gd name="connsiteY266" fmla="*/ 89535 h 1377315"/>
                <a:gd name="connsiteX267" fmla="*/ 1579722 w 2081211"/>
                <a:gd name="connsiteY267" fmla="*/ 97631 h 1377315"/>
                <a:gd name="connsiteX268" fmla="*/ 1574482 w 2081211"/>
                <a:gd name="connsiteY268" fmla="*/ 104775 h 1377315"/>
                <a:gd name="connsiteX269" fmla="*/ 1572578 w 2081211"/>
                <a:gd name="connsiteY269" fmla="*/ 108585 h 1377315"/>
                <a:gd name="connsiteX270" fmla="*/ 1572101 w 2081211"/>
                <a:gd name="connsiteY270" fmla="*/ 111919 h 1377315"/>
                <a:gd name="connsiteX271" fmla="*/ 1570197 w 2081211"/>
                <a:gd name="connsiteY271" fmla="*/ 115252 h 1377315"/>
                <a:gd name="connsiteX272" fmla="*/ 1566386 w 2081211"/>
                <a:gd name="connsiteY272" fmla="*/ 119063 h 1377315"/>
                <a:gd name="connsiteX273" fmla="*/ 1564481 w 2081211"/>
                <a:gd name="connsiteY273" fmla="*/ 122872 h 1377315"/>
                <a:gd name="connsiteX274" fmla="*/ 1564005 w 2081211"/>
                <a:gd name="connsiteY274" fmla="*/ 126682 h 1377315"/>
                <a:gd name="connsiteX275" fmla="*/ 1562099 w 2081211"/>
                <a:gd name="connsiteY275" fmla="*/ 130016 h 1377315"/>
                <a:gd name="connsiteX276" fmla="*/ 1558766 w 2081211"/>
                <a:gd name="connsiteY276" fmla="*/ 132874 h 1377315"/>
                <a:gd name="connsiteX277" fmla="*/ 1556385 w 2081211"/>
                <a:gd name="connsiteY277" fmla="*/ 136207 h 1377315"/>
                <a:gd name="connsiteX278" fmla="*/ 1555432 w 2081211"/>
                <a:gd name="connsiteY278" fmla="*/ 139541 h 1377315"/>
                <a:gd name="connsiteX279" fmla="*/ 1554003 w 2081211"/>
                <a:gd name="connsiteY279" fmla="*/ 141922 h 1377315"/>
                <a:gd name="connsiteX280" fmla="*/ 1552099 w 2081211"/>
                <a:gd name="connsiteY280" fmla="*/ 142875 h 1377315"/>
                <a:gd name="connsiteX281" fmla="*/ 1553051 w 2081211"/>
                <a:gd name="connsiteY281" fmla="*/ 143827 h 1377315"/>
                <a:gd name="connsiteX282" fmla="*/ 1556861 w 2081211"/>
                <a:gd name="connsiteY282" fmla="*/ 144780 h 1377315"/>
                <a:gd name="connsiteX283" fmla="*/ 1558290 w 2081211"/>
                <a:gd name="connsiteY283" fmla="*/ 148114 h 1377315"/>
                <a:gd name="connsiteX284" fmla="*/ 1557814 w 2081211"/>
                <a:gd name="connsiteY284" fmla="*/ 153829 h 1377315"/>
                <a:gd name="connsiteX285" fmla="*/ 1555432 w 2081211"/>
                <a:gd name="connsiteY285" fmla="*/ 157639 h 1377315"/>
                <a:gd name="connsiteX286" fmla="*/ 1551622 w 2081211"/>
                <a:gd name="connsiteY286" fmla="*/ 160020 h 1377315"/>
                <a:gd name="connsiteX287" fmla="*/ 1545907 w 2081211"/>
                <a:gd name="connsiteY287" fmla="*/ 161449 h 1377315"/>
                <a:gd name="connsiteX288" fmla="*/ 1538287 w 2081211"/>
                <a:gd name="connsiteY288" fmla="*/ 161925 h 1377315"/>
                <a:gd name="connsiteX289" fmla="*/ 1527810 w 2081211"/>
                <a:gd name="connsiteY289" fmla="*/ 167164 h 1377315"/>
                <a:gd name="connsiteX290" fmla="*/ 1518761 w 2081211"/>
                <a:gd name="connsiteY290" fmla="*/ 173831 h 1377315"/>
                <a:gd name="connsiteX291" fmla="*/ 1508284 w 2081211"/>
                <a:gd name="connsiteY291" fmla="*/ 181927 h 1377315"/>
                <a:gd name="connsiteX292" fmla="*/ 1506378 w 2081211"/>
                <a:gd name="connsiteY292" fmla="*/ 181927 h 1377315"/>
                <a:gd name="connsiteX293" fmla="*/ 1502569 w 2081211"/>
                <a:gd name="connsiteY293" fmla="*/ 180975 h 1377315"/>
                <a:gd name="connsiteX294" fmla="*/ 1494949 w 2081211"/>
                <a:gd name="connsiteY294" fmla="*/ 177641 h 1377315"/>
                <a:gd name="connsiteX295" fmla="*/ 1486852 w 2081211"/>
                <a:gd name="connsiteY295" fmla="*/ 177165 h 1377315"/>
                <a:gd name="connsiteX296" fmla="*/ 1479232 w 2081211"/>
                <a:gd name="connsiteY296" fmla="*/ 174307 h 1377315"/>
                <a:gd name="connsiteX297" fmla="*/ 1474946 w 2081211"/>
                <a:gd name="connsiteY297" fmla="*/ 172402 h 1377315"/>
                <a:gd name="connsiteX298" fmla="*/ 1467802 w 2081211"/>
                <a:gd name="connsiteY298" fmla="*/ 168592 h 1377315"/>
                <a:gd name="connsiteX299" fmla="*/ 1464469 w 2081211"/>
                <a:gd name="connsiteY299" fmla="*/ 174784 h 1377315"/>
                <a:gd name="connsiteX300" fmla="*/ 1458277 w 2081211"/>
                <a:gd name="connsiteY300" fmla="*/ 187166 h 1377315"/>
                <a:gd name="connsiteX301" fmla="*/ 1453039 w 2081211"/>
                <a:gd name="connsiteY301" fmla="*/ 197644 h 1377315"/>
                <a:gd name="connsiteX302" fmla="*/ 1450181 w 2081211"/>
                <a:gd name="connsiteY302" fmla="*/ 203359 h 1377315"/>
                <a:gd name="connsiteX303" fmla="*/ 1448276 w 2081211"/>
                <a:gd name="connsiteY303" fmla="*/ 207645 h 1377315"/>
                <a:gd name="connsiteX304" fmla="*/ 1445895 w 2081211"/>
                <a:gd name="connsiteY304" fmla="*/ 211931 h 1377315"/>
                <a:gd name="connsiteX305" fmla="*/ 1445419 w 2081211"/>
                <a:gd name="connsiteY305" fmla="*/ 214313 h 1377315"/>
                <a:gd name="connsiteX306" fmla="*/ 1443038 w 2081211"/>
                <a:gd name="connsiteY306" fmla="*/ 218122 h 1377315"/>
                <a:gd name="connsiteX307" fmla="*/ 1438275 w 2081211"/>
                <a:gd name="connsiteY307" fmla="*/ 222885 h 1377315"/>
                <a:gd name="connsiteX308" fmla="*/ 1437322 w 2081211"/>
                <a:gd name="connsiteY308" fmla="*/ 228124 h 1377315"/>
                <a:gd name="connsiteX309" fmla="*/ 1437322 w 2081211"/>
                <a:gd name="connsiteY309" fmla="*/ 232886 h 1377315"/>
                <a:gd name="connsiteX310" fmla="*/ 1436846 w 2081211"/>
                <a:gd name="connsiteY310" fmla="*/ 237172 h 1377315"/>
                <a:gd name="connsiteX311" fmla="*/ 1432084 w 2081211"/>
                <a:gd name="connsiteY311" fmla="*/ 240030 h 1377315"/>
                <a:gd name="connsiteX312" fmla="*/ 1428274 w 2081211"/>
                <a:gd name="connsiteY312" fmla="*/ 242411 h 1377315"/>
                <a:gd name="connsiteX313" fmla="*/ 1429226 w 2081211"/>
                <a:gd name="connsiteY313" fmla="*/ 250507 h 1377315"/>
                <a:gd name="connsiteX314" fmla="*/ 1431131 w 2081211"/>
                <a:gd name="connsiteY314" fmla="*/ 253365 h 1377315"/>
                <a:gd name="connsiteX315" fmla="*/ 1434465 w 2081211"/>
                <a:gd name="connsiteY315" fmla="*/ 256699 h 1377315"/>
                <a:gd name="connsiteX316" fmla="*/ 1437799 w 2081211"/>
                <a:gd name="connsiteY316" fmla="*/ 259080 h 1377315"/>
                <a:gd name="connsiteX317" fmla="*/ 1440656 w 2081211"/>
                <a:gd name="connsiteY317" fmla="*/ 261461 h 1377315"/>
                <a:gd name="connsiteX318" fmla="*/ 1443990 w 2081211"/>
                <a:gd name="connsiteY318" fmla="*/ 260509 h 1377315"/>
                <a:gd name="connsiteX319" fmla="*/ 1446847 w 2081211"/>
                <a:gd name="connsiteY319" fmla="*/ 257175 h 1377315"/>
                <a:gd name="connsiteX320" fmla="*/ 1452086 w 2081211"/>
                <a:gd name="connsiteY320" fmla="*/ 254317 h 1377315"/>
                <a:gd name="connsiteX321" fmla="*/ 1454944 w 2081211"/>
                <a:gd name="connsiteY321" fmla="*/ 254317 h 1377315"/>
                <a:gd name="connsiteX322" fmla="*/ 1456849 w 2081211"/>
                <a:gd name="connsiteY322" fmla="*/ 254794 h 1377315"/>
                <a:gd name="connsiteX323" fmla="*/ 1461611 w 2081211"/>
                <a:gd name="connsiteY323" fmla="*/ 254794 h 1377315"/>
                <a:gd name="connsiteX324" fmla="*/ 1466374 w 2081211"/>
                <a:gd name="connsiteY324" fmla="*/ 253841 h 1377315"/>
                <a:gd name="connsiteX325" fmla="*/ 1470184 w 2081211"/>
                <a:gd name="connsiteY325" fmla="*/ 253841 h 1377315"/>
                <a:gd name="connsiteX326" fmla="*/ 1474946 w 2081211"/>
                <a:gd name="connsiteY326" fmla="*/ 254794 h 1377315"/>
                <a:gd name="connsiteX327" fmla="*/ 1476851 w 2081211"/>
                <a:gd name="connsiteY327" fmla="*/ 255270 h 1377315"/>
                <a:gd name="connsiteX328" fmla="*/ 1480661 w 2081211"/>
                <a:gd name="connsiteY328" fmla="*/ 256699 h 1377315"/>
                <a:gd name="connsiteX329" fmla="*/ 1484947 w 2081211"/>
                <a:gd name="connsiteY329" fmla="*/ 259556 h 1377315"/>
                <a:gd name="connsiteX330" fmla="*/ 1487805 w 2081211"/>
                <a:gd name="connsiteY330" fmla="*/ 262890 h 1377315"/>
                <a:gd name="connsiteX331" fmla="*/ 1490186 w 2081211"/>
                <a:gd name="connsiteY331" fmla="*/ 263366 h 1377315"/>
                <a:gd name="connsiteX332" fmla="*/ 1491139 w 2081211"/>
                <a:gd name="connsiteY332" fmla="*/ 262414 h 1377315"/>
                <a:gd name="connsiteX333" fmla="*/ 1493520 w 2081211"/>
                <a:gd name="connsiteY333" fmla="*/ 259556 h 1377315"/>
                <a:gd name="connsiteX334" fmla="*/ 1496853 w 2081211"/>
                <a:gd name="connsiteY334" fmla="*/ 256699 h 1377315"/>
                <a:gd name="connsiteX335" fmla="*/ 1501140 w 2081211"/>
                <a:gd name="connsiteY335" fmla="*/ 252413 h 1377315"/>
                <a:gd name="connsiteX336" fmla="*/ 1504474 w 2081211"/>
                <a:gd name="connsiteY336" fmla="*/ 249079 h 1377315"/>
                <a:gd name="connsiteX337" fmla="*/ 1506855 w 2081211"/>
                <a:gd name="connsiteY337" fmla="*/ 248602 h 1377315"/>
                <a:gd name="connsiteX338" fmla="*/ 1511618 w 2081211"/>
                <a:gd name="connsiteY338" fmla="*/ 248602 h 1377315"/>
                <a:gd name="connsiteX339" fmla="*/ 1513522 w 2081211"/>
                <a:gd name="connsiteY339" fmla="*/ 247650 h 1377315"/>
                <a:gd name="connsiteX340" fmla="*/ 1517332 w 2081211"/>
                <a:gd name="connsiteY340" fmla="*/ 247174 h 1377315"/>
                <a:gd name="connsiteX341" fmla="*/ 1520666 w 2081211"/>
                <a:gd name="connsiteY341" fmla="*/ 248602 h 1377315"/>
                <a:gd name="connsiteX342" fmla="*/ 1529239 w 2081211"/>
                <a:gd name="connsiteY342" fmla="*/ 249079 h 1377315"/>
                <a:gd name="connsiteX343" fmla="*/ 1531620 w 2081211"/>
                <a:gd name="connsiteY343" fmla="*/ 250984 h 1377315"/>
                <a:gd name="connsiteX344" fmla="*/ 1535906 w 2081211"/>
                <a:gd name="connsiteY344" fmla="*/ 256222 h 1377315"/>
                <a:gd name="connsiteX345" fmla="*/ 1538287 w 2081211"/>
                <a:gd name="connsiteY345" fmla="*/ 259080 h 1377315"/>
                <a:gd name="connsiteX346" fmla="*/ 1542574 w 2081211"/>
                <a:gd name="connsiteY346" fmla="*/ 260509 h 1377315"/>
                <a:gd name="connsiteX347" fmla="*/ 1544955 w 2081211"/>
                <a:gd name="connsiteY347" fmla="*/ 261461 h 1377315"/>
                <a:gd name="connsiteX348" fmla="*/ 1547336 w 2081211"/>
                <a:gd name="connsiteY348" fmla="*/ 262414 h 1377315"/>
                <a:gd name="connsiteX349" fmla="*/ 1549718 w 2081211"/>
                <a:gd name="connsiteY349" fmla="*/ 263842 h 1377315"/>
                <a:gd name="connsiteX350" fmla="*/ 1550193 w 2081211"/>
                <a:gd name="connsiteY350" fmla="*/ 265271 h 1377315"/>
                <a:gd name="connsiteX351" fmla="*/ 1551147 w 2081211"/>
                <a:gd name="connsiteY351" fmla="*/ 267652 h 1377315"/>
                <a:gd name="connsiteX352" fmla="*/ 1552574 w 2081211"/>
                <a:gd name="connsiteY352" fmla="*/ 269081 h 1377315"/>
                <a:gd name="connsiteX353" fmla="*/ 1554956 w 2081211"/>
                <a:gd name="connsiteY353" fmla="*/ 270510 h 1377315"/>
                <a:gd name="connsiteX354" fmla="*/ 1556861 w 2081211"/>
                <a:gd name="connsiteY354" fmla="*/ 271463 h 1377315"/>
                <a:gd name="connsiteX355" fmla="*/ 1557337 w 2081211"/>
                <a:gd name="connsiteY355" fmla="*/ 273367 h 1377315"/>
                <a:gd name="connsiteX356" fmla="*/ 1557814 w 2081211"/>
                <a:gd name="connsiteY356" fmla="*/ 274320 h 1377315"/>
                <a:gd name="connsiteX357" fmla="*/ 1559718 w 2081211"/>
                <a:gd name="connsiteY357" fmla="*/ 275749 h 1377315"/>
                <a:gd name="connsiteX358" fmla="*/ 1564957 w 2081211"/>
                <a:gd name="connsiteY358" fmla="*/ 280988 h 1377315"/>
                <a:gd name="connsiteX359" fmla="*/ 1567339 w 2081211"/>
                <a:gd name="connsiteY359" fmla="*/ 282416 h 1377315"/>
                <a:gd name="connsiteX360" fmla="*/ 1571149 w 2081211"/>
                <a:gd name="connsiteY360" fmla="*/ 285274 h 1377315"/>
                <a:gd name="connsiteX361" fmla="*/ 1572578 w 2081211"/>
                <a:gd name="connsiteY361" fmla="*/ 287655 h 1377315"/>
                <a:gd name="connsiteX362" fmla="*/ 1572578 w 2081211"/>
                <a:gd name="connsiteY362" fmla="*/ 290513 h 1377315"/>
                <a:gd name="connsiteX363" fmla="*/ 1573530 w 2081211"/>
                <a:gd name="connsiteY363" fmla="*/ 292417 h 1377315"/>
                <a:gd name="connsiteX364" fmla="*/ 1575911 w 2081211"/>
                <a:gd name="connsiteY364" fmla="*/ 295275 h 1377315"/>
                <a:gd name="connsiteX365" fmla="*/ 1577340 w 2081211"/>
                <a:gd name="connsiteY365" fmla="*/ 297180 h 1377315"/>
                <a:gd name="connsiteX366" fmla="*/ 1576864 w 2081211"/>
                <a:gd name="connsiteY366" fmla="*/ 300038 h 1377315"/>
                <a:gd name="connsiteX367" fmla="*/ 1577340 w 2081211"/>
                <a:gd name="connsiteY367" fmla="*/ 302419 h 1377315"/>
                <a:gd name="connsiteX368" fmla="*/ 1576387 w 2081211"/>
                <a:gd name="connsiteY368" fmla="*/ 304800 h 1377315"/>
                <a:gd name="connsiteX369" fmla="*/ 1572101 w 2081211"/>
                <a:gd name="connsiteY369" fmla="*/ 306705 h 1377315"/>
                <a:gd name="connsiteX370" fmla="*/ 1570672 w 2081211"/>
                <a:gd name="connsiteY370" fmla="*/ 307657 h 1377315"/>
                <a:gd name="connsiteX371" fmla="*/ 1567815 w 2081211"/>
                <a:gd name="connsiteY371" fmla="*/ 307657 h 1377315"/>
                <a:gd name="connsiteX372" fmla="*/ 1563053 w 2081211"/>
                <a:gd name="connsiteY372" fmla="*/ 306705 h 1377315"/>
                <a:gd name="connsiteX373" fmla="*/ 1558290 w 2081211"/>
                <a:gd name="connsiteY373" fmla="*/ 307181 h 1377315"/>
                <a:gd name="connsiteX374" fmla="*/ 1552574 w 2081211"/>
                <a:gd name="connsiteY374" fmla="*/ 306229 h 1377315"/>
                <a:gd name="connsiteX375" fmla="*/ 1547812 w 2081211"/>
                <a:gd name="connsiteY375" fmla="*/ 303847 h 1377315"/>
                <a:gd name="connsiteX376" fmla="*/ 1545431 w 2081211"/>
                <a:gd name="connsiteY376" fmla="*/ 301942 h 1377315"/>
                <a:gd name="connsiteX377" fmla="*/ 1541622 w 2081211"/>
                <a:gd name="connsiteY377" fmla="*/ 300990 h 1377315"/>
                <a:gd name="connsiteX378" fmla="*/ 1539716 w 2081211"/>
                <a:gd name="connsiteY378" fmla="*/ 301466 h 1377315"/>
                <a:gd name="connsiteX379" fmla="*/ 1537335 w 2081211"/>
                <a:gd name="connsiteY379" fmla="*/ 303847 h 1377315"/>
                <a:gd name="connsiteX380" fmla="*/ 1534953 w 2081211"/>
                <a:gd name="connsiteY380" fmla="*/ 303371 h 1377315"/>
                <a:gd name="connsiteX381" fmla="*/ 1532572 w 2081211"/>
                <a:gd name="connsiteY381" fmla="*/ 303847 h 1377315"/>
                <a:gd name="connsiteX382" fmla="*/ 1526381 w 2081211"/>
                <a:gd name="connsiteY382" fmla="*/ 303371 h 1377315"/>
                <a:gd name="connsiteX383" fmla="*/ 1523047 w 2081211"/>
                <a:gd name="connsiteY383" fmla="*/ 302895 h 1377315"/>
                <a:gd name="connsiteX384" fmla="*/ 1517809 w 2081211"/>
                <a:gd name="connsiteY384" fmla="*/ 304324 h 1377315"/>
                <a:gd name="connsiteX385" fmla="*/ 1514951 w 2081211"/>
                <a:gd name="connsiteY385" fmla="*/ 304800 h 1377315"/>
                <a:gd name="connsiteX386" fmla="*/ 1509713 w 2081211"/>
                <a:gd name="connsiteY386" fmla="*/ 306705 h 1377315"/>
                <a:gd name="connsiteX387" fmla="*/ 1506378 w 2081211"/>
                <a:gd name="connsiteY387" fmla="*/ 310039 h 1377315"/>
                <a:gd name="connsiteX388" fmla="*/ 1503997 w 2081211"/>
                <a:gd name="connsiteY388" fmla="*/ 310991 h 1377315"/>
                <a:gd name="connsiteX389" fmla="*/ 1501616 w 2081211"/>
                <a:gd name="connsiteY389" fmla="*/ 310991 h 1377315"/>
                <a:gd name="connsiteX390" fmla="*/ 1499711 w 2081211"/>
                <a:gd name="connsiteY390" fmla="*/ 309563 h 1377315"/>
                <a:gd name="connsiteX391" fmla="*/ 1497330 w 2081211"/>
                <a:gd name="connsiteY391" fmla="*/ 308134 h 1377315"/>
                <a:gd name="connsiteX392" fmla="*/ 1493520 w 2081211"/>
                <a:gd name="connsiteY392" fmla="*/ 308134 h 1377315"/>
                <a:gd name="connsiteX393" fmla="*/ 1492568 w 2081211"/>
                <a:gd name="connsiteY393" fmla="*/ 308610 h 1377315"/>
                <a:gd name="connsiteX394" fmla="*/ 1492091 w 2081211"/>
                <a:gd name="connsiteY394" fmla="*/ 310039 h 1377315"/>
                <a:gd name="connsiteX395" fmla="*/ 1490663 w 2081211"/>
                <a:gd name="connsiteY395" fmla="*/ 314325 h 1377315"/>
                <a:gd name="connsiteX396" fmla="*/ 1490663 w 2081211"/>
                <a:gd name="connsiteY396" fmla="*/ 316230 h 1377315"/>
                <a:gd name="connsiteX397" fmla="*/ 1489710 w 2081211"/>
                <a:gd name="connsiteY397" fmla="*/ 317659 h 1377315"/>
                <a:gd name="connsiteX398" fmla="*/ 1487328 w 2081211"/>
                <a:gd name="connsiteY398" fmla="*/ 318135 h 1377315"/>
                <a:gd name="connsiteX399" fmla="*/ 1483519 w 2081211"/>
                <a:gd name="connsiteY399" fmla="*/ 318135 h 1377315"/>
                <a:gd name="connsiteX400" fmla="*/ 1477327 w 2081211"/>
                <a:gd name="connsiteY400" fmla="*/ 317659 h 1377315"/>
                <a:gd name="connsiteX401" fmla="*/ 1473041 w 2081211"/>
                <a:gd name="connsiteY401" fmla="*/ 316706 h 1377315"/>
                <a:gd name="connsiteX402" fmla="*/ 1470660 w 2081211"/>
                <a:gd name="connsiteY402" fmla="*/ 317182 h 1377315"/>
                <a:gd name="connsiteX403" fmla="*/ 1467326 w 2081211"/>
                <a:gd name="connsiteY403" fmla="*/ 319564 h 1377315"/>
                <a:gd name="connsiteX404" fmla="*/ 1464945 w 2081211"/>
                <a:gd name="connsiteY404" fmla="*/ 320040 h 1377315"/>
                <a:gd name="connsiteX405" fmla="*/ 1463040 w 2081211"/>
                <a:gd name="connsiteY405" fmla="*/ 320992 h 1377315"/>
                <a:gd name="connsiteX406" fmla="*/ 1461611 w 2081211"/>
                <a:gd name="connsiteY406" fmla="*/ 324326 h 1377315"/>
                <a:gd name="connsiteX407" fmla="*/ 1459230 w 2081211"/>
                <a:gd name="connsiteY407" fmla="*/ 326231 h 1377315"/>
                <a:gd name="connsiteX408" fmla="*/ 1456372 w 2081211"/>
                <a:gd name="connsiteY408" fmla="*/ 329089 h 1377315"/>
                <a:gd name="connsiteX409" fmla="*/ 1453039 w 2081211"/>
                <a:gd name="connsiteY409" fmla="*/ 334804 h 1377315"/>
                <a:gd name="connsiteX410" fmla="*/ 1451134 w 2081211"/>
                <a:gd name="connsiteY410" fmla="*/ 338138 h 1377315"/>
                <a:gd name="connsiteX411" fmla="*/ 1451610 w 2081211"/>
                <a:gd name="connsiteY411" fmla="*/ 340042 h 1377315"/>
                <a:gd name="connsiteX412" fmla="*/ 1452086 w 2081211"/>
                <a:gd name="connsiteY412" fmla="*/ 341947 h 1377315"/>
                <a:gd name="connsiteX413" fmla="*/ 1450657 w 2081211"/>
                <a:gd name="connsiteY413" fmla="*/ 344329 h 1377315"/>
                <a:gd name="connsiteX414" fmla="*/ 1447800 w 2081211"/>
                <a:gd name="connsiteY414" fmla="*/ 346710 h 1377315"/>
                <a:gd name="connsiteX415" fmla="*/ 1445419 w 2081211"/>
                <a:gd name="connsiteY415" fmla="*/ 347186 h 1377315"/>
                <a:gd name="connsiteX416" fmla="*/ 1441609 w 2081211"/>
                <a:gd name="connsiteY416" fmla="*/ 349091 h 1377315"/>
                <a:gd name="connsiteX417" fmla="*/ 1436846 w 2081211"/>
                <a:gd name="connsiteY417" fmla="*/ 352901 h 1377315"/>
                <a:gd name="connsiteX418" fmla="*/ 1433036 w 2081211"/>
                <a:gd name="connsiteY418" fmla="*/ 356235 h 1377315"/>
                <a:gd name="connsiteX419" fmla="*/ 1428274 w 2081211"/>
                <a:gd name="connsiteY419" fmla="*/ 357188 h 1377315"/>
                <a:gd name="connsiteX420" fmla="*/ 1424940 w 2081211"/>
                <a:gd name="connsiteY420" fmla="*/ 358140 h 1377315"/>
                <a:gd name="connsiteX421" fmla="*/ 1417320 w 2081211"/>
                <a:gd name="connsiteY421" fmla="*/ 359092 h 1377315"/>
                <a:gd name="connsiteX422" fmla="*/ 1415415 w 2081211"/>
                <a:gd name="connsiteY422" fmla="*/ 359569 h 1377315"/>
                <a:gd name="connsiteX423" fmla="*/ 1407319 w 2081211"/>
                <a:gd name="connsiteY423" fmla="*/ 360045 h 1377315"/>
                <a:gd name="connsiteX424" fmla="*/ 1401127 w 2081211"/>
                <a:gd name="connsiteY424" fmla="*/ 358140 h 1377315"/>
                <a:gd name="connsiteX425" fmla="*/ 1397794 w 2081211"/>
                <a:gd name="connsiteY425" fmla="*/ 358616 h 1377315"/>
                <a:gd name="connsiteX426" fmla="*/ 1394936 w 2081211"/>
                <a:gd name="connsiteY426" fmla="*/ 359569 h 1377315"/>
                <a:gd name="connsiteX427" fmla="*/ 1393507 w 2081211"/>
                <a:gd name="connsiteY427" fmla="*/ 360521 h 1377315"/>
                <a:gd name="connsiteX428" fmla="*/ 1393031 w 2081211"/>
                <a:gd name="connsiteY428" fmla="*/ 362426 h 1377315"/>
                <a:gd name="connsiteX429" fmla="*/ 1392555 w 2081211"/>
                <a:gd name="connsiteY429" fmla="*/ 364331 h 1377315"/>
                <a:gd name="connsiteX430" fmla="*/ 1390174 w 2081211"/>
                <a:gd name="connsiteY430" fmla="*/ 367189 h 1377315"/>
                <a:gd name="connsiteX431" fmla="*/ 1385411 w 2081211"/>
                <a:gd name="connsiteY431" fmla="*/ 370999 h 1377315"/>
                <a:gd name="connsiteX432" fmla="*/ 1381601 w 2081211"/>
                <a:gd name="connsiteY432" fmla="*/ 373380 h 1377315"/>
                <a:gd name="connsiteX433" fmla="*/ 1378744 w 2081211"/>
                <a:gd name="connsiteY433" fmla="*/ 376714 h 1377315"/>
                <a:gd name="connsiteX434" fmla="*/ 1376839 w 2081211"/>
                <a:gd name="connsiteY434" fmla="*/ 377666 h 1377315"/>
                <a:gd name="connsiteX435" fmla="*/ 1373505 w 2081211"/>
                <a:gd name="connsiteY435" fmla="*/ 379095 h 1377315"/>
                <a:gd name="connsiteX436" fmla="*/ 1371600 w 2081211"/>
                <a:gd name="connsiteY436" fmla="*/ 379571 h 1377315"/>
                <a:gd name="connsiteX437" fmla="*/ 1367314 w 2081211"/>
                <a:gd name="connsiteY437" fmla="*/ 382429 h 1377315"/>
                <a:gd name="connsiteX438" fmla="*/ 1363980 w 2081211"/>
                <a:gd name="connsiteY438" fmla="*/ 384810 h 1377315"/>
                <a:gd name="connsiteX439" fmla="*/ 1361599 w 2081211"/>
                <a:gd name="connsiteY439" fmla="*/ 385763 h 1377315"/>
                <a:gd name="connsiteX440" fmla="*/ 1358741 w 2081211"/>
                <a:gd name="connsiteY440" fmla="*/ 385286 h 1377315"/>
                <a:gd name="connsiteX441" fmla="*/ 1356836 w 2081211"/>
                <a:gd name="connsiteY441" fmla="*/ 385286 h 1377315"/>
                <a:gd name="connsiteX442" fmla="*/ 1351597 w 2081211"/>
                <a:gd name="connsiteY442" fmla="*/ 384334 h 1377315"/>
                <a:gd name="connsiteX443" fmla="*/ 1348264 w 2081211"/>
                <a:gd name="connsiteY443" fmla="*/ 384334 h 1377315"/>
                <a:gd name="connsiteX444" fmla="*/ 1343501 w 2081211"/>
                <a:gd name="connsiteY444" fmla="*/ 383857 h 1377315"/>
                <a:gd name="connsiteX445" fmla="*/ 1332071 w 2081211"/>
                <a:gd name="connsiteY445" fmla="*/ 381000 h 1377315"/>
                <a:gd name="connsiteX446" fmla="*/ 1328261 w 2081211"/>
                <a:gd name="connsiteY446" fmla="*/ 379571 h 1377315"/>
                <a:gd name="connsiteX447" fmla="*/ 1324927 w 2081211"/>
                <a:gd name="connsiteY447" fmla="*/ 375761 h 1377315"/>
                <a:gd name="connsiteX448" fmla="*/ 1322070 w 2081211"/>
                <a:gd name="connsiteY448" fmla="*/ 373856 h 1377315"/>
                <a:gd name="connsiteX449" fmla="*/ 1317784 w 2081211"/>
                <a:gd name="connsiteY449" fmla="*/ 373856 h 1377315"/>
                <a:gd name="connsiteX450" fmla="*/ 1311593 w 2081211"/>
                <a:gd name="connsiteY450" fmla="*/ 373856 h 1377315"/>
                <a:gd name="connsiteX451" fmla="*/ 1308735 w 2081211"/>
                <a:gd name="connsiteY451" fmla="*/ 372904 h 1377315"/>
                <a:gd name="connsiteX452" fmla="*/ 1303972 w 2081211"/>
                <a:gd name="connsiteY452" fmla="*/ 373856 h 1377315"/>
                <a:gd name="connsiteX453" fmla="*/ 1299210 w 2081211"/>
                <a:gd name="connsiteY453" fmla="*/ 377666 h 1377315"/>
                <a:gd name="connsiteX454" fmla="*/ 1296828 w 2081211"/>
                <a:gd name="connsiteY454" fmla="*/ 380524 h 1377315"/>
                <a:gd name="connsiteX455" fmla="*/ 1294924 w 2081211"/>
                <a:gd name="connsiteY455" fmla="*/ 383381 h 1377315"/>
                <a:gd name="connsiteX456" fmla="*/ 1292543 w 2081211"/>
                <a:gd name="connsiteY456" fmla="*/ 389572 h 1377315"/>
                <a:gd name="connsiteX457" fmla="*/ 1291590 w 2081211"/>
                <a:gd name="connsiteY457" fmla="*/ 393859 h 1377315"/>
                <a:gd name="connsiteX458" fmla="*/ 1290638 w 2081211"/>
                <a:gd name="connsiteY458" fmla="*/ 396240 h 1377315"/>
                <a:gd name="connsiteX459" fmla="*/ 1287780 w 2081211"/>
                <a:gd name="connsiteY459" fmla="*/ 400050 h 1377315"/>
                <a:gd name="connsiteX460" fmla="*/ 1287303 w 2081211"/>
                <a:gd name="connsiteY460" fmla="*/ 402431 h 1377315"/>
                <a:gd name="connsiteX461" fmla="*/ 1288256 w 2081211"/>
                <a:gd name="connsiteY461" fmla="*/ 404336 h 1377315"/>
                <a:gd name="connsiteX462" fmla="*/ 1290161 w 2081211"/>
                <a:gd name="connsiteY462" fmla="*/ 406241 h 1377315"/>
                <a:gd name="connsiteX463" fmla="*/ 1291114 w 2081211"/>
                <a:gd name="connsiteY463" fmla="*/ 409575 h 1377315"/>
                <a:gd name="connsiteX464" fmla="*/ 1293971 w 2081211"/>
                <a:gd name="connsiteY464" fmla="*/ 412909 h 1377315"/>
                <a:gd name="connsiteX465" fmla="*/ 1296828 w 2081211"/>
                <a:gd name="connsiteY465" fmla="*/ 415766 h 1377315"/>
                <a:gd name="connsiteX466" fmla="*/ 1302068 w 2081211"/>
                <a:gd name="connsiteY466" fmla="*/ 420052 h 1377315"/>
                <a:gd name="connsiteX467" fmla="*/ 1303496 w 2081211"/>
                <a:gd name="connsiteY467" fmla="*/ 422434 h 1377315"/>
                <a:gd name="connsiteX468" fmla="*/ 1305401 w 2081211"/>
                <a:gd name="connsiteY468" fmla="*/ 425291 h 1377315"/>
                <a:gd name="connsiteX469" fmla="*/ 1305877 w 2081211"/>
                <a:gd name="connsiteY469" fmla="*/ 427672 h 1377315"/>
                <a:gd name="connsiteX470" fmla="*/ 1305401 w 2081211"/>
                <a:gd name="connsiteY470" fmla="*/ 429577 h 1377315"/>
                <a:gd name="connsiteX471" fmla="*/ 1303496 w 2081211"/>
                <a:gd name="connsiteY471" fmla="*/ 431006 h 1377315"/>
                <a:gd name="connsiteX472" fmla="*/ 1299686 w 2081211"/>
                <a:gd name="connsiteY472" fmla="*/ 431482 h 1377315"/>
                <a:gd name="connsiteX473" fmla="*/ 1297781 w 2081211"/>
                <a:gd name="connsiteY473" fmla="*/ 433388 h 1377315"/>
                <a:gd name="connsiteX474" fmla="*/ 1294924 w 2081211"/>
                <a:gd name="connsiteY474" fmla="*/ 435769 h 1377315"/>
                <a:gd name="connsiteX475" fmla="*/ 1291590 w 2081211"/>
                <a:gd name="connsiteY475" fmla="*/ 438626 h 1377315"/>
                <a:gd name="connsiteX476" fmla="*/ 1290161 w 2081211"/>
                <a:gd name="connsiteY476" fmla="*/ 438626 h 1377315"/>
                <a:gd name="connsiteX477" fmla="*/ 1288256 w 2081211"/>
                <a:gd name="connsiteY477" fmla="*/ 439579 h 1377315"/>
                <a:gd name="connsiteX478" fmla="*/ 1279207 w 2081211"/>
                <a:gd name="connsiteY478" fmla="*/ 442913 h 1377315"/>
                <a:gd name="connsiteX479" fmla="*/ 1275874 w 2081211"/>
                <a:gd name="connsiteY479" fmla="*/ 443865 h 1377315"/>
                <a:gd name="connsiteX480" fmla="*/ 1273016 w 2081211"/>
                <a:gd name="connsiteY480" fmla="*/ 444817 h 1377315"/>
                <a:gd name="connsiteX481" fmla="*/ 1269682 w 2081211"/>
                <a:gd name="connsiteY481" fmla="*/ 448151 h 1377315"/>
                <a:gd name="connsiteX482" fmla="*/ 1267301 w 2081211"/>
                <a:gd name="connsiteY482" fmla="*/ 450532 h 1377315"/>
                <a:gd name="connsiteX483" fmla="*/ 1264444 w 2081211"/>
                <a:gd name="connsiteY483" fmla="*/ 453866 h 1377315"/>
                <a:gd name="connsiteX484" fmla="*/ 1263015 w 2081211"/>
                <a:gd name="connsiteY484" fmla="*/ 455295 h 1377315"/>
                <a:gd name="connsiteX485" fmla="*/ 1260157 w 2081211"/>
                <a:gd name="connsiteY485" fmla="*/ 458629 h 1377315"/>
                <a:gd name="connsiteX486" fmla="*/ 1256347 w 2081211"/>
                <a:gd name="connsiteY486" fmla="*/ 462439 h 1377315"/>
                <a:gd name="connsiteX487" fmla="*/ 1254443 w 2081211"/>
                <a:gd name="connsiteY487" fmla="*/ 464344 h 1377315"/>
                <a:gd name="connsiteX488" fmla="*/ 1253490 w 2081211"/>
                <a:gd name="connsiteY488" fmla="*/ 465772 h 1377315"/>
                <a:gd name="connsiteX489" fmla="*/ 1252538 w 2081211"/>
                <a:gd name="connsiteY489" fmla="*/ 467201 h 1377315"/>
                <a:gd name="connsiteX490" fmla="*/ 1248727 w 2081211"/>
                <a:gd name="connsiteY490" fmla="*/ 468630 h 1377315"/>
                <a:gd name="connsiteX491" fmla="*/ 1245394 w 2081211"/>
                <a:gd name="connsiteY491" fmla="*/ 470059 h 1377315"/>
                <a:gd name="connsiteX492" fmla="*/ 1240631 w 2081211"/>
                <a:gd name="connsiteY492" fmla="*/ 471964 h 1377315"/>
                <a:gd name="connsiteX493" fmla="*/ 1233964 w 2081211"/>
                <a:gd name="connsiteY493" fmla="*/ 474345 h 1377315"/>
                <a:gd name="connsiteX494" fmla="*/ 1228725 w 2081211"/>
                <a:gd name="connsiteY494" fmla="*/ 476250 h 1377315"/>
                <a:gd name="connsiteX495" fmla="*/ 1225391 w 2081211"/>
                <a:gd name="connsiteY495" fmla="*/ 478155 h 1377315"/>
                <a:gd name="connsiteX496" fmla="*/ 1220152 w 2081211"/>
                <a:gd name="connsiteY496" fmla="*/ 480536 h 1377315"/>
                <a:gd name="connsiteX497" fmla="*/ 1216819 w 2081211"/>
                <a:gd name="connsiteY497" fmla="*/ 481489 h 1377315"/>
                <a:gd name="connsiteX498" fmla="*/ 1209675 w 2081211"/>
                <a:gd name="connsiteY498" fmla="*/ 481489 h 1377315"/>
                <a:gd name="connsiteX499" fmla="*/ 1201102 w 2081211"/>
                <a:gd name="connsiteY499" fmla="*/ 481965 h 1377315"/>
                <a:gd name="connsiteX500" fmla="*/ 1194911 w 2081211"/>
                <a:gd name="connsiteY500" fmla="*/ 482441 h 1377315"/>
                <a:gd name="connsiteX501" fmla="*/ 1190149 w 2081211"/>
                <a:gd name="connsiteY501" fmla="*/ 481965 h 1377315"/>
                <a:gd name="connsiteX502" fmla="*/ 1183005 w 2081211"/>
                <a:gd name="connsiteY502" fmla="*/ 481489 h 1377315"/>
                <a:gd name="connsiteX503" fmla="*/ 1177290 w 2081211"/>
                <a:gd name="connsiteY503" fmla="*/ 481013 h 1377315"/>
                <a:gd name="connsiteX504" fmla="*/ 1173480 w 2081211"/>
                <a:gd name="connsiteY504" fmla="*/ 481965 h 1377315"/>
                <a:gd name="connsiteX505" fmla="*/ 1164907 w 2081211"/>
                <a:gd name="connsiteY505" fmla="*/ 482917 h 1377315"/>
                <a:gd name="connsiteX506" fmla="*/ 1163002 w 2081211"/>
                <a:gd name="connsiteY506" fmla="*/ 482917 h 1377315"/>
                <a:gd name="connsiteX507" fmla="*/ 1147286 w 2081211"/>
                <a:gd name="connsiteY507" fmla="*/ 484822 h 1377315"/>
                <a:gd name="connsiteX508" fmla="*/ 1140619 w 2081211"/>
                <a:gd name="connsiteY508" fmla="*/ 485775 h 1377315"/>
                <a:gd name="connsiteX509" fmla="*/ 1134427 w 2081211"/>
                <a:gd name="connsiteY509" fmla="*/ 486251 h 1377315"/>
                <a:gd name="connsiteX510" fmla="*/ 1129665 w 2081211"/>
                <a:gd name="connsiteY510" fmla="*/ 487204 h 1377315"/>
                <a:gd name="connsiteX511" fmla="*/ 1127284 w 2081211"/>
                <a:gd name="connsiteY511" fmla="*/ 488156 h 1377315"/>
                <a:gd name="connsiteX512" fmla="*/ 1123474 w 2081211"/>
                <a:gd name="connsiteY512" fmla="*/ 489585 h 1377315"/>
                <a:gd name="connsiteX513" fmla="*/ 1121569 w 2081211"/>
                <a:gd name="connsiteY513" fmla="*/ 490061 h 1377315"/>
                <a:gd name="connsiteX514" fmla="*/ 1114901 w 2081211"/>
                <a:gd name="connsiteY514" fmla="*/ 492919 h 1377315"/>
                <a:gd name="connsiteX515" fmla="*/ 1099661 w 2081211"/>
                <a:gd name="connsiteY515" fmla="*/ 498634 h 1377315"/>
                <a:gd name="connsiteX516" fmla="*/ 1089184 w 2081211"/>
                <a:gd name="connsiteY516" fmla="*/ 503396 h 1377315"/>
                <a:gd name="connsiteX517" fmla="*/ 1087278 w 2081211"/>
                <a:gd name="connsiteY517" fmla="*/ 504349 h 1377315"/>
                <a:gd name="connsiteX518" fmla="*/ 1080611 w 2081211"/>
                <a:gd name="connsiteY518" fmla="*/ 507682 h 1377315"/>
                <a:gd name="connsiteX519" fmla="*/ 1076801 w 2081211"/>
                <a:gd name="connsiteY519" fmla="*/ 509111 h 1377315"/>
                <a:gd name="connsiteX520" fmla="*/ 1073944 w 2081211"/>
                <a:gd name="connsiteY520" fmla="*/ 511969 h 1377315"/>
                <a:gd name="connsiteX521" fmla="*/ 1071563 w 2081211"/>
                <a:gd name="connsiteY521" fmla="*/ 513874 h 1377315"/>
                <a:gd name="connsiteX522" fmla="*/ 1069181 w 2081211"/>
                <a:gd name="connsiteY522" fmla="*/ 514826 h 1377315"/>
                <a:gd name="connsiteX523" fmla="*/ 1064895 w 2081211"/>
                <a:gd name="connsiteY523" fmla="*/ 512921 h 1377315"/>
                <a:gd name="connsiteX524" fmla="*/ 1062038 w 2081211"/>
                <a:gd name="connsiteY524" fmla="*/ 512921 h 1377315"/>
                <a:gd name="connsiteX525" fmla="*/ 1052513 w 2081211"/>
                <a:gd name="connsiteY525" fmla="*/ 512445 h 1377315"/>
                <a:gd name="connsiteX526" fmla="*/ 1052513 w 2081211"/>
                <a:gd name="connsiteY526" fmla="*/ 503396 h 1377315"/>
                <a:gd name="connsiteX527" fmla="*/ 1045845 w 2081211"/>
                <a:gd name="connsiteY527" fmla="*/ 504825 h 1377315"/>
                <a:gd name="connsiteX528" fmla="*/ 1035368 w 2081211"/>
                <a:gd name="connsiteY528" fmla="*/ 506730 h 1377315"/>
                <a:gd name="connsiteX529" fmla="*/ 1025843 w 2081211"/>
                <a:gd name="connsiteY529" fmla="*/ 508635 h 1377315"/>
                <a:gd name="connsiteX530" fmla="*/ 1016794 w 2081211"/>
                <a:gd name="connsiteY530" fmla="*/ 504349 h 1377315"/>
                <a:gd name="connsiteX531" fmla="*/ 1010126 w 2081211"/>
                <a:gd name="connsiteY531" fmla="*/ 501015 h 1377315"/>
                <a:gd name="connsiteX532" fmla="*/ 1003935 w 2081211"/>
                <a:gd name="connsiteY532" fmla="*/ 498157 h 1377315"/>
                <a:gd name="connsiteX533" fmla="*/ 994886 w 2081211"/>
                <a:gd name="connsiteY533" fmla="*/ 496252 h 1377315"/>
                <a:gd name="connsiteX534" fmla="*/ 986790 w 2081211"/>
                <a:gd name="connsiteY534" fmla="*/ 494824 h 1377315"/>
                <a:gd name="connsiteX535" fmla="*/ 972502 w 2081211"/>
                <a:gd name="connsiteY535" fmla="*/ 491966 h 1377315"/>
                <a:gd name="connsiteX536" fmla="*/ 966311 w 2081211"/>
                <a:gd name="connsiteY536" fmla="*/ 489585 h 1377315"/>
                <a:gd name="connsiteX537" fmla="*/ 962977 w 2081211"/>
                <a:gd name="connsiteY537" fmla="*/ 486251 h 1377315"/>
                <a:gd name="connsiteX538" fmla="*/ 957263 w 2081211"/>
                <a:gd name="connsiteY538" fmla="*/ 479107 h 1377315"/>
                <a:gd name="connsiteX539" fmla="*/ 955357 w 2081211"/>
                <a:gd name="connsiteY539" fmla="*/ 477679 h 1377315"/>
                <a:gd name="connsiteX540" fmla="*/ 952500 w 2081211"/>
                <a:gd name="connsiteY540" fmla="*/ 476726 h 1377315"/>
                <a:gd name="connsiteX541" fmla="*/ 949643 w 2081211"/>
                <a:gd name="connsiteY541" fmla="*/ 476250 h 1377315"/>
                <a:gd name="connsiteX542" fmla="*/ 943451 w 2081211"/>
                <a:gd name="connsiteY542" fmla="*/ 476250 h 1377315"/>
                <a:gd name="connsiteX543" fmla="*/ 935831 w 2081211"/>
                <a:gd name="connsiteY543" fmla="*/ 475774 h 1377315"/>
                <a:gd name="connsiteX544" fmla="*/ 924877 w 2081211"/>
                <a:gd name="connsiteY544" fmla="*/ 474345 h 1377315"/>
                <a:gd name="connsiteX545" fmla="*/ 916305 w 2081211"/>
                <a:gd name="connsiteY545" fmla="*/ 473392 h 1377315"/>
                <a:gd name="connsiteX546" fmla="*/ 901541 w 2081211"/>
                <a:gd name="connsiteY546" fmla="*/ 471011 h 1377315"/>
                <a:gd name="connsiteX547" fmla="*/ 898207 w 2081211"/>
                <a:gd name="connsiteY547" fmla="*/ 470535 h 1377315"/>
                <a:gd name="connsiteX548" fmla="*/ 890588 w 2081211"/>
                <a:gd name="connsiteY548" fmla="*/ 472440 h 1377315"/>
                <a:gd name="connsiteX549" fmla="*/ 880586 w 2081211"/>
                <a:gd name="connsiteY549" fmla="*/ 474821 h 1377315"/>
                <a:gd name="connsiteX550" fmla="*/ 862965 w 2081211"/>
                <a:gd name="connsiteY550" fmla="*/ 472916 h 1377315"/>
                <a:gd name="connsiteX551" fmla="*/ 855345 w 2081211"/>
                <a:gd name="connsiteY551" fmla="*/ 471964 h 1377315"/>
                <a:gd name="connsiteX552" fmla="*/ 839628 w 2081211"/>
                <a:gd name="connsiteY552" fmla="*/ 470059 h 1377315"/>
                <a:gd name="connsiteX553" fmla="*/ 821531 w 2081211"/>
                <a:gd name="connsiteY553" fmla="*/ 468154 h 1377315"/>
                <a:gd name="connsiteX554" fmla="*/ 803910 w 2081211"/>
                <a:gd name="connsiteY554" fmla="*/ 465772 h 1377315"/>
                <a:gd name="connsiteX555" fmla="*/ 791051 w 2081211"/>
                <a:gd name="connsiteY555" fmla="*/ 467201 h 1377315"/>
                <a:gd name="connsiteX556" fmla="*/ 783907 w 2081211"/>
                <a:gd name="connsiteY556" fmla="*/ 467677 h 1377315"/>
                <a:gd name="connsiteX557" fmla="*/ 775811 w 2081211"/>
                <a:gd name="connsiteY557" fmla="*/ 468630 h 1377315"/>
                <a:gd name="connsiteX558" fmla="*/ 774859 w 2081211"/>
                <a:gd name="connsiteY558" fmla="*/ 467677 h 1377315"/>
                <a:gd name="connsiteX559" fmla="*/ 774382 w 2081211"/>
                <a:gd name="connsiteY559" fmla="*/ 463391 h 1377315"/>
                <a:gd name="connsiteX560" fmla="*/ 772953 w 2081211"/>
                <a:gd name="connsiteY560" fmla="*/ 460057 h 1377315"/>
                <a:gd name="connsiteX561" fmla="*/ 768668 w 2081211"/>
                <a:gd name="connsiteY561" fmla="*/ 456724 h 1377315"/>
                <a:gd name="connsiteX562" fmla="*/ 765810 w 2081211"/>
                <a:gd name="connsiteY562" fmla="*/ 453390 h 1377315"/>
                <a:gd name="connsiteX563" fmla="*/ 760095 w 2081211"/>
                <a:gd name="connsiteY563" fmla="*/ 449104 h 1377315"/>
                <a:gd name="connsiteX564" fmla="*/ 758190 w 2081211"/>
                <a:gd name="connsiteY564" fmla="*/ 446246 h 1377315"/>
                <a:gd name="connsiteX565" fmla="*/ 757714 w 2081211"/>
                <a:gd name="connsiteY565" fmla="*/ 441960 h 1377315"/>
                <a:gd name="connsiteX566" fmla="*/ 752475 w 2081211"/>
                <a:gd name="connsiteY566" fmla="*/ 430530 h 1377315"/>
                <a:gd name="connsiteX567" fmla="*/ 749141 w 2081211"/>
                <a:gd name="connsiteY567" fmla="*/ 422910 h 1377315"/>
                <a:gd name="connsiteX568" fmla="*/ 748189 w 2081211"/>
                <a:gd name="connsiteY568" fmla="*/ 421481 h 1377315"/>
                <a:gd name="connsiteX569" fmla="*/ 746760 w 2081211"/>
                <a:gd name="connsiteY569" fmla="*/ 419100 h 1377315"/>
                <a:gd name="connsiteX570" fmla="*/ 744855 w 2081211"/>
                <a:gd name="connsiteY570" fmla="*/ 417671 h 1377315"/>
                <a:gd name="connsiteX571" fmla="*/ 741045 w 2081211"/>
                <a:gd name="connsiteY571" fmla="*/ 416719 h 1377315"/>
                <a:gd name="connsiteX572" fmla="*/ 740093 w 2081211"/>
                <a:gd name="connsiteY572" fmla="*/ 415290 h 1377315"/>
                <a:gd name="connsiteX573" fmla="*/ 740093 w 2081211"/>
                <a:gd name="connsiteY573" fmla="*/ 412432 h 1377315"/>
                <a:gd name="connsiteX574" fmla="*/ 740569 w 2081211"/>
                <a:gd name="connsiteY574" fmla="*/ 408622 h 1377315"/>
                <a:gd name="connsiteX575" fmla="*/ 741521 w 2081211"/>
                <a:gd name="connsiteY575" fmla="*/ 405765 h 1377315"/>
                <a:gd name="connsiteX576" fmla="*/ 741045 w 2081211"/>
                <a:gd name="connsiteY576" fmla="*/ 405289 h 1377315"/>
                <a:gd name="connsiteX577" fmla="*/ 731044 w 2081211"/>
                <a:gd name="connsiteY577" fmla="*/ 406241 h 1377315"/>
                <a:gd name="connsiteX578" fmla="*/ 724852 w 2081211"/>
                <a:gd name="connsiteY578" fmla="*/ 404336 h 1377315"/>
                <a:gd name="connsiteX579" fmla="*/ 719614 w 2081211"/>
                <a:gd name="connsiteY579" fmla="*/ 402431 h 1377315"/>
                <a:gd name="connsiteX580" fmla="*/ 711994 w 2081211"/>
                <a:gd name="connsiteY580" fmla="*/ 397192 h 1377315"/>
                <a:gd name="connsiteX581" fmla="*/ 707707 w 2081211"/>
                <a:gd name="connsiteY581" fmla="*/ 395288 h 1377315"/>
                <a:gd name="connsiteX582" fmla="*/ 701993 w 2081211"/>
                <a:gd name="connsiteY582" fmla="*/ 390049 h 1377315"/>
                <a:gd name="connsiteX583" fmla="*/ 693896 w 2081211"/>
                <a:gd name="connsiteY583" fmla="*/ 388620 h 1377315"/>
                <a:gd name="connsiteX584" fmla="*/ 691039 w 2081211"/>
                <a:gd name="connsiteY584" fmla="*/ 386715 h 1377315"/>
                <a:gd name="connsiteX585" fmla="*/ 687228 w 2081211"/>
                <a:gd name="connsiteY585" fmla="*/ 382429 h 1377315"/>
                <a:gd name="connsiteX586" fmla="*/ 683895 w 2081211"/>
                <a:gd name="connsiteY586" fmla="*/ 379571 h 1377315"/>
                <a:gd name="connsiteX587" fmla="*/ 679132 w 2081211"/>
                <a:gd name="connsiteY587" fmla="*/ 377666 h 1377315"/>
                <a:gd name="connsiteX588" fmla="*/ 671513 w 2081211"/>
                <a:gd name="connsiteY588" fmla="*/ 376238 h 1377315"/>
                <a:gd name="connsiteX589" fmla="*/ 658653 w 2081211"/>
                <a:gd name="connsiteY589" fmla="*/ 374809 h 1377315"/>
                <a:gd name="connsiteX590" fmla="*/ 654368 w 2081211"/>
                <a:gd name="connsiteY590" fmla="*/ 374332 h 1377315"/>
                <a:gd name="connsiteX591" fmla="*/ 647224 w 2081211"/>
                <a:gd name="connsiteY591" fmla="*/ 375285 h 1377315"/>
                <a:gd name="connsiteX592" fmla="*/ 641985 w 2081211"/>
                <a:gd name="connsiteY592" fmla="*/ 375285 h 1377315"/>
                <a:gd name="connsiteX593" fmla="*/ 633413 w 2081211"/>
                <a:gd name="connsiteY593" fmla="*/ 374332 h 1377315"/>
                <a:gd name="connsiteX594" fmla="*/ 628650 w 2081211"/>
                <a:gd name="connsiteY594" fmla="*/ 372904 h 1377315"/>
                <a:gd name="connsiteX595" fmla="*/ 622459 w 2081211"/>
                <a:gd name="connsiteY595" fmla="*/ 372904 h 1377315"/>
                <a:gd name="connsiteX596" fmla="*/ 618649 w 2081211"/>
                <a:gd name="connsiteY596" fmla="*/ 372904 h 1377315"/>
                <a:gd name="connsiteX597" fmla="*/ 613410 w 2081211"/>
                <a:gd name="connsiteY597" fmla="*/ 372427 h 1377315"/>
                <a:gd name="connsiteX598" fmla="*/ 611028 w 2081211"/>
                <a:gd name="connsiteY598" fmla="*/ 371475 h 1377315"/>
                <a:gd name="connsiteX599" fmla="*/ 608647 w 2081211"/>
                <a:gd name="connsiteY599" fmla="*/ 370522 h 1377315"/>
                <a:gd name="connsiteX600" fmla="*/ 604361 w 2081211"/>
                <a:gd name="connsiteY600" fmla="*/ 370999 h 1377315"/>
                <a:gd name="connsiteX601" fmla="*/ 601503 w 2081211"/>
                <a:gd name="connsiteY601" fmla="*/ 370046 h 1377315"/>
                <a:gd name="connsiteX602" fmla="*/ 598646 w 2081211"/>
                <a:gd name="connsiteY602" fmla="*/ 368141 h 1377315"/>
                <a:gd name="connsiteX603" fmla="*/ 595789 w 2081211"/>
                <a:gd name="connsiteY603" fmla="*/ 367189 h 1377315"/>
                <a:gd name="connsiteX604" fmla="*/ 592455 w 2081211"/>
                <a:gd name="connsiteY604" fmla="*/ 367189 h 1377315"/>
                <a:gd name="connsiteX605" fmla="*/ 591026 w 2081211"/>
                <a:gd name="connsiteY605" fmla="*/ 368141 h 1377315"/>
                <a:gd name="connsiteX606" fmla="*/ 589597 w 2081211"/>
                <a:gd name="connsiteY606" fmla="*/ 368141 h 1377315"/>
                <a:gd name="connsiteX607" fmla="*/ 588645 w 2081211"/>
                <a:gd name="connsiteY607" fmla="*/ 365284 h 1377315"/>
                <a:gd name="connsiteX608" fmla="*/ 585788 w 2081211"/>
                <a:gd name="connsiteY608" fmla="*/ 360997 h 1377315"/>
                <a:gd name="connsiteX609" fmla="*/ 585311 w 2081211"/>
                <a:gd name="connsiteY609" fmla="*/ 359092 h 1377315"/>
                <a:gd name="connsiteX610" fmla="*/ 583406 w 2081211"/>
                <a:gd name="connsiteY610" fmla="*/ 356711 h 1377315"/>
                <a:gd name="connsiteX611" fmla="*/ 582453 w 2081211"/>
                <a:gd name="connsiteY611" fmla="*/ 354806 h 1377315"/>
                <a:gd name="connsiteX612" fmla="*/ 582930 w 2081211"/>
                <a:gd name="connsiteY612" fmla="*/ 351949 h 1377315"/>
                <a:gd name="connsiteX613" fmla="*/ 584359 w 2081211"/>
                <a:gd name="connsiteY613" fmla="*/ 346234 h 1377315"/>
                <a:gd name="connsiteX614" fmla="*/ 587216 w 2081211"/>
                <a:gd name="connsiteY614" fmla="*/ 340995 h 1377315"/>
                <a:gd name="connsiteX615" fmla="*/ 589121 w 2081211"/>
                <a:gd name="connsiteY615" fmla="*/ 339566 h 1377315"/>
                <a:gd name="connsiteX616" fmla="*/ 590074 w 2081211"/>
                <a:gd name="connsiteY616" fmla="*/ 338138 h 1377315"/>
                <a:gd name="connsiteX617" fmla="*/ 592455 w 2081211"/>
                <a:gd name="connsiteY617" fmla="*/ 335280 h 1377315"/>
                <a:gd name="connsiteX618" fmla="*/ 593884 w 2081211"/>
                <a:gd name="connsiteY618" fmla="*/ 333375 h 1377315"/>
                <a:gd name="connsiteX619" fmla="*/ 593884 w 2081211"/>
                <a:gd name="connsiteY619" fmla="*/ 330517 h 1377315"/>
                <a:gd name="connsiteX620" fmla="*/ 591978 w 2081211"/>
                <a:gd name="connsiteY620" fmla="*/ 327660 h 1377315"/>
                <a:gd name="connsiteX621" fmla="*/ 590550 w 2081211"/>
                <a:gd name="connsiteY621" fmla="*/ 323850 h 1377315"/>
                <a:gd name="connsiteX622" fmla="*/ 590550 w 2081211"/>
                <a:gd name="connsiteY622" fmla="*/ 321469 h 1377315"/>
                <a:gd name="connsiteX623" fmla="*/ 592455 w 2081211"/>
                <a:gd name="connsiteY623" fmla="*/ 318611 h 1377315"/>
                <a:gd name="connsiteX624" fmla="*/ 594360 w 2081211"/>
                <a:gd name="connsiteY624" fmla="*/ 312420 h 1377315"/>
                <a:gd name="connsiteX625" fmla="*/ 594360 w 2081211"/>
                <a:gd name="connsiteY625" fmla="*/ 310991 h 1377315"/>
                <a:gd name="connsiteX626" fmla="*/ 593407 w 2081211"/>
                <a:gd name="connsiteY626" fmla="*/ 309563 h 1377315"/>
                <a:gd name="connsiteX627" fmla="*/ 593407 w 2081211"/>
                <a:gd name="connsiteY627" fmla="*/ 306705 h 1377315"/>
                <a:gd name="connsiteX628" fmla="*/ 592931 w 2081211"/>
                <a:gd name="connsiteY628" fmla="*/ 302895 h 1377315"/>
                <a:gd name="connsiteX629" fmla="*/ 590550 w 2081211"/>
                <a:gd name="connsiteY629" fmla="*/ 297180 h 1377315"/>
                <a:gd name="connsiteX630" fmla="*/ 589121 w 2081211"/>
                <a:gd name="connsiteY630" fmla="*/ 294322 h 1377315"/>
                <a:gd name="connsiteX631" fmla="*/ 586740 w 2081211"/>
                <a:gd name="connsiteY631" fmla="*/ 292894 h 1377315"/>
                <a:gd name="connsiteX632" fmla="*/ 583882 w 2081211"/>
                <a:gd name="connsiteY632" fmla="*/ 291941 h 1377315"/>
                <a:gd name="connsiteX633" fmla="*/ 581501 w 2081211"/>
                <a:gd name="connsiteY633" fmla="*/ 287655 h 1377315"/>
                <a:gd name="connsiteX634" fmla="*/ 578644 w 2081211"/>
                <a:gd name="connsiteY634" fmla="*/ 282892 h 1377315"/>
                <a:gd name="connsiteX635" fmla="*/ 576739 w 2081211"/>
                <a:gd name="connsiteY635" fmla="*/ 280035 h 1377315"/>
                <a:gd name="connsiteX636" fmla="*/ 576263 w 2081211"/>
                <a:gd name="connsiteY636" fmla="*/ 278130 h 1377315"/>
                <a:gd name="connsiteX637" fmla="*/ 575786 w 2081211"/>
                <a:gd name="connsiteY637" fmla="*/ 274796 h 1377315"/>
                <a:gd name="connsiteX638" fmla="*/ 574357 w 2081211"/>
                <a:gd name="connsiteY638" fmla="*/ 270510 h 1377315"/>
                <a:gd name="connsiteX639" fmla="*/ 572928 w 2081211"/>
                <a:gd name="connsiteY639" fmla="*/ 268129 h 1377315"/>
                <a:gd name="connsiteX640" fmla="*/ 571976 w 2081211"/>
                <a:gd name="connsiteY640" fmla="*/ 266224 h 1377315"/>
                <a:gd name="connsiteX641" fmla="*/ 571500 w 2081211"/>
                <a:gd name="connsiteY641" fmla="*/ 263842 h 1377315"/>
                <a:gd name="connsiteX642" fmla="*/ 571024 w 2081211"/>
                <a:gd name="connsiteY642" fmla="*/ 262890 h 1377315"/>
                <a:gd name="connsiteX643" fmla="*/ 566738 w 2081211"/>
                <a:gd name="connsiteY643" fmla="*/ 261938 h 1377315"/>
                <a:gd name="connsiteX644" fmla="*/ 563880 w 2081211"/>
                <a:gd name="connsiteY644" fmla="*/ 260032 h 1377315"/>
                <a:gd name="connsiteX645" fmla="*/ 562451 w 2081211"/>
                <a:gd name="connsiteY645" fmla="*/ 257651 h 1377315"/>
                <a:gd name="connsiteX646" fmla="*/ 561975 w 2081211"/>
                <a:gd name="connsiteY646" fmla="*/ 255746 h 1377315"/>
                <a:gd name="connsiteX647" fmla="*/ 561022 w 2081211"/>
                <a:gd name="connsiteY647" fmla="*/ 254794 h 1377315"/>
                <a:gd name="connsiteX648" fmla="*/ 558641 w 2081211"/>
                <a:gd name="connsiteY648" fmla="*/ 254317 h 1377315"/>
                <a:gd name="connsiteX649" fmla="*/ 557213 w 2081211"/>
                <a:gd name="connsiteY649" fmla="*/ 256222 h 1377315"/>
                <a:gd name="connsiteX650" fmla="*/ 554355 w 2081211"/>
                <a:gd name="connsiteY650" fmla="*/ 257175 h 1377315"/>
                <a:gd name="connsiteX651" fmla="*/ 552450 w 2081211"/>
                <a:gd name="connsiteY651" fmla="*/ 257175 h 1377315"/>
                <a:gd name="connsiteX652" fmla="*/ 550545 w 2081211"/>
                <a:gd name="connsiteY652" fmla="*/ 256222 h 1377315"/>
                <a:gd name="connsiteX653" fmla="*/ 549593 w 2081211"/>
                <a:gd name="connsiteY653" fmla="*/ 255270 h 1377315"/>
                <a:gd name="connsiteX654" fmla="*/ 547688 w 2081211"/>
                <a:gd name="connsiteY654" fmla="*/ 253841 h 1377315"/>
                <a:gd name="connsiteX655" fmla="*/ 544830 w 2081211"/>
                <a:gd name="connsiteY655" fmla="*/ 249555 h 1377315"/>
                <a:gd name="connsiteX656" fmla="*/ 541972 w 2081211"/>
                <a:gd name="connsiteY656" fmla="*/ 248602 h 1377315"/>
                <a:gd name="connsiteX657" fmla="*/ 536734 w 2081211"/>
                <a:gd name="connsiteY657" fmla="*/ 248602 h 1377315"/>
                <a:gd name="connsiteX658" fmla="*/ 531971 w 2081211"/>
                <a:gd name="connsiteY658" fmla="*/ 250507 h 1377315"/>
                <a:gd name="connsiteX659" fmla="*/ 529114 w 2081211"/>
                <a:gd name="connsiteY659" fmla="*/ 250031 h 1377315"/>
                <a:gd name="connsiteX660" fmla="*/ 526732 w 2081211"/>
                <a:gd name="connsiteY660" fmla="*/ 249555 h 1377315"/>
                <a:gd name="connsiteX661" fmla="*/ 524351 w 2081211"/>
                <a:gd name="connsiteY661" fmla="*/ 247650 h 1377315"/>
                <a:gd name="connsiteX662" fmla="*/ 522446 w 2081211"/>
                <a:gd name="connsiteY662" fmla="*/ 245745 h 1377315"/>
                <a:gd name="connsiteX663" fmla="*/ 519589 w 2081211"/>
                <a:gd name="connsiteY663" fmla="*/ 245269 h 1377315"/>
                <a:gd name="connsiteX664" fmla="*/ 514350 w 2081211"/>
                <a:gd name="connsiteY664" fmla="*/ 242411 h 1377315"/>
                <a:gd name="connsiteX665" fmla="*/ 510540 w 2081211"/>
                <a:gd name="connsiteY665" fmla="*/ 240506 h 1377315"/>
                <a:gd name="connsiteX666" fmla="*/ 510064 w 2081211"/>
                <a:gd name="connsiteY666" fmla="*/ 236220 h 1377315"/>
                <a:gd name="connsiteX667" fmla="*/ 508159 w 2081211"/>
                <a:gd name="connsiteY667" fmla="*/ 233363 h 1377315"/>
                <a:gd name="connsiteX668" fmla="*/ 504825 w 2081211"/>
                <a:gd name="connsiteY668" fmla="*/ 232410 h 1377315"/>
                <a:gd name="connsiteX669" fmla="*/ 501491 w 2081211"/>
                <a:gd name="connsiteY669" fmla="*/ 229552 h 1377315"/>
                <a:gd name="connsiteX670" fmla="*/ 496252 w 2081211"/>
                <a:gd name="connsiteY670" fmla="*/ 228124 h 1377315"/>
                <a:gd name="connsiteX671" fmla="*/ 492919 w 2081211"/>
                <a:gd name="connsiteY671" fmla="*/ 226695 h 1377315"/>
                <a:gd name="connsiteX672" fmla="*/ 490061 w 2081211"/>
                <a:gd name="connsiteY672" fmla="*/ 225742 h 1377315"/>
                <a:gd name="connsiteX673" fmla="*/ 489585 w 2081211"/>
                <a:gd name="connsiteY673" fmla="*/ 224790 h 1377315"/>
                <a:gd name="connsiteX674" fmla="*/ 489585 w 2081211"/>
                <a:gd name="connsiteY674" fmla="*/ 223838 h 1377315"/>
                <a:gd name="connsiteX675" fmla="*/ 491014 w 2081211"/>
                <a:gd name="connsiteY675" fmla="*/ 222409 h 1377315"/>
                <a:gd name="connsiteX676" fmla="*/ 492443 w 2081211"/>
                <a:gd name="connsiteY676" fmla="*/ 220980 h 1377315"/>
                <a:gd name="connsiteX677" fmla="*/ 492919 w 2081211"/>
                <a:gd name="connsiteY677" fmla="*/ 219551 h 1377315"/>
                <a:gd name="connsiteX678" fmla="*/ 491966 w 2081211"/>
                <a:gd name="connsiteY678" fmla="*/ 218122 h 1377315"/>
                <a:gd name="connsiteX679" fmla="*/ 489109 w 2081211"/>
                <a:gd name="connsiteY679" fmla="*/ 216694 h 1377315"/>
                <a:gd name="connsiteX680" fmla="*/ 485299 w 2081211"/>
                <a:gd name="connsiteY680" fmla="*/ 215741 h 1377315"/>
                <a:gd name="connsiteX681" fmla="*/ 484346 w 2081211"/>
                <a:gd name="connsiteY681" fmla="*/ 213836 h 1377315"/>
                <a:gd name="connsiteX682" fmla="*/ 481965 w 2081211"/>
                <a:gd name="connsiteY682" fmla="*/ 211931 h 1377315"/>
                <a:gd name="connsiteX683" fmla="*/ 482441 w 2081211"/>
                <a:gd name="connsiteY683" fmla="*/ 210502 h 1377315"/>
                <a:gd name="connsiteX684" fmla="*/ 484346 w 2081211"/>
                <a:gd name="connsiteY684" fmla="*/ 209550 h 1377315"/>
                <a:gd name="connsiteX685" fmla="*/ 486251 w 2081211"/>
                <a:gd name="connsiteY685" fmla="*/ 208597 h 1377315"/>
                <a:gd name="connsiteX686" fmla="*/ 486727 w 2081211"/>
                <a:gd name="connsiteY686" fmla="*/ 207169 h 1377315"/>
                <a:gd name="connsiteX687" fmla="*/ 485299 w 2081211"/>
                <a:gd name="connsiteY687" fmla="*/ 205740 h 1377315"/>
                <a:gd name="connsiteX688" fmla="*/ 484822 w 2081211"/>
                <a:gd name="connsiteY688" fmla="*/ 203835 h 1377315"/>
                <a:gd name="connsiteX689" fmla="*/ 485299 w 2081211"/>
                <a:gd name="connsiteY689" fmla="*/ 202406 h 1377315"/>
                <a:gd name="connsiteX690" fmla="*/ 484822 w 2081211"/>
                <a:gd name="connsiteY690" fmla="*/ 200501 h 1377315"/>
                <a:gd name="connsiteX691" fmla="*/ 482918 w 2081211"/>
                <a:gd name="connsiteY691" fmla="*/ 200501 h 1377315"/>
                <a:gd name="connsiteX692" fmla="*/ 479584 w 2081211"/>
                <a:gd name="connsiteY692" fmla="*/ 201454 h 1377315"/>
                <a:gd name="connsiteX693" fmla="*/ 476250 w 2081211"/>
                <a:gd name="connsiteY693" fmla="*/ 201930 h 1377315"/>
                <a:gd name="connsiteX694" fmla="*/ 474345 w 2081211"/>
                <a:gd name="connsiteY694" fmla="*/ 202406 h 1377315"/>
                <a:gd name="connsiteX695" fmla="*/ 472916 w 2081211"/>
                <a:gd name="connsiteY695" fmla="*/ 203835 h 1377315"/>
                <a:gd name="connsiteX696" fmla="*/ 471011 w 2081211"/>
                <a:gd name="connsiteY696" fmla="*/ 204311 h 1377315"/>
                <a:gd name="connsiteX697" fmla="*/ 467677 w 2081211"/>
                <a:gd name="connsiteY697" fmla="*/ 203835 h 1377315"/>
                <a:gd name="connsiteX698" fmla="*/ 464344 w 2081211"/>
                <a:gd name="connsiteY698" fmla="*/ 202882 h 1377315"/>
                <a:gd name="connsiteX699" fmla="*/ 458152 w 2081211"/>
                <a:gd name="connsiteY699" fmla="*/ 202882 h 1377315"/>
                <a:gd name="connsiteX700" fmla="*/ 454343 w 2081211"/>
                <a:gd name="connsiteY700" fmla="*/ 203359 h 1377315"/>
                <a:gd name="connsiteX701" fmla="*/ 452438 w 2081211"/>
                <a:gd name="connsiteY701" fmla="*/ 203835 h 1377315"/>
                <a:gd name="connsiteX702" fmla="*/ 449580 w 2081211"/>
                <a:gd name="connsiteY702" fmla="*/ 205740 h 1377315"/>
                <a:gd name="connsiteX703" fmla="*/ 447675 w 2081211"/>
                <a:gd name="connsiteY703" fmla="*/ 207645 h 1377315"/>
                <a:gd name="connsiteX704" fmla="*/ 446722 w 2081211"/>
                <a:gd name="connsiteY704" fmla="*/ 210502 h 1377315"/>
                <a:gd name="connsiteX705" fmla="*/ 447675 w 2081211"/>
                <a:gd name="connsiteY705" fmla="*/ 213836 h 1377315"/>
                <a:gd name="connsiteX706" fmla="*/ 446246 w 2081211"/>
                <a:gd name="connsiteY706" fmla="*/ 220980 h 1377315"/>
                <a:gd name="connsiteX707" fmla="*/ 444341 w 2081211"/>
                <a:gd name="connsiteY707" fmla="*/ 223838 h 1377315"/>
                <a:gd name="connsiteX708" fmla="*/ 440531 w 2081211"/>
                <a:gd name="connsiteY708" fmla="*/ 228600 h 1377315"/>
                <a:gd name="connsiteX709" fmla="*/ 438150 w 2081211"/>
                <a:gd name="connsiteY709" fmla="*/ 229552 h 1377315"/>
                <a:gd name="connsiteX710" fmla="*/ 434340 w 2081211"/>
                <a:gd name="connsiteY710" fmla="*/ 230505 h 1377315"/>
                <a:gd name="connsiteX711" fmla="*/ 430530 w 2081211"/>
                <a:gd name="connsiteY711" fmla="*/ 231934 h 1377315"/>
                <a:gd name="connsiteX712" fmla="*/ 423386 w 2081211"/>
                <a:gd name="connsiteY712" fmla="*/ 233363 h 1377315"/>
                <a:gd name="connsiteX713" fmla="*/ 415766 w 2081211"/>
                <a:gd name="connsiteY713" fmla="*/ 233839 h 1377315"/>
                <a:gd name="connsiteX714" fmla="*/ 412909 w 2081211"/>
                <a:gd name="connsiteY714" fmla="*/ 234791 h 1377315"/>
                <a:gd name="connsiteX715" fmla="*/ 411003 w 2081211"/>
                <a:gd name="connsiteY715" fmla="*/ 238125 h 1377315"/>
                <a:gd name="connsiteX716" fmla="*/ 409575 w 2081211"/>
                <a:gd name="connsiteY716" fmla="*/ 240982 h 1377315"/>
                <a:gd name="connsiteX717" fmla="*/ 408622 w 2081211"/>
                <a:gd name="connsiteY717" fmla="*/ 242888 h 1377315"/>
                <a:gd name="connsiteX718" fmla="*/ 406241 w 2081211"/>
                <a:gd name="connsiteY718" fmla="*/ 249555 h 1377315"/>
                <a:gd name="connsiteX719" fmla="*/ 404813 w 2081211"/>
                <a:gd name="connsiteY719" fmla="*/ 255270 h 1377315"/>
                <a:gd name="connsiteX720" fmla="*/ 406241 w 2081211"/>
                <a:gd name="connsiteY720" fmla="*/ 262414 h 1377315"/>
                <a:gd name="connsiteX721" fmla="*/ 407194 w 2081211"/>
                <a:gd name="connsiteY721" fmla="*/ 270510 h 1377315"/>
                <a:gd name="connsiteX722" fmla="*/ 407194 w 2081211"/>
                <a:gd name="connsiteY722" fmla="*/ 273367 h 1377315"/>
                <a:gd name="connsiteX723" fmla="*/ 409099 w 2081211"/>
                <a:gd name="connsiteY723" fmla="*/ 277654 h 1377315"/>
                <a:gd name="connsiteX724" fmla="*/ 410051 w 2081211"/>
                <a:gd name="connsiteY724" fmla="*/ 280035 h 1377315"/>
                <a:gd name="connsiteX725" fmla="*/ 409575 w 2081211"/>
                <a:gd name="connsiteY725" fmla="*/ 283845 h 1377315"/>
                <a:gd name="connsiteX726" fmla="*/ 406718 w 2081211"/>
                <a:gd name="connsiteY726" fmla="*/ 286702 h 1377315"/>
                <a:gd name="connsiteX727" fmla="*/ 405289 w 2081211"/>
                <a:gd name="connsiteY727" fmla="*/ 290513 h 1377315"/>
                <a:gd name="connsiteX728" fmla="*/ 403860 w 2081211"/>
                <a:gd name="connsiteY728" fmla="*/ 291941 h 1377315"/>
                <a:gd name="connsiteX729" fmla="*/ 399574 w 2081211"/>
                <a:gd name="connsiteY729" fmla="*/ 292894 h 1377315"/>
                <a:gd name="connsiteX730" fmla="*/ 395288 w 2081211"/>
                <a:gd name="connsiteY730" fmla="*/ 293370 h 1377315"/>
                <a:gd name="connsiteX731" fmla="*/ 391001 w 2081211"/>
                <a:gd name="connsiteY731" fmla="*/ 296704 h 1377315"/>
                <a:gd name="connsiteX732" fmla="*/ 387668 w 2081211"/>
                <a:gd name="connsiteY732" fmla="*/ 299085 h 1377315"/>
                <a:gd name="connsiteX733" fmla="*/ 382428 w 2081211"/>
                <a:gd name="connsiteY733" fmla="*/ 301942 h 1377315"/>
                <a:gd name="connsiteX734" fmla="*/ 380047 w 2081211"/>
                <a:gd name="connsiteY734" fmla="*/ 302419 h 1377315"/>
                <a:gd name="connsiteX735" fmla="*/ 378619 w 2081211"/>
                <a:gd name="connsiteY735" fmla="*/ 300990 h 1377315"/>
                <a:gd name="connsiteX736" fmla="*/ 377666 w 2081211"/>
                <a:gd name="connsiteY736" fmla="*/ 297656 h 1377315"/>
                <a:gd name="connsiteX737" fmla="*/ 375761 w 2081211"/>
                <a:gd name="connsiteY737" fmla="*/ 296227 h 1377315"/>
                <a:gd name="connsiteX738" fmla="*/ 373380 w 2081211"/>
                <a:gd name="connsiteY738" fmla="*/ 296227 h 1377315"/>
                <a:gd name="connsiteX739" fmla="*/ 371475 w 2081211"/>
                <a:gd name="connsiteY739" fmla="*/ 296227 h 1377315"/>
                <a:gd name="connsiteX740" fmla="*/ 364807 w 2081211"/>
                <a:gd name="connsiteY740" fmla="*/ 295275 h 1377315"/>
                <a:gd name="connsiteX741" fmla="*/ 360521 w 2081211"/>
                <a:gd name="connsiteY741" fmla="*/ 295275 h 1377315"/>
                <a:gd name="connsiteX742" fmla="*/ 357188 w 2081211"/>
                <a:gd name="connsiteY742" fmla="*/ 295751 h 1377315"/>
                <a:gd name="connsiteX743" fmla="*/ 353377 w 2081211"/>
                <a:gd name="connsiteY743" fmla="*/ 296227 h 1377315"/>
                <a:gd name="connsiteX744" fmla="*/ 347186 w 2081211"/>
                <a:gd name="connsiteY744" fmla="*/ 295275 h 1377315"/>
                <a:gd name="connsiteX745" fmla="*/ 343376 w 2081211"/>
                <a:gd name="connsiteY745" fmla="*/ 294322 h 1377315"/>
                <a:gd name="connsiteX746" fmla="*/ 340519 w 2081211"/>
                <a:gd name="connsiteY746" fmla="*/ 293370 h 1377315"/>
                <a:gd name="connsiteX747" fmla="*/ 333851 w 2081211"/>
                <a:gd name="connsiteY747" fmla="*/ 290513 h 1377315"/>
                <a:gd name="connsiteX748" fmla="*/ 325278 w 2081211"/>
                <a:gd name="connsiteY748" fmla="*/ 287179 h 1377315"/>
                <a:gd name="connsiteX749" fmla="*/ 321945 w 2081211"/>
                <a:gd name="connsiteY749" fmla="*/ 286226 h 1377315"/>
                <a:gd name="connsiteX750" fmla="*/ 320040 w 2081211"/>
                <a:gd name="connsiteY750" fmla="*/ 287179 h 1377315"/>
                <a:gd name="connsiteX751" fmla="*/ 319564 w 2081211"/>
                <a:gd name="connsiteY751" fmla="*/ 289084 h 1377315"/>
                <a:gd name="connsiteX752" fmla="*/ 319088 w 2081211"/>
                <a:gd name="connsiteY752" fmla="*/ 293846 h 1377315"/>
                <a:gd name="connsiteX753" fmla="*/ 318135 w 2081211"/>
                <a:gd name="connsiteY753" fmla="*/ 296704 h 1377315"/>
                <a:gd name="connsiteX754" fmla="*/ 312420 w 2081211"/>
                <a:gd name="connsiteY754" fmla="*/ 310991 h 1377315"/>
                <a:gd name="connsiteX755" fmla="*/ 308610 w 2081211"/>
                <a:gd name="connsiteY755" fmla="*/ 320992 h 1377315"/>
                <a:gd name="connsiteX756" fmla="*/ 303847 w 2081211"/>
                <a:gd name="connsiteY756" fmla="*/ 330517 h 1377315"/>
                <a:gd name="connsiteX757" fmla="*/ 302419 w 2081211"/>
                <a:gd name="connsiteY757" fmla="*/ 337185 h 1377315"/>
                <a:gd name="connsiteX758" fmla="*/ 299561 w 2081211"/>
                <a:gd name="connsiteY758" fmla="*/ 345281 h 1377315"/>
                <a:gd name="connsiteX759" fmla="*/ 296703 w 2081211"/>
                <a:gd name="connsiteY759" fmla="*/ 350996 h 1377315"/>
                <a:gd name="connsiteX760" fmla="*/ 295751 w 2081211"/>
                <a:gd name="connsiteY760" fmla="*/ 354330 h 1377315"/>
                <a:gd name="connsiteX761" fmla="*/ 295751 w 2081211"/>
                <a:gd name="connsiteY761" fmla="*/ 355759 h 1377315"/>
                <a:gd name="connsiteX762" fmla="*/ 296227 w 2081211"/>
                <a:gd name="connsiteY762" fmla="*/ 357664 h 1377315"/>
                <a:gd name="connsiteX763" fmla="*/ 300514 w 2081211"/>
                <a:gd name="connsiteY763" fmla="*/ 359569 h 1377315"/>
                <a:gd name="connsiteX764" fmla="*/ 304800 w 2081211"/>
                <a:gd name="connsiteY764" fmla="*/ 360997 h 1377315"/>
                <a:gd name="connsiteX765" fmla="*/ 305752 w 2081211"/>
                <a:gd name="connsiteY765" fmla="*/ 361950 h 1377315"/>
                <a:gd name="connsiteX766" fmla="*/ 306228 w 2081211"/>
                <a:gd name="connsiteY766" fmla="*/ 363855 h 1377315"/>
                <a:gd name="connsiteX767" fmla="*/ 306228 w 2081211"/>
                <a:gd name="connsiteY767" fmla="*/ 367189 h 1377315"/>
                <a:gd name="connsiteX768" fmla="*/ 305276 w 2081211"/>
                <a:gd name="connsiteY768" fmla="*/ 370522 h 1377315"/>
                <a:gd name="connsiteX769" fmla="*/ 303847 w 2081211"/>
                <a:gd name="connsiteY769" fmla="*/ 372904 h 1377315"/>
                <a:gd name="connsiteX770" fmla="*/ 302419 w 2081211"/>
                <a:gd name="connsiteY770" fmla="*/ 374332 h 1377315"/>
                <a:gd name="connsiteX771" fmla="*/ 300990 w 2081211"/>
                <a:gd name="connsiteY771" fmla="*/ 374332 h 1377315"/>
                <a:gd name="connsiteX772" fmla="*/ 298132 w 2081211"/>
                <a:gd name="connsiteY772" fmla="*/ 372904 h 1377315"/>
                <a:gd name="connsiteX773" fmla="*/ 295751 w 2081211"/>
                <a:gd name="connsiteY773" fmla="*/ 370999 h 1377315"/>
                <a:gd name="connsiteX774" fmla="*/ 293846 w 2081211"/>
                <a:gd name="connsiteY774" fmla="*/ 370522 h 1377315"/>
                <a:gd name="connsiteX775" fmla="*/ 289084 w 2081211"/>
                <a:gd name="connsiteY775" fmla="*/ 371475 h 1377315"/>
                <a:gd name="connsiteX776" fmla="*/ 284321 w 2081211"/>
                <a:gd name="connsiteY776" fmla="*/ 372904 h 1377315"/>
                <a:gd name="connsiteX777" fmla="*/ 282893 w 2081211"/>
                <a:gd name="connsiteY777" fmla="*/ 372904 h 1377315"/>
                <a:gd name="connsiteX778" fmla="*/ 280035 w 2081211"/>
                <a:gd name="connsiteY778" fmla="*/ 371951 h 1377315"/>
                <a:gd name="connsiteX779" fmla="*/ 277177 w 2081211"/>
                <a:gd name="connsiteY779" fmla="*/ 370046 h 1377315"/>
                <a:gd name="connsiteX780" fmla="*/ 276225 w 2081211"/>
                <a:gd name="connsiteY780" fmla="*/ 366713 h 1377315"/>
                <a:gd name="connsiteX781" fmla="*/ 273844 w 2081211"/>
                <a:gd name="connsiteY781" fmla="*/ 365284 h 1377315"/>
                <a:gd name="connsiteX782" fmla="*/ 270986 w 2081211"/>
                <a:gd name="connsiteY782" fmla="*/ 366713 h 1377315"/>
                <a:gd name="connsiteX783" fmla="*/ 261938 w 2081211"/>
                <a:gd name="connsiteY783" fmla="*/ 369570 h 1377315"/>
                <a:gd name="connsiteX784" fmla="*/ 251936 w 2081211"/>
                <a:gd name="connsiteY784" fmla="*/ 372904 h 1377315"/>
                <a:gd name="connsiteX785" fmla="*/ 245745 w 2081211"/>
                <a:gd name="connsiteY785" fmla="*/ 374332 h 1377315"/>
                <a:gd name="connsiteX786" fmla="*/ 243364 w 2081211"/>
                <a:gd name="connsiteY786" fmla="*/ 373856 h 1377315"/>
                <a:gd name="connsiteX787" fmla="*/ 238601 w 2081211"/>
                <a:gd name="connsiteY787" fmla="*/ 374332 h 1377315"/>
                <a:gd name="connsiteX788" fmla="*/ 234315 w 2081211"/>
                <a:gd name="connsiteY788" fmla="*/ 375285 h 1377315"/>
                <a:gd name="connsiteX789" fmla="*/ 230981 w 2081211"/>
                <a:gd name="connsiteY789" fmla="*/ 376714 h 1377315"/>
                <a:gd name="connsiteX790" fmla="*/ 224790 w 2081211"/>
                <a:gd name="connsiteY790" fmla="*/ 378619 h 1377315"/>
                <a:gd name="connsiteX791" fmla="*/ 219075 w 2081211"/>
                <a:gd name="connsiteY791" fmla="*/ 379571 h 1377315"/>
                <a:gd name="connsiteX792" fmla="*/ 215265 w 2081211"/>
                <a:gd name="connsiteY792" fmla="*/ 381952 h 1377315"/>
                <a:gd name="connsiteX793" fmla="*/ 212407 w 2081211"/>
                <a:gd name="connsiteY793" fmla="*/ 384334 h 1377315"/>
                <a:gd name="connsiteX794" fmla="*/ 212407 w 2081211"/>
                <a:gd name="connsiteY794" fmla="*/ 385286 h 1377315"/>
                <a:gd name="connsiteX795" fmla="*/ 214313 w 2081211"/>
                <a:gd name="connsiteY795" fmla="*/ 386715 h 1377315"/>
                <a:gd name="connsiteX796" fmla="*/ 216694 w 2081211"/>
                <a:gd name="connsiteY796" fmla="*/ 387667 h 1377315"/>
                <a:gd name="connsiteX797" fmla="*/ 220980 w 2081211"/>
                <a:gd name="connsiteY797" fmla="*/ 387191 h 1377315"/>
                <a:gd name="connsiteX798" fmla="*/ 225266 w 2081211"/>
                <a:gd name="connsiteY798" fmla="*/ 387191 h 1377315"/>
                <a:gd name="connsiteX799" fmla="*/ 229076 w 2081211"/>
                <a:gd name="connsiteY799" fmla="*/ 388620 h 1377315"/>
                <a:gd name="connsiteX800" fmla="*/ 232410 w 2081211"/>
                <a:gd name="connsiteY800" fmla="*/ 389572 h 1377315"/>
                <a:gd name="connsiteX801" fmla="*/ 233363 w 2081211"/>
                <a:gd name="connsiteY801" fmla="*/ 391001 h 1377315"/>
                <a:gd name="connsiteX802" fmla="*/ 232410 w 2081211"/>
                <a:gd name="connsiteY802" fmla="*/ 392430 h 1377315"/>
                <a:gd name="connsiteX803" fmla="*/ 230505 w 2081211"/>
                <a:gd name="connsiteY803" fmla="*/ 392906 h 1377315"/>
                <a:gd name="connsiteX804" fmla="*/ 230028 w 2081211"/>
                <a:gd name="connsiteY804" fmla="*/ 393859 h 1377315"/>
                <a:gd name="connsiteX805" fmla="*/ 230505 w 2081211"/>
                <a:gd name="connsiteY805" fmla="*/ 394811 h 1377315"/>
                <a:gd name="connsiteX806" fmla="*/ 229076 w 2081211"/>
                <a:gd name="connsiteY806" fmla="*/ 398145 h 1377315"/>
                <a:gd name="connsiteX807" fmla="*/ 228600 w 2081211"/>
                <a:gd name="connsiteY807" fmla="*/ 402907 h 1377315"/>
                <a:gd name="connsiteX808" fmla="*/ 229076 w 2081211"/>
                <a:gd name="connsiteY808" fmla="*/ 407670 h 1377315"/>
                <a:gd name="connsiteX809" fmla="*/ 229552 w 2081211"/>
                <a:gd name="connsiteY809" fmla="*/ 411956 h 1377315"/>
                <a:gd name="connsiteX810" fmla="*/ 229552 w 2081211"/>
                <a:gd name="connsiteY810" fmla="*/ 414338 h 1377315"/>
                <a:gd name="connsiteX811" fmla="*/ 229552 w 2081211"/>
                <a:gd name="connsiteY811" fmla="*/ 417195 h 1377315"/>
                <a:gd name="connsiteX812" fmla="*/ 230981 w 2081211"/>
                <a:gd name="connsiteY812" fmla="*/ 419100 h 1377315"/>
                <a:gd name="connsiteX813" fmla="*/ 232410 w 2081211"/>
                <a:gd name="connsiteY813" fmla="*/ 422910 h 1377315"/>
                <a:gd name="connsiteX814" fmla="*/ 234791 w 2081211"/>
                <a:gd name="connsiteY814" fmla="*/ 425291 h 1377315"/>
                <a:gd name="connsiteX815" fmla="*/ 238125 w 2081211"/>
                <a:gd name="connsiteY815" fmla="*/ 433864 h 1377315"/>
                <a:gd name="connsiteX816" fmla="*/ 240030 w 2081211"/>
                <a:gd name="connsiteY816" fmla="*/ 438626 h 1377315"/>
                <a:gd name="connsiteX817" fmla="*/ 241935 w 2081211"/>
                <a:gd name="connsiteY817" fmla="*/ 444341 h 1377315"/>
                <a:gd name="connsiteX818" fmla="*/ 240506 w 2081211"/>
                <a:gd name="connsiteY818" fmla="*/ 447199 h 1377315"/>
                <a:gd name="connsiteX819" fmla="*/ 240506 w 2081211"/>
                <a:gd name="connsiteY819" fmla="*/ 449104 h 1377315"/>
                <a:gd name="connsiteX820" fmla="*/ 242411 w 2081211"/>
                <a:gd name="connsiteY820" fmla="*/ 450532 h 1377315"/>
                <a:gd name="connsiteX821" fmla="*/ 243364 w 2081211"/>
                <a:gd name="connsiteY821" fmla="*/ 453390 h 1377315"/>
                <a:gd name="connsiteX822" fmla="*/ 244316 w 2081211"/>
                <a:gd name="connsiteY822" fmla="*/ 455295 h 1377315"/>
                <a:gd name="connsiteX823" fmla="*/ 243840 w 2081211"/>
                <a:gd name="connsiteY823" fmla="*/ 457200 h 1377315"/>
                <a:gd name="connsiteX824" fmla="*/ 242888 w 2081211"/>
                <a:gd name="connsiteY824" fmla="*/ 457676 h 1377315"/>
                <a:gd name="connsiteX825" fmla="*/ 238125 w 2081211"/>
                <a:gd name="connsiteY825" fmla="*/ 456724 h 1377315"/>
                <a:gd name="connsiteX826" fmla="*/ 234315 w 2081211"/>
                <a:gd name="connsiteY826" fmla="*/ 458629 h 1377315"/>
                <a:gd name="connsiteX827" fmla="*/ 230505 w 2081211"/>
                <a:gd name="connsiteY827" fmla="*/ 460534 h 1377315"/>
                <a:gd name="connsiteX828" fmla="*/ 230028 w 2081211"/>
                <a:gd name="connsiteY828" fmla="*/ 461486 h 1377315"/>
                <a:gd name="connsiteX829" fmla="*/ 230028 w 2081211"/>
                <a:gd name="connsiteY829" fmla="*/ 462439 h 1377315"/>
                <a:gd name="connsiteX830" fmla="*/ 230505 w 2081211"/>
                <a:gd name="connsiteY830" fmla="*/ 463391 h 1377315"/>
                <a:gd name="connsiteX831" fmla="*/ 232886 w 2081211"/>
                <a:gd name="connsiteY831" fmla="*/ 464820 h 1377315"/>
                <a:gd name="connsiteX832" fmla="*/ 236220 w 2081211"/>
                <a:gd name="connsiteY832" fmla="*/ 465772 h 1377315"/>
                <a:gd name="connsiteX833" fmla="*/ 236220 w 2081211"/>
                <a:gd name="connsiteY833" fmla="*/ 467201 h 1377315"/>
                <a:gd name="connsiteX834" fmla="*/ 232410 w 2081211"/>
                <a:gd name="connsiteY834" fmla="*/ 468154 h 1377315"/>
                <a:gd name="connsiteX835" fmla="*/ 226695 w 2081211"/>
                <a:gd name="connsiteY835" fmla="*/ 470535 h 1377315"/>
                <a:gd name="connsiteX836" fmla="*/ 225266 w 2081211"/>
                <a:gd name="connsiteY836" fmla="*/ 472916 h 1377315"/>
                <a:gd name="connsiteX837" fmla="*/ 223838 w 2081211"/>
                <a:gd name="connsiteY837" fmla="*/ 475774 h 1377315"/>
                <a:gd name="connsiteX838" fmla="*/ 223838 w 2081211"/>
                <a:gd name="connsiteY838" fmla="*/ 477202 h 1377315"/>
                <a:gd name="connsiteX839" fmla="*/ 224314 w 2081211"/>
                <a:gd name="connsiteY839" fmla="*/ 481489 h 1377315"/>
                <a:gd name="connsiteX840" fmla="*/ 225266 w 2081211"/>
                <a:gd name="connsiteY840" fmla="*/ 486251 h 1377315"/>
                <a:gd name="connsiteX841" fmla="*/ 227171 w 2081211"/>
                <a:gd name="connsiteY841" fmla="*/ 491490 h 1377315"/>
                <a:gd name="connsiteX842" fmla="*/ 227171 w 2081211"/>
                <a:gd name="connsiteY842" fmla="*/ 492919 h 1377315"/>
                <a:gd name="connsiteX843" fmla="*/ 226219 w 2081211"/>
                <a:gd name="connsiteY843" fmla="*/ 493871 h 1377315"/>
                <a:gd name="connsiteX844" fmla="*/ 225266 w 2081211"/>
                <a:gd name="connsiteY844" fmla="*/ 494824 h 1377315"/>
                <a:gd name="connsiteX845" fmla="*/ 225743 w 2081211"/>
                <a:gd name="connsiteY845" fmla="*/ 497205 h 1377315"/>
                <a:gd name="connsiteX846" fmla="*/ 226219 w 2081211"/>
                <a:gd name="connsiteY846" fmla="*/ 500063 h 1377315"/>
                <a:gd name="connsiteX847" fmla="*/ 225743 w 2081211"/>
                <a:gd name="connsiteY847" fmla="*/ 500539 h 1377315"/>
                <a:gd name="connsiteX848" fmla="*/ 225266 w 2081211"/>
                <a:gd name="connsiteY848" fmla="*/ 501015 h 1377315"/>
                <a:gd name="connsiteX849" fmla="*/ 214789 w 2081211"/>
                <a:gd name="connsiteY849" fmla="*/ 501491 h 1377315"/>
                <a:gd name="connsiteX850" fmla="*/ 212407 w 2081211"/>
                <a:gd name="connsiteY850" fmla="*/ 502444 h 1377315"/>
                <a:gd name="connsiteX851" fmla="*/ 210026 w 2081211"/>
                <a:gd name="connsiteY851" fmla="*/ 506254 h 1377315"/>
                <a:gd name="connsiteX852" fmla="*/ 200977 w 2081211"/>
                <a:gd name="connsiteY852" fmla="*/ 509588 h 1377315"/>
                <a:gd name="connsiteX853" fmla="*/ 195739 w 2081211"/>
                <a:gd name="connsiteY853" fmla="*/ 511016 h 1377315"/>
                <a:gd name="connsiteX854" fmla="*/ 193834 w 2081211"/>
                <a:gd name="connsiteY854" fmla="*/ 511016 h 1377315"/>
                <a:gd name="connsiteX855" fmla="*/ 189071 w 2081211"/>
                <a:gd name="connsiteY855" fmla="*/ 513397 h 1377315"/>
                <a:gd name="connsiteX856" fmla="*/ 175260 w 2081211"/>
                <a:gd name="connsiteY856" fmla="*/ 519589 h 1377315"/>
                <a:gd name="connsiteX857" fmla="*/ 168593 w 2081211"/>
                <a:gd name="connsiteY857" fmla="*/ 523875 h 1377315"/>
                <a:gd name="connsiteX858" fmla="*/ 165259 w 2081211"/>
                <a:gd name="connsiteY858" fmla="*/ 525780 h 1377315"/>
                <a:gd name="connsiteX859" fmla="*/ 162401 w 2081211"/>
                <a:gd name="connsiteY859" fmla="*/ 527685 h 1377315"/>
                <a:gd name="connsiteX860" fmla="*/ 161925 w 2081211"/>
                <a:gd name="connsiteY860" fmla="*/ 529590 h 1377315"/>
                <a:gd name="connsiteX861" fmla="*/ 161925 w 2081211"/>
                <a:gd name="connsiteY861" fmla="*/ 531495 h 1377315"/>
                <a:gd name="connsiteX862" fmla="*/ 154305 w 2081211"/>
                <a:gd name="connsiteY862" fmla="*/ 539591 h 1377315"/>
                <a:gd name="connsiteX863" fmla="*/ 148590 w 2081211"/>
                <a:gd name="connsiteY863" fmla="*/ 540544 h 1377315"/>
                <a:gd name="connsiteX864" fmla="*/ 143827 w 2081211"/>
                <a:gd name="connsiteY864" fmla="*/ 540544 h 1377315"/>
                <a:gd name="connsiteX865" fmla="*/ 140494 w 2081211"/>
                <a:gd name="connsiteY865" fmla="*/ 541972 h 1377315"/>
                <a:gd name="connsiteX866" fmla="*/ 135731 w 2081211"/>
                <a:gd name="connsiteY866" fmla="*/ 543401 h 1377315"/>
                <a:gd name="connsiteX867" fmla="*/ 125730 w 2081211"/>
                <a:gd name="connsiteY867" fmla="*/ 542449 h 1377315"/>
                <a:gd name="connsiteX868" fmla="*/ 122396 w 2081211"/>
                <a:gd name="connsiteY868" fmla="*/ 542449 h 1377315"/>
                <a:gd name="connsiteX869" fmla="*/ 115728 w 2081211"/>
                <a:gd name="connsiteY869" fmla="*/ 541496 h 1377315"/>
                <a:gd name="connsiteX870" fmla="*/ 112871 w 2081211"/>
                <a:gd name="connsiteY870" fmla="*/ 541972 h 1377315"/>
                <a:gd name="connsiteX871" fmla="*/ 110014 w 2081211"/>
                <a:gd name="connsiteY871" fmla="*/ 543877 h 1377315"/>
                <a:gd name="connsiteX872" fmla="*/ 106203 w 2081211"/>
                <a:gd name="connsiteY872" fmla="*/ 550545 h 1377315"/>
                <a:gd name="connsiteX873" fmla="*/ 104775 w 2081211"/>
                <a:gd name="connsiteY873" fmla="*/ 551974 h 1377315"/>
                <a:gd name="connsiteX874" fmla="*/ 103822 w 2081211"/>
                <a:gd name="connsiteY874" fmla="*/ 553402 h 1377315"/>
                <a:gd name="connsiteX875" fmla="*/ 103346 w 2081211"/>
                <a:gd name="connsiteY875" fmla="*/ 556736 h 1377315"/>
                <a:gd name="connsiteX876" fmla="*/ 101918 w 2081211"/>
                <a:gd name="connsiteY876" fmla="*/ 560070 h 1377315"/>
                <a:gd name="connsiteX877" fmla="*/ 100013 w 2081211"/>
                <a:gd name="connsiteY877" fmla="*/ 562927 h 1377315"/>
                <a:gd name="connsiteX878" fmla="*/ 98584 w 2081211"/>
                <a:gd name="connsiteY878" fmla="*/ 565309 h 1377315"/>
                <a:gd name="connsiteX879" fmla="*/ 95726 w 2081211"/>
                <a:gd name="connsiteY879" fmla="*/ 567690 h 1377315"/>
                <a:gd name="connsiteX880" fmla="*/ 92869 w 2081211"/>
                <a:gd name="connsiteY880" fmla="*/ 569119 h 1377315"/>
                <a:gd name="connsiteX881" fmla="*/ 90964 w 2081211"/>
                <a:gd name="connsiteY881" fmla="*/ 565785 h 1377315"/>
                <a:gd name="connsiteX882" fmla="*/ 89059 w 2081211"/>
                <a:gd name="connsiteY882" fmla="*/ 566738 h 1377315"/>
                <a:gd name="connsiteX883" fmla="*/ 87153 w 2081211"/>
                <a:gd name="connsiteY883" fmla="*/ 568166 h 1377315"/>
                <a:gd name="connsiteX884" fmla="*/ 83820 w 2081211"/>
                <a:gd name="connsiteY884" fmla="*/ 567690 h 1377315"/>
                <a:gd name="connsiteX885" fmla="*/ 81915 w 2081211"/>
                <a:gd name="connsiteY885" fmla="*/ 568166 h 1377315"/>
                <a:gd name="connsiteX886" fmla="*/ 77628 w 2081211"/>
                <a:gd name="connsiteY886" fmla="*/ 571024 h 1377315"/>
                <a:gd name="connsiteX887" fmla="*/ 70961 w 2081211"/>
                <a:gd name="connsiteY887" fmla="*/ 571024 h 1377315"/>
                <a:gd name="connsiteX888" fmla="*/ 70009 w 2081211"/>
                <a:gd name="connsiteY888" fmla="*/ 570071 h 1377315"/>
                <a:gd name="connsiteX889" fmla="*/ 68580 w 2081211"/>
                <a:gd name="connsiteY889" fmla="*/ 562451 h 1377315"/>
                <a:gd name="connsiteX890" fmla="*/ 67627 w 2081211"/>
                <a:gd name="connsiteY890" fmla="*/ 559118 h 1377315"/>
                <a:gd name="connsiteX891" fmla="*/ 66675 w 2081211"/>
                <a:gd name="connsiteY891" fmla="*/ 558165 h 1377315"/>
                <a:gd name="connsiteX892" fmla="*/ 65722 w 2081211"/>
                <a:gd name="connsiteY892" fmla="*/ 558165 h 1377315"/>
                <a:gd name="connsiteX893" fmla="*/ 56197 w 2081211"/>
                <a:gd name="connsiteY893" fmla="*/ 563880 h 1377315"/>
                <a:gd name="connsiteX894" fmla="*/ 51911 w 2081211"/>
                <a:gd name="connsiteY894" fmla="*/ 564832 h 1377315"/>
                <a:gd name="connsiteX895" fmla="*/ 48101 w 2081211"/>
                <a:gd name="connsiteY895" fmla="*/ 564832 h 1377315"/>
                <a:gd name="connsiteX896" fmla="*/ 43339 w 2081211"/>
                <a:gd name="connsiteY896" fmla="*/ 562927 h 1377315"/>
                <a:gd name="connsiteX897" fmla="*/ 42386 w 2081211"/>
                <a:gd name="connsiteY897" fmla="*/ 563404 h 1377315"/>
                <a:gd name="connsiteX898" fmla="*/ 41434 w 2081211"/>
                <a:gd name="connsiteY898" fmla="*/ 564356 h 1377315"/>
                <a:gd name="connsiteX899" fmla="*/ 40957 w 2081211"/>
                <a:gd name="connsiteY899" fmla="*/ 565785 h 1377315"/>
                <a:gd name="connsiteX900" fmla="*/ 42386 w 2081211"/>
                <a:gd name="connsiteY900" fmla="*/ 569119 h 1377315"/>
                <a:gd name="connsiteX901" fmla="*/ 41910 w 2081211"/>
                <a:gd name="connsiteY901" fmla="*/ 569595 h 1377315"/>
                <a:gd name="connsiteX902" fmla="*/ 40005 w 2081211"/>
                <a:gd name="connsiteY902" fmla="*/ 569595 h 1377315"/>
                <a:gd name="connsiteX903" fmla="*/ 37147 w 2081211"/>
                <a:gd name="connsiteY903" fmla="*/ 570547 h 1377315"/>
                <a:gd name="connsiteX904" fmla="*/ 34766 w 2081211"/>
                <a:gd name="connsiteY904" fmla="*/ 571976 h 1377315"/>
                <a:gd name="connsiteX905" fmla="*/ 28099 w 2081211"/>
                <a:gd name="connsiteY905" fmla="*/ 577215 h 1377315"/>
                <a:gd name="connsiteX906" fmla="*/ 22384 w 2081211"/>
                <a:gd name="connsiteY906" fmla="*/ 579120 h 1377315"/>
                <a:gd name="connsiteX907" fmla="*/ 17145 w 2081211"/>
                <a:gd name="connsiteY907" fmla="*/ 579596 h 1377315"/>
                <a:gd name="connsiteX908" fmla="*/ 14764 w 2081211"/>
                <a:gd name="connsiteY908" fmla="*/ 580072 h 1377315"/>
                <a:gd name="connsiteX909" fmla="*/ 13811 w 2081211"/>
                <a:gd name="connsiteY909" fmla="*/ 580549 h 1377315"/>
                <a:gd name="connsiteX910" fmla="*/ 11906 w 2081211"/>
                <a:gd name="connsiteY910" fmla="*/ 582930 h 1377315"/>
                <a:gd name="connsiteX911" fmla="*/ 10001 w 2081211"/>
                <a:gd name="connsiteY911" fmla="*/ 586740 h 1377315"/>
                <a:gd name="connsiteX912" fmla="*/ 9049 w 2081211"/>
                <a:gd name="connsiteY912" fmla="*/ 588645 h 1377315"/>
                <a:gd name="connsiteX913" fmla="*/ 8572 w 2081211"/>
                <a:gd name="connsiteY913" fmla="*/ 589597 h 1377315"/>
                <a:gd name="connsiteX914" fmla="*/ 8572 w 2081211"/>
                <a:gd name="connsiteY914" fmla="*/ 591026 h 1377315"/>
                <a:gd name="connsiteX915" fmla="*/ 10001 w 2081211"/>
                <a:gd name="connsiteY915" fmla="*/ 592931 h 1377315"/>
                <a:gd name="connsiteX916" fmla="*/ 10953 w 2081211"/>
                <a:gd name="connsiteY916" fmla="*/ 597217 h 1377315"/>
                <a:gd name="connsiteX917" fmla="*/ 10477 w 2081211"/>
                <a:gd name="connsiteY917" fmla="*/ 598170 h 1377315"/>
                <a:gd name="connsiteX918" fmla="*/ 9525 w 2081211"/>
                <a:gd name="connsiteY918" fmla="*/ 600075 h 1377315"/>
                <a:gd name="connsiteX919" fmla="*/ 7620 w 2081211"/>
                <a:gd name="connsiteY919" fmla="*/ 601980 h 1377315"/>
                <a:gd name="connsiteX920" fmla="*/ 3810 w 2081211"/>
                <a:gd name="connsiteY920" fmla="*/ 602932 h 1377315"/>
                <a:gd name="connsiteX921" fmla="*/ 952 w 2081211"/>
                <a:gd name="connsiteY921" fmla="*/ 603409 h 1377315"/>
                <a:gd name="connsiteX922" fmla="*/ 952 w 2081211"/>
                <a:gd name="connsiteY922" fmla="*/ 605314 h 1377315"/>
                <a:gd name="connsiteX923" fmla="*/ 476 w 2081211"/>
                <a:gd name="connsiteY923" fmla="*/ 609124 h 1377315"/>
                <a:gd name="connsiteX924" fmla="*/ 0 w 2081211"/>
                <a:gd name="connsiteY924" fmla="*/ 611981 h 1377315"/>
                <a:gd name="connsiteX925" fmla="*/ 2857 w 2081211"/>
                <a:gd name="connsiteY925" fmla="*/ 616744 h 1377315"/>
                <a:gd name="connsiteX926" fmla="*/ 4763 w 2081211"/>
                <a:gd name="connsiteY926" fmla="*/ 619125 h 1377315"/>
                <a:gd name="connsiteX927" fmla="*/ 6668 w 2081211"/>
                <a:gd name="connsiteY927" fmla="*/ 621030 h 1377315"/>
                <a:gd name="connsiteX928" fmla="*/ 7144 w 2081211"/>
                <a:gd name="connsiteY928" fmla="*/ 622459 h 1377315"/>
                <a:gd name="connsiteX929" fmla="*/ 6668 w 2081211"/>
                <a:gd name="connsiteY929" fmla="*/ 623411 h 1377315"/>
                <a:gd name="connsiteX930" fmla="*/ 4286 w 2081211"/>
                <a:gd name="connsiteY930" fmla="*/ 624364 h 1377315"/>
                <a:gd name="connsiteX931" fmla="*/ 3334 w 2081211"/>
                <a:gd name="connsiteY931" fmla="*/ 625316 h 1377315"/>
                <a:gd name="connsiteX932" fmla="*/ 2857 w 2081211"/>
                <a:gd name="connsiteY932" fmla="*/ 626745 h 1377315"/>
                <a:gd name="connsiteX933" fmla="*/ 3334 w 2081211"/>
                <a:gd name="connsiteY933" fmla="*/ 628174 h 1377315"/>
                <a:gd name="connsiteX934" fmla="*/ 4763 w 2081211"/>
                <a:gd name="connsiteY934" fmla="*/ 632936 h 1377315"/>
                <a:gd name="connsiteX935" fmla="*/ 6191 w 2081211"/>
                <a:gd name="connsiteY935" fmla="*/ 636746 h 1377315"/>
                <a:gd name="connsiteX936" fmla="*/ 8572 w 2081211"/>
                <a:gd name="connsiteY936" fmla="*/ 638651 h 1377315"/>
                <a:gd name="connsiteX937" fmla="*/ 11906 w 2081211"/>
                <a:gd name="connsiteY937" fmla="*/ 639604 h 1377315"/>
                <a:gd name="connsiteX938" fmla="*/ 13811 w 2081211"/>
                <a:gd name="connsiteY938" fmla="*/ 639128 h 1377315"/>
                <a:gd name="connsiteX939" fmla="*/ 15240 w 2081211"/>
                <a:gd name="connsiteY939" fmla="*/ 636270 h 1377315"/>
                <a:gd name="connsiteX940" fmla="*/ 17621 w 2081211"/>
                <a:gd name="connsiteY940" fmla="*/ 634365 h 1377315"/>
                <a:gd name="connsiteX941" fmla="*/ 19526 w 2081211"/>
                <a:gd name="connsiteY941" fmla="*/ 634365 h 1377315"/>
                <a:gd name="connsiteX942" fmla="*/ 22384 w 2081211"/>
                <a:gd name="connsiteY942" fmla="*/ 634365 h 1377315"/>
                <a:gd name="connsiteX943" fmla="*/ 30480 w 2081211"/>
                <a:gd name="connsiteY943" fmla="*/ 636746 h 1377315"/>
                <a:gd name="connsiteX944" fmla="*/ 38100 w 2081211"/>
                <a:gd name="connsiteY944" fmla="*/ 640080 h 1377315"/>
                <a:gd name="connsiteX945" fmla="*/ 40481 w 2081211"/>
                <a:gd name="connsiteY945" fmla="*/ 641985 h 1377315"/>
                <a:gd name="connsiteX946" fmla="*/ 41434 w 2081211"/>
                <a:gd name="connsiteY946" fmla="*/ 644366 h 1377315"/>
                <a:gd name="connsiteX947" fmla="*/ 39052 w 2081211"/>
                <a:gd name="connsiteY947" fmla="*/ 649605 h 1377315"/>
                <a:gd name="connsiteX948" fmla="*/ 39052 w 2081211"/>
                <a:gd name="connsiteY948" fmla="*/ 652939 h 1377315"/>
                <a:gd name="connsiteX949" fmla="*/ 39528 w 2081211"/>
                <a:gd name="connsiteY949" fmla="*/ 656272 h 1377315"/>
                <a:gd name="connsiteX950" fmla="*/ 41434 w 2081211"/>
                <a:gd name="connsiteY950" fmla="*/ 658654 h 1377315"/>
                <a:gd name="connsiteX951" fmla="*/ 42863 w 2081211"/>
                <a:gd name="connsiteY951" fmla="*/ 662940 h 1377315"/>
                <a:gd name="connsiteX952" fmla="*/ 43339 w 2081211"/>
                <a:gd name="connsiteY952" fmla="*/ 666750 h 1377315"/>
                <a:gd name="connsiteX953" fmla="*/ 44291 w 2081211"/>
                <a:gd name="connsiteY953" fmla="*/ 667703 h 1377315"/>
                <a:gd name="connsiteX954" fmla="*/ 44768 w 2081211"/>
                <a:gd name="connsiteY954" fmla="*/ 669131 h 1377315"/>
                <a:gd name="connsiteX955" fmla="*/ 43815 w 2081211"/>
                <a:gd name="connsiteY955" fmla="*/ 672465 h 1377315"/>
                <a:gd name="connsiteX956" fmla="*/ 43339 w 2081211"/>
                <a:gd name="connsiteY956" fmla="*/ 675799 h 1377315"/>
                <a:gd name="connsiteX957" fmla="*/ 44291 w 2081211"/>
                <a:gd name="connsiteY957" fmla="*/ 676751 h 1377315"/>
                <a:gd name="connsiteX958" fmla="*/ 46672 w 2081211"/>
                <a:gd name="connsiteY958" fmla="*/ 678180 h 1377315"/>
                <a:gd name="connsiteX959" fmla="*/ 50482 w 2081211"/>
                <a:gd name="connsiteY959" fmla="*/ 681038 h 1377315"/>
                <a:gd name="connsiteX960" fmla="*/ 51435 w 2081211"/>
                <a:gd name="connsiteY960" fmla="*/ 683419 h 1377315"/>
                <a:gd name="connsiteX961" fmla="*/ 50006 w 2081211"/>
                <a:gd name="connsiteY961" fmla="*/ 684847 h 1377315"/>
                <a:gd name="connsiteX962" fmla="*/ 47625 w 2081211"/>
                <a:gd name="connsiteY962" fmla="*/ 686753 h 1377315"/>
                <a:gd name="connsiteX963" fmla="*/ 44768 w 2081211"/>
                <a:gd name="connsiteY963" fmla="*/ 688657 h 1377315"/>
                <a:gd name="connsiteX964" fmla="*/ 43815 w 2081211"/>
                <a:gd name="connsiteY964" fmla="*/ 689134 h 1377315"/>
                <a:gd name="connsiteX965" fmla="*/ 41910 w 2081211"/>
                <a:gd name="connsiteY965" fmla="*/ 689610 h 1377315"/>
                <a:gd name="connsiteX966" fmla="*/ 39528 w 2081211"/>
                <a:gd name="connsiteY966" fmla="*/ 688657 h 1377315"/>
                <a:gd name="connsiteX967" fmla="*/ 38576 w 2081211"/>
                <a:gd name="connsiteY967" fmla="*/ 687229 h 1377315"/>
                <a:gd name="connsiteX968" fmla="*/ 38100 w 2081211"/>
                <a:gd name="connsiteY968" fmla="*/ 687229 h 1377315"/>
                <a:gd name="connsiteX969" fmla="*/ 36195 w 2081211"/>
                <a:gd name="connsiteY969" fmla="*/ 688181 h 1377315"/>
                <a:gd name="connsiteX970" fmla="*/ 32385 w 2081211"/>
                <a:gd name="connsiteY970" fmla="*/ 689134 h 1377315"/>
                <a:gd name="connsiteX971" fmla="*/ 26194 w 2081211"/>
                <a:gd name="connsiteY971" fmla="*/ 691991 h 1377315"/>
                <a:gd name="connsiteX972" fmla="*/ 26194 w 2081211"/>
                <a:gd name="connsiteY972" fmla="*/ 692944 h 1377315"/>
                <a:gd name="connsiteX973" fmla="*/ 30480 w 2081211"/>
                <a:gd name="connsiteY973" fmla="*/ 696278 h 1377315"/>
                <a:gd name="connsiteX974" fmla="*/ 31432 w 2081211"/>
                <a:gd name="connsiteY974" fmla="*/ 697230 h 1377315"/>
                <a:gd name="connsiteX975" fmla="*/ 31909 w 2081211"/>
                <a:gd name="connsiteY975" fmla="*/ 697706 h 1377315"/>
                <a:gd name="connsiteX976" fmla="*/ 33814 w 2081211"/>
                <a:gd name="connsiteY976" fmla="*/ 697230 h 1377315"/>
                <a:gd name="connsiteX977" fmla="*/ 37147 w 2081211"/>
                <a:gd name="connsiteY977" fmla="*/ 697230 h 1377315"/>
                <a:gd name="connsiteX978" fmla="*/ 39528 w 2081211"/>
                <a:gd name="connsiteY978" fmla="*/ 698182 h 1377315"/>
                <a:gd name="connsiteX979" fmla="*/ 41910 w 2081211"/>
                <a:gd name="connsiteY979" fmla="*/ 699611 h 1377315"/>
                <a:gd name="connsiteX980" fmla="*/ 43339 w 2081211"/>
                <a:gd name="connsiteY980" fmla="*/ 700564 h 1377315"/>
                <a:gd name="connsiteX981" fmla="*/ 45244 w 2081211"/>
                <a:gd name="connsiteY981" fmla="*/ 700088 h 1377315"/>
                <a:gd name="connsiteX982" fmla="*/ 48577 w 2081211"/>
                <a:gd name="connsiteY982" fmla="*/ 699135 h 1377315"/>
                <a:gd name="connsiteX983" fmla="*/ 51911 w 2081211"/>
                <a:gd name="connsiteY983" fmla="*/ 699611 h 1377315"/>
                <a:gd name="connsiteX984" fmla="*/ 58578 w 2081211"/>
                <a:gd name="connsiteY984" fmla="*/ 701992 h 1377315"/>
                <a:gd name="connsiteX985" fmla="*/ 59531 w 2081211"/>
                <a:gd name="connsiteY985" fmla="*/ 702945 h 1377315"/>
                <a:gd name="connsiteX986" fmla="*/ 60960 w 2081211"/>
                <a:gd name="connsiteY986" fmla="*/ 708660 h 1377315"/>
                <a:gd name="connsiteX987" fmla="*/ 62389 w 2081211"/>
                <a:gd name="connsiteY987" fmla="*/ 709136 h 1377315"/>
                <a:gd name="connsiteX988" fmla="*/ 66199 w 2081211"/>
                <a:gd name="connsiteY988" fmla="*/ 707707 h 1377315"/>
                <a:gd name="connsiteX989" fmla="*/ 69532 w 2081211"/>
                <a:gd name="connsiteY989" fmla="*/ 708184 h 1377315"/>
                <a:gd name="connsiteX990" fmla="*/ 73343 w 2081211"/>
                <a:gd name="connsiteY990" fmla="*/ 710089 h 1377315"/>
                <a:gd name="connsiteX991" fmla="*/ 75724 w 2081211"/>
                <a:gd name="connsiteY991" fmla="*/ 711994 h 1377315"/>
                <a:gd name="connsiteX992" fmla="*/ 77152 w 2081211"/>
                <a:gd name="connsiteY992" fmla="*/ 713899 h 1377315"/>
                <a:gd name="connsiteX993" fmla="*/ 78581 w 2081211"/>
                <a:gd name="connsiteY993" fmla="*/ 716756 h 1377315"/>
                <a:gd name="connsiteX994" fmla="*/ 79057 w 2081211"/>
                <a:gd name="connsiteY994" fmla="*/ 719138 h 1377315"/>
                <a:gd name="connsiteX995" fmla="*/ 80010 w 2081211"/>
                <a:gd name="connsiteY995" fmla="*/ 721995 h 1377315"/>
                <a:gd name="connsiteX996" fmla="*/ 80010 w 2081211"/>
                <a:gd name="connsiteY996" fmla="*/ 730091 h 1377315"/>
                <a:gd name="connsiteX997" fmla="*/ 79057 w 2081211"/>
                <a:gd name="connsiteY997" fmla="*/ 731520 h 1377315"/>
                <a:gd name="connsiteX998" fmla="*/ 78105 w 2081211"/>
                <a:gd name="connsiteY998" fmla="*/ 733425 h 1377315"/>
                <a:gd name="connsiteX999" fmla="*/ 78581 w 2081211"/>
                <a:gd name="connsiteY999" fmla="*/ 734854 h 1377315"/>
                <a:gd name="connsiteX1000" fmla="*/ 79534 w 2081211"/>
                <a:gd name="connsiteY1000" fmla="*/ 736282 h 1377315"/>
                <a:gd name="connsiteX1001" fmla="*/ 81915 w 2081211"/>
                <a:gd name="connsiteY1001" fmla="*/ 737235 h 1377315"/>
                <a:gd name="connsiteX1002" fmla="*/ 83820 w 2081211"/>
                <a:gd name="connsiteY1002" fmla="*/ 737711 h 1377315"/>
                <a:gd name="connsiteX1003" fmla="*/ 84772 w 2081211"/>
                <a:gd name="connsiteY1003" fmla="*/ 739140 h 1377315"/>
                <a:gd name="connsiteX1004" fmla="*/ 86201 w 2081211"/>
                <a:gd name="connsiteY1004" fmla="*/ 743903 h 1377315"/>
                <a:gd name="connsiteX1005" fmla="*/ 87153 w 2081211"/>
                <a:gd name="connsiteY1005" fmla="*/ 744379 h 1377315"/>
                <a:gd name="connsiteX1006" fmla="*/ 89535 w 2081211"/>
                <a:gd name="connsiteY1006" fmla="*/ 744379 h 1377315"/>
                <a:gd name="connsiteX1007" fmla="*/ 94297 w 2081211"/>
                <a:gd name="connsiteY1007" fmla="*/ 743426 h 1377315"/>
                <a:gd name="connsiteX1008" fmla="*/ 98107 w 2081211"/>
                <a:gd name="connsiteY1008" fmla="*/ 741997 h 1377315"/>
                <a:gd name="connsiteX1009" fmla="*/ 100013 w 2081211"/>
                <a:gd name="connsiteY1009" fmla="*/ 741521 h 1377315"/>
                <a:gd name="connsiteX1010" fmla="*/ 100489 w 2081211"/>
                <a:gd name="connsiteY1010" fmla="*/ 745807 h 1377315"/>
                <a:gd name="connsiteX1011" fmla="*/ 102870 w 2081211"/>
                <a:gd name="connsiteY1011" fmla="*/ 747713 h 1377315"/>
                <a:gd name="connsiteX1012" fmla="*/ 106203 w 2081211"/>
                <a:gd name="connsiteY1012" fmla="*/ 749617 h 1377315"/>
                <a:gd name="connsiteX1013" fmla="*/ 107632 w 2081211"/>
                <a:gd name="connsiteY1013" fmla="*/ 750094 h 1377315"/>
                <a:gd name="connsiteX1014" fmla="*/ 111443 w 2081211"/>
                <a:gd name="connsiteY1014" fmla="*/ 751999 h 1377315"/>
                <a:gd name="connsiteX1015" fmla="*/ 118586 w 2081211"/>
                <a:gd name="connsiteY1015" fmla="*/ 754380 h 1377315"/>
                <a:gd name="connsiteX1016" fmla="*/ 125730 w 2081211"/>
                <a:gd name="connsiteY1016" fmla="*/ 756285 h 1377315"/>
                <a:gd name="connsiteX1017" fmla="*/ 130969 w 2081211"/>
                <a:gd name="connsiteY1017" fmla="*/ 757714 h 1377315"/>
                <a:gd name="connsiteX1018" fmla="*/ 133350 w 2081211"/>
                <a:gd name="connsiteY1018" fmla="*/ 757714 h 1377315"/>
                <a:gd name="connsiteX1019" fmla="*/ 135255 w 2081211"/>
                <a:gd name="connsiteY1019" fmla="*/ 757714 h 1377315"/>
                <a:gd name="connsiteX1020" fmla="*/ 140494 w 2081211"/>
                <a:gd name="connsiteY1020" fmla="*/ 757238 h 1377315"/>
                <a:gd name="connsiteX1021" fmla="*/ 142875 w 2081211"/>
                <a:gd name="connsiteY1021" fmla="*/ 756761 h 1377315"/>
                <a:gd name="connsiteX1022" fmla="*/ 142875 w 2081211"/>
                <a:gd name="connsiteY1022" fmla="*/ 756761 h 1377315"/>
                <a:gd name="connsiteX1023" fmla="*/ 143351 w 2081211"/>
                <a:gd name="connsiteY1023" fmla="*/ 757238 h 1377315"/>
                <a:gd name="connsiteX1024" fmla="*/ 144780 w 2081211"/>
                <a:gd name="connsiteY1024" fmla="*/ 758190 h 1377315"/>
                <a:gd name="connsiteX1025" fmla="*/ 146209 w 2081211"/>
                <a:gd name="connsiteY1025" fmla="*/ 758666 h 1377315"/>
                <a:gd name="connsiteX1026" fmla="*/ 148114 w 2081211"/>
                <a:gd name="connsiteY1026" fmla="*/ 757714 h 1377315"/>
                <a:gd name="connsiteX1027" fmla="*/ 150495 w 2081211"/>
                <a:gd name="connsiteY1027" fmla="*/ 757238 h 1377315"/>
                <a:gd name="connsiteX1028" fmla="*/ 151447 w 2081211"/>
                <a:gd name="connsiteY1028" fmla="*/ 757714 h 1377315"/>
                <a:gd name="connsiteX1029" fmla="*/ 151447 w 2081211"/>
                <a:gd name="connsiteY1029" fmla="*/ 758666 h 1377315"/>
                <a:gd name="connsiteX1030" fmla="*/ 150019 w 2081211"/>
                <a:gd name="connsiteY1030" fmla="*/ 763905 h 1377315"/>
                <a:gd name="connsiteX1031" fmla="*/ 150019 w 2081211"/>
                <a:gd name="connsiteY1031" fmla="*/ 765810 h 1377315"/>
                <a:gd name="connsiteX1032" fmla="*/ 152400 w 2081211"/>
                <a:gd name="connsiteY1032" fmla="*/ 770096 h 1377315"/>
                <a:gd name="connsiteX1033" fmla="*/ 155257 w 2081211"/>
                <a:gd name="connsiteY1033" fmla="*/ 777240 h 1377315"/>
                <a:gd name="connsiteX1034" fmla="*/ 158115 w 2081211"/>
                <a:gd name="connsiteY1034" fmla="*/ 783907 h 1377315"/>
                <a:gd name="connsiteX1035" fmla="*/ 159544 w 2081211"/>
                <a:gd name="connsiteY1035" fmla="*/ 788194 h 1377315"/>
                <a:gd name="connsiteX1036" fmla="*/ 160972 w 2081211"/>
                <a:gd name="connsiteY1036" fmla="*/ 790099 h 1377315"/>
                <a:gd name="connsiteX1037" fmla="*/ 167164 w 2081211"/>
                <a:gd name="connsiteY1037" fmla="*/ 792004 h 1377315"/>
                <a:gd name="connsiteX1038" fmla="*/ 172402 w 2081211"/>
                <a:gd name="connsiteY1038" fmla="*/ 793432 h 1377315"/>
                <a:gd name="connsiteX1039" fmla="*/ 175736 w 2081211"/>
                <a:gd name="connsiteY1039" fmla="*/ 795814 h 1377315"/>
                <a:gd name="connsiteX1040" fmla="*/ 179070 w 2081211"/>
                <a:gd name="connsiteY1040" fmla="*/ 798195 h 1377315"/>
                <a:gd name="connsiteX1041" fmla="*/ 181451 w 2081211"/>
                <a:gd name="connsiteY1041" fmla="*/ 799624 h 1377315"/>
                <a:gd name="connsiteX1042" fmla="*/ 182403 w 2081211"/>
                <a:gd name="connsiteY1042" fmla="*/ 801529 h 1377315"/>
                <a:gd name="connsiteX1043" fmla="*/ 182403 w 2081211"/>
                <a:gd name="connsiteY1043" fmla="*/ 803434 h 1377315"/>
                <a:gd name="connsiteX1044" fmla="*/ 182403 w 2081211"/>
                <a:gd name="connsiteY1044" fmla="*/ 804386 h 1377315"/>
                <a:gd name="connsiteX1045" fmla="*/ 180975 w 2081211"/>
                <a:gd name="connsiteY1045" fmla="*/ 805815 h 1377315"/>
                <a:gd name="connsiteX1046" fmla="*/ 174784 w 2081211"/>
                <a:gd name="connsiteY1046" fmla="*/ 809625 h 1377315"/>
                <a:gd name="connsiteX1047" fmla="*/ 173831 w 2081211"/>
                <a:gd name="connsiteY1047" fmla="*/ 811054 h 1377315"/>
                <a:gd name="connsiteX1048" fmla="*/ 173831 w 2081211"/>
                <a:gd name="connsiteY1048" fmla="*/ 812482 h 1377315"/>
                <a:gd name="connsiteX1049" fmla="*/ 175260 w 2081211"/>
                <a:gd name="connsiteY1049" fmla="*/ 817245 h 1377315"/>
                <a:gd name="connsiteX1050" fmla="*/ 176213 w 2081211"/>
                <a:gd name="connsiteY1050" fmla="*/ 820103 h 1377315"/>
                <a:gd name="connsiteX1051" fmla="*/ 176213 w 2081211"/>
                <a:gd name="connsiteY1051" fmla="*/ 826294 h 1377315"/>
                <a:gd name="connsiteX1052" fmla="*/ 176689 w 2081211"/>
                <a:gd name="connsiteY1052" fmla="*/ 832009 h 1377315"/>
                <a:gd name="connsiteX1053" fmla="*/ 179070 w 2081211"/>
                <a:gd name="connsiteY1053" fmla="*/ 834390 h 1377315"/>
                <a:gd name="connsiteX1054" fmla="*/ 180975 w 2081211"/>
                <a:gd name="connsiteY1054" fmla="*/ 836295 h 1377315"/>
                <a:gd name="connsiteX1055" fmla="*/ 181927 w 2081211"/>
                <a:gd name="connsiteY1055" fmla="*/ 837724 h 1377315"/>
                <a:gd name="connsiteX1056" fmla="*/ 184309 w 2081211"/>
                <a:gd name="connsiteY1056" fmla="*/ 839629 h 1377315"/>
                <a:gd name="connsiteX1057" fmla="*/ 186214 w 2081211"/>
                <a:gd name="connsiteY1057" fmla="*/ 841057 h 1377315"/>
                <a:gd name="connsiteX1058" fmla="*/ 187643 w 2081211"/>
                <a:gd name="connsiteY1058" fmla="*/ 842010 h 1377315"/>
                <a:gd name="connsiteX1059" fmla="*/ 187643 w 2081211"/>
                <a:gd name="connsiteY1059" fmla="*/ 842486 h 1377315"/>
                <a:gd name="connsiteX1060" fmla="*/ 188119 w 2081211"/>
                <a:gd name="connsiteY1060" fmla="*/ 844391 h 1377315"/>
                <a:gd name="connsiteX1061" fmla="*/ 187643 w 2081211"/>
                <a:gd name="connsiteY1061" fmla="*/ 846772 h 1377315"/>
                <a:gd name="connsiteX1062" fmla="*/ 187166 w 2081211"/>
                <a:gd name="connsiteY1062" fmla="*/ 848678 h 1377315"/>
                <a:gd name="connsiteX1063" fmla="*/ 187166 w 2081211"/>
                <a:gd name="connsiteY1063" fmla="*/ 849630 h 1377315"/>
                <a:gd name="connsiteX1064" fmla="*/ 188595 w 2081211"/>
                <a:gd name="connsiteY1064" fmla="*/ 850582 h 1377315"/>
                <a:gd name="connsiteX1065" fmla="*/ 190500 w 2081211"/>
                <a:gd name="connsiteY1065" fmla="*/ 852488 h 1377315"/>
                <a:gd name="connsiteX1066" fmla="*/ 190976 w 2081211"/>
                <a:gd name="connsiteY1066" fmla="*/ 855345 h 1377315"/>
                <a:gd name="connsiteX1067" fmla="*/ 190976 w 2081211"/>
                <a:gd name="connsiteY1067" fmla="*/ 857250 h 1377315"/>
                <a:gd name="connsiteX1068" fmla="*/ 191928 w 2081211"/>
                <a:gd name="connsiteY1068" fmla="*/ 859155 h 1377315"/>
                <a:gd name="connsiteX1069" fmla="*/ 191928 w 2081211"/>
                <a:gd name="connsiteY1069" fmla="*/ 861060 h 1377315"/>
                <a:gd name="connsiteX1070" fmla="*/ 191452 w 2081211"/>
                <a:gd name="connsiteY1070" fmla="*/ 866299 h 1377315"/>
                <a:gd name="connsiteX1071" fmla="*/ 191452 w 2081211"/>
                <a:gd name="connsiteY1071" fmla="*/ 868204 h 1377315"/>
                <a:gd name="connsiteX1072" fmla="*/ 191452 w 2081211"/>
                <a:gd name="connsiteY1072" fmla="*/ 868680 h 1377315"/>
                <a:gd name="connsiteX1073" fmla="*/ 189547 w 2081211"/>
                <a:gd name="connsiteY1073" fmla="*/ 868680 h 1377315"/>
                <a:gd name="connsiteX1074" fmla="*/ 188119 w 2081211"/>
                <a:gd name="connsiteY1074" fmla="*/ 869632 h 1377315"/>
                <a:gd name="connsiteX1075" fmla="*/ 186214 w 2081211"/>
                <a:gd name="connsiteY1075" fmla="*/ 872966 h 1377315"/>
                <a:gd name="connsiteX1076" fmla="*/ 183832 w 2081211"/>
                <a:gd name="connsiteY1076" fmla="*/ 873919 h 1377315"/>
                <a:gd name="connsiteX1077" fmla="*/ 180975 w 2081211"/>
                <a:gd name="connsiteY1077" fmla="*/ 874395 h 1377315"/>
                <a:gd name="connsiteX1078" fmla="*/ 178118 w 2081211"/>
                <a:gd name="connsiteY1078" fmla="*/ 872490 h 1377315"/>
                <a:gd name="connsiteX1079" fmla="*/ 175736 w 2081211"/>
                <a:gd name="connsiteY1079" fmla="*/ 870585 h 1377315"/>
                <a:gd name="connsiteX1080" fmla="*/ 175260 w 2081211"/>
                <a:gd name="connsiteY1080" fmla="*/ 869632 h 1377315"/>
                <a:gd name="connsiteX1081" fmla="*/ 174784 w 2081211"/>
                <a:gd name="connsiteY1081" fmla="*/ 867251 h 1377315"/>
                <a:gd name="connsiteX1082" fmla="*/ 173355 w 2081211"/>
                <a:gd name="connsiteY1082" fmla="*/ 865822 h 1377315"/>
                <a:gd name="connsiteX1083" fmla="*/ 170974 w 2081211"/>
                <a:gd name="connsiteY1083" fmla="*/ 866299 h 1377315"/>
                <a:gd name="connsiteX1084" fmla="*/ 167164 w 2081211"/>
                <a:gd name="connsiteY1084" fmla="*/ 866775 h 1377315"/>
                <a:gd name="connsiteX1085" fmla="*/ 163353 w 2081211"/>
                <a:gd name="connsiteY1085" fmla="*/ 867251 h 1377315"/>
                <a:gd name="connsiteX1086" fmla="*/ 162877 w 2081211"/>
                <a:gd name="connsiteY1086" fmla="*/ 867728 h 1377315"/>
                <a:gd name="connsiteX1087" fmla="*/ 162877 w 2081211"/>
                <a:gd name="connsiteY1087" fmla="*/ 868680 h 1377315"/>
                <a:gd name="connsiteX1088" fmla="*/ 163830 w 2081211"/>
                <a:gd name="connsiteY1088" fmla="*/ 870585 h 1377315"/>
                <a:gd name="connsiteX1089" fmla="*/ 164782 w 2081211"/>
                <a:gd name="connsiteY1089" fmla="*/ 872966 h 1377315"/>
                <a:gd name="connsiteX1090" fmla="*/ 165259 w 2081211"/>
                <a:gd name="connsiteY1090" fmla="*/ 876776 h 1377315"/>
                <a:gd name="connsiteX1091" fmla="*/ 166211 w 2081211"/>
                <a:gd name="connsiteY1091" fmla="*/ 879157 h 1377315"/>
                <a:gd name="connsiteX1092" fmla="*/ 166688 w 2081211"/>
                <a:gd name="connsiteY1092" fmla="*/ 880110 h 1377315"/>
                <a:gd name="connsiteX1093" fmla="*/ 172878 w 2081211"/>
                <a:gd name="connsiteY1093" fmla="*/ 887254 h 1377315"/>
                <a:gd name="connsiteX1094" fmla="*/ 174307 w 2081211"/>
                <a:gd name="connsiteY1094" fmla="*/ 888682 h 1377315"/>
                <a:gd name="connsiteX1095" fmla="*/ 174784 w 2081211"/>
                <a:gd name="connsiteY1095" fmla="*/ 889635 h 1377315"/>
                <a:gd name="connsiteX1096" fmla="*/ 174307 w 2081211"/>
                <a:gd name="connsiteY1096" fmla="*/ 892492 h 1377315"/>
                <a:gd name="connsiteX1097" fmla="*/ 173355 w 2081211"/>
                <a:gd name="connsiteY1097" fmla="*/ 895350 h 1377315"/>
                <a:gd name="connsiteX1098" fmla="*/ 173355 w 2081211"/>
                <a:gd name="connsiteY1098" fmla="*/ 897731 h 1377315"/>
                <a:gd name="connsiteX1099" fmla="*/ 175260 w 2081211"/>
                <a:gd name="connsiteY1099" fmla="*/ 900589 h 1377315"/>
                <a:gd name="connsiteX1100" fmla="*/ 177165 w 2081211"/>
                <a:gd name="connsiteY1100" fmla="*/ 902494 h 1377315"/>
                <a:gd name="connsiteX1101" fmla="*/ 175736 w 2081211"/>
                <a:gd name="connsiteY1101" fmla="*/ 904875 h 1377315"/>
                <a:gd name="connsiteX1102" fmla="*/ 174784 w 2081211"/>
                <a:gd name="connsiteY1102" fmla="*/ 907732 h 1377315"/>
                <a:gd name="connsiteX1103" fmla="*/ 175736 w 2081211"/>
                <a:gd name="connsiteY1103" fmla="*/ 909161 h 1377315"/>
                <a:gd name="connsiteX1104" fmla="*/ 175260 w 2081211"/>
                <a:gd name="connsiteY1104" fmla="*/ 913447 h 1377315"/>
                <a:gd name="connsiteX1105" fmla="*/ 175736 w 2081211"/>
                <a:gd name="connsiteY1105" fmla="*/ 914400 h 1377315"/>
                <a:gd name="connsiteX1106" fmla="*/ 176689 w 2081211"/>
                <a:gd name="connsiteY1106" fmla="*/ 914876 h 1377315"/>
                <a:gd name="connsiteX1107" fmla="*/ 178594 w 2081211"/>
                <a:gd name="connsiteY1107" fmla="*/ 914400 h 1377315"/>
                <a:gd name="connsiteX1108" fmla="*/ 180499 w 2081211"/>
                <a:gd name="connsiteY1108" fmla="*/ 913447 h 1377315"/>
                <a:gd name="connsiteX1109" fmla="*/ 181927 w 2081211"/>
                <a:gd name="connsiteY1109" fmla="*/ 913447 h 1377315"/>
                <a:gd name="connsiteX1110" fmla="*/ 182880 w 2081211"/>
                <a:gd name="connsiteY1110" fmla="*/ 913924 h 1377315"/>
                <a:gd name="connsiteX1111" fmla="*/ 184309 w 2081211"/>
                <a:gd name="connsiteY1111" fmla="*/ 910590 h 1377315"/>
                <a:gd name="connsiteX1112" fmla="*/ 185261 w 2081211"/>
                <a:gd name="connsiteY1112" fmla="*/ 910114 h 1377315"/>
                <a:gd name="connsiteX1113" fmla="*/ 187643 w 2081211"/>
                <a:gd name="connsiteY1113" fmla="*/ 911066 h 1377315"/>
                <a:gd name="connsiteX1114" fmla="*/ 191928 w 2081211"/>
                <a:gd name="connsiteY1114" fmla="*/ 917257 h 1377315"/>
                <a:gd name="connsiteX1115" fmla="*/ 195739 w 2081211"/>
                <a:gd name="connsiteY1115" fmla="*/ 922496 h 1377315"/>
                <a:gd name="connsiteX1116" fmla="*/ 196691 w 2081211"/>
                <a:gd name="connsiteY1116" fmla="*/ 923449 h 1377315"/>
                <a:gd name="connsiteX1117" fmla="*/ 197168 w 2081211"/>
                <a:gd name="connsiteY1117" fmla="*/ 923925 h 1377315"/>
                <a:gd name="connsiteX1118" fmla="*/ 200501 w 2081211"/>
                <a:gd name="connsiteY1118" fmla="*/ 926306 h 1377315"/>
                <a:gd name="connsiteX1119" fmla="*/ 202882 w 2081211"/>
                <a:gd name="connsiteY1119" fmla="*/ 927735 h 1377315"/>
                <a:gd name="connsiteX1120" fmla="*/ 206216 w 2081211"/>
                <a:gd name="connsiteY1120" fmla="*/ 927259 h 1377315"/>
                <a:gd name="connsiteX1121" fmla="*/ 210502 w 2081211"/>
                <a:gd name="connsiteY1121" fmla="*/ 927259 h 1377315"/>
                <a:gd name="connsiteX1122" fmla="*/ 213360 w 2081211"/>
                <a:gd name="connsiteY1122" fmla="*/ 928688 h 1377315"/>
                <a:gd name="connsiteX1123" fmla="*/ 214789 w 2081211"/>
                <a:gd name="connsiteY1123" fmla="*/ 929640 h 1377315"/>
                <a:gd name="connsiteX1124" fmla="*/ 215265 w 2081211"/>
                <a:gd name="connsiteY1124" fmla="*/ 929640 h 1377315"/>
                <a:gd name="connsiteX1125" fmla="*/ 220503 w 2081211"/>
                <a:gd name="connsiteY1125" fmla="*/ 933450 h 1377315"/>
                <a:gd name="connsiteX1126" fmla="*/ 222885 w 2081211"/>
                <a:gd name="connsiteY1126" fmla="*/ 932974 h 1377315"/>
                <a:gd name="connsiteX1127" fmla="*/ 224314 w 2081211"/>
                <a:gd name="connsiteY1127" fmla="*/ 933926 h 1377315"/>
                <a:gd name="connsiteX1128" fmla="*/ 224790 w 2081211"/>
                <a:gd name="connsiteY1128" fmla="*/ 936784 h 1377315"/>
                <a:gd name="connsiteX1129" fmla="*/ 224314 w 2081211"/>
                <a:gd name="connsiteY1129" fmla="*/ 939641 h 1377315"/>
                <a:gd name="connsiteX1130" fmla="*/ 224314 w 2081211"/>
                <a:gd name="connsiteY1130" fmla="*/ 941070 h 1377315"/>
                <a:gd name="connsiteX1131" fmla="*/ 226695 w 2081211"/>
                <a:gd name="connsiteY1131" fmla="*/ 941546 h 1377315"/>
                <a:gd name="connsiteX1132" fmla="*/ 231934 w 2081211"/>
                <a:gd name="connsiteY1132" fmla="*/ 943451 h 1377315"/>
                <a:gd name="connsiteX1133" fmla="*/ 236220 w 2081211"/>
                <a:gd name="connsiteY1133" fmla="*/ 945356 h 1377315"/>
                <a:gd name="connsiteX1134" fmla="*/ 238601 w 2081211"/>
                <a:gd name="connsiteY1134" fmla="*/ 945832 h 1377315"/>
                <a:gd name="connsiteX1135" fmla="*/ 240982 w 2081211"/>
                <a:gd name="connsiteY1135" fmla="*/ 947261 h 1377315"/>
                <a:gd name="connsiteX1136" fmla="*/ 243364 w 2081211"/>
                <a:gd name="connsiteY1136" fmla="*/ 949166 h 1377315"/>
                <a:gd name="connsiteX1137" fmla="*/ 247650 w 2081211"/>
                <a:gd name="connsiteY1137" fmla="*/ 951547 h 1377315"/>
                <a:gd name="connsiteX1138" fmla="*/ 251460 w 2081211"/>
                <a:gd name="connsiteY1138" fmla="*/ 953453 h 1377315"/>
                <a:gd name="connsiteX1139" fmla="*/ 252413 w 2081211"/>
                <a:gd name="connsiteY1139" fmla="*/ 956310 h 1377315"/>
                <a:gd name="connsiteX1140" fmla="*/ 253841 w 2081211"/>
                <a:gd name="connsiteY1140" fmla="*/ 958691 h 1377315"/>
                <a:gd name="connsiteX1141" fmla="*/ 255746 w 2081211"/>
                <a:gd name="connsiteY1141" fmla="*/ 961072 h 1377315"/>
                <a:gd name="connsiteX1142" fmla="*/ 258127 w 2081211"/>
                <a:gd name="connsiteY1142" fmla="*/ 961072 h 1377315"/>
                <a:gd name="connsiteX1143" fmla="*/ 260985 w 2081211"/>
                <a:gd name="connsiteY1143" fmla="*/ 959167 h 1377315"/>
                <a:gd name="connsiteX1144" fmla="*/ 266700 w 2081211"/>
                <a:gd name="connsiteY1144" fmla="*/ 950119 h 1377315"/>
                <a:gd name="connsiteX1145" fmla="*/ 274320 w 2081211"/>
                <a:gd name="connsiteY1145" fmla="*/ 948214 h 1377315"/>
                <a:gd name="connsiteX1146" fmla="*/ 281464 w 2081211"/>
                <a:gd name="connsiteY1146" fmla="*/ 949166 h 1377315"/>
                <a:gd name="connsiteX1147" fmla="*/ 287655 w 2081211"/>
                <a:gd name="connsiteY1147" fmla="*/ 950595 h 1377315"/>
                <a:gd name="connsiteX1148" fmla="*/ 289560 w 2081211"/>
                <a:gd name="connsiteY1148" fmla="*/ 953453 h 1377315"/>
                <a:gd name="connsiteX1149" fmla="*/ 290989 w 2081211"/>
                <a:gd name="connsiteY1149" fmla="*/ 956786 h 1377315"/>
                <a:gd name="connsiteX1150" fmla="*/ 291941 w 2081211"/>
                <a:gd name="connsiteY1150" fmla="*/ 958215 h 1377315"/>
                <a:gd name="connsiteX1151" fmla="*/ 293846 w 2081211"/>
                <a:gd name="connsiteY1151" fmla="*/ 960120 h 1377315"/>
                <a:gd name="connsiteX1152" fmla="*/ 302895 w 2081211"/>
                <a:gd name="connsiteY1152" fmla="*/ 964406 h 1377315"/>
                <a:gd name="connsiteX1153" fmla="*/ 308134 w 2081211"/>
                <a:gd name="connsiteY1153" fmla="*/ 968692 h 1377315"/>
                <a:gd name="connsiteX1154" fmla="*/ 315277 w 2081211"/>
                <a:gd name="connsiteY1154" fmla="*/ 973931 h 1377315"/>
                <a:gd name="connsiteX1155" fmla="*/ 320516 w 2081211"/>
                <a:gd name="connsiteY1155" fmla="*/ 976313 h 1377315"/>
                <a:gd name="connsiteX1156" fmla="*/ 325278 w 2081211"/>
                <a:gd name="connsiteY1156" fmla="*/ 976313 h 1377315"/>
                <a:gd name="connsiteX1157" fmla="*/ 328136 w 2081211"/>
                <a:gd name="connsiteY1157" fmla="*/ 978217 h 1377315"/>
                <a:gd name="connsiteX1158" fmla="*/ 332422 w 2081211"/>
                <a:gd name="connsiteY1158" fmla="*/ 982504 h 1377315"/>
                <a:gd name="connsiteX1159" fmla="*/ 335756 w 2081211"/>
                <a:gd name="connsiteY1159" fmla="*/ 987266 h 1377315"/>
                <a:gd name="connsiteX1160" fmla="*/ 340043 w 2081211"/>
                <a:gd name="connsiteY1160" fmla="*/ 991553 h 1377315"/>
                <a:gd name="connsiteX1161" fmla="*/ 342900 w 2081211"/>
                <a:gd name="connsiteY1161" fmla="*/ 991553 h 1377315"/>
                <a:gd name="connsiteX1162" fmla="*/ 347186 w 2081211"/>
                <a:gd name="connsiteY1162" fmla="*/ 990124 h 1377315"/>
                <a:gd name="connsiteX1163" fmla="*/ 351949 w 2081211"/>
                <a:gd name="connsiteY1163" fmla="*/ 988219 h 1377315"/>
                <a:gd name="connsiteX1164" fmla="*/ 354806 w 2081211"/>
                <a:gd name="connsiteY1164" fmla="*/ 989171 h 1377315"/>
                <a:gd name="connsiteX1165" fmla="*/ 357664 w 2081211"/>
                <a:gd name="connsiteY1165" fmla="*/ 990600 h 1377315"/>
                <a:gd name="connsiteX1166" fmla="*/ 358616 w 2081211"/>
                <a:gd name="connsiteY1166" fmla="*/ 992981 h 1377315"/>
                <a:gd name="connsiteX1167" fmla="*/ 360045 w 2081211"/>
                <a:gd name="connsiteY1167" fmla="*/ 997267 h 1377315"/>
                <a:gd name="connsiteX1168" fmla="*/ 361950 w 2081211"/>
                <a:gd name="connsiteY1168" fmla="*/ 1002030 h 1377315"/>
                <a:gd name="connsiteX1169" fmla="*/ 364807 w 2081211"/>
                <a:gd name="connsiteY1169" fmla="*/ 1003459 h 1377315"/>
                <a:gd name="connsiteX1170" fmla="*/ 368141 w 2081211"/>
                <a:gd name="connsiteY1170" fmla="*/ 1005840 h 1377315"/>
                <a:gd name="connsiteX1171" fmla="*/ 370046 w 2081211"/>
                <a:gd name="connsiteY1171" fmla="*/ 1007745 h 1377315"/>
                <a:gd name="connsiteX1172" fmla="*/ 376238 w 2081211"/>
                <a:gd name="connsiteY1172" fmla="*/ 1011079 h 1377315"/>
                <a:gd name="connsiteX1173" fmla="*/ 377190 w 2081211"/>
                <a:gd name="connsiteY1173" fmla="*/ 1012507 h 1377315"/>
                <a:gd name="connsiteX1174" fmla="*/ 378619 w 2081211"/>
                <a:gd name="connsiteY1174" fmla="*/ 1013460 h 1377315"/>
                <a:gd name="connsiteX1175" fmla="*/ 380047 w 2081211"/>
                <a:gd name="connsiteY1175" fmla="*/ 1013936 h 1377315"/>
                <a:gd name="connsiteX1176" fmla="*/ 381476 w 2081211"/>
                <a:gd name="connsiteY1176" fmla="*/ 1014413 h 1377315"/>
                <a:gd name="connsiteX1177" fmla="*/ 383381 w 2081211"/>
                <a:gd name="connsiteY1177" fmla="*/ 1014889 h 1377315"/>
                <a:gd name="connsiteX1178" fmla="*/ 390525 w 2081211"/>
                <a:gd name="connsiteY1178" fmla="*/ 1012984 h 1377315"/>
                <a:gd name="connsiteX1179" fmla="*/ 392430 w 2081211"/>
                <a:gd name="connsiteY1179" fmla="*/ 1013460 h 1377315"/>
                <a:gd name="connsiteX1180" fmla="*/ 393382 w 2081211"/>
                <a:gd name="connsiteY1180" fmla="*/ 1013936 h 1377315"/>
                <a:gd name="connsiteX1181" fmla="*/ 393382 w 2081211"/>
                <a:gd name="connsiteY1181" fmla="*/ 1014889 h 1377315"/>
                <a:gd name="connsiteX1182" fmla="*/ 391953 w 2081211"/>
                <a:gd name="connsiteY1182" fmla="*/ 1018222 h 1377315"/>
                <a:gd name="connsiteX1183" fmla="*/ 391001 w 2081211"/>
                <a:gd name="connsiteY1183" fmla="*/ 1022509 h 1377315"/>
                <a:gd name="connsiteX1184" fmla="*/ 391953 w 2081211"/>
                <a:gd name="connsiteY1184" fmla="*/ 1024414 h 1377315"/>
                <a:gd name="connsiteX1185" fmla="*/ 394811 w 2081211"/>
                <a:gd name="connsiteY1185" fmla="*/ 1025366 h 1377315"/>
                <a:gd name="connsiteX1186" fmla="*/ 401478 w 2081211"/>
                <a:gd name="connsiteY1186" fmla="*/ 1025842 h 1377315"/>
                <a:gd name="connsiteX1187" fmla="*/ 410527 w 2081211"/>
                <a:gd name="connsiteY1187" fmla="*/ 1025842 h 1377315"/>
                <a:gd name="connsiteX1188" fmla="*/ 413385 w 2081211"/>
                <a:gd name="connsiteY1188" fmla="*/ 1027747 h 1377315"/>
                <a:gd name="connsiteX1189" fmla="*/ 416243 w 2081211"/>
                <a:gd name="connsiteY1189" fmla="*/ 1031081 h 1377315"/>
                <a:gd name="connsiteX1190" fmla="*/ 419100 w 2081211"/>
                <a:gd name="connsiteY1190" fmla="*/ 1036320 h 1377315"/>
                <a:gd name="connsiteX1191" fmla="*/ 420052 w 2081211"/>
                <a:gd name="connsiteY1191" fmla="*/ 1038701 h 1377315"/>
                <a:gd name="connsiteX1192" fmla="*/ 421481 w 2081211"/>
                <a:gd name="connsiteY1192" fmla="*/ 1039178 h 1377315"/>
                <a:gd name="connsiteX1193" fmla="*/ 423863 w 2081211"/>
                <a:gd name="connsiteY1193" fmla="*/ 1038225 h 1377315"/>
                <a:gd name="connsiteX1194" fmla="*/ 424339 w 2081211"/>
                <a:gd name="connsiteY1194" fmla="*/ 1035844 h 1377315"/>
                <a:gd name="connsiteX1195" fmla="*/ 424339 w 2081211"/>
                <a:gd name="connsiteY1195" fmla="*/ 1032510 h 1377315"/>
                <a:gd name="connsiteX1196" fmla="*/ 426244 w 2081211"/>
                <a:gd name="connsiteY1196" fmla="*/ 1031557 h 1377315"/>
                <a:gd name="connsiteX1197" fmla="*/ 427672 w 2081211"/>
                <a:gd name="connsiteY1197" fmla="*/ 1032510 h 1377315"/>
                <a:gd name="connsiteX1198" fmla="*/ 429101 w 2081211"/>
                <a:gd name="connsiteY1198" fmla="*/ 1034891 h 1377315"/>
                <a:gd name="connsiteX1199" fmla="*/ 432911 w 2081211"/>
                <a:gd name="connsiteY1199" fmla="*/ 1037272 h 1377315"/>
                <a:gd name="connsiteX1200" fmla="*/ 435769 w 2081211"/>
                <a:gd name="connsiteY1200" fmla="*/ 1038225 h 1377315"/>
                <a:gd name="connsiteX1201" fmla="*/ 438150 w 2081211"/>
                <a:gd name="connsiteY1201" fmla="*/ 1037749 h 1377315"/>
                <a:gd name="connsiteX1202" fmla="*/ 439102 w 2081211"/>
                <a:gd name="connsiteY1202" fmla="*/ 1036796 h 1377315"/>
                <a:gd name="connsiteX1203" fmla="*/ 440531 w 2081211"/>
                <a:gd name="connsiteY1203" fmla="*/ 1032510 h 1377315"/>
                <a:gd name="connsiteX1204" fmla="*/ 442436 w 2081211"/>
                <a:gd name="connsiteY1204" fmla="*/ 1032034 h 1377315"/>
                <a:gd name="connsiteX1205" fmla="*/ 444818 w 2081211"/>
                <a:gd name="connsiteY1205" fmla="*/ 1032510 h 1377315"/>
                <a:gd name="connsiteX1206" fmla="*/ 445770 w 2081211"/>
                <a:gd name="connsiteY1206" fmla="*/ 1033463 h 1377315"/>
                <a:gd name="connsiteX1207" fmla="*/ 446722 w 2081211"/>
                <a:gd name="connsiteY1207" fmla="*/ 1035367 h 1377315"/>
                <a:gd name="connsiteX1208" fmla="*/ 450056 w 2081211"/>
                <a:gd name="connsiteY1208" fmla="*/ 1036320 h 1377315"/>
                <a:gd name="connsiteX1209" fmla="*/ 453390 w 2081211"/>
                <a:gd name="connsiteY1209" fmla="*/ 1037272 h 1377315"/>
                <a:gd name="connsiteX1210" fmla="*/ 456247 w 2081211"/>
                <a:gd name="connsiteY1210" fmla="*/ 1038701 h 1377315"/>
                <a:gd name="connsiteX1211" fmla="*/ 460534 w 2081211"/>
                <a:gd name="connsiteY1211" fmla="*/ 1042035 h 1377315"/>
                <a:gd name="connsiteX1212" fmla="*/ 465772 w 2081211"/>
                <a:gd name="connsiteY1212" fmla="*/ 1042511 h 1377315"/>
                <a:gd name="connsiteX1213" fmla="*/ 471488 w 2081211"/>
                <a:gd name="connsiteY1213" fmla="*/ 1042511 h 1377315"/>
                <a:gd name="connsiteX1214" fmla="*/ 474821 w 2081211"/>
                <a:gd name="connsiteY1214" fmla="*/ 1042511 h 1377315"/>
                <a:gd name="connsiteX1215" fmla="*/ 477202 w 2081211"/>
                <a:gd name="connsiteY1215" fmla="*/ 1042988 h 1377315"/>
                <a:gd name="connsiteX1216" fmla="*/ 479107 w 2081211"/>
                <a:gd name="connsiteY1216" fmla="*/ 1042988 h 1377315"/>
                <a:gd name="connsiteX1217" fmla="*/ 485299 w 2081211"/>
                <a:gd name="connsiteY1217" fmla="*/ 1040606 h 1377315"/>
                <a:gd name="connsiteX1218" fmla="*/ 487680 w 2081211"/>
                <a:gd name="connsiteY1218" fmla="*/ 1040606 h 1377315"/>
                <a:gd name="connsiteX1219" fmla="*/ 490538 w 2081211"/>
                <a:gd name="connsiteY1219" fmla="*/ 1041082 h 1377315"/>
                <a:gd name="connsiteX1220" fmla="*/ 493395 w 2081211"/>
                <a:gd name="connsiteY1220" fmla="*/ 1041559 h 1377315"/>
                <a:gd name="connsiteX1221" fmla="*/ 492919 w 2081211"/>
                <a:gd name="connsiteY1221" fmla="*/ 1040130 h 1377315"/>
                <a:gd name="connsiteX1222" fmla="*/ 493395 w 2081211"/>
                <a:gd name="connsiteY1222" fmla="*/ 1039178 h 1377315"/>
                <a:gd name="connsiteX1223" fmla="*/ 494347 w 2081211"/>
                <a:gd name="connsiteY1223" fmla="*/ 1038701 h 1377315"/>
                <a:gd name="connsiteX1224" fmla="*/ 499110 w 2081211"/>
                <a:gd name="connsiteY1224" fmla="*/ 1037749 h 1377315"/>
                <a:gd name="connsiteX1225" fmla="*/ 504349 w 2081211"/>
                <a:gd name="connsiteY1225" fmla="*/ 1036320 h 1377315"/>
                <a:gd name="connsiteX1226" fmla="*/ 506253 w 2081211"/>
                <a:gd name="connsiteY1226" fmla="*/ 1035367 h 1377315"/>
                <a:gd name="connsiteX1227" fmla="*/ 507682 w 2081211"/>
                <a:gd name="connsiteY1227" fmla="*/ 1034415 h 1377315"/>
                <a:gd name="connsiteX1228" fmla="*/ 509111 w 2081211"/>
                <a:gd name="connsiteY1228" fmla="*/ 1032986 h 1377315"/>
                <a:gd name="connsiteX1229" fmla="*/ 510540 w 2081211"/>
                <a:gd name="connsiteY1229" fmla="*/ 1032986 h 1377315"/>
                <a:gd name="connsiteX1230" fmla="*/ 515302 w 2081211"/>
                <a:gd name="connsiteY1230" fmla="*/ 1034891 h 1377315"/>
                <a:gd name="connsiteX1231" fmla="*/ 516731 w 2081211"/>
                <a:gd name="connsiteY1231" fmla="*/ 1036320 h 1377315"/>
                <a:gd name="connsiteX1232" fmla="*/ 517684 w 2081211"/>
                <a:gd name="connsiteY1232" fmla="*/ 1040130 h 1377315"/>
                <a:gd name="connsiteX1233" fmla="*/ 518160 w 2081211"/>
                <a:gd name="connsiteY1233" fmla="*/ 1041559 h 1377315"/>
                <a:gd name="connsiteX1234" fmla="*/ 517684 w 2081211"/>
                <a:gd name="connsiteY1234" fmla="*/ 1045369 h 1377315"/>
                <a:gd name="connsiteX1235" fmla="*/ 514826 w 2081211"/>
                <a:gd name="connsiteY1235" fmla="*/ 1054417 h 1377315"/>
                <a:gd name="connsiteX1236" fmla="*/ 515302 w 2081211"/>
                <a:gd name="connsiteY1236" fmla="*/ 1057751 h 1377315"/>
                <a:gd name="connsiteX1237" fmla="*/ 517684 w 2081211"/>
                <a:gd name="connsiteY1237" fmla="*/ 1060132 h 1377315"/>
                <a:gd name="connsiteX1238" fmla="*/ 519589 w 2081211"/>
                <a:gd name="connsiteY1238" fmla="*/ 1062038 h 1377315"/>
                <a:gd name="connsiteX1239" fmla="*/ 521494 w 2081211"/>
                <a:gd name="connsiteY1239" fmla="*/ 1056799 h 1377315"/>
                <a:gd name="connsiteX1240" fmla="*/ 524351 w 2081211"/>
                <a:gd name="connsiteY1240" fmla="*/ 1054894 h 1377315"/>
                <a:gd name="connsiteX1241" fmla="*/ 526732 w 2081211"/>
                <a:gd name="connsiteY1241" fmla="*/ 1052036 h 1377315"/>
                <a:gd name="connsiteX1242" fmla="*/ 528638 w 2081211"/>
                <a:gd name="connsiteY1242" fmla="*/ 1047750 h 1377315"/>
                <a:gd name="connsiteX1243" fmla="*/ 532447 w 2081211"/>
                <a:gd name="connsiteY1243" fmla="*/ 1043464 h 1377315"/>
                <a:gd name="connsiteX1244" fmla="*/ 536734 w 2081211"/>
                <a:gd name="connsiteY1244" fmla="*/ 1038701 h 1377315"/>
                <a:gd name="connsiteX1245" fmla="*/ 539591 w 2081211"/>
                <a:gd name="connsiteY1245" fmla="*/ 1034891 h 1377315"/>
                <a:gd name="connsiteX1246" fmla="*/ 541496 w 2081211"/>
                <a:gd name="connsiteY1246" fmla="*/ 1032986 h 1377315"/>
                <a:gd name="connsiteX1247" fmla="*/ 545306 w 2081211"/>
                <a:gd name="connsiteY1247" fmla="*/ 1031081 h 1377315"/>
                <a:gd name="connsiteX1248" fmla="*/ 548640 w 2081211"/>
                <a:gd name="connsiteY1248" fmla="*/ 1030129 h 1377315"/>
                <a:gd name="connsiteX1249" fmla="*/ 551021 w 2081211"/>
                <a:gd name="connsiteY1249" fmla="*/ 1027747 h 1377315"/>
                <a:gd name="connsiteX1250" fmla="*/ 553878 w 2081211"/>
                <a:gd name="connsiteY1250" fmla="*/ 1026319 h 1377315"/>
                <a:gd name="connsiteX1251" fmla="*/ 556736 w 2081211"/>
                <a:gd name="connsiteY1251" fmla="*/ 1025842 h 1377315"/>
                <a:gd name="connsiteX1252" fmla="*/ 561022 w 2081211"/>
                <a:gd name="connsiteY1252" fmla="*/ 1026319 h 1377315"/>
                <a:gd name="connsiteX1253" fmla="*/ 564832 w 2081211"/>
                <a:gd name="connsiteY1253" fmla="*/ 1027271 h 1377315"/>
                <a:gd name="connsiteX1254" fmla="*/ 569119 w 2081211"/>
                <a:gd name="connsiteY1254" fmla="*/ 1028700 h 1377315"/>
                <a:gd name="connsiteX1255" fmla="*/ 569595 w 2081211"/>
                <a:gd name="connsiteY1255" fmla="*/ 1029653 h 1377315"/>
                <a:gd name="connsiteX1256" fmla="*/ 569119 w 2081211"/>
                <a:gd name="connsiteY1256" fmla="*/ 1031557 h 1377315"/>
                <a:gd name="connsiteX1257" fmla="*/ 568643 w 2081211"/>
                <a:gd name="connsiteY1257" fmla="*/ 1033463 h 1377315"/>
                <a:gd name="connsiteX1258" fmla="*/ 568643 w 2081211"/>
                <a:gd name="connsiteY1258" fmla="*/ 1034415 h 1377315"/>
                <a:gd name="connsiteX1259" fmla="*/ 569119 w 2081211"/>
                <a:gd name="connsiteY1259" fmla="*/ 1034891 h 1377315"/>
                <a:gd name="connsiteX1260" fmla="*/ 573405 w 2081211"/>
                <a:gd name="connsiteY1260" fmla="*/ 1035367 h 1377315"/>
                <a:gd name="connsiteX1261" fmla="*/ 578644 w 2081211"/>
                <a:gd name="connsiteY1261" fmla="*/ 1034891 h 1377315"/>
                <a:gd name="connsiteX1262" fmla="*/ 581501 w 2081211"/>
                <a:gd name="connsiteY1262" fmla="*/ 1035367 h 1377315"/>
                <a:gd name="connsiteX1263" fmla="*/ 588169 w 2081211"/>
                <a:gd name="connsiteY1263" fmla="*/ 1036796 h 1377315"/>
                <a:gd name="connsiteX1264" fmla="*/ 590074 w 2081211"/>
                <a:gd name="connsiteY1264" fmla="*/ 1037749 h 1377315"/>
                <a:gd name="connsiteX1265" fmla="*/ 591978 w 2081211"/>
                <a:gd name="connsiteY1265" fmla="*/ 1038701 h 1377315"/>
                <a:gd name="connsiteX1266" fmla="*/ 593884 w 2081211"/>
                <a:gd name="connsiteY1266" fmla="*/ 1038701 h 1377315"/>
                <a:gd name="connsiteX1267" fmla="*/ 596265 w 2081211"/>
                <a:gd name="connsiteY1267" fmla="*/ 1036796 h 1377315"/>
                <a:gd name="connsiteX1268" fmla="*/ 598646 w 2081211"/>
                <a:gd name="connsiteY1268" fmla="*/ 1035367 h 1377315"/>
                <a:gd name="connsiteX1269" fmla="*/ 600075 w 2081211"/>
                <a:gd name="connsiteY1269" fmla="*/ 1034891 h 1377315"/>
                <a:gd name="connsiteX1270" fmla="*/ 601027 w 2081211"/>
                <a:gd name="connsiteY1270" fmla="*/ 1035367 h 1377315"/>
                <a:gd name="connsiteX1271" fmla="*/ 602932 w 2081211"/>
                <a:gd name="connsiteY1271" fmla="*/ 1036796 h 1377315"/>
                <a:gd name="connsiteX1272" fmla="*/ 607219 w 2081211"/>
                <a:gd name="connsiteY1272" fmla="*/ 1038225 h 1377315"/>
                <a:gd name="connsiteX1273" fmla="*/ 611028 w 2081211"/>
                <a:gd name="connsiteY1273" fmla="*/ 1039178 h 1377315"/>
                <a:gd name="connsiteX1274" fmla="*/ 612457 w 2081211"/>
                <a:gd name="connsiteY1274" fmla="*/ 1040130 h 1377315"/>
                <a:gd name="connsiteX1275" fmla="*/ 611981 w 2081211"/>
                <a:gd name="connsiteY1275" fmla="*/ 1044416 h 1377315"/>
                <a:gd name="connsiteX1276" fmla="*/ 611981 w 2081211"/>
                <a:gd name="connsiteY1276" fmla="*/ 1045845 h 1377315"/>
                <a:gd name="connsiteX1277" fmla="*/ 614839 w 2081211"/>
                <a:gd name="connsiteY1277" fmla="*/ 1045845 h 1377315"/>
                <a:gd name="connsiteX1278" fmla="*/ 618649 w 2081211"/>
                <a:gd name="connsiteY1278" fmla="*/ 1046321 h 1377315"/>
                <a:gd name="connsiteX1279" fmla="*/ 621506 w 2081211"/>
                <a:gd name="connsiteY1279" fmla="*/ 1046797 h 1377315"/>
                <a:gd name="connsiteX1280" fmla="*/ 623888 w 2081211"/>
                <a:gd name="connsiteY1280" fmla="*/ 1046797 h 1377315"/>
                <a:gd name="connsiteX1281" fmla="*/ 628174 w 2081211"/>
                <a:gd name="connsiteY1281" fmla="*/ 1043940 h 1377315"/>
                <a:gd name="connsiteX1282" fmla="*/ 630078 w 2081211"/>
                <a:gd name="connsiteY1282" fmla="*/ 1043940 h 1377315"/>
                <a:gd name="connsiteX1283" fmla="*/ 632460 w 2081211"/>
                <a:gd name="connsiteY1283" fmla="*/ 1043464 h 1377315"/>
                <a:gd name="connsiteX1284" fmla="*/ 633413 w 2081211"/>
                <a:gd name="connsiteY1284" fmla="*/ 1042988 h 1377315"/>
                <a:gd name="connsiteX1285" fmla="*/ 633889 w 2081211"/>
                <a:gd name="connsiteY1285" fmla="*/ 1043464 h 1377315"/>
                <a:gd name="connsiteX1286" fmla="*/ 636270 w 2081211"/>
                <a:gd name="connsiteY1286" fmla="*/ 1043940 h 1377315"/>
                <a:gd name="connsiteX1287" fmla="*/ 638651 w 2081211"/>
                <a:gd name="connsiteY1287" fmla="*/ 1043940 h 1377315"/>
                <a:gd name="connsiteX1288" fmla="*/ 641032 w 2081211"/>
                <a:gd name="connsiteY1288" fmla="*/ 1042988 h 1377315"/>
                <a:gd name="connsiteX1289" fmla="*/ 643414 w 2081211"/>
                <a:gd name="connsiteY1289" fmla="*/ 1041559 h 1377315"/>
                <a:gd name="connsiteX1290" fmla="*/ 647224 w 2081211"/>
                <a:gd name="connsiteY1290" fmla="*/ 1039178 h 1377315"/>
                <a:gd name="connsiteX1291" fmla="*/ 648176 w 2081211"/>
                <a:gd name="connsiteY1291" fmla="*/ 1037749 h 1377315"/>
                <a:gd name="connsiteX1292" fmla="*/ 648176 w 2081211"/>
                <a:gd name="connsiteY1292" fmla="*/ 1036320 h 1377315"/>
                <a:gd name="connsiteX1293" fmla="*/ 647224 w 2081211"/>
                <a:gd name="connsiteY1293" fmla="*/ 1035367 h 1377315"/>
                <a:gd name="connsiteX1294" fmla="*/ 646271 w 2081211"/>
                <a:gd name="connsiteY1294" fmla="*/ 1034891 h 1377315"/>
                <a:gd name="connsiteX1295" fmla="*/ 646747 w 2081211"/>
                <a:gd name="connsiteY1295" fmla="*/ 1033939 h 1377315"/>
                <a:gd name="connsiteX1296" fmla="*/ 648652 w 2081211"/>
                <a:gd name="connsiteY1296" fmla="*/ 1032034 h 1377315"/>
                <a:gd name="connsiteX1297" fmla="*/ 654844 w 2081211"/>
                <a:gd name="connsiteY1297" fmla="*/ 1029176 h 1377315"/>
                <a:gd name="connsiteX1298" fmla="*/ 660082 w 2081211"/>
                <a:gd name="connsiteY1298" fmla="*/ 1025366 h 1377315"/>
                <a:gd name="connsiteX1299" fmla="*/ 662940 w 2081211"/>
                <a:gd name="connsiteY1299" fmla="*/ 1022509 h 1377315"/>
                <a:gd name="connsiteX1300" fmla="*/ 664369 w 2081211"/>
                <a:gd name="connsiteY1300" fmla="*/ 1019175 h 1377315"/>
                <a:gd name="connsiteX1301" fmla="*/ 665797 w 2081211"/>
                <a:gd name="connsiteY1301" fmla="*/ 1015365 h 1377315"/>
                <a:gd name="connsiteX1302" fmla="*/ 667226 w 2081211"/>
                <a:gd name="connsiteY1302" fmla="*/ 1013936 h 1377315"/>
                <a:gd name="connsiteX1303" fmla="*/ 671036 w 2081211"/>
                <a:gd name="connsiteY1303" fmla="*/ 1012984 h 1377315"/>
                <a:gd name="connsiteX1304" fmla="*/ 681514 w 2081211"/>
                <a:gd name="connsiteY1304" fmla="*/ 1011555 h 1377315"/>
                <a:gd name="connsiteX1305" fmla="*/ 684847 w 2081211"/>
                <a:gd name="connsiteY1305" fmla="*/ 1010126 h 1377315"/>
                <a:gd name="connsiteX1306" fmla="*/ 689610 w 2081211"/>
                <a:gd name="connsiteY1306" fmla="*/ 1007269 h 1377315"/>
                <a:gd name="connsiteX1307" fmla="*/ 691991 w 2081211"/>
                <a:gd name="connsiteY1307" fmla="*/ 1005364 h 1377315"/>
                <a:gd name="connsiteX1308" fmla="*/ 693420 w 2081211"/>
                <a:gd name="connsiteY1308" fmla="*/ 1003459 h 1377315"/>
                <a:gd name="connsiteX1309" fmla="*/ 693420 w 2081211"/>
                <a:gd name="connsiteY1309" fmla="*/ 1001554 h 1377315"/>
                <a:gd name="connsiteX1310" fmla="*/ 696753 w 2081211"/>
                <a:gd name="connsiteY1310" fmla="*/ 1001078 h 1377315"/>
                <a:gd name="connsiteX1311" fmla="*/ 699611 w 2081211"/>
                <a:gd name="connsiteY1311" fmla="*/ 998220 h 1377315"/>
                <a:gd name="connsiteX1312" fmla="*/ 702945 w 2081211"/>
                <a:gd name="connsiteY1312" fmla="*/ 994886 h 1377315"/>
                <a:gd name="connsiteX1313" fmla="*/ 708660 w 2081211"/>
                <a:gd name="connsiteY1313" fmla="*/ 992029 h 1377315"/>
                <a:gd name="connsiteX1314" fmla="*/ 713899 w 2081211"/>
                <a:gd name="connsiteY1314" fmla="*/ 988695 h 1377315"/>
                <a:gd name="connsiteX1315" fmla="*/ 715803 w 2081211"/>
                <a:gd name="connsiteY1315" fmla="*/ 989171 h 1377315"/>
                <a:gd name="connsiteX1316" fmla="*/ 717709 w 2081211"/>
                <a:gd name="connsiteY1316" fmla="*/ 990600 h 1377315"/>
                <a:gd name="connsiteX1317" fmla="*/ 718661 w 2081211"/>
                <a:gd name="connsiteY1317" fmla="*/ 992505 h 1377315"/>
                <a:gd name="connsiteX1318" fmla="*/ 718661 w 2081211"/>
                <a:gd name="connsiteY1318" fmla="*/ 993457 h 1377315"/>
                <a:gd name="connsiteX1319" fmla="*/ 725328 w 2081211"/>
                <a:gd name="connsiteY1319" fmla="*/ 994410 h 1377315"/>
                <a:gd name="connsiteX1320" fmla="*/ 726281 w 2081211"/>
                <a:gd name="connsiteY1320" fmla="*/ 994410 h 1377315"/>
                <a:gd name="connsiteX1321" fmla="*/ 731044 w 2081211"/>
                <a:gd name="connsiteY1321" fmla="*/ 995839 h 1377315"/>
                <a:gd name="connsiteX1322" fmla="*/ 735806 w 2081211"/>
                <a:gd name="connsiteY1322" fmla="*/ 997744 h 1377315"/>
                <a:gd name="connsiteX1323" fmla="*/ 738188 w 2081211"/>
                <a:gd name="connsiteY1323" fmla="*/ 998220 h 1377315"/>
                <a:gd name="connsiteX1324" fmla="*/ 739616 w 2081211"/>
                <a:gd name="connsiteY1324" fmla="*/ 998220 h 1377315"/>
                <a:gd name="connsiteX1325" fmla="*/ 740569 w 2081211"/>
                <a:gd name="connsiteY1325" fmla="*/ 997744 h 1377315"/>
                <a:gd name="connsiteX1326" fmla="*/ 741997 w 2081211"/>
                <a:gd name="connsiteY1326" fmla="*/ 995839 h 1377315"/>
                <a:gd name="connsiteX1327" fmla="*/ 743426 w 2081211"/>
                <a:gd name="connsiteY1327" fmla="*/ 994410 h 1377315"/>
                <a:gd name="connsiteX1328" fmla="*/ 744378 w 2081211"/>
                <a:gd name="connsiteY1328" fmla="*/ 993934 h 1377315"/>
                <a:gd name="connsiteX1329" fmla="*/ 744378 w 2081211"/>
                <a:gd name="connsiteY1329" fmla="*/ 992029 h 1377315"/>
                <a:gd name="connsiteX1330" fmla="*/ 751046 w 2081211"/>
                <a:gd name="connsiteY1330" fmla="*/ 988219 h 1377315"/>
                <a:gd name="connsiteX1331" fmla="*/ 756761 w 2081211"/>
                <a:gd name="connsiteY1331" fmla="*/ 985361 h 1377315"/>
                <a:gd name="connsiteX1332" fmla="*/ 762000 w 2081211"/>
                <a:gd name="connsiteY1332" fmla="*/ 983456 h 1377315"/>
                <a:gd name="connsiteX1333" fmla="*/ 763428 w 2081211"/>
                <a:gd name="connsiteY1333" fmla="*/ 984409 h 1377315"/>
                <a:gd name="connsiteX1334" fmla="*/ 764857 w 2081211"/>
                <a:gd name="connsiteY1334" fmla="*/ 985838 h 1377315"/>
                <a:gd name="connsiteX1335" fmla="*/ 767239 w 2081211"/>
                <a:gd name="connsiteY1335" fmla="*/ 989647 h 1377315"/>
                <a:gd name="connsiteX1336" fmla="*/ 768668 w 2081211"/>
                <a:gd name="connsiteY1336" fmla="*/ 990600 h 1377315"/>
                <a:gd name="connsiteX1337" fmla="*/ 772001 w 2081211"/>
                <a:gd name="connsiteY1337" fmla="*/ 990124 h 1377315"/>
                <a:gd name="connsiteX1338" fmla="*/ 772477 w 2081211"/>
                <a:gd name="connsiteY1338" fmla="*/ 990600 h 1377315"/>
                <a:gd name="connsiteX1339" fmla="*/ 772001 w 2081211"/>
                <a:gd name="connsiteY1339" fmla="*/ 992029 h 1377315"/>
                <a:gd name="connsiteX1340" fmla="*/ 769620 w 2081211"/>
                <a:gd name="connsiteY1340" fmla="*/ 993934 h 1377315"/>
                <a:gd name="connsiteX1341" fmla="*/ 766763 w 2081211"/>
                <a:gd name="connsiteY1341" fmla="*/ 995363 h 1377315"/>
                <a:gd name="connsiteX1342" fmla="*/ 764857 w 2081211"/>
                <a:gd name="connsiteY1342" fmla="*/ 996791 h 1377315"/>
                <a:gd name="connsiteX1343" fmla="*/ 765334 w 2081211"/>
                <a:gd name="connsiteY1343" fmla="*/ 1001078 h 1377315"/>
                <a:gd name="connsiteX1344" fmla="*/ 765334 w 2081211"/>
                <a:gd name="connsiteY1344" fmla="*/ 1002506 h 1377315"/>
                <a:gd name="connsiteX1345" fmla="*/ 766286 w 2081211"/>
                <a:gd name="connsiteY1345" fmla="*/ 1002982 h 1377315"/>
                <a:gd name="connsiteX1346" fmla="*/ 772477 w 2081211"/>
                <a:gd name="connsiteY1346" fmla="*/ 998696 h 1377315"/>
                <a:gd name="connsiteX1347" fmla="*/ 775335 w 2081211"/>
                <a:gd name="connsiteY1347" fmla="*/ 997744 h 1377315"/>
                <a:gd name="connsiteX1348" fmla="*/ 776288 w 2081211"/>
                <a:gd name="connsiteY1348" fmla="*/ 998696 h 1377315"/>
                <a:gd name="connsiteX1349" fmla="*/ 776764 w 2081211"/>
                <a:gd name="connsiteY1349" fmla="*/ 1001078 h 1377315"/>
                <a:gd name="connsiteX1350" fmla="*/ 779145 w 2081211"/>
                <a:gd name="connsiteY1350" fmla="*/ 1005840 h 1377315"/>
                <a:gd name="connsiteX1351" fmla="*/ 780097 w 2081211"/>
                <a:gd name="connsiteY1351" fmla="*/ 1008221 h 1377315"/>
                <a:gd name="connsiteX1352" fmla="*/ 773906 w 2081211"/>
                <a:gd name="connsiteY1352" fmla="*/ 1013936 h 1377315"/>
                <a:gd name="connsiteX1353" fmla="*/ 771525 w 2081211"/>
                <a:gd name="connsiteY1353" fmla="*/ 1016794 h 1377315"/>
                <a:gd name="connsiteX1354" fmla="*/ 771525 w 2081211"/>
                <a:gd name="connsiteY1354" fmla="*/ 1017746 h 1377315"/>
                <a:gd name="connsiteX1355" fmla="*/ 771525 w 2081211"/>
                <a:gd name="connsiteY1355" fmla="*/ 1018699 h 1377315"/>
                <a:gd name="connsiteX1356" fmla="*/ 770096 w 2081211"/>
                <a:gd name="connsiteY1356" fmla="*/ 1020128 h 1377315"/>
                <a:gd name="connsiteX1357" fmla="*/ 770096 w 2081211"/>
                <a:gd name="connsiteY1357" fmla="*/ 1020604 h 1377315"/>
                <a:gd name="connsiteX1358" fmla="*/ 771525 w 2081211"/>
                <a:gd name="connsiteY1358" fmla="*/ 1021556 h 1377315"/>
                <a:gd name="connsiteX1359" fmla="*/ 772953 w 2081211"/>
                <a:gd name="connsiteY1359" fmla="*/ 1022032 h 1377315"/>
                <a:gd name="connsiteX1360" fmla="*/ 773906 w 2081211"/>
                <a:gd name="connsiteY1360" fmla="*/ 1022032 h 1377315"/>
                <a:gd name="connsiteX1361" fmla="*/ 775335 w 2081211"/>
                <a:gd name="connsiteY1361" fmla="*/ 1020604 h 1377315"/>
                <a:gd name="connsiteX1362" fmla="*/ 781050 w 2081211"/>
                <a:gd name="connsiteY1362" fmla="*/ 1018699 h 1377315"/>
                <a:gd name="connsiteX1363" fmla="*/ 782955 w 2081211"/>
                <a:gd name="connsiteY1363" fmla="*/ 1019175 h 1377315"/>
                <a:gd name="connsiteX1364" fmla="*/ 787241 w 2081211"/>
                <a:gd name="connsiteY1364" fmla="*/ 1022032 h 1377315"/>
                <a:gd name="connsiteX1365" fmla="*/ 789146 w 2081211"/>
                <a:gd name="connsiteY1365" fmla="*/ 1022032 h 1377315"/>
                <a:gd name="connsiteX1366" fmla="*/ 794385 w 2081211"/>
                <a:gd name="connsiteY1366" fmla="*/ 1022985 h 1377315"/>
                <a:gd name="connsiteX1367" fmla="*/ 797719 w 2081211"/>
                <a:gd name="connsiteY1367" fmla="*/ 1022032 h 1377315"/>
                <a:gd name="connsiteX1368" fmla="*/ 800100 w 2081211"/>
                <a:gd name="connsiteY1368" fmla="*/ 1022985 h 1377315"/>
                <a:gd name="connsiteX1369" fmla="*/ 804863 w 2081211"/>
                <a:gd name="connsiteY1369" fmla="*/ 1026795 h 1377315"/>
                <a:gd name="connsiteX1370" fmla="*/ 805815 w 2081211"/>
                <a:gd name="connsiteY1370" fmla="*/ 1027271 h 1377315"/>
                <a:gd name="connsiteX1371" fmla="*/ 806768 w 2081211"/>
                <a:gd name="connsiteY1371" fmla="*/ 1025842 h 1377315"/>
                <a:gd name="connsiteX1372" fmla="*/ 809149 w 2081211"/>
                <a:gd name="connsiteY1372" fmla="*/ 1022032 h 1377315"/>
                <a:gd name="connsiteX1373" fmla="*/ 810577 w 2081211"/>
                <a:gd name="connsiteY1373" fmla="*/ 1019651 h 1377315"/>
                <a:gd name="connsiteX1374" fmla="*/ 811530 w 2081211"/>
                <a:gd name="connsiteY1374" fmla="*/ 1018699 h 1377315"/>
                <a:gd name="connsiteX1375" fmla="*/ 812959 w 2081211"/>
                <a:gd name="connsiteY1375" fmla="*/ 1016794 h 1377315"/>
                <a:gd name="connsiteX1376" fmla="*/ 814864 w 2081211"/>
                <a:gd name="connsiteY1376" fmla="*/ 1016317 h 1377315"/>
                <a:gd name="connsiteX1377" fmla="*/ 816769 w 2081211"/>
                <a:gd name="connsiteY1377" fmla="*/ 1016794 h 1377315"/>
                <a:gd name="connsiteX1378" fmla="*/ 818197 w 2081211"/>
                <a:gd name="connsiteY1378" fmla="*/ 1017746 h 1377315"/>
                <a:gd name="connsiteX1379" fmla="*/ 819626 w 2081211"/>
                <a:gd name="connsiteY1379" fmla="*/ 1020128 h 1377315"/>
                <a:gd name="connsiteX1380" fmla="*/ 821055 w 2081211"/>
                <a:gd name="connsiteY1380" fmla="*/ 1022032 h 1377315"/>
                <a:gd name="connsiteX1381" fmla="*/ 822484 w 2081211"/>
                <a:gd name="connsiteY1381" fmla="*/ 1022032 h 1377315"/>
                <a:gd name="connsiteX1382" fmla="*/ 823913 w 2081211"/>
                <a:gd name="connsiteY1382" fmla="*/ 1021556 h 1377315"/>
                <a:gd name="connsiteX1383" fmla="*/ 824865 w 2081211"/>
                <a:gd name="connsiteY1383" fmla="*/ 1022032 h 1377315"/>
                <a:gd name="connsiteX1384" fmla="*/ 826294 w 2081211"/>
                <a:gd name="connsiteY1384" fmla="*/ 1023461 h 1377315"/>
                <a:gd name="connsiteX1385" fmla="*/ 829151 w 2081211"/>
                <a:gd name="connsiteY1385" fmla="*/ 1027271 h 1377315"/>
                <a:gd name="connsiteX1386" fmla="*/ 830580 w 2081211"/>
                <a:gd name="connsiteY1386" fmla="*/ 1028224 h 1377315"/>
                <a:gd name="connsiteX1387" fmla="*/ 832009 w 2081211"/>
                <a:gd name="connsiteY1387" fmla="*/ 1029653 h 1377315"/>
                <a:gd name="connsiteX1388" fmla="*/ 832485 w 2081211"/>
                <a:gd name="connsiteY1388" fmla="*/ 1032986 h 1377315"/>
                <a:gd name="connsiteX1389" fmla="*/ 832961 w 2081211"/>
                <a:gd name="connsiteY1389" fmla="*/ 1036320 h 1377315"/>
                <a:gd name="connsiteX1390" fmla="*/ 836771 w 2081211"/>
                <a:gd name="connsiteY1390" fmla="*/ 1047274 h 1377315"/>
                <a:gd name="connsiteX1391" fmla="*/ 837724 w 2081211"/>
                <a:gd name="connsiteY1391" fmla="*/ 1049655 h 1377315"/>
                <a:gd name="connsiteX1392" fmla="*/ 838676 w 2081211"/>
                <a:gd name="connsiteY1392" fmla="*/ 1051560 h 1377315"/>
                <a:gd name="connsiteX1393" fmla="*/ 840581 w 2081211"/>
                <a:gd name="connsiteY1393" fmla="*/ 1052036 h 1377315"/>
                <a:gd name="connsiteX1394" fmla="*/ 842010 w 2081211"/>
                <a:gd name="connsiteY1394" fmla="*/ 1050131 h 1377315"/>
                <a:gd name="connsiteX1395" fmla="*/ 842486 w 2081211"/>
                <a:gd name="connsiteY1395" fmla="*/ 1048226 h 1377315"/>
                <a:gd name="connsiteX1396" fmla="*/ 843915 w 2081211"/>
                <a:gd name="connsiteY1396" fmla="*/ 1047750 h 1377315"/>
                <a:gd name="connsiteX1397" fmla="*/ 845820 w 2081211"/>
                <a:gd name="connsiteY1397" fmla="*/ 1048226 h 1377315"/>
                <a:gd name="connsiteX1398" fmla="*/ 849153 w 2081211"/>
                <a:gd name="connsiteY1398" fmla="*/ 1050131 h 1377315"/>
                <a:gd name="connsiteX1399" fmla="*/ 851059 w 2081211"/>
                <a:gd name="connsiteY1399" fmla="*/ 1051084 h 1377315"/>
                <a:gd name="connsiteX1400" fmla="*/ 852011 w 2081211"/>
                <a:gd name="connsiteY1400" fmla="*/ 1056323 h 1377315"/>
                <a:gd name="connsiteX1401" fmla="*/ 852011 w 2081211"/>
                <a:gd name="connsiteY1401" fmla="*/ 1062514 h 1377315"/>
                <a:gd name="connsiteX1402" fmla="*/ 851535 w 2081211"/>
                <a:gd name="connsiteY1402" fmla="*/ 1064419 h 1377315"/>
                <a:gd name="connsiteX1403" fmla="*/ 852964 w 2081211"/>
                <a:gd name="connsiteY1403" fmla="*/ 1069657 h 1377315"/>
                <a:gd name="connsiteX1404" fmla="*/ 853440 w 2081211"/>
                <a:gd name="connsiteY1404" fmla="*/ 1075849 h 1377315"/>
                <a:gd name="connsiteX1405" fmla="*/ 853916 w 2081211"/>
                <a:gd name="connsiteY1405" fmla="*/ 1079182 h 1377315"/>
                <a:gd name="connsiteX1406" fmla="*/ 853916 w 2081211"/>
                <a:gd name="connsiteY1406" fmla="*/ 1082516 h 1377315"/>
                <a:gd name="connsiteX1407" fmla="*/ 853440 w 2081211"/>
                <a:gd name="connsiteY1407" fmla="*/ 1086803 h 1377315"/>
                <a:gd name="connsiteX1408" fmla="*/ 852488 w 2081211"/>
                <a:gd name="connsiteY1408" fmla="*/ 1092517 h 1377315"/>
                <a:gd name="connsiteX1409" fmla="*/ 851059 w 2081211"/>
                <a:gd name="connsiteY1409" fmla="*/ 1097280 h 1377315"/>
                <a:gd name="connsiteX1410" fmla="*/ 851535 w 2081211"/>
                <a:gd name="connsiteY1410" fmla="*/ 1101090 h 1377315"/>
                <a:gd name="connsiteX1411" fmla="*/ 850582 w 2081211"/>
                <a:gd name="connsiteY1411" fmla="*/ 1102995 h 1377315"/>
                <a:gd name="connsiteX1412" fmla="*/ 847249 w 2081211"/>
                <a:gd name="connsiteY1412" fmla="*/ 1103948 h 1377315"/>
                <a:gd name="connsiteX1413" fmla="*/ 846772 w 2081211"/>
                <a:gd name="connsiteY1413" fmla="*/ 1105376 h 1377315"/>
                <a:gd name="connsiteX1414" fmla="*/ 847725 w 2081211"/>
                <a:gd name="connsiteY1414" fmla="*/ 1107757 h 1377315"/>
                <a:gd name="connsiteX1415" fmla="*/ 850106 w 2081211"/>
                <a:gd name="connsiteY1415" fmla="*/ 1110615 h 1377315"/>
                <a:gd name="connsiteX1416" fmla="*/ 850106 w 2081211"/>
                <a:gd name="connsiteY1416" fmla="*/ 1112520 h 1377315"/>
                <a:gd name="connsiteX1417" fmla="*/ 849153 w 2081211"/>
                <a:gd name="connsiteY1417" fmla="*/ 1113949 h 1377315"/>
                <a:gd name="connsiteX1418" fmla="*/ 846772 w 2081211"/>
                <a:gd name="connsiteY1418" fmla="*/ 1113949 h 1377315"/>
                <a:gd name="connsiteX1419" fmla="*/ 843439 w 2081211"/>
                <a:gd name="connsiteY1419" fmla="*/ 1115378 h 1377315"/>
                <a:gd name="connsiteX1420" fmla="*/ 841057 w 2081211"/>
                <a:gd name="connsiteY1420" fmla="*/ 1119188 h 1377315"/>
                <a:gd name="connsiteX1421" fmla="*/ 838676 w 2081211"/>
                <a:gd name="connsiteY1421" fmla="*/ 1122521 h 1377315"/>
                <a:gd name="connsiteX1422" fmla="*/ 837247 w 2081211"/>
                <a:gd name="connsiteY1422" fmla="*/ 1122998 h 1377315"/>
                <a:gd name="connsiteX1423" fmla="*/ 832961 w 2081211"/>
                <a:gd name="connsiteY1423" fmla="*/ 1122045 h 1377315"/>
                <a:gd name="connsiteX1424" fmla="*/ 832009 w 2081211"/>
                <a:gd name="connsiteY1424" fmla="*/ 1122998 h 1377315"/>
                <a:gd name="connsiteX1425" fmla="*/ 830580 w 2081211"/>
                <a:gd name="connsiteY1425" fmla="*/ 1128713 h 1377315"/>
                <a:gd name="connsiteX1426" fmla="*/ 829151 w 2081211"/>
                <a:gd name="connsiteY1426" fmla="*/ 1131094 h 1377315"/>
                <a:gd name="connsiteX1427" fmla="*/ 827246 w 2081211"/>
                <a:gd name="connsiteY1427" fmla="*/ 1132999 h 1377315"/>
                <a:gd name="connsiteX1428" fmla="*/ 825818 w 2081211"/>
                <a:gd name="connsiteY1428" fmla="*/ 1133951 h 1377315"/>
                <a:gd name="connsiteX1429" fmla="*/ 824389 w 2081211"/>
                <a:gd name="connsiteY1429" fmla="*/ 1134904 h 1377315"/>
                <a:gd name="connsiteX1430" fmla="*/ 821055 w 2081211"/>
                <a:gd name="connsiteY1430" fmla="*/ 1134428 h 1377315"/>
                <a:gd name="connsiteX1431" fmla="*/ 819150 w 2081211"/>
                <a:gd name="connsiteY1431" fmla="*/ 1137761 h 1377315"/>
                <a:gd name="connsiteX1432" fmla="*/ 817245 w 2081211"/>
                <a:gd name="connsiteY1432" fmla="*/ 1142048 h 1377315"/>
                <a:gd name="connsiteX1433" fmla="*/ 817245 w 2081211"/>
                <a:gd name="connsiteY1433" fmla="*/ 1144429 h 1377315"/>
                <a:gd name="connsiteX1434" fmla="*/ 818197 w 2081211"/>
                <a:gd name="connsiteY1434" fmla="*/ 1148239 h 1377315"/>
                <a:gd name="connsiteX1435" fmla="*/ 817721 w 2081211"/>
                <a:gd name="connsiteY1435" fmla="*/ 1149191 h 1377315"/>
                <a:gd name="connsiteX1436" fmla="*/ 815816 w 2081211"/>
                <a:gd name="connsiteY1436" fmla="*/ 1150144 h 1377315"/>
                <a:gd name="connsiteX1437" fmla="*/ 812959 w 2081211"/>
                <a:gd name="connsiteY1437" fmla="*/ 1151573 h 1377315"/>
                <a:gd name="connsiteX1438" fmla="*/ 811053 w 2081211"/>
                <a:gd name="connsiteY1438" fmla="*/ 1156811 h 1377315"/>
                <a:gd name="connsiteX1439" fmla="*/ 811053 w 2081211"/>
                <a:gd name="connsiteY1439" fmla="*/ 1161574 h 1377315"/>
                <a:gd name="connsiteX1440" fmla="*/ 812006 w 2081211"/>
                <a:gd name="connsiteY1440" fmla="*/ 1163479 h 1377315"/>
                <a:gd name="connsiteX1441" fmla="*/ 813911 w 2081211"/>
                <a:gd name="connsiteY1441" fmla="*/ 1164431 h 1377315"/>
                <a:gd name="connsiteX1442" fmla="*/ 815340 w 2081211"/>
                <a:gd name="connsiteY1442" fmla="*/ 1165860 h 1377315"/>
                <a:gd name="connsiteX1443" fmla="*/ 815340 w 2081211"/>
                <a:gd name="connsiteY1443" fmla="*/ 1168241 h 1377315"/>
                <a:gd name="connsiteX1444" fmla="*/ 816769 w 2081211"/>
                <a:gd name="connsiteY1444" fmla="*/ 1171099 h 1377315"/>
                <a:gd name="connsiteX1445" fmla="*/ 816293 w 2081211"/>
                <a:gd name="connsiteY1445" fmla="*/ 1174432 h 1377315"/>
                <a:gd name="connsiteX1446" fmla="*/ 812006 w 2081211"/>
                <a:gd name="connsiteY1446" fmla="*/ 1179671 h 1377315"/>
                <a:gd name="connsiteX1447" fmla="*/ 812006 w 2081211"/>
                <a:gd name="connsiteY1447" fmla="*/ 1182529 h 1377315"/>
                <a:gd name="connsiteX1448" fmla="*/ 814388 w 2081211"/>
                <a:gd name="connsiteY1448" fmla="*/ 1183481 h 1377315"/>
                <a:gd name="connsiteX1449" fmla="*/ 816293 w 2081211"/>
                <a:gd name="connsiteY1449" fmla="*/ 1183005 h 1377315"/>
                <a:gd name="connsiteX1450" fmla="*/ 818674 w 2081211"/>
                <a:gd name="connsiteY1450" fmla="*/ 1181576 h 1377315"/>
                <a:gd name="connsiteX1451" fmla="*/ 821531 w 2081211"/>
                <a:gd name="connsiteY1451" fmla="*/ 1179671 h 1377315"/>
                <a:gd name="connsiteX1452" fmla="*/ 827722 w 2081211"/>
                <a:gd name="connsiteY1452" fmla="*/ 1176814 h 1377315"/>
                <a:gd name="connsiteX1453" fmla="*/ 834390 w 2081211"/>
                <a:gd name="connsiteY1453" fmla="*/ 1175385 h 1377315"/>
                <a:gd name="connsiteX1454" fmla="*/ 839628 w 2081211"/>
                <a:gd name="connsiteY1454" fmla="*/ 1174909 h 1377315"/>
                <a:gd name="connsiteX1455" fmla="*/ 843915 w 2081211"/>
                <a:gd name="connsiteY1455" fmla="*/ 1174909 h 1377315"/>
                <a:gd name="connsiteX1456" fmla="*/ 846296 w 2081211"/>
                <a:gd name="connsiteY1456" fmla="*/ 1175385 h 1377315"/>
                <a:gd name="connsiteX1457" fmla="*/ 846772 w 2081211"/>
                <a:gd name="connsiteY1457" fmla="*/ 1176338 h 1377315"/>
                <a:gd name="connsiteX1458" fmla="*/ 852964 w 2081211"/>
                <a:gd name="connsiteY1458" fmla="*/ 1174909 h 1377315"/>
                <a:gd name="connsiteX1459" fmla="*/ 854393 w 2081211"/>
                <a:gd name="connsiteY1459" fmla="*/ 1174909 h 1377315"/>
                <a:gd name="connsiteX1460" fmla="*/ 855345 w 2081211"/>
                <a:gd name="connsiteY1460" fmla="*/ 1174909 h 1377315"/>
                <a:gd name="connsiteX1461" fmla="*/ 855345 w 2081211"/>
                <a:gd name="connsiteY1461" fmla="*/ 1175861 h 1377315"/>
                <a:gd name="connsiteX1462" fmla="*/ 851059 w 2081211"/>
                <a:gd name="connsiteY1462" fmla="*/ 1180148 h 1377315"/>
                <a:gd name="connsiteX1463" fmla="*/ 850106 w 2081211"/>
                <a:gd name="connsiteY1463" fmla="*/ 1182053 h 1377315"/>
                <a:gd name="connsiteX1464" fmla="*/ 850106 w 2081211"/>
                <a:gd name="connsiteY1464" fmla="*/ 1184434 h 1377315"/>
                <a:gd name="connsiteX1465" fmla="*/ 852011 w 2081211"/>
                <a:gd name="connsiteY1465" fmla="*/ 1186339 h 1377315"/>
                <a:gd name="connsiteX1466" fmla="*/ 853916 w 2081211"/>
                <a:gd name="connsiteY1466" fmla="*/ 1187767 h 1377315"/>
                <a:gd name="connsiteX1467" fmla="*/ 855345 w 2081211"/>
                <a:gd name="connsiteY1467" fmla="*/ 1191578 h 1377315"/>
                <a:gd name="connsiteX1468" fmla="*/ 854393 w 2081211"/>
                <a:gd name="connsiteY1468" fmla="*/ 1195388 h 1377315"/>
                <a:gd name="connsiteX1469" fmla="*/ 855345 w 2081211"/>
                <a:gd name="connsiteY1469" fmla="*/ 1196816 h 1377315"/>
                <a:gd name="connsiteX1470" fmla="*/ 856774 w 2081211"/>
                <a:gd name="connsiteY1470" fmla="*/ 1198245 h 1377315"/>
                <a:gd name="connsiteX1471" fmla="*/ 857726 w 2081211"/>
                <a:gd name="connsiteY1471" fmla="*/ 1200150 h 1377315"/>
                <a:gd name="connsiteX1472" fmla="*/ 857726 w 2081211"/>
                <a:gd name="connsiteY1472" fmla="*/ 1202531 h 1377315"/>
                <a:gd name="connsiteX1473" fmla="*/ 856774 w 2081211"/>
                <a:gd name="connsiteY1473" fmla="*/ 1206817 h 1377315"/>
                <a:gd name="connsiteX1474" fmla="*/ 863441 w 2081211"/>
                <a:gd name="connsiteY1474" fmla="*/ 1209199 h 1377315"/>
                <a:gd name="connsiteX1475" fmla="*/ 869156 w 2081211"/>
                <a:gd name="connsiteY1475" fmla="*/ 1210151 h 1377315"/>
                <a:gd name="connsiteX1476" fmla="*/ 873443 w 2081211"/>
                <a:gd name="connsiteY1476" fmla="*/ 1210628 h 1377315"/>
                <a:gd name="connsiteX1477" fmla="*/ 876300 w 2081211"/>
                <a:gd name="connsiteY1477" fmla="*/ 1211580 h 1377315"/>
                <a:gd name="connsiteX1478" fmla="*/ 877728 w 2081211"/>
                <a:gd name="connsiteY1478" fmla="*/ 1212532 h 1377315"/>
                <a:gd name="connsiteX1479" fmla="*/ 878681 w 2081211"/>
                <a:gd name="connsiteY1479" fmla="*/ 1213961 h 1377315"/>
                <a:gd name="connsiteX1480" fmla="*/ 879157 w 2081211"/>
                <a:gd name="connsiteY1480" fmla="*/ 1215390 h 1377315"/>
                <a:gd name="connsiteX1481" fmla="*/ 877728 w 2081211"/>
                <a:gd name="connsiteY1481" fmla="*/ 1216342 h 1377315"/>
                <a:gd name="connsiteX1482" fmla="*/ 874871 w 2081211"/>
                <a:gd name="connsiteY1482" fmla="*/ 1220153 h 1377315"/>
                <a:gd name="connsiteX1483" fmla="*/ 873443 w 2081211"/>
                <a:gd name="connsiteY1483" fmla="*/ 1224915 h 1377315"/>
                <a:gd name="connsiteX1484" fmla="*/ 873443 w 2081211"/>
                <a:gd name="connsiteY1484" fmla="*/ 1228725 h 1377315"/>
                <a:gd name="connsiteX1485" fmla="*/ 873443 w 2081211"/>
                <a:gd name="connsiteY1485" fmla="*/ 1232059 h 1377315"/>
                <a:gd name="connsiteX1486" fmla="*/ 870109 w 2081211"/>
                <a:gd name="connsiteY1486" fmla="*/ 1236345 h 1377315"/>
                <a:gd name="connsiteX1487" fmla="*/ 868680 w 2081211"/>
                <a:gd name="connsiteY1487" fmla="*/ 1239679 h 1377315"/>
                <a:gd name="connsiteX1488" fmla="*/ 867727 w 2081211"/>
                <a:gd name="connsiteY1488" fmla="*/ 1243013 h 1377315"/>
                <a:gd name="connsiteX1489" fmla="*/ 867727 w 2081211"/>
                <a:gd name="connsiteY1489" fmla="*/ 1244441 h 1377315"/>
                <a:gd name="connsiteX1490" fmla="*/ 868203 w 2081211"/>
                <a:gd name="connsiteY1490" fmla="*/ 1245394 h 1377315"/>
                <a:gd name="connsiteX1491" fmla="*/ 869632 w 2081211"/>
                <a:gd name="connsiteY1491" fmla="*/ 1245870 h 1377315"/>
                <a:gd name="connsiteX1492" fmla="*/ 872014 w 2081211"/>
                <a:gd name="connsiteY1492" fmla="*/ 1246346 h 1377315"/>
                <a:gd name="connsiteX1493" fmla="*/ 874871 w 2081211"/>
                <a:gd name="connsiteY1493" fmla="*/ 1245870 h 1377315"/>
                <a:gd name="connsiteX1494" fmla="*/ 882015 w 2081211"/>
                <a:gd name="connsiteY1494" fmla="*/ 1246823 h 1377315"/>
                <a:gd name="connsiteX1495" fmla="*/ 890111 w 2081211"/>
                <a:gd name="connsiteY1495" fmla="*/ 1248251 h 1377315"/>
                <a:gd name="connsiteX1496" fmla="*/ 893445 w 2081211"/>
                <a:gd name="connsiteY1496" fmla="*/ 1249204 h 1377315"/>
                <a:gd name="connsiteX1497" fmla="*/ 894397 w 2081211"/>
                <a:gd name="connsiteY1497" fmla="*/ 1250632 h 1377315"/>
                <a:gd name="connsiteX1498" fmla="*/ 893921 w 2081211"/>
                <a:gd name="connsiteY1498" fmla="*/ 1253490 h 1377315"/>
                <a:gd name="connsiteX1499" fmla="*/ 893445 w 2081211"/>
                <a:gd name="connsiteY1499" fmla="*/ 1256348 h 1377315"/>
                <a:gd name="connsiteX1500" fmla="*/ 893921 w 2081211"/>
                <a:gd name="connsiteY1500" fmla="*/ 1258729 h 1377315"/>
                <a:gd name="connsiteX1501" fmla="*/ 895350 w 2081211"/>
                <a:gd name="connsiteY1501" fmla="*/ 1260634 h 1377315"/>
                <a:gd name="connsiteX1502" fmla="*/ 897255 w 2081211"/>
                <a:gd name="connsiteY1502" fmla="*/ 1261110 h 1377315"/>
                <a:gd name="connsiteX1503" fmla="*/ 899160 w 2081211"/>
                <a:gd name="connsiteY1503" fmla="*/ 1262063 h 1377315"/>
                <a:gd name="connsiteX1504" fmla="*/ 899636 w 2081211"/>
                <a:gd name="connsiteY1504" fmla="*/ 1263491 h 1377315"/>
                <a:gd name="connsiteX1505" fmla="*/ 899160 w 2081211"/>
                <a:gd name="connsiteY1505" fmla="*/ 1265396 h 1377315"/>
                <a:gd name="connsiteX1506" fmla="*/ 900113 w 2081211"/>
                <a:gd name="connsiteY1506" fmla="*/ 1266825 h 1377315"/>
                <a:gd name="connsiteX1507" fmla="*/ 901065 w 2081211"/>
                <a:gd name="connsiteY1507" fmla="*/ 1267778 h 1377315"/>
                <a:gd name="connsiteX1508" fmla="*/ 903446 w 2081211"/>
                <a:gd name="connsiteY1508" fmla="*/ 1268254 h 1377315"/>
                <a:gd name="connsiteX1509" fmla="*/ 908209 w 2081211"/>
                <a:gd name="connsiteY1509" fmla="*/ 1266825 h 1377315"/>
                <a:gd name="connsiteX1510" fmla="*/ 911543 w 2081211"/>
                <a:gd name="connsiteY1510" fmla="*/ 1267301 h 1377315"/>
                <a:gd name="connsiteX1511" fmla="*/ 914400 w 2081211"/>
                <a:gd name="connsiteY1511" fmla="*/ 1268254 h 1377315"/>
                <a:gd name="connsiteX1512" fmla="*/ 916781 w 2081211"/>
                <a:gd name="connsiteY1512" fmla="*/ 1267778 h 1377315"/>
                <a:gd name="connsiteX1513" fmla="*/ 919163 w 2081211"/>
                <a:gd name="connsiteY1513" fmla="*/ 1266825 h 1377315"/>
                <a:gd name="connsiteX1514" fmla="*/ 924401 w 2081211"/>
                <a:gd name="connsiteY1514" fmla="*/ 1261586 h 1377315"/>
                <a:gd name="connsiteX1515" fmla="*/ 930593 w 2081211"/>
                <a:gd name="connsiteY1515" fmla="*/ 1258729 h 1377315"/>
                <a:gd name="connsiteX1516" fmla="*/ 932497 w 2081211"/>
                <a:gd name="connsiteY1516" fmla="*/ 1258253 h 1377315"/>
                <a:gd name="connsiteX1517" fmla="*/ 933926 w 2081211"/>
                <a:gd name="connsiteY1517" fmla="*/ 1258729 h 1377315"/>
                <a:gd name="connsiteX1518" fmla="*/ 934402 w 2081211"/>
                <a:gd name="connsiteY1518" fmla="*/ 1259205 h 1377315"/>
                <a:gd name="connsiteX1519" fmla="*/ 934402 w 2081211"/>
                <a:gd name="connsiteY1519" fmla="*/ 1260157 h 1377315"/>
                <a:gd name="connsiteX1520" fmla="*/ 934878 w 2081211"/>
                <a:gd name="connsiteY1520" fmla="*/ 1264444 h 1377315"/>
                <a:gd name="connsiteX1521" fmla="*/ 934402 w 2081211"/>
                <a:gd name="connsiteY1521" fmla="*/ 1264920 h 1377315"/>
                <a:gd name="connsiteX1522" fmla="*/ 936307 w 2081211"/>
                <a:gd name="connsiteY1522" fmla="*/ 1266349 h 1377315"/>
                <a:gd name="connsiteX1523" fmla="*/ 935355 w 2081211"/>
                <a:gd name="connsiteY1523" fmla="*/ 1270159 h 1377315"/>
                <a:gd name="connsiteX1524" fmla="*/ 936307 w 2081211"/>
                <a:gd name="connsiteY1524" fmla="*/ 1271111 h 1377315"/>
                <a:gd name="connsiteX1525" fmla="*/ 936784 w 2081211"/>
                <a:gd name="connsiteY1525" fmla="*/ 1272540 h 1377315"/>
                <a:gd name="connsiteX1526" fmla="*/ 936307 w 2081211"/>
                <a:gd name="connsiteY1526" fmla="*/ 1274921 h 1377315"/>
                <a:gd name="connsiteX1527" fmla="*/ 936784 w 2081211"/>
                <a:gd name="connsiteY1527" fmla="*/ 1276826 h 1377315"/>
                <a:gd name="connsiteX1528" fmla="*/ 937736 w 2081211"/>
                <a:gd name="connsiteY1528" fmla="*/ 1277779 h 1377315"/>
                <a:gd name="connsiteX1529" fmla="*/ 938689 w 2081211"/>
                <a:gd name="connsiteY1529" fmla="*/ 1278255 h 1377315"/>
                <a:gd name="connsiteX1530" fmla="*/ 944403 w 2081211"/>
                <a:gd name="connsiteY1530" fmla="*/ 1276826 h 1377315"/>
                <a:gd name="connsiteX1531" fmla="*/ 947738 w 2081211"/>
                <a:gd name="connsiteY1531" fmla="*/ 1276826 h 1377315"/>
                <a:gd name="connsiteX1532" fmla="*/ 949166 w 2081211"/>
                <a:gd name="connsiteY1532" fmla="*/ 1277779 h 1377315"/>
                <a:gd name="connsiteX1533" fmla="*/ 950595 w 2081211"/>
                <a:gd name="connsiteY1533" fmla="*/ 1278255 h 1377315"/>
                <a:gd name="connsiteX1534" fmla="*/ 952024 w 2081211"/>
                <a:gd name="connsiteY1534" fmla="*/ 1278731 h 1377315"/>
                <a:gd name="connsiteX1535" fmla="*/ 953452 w 2081211"/>
                <a:gd name="connsiteY1535" fmla="*/ 1279207 h 1377315"/>
                <a:gd name="connsiteX1536" fmla="*/ 954405 w 2081211"/>
                <a:gd name="connsiteY1536" fmla="*/ 1279207 h 1377315"/>
                <a:gd name="connsiteX1537" fmla="*/ 956310 w 2081211"/>
                <a:gd name="connsiteY1537" fmla="*/ 1277303 h 1377315"/>
                <a:gd name="connsiteX1538" fmla="*/ 956786 w 2081211"/>
                <a:gd name="connsiteY1538" fmla="*/ 1276826 h 1377315"/>
                <a:gd name="connsiteX1539" fmla="*/ 956786 w 2081211"/>
                <a:gd name="connsiteY1539" fmla="*/ 1275874 h 1377315"/>
                <a:gd name="connsiteX1540" fmla="*/ 955357 w 2081211"/>
                <a:gd name="connsiteY1540" fmla="*/ 1274445 h 1377315"/>
                <a:gd name="connsiteX1541" fmla="*/ 953928 w 2081211"/>
                <a:gd name="connsiteY1541" fmla="*/ 1273016 h 1377315"/>
                <a:gd name="connsiteX1542" fmla="*/ 953928 w 2081211"/>
                <a:gd name="connsiteY1542" fmla="*/ 1270159 h 1377315"/>
                <a:gd name="connsiteX1543" fmla="*/ 954405 w 2081211"/>
                <a:gd name="connsiteY1543" fmla="*/ 1265396 h 1377315"/>
                <a:gd name="connsiteX1544" fmla="*/ 954405 w 2081211"/>
                <a:gd name="connsiteY1544" fmla="*/ 1263015 h 1377315"/>
                <a:gd name="connsiteX1545" fmla="*/ 954405 w 2081211"/>
                <a:gd name="connsiteY1545" fmla="*/ 1256824 h 1377315"/>
                <a:gd name="connsiteX1546" fmla="*/ 953928 w 2081211"/>
                <a:gd name="connsiteY1546" fmla="*/ 1254919 h 1377315"/>
                <a:gd name="connsiteX1547" fmla="*/ 952500 w 2081211"/>
                <a:gd name="connsiteY1547" fmla="*/ 1253014 h 1377315"/>
                <a:gd name="connsiteX1548" fmla="*/ 949166 w 2081211"/>
                <a:gd name="connsiteY1548" fmla="*/ 1249204 h 1377315"/>
                <a:gd name="connsiteX1549" fmla="*/ 948214 w 2081211"/>
                <a:gd name="connsiteY1549" fmla="*/ 1246823 h 1377315"/>
                <a:gd name="connsiteX1550" fmla="*/ 947738 w 2081211"/>
                <a:gd name="connsiteY1550" fmla="*/ 1244441 h 1377315"/>
                <a:gd name="connsiteX1551" fmla="*/ 947738 w 2081211"/>
                <a:gd name="connsiteY1551" fmla="*/ 1243013 h 1377315"/>
                <a:gd name="connsiteX1552" fmla="*/ 946785 w 2081211"/>
                <a:gd name="connsiteY1552" fmla="*/ 1241107 h 1377315"/>
                <a:gd name="connsiteX1553" fmla="*/ 946309 w 2081211"/>
                <a:gd name="connsiteY1553" fmla="*/ 1239679 h 1377315"/>
                <a:gd name="connsiteX1554" fmla="*/ 947738 w 2081211"/>
                <a:gd name="connsiteY1554" fmla="*/ 1238726 h 1377315"/>
                <a:gd name="connsiteX1555" fmla="*/ 949643 w 2081211"/>
                <a:gd name="connsiteY1555" fmla="*/ 1236821 h 1377315"/>
                <a:gd name="connsiteX1556" fmla="*/ 950595 w 2081211"/>
                <a:gd name="connsiteY1556" fmla="*/ 1233964 h 1377315"/>
                <a:gd name="connsiteX1557" fmla="*/ 951547 w 2081211"/>
                <a:gd name="connsiteY1557" fmla="*/ 1232059 h 1377315"/>
                <a:gd name="connsiteX1558" fmla="*/ 952976 w 2081211"/>
                <a:gd name="connsiteY1558" fmla="*/ 1231106 h 1377315"/>
                <a:gd name="connsiteX1559" fmla="*/ 953928 w 2081211"/>
                <a:gd name="connsiteY1559" fmla="*/ 1230630 h 1377315"/>
                <a:gd name="connsiteX1560" fmla="*/ 954881 w 2081211"/>
                <a:gd name="connsiteY1560" fmla="*/ 1230630 h 1377315"/>
                <a:gd name="connsiteX1561" fmla="*/ 957739 w 2081211"/>
                <a:gd name="connsiteY1561" fmla="*/ 1234440 h 1377315"/>
                <a:gd name="connsiteX1562" fmla="*/ 961072 w 2081211"/>
                <a:gd name="connsiteY1562" fmla="*/ 1232535 h 1377315"/>
                <a:gd name="connsiteX1563" fmla="*/ 963930 w 2081211"/>
                <a:gd name="connsiteY1563" fmla="*/ 1232535 h 1377315"/>
                <a:gd name="connsiteX1564" fmla="*/ 966311 w 2081211"/>
                <a:gd name="connsiteY1564" fmla="*/ 1233488 h 1377315"/>
                <a:gd name="connsiteX1565" fmla="*/ 967740 w 2081211"/>
                <a:gd name="connsiteY1565" fmla="*/ 1234440 h 1377315"/>
                <a:gd name="connsiteX1566" fmla="*/ 969169 w 2081211"/>
                <a:gd name="connsiteY1566" fmla="*/ 1233011 h 1377315"/>
                <a:gd name="connsiteX1567" fmla="*/ 971074 w 2081211"/>
                <a:gd name="connsiteY1567" fmla="*/ 1231106 h 1377315"/>
                <a:gd name="connsiteX1568" fmla="*/ 973455 w 2081211"/>
                <a:gd name="connsiteY1568" fmla="*/ 1228249 h 1377315"/>
                <a:gd name="connsiteX1569" fmla="*/ 975836 w 2081211"/>
                <a:gd name="connsiteY1569" fmla="*/ 1224915 h 1377315"/>
                <a:gd name="connsiteX1570" fmla="*/ 976789 w 2081211"/>
                <a:gd name="connsiteY1570" fmla="*/ 1222534 h 1377315"/>
                <a:gd name="connsiteX1571" fmla="*/ 977741 w 2081211"/>
                <a:gd name="connsiteY1571" fmla="*/ 1221581 h 1377315"/>
                <a:gd name="connsiteX1572" fmla="*/ 979170 w 2081211"/>
                <a:gd name="connsiteY1572" fmla="*/ 1221105 h 1377315"/>
                <a:gd name="connsiteX1573" fmla="*/ 980599 w 2081211"/>
                <a:gd name="connsiteY1573" fmla="*/ 1221581 h 1377315"/>
                <a:gd name="connsiteX1574" fmla="*/ 983456 w 2081211"/>
                <a:gd name="connsiteY1574" fmla="*/ 1223010 h 1377315"/>
                <a:gd name="connsiteX1575" fmla="*/ 987743 w 2081211"/>
                <a:gd name="connsiteY1575" fmla="*/ 1224915 h 1377315"/>
                <a:gd name="connsiteX1576" fmla="*/ 991552 w 2081211"/>
                <a:gd name="connsiteY1576" fmla="*/ 1227296 h 1377315"/>
                <a:gd name="connsiteX1577" fmla="*/ 992981 w 2081211"/>
                <a:gd name="connsiteY1577" fmla="*/ 1229678 h 1377315"/>
                <a:gd name="connsiteX1578" fmla="*/ 994886 w 2081211"/>
                <a:gd name="connsiteY1578" fmla="*/ 1231582 h 1377315"/>
                <a:gd name="connsiteX1579" fmla="*/ 996315 w 2081211"/>
                <a:gd name="connsiteY1579" fmla="*/ 1232059 h 1377315"/>
                <a:gd name="connsiteX1580" fmla="*/ 997268 w 2081211"/>
                <a:gd name="connsiteY1580" fmla="*/ 1232059 h 1377315"/>
                <a:gd name="connsiteX1581" fmla="*/ 999649 w 2081211"/>
                <a:gd name="connsiteY1581" fmla="*/ 1230630 h 1377315"/>
                <a:gd name="connsiteX1582" fmla="*/ 1001553 w 2081211"/>
                <a:gd name="connsiteY1582" fmla="*/ 1229201 h 1377315"/>
                <a:gd name="connsiteX1583" fmla="*/ 1001553 w 2081211"/>
                <a:gd name="connsiteY1583" fmla="*/ 1227296 h 1377315"/>
                <a:gd name="connsiteX1584" fmla="*/ 1003459 w 2081211"/>
                <a:gd name="connsiteY1584" fmla="*/ 1225867 h 1377315"/>
                <a:gd name="connsiteX1585" fmla="*/ 1005840 w 2081211"/>
                <a:gd name="connsiteY1585" fmla="*/ 1223010 h 1377315"/>
                <a:gd name="connsiteX1586" fmla="*/ 1006793 w 2081211"/>
                <a:gd name="connsiteY1586" fmla="*/ 1221105 h 1377315"/>
                <a:gd name="connsiteX1587" fmla="*/ 1007745 w 2081211"/>
                <a:gd name="connsiteY1587" fmla="*/ 1221105 h 1377315"/>
                <a:gd name="connsiteX1588" fmla="*/ 1008697 w 2081211"/>
                <a:gd name="connsiteY1588" fmla="*/ 1221581 h 1377315"/>
                <a:gd name="connsiteX1589" fmla="*/ 1012507 w 2081211"/>
                <a:gd name="connsiteY1589" fmla="*/ 1227296 h 1377315"/>
                <a:gd name="connsiteX1590" fmla="*/ 1013460 w 2081211"/>
                <a:gd name="connsiteY1590" fmla="*/ 1227773 h 1377315"/>
                <a:gd name="connsiteX1591" fmla="*/ 1014413 w 2081211"/>
                <a:gd name="connsiteY1591" fmla="*/ 1226820 h 1377315"/>
                <a:gd name="connsiteX1592" fmla="*/ 1015841 w 2081211"/>
                <a:gd name="connsiteY1592" fmla="*/ 1222534 h 1377315"/>
                <a:gd name="connsiteX1593" fmla="*/ 1017746 w 2081211"/>
                <a:gd name="connsiteY1593" fmla="*/ 1220629 h 1377315"/>
                <a:gd name="connsiteX1594" fmla="*/ 1018222 w 2081211"/>
                <a:gd name="connsiteY1594" fmla="*/ 1221105 h 1377315"/>
                <a:gd name="connsiteX1595" fmla="*/ 1027747 w 2081211"/>
                <a:gd name="connsiteY1595" fmla="*/ 1229201 h 1377315"/>
                <a:gd name="connsiteX1596" fmla="*/ 1028700 w 2081211"/>
                <a:gd name="connsiteY1596" fmla="*/ 1229201 h 1377315"/>
                <a:gd name="connsiteX1597" fmla="*/ 1029652 w 2081211"/>
                <a:gd name="connsiteY1597" fmla="*/ 1228725 h 1377315"/>
                <a:gd name="connsiteX1598" fmla="*/ 1030128 w 2081211"/>
                <a:gd name="connsiteY1598" fmla="*/ 1227296 h 1377315"/>
                <a:gd name="connsiteX1599" fmla="*/ 1031081 w 2081211"/>
                <a:gd name="connsiteY1599" fmla="*/ 1224439 h 1377315"/>
                <a:gd name="connsiteX1600" fmla="*/ 1032510 w 2081211"/>
                <a:gd name="connsiteY1600" fmla="*/ 1221581 h 1377315"/>
                <a:gd name="connsiteX1601" fmla="*/ 1035368 w 2081211"/>
                <a:gd name="connsiteY1601" fmla="*/ 1219676 h 1377315"/>
                <a:gd name="connsiteX1602" fmla="*/ 1037749 w 2081211"/>
                <a:gd name="connsiteY1602" fmla="*/ 1219200 h 1377315"/>
                <a:gd name="connsiteX1603" fmla="*/ 1038701 w 2081211"/>
                <a:gd name="connsiteY1603" fmla="*/ 1220629 h 1377315"/>
                <a:gd name="connsiteX1604" fmla="*/ 1040606 w 2081211"/>
                <a:gd name="connsiteY1604" fmla="*/ 1222534 h 1377315"/>
                <a:gd name="connsiteX1605" fmla="*/ 1042988 w 2081211"/>
                <a:gd name="connsiteY1605" fmla="*/ 1223010 h 1377315"/>
                <a:gd name="connsiteX1606" fmla="*/ 1048226 w 2081211"/>
                <a:gd name="connsiteY1606" fmla="*/ 1219676 h 1377315"/>
                <a:gd name="connsiteX1607" fmla="*/ 1050131 w 2081211"/>
                <a:gd name="connsiteY1607" fmla="*/ 1219200 h 1377315"/>
                <a:gd name="connsiteX1608" fmla="*/ 1052036 w 2081211"/>
                <a:gd name="connsiteY1608" fmla="*/ 1219200 h 1377315"/>
                <a:gd name="connsiteX1609" fmla="*/ 1053941 w 2081211"/>
                <a:gd name="connsiteY1609" fmla="*/ 1219200 h 1377315"/>
                <a:gd name="connsiteX1610" fmla="*/ 1055846 w 2081211"/>
                <a:gd name="connsiteY1610" fmla="*/ 1217771 h 1377315"/>
                <a:gd name="connsiteX1611" fmla="*/ 1057751 w 2081211"/>
                <a:gd name="connsiteY1611" fmla="*/ 1215866 h 1377315"/>
                <a:gd name="connsiteX1612" fmla="*/ 1058227 w 2081211"/>
                <a:gd name="connsiteY1612" fmla="*/ 1212532 h 1377315"/>
                <a:gd name="connsiteX1613" fmla="*/ 1058703 w 2081211"/>
                <a:gd name="connsiteY1613" fmla="*/ 1209199 h 1377315"/>
                <a:gd name="connsiteX1614" fmla="*/ 1060132 w 2081211"/>
                <a:gd name="connsiteY1614" fmla="*/ 1207770 h 1377315"/>
                <a:gd name="connsiteX1615" fmla="*/ 1061561 w 2081211"/>
                <a:gd name="connsiteY1615" fmla="*/ 1206817 h 1377315"/>
                <a:gd name="connsiteX1616" fmla="*/ 1064419 w 2081211"/>
                <a:gd name="connsiteY1616" fmla="*/ 1205389 h 1377315"/>
                <a:gd name="connsiteX1617" fmla="*/ 1071086 w 2081211"/>
                <a:gd name="connsiteY1617" fmla="*/ 1202531 h 1377315"/>
                <a:gd name="connsiteX1618" fmla="*/ 1072991 w 2081211"/>
                <a:gd name="connsiteY1618" fmla="*/ 1201103 h 1377315"/>
                <a:gd name="connsiteX1619" fmla="*/ 1074420 w 2081211"/>
                <a:gd name="connsiteY1619" fmla="*/ 1200150 h 1377315"/>
                <a:gd name="connsiteX1620" fmla="*/ 1076801 w 2081211"/>
                <a:gd name="connsiteY1620" fmla="*/ 1201579 h 1377315"/>
                <a:gd name="connsiteX1621" fmla="*/ 1079659 w 2081211"/>
                <a:gd name="connsiteY1621" fmla="*/ 1203960 h 1377315"/>
                <a:gd name="connsiteX1622" fmla="*/ 1081564 w 2081211"/>
                <a:gd name="connsiteY1622" fmla="*/ 1205865 h 1377315"/>
                <a:gd name="connsiteX1623" fmla="*/ 1082993 w 2081211"/>
                <a:gd name="connsiteY1623" fmla="*/ 1207770 h 1377315"/>
                <a:gd name="connsiteX1624" fmla="*/ 1083469 w 2081211"/>
                <a:gd name="connsiteY1624" fmla="*/ 1209675 h 1377315"/>
                <a:gd name="connsiteX1625" fmla="*/ 1088231 w 2081211"/>
                <a:gd name="connsiteY1625" fmla="*/ 1211104 h 1377315"/>
                <a:gd name="connsiteX1626" fmla="*/ 1091565 w 2081211"/>
                <a:gd name="connsiteY1626" fmla="*/ 1213485 h 1377315"/>
                <a:gd name="connsiteX1627" fmla="*/ 1093470 w 2081211"/>
                <a:gd name="connsiteY1627" fmla="*/ 1214914 h 1377315"/>
                <a:gd name="connsiteX1628" fmla="*/ 1095375 w 2081211"/>
                <a:gd name="connsiteY1628" fmla="*/ 1214914 h 1377315"/>
                <a:gd name="connsiteX1629" fmla="*/ 1097280 w 2081211"/>
                <a:gd name="connsiteY1629" fmla="*/ 1214438 h 1377315"/>
                <a:gd name="connsiteX1630" fmla="*/ 1098709 w 2081211"/>
                <a:gd name="connsiteY1630" fmla="*/ 1213009 h 1377315"/>
                <a:gd name="connsiteX1631" fmla="*/ 1101090 w 2081211"/>
                <a:gd name="connsiteY1631" fmla="*/ 1213009 h 1377315"/>
                <a:gd name="connsiteX1632" fmla="*/ 1103947 w 2081211"/>
                <a:gd name="connsiteY1632" fmla="*/ 1213009 h 1377315"/>
                <a:gd name="connsiteX1633" fmla="*/ 1105376 w 2081211"/>
                <a:gd name="connsiteY1633" fmla="*/ 1213485 h 1377315"/>
                <a:gd name="connsiteX1634" fmla="*/ 1107757 w 2081211"/>
                <a:gd name="connsiteY1634" fmla="*/ 1216342 h 1377315"/>
                <a:gd name="connsiteX1635" fmla="*/ 1108710 w 2081211"/>
                <a:gd name="connsiteY1635" fmla="*/ 1216819 h 1377315"/>
                <a:gd name="connsiteX1636" fmla="*/ 1110615 w 2081211"/>
                <a:gd name="connsiteY1636" fmla="*/ 1216819 h 1377315"/>
                <a:gd name="connsiteX1637" fmla="*/ 1114425 w 2081211"/>
                <a:gd name="connsiteY1637" fmla="*/ 1215866 h 1377315"/>
                <a:gd name="connsiteX1638" fmla="*/ 1117282 w 2081211"/>
                <a:gd name="connsiteY1638" fmla="*/ 1215390 h 1377315"/>
                <a:gd name="connsiteX1639" fmla="*/ 1120140 w 2081211"/>
                <a:gd name="connsiteY1639" fmla="*/ 1216819 h 1377315"/>
                <a:gd name="connsiteX1640" fmla="*/ 1125378 w 2081211"/>
                <a:gd name="connsiteY1640" fmla="*/ 1220153 h 1377315"/>
                <a:gd name="connsiteX1641" fmla="*/ 1123950 w 2081211"/>
                <a:gd name="connsiteY1641" fmla="*/ 1222534 h 1377315"/>
                <a:gd name="connsiteX1642" fmla="*/ 1122997 w 2081211"/>
                <a:gd name="connsiteY1642" fmla="*/ 1224915 h 1377315"/>
                <a:gd name="connsiteX1643" fmla="*/ 1120616 w 2081211"/>
                <a:gd name="connsiteY1643" fmla="*/ 1226820 h 1377315"/>
                <a:gd name="connsiteX1644" fmla="*/ 1118711 w 2081211"/>
                <a:gd name="connsiteY1644" fmla="*/ 1227296 h 1377315"/>
                <a:gd name="connsiteX1645" fmla="*/ 1117759 w 2081211"/>
                <a:gd name="connsiteY1645" fmla="*/ 1229678 h 1377315"/>
                <a:gd name="connsiteX1646" fmla="*/ 1117282 w 2081211"/>
                <a:gd name="connsiteY1646" fmla="*/ 1233488 h 1377315"/>
                <a:gd name="connsiteX1647" fmla="*/ 1117759 w 2081211"/>
                <a:gd name="connsiteY1647" fmla="*/ 1235392 h 1377315"/>
                <a:gd name="connsiteX1648" fmla="*/ 1119188 w 2081211"/>
                <a:gd name="connsiteY1648" fmla="*/ 1235869 h 1377315"/>
                <a:gd name="connsiteX1649" fmla="*/ 1120616 w 2081211"/>
                <a:gd name="connsiteY1649" fmla="*/ 1237298 h 1377315"/>
                <a:gd name="connsiteX1650" fmla="*/ 1121093 w 2081211"/>
                <a:gd name="connsiteY1650" fmla="*/ 1238726 h 1377315"/>
                <a:gd name="connsiteX1651" fmla="*/ 1121093 w 2081211"/>
                <a:gd name="connsiteY1651" fmla="*/ 1242536 h 1377315"/>
                <a:gd name="connsiteX1652" fmla="*/ 1121093 w 2081211"/>
                <a:gd name="connsiteY1652" fmla="*/ 1246823 h 1377315"/>
                <a:gd name="connsiteX1653" fmla="*/ 1121093 w 2081211"/>
                <a:gd name="connsiteY1653" fmla="*/ 1248251 h 1377315"/>
                <a:gd name="connsiteX1654" fmla="*/ 1122045 w 2081211"/>
                <a:gd name="connsiteY1654" fmla="*/ 1247775 h 1377315"/>
                <a:gd name="connsiteX1655" fmla="*/ 1122997 w 2081211"/>
                <a:gd name="connsiteY1655" fmla="*/ 1247299 h 1377315"/>
                <a:gd name="connsiteX1656" fmla="*/ 1125378 w 2081211"/>
                <a:gd name="connsiteY1656" fmla="*/ 1247775 h 1377315"/>
                <a:gd name="connsiteX1657" fmla="*/ 1128236 w 2081211"/>
                <a:gd name="connsiteY1657" fmla="*/ 1248728 h 1377315"/>
                <a:gd name="connsiteX1658" fmla="*/ 1130141 w 2081211"/>
                <a:gd name="connsiteY1658" fmla="*/ 1249680 h 1377315"/>
                <a:gd name="connsiteX1659" fmla="*/ 1131570 w 2081211"/>
                <a:gd name="connsiteY1659" fmla="*/ 1249680 h 1377315"/>
                <a:gd name="connsiteX1660" fmla="*/ 1132999 w 2081211"/>
                <a:gd name="connsiteY1660" fmla="*/ 1250632 h 1377315"/>
                <a:gd name="connsiteX1661" fmla="*/ 1133475 w 2081211"/>
                <a:gd name="connsiteY1661" fmla="*/ 1252538 h 1377315"/>
                <a:gd name="connsiteX1662" fmla="*/ 1134903 w 2081211"/>
                <a:gd name="connsiteY1662" fmla="*/ 1253966 h 1377315"/>
                <a:gd name="connsiteX1663" fmla="*/ 1138714 w 2081211"/>
                <a:gd name="connsiteY1663" fmla="*/ 1256824 h 1377315"/>
                <a:gd name="connsiteX1664" fmla="*/ 1142047 w 2081211"/>
                <a:gd name="connsiteY1664" fmla="*/ 1256824 h 1377315"/>
                <a:gd name="connsiteX1665" fmla="*/ 1144905 w 2081211"/>
                <a:gd name="connsiteY1665" fmla="*/ 1260634 h 1377315"/>
                <a:gd name="connsiteX1666" fmla="*/ 1147763 w 2081211"/>
                <a:gd name="connsiteY1666" fmla="*/ 1259681 h 1377315"/>
                <a:gd name="connsiteX1667" fmla="*/ 1149191 w 2081211"/>
                <a:gd name="connsiteY1667" fmla="*/ 1261110 h 1377315"/>
                <a:gd name="connsiteX1668" fmla="*/ 1154906 w 2081211"/>
                <a:gd name="connsiteY1668" fmla="*/ 1260634 h 1377315"/>
                <a:gd name="connsiteX1669" fmla="*/ 1158716 w 2081211"/>
                <a:gd name="connsiteY1669" fmla="*/ 1259205 h 1377315"/>
                <a:gd name="connsiteX1670" fmla="*/ 1160145 w 2081211"/>
                <a:gd name="connsiteY1670" fmla="*/ 1259681 h 1377315"/>
                <a:gd name="connsiteX1671" fmla="*/ 1163955 w 2081211"/>
                <a:gd name="connsiteY1671" fmla="*/ 1262539 h 1377315"/>
                <a:gd name="connsiteX1672" fmla="*/ 1166336 w 2081211"/>
                <a:gd name="connsiteY1672" fmla="*/ 1264444 h 1377315"/>
                <a:gd name="connsiteX1673" fmla="*/ 1169670 w 2081211"/>
                <a:gd name="connsiteY1673" fmla="*/ 1263967 h 1377315"/>
                <a:gd name="connsiteX1674" fmla="*/ 1172527 w 2081211"/>
                <a:gd name="connsiteY1674" fmla="*/ 1262539 h 1377315"/>
                <a:gd name="connsiteX1675" fmla="*/ 1175861 w 2081211"/>
                <a:gd name="connsiteY1675" fmla="*/ 1263015 h 1377315"/>
                <a:gd name="connsiteX1676" fmla="*/ 1177766 w 2081211"/>
                <a:gd name="connsiteY1676" fmla="*/ 1260634 h 1377315"/>
                <a:gd name="connsiteX1677" fmla="*/ 1178719 w 2081211"/>
                <a:gd name="connsiteY1677" fmla="*/ 1258253 h 1377315"/>
                <a:gd name="connsiteX1678" fmla="*/ 1179671 w 2081211"/>
                <a:gd name="connsiteY1678" fmla="*/ 1258253 h 1377315"/>
                <a:gd name="connsiteX1679" fmla="*/ 1180624 w 2081211"/>
                <a:gd name="connsiteY1679" fmla="*/ 1258729 h 1377315"/>
                <a:gd name="connsiteX1680" fmla="*/ 1182528 w 2081211"/>
                <a:gd name="connsiteY1680" fmla="*/ 1261110 h 1377315"/>
                <a:gd name="connsiteX1681" fmla="*/ 1184434 w 2081211"/>
                <a:gd name="connsiteY1681" fmla="*/ 1260157 h 1377315"/>
                <a:gd name="connsiteX1682" fmla="*/ 1185386 w 2081211"/>
                <a:gd name="connsiteY1682" fmla="*/ 1258729 h 1377315"/>
                <a:gd name="connsiteX1683" fmla="*/ 1184434 w 2081211"/>
                <a:gd name="connsiteY1683" fmla="*/ 1256348 h 1377315"/>
                <a:gd name="connsiteX1684" fmla="*/ 1183957 w 2081211"/>
                <a:gd name="connsiteY1684" fmla="*/ 1253014 h 1377315"/>
                <a:gd name="connsiteX1685" fmla="*/ 1183957 w 2081211"/>
                <a:gd name="connsiteY1685" fmla="*/ 1250156 h 1377315"/>
                <a:gd name="connsiteX1686" fmla="*/ 1187768 w 2081211"/>
                <a:gd name="connsiteY1686" fmla="*/ 1250156 h 1377315"/>
                <a:gd name="connsiteX1687" fmla="*/ 1188720 w 2081211"/>
                <a:gd name="connsiteY1687" fmla="*/ 1251109 h 1377315"/>
                <a:gd name="connsiteX1688" fmla="*/ 1187768 w 2081211"/>
                <a:gd name="connsiteY1688" fmla="*/ 1253014 h 1377315"/>
                <a:gd name="connsiteX1689" fmla="*/ 1188720 w 2081211"/>
                <a:gd name="connsiteY1689" fmla="*/ 1254442 h 1377315"/>
                <a:gd name="connsiteX1690" fmla="*/ 1190625 w 2081211"/>
                <a:gd name="connsiteY1690" fmla="*/ 1255871 h 1377315"/>
                <a:gd name="connsiteX1691" fmla="*/ 1193006 w 2081211"/>
                <a:gd name="connsiteY1691" fmla="*/ 1258253 h 1377315"/>
                <a:gd name="connsiteX1692" fmla="*/ 1193959 w 2081211"/>
                <a:gd name="connsiteY1692" fmla="*/ 1259205 h 1377315"/>
                <a:gd name="connsiteX1693" fmla="*/ 1196340 w 2081211"/>
                <a:gd name="connsiteY1693" fmla="*/ 1259205 h 1377315"/>
                <a:gd name="connsiteX1694" fmla="*/ 1198721 w 2081211"/>
                <a:gd name="connsiteY1694" fmla="*/ 1259681 h 1377315"/>
                <a:gd name="connsiteX1695" fmla="*/ 1202531 w 2081211"/>
                <a:gd name="connsiteY1695" fmla="*/ 1259681 h 1377315"/>
                <a:gd name="connsiteX1696" fmla="*/ 1204913 w 2081211"/>
                <a:gd name="connsiteY1696" fmla="*/ 1261110 h 1377315"/>
                <a:gd name="connsiteX1697" fmla="*/ 1205865 w 2081211"/>
                <a:gd name="connsiteY1697" fmla="*/ 1262539 h 1377315"/>
                <a:gd name="connsiteX1698" fmla="*/ 1204436 w 2081211"/>
                <a:gd name="connsiteY1698" fmla="*/ 1264444 h 1377315"/>
                <a:gd name="connsiteX1699" fmla="*/ 1203960 w 2081211"/>
                <a:gd name="connsiteY1699" fmla="*/ 1265873 h 1377315"/>
                <a:gd name="connsiteX1700" fmla="*/ 1206341 w 2081211"/>
                <a:gd name="connsiteY1700" fmla="*/ 1266349 h 1377315"/>
                <a:gd name="connsiteX1701" fmla="*/ 1208722 w 2081211"/>
                <a:gd name="connsiteY1701" fmla="*/ 1265873 h 1377315"/>
                <a:gd name="connsiteX1702" fmla="*/ 1213009 w 2081211"/>
                <a:gd name="connsiteY1702" fmla="*/ 1265396 h 1377315"/>
                <a:gd name="connsiteX1703" fmla="*/ 1215866 w 2081211"/>
                <a:gd name="connsiteY1703" fmla="*/ 1264444 h 1377315"/>
                <a:gd name="connsiteX1704" fmla="*/ 1219676 w 2081211"/>
                <a:gd name="connsiteY1704" fmla="*/ 1262539 h 1377315"/>
                <a:gd name="connsiteX1705" fmla="*/ 1218724 w 2081211"/>
                <a:gd name="connsiteY1705" fmla="*/ 1257300 h 1377315"/>
                <a:gd name="connsiteX1706" fmla="*/ 1220152 w 2081211"/>
                <a:gd name="connsiteY1706" fmla="*/ 1257300 h 1377315"/>
                <a:gd name="connsiteX1707" fmla="*/ 1221105 w 2081211"/>
                <a:gd name="connsiteY1707" fmla="*/ 1257776 h 1377315"/>
                <a:gd name="connsiteX1708" fmla="*/ 1224439 w 2081211"/>
                <a:gd name="connsiteY1708" fmla="*/ 1263015 h 1377315"/>
                <a:gd name="connsiteX1709" fmla="*/ 1226344 w 2081211"/>
                <a:gd name="connsiteY1709" fmla="*/ 1263015 h 1377315"/>
                <a:gd name="connsiteX1710" fmla="*/ 1226820 w 2081211"/>
                <a:gd name="connsiteY1710" fmla="*/ 1262063 h 1377315"/>
                <a:gd name="connsiteX1711" fmla="*/ 1229201 w 2081211"/>
                <a:gd name="connsiteY1711" fmla="*/ 1264920 h 1377315"/>
                <a:gd name="connsiteX1712" fmla="*/ 1232535 w 2081211"/>
                <a:gd name="connsiteY1712" fmla="*/ 1264920 h 1377315"/>
                <a:gd name="connsiteX1713" fmla="*/ 1232059 w 2081211"/>
                <a:gd name="connsiteY1713" fmla="*/ 1268730 h 1377315"/>
                <a:gd name="connsiteX1714" fmla="*/ 1227296 w 2081211"/>
                <a:gd name="connsiteY1714" fmla="*/ 1270159 h 1377315"/>
                <a:gd name="connsiteX1715" fmla="*/ 1226820 w 2081211"/>
                <a:gd name="connsiteY1715" fmla="*/ 1273969 h 1377315"/>
                <a:gd name="connsiteX1716" fmla="*/ 1223963 w 2081211"/>
                <a:gd name="connsiteY1716" fmla="*/ 1277303 h 1377315"/>
                <a:gd name="connsiteX1717" fmla="*/ 1224915 w 2081211"/>
                <a:gd name="connsiteY1717" fmla="*/ 1280160 h 1377315"/>
                <a:gd name="connsiteX1718" fmla="*/ 1223486 w 2081211"/>
                <a:gd name="connsiteY1718" fmla="*/ 1284923 h 1377315"/>
                <a:gd name="connsiteX1719" fmla="*/ 1224439 w 2081211"/>
                <a:gd name="connsiteY1719" fmla="*/ 1286351 h 1377315"/>
                <a:gd name="connsiteX1720" fmla="*/ 1225868 w 2081211"/>
                <a:gd name="connsiteY1720" fmla="*/ 1287780 h 1377315"/>
                <a:gd name="connsiteX1721" fmla="*/ 1227296 w 2081211"/>
                <a:gd name="connsiteY1721" fmla="*/ 1289685 h 1377315"/>
                <a:gd name="connsiteX1722" fmla="*/ 1228725 w 2081211"/>
                <a:gd name="connsiteY1722" fmla="*/ 1292066 h 1377315"/>
                <a:gd name="connsiteX1723" fmla="*/ 1228249 w 2081211"/>
                <a:gd name="connsiteY1723" fmla="*/ 1295400 h 1377315"/>
                <a:gd name="connsiteX1724" fmla="*/ 1230630 w 2081211"/>
                <a:gd name="connsiteY1724" fmla="*/ 1299210 h 1377315"/>
                <a:gd name="connsiteX1725" fmla="*/ 1233488 w 2081211"/>
                <a:gd name="connsiteY1725" fmla="*/ 1300639 h 1377315"/>
                <a:gd name="connsiteX1726" fmla="*/ 1234440 w 2081211"/>
                <a:gd name="connsiteY1726" fmla="*/ 1301591 h 1377315"/>
                <a:gd name="connsiteX1727" fmla="*/ 1234916 w 2081211"/>
                <a:gd name="connsiteY1727" fmla="*/ 1303020 h 1377315"/>
                <a:gd name="connsiteX1728" fmla="*/ 1233011 w 2081211"/>
                <a:gd name="connsiteY1728" fmla="*/ 1303020 h 1377315"/>
                <a:gd name="connsiteX1729" fmla="*/ 1231582 w 2081211"/>
                <a:gd name="connsiteY1729" fmla="*/ 1302544 h 1377315"/>
                <a:gd name="connsiteX1730" fmla="*/ 1231582 w 2081211"/>
                <a:gd name="connsiteY1730" fmla="*/ 1304449 h 1377315"/>
                <a:gd name="connsiteX1731" fmla="*/ 1233488 w 2081211"/>
                <a:gd name="connsiteY1731" fmla="*/ 1306830 h 1377315"/>
                <a:gd name="connsiteX1732" fmla="*/ 1239678 w 2081211"/>
                <a:gd name="connsiteY1732" fmla="*/ 1307782 h 1377315"/>
                <a:gd name="connsiteX1733" fmla="*/ 1247299 w 2081211"/>
                <a:gd name="connsiteY1733" fmla="*/ 1306830 h 1377315"/>
                <a:gd name="connsiteX1734" fmla="*/ 1250632 w 2081211"/>
                <a:gd name="connsiteY1734" fmla="*/ 1304925 h 1377315"/>
                <a:gd name="connsiteX1735" fmla="*/ 1252061 w 2081211"/>
                <a:gd name="connsiteY1735" fmla="*/ 1302544 h 1377315"/>
                <a:gd name="connsiteX1736" fmla="*/ 1253014 w 2081211"/>
                <a:gd name="connsiteY1736" fmla="*/ 1301591 h 1377315"/>
                <a:gd name="connsiteX1737" fmla="*/ 1253014 w 2081211"/>
                <a:gd name="connsiteY1737" fmla="*/ 1299686 h 1377315"/>
                <a:gd name="connsiteX1738" fmla="*/ 1246346 w 2081211"/>
                <a:gd name="connsiteY1738" fmla="*/ 1294448 h 1377315"/>
                <a:gd name="connsiteX1739" fmla="*/ 1246822 w 2081211"/>
                <a:gd name="connsiteY1739" fmla="*/ 1292542 h 1377315"/>
                <a:gd name="connsiteX1740" fmla="*/ 1248251 w 2081211"/>
                <a:gd name="connsiteY1740" fmla="*/ 1291590 h 1377315"/>
                <a:gd name="connsiteX1741" fmla="*/ 1248727 w 2081211"/>
                <a:gd name="connsiteY1741" fmla="*/ 1290161 h 1377315"/>
                <a:gd name="connsiteX1742" fmla="*/ 1247775 w 2081211"/>
                <a:gd name="connsiteY1742" fmla="*/ 1288732 h 1377315"/>
                <a:gd name="connsiteX1743" fmla="*/ 1241584 w 2081211"/>
                <a:gd name="connsiteY1743" fmla="*/ 1287780 h 1377315"/>
                <a:gd name="connsiteX1744" fmla="*/ 1240631 w 2081211"/>
                <a:gd name="connsiteY1744" fmla="*/ 1284923 h 1377315"/>
                <a:gd name="connsiteX1745" fmla="*/ 1242060 w 2081211"/>
                <a:gd name="connsiteY1745" fmla="*/ 1281589 h 1377315"/>
                <a:gd name="connsiteX1746" fmla="*/ 1246822 w 2081211"/>
                <a:gd name="connsiteY1746" fmla="*/ 1278255 h 1377315"/>
                <a:gd name="connsiteX1747" fmla="*/ 1248251 w 2081211"/>
                <a:gd name="connsiteY1747" fmla="*/ 1276826 h 1377315"/>
                <a:gd name="connsiteX1748" fmla="*/ 1249203 w 2081211"/>
                <a:gd name="connsiteY1748" fmla="*/ 1273969 h 1377315"/>
                <a:gd name="connsiteX1749" fmla="*/ 1249680 w 2081211"/>
                <a:gd name="connsiteY1749" fmla="*/ 1270635 h 1377315"/>
                <a:gd name="connsiteX1750" fmla="*/ 1250632 w 2081211"/>
                <a:gd name="connsiteY1750" fmla="*/ 1271111 h 1377315"/>
                <a:gd name="connsiteX1751" fmla="*/ 1251585 w 2081211"/>
                <a:gd name="connsiteY1751" fmla="*/ 1274445 h 1377315"/>
                <a:gd name="connsiteX1752" fmla="*/ 1253014 w 2081211"/>
                <a:gd name="connsiteY1752" fmla="*/ 1275398 h 1377315"/>
                <a:gd name="connsiteX1753" fmla="*/ 1254919 w 2081211"/>
                <a:gd name="connsiteY1753" fmla="*/ 1275398 h 1377315"/>
                <a:gd name="connsiteX1754" fmla="*/ 1257776 w 2081211"/>
                <a:gd name="connsiteY1754" fmla="*/ 1273016 h 1377315"/>
                <a:gd name="connsiteX1755" fmla="*/ 1261586 w 2081211"/>
                <a:gd name="connsiteY1755" fmla="*/ 1269206 h 1377315"/>
                <a:gd name="connsiteX1756" fmla="*/ 1265396 w 2081211"/>
                <a:gd name="connsiteY1756" fmla="*/ 1268730 h 1377315"/>
                <a:gd name="connsiteX1757" fmla="*/ 1269206 w 2081211"/>
                <a:gd name="connsiteY1757" fmla="*/ 1267301 h 1377315"/>
                <a:gd name="connsiteX1758" fmla="*/ 1269682 w 2081211"/>
                <a:gd name="connsiteY1758" fmla="*/ 1264444 h 1377315"/>
                <a:gd name="connsiteX1759" fmla="*/ 1271111 w 2081211"/>
                <a:gd name="connsiteY1759" fmla="*/ 1264444 h 1377315"/>
                <a:gd name="connsiteX1760" fmla="*/ 1272540 w 2081211"/>
                <a:gd name="connsiteY1760" fmla="*/ 1265396 h 1377315"/>
                <a:gd name="connsiteX1761" fmla="*/ 1273969 w 2081211"/>
                <a:gd name="connsiteY1761" fmla="*/ 1265396 h 1377315"/>
                <a:gd name="connsiteX1762" fmla="*/ 1276350 w 2081211"/>
                <a:gd name="connsiteY1762" fmla="*/ 1264920 h 1377315"/>
                <a:gd name="connsiteX1763" fmla="*/ 1279684 w 2081211"/>
                <a:gd name="connsiteY1763" fmla="*/ 1265396 h 1377315"/>
                <a:gd name="connsiteX1764" fmla="*/ 1282065 w 2081211"/>
                <a:gd name="connsiteY1764" fmla="*/ 1263491 h 1377315"/>
                <a:gd name="connsiteX1765" fmla="*/ 1289209 w 2081211"/>
                <a:gd name="connsiteY1765" fmla="*/ 1262539 h 1377315"/>
                <a:gd name="connsiteX1766" fmla="*/ 1292066 w 2081211"/>
                <a:gd name="connsiteY1766" fmla="*/ 1260634 h 1377315"/>
                <a:gd name="connsiteX1767" fmla="*/ 1293019 w 2081211"/>
                <a:gd name="connsiteY1767" fmla="*/ 1259205 h 1377315"/>
                <a:gd name="connsiteX1768" fmla="*/ 1295400 w 2081211"/>
                <a:gd name="connsiteY1768" fmla="*/ 1256824 h 1377315"/>
                <a:gd name="connsiteX1769" fmla="*/ 1296828 w 2081211"/>
                <a:gd name="connsiteY1769" fmla="*/ 1257300 h 1377315"/>
                <a:gd name="connsiteX1770" fmla="*/ 1298257 w 2081211"/>
                <a:gd name="connsiteY1770" fmla="*/ 1256824 h 1377315"/>
                <a:gd name="connsiteX1771" fmla="*/ 1300163 w 2081211"/>
                <a:gd name="connsiteY1771" fmla="*/ 1254919 h 1377315"/>
                <a:gd name="connsiteX1772" fmla="*/ 1300639 w 2081211"/>
                <a:gd name="connsiteY1772" fmla="*/ 1252538 h 1377315"/>
                <a:gd name="connsiteX1773" fmla="*/ 1303496 w 2081211"/>
                <a:gd name="connsiteY1773" fmla="*/ 1252538 h 1377315"/>
                <a:gd name="connsiteX1774" fmla="*/ 1306830 w 2081211"/>
                <a:gd name="connsiteY1774" fmla="*/ 1253966 h 1377315"/>
                <a:gd name="connsiteX1775" fmla="*/ 1309211 w 2081211"/>
                <a:gd name="connsiteY1775" fmla="*/ 1255395 h 1377315"/>
                <a:gd name="connsiteX1776" fmla="*/ 1313021 w 2081211"/>
                <a:gd name="connsiteY1776" fmla="*/ 1256348 h 1377315"/>
                <a:gd name="connsiteX1777" fmla="*/ 1314926 w 2081211"/>
                <a:gd name="connsiteY1777" fmla="*/ 1255395 h 1377315"/>
                <a:gd name="connsiteX1778" fmla="*/ 1315878 w 2081211"/>
                <a:gd name="connsiteY1778" fmla="*/ 1254442 h 1377315"/>
                <a:gd name="connsiteX1779" fmla="*/ 1315402 w 2081211"/>
                <a:gd name="connsiteY1779" fmla="*/ 1250156 h 1377315"/>
                <a:gd name="connsiteX1780" fmla="*/ 1314926 w 2081211"/>
                <a:gd name="connsiteY1780" fmla="*/ 1248251 h 1377315"/>
                <a:gd name="connsiteX1781" fmla="*/ 1316355 w 2081211"/>
                <a:gd name="connsiteY1781" fmla="*/ 1248251 h 1377315"/>
                <a:gd name="connsiteX1782" fmla="*/ 1317307 w 2081211"/>
                <a:gd name="connsiteY1782" fmla="*/ 1249204 h 1377315"/>
                <a:gd name="connsiteX1783" fmla="*/ 1317784 w 2081211"/>
                <a:gd name="connsiteY1783" fmla="*/ 1250156 h 1377315"/>
                <a:gd name="connsiteX1784" fmla="*/ 1317307 w 2081211"/>
                <a:gd name="connsiteY1784" fmla="*/ 1251585 h 1377315"/>
                <a:gd name="connsiteX1785" fmla="*/ 1319689 w 2081211"/>
                <a:gd name="connsiteY1785" fmla="*/ 1253966 h 1377315"/>
                <a:gd name="connsiteX1786" fmla="*/ 1323022 w 2081211"/>
                <a:gd name="connsiteY1786" fmla="*/ 1255395 h 1377315"/>
                <a:gd name="connsiteX1787" fmla="*/ 1324451 w 2081211"/>
                <a:gd name="connsiteY1787" fmla="*/ 1253966 h 1377315"/>
                <a:gd name="connsiteX1788" fmla="*/ 1325403 w 2081211"/>
                <a:gd name="connsiteY1788" fmla="*/ 1252538 h 1377315"/>
                <a:gd name="connsiteX1789" fmla="*/ 1327785 w 2081211"/>
                <a:gd name="connsiteY1789" fmla="*/ 1251109 h 1377315"/>
                <a:gd name="connsiteX1790" fmla="*/ 1330643 w 2081211"/>
                <a:gd name="connsiteY1790" fmla="*/ 1249680 h 1377315"/>
                <a:gd name="connsiteX1791" fmla="*/ 1333976 w 2081211"/>
                <a:gd name="connsiteY1791" fmla="*/ 1252061 h 1377315"/>
                <a:gd name="connsiteX1792" fmla="*/ 1335881 w 2081211"/>
                <a:gd name="connsiteY1792" fmla="*/ 1251109 h 1377315"/>
                <a:gd name="connsiteX1793" fmla="*/ 1336834 w 2081211"/>
                <a:gd name="connsiteY1793" fmla="*/ 1250156 h 1377315"/>
                <a:gd name="connsiteX1794" fmla="*/ 1337786 w 2081211"/>
                <a:gd name="connsiteY1794" fmla="*/ 1243965 h 1377315"/>
                <a:gd name="connsiteX1795" fmla="*/ 1340644 w 2081211"/>
                <a:gd name="connsiteY1795" fmla="*/ 1240631 h 1377315"/>
                <a:gd name="connsiteX1796" fmla="*/ 1342549 w 2081211"/>
                <a:gd name="connsiteY1796" fmla="*/ 1245394 h 1377315"/>
                <a:gd name="connsiteX1797" fmla="*/ 1346359 w 2081211"/>
                <a:gd name="connsiteY1797" fmla="*/ 1244917 h 1377315"/>
                <a:gd name="connsiteX1798" fmla="*/ 1348264 w 2081211"/>
                <a:gd name="connsiteY1798" fmla="*/ 1243013 h 1377315"/>
                <a:gd name="connsiteX1799" fmla="*/ 1349693 w 2081211"/>
                <a:gd name="connsiteY1799" fmla="*/ 1242536 h 1377315"/>
                <a:gd name="connsiteX1800" fmla="*/ 1351121 w 2081211"/>
                <a:gd name="connsiteY1800" fmla="*/ 1242060 h 1377315"/>
                <a:gd name="connsiteX1801" fmla="*/ 1353026 w 2081211"/>
                <a:gd name="connsiteY1801" fmla="*/ 1241584 h 1377315"/>
                <a:gd name="connsiteX1802" fmla="*/ 1353026 w 2081211"/>
                <a:gd name="connsiteY1802" fmla="*/ 1241584 h 1377315"/>
                <a:gd name="connsiteX1803" fmla="*/ 1353026 w 2081211"/>
                <a:gd name="connsiteY1803" fmla="*/ 1240631 h 1377315"/>
                <a:gd name="connsiteX1804" fmla="*/ 1353502 w 2081211"/>
                <a:gd name="connsiteY1804" fmla="*/ 1239679 h 1377315"/>
                <a:gd name="connsiteX1805" fmla="*/ 1354455 w 2081211"/>
                <a:gd name="connsiteY1805" fmla="*/ 1239679 h 1377315"/>
                <a:gd name="connsiteX1806" fmla="*/ 1354931 w 2081211"/>
                <a:gd name="connsiteY1806" fmla="*/ 1240631 h 1377315"/>
                <a:gd name="connsiteX1807" fmla="*/ 1354931 w 2081211"/>
                <a:gd name="connsiteY1807" fmla="*/ 1240631 h 1377315"/>
                <a:gd name="connsiteX1808" fmla="*/ 1355884 w 2081211"/>
                <a:gd name="connsiteY1808" fmla="*/ 1238250 h 1377315"/>
                <a:gd name="connsiteX1809" fmla="*/ 1356360 w 2081211"/>
                <a:gd name="connsiteY1809" fmla="*/ 1236345 h 1377315"/>
                <a:gd name="connsiteX1810" fmla="*/ 1354931 w 2081211"/>
                <a:gd name="connsiteY1810" fmla="*/ 1234440 h 1377315"/>
                <a:gd name="connsiteX1811" fmla="*/ 1354931 w 2081211"/>
                <a:gd name="connsiteY1811" fmla="*/ 1227773 h 1377315"/>
                <a:gd name="connsiteX1812" fmla="*/ 1352550 w 2081211"/>
                <a:gd name="connsiteY1812" fmla="*/ 1224439 h 1377315"/>
                <a:gd name="connsiteX1813" fmla="*/ 1351597 w 2081211"/>
                <a:gd name="connsiteY1813" fmla="*/ 1223010 h 1377315"/>
                <a:gd name="connsiteX1814" fmla="*/ 1351121 w 2081211"/>
                <a:gd name="connsiteY1814" fmla="*/ 1220629 h 1377315"/>
                <a:gd name="connsiteX1815" fmla="*/ 1348264 w 2081211"/>
                <a:gd name="connsiteY1815" fmla="*/ 1217771 h 1377315"/>
                <a:gd name="connsiteX1816" fmla="*/ 1347788 w 2081211"/>
                <a:gd name="connsiteY1816" fmla="*/ 1216819 h 1377315"/>
                <a:gd name="connsiteX1817" fmla="*/ 1347788 w 2081211"/>
                <a:gd name="connsiteY1817" fmla="*/ 1215866 h 1377315"/>
                <a:gd name="connsiteX1818" fmla="*/ 1351597 w 2081211"/>
                <a:gd name="connsiteY1818" fmla="*/ 1214914 h 1377315"/>
                <a:gd name="connsiteX1819" fmla="*/ 1352074 w 2081211"/>
                <a:gd name="connsiteY1819" fmla="*/ 1213009 h 1377315"/>
                <a:gd name="connsiteX1820" fmla="*/ 1351597 w 2081211"/>
                <a:gd name="connsiteY1820" fmla="*/ 1211104 h 1377315"/>
                <a:gd name="connsiteX1821" fmla="*/ 1353978 w 2081211"/>
                <a:gd name="connsiteY1821" fmla="*/ 1209675 h 1377315"/>
                <a:gd name="connsiteX1822" fmla="*/ 1357313 w 2081211"/>
                <a:gd name="connsiteY1822" fmla="*/ 1208723 h 1377315"/>
                <a:gd name="connsiteX1823" fmla="*/ 1356360 w 2081211"/>
                <a:gd name="connsiteY1823" fmla="*/ 1210628 h 1377315"/>
                <a:gd name="connsiteX1824" fmla="*/ 1356360 w 2081211"/>
                <a:gd name="connsiteY1824" fmla="*/ 1212532 h 1377315"/>
                <a:gd name="connsiteX1825" fmla="*/ 1356836 w 2081211"/>
                <a:gd name="connsiteY1825" fmla="*/ 1214438 h 1377315"/>
                <a:gd name="connsiteX1826" fmla="*/ 1357313 w 2081211"/>
                <a:gd name="connsiteY1826" fmla="*/ 1218248 h 1377315"/>
                <a:gd name="connsiteX1827" fmla="*/ 1358741 w 2081211"/>
                <a:gd name="connsiteY1827" fmla="*/ 1220153 h 1377315"/>
                <a:gd name="connsiteX1828" fmla="*/ 1362075 w 2081211"/>
                <a:gd name="connsiteY1828" fmla="*/ 1222534 h 1377315"/>
                <a:gd name="connsiteX1829" fmla="*/ 1364456 w 2081211"/>
                <a:gd name="connsiteY1829" fmla="*/ 1226820 h 1377315"/>
                <a:gd name="connsiteX1830" fmla="*/ 1367790 w 2081211"/>
                <a:gd name="connsiteY1830" fmla="*/ 1229678 h 1377315"/>
                <a:gd name="connsiteX1831" fmla="*/ 1370647 w 2081211"/>
                <a:gd name="connsiteY1831" fmla="*/ 1230154 h 1377315"/>
                <a:gd name="connsiteX1832" fmla="*/ 1370647 w 2081211"/>
                <a:gd name="connsiteY1832" fmla="*/ 1230154 h 1377315"/>
                <a:gd name="connsiteX1833" fmla="*/ 1371600 w 2081211"/>
                <a:gd name="connsiteY1833" fmla="*/ 1229201 h 1377315"/>
                <a:gd name="connsiteX1834" fmla="*/ 1373028 w 2081211"/>
                <a:gd name="connsiteY1834" fmla="*/ 1228725 h 1377315"/>
                <a:gd name="connsiteX1835" fmla="*/ 1373981 w 2081211"/>
                <a:gd name="connsiteY1835" fmla="*/ 1228249 h 1377315"/>
                <a:gd name="connsiteX1836" fmla="*/ 1376363 w 2081211"/>
                <a:gd name="connsiteY1836" fmla="*/ 1228249 h 1377315"/>
                <a:gd name="connsiteX1837" fmla="*/ 1377791 w 2081211"/>
                <a:gd name="connsiteY1837" fmla="*/ 1228725 h 1377315"/>
                <a:gd name="connsiteX1838" fmla="*/ 1379220 w 2081211"/>
                <a:gd name="connsiteY1838" fmla="*/ 1229201 h 1377315"/>
                <a:gd name="connsiteX1839" fmla="*/ 1381601 w 2081211"/>
                <a:gd name="connsiteY1839" fmla="*/ 1227296 h 1377315"/>
                <a:gd name="connsiteX1840" fmla="*/ 1384459 w 2081211"/>
                <a:gd name="connsiteY1840" fmla="*/ 1227773 h 1377315"/>
                <a:gd name="connsiteX1841" fmla="*/ 1386840 w 2081211"/>
                <a:gd name="connsiteY1841" fmla="*/ 1229678 h 1377315"/>
                <a:gd name="connsiteX1842" fmla="*/ 1388745 w 2081211"/>
                <a:gd name="connsiteY1842" fmla="*/ 1229678 h 1377315"/>
                <a:gd name="connsiteX1843" fmla="*/ 1388269 w 2081211"/>
                <a:gd name="connsiteY1843" fmla="*/ 1226344 h 1377315"/>
                <a:gd name="connsiteX1844" fmla="*/ 1389221 w 2081211"/>
                <a:gd name="connsiteY1844" fmla="*/ 1225391 h 1377315"/>
                <a:gd name="connsiteX1845" fmla="*/ 1389697 w 2081211"/>
                <a:gd name="connsiteY1845" fmla="*/ 1223963 h 1377315"/>
                <a:gd name="connsiteX1846" fmla="*/ 1391602 w 2081211"/>
                <a:gd name="connsiteY1846" fmla="*/ 1222057 h 1377315"/>
                <a:gd name="connsiteX1847" fmla="*/ 1393507 w 2081211"/>
                <a:gd name="connsiteY1847" fmla="*/ 1222534 h 1377315"/>
                <a:gd name="connsiteX1848" fmla="*/ 1394936 w 2081211"/>
                <a:gd name="connsiteY1848" fmla="*/ 1226344 h 1377315"/>
                <a:gd name="connsiteX1849" fmla="*/ 1398270 w 2081211"/>
                <a:gd name="connsiteY1849" fmla="*/ 1226820 h 1377315"/>
                <a:gd name="connsiteX1850" fmla="*/ 1399699 w 2081211"/>
                <a:gd name="connsiteY1850" fmla="*/ 1225867 h 1377315"/>
                <a:gd name="connsiteX1851" fmla="*/ 1400175 w 2081211"/>
                <a:gd name="connsiteY1851" fmla="*/ 1224439 h 1377315"/>
                <a:gd name="connsiteX1852" fmla="*/ 1403509 w 2081211"/>
                <a:gd name="connsiteY1852" fmla="*/ 1223486 h 1377315"/>
                <a:gd name="connsiteX1853" fmla="*/ 1406366 w 2081211"/>
                <a:gd name="connsiteY1853" fmla="*/ 1221105 h 1377315"/>
                <a:gd name="connsiteX1854" fmla="*/ 1409700 w 2081211"/>
                <a:gd name="connsiteY1854" fmla="*/ 1219676 h 1377315"/>
                <a:gd name="connsiteX1855" fmla="*/ 1413034 w 2081211"/>
                <a:gd name="connsiteY1855" fmla="*/ 1221105 h 1377315"/>
                <a:gd name="connsiteX1856" fmla="*/ 1416368 w 2081211"/>
                <a:gd name="connsiteY1856" fmla="*/ 1223010 h 1377315"/>
                <a:gd name="connsiteX1857" fmla="*/ 1420177 w 2081211"/>
                <a:gd name="connsiteY1857" fmla="*/ 1223010 h 1377315"/>
                <a:gd name="connsiteX1858" fmla="*/ 1421606 w 2081211"/>
                <a:gd name="connsiteY1858" fmla="*/ 1221581 h 1377315"/>
                <a:gd name="connsiteX1859" fmla="*/ 1422559 w 2081211"/>
                <a:gd name="connsiteY1859" fmla="*/ 1219676 h 1377315"/>
                <a:gd name="connsiteX1860" fmla="*/ 1425416 w 2081211"/>
                <a:gd name="connsiteY1860" fmla="*/ 1218724 h 1377315"/>
                <a:gd name="connsiteX1861" fmla="*/ 1429226 w 2081211"/>
                <a:gd name="connsiteY1861" fmla="*/ 1219676 h 1377315"/>
                <a:gd name="connsiteX1862" fmla="*/ 1432560 w 2081211"/>
                <a:gd name="connsiteY1862" fmla="*/ 1220629 h 1377315"/>
                <a:gd name="connsiteX1863" fmla="*/ 1439703 w 2081211"/>
                <a:gd name="connsiteY1863" fmla="*/ 1217771 h 1377315"/>
                <a:gd name="connsiteX1864" fmla="*/ 1443038 w 2081211"/>
                <a:gd name="connsiteY1864" fmla="*/ 1217295 h 1377315"/>
                <a:gd name="connsiteX1865" fmla="*/ 1444466 w 2081211"/>
                <a:gd name="connsiteY1865" fmla="*/ 1216342 h 1377315"/>
                <a:gd name="connsiteX1866" fmla="*/ 1444943 w 2081211"/>
                <a:gd name="connsiteY1866" fmla="*/ 1215390 h 1377315"/>
                <a:gd name="connsiteX1867" fmla="*/ 1445895 w 2081211"/>
                <a:gd name="connsiteY1867" fmla="*/ 1214438 h 1377315"/>
                <a:gd name="connsiteX1868" fmla="*/ 1449228 w 2081211"/>
                <a:gd name="connsiteY1868" fmla="*/ 1215866 h 1377315"/>
                <a:gd name="connsiteX1869" fmla="*/ 1453515 w 2081211"/>
                <a:gd name="connsiteY1869" fmla="*/ 1215866 h 1377315"/>
                <a:gd name="connsiteX1870" fmla="*/ 1455420 w 2081211"/>
                <a:gd name="connsiteY1870" fmla="*/ 1213485 h 1377315"/>
                <a:gd name="connsiteX1871" fmla="*/ 1455896 w 2081211"/>
                <a:gd name="connsiteY1871" fmla="*/ 1207294 h 1377315"/>
                <a:gd name="connsiteX1872" fmla="*/ 1457325 w 2081211"/>
                <a:gd name="connsiteY1872" fmla="*/ 1205865 h 1377315"/>
                <a:gd name="connsiteX1873" fmla="*/ 1460182 w 2081211"/>
                <a:gd name="connsiteY1873" fmla="*/ 1205389 h 1377315"/>
                <a:gd name="connsiteX1874" fmla="*/ 1461135 w 2081211"/>
                <a:gd name="connsiteY1874" fmla="*/ 1203484 h 1377315"/>
                <a:gd name="connsiteX1875" fmla="*/ 1460659 w 2081211"/>
                <a:gd name="connsiteY1875" fmla="*/ 1201579 h 1377315"/>
                <a:gd name="connsiteX1876" fmla="*/ 1458753 w 2081211"/>
                <a:gd name="connsiteY1876" fmla="*/ 1200626 h 1377315"/>
                <a:gd name="connsiteX1877" fmla="*/ 1461611 w 2081211"/>
                <a:gd name="connsiteY1877" fmla="*/ 1200626 h 1377315"/>
                <a:gd name="connsiteX1878" fmla="*/ 1463040 w 2081211"/>
                <a:gd name="connsiteY1878" fmla="*/ 1199674 h 1377315"/>
                <a:gd name="connsiteX1879" fmla="*/ 1466374 w 2081211"/>
                <a:gd name="connsiteY1879" fmla="*/ 1197292 h 1377315"/>
                <a:gd name="connsiteX1880" fmla="*/ 1468278 w 2081211"/>
                <a:gd name="connsiteY1880" fmla="*/ 1190625 h 1377315"/>
                <a:gd name="connsiteX1881" fmla="*/ 1472565 w 2081211"/>
                <a:gd name="connsiteY1881" fmla="*/ 1191578 h 1377315"/>
                <a:gd name="connsiteX1882" fmla="*/ 1474470 w 2081211"/>
                <a:gd name="connsiteY1882" fmla="*/ 1193006 h 1377315"/>
                <a:gd name="connsiteX1883" fmla="*/ 1476851 w 2081211"/>
                <a:gd name="connsiteY1883" fmla="*/ 1192530 h 1377315"/>
                <a:gd name="connsiteX1884" fmla="*/ 1479232 w 2081211"/>
                <a:gd name="connsiteY1884" fmla="*/ 1190625 h 1377315"/>
                <a:gd name="connsiteX1885" fmla="*/ 1481614 w 2081211"/>
                <a:gd name="connsiteY1885" fmla="*/ 1188244 h 1377315"/>
                <a:gd name="connsiteX1886" fmla="*/ 1483043 w 2081211"/>
                <a:gd name="connsiteY1886" fmla="*/ 1188244 h 1377315"/>
                <a:gd name="connsiteX1887" fmla="*/ 1483519 w 2081211"/>
                <a:gd name="connsiteY1887" fmla="*/ 1190625 h 1377315"/>
                <a:gd name="connsiteX1888" fmla="*/ 1483995 w 2081211"/>
                <a:gd name="connsiteY1888" fmla="*/ 1192530 h 1377315"/>
                <a:gd name="connsiteX1889" fmla="*/ 1485900 w 2081211"/>
                <a:gd name="connsiteY1889" fmla="*/ 1191578 h 1377315"/>
                <a:gd name="connsiteX1890" fmla="*/ 1487328 w 2081211"/>
                <a:gd name="connsiteY1890" fmla="*/ 1187291 h 1377315"/>
                <a:gd name="connsiteX1891" fmla="*/ 1487328 w 2081211"/>
                <a:gd name="connsiteY1891" fmla="*/ 1185863 h 1377315"/>
                <a:gd name="connsiteX1892" fmla="*/ 1486376 w 2081211"/>
                <a:gd name="connsiteY1892" fmla="*/ 1184910 h 1377315"/>
                <a:gd name="connsiteX1893" fmla="*/ 1487328 w 2081211"/>
                <a:gd name="connsiteY1893" fmla="*/ 1183005 h 1377315"/>
                <a:gd name="connsiteX1894" fmla="*/ 1491139 w 2081211"/>
                <a:gd name="connsiteY1894" fmla="*/ 1182529 h 1377315"/>
                <a:gd name="connsiteX1895" fmla="*/ 1493044 w 2081211"/>
                <a:gd name="connsiteY1895" fmla="*/ 1183481 h 1377315"/>
                <a:gd name="connsiteX1896" fmla="*/ 1494472 w 2081211"/>
                <a:gd name="connsiteY1896" fmla="*/ 1179671 h 1377315"/>
                <a:gd name="connsiteX1897" fmla="*/ 1496853 w 2081211"/>
                <a:gd name="connsiteY1897" fmla="*/ 1176814 h 1377315"/>
                <a:gd name="connsiteX1898" fmla="*/ 1500188 w 2081211"/>
                <a:gd name="connsiteY1898" fmla="*/ 1176814 h 1377315"/>
                <a:gd name="connsiteX1899" fmla="*/ 1502569 w 2081211"/>
                <a:gd name="connsiteY1899" fmla="*/ 1173480 h 1377315"/>
                <a:gd name="connsiteX1900" fmla="*/ 1507807 w 2081211"/>
                <a:gd name="connsiteY1900" fmla="*/ 1168717 h 1377315"/>
                <a:gd name="connsiteX1901" fmla="*/ 1507807 w 2081211"/>
                <a:gd name="connsiteY1901" fmla="*/ 1165860 h 1377315"/>
                <a:gd name="connsiteX1902" fmla="*/ 1506855 w 2081211"/>
                <a:gd name="connsiteY1902" fmla="*/ 1163955 h 1377315"/>
                <a:gd name="connsiteX1903" fmla="*/ 1502093 w 2081211"/>
                <a:gd name="connsiteY1903" fmla="*/ 1163479 h 1377315"/>
                <a:gd name="connsiteX1904" fmla="*/ 1501140 w 2081211"/>
                <a:gd name="connsiteY1904" fmla="*/ 1162050 h 1377315"/>
                <a:gd name="connsiteX1905" fmla="*/ 1501140 w 2081211"/>
                <a:gd name="connsiteY1905" fmla="*/ 1160621 h 1377315"/>
                <a:gd name="connsiteX1906" fmla="*/ 1503045 w 2081211"/>
                <a:gd name="connsiteY1906" fmla="*/ 1160621 h 1377315"/>
                <a:gd name="connsiteX1907" fmla="*/ 1504474 w 2081211"/>
                <a:gd name="connsiteY1907" fmla="*/ 1160621 h 1377315"/>
                <a:gd name="connsiteX1908" fmla="*/ 1506855 w 2081211"/>
                <a:gd name="connsiteY1908" fmla="*/ 1160145 h 1377315"/>
                <a:gd name="connsiteX1909" fmla="*/ 1507331 w 2081211"/>
                <a:gd name="connsiteY1909" fmla="*/ 1157288 h 1377315"/>
                <a:gd name="connsiteX1910" fmla="*/ 1509713 w 2081211"/>
                <a:gd name="connsiteY1910" fmla="*/ 1154906 h 1377315"/>
                <a:gd name="connsiteX1911" fmla="*/ 1513522 w 2081211"/>
                <a:gd name="connsiteY1911" fmla="*/ 1154906 h 1377315"/>
                <a:gd name="connsiteX1912" fmla="*/ 1516856 w 2081211"/>
                <a:gd name="connsiteY1912" fmla="*/ 1156811 h 1377315"/>
                <a:gd name="connsiteX1913" fmla="*/ 1520666 w 2081211"/>
                <a:gd name="connsiteY1913" fmla="*/ 1155859 h 1377315"/>
                <a:gd name="connsiteX1914" fmla="*/ 1525905 w 2081211"/>
                <a:gd name="connsiteY1914" fmla="*/ 1156811 h 1377315"/>
                <a:gd name="connsiteX1915" fmla="*/ 1529239 w 2081211"/>
                <a:gd name="connsiteY1915" fmla="*/ 1155382 h 1377315"/>
                <a:gd name="connsiteX1916" fmla="*/ 1531143 w 2081211"/>
                <a:gd name="connsiteY1916" fmla="*/ 1151096 h 1377315"/>
                <a:gd name="connsiteX1917" fmla="*/ 1530191 w 2081211"/>
                <a:gd name="connsiteY1917" fmla="*/ 1149667 h 1377315"/>
                <a:gd name="connsiteX1918" fmla="*/ 1528286 w 2081211"/>
                <a:gd name="connsiteY1918" fmla="*/ 1148715 h 1377315"/>
                <a:gd name="connsiteX1919" fmla="*/ 1528286 w 2081211"/>
                <a:gd name="connsiteY1919" fmla="*/ 1147763 h 1377315"/>
                <a:gd name="connsiteX1920" fmla="*/ 1530668 w 2081211"/>
                <a:gd name="connsiteY1920" fmla="*/ 1147286 h 1377315"/>
                <a:gd name="connsiteX1921" fmla="*/ 1534478 w 2081211"/>
                <a:gd name="connsiteY1921" fmla="*/ 1144905 h 1377315"/>
                <a:gd name="connsiteX1922" fmla="*/ 1537335 w 2081211"/>
                <a:gd name="connsiteY1922" fmla="*/ 1144429 h 1377315"/>
                <a:gd name="connsiteX1923" fmla="*/ 1538764 w 2081211"/>
                <a:gd name="connsiteY1923" fmla="*/ 1141571 h 1377315"/>
                <a:gd name="connsiteX1924" fmla="*/ 1537335 w 2081211"/>
                <a:gd name="connsiteY1924" fmla="*/ 1137285 h 1377315"/>
                <a:gd name="connsiteX1925" fmla="*/ 1539716 w 2081211"/>
                <a:gd name="connsiteY1925" fmla="*/ 1134428 h 1377315"/>
                <a:gd name="connsiteX1926" fmla="*/ 1541145 w 2081211"/>
                <a:gd name="connsiteY1926" fmla="*/ 1133951 h 1377315"/>
                <a:gd name="connsiteX1927" fmla="*/ 1548289 w 2081211"/>
                <a:gd name="connsiteY1927" fmla="*/ 1134428 h 1377315"/>
                <a:gd name="connsiteX1928" fmla="*/ 1550193 w 2081211"/>
                <a:gd name="connsiteY1928" fmla="*/ 1133475 h 1377315"/>
                <a:gd name="connsiteX1929" fmla="*/ 1548765 w 2081211"/>
                <a:gd name="connsiteY1929" fmla="*/ 1130617 h 1377315"/>
                <a:gd name="connsiteX1930" fmla="*/ 1546384 w 2081211"/>
                <a:gd name="connsiteY1930" fmla="*/ 1128713 h 1377315"/>
                <a:gd name="connsiteX1931" fmla="*/ 1545431 w 2081211"/>
                <a:gd name="connsiteY1931" fmla="*/ 1126807 h 1377315"/>
                <a:gd name="connsiteX1932" fmla="*/ 1546384 w 2081211"/>
                <a:gd name="connsiteY1932" fmla="*/ 1125379 h 1377315"/>
                <a:gd name="connsiteX1933" fmla="*/ 1549241 w 2081211"/>
                <a:gd name="connsiteY1933" fmla="*/ 1124903 h 1377315"/>
                <a:gd name="connsiteX1934" fmla="*/ 1552099 w 2081211"/>
                <a:gd name="connsiteY1934" fmla="*/ 1125855 h 1377315"/>
                <a:gd name="connsiteX1935" fmla="*/ 1554956 w 2081211"/>
                <a:gd name="connsiteY1935" fmla="*/ 1125379 h 1377315"/>
                <a:gd name="connsiteX1936" fmla="*/ 1557814 w 2081211"/>
                <a:gd name="connsiteY1936" fmla="*/ 1127284 h 1377315"/>
                <a:gd name="connsiteX1937" fmla="*/ 1561147 w 2081211"/>
                <a:gd name="connsiteY1937" fmla="*/ 1128713 h 1377315"/>
                <a:gd name="connsiteX1938" fmla="*/ 1562099 w 2081211"/>
                <a:gd name="connsiteY1938" fmla="*/ 1127760 h 1377315"/>
                <a:gd name="connsiteX1939" fmla="*/ 1562099 w 2081211"/>
                <a:gd name="connsiteY1939" fmla="*/ 1126331 h 1377315"/>
                <a:gd name="connsiteX1940" fmla="*/ 1559243 w 2081211"/>
                <a:gd name="connsiteY1940" fmla="*/ 1120616 h 1377315"/>
                <a:gd name="connsiteX1941" fmla="*/ 1559718 w 2081211"/>
                <a:gd name="connsiteY1941" fmla="*/ 1116806 h 1377315"/>
                <a:gd name="connsiteX1942" fmla="*/ 1562099 w 2081211"/>
                <a:gd name="connsiteY1942" fmla="*/ 1112520 h 1377315"/>
                <a:gd name="connsiteX1943" fmla="*/ 1563053 w 2081211"/>
                <a:gd name="connsiteY1943" fmla="*/ 1109186 h 1377315"/>
                <a:gd name="connsiteX1944" fmla="*/ 1562099 w 2081211"/>
                <a:gd name="connsiteY1944" fmla="*/ 1106329 h 1377315"/>
                <a:gd name="connsiteX1945" fmla="*/ 1558290 w 2081211"/>
                <a:gd name="connsiteY1945" fmla="*/ 1106329 h 1377315"/>
                <a:gd name="connsiteX1946" fmla="*/ 1555432 w 2081211"/>
                <a:gd name="connsiteY1946" fmla="*/ 1108234 h 1377315"/>
                <a:gd name="connsiteX1947" fmla="*/ 1552574 w 2081211"/>
                <a:gd name="connsiteY1947" fmla="*/ 1108234 h 1377315"/>
                <a:gd name="connsiteX1948" fmla="*/ 1550193 w 2081211"/>
                <a:gd name="connsiteY1948" fmla="*/ 1107281 h 1377315"/>
                <a:gd name="connsiteX1949" fmla="*/ 1545907 w 2081211"/>
                <a:gd name="connsiteY1949" fmla="*/ 1102042 h 1377315"/>
                <a:gd name="connsiteX1950" fmla="*/ 1549241 w 2081211"/>
                <a:gd name="connsiteY1950" fmla="*/ 1102519 h 1377315"/>
                <a:gd name="connsiteX1951" fmla="*/ 1552099 w 2081211"/>
                <a:gd name="connsiteY1951" fmla="*/ 1103948 h 1377315"/>
                <a:gd name="connsiteX1952" fmla="*/ 1554003 w 2081211"/>
                <a:gd name="connsiteY1952" fmla="*/ 1104424 h 1377315"/>
                <a:gd name="connsiteX1953" fmla="*/ 1557337 w 2081211"/>
                <a:gd name="connsiteY1953" fmla="*/ 1104424 h 1377315"/>
                <a:gd name="connsiteX1954" fmla="*/ 1560672 w 2081211"/>
                <a:gd name="connsiteY1954" fmla="*/ 1102042 h 1377315"/>
                <a:gd name="connsiteX1955" fmla="*/ 1564957 w 2081211"/>
                <a:gd name="connsiteY1955" fmla="*/ 1098232 h 1377315"/>
                <a:gd name="connsiteX1956" fmla="*/ 1568291 w 2081211"/>
                <a:gd name="connsiteY1956" fmla="*/ 1095851 h 1377315"/>
                <a:gd name="connsiteX1957" fmla="*/ 1571149 w 2081211"/>
                <a:gd name="connsiteY1957" fmla="*/ 1094423 h 1377315"/>
                <a:gd name="connsiteX1958" fmla="*/ 1571149 w 2081211"/>
                <a:gd name="connsiteY1958" fmla="*/ 1092994 h 1377315"/>
                <a:gd name="connsiteX1959" fmla="*/ 1569720 w 2081211"/>
                <a:gd name="connsiteY1959" fmla="*/ 1091565 h 1377315"/>
                <a:gd name="connsiteX1960" fmla="*/ 1569243 w 2081211"/>
                <a:gd name="connsiteY1960" fmla="*/ 1090136 h 1377315"/>
                <a:gd name="connsiteX1961" fmla="*/ 1567815 w 2081211"/>
                <a:gd name="connsiteY1961" fmla="*/ 1086803 h 1377315"/>
                <a:gd name="connsiteX1962" fmla="*/ 1565910 w 2081211"/>
                <a:gd name="connsiteY1962" fmla="*/ 1084421 h 1377315"/>
                <a:gd name="connsiteX1963" fmla="*/ 1563053 w 2081211"/>
                <a:gd name="connsiteY1963" fmla="*/ 1083945 h 1377315"/>
                <a:gd name="connsiteX1964" fmla="*/ 1562576 w 2081211"/>
                <a:gd name="connsiteY1964" fmla="*/ 1082040 h 1377315"/>
                <a:gd name="connsiteX1965" fmla="*/ 1561624 w 2081211"/>
                <a:gd name="connsiteY1965" fmla="*/ 1080135 h 1377315"/>
                <a:gd name="connsiteX1966" fmla="*/ 1561624 w 2081211"/>
                <a:gd name="connsiteY1966" fmla="*/ 1078230 h 1377315"/>
                <a:gd name="connsiteX1967" fmla="*/ 1564005 w 2081211"/>
                <a:gd name="connsiteY1967" fmla="*/ 1079659 h 1377315"/>
                <a:gd name="connsiteX1968" fmla="*/ 1565910 w 2081211"/>
                <a:gd name="connsiteY1968" fmla="*/ 1080135 h 1377315"/>
                <a:gd name="connsiteX1969" fmla="*/ 1567815 w 2081211"/>
                <a:gd name="connsiteY1969" fmla="*/ 1078706 h 1377315"/>
                <a:gd name="connsiteX1970" fmla="*/ 1568768 w 2081211"/>
                <a:gd name="connsiteY1970" fmla="*/ 1076801 h 1377315"/>
                <a:gd name="connsiteX1971" fmla="*/ 1570197 w 2081211"/>
                <a:gd name="connsiteY1971" fmla="*/ 1076325 h 1377315"/>
                <a:gd name="connsiteX1972" fmla="*/ 1569720 w 2081211"/>
                <a:gd name="connsiteY1972" fmla="*/ 1078230 h 1377315"/>
                <a:gd name="connsiteX1973" fmla="*/ 1569720 w 2081211"/>
                <a:gd name="connsiteY1973" fmla="*/ 1080611 h 1377315"/>
                <a:gd name="connsiteX1974" fmla="*/ 1570672 w 2081211"/>
                <a:gd name="connsiteY1974" fmla="*/ 1082516 h 1377315"/>
                <a:gd name="connsiteX1975" fmla="*/ 1572101 w 2081211"/>
                <a:gd name="connsiteY1975" fmla="*/ 1082516 h 1377315"/>
                <a:gd name="connsiteX1976" fmla="*/ 1572101 w 2081211"/>
                <a:gd name="connsiteY1976" fmla="*/ 1084898 h 1377315"/>
                <a:gd name="connsiteX1977" fmla="*/ 1574959 w 2081211"/>
                <a:gd name="connsiteY1977" fmla="*/ 1085850 h 1377315"/>
                <a:gd name="connsiteX1978" fmla="*/ 1577340 w 2081211"/>
                <a:gd name="connsiteY1978" fmla="*/ 1083945 h 1377315"/>
                <a:gd name="connsiteX1979" fmla="*/ 1578768 w 2081211"/>
                <a:gd name="connsiteY1979" fmla="*/ 1082516 h 1377315"/>
                <a:gd name="connsiteX1980" fmla="*/ 1579245 w 2081211"/>
                <a:gd name="connsiteY1980" fmla="*/ 1078706 h 1377315"/>
                <a:gd name="connsiteX1981" fmla="*/ 1580674 w 2081211"/>
                <a:gd name="connsiteY1981" fmla="*/ 1074896 h 1377315"/>
                <a:gd name="connsiteX1982" fmla="*/ 1585436 w 2081211"/>
                <a:gd name="connsiteY1982" fmla="*/ 1067276 h 1377315"/>
                <a:gd name="connsiteX1983" fmla="*/ 1589247 w 2081211"/>
                <a:gd name="connsiteY1983" fmla="*/ 1065371 h 1377315"/>
                <a:gd name="connsiteX1984" fmla="*/ 1592103 w 2081211"/>
                <a:gd name="connsiteY1984" fmla="*/ 1061561 h 1377315"/>
                <a:gd name="connsiteX1985" fmla="*/ 1594485 w 2081211"/>
                <a:gd name="connsiteY1985" fmla="*/ 1059180 h 1377315"/>
                <a:gd name="connsiteX1986" fmla="*/ 1596866 w 2081211"/>
                <a:gd name="connsiteY1986" fmla="*/ 1055846 h 1377315"/>
                <a:gd name="connsiteX1987" fmla="*/ 1597818 w 2081211"/>
                <a:gd name="connsiteY1987" fmla="*/ 1053465 h 1377315"/>
                <a:gd name="connsiteX1988" fmla="*/ 1596390 w 2081211"/>
                <a:gd name="connsiteY1988" fmla="*/ 1049655 h 1377315"/>
                <a:gd name="connsiteX1989" fmla="*/ 1599247 w 2081211"/>
                <a:gd name="connsiteY1989" fmla="*/ 1047750 h 1377315"/>
                <a:gd name="connsiteX1990" fmla="*/ 1599247 w 2081211"/>
                <a:gd name="connsiteY1990" fmla="*/ 1045845 h 1377315"/>
                <a:gd name="connsiteX1991" fmla="*/ 1600199 w 2081211"/>
                <a:gd name="connsiteY1991" fmla="*/ 1043940 h 1377315"/>
                <a:gd name="connsiteX1992" fmla="*/ 1605439 w 2081211"/>
                <a:gd name="connsiteY1992" fmla="*/ 1038701 h 1377315"/>
                <a:gd name="connsiteX1993" fmla="*/ 1605439 w 2081211"/>
                <a:gd name="connsiteY1993" fmla="*/ 1036796 h 1377315"/>
                <a:gd name="connsiteX1994" fmla="*/ 1603057 w 2081211"/>
                <a:gd name="connsiteY1994" fmla="*/ 1035367 h 1377315"/>
                <a:gd name="connsiteX1995" fmla="*/ 1602581 w 2081211"/>
                <a:gd name="connsiteY1995" fmla="*/ 1034415 h 1377315"/>
                <a:gd name="connsiteX1996" fmla="*/ 1604962 w 2081211"/>
                <a:gd name="connsiteY1996" fmla="*/ 1034415 h 1377315"/>
                <a:gd name="connsiteX1997" fmla="*/ 1607820 w 2081211"/>
                <a:gd name="connsiteY1997" fmla="*/ 1034891 h 1377315"/>
                <a:gd name="connsiteX1998" fmla="*/ 1610201 w 2081211"/>
                <a:gd name="connsiteY1998" fmla="*/ 1033463 h 1377315"/>
                <a:gd name="connsiteX1999" fmla="*/ 1612582 w 2081211"/>
                <a:gd name="connsiteY1999" fmla="*/ 1029176 h 1377315"/>
                <a:gd name="connsiteX2000" fmla="*/ 1614964 w 2081211"/>
                <a:gd name="connsiteY2000" fmla="*/ 1024414 h 1377315"/>
                <a:gd name="connsiteX2001" fmla="*/ 1616393 w 2081211"/>
                <a:gd name="connsiteY2001" fmla="*/ 1022985 h 1377315"/>
                <a:gd name="connsiteX2002" fmla="*/ 1618774 w 2081211"/>
                <a:gd name="connsiteY2002" fmla="*/ 1022509 h 1377315"/>
                <a:gd name="connsiteX2003" fmla="*/ 1620678 w 2081211"/>
                <a:gd name="connsiteY2003" fmla="*/ 1026795 h 1377315"/>
                <a:gd name="connsiteX2004" fmla="*/ 1623536 w 2081211"/>
                <a:gd name="connsiteY2004" fmla="*/ 1026319 h 1377315"/>
                <a:gd name="connsiteX2005" fmla="*/ 1628774 w 2081211"/>
                <a:gd name="connsiteY2005" fmla="*/ 1022985 h 1377315"/>
                <a:gd name="connsiteX2006" fmla="*/ 1632109 w 2081211"/>
                <a:gd name="connsiteY2006" fmla="*/ 1023938 h 1377315"/>
                <a:gd name="connsiteX2007" fmla="*/ 1631632 w 2081211"/>
                <a:gd name="connsiteY2007" fmla="*/ 1021080 h 1377315"/>
                <a:gd name="connsiteX2008" fmla="*/ 1629251 w 2081211"/>
                <a:gd name="connsiteY2008" fmla="*/ 1015365 h 1377315"/>
                <a:gd name="connsiteX2009" fmla="*/ 1627347 w 2081211"/>
                <a:gd name="connsiteY2009" fmla="*/ 1011079 h 1377315"/>
                <a:gd name="connsiteX2010" fmla="*/ 1628774 w 2081211"/>
                <a:gd name="connsiteY2010" fmla="*/ 1008221 h 1377315"/>
                <a:gd name="connsiteX2011" fmla="*/ 1631156 w 2081211"/>
                <a:gd name="connsiteY2011" fmla="*/ 1007269 h 1377315"/>
                <a:gd name="connsiteX2012" fmla="*/ 1632585 w 2081211"/>
                <a:gd name="connsiteY2012" fmla="*/ 1005840 h 1377315"/>
                <a:gd name="connsiteX2013" fmla="*/ 1633537 w 2081211"/>
                <a:gd name="connsiteY2013" fmla="*/ 1002982 h 1377315"/>
                <a:gd name="connsiteX2014" fmla="*/ 1629251 w 2081211"/>
                <a:gd name="connsiteY2014" fmla="*/ 1000125 h 1377315"/>
                <a:gd name="connsiteX2015" fmla="*/ 1632585 w 2081211"/>
                <a:gd name="connsiteY2015" fmla="*/ 1000601 h 1377315"/>
                <a:gd name="connsiteX2016" fmla="*/ 1634014 w 2081211"/>
                <a:gd name="connsiteY2016" fmla="*/ 999172 h 1377315"/>
                <a:gd name="connsiteX2017" fmla="*/ 1633537 w 2081211"/>
                <a:gd name="connsiteY2017" fmla="*/ 997267 h 1377315"/>
                <a:gd name="connsiteX2018" fmla="*/ 1628774 w 2081211"/>
                <a:gd name="connsiteY2018" fmla="*/ 993457 h 1377315"/>
                <a:gd name="connsiteX2019" fmla="*/ 1626393 w 2081211"/>
                <a:gd name="connsiteY2019" fmla="*/ 992981 h 1377315"/>
                <a:gd name="connsiteX2020" fmla="*/ 1627822 w 2081211"/>
                <a:gd name="connsiteY2020" fmla="*/ 990600 h 1377315"/>
                <a:gd name="connsiteX2021" fmla="*/ 1629251 w 2081211"/>
                <a:gd name="connsiteY2021" fmla="*/ 989171 h 1377315"/>
                <a:gd name="connsiteX2022" fmla="*/ 1633537 w 2081211"/>
                <a:gd name="connsiteY2022" fmla="*/ 989171 h 1377315"/>
                <a:gd name="connsiteX2023" fmla="*/ 1635443 w 2081211"/>
                <a:gd name="connsiteY2023" fmla="*/ 988219 h 1377315"/>
                <a:gd name="connsiteX2024" fmla="*/ 1637824 w 2081211"/>
                <a:gd name="connsiteY2024" fmla="*/ 989171 h 1377315"/>
                <a:gd name="connsiteX2025" fmla="*/ 1639728 w 2081211"/>
                <a:gd name="connsiteY2025" fmla="*/ 992505 h 1377315"/>
                <a:gd name="connsiteX2026" fmla="*/ 1642110 w 2081211"/>
                <a:gd name="connsiteY2026" fmla="*/ 992505 h 1377315"/>
                <a:gd name="connsiteX2027" fmla="*/ 1644015 w 2081211"/>
                <a:gd name="connsiteY2027" fmla="*/ 979646 h 1377315"/>
                <a:gd name="connsiteX2028" fmla="*/ 1643062 w 2081211"/>
                <a:gd name="connsiteY2028" fmla="*/ 975360 h 1377315"/>
                <a:gd name="connsiteX2029" fmla="*/ 1641157 w 2081211"/>
                <a:gd name="connsiteY2029" fmla="*/ 974407 h 1377315"/>
                <a:gd name="connsiteX2030" fmla="*/ 1638776 w 2081211"/>
                <a:gd name="connsiteY2030" fmla="*/ 975360 h 1377315"/>
                <a:gd name="connsiteX2031" fmla="*/ 1634490 w 2081211"/>
                <a:gd name="connsiteY2031" fmla="*/ 978694 h 1377315"/>
                <a:gd name="connsiteX2032" fmla="*/ 1628299 w 2081211"/>
                <a:gd name="connsiteY2032" fmla="*/ 979646 h 1377315"/>
                <a:gd name="connsiteX2033" fmla="*/ 1630680 w 2081211"/>
                <a:gd name="connsiteY2033" fmla="*/ 977741 h 1377315"/>
                <a:gd name="connsiteX2034" fmla="*/ 1634014 w 2081211"/>
                <a:gd name="connsiteY2034" fmla="*/ 975836 h 1377315"/>
                <a:gd name="connsiteX2035" fmla="*/ 1641634 w 2081211"/>
                <a:gd name="connsiteY2035" fmla="*/ 968692 h 1377315"/>
                <a:gd name="connsiteX2036" fmla="*/ 1647824 w 2081211"/>
                <a:gd name="connsiteY2036" fmla="*/ 965359 h 1377315"/>
                <a:gd name="connsiteX2037" fmla="*/ 1645443 w 2081211"/>
                <a:gd name="connsiteY2037" fmla="*/ 964882 h 1377315"/>
                <a:gd name="connsiteX2038" fmla="*/ 1643062 w 2081211"/>
                <a:gd name="connsiteY2038" fmla="*/ 964882 h 1377315"/>
                <a:gd name="connsiteX2039" fmla="*/ 1638776 w 2081211"/>
                <a:gd name="connsiteY2039" fmla="*/ 962978 h 1377315"/>
                <a:gd name="connsiteX2040" fmla="*/ 1634014 w 2081211"/>
                <a:gd name="connsiteY2040" fmla="*/ 962025 h 1377315"/>
                <a:gd name="connsiteX2041" fmla="*/ 1625441 w 2081211"/>
                <a:gd name="connsiteY2041" fmla="*/ 952976 h 1377315"/>
                <a:gd name="connsiteX2042" fmla="*/ 1622107 w 2081211"/>
                <a:gd name="connsiteY2042" fmla="*/ 951071 h 1377315"/>
                <a:gd name="connsiteX2043" fmla="*/ 1619249 w 2081211"/>
                <a:gd name="connsiteY2043" fmla="*/ 950119 h 1377315"/>
                <a:gd name="connsiteX2044" fmla="*/ 1615916 w 2081211"/>
                <a:gd name="connsiteY2044" fmla="*/ 950119 h 1377315"/>
                <a:gd name="connsiteX2045" fmla="*/ 1607343 w 2081211"/>
                <a:gd name="connsiteY2045" fmla="*/ 955357 h 1377315"/>
                <a:gd name="connsiteX2046" fmla="*/ 1598295 w 2081211"/>
                <a:gd name="connsiteY2046" fmla="*/ 956310 h 1377315"/>
                <a:gd name="connsiteX2047" fmla="*/ 1593532 w 2081211"/>
                <a:gd name="connsiteY2047" fmla="*/ 950119 h 1377315"/>
                <a:gd name="connsiteX2048" fmla="*/ 1588770 w 2081211"/>
                <a:gd name="connsiteY2048" fmla="*/ 952024 h 1377315"/>
                <a:gd name="connsiteX2049" fmla="*/ 1585436 w 2081211"/>
                <a:gd name="connsiteY2049" fmla="*/ 951547 h 1377315"/>
                <a:gd name="connsiteX2050" fmla="*/ 1584484 w 2081211"/>
                <a:gd name="connsiteY2050" fmla="*/ 952024 h 1377315"/>
                <a:gd name="connsiteX2051" fmla="*/ 1583531 w 2081211"/>
                <a:gd name="connsiteY2051" fmla="*/ 952500 h 1377315"/>
                <a:gd name="connsiteX2052" fmla="*/ 1585436 w 2081211"/>
                <a:gd name="connsiteY2052" fmla="*/ 951071 h 1377315"/>
                <a:gd name="connsiteX2053" fmla="*/ 1592580 w 2081211"/>
                <a:gd name="connsiteY2053" fmla="*/ 947261 h 1377315"/>
                <a:gd name="connsiteX2054" fmla="*/ 1598772 w 2081211"/>
                <a:gd name="connsiteY2054" fmla="*/ 947261 h 1377315"/>
                <a:gd name="connsiteX2055" fmla="*/ 1605439 w 2081211"/>
                <a:gd name="connsiteY2055" fmla="*/ 948690 h 1377315"/>
                <a:gd name="connsiteX2056" fmla="*/ 1607820 w 2081211"/>
                <a:gd name="connsiteY2056" fmla="*/ 947261 h 1377315"/>
                <a:gd name="connsiteX2057" fmla="*/ 1609249 w 2081211"/>
                <a:gd name="connsiteY2057" fmla="*/ 944404 h 1377315"/>
                <a:gd name="connsiteX2058" fmla="*/ 1611153 w 2081211"/>
                <a:gd name="connsiteY2058" fmla="*/ 941070 h 1377315"/>
                <a:gd name="connsiteX2059" fmla="*/ 1621631 w 2081211"/>
                <a:gd name="connsiteY2059" fmla="*/ 935831 h 1377315"/>
                <a:gd name="connsiteX2060" fmla="*/ 1625441 w 2081211"/>
                <a:gd name="connsiteY2060" fmla="*/ 932497 h 1377315"/>
                <a:gd name="connsiteX2061" fmla="*/ 1629251 w 2081211"/>
                <a:gd name="connsiteY2061" fmla="*/ 930592 h 1377315"/>
                <a:gd name="connsiteX2062" fmla="*/ 1634490 w 2081211"/>
                <a:gd name="connsiteY2062" fmla="*/ 929640 h 1377315"/>
                <a:gd name="connsiteX2063" fmla="*/ 1637824 w 2081211"/>
                <a:gd name="connsiteY2063" fmla="*/ 929164 h 1377315"/>
                <a:gd name="connsiteX2064" fmla="*/ 1641634 w 2081211"/>
                <a:gd name="connsiteY2064" fmla="*/ 927259 h 1377315"/>
                <a:gd name="connsiteX2065" fmla="*/ 1640205 w 2081211"/>
                <a:gd name="connsiteY2065" fmla="*/ 922020 h 1377315"/>
                <a:gd name="connsiteX2066" fmla="*/ 1638776 w 2081211"/>
                <a:gd name="connsiteY2066" fmla="*/ 918210 h 1377315"/>
                <a:gd name="connsiteX2067" fmla="*/ 1634490 w 2081211"/>
                <a:gd name="connsiteY2067" fmla="*/ 912495 h 1377315"/>
                <a:gd name="connsiteX2068" fmla="*/ 1624012 w 2081211"/>
                <a:gd name="connsiteY2068" fmla="*/ 906304 h 1377315"/>
                <a:gd name="connsiteX2069" fmla="*/ 1619249 w 2081211"/>
                <a:gd name="connsiteY2069" fmla="*/ 901065 h 1377315"/>
                <a:gd name="connsiteX2070" fmla="*/ 1614011 w 2081211"/>
                <a:gd name="connsiteY2070" fmla="*/ 897731 h 1377315"/>
                <a:gd name="connsiteX2071" fmla="*/ 1610201 w 2081211"/>
                <a:gd name="connsiteY2071" fmla="*/ 896779 h 1377315"/>
                <a:gd name="connsiteX2072" fmla="*/ 1604962 w 2081211"/>
                <a:gd name="connsiteY2072" fmla="*/ 894397 h 1377315"/>
                <a:gd name="connsiteX2073" fmla="*/ 1603534 w 2081211"/>
                <a:gd name="connsiteY2073" fmla="*/ 890588 h 1377315"/>
                <a:gd name="connsiteX2074" fmla="*/ 1602105 w 2081211"/>
                <a:gd name="connsiteY2074" fmla="*/ 888206 h 1377315"/>
                <a:gd name="connsiteX2075" fmla="*/ 1594485 w 2081211"/>
                <a:gd name="connsiteY2075" fmla="*/ 886778 h 1377315"/>
                <a:gd name="connsiteX2076" fmla="*/ 1589247 w 2081211"/>
                <a:gd name="connsiteY2076" fmla="*/ 889159 h 1377315"/>
                <a:gd name="connsiteX2077" fmla="*/ 1584007 w 2081211"/>
                <a:gd name="connsiteY2077" fmla="*/ 891064 h 1377315"/>
                <a:gd name="connsiteX2078" fmla="*/ 1578768 w 2081211"/>
                <a:gd name="connsiteY2078" fmla="*/ 890111 h 1377315"/>
                <a:gd name="connsiteX2079" fmla="*/ 1580197 w 2081211"/>
                <a:gd name="connsiteY2079" fmla="*/ 889159 h 1377315"/>
                <a:gd name="connsiteX2080" fmla="*/ 1581149 w 2081211"/>
                <a:gd name="connsiteY2080" fmla="*/ 888682 h 1377315"/>
                <a:gd name="connsiteX2081" fmla="*/ 1584007 w 2081211"/>
                <a:gd name="connsiteY2081" fmla="*/ 889159 h 1377315"/>
                <a:gd name="connsiteX2082" fmla="*/ 1595437 w 2081211"/>
                <a:gd name="connsiteY2082" fmla="*/ 883920 h 1377315"/>
                <a:gd name="connsiteX2083" fmla="*/ 1600199 w 2081211"/>
                <a:gd name="connsiteY2083" fmla="*/ 884872 h 1377315"/>
                <a:gd name="connsiteX2084" fmla="*/ 1604486 w 2081211"/>
                <a:gd name="connsiteY2084" fmla="*/ 886778 h 1377315"/>
                <a:gd name="connsiteX2085" fmla="*/ 1610678 w 2081211"/>
                <a:gd name="connsiteY2085" fmla="*/ 892969 h 1377315"/>
                <a:gd name="connsiteX2086" fmla="*/ 1616393 w 2081211"/>
                <a:gd name="connsiteY2086" fmla="*/ 893921 h 1377315"/>
                <a:gd name="connsiteX2087" fmla="*/ 1620678 w 2081211"/>
                <a:gd name="connsiteY2087" fmla="*/ 892969 h 1377315"/>
                <a:gd name="connsiteX2088" fmla="*/ 1623536 w 2081211"/>
                <a:gd name="connsiteY2088" fmla="*/ 892969 h 1377315"/>
                <a:gd name="connsiteX2089" fmla="*/ 1634490 w 2081211"/>
                <a:gd name="connsiteY2089" fmla="*/ 898207 h 1377315"/>
                <a:gd name="connsiteX2090" fmla="*/ 1637347 w 2081211"/>
                <a:gd name="connsiteY2090" fmla="*/ 898684 h 1377315"/>
                <a:gd name="connsiteX2091" fmla="*/ 1640681 w 2081211"/>
                <a:gd name="connsiteY2091" fmla="*/ 898684 h 1377315"/>
                <a:gd name="connsiteX2092" fmla="*/ 1640205 w 2081211"/>
                <a:gd name="connsiteY2092" fmla="*/ 894397 h 1377315"/>
                <a:gd name="connsiteX2093" fmla="*/ 1639253 w 2081211"/>
                <a:gd name="connsiteY2093" fmla="*/ 891064 h 1377315"/>
                <a:gd name="connsiteX2094" fmla="*/ 1636395 w 2081211"/>
                <a:gd name="connsiteY2094" fmla="*/ 887730 h 1377315"/>
                <a:gd name="connsiteX2095" fmla="*/ 1634014 w 2081211"/>
                <a:gd name="connsiteY2095" fmla="*/ 885349 h 1377315"/>
                <a:gd name="connsiteX2096" fmla="*/ 1627822 w 2081211"/>
                <a:gd name="connsiteY2096" fmla="*/ 882967 h 1377315"/>
                <a:gd name="connsiteX2097" fmla="*/ 1626393 w 2081211"/>
                <a:gd name="connsiteY2097" fmla="*/ 881539 h 1377315"/>
                <a:gd name="connsiteX2098" fmla="*/ 1624965 w 2081211"/>
                <a:gd name="connsiteY2098" fmla="*/ 879634 h 1377315"/>
                <a:gd name="connsiteX2099" fmla="*/ 1624965 w 2081211"/>
                <a:gd name="connsiteY2099" fmla="*/ 873442 h 1377315"/>
                <a:gd name="connsiteX2100" fmla="*/ 1623060 w 2081211"/>
                <a:gd name="connsiteY2100" fmla="*/ 871538 h 1377315"/>
                <a:gd name="connsiteX2101" fmla="*/ 1621631 w 2081211"/>
                <a:gd name="connsiteY2101" fmla="*/ 870109 h 1377315"/>
                <a:gd name="connsiteX2102" fmla="*/ 1611153 w 2081211"/>
                <a:gd name="connsiteY2102" fmla="*/ 865822 h 1377315"/>
                <a:gd name="connsiteX2103" fmla="*/ 1606391 w 2081211"/>
                <a:gd name="connsiteY2103" fmla="*/ 862489 h 1377315"/>
                <a:gd name="connsiteX2104" fmla="*/ 1606391 w 2081211"/>
                <a:gd name="connsiteY2104" fmla="*/ 858679 h 1377315"/>
                <a:gd name="connsiteX2105" fmla="*/ 1607820 w 2081211"/>
                <a:gd name="connsiteY2105" fmla="*/ 855821 h 1377315"/>
                <a:gd name="connsiteX2106" fmla="*/ 1606868 w 2081211"/>
                <a:gd name="connsiteY2106" fmla="*/ 849154 h 1377315"/>
                <a:gd name="connsiteX2107" fmla="*/ 1602105 w 2081211"/>
                <a:gd name="connsiteY2107" fmla="*/ 841057 h 1377315"/>
                <a:gd name="connsiteX2108" fmla="*/ 1598295 w 2081211"/>
                <a:gd name="connsiteY2108" fmla="*/ 831532 h 1377315"/>
                <a:gd name="connsiteX2109" fmla="*/ 1594485 w 2081211"/>
                <a:gd name="connsiteY2109" fmla="*/ 825817 h 1377315"/>
                <a:gd name="connsiteX2110" fmla="*/ 1594485 w 2081211"/>
                <a:gd name="connsiteY2110" fmla="*/ 822960 h 1377315"/>
                <a:gd name="connsiteX2111" fmla="*/ 1592103 w 2081211"/>
                <a:gd name="connsiteY2111" fmla="*/ 817245 h 1377315"/>
                <a:gd name="connsiteX2112" fmla="*/ 1588770 w 2081211"/>
                <a:gd name="connsiteY2112" fmla="*/ 805815 h 1377315"/>
                <a:gd name="connsiteX2113" fmla="*/ 1586865 w 2081211"/>
                <a:gd name="connsiteY2113" fmla="*/ 802005 h 1377315"/>
                <a:gd name="connsiteX2114" fmla="*/ 1584484 w 2081211"/>
                <a:gd name="connsiteY2114" fmla="*/ 800100 h 1377315"/>
                <a:gd name="connsiteX2115" fmla="*/ 1576387 w 2081211"/>
                <a:gd name="connsiteY2115" fmla="*/ 795338 h 1377315"/>
                <a:gd name="connsiteX2116" fmla="*/ 1569720 w 2081211"/>
                <a:gd name="connsiteY2116" fmla="*/ 793432 h 1377315"/>
                <a:gd name="connsiteX2117" fmla="*/ 1563528 w 2081211"/>
                <a:gd name="connsiteY2117" fmla="*/ 790099 h 1377315"/>
                <a:gd name="connsiteX2118" fmla="*/ 1558290 w 2081211"/>
                <a:gd name="connsiteY2118" fmla="*/ 784860 h 1377315"/>
                <a:gd name="connsiteX2119" fmla="*/ 1555909 w 2081211"/>
                <a:gd name="connsiteY2119" fmla="*/ 783431 h 1377315"/>
                <a:gd name="connsiteX2120" fmla="*/ 1550670 w 2081211"/>
                <a:gd name="connsiteY2120" fmla="*/ 783431 h 1377315"/>
                <a:gd name="connsiteX2121" fmla="*/ 1549241 w 2081211"/>
                <a:gd name="connsiteY2121" fmla="*/ 779621 h 1377315"/>
                <a:gd name="connsiteX2122" fmla="*/ 1551147 w 2081211"/>
                <a:gd name="connsiteY2122" fmla="*/ 773430 h 1377315"/>
                <a:gd name="connsiteX2123" fmla="*/ 1555909 w 2081211"/>
                <a:gd name="connsiteY2123" fmla="*/ 769620 h 1377315"/>
                <a:gd name="connsiteX2124" fmla="*/ 1558290 w 2081211"/>
                <a:gd name="connsiteY2124" fmla="*/ 762476 h 1377315"/>
                <a:gd name="connsiteX2125" fmla="*/ 1561624 w 2081211"/>
                <a:gd name="connsiteY2125" fmla="*/ 760095 h 1377315"/>
                <a:gd name="connsiteX2126" fmla="*/ 1564481 w 2081211"/>
                <a:gd name="connsiteY2126" fmla="*/ 755809 h 1377315"/>
                <a:gd name="connsiteX2127" fmla="*/ 1568291 w 2081211"/>
                <a:gd name="connsiteY2127" fmla="*/ 751046 h 1377315"/>
                <a:gd name="connsiteX2128" fmla="*/ 1571149 w 2081211"/>
                <a:gd name="connsiteY2128" fmla="*/ 750094 h 1377315"/>
                <a:gd name="connsiteX2129" fmla="*/ 1573053 w 2081211"/>
                <a:gd name="connsiteY2129" fmla="*/ 749141 h 1377315"/>
                <a:gd name="connsiteX2130" fmla="*/ 1574482 w 2081211"/>
                <a:gd name="connsiteY2130" fmla="*/ 747236 h 1377315"/>
                <a:gd name="connsiteX2131" fmla="*/ 1576864 w 2081211"/>
                <a:gd name="connsiteY2131" fmla="*/ 745331 h 1377315"/>
                <a:gd name="connsiteX2132" fmla="*/ 1578293 w 2081211"/>
                <a:gd name="connsiteY2132" fmla="*/ 742950 h 1377315"/>
                <a:gd name="connsiteX2133" fmla="*/ 1579245 w 2081211"/>
                <a:gd name="connsiteY2133" fmla="*/ 740569 h 1377315"/>
                <a:gd name="connsiteX2134" fmla="*/ 1584960 w 2081211"/>
                <a:gd name="connsiteY2134" fmla="*/ 737711 h 1377315"/>
                <a:gd name="connsiteX2135" fmla="*/ 1587341 w 2081211"/>
                <a:gd name="connsiteY2135" fmla="*/ 735806 h 1377315"/>
                <a:gd name="connsiteX2136" fmla="*/ 1586865 w 2081211"/>
                <a:gd name="connsiteY2136" fmla="*/ 734854 h 1377315"/>
                <a:gd name="connsiteX2137" fmla="*/ 1584007 w 2081211"/>
                <a:gd name="connsiteY2137" fmla="*/ 734378 h 1377315"/>
                <a:gd name="connsiteX2138" fmla="*/ 1581149 w 2081211"/>
                <a:gd name="connsiteY2138" fmla="*/ 730567 h 1377315"/>
                <a:gd name="connsiteX2139" fmla="*/ 1582103 w 2081211"/>
                <a:gd name="connsiteY2139" fmla="*/ 729139 h 1377315"/>
                <a:gd name="connsiteX2140" fmla="*/ 1584484 w 2081211"/>
                <a:gd name="connsiteY2140" fmla="*/ 727234 h 1377315"/>
                <a:gd name="connsiteX2141" fmla="*/ 1587341 w 2081211"/>
                <a:gd name="connsiteY2141" fmla="*/ 726281 h 1377315"/>
                <a:gd name="connsiteX2142" fmla="*/ 1589247 w 2081211"/>
                <a:gd name="connsiteY2142" fmla="*/ 726281 h 1377315"/>
                <a:gd name="connsiteX2143" fmla="*/ 1589722 w 2081211"/>
                <a:gd name="connsiteY2143" fmla="*/ 727710 h 1377315"/>
                <a:gd name="connsiteX2144" fmla="*/ 1589247 w 2081211"/>
                <a:gd name="connsiteY2144" fmla="*/ 730567 h 1377315"/>
                <a:gd name="connsiteX2145" fmla="*/ 1589722 w 2081211"/>
                <a:gd name="connsiteY2145" fmla="*/ 731520 h 1377315"/>
                <a:gd name="connsiteX2146" fmla="*/ 1591151 w 2081211"/>
                <a:gd name="connsiteY2146" fmla="*/ 732472 h 1377315"/>
                <a:gd name="connsiteX2147" fmla="*/ 1595437 w 2081211"/>
                <a:gd name="connsiteY2147" fmla="*/ 730567 h 1377315"/>
                <a:gd name="connsiteX2148" fmla="*/ 1599247 w 2081211"/>
                <a:gd name="connsiteY2148" fmla="*/ 729615 h 1377315"/>
                <a:gd name="connsiteX2149" fmla="*/ 1600676 w 2081211"/>
                <a:gd name="connsiteY2149" fmla="*/ 728186 h 1377315"/>
                <a:gd name="connsiteX2150" fmla="*/ 1600676 w 2081211"/>
                <a:gd name="connsiteY2150" fmla="*/ 721519 h 1377315"/>
                <a:gd name="connsiteX2151" fmla="*/ 1601628 w 2081211"/>
                <a:gd name="connsiteY2151" fmla="*/ 718661 h 1377315"/>
                <a:gd name="connsiteX2152" fmla="*/ 1604010 w 2081211"/>
                <a:gd name="connsiteY2152" fmla="*/ 717232 h 1377315"/>
                <a:gd name="connsiteX2153" fmla="*/ 1606391 w 2081211"/>
                <a:gd name="connsiteY2153" fmla="*/ 718185 h 1377315"/>
                <a:gd name="connsiteX2154" fmla="*/ 1607820 w 2081211"/>
                <a:gd name="connsiteY2154" fmla="*/ 717709 h 1377315"/>
                <a:gd name="connsiteX2155" fmla="*/ 1608297 w 2081211"/>
                <a:gd name="connsiteY2155" fmla="*/ 716280 h 1377315"/>
                <a:gd name="connsiteX2156" fmla="*/ 1607343 w 2081211"/>
                <a:gd name="connsiteY2156" fmla="*/ 714375 h 1377315"/>
                <a:gd name="connsiteX2157" fmla="*/ 1604486 w 2081211"/>
                <a:gd name="connsiteY2157" fmla="*/ 711517 h 1377315"/>
                <a:gd name="connsiteX2158" fmla="*/ 1604962 w 2081211"/>
                <a:gd name="connsiteY2158" fmla="*/ 710565 h 1377315"/>
                <a:gd name="connsiteX2159" fmla="*/ 1607343 w 2081211"/>
                <a:gd name="connsiteY2159" fmla="*/ 710565 h 1377315"/>
                <a:gd name="connsiteX2160" fmla="*/ 1611153 w 2081211"/>
                <a:gd name="connsiteY2160" fmla="*/ 711994 h 1377315"/>
                <a:gd name="connsiteX2161" fmla="*/ 1613535 w 2081211"/>
                <a:gd name="connsiteY2161" fmla="*/ 711517 h 1377315"/>
                <a:gd name="connsiteX2162" fmla="*/ 1616393 w 2081211"/>
                <a:gd name="connsiteY2162" fmla="*/ 709613 h 1377315"/>
                <a:gd name="connsiteX2163" fmla="*/ 1625441 w 2081211"/>
                <a:gd name="connsiteY2163" fmla="*/ 706755 h 1377315"/>
                <a:gd name="connsiteX2164" fmla="*/ 1634014 w 2081211"/>
                <a:gd name="connsiteY2164" fmla="*/ 702945 h 1377315"/>
                <a:gd name="connsiteX2165" fmla="*/ 1643062 w 2081211"/>
                <a:gd name="connsiteY2165" fmla="*/ 698182 h 1377315"/>
                <a:gd name="connsiteX2166" fmla="*/ 1646872 w 2081211"/>
                <a:gd name="connsiteY2166" fmla="*/ 697706 h 1377315"/>
                <a:gd name="connsiteX2167" fmla="*/ 1650682 w 2081211"/>
                <a:gd name="connsiteY2167" fmla="*/ 698182 h 1377315"/>
                <a:gd name="connsiteX2168" fmla="*/ 1652111 w 2081211"/>
                <a:gd name="connsiteY2168" fmla="*/ 699611 h 1377315"/>
                <a:gd name="connsiteX2169" fmla="*/ 1652587 w 2081211"/>
                <a:gd name="connsiteY2169" fmla="*/ 701516 h 1377315"/>
                <a:gd name="connsiteX2170" fmla="*/ 1653540 w 2081211"/>
                <a:gd name="connsiteY2170" fmla="*/ 702469 h 1377315"/>
                <a:gd name="connsiteX2171" fmla="*/ 1654493 w 2081211"/>
                <a:gd name="connsiteY2171" fmla="*/ 702945 h 1377315"/>
                <a:gd name="connsiteX2172" fmla="*/ 1656874 w 2081211"/>
                <a:gd name="connsiteY2172" fmla="*/ 702945 h 1377315"/>
                <a:gd name="connsiteX2173" fmla="*/ 1660684 w 2081211"/>
                <a:gd name="connsiteY2173" fmla="*/ 699611 h 1377315"/>
                <a:gd name="connsiteX2174" fmla="*/ 1662589 w 2081211"/>
                <a:gd name="connsiteY2174" fmla="*/ 698182 h 1377315"/>
                <a:gd name="connsiteX2175" fmla="*/ 1662589 w 2081211"/>
                <a:gd name="connsiteY2175" fmla="*/ 695801 h 1377315"/>
                <a:gd name="connsiteX2176" fmla="*/ 1661160 w 2081211"/>
                <a:gd name="connsiteY2176" fmla="*/ 694849 h 1377315"/>
                <a:gd name="connsiteX2177" fmla="*/ 1659731 w 2081211"/>
                <a:gd name="connsiteY2177" fmla="*/ 692944 h 1377315"/>
                <a:gd name="connsiteX2178" fmla="*/ 1662112 w 2081211"/>
                <a:gd name="connsiteY2178" fmla="*/ 690086 h 1377315"/>
                <a:gd name="connsiteX2179" fmla="*/ 1664493 w 2081211"/>
                <a:gd name="connsiteY2179" fmla="*/ 688181 h 1377315"/>
                <a:gd name="connsiteX2180" fmla="*/ 1664018 w 2081211"/>
                <a:gd name="connsiteY2180" fmla="*/ 682942 h 1377315"/>
                <a:gd name="connsiteX2181" fmla="*/ 1667351 w 2081211"/>
                <a:gd name="connsiteY2181" fmla="*/ 679609 h 1377315"/>
                <a:gd name="connsiteX2182" fmla="*/ 1664970 w 2081211"/>
                <a:gd name="connsiteY2182" fmla="*/ 678656 h 1377315"/>
                <a:gd name="connsiteX2183" fmla="*/ 1661160 w 2081211"/>
                <a:gd name="connsiteY2183" fmla="*/ 679609 h 1377315"/>
                <a:gd name="connsiteX2184" fmla="*/ 1655922 w 2081211"/>
                <a:gd name="connsiteY2184" fmla="*/ 679609 h 1377315"/>
                <a:gd name="connsiteX2185" fmla="*/ 1650206 w 2081211"/>
                <a:gd name="connsiteY2185" fmla="*/ 677704 h 1377315"/>
                <a:gd name="connsiteX2186" fmla="*/ 1648301 w 2081211"/>
                <a:gd name="connsiteY2186" fmla="*/ 675322 h 1377315"/>
                <a:gd name="connsiteX2187" fmla="*/ 1646397 w 2081211"/>
                <a:gd name="connsiteY2187" fmla="*/ 674846 h 1377315"/>
                <a:gd name="connsiteX2188" fmla="*/ 1644968 w 2081211"/>
                <a:gd name="connsiteY2188" fmla="*/ 676275 h 1377315"/>
                <a:gd name="connsiteX2189" fmla="*/ 1643539 w 2081211"/>
                <a:gd name="connsiteY2189" fmla="*/ 678180 h 1377315"/>
                <a:gd name="connsiteX2190" fmla="*/ 1638299 w 2081211"/>
                <a:gd name="connsiteY2190" fmla="*/ 677704 h 1377315"/>
                <a:gd name="connsiteX2191" fmla="*/ 1632109 w 2081211"/>
                <a:gd name="connsiteY2191" fmla="*/ 677704 h 1377315"/>
                <a:gd name="connsiteX2192" fmla="*/ 1627347 w 2081211"/>
                <a:gd name="connsiteY2192" fmla="*/ 675799 h 1377315"/>
                <a:gd name="connsiteX2193" fmla="*/ 1623536 w 2081211"/>
                <a:gd name="connsiteY2193" fmla="*/ 673417 h 1377315"/>
                <a:gd name="connsiteX2194" fmla="*/ 1617822 w 2081211"/>
                <a:gd name="connsiteY2194" fmla="*/ 672465 h 1377315"/>
                <a:gd name="connsiteX2195" fmla="*/ 1612106 w 2081211"/>
                <a:gd name="connsiteY2195" fmla="*/ 667703 h 1377315"/>
                <a:gd name="connsiteX2196" fmla="*/ 1602105 w 2081211"/>
                <a:gd name="connsiteY2196" fmla="*/ 663416 h 1377315"/>
                <a:gd name="connsiteX2197" fmla="*/ 1589247 w 2081211"/>
                <a:gd name="connsiteY2197" fmla="*/ 668655 h 1377315"/>
                <a:gd name="connsiteX2198" fmla="*/ 1586389 w 2081211"/>
                <a:gd name="connsiteY2198" fmla="*/ 669131 h 1377315"/>
                <a:gd name="connsiteX2199" fmla="*/ 1585436 w 2081211"/>
                <a:gd name="connsiteY2199" fmla="*/ 669607 h 1377315"/>
                <a:gd name="connsiteX2200" fmla="*/ 1586389 w 2081211"/>
                <a:gd name="connsiteY2200" fmla="*/ 670560 h 1377315"/>
                <a:gd name="connsiteX2201" fmla="*/ 1587341 w 2081211"/>
                <a:gd name="connsiteY2201" fmla="*/ 671989 h 1377315"/>
                <a:gd name="connsiteX2202" fmla="*/ 1582103 w 2081211"/>
                <a:gd name="connsiteY2202" fmla="*/ 676751 h 1377315"/>
                <a:gd name="connsiteX2203" fmla="*/ 1573053 w 2081211"/>
                <a:gd name="connsiteY2203" fmla="*/ 682466 h 1377315"/>
                <a:gd name="connsiteX2204" fmla="*/ 1573053 w 2081211"/>
                <a:gd name="connsiteY2204" fmla="*/ 684371 h 1377315"/>
                <a:gd name="connsiteX2205" fmla="*/ 1573530 w 2081211"/>
                <a:gd name="connsiteY2205" fmla="*/ 685800 h 1377315"/>
                <a:gd name="connsiteX2206" fmla="*/ 1569243 w 2081211"/>
                <a:gd name="connsiteY2206" fmla="*/ 689610 h 1377315"/>
                <a:gd name="connsiteX2207" fmla="*/ 1558766 w 2081211"/>
                <a:gd name="connsiteY2207" fmla="*/ 690563 h 1377315"/>
                <a:gd name="connsiteX2208" fmla="*/ 1553051 w 2081211"/>
                <a:gd name="connsiteY2208" fmla="*/ 690086 h 1377315"/>
                <a:gd name="connsiteX2209" fmla="*/ 1546860 w 2081211"/>
                <a:gd name="connsiteY2209" fmla="*/ 687705 h 1377315"/>
                <a:gd name="connsiteX2210" fmla="*/ 1543049 w 2081211"/>
                <a:gd name="connsiteY2210" fmla="*/ 684847 h 1377315"/>
                <a:gd name="connsiteX2211" fmla="*/ 1541622 w 2081211"/>
                <a:gd name="connsiteY2211" fmla="*/ 682942 h 1377315"/>
                <a:gd name="connsiteX2212" fmla="*/ 1541622 w 2081211"/>
                <a:gd name="connsiteY2212" fmla="*/ 676751 h 1377315"/>
                <a:gd name="connsiteX2213" fmla="*/ 1543049 w 2081211"/>
                <a:gd name="connsiteY2213" fmla="*/ 671036 h 1377315"/>
                <a:gd name="connsiteX2214" fmla="*/ 1544478 w 2081211"/>
                <a:gd name="connsiteY2214" fmla="*/ 670084 h 1377315"/>
                <a:gd name="connsiteX2215" fmla="*/ 1546384 w 2081211"/>
                <a:gd name="connsiteY2215" fmla="*/ 668655 h 1377315"/>
                <a:gd name="connsiteX2216" fmla="*/ 1545907 w 2081211"/>
                <a:gd name="connsiteY2216" fmla="*/ 666750 h 1377315"/>
                <a:gd name="connsiteX2217" fmla="*/ 1544955 w 2081211"/>
                <a:gd name="connsiteY2217" fmla="*/ 665797 h 1377315"/>
                <a:gd name="connsiteX2218" fmla="*/ 1544955 w 2081211"/>
                <a:gd name="connsiteY2218" fmla="*/ 664369 h 1377315"/>
                <a:gd name="connsiteX2219" fmla="*/ 1544478 w 2081211"/>
                <a:gd name="connsiteY2219" fmla="*/ 660559 h 1377315"/>
                <a:gd name="connsiteX2220" fmla="*/ 1541622 w 2081211"/>
                <a:gd name="connsiteY2220" fmla="*/ 655320 h 1377315"/>
                <a:gd name="connsiteX2221" fmla="*/ 1536859 w 2081211"/>
                <a:gd name="connsiteY2221" fmla="*/ 651986 h 1377315"/>
                <a:gd name="connsiteX2222" fmla="*/ 1532572 w 2081211"/>
                <a:gd name="connsiteY2222" fmla="*/ 651986 h 1377315"/>
                <a:gd name="connsiteX2223" fmla="*/ 1528286 w 2081211"/>
                <a:gd name="connsiteY2223" fmla="*/ 653415 h 1377315"/>
                <a:gd name="connsiteX2224" fmla="*/ 1510189 w 2081211"/>
                <a:gd name="connsiteY2224" fmla="*/ 650081 h 1377315"/>
                <a:gd name="connsiteX2225" fmla="*/ 1501616 w 2081211"/>
                <a:gd name="connsiteY2225" fmla="*/ 644842 h 1377315"/>
                <a:gd name="connsiteX2226" fmla="*/ 1497806 w 2081211"/>
                <a:gd name="connsiteY2226" fmla="*/ 640556 h 1377315"/>
                <a:gd name="connsiteX2227" fmla="*/ 1494472 w 2081211"/>
                <a:gd name="connsiteY2227" fmla="*/ 632460 h 1377315"/>
                <a:gd name="connsiteX2228" fmla="*/ 1494472 w 2081211"/>
                <a:gd name="connsiteY2228" fmla="*/ 630079 h 1377315"/>
                <a:gd name="connsiteX2229" fmla="*/ 1496377 w 2081211"/>
                <a:gd name="connsiteY2229" fmla="*/ 623888 h 1377315"/>
                <a:gd name="connsiteX2230" fmla="*/ 1502093 w 2081211"/>
                <a:gd name="connsiteY2230" fmla="*/ 612934 h 1377315"/>
                <a:gd name="connsiteX2231" fmla="*/ 1504950 w 2081211"/>
                <a:gd name="connsiteY2231" fmla="*/ 610553 h 1377315"/>
                <a:gd name="connsiteX2232" fmla="*/ 1511141 w 2081211"/>
                <a:gd name="connsiteY2232" fmla="*/ 609124 h 1377315"/>
                <a:gd name="connsiteX2233" fmla="*/ 1514951 w 2081211"/>
                <a:gd name="connsiteY2233" fmla="*/ 610553 h 1377315"/>
                <a:gd name="connsiteX2234" fmla="*/ 1520190 w 2081211"/>
                <a:gd name="connsiteY2234" fmla="*/ 615791 h 1377315"/>
                <a:gd name="connsiteX2235" fmla="*/ 1525905 w 2081211"/>
                <a:gd name="connsiteY2235" fmla="*/ 613886 h 1377315"/>
                <a:gd name="connsiteX2236" fmla="*/ 1531143 w 2081211"/>
                <a:gd name="connsiteY2236" fmla="*/ 611505 h 1377315"/>
                <a:gd name="connsiteX2237" fmla="*/ 1535430 w 2081211"/>
                <a:gd name="connsiteY2237" fmla="*/ 611981 h 1377315"/>
                <a:gd name="connsiteX2238" fmla="*/ 1537811 w 2081211"/>
                <a:gd name="connsiteY2238" fmla="*/ 611505 h 1377315"/>
                <a:gd name="connsiteX2239" fmla="*/ 1540668 w 2081211"/>
                <a:gd name="connsiteY2239" fmla="*/ 611505 h 1377315"/>
                <a:gd name="connsiteX2240" fmla="*/ 1543049 w 2081211"/>
                <a:gd name="connsiteY2240" fmla="*/ 611029 h 1377315"/>
                <a:gd name="connsiteX2241" fmla="*/ 1545431 w 2081211"/>
                <a:gd name="connsiteY2241" fmla="*/ 609600 h 1377315"/>
                <a:gd name="connsiteX2242" fmla="*/ 1551622 w 2081211"/>
                <a:gd name="connsiteY2242" fmla="*/ 602456 h 1377315"/>
                <a:gd name="connsiteX2243" fmla="*/ 1553051 w 2081211"/>
                <a:gd name="connsiteY2243" fmla="*/ 596265 h 1377315"/>
                <a:gd name="connsiteX2244" fmla="*/ 1554956 w 2081211"/>
                <a:gd name="connsiteY2244" fmla="*/ 592455 h 1377315"/>
                <a:gd name="connsiteX2245" fmla="*/ 1557337 w 2081211"/>
                <a:gd name="connsiteY2245" fmla="*/ 588645 h 1377315"/>
                <a:gd name="connsiteX2246" fmla="*/ 1564005 w 2081211"/>
                <a:gd name="connsiteY2246" fmla="*/ 582454 h 1377315"/>
                <a:gd name="connsiteX2247" fmla="*/ 1573053 w 2081211"/>
                <a:gd name="connsiteY2247" fmla="*/ 579120 h 1377315"/>
                <a:gd name="connsiteX2248" fmla="*/ 1590674 w 2081211"/>
                <a:gd name="connsiteY2248" fmla="*/ 570547 h 1377315"/>
                <a:gd name="connsiteX2249" fmla="*/ 1594485 w 2081211"/>
                <a:gd name="connsiteY2249" fmla="*/ 569595 h 1377315"/>
                <a:gd name="connsiteX2250" fmla="*/ 1604486 w 2081211"/>
                <a:gd name="connsiteY2250" fmla="*/ 555307 h 1377315"/>
                <a:gd name="connsiteX2251" fmla="*/ 1606868 w 2081211"/>
                <a:gd name="connsiteY2251" fmla="*/ 552926 h 1377315"/>
                <a:gd name="connsiteX2252" fmla="*/ 1609724 w 2081211"/>
                <a:gd name="connsiteY2252" fmla="*/ 551497 h 1377315"/>
                <a:gd name="connsiteX2253" fmla="*/ 1612582 w 2081211"/>
                <a:gd name="connsiteY2253" fmla="*/ 548640 h 1377315"/>
                <a:gd name="connsiteX2254" fmla="*/ 1615440 w 2081211"/>
                <a:gd name="connsiteY2254" fmla="*/ 544830 h 1377315"/>
                <a:gd name="connsiteX2255" fmla="*/ 1618297 w 2081211"/>
                <a:gd name="connsiteY2255" fmla="*/ 542449 h 1377315"/>
                <a:gd name="connsiteX2256" fmla="*/ 1630680 w 2081211"/>
                <a:gd name="connsiteY2256" fmla="*/ 543401 h 1377315"/>
                <a:gd name="connsiteX2257" fmla="*/ 1632585 w 2081211"/>
                <a:gd name="connsiteY2257" fmla="*/ 544830 h 1377315"/>
                <a:gd name="connsiteX2258" fmla="*/ 1636872 w 2081211"/>
                <a:gd name="connsiteY2258" fmla="*/ 544830 h 1377315"/>
                <a:gd name="connsiteX2259" fmla="*/ 1638299 w 2081211"/>
                <a:gd name="connsiteY2259" fmla="*/ 543877 h 1377315"/>
                <a:gd name="connsiteX2260" fmla="*/ 1639728 w 2081211"/>
                <a:gd name="connsiteY2260" fmla="*/ 540068 h 1377315"/>
                <a:gd name="connsiteX2261" fmla="*/ 1640681 w 2081211"/>
                <a:gd name="connsiteY2261" fmla="*/ 540068 h 1377315"/>
                <a:gd name="connsiteX2262" fmla="*/ 1641634 w 2081211"/>
                <a:gd name="connsiteY2262" fmla="*/ 545306 h 1377315"/>
                <a:gd name="connsiteX2263" fmla="*/ 1651159 w 2081211"/>
                <a:gd name="connsiteY2263" fmla="*/ 551497 h 1377315"/>
                <a:gd name="connsiteX2264" fmla="*/ 1652587 w 2081211"/>
                <a:gd name="connsiteY2264" fmla="*/ 554831 h 1377315"/>
                <a:gd name="connsiteX2265" fmla="*/ 1655922 w 2081211"/>
                <a:gd name="connsiteY2265" fmla="*/ 557213 h 1377315"/>
                <a:gd name="connsiteX2266" fmla="*/ 1655445 w 2081211"/>
                <a:gd name="connsiteY2266" fmla="*/ 558641 h 1377315"/>
                <a:gd name="connsiteX2267" fmla="*/ 1653540 w 2081211"/>
                <a:gd name="connsiteY2267" fmla="*/ 562927 h 1377315"/>
                <a:gd name="connsiteX2268" fmla="*/ 1653064 w 2081211"/>
                <a:gd name="connsiteY2268" fmla="*/ 564356 h 1377315"/>
                <a:gd name="connsiteX2269" fmla="*/ 1645920 w 2081211"/>
                <a:gd name="connsiteY2269" fmla="*/ 573405 h 1377315"/>
                <a:gd name="connsiteX2270" fmla="*/ 1642110 w 2081211"/>
                <a:gd name="connsiteY2270" fmla="*/ 576739 h 1377315"/>
                <a:gd name="connsiteX2271" fmla="*/ 1639728 w 2081211"/>
                <a:gd name="connsiteY2271" fmla="*/ 580549 h 1377315"/>
                <a:gd name="connsiteX2272" fmla="*/ 1630203 w 2081211"/>
                <a:gd name="connsiteY2272" fmla="*/ 584835 h 1377315"/>
                <a:gd name="connsiteX2273" fmla="*/ 1628774 w 2081211"/>
                <a:gd name="connsiteY2273" fmla="*/ 588169 h 1377315"/>
                <a:gd name="connsiteX2274" fmla="*/ 1630203 w 2081211"/>
                <a:gd name="connsiteY2274" fmla="*/ 591026 h 1377315"/>
                <a:gd name="connsiteX2275" fmla="*/ 1630203 w 2081211"/>
                <a:gd name="connsiteY2275" fmla="*/ 592931 h 1377315"/>
                <a:gd name="connsiteX2276" fmla="*/ 1628774 w 2081211"/>
                <a:gd name="connsiteY2276" fmla="*/ 592931 h 1377315"/>
                <a:gd name="connsiteX2277" fmla="*/ 1626393 w 2081211"/>
                <a:gd name="connsiteY2277" fmla="*/ 593884 h 1377315"/>
                <a:gd name="connsiteX2278" fmla="*/ 1621631 w 2081211"/>
                <a:gd name="connsiteY2278" fmla="*/ 596741 h 1377315"/>
                <a:gd name="connsiteX2279" fmla="*/ 1622107 w 2081211"/>
                <a:gd name="connsiteY2279" fmla="*/ 597694 h 1377315"/>
                <a:gd name="connsiteX2280" fmla="*/ 1622584 w 2081211"/>
                <a:gd name="connsiteY2280" fmla="*/ 600551 h 1377315"/>
                <a:gd name="connsiteX2281" fmla="*/ 1621631 w 2081211"/>
                <a:gd name="connsiteY2281" fmla="*/ 603409 h 1377315"/>
                <a:gd name="connsiteX2282" fmla="*/ 1624489 w 2081211"/>
                <a:gd name="connsiteY2282" fmla="*/ 603885 h 1377315"/>
                <a:gd name="connsiteX2283" fmla="*/ 1629728 w 2081211"/>
                <a:gd name="connsiteY2283" fmla="*/ 603885 h 1377315"/>
                <a:gd name="connsiteX2284" fmla="*/ 1638776 w 2081211"/>
                <a:gd name="connsiteY2284" fmla="*/ 602932 h 1377315"/>
                <a:gd name="connsiteX2285" fmla="*/ 1639728 w 2081211"/>
                <a:gd name="connsiteY2285" fmla="*/ 603409 h 1377315"/>
                <a:gd name="connsiteX2286" fmla="*/ 1637824 w 2081211"/>
                <a:gd name="connsiteY2286" fmla="*/ 604838 h 1377315"/>
                <a:gd name="connsiteX2287" fmla="*/ 1634490 w 2081211"/>
                <a:gd name="connsiteY2287" fmla="*/ 608171 h 1377315"/>
                <a:gd name="connsiteX2288" fmla="*/ 1633061 w 2081211"/>
                <a:gd name="connsiteY2288" fmla="*/ 610076 h 1377315"/>
                <a:gd name="connsiteX2289" fmla="*/ 1634966 w 2081211"/>
                <a:gd name="connsiteY2289" fmla="*/ 614363 h 1377315"/>
                <a:gd name="connsiteX2290" fmla="*/ 1620678 w 2081211"/>
                <a:gd name="connsiteY2290" fmla="*/ 620078 h 1377315"/>
                <a:gd name="connsiteX2291" fmla="*/ 1618297 w 2081211"/>
                <a:gd name="connsiteY2291" fmla="*/ 620554 h 1377315"/>
                <a:gd name="connsiteX2292" fmla="*/ 1615440 w 2081211"/>
                <a:gd name="connsiteY2292" fmla="*/ 621506 h 1377315"/>
                <a:gd name="connsiteX2293" fmla="*/ 1615916 w 2081211"/>
                <a:gd name="connsiteY2293" fmla="*/ 625792 h 1377315"/>
                <a:gd name="connsiteX2294" fmla="*/ 1617345 w 2081211"/>
                <a:gd name="connsiteY2294" fmla="*/ 629126 h 1377315"/>
                <a:gd name="connsiteX2295" fmla="*/ 1618774 w 2081211"/>
                <a:gd name="connsiteY2295" fmla="*/ 628650 h 1377315"/>
                <a:gd name="connsiteX2296" fmla="*/ 1619726 w 2081211"/>
                <a:gd name="connsiteY2296" fmla="*/ 627697 h 1377315"/>
                <a:gd name="connsiteX2297" fmla="*/ 1622584 w 2081211"/>
                <a:gd name="connsiteY2297" fmla="*/ 626269 h 1377315"/>
                <a:gd name="connsiteX2298" fmla="*/ 1629251 w 2081211"/>
                <a:gd name="connsiteY2298" fmla="*/ 625316 h 1377315"/>
                <a:gd name="connsiteX2299" fmla="*/ 1633537 w 2081211"/>
                <a:gd name="connsiteY2299" fmla="*/ 623888 h 1377315"/>
                <a:gd name="connsiteX2300" fmla="*/ 1634014 w 2081211"/>
                <a:gd name="connsiteY2300" fmla="*/ 622935 h 1377315"/>
                <a:gd name="connsiteX2301" fmla="*/ 1632585 w 2081211"/>
                <a:gd name="connsiteY2301" fmla="*/ 620554 h 1377315"/>
                <a:gd name="connsiteX2302" fmla="*/ 1634014 w 2081211"/>
                <a:gd name="connsiteY2302" fmla="*/ 618649 h 1377315"/>
                <a:gd name="connsiteX2303" fmla="*/ 1636395 w 2081211"/>
                <a:gd name="connsiteY2303" fmla="*/ 618172 h 1377315"/>
                <a:gd name="connsiteX2304" fmla="*/ 1638299 w 2081211"/>
                <a:gd name="connsiteY2304" fmla="*/ 619125 h 1377315"/>
                <a:gd name="connsiteX2305" fmla="*/ 1640205 w 2081211"/>
                <a:gd name="connsiteY2305" fmla="*/ 619125 h 1377315"/>
                <a:gd name="connsiteX2306" fmla="*/ 1642110 w 2081211"/>
                <a:gd name="connsiteY2306" fmla="*/ 617696 h 1377315"/>
                <a:gd name="connsiteX2307" fmla="*/ 1644015 w 2081211"/>
                <a:gd name="connsiteY2307" fmla="*/ 617220 h 1377315"/>
                <a:gd name="connsiteX2308" fmla="*/ 1646397 w 2081211"/>
                <a:gd name="connsiteY2308" fmla="*/ 615791 h 1377315"/>
                <a:gd name="connsiteX2309" fmla="*/ 1648778 w 2081211"/>
                <a:gd name="connsiteY2309" fmla="*/ 613410 h 1377315"/>
                <a:gd name="connsiteX2310" fmla="*/ 1652111 w 2081211"/>
                <a:gd name="connsiteY2310" fmla="*/ 608647 h 1377315"/>
                <a:gd name="connsiteX2311" fmla="*/ 1655922 w 2081211"/>
                <a:gd name="connsiteY2311" fmla="*/ 604838 h 1377315"/>
                <a:gd name="connsiteX2312" fmla="*/ 1673066 w 2081211"/>
                <a:gd name="connsiteY2312" fmla="*/ 595789 h 1377315"/>
                <a:gd name="connsiteX2313" fmla="*/ 1677353 w 2081211"/>
                <a:gd name="connsiteY2313" fmla="*/ 594836 h 1377315"/>
                <a:gd name="connsiteX2314" fmla="*/ 1679734 w 2081211"/>
                <a:gd name="connsiteY2314" fmla="*/ 592931 h 1377315"/>
                <a:gd name="connsiteX2315" fmla="*/ 1686401 w 2081211"/>
                <a:gd name="connsiteY2315" fmla="*/ 592455 h 1377315"/>
                <a:gd name="connsiteX2316" fmla="*/ 1687830 w 2081211"/>
                <a:gd name="connsiteY2316" fmla="*/ 591026 h 1377315"/>
                <a:gd name="connsiteX2317" fmla="*/ 1690687 w 2081211"/>
                <a:gd name="connsiteY2317" fmla="*/ 589597 h 1377315"/>
                <a:gd name="connsiteX2318" fmla="*/ 1695449 w 2081211"/>
                <a:gd name="connsiteY2318" fmla="*/ 589597 h 1377315"/>
                <a:gd name="connsiteX2319" fmla="*/ 1698307 w 2081211"/>
                <a:gd name="connsiteY2319" fmla="*/ 588645 h 1377315"/>
                <a:gd name="connsiteX2320" fmla="*/ 1699260 w 2081211"/>
                <a:gd name="connsiteY2320" fmla="*/ 586264 h 1377315"/>
                <a:gd name="connsiteX2321" fmla="*/ 1700689 w 2081211"/>
                <a:gd name="connsiteY2321" fmla="*/ 584835 h 1377315"/>
                <a:gd name="connsiteX2322" fmla="*/ 1704499 w 2081211"/>
                <a:gd name="connsiteY2322" fmla="*/ 587216 h 1377315"/>
                <a:gd name="connsiteX2323" fmla="*/ 1716405 w 2081211"/>
                <a:gd name="connsiteY2323" fmla="*/ 586264 h 1377315"/>
                <a:gd name="connsiteX2324" fmla="*/ 1722120 w 2081211"/>
                <a:gd name="connsiteY2324" fmla="*/ 582930 h 1377315"/>
                <a:gd name="connsiteX2325" fmla="*/ 1724978 w 2081211"/>
                <a:gd name="connsiteY2325" fmla="*/ 579596 h 1377315"/>
                <a:gd name="connsiteX2326" fmla="*/ 1725453 w 2081211"/>
                <a:gd name="connsiteY2326" fmla="*/ 580072 h 1377315"/>
                <a:gd name="connsiteX2327" fmla="*/ 1726406 w 2081211"/>
                <a:gd name="connsiteY2327" fmla="*/ 576263 h 1377315"/>
                <a:gd name="connsiteX2328" fmla="*/ 1729740 w 2081211"/>
                <a:gd name="connsiteY2328" fmla="*/ 573405 h 1377315"/>
                <a:gd name="connsiteX2329" fmla="*/ 1737836 w 2081211"/>
                <a:gd name="connsiteY2329" fmla="*/ 567690 h 1377315"/>
                <a:gd name="connsiteX2330" fmla="*/ 1739741 w 2081211"/>
                <a:gd name="connsiteY2330" fmla="*/ 565309 h 1377315"/>
                <a:gd name="connsiteX2331" fmla="*/ 1743551 w 2081211"/>
                <a:gd name="connsiteY2331" fmla="*/ 562451 h 1377315"/>
                <a:gd name="connsiteX2332" fmla="*/ 1745456 w 2081211"/>
                <a:gd name="connsiteY2332" fmla="*/ 562451 h 1377315"/>
                <a:gd name="connsiteX2333" fmla="*/ 1747361 w 2081211"/>
                <a:gd name="connsiteY2333" fmla="*/ 561975 h 1377315"/>
                <a:gd name="connsiteX2334" fmla="*/ 1747837 w 2081211"/>
                <a:gd name="connsiteY2334" fmla="*/ 560546 h 1377315"/>
                <a:gd name="connsiteX2335" fmla="*/ 1748314 w 2081211"/>
                <a:gd name="connsiteY2335" fmla="*/ 559594 h 1377315"/>
                <a:gd name="connsiteX2336" fmla="*/ 1749743 w 2081211"/>
                <a:gd name="connsiteY2336" fmla="*/ 558641 h 1377315"/>
                <a:gd name="connsiteX2337" fmla="*/ 1753553 w 2081211"/>
                <a:gd name="connsiteY2337" fmla="*/ 556736 h 1377315"/>
                <a:gd name="connsiteX2338" fmla="*/ 1757839 w 2081211"/>
                <a:gd name="connsiteY2338" fmla="*/ 554355 h 1377315"/>
                <a:gd name="connsiteX2339" fmla="*/ 1761172 w 2081211"/>
                <a:gd name="connsiteY2339" fmla="*/ 553879 h 1377315"/>
                <a:gd name="connsiteX2340" fmla="*/ 1765459 w 2081211"/>
                <a:gd name="connsiteY2340" fmla="*/ 550545 h 1377315"/>
                <a:gd name="connsiteX2341" fmla="*/ 1767364 w 2081211"/>
                <a:gd name="connsiteY2341" fmla="*/ 549116 h 1377315"/>
                <a:gd name="connsiteX2342" fmla="*/ 1769268 w 2081211"/>
                <a:gd name="connsiteY2342" fmla="*/ 549116 h 1377315"/>
                <a:gd name="connsiteX2343" fmla="*/ 1769745 w 2081211"/>
                <a:gd name="connsiteY2343" fmla="*/ 548640 h 1377315"/>
                <a:gd name="connsiteX2344" fmla="*/ 1770697 w 2081211"/>
                <a:gd name="connsiteY2344" fmla="*/ 546735 h 1377315"/>
                <a:gd name="connsiteX2345" fmla="*/ 1772126 w 2081211"/>
                <a:gd name="connsiteY2345" fmla="*/ 545782 h 1377315"/>
                <a:gd name="connsiteX2346" fmla="*/ 1774031 w 2081211"/>
                <a:gd name="connsiteY2346" fmla="*/ 545782 h 1377315"/>
                <a:gd name="connsiteX2347" fmla="*/ 1776889 w 2081211"/>
                <a:gd name="connsiteY2347" fmla="*/ 544830 h 1377315"/>
                <a:gd name="connsiteX2348" fmla="*/ 1780699 w 2081211"/>
                <a:gd name="connsiteY2348" fmla="*/ 544354 h 1377315"/>
                <a:gd name="connsiteX2349" fmla="*/ 1783556 w 2081211"/>
                <a:gd name="connsiteY2349" fmla="*/ 541496 h 1377315"/>
                <a:gd name="connsiteX2350" fmla="*/ 1784509 w 2081211"/>
                <a:gd name="connsiteY2350" fmla="*/ 539591 h 1377315"/>
                <a:gd name="connsiteX2351" fmla="*/ 1786414 w 2081211"/>
                <a:gd name="connsiteY2351" fmla="*/ 537210 h 1377315"/>
                <a:gd name="connsiteX2352" fmla="*/ 1790224 w 2081211"/>
                <a:gd name="connsiteY2352" fmla="*/ 534829 h 1377315"/>
                <a:gd name="connsiteX2353" fmla="*/ 1792605 w 2081211"/>
                <a:gd name="connsiteY2353" fmla="*/ 531495 h 1377315"/>
                <a:gd name="connsiteX2354" fmla="*/ 1795462 w 2081211"/>
                <a:gd name="connsiteY2354" fmla="*/ 527685 h 1377315"/>
                <a:gd name="connsiteX2355" fmla="*/ 1796891 w 2081211"/>
                <a:gd name="connsiteY2355" fmla="*/ 526256 h 1377315"/>
                <a:gd name="connsiteX2356" fmla="*/ 1798320 w 2081211"/>
                <a:gd name="connsiteY2356" fmla="*/ 525780 h 1377315"/>
                <a:gd name="connsiteX2357" fmla="*/ 1799272 w 2081211"/>
                <a:gd name="connsiteY2357" fmla="*/ 524351 h 1377315"/>
                <a:gd name="connsiteX2358" fmla="*/ 1800224 w 2081211"/>
                <a:gd name="connsiteY2358" fmla="*/ 520065 h 1377315"/>
                <a:gd name="connsiteX2359" fmla="*/ 1801653 w 2081211"/>
                <a:gd name="connsiteY2359" fmla="*/ 516255 h 1377315"/>
                <a:gd name="connsiteX2360" fmla="*/ 1802606 w 2081211"/>
                <a:gd name="connsiteY2360" fmla="*/ 514350 h 1377315"/>
                <a:gd name="connsiteX2361" fmla="*/ 1805940 w 2081211"/>
                <a:gd name="connsiteY2361" fmla="*/ 512445 h 1377315"/>
                <a:gd name="connsiteX2362" fmla="*/ 1806893 w 2081211"/>
                <a:gd name="connsiteY2362" fmla="*/ 511492 h 1377315"/>
                <a:gd name="connsiteX2363" fmla="*/ 1807845 w 2081211"/>
                <a:gd name="connsiteY2363" fmla="*/ 511016 h 1377315"/>
                <a:gd name="connsiteX2364" fmla="*/ 1809274 w 2081211"/>
                <a:gd name="connsiteY2364" fmla="*/ 511492 h 1377315"/>
                <a:gd name="connsiteX2365" fmla="*/ 1811178 w 2081211"/>
                <a:gd name="connsiteY2365" fmla="*/ 510064 h 1377315"/>
                <a:gd name="connsiteX2366" fmla="*/ 1813084 w 2081211"/>
                <a:gd name="connsiteY2366" fmla="*/ 508635 h 1377315"/>
                <a:gd name="connsiteX2367" fmla="*/ 1814989 w 2081211"/>
                <a:gd name="connsiteY2367" fmla="*/ 509111 h 1377315"/>
                <a:gd name="connsiteX2368" fmla="*/ 1816893 w 2081211"/>
                <a:gd name="connsiteY2368" fmla="*/ 510064 h 1377315"/>
                <a:gd name="connsiteX2369" fmla="*/ 1818799 w 2081211"/>
                <a:gd name="connsiteY2369" fmla="*/ 512445 h 1377315"/>
                <a:gd name="connsiteX2370" fmla="*/ 1819751 w 2081211"/>
                <a:gd name="connsiteY2370" fmla="*/ 514350 h 1377315"/>
                <a:gd name="connsiteX2371" fmla="*/ 1821180 w 2081211"/>
                <a:gd name="connsiteY2371" fmla="*/ 515779 h 1377315"/>
                <a:gd name="connsiteX2372" fmla="*/ 1821656 w 2081211"/>
                <a:gd name="connsiteY2372" fmla="*/ 517684 h 1377315"/>
                <a:gd name="connsiteX2373" fmla="*/ 1823085 w 2081211"/>
                <a:gd name="connsiteY2373" fmla="*/ 518636 h 1377315"/>
                <a:gd name="connsiteX2374" fmla="*/ 1826418 w 2081211"/>
                <a:gd name="connsiteY2374" fmla="*/ 519113 h 1377315"/>
                <a:gd name="connsiteX2375" fmla="*/ 1831657 w 2081211"/>
                <a:gd name="connsiteY2375" fmla="*/ 520541 h 1377315"/>
                <a:gd name="connsiteX2376" fmla="*/ 1834991 w 2081211"/>
                <a:gd name="connsiteY2376" fmla="*/ 520541 h 1377315"/>
                <a:gd name="connsiteX2377" fmla="*/ 1836897 w 2081211"/>
                <a:gd name="connsiteY2377" fmla="*/ 521494 h 1377315"/>
                <a:gd name="connsiteX2378" fmla="*/ 1840706 w 2081211"/>
                <a:gd name="connsiteY2378" fmla="*/ 521970 h 1377315"/>
                <a:gd name="connsiteX2379" fmla="*/ 1848326 w 2081211"/>
                <a:gd name="connsiteY2379" fmla="*/ 521017 h 1377315"/>
                <a:gd name="connsiteX2380" fmla="*/ 1851660 w 2081211"/>
                <a:gd name="connsiteY2380" fmla="*/ 521494 h 1377315"/>
                <a:gd name="connsiteX2381" fmla="*/ 1853089 w 2081211"/>
                <a:gd name="connsiteY2381" fmla="*/ 522922 h 1377315"/>
                <a:gd name="connsiteX2382" fmla="*/ 1854993 w 2081211"/>
                <a:gd name="connsiteY2382" fmla="*/ 523875 h 1377315"/>
                <a:gd name="connsiteX2383" fmla="*/ 1856422 w 2081211"/>
                <a:gd name="connsiteY2383" fmla="*/ 523875 h 1377315"/>
                <a:gd name="connsiteX2384" fmla="*/ 1858328 w 2081211"/>
                <a:gd name="connsiteY2384" fmla="*/ 521970 h 1377315"/>
                <a:gd name="connsiteX2385" fmla="*/ 1860232 w 2081211"/>
                <a:gd name="connsiteY2385" fmla="*/ 519113 h 1377315"/>
                <a:gd name="connsiteX2386" fmla="*/ 1861661 w 2081211"/>
                <a:gd name="connsiteY2386" fmla="*/ 516731 h 1377315"/>
                <a:gd name="connsiteX2387" fmla="*/ 1861661 w 2081211"/>
                <a:gd name="connsiteY2387" fmla="*/ 514826 h 1377315"/>
                <a:gd name="connsiteX2388" fmla="*/ 1860709 w 2081211"/>
                <a:gd name="connsiteY2388" fmla="*/ 512921 h 1377315"/>
                <a:gd name="connsiteX2389" fmla="*/ 1858328 w 2081211"/>
                <a:gd name="connsiteY2389" fmla="*/ 511016 h 1377315"/>
                <a:gd name="connsiteX2390" fmla="*/ 1856422 w 2081211"/>
                <a:gd name="connsiteY2390" fmla="*/ 508159 h 1377315"/>
                <a:gd name="connsiteX2391" fmla="*/ 1854993 w 2081211"/>
                <a:gd name="connsiteY2391" fmla="*/ 505301 h 1377315"/>
                <a:gd name="connsiteX2392" fmla="*/ 1854041 w 2081211"/>
                <a:gd name="connsiteY2392" fmla="*/ 504349 h 1377315"/>
                <a:gd name="connsiteX2393" fmla="*/ 1853089 w 2081211"/>
                <a:gd name="connsiteY2393" fmla="*/ 502920 h 1377315"/>
                <a:gd name="connsiteX2394" fmla="*/ 1853089 w 2081211"/>
                <a:gd name="connsiteY2394" fmla="*/ 500539 h 1377315"/>
                <a:gd name="connsiteX2395" fmla="*/ 1853565 w 2081211"/>
                <a:gd name="connsiteY2395" fmla="*/ 499110 h 1377315"/>
                <a:gd name="connsiteX2396" fmla="*/ 1857374 w 2081211"/>
                <a:gd name="connsiteY2396" fmla="*/ 498157 h 1377315"/>
                <a:gd name="connsiteX2397" fmla="*/ 1862614 w 2081211"/>
                <a:gd name="connsiteY2397" fmla="*/ 497681 h 1377315"/>
                <a:gd name="connsiteX2398" fmla="*/ 1866899 w 2081211"/>
                <a:gd name="connsiteY2398" fmla="*/ 498157 h 1377315"/>
                <a:gd name="connsiteX2399" fmla="*/ 1873568 w 2081211"/>
                <a:gd name="connsiteY2399" fmla="*/ 497681 h 1377315"/>
                <a:gd name="connsiteX2400" fmla="*/ 1877853 w 2081211"/>
                <a:gd name="connsiteY2400" fmla="*/ 496729 h 1377315"/>
                <a:gd name="connsiteX2401" fmla="*/ 1880711 w 2081211"/>
                <a:gd name="connsiteY2401" fmla="*/ 496729 h 1377315"/>
                <a:gd name="connsiteX2402" fmla="*/ 1883568 w 2081211"/>
                <a:gd name="connsiteY2402" fmla="*/ 496729 h 1377315"/>
                <a:gd name="connsiteX2403" fmla="*/ 1884997 w 2081211"/>
                <a:gd name="connsiteY2403" fmla="*/ 495300 h 1377315"/>
                <a:gd name="connsiteX2404" fmla="*/ 1888807 w 2081211"/>
                <a:gd name="connsiteY2404" fmla="*/ 492442 h 1377315"/>
                <a:gd name="connsiteX2405" fmla="*/ 1890712 w 2081211"/>
                <a:gd name="connsiteY2405" fmla="*/ 491490 h 1377315"/>
                <a:gd name="connsiteX2406" fmla="*/ 1892618 w 2081211"/>
                <a:gd name="connsiteY2406" fmla="*/ 489585 h 1377315"/>
                <a:gd name="connsiteX2407" fmla="*/ 1893093 w 2081211"/>
                <a:gd name="connsiteY2407" fmla="*/ 487680 h 1377315"/>
                <a:gd name="connsiteX2408" fmla="*/ 1893570 w 2081211"/>
                <a:gd name="connsiteY2408" fmla="*/ 485775 h 1377315"/>
                <a:gd name="connsiteX2409" fmla="*/ 1894522 w 2081211"/>
                <a:gd name="connsiteY2409" fmla="*/ 483870 h 1377315"/>
                <a:gd name="connsiteX2410" fmla="*/ 1896428 w 2081211"/>
                <a:gd name="connsiteY2410" fmla="*/ 481489 h 1377315"/>
                <a:gd name="connsiteX2411" fmla="*/ 1898332 w 2081211"/>
                <a:gd name="connsiteY2411" fmla="*/ 480536 h 1377315"/>
                <a:gd name="connsiteX2412" fmla="*/ 1900237 w 2081211"/>
                <a:gd name="connsiteY2412" fmla="*/ 480536 h 1377315"/>
                <a:gd name="connsiteX2413" fmla="*/ 1902143 w 2081211"/>
                <a:gd name="connsiteY2413" fmla="*/ 481489 h 1377315"/>
                <a:gd name="connsiteX2414" fmla="*/ 1903572 w 2081211"/>
                <a:gd name="connsiteY2414" fmla="*/ 482441 h 1377315"/>
                <a:gd name="connsiteX2415" fmla="*/ 1904999 w 2081211"/>
                <a:gd name="connsiteY2415" fmla="*/ 481965 h 1377315"/>
                <a:gd name="connsiteX2416" fmla="*/ 1906428 w 2081211"/>
                <a:gd name="connsiteY2416" fmla="*/ 480060 h 1377315"/>
                <a:gd name="connsiteX2417" fmla="*/ 1907381 w 2081211"/>
                <a:gd name="connsiteY2417" fmla="*/ 479584 h 1377315"/>
                <a:gd name="connsiteX2418" fmla="*/ 1909762 w 2081211"/>
                <a:gd name="connsiteY2418" fmla="*/ 479584 h 1377315"/>
                <a:gd name="connsiteX2419" fmla="*/ 1910715 w 2081211"/>
                <a:gd name="connsiteY2419" fmla="*/ 478631 h 1377315"/>
                <a:gd name="connsiteX2420" fmla="*/ 1911668 w 2081211"/>
                <a:gd name="connsiteY2420" fmla="*/ 473392 h 1377315"/>
                <a:gd name="connsiteX2421" fmla="*/ 1912620 w 2081211"/>
                <a:gd name="connsiteY2421" fmla="*/ 469106 h 1377315"/>
                <a:gd name="connsiteX2422" fmla="*/ 1912620 w 2081211"/>
                <a:gd name="connsiteY2422" fmla="*/ 466249 h 1377315"/>
                <a:gd name="connsiteX2423" fmla="*/ 1914524 w 2081211"/>
                <a:gd name="connsiteY2423" fmla="*/ 461486 h 1377315"/>
                <a:gd name="connsiteX2424" fmla="*/ 1915001 w 2081211"/>
                <a:gd name="connsiteY2424" fmla="*/ 458629 h 1377315"/>
                <a:gd name="connsiteX2425" fmla="*/ 1916430 w 2081211"/>
                <a:gd name="connsiteY2425" fmla="*/ 457200 h 1377315"/>
                <a:gd name="connsiteX2426" fmla="*/ 1917859 w 2081211"/>
                <a:gd name="connsiteY2426" fmla="*/ 457200 h 1377315"/>
                <a:gd name="connsiteX2427" fmla="*/ 1919287 w 2081211"/>
                <a:gd name="connsiteY2427" fmla="*/ 458152 h 1377315"/>
                <a:gd name="connsiteX2428" fmla="*/ 1920716 w 2081211"/>
                <a:gd name="connsiteY2428" fmla="*/ 458629 h 1377315"/>
                <a:gd name="connsiteX2429" fmla="*/ 1922622 w 2081211"/>
                <a:gd name="connsiteY2429" fmla="*/ 458152 h 1377315"/>
                <a:gd name="connsiteX2430" fmla="*/ 1924049 w 2081211"/>
                <a:gd name="connsiteY2430" fmla="*/ 459105 h 1377315"/>
                <a:gd name="connsiteX2431" fmla="*/ 1925003 w 2081211"/>
                <a:gd name="connsiteY2431" fmla="*/ 460534 h 1377315"/>
                <a:gd name="connsiteX2432" fmla="*/ 1927860 w 2081211"/>
                <a:gd name="connsiteY2432" fmla="*/ 461486 h 1377315"/>
                <a:gd name="connsiteX2433" fmla="*/ 1928336 w 2081211"/>
                <a:gd name="connsiteY2433" fmla="*/ 462439 h 1377315"/>
                <a:gd name="connsiteX2434" fmla="*/ 1928336 w 2081211"/>
                <a:gd name="connsiteY2434" fmla="*/ 467677 h 1377315"/>
                <a:gd name="connsiteX2435" fmla="*/ 1930241 w 2081211"/>
                <a:gd name="connsiteY2435" fmla="*/ 470059 h 1377315"/>
                <a:gd name="connsiteX2436" fmla="*/ 1932622 w 2081211"/>
                <a:gd name="connsiteY2436" fmla="*/ 472440 h 1377315"/>
                <a:gd name="connsiteX2437" fmla="*/ 1935480 w 2081211"/>
                <a:gd name="connsiteY2437" fmla="*/ 474345 h 1377315"/>
                <a:gd name="connsiteX2438" fmla="*/ 1936909 w 2081211"/>
                <a:gd name="connsiteY2438" fmla="*/ 474821 h 1377315"/>
                <a:gd name="connsiteX2439" fmla="*/ 1937861 w 2081211"/>
                <a:gd name="connsiteY2439" fmla="*/ 476250 h 1377315"/>
                <a:gd name="connsiteX2440" fmla="*/ 1939766 w 2081211"/>
                <a:gd name="connsiteY2440" fmla="*/ 474821 h 1377315"/>
                <a:gd name="connsiteX2441" fmla="*/ 1939290 w 2081211"/>
                <a:gd name="connsiteY2441" fmla="*/ 472440 h 1377315"/>
                <a:gd name="connsiteX2442" fmla="*/ 1937385 w 2081211"/>
                <a:gd name="connsiteY2442" fmla="*/ 470535 h 1377315"/>
                <a:gd name="connsiteX2443" fmla="*/ 1934528 w 2081211"/>
                <a:gd name="connsiteY2443" fmla="*/ 470059 h 1377315"/>
                <a:gd name="connsiteX2444" fmla="*/ 1934051 w 2081211"/>
                <a:gd name="connsiteY2444" fmla="*/ 469582 h 1377315"/>
                <a:gd name="connsiteX2445" fmla="*/ 1934051 w 2081211"/>
                <a:gd name="connsiteY2445" fmla="*/ 468630 h 1377315"/>
                <a:gd name="connsiteX2446" fmla="*/ 1935003 w 2081211"/>
                <a:gd name="connsiteY2446" fmla="*/ 467677 h 1377315"/>
                <a:gd name="connsiteX2447" fmla="*/ 1936432 w 2081211"/>
                <a:gd name="connsiteY2447" fmla="*/ 466725 h 1377315"/>
                <a:gd name="connsiteX2448" fmla="*/ 1939290 w 2081211"/>
                <a:gd name="connsiteY2448" fmla="*/ 465296 h 1377315"/>
                <a:gd name="connsiteX2449" fmla="*/ 1944053 w 2081211"/>
                <a:gd name="connsiteY2449" fmla="*/ 464344 h 1377315"/>
                <a:gd name="connsiteX2450" fmla="*/ 1946910 w 2081211"/>
                <a:gd name="connsiteY2450" fmla="*/ 463391 h 1377315"/>
                <a:gd name="connsiteX2451" fmla="*/ 1949291 w 2081211"/>
                <a:gd name="connsiteY2451" fmla="*/ 462915 h 1377315"/>
                <a:gd name="connsiteX2452" fmla="*/ 1951672 w 2081211"/>
                <a:gd name="connsiteY2452" fmla="*/ 463391 h 1377315"/>
                <a:gd name="connsiteX2453" fmla="*/ 1953578 w 2081211"/>
                <a:gd name="connsiteY2453" fmla="*/ 461963 h 1377315"/>
                <a:gd name="connsiteX2454" fmla="*/ 1955482 w 2081211"/>
                <a:gd name="connsiteY2454" fmla="*/ 461010 h 1377315"/>
                <a:gd name="connsiteX2455" fmla="*/ 1955959 w 2081211"/>
                <a:gd name="connsiteY2455" fmla="*/ 458629 h 1377315"/>
                <a:gd name="connsiteX2456" fmla="*/ 1955959 w 2081211"/>
                <a:gd name="connsiteY2456" fmla="*/ 455295 h 1377315"/>
                <a:gd name="connsiteX2457" fmla="*/ 1956911 w 2081211"/>
                <a:gd name="connsiteY2457" fmla="*/ 454342 h 1377315"/>
                <a:gd name="connsiteX2458" fmla="*/ 1957864 w 2081211"/>
                <a:gd name="connsiteY2458" fmla="*/ 452914 h 1377315"/>
                <a:gd name="connsiteX2459" fmla="*/ 1959293 w 2081211"/>
                <a:gd name="connsiteY2459" fmla="*/ 451009 h 1377315"/>
                <a:gd name="connsiteX2460" fmla="*/ 1960722 w 2081211"/>
                <a:gd name="connsiteY2460" fmla="*/ 446246 h 1377315"/>
                <a:gd name="connsiteX2461" fmla="*/ 1961674 w 2081211"/>
                <a:gd name="connsiteY2461" fmla="*/ 442913 h 1377315"/>
                <a:gd name="connsiteX2462" fmla="*/ 1962149 w 2081211"/>
                <a:gd name="connsiteY2462" fmla="*/ 441484 h 1377315"/>
                <a:gd name="connsiteX2463" fmla="*/ 1962149 w 2081211"/>
                <a:gd name="connsiteY2463" fmla="*/ 439102 h 1377315"/>
                <a:gd name="connsiteX2464" fmla="*/ 1961674 w 2081211"/>
                <a:gd name="connsiteY2464" fmla="*/ 437674 h 1377315"/>
                <a:gd name="connsiteX2465" fmla="*/ 1960722 w 2081211"/>
                <a:gd name="connsiteY2465" fmla="*/ 436721 h 1377315"/>
                <a:gd name="connsiteX2466" fmla="*/ 1959768 w 2081211"/>
                <a:gd name="connsiteY2466" fmla="*/ 436245 h 1377315"/>
                <a:gd name="connsiteX2467" fmla="*/ 1959768 w 2081211"/>
                <a:gd name="connsiteY2467" fmla="*/ 433864 h 1377315"/>
                <a:gd name="connsiteX2468" fmla="*/ 1959768 w 2081211"/>
                <a:gd name="connsiteY2468" fmla="*/ 430530 h 1377315"/>
                <a:gd name="connsiteX2469" fmla="*/ 1959293 w 2081211"/>
                <a:gd name="connsiteY2469" fmla="*/ 428149 h 1377315"/>
                <a:gd name="connsiteX2470" fmla="*/ 1960722 w 2081211"/>
                <a:gd name="connsiteY2470" fmla="*/ 415766 h 1377315"/>
                <a:gd name="connsiteX2471" fmla="*/ 1962149 w 2081211"/>
                <a:gd name="connsiteY2471" fmla="*/ 412909 h 1377315"/>
                <a:gd name="connsiteX2472" fmla="*/ 1957864 w 2081211"/>
                <a:gd name="connsiteY2472" fmla="*/ 396240 h 1377315"/>
                <a:gd name="connsiteX2473" fmla="*/ 1956435 w 2081211"/>
                <a:gd name="connsiteY2473" fmla="*/ 391001 h 1377315"/>
                <a:gd name="connsiteX2474" fmla="*/ 1955482 w 2081211"/>
                <a:gd name="connsiteY2474" fmla="*/ 388144 h 1377315"/>
                <a:gd name="connsiteX2475" fmla="*/ 1953578 w 2081211"/>
                <a:gd name="connsiteY2475" fmla="*/ 384334 h 1377315"/>
                <a:gd name="connsiteX2476" fmla="*/ 1952149 w 2081211"/>
                <a:gd name="connsiteY2476" fmla="*/ 382429 h 1377315"/>
                <a:gd name="connsiteX2477" fmla="*/ 1952624 w 2081211"/>
                <a:gd name="connsiteY2477" fmla="*/ 380524 h 1377315"/>
                <a:gd name="connsiteX2478" fmla="*/ 1954530 w 2081211"/>
                <a:gd name="connsiteY2478" fmla="*/ 378619 h 1377315"/>
                <a:gd name="connsiteX2479" fmla="*/ 1956435 w 2081211"/>
                <a:gd name="connsiteY2479" fmla="*/ 377666 h 1377315"/>
                <a:gd name="connsiteX2480" fmla="*/ 1961197 w 2081211"/>
                <a:gd name="connsiteY2480" fmla="*/ 377190 h 1377315"/>
                <a:gd name="connsiteX2481" fmla="*/ 1962626 w 2081211"/>
                <a:gd name="connsiteY2481" fmla="*/ 376714 h 1377315"/>
                <a:gd name="connsiteX2482" fmla="*/ 1968818 w 2081211"/>
                <a:gd name="connsiteY2482" fmla="*/ 374809 h 1377315"/>
                <a:gd name="connsiteX2483" fmla="*/ 1970247 w 2081211"/>
                <a:gd name="connsiteY2483" fmla="*/ 373380 h 1377315"/>
                <a:gd name="connsiteX2484" fmla="*/ 1973580 w 2081211"/>
                <a:gd name="connsiteY2484" fmla="*/ 370522 h 1377315"/>
                <a:gd name="connsiteX2485" fmla="*/ 1975009 w 2081211"/>
                <a:gd name="connsiteY2485" fmla="*/ 368141 h 1377315"/>
                <a:gd name="connsiteX2486" fmla="*/ 1976437 w 2081211"/>
                <a:gd name="connsiteY2486" fmla="*/ 365284 h 1377315"/>
                <a:gd name="connsiteX2487" fmla="*/ 1979295 w 2081211"/>
                <a:gd name="connsiteY2487" fmla="*/ 363855 h 1377315"/>
                <a:gd name="connsiteX2488" fmla="*/ 1981199 w 2081211"/>
                <a:gd name="connsiteY2488" fmla="*/ 360997 h 1377315"/>
                <a:gd name="connsiteX2489" fmla="*/ 1983105 w 2081211"/>
                <a:gd name="connsiteY2489" fmla="*/ 360045 h 1377315"/>
                <a:gd name="connsiteX2490" fmla="*/ 1985010 w 2081211"/>
                <a:gd name="connsiteY2490" fmla="*/ 362426 h 1377315"/>
                <a:gd name="connsiteX2491" fmla="*/ 1987391 w 2081211"/>
                <a:gd name="connsiteY2491" fmla="*/ 363855 h 1377315"/>
                <a:gd name="connsiteX2492" fmla="*/ 1988820 w 2081211"/>
                <a:gd name="connsiteY2492" fmla="*/ 364331 h 1377315"/>
                <a:gd name="connsiteX2493" fmla="*/ 1990249 w 2081211"/>
                <a:gd name="connsiteY2493" fmla="*/ 361950 h 1377315"/>
                <a:gd name="connsiteX2494" fmla="*/ 1995487 w 2081211"/>
                <a:gd name="connsiteY2494" fmla="*/ 360045 h 1377315"/>
                <a:gd name="connsiteX2495" fmla="*/ 2001203 w 2081211"/>
                <a:gd name="connsiteY2495" fmla="*/ 360045 h 1377315"/>
                <a:gd name="connsiteX2496" fmla="*/ 2007393 w 2081211"/>
                <a:gd name="connsiteY2496" fmla="*/ 361474 h 1377315"/>
                <a:gd name="connsiteX2497" fmla="*/ 2012156 w 2081211"/>
                <a:gd name="connsiteY2497" fmla="*/ 364331 h 1377315"/>
                <a:gd name="connsiteX2498" fmla="*/ 2015014 w 2081211"/>
                <a:gd name="connsiteY2498" fmla="*/ 367665 h 1377315"/>
                <a:gd name="connsiteX2499" fmla="*/ 2015014 w 2081211"/>
                <a:gd name="connsiteY2499" fmla="*/ 370999 h 1377315"/>
                <a:gd name="connsiteX2500" fmla="*/ 2015966 w 2081211"/>
                <a:gd name="connsiteY2500" fmla="*/ 370999 h 1377315"/>
                <a:gd name="connsiteX2501" fmla="*/ 2017872 w 2081211"/>
                <a:gd name="connsiteY2501" fmla="*/ 371475 h 1377315"/>
                <a:gd name="connsiteX2502" fmla="*/ 2019299 w 2081211"/>
                <a:gd name="connsiteY2502" fmla="*/ 371951 h 1377315"/>
                <a:gd name="connsiteX2503" fmla="*/ 2021681 w 2081211"/>
                <a:gd name="connsiteY2503" fmla="*/ 370046 h 1377315"/>
                <a:gd name="connsiteX2504" fmla="*/ 2025015 w 2081211"/>
                <a:gd name="connsiteY2504" fmla="*/ 367665 h 1377315"/>
                <a:gd name="connsiteX2505" fmla="*/ 2024539 w 2081211"/>
                <a:gd name="connsiteY2505" fmla="*/ 363855 h 1377315"/>
                <a:gd name="connsiteX2506" fmla="*/ 2025015 w 2081211"/>
                <a:gd name="connsiteY2506" fmla="*/ 359569 h 1377315"/>
                <a:gd name="connsiteX2507" fmla="*/ 2027397 w 2081211"/>
                <a:gd name="connsiteY2507" fmla="*/ 352425 h 1377315"/>
                <a:gd name="connsiteX2508" fmla="*/ 2030253 w 2081211"/>
                <a:gd name="connsiteY2508" fmla="*/ 350520 h 1377315"/>
                <a:gd name="connsiteX2509" fmla="*/ 2031682 w 2081211"/>
                <a:gd name="connsiteY2509" fmla="*/ 350044 h 1377315"/>
                <a:gd name="connsiteX2510" fmla="*/ 2033111 w 2081211"/>
                <a:gd name="connsiteY2510" fmla="*/ 349091 h 1377315"/>
                <a:gd name="connsiteX2511" fmla="*/ 2035968 w 2081211"/>
                <a:gd name="connsiteY2511" fmla="*/ 347663 h 1377315"/>
                <a:gd name="connsiteX2512" fmla="*/ 2036922 w 2081211"/>
                <a:gd name="connsiteY2512" fmla="*/ 345757 h 1377315"/>
                <a:gd name="connsiteX2513" fmla="*/ 2036445 w 2081211"/>
                <a:gd name="connsiteY2513" fmla="*/ 343376 h 1377315"/>
                <a:gd name="connsiteX2514" fmla="*/ 2037397 w 2081211"/>
                <a:gd name="connsiteY2514" fmla="*/ 340995 h 1377315"/>
                <a:gd name="connsiteX2515" fmla="*/ 2037874 w 2081211"/>
                <a:gd name="connsiteY2515" fmla="*/ 338614 h 1377315"/>
                <a:gd name="connsiteX2516" fmla="*/ 2038826 w 2081211"/>
                <a:gd name="connsiteY2516" fmla="*/ 335756 h 1377315"/>
                <a:gd name="connsiteX2517" fmla="*/ 2040255 w 2081211"/>
                <a:gd name="connsiteY2517" fmla="*/ 334804 h 1377315"/>
                <a:gd name="connsiteX2518" fmla="*/ 2042160 w 2081211"/>
                <a:gd name="connsiteY2518" fmla="*/ 333851 h 1377315"/>
                <a:gd name="connsiteX2519" fmla="*/ 2043589 w 2081211"/>
                <a:gd name="connsiteY2519" fmla="*/ 332422 h 1377315"/>
                <a:gd name="connsiteX2520" fmla="*/ 2045018 w 2081211"/>
                <a:gd name="connsiteY2520" fmla="*/ 330041 h 1377315"/>
                <a:gd name="connsiteX2521" fmla="*/ 2045970 w 2081211"/>
                <a:gd name="connsiteY2521" fmla="*/ 327660 h 1377315"/>
                <a:gd name="connsiteX2522" fmla="*/ 2045493 w 2081211"/>
                <a:gd name="connsiteY2522" fmla="*/ 324802 h 1377315"/>
                <a:gd name="connsiteX2523" fmla="*/ 2047399 w 2081211"/>
                <a:gd name="connsiteY2523" fmla="*/ 322897 h 1377315"/>
                <a:gd name="connsiteX2524" fmla="*/ 2050256 w 2081211"/>
                <a:gd name="connsiteY2524" fmla="*/ 321469 h 1377315"/>
                <a:gd name="connsiteX2525" fmla="*/ 2051209 w 2081211"/>
                <a:gd name="connsiteY2525" fmla="*/ 320516 h 1377315"/>
                <a:gd name="connsiteX2526" fmla="*/ 2051685 w 2081211"/>
                <a:gd name="connsiteY2526" fmla="*/ 318135 h 1377315"/>
                <a:gd name="connsiteX2527" fmla="*/ 2051685 w 2081211"/>
                <a:gd name="connsiteY2527" fmla="*/ 317182 h 1377315"/>
                <a:gd name="connsiteX2528" fmla="*/ 2052637 w 2081211"/>
                <a:gd name="connsiteY2528" fmla="*/ 315754 h 1377315"/>
                <a:gd name="connsiteX2529" fmla="*/ 2052161 w 2081211"/>
                <a:gd name="connsiteY2529" fmla="*/ 312896 h 1377315"/>
                <a:gd name="connsiteX2530" fmla="*/ 2051685 w 2081211"/>
                <a:gd name="connsiteY2530" fmla="*/ 310039 h 1377315"/>
                <a:gd name="connsiteX2531" fmla="*/ 2054543 w 2081211"/>
                <a:gd name="connsiteY2531" fmla="*/ 305276 h 1377315"/>
                <a:gd name="connsiteX2532" fmla="*/ 2056924 w 2081211"/>
                <a:gd name="connsiteY2532" fmla="*/ 300990 h 1377315"/>
                <a:gd name="connsiteX2533" fmla="*/ 2057399 w 2081211"/>
                <a:gd name="connsiteY2533" fmla="*/ 294799 h 1377315"/>
                <a:gd name="connsiteX2534" fmla="*/ 2057876 w 2081211"/>
                <a:gd name="connsiteY2534" fmla="*/ 293846 h 1377315"/>
                <a:gd name="connsiteX2535" fmla="*/ 2058828 w 2081211"/>
                <a:gd name="connsiteY2535" fmla="*/ 290989 h 1377315"/>
                <a:gd name="connsiteX2536" fmla="*/ 2059305 w 2081211"/>
                <a:gd name="connsiteY2536" fmla="*/ 290036 h 1377315"/>
                <a:gd name="connsiteX2537" fmla="*/ 2061210 w 2081211"/>
                <a:gd name="connsiteY2537" fmla="*/ 286226 h 1377315"/>
                <a:gd name="connsiteX2538" fmla="*/ 2063591 w 2081211"/>
                <a:gd name="connsiteY2538" fmla="*/ 283845 h 1377315"/>
                <a:gd name="connsiteX2539" fmla="*/ 2063115 w 2081211"/>
                <a:gd name="connsiteY2539" fmla="*/ 280988 h 1377315"/>
                <a:gd name="connsiteX2540" fmla="*/ 2062162 w 2081211"/>
                <a:gd name="connsiteY2540" fmla="*/ 278130 h 1377315"/>
                <a:gd name="connsiteX2541" fmla="*/ 2062162 w 2081211"/>
                <a:gd name="connsiteY2541" fmla="*/ 276225 h 1377315"/>
                <a:gd name="connsiteX2542" fmla="*/ 2064068 w 2081211"/>
                <a:gd name="connsiteY2542" fmla="*/ 273844 h 1377315"/>
                <a:gd name="connsiteX2543" fmla="*/ 2065020 w 2081211"/>
                <a:gd name="connsiteY2543" fmla="*/ 272891 h 1377315"/>
                <a:gd name="connsiteX2544" fmla="*/ 2065972 w 2081211"/>
                <a:gd name="connsiteY2544" fmla="*/ 271463 h 1377315"/>
                <a:gd name="connsiteX2545" fmla="*/ 2067401 w 2081211"/>
                <a:gd name="connsiteY2545" fmla="*/ 270986 h 1377315"/>
                <a:gd name="connsiteX2546" fmla="*/ 2068830 w 2081211"/>
                <a:gd name="connsiteY2546" fmla="*/ 270510 h 1377315"/>
                <a:gd name="connsiteX2547" fmla="*/ 2072164 w 2081211"/>
                <a:gd name="connsiteY2547" fmla="*/ 270034 h 1377315"/>
                <a:gd name="connsiteX2548" fmla="*/ 2074068 w 2081211"/>
                <a:gd name="connsiteY2548" fmla="*/ 268605 h 1377315"/>
                <a:gd name="connsiteX2549" fmla="*/ 2075974 w 2081211"/>
                <a:gd name="connsiteY2549" fmla="*/ 267176 h 1377315"/>
                <a:gd name="connsiteX2550" fmla="*/ 2079307 w 2081211"/>
                <a:gd name="connsiteY2550" fmla="*/ 262890 h 1377315"/>
                <a:gd name="connsiteX2551" fmla="*/ 2080260 w 2081211"/>
                <a:gd name="connsiteY2551" fmla="*/ 260509 h 1377315"/>
                <a:gd name="connsiteX2552" fmla="*/ 2081212 w 2081211"/>
                <a:gd name="connsiteY2552" fmla="*/ 259080 h 1377315"/>
                <a:gd name="connsiteX2553" fmla="*/ 2077878 w 2081211"/>
                <a:gd name="connsiteY2553" fmla="*/ 253365 h 137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Lst>
              <a:rect l="l" t="t" r="r" b="b"/>
              <a:pathLst>
                <a:path w="2081211" h="1377315">
                  <a:moveTo>
                    <a:pt x="1270635" y="1319213"/>
                  </a:moveTo>
                  <a:lnTo>
                    <a:pt x="1269682" y="1316831"/>
                  </a:lnTo>
                  <a:lnTo>
                    <a:pt x="1267777" y="1315403"/>
                  </a:lnTo>
                  <a:lnTo>
                    <a:pt x="1264920" y="1314450"/>
                  </a:lnTo>
                  <a:lnTo>
                    <a:pt x="1262539" y="1313021"/>
                  </a:lnTo>
                  <a:lnTo>
                    <a:pt x="1260157" y="1310164"/>
                  </a:lnTo>
                  <a:lnTo>
                    <a:pt x="1259205" y="1310164"/>
                  </a:lnTo>
                  <a:lnTo>
                    <a:pt x="1257300" y="1311592"/>
                  </a:lnTo>
                  <a:lnTo>
                    <a:pt x="1256824" y="1312545"/>
                  </a:lnTo>
                  <a:lnTo>
                    <a:pt x="1256824" y="1315879"/>
                  </a:lnTo>
                  <a:lnTo>
                    <a:pt x="1251109" y="1313021"/>
                  </a:lnTo>
                  <a:lnTo>
                    <a:pt x="1250156" y="1313021"/>
                  </a:lnTo>
                  <a:lnTo>
                    <a:pt x="1250156" y="1314450"/>
                  </a:lnTo>
                  <a:lnTo>
                    <a:pt x="1250156" y="1315879"/>
                  </a:lnTo>
                  <a:lnTo>
                    <a:pt x="1248727" y="1313498"/>
                  </a:lnTo>
                  <a:lnTo>
                    <a:pt x="1244441" y="1313021"/>
                  </a:lnTo>
                  <a:lnTo>
                    <a:pt x="1243013" y="1313021"/>
                  </a:lnTo>
                  <a:lnTo>
                    <a:pt x="1240155" y="1314926"/>
                  </a:lnTo>
                  <a:lnTo>
                    <a:pt x="1233964" y="1315879"/>
                  </a:lnTo>
                  <a:lnTo>
                    <a:pt x="1225391" y="1314926"/>
                  </a:lnTo>
                  <a:lnTo>
                    <a:pt x="1223010" y="1315403"/>
                  </a:lnTo>
                  <a:lnTo>
                    <a:pt x="1220628" y="1317784"/>
                  </a:lnTo>
                  <a:lnTo>
                    <a:pt x="1217295" y="1318260"/>
                  </a:lnTo>
                  <a:lnTo>
                    <a:pt x="1213961" y="1317784"/>
                  </a:lnTo>
                  <a:lnTo>
                    <a:pt x="1212056" y="1318736"/>
                  </a:lnTo>
                  <a:lnTo>
                    <a:pt x="1210627" y="1320165"/>
                  </a:lnTo>
                  <a:lnTo>
                    <a:pt x="1209199" y="1322546"/>
                  </a:lnTo>
                  <a:lnTo>
                    <a:pt x="1210627" y="1323023"/>
                  </a:lnTo>
                  <a:lnTo>
                    <a:pt x="1212532" y="1323023"/>
                  </a:lnTo>
                  <a:lnTo>
                    <a:pt x="1209199" y="1325880"/>
                  </a:lnTo>
                  <a:lnTo>
                    <a:pt x="1205389" y="1327785"/>
                  </a:lnTo>
                  <a:lnTo>
                    <a:pt x="1200150" y="1332548"/>
                  </a:lnTo>
                  <a:lnTo>
                    <a:pt x="1196340" y="1334929"/>
                  </a:lnTo>
                  <a:lnTo>
                    <a:pt x="1193006" y="1337786"/>
                  </a:lnTo>
                  <a:lnTo>
                    <a:pt x="1192053" y="1339215"/>
                  </a:lnTo>
                  <a:lnTo>
                    <a:pt x="1191577" y="1340644"/>
                  </a:lnTo>
                  <a:lnTo>
                    <a:pt x="1191101" y="1353026"/>
                  </a:lnTo>
                  <a:lnTo>
                    <a:pt x="1191101" y="1354455"/>
                  </a:lnTo>
                  <a:lnTo>
                    <a:pt x="1192530" y="1358265"/>
                  </a:lnTo>
                  <a:lnTo>
                    <a:pt x="1193482" y="1365885"/>
                  </a:lnTo>
                  <a:lnTo>
                    <a:pt x="1201102" y="1370171"/>
                  </a:lnTo>
                  <a:lnTo>
                    <a:pt x="1204913" y="1372076"/>
                  </a:lnTo>
                  <a:lnTo>
                    <a:pt x="1210151" y="1373505"/>
                  </a:lnTo>
                  <a:lnTo>
                    <a:pt x="1215390" y="1374457"/>
                  </a:lnTo>
                  <a:lnTo>
                    <a:pt x="1217295" y="1374934"/>
                  </a:lnTo>
                  <a:lnTo>
                    <a:pt x="1221581" y="1377315"/>
                  </a:lnTo>
                  <a:lnTo>
                    <a:pt x="1223963" y="1376839"/>
                  </a:lnTo>
                  <a:lnTo>
                    <a:pt x="1227296" y="1375886"/>
                  </a:lnTo>
                  <a:lnTo>
                    <a:pt x="1228249" y="1375410"/>
                  </a:lnTo>
                  <a:lnTo>
                    <a:pt x="1230153" y="1372553"/>
                  </a:lnTo>
                  <a:lnTo>
                    <a:pt x="1232059" y="1370648"/>
                  </a:lnTo>
                  <a:lnTo>
                    <a:pt x="1237297" y="1369695"/>
                  </a:lnTo>
                  <a:lnTo>
                    <a:pt x="1239202" y="1369695"/>
                  </a:lnTo>
                  <a:lnTo>
                    <a:pt x="1240631" y="1368742"/>
                  </a:lnTo>
                  <a:lnTo>
                    <a:pt x="1240631" y="1367790"/>
                  </a:lnTo>
                  <a:lnTo>
                    <a:pt x="1240155" y="1366838"/>
                  </a:lnTo>
                  <a:lnTo>
                    <a:pt x="1243965" y="1364456"/>
                  </a:lnTo>
                  <a:lnTo>
                    <a:pt x="1247299" y="1361599"/>
                  </a:lnTo>
                  <a:lnTo>
                    <a:pt x="1248727" y="1361123"/>
                  </a:lnTo>
                  <a:lnTo>
                    <a:pt x="1250156" y="1361123"/>
                  </a:lnTo>
                  <a:lnTo>
                    <a:pt x="1252538" y="1360170"/>
                  </a:lnTo>
                  <a:lnTo>
                    <a:pt x="1254443" y="1358265"/>
                  </a:lnTo>
                  <a:lnTo>
                    <a:pt x="1255395" y="1355884"/>
                  </a:lnTo>
                  <a:lnTo>
                    <a:pt x="1256824" y="1350169"/>
                  </a:lnTo>
                  <a:lnTo>
                    <a:pt x="1258252" y="1345882"/>
                  </a:lnTo>
                  <a:lnTo>
                    <a:pt x="1258252" y="1344454"/>
                  </a:lnTo>
                  <a:lnTo>
                    <a:pt x="1258728" y="1343025"/>
                  </a:lnTo>
                  <a:lnTo>
                    <a:pt x="1259681" y="1341596"/>
                  </a:lnTo>
                  <a:lnTo>
                    <a:pt x="1261110" y="1338739"/>
                  </a:lnTo>
                  <a:lnTo>
                    <a:pt x="1267301" y="1329214"/>
                  </a:lnTo>
                  <a:lnTo>
                    <a:pt x="1270159" y="1328261"/>
                  </a:lnTo>
                  <a:lnTo>
                    <a:pt x="1273493" y="1325880"/>
                  </a:lnTo>
                  <a:lnTo>
                    <a:pt x="1273016" y="1322070"/>
                  </a:lnTo>
                  <a:lnTo>
                    <a:pt x="1270635" y="1319213"/>
                  </a:lnTo>
                  <a:close/>
                  <a:moveTo>
                    <a:pt x="2077878" y="253365"/>
                  </a:moveTo>
                  <a:lnTo>
                    <a:pt x="2076449" y="250031"/>
                  </a:lnTo>
                  <a:lnTo>
                    <a:pt x="2074545" y="245745"/>
                  </a:lnTo>
                  <a:lnTo>
                    <a:pt x="2073593" y="243840"/>
                  </a:lnTo>
                  <a:lnTo>
                    <a:pt x="2075022" y="241459"/>
                  </a:lnTo>
                  <a:lnTo>
                    <a:pt x="2076449" y="240030"/>
                  </a:lnTo>
                  <a:lnTo>
                    <a:pt x="2077403" y="238601"/>
                  </a:lnTo>
                  <a:lnTo>
                    <a:pt x="2077878" y="236220"/>
                  </a:lnTo>
                  <a:lnTo>
                    <a:pt x="2077403" y="234315"/>
                  </a:lnTo>
                  <a:lnTo>
                    <a:pt x="2074068" y="231457"/>
                  </a:lnTo>
                  <a:lnTo>
                    <a:pt x="2070259" y="230029"/>
                  </a:lnTo>
                  <a:lnTo>
                    <a:pt x="2065972" y="229552"/>
                  </a:lnTo>
                  <a:lnTo>
                    <a:pt x="2064543" y="229552"/>
                  </a:lnTo>
                  <a:lnTo>
                    <a:pt x="2061686" y="230029"/>
                  </a:lnTo>
                  <a:lnTo>
                    <a:pt x="2049303" y="233839"/>
                  </a:lnTo>
                  <a:lnTo>
                    <a:pt x="2043589" y="236696"/>
                  </a:lnTo>
                  <a:lnTo>
                    <a:pt x="2040255" y="240030"/>
                  </a:lnTo>
                  <a:lnTo>
                    <a:pt x="2036922" y="241459"/>
                  </a:lnTo>
                  <a:lnTo>
                    <a:pt x="2031206" y="241459"/>
                  </a:lnTo>
                  <a:lnTo>
                    <a:pt x="2025968" y="241459"/>
                  </a:lnTo>
                  <a:lnTo>
                    <a:pt x="2021681" y="243364"/>
                  </a:lnTo>
                  <a:lnTo>
                    <a:pt x="2016918" y="247174"/>
                  </a:lnTo>
                  <a:lnTo>
                    <a:pt x="2013585" y="249079"/>
                  </a:lnTo>
                  <a:lnTo>
                    <a:pt x="2011203" y="248602"/>
                  </a:lnTo>
                  <a:lnTo>
                    <a:pt x="2008822" y="250984"/>
                  </a:lnTo>
                  <a:lnTo>
                    <a:pt x="2006441" y="256222"/>
                  </a:lnTo>
                  <a:lnTo>
                    <a:pt x="2003584" y="258604"/>
                  </a:lnTo>
                  <a:lnTo>
                    <a:pt x="2000249" y="258127"/>
                  </a:lnTo>
                  <a:lnTo>
                    <a:pt x="1992630" y="258604"/>
                  </a:lnTo>
                  <a:lnTo>
                    <a:pt x="1980247" y="260032"/>
                  </a:lnTo>
                  <a:lnTo>
                    <a:pt x="1972628" y="260032"/>
                  </a:lnTo>
                  <a:lnTo>
                    <a:pt x="1969293" y="258127"/>
                  </a:lnTo>
                  <a:lnTo>
                    <a:pt x="1964531" y="258127"/>
                  </a:lnTo>
                  <a:lnTo>
                    <a:pt x="1957864" y="259556"/>
                  </a:lnTo>
                  <a:lnTo>
                    <a:pt x="1953578" y="260032"/>
                  </a:lnTo>
                  <a:lnTo>
                    <a:pt x="1952149" y="259080"/>
                  </a:lnTo>
                  <a:lnTo>
                    <a:pt x="1951197" y="256699"/>
                  </a:lnTo>
                  <a:lnTo>
                    <a:pt x="1950720" y="253365"/>
                  </a:lnTo>
                  <a:lnTo>
                    <a:pt x="1948339" y="249555"/>
                  </a:lnTo>
                  <a:lnTo>
                    <a:pt x="1944528" y="245745"/>
                  </a:lnTo>
                  <a:lnTo>
                    <a:pt x="1944053" y="240982"/>
                  </a:lnTo>
                  <a:lnTo>
                    <a:pt x="1946434" y="235267"/>
                  </a:lnTo>
                  <a:lnTo>
                    <a:pt x="1946910" y="231457"/>
                  </a:lnTo>
                  <a:lnTo>
                    <a:pt x="1945481" y="229552"/>
                  </a:lnTo>
                  <a:lnTo>
                    <a:pt x="1945005" y="227647"/>
                  </a:lnTo>
                  <a:lnTo>
                    <a:pt x="1942147" y="225266"/>
                  </a:lnTo>
                  <a:lnTo>
                    <a:pt x="1940243" y="221456"/>
                  </a:lnTo>
                  <a:lnTo>
                    <a:pt x="1938814" y="220027"/>
                  </a:lnTo>
                  <a:lnTo>
                    <a:pt x="1939290" y="216694"/>
                  </a:lnTo>
                  <a:lnTo>
                    <a:pt x="1941195" y="212884"/>
                  </a:lnTo>
                  <a:lnTo>
                    <a:pt x="1938814" y="209074"/>
                  </a:lnTo>
                  <a:lnTo>
                    <a:pt x="1932147" y="209074"/>
                  </a:lnTo>
                  <a:lnTo>
                    <a:pt x="1926907" y="208121"/>
                  </a:lnTo>
                  <a:lnTo>
                    <a:pt x="1921668" y="204788"/>
                  </a:lnTo>
                  <a:lnTo>
                    <a:pt x="1913572" y="194786"/>
                  </a:lnTo>
                  <a:lnTo>
                    <a:pt x="1909286" y="191452"/>
                  </a:lnTo>
                  <a:lnTo>
                    <a:pt x="1906428" y="190976"/>
                  </a:lnTo>
                  <a:lnTo>
                    <a:pt x="1904524" y="189547"/>
                  </a:lnTo>
                  <a:lnTo>
                    <a:pt x="1903095" y="186690"/>
                  </a:lnTo>
                  <a:lnTo>
                    <a:pt x="1901190" y="186690"/>
                  </a:lnTo>
                  <a:lnTo>
                    <a:pt x="1899285" y="186690"/>
                  </a:lnTo>
                  <a:lnTo>
                    <a:pt x="1898332" y="187642"/>
                  </a:lnTo>
                  <a:lnTo>
                    <a:pt x="1896903" y="188119"/>
                  </a:lnTo>
                  <a:lnTo>
                    <a:pt x="1894999" y="187166"/>
                  </a:lnTo>
                  <a:lnTo>
                    <a:pt x="1892618" y="187166"/>
                  </a:lnTo>
                  <a:lnTo>
                    <a:pt x="1890236" y="188119"/>
                  </a:lnTo>
                  <a:lnTo>
                    <a:pt x="1888331" y="187642"/>
                  </a:lnTo>
                  <a:lnTo>
                    <a:pt x="1886903" y="185738"/>
                  </a:lnTo>
                  <a:lnTo>
                    <a:pt x="1884045" y="184309"/>
                  </a:lnTo>
                  <a:lnTo>
                    <a:pt x="1880235" y="183832"/>
                  </a:lnTo>
                  <a:lnTo>
                    <a:pt x="1878806" y="182404"/>
                  </a:lnTo>
                  <a:lnTo>
                    <a:pt x="1879282" y="180499"/>
                  </a:lnTo>
                  <a:lnTo>
                    <a:pt x="1878330" y="179070"/>
                  </a:lnTo>
                  <a:lnTo>
                    <a:pt x="1875949" y="178117"/>
                  </a:lnTo>
                  <a:lnTo>
                    <a:pt x="1869757" y="178594"/>
                  </a:lnTo>
                  <a:lnTo>
                    <a:pt x="1859756" y="180022"/>
                  </a:lnTo>
                  <a:lnTo>
                    <a:pt x="1851660" y="179546"/>
                  </a:lnTo>
                  <a:lnTo>
                    <a:pt x="1845468" y="177165"/>
                  </a:lnTo>
                  <a:lnTo>
                    <a:pt x="1842135" y="174784"/>
                  </a:lnTo>
                  <a:lnTo>
                    <a:pt x="1841182" y="172879"/>
                  </a:lnTo>
                  <a:lnTo>
                    <a:pt x="1839278" y="170974"/>
                  </a:lnTo>
                  <a:lnTo>
                    <a:pt x="1836420" y="169069"/>
                  </a:lnTo>
                  <a:lnTo>
                    <a:pt x="1834991" y="165735"/>
                  </a:lnTo>
                  <a:lnTo>
                    <a:pt x="1834515" y="161449"/>
                  </a:lnTo>
                  <a:lnTo>
                    <a:pt x="1834991" y="157163"/>
                  </a:lnTo>
                  <a:lnTo>
                    <a:pt x="1837849" y="150971"/>
                  </a:lnTo>
                  <a:lnTo>
                    <a:pt x="1831181" y="147161"/>
                  </a:lnTo>
                  <a:lnTo>
                    <a:pt x="1829276" y="144780"/>
                  </a:lnTo>
                  <a:lnTo>
                    <a:pt x="1829753" y="142875"/>
                  </a:lnTo>
                  <a:lnTo>
                    <a:pt x="1829276" y="141446"/>
                  </a:lnTo>
                  <a:lnTo>
                    <a:pt x="1828324" y="140494"/>
                  </a:lnTo>
                  <a:lnTo>
                    <a:pt x="1828324" y="138589"/>
                  </a:lnTo>
                  <a:lnTo>
                    <a:pt x="1829753" y="136207"/>
                  </a:lnTo>
                  <a:lnTo>
                    <a:pt x="1829753" y="132874"/>
                  </a:lnTo>
                  <a:lnTo>
                    <a:pt x="1828324" y="129064"/>
                  </a:lnTo>
                  <a:lnTo>
                    <a:pt x="1824514" y="123825"/>
                  </a:lnTo>
                  <a:lnTo>
                    <a:pt x="1818322" y="116681"/>
                  </a:lnTo>
                  <a:lnTo>
                    <a:pt x="1814989" y="111442"/>
                  </a:lnTo>
                  <a:lnTo>
                    <a:pt x="1814512" y="108109"/>
                  </a:lnTo>
                  <a:lnTo>
                    <a:pt x="1813560" y="105727"/>
                  </a:lnTo>
                  <a:lnTo>
                    <a:pt x="1812607" y="104299"/>
                  </a:lnTo>
                  <a:lnTo>
                    <a:pt x="1812131" y="101917"/>
                  </a:lnTo>
                  <a:lnTo>
                    <a:pt x="1812607" y="99060"/>
                  </a:lnTo>
                  <a:lnTo>
                    <a:pt x="1812131" y="97155"/>
                  </a:lnTo>
                  <a:lnTo>
                    <a:pt x="1811178" y="95726"/>
                  </a:lnTo>
                  <a:lnTo>
                    <a:pt x="1811178" y="93345"/>
                  </a:lnTo>
                  <a:lnTo>
                    <a:pt x="1810226" y="91440"/>
                  </a:lnTo>
                  <a:lnTo>
                    <a:pt x="1807845" y="90488"/>
                  </a:lnTo>
                  <a:lnTo>
                    <a:pt x="1807368" y="88582"/>
                  </a:lnTo>
                  <a:lnTo>
                    <a:pt x="1807845" y="84296"/>
                  </a:lnTo>
                  <a:lnTo>
                    <a:pt x="1806416" y="80963"/>
                  </a:lnTo>
                  <a:lnTo>
                    <a:pt x="1801653" y="74295"/>
                  </a:lnTo>
                  <a:lnTo>
                    <a:pt x="1800224" y="69532"/>
                  </a:lnTo>
                  <a:lnTo>
                    <a:pt x="1799749" y="65246"/>
                  </a:lnTo>
                  <a:lnTo>
                    <a:pt x="1797843" y="63341"/>
                  </a:lnTo>
                  <a:lnTo>
                    <a:pt x="1797843" y="61436"/>
                  </a:lnTo>
                  <a:lnTo>
                    <a:pt x="1797368" y="58102"/>
                  </a:lnTo>
                  <a:lnTo>
                    <a:pt x="1795939" y="57150"/>
                  </a:lnTo>
                  <a:lnTo>
                    <a:pt x="1794986" y="56197"/>
                  </a:lnTo>
                  <a:lnTo>
                    <a:pt x="1795462" y="54769"/>
                  </a:lnTo>
                  <a:lnTo>
                    <a:pt x="1794510" y="52864"/>
                  </a:lnTo>
                  <a:lnTo>
                    <a:pt x="1792128" y="50959"/>
                  </a:lnTo>
                  <a:lnTo>
                    <a:pt x="1791176" y="49054"/>
                  </a:lnTo>
                  <a:lnTo>
                    <a:pt x="1790699" y="47625"/>
                  </a:lnTo>
                  <a:lnTo>
                    <a:pt x="1789272" y="46196"/>
                  </a:lnTo>
                  <a:lnTo>
                    <a:pt x="1785461" y="44767"/>
                  </a:lnTo>
                  <a:lnTo>
                    <a:pt x="1784509" y="42863"/>
                  </a:lnTo>
                  <a:lnTo>
                    <a:pt x="1784985" y="41434"/>
                  </a:lnTo>
                  <a:lnTo>
                    <a:pt x="1785937" y="40005"/>
                  </a:lnTo>
                  <a:lnTo>
                    <a:pt x="1786414" y="39052"/>
                  </a:lnTo>
                  <a:lnTo>
                    <a:pt x="1786414" y="38100"/>
                  </a:lnTo>
                  <a:lnTo>
                    <a:pt x="1785937" y="37147"/>
                  </a:lnTo>
                  <a:lnTo>
                    <a:pt x="1784509" y="35719"/>
                  </a:lnTo>
                  <a:lnTo>
                    <a:pt x="1782603" y="34290"/>
                  </a:lnTo>
                  <a:lnTo>
                    <a:pt x="1780222" y="30956"/>
                  </a:lnTo>
                  <a:lnTo>
                    <a:pt x="1777365" y="30004"/>
                  </a:lnTo>
                  <a:lnTo>
                    <a:pt x="1775460" y="30004"/>
                  </a:lnTo>
                  <a:lnTo>
                    <a:pt x="1774031" y="28099"/>
                  </a:lnTo>
                  <a:lnTo>
                    <a:pt x="1774507" y="27146"/>
                  </a:lnTo>
                  <a:lnTo>
                    <a:pt x="1774507" y="24765"/>
                  </a:lnTo>
                  <a:lnTo>
                    <a:pt x="1773078" y="22860"/>
                  </a:lnTo>
                  <a:lnTo>
                    <a:pt x="1771174" y="22384"/>
                  </a:lnTo>
                  <a:lnTo>
                    <a:pt x="1769268" y="22860"/>
                  </a:lnTo>
                  <a:lnTo>
                    <a:pt x="1764982" y="21431"/>
                  </a:lnTo>
                  <a:lnTo>
                    <a:pt x="1758315" y="17621"/>
                  </a:lnTo>
                  <a:lnTo>
                    <a:pt x="1753076" y="15716"/>
                  </a:lnTo>
                  <a:lnTo>
                    <a:pt x="1749743" y="16192"/>
                  </a:lnTo>
                  <a:lnTo>
                    <a:pt x="1747361" y="17145"/>
                  </a:lnTo>
                  <a:lnTo>
                    <a:pt x="1746409" y="19050"/>
                  </a:lnTo>
                  <a:lnTo>
                    <a:pt x="1744028" y="19050"/>
                  </a:lnTo>
                  <a:lnTo>
                    <a:pt x="1738312" y="15716"/>
                  </a:lnTo>
                  <a:lnTo>
                    <a:pt x="1732597" y="14764"/>
                  </a:lnTo>
                  <a:lnTo>
                    <a:pt x="1729264" y="12859"/>
                  </a:lnTo>
                  <a:lnTo>
                    <a:pt x="1726406" y="9525"/>
                  </a:lnTo>
                  <a:lnTo>
                    <a:pt x="1724024" y="8096"/>
                  </a:lnTo>
                  <a:lnTo>
                    <a:pt x="1721643" y="8572"/>
                  </a:lnTo>
                  <a:lnTo>
                    <a:pt x="1716405" y="6191"/>
                  </a:lnTo>
                  <a:lnTo>
                    <a:pt x="1707832" y="1429"/>
                  </a:lnTo>
                  <a:lnTo>
                    <a:pt x="1703070" y="0"/>
                  </a:lnTo>
                  <a:lnTo>
                    <a:pt x="1701641" y="952"/>
                  </a:lnTo>
                  <a:lnTo>
                    <a:pt x="1700689" y="952"/>
                  </a:lnTo>
                  <a:lnTo>
                    <a:pt x="1699260" y="952"/>
                  </a:lnTo>
                  <a:lnTo>
                    <a:pt x="1696878" y="952"/>
                  </a:lnTo>
                  <a:lnTo>
                    <a:pt x="1693068" y="0"/>
                  </a:lnTo>
                  <a:lnTo>
                    <a:pt x="1687830" y="476"/>
                  </a:lnTo>
                  <a:lnTo>
                    <a:pt x="1681162" y="2857"/>
                  </a:lnTo>
                  <a:lnTo>
                    <a:pt x="1674018" y="4286"/>
                  </a:lnTo>
                  <a:lnTo>
                    <a:pt x="1666399" y="4763"/>
                  </a:lnTo>
                  <a:lnTo>
                    <a:pt x="1661636" y="4286"/>
                  </a:lnTo>
                  <a:lnTo>
                    <a:pt x="1660207" y="3334"/>
                  </a:lnTo>
                  <a:lnTo>
                    <a:pt x="1651635" y="4763"/>
                  </a:lnTo>
                  <a:lnTo>
                    <a:pt x="1639728" y="8096"/>
                  </a:lnTo>
                  <a:lnTo>
                    <a:pt x="1628299" y="10954"/>
                  </a:lnTo>
                  <a:lnTo>
                    <a:pt x="1614011" y="12382"/>
                  </a:lnTo>
                  <a:lnTo>
                    <a:pt x="1604486" y="17621"/>
                  </a:lnTo>
                  <a:lnTo>
                    <a:pt x="1594961" y="27146"/>
                  </a:lnTo>
                  <a:lnTo>
                    <a:pt x="1587818" y="32861"/>
                  </a:lnTo>
                  <a:lnTo>
                    <a:pt x="1583531" y="35242"/>
                  </a:lnTo>
                  <a:lnTo>
                    <a:pt x="1581626" y="38576"/>
                  </a:lnTo>
                  <a:lnTo>
                    <a:pt x="1582578" y="42386"/>
                  </a:lnTo>
                  <a:lnTo>
                    <a:pt x="1586389" y="43815"/>
                  </a:lnTo>
                  <a:lnTo>
                    <a:pt x="1592580" y="42863"/>
                  </a:lnTo>
                  <a:lnTo>
                    <a:pt x="1598295" y="43339"/>
                  </a:lnTo>
                  <a:lnTo>
                    <a:pt x="1603057" y="45720"/>
                  </a:lnTo>
                  <a:lnTo>
                    <a:pt x="1604486" y="49054"/>
                  </a:lnTo>
                  <a:lnTo>
                    <a:pt x="1603057" y="53340"/>
                  </a:lnTo>
                  <a:lnTo>
                    <a:pt x="1603534" y="57626"/>
                  </a:lnTo>
                  <a:lnTo>
                    <a:pt x="1606391" y="61913"/>
                  </a:lnTo>
                  <a:lnTo>
                    <a:pt x="1606391" y="66675"/>
                  </a:lnTo>
                  <a:lnTo>
                    <a:pt x="1604010" y="72390"/>
                  </a:lnTo>
                  <a:lnTo>
                    <a:pt x="1598295" y="78105"/>
                  </a:lnTo>
                  <a:lnTo>
                    <a:pt x="1588770" y="83820"/>
                  </a:lnTo>
                  <a:lnTo>
                    <a:pt x="1583055" y="89535"/>
                  </a:lnTo>
                  <a:lnTo>
                    <a:pt x="1579722" y="97631"/>
                  </a:lnTo>
                  <a:lnTo>
                    <a:pt x="1574482" y="104775"/>
                  </a:lnTo>
                  <a:lnTo>
                    <a:pt x="1572578" y="108585"/>
                  </a:lnTo>
                  <a:lnTo>
                    <a:pt x="1572101" y="111919"/>
                  </a:lnTo>
                  <a:lnTo>
                    <a:pt x="1570197" y="115252"/>
                  </a:lnTo>
                  <a:lnTo>
                    <a:pt x="1566386" y="119063"/>
                  </a:lnTo>
                  <a:lnTo>
                    <a:pt x="1564481" y="122872"/>
                  </a:lnTo>
                  <a:lnTo>
                    <a:pt x="1564005" y="126682"/>
                  </a:lnTo>
                  <a:lnTo>
                    <a:pt x="1562099" y="130016"/>
                  </a:lnTo>
                  <a:lnTo>
                    <a:pt x="1558766" y="132874"/>
                  </a:lnTo>
                  <a:lnTo>
                    <a:pt x="1556385" y="136207"/>
                  </a:lnTo>
                  <a:lnTo>
                    <a:pt x="1555432" y="139541"/>
                  </a:lnTo>
                  <a:lnTo>
                    <a:pt x="1554003" y="141922"/>
                  </a:lnTo>
                  <a:lnTo>
                    <a:pt x="1552099" y="142875"/>
                  </a:lnTo>
                  <a:lnTo>
                    <a:pt x="1553051" y="143827"/>
                  </a:lnTo>
                  <a:lnTo>
                    <a:pt x="1556861" y="144780"/>
                  </a:lnTo>
                  <a:lnTo>
                    <a:pt x="1558290" y="148114"/>
                  </a:lnTo>
                  <a:lnTo>
                    <a:pt x="1557814" y="153829"/>
                  </a:lnTo>
                  <a:lnTo>
                    <a:pt x="1555432" y="157639"/>
                  </a:lnTo>
                  <a:lnTo>
                    <a:pt x="1551622" y="160020"/>
                  </a:lnTo>
                  <a:lnTo>
                    <a:pt x="1545907" y="161449"/>
                  </a:lnTo>
                  <a:lnTo>
                    <a:pt x="1538287" y="161925"/>
                  </a:lnTo>
                  <a:lnTo>
                    <a:pt x="1527810" y="167164"/>
                  </a:lnTo>
                  <a:lnTo>
                    <a:pt x="1518761" y="173831"/>
                  </a:lnTo>
                  <a:lnTo>
                    <a:pt x="1508284" y="181927"/>
                  </a:lnTo>
                  <a:lnTo>
                    <a:pt x="1506378" y="181927"/>
                  </a:lnTo>
                  <a:lnTo>
                    <a:pt x="1502569" y="180975"/>
                  </a:lnTo>
                  <a:lnTo>
                    <a:pt x="1494949" y="177641"/>
                  </a:lnTo>
                  <a:lnTo>
                    <a:pt x="1486852" y="177165"/>
                  </a:lnTo>
                  <a:lnTo>
                    <a:pt x="1479232" y="174307"/>
                  </a:lnTo>
                  <a:lnTo>
                    <a:pt x="1474946" y="172402"/>
                  </a:lnTo>
                  <a:lnTo>
                    <a:pt x="1467802" y="168592"/>
                  </a:lnTo>
                  <a:lnTo>
                    <a:pt x="1464469" y="174784"/>
                  </a:lnTo>
                  <a:lnTo>
                    <a:pt x="1458277" y="187166"/>
                  </a:lnTo>
                  <a:lnTo>
                    <a:pt x="1453039" y="197644"/>
                  </a:lnTo>
                  <a:lnTo>
                    <a:pt x="1450181" y="203359"/>
                  </a:lnTo>
                  <a:lnTo>
                    <a:pt x="1448276" y="207645"/>
                  </a:lnTo>
                  <a:lnTo>
                    <a:pt x="1445895" y="211931"/>
                  </a:lnTo>
                  <a:lnTo>
                    <a:pt x="1445419" y="214313"/>
                  </a:lnTo>
                  <a:lnTo>
                    <a:pt x="1443038" y="218122"/>
                  </a:lnTo>
                  <a:lnTo>
                    <a:pt x="1438275" y="222885"/>
                  </a:lnTo>
                  <a:lnTo>
                    <a:pt x="1437322" y="228124"/>
                  </a:lnTo>
                  <a:lnTo>
                    <a:pt x="1437322" y="232886"/>
                  </a:lnTo>
                  <a:lnTo>
                    <a:pt x="1436846" y="237172"/>
                  </a:lnTo>
                  <a:lnTo>
                    <a:pt x="1432084" y="240030"/>
                  </a:lnTo>
                  <a:lnTo>
                    <a:pt x="1428274" y="242411"/>
                  </a:lnTo>
                  <a:lnTo>
                    <a:pt x="1429226" y="250507"/>
                  </a:lnTo>
                  <a:lnTo>
                    <a:pt x="1431131" y="253365"/>
                  </a:lnTo>
                  <a:lnTo>
                    <a:pt x="1434465" y="256699"/>
                  </a:lnTo>
                  <a:lnTo>
                    <a:pt x="1437799" y="259080"/>
                  </a:lnTo>
                  <a:lnTo>
                    <a:pt x="1440656" y="261461"/>
                  </a:lnTo>
                  <a:lnTo>
                    <a:pt x="1443990" y="260509"/>
                  </a:lnTo>
                  <a:lnTo>
                    <a:pt x="1446847" y="257175"/>
                  </a:lnTo>
                  <a:lnTo>
                    <a:pt x="1452086" y="254317"/>
                  </a:lnTo>
                  <a:lnTo>
                    <a:pt x="1454944" y="254317"/>
                  </a:lnTo>
                  <a:lnTo>
                    <a:pt x="1456849" y="254794"/>
                  </a:lnTo>
                  <a:lnTo>
                    <a:pt x="1461611" y="254794"/>
                  </a:lnTo>
                  <a:lnTo>
                    <a:pt x="1466374" y="253841"/>
                  </a:lnTo>
                  <a:lnTo>
                    <a:pt x="1470184" y="253841"/>
                  </a:lnTo>
                  <a:lnTo>
                    <a:pt x="1474946" y="254794"/>
                  </a:lnTo>
                  <a:lnTo>
                    <a:pt x="1476851" y="255270"/>
                  </a:lnTo>
                  <a:lnTo>
                    <a:pt x="1480661" y="256699"/>
                  </a:lnTo>
                  <a:lnTo>
                    <a:pt x="1484947" y="259556"/>
                  </a:lnTo>
                  <a:lnTo>
                    <a:pt x="1487805" y="262890"/>
                  </a:lnTo>
                  <a:lnTo>
                    <a:pt x="1490186" y="263366"/>
                  </a:lnTo>
                  <a:lnTo>
                    <a:pt x="1491139" y="262414"/>
                  </a:lnTo>
                  <a:lnTo>
                    <a:pt x="1493520" y="259556"/>
                  </a:lnTo>
                  <a:lnTo>
                    <a:pt x="1496853" y="256699"/>
                  </a:lnTo>
                  <a:lnTo>
                    <a:pt x="1501140" y="252413"/>
                  </a:lnTo>
                  <a:lnTo>
                    <a:pt x="1504474" y="249079"/>
                  </a:lnTo>
                  <a:lnTo>
                    <a:pt x="1506855" y="248602"/>
                  </a:lnTo>
                  <a:lnTo>
                    <a:pt x="1511618" y="248602"/>
                  </a:lnTo>
                  <a:lnTo>
                    <a:pt x="1513522" y="247650"/>
                  </a:lnTo>
                  <a:lnTo>
                    <a:pt x="1517332" y="247174"/>
                  </a:lnTo>
                  <a:lnTo>
                    <a:pt x="1520666" y="248602"/>
                  </a:lnTo>
                  <a:lnTo>
                    <a:pt x="1529239" y="249079"/>
                  </a:lnTo>
                  <a:lnTo>
                    <a:pt x="1531620" y="250984"/>
                  </a:lnTo>
                  <a:lnTo>
                    <a:pt x="1535906" y="256222"/>
                  </a:lnTo>
                  <a:lnTo>
                    <a:pt x="1538287" y="259080"/>
                  </a:lnTo>
                  <a:lnTo>
                    <a:pt x="1542574" y="260509"/>
                  </a:lnTo>
                  <a:lnTo>
                    <a:pt x="1544955" y="261461"/>
                  </a:lnTo>
                  <a:lnTo>
                    <a:pt x="1547336" y="262414"/>
                  </a:lnTo>
                  <a:lnTo>
                    <a:pt x="1549718" y="263842"/>
                  </a:lnTo>
                  <a:lnTo>
                    <a:pt x="1550193" y="265271"/>
                  </a:lnTo>
                  <a:lnTo>
                    <a:pt x="1551147" y="267652"/>
                  </a:lnTo>
                  <a:lnTo>
                    <a:pt x="1552574" y="269081"/>
                  </a:lnTo>
                  <a:lnTo>
                    <a:pt x="1554956" y="270510"/>
                  </a:lnTo>
                  <a:lnTo>
                    <a:pt x="1556861" y="271463"/>
                  </a:lnTo>
                  <a:lnTo>
                    <a:pt x="1557337" y="273367"/>
                  </a:lnTo>
                  <a:lnTo>
                    <a:pt x="1557814" y="274320"/>
                  </a:lnTo>
                  <a:lnTo>
                    <a:pt x="1559718" y="275749"/>
                  </a:lnTo>
                  <a:lnTo>
                    <a:pt x="1564957" y="280988"/>
                  </a:lnTo>
                  <a:lnTo>
                    <a:pt x="1567339" y="282416"/>
                  </a:lnTo>
                  <a:lnTo>
                    <a:pt x="1571149" y="285274"/>
                  </a:lnTo>
                  <a:lnTo>
                    <a:pt x="1572578" y="287655"/>
                  </a:lnTo>
                  <a:lnTo>
                    <a:pt x="1572578" y="290513"/>
                  </a:lnTo>
                  <a:lnTo>
                    <a:pt x="1573530" y="292417"/>
                  </a:lnTo>
                  <a:lnTo>
                    <a:pt x="1575911" y="295275"/>
                  </a:lnTo>
                  <a:lnTo>
                    <a:pt x="1577340" y="297180"/>
                  </a:lnTo>
                  <a:lnTo>
                    <a:pt x="1576864" y="300038"/>
                  </a:lnTo>
                  <a:lnTo>
                    <a:pt x="1577340" y="302419"/>
                  </a:lnTo>
                  <a:lnTo>
                    <a:pt x="1576387" y="304800"/>
                  </a:lnTo>
                  <a:lnTo>
                    <a:pt x="1572101" y="306705"/>
                  </a:lnTo>
                  <a:lnTo>
                    <a:pt x="1570672" y="307657"/>
                  </a:lnTo>
                  <a:lnTo>
                    <a:pt x="1567815" y="307657"/>
                  </a:lnTo>
                  <a:lnTo>
                    <a:pt x="1563053" y="306705"/>
                  </a:lnTo>
                  <a:lnTo>
                    <a:pt x="1558290" y="307181"/>
                  </a:lnTo>
                  <a:lnTo>
                    <a:pt x="1552574" y="306229"/>
                  </a:lnTo>
                  <a:lnTo>
                    <a:pt x="1547812" y="303847"/>
                  </a:lnTo>
                  <a:lnTo>
                    <a:pt x="1545431" y="301942"/>
                  </a:lnTo>
                  <a:lnTo>
                    <a:pt x="1541622" y="300990"/>
                  </a:lnTo>
                  <a:lnTo>
                    <a:pt x="1539716" y="301466"/>
                  </a:lnTo>
                  <a:lnTo>
                    <a:pt x="1537335" y="303847"/>
                  </a:lnTo>
                  <a:lnTo>
                    <a:pt x="1534953" y="303371"/>
                  </a:lnTo>
                  <a:lnTo>
                    <a:pt x="1532572" y="303847"/>
                  </a:lnTo>
                  <a:lnTo>
                    <a:pt x="1526381" y="303371"/>
                  </a:lnTo>
                  <a:lnTo>
                    <a:pt x="1523047" y="302895"/>
                  </a:lnTo>
                  <a:lnTo>
                    <a:pt x="1517809" y="304324"/>
                  </a:lnTo>
                  <a:lnTo>
                    <a:pt x="1514951" y="304800"/>
                  </a:lnTo>
                  <a:lnTo>
                    <a:pt x="1509713" y="306705"/>
                  </a:lnTo>
                  <a:lnTo>
                    <a:pt x="1506378" y="310039"/>
                  </a:lnTo>
                  <a:lnTo>
                    <a:pt x="1503997" y="310991"/>
                  </a:lnTo>
                  <a:lnTo>
                    <a:pt x="1501616" y="310991"/>
                  </a:lnTo>
                  <a:lnTo>
                    <a:pt x="1499711" y="309563"/>
                  </a:lnTo>
                  <a:lnTo>
                    <a:pt x="1497330" y="308134"/>
                  </a:lnTo>
                  <a:lnTo>
                    <a:pt x="1493520" y="308134"/>
                  </a:lnTo>
                  <a:lnTo>
                    <a:pt x="1492568" y="308610"/>
                  </a:lnTo>
                  <a:lnTo>
                    <a:pt x="1492091" y="310039"/>
                  </a:lnTo>
                  <a:lnTo>
                    <a:pt x="1490663" y="314325"/>
                  </a:lnTo>
                  <a:lnTo>
                    <a:pt x="1490663" y="316230"/>
                  </a:lnTo>
                  <a:lnTo>
                    <a:pt x="1489710" y="317659"/>
                  </a:lnTo>
                  <a:lnTo>
                    <a:pt x="1487328" y="318135"/>
                  </a:lnTo>
                  <a:lnTo>
                    <a:pt x="1483519" y="318135"/>
                  </a:lnTo>
                  <a:lnTo>
                    <a:pt x="1477327" y="317659"/>
                  </a:lnTo>
                  <a:lnTo>
                    <a:pt x="1473041" y="316706"/>
                  </a:lnTo>
                  <a:lnTo>
                    <a:pt x="1470660" y="317182"/>
                  </a:lnTo>
                  <a:lnTo>
                    <a:pt x="1467326" y="319564"/>
                  </a:lnTo>
                  <a:lnTo>
                    <a:pt x="1464945" y="320040"/>
                  </a:lnTo>
                  <a:lnTo>
                    <a:pt x="1463040" y="320992"/>
                  </a:lnTo>
                  <a:lnTo>
                    <a:pt x="1461611" y="324326"/>
                  </a:lnTo>
                  <a:lnTo>
                    <a:pt x="1459230" y="326231"/>
                  </a:lnTo>
                  <a:lnTo>
                    <a:pt x="1456372" y="329089"/>
                  </a:lnTo>
                  <a:lnTo>
                    <a:pt x="1453039" y="334804"/>
                  </a:lnTo>
                  <a:lnTo>
                    <a:pt x="1451134" y="338138"/>
                  </a:lnTo>
                  <a:lnTo>
                    <a:pt x="1451610" y="340042"/>
                  </a:lnTo>
                  <a:lnTo>
                    <a:pt x="1452086" y="341947"/>
                  </a:lnTo>
                  <a:lnTo>
                    <a:pt x="1450657" y="344329"/>
                  </a:lnTo>
                  <a:lnTo>
                    <a:pt x="1447800" y="346710"/>
                  </a:lnTo>
                  <a:lnTo>
                    <a:pt x="1445419" y="347186"/>
                  </a:lnTo>
                  <a:lnTo>
                    <a:pt x="1441609" y="349091"/>
                  </a:lnTo>
                  <a:lnTo>
                    <a:pt x="1436846" y="352901"/>
                  </a:lnTo>
                  <a:lnTo>
                    <a:pt x="1433036" y="356235"/>
                  </a:lnTo>
                  <a:lnTo>
                    <a:pt x="1428274" y="357188"/>
                  </a:lnTo>
                  <a:lnTo>
                    <a:pt x="1424940" y="358140"/>
                  </a:lnTo>
                  <a:lnTo>
                    <a:pt x="1417320" y="359092"/>
                  </a:lnTo>
                  <a:lnTo>
                    <a:pt x="1415415" y="359569"/>
                  </a:lnTo>
                  <a:lnTo>
                    <a:pt x="1407319" y="360045"/>
                  </a:lnTo>
                  <a:lnTo>
                    <a:pt x="1401127" y="358140"/>
                  </a:lnTo>
                  <a:lnTo>
                    <a:pt x="1397794" y="358616"/>
                  </a:lnTo>
                  <a:lnTo>
                    <a:pt x="1394936" y="359569"/>
                  </a:lnTo>
                  <a:lnTo>
                    <a:pt x="1393507" y="360521"/>
                  </a:lnTo>
                  <a:lnTo>
                    <a:pt x="1393031" y="362426"/>
                  </a:lnTo>
                  <a:lnTo>
                    <a:pt x="1392555" y="364331"/>
                  </a:lnTo>
                  <a:lnTo>
                    <a:pt x="1390174" y="367189"/>
                  </a:lnTo>
                  <a:lnTo>
                    <a:pt x="1385411" y="370999"/>
                  </a:lnTo>
                  <a:lnTo>
                    <a:pt x="1381601" y="373380"/>
                  </a:lnTo>
                  <a:lnTo>
                    <a:pt x="1378744" y="376714"/>
                  </a:lnTo>
                  <a:lnTo>
                    <a:pt x="1376839" y="377666"/>
                  </a:lnTo>
                  <a:lnTo>
                    <a:pt x="1373505" y="379095"/>
                  </a:lnTo>
                  <a:lnTo>
                    <a:pt x="1371600" y="379571"/>
                  </a:lnTo>
                  <a:lnTo>
                    <a:pt x="1367314" y="382429"/>
                  </a:lnTo>
                  <a:lnTo>
                    <a:pt x="1363980" y="384810"/>
                  </a:lnTo>
                  <a:lnTo>
                    <a:pt x="1361599" y="385763"/>
                  </a:lnTo>
                  <a:lnTo>
                    <a:pt x="1358741" y="385286"/>
                  </a:lnTo>
                  <a:lnTo>
                    <a:pt x="1356836" y="385286"/>
                  </a:lnTo>
                  <a:lnTo>
                    <a:pt x="1351597" y="384334"/>
                  </a:lnTo>
                  <a:lnTo>
                    <a:pt x="1348264" y="384334"/>
                  </a:lnTo>
                  <a:lnTo>
                    <a:pt x="1343501" y="383857"/>
                  </a:lnTo>
                  <a:lnTo>
                    <a:pt x="1332071" y="381000"/>
                  </a:lnTo>
                  <a:lnTo>
                    <a:pt x="1328261" y="379571"/>
                  </a:lnTo>
                  <a:lnTo>
                    <a:pt x="1324927" y="375761"/>
                  </a:lnTo>
                  <a:lnTo>
                    <a:pt x="1322070" y="373856"/>
                  </a:lnTo>
                  <a:lnTo>
                    <a:pt x="1317784" y="373856"/>
                  </a:lnTo>
                  <a:lnTo>
                    <a:pt x="1311593" y="373856"/>
                  </a:lnTo>
                  <a:lnTo>
                    <a:pt x="1308735" y="372904"/>
                  </a:lnTo>
                  <a:lnTo>
                    <a:pt x="1303972" y="373856"/>
                  </a:lnTo>
                  <a:lnTo>
                    <a:pt x="1299210" y="377666"/>
                  </a:lnTo>
                  <a:lnTo>
                    <a:pt x="1296828" y="380524"/>
                  </a:lnTo>
                  <a:lnTo>
                    <a:pt x="1294924" y="383381"/>
                  </a:lnTo>
                  <a:lnTo>
                    <a:pt x="1292543" y="389572"/>
                  </a:lnTo>
                  <a:lnTo>
                    <a:pt x="1291590" y="393859"/>
                  </a:lnTo>
                  <a:lnTo>
                    <a:pt x="1290638" y="396240"/>
                  </a:lnTo>
                  <a:lnTo>
                    <a:pt x="1287780" y="400050"/>
                  </a:lnTo>
                  <a:lnTo>
                    <a:pt x="1287303" y="402431"/>
                  </a:lnTo>
                  <a:lnTo>
                    <a:pt x="1288256" y="404336"/>
                  </a:lnTo>
                  <a:lnTo>
                    <a:pt x="1290161" y="406241"/>
                  </a:lnTo>
                  <a:lnTo>
                    <a:pt x="1291114" y="409575"/>
                  </a:lnTo>
                  <a:lnTo>
                    <a:pt x="1293971" y="412909"/>
                  </a:lnTo>
                  <a:lnTo>
                    <a:pt x="1296828" y="415766"/>
                  </a:lnTo>
                  <a:lnTo>
                    <a:pt x="1302068" y="420052"/>
                  </a:lnTo>
                  <a:lnTo>
                    <a:pt x="1303496" y="422434"/>
                  </a:lnTo>
                  <a:lnTo>
                    <a:pt x="1305401" y="425291"/>
                  </a:lnTo>
                  <a:lnTo>
                    <a:pt x="1305877" y="427672"/>
                  </a:lnTo>
                  <a:lnTo>
                    <a:pt x="1305401" y="429577"/>
                  </a:lnTo>
                  <a:lnTo>
                    <a:pt x="1303496" y="431006"/>
                  </a:lnTo>
                  <a:lnTo>
                    <a:pt x="1299686" y="431482"/>
                  </a:lnTo>
                  <a:lnTo>
                    <a:pt x="1297781" y="433388"/>
                  </a:lnTo>
                  <a:lnTo>
                    <a:pt x="1294924" y="435769"/>
                  </a:lnTo>
                  <a:lnTo>
                    <a:pt x="1291590" y="438626"/>
                  </a:lnTo>
                  <a:lnTo>
                    <a:pt x="1290161" y="438626"/>
                  </a:lnTo>
                  <a:lnTo>
                    <a:pt x="1288256" y="439579"/>
                  </a:lnTo>
                  <a:lnTo>
                    <a:pt x="1279207" y="442913"/>
                  </a:lnTo>
                  <a:lnTo>
                    <a:pt x="1275874" y="443865"/>
                  </a:lnTo>
                  <a:lnTo>
                    <a:pt x="1273016" y="444817"/>
                  </a:lnTo>
                  <a:lnTo>
                    <a:pt x="1269682" y="448151"/>
                  </a:lnTo>
                  <a:lnTo>
                    <a:pt x="1267301" y="450532"/>
                  </a:lnTo>
                  <a:lnTo>
                    <a:pt x="1264444" y="453866"/>
                  </a:lnTo>
                  <a:lnTo>
                    <a:pt x="1263015" y="455295"/>
                  </a:lnTo>
                  <a:lnTo>
                    <a:pt x="1260157" y="458629"/>
                  </a:lnTo>
                  <a:lnTo>
                    <a:pt x="1256347" y="462439"/>
                  </a:lnTo>
                  <a:lnTo>
                    <a:pt x="1254443" y="464344"/>
                  </a:lnTo>
                  <a:lnTo>
                    <a:pt x="1253490" y="465772"/>
                  </a:lnTo>
                  <a:lnTo>
                    <a:pt x="1252538" y="467201"/>
                  </a:lnTo>
                  <a:lnTo>
                    <a:pt x="1248727" y="468630"/>
                  </a:lnTo>
                  <a:lnTo>
                    <a:pt x="1245394" y="470059"/>
                  </a:lnTo>
                  <a:lnTo>
                    <a:pt x="1240631" y="471964"/>
                  </a:lnTo>
                  <a:lnTo>
                    <a:pt x="1233964" y="474345"/>
                  </a:lnTo>
                  <a:lnTo>
                    <a:pt x="1228725" y="476250"/>
                  </a:lnTo>
                  <a:lnTo>
                    <a:pt x="1225391" y="478155"/>
                  </a:lnTo>
                  <a:lnTo>
                    <a:pt x="1220152" y="480536"/>
                  </a:lnTo>
                  <a:lnTo>
                    <a:pt x="1216819" y="481489"/>
                  </a:lnTo>
                  <a:lnTo>
                    <a:pt x="1209675" y="481489"/>
                  </a:lnTo>
                  <a:lnTo>
                    <a:pt x="1201102" y="481965"/>
                  </a:lnTo>
                  <a:lnTo>
                    <a:pt x="1194911" y="482441"/>
                  </a:lnTo>
                  <a:lnTo>
                    <a:pt x="1190149" y="481965"/>
                  </a:lnTo>
                  <a:lnTo>
                    <a:pt x="1183005" y="481489"/>
                  </a:lnTo>
                  <a:lnTo>
                    <a:pt x="1177290" y="481013"/>
                  </a:lnTo>
                  <a:lnTo>
                    <a:pt x="1173480" y="481965"/>
                  </a:lnTo>
                  <a:lnTo>
                    <a:pt x="1164907" y="482917"/>
                  </a:lnTo>
                  <a:lnTo>
                    <a:pt x="1163002" y="482917"/>
                  </a:lnTo>
                  <a:lnTo>
                    <a:pt x="1147286" y="484822"/>
                  </a:lnTo>
                  <a:lnTo>
                    <a:pt x="1140619" y="485775"/>
                  </a:lnTo>
                  <a:lnTo>
                    <a:pt x="1134427" y="486251"/>
                  </a:lnTo>
                  <a:lnTo>
                    <a:pt x="1129665" y="487204"/>
                  </a:lnTo>
                  <a:lnTo>
                    <a:pt x="1127284" y="488156"/>
                  </a:lnTo>
                  <a:lnTo>
                    <a:pt x="1123474" y="489585"/>
                  </a:lnTo>
                  <a:lnTo>
                    <a:pt x="1121569" y="490061"/>
                  </a:lnTo>
                  <a:lnTo>
                    <a:pt x="1114901" y="492919"/>
                  </a:lnTo>
                  <a:lnTo>
                    <a:pt x="1099661" y="498634"/>
                  </a:lnTo>
                  <a:lnTo>
                    <a:pt x="1089184" y="503396"/>
                  </a:lnTo>
                  <a:lnTo>
                    <a:pt x="1087278" y="504349"/>
                  </a:lnTo>
                  <a:lnTo>
                    <a:pt x="1080611" y="507682"/>
                  </a:lnTo>
                  <a:lnTo>
                    <a:pt x="1076801" y="509111"/>
                  </a:lnTo>
                  <a:lnTo>
                    <a:pt x="1073944" y="511969"/>
                  </a:lnTo>
                  <a:lnTo>
                    <a:pt x="1071563" y="513874"/>
                  </a:lnTo>
                  <a:lnTo>
                    <a:pt x="1069181" y="514826"/>
                  </a:lnTo>
                  <a:lnTo>
                    <a:pt x="1064895" y="512921"/>
                  </a:lnTo>
                  <a:lnTo>
                    <a:pt x="1062038" y="512921"/>
                  </a:lnTo>
                  <a:lnTo>
                    <a:pt x="1052513" y="512445"/>
                  </a:lnTo>
                  <a:lnTo>
                    <a:pt x="1052513" y="503396"/>
                  </a:lnTo>
                  <a:lnTo>
                    <a:pt x="1045845" y="504825"/>
                  </a:lnTo>
                  <a:lnTo>
                    <a:pt x="1035368" y="506730"/>
                  </a:lnTo>
                  <a:lnTo>
                    <a:pt x="1025843" y="508635"/>
                  </a:lnTo>
                  <a:lnTo>
                    <a:pt x="1016794" y="504349"/>
                  </a:lnTo>
                  <a:lnTo>
                    <a:pt x="1010126" y="501015"/>
                  </a:lnTo>
                  <a:lnTo>
                    <a:pt x="1003935" y="498157"/>
                  </a:lnTo>
                  <a:lnTo>
                    <a:pt x="994886" y="496252"/>
                  </a:lnTo>
                  <a:lnTo>
                    <a:pt x="986790" y="494824"/>
                  </a:lnTo>
                  <a:lnTo>
                    <a:pt x="972502" y="491966"/>
                  </a:lnTo>
                  <a:lnTo>
                    <a:pt x="966311" y="489585"/>
                  </a:lnTo>
                  <a:lnTo>
                    <a:pt x="962977" y="486251"/>
                  </a:lnTo>
                  <a:lnTo>
                    <a:pt x="957263" y="479107"/>
                  </a:lnTo>
                  <a:lnTo>
                    <a:pt x="955357" y="477679"/>
                  </a:lnTo>
                  <a:lnTo>
                    <a:pt x="952500" y="476726"/>
                  </a:lnTo>
                  <a:lnTo>
                    <a:pt x="949643" y="476250"/>
                  </a:lnTo>
                  <a:lnTo>
                    <a:pt x="943451" y="476250"/>
                  </a:lnTo>
                  <a:lnTo>
                    <a:pt x="935831" y="475774"/>
                  </a:lnTo>
                  <a:lnTo>
                    <a:pt x="924877" y="474345"/>
                  </a:lnTo>
                  <a:lnTo>
                    <a:pt x="916305" y="473392"/>
                  </a:lnTo>
                  <a:lnTo>
                    <a:pt x="901541" y="471011"/>
                  </a:lnTo>
                  <a:lnTo>
                    <a:pt x="898207" y="470535"/>
                  </a:lnTo>
                  <a:lnTo>
                    <a:pt x="890588" y="472440"/>
                  </a:lnTo>
                  <a:lnTo>
                    <a:pt x="880586" y="474821"/>
                  </a:lnTo>
                  <a:lnTo>
                    <a:pt x="862965" y="472916"/>
                  </a:lnTo>
                  <a:lnTo>
                    <a:pt x="855345" y="471964"/>
                  </a:lnTo>
                  <a:lnTo>
                    <a:pt x="839628" y="470059"/>
                  </a:lnTo>
                  <a:lnTo>
                    <a:pt x="821531" y="468154"/>
                  </a:lnTo>
                  <a:lnTo>
                    <a:pt x="803910" y="465772"/>
                  </a:lnTo>
                  <a:lnTo>
                    <a:pt x="791051" y="467201"/>
                  </a:lnTo>
                  <a:lnTo>
                    <a:pt x="783907" y="467677"/>
                  </a:lnTo>
                  <a:lnTo>
                    <a:pt x="775811" y="468630"/>
                  </a:lnTo>
                  <a:lnTo>
                    <a:pt x="774859" y="467677"/>
                  </a:lnTo>
                  <a:lnTo>
                    <a:pt x="774382" y="463391"/>
                  </a:lnTo>
                  <a:lnTo>
                    <a:pt x="772953" y="460057"/>
                  </a:lnTo>
                  <a:lnTo>
                    <a:pt x="768668" y="456724"/>
                  </a:lnTo>
                  <a:lnTo>
                    <a:pt x="765810" y="453390"/>
                  </a:lnTo>
                  <a:lnTo>
                    <a:pt x="760095" y="449104"/>
                  </a:lnTo>
                  <a:lnTo>
                    <a:pt x="758190" y="446246"/>
                  </a:lnTo>
                  <a:lnTo>
                    <a:pt x="757714" y="441960"/>
                  </a:lnTo>
                  <a:lnTo>
                    <a:pt x="752475" y="430530"/>
                  </a:lnTo>
                  <a:lnTo>
                    <a:pt x="749141" y="422910"/>
                  </a:lnTo>
                  <a:lnTo>
                    <a:pt x="748189" y="421481"/>
                  </a:lnTo>
                  <a:lnTo>
                    <a:pt x="746760" y="419100"/>
                  </a:lnTo>
                  <a:lnTo>
                    <a:pt x="744855" y="417671"/>
                  </a:lnTo>
                  <a:lnTo>
                    <a:pt x="741045" y="416719"/>
                  </a:lnTo>
                  <a:lnTo>
                    <a:pt x="740093" y="415290"/>
                  </a:lnTo>
                  <a:lnTo>
                    <a:pt x="740093" y="412432"/>
                  </a:lnTo>
                  <a:lnTo>
                    <a:pt x="740569" y="408622"/>
                  </a:lnTo>
                  <a:lnTo>
                    <a:pt x="741521" y="405765"/>
                  </a:lnTo>
                  <a:lnTo>
                    <a:pt x="741045" y="405289"/>
                  </a:lnTo>
                  <a:lnTo>
                    <a:pt x="731044" y="406241"/>
                  </a:lnTo>
                  <a:lnTo>
                    <a:pt x="724852" y="404336"/>
                  </a:lnTo>
                  <a:lnTo>
                    <a:pt x="719614" y="402431"/>
                  </a:lnTo>
                  <a:lnTo>
                    <a:pt x="711994" y="397192"/>
                  </a:lnTo>
                  <a:lnTo>
                    <a:pt x="707707" y="395288"/>
                  </a:lnTo>
                  <a:lnTo>
                    <a:pt x="701993" y="390049"/>
                  </a:lnTo>
                  <a:lnTo>
                    <a:pt x="693896" y="388620"/>
                  </a:lnTo>
                  <a:lnTo>
                    <a:pt x="691039" y="386715"/>
                  </a:lnTo>
                  <a:lnTo>
                    <a:pt x="687228" y="382429"/>
                  </a:lnTo>
                  <a:lnTo>
                    <a:pt x="683895" y="379571"/>
                  </a:lnTo>
                  <a:lnTo>
                    <a:pt x="679132" y="377666"/>
                  </a:lnTo>
                  <a:lnTo>
                    <a:pt x="671513" y="376238"/>
                  </a:lnTo>
                  <a:lnTo>
                    <a:pt x="658653" y="374809"/>
                  </a:lnTo>
                  <a:lnTo>
                    <a:pt x="654368" y="374332"/>
                  </a:lnTo>
                  <a:lnTo>
                    <a:pt x="647224" y="375285"/>
                  </a:lnTo>
                  <a:lnTo>
                    <a:pt x="641985" y="375285"/>
                  </a:lnTo>
                  <a:lnTo>
                    <a:pt x="633413" y="374332"/>
                  </a:lnTo>
                  <a:lnTo>
                    <a:pt x="628650" y="372904"/>
                  </a:lnTo>
                  <a:lnTo>
                    <a:pt x="622459" y="372904"/>
                  </a:lnTo>
                  <a:lnTo>
                    <a:pt x="618649" y="372904"/>
                  </a:lnTo>
                  <a:lnTo>
                    <a:pt x="613410" y="372427"/>
                  </a:lnTo>
                  <a:lnTo>
                    <a:pt x="611028" y="371475"/>
                  </a:lnTo>
                  <a:lnTo>
                    <a:pt x="608647" y="370522"/>
                  </a:lnTo>
                  <a:lnTo>
                    <a:pt x="604361" y="370999"/>
                  </a:lnTo>
                  <a:lnTo>
                    <a:pt x="601503" y="370046"/>
                  </a:lnTo>
                  <a:lnTo>
                    <a:pt x="598646" y="368141"/>
                  </a:lnTo>
                  <a:lnTo>
                    <a:pt x="595789" y="367189"/>
                  </a:lnTo>
                  <a:lnTo>
                    <a:pt x="592455" y="367189"/>
                  </a:lnTo>
                  <a:lnTo>
                    <a:pt x="591026" y="368141"/>
                  </a:lnTo>
                  <a:lnTo>
                    <a:pt x="589597" y="368141"/>
                  </a:lnTo>
                  <a:lnTo>
                    <a:pt x="588645" y="365284"/>
                  </a:lnTo>
                  <a:lnTo>
                    <a:pt x="585788" y="360997"/>
                  </a:lnTo>
                  <a:lnTo>
                    <a:pt x="585311" y="359092"/>
                  </a:lnTo>
                  <a:lnTo>
                    <a:pt x="583406" y="356711"/>
                  </a:lnTo>
                  <a:lnTo>
                    <a:pt x="582453" y="354806"/>
                  </a:lnTo>
                  <a:lnTo>
                    <a:pt x="582930" y="351949"/>
                  </a:lnTo>
                  <a:lnTo>
                    <a:pt x="584359" y="346234"/>
                  </a:lnTo>
                  <a:lnTo>
                    <a:pt x="587216" y="340995"/>
                  </a:lnTo>
                  <a:lnTo>
                    <a:pt x="589121" y="339566"/>
                  </a:lnTo>
                  <a:lnTo>
                    <a:pt x="590074" y="338138"/>
                  </a:lnTo>
                  <a:lnTo>
                    <a:pt x="592455" y="335280"/>
                  </a:lnTo>
                  <a:lnTo>
                    <a:pt x="593884" y="333375"/>
                  </a:lnTo>
                  <a:lnTo>
                    <a:pt x="593884" y="330517"/>
                  </a:lnTo>
                  <a:lnTo>
                    <a:pt x="591978" y="327660"/>
                  </a:lnTo>
                  <a:lnTo>
                    <a:pt x="590550" y="323850"/>
                  </a:lnTo>
                  <a:lnTo>
                    <a:pt x="590550" y="321469"/>
                  </a:lnTo>
                  <a:lnTo>
                    <a:pt x="592455" y="318611"/>
                  </a:lnTo>
                  <a:lnTo>
                    <a:pt x="594360" y="312420"/>
                  </a:lnTo>
                  <a:lnTo>
                    <a:pt x="594360" y="310991"/>
                  </a:lnTo>
                  <a:lnTo>
                    <a:pt x="593407" y="309563"/>
                  </a:lnTo>
                  <a:lnTo>
                    <a:pt x="593407" y="306705"/>
                  </a:lnTo>
                  <a:lnTo>
                    <a:pt x="592931" y="302895"/>
                  </a:lnTo>
                  <a:lnTo>
                    <a:pt x="590550" y="297180"/>
                  </a:lnTo>
                  <a:lnTo>
                    <a:pt x="589121" y="294322"/>
                  </a:lnTo>
                  <a:lnTo>
                    <a:pt x="586740" y="292894"/>
                  </a:lnTo>
                  <a:lnTo>
                    <a:pt x="583882" y="291941"/>
                  </a:lnTo>
                  <a:lnTo>
                    <a:pt x="581501" y="287655"/>
                  </a:lnTo>
                  <a:lnTo>
                    <a:pt x="578644" y="282892"/>
                  </a:lnTo>
                  <a:lnTo>
                    <a:pt x="576739" y="280035"/>
                  </a:lnTo>
                  <a:lnTo>
                    <a:pt x="576263" y="278130"/>
                  </a:lnTo>
                  <a:lnTo>
                    <a:pt x="575786" y="274796"/>
                  </a:lnTo>
                  <a:lnTo>
                    <a:pt x="574357" y="270510"/>
                  </a:lnTo>
                  <a:lnTo>
                    <a:pt x="572928" y="268129"/>
                  </a:lnTo>
                  <a:lnTo>
                    <a:pt x="571976" y="266224"/>
                  </a:lnTo>
                  <a:lnTo>
                    <a:pt x="571500" y="263842"/>
                  </a:lnTo>
                  <a:lnTo>
                    <a:pt x="571024" y="262890"/>
                  </a:lnTo>
                  <a:lnTo>
                    <a:pt x="566738" y="261938"/>
                  </a:lnTo>
                  <a:lnTo>
                    <a:pt x="563880" y="260032"/>
                  </a:lnTo>
                  <a:lnTo>
                    <a:pt x="562451" y="257651"/>
                  </a:lnTo>
                  <a:lnTo>
                    <a:pt x="561975" y="255746"/>
                  </a:lnTo>
                  <a:lnTo>
                    <a:pt x="561022" y="254794"/>
                  </a:lnTo>
                  <a:lnTo>
                    <a:pt x="558641" y="254317"/>
                  </a:lnTo>
                  <a:lnTo>
                    <a:pt x="557213" y="256222"/>
                  </a:lnTo>
                  <a:lnTo>
                    <a:pt x="554355" y="257175"/>
                  </a:lnTo>
                  <a:lnTo>
                    <a:pt x="552450" y="257175"/>
                  </a:lnTo>
                  <a:lnTo>
                    <a:pt x="550545" y="256222"/>
                  </a:lnTo>
                  <a:lnTo>
                    <a:pt x="549593" y="255270"/>
                  </a:lnTo>
                  <a:lnTo>
                    <a:pt x="547688" y="253841"/>
                  </a:lnTo>
                  <a:lnTo>
                    <a:pt x="544830" y="249555"/>
                  </a:lnTo>
                  <a:lnTo>
                    <a:pt x="541972" y="248602"/>
                  </a:lnTo>
                  <a:lnTo>
                    <a:pt x="536734" y="248602"/>
                  </a:lnTo>
                  <a:lnTo>
                    <a:pt x="531971" y="250507"/>
                  </a:lnTo>
                  <a:lnTo>
                    <a:pt x="529114" y="250031"/>
                  </a:lnTo>
                  <a:lnTo>
                    <a:pt x="526732" y="249555"/>
                  </a:lnTo>
                  <a:lnTo>
                    <a:pt x="524351" y="247650"/>
                  </a:lnTo>
                  <a:lnTo>
                    <a:pt x="522446" y="245745"/>
                  </a:lnTo>
                  <a:lnTo>
                    <a:pt x="519589" y="245269"/>
                  </a:lnTo>
                  <a:lnTo>
                    <a:pt x="514350" y="242411"/>
                  </a:lnTo>
                  <a:lnTo>
                    <a:pt x="510540" y="240506"/>
                  </a:lnTo>
                  <a:lnTo>
                    <a:pt x="510064" y="236220"/>
                  </a:lnTo>
                  <a:lnTo>
                    <a:pt x="508159" y="233363"/>
                  </a:lnTo>
                  <a:lnTo>
                    <a:pt x="504825" y="232410"/>
                  </a:lnTo>
                  <a:lnTo>
                    <a:pt x="501491" y="229552"/>
                  </a:lnTo>
                  <a:lnTo>
                    <a:pt x="496252" y="228124"/>
                  </a:lnTo>
                  <a:lnTo>
                    <a:pt x="492919" y="226695"/>
                  </a:lnTo>
                  <a:lnTo>
                    <a:pt x="490061" y="225742"/>
                  </a:lnTo>
                  <a:lnTo>
                    <a:pt x="489585" y="224790"/>
                  </a:lnTo>
                  <a:lnTo>
                    <a:pt x="489585" y="223838"/>
                  </a:lnTo>
                  <a:lnTo>
                    <a:pt x="491014" y="222409"/>
                  </a:lnTo>
                  <a:lnTo>
                    <a:pt x="492443" y="220980"/>
                  </a:lnTo>
                  <a:lnTo>
                    <a:pt x="492919" y="219551"/>
                  </a:lnTo>
                  <a:lnTo>
                    <a:pt x="491966" y="218122"/>
                  </a:lnTo>
                  <a:lnTo>
                    <a:pt x="489109" y="216694"/>
                  </a:lnTo>
                  <a:lnTo>
                    <a:pt x="485299" y="215741"/>
                  </a:lnTo>
                  <a:lnTo>
                    <a:pt x="484346" y="213836"/>
                  </a:lnTo>
                  <a:lnTo>
                    <a:pt x="481965" y="211931"/>
                  </a:lnTo>
                  <a:lnTo>
                    <a:pt x="482441" y="210502"/>
                  </a:lnTo>
                  <a:lnTo>
                    <a:pt x="484346" y="209550"/>
                  </a:lnTo>
                  <a:lnTo>
                    <a:pt x="486251" y="208597"/>
                  </a:lnTo>
                  <a:lnTo>
                    <a:pt x="486727" y="207169"/>
                  </a:lnTo>
                  <a:lnTo>
                    <a:pt x="485299" y="205740"/>
                  </a:lnTo>
                  <a:lnTo>
                    <a:pt x="484822" y="203835"/>
                  </a:lnTo>
                  <a:lnTo>
                    <a:pt x="485299" y="202406"/>
                  </a:lnTo>
                  <a:lnTo>
                    <a:pt x="484822" y="200501"/>
                  </a:lnTo>
                  <a:lnTo>
                    <a:pt x="482918" y="200501"/>
                  </a:lnTo>
                  <a:lnTo>
                    <a:pt x="479584" y="201454"/>
                  </a:lnTo>
                  <a:lnTo>
                    <a:pt x="476250" y="201930"/>
                  </a:lnTo>
                  <a:lnTo>
                    <a:pt x="474345" y="202406"/>
                  </a:lnTo>
                  <a:lnTo>
                    <a:pt x="472916" y="203835"/>
                  </a:lnTo>
                  <a:lnTo>
                    <a:pt x="471011" y="204311"/>
                  </a:lnTo>
                  <a:lnTo>
                    <a:pt x="467677" y="203835"/>
                  </a:lnTo>
                  <a:lnTo>
                    <a:pt x="464344" y="202882"/>
                  </a:lnTo>
                  <a:lnTo>
                    <a:pt x="458152" y="202882"/>
                  </a:lnTo>
                  <a:lnTo>
                    <a:pt x="454343" y="203359"/>
                  </a:lnTo>
                  <a:lnTo>
                    <a:pt x="452438" y="203835"/>
                  </a:lnTo>
                  <a:lnTo>
                    <a:pt x="449580" y="205740"/>
                  </a:lnTo>
                  <a:lnTo>
                    <a:pt x="447675" y="207645"/>
                  </a:lnTo>
                  <a:lnTo>
                    <a:pt x="446722" y="210502"/>
                  </a:lnTo>
                  <a:lnTo>
                    <a:pt x="447675" y="213836"/>
                  </a:lnTo>
                  <a:lnTo>
                    <a:pt x="446246" y="220980"/>
                  </a:lnTo>
                  <a:lnTo>
                    <a:pt x="444341" y="223838"/>
                  </a:lnTo>
                  <a:lnTo>
                    <a:pt x="440531" y="228600"/>
                  </a:lnTo>
                  <a:lnTo>
                    <a:pt x="438150" y="229552"/>
                  </a:lnTo>
                  <a:lnTo>
                    <a:pt x="434340" y="230505"/>
                  </a:lnTo>
                  <a:lnTo>
                    <a:pt x="430530" y="231934"/>
                  </a:lnTo>
                  <a:lnTo>
                    <a:pt x="423386" y="233363"/>
                  </a:lnTo>
                  <a:lnTo>
                    <a:pt x="415766" y="233839"/>
                  </a:lnTo>
                  <a:lnTo>
                    <a:pt x="412909" y="234791"/>
                  </a:lnTo>
                  <a:lnTo>
                    <a:pt x="411003" y="238125"/>
                  </a:lnTo>
                  <a:lnTo>
                    <a:pt x="409575" y="240982"/>
                  </a:lnTo>
                  <a:lnTo>
                    <a:pt x="408622" y="242888"/>
                  </a:lnTo>
                  <a:lnTo>
                    <a:pt x="406241" y="249555"/>
                  </a:lnTo>
                  <a:lnTo>
                    <a:pt x="404813" y="255270"/>
                  </a:lnTo>
                  <a:lnTo>
                    <a:pt x="406241" y="262414"/>
                  </a:lnTo>
                  <a:lnTo>
                    <a:pt x="407194" y="270510"/>
                  </a:lnTo>
                  <a:lnTo>
                    <a:pt x="407194" y="273367"/>
                  </a:lnTo>
                  <a:lnTo>
                    <a:pt x="409099" y="277654"/>
                  </a:lnTo>
                  <a:lnTo>
                    <a:pt x="410051" y="280035"/>
                  </a:lnTo>
                  <a:lnTo>
                    <a:pt x="409575" y="283845"/>
                  </a:lnTo>
                  <a:lnTo>
                    <a:pt x="406718" y="286702"/>
                  </a:lnTo>
                  <a:lnTo>
                    <a:pt x="405289" y="290513"/>
                  </a:lnTo>
                  <a:lnTo>
                    <a:pt x="403860" y="291941"/>
                  </a:lnTo>
                  <a:lnTo>
                    <a:pt x="399574" y="292894"/>
                  </a:lnTo>
                  <a:lnTo>
                    <a:pt x="395288" y="293370"/>
                  </a:lnTo>
                  <a:lnTo>
                    <a:pt x="391001" y="296704"/>
                  </a:lnTo>
                  <a:lnTo>
                    <a:pt x="387668" y="299085"/>
                  </a:lnTo>
                  <a:lnTo>
                    <a:pt x="382428" y="301942"/>
                  </a:lnTo>
                  <a:lnTo>
                    <a:pt x="380047" y="302419"/>
                  </a:lnTo>
                  <a:lnTo>
                    <a:pt x="378619" y="300990"/>
                  </a:lnTo>
                  <a:lnTo>
                    <a:pt x="377666" y="297656"/>
                  </a:lnTo>
                  <a:lnTo>
                    <a:pt x="375761" y="296227"/>
                  </a:lnTo>
                  <a:lnTo>
                    <a:pt x="373380" y="296227"/>
                  </a:lnTo>
                  <a:lnTo>
                    <a:pt x="371475" y="296227"/>
                  </a:lnTo>
                  <a:lnTo>
                    <a:pt x="364807" y="295275"/>
                  </a:lnTo>
                  <a:lnTo>
                    <a:pt x="360521" y="295275"/>
                  </a:lnTo>
                  <a:lnTo>
                    <a:pt x="357188" y="295751"/>
                  </a:lnTo>
                  <a:lnTo>
                    <a:pt x="353377" y="296227"/>
                  </a:lnTo>
                  <a:lnTo>
                    <a:pt x="347186" y="295275"/>
                  </a:lnTo>
                  <a:lnTo>
                    <a:pt x="343376" y="294322"/>
                  </a:lnTo>
                  <a:lnTo>
                    <a:pt x="340519" y="293370"/>
                  </a:lnTo>
                  <a:lnTo>
                    <a:pt x="333851" y="290513"/>
                  </a:lnTo>
                  <a:lnTo>
                    <a:pt x="325278" y="287179"/>
                  </a:lnTo>
                  <a:lnTo>
                    <a:pt x="321945" y="286226"/>
                  </a:lnTo>
                  <a:lnTo>
                    <a:pt x="320040" y="287179"/>
                  </a:lnTo>
                  <a:lnTo>
                    <a:pt x="319564" y="289084"/>
                  </a:lnTo>
                  <a:lnTo>
                    <a:pt x="319088" y="293846"/>
                  </a:lnTo>
                  <a:lnTo>
                    <a:pt x="318135" y="296704"/>
                  </a:lnTo>
                  <a:lnTo>
                    <a:pt x="312420" y="310991"/>
                  </a:lnTo>
                  <a:lnTo>
                    <a:pt x="308610" y="320992"/>
                  </a:lnTo>
                  <a:lnTo>
                    <a:pt x="303847" y="330517"/>
                  </a:lnTo>
                  <a:lnTo>
                    <a:pt x="302419" y="337185"/>
                  </a:lnTo>
                  <a:lnTo>
                    <a:pt x="299561" y="345281"/>
                  </a:lnTo>
                  <a:lnTo>
                    <a:pt x="296703" y="350996"/>
                  </a:lnTo>
                  <a:lnTo>
                    <a:pt x="295751" y="354330"/>
                  </a:lnTo>
                  <a:lnTo>
                    <a:pt x="295751" y="355759"/>
                  </a:lnTo>
                  <a:lnTo>
                    <a:pt x="296227" y="357664"/>
                  </a:lnTo>
                  <a:lnTo>
                    <a:pt x="300514" y="359569"/>
                  </a:lnTo>
                  <a:lnTo>
                    <a:pt x="304800" y="360997"/>
                  </a:lnTo>
                  <a:lnTo>
                    <a:pt x="305752" y="361950"/>
                  </a:lnTo>
                  <a:lnTo>
                    <a:pt x="306228" y="363855"/>
                  </a:lnTo>
                  <a:lnTo>
                    <a:pt x="306228" y="367189"/>
                  </a:lnTo>
                  <a:lnTo>
                    <a:pt x="305276" y="370522"/>
                  </a:lnTo>
                  <a:lnTo>
                    <a:pt x="303847" y="372904"/>
                  </a:lnTo>
                  <a:lnTo>
                    <a:pt x="302419" y="374332"/>
                  </a:lnTo>
                  <a:lnTo>
                    <a:pt x="300990" y="374332"/>
                  </a:lnTo>
                  <a:lnTo>
                    <a:pt x="298132" y="372904"/>
                  </a:lnTo>
                  <a:lnTo>
                    <a:pt x="295751" y="370999"/>
                  </a:lnTo>
                  <a:lnTo>
                    <a:pt x="293846" y="370522"/>
                  </a:lnTo>
                  <a:lnTo>
                    <a:pt x="289084" y="371475"/>
                  </a:lnTo>
                  <a:lnTo>
                    <a:pt x="284321" y="372904"/>
                  </a:lnTo>
                  <a:lnTo>
                    <a:pt x="282893" y="372904"/>
                  </a:lnTo>
                  <a:lnTo>
                    <a:pt x="280035" y="371951"/>
                  </a:lnTo>
                  <a:lnTo>
                    <a:pt x="277177" y="370046"/>
                  </a:lnTo>
                  <a:lnTo>
                    <a:pt x="276225" y="366713"/>
                  </a:lnTo>
                  <a:lnTo>
                    <a:pt x="273844" y="365284"/>
                  </a:lnTo>
                  <a:lnTo>
                    <a:pt x="270986" y="366713"/>
                  </a:lnTo>
                  <a:lnTo>
                    <a:pt x="261938" y="369570"/>
                  </a:lnTo>
                  <a:lnTo>
                    <a:pt x="251936" y="372904"/>
                  </a:lnTo>
                  <a:lnTo>
                    <a:pt x="245745" y="374332"/>
                  </a:lnTo>
                  <a:lnTo>
                    <a:pt x="243364" y="373856"/>
                  </a:lnTo>
                  <a:lnTo>
                    <a:pt x="238601" y="374332"/>
                  </a:lnTo>
                  <a:lnTo>
                    <a:pt x="234315" y="375285"/>
                  </a:lnTo>
                  <a:lnTo>
                    <a:pt x="230981" y="376714"/>
                  </a:lnTo>
                  <a:lnTo>
                    <a:pt x="224790" y="378619"/>
                  </a:lnTo>
                  <a:lnTo>
                    <a:pt x="219075" y="379571"/>
                  </a:lnTo>
                  <a:lnTo>
                    <a:pt x="215265" y="381952"/>
                  </a:lnTo>
                  <a:lnTo>
                    <a:pt x="212407" y="384334"/>
                  </a:lnTo>
                  <a:lnTo>
                    <a:pt x="212407" y="385286"/>
                  </a:lnTo>
                  <a:lnTo>
                    <a:pt x="214313" y="386715"/>
                  </a:lnTo>
                  <a:lnTo>
                    <a:pt x="216694" y="387667"/>
                  </a:lnTo>
                  <a:lnTo>
                    <a:pt x="220980" y="387191"/>
                  </a:lnTo>
                  <a:lnTo>
                    <a:pt x="225266" y="387191"/>
                  </a:lnTo>
                  <a:lnTo>
                    <a:pt x="229076" y="388620"/>
                  </a:lnTo>
                  <a:lnTo>
                    <a:pt x="232410" y="389572"/>
                  </a:lnTo>
                  <a:lnTo>
                    <a:pt x="233363" y="391001"/>
                  </a:lnTo>
                  <a:lnTo>
                    <a:pt x="232410" y="392430"/>
                  </a:lnTo>
                  <a:lnTo>
                    <a:pt x="230505" y="392906"/>
                  </a:lnTo>
                  <a:lnTo>
                    <a:pt x="230028" y="393859"/>
                  </a:lnTo>
                  <a:lnTo>
                    <a:pt x="230505" y="394811"/>
                  </a:lnTo>
                  <a:lnTo>
                    <a:pt x="229076" y="398145"/>
                  </a:lnTo>
                  <a:lnTo>
                    <a:pt x="228600" y="402907"/>
                  </a:lnTo>
                  <a:lnTo>
                    <a:pt x="229076" y="407670"/>
                  </a:lnTo>
                  <a:lnTo>
                    <a:pt x="229552" y="411956"/>
                  </a:lnTo>
                  <a:lnTo>
                    <a:pt x="229552" y="414338"/>
                  </a:lnTo>
                  <a:lnTo>
                    <a:pt x="229552" y="417195"/>
                  </a:lnTo>
                  <a:lnTo>
                    <a:pt x="230981" y="419100"/>
                  </a:lnTo>
                  <a:lnTo>
                    <a:pt x="232410" y="422910"/>
                  </a:lnTo>
                  <a:lnTo>
                    <a:pt x="234791" y="425291"/>
                  </a:lnTo>
                  <a:lnTo>
                    <a:pt x="238125" y="433864"/>
                  </a:lnTo>
                  <a:lnTo>
                    <a:pt x="240030" y="438626"/>
                  </a:lnTo>
                  <a:lnTo>
                    <a:pt x="241935" y="444341"/>
                  </a:lnTo>
                  <a:lnTo>
                    <a:pt x="240506" y="447199"/>
                  </a:lnTo>
                  <a:lnTo>
                    <a:pt x="240506" y="449104"/>
                  </a:lnTo>
                  <a:lnTo>
                    <a:pt x="242411" y="450532"/>
                  </a:lnTo>
                  <a:lnTo>
                    <a:pt x="243364" y="453390"/>
                  </a:lnTo>
                  <a:lnTo>
                    <a:pt x="244316" y="455295"/>
                  </a:lnTo>
                  <a:lnTo>
                    <a:pt x="243840" y="457200"/>
                  </a:lnTo>
                  <a:lnTo>
                    <a:pt x="242888" y="457676"/>
                  </a:lnTo>
                  <a:lnTo>
                    <a:pt x="238125" y="456724"/>
                  </a:lnTo>
                  <a:lnTo>
                    <a:pt x="234315" y="458629"/>
                  </a:lnTo>
                  <a:lnTo>
                    <a:pt x="230505" y="460534"/>
                  </a:lnTo>
                  <a:lnTo>
                    <a:pt x="230028" y="461486"/>
                  </a:lnTo>
                  <a:lnTo>
                    <a:pt x="230028" y="462439"/>
                  </a:lnTo>
                  <a:lnTo>
                    <a:pt x="230505" y="463391"/>
                  </a:lnTo>
                  <a:lnTo>
                    <a:pt x="232886" y="464820"/>
                  </a:lnTo>
                  <a:lnTo>
                    <a:pt x="236220" y="465772"/>
                  </a:lnTo>
                  <a:lnTo>
                    <a:pt x="236220" y="467201"/>
                  </a:lnTo>
                  <a:lnTo>
                    <a:pt x="232410" y="468154"/>
                  </a:lnTo>
                  <a:lnTo>
                    <a:pt x="226695" y="470535"/>
                  </a:lnTo>
                  <a:lnTo>
                    <a:pt x="225266" y="472916"/>
                  </a:lnTo>
                  <a:lnTo>
                    <a:pt x="223838" y="475774"/>
                  </a:lnTo>
                  <a:lnTo>
                    <a:pt x="223838" y="477202"/>
                  </a:lnTo>
                  <a:lnTo>
                    <a:pt x="224314" y="481489"/>
                  </a:lnTo>
                  <a:lnTo>
                    <a:pt x="225266" y="486251"/>
                  </a:lnTo>
                  <a:lnTo>
                    <a:pt x="227171" y="491490"/>
                  </a:lnTo>
                  <a:lnTo>
                    <a:pt x="227171" y="492919"/>
                  </a:lnTo>
                  <a:lnTo>
                    <a:pt x="226219" y="493871"/>
                  </a:lnTo>
                  <a:lnTo>
                    <a:pt x="225266" y="494824"/>
                  </a:lnTo>
                  <a:lnTo>
                    <a:pt x="225743" y="497205"/>
                  </a:lnTo>
                  <a:lnTo>
                    <a:pt x="226219" y="500063"/>
                  </a:lnTo>
                  <a:lnTo>
                    <a:pt x="225743" y="500539"/>
                  </a:lnTo>
                  <a:lnTo>
                    <a:pt x="225266" y="501015"/>
                  </a:lnTo>
                  <a:lnTo>
                    <a:pt x="214789" y="501491"/>
                  </a:lnTo>
                  <a:lnTo>
                    <a:pt x="212407" y="502444"/>
                  </a:lnTo>
                  <a:lnTo>
                    <a:pt x="210026" y="506254"/>
                  </a:lnTo>
                  <a:lnTo>
                    <a:pt x="200977" y="509588"/>
                  </a:lnTo>
                  <a:lnTo>
                    <a:pt x="195739" y="511016"/>
                  </a:lnTo>
                  <a:lnTo>
                    <a:pt x="193834" y="511016"/>
                  </a:lnTo>
                  <a:lnTo>
                    <a:pt x="189071" y="513397"/>
                  </a:lnTo>
                  <a:lnTo>
                    <a:pt x="175260" y="519589"/>
                  </a:lnTo>
                  <a:lnTo>
                    <a:pt x="168593" y="523875"/>
                  </a:lnTo>
                  <a:lnTo>
                    <a:pt x="165259" y="525780"/>
                  </a:lnTo>
                  <a:lnTo>
                    <a:pt x="162401" y="527685"/>
                  </a:lnTo>
                  <a:lnTo>
                    <a:pt x="161925" y="529590"/>
                  </a:lnTo>
                  <a:lnTo>
                    <a:pt x="161925" y="531495"/>
                  </a:lnTo>
                  <a:lnTo>
                    <a:pt x="154305" y="539591"/>
                  </a:lnTo>
                  <a:lnTo>
                    <a:pt x="148590" y="540544"/>
                  </a:lnTo>
                  <a:lnTo>
                    <a:pt x="143827" y="540544"/>
                  </a:lnTo>
                  <a:lnTo>
                    <a:pt x="140494" y="541972"/>
                  </a:lnTo>
                  <a:lnTo>
                    <a:pt x="135731" y="543401"/>
                  </a:lnTo>
                  <a:lnTo>
                    <a:pt x="125730" y="542449"/>
                  </a:lnTo>
                  <a:lnTo>
                    <a:pt x="122396" y="542449"/>
                  </a:lnTo>
                  <a:lnTo>
                    <a:pt x="115728" y="541496"/>
                  </a:lnTo>
                  <a:lnTo>
                    <a:pt x="112871" y="541972"/>
                  </a:lnTo>
                  <a:lnTo>
                    <a:pt x="110014" y="543877"/>
                  </a:lnTo>
                  <a:lnTo>
                    <a:pt x="106203" y="550545"/>
                  </a:lnTo>
                  <a:lnTo>
                    <a:pt x="104775" y="551974"/>
                  </a:lnTo>
                  <a:lnTo>
                    <a:pt x="103822" y="553402"/>
                  </a:lnTo>
                  <a:lnTo>
                    <a:pt x="103346" y="556736"/>
                  </a:lnTo>
                  <a:lnTo>
                    <a:pt x="101918" y="560070"/>
                  </a:lnTo>
                  <a:lnTo>
                    <a:pt x="100013" y="562927"/>
                  </a:lnTo>
                  <a:lnTo>
                    <a:pt x="98584" y="565309"/>
                  </a:lnTo>
                  <a:lnTo>
                    <a:pt x="95726" y="567690"/>
                  </a:lnTo>
                  <a:lnTo>
                    <a:pt x="92869" y="569119"/>
                  </a:lnTo>
                  <a:lnTo>
                    <a:pt x="90964" y="565785"/>
                  </a:lnTo>
                  <a:lnTo>
                    <a:pt x="89059" y="566738"/>
                  </a:lnTo>
                  <a:lnTo>
                    <a:pt x="87153" y="568166"/>
                  </a:lnTo>
                  <a:lnTo>
                    <a:pt x="83820" y="567690"/>
                  </a:lnTo>
                  <a:lnTo>
                    <a:pt x="81915" y="568166"/>
                  </a:lnTo>
                  <a:lnTo>
                    <a:pt x="77628" y="571024"/>
                  </a:lnTo>
                  <a:lnTo>
                    <a:pt x="70961" y="571024"/>
                  </a:lnTo>
                  <a:lnTo>
                    <a:pt x="70009" y="570071"/>
                  </a:lnTo>
                  <a:lnTo>
                    <a:pt x="68580" y="562451"/>
                  </a:lnTo>
                  <a:lnTo>
                    <a:pt x="67627" y="559118"/>
                  </a:lnTo>
                  <a:lnTo>
                    <a:pt x="66675" y="558165"/>
                  </a:lnTo>
                  <a:lnTo>
                    <a:pt x="65722" y="558165"/>
                  </a:lnTo>
                  <a:lnTo>
                    <a:pt x="56197" y="563880"/>
                  </a:lnTo>
                  <a:lnTo>
                    <a:pt x="51911" y="564832"/>
                  </a:lnTo>
                  <a:lnTo>
                    <a:pt x="48101" y="564832"/>
                  </a:lnTo>
                  <a:lnTo>
                    <a:pt x="43339" y="562927"/>
                  </a:lnTo>
                  <a:lnTo>
                    <a:pt x="42386" y="563404"/>
                  </a:lnTo>
                  <a:lnTo>
                    <a:pt x="41434" y="564356"/>
                  </a:lnTo>
                  <a:lnTo>
                    <a:pt x="40957" y="565785"/>
                  </a:lnTo>
                  <a:lnTo>
                    <a:pt x="42386" y="569119"/>
                  </a:lnTo>
                  <a:lnTo>
                    <a:pt x="41910" y="569595"/>
                  </a:lnTo>
                  <a:lnTo>
                    <a:pt x="40005" y="569595"/>
                  </a:lnTo>
                  <a:lnTo>
                    <a:pt x="37147" y="570547"/>
                  </a:lnTo>
                  <a:lnTo>
                    <a:pt x="34766" y="571976"/>
                  </a:lnTo>
                  <a:lnTo>
                    <a:pt x="28099" y="577215"/>
                  </a:lnTo>
                  <a:lnTo>
                    <a:pt x="22384" y="579120"/>
                  </a:lnTo>
                  <a:lnTo>
                    <a:pt x="17145" y="579596"/>
                  </a:lnTo>
                  <a:lnTo>
                    <a:pt x="14764" y="580072"/>
                  </a:lnTo>
                  <a:lnTo>
                    <a:pt x="13811" y="580549"/>
                  </a:lnTo>
                  <a:lnTo>
                    <a:pt x="11906" y="582930"/>
                  </a:lnTo>
                  <a:lnTo>
                    <a:pt x="10001" y="586740"/>
                  </a:lnTo>
                  <a:lnTo>
                    <a:pt x="9049" y="588645"/>
                  </a:lnTo>
                  <a:lnTo>
                    <a:pt x="8572" y="589597"/>
                  </a:lnTo>
                  <a:lnTo>
                    <a:pt x="8572" y="591026"/>
                  </a:lnTo>
                  <a:lnTo>
                    <a:pt x="10001" y="592931"/>
                  </a:lnTo>
                  <a:lnTo>
                    <a:pt x="10953" y="597217"/>
                  </a:lnTo>
                  <a:lnTo>
                    <a:pt x="10477" y="598170"/>
                  </a:lnTo>
                  <a:lnTo>
                    <a:pt x="9525" y="600075"/>
                  </a:lnTo>
                  <a:lnTo>
                    <a:pt x="7620" y="601980"/>
                  </a:lnTo>
                  <a:lnTo>
                    <a:pt x="3810" y="602932"/>
                  </a:lnTo>
                  <a:lnTo>
                    <a:pt x="952" y="603409"/>
                  </a:lnTo>
                  <a:lnTo>
                    <a:pt x="952" y="605314"/>
                  </a:lnTo>
                  <a:lnTo>
                    <a:pt x="476" y="609124"/>
                  </a:lnTo>
                  <a:lnTo>
                    <a:pt x="0" y="611981"/>
                  </a:lnTo>
                  <a:lnTo>
                    <a:pt x="2857" y="616744"/>
                  </a:lnTo>
                  <a:lnTo>
                    <a:pt x="4763" y="619125"/>
                  </a:lnTo>
                  <a:lnTo>
                    <a:pt x="6668" y="621030"/>
                  </a:lnTo>
                  <a:lnTo>
                    <a:pt x="7144" y="622459"/>
                  </a:lnTo>
                  <a:lnTo>
                    <a:pt x="6668" y="623411"/>
                  </a:lnTo>
                  <a:lnTo>
                    <a:pt x="4286" y="624364"/>
                  </a:lnTo>
                  <a:lnTo>
                    <a:pt x="3334" y="625316"/>
                  </a:lnTo>
                  <a:lnTo>
                    <a:pt x="2857" y="626745"/>
                  </a:lnTo>
                  <a:lnTo>
                    <a:pt x="3334" y="628174"/>
                  </a:lnTo>
                  <a:lnTo>
                    <a:pt x="4763" y="632936"/>
                  </a:lnTo>
                  <a:lnTo>
                    <a:pt x="6191" y="636746"/>
                  </a:lnTo>
                  <a:lnTo>
                    <a:pt x="8572" y="638651"/>
                  </a:lnTo>
                  <a:lnTo>
                    <a:pt x="11906" y="639604"/>
                  </a:lnTo>
                  <a:lnTo>
                    <a:pt x="13811" y="639128"/>
                  </a:lnTo>
                  <a:lnTo>
                    <a:pt x="15240" y="636270"/>
                  </a:lnTo>
                  <a:lnTo>
                    <a:pt x="17621" y="634365"/>
                  </a:lnTo>
                  <a:lnTo>
                    <a:pt x="19526" y="634365"/>
                  </a:lnTo>
                  <a:lnTo>
                    <a:pt x="22384" y="634365"/>
                  </a:lnTo>
                  <a:lnTo>
                    <a:pt x="30480" y="636746"/>
                  </a:lnTo>
                  <a:lnTo>
                    <a:pt x="38100" y="640080"/>
                  </a:lnTo>
                  <a:lnTo>
                    <a:pt x="40481" y="641985"/>
                  </a:lnTo>
                  <a:lnTo>
                    <a:pt x="41434" y="644366"/>
                  </a:lnTo>
                  <a:lnTo>
                    <a:pt x="39052" y="649605"/>
                  </a:lnTo>
                  <a:lnTo>
                    <a:pt x="39052" y="652939"/>
                  </a:lnTo>
                  <a:lnTo>
                    <a:pt x="39528" y="656272"/>
                  </a:lnTo>
                  <a:lnTo>
                    <a:pt x="41434" y="658654"/>
                  </a:lnTo>
                  <a:lnTo>
                    <a:pt x="42863" y="662940"/>
                  </a:lnTo>
                  <a:lnTo>
                    <a:pt x="43339" y="666750"/>
                  </a:lnTo>
                  <a:lnTo>
                    <a:pt x="44291" y="667703"/>
                  </a:lnTo>
                  <a:lnTo>
                    <a:pt x="44768" y="669131"/>
                  </a:lnTo>
                  <a:lnTo>
                    <a:pt x="43815" y="672465"/>
                  </a:lnTo>
                  <a:lnTo>
                    <a:pt x="43339" y="675799"/>
                  </a:lnTo>
                  <a:lnTo>
                    <a:pt x="44291" y="676751"/>
                  </a:lnTo>
                  <a:lnTo>
                    <a:pt x="46672" y="678180"/>
                  </a:lnTo>
                  <a:lnTo>
                    <a:pt x="50482" y="681038"/>
                  </a:lnTo>
                  <a:lnTo>
                    <a:pt x="51435" y="683419"/>
                  </a:lnTo>
                  <a:lnTo>
                    <a:pt x="50006" y="684847"/>
                  </a:lnTo>
                  <a:lnTo>
                    <a:pt x="47625" y="686753"/>
                  </a:lnTo>
                  <a:lnTo>
                    <a:pt x="44768" y="688657"/>
                  </a:lnTo>
                  <a:lnTo>
                    <a:pt x="43815" y="689134"/>
                  </a:lnTo>
                  <a:lnTo>
                    <a:pt x="41910" y="689610"/>
                  </a:lnTo>
                  <a:lnTo>
                    <a:pt x="39528" y="688657"/>
                  </a:lnTo>
                  <a:lnTo>
                    <a:pt x="38576" y="687229"/>
                  </a:lnTo>
                  <a:lnTo>
                    <a:pt x="38100" y="687229"/>
                  </a:lnTo>
                  <a:lnTo>
                    <a:pt x="36195" y="688181"/>
                  </a:lnTo>
                  <a:lnTo>
                    <a:pt x="32385" y="689134"/>
                  </a:lnTo>
                  <a:lnTo>
                    <a:pt x="26194" y="691991"/>
                  </a:lnTo>
                  <a:lnTo>
                    <a:pt x="26194" y="692944"/>
                  </a:lnTo>
                  <a:lnTo>
                    <a:pt x="30480" y="696278"/>
                  </a:lnTo>
                  <a:lnTo>
                    <a:pt x="31432" y="697230"/>
                  </a:lnTo>
                  <a:lnTo>
                    <a:pt x="31909" y="697706"/>
                  </a:lnTo>
                  <a:lnTo>
                    <a:pt x="33814" y="697230"/>
                  </a:lnTo>
                  <a:lnTo>
                    <a:pt x="37147" y="697230"/>
                  </a:lnTo>
                  <a:lnTo>
                    <a:pt x="39528" y="698182"/>
                  </a:lnTo>
                  <a:lnTo>
                    <a:pt x="41910" y="699611"/>
                  </a:lnTo>
                  <a:lnTo>
                    <a:pt x="43339" y="700564"/>
                  </a:lnTo>
                  <a:lnTo>
                    <a:pt x="45244" y="700088"/>
                  </a:lnTo>
                  <a:lnTo>
                    <a:pt x="48577" y="699135"/>
                  </a:lnTo>
                  <a:lnTo>
                    <a:pt x="51911" y="699611"/>
                  </a:lnTo>
                  <a:lnTo>
                    <a:pt x="58578" y="701992"/>
                  </a:lnTo>
                  <a:lnTo>
                    <a:pt x="59531" y="702945"/>
                  </a:lnTo>
                  <a:lnTo>
                    <a:pt x="60960" y="708660"/>
                  </a:lnTo>
                  <a:lnTo>
                    <a:pt x="62389" y="709136"/>
                  </a:lnTo>
                  <a:lnTo>
                    <a:pt x="66199" y="707707"/>
                  </a:lnTo>
                  <a:lnTo>
                    <a:pt x="69532" y="708184"/>
                  </a:lnTo>
                  <a:lnTo>
                    <a:pt x="73343" y="710089"/>
                  </a:lnTo>
                  <a:lnTo>
                    <a:pt x="75724" y="711994"/>
                  </a:lnTo>
                  <a:lnTo>
                    <a:pt x="77152" y="713899"/>
                  </a:lnTo>
                  <a:lnTo>
                    <a:pt x="78581" y="716756"/>
                  </a:lnTo>
                  <a:lnTo>
                    <a:pt x="79057" y="719138"/>
                  </a:lnTo>
                  <a:lnTo>
                    <a:pt x="80010" y="721995"/>
                  </a:lnTo>
                  <a:lnTo>
                    <a:pt x="80010" y="730091"/>
                  </a:lnTo>
                  <a:lnTo>
                    <a:pt x="79057" y="731520"/>
                  </a:lnTo>
                  <a:lnTo>
                    <a:pt x="78105" y="733425"/>
                  </a:lnTo>
                  <a:lnTo>
                    <a:pt x="78581" y="734854"/>
                  </a:lnTo>
                  <a:lnTo>
                    <a:pt x="79534" y="736282"/>
                  </a:lnTo>
                  <a:lnTo>
                    <a:pt x="81915" y="737235"/>
                  </a:lnTo>
                  <a:lnTo>
                    <a:pt x="83820" y="737711"/>
                  </a:lnTo>
                  <a:lnTo>
                    <a:pt x="84772" y="739140"/>
                  </a:lnTo>
                  <a:lnTo>
                    <a:pt x="86201" y="743903"/>
                  </a:lnTo>
                  <a:lnTo>
                    <a:pt x="87153" y="744379"/>
                  </a:lnTo>
                  <a:lnTo>
                    <a:pt x="89535" y="744379"/>
                  </a:lnTo>
                  <a:lnTo>
                    <a:pt x="94297" y="743426"/>
                  </a:lnTo>
                  <a:lnTo>
                    <a:pt x="98107" y="741997"/>
                  </a:lnTo>
                  <a:lnTo>
                    <a:pt x="100013" y="741521"/>
                  </a:lnTo>
                  <a:lnTo>
                    <a:pt x="100489" y="745807"/>
                  </a:lnTo>
                  <a:lnTo>
                    <a:pt x="102870" y="747713"/>
                  </a:lnTo>
                  <a:lnTo>
                    <a:pt x="106203" y="749617"/>
                  </a:lnTo>
                  <a:lnTo>
                    <a:pt x="107632" y="750094"/>
                  </a:lnTo>
                  <a:lnTo>
                    <a:pt x="111443" y="751999"/>
                  </a:lnTo>
                  <a:lnTo>
                    <a:pt x="118586" y="754380"/>
                  </a:lnTo>
                  <a:lnTo>
                    <a:pt x="125730" y="756285"/>
                  </a:lnTo>
                  <a:lnTo>
                    <a:pt x="130969" y="757714"/>
                  </a:lnTo>
                  <a:lnTo>
                    <a:pt x="133350" y="757714"/>
                  </a:lnTo>
                  <a:lnTo>
                    <a:pt x="135255" y="757714"/>
                  </a:lnTo>
                  <a:lnTo>
                    <a:pt x="140494" y="757238"/>
                  </a:lnTo>
                  <a:lnTo>
                    <a:pt x="142875" y="756761"/>
                  </a:lnTo>
                  <a:lnTo>
                    <a:pt x="142875" y="756761"/>
                  </a:lnTo>
                  <a:lnTo>
                    <a:pt x="143351" y="757238"/>
                  </a:lnTo>
                  <a:lnTo>
                    <a:pt x="144780" y="758190"/>
                  </a:lnTo>
                  <a:lnTo>
                    <a:pt x="146209" y="758666"/>
                  </a:lnTo>
                  <a:lnTo>
                    <a:pt x="148114" y="757714"/>
                  </a:lnTo>
                  <a:lnTo>
                    <a:pt x="150495" y="757238"/>
                  </a:lnTo>
                  <a:lnTo>
                    <a:pt x="151447" y="757714"/>
                  </a:lnTo>
                  <a:lnTo>
                    <a:pt x="151447" y="758666"/>
                  </a:lnTo>
                  <a:lnTo>
                    <a:pt x="150019" y="763905"/>
                  </a:lnTo>
                  <a:lnTo>
                    <a:pt x="150019" y="765810"/>
                  </a:lnTo>
                  <a:lnTo>
                    <a:pt x="152400" y="770096"/>
                  </a:lnTo>
                  <a:lnTo>
                    <a:pt x="155257" y="777240"/>
                  </a:lnTo>
                  <a:lnTo>
                    <a:pt x="158115" y="783907"/>
                  </a:lnTo>
                  <a:lnTo>
                    <a:pt x="159544" y="788194"/>
                  </a:lnTo>
                  <a:lnTo>
                    <a:pt x="160972" y="790099"/>
                  </a:lnTo>
                  <a:lnTo>
                    <a:pt x="167164" y="792004"/>
                  </a:lnTo>
                  <a:lnTo>
                    <a:pt x="172402" y="793432"/>
                  </a:lnTo>
                  <a:lnTo>
                    <a:pt x="175736" y="795814"/>
                  </a:lnTo>
                  <a:lnTo>
                    <a:pt x="179070" y="798195"/>
                  </a:lnTo>
                  <a:lnTo>
                    <a:pt x="181451" y="799624"/>
                  </a:lnTo>
                  <a:lnTo>
                    <a:pt x="182403" y="801529"/>
                  </a:lnTo>
                  <a:lnTo>
                    <a:pt x="182403" y="803434"/>
                  </a:lnTo>
                  <a:lnTo>
                    <a:pt x="182403" y="804386"/>
                  </a:lnTo>
                  <a:lnTo>
                    <a:pt x="180975" y="805815"/>
                  </a:lnTo>
                  <a:lnTo>
                    <a:pt x="174784" y="809625"/>
                  </a:lnTo>
                  <a:lnTo>
                    <a:pt x="173831" y="811054"/>
                  </a:lnTo>
                  <a:lnTo>
                    <a:pt x="173831" y="812482"/>
                  </a:lnTo>
                  <a:lnTo>
                    <a:pt x="175260" y="817245"/>
                  </a:lnTo>
                  <a:lnTo>
                    <a:pt x="176213" y="820103"/>
                  </a:lnTo>
                  <a:lnTo>
                    <a:pt x="176213" y="826294"/>
                  </a:lnTo>
                  <a:lnTo>
                    <a:pt x="176689" y="832009"/>
                  </a:lnTo>
                  <a:lnTo>
                    <a:pt x="179070" y="834390"/>
                  </a:lnTo>
                  <a:lnTo>
                    <a:pt x="180975" y="836295"/>
                  </a:lnTo>
                  <a:lnTo>
                    <a:pt x="181927" y="837724"/>
                  </a:lnTo>
                  <a:lnTo>
                    <a:pt x="184309" y="839629"/>
                  </a:lnTo>
                  <a:lnTo>
                    <a:pt x="186214" y="841057"/>
                  </a:lnTo>
                  <a:lnTo>
                    <a:pt x="187643" y="842010"/>
                  </a:lnTo>
                  <a:lnTo>
                    <a:pt x="187643" y="842486"/>
                  </a:lnTo>
                  <a:lnTo>
                    <a:pt x="188119" y="844391"/>
                  </a:lnTo>
                  <a:lnTo>
                    <a:pt x="187643" y="846772"/>
                  </a:lnTo>
                  <a:lnTo>
                    <a:pt x="187166" y="848678"/>
                  </a:lnTo>
                  <a:lnTo>
                    <a:pt x="187166" y="849630"/>
                  </a:lnTo>
                  <a:lnTo>
                    <a:pt x="188595" y="850582"/>
                  </a:lnTo>
                  <a:lnTo>
                    <a:pt x="190500" y="852488"/>
                  </a:lnTo>
                  <a:lnTo>
                    <a:pt x="190976" y="855345"/>
                  </a:lnTo>
                  <a:lnTo>
                    <a:pt x="190976" y="857250"/>
                  </a:lnTo>
                  <a:lnTo>
                    <a:pt x="191928" y="859155"/>
                  </a:lnTo>
                  <a:lnTo>
                    <a:pt x="191928" y="861060"/>
                  </a:lnTo>
                  <a:lnTo>
                    <a:pt x="191452" y="866299"/>
                  </a:lnTo>
                  <a:lnTo>
                    <a:pt x="191452" y="868204"/>
                  </a:lnTo>
                  <a:lnTo>
                    <a:pt x="191452" y="868680"/>
                  </a:lnTo>
                  <a:lnTo>
                    <a:pt x="189547" y="868680"/>
                  </a:lnTo>
                  <a:lnTo>
                    <a:pt x="188119" y="869632"/>
                  </a:lnTo>
                  <a:lnTo>
                    <a:pt x="186214" y="872966"/>
                  </a:lnTo>
                  <a:lnTo>
                    <a:pt x="183832" y="873919"/>
                  </a:lnTo>
                  <a:lnTo>
                    <a:pt x="180975" y="874395"/>
                  </a:lnTo>
                  <a:lnTo>
                    <a:pt x="178118" y="872490"/>
                  </a:lnTo>
                  <a:lnTo>
                    <a:pt x="175736" y="870585"/>
                  </a:lnTo>
                  <a:lnTo>
                    <a:pt x="175260" y="869632"/>
                  </a:lnTo>
                  <a:lnTo>
                    <a:pt x="174784" y="867251"/>
                  </a:lnTo>
                  <a:lnTo>
                    <a:pt x="173355" y="865822"/>
                  </a:lnTo>
                  <a:lnTo>
                    <a:pt x="170974" y="866299"/>
                  </a:lnTo>
                  <a:lnTo>
                    <a:pt x="167164" y="866775"/>
                  </a:lnTo>
                  <a:lnTo>
                    <a:pt x="163353" y="867251"/>
                  </a:lnTo>
                  <a:lnTo>
                    <a:pt x="162877" y="867728"/>
                  </a:lnTo>
                  <a:lnTo>
                    <a:pt x="162877" y="868680"/>
                  </a:lnTo>
                  <a:lnTo>
                    <a:pt x="163830" y="870585"/>
                  </a:lnTo>
                  <a:lnTo>
                    <a:pt x="164782" y="872966"/>
                  </a:lnTo>
                  <a:lnTo>
                    <a:pt x="165259" y="876776"/>
                  </a:lnTo>
                  <a:lnTo>
                    <a:pt x="166211" y="879157"/>
                  </a:lnTo>
                  <a:lnTo>
                    <a:pt x="166688" y="880110"/>
                  </a:lnTo>
                  <a:lnTo>
                    <a:pt x="172878" y="887254"/>
                  </a:lnTo>
                  <a:lnTo>
                    <a:pt x="174307" y="888682"/>
                  </a:lnTo>
                  <a:lnTo>
                    <a:pt x="174784" y="889635"/>
                  </a:lnTo>
                  <a:lnTo>
                    <a:pt x="174307" y="892492"/>
                  </a:lnTo>
                  <a:lnTo>
                    <a:pt x="173355" y="895350"/>
                  </a:lnTo>
                  <a:lnTo>
                    <a:pt x="173355" y="897731"/>
                  </a:lnTo>
                  <a:lnTo>
                    <a:pt x="175260" y="900589"/>
                  </a:lnTo>
                  <a:lnTo>
                    <a:pt x="177165" y="902494"/>
                  </a:lnTo>
                  <a:lnTo>
                    <a:pt x="175736" y="904875"/>
                  </a:lnTo>
                  <a:lnTo>
                    <a:pt x="174784" y="907732"/>
                  </a:lnTo>
                  <a:lnTo>
                    <a:pt x="175736" y="909161"/>
                  </a:lnTo>
                  <a:lnTo>
                    <a:pt x="175260" y="913447"/>
                  </a:lnTo>
                  <a:lnTo>
                    <a:pt x="175736" y="914400"/>
                  </a:lnTo>
                  <a:lnTo>
                    <a:pt x="176689" y="914876"/>
                  </a:lnTo>
                  <a:lnTo>
                    <a:pt x="178594" y="914400"/>
                  </a:lnTo>
                  <a:lnTo>
                    <a:pt x="180499" y="913447"/>
                  </a:lnTo>
                  <a:lnTo>
                    <a:pt x="181927" y="913447"/>
                  </a:lnTo>
                  <a:lnTo>
                    <a:pt x="182880" y="913924"/>
                  </a:lnTo>
                  <a:lnTo>
                    <a:pt x="184309" y="910590"/>
                  </a:lnTo>
                  <a:lnTo>
                    <a:pt x="185261" y="910114"/>
                  </a:lnTo>
                  <a:lnTo>
                    <a:pt x="187643" y="911066"/>
                  </a:lnTo>
                  <a:lnTo>
                    <a:pt x="191928" y="917257"/>
                  </a:lnTo>
                  <a:lnTo>
                    <a:pt x="195739" y="922496"/>
                  </a:lnTo>
                  <a:lnTo>
                    <a:pt x="196691" y="923449"/>
                  </a:lnTo>
                  <a:lnTo>
                    <a:pt x="197168" y="923925"/>
                  </a:lnTo>
                  <a:lnTo>
                    <a:pt x="200501" y="926306"/>
                  </a:lnTo>
                  <a:lnTo>
                    <a:pt x="202882" y="927735"/>
                  </a:lnTo>
                  <a:lnTo>
                    <a:pt x="206216" y="927259"/>
                  </a:lnTo>
                  <a:lnTo>
                    <a:pt x="210502" y="927259"/>
                  </a:lnTo>
                  <a:lnTo>
                    <a:pt x="213360" y="928688"/>
                  </a:lnTo>
                  <a:lnTo>
                    <a:pt x="214789" y="929640"/>
                  </a:lnTo>
                  <a:lnTo>
                    <a:pt x="215265" y="929640"/>
                  </a:lnTo>
                  <a:lnTo>
                    <a:pt x="220503" y="933450"/>
                  </a:lnTo>
                  <a:lnTo>
                    <a:pt x="222885" y="932974"/>
                  </a:lnTo>
                  <a:lnTo>
                    <a:pt x="224314" y="933926"/>
                  </a:lnTo>
                  <a:lnTo>
                    <a:pt x="224790" y="936784"/>
                  </a:lnTo>
                  <a:lnTo>
                    <a:pt x="224314" y="939641"/>
                  </a:lnTo>
                  <a:lnTo>
                    <a:pt x="224314" y="941070"/>
                  </a:lnTo>
                  <a:lnTo>
                    <a:pt x="226695" y="941546"/>
                  </a:lnTo>
                  <a:lnTo>
                    <a:pt x="231934" y="943451"/>
                  </a:lnTo>
                  <a:lnTo>
                    <a:pt x="236220" y="945356"/>
                  </a:lnTo>
                  <a:lnTo>
                    <a:pt x="238601" y="945832"/>
                  </a:lnTo>
                  <a:lnTo>
                    <a:pt x="240982" y="947261"/>
                  </a:lnTo>
                  <a:lnTo>
                    <a:pt x="243364" y="949166"/>
                  </a:lnTo>
                  <a:lnTo>
                    <a:pt x="247650" y="951547"/>
                  </a:lnTo>
                  <a:lnTo>
                    <a:pt x="251460" y="953453"/>
                  </a:lnTo>
                  <a:lnTo>
                    <a:pt x="252413" y="956310"/>
                  </a:lnTo>
                  <a:lnTo>
                    <a:pt x="253841" y="958691"/>
                  </a:lnTo>
                  <a:lnTo>
                    <a:pt x="255746" y="961072"/>
                  </a:lnTo>
                  <a:lnTo>
                    <a:pt x="258127" y="961072"/>
                  </a:lnTo>
                  <a:lnTo>
                    <a:pt x="260985" y="959167"/>
                  </a:lnTo>
                  <a:lnTo>
                    <a:pt x="266700" y="950119"/>
                  </a:lnTo>
                  <a:lnTo>
                    <a:pt x="274320" y="948214"/>
                  </a:lnTo>
                  <a:lnTo>
                    <a:pt x="281464" y="949166"/>
                  </a:lnTo>
                  <a:lnTo>
                    <a:pt x="287655" y="950595"/>
                  </a:lnTo>
                  <a:lnTo>
                    <a:pt x="289560" y="953453"/>
                  </a:lnTo>
                  <a:lnTo>
                    <a:pt x="290989" y="956786"/>
                  </a:lnTo>
                  <a:lnTo>
                    <a:pt x="291941" y="958215"/>
                  </a:lnTo>
                  <a:lnTo>
                    <a:pt x="293846" y="960120"/>
                  </a:lnTo>
                  <a:lnTo>
                    <a:pt x="302895" y="964406"/>
                  </a:lnTo>
                  <a:lnTo>
                    <a:pt x="308134" y="968692"/>
                  </a:lnTo>
                  <a:lnTo>
                    <a:pt x="315277" y="973931"/>
                  </a:lnTo>
                  <a:lnTo>
                    <a:pt x="320516" y="976313"/>
                  </a:lnTo>
                  <a:lnTo>
                    <a:pt x="325278" y="976313"/>
                  </a:lnTo>
                  <a:lnTo>
                    <a:pt x="328136" y="978217"/>
                  </a:lnTo>
                  <a:lnTo>
                    <a:pt x="332422" y="982504"/>
                  </a:lnTo>
                  <a:lnTo>
                    <a:pt x="335756" y="987266"/>
                  </a:lnTo>
                  <a:lnTo>
                    <a:pt x="340043" y="991553"/>
                  </a:lnTo>
                  <a:lnTo>
                    <a:pt x="342900" y="991553"/>
                  </a:lnTo>
                  <a:lnTo>
                    <a:pt x="347186" y="990124"/>
                  </a:lnTo>
                  <a:lnTo>
                    <a:pt x="351949" y="988219"/>
                  </a:lnTo>
                  <a:lnTo>
                    <a:pt x="354806" y="989171"/>
                  </a:lnTo>
                  <a:lnTo>
                    <a:pt x="357664" y="990600"/>
                  </a:lnTo>
                  <a:lnTo>
                    <a:pt x="358616" y="992981"/>
                  </a:lnTo>
                  <a:lnTo>
                    <a:pt x="360045" y="997267"/>
                  </a:lnTo>
                  <a:lnTo>
                    <a:pt x="361950" y="1002030"/>
                  </a:lnTo>
                  <a:lnTo>
                    <a:pt x="364807" y="1003459"/>
                  </a:lnTo>
                  <a:lnTo>
                    <a:pt x="368141" y="1005840"/>
                  </a:lnTo>
                  <a:lnTo>
                    <a:pt x="370046" y="1007745"/>
                  </a:lnTo>
                  <a:lnTo>
                    <a:pt x="376238" y="1011079"/>
                  </a:lnTo>
                  <a:lnTo>
                    <a:pt x="377190" y="1012507"/>
                  </a:lnTo>
                  <a:lnTo>
                    <a:pt x="378619" y="1013460"/>
                  </a:lnTo>
                  <a:lnTo>
                    <a:pt x="380047" y="1013936"/>
                  </a:lnTo>
                  <a:lnTo>
                    <a:pt x="381476" y="1014413"/>
                  </a:lnTo>
                  <a:lnTo>
                    <a:pt x="383381" y="1014889"/>
                  </a:lnTo>
                  <a:lnTo>
                    <a:pt x="390525" y="1012984"/>
                  </a:lnTo>
                  <a:lnTo>
                    <a:pt x="392430" y="1013460"/>
                  </a:lnTo>
                  <a:lnTo>
                    <a:pt x="393382" y="1013936"/>
                  </a:lnTo>
                  <a:lnTo>
                    <a:pt x="393382" y="1014889"/>
                  </a:lnTo>
                  <a:lnTo>
                    <a:pt x="391953" y="1018222"/>
                  </a:lnTo>
                  <a:lnTo>
                    <a:pt x="391001" y="1022509"/>
                  </a:lnTo>
                  <a:lnTo>
                    <a:pt x="391953" y="1024414"/>
                  </a:lnTo>
                  <a:lnTo>
                    <a:pt x="394811" y="1025366"/>
                  </a:lnTo>
                  <a:lnTo>
                    <a:pt x="401478" y="1025842"/>
                  </a:lnTo>
                  <a:lnTo>
                    <a:pt x="410527" y="1025842"/>
                  </a:lnTo>
                  <a:lnTo>
                    <a:pt x="413385" y="1027747"/>
                  </a:lnTo>
                  <a:lnTo>
                    <a:pt x="416243" y="1031081"/>
                  </a:lnTo>
                  <a:lnTo>
                    <a:pt x="419100" y="1036320"/>
                  </a:lnTo>
                  <a:lnTo>
                    <a:pt x="420052" y="1038701"/>
                  </a:lnTo>
                  <a:lnTo>
                    <a:pt x="421481" y="1039178"/>
                  </a:lnTo>
                  <a:lnTo>
                    <a:pt x="423863" y="1038225"/>
                  </a:lnTo>
                  <a:lnTo>
                    <a:pt x="424339" y="1035844"/>
                  </a:lnTo>
                  <a:lnTo>
                    <a:pt x="424339" y="1032510"/>
                  </a:lnTo>
                  <a:lnTo>
                    <a:pt x="426244" y="1031557"/>
                  </a:lnTo>
                  <a:lnTo>
                    <a:pt x="427672" y="1032510"/>
                  </a:lnTo>
                  <a:lnTo>
                    <a:pt x="429101" y="1034891"/>
                  </a:lnTo>
                  <a:lnTo>
                    <a:pt x="432911" y="1037272"/>
                  </a:lnTo>
                  <a:lnTo>
                    <a:pt x="435769" y="1038225"/>
                  </a:lnTo>
                  <a:lnTo>
                    <a:pt x="438150" y="1037749"/>
                  </a:lnTo>
                  <a:lnTo>
                    <a:pt x="439102" y="1036796"/>
                  </a:lnTo>
                  <a:lnTo>
                    <a:pt x="440531" y="1032510"/>
                  </a:lnTo>
                  <a:lnTo>
                    <a:pt x="442436" y="1032034"/>
                  </a:lnTo>
                  <a:lnTo>
                    <a:pt x="444818" y="1032510"/>
                  </a:lnTo>
                  <a:lnTo>
                    <a:pt x="445770" y="1033463"/>
                  </a:lnTo>
                  <a:lnTo>
                    <a:pt x="446722" y="1035367"/>
                  </a:lnTo>
                  <a:lnTo>
                    <a:pt x="450056" y="1036320"/>
                  </a:lnTo>
                  <a:lnTo>
                    <a:pt x="453390" y="1037272"/>
                  </a:lnTo>
                  <a:lnTo>
                    <a:pt x="456247" y="1038701"/>
                  </a:lnTo>
                  <a:lnTo>
                    <a:pt x="460534" y="1042035"/>
                  </a:lnTo>
                  <a:lnTo>
                    <a:pt x="465772" y="1042511"/>
                  </a:lnTo>
                  <a:lnTo>
                    <a:pt x="471488" y="1042511"/>
                  </a:lnTo>
                  <a:lnTo>
                    <a:pt x="474821" y="1042511"/>
                  </a:lnTo>
                  <a:lnTo>
                    <a:pt x="477202" y="1042988"/>
                  </a:lnTo>
                  <a:lnTo>
                    <a:pt x="479107" y="1042988"/>
                  </a:lnTo>
                  <a:lnTo>
                    <a:pt x="485299" y="1040606"/>
                  </a:lnTo>
                  <a:lnTo>
                    <a:pt x="487680" y="1040606"/>
                  </a:lnTo>
                  <a:lnTo>
                    <a:pt x="490538" y="1041082"/>
                  </a:lnTo>
                  <a:lnTo>
                    <a:pt x="493395" y="1041559"/>
                  </a:lnTo>
                  <a:lnTo>
                    <a:pt x="492919" y="1040130"/>
                  </a:lnTo>
                  <a:lnTo>
                    <a:pt x="493395" y="1039178"/>
                  </a:lnTo>
                  <a:lnTo>
                    <a:pt x="494347" y="1038701"/>
                  </a:lnTo>
                  <a:lnTo>
                    <a:pt x="499110" y="1037749"/>
                  </a:lnTo>
                  <a:lnTo>
                    <a:pt x="504349" y="1036320"/>
                  </a:lnTo>
                  <a:lnTo>
                    <a:pt x="506253" y="1035367"/>
                  </a:lnTo>
                  <a:lnTo>
                    <a:pt x="507682" y="1034415"/>
                  </a:lnTo>
                  <a:lnTo>
                    <a:pt x="509111" y="1032986"/>
                  </a:lnTo>
                  <a:lnTo>
                    <a:pt x="510540" y="1032986"/>
                  </a:lnTo>
                  <a:lnTo>
                    <a:pt x="515302" y="1034891"/>
                  </a:lnTo>
                  <a:lnTo>
                    <a:pt x="516731" y="1036320"/>
                  </a:lnTo>
                  <a:lnTo>
                    <a:pt x="517684" y="1040130"/>
                  </a:lnTo>
                  <a:lnTo>
                    <a:pt x="518160" y="1041559"/>
                  </a:lnTo>
                  <a:lnTo>
                    <a:pt x="517684" y="1045369"/>
                  </a:lnTo>
                  <a:lnTo>
                    <a:pt x="514826" y="1054417"/>
                  </a:lnTo>
                  <a:lnTo>
                    <a:pt x="515302" y="1057751"/>
                  </a:lnTo>
                  <a:lnTo>
                    <a:pt x="517684" y="1060132"/>
                  </a:lnTo>
                  <a:lnTo>
                    <a:pt x="519589" y="1062038"/>
                  </a:lnTo>
                  <a:lnTo>
                    <a:pt x="521494" y="1056799"/>
                  </a:lnTo>
                  <a:lnTo>
                    <a:pt x="524351" y="1054894"/>
                  </a:lnTo>
                  <a:lnTo>
                    <a:pt x="526732" y="1052036"/>
                  </a:lnTo>
                  <a:lnTo>
                    <a:pt x="528638" y="1047750"/>
                  </a:lnTo>
                  <a:lnTo>
                    <a:pt x="532447" y="1043464"/>
                  </a:lnTo>
                  <a:lnTo>
                    <a:pt x="536734" y="1038701"/>
                  </a:lnTo>
                  <a:lnTo>
                    <a:pt x="539591" y="1034891"/>
                  </a:lnTo>
                  <a:lnTo>
                    <a:pt x="541496" y="1032986"/>
                  </a:lnTo>
                  <a:lnTo>
                    <a:pt x="545306" y="1031081"/>
                  </a:lnTo>
                  <a:lnTo>
                    <a:pt x="548640" y="1030129"/>
                  </a:lnTo>
                  <a:lnTo>
                    <a:pt x="551021" y="1027747"/>
                  </a:lnTo>
                  <a:lnTo>
                    <a:pt x="553878" y="1026319"/>
                  </a:lnTo>
                  <a:lnTo>
                    <a:pt x="556736" y="1025842"/>
                  </a:lnTo>
                  <a:lnTo>
                    <a:pt x="561022" y="1026319"/>
                  </a:lnTo>
                  <a:lnTo>
                    <a:pt x="564832" y="1027271"/>
                  </a:lnTo>
                  <a:lnTo>
                    <a:pt x="569119" y="1028700"/>
                  </a:lnTo>
                  <a:lnTo>
                    <a:pt x="569595" y="1029653"/>
                  </a:lnTo>
                  <a:lnTo>
                    <a:pt x="569119" y="1031557"/>
                  </a:lnTo>
                  <a:lnTo>
                    <a:pt x="568643" y="1033463"/>
                  </a:lnTo>
                  <a:lnTo>
                    <a:pt x="568643" y="1034415"/>
                  </a:lnTo>
                  <a:lnTo>
                    <a:pt x="569119" y="1034891"/>
                  </a:lnTo>
                  <a:lnTo>
                    <a:pt x="573405" y="1035367"/>
                  </a:lnTo>
                  <a:lnTo>
                    <a:pt x="578644" y="1034891"/>
                  </a:lnTo>
                  <a:lnTo>
                    <a:pt x="581501" y="1035367"/>
                  </a:lnTo>
                  <a:lnTo>
                    <a:pt x="588169" y="1036796"/>
                  </a:lnTo>
                  <a:lnTo>
                    <a:pt x="590074" y="1037749"/>
                  </a:lnTo>
                  <a:lnTo>
                    <a:pt x="591978" y="1038701"/>
                  </a:lnTo>
                  <a:lnTo>
                    <a:pt x="593884" y="1038701"/>
                  </a:lnTo>
                  <a:lnTo>
                    <a:pt x="596265" y="1036796"/>
                  </a:lnTo>
                  <a:lnTo>
                    <a:pt x="598646" y="1035367"/>
                  </a:lnTo>
                  <a:lnTo>
                    <a:pt x="600075" y="1034891"/>
                  </a:lnTo>
                  <a:lnTo>
                    <a:pt x="601027" y="1035367"/>
                  </a:lnTo>
                  <a:lnTo>
                    <a:pt x="602932" y="1036796"/>
                  </a:lnTo>
                  <a:lnTo>
                    <a:pt x="607219" y="1038225"/>
                  </a:lnTo>
                  <a:lnTo>
                    <a:pt x="611028" y="1039178"/>
                  </a:lnTo>
                  <a:lnTo>
                    <a:pt x="612457" y="1040130"/>
                  </a:lnTo>
                  <a:lnTo>
                    <a:pt x="611981" y="1044416"/>
                  </a:lnTo>
                  <a:lnTo>
                    <a:pt x="611981" y="1045845"/>
                  </a:lnTo>
                  <a:lnTo>
                    <a:pt x="614839" y="1045845"/>
                  </a:lnTo>
                  <a:lnTo>
                    <a:pt x="618649" y="1046321"/>
                  </a:lnTo>
                  <a:lnTo>
                    <a:pt x="621506" y="1046797"/>
                  </a:lnTo>
                  <a:lnTo>
                    <a:pt x="623888" y="1046797"/>
                  </a:lnTo>
                  <a:lnTo>
                    <a:pt x="628174" y="1043940"/>
                  </a:lnTo>
                  <a:lnTo>
                    <a:pt x="630078" y="1043940"/>
                  </a:lnTo>
                  <a:lnTo>
                    <a:pt x="632460" y="1043464"/>
                  </a:lnTo>
                  <a:lnTo>
                    <a:pt x="633413" y="1042988"/>
                  </a:lnTo>
                  <a:lnTo>
                    <a:pt x="633889" y="1043464"/>
                  </a:lnTo>
                  <a:lnTo>
                    <a:pt x="636270" y="1043940"/>
                  </a:lnTo>
                  <a:lnTo>
                    <a:pt x="638651" y="1043940"/>
                  </a:lnTo>
                  <a:lnTo>
                    <a:pt x="641032" y="1042988"/>
                  </a:lnTo>
                  <a:lnTo>
                    <a:pt x="643414" y="1041559"/>
                  </a:lnTo>
                  <a:lnTo>
                    <a:pt x="647224" y="1039178"/>
                  </a:lnTo>
                  <a:lnTo>
                    <a:pt x="648176" y="1037749"/>
                  </a:lnTo>
                  <a:lnTo>
                    <a:pt x="648176" y="1036320"/>
                  </a:lnTo>
                  <a:lnTo>
                    <a:pt x="647224" y="1035367"/>
                  </a:lnTo>
                  <a:lnTo>
                    <a:pt x="646271" y="1034891"/>
                  </a:lnTo>
                  <a:lnTo>
                    <a:pt x="646747" y="1033939"/>
                  </a:lnTo>
                  <a:lnTo>
                    <a:pt x="648652" y="1032034"/>
                  </a:lnTo>
                  <a:lnTo>
                    <a:pt x="654844" y="1029176"/>
                  </a:lnTo>
                  <a:lnTo>
                    <a:pt x="660082" y="1025366"/>
                  </a:lnTo>
                  <a:lnTo>
                    <a:pt x="662940" y="1022509"/>
                  </a:lnTo>
                  <a:lnTo>
                    <a:pt x="664369" y="1019175"/>
                  </a:lnTo>
                  <a:lnTo>
                    <a:pt x="665797" y="1015365"/>
                  </a:lnTo>
                  <a:lnTo>
                    <a:pt x="667226" y="1013936"/>
                  </a:lnTo>
                  <a:lnTo>
                    <a:pt x="671036" y="1012984"/>
                  </a:lnTo>
                  <a:lnTo>
                    <a:pt x="681514" y="1011555"/>
                  </a:lnTo>
                  <a:lnTo>
                    <a:pt x="684847" y="1010126"/>
                  </a:lnTo>
                  <a:lnTo>
                    <a:pt x="689610" y="1007269"/>
                  </a:lnTo>
                  <a:lnTo>
                    <a:pt x="691991" y="1005364"/>
                  </a:lnTo>
                  <a:lnTo>
                    <a:pt x="693420" y="1003459"/>
                  </a:lnTo>
                  <a:lnTo>
                    <a:pt x="693420" y="1001554"/>
                  </a:lnTo>
                  <a:lnTo>
                    <a:pt x="696753" y="1001078"/>
                  </a:lnTo>
                  <a:lnTo>
                    <a:pt x="699611" y="998220"/>
                  </a:lnTo>
                  <a:lnTo>
                    <a:pt x="702945" y="994886"/>
                  </a:lnTo>
                  <a:lnTo>
                    <a:pt x="708660" y="992029"/>
                  </a:lnTo>
                  <a:lnTo>
                    <a:pt x="713899" y="988695"/>
                  </a:lnTo>
                  <a:lnTo>
                    <a:pt x="715803" y="989171"/>
                  </a:lnTo>
                  <a:lnTo>
                    <a:pt x="717709" y="990600"/>
                  </a:lnTo>
                  <a:lnTo>
                    <a:pt x="718661" y="992505"/>
                  </a:lnTo>
                  <a:lnTo>
                    <a:pt x="718661" y="993457"/>
                  </a:lnTo>
                  <a:lnTo>
                    <a:pt x="725328" y="994410"/>
                  </a:lnTo>
                  <a:lnTo>
                    <a:pt x="726281" y="994410"/>
                  </a:lnTo>
                  <a:lnTo>
                    <a:pt x="731044" y="995839"/>
                  </a:lnTo>
                  <a:lnTo>
                    <a:pt x="735806" y="997744"/>
                  </a:lnTo>
                  <a:lnTo>
                    <a:pt x="738188" y="998220"/>
                  </a:lnTo>
                  <a:lnTo>
                    <a:pt x="739616" y="998220"/>
                  </a:lnTo>
                  <a:lnTo>
                    <a:pt x="740569" y="997744"/>
                  </a:lnTo>
                  <a:lnTo>
                    <a:pt x="741997" y="995839"/>
                  </a:lnTo>
                  <a:lnTo>
                    <a:pt x="743426" y="994410"/>
                  </a:lnTo>
                  <a:lnTo>
                    <a:pt x="744378" y="993934"/>
                  </a:lnTo>
                  <a:lnTo>
                    <a:pt x="744378" y="992029"/>
                  </a:lnTo>
                  <a:lnTo>
                    <a:pt x="751046" y="988219"/>
                  </a:lnTo>
                  <a:lnTo>
                    <a:pt x="756761" y="985361"/>
                  </a:lnTo>
                  <a:lnTo>
                    <a:pt x="762000" y="983456"/>
                  </a:lnTo>
                  <a:lnTo>
                    <a:pt x="763428" y="984409"/>
                  </a:lnTo>
                  <a:lnTo>
                    <a:pt x="764857" y="985838"/>
                  </a:lnTo>
                  <a:lnTo>
                    <a:pt x="767239" y="989647"/>
                  </a:lnTo>
                  <a:lnTo>
                    <a:pt x="768668" y="990600"/>
                  </a:lnTo>
                  <a:lnTo>
                    <a:pt x="772001" y="990124"/>
                  </a:lnTo>
                  <a:lnTo>
                    <a:pt x="772477" y="990600"/>
                  </a:lnTo>
                  <a:lnTo>
                    <a:pt x="772001" y="992029"/>
                  </a:lnTo>
                  <a:lnTo>
                    <a:pt x="769620" y="993934"/>
                  </a:lnTo>
                  <a:lnTo>
                    <a:pt x="766763" y="995363"/>
                  </a:lnTo>
                  <a:lnTo>
                    <a:pt x="764857" y="996791"/>
                  </a:lnTo>
                  <a:lnTo>
                    <a:pt x="765334" y="1001078"/>
                  </a:lnTo>
                  <a:lnTo>
                    <a:pt x="765334" y="1002506"/>
                  </a:lnTo>
                  <a:lnTo>
                    <a:pt x="766286" y="1002982"/>
                  </a:lnTo>
                  <a:lnTo>
                    <a:pt x="772477" y="998696"/>
                  </a:lnTo>
                  <a:lnTo>
                    <a:pt x="775335" y="997744"/>
                  </a:lnTo>
                  <a:lnTo>
                    <a:pt x="776288" y="998696"/>
                  </a:lnTo>
                  <a:lnTo>
                    <a:pt x="776764" y="1001078"/>
                  </a:lnTo>
                  <a:lnTo>
                    <a:pt x="779145" y="1005840"/>
                  </a:lnTo>
                  <a:lnTo>
                    <a:pt x="780097" y="1008221"/>
                  </a:lnTo>
                  <a:lnTo>
                    <a:pt x="773906" y="1013936"/>
                  </a:lnTo>
                  <a:lnTo>
                    <a:pt x="771525" y="1016794"/>
                  </a:lnTo>
                  <a:lnTo>
                    <a:pt x="771525" y="1017746"/>
                  </a:lnTo>
                  <a:lnTo>
                    <a:pt x="771525" y="1018699"/>
                  </a:lnTo>
                  <a:lnTo>
                    <a:pt x="770096" y="1020128"/>
                  </a:lnTo>
                  <a:lnTo>
                    <a:pt x="770096" y="1020604"/>
                  </a:lnTo>
                  <a:lnTo>
                    <a:pt x="771525" y="1021556"/>
                  </a:lnTo>
                  <a:lnTo>
                    <a:pt x="772953" y="1022032"/>
                  </a:lnTo>
                  <a:lnTo>
                    <a:pt x="773906" y="1022032"/>
                  </a:lnTo>
                  <a:lnTo>
                    <a:pt x="775335" y="1020604"/>
                  </a:lnTo>
                  <a:lnTo>
                    <a:pt x="781050" y="1018699"/>
                  </a:lnTo>
                  <a:lnTo>
                    <a:pt x="782955" y="1019175"/>
                  </a:lnTo>
                  <a:lnTo>
                    <a:pt x="787241" y="1022032"/>
                  </a:lnTo>
                  <a:lnTo>
                    <a:pt x="789146" y="1022032"/>
                  </a:lnTo>
                  <a:lnTo>
                    <a:pt x="794385" y="1022985"/>
                  </a:lnTo>
                  <a:lnTo>
                    <a:pt x="797719" y="1022032"/>
                  </a:lnTo>
                  <a:lnTo>
                    <a:pt x="800100" y="1022985"/>
                  </a:lnTo>
                  <a:lnTo>
                    <a:pt x="804863" y="1026795"/>
                  </a:lnTo>
                  <a:lnTo>
                    <a:pt x="805815" y="1027271"/>
                  </a:lnTo>
                  <a:lnTo>
                    <a:pt x="806768" y="1025842"/>
                  </a:lnTo>
                  <a:lnTo>
                    <a:pt x="809149" y="1022032"/>
                  </a:lnTo>
                  <a:lnTo>
                    <a:pt x="810577" y="1019651"/>
                  </a:lnTo>
                  <a:lnTo>
                    <a:pt x="811530" y="1018699"/>
                  </a:lnTo>
                  <a:lnTo>
                    <a:pt x="812959" y="1016794"/>
                  </a:lnTo>
                  <a:lnTo>
                    <a:pt x="814864" y="1016317"/>
                  </a:lnTo>
                  <a:lnTo>
                    <a:pt x="816769" y="1016794"/>
                  </a:lnTo>
                  <a:lnTo>
                    <a:pt x="818197" y="1017746"/>
                  </a:lnTo>
                  <a:lnTo>
                    <a:pt x="819626" y="1020128"/>
                  </a:lnTo>
                  <a:lnTo>
                    <a:pt x="821055" y="1022032"/>
                  </a:lnTo>
                  <a:lnTo>
                    <a:pt x="822484" y="1022032"/>
                  </a:lnTo>
                  <a:lnTo>
                    <a:pt x="823913" y="1021556"/>
                  </a:lnTo>
                  <a:lnTo>
                    <a:pt x="824865" y="1022032"/>
                  </a:lnTo>
                  <a:lnTo>
                    <a:pt x="826294" y="1023461"/>
                  </a:lnTo>
                  <a:lnTo>
                    <a:pt x="829151" y="1027271"/>
                  </a:lnTo>
                  <a:lnTo>
                    <a:pt x="830580" y="1028224"/>
                  </a:lnTo>
                  <a:lnTo>
                    <a:pt x="832009" y="1029653"/>
                  </a:lnTo>
                  <a:lnTo>
                    <a:pt x="832485" y="1032986"/>
                  </a:lnTo>
                  <a:lnTo>
                    <a:pt x="832961" y="1036320"/>
                  </a:lnTo>
                  <a:lnTo>
                    <a:pt x="836771" y="1047274"/>
                  </a:lnTo>
                  <a:lnTo>
                    <a:pt x="837724" y="1049655"/>
                  </a:lnTo>
                  <a:lnTo>
                    <a:pt x="838676" y="1051560"/>
                  </a:lnTo>
                  <a:lnTo>
                    <a:pt x="840581" y="1052036"/>
                  </a:lnTo>
                  <a:lnTo>
                    <a:pt x="842010" y="1050131"/>
                  </a:lnTo>
                  <a:lnTo>
                    <a:pt x="842486" y="1048226"/>
                  </a:lnTo>
                  <a:lnTo>
                    <a:pt x="843915" y="1047750"/>
                  </a:lnTo>
                  <a:lnTo>
                    <a:pt x="845820" y="1048226"/>
                  </a:lnTo>
                  <a:lnTo>
                    <a:pt x="849153" y="1050131"/>
                  </a:lnTo>
                  <a:lnTo>
                    <a:pt x="851059" y="1051084"/>
                  </a:lnTo>
                  <a:lnTo>
                    <a:pt x="852011" y="1056323"/>
                  </a:lnTo>
                  <a:lnTo>
                    <a:pt x="852011" y="1062514"/>
                  </a:lnTo>
                  <a:lnTo>
                    <a:pt x="851535" y="1064419"/>
                  </a:lnTo>
                  <a:lnTo>
                    <a:pt x="852964" y="1069657"/>
                  </a:lnTo>
                  <a:lnTo>
                    <a:pt x="853440" y="1075849"/>
                  </a:lnTo>
                  <a:lnTo>
                    <a:pt x="853916" y="1079182"/>
                  </a:lnTo>
                  <a:lnTo>
                    <a:pt x="853916" y="1082516"/>
                  </a:lnTo>
                  <a:lnTo>
                    <a:pt x="853440" y="1086803"/>
                  </a:lnTo>
                  <a:lnTo>
                    <a:pt x="852488" y="1092517"/>
                  </a:lnTo>
                  <a:lnTo>
                    <a:pt x="851059" y="1097280"/>
                  </a:lnTo>
                  <a:lnTo>
                    <a:pt x="851535" y="1101090"/>
                  </a:lnTo>
                  <a:lnTo>
                    <a:pt x="850582" y="1102995"/>
                  </a:lnTo>
                  <a:lnTo>
                    <a:pt x="847249" y="1103948"/>
                  </a:lnTo>
                  <a:lnTo>
                    <a:pt x="846772" y="1105376"/>
                  </a:lnTo>
                  <a:lnTo>
                    <a:pt x="847725" y="1107757"/>
                  </a:lnTo>
                  <a:lnTo>
                    <a:pt x="850106" y="1110615"/>
                  </a:lnTo>
                  <a:lnTo>
                    <a:pt x="850106" y="1112520"/>
                  </a:lnTo>
                  <a:lnTo>
                    <a:pt x="849153" y="1113949"/>
                  </a:lnTo>
                  <a:lnTo>
                    <a:pt x="846772" y="1113949"/>
                  </a:lnTo>
                  <a:lnTo>
                    <a:pt x="843439" y="1115378"/>
                  </a:lnTo>
                  <a:lnTo>
                    <a:pt x="841057" y="1119188"/>
                  </a:lnTo>
                  <a:lnTo>
                    <a:pt x="838676" y="1122521"/>
                  </a:lnTo>
                  <a:lnTo>
                    <a:pt x="837247" y="1122998"/>
                  </a:lnTo>
                  <a:lnTo>
                    <a:pt x="832961" y="1122045"/>
                  </a:lnTo>
                  <a:lnTo>
                    <a:pt x="832009" y="1122998"/>
                  </a:lnTo>
                  <a:lnTo>
                    <a:pt x="830580" y="1128713"/>
                  </a:lnTo>
                  <a:lnTo>
                    <a:pt x="829151" y="1131094"/>
                  </a:lnTo>
                  <a:lnTo>
                    <a:pt x="827246" y="1132999"/>
                  </a:lnTo>
                  <a:lnTo>
                    <a:pt x="825818" y="1133951"/>
                  </a:lnTo>
                  <a:lnTo>
                    <a:pt x="824389" y="1134904"/>
                  </a:lnTo>
                  <a:lnTo>
                    <a:pt x="821055" y="1134428"/>
                  </a:lnTo>
                  <a:lnTo>
                    <a:pt x="819150" y="1137761"/>
                  </a:lnTo>
                  <a:lnTo>
                    <a:pt x="817245" y="1142048"/>
                  </a:lnTo>
                  <a:lnTo>
                    <a:pt x="817245" y="1144429"/>
                  </a:lnTo>
                  <a:lnTo>
                    <a:pt x="818197" y="1148239"/>
                  </a:lnTo>
                  <a:lnTo>
                    <a:pt x="817721" y="1149191"/>
                  </a:lnTo>
                  <a:lnTo>
                    <a:pt x="815816" y="1150144"/>
                  </a:lnTo>
                  <a:lnTo>
                    <a:pt x="812959" y="1151573"/>
                  </a:lnTo>
                  <a:lnTo>
                    <a:pt x="811053" y="1156811"/>
                  </a:lnTo>
                  <a:lnTo>
                    <a:pt x="811053" y="1161574"/>
                  </a:lnTo>
                  <a:lnTo>
                    <a:pt x="812006" y="1163479"/>
                  </a:lnTo>
                  <a:lnTo>
                    <a:pt x="813911" y="1164431"/>
                  </a:lnTo>
                  <a:lnTo>
                    <a:pt x="815340" y="1165860"/>
                  </a:lnTo>
                  <a:lnTo>
                    <a:pt x="815340" y="1168241"/>
                  </a:lnTo>
                  <a:lnTo>
                    <a:pt x="816769" y="1171099"/>
                  </a:lnTo>
                  <a:lnTo>
                    <a:pt x="816293" y="1174432"/>
                  </a:lnTo>
                  <a:lnTo>
                    <a:pt x="812006" y="1179671"/>
                  </a:lnTo>
                  <a:lnTo>
                    <a:pt x="812006" y="1182529"/>
                  </a:lnTo>
                  <a:lnTo>
                    <a:pt x="814388" y="1183481"/>
                  </a:lnTo>
                  <a:lnTo>
                    <a:pt x="816293" y="1183005"/>
                  </a:lnTo>
                  <a:lnTo>
                    <a:pt x="818674" y="1181576"/>
                  </a:lnTo>
                  <a:lnTo>
                    <a:pt x="821531" y="1179671"/>
                  </a:lnTo>
                  <a:lnTo>
                    <a:pt x="827722" y="1176814"/>
                  </a:lnTo>
                  <a:lnTo>
                    <a:pt x="834390" y="1175385"/>
                  </a:lnTo>
                  <a:lnTo>
                    <a:pt x="839628" y="1174909"/>
                  </a:lnTo>
                  <a:lnTo>
                    <a:pt x="843915" y="1174909"/>
                  </a:lnTo>
                  <a:lnTo>
                    <a:pt x="846296" y="1175385"/>
                  </a:lnTo>
                  <a:lnTo>
                    <a:pt x="846772" y="1176338"/>
                  </a:lnTo>
                  <a:lnTo>
                    <a:pt x="852964" y="1174909"/>
                  </a:lnTo>
                  <a:lnTo>
                    <a:pt x="854393" y="1174909"/>
                  </a:lnTo>
                  <a:lnTo>
                    <a:pt x="855345" y="1174909"/>
                  </a:lnTo>
                  <a:lnTo>
                    <a:pt x="855345" y="1175861"/>
                  </a:lnTo>
                  <a:lnTo>
                    <a:pt x="851059" y="1180148"/>
                  </a:lnTo>
                  <a:lnTo>
                    <a:pt x="850106" y="1182053"/>
                  </a:lnTo>
                  <a:lnTo>
                    <a:pt x="850106" y="1184434"/>
                  </a:lnTo>
                  <a:lnTo>
                    <a:pt x="852011" y="1186339"/>
                  </a:lnTo>
                  <a:lnTo>
                    <a:pt x="853916" y="1187767"/>
                  </a:lnTo>
                  <a:lnTo>
                    <a:pt x="855345" y="1191578"/>
                  </a:lnTo>
                  <a:lnTo>
                    <a:pt x="854393" y="1195388"/>
                  </a:lnTo>
                  <a:lnTo>
                    <a:pt x="855345" y="1196816"/>
                  </a:lnTo>
                  <a:lnTo>
                    <a:pt x="856774" y="1198245"/>
                  </a:lnTo>
                  <a:lnTo>
                    <a:pt x="857726" y="1200150"/>
                  </a:lnTo>
                  <a:lnTo>
                    <a:pt x="857726" y="1202531"/>
                  </a:lnTo>
                  <a:lnTo>
                    <a:pt x="856774" y="1206817"/>
                  </a:lnTo>
                  <a:lnTo>
                    <a:pt x="863441" y="1209199"/>
                  </a:lnTo>
                  <a:lnTo>
                    <a:pt x="869156" y="1210151"/>
                  </a:lnTo>
                  <a:lnTo>
                    <a:pt x="873443" y="1210628"/>
                  </a:lnTo>
                  <a:lnTo>
                    <a:pt x="876300" y="1211580"/>
                  </a:lnTo>
                  <a:lnTo>
                    <a:pt x="877728" y="1212532"/>
                  </a:lnTo>
                  <a:lnTo>
                    <a:pt x="878681" y="1213961"/>
                  </a:lnTo>
                  <a:lnTo>
                    <a:pt x="879157" y="1215390"/>
                  </a:lnTo>
                  <a:lnTo>
                    <a:pt x="877728" y="1216342"/>
                  </a:lnTo>
                  <a:lnTo>
                    <a:pt x="874871" y="1220153"/>
                  </a:lnTo>
                  <a:lnTo>
                    <a:pt x="873443" y="1224915"/>
                  </a:lnTo>
                  <a:lnTo>
                    <a:pt x="873443" y="1228725"/>
                  </a:lnTo>
                  <a:lnTo>
                    <a:pt x="873443" y="1232059"/>
                  </a:lnTo>
                  <a:lnTo>
                    <a:pt x="870109" y="1236345"/>
                  </a:lnTo>
                  <a:lnTo>
                    <a:pt x="868680" y="1239679"/>
                  </a:lnTo>
                  <a:lnTo>
                    <a:pt x="867727" y="1243013"/>
                  </a:lnTo>
                  <a:lnTo>
                    <a:pt x="867727" y="1244441"/>
                  </a:lnTo>
                  <a:lnTo>
                    <a:pt x="868203" y="1245394"/>
                  </a:lnTo>
                  <a:lnTo>
                    <a:pt x="869632" y="1245870"/>
                  </a:lnTo>
                  <a:lnTo>
                    <a:pt x="872014" y="1246346"/>
                  </a:lnTo>
                  <a:lnTo>
                    <a:pt x="874871" y="1245870"/>
                  </a:lnTo>
                  <a:lnTo>
                    <a:pt x="882015" y="1246823"/>
                  </a:lnTo>
                  <a:lnTo>
                    <a:pt x="890111" y="1248251"/>
                  </a:lnTo>
                  <a:lnTo>
                    <a:pt x="893445" y="1249204"/>
                  </a:lnTo>
                  <a:lnTo>
                    <a:pt x="894397" y="1250632"/>
                  </a:lnTo>
                  <a:lnTo>
                    <a:pt x="893921" y="1253490"/>
                  </a:lnTo>
                  <a:lnTo>
                    <a:pt x="893445" y="1256348"/>
                  </a:lnTo>
                  <a:lnTo>
                    <a:pt x="893921" y="1258729"/>
                  </a:lnTo>
                  <a:lnTo>
                    <a:pt x="895350" y="1260634"/>
                  </a:lnTo>
                  <a:lnTo>
                    <a:pt x="897255" y="1261110"/>
                  </a:lnTo>
                  <a:lnTo>
                    <a:pt x="899160" y="1262063"/>
                  </a:lnTo>
                  <a:lnTo>
                    <a:pt x="899636" y="1263491"/>
                  </a:lnTo>
                  <a:lnTo>
                    <a:pt x="899160" y="1265396"/>
                  </a:lnTo>
                  <a:lnTo>
                    <a:pt x="900113" y="1266825"/>
                  </a:lnTo>
                  <a:lnTo>
                    <a:pt x="901065" y="1267778"/>
                  </a:lnTo>
                  <a:lnTo>
                    <a:pt x="903446" y="1268254"/>
                  </a:lnTo>
                  <a:lnTo>
                    <a:pt x="908209" y="1266825"/>
                  </a:lnTo>
                  <a:lnTo>
                    <a:pt x="911543" y="1267301"/>
                  </a:lnTo>
                  <a:lnTo>
                    <a:pt x="914400" y="1268254"/>
                  </a:lnTo>
                  <a:lnTo>
                    <a:pt x="916781" y="1267778"/>
                  </a:lnTo>
                  <a:lnTo>
                    <a:pt x="919163" y="1266825"/>
                  </a:lnTo>
                  <a:lnTo>
                    <a:pt x="924401" y="1261586"/>
                  </a:lnTo>
                  <a:lnTo>
                    <a:pt x="930593" y="1258729"/>
                  </a:lnTo>
                  <a:lnTo>
                    <a:pt x="932497" y="1258253"/>
                  </a:lnTo>
                  <a:lnTo>
                    <a:pt x="933926" y="1258729"/>
                  </a:lnTo>
                  <a:lnTo>
                    <a:pt x="934402" y="1259205"/>
                  </a:lnTo>
                  <a:lnTo>
                    <a:pt x="934402" y="1260157"/>
                  </a:lnTo>
                  <a:lnTo>
                    <a:pt x="934878" y="1264444"/>
                  </a:lnTo>
                  <a:lnTo>
                    <a:pt x="934402" y="1264920"/>
                  </a:lnTo>
                  <a:lnTo>
                    <a:pt x="936307" y="1266349"/>
                  </a:lnTo>
                  <a:lnTo>
                    <a:pt x="935355" y="1270159"/>
                  </a:lnTo>
                  <a:lnTo>
                    <a:pt x="936307" y="1271111"/>
                  </a:lnTo>
                  <a:lnTo>
                    <a:pt x="936784" y="1272540"/>
                  </a:lnTo>
                  <a:lnTo>
                    <a:pt x="936307" y="1274921"/>
                  </a:lnTo>
                  <a:lnTo>
                    <a:pt x="936784" y="1276826"/>
                  </a:lnTo>
                  <a:lnTo>
                    <a:pt x="937736" y="1277779"/>
                  </a:lnTo>
                  <a:lnTo>
                    <a:pt x="938689" y="1278255"/>
                  </a:lnTo>
                  <a:lnTo>
                    <a:pt x="944403" y="1276826"/>
                  </a:lnTo>
                  <a:lnTo>
                    <a:pt x="947738" y="1276826"/>
                  </a:lnTo>
                  <a:lnTo>
                    <a:pt x="949166" y="1277779"/>
                  </a:lnTo>
                  <a:lnTo>
                    <a:pt x="950595" y="1278255"/>
                  </a:lnTo>
                  <a:lnTo>
                    <a:pt x="952024" y="1278731"/>
                  </a:lnTo>
                  <a:lnTo>
                    <a:pt x="953452" y="1279207"/>
                  </a:lnTo>
                  <a:lnTo>
                    <a:pt x="954405" y="1279207"/>
                  </a:lnTo>
                  <a:lnTo>
                    <a:pt x="956310" y="1277303"/>
                  </a:lnTo>
                  <a:lnTo>
                    <a:pt x="956786" y="1276826"/>
                  </a:lnTo>
                  <a:lnTo>
                    <a:pt x="956786" y="1275874"/>
                  </a:lnTo>
                  <a:lnTo>
                    <a:pt x="955357" y="1274445"/>
                  </a:lnTo>
                  <a:lnTo>
                    <a:pt x="953928" y="1273016"/>
                  </a:lnTo>
                  <a:lnTo>
                    <a:pt x="953928" y="1270159"/>
                  </a:lnTo>
                  <a:lnTo>
                    <a:pt x="954405" y="1265396"/>
                  </a:lnTo>
                  <a:lnTo>
                    <a:pt x="954405" y="1263015"/>
                  </a:lnTo>
                  <a:lnTo>
                    <a:pt x="954405" y="1256824"/>
                  </a:lnTo>
                  <a:lnTo>
                    <a:pt x="953928" y="1254919"/>
                  </a:lnTo>
                  <a:lnTo>
                    <a:pt x="952500" y="1253014"/>
                  </a:lnTo>
                  <a:lnTo>
                    <a:pt x="949166" y="1249204"/>
                  </a:lnTo>
                  <a:lnTo>
                    <a:pt x="948214" y="1246823"/>
                  </a:lnTo>
                  <a:lnTo>
                    <a:pt x="947738" y="1244441"/>
                  </a:lnTo>
                  <a:lnTo>
                    <a:pt x="947738" y="1243013"/>
                  </a:lnTo>
                  <a:lnTo>
                    <a:pt x="946785" y="1241107"/>
                  </a:lnTo>
                  <a:lnTo>
                    <a:pt x="946309" y="1239679"/>
                  </a:lnTo>
                  <a:lnTo>
                    <a:pt x="947738" y="1238726"/>
                  </a:lnTo>
                  <a:lnTo>
                    <a:pt x="949643" y="1236821"/>
                  </a:lnTo>
                  <a:lnTo>
                    <a:pt x="950595" y="1233964"/>
                  </a:lnTo>
                  <a:lnTo>
                    <a:pt x="951547" y="1232059"/>
                  </a:lnTo>
                  <a:lnTo>
                    <a:pt x="952976" y="1231106"/>
                  </a:lnTo>
                  <a:lnTo>
                    <a:pt x="953928" y="1230630"/>
                  </a:lnTo>
                  <a:lnTo>
                    <a:pt x="954881" y="1230630"/>
                  </a:lnTo>
                  <a:lnTo>
                    <a:pt x="957739" y="1234440"/>
                  </a:lnTo>
                  <a:lnTo>
                    <a:pt x="961072" y="1232535"/>
                  </a:lnTo>
                  <a:lnTo>
                    <a:pt x="963930" y="1232535"/>
                  </a:lnTo>
                  <a:lnTo>
                    <a:pt x="966311" y="1233488"/>
                  </a:lnTo>
                  <a:lnTo>
                    <a:pt x="967740" y="1234440"/>
                  </a:lnTo>
                  <a:lnTo>
                    <a:pt x="969169" y="1233011"/>
                  </a:lnTo>
                  <a:lnTo>
                    <a:pt x="971074" y="1231106"/>
                  </a:lnTo>
                  <a:lnTo>
                    <a:pt x="973455" y="1228249"/>
                  </a:lnTo>
                  <a:lnTo>
                    <a:pt x="975836" y="1224915"/>
                  </a:lnTo>
                  <a:lnTo>
                    <a:pt x="976789" y="1222534"/>
                  </a:lnTo>
                  <a:lnTo>
                    <a:pt x="977741" y="1221581"/>
                  </a:lnTo>
                  <a:lnTo>
                    <a:pt x="979170" y="1221105"/>
                  </a:lnTo>
                  <a:lnTo>
                    <a:pt x="980599" y="1221581"/>
                  </a:lnTo>
                  <a:lnTo>
                    <a:pt x="983456" y="1223010"/>
                  </a:lnTo>
                  <a:lnTo>
                    <a:pt x="987743" y="1224915"/>
                  </a:lnTo>
                  <a:lnTo>
                    <a:pt x="991552" y="1227296"/>
                  </a:lnTo>
                  <a:lnTo>
                    <a:pt x="992981" y="1229678"/>
                  </a:lnTo>
                  <a:lnTo>
                    <a:pt x="994886" y="1231582"/>
                  </a:lnTo>
                  <a:lnTo>
                    <a:pt x="996315" y="1232059"/>
                  </a:lnTo>
                  <a:lnTo>
                    <a:pt x="997268" y="1232059"/>
                  </a:lnTo>
                  <a:lnTo>
                    <a:pt x="999649" y="1230630"/>
                  </a:lnTo>
                  <a:lnTo>
                    <a:pt x="1001553" y="1229201"/>
                  </a:lnTo>
                  <a:lnTo>
                    <a:pt x="1001553" y="1227296"/>
                  </a:lnTo>
                  <a:lnTo>
                    <a:pt x="1003459" y="1225867"/>
                  </a:lnTo>
                  <a:lnTo>
                    <a:pt x="1005840" y="1223010"/>
                  </a:lnTo>
                  <a:lnTo>
                    <a:pt x="1006793" y="1221105"/>
                  </a:lnTo>
                  <a:lnTo>
                    <a:pt x="1007745" y="1221105"/>
                  </a:lnTo>
                  <a:lnTo>
                    <a:pt x="1008697" y="1221581"/>
                  </a:lnTo>
                  <a:lnTo>
                    <a:pt x="1012507" y="1227296"/>
                  </a:lnTo>
                  <a:lnTo>
                    <a:pt x="1013460" y="1227773"/>
                  </a:lnTo>
                  <a:lnTo>
                    <a:pt x="1014413" y="1226820"/>
                  </a:lnTo>
                  <a:lnTo>
                    <a:pt x="1015841" y="1222534"/>
                  </a:lnTo>
                  <a:lnTo>
                    <a:pt x="1017746" y="1220629"/>
                  </a:lnTo>
                  <a:lnTo>
                    <a:pt x="1018222" y="1221105"/>
                  </a:lnTo>
                  <a:lnTo>
                    <a:pt x="1027747" y="1229201"/>
                  </a:lnTo>
                  <a:lnTo>
                    <a:pt x="1028700" y="1229201"/>
                  </a:lnTo>
                  <a:lnTo>
                    <a:pt x="1029652" y="1228725"/>
                  </a:lnTo>
                  <a:lnTo>
                    <a:pt x="1030128" y="1227296"/>
                  </a:lnTo>
                  <a:lnTo>
                    <a:pt x="1031081" y="1224439"/>
                  </a:lnTo>
                  <a:lnTo>
                    <a:pt x="1032510" y="1221581"/>
                  </a:lnTo>
                  <a:lnTo>
                    <a:pt x="1035368" y="1219676"/>
                  </a:lnTo>
                  <a:lnTo>
                    <a:pt x="1037749" y="1219200"/>
                  </a:lnTo>
                  <a:lnTo>
                    <a:pt x="1038701" y="1220629"/>
                  </a:lnTo>
                  <a:lnTo>
                    <a:pt x="1040606" y="1222534"/>
                  </a:lnTo>
                  <a:lnTo>
                    <a:pt x="1042988" y="1223010"/>
                  </a:lnTo>
                  <a:lnTo>
                    <a:pt x="1048226" y="1219676"/>
                  </a:lnTo>
                  <a:lnTo>
                    <a:pt x="1050131" y="1219200"/>
                  </a:lnTo>
                  <a:lnTo>
                    <a:pt x="1052036" y="1219200"/>
                  </a:lnTo>
                  <a:lnTo>
                    <a:pt x="1053941" y="1219200"/>
                  </a:lnTo>
                  <a:lnTo>
                    <a:pt x="1055846" y="1217771"/>
                  </a:lnTo>
                  <a:lnTo>
                    <a:pt x="1057751" y="1215866"/>
                  </a:lnTo>
                  <a:lnTo>
                    <a:pt x="1058227" y="1212532"/>
                  </a:lnTo>
                  <a:lnTo>
                    <a:pt x="1058703" y="1209199"/>
                  </a:lnTo>
                  <a:lnTo>
                    <a:pt x="1060132" y="1207770"/>
                  </a:lnTo>
                  <a:lnTo>
                    <a:pt x="1061561" y="1206817"/>
                  </a:lnTo>
                  <a:lnTo>
                    <a:pt x="1064419" y="1205389"/>
                  </a:lnTo>
                  <a:lnTo>
                    <a:pt x="1071086" y="1202531"/>
                  </a:lnTo>
                  <a:lnTo>
                    <a:pt x="1072991" y="1201103"/>
                  </a:lnTo>
                  <a:lnTo>
                    <a:pt x="1074420" y="1200150"/>
                  </a:lnTo>
                  <a:lnTo>
                    <a:pt x="1076801" y="1201579"/>
                  </a:lnTo>
                  <a:lnTo>
                    <a:pt x="1079659" y="1203960"/>
                  </a:lnTo>
                  <a:lnTo>
                    <a:pt x="1081564" y="1205865"/>
                  </a:lnTo>
                  <a:lnTo>
                    <a:pt x="1082993" y="1207770"/>
                  </a:lnTo>
                  <a:lnTo>
                    <a:pt x="1083469" y="1209675"/>
                  </a:lnTo>
                  <a:lnTo>
                    <a:pt x="1088231" y="1211104"/>
                  </a:lnTo>
                  <a:lnTo>
                    <a:pt x="1091565" y="1213485"/>
                  </a:lnTo>
                  <a:lnTo>
                    <a:pt x="1093470" y="1214914"/>
                  </a:lnTo>
                  <a:lnTo>
                    <a:pt x="1095375" y="1214914"/>
                  </a:lnTo>
                  <a:lnTo>
                    <a:pt x="1097280" y="1214438"/>
                  </a:lnTo>
                  <a:lnTo>
                    <a:pt x="1098709" y="1213009"/>
                  </a:lnTo>
                  <a:lnTo>
                    <a:pt x="1101090" y="1213009"/>
                  </a:lnTo>
                  <a:lnTo>
                    <a:pt x="1103947" y="1213009"/>
                  </a:lnTo>
                  <a:lnTo>
                    <a:pt x="1105376" y="1213485"/>
                  </a:lnTo>
                  <a:lnTo>
                    <a:pt x="1107757" y="1216342"/>
                  </a:lnTo>
                  <a:lnTo>
                    <a:pt x="1108710" y="1216819"/>
                  </a:lnTo>
                  <a:lnTo>
                    <a:pt x="1110615" y="1216819"/>
                  </a:lnTo>
                  <a:lnTo>
                    <a:pt x="1114425" y="1215866"/>
                  </a:lnTo>
                  <a:lnTo>
                    <a:pt x="1117282" y="1215390"/>
                  </a:lnTo>
                  <a:lnTo>
                    <a:pt x="1120140" y="1216819"/>
                  </a:lnTo>
                  <a:lnTo>
                    <a:pt x="1125378" y="1220153"/>
                  </a:lnTo>
                  <a:lnTo>
                    <a:pt x="1123950" y="1222534"/>
                  </a:lnTo>
                  <a:lnTo>
                    <a:pt x="1122997" y="1224915"/>
                  </a:lnTo>
                  <a:lnTo>
                    <a:pt x="1120616" y="1226820"/>
                  </a:lnTo>
                  <a:lnTo>
                    <a:pt x="1118711" y="1227296"/>
                  </a:lnTo>
                  <a:lnTo>
                    <a:pt x="1117759" y="1229678"/>
                  </a:lnTo>
                  <a:lnTo>
                    <a:pt x="1117282" y="1233488"/>
                  </a:lnTo>
                  <a:lnTo>
                    <a:pt x="1117759" y="1235392"/>
                  </a:lnTo>
                  <a:lnTo>
                    <a:pt x="1119188" y="1235869"/>
                  </a:lnTo>
                  <a:lnTo>
                    <a:pt x="1120616" y="1237298"/>
                  </a:lnTo>
                  <a:lnTo>
                    <a:pt x="1121093" y="1238726"/>
                  </a:lnTo>
                  <a:lnTo>
                    <a:pt x="1121093" y="1242536"/>
                  </a:lnTo>
                  <a:lnTo>
                    <a:pt x="1121093" y="1246823"/>
                  </a:lnTo>
                  <a:lnTo>
                    <a:pt x="1121093" y="1248251"/>
                  </a:lnTo>
                  <a:lnTo>
                    <a:pt x="1122045" y="1247775"/>
                  </a:lnTo>
                  <a:lnTo>
                    <a:pt x="1122997" y="1247299"/>
                  </a:lnTo>
                  <a:lnTo>
                    <a:pt x="1125378" y="1247775"/>
                  </a:lnTo>
                  <a:lnTo>
                    <a:pt x="1128236" y="1248728"/>
                  </a:lnTo>
                  <a:lnTo>
                    <a:pt x="1130141" y="1249680"/>
                  </a:lnTo>
                  <a:lnTo>
                    <a:pt x="1131570" y="1249680"/>
                  </a:lnTo>
                  <a:lnTo>
                    <a:pt x="1132999" y="1250632"/>
                  </a:lnTo>
                  <a:lnTo>
                    <a:pt x="1133475" y="1252538"/>
                  </a:lnTo>
                  <a:lnTo>
                    <a:pt x="1134903" y="1253966"/>
                  </a:lnTo>
                  <a:lnTo>
                    <a:pt x="1138714" y="1256824"/>
                  </a:lnTo>
                  <a:lnTo>
                    <a:pt x="1142047" y="1256824"/>
                  </a:lnTo>
                  <a:lnTo>
                    <a:pt x="1144905" y="1260634"/>
                  </a:lnTo>
                  <a:lnTo>
                    <a:pt x="1147763" y="1259681"/>
                  </a:lnTo>
                  <a:lnTo>
                    <a:pt x="1149191" y="1261110"/>
                  </a:lnTo>
                  <a:lnTo>
                    <a:pt x="1154906" y="1260634"/>
                  </a:lnTo>
                  <a:lnTo>
                    <a:pt x="1158716" y="1259205"/>
                  </a:lnTo>
                  <a:lnTo>
                    <a:pt x="1160145" y="1259681"/>
                  </a:lnTo>
                  <a:lnTo>
                    <a:pt x="1163955" y="1262539"/>
                  </a:lnTo>
                  <a:lnTo>
                    <a:pt x="1166336" y="1264444"/>
                  </a:lnTo>
                  <a:lnTo>
                    <a:pt x="1169670" y="1263967"/>
                  </a:lnTo>
                  <a:lnTo>
                    <a:pt x="1172527" y="1262539"/>
                  </a:lnTo>
                  <a:lnTo>
                    <a:pt x="1175861" y="1263015"/>
                  </a:lnTo>
                  <a:lnTo>
                    <a:pt x="1177766" y="1260634"/>
                  </a:lnTo>
                  <a:lnTo>
                    <a:pt x="1178719" y="1258253"/>
                  </a:lnTo>
                  <a:lnTo>
                    <a:pt x="1179671" y="1258253"/>
                  </a:lnTo>
                  <a:lnTo>
                    <a:pt x="1180624" y="1258729"/>
                  </a:lnTo>
                  <a:lnTo>
                    <a:pt x="1182528" y="1261110"/>
                  </a:lnTo>
                  <a:lnTo>
                    <a:pt x="1184434" y="1260157"/>
                  </a:lnTo>
                  <a:lnTo>
                    <a:pt x="1185386" y="1258729"/>
                  </a:lnTo>
                  <a:lnTo>
                    <a:pt x="1184434" y="1256348"/>
                  </a:lnTo>
                  <a:lnTo>
                    <a:pt x="1183957" y="1253014"/>
                  </a:lnTo>
                  <a:lnTo>
                    <a:pt x="1183957" y="1250156"/>
                  </a:lnTo>
                  <a:lnTo>
                    <a:pt x="1187768" y="1250156"/>
                  </a:lnTo>
                  <a:lnTo>
                    <a:pt x="1188720" y="1251109"/>
                  </a:lnTo>
                  <a:lnTo>
                    <a:pt x="1187768" y="1253014"/>
                  </a:lnTo>
                  <a:lnTo>
                    <a:pt x="1188720" y="1254442"/>
                  </a:lnTo>
                  <a:lnTo>
                    <a:pt x="1190625" y="1255871"/>
                  </a:lnTo>
                  <a:lnTo>
                    <a:pt x="1193006" y="1258253"/>
                  </a:lnTo>
                  <a:lnTo>
                    <a:pt x="1193959" y="1259205"/>
                  </a:lnTo>
                  <a:lnTo>
                    <a:pt x="1196340" y="1259205"/>
                  </a:lnTo>
                  <a:lnTo>
                    <a:pt x="1198721" y="1259681"/>
                  </a:lnTo>
                  <a:lnTo>
                    <a:pt x="1202531" y="1259681"/>
                  </a:lnTo>
                  <a:lnTo>
                    <a:pt x="1204913" y="1261110"/>
                  </a:lnTo>
                  <a:lnTo>
                    <a:pt x="1205865" y="1262539"/>
                  </a:lnTo>
                  <a:lnTo>
                    <a:pt x="1204436" y="1264444"/>
                  </a:lnTo>
                  <a:lnTo>
                    <a:pt x="1203960" y="1265873"/>
                  </a:lnTo>
                  <a:lnTo>
                    <a:pt x="1206341" y="1266349"/>
                  </a:lnTo>
                  <a:lnTo>
                    <a:pt x="1208722" y="1265873"/>
                  </a:lnTo>
                  <a:lnTo>
                    <a:pt x="1213009" y="1265396"/>
                  </a:lnTo>
                  <a:lnTo>
                    <a:pt x="1215866" y="1264444"/>
                  </a:lnTo>
                  <a:lnTo>
                    <a:pt x="1219676" y="1262539"/>
                  </a:lnTo>
                  <a:lnTo>
                    <a:pt x="1218724" y="1257300"/>
                  </a:lnTo>
                  <a:lnTo>
                    <a:pt x="1220152" y="1257300"/>
                  </a:lnTo>
                  <a:lnTo>
                    <a:pt x="1221105" y="1257776"/>
                  </a:lnTo>
                  <a:lnTo>
                    <a:pt x="1224439" y="1263015"/>
                  </a:lnTo>
                  <a:lnTo>
                    <a:pt x="1226344" y="1263015"/>
                  </a:lnTo>
                  <a:lnTo>
                    <a:pt x="1226820" y="1262063"/>
                  </a:lnTo>
                  <a:lnTo>
                    <a:pt x="1229201" y="1264920"/>
                  </a:lnTo>
                  <a:lnTo>
                    <a:pt x="1232535" y="1264920"/>
                  </a:lnTo>
                  <a:lnTo>
                    <a:pt x="1232059" y="1268730"/>
                  </a:lnTo>
                  <a:lnTo>
                    <a:pt x="1227296" y="1270159"/>
                  </a:lnTo>
                  <a:lnTo>
                    <a:pt x="1226820" y="1273969"/>
                  </a:lnTo>
                  <a:lnTo>
                    <a:pt x="1223963" y="1277303"/>
                  </a:lnTo>
                  <a:lnTo>
                    <a:pt x="1224915" y="1280160"/>
                  </a:lnTo>
                  <a:lnTo>
                    <a:pt x="1223486" y="1284923"/>
                  </a:lnTo>
                  <a:lnTo>
                    <a:pt x="1224439" y="1286351"/>
                  </a:lnTo>
                  <a:lnTo>
                    <a:pt x="1225868" y="1287780"/>
                  </a:lnTo>
                  <a:lnTo>
                    <a:pt x="1227296" y="1289685"/>
                  </a:lnTo>
                  <a:lnTo>
                    <a:pt x="1228725" y="1292066"/>
                  </a:lnTo>
                  <a:lnTo>
                    <a:pt x="1228249" y="1295400"/>
                  </a:lnTo>
                  <a:lnTo>
                    <a:pt x="1230630" y="1299210"/>
                  </a:lnTo>
                  <a:lnTo>
                    <a:pt x="1233488" y="1300639"/>
                  </a:lnTo>
                  <a:lnTo>
                    <a:pt x="1234440" y="1301591"/>
                  </a:lnTo>
                  <a:lnTo>
                    <a:pt x="1234916" y="1303020"/>
                  </a:lnTo>
                  <a:lnTo>
                    <a:pt x="1233011" y="1303020"/>
                  </a:lnTo>
                  <a:lnTo>
                    <a:pt x="1231582" y="1302544"/>
                  </a:lnTo>
                  <a:lnTo>
                    <a:pt x="1231582" y="1304449"/>
                  </a:lnTo>
                  <a:lnTo>
                    <a:pt x="1233488" y="1306830"/>
                  </a:lnTo>
                  <a:lnTo>
                    <a:pt x="1239678" y="1307782"/>
                  </a:lnTo>
                  <a:lnTo>
                    <a:pt x="1247299" y="1306830"/>
                  </a:lnTo>
                  <a:lnTo>
                    <a:pt x="1250632" y="1304925"/>
                  </a:lnTo>
                  <a:lnTo>
                    <a:pt x="1252061" y="1302544"/>
                  </a:lnTo>
                  <a:lnTo>
                    <a:pt x="1253014" y="1301591"/>
                  </a:lnTo>
                  <a:lnTo>
                    <a:pt x="1253014" y="1299686"/>
                  </a:lnTo>
                  <a:lnTo>
                    <a:pt x="1246346" y="1294448"/>
                  </a:lnTo>
                  <a:lnTo>
                    <a:pt x="1246822" y="1292542"/>
                  </a:lnTo>
                  <a:lnTo>
                    <a:pt x="1248251" y="1291590"/>
                  </a:lnTo>
                  <a:lnTo>
                    <a:pt x="1248727" y="1290161"/>
                  </a:lnTo>
                  <a:lnTo>
                    <a:pt x="1247775" y="1288732"/>
                  </a:lnTo>
                  <a:lnTo>
                    <a:pt x="1241584" y="1287780"/>
                  </a:lnTo>
                  <a:lnTo>
                    <a:pt x="1240631" y="1284923"/>
                  </a:lnTo>
                  <a:lnTo>
                    <a:pt x="1242060" y="1281589"/>
                  </a:lnTo>
                  <a:lnTo>
                    <a:pt x="1246822" y="1278255"/>
                  </a:lnTo>
                  <a:lnTo>
                    <a:pt x="1248251" y="1276826"/>
                  </a:lnTo>
                  <a:lnTo>
                    <a:pt x="1249203" y="1273969"/>
                  </a:lnTo>
                  <a:lnTo>
                    <a:pt x="1249680" y="1270635"/>
                  </a:lnTo>
                  <a:lnTo>
                    <a:pt x="1250632" y="1271111"/>
                  </a:lnTo>
                  <a:lnTo>
                    <a:pt x="1251585" y="1274445"/>
                  </a:lnTo>
                  <a:lnTo>
                    <a:pt x="1253014" y="1275398"/>
                  </a:lnTo>
                  <a:lnTo>
                    <a:pt x="1254919" y="1275398"/>
                  </a:lnTo>
                  <a:lnTo>
                    <a:pt x="1257776" y="1273016"/>
                  </a:lnTo>
                  <a:lnTo>
                    <a:pt x="1261586" y="1269206"/>
                  </a:lnTo>
                  <a:lnTo>
                    <a:pt x="1265396" y="1268730"/>
                  </a:lnTo>
                  <a:lnTo>
                    <a:pt x="1269206" y="1267301"/>
                  </a:lnTo>
                  <a:lnTo>
                    <a:pt x="1269682" y="1264444"/>
                  </a:lnTo>
                  <a:lnTo>
                    <a:pt x="1271111" y="1264444"/>
                  </a:lnTo>
                  <a:lnTo>
                    <a:pt x="1272540" y="1265396"/>
                  </a:lnTo>
                  <a:lnTo>
                    <a:pt x="1273969" y="1265396"/>
                  </a:lnTo>
                  <a:lnTo>
                    <a:pt x="1276350" y="1264920"/>
                  </a:lnTo>
                  <a:lnTo>
                    <a:pt x="1279684" y="1265396"/>
                  </a:lnTo>
                  <a:lnTo>
                    <a:pt x="1282065" y="1263491"/>
                  </a:lnTo>
                  <a:lnTo>
                    <a:pt x="1289209" y="1262539"/>
                  </a:lnTo>
                  <a:lnTo>
                    <a:pt x="1292066" y="1260634"/>
                  </a:lnTo>
                  <a:lnTo>
                    <a:pt x="1293019" y="1259205"/>
                  </a:lnTo>
                  <a:lnTo>
                    <a:pt x="1295400" y="1256824"/>
                  </a:lnTo>
                  <a:lnTo>
                    <a:pt x="1296828" y="1257300"/>
                  </a:lnTo>
                  <a:lnTo>
                    <a:pt x="1298257" y="1256824"/>
                  </a:lnTo>
                  <a:lnTo>
                    <a:pt x="1300163" y="1254919"/>
                  </a:lnTo>
                  <a:lnTo>
                    <a:pt x="1300639" y="1252538"/>
                  </a:lnTo>
                  <a:lnTo>
                    <a:pt x="1303496" y="1252538"/>
                  </a:lnTo>
                  <a:lnTo>
                    <a:pt x="1306830" y="1253966"/>
                  </a:lnTo>
                  <a:lnTo>
                    <a:pt x="1309211" y="1255395"/>
                  </a:lnTo>
                  <a:lnTo>
                    <a:pt x="1313021" y="1256348"/>
                  </a:lnTo>
                  <a:lnTo>
                    <a:pt x="1314926" y="1255395"/>
                  </a:lnTo>
                  <a:lnTo>
                    <a:pt x="1315878" y="1254442"/>
                  </a:lnTo>
                  <a:lnTo>
                    <a:pt x="1315402" y="1250156"/>
                  </a:lnTo>
                  <a:lnTo>
                    <a:pt x="1314926" y="1248251"/>
                  </a:lnTo>
                  <a:lnTo>
                    <a:pt x="1316355" y="1248251"/>
                  </a:lnTo>
                  <a:lnTo>
                    <a:pt x="1317307" y="1249204"/>
                  </a:lnTo>
                  <a:lnTo>
                    <a:pt x="1317784" y="1250156"/>
                  </a:lnTo>
                  <a:lnTo>
                    <a:pt x="1317307" y="1251585"/>
                  </a:lnTo>
                  <a:lnTo>
                    <a:pt x="1319689" y="1253966"/>
                  </a:lnTo>
                  <a:lnTo>
                    <a:pt x="1323022" y="1255395"/>
                  </a:lnTo>
                  <a:lnTo>
                    <a:pt x="1324451" y="1253966"/>
                  </a:lnTo>
                  <a:lnTo>
                    <a:pt x="1325403" y="1252538"/>
                  </a:lnTo>
                  <a:lnTo>
                    <a:pt x="1327785" y="1251109"/>
                  </a:lnTo>
                  <a:lnTo>
                    <a:pt x="1330643" y="1249680"/>
                  </a:lnTo>
                  <a:lnTo>
                    <a:pt x="1333976" y="1252061"/>
                  </a:lnTo>
                  <a:lnTo>
                    <a:pt x="1335881" y="1251109"/>
                  </a:lnTo>
                  <a:lnTo>
                    <a:pt x="1336834" y="1250156"/>
                  </a:lnTo>
                  <a:lnTo>
                    <a:pt x="1337786" y="1243965"/>
                  </a:lnTo>
                  <a:lnTo>
                    <a:pt x="1340644" y="1240631"/>
                  </a:lnTo>
                  <a:lnTo>
                    <a:pt x="1342549" y="1245394"/>
                  </a:lnTo>
                  <a:lnTo>
                    <a:pt x="1346359" y="1244917"/>
                  </a:lnTo>
                  <a:lnTo>
                    <a:pt x="1348264" y="1243013"/>
                  </a:lnTo>
                  <a:lnTo>
                    <a:pt x="1349693" y="1242536"/>
                  </a:lnTo>
                  <a:lnTo>
                    <a:pt x="1351121" y="1242060"/>
                  </a:lnTo>
                  <a:lnTo>
                    <a:pt x="1353026" y="1241584"/>
                  </a:lnTo>
                  <a:lnTo>
                    <a:pt x="1353026" y="1241584"/>
                  </a:lnTo>
                  <a:lnTo>
                    <a:pt x="1353026" y="1240631"/>
                  </a:lnTo>
                  <a:lnTo>
                    <a:pt x="1353502" y="1239679"/>
                  </a:lnTo>
                  <a:lnTo>
                    <a:pt x="1354455" y="1239679"/>
                  </a:lnTo>
                  <a:lnTo>
                    <a:pt x="1354931" y="1240631"/>
                  </a:lnTo>
                  <a:lnTo>
                    <a:pt x="1354931" y="1240631"/>
                  </a:lnTo>
                  <a:lnTo>
                    <a:pt x="1355884" y="1238250"/>
                  </a:lnTo>
                  <a:lnTo>
                    <a:pt x="1356360" y="1236345"/>
                  </a:lnTo>
                  <a:lnTo>
                    <a:pt x="1354931" y="1234440"/>
                  </a:lnTo>
                  <a:lnTo>
                    <a:pt x="1354931" y="1227773"/>
                  </a:lnTo>
                  <a:lnTo>
                    <a:pt x="1352550" y="1224439"/>
                  </a:lnTo>
                  <a:lnTo>
                    <a:pt x="1351597" y="1223010"/>
                  </a:lnTo>
                  <a:lnTo>
                    <a:pt x="1351121" y="1220629"/>
                  </a:lnTo>
                  <a:lnTo>
                    <a:pt x="1348264" y="1217771"/>
                  </a:lnTo>
                  <a:lnTo>
                    <a:pt x="1347788" y="1216819"/>
                  </a:lnTo>
                  <a:lnTo>
                    <a:pt x="1347788" y="1215866"/>
                  </a:lnTo>
                  <a:lnTo>
                    <a:pt x="1351597" y="1214914"/>
                  </a:lnTo>
                  <a:lnTo>
                    <a:pt x="1352074" y="1213009"/>
                  </a:lnTo>
                  <a:lnTo>
                    <a:pt x="1351597" y="1211104"/>
                  </a:lnTo>
                  <a:lnTo>
                    <a:pt x="1353978" y="1209675"/>
                  </a:lnTo>
                  <a:lnTo>
                    <a:pt x="1357313" y="1208723"/>
                  </a:lnTo>
                  <a:lnTo>
                    <a:pt x="1356360" y="1210628"/>
                  </a:lnTo>
                  <a:lnTo>
                    <a:pt x="1356360" y="1212532"/>
                  </a:lnTo>
                  <a:lnTo>
                    <a:pt x="1356836" y="1214438"/>
                  </a:lnTo>
                  <a:lnTo>
                    <a:pt x="1357313" y="1218248"/>
                  </a:lnTo>
                  <a:lnTo>
                    <a:pt x="1358741" y="1220153"/>
                  </a:lnTo>
                  <a:lnTo>
                    <a:pt x="1362075" y="1222534"/>
                  </a:lnTo>
                  <a:lnTo>
                    <a:pt x="1364456" y="1226820"/>
                  </a:lnTo>
                  <a:lnTo>
                    <a:pt x="1367790" y="1229678"/>
                  </a:lnTo>
                  <a:lnTo>
                    <a:pt x="1370647" y="1230154"/>
                  </a:lnTo>
                  <a:lnTo>
                    <a:pt x="1370647" y="1230154"/>
                  </a:lnTo>
                  <a:lnTo>
                    <a:pt x="1371600" y="1229201"/>
                  </a:lnTo>
                  <a:lnTo>
                    <a:pt x="1373028" y="1228725"/>
                  </a:lnTo>
                  <a:lnTo>
                    <a:pt x="1373981" y="1228249"/>
                  </a:lnTo>
                  <a:lnTo>
                    <a:pt x="1376363" y="1228249"/>
                  </a:lnTo>
                  <a:lnTo>
                    <a:pt x="1377791" y="1228725"/>
                  </a:lnTo>
                  <a:lnTo>
                    <a:pt x="1379220" y="1229201"/>
                  </a:lnTo>
                  <a:lnTo>
                    <a:pt x="1381601" y="1227296"/>
                  </a:lnTo>
                  <a:lnTo>
                    <a:pt x="1384459" y="1227773"/>
                  </a:lnTo>
                  <a:lnTo>
                    <a:pt x="1386840" y="1229678"/>
                  </a:lnTo>
                  <a:lnTo>
                    <a:pt x="1388745" y="1229678"/>
                  </a:lnTo>
                  <a:lnTo>
                    <a:pt x="1388269" y="1226344"/>
                  </a:lnTo>
                  <a:lnTo>
                    <a:pt x="1389221" y="1225391"/>
                  </a:lnTo>
                  <a:lnTo>
                    <a:pt x="1389697" y="1223963"/>
                  </a:lnTo>
                  <a:lnTo>
                    <a:pt x="1391602" y="1222057"/>
                  </a:lnTo>
                  <a:lnTo>
                    <a:pt x="1393507" y="1222534"/>
                  </a:lnTo>
                  <a:lnTo>
                    <a:pt x="1394936" y="1226344"/>
                  </a:lnTo>
                  <a:lnTo>
                    <a:pt x="1398270" y="1226820"/>
                  </a:lnTo>
                  <a:lnTo>
                    <a:pt x="1399699" y="1225867"/>
                  </a:lnTo>
                  <a:lnTo>
                    <a:pt x="1400175" y="1224439"/>
                  </a:lnTo>
                  <a:lnTo>
                    <a:pt x="1403509" y="1223486"/>
                  </a:lnTo>
                  <a:lnTo>
                    <a:pt x="1406366" y="1221105"/>
                  </a:lnTo>
                  <a:lnTo>
                    <a:pt x="1409700" y="1219676"/>
                  </a:lnTo>
                  <a:lnTo>
                    <a:pt x="1413034" y="1221105"/>
                  </a:lnTo>
                  <a:lnTo>
                    <a:pt x="1416368" y="1223010"/>
                  </a:lnTo>
                  <a:lnTo>
                    <a:pt x="1420177" y="1223010"/>
                  </a:lnTo>
                  <a:lnTo>
                    <a:pt x="1421606" y="1221581"/>
                  </a:lnTo>
                  <a:lnTo>
                    <a:pt x="1422559" y="1219676"/>
                  </a:lnTo>
                  <a:lnTo>
                    <a:pt x="1425416" y="1218724"/>
                  </a:lnTo>
                  <a:lnTo>
                    <a:pt x="1429226" y="1219676"/>
                  </a:lnTo>
                  <a:lnTo>
                    <a:pt x="1432560" y="1220629"/>
                  </a:lnTo>
                  <a:lnTo>
                    <a:pt x="1439703" y="1217771"/>
                  </a:lnTo>
                  <a:lnTo>
                    <a:pt x="1443038" y="1217295"/>
                  </a:lnTo>
                  <a:lnTo>
                    <a:pt x="1444466" y="1216342"/>
                  </a:lnTo>
                  <a:lnTo>
                    <a:pt x="1444943" y="1215390"/>
                  </a:lnTo>
                  <a:lnTo>
                    <a:pt x="1445895" y="1214438"/>
                  </a:lnTo>
                  <a:lnTo>
                    <a:pt x="1449228" y="1215866"/>
                  </a:lnTo>
                  <a:lnTo>
                    <a:pt x="1453515" y="1215866"/>
                  </a:lnTo>
                  <a:lnTo>
                    <a:pt x="1455420" y="1213485"/>
                  </a:lnTo>
                  <a:lnTo>
                    <a:pt x="1455896" y="1207294"/>
                  </a:lnTo>
                  <a:lnTo>
                    <a:pt x="1457325" y="1205865"/>
                  </a:lnTo>
                  <a:lnTo>
                    <a:pt x="1460182" y="1205389"/>
                  </a:lnTo>
                  <a:lnTo>
                    <a:pt x="1461135" y="1203484"/>
                  </a:lnTo>
                  <a:lnTo>
                    <a:pt x="1460659" y="1201579"/>
                  </a:lnTo>
                  <a:lnTo>
                    <a:pt x="1458753" y="1200626"/>
                  </a:lnTo>
                  <a:lnTo>
                    <a:pt x="1461611" y="1200626"/>
                  </a:lnTo>
                  <a:lnTo>
                    <a:pt x="1463040" y="1199674"/>
                  </a:lnTo>
                  <a:lnTo>
                    <a:pt x="1466374" y="1197292"/>
                  </a:lnTo>
                  <a:lnTo>
                    <a:pt x="1468278" y="1190625"/>
                  </a:lnTo>
                  <a:lnTo>
                    <a:pt x="1472565" y="1191578"/>
                  </a:lnTo>
                  <a:lnTo>
                    <a:pt x="1474470" y="1193006"/>
                  </a:lnTo>
                  <a:lnTo>
                    <a:pt x="1476851" y="1192530"/>
                  </a:lnTo>
                  <a:lnTo>
                    <a:pt x="1479232" y="1190625"/>
                  </a:lnTo>
                  <a:lnTo>
                    <a:pt x="1481614" y="1188244"/>
                  </a:lnTo>
                  <a:lnTo>
                    <a:pt x="1483043" y="1188244"/>
                  </a:lnTo>
                  <a:lnTo>
                    <a:pt x="1483519" y="1190625"/>
                  </a:lnTo>
                  <a:lnTo>
                    <a:pt x="1483995" y="1192530"/>
                  </a:lnTo>
                  <a:lnTo>
                    <a:pt x="1485900" y="1191578"/>
                  </a:lnTo>
                  <a:lnTo>
                    <a:pt x="1487328" y="1187291"/>
                  </a:lnTo>
                  <a:lnTo>
                    <a:pt x="1487328" y="1185863"/>
                  </a:lnTo>
                  <a:lnTo>
                    <a:pt x="1486376" y="1184910"/>
                  </a:lnTo>
                  <a:lnTo>
                    <a:pt x="1487328" y="1183005"/>
                  </a:lnTo>
                  <a:lnTo>
                    <a:pt x="1491139" y="1182529"/>
                  </a:lnTo>
                  <a:lnTo>
                    <a:pt x="1493044" y="1183481"/>
                  </a:lnTo>
                  <a:lnTo>
                    <a:pt x="1494472" y="1179671"/>
                  </a:lnTo>
                  <a:lnTo>
                    <a:pt x="1496853" y="1176814"/>
                  </a:lnTo>
                  <a:lnTo>
                    <a:pt x="1500188" y="1176814"/>
                  </a:lnTo>
                  <a:lnTo>
                    <a:pt x="1502569" y="1173480"/>
                  </a:lnTo>
                  <a:lnTo>
                    <a:pt x="1507807" y="1168717"/>
                  </a:lnTo>
                  <a:lnTo>
                    <a:pt x="1507807" y="1165860"/>
                  </a:lnTo>
                  <a:lnTo>
                    <a:pt x="1506855" y="1163955"/>
                  </a:lnTo>
                  <a:lnTo>
                    <a:pt x="1502093" y="1163479"/>
                  </a:lnTo>
                  <a:lnTo>
                    <a:pt x="1501140" y="1162050"/>
                  </a:lnTo>
                  <a:lnTo>
                    <a:pt x="1501140" y="1160621"/>
                  </a:lnTo>
                  <a:lnTo>
                    <a:pt x="1503045" y="1160621"/>
                  </a:lnTo>
                  <a:lnTo>
                    <a:pt x="1504474" y="1160621"/>
                  </a:lnTo>
                  <a:lnTo>
                    <a:pt x="1506855" y="1160145"/>
                  </a:lnTo>
                  <a:lnTo>
                    <a:pt x="1507331" y="1157288"/>
                  </a:lnTo>
                  <a:lnTo>
                    <a:pt x="1509713" y="1154906"/>
                  </a:lnTo>
                  <a:lnTo>
                    <a:pt x="1513522" y="1154906"/>
                  </a:lnTo>
                  <a:lnTo>
                    <a:pt x="1516856" y="1156811"/>
                  </a:lnTo>
                  <a:lnTo>
                    <a:pt x="1520666" y="1155859"/>
                  </a:lnTo>
                  <a:lnTo>
                    <a:pt x="1525905" y="1156811"/>
                  </a:lnTo>
                  <a:lnTo>
                    <a:pt x="1529239" y="1155382"/>
                  </a:lnTo>
                  <a:lnTo>
                    <a:pt x="1531143" y="1151096"/>
                  </a:lnTo>
                  <a:lnTo>
                    <a:pt x="1530191" y="1149667"/>
                  </a:lnTo>
                  <a:lnTo>
                    <a:pt x="1528286" y="1148715"/>
                  </a:lnTo>
                  <a:lnTo>
                    <a:pt x="1528286" y="1147763"/>
                  </a:lnTo>
                  <a:lnTo>
                    <a:pt x="1530668" y="1147286"/>
                  </a:lnTo>
                  <a:lnTo>
                    <a:pt x="1534478" y="1144905"/>
                  </a:lnTo>
                  <a:lnTo>
                    <a:pt x="1537335" y="1144429"/>
                  </a:lnTo>
                  <a:lnTo>
                    <a:pt x="1538764" y="1141571"/>
                  </a:lnTo>
                  <a:lnTo>
                    <a:pt x="1537335" y="1137285"/>
                  </a:lnTo>
                  <a:lnTo>
                    <a:pt x="1539716" y="1134428"/>
                  </a:lnTo>
                  <a:lnTo>
                    <a:pt x="1541145" y="1133951"/>
                  </a:lnTo>
                  <a:lnTo>
                    <a:pt x="1548289" y="1134428"/>
                  </a:lnTo>
                  <a:lnTo>
                    <a:pt x="1550193" y="1133475"/>
                  </a:lnTo>
                  <a:lnTo>
                    <a:pt x="1548765" y="1130617"/>
                  </a:lnTo>
                  <a:lnTo>
                    <a:pt x="1546384" y="1128713"/>
                  </a:lnTo>
                  <a:lnTo>
                    <a:pt x="1545431" y="1126807"/>
                  </a:lnTo>
                  <a:lnTo>
                    <a:pt x="1546384" y="1125379"/>
                  </a:lnTo>
                  <a:lnTo>
                    <a:pt x="1549241" y="1124903"/>
                  </a:lnTo>
                  <a:lnTo>
                    <a:pt x="1552099" y="1125855"/>
                  </a:lnTo>
                  <a:lnTo>
                    <a:pt x="1554956" y="1125379"/>
                  </a:lnTo>
                  <a:lnTo>
                    <a:pt x="1557814" y="1127284"/>
                  </a:lnTo>
                  <a:lnTo>
                    <a:pt x="1561147" y="1128713"/>
                  </a:lnTo>
                  <a:lnTo>
                    <a:pt x="1562099" y="1127760"/>
                  </a:lnTo>
                  <a:lnTo>
                    <a:pt x="1562099" y="1126331"/>
                  </a:lnTo>
                  <a:lnTo>
                    <a:pt x="1559243" y="1120616"/>
                  </a:lnTo>
                  <a:lnTo>
                    <a:pt x="1559718" y="1116806"/>
                  </a:lnTo>
                  <a:lnTo>
                    <a:pt x="1562099" y="1112520"/>
                  </a:lnTo>
                  <a:lnTo>
                    <a:pt x="1563053" y="1109186"/>
                  </a:lnTo>
                  <a:lnTo>
                    <a:pt x="1562099" y="1106329"/>
                  </a:lnTo>
                  <a:lnTo>
                    <a:pt x="1558290" y="1106329"/>
                  </a:lnTo>
                  <a:lnTo>
                    <a:pt x="1555432" y="1108234"/>
                  </a:lnTo>
                  <a:lnTo>
                    <a:pt x="1552574" y="1108234"/>
                  </a:lnTo>
                  <a:lnTo>
                    <a:pt x="1550193" y="1107281"/>
                  </a:lnTo>
                  <a:lnTo>
                    <a:pt x="1545907" y="1102042"/>
                  </a:lnTo>
                  <a:lnTo>
                    <a:pt x="1549241" y="1102519"/>
                  </a:lnTo>
                  <a:lnTo>
                    <a:pt x="1552099" y="1103948"/>
                  </a:lnTo>
                  <a:lnTo>
                    <a:pt x="1554003" y="1104424"/>
                  </a:lnTo>
                  <a:lnTo>
                    <a:pt x="1557337" y="1104424"/>
                  </a:lnTo>
                  <a:lnTo>
                    <a:pt x="1560672" y="1102042"/>
                  </a:lnTo>
                  <a:lnTo>
                    <a:pt x="1564957" y="1098232"/>
                  </a:lnTo>
                  <a:lnTo>
                    <a:pt x="1568291" y="1095851"/>
                  </a:lnTo>
                  <a:lnTo>
                    <a:pt x="1571149" y="1094423"/>
                  </a:lnTo>
                  <a:lnTo>
                    <a:pt x="1571149" y="1092994"/>
                  </a:lnTo>
                  <a:lnTo>
                    <a:pt x="1569720" y="1091565"/>
                  </a:lnTo>
                  <a:lnTo>
                    <a:pt x="1569243" y="1090136"/>
                  </a:lnTo>
                  <a:lnTo>
                    <a:pt x="1567815" y="1086803"/>
                  </a:lnTo>
                  <a:lnTo>
                    <a:pt x="1565910" y="1084421"/>
                  </a:lnTo>
                  <a:lnTo>
                    <a:pt x="1563053" y="1083945"/>
                  </a:lnTo>
                  <a:lnTo>
                    <a:pt x="1562576" y="1082040"/>
                  </a:lnTo>
                  <a:lnTo>
                    <a:pt x="1561624" y="1080135"/>
                  </a:lnTo>
                  <a:lnTo>
                    <a:pt x="1561624" y="1078230"/>
                  </a:lnTo>
                  <a:lnTo>
                    <a:pt x="1564005" y="1079659"/>
                  </a:lnTo>
                  <a:lnTo>
                    <a:pt x="1565910" y="1080135"/>
                  </a:lnTo>
                  <a:lnTo>
                    <a:pt x="1567815" y="1078706"/>
                  </a:lnTo>
                  <a:lnTo>
                    <a:pt x="1568768" y="1076801"/>
                  </a:lnTo>
                  <a:lnTo>
                    <a:pt x="1570197" y="1076325"/>
                  </a:lnTo>
                  <a:lnTo>
                    <a:pt x="1569720" y="1078230"/>
                  </a:lnTo>
                  <a:lnTo>
                    <a:pt x="1569720" y="1080611"/>
                  </a:lnTo>
                  <a:lnTo>
                    <a:pt x="1570672" y="1082516"/>
                  </a:lnTo>
                  <a:lnTo>
                    <a:pt x="1572101" y="1082516"/>
                  </a:lnTo>
                  <a:lnTo>
                    <a:pt x="1572101" y="1084898"/>
                  </a:lnTo>
                  <a:lnTo>
                    <a:pt x="1574959" y="1085850"/>
                  </a:lnTo>
                  <a:lnTo>
                    <a:pt x="1577340" y="1083945"/>
                  </a:lnTo>
                  <a:lnTo>
                    <a:pt x="1578768" y="1082516"/>
                  </a:lnTo>
                  <a:lnTo>
                    <a:pt x="1579245" y="1078706"/>
                  </a:lnTo>
                  <a:lnTo>
                    <a:pt x="1580674" y="1074896"/>
                  </a:lnTo>
                  <a:lnTo>
                    <a:pt x="1585436" y="1067276"/>
                  </a:lnTo>
                  <a:lnTo>
                    <a:pt x="1589247" y="1065371"/>
                  </a:lnTo>
                  <a:lnTo>
                    <a:pt x="1592103" y="1061561"/>
                  </a:lnTo>
                  <a:lnTo>
                    <a:pt x="1594485" y="1059180"/>
                  </a:lnTo>
                  <a:lnTo>
                    <a:pt x="1596866" y="1055846"/>
                  </a:lnTo>
                  <a:lnTo>
                    <a:pt x="1597818" y="1053465"/>
                  </a:lnTo>
                  <a:lnTo>
                    <a:pt x="1596390" y="1049655"/>
                  </a:lnTo>
                  <a:lnTo>
                    <a:pt x="1599247" y="1047750"/>
                  </a:lnTo>
                  <a:lnTo>
                    <a:pt x="1599247" y="1045845"/>
                  </a:lnTo>
                  <a:lnTo>
                    <a:pt x="1600199" y="1043940"/>
                  </a:lnTo>
                  <a:lnTo>
                    <a:pt x="1605439" y="1038701"/>
                  </a:lnTo>
                  <a:lnTo>
                    <a:pt x="1605439" y="1036796"/>
                  </a:lnTo>
                  <a:lnTo>
                    <a:pt x="1603057" y="1035367"/>
                  </a:lnTo>
                  <a:lnTo>
                    <a:pt x="1602581" y="1034415"/>
                  </a:lnTo>
                  <a:lnTo>
                    <a:pt x="1604962" y="1034415"/>
                  </a:lnTo>
                  <a:lnTo>
                    <a:pt x="1607820" y="1034891"/>
                  </a:lnTo>
                  <a:lnTo>
                    <a:pt x="1610201" y="1033463"/>
                  </a:lnTo>
                  <a:lnTo>
                    <a:pt x="1612582" y="1029176"/>
                  </a:lnTo>
                  <a:lnTo>
                    <a:pt x="1614964" y="1024414"/>
                  </a:lnTo>
                  <a:lnTo>
                    <a:pt x="1616393" y="1022985"/>
                  </a:lnTo>
                  <a:lnTo>
                    <a:pt x="1618774" y="1022509"/>
                  </a:lnTo>
                  <a:lnTo>
                    <a:pt x="1620678" y="1026795"/>
                  </a:lnTo>
                  <a:lnTo>
                    <a:pt x="1623536" y="1026319"/>
                  </a:lnTo>
                  <a:lnTo>
                    <a:pt x="1628774" y="1022985"/>
                  </a:lnTo>
                  <a:lnTo>
                    <a:pt x="1632109" y="1023938"/>
                  </a:lnTo>
                  <a:lnTo>
                    <a:pt x="1631632" y="1021080"/>
                  </a:lnTo>
                  <a:lnTo>
                    <a:pt x="1629251" y="1015365"/>
                  </a:lnTo>
                  <a:lnTo>
                    <a:pt x="1627347" y="1011079"/>
                  </a:lnTo>
                  <a:lnTo>
                    <a:pt x="1628774" y="1008221"/>
                  </a:lnTo>
                  <a:lnTo>
                    <a:pt x="1631156" y="1007269"/>
                  </a:lnTo>
                  <a:lnTo>
                    <a:pt x="1632585" y="1005840"/>
                  </a:lnTo>
                  <a:lnTo>
                    <a:pt x="1633537" y="1002982"/>
                  </a:lnTo>
                  <a:lnTo>
                    <a:pt x="1629251" y="1000125"/>
                  </a:lnTo>
                  <a:lnTo>
                    <a:pt x="1632585" y="1000601"/>
                  </a:lnTo>
                  <a:lnTo>
                    <a:pt x="1634014" y="999172"/>
                  </a:lnTo>
                  <a:lnTo>
                    <a:pt x="1633537" y="997267"/>
                  </a:lnTo>
                  <a:lnTo>
                    <a:pt x="1628774" y="993457"/>
                  </a:lnTo>
                  <a:lnTo>
                    <a:pt x="1626393" y="992981"/>
                  </a:lnTo>
                  <a:lnTo>
                    <a:pt x="1627822" y="990600"/>
                  </a:lnTo>
                  <a:lnTo>
                    <a:pt x="1629251" y="989171"/>
                  </a:lnTo>
                  <a:lnTo>
                    <a:pt x="1633537" y="989171"/>
                  </a:lnTo>
                  <a:lnTo>
                    <a:pt x="1635443" y="988219"/>
                  </a:lnTo>
                  <a:lnTo>
                    <a:pt x="1637824" y="989171"/>
                  </a:lnTo>
                  <a:lnTo>
                    <a:pt x="1639728" y="992505"/>
                  </a:lnTo>
                  <a:lnTo>
                    <a:pt x="1642110" y="992505"/>
                  </a:lnTo>
                  <a:lnTo>
                    <a:pt x="1644015" y="979646"/>
                  </a:lnTo>
                  <a:lnTo>
                    <a:pt x="1643062" y="975360"/>
                  </a:lnTo>
                  <a:lnTo>
                    <a:pt x="1641157" y="974407"/>
                  </a:lnTo>
                  <a:lnTo>
                    <a:pt x="1638776" y="975360"/>
                  </a:lnTo>
                  <a:lnTo>
                    <a:pt x="1634490" y="978694"/>
                  </a:lnTo>
                  <a:lnTo>
                    <a:pt x="1628299" y="979646"/>
                  </a:lnTo>
                  <a:lnTo>
                    <a:pt x="1630680" y="977741"/>
                  </a:lnTo>
                  <a:lnTo>
                    <a:pt x="1634014" y="975836"/>
                  </a:lnTo>
                  <a:lnTo>
                    <a:pt x="1641634" y="968692"/>
                  </a:lnTo>
                  <a:lnTo>
                    <a:pt x="1647824" y="965359"/>
                  </a:lnTo>
                  <a:lnTo>
                    <a:pt x="1645443" y="964882"/>
                  </a:lnTo>
                  <a:lnTo>
                    <a:pt x="1643062" y="964882"/>
                  </a:lnTo>
                  <a:lnTo>
                    <a:pt x="1638776" y="962978"/>
                  </a:lnTo>
                  <a:lnTo>
                    <a:pt x="1634014" y="962025"/>
                  </a:lnTo>
                  <a:lnTo>
                    <a:pt x="1625441" y="952976"/>
                  </a:lnTo>
                  <a:lnTo>
                    <a:pt x="1622107" y="951071"/>
                  </a:lnTo>
                  <a:lnTo>
                    <a:pt x="1619249" y="950119"/>
                  </a:lnTo>
                  <a:lnTo>
                    <a:pt x="1615916" y="950119"/>
                  </a:lnTo>
                  <a:lnTo>
                    <a:pt x="1607343" y="955357"/>
                  </a:lnTo>
                  <a:lnTo>
                    <a:pt x="1598295" y="956310"/>
                  </a:lnTo>
                  <a:lnTo>
                    <a:pt x="1593532" y="950119"/>
                  </a:lnTo>
                  <a:lnTo>
                    <a:pt x="1588770" y="952024"/>
                  </a:lnTo>
                  <a:lnTo>
                    <a:pt x="1585436" y="951547"/>
                  </a:lnTo>
                  <a:lnTo>
                    <a:pt x="1584484" y="952024"/>
                  </a:lnTo>
                  <a:lnTo>
                    <a:pt x="1583531" y="952500"/>
                  </a:lnTo>
                  <a:lnTo>
                    <a:pt x="1585436" y="951071"/>
                  </a:lnTo>
                  <a:lnTo>
                    <a:pt x="1592580" y="947261"/>
                  </a:lnTo>
                  <a:lnTo>
                    <a:pt x="1598772" y="947261"/>
                  </a:lnTo>
                  <a:lnTo>
                    <a:pt x="1605439" y="948690"/>
                  </a:lnTo>
                  <a:lnTo>
                    <a:pt x="1607820" y="947261"/>
                  </a:lnTo>
                  <a:lnTo>
                    <a:pt x="1609249" y="944404"/>
                  </a:lnTo>
                  <a:lnTo>
                    <a:pt x="1611153" y="941070"/>
                  </a:lnTo>
                  <a:lnTo>
                    <a:pt x="1621631" y="935831"/>
                  </a:lnTo>
                  <a:lnTo>
                    <a:pt x="1625441" y="932497"/>
                  </a:lnTo>
                  <a:lnTo>
                    <a:pt x="1629251" y="930592"/>
                  </a:lnTo>
                  <a:lnTo>
                    <a:pt x="1634490" y="929640"/>
                  </a:lnTo>
                  <a:lnTo>
                    <a:pt x="1637824" y="929164"/>
                  </a:lnTo>
                  <a:lnTo>
                    <a:pt x="1641634" y="927259"/>
                  </a:lnTo>
                  <a:lnTo>
                    <a:pt x="1640205" y="922020"/>
                  </a:lnTo>
                  <a:lnTo>
                    <a:pt x="1638776" y="918210"/>
                  </a:lnTo>
                  <a:lnTo>
                    <a:pt x="1634490" y="912495"/>
                  </a:lnTo>
                  <a:lnTo>
                    <a:pt x="1624012" y="906304"/>
                  </a:lnTo>
                  <a:lnTo>
                    <a:pt x="1619249" y="901065"/>
                  </a:lnTo>
                  <a:lnTo>
                    <a:pt x="1614011" y="897731"/>
                  </a:lnTo>
                  <a:lnTo>
                    <a:pt x="1610201" y="896779"/>
                  </a:lnTo>
                  <a:lnTo>
                    <a:pt x="1604962" y="894397"/>
                  </a:lnTo>
                  <a:lnTo>
                    <a:pt x="1603534" y="890588"/>
                  </a:lnTo>
                  <a:lnTo>
                    <a:pt x="1602105" y="888206"/>
                  </a:lnTo>
                  <a:lnTo>
                    <a:pt x="1594485" y="886778"/>
                  </a:lnTo>
                  <a:lnTo>
                    <a:pt x="1589247" y="889159"/>
                  </a:lnTo>
                  <a:lnTo>
                    <a:pt x="1584007" y="891064"/>
                  </a:lnTo>
                  <a:lnTo>
                    <a:pt x="1578768" y="890111"/>
                  </a:lnTo>
                  <a:lnTo>
                    <a:pt x="1580197" y="889159"/>
                  </a:lnTo>
                  <a:lnTo>
                    <a:pt x="1581149" y="888682"/>
                  </a:lnTo>
                  <a:lnTo>
                    <a:pt x="1584007" y="889159"/>
                  </a:lnTo>
                  <a:lnTo>
                    <a:pt x="1595437" y="883920"/>
                  </a:lnTo>
                  <a:lnTo>
                    <a:pt x="1600199" y="884872"/>
                  </a:lnTo>
                  <a:lnTo>
                    <a:pt x="1604486" y="886778"/>
                  </a:lnTo>
                  <a:lnTo>
                    <a:pt x="1610678" y="892969"/>
                  </a:lnTo>
                  <a:lnTo>
                    <a:pt x="1616393" y="893921"/>
                  </a:lnTo>
                  <a:lnTo>
                    <a:pt x="1620678" y="892969"/>
                  </a:lnTo>
                  <a:lnTo>
                    <a:pt x="1623536" y="892969"/>
                  </a:lnTo>
                  <a:lnTo>
                    <a:pt x="1634490" y="898207"/>
                  </a:lnTo>
                  <a:lnTo>
                    <a:pt x="1637347" y="898684"/>
                  </a:lnTo>
                  <a:lnTo>
                    <a:pt x="1640681" y="898684"/>
                  </a:lnTo>
                  <a:lnTo>
                    <a:pt x="1640205" y="894397"/>
                  </a:lnTo>
                  <a:lnTo>
                    <a:pt x="1639253" y="891064"/>
                  </a:lnTo>
                  <a:lnTo>
                    <a:pt x="1636395" y="887730"/>
                  </a:lnTo>
                  <a:lnTo>
                    <a:pt x="1634014" y="885349"/>
                  </a:lnTo>
                  <a:lnTo>
                    <a:pt x="1627822" y="882967"/>
                  </a:lnTo>
                  <a:lnTo>
                    <a:pt x="1626393" y="881539"/>
                  </a:lnTo>
                  <a:lnTo>
                    <a:pt x="1624965" y="879634"/>
                  </a:lnTo>
                  <a:lnTo>
                    <a:pt x="1624965" y="873442"/>
                  </a:lnTo>
                  <a:lnTo>
                    <a:pt x="1623060" y="871538"/>
                  </a:lnTo>
                  <a:lnTo>
                    <a:pt x="1621631" y="870109"/>
                  </a:lnTo>
                  <a:lnTo>
                    <a:pt x="1611153" y="865822"/>
                  </a:lnTo>
                  <a:lnTo>
                    <a:pt x="1606391" y="862489"/>
                  </a:lnTo>
                  <a:lnTo>
                    <a:pt x="1606391" y="858679"/>
                  </a:lnTo>
                  <a:lnTo>
                    <a:pt x="1607820" y="855821"/>
                  </a:lnTo>
                  <a:lnTo>
                    <a:pt x="1606868" y="849154"/>
                  </a:lnTo>
                  <a:lnTo>
                    <a:pt x="1602105" y="841057"/>
                  </a:lnTo>
                  <a:lnTo>
                    <a:pt x="1598295" y="831532"/>
                  </a:lnTo>
                  <a:lnTo>
                    <a:pt x="1594485" y="825817"/>
                  </a:lnTo>
                  <a:lnTo>
                    <a:pt x="1594485" y="822960"/>
                  </a:lnTo>
                  <a:lnTo>
                    <a:pt x="1592103" y="817245"/>
                  </a:lnTo>
                  <a:lnTo>
                    <a:pt x="1588770" y="805815"/>
                  </a:lnTo>
                  <a:lnTo>
                    <a:pt x="1586865" y="802005"/>
                  </a:lnTo>
                  <a:lnTo>
                    <a:pt x="1584484" y="800100"/>
                  </a:lnTo>
                  <a:lnTo>
                    <a:pt x="1576387" y="795338"/>
                  </a:lnTo>
                  <a:lnTo>
                    <a:pt x="1569720" y="793432"/>
                  </a:lnTo>
                  <a:lnTo>
                    <a:pt x="1563528" y="790099"/>
                  </a:lnTo>
                  <a:lnTo>
                    <a:pt x="1558290" y="784860"/>
                  </a:lnTo>
                  <a:lnTo>
                    <a:pt x="1555909" y="783431"/>
                  </a:lnTo>
                  <a:lnTo>
                    <a:pt x="1550670" y="783431"/>
                  </a:lnTo>
                  <a:lnTo>
                    <a:pt x="1549241" y="779621"/>
                  </a:lnTo>
                  <a:lnTo>
                    <a:pt x="1551147" y="773430"/>
                  </a:lnTo>
                  <a:lnTo>
                    <a:pt x="1555909" y="769620"/>
                  </a:lnTo>
                  <a:lnTo>
                    <a:pt x="1558290" y="762476"/>
                  </a:lnTo>
                  <a:lnTo>
                    <a:pt x="1561624" y="760095"/>
                  </a:lnTo>
                  <a:lnTo>
                    <a:pt x="1564481" y="755809"/>
                  </a:lnTo>
                  <a:lnTo>
                    <a:pt x="1568291" y="751046"/>
                  </a:lnTo>
                  <a:lnTo>
                    <a:pt x="1571149" y="750094"/>
                  </a:lnTo>
                  <a:lnTo>
                    <a:pt x="1573053" y="749141"/>
                  </a:lnTo>
                  <a:lnTo>
                    <a:pt x="1574482" y="747236"/>
                  </a:lnTo>
                  <a:lnTo>
                    <a:pt x="1576864" y="745331"/>
                  </a:lnTo>
                  <a:lnTo>
                    <a:pt x="1578293" y="742950"/>
                  </a:lnTo>
                  <a:lnTo>
                    <a:pt x="1579245" y="740569"/>
                  </a:lnTo>
                  <a:lnTo>
                    <a:pt x="1584960" y="737711"/>
                  </a:lnTo>
                  <a:lnTo>
                    <a:pt x="1587341" y="735806"/>
                  </a:lnTo>
                  <a:lnTo>
                    <a:pt x="1586865" y="734854"/>
                  </a:lnTo>
                  <a:lnTo>
                    <a:pt x="1584007" y="734378"/>
                  </a:lnTo>
                  <a:lnTo>
                    <a:pt x="1581149" y="730567"/>
                  </a:lnTo>
                  <a:lnTo>
                    <a:pt x="1582103" y="729139"/>
                  </a:lnTo>
                  <a:lnTo>
                    <a:pt x="1584484" y="727234"/>
                  </a:lnTo>
                  <a:lnTo>
                    <a:pt x="1587341" y="726281"/>
                  </a:lnTo>
                  <a:lnTo>
                    <a:pt x="1589247" y="726281"/>
                  </a:lnTo>
                  <a:lnTo>
                    <a:pt x="1589722" y="727710"/>
                  </a:lnTo>
                  <a:lnTo>
                    <a:pt x="1589247" y="730567"/>
                  </a:lnTo>
                  <a:lnTo>
                    <a:pt x="1589722" y="731520"/>
                  </a:lnTo>
                  <a:lnTo>
                    <a:pt x="1591151" y="732472"/>
                  </a:lnTo>
                  <a:lnTo>
                    <a:pt x="1595437" y="730567"/>
                  </a:lnTo>
                  <a:lnTo>
                    <a:pt x="1599247" y="729615"/>
                  </a:lnTo>
                  <a:lnTo>
                    <a:pt x="1600676" y="728186"/>
                  </a:lnTo>
                  <a:lnTo>
                    <a:pt x="1600676" y="721519"/>
                  </a:lnTo>
                  <a:lnTo>
                    <a:pt x="1601628" y="718661"/>
                  </a:lnTo>
                  <a:lnTo>
                    <a:pt x="1604010" y="717232"/>
                  </a:lnTo>
                  <a:lnTo>
                    <a:pt x="1606391" y="718185"/>
                  </a:lnTo>
                  <a:lnTo>
                    <a:pt x="1607820" y="717709"/>
                  </a:lnTo>
                  <a:lnTo>
                    <a:pt x="1608297" y="716280"/>
                  </a:lnTo>
                  <a:lnTo>
                    <a:pt x="1607343" y="714375"/>
                  </a:lnTo>
                  <a:lnTo>
                    <a:pt x="1604486" y="711517"/>
                  </a:lnTo>
                  <a:lnTo>
                    <a:pt x="1604962" y="710565"/>
                  </a:lnTo>
                  <a:lnTo>
                    <a:pt x="1607343" y="710565"/>
                  </a:lnTo>
                  <a:lnTo>
                    <a:pt x="1611153" y="711994"/>
                  </a:lnTo>
                  <a:lnTo>
                    <a:pt x="1613535" y="711517"/>
                  </a:lnTo>
                  <a:lnTo>
                    <a:pt x="1616393" y="709613"/>
                  </a:lnTo>
                  <a:lnTo>
                    <a:pt x="1625441" y="706755"/>
                  </a:lnTo>
                  <a:lnTo>
                    <a:pt x="1634014" y="702945"/>
                  </a:lnTo>
                  <a:lnTo>
                    <a:pt x="1643062" y="698182"/>
                  </a:lnTo>
                  <a:lnTo>
                    <a:pt x="1646872" y="697706"/>
                  </a:lnTo>
                  <a:lnTo>
                    <a:pt x="1650682" y="698182"/>
                  </a:lnTo>
                  <a:lnTo>
                    <a:pt x="1652111" y="699611"/>
                  </a:lnTo>
                  <a:lnTo>
                    <a:pt x="1652587" y="701516"/>
                  </a:lnTo>
                  <a:lnTo>
                    <a:pt x="1653540" y="702469"/>
                  </a:lnTo>
                  <a:lnTo>
                    <a:pt x="1654493" y="702945"/>
                  </a:lnTo>
                  <a:lnTo>
                    <a:pt x="1656874" y="702945"/>
                  </a:lnTo>
                  <a:lnTo>
                    <a:pt x="1660684" y="699611"/>
                  </a:lnTo>
                  <a:lnTo>
                    <a:pt x="1662589" y="698182"/>
                  </a:lnTo>
                  <a:lnTo>
                    <a:pt x="1662589" y="695801"/>
                  </a:lnTo>
                  <a:lnTo>
                    <a:pt x="1661160" y="694849"/>
                  </a:lnTo>
                  <a:lnTo>
                    <a:pt x="1659731" y="692944"/>
                  </a:lnTo>
                  <a:lnTo>
                    <a:pt x="1662112" y="690086"/>
                  </a:lnTo>
                  <a:lnTo>
                    <a:pt x="1664493" y="688181"/>
                  </a:lnTo>
                  <a:lnTo>
                    <a:pt x="1664018" y="682942"/>
                  </a:lnTo>
                  <a:lnTo>
                    <a:pt x="1667351" y="679609"/>
                  </a:lnTo>
                  <a:lnTo>
                    <a:pt x="1664970" y="678656"/>
                  </a:lnTo>
                  <a:lnTo>
                    <a:pt x="1661160" y="679609"/>
                  </a:lnTo>
                  <a:lnTo>
                    <a:pt x="1655922" y="679609"/>
                  </a:lnTo>
                  <a:lnTo>
                    <a:pt x="1650206" y="677704"/>
                  </a:lnTo>
                  <a:lnTo>
                    <a:pt x="1648301" y="675322"/>
                  </a:lnTo>
                  <a:lnTo>
                    <a:pt x="1646397" y="674846"/>
                  </a:lnTo>
                  <a:lnTo>
                    <a:pt x="1644968" y="676275"/>
                  </a:lnTo>
                  <a:lnTo>
                    <a:pt x="1643539" y="678180"/>
                  </a:lnTo>
                  <a:lnTo>
                    <a:pt x="1638299" y="677704"/>
                  </a:lnTo>
                  <a:lnTo>
                    <a:pt x="1632109" y="677704"/>
                  </a:lnTo>
                  <a:lnTo>
                    <a:pt x="1627347" y="675799"/>
                  </a:lnTo>
                  <a:lnTo>
                    <a:pt x="1623536" y="673417"/>
                  </a:lnTo>
                  <a:lnTo>
                    <a:pt x="1617822" y="672465"/>
                  </a:lnTo>
                  <a:lnTo>
                    <a:pt x="1612106" y="667703"/>
                  </a:lnTo>
                  <a:lnTo>
                    <a:pt x="1602105" y="663416"/>
                  </a:lnTo>
                  <a:lnTo>
                    <a:pt x="1589247" y="668655"/>
                  </a:lnTo>
                  <a:lnTo>
                    <a:pt x="1586389" y="669131"/>
                  </a:lnTo>
                  <a:lnTo>
                    <a:pt x="1585436" y="669607"/>
                  </a:lnTo>
                  <a:lnTo>
                    <a:pt x="1586389" y="670560"/>
                  </a:lnTo>
                  <a:lnTo>
                    <a:pt x="1587341" y="671989"/>
                  </a:lnTo>
                  <a:lnTo>
                    <a:pt x="1582103" y="676751"/>
                  </a:lnTo>
                  <a:lnTo>
                    <a:pt x="1573053" y="682466"/>
                  </a:lnTo>
                  <a:lnTo>
                    <a:pt x="1573053" y="684371"/>
                  </a:lnTo>
                  <a:lnTo>
                    <a:pt x="1573530" y="685800"/>
                  </a:lnTo>
                  <a:lnTo>
                    <a:pt x="1569243" y="689610"/>
                  </a:lnTo>
                  <a:lnTo>
                    <a:pt x="1558766" y="690563"/>
                  </a:lnTo>
                  <a:lnTo>
                    <a:pt x="1553051" y="690086"/>
                  </a:lnTo>
                  <a:lnTo>
                    <a:pt x="1546860" y="687705"/>
                  </a:lnTo>
                  <a:lnTo>
                    <a:pt x="1543049" y="684847"/>
                  </a:lnTo>
                  <a:lnTo>
                    <a:pt x="1541622" y="682942"/>
                  </a:lnTo>
                  <a:lnTo>
                    <a:pt x="1541622" y="676751"/>
                  </a:lnTo>
                  <a:lnTo>
                    <a:pt x="1543049" y="671036"/>
                  </a:lnTo>
                  <a:lnTo>
                    <a:pt x="1544478" y="670084"/>
                  </a:lnTo>
                  <a:lnTo>
                    <a:pt x="1546384" y="668655"/>
                  </a:lnTo>
                  <a:lnTo>
                    <a:pt x="1545907" y="666750"/>
                  </a:lnTo>
                  <a:lnTo>
                    <a:pt x="1544955" y="665797"/>
                  </a:lnTo>
                  <a:lnTo>
                    <a:pt x="1544955" y="664369"/>
                  </a:lnTo>
                  <a:lnTo>
                    <a:pt x="1544478" y="660559"/>
                  </a:lnTo>
                  <a:lnTo>
                    <a:pt x="1541622" y="655320"/>
                  </a:lnTo>
                  <a:lnTo>
                    <a:pt x="1536859" y="651986"/>
                  </a:lnTo>
                  <a:lnTo>
                    <a:pt x="1532572" y="651986"/>
                  </a:lnTo>
                  <a:lnTo>
                    <a:pt x="1528286" y="653415"/>
                  </a:lnTo>
                  <a:lnTo>
                    <a:pt x="1510189" y="650081"/>
                  </a:lnTo>
                  <a:lnTo>
                    <a:pt x="1501616" y="644842"/>
                  </a:lnTo>
                  <a:lnTo>
                    <a:pt x="1497806" y="640556"/>
                  </a:lnTo>
                  <a:lnTo>
                    <a:pt x="1494472" y="632460"/>
                  </a:lnTo>
                  <a:lnTo>
                    <a:pt x="1494472" y="630079"/>
                  </a:lnTo>
                  <a:lnTo>
                    <a:pt x="1496377" y="623888"/>
                  </a:lnTo>
                  <a:lnTo>
                    <a:pt x="1502093" y="612934"/>
                  </a:lnTo>
                  <a:lnTo>
                    <a:pt x="1504950" y="610553"/>
                  </a:lnTo>
                  <a:lnTo>
                    <a:pt x="1511141" y="609124"/>
                  </a:lnTo>
                  <a:lnTo>
                    <a:pt x="1514951" y="610553"/>
                  </a:lnTo>
                  <a:lnTo>
                    <a:pt x="1520190" y="615791"/>
                  </a:lnTo>
                  <a:lnTo>
                    <a:pt x="1525905" y="613886"/>
                  </a:lnTo>
                  <a:lnTo>
                    <a:pt x="1531143" y="611505"/>
                  </a:lnTo>
                  <a:lnTo>
                    <a:pt x="1535430" y="611981"/>
                  </a:lnTo>
                  <a:lnTo>
                    <a:pt x="1537811" y="611505"/>
                  </a:lnTo>
                  <a:lnTo>
                    <a:pt x="1540668" y="611505"/>
                  </a:lnTo>
                  <a:lnTo>
                    <a:pt x="1543049" y="611029"/>
                  </a:lnTo>
                  <a:lnTo>
                    <a:pt x="1545431" y="609600"/>
                  </a:lnTo>
                  <a:lnTo>
                    <a:pt x="1551622" y="602456"/>
                  </a:lnTo>
                  <a:lnTo>
                    <a:pt x="1553051" y="596265"/>
                  </a:lnTo>
                  <a:lnTo>
                    <a:pt x="1554956" y="592455"/>
                  </a:lnTo>
                  <a:lnTo>
                    <a:pt x="1557337" y="588645"/>
                  </a:lnTo>
                  <a:lnTo>
                    <a:pt x="1564005" y="582454"/>
                  </a:lnTo>
                  <a:lnTo>
                    <a:pt x="1573053" y="579120"/>
                  </a:lnTo>
                  <a:lnTo>
                    <a:pt x="1590674" y="570547"/>
                  </a:lnTo>
                  <a:lnTo>
                    <a:pt x="1594485" y="569595"/>
                  </a:lnTo>
                  <a:lnTo>
                    <a:pt x="1604486" y="555307"/>
                  </a:lnTo>
                  <a:lnTo>
                    <a:pt x="1606868" y="552926"/>
                  </a:lnTo>
                  <a:lnTo>
                    <a:pt x="1609724" y="551497"/>
                  </a:lnTo>
                  <a:lnTo>
                    <a:pt x="1612582" y="548640"/>
                  </a:lnTo>
                  <a:lnTo>
                    <a:pt x="1615440" y="544830"/>
                  </a:lnTo>
                  <a:lnTo>
                    <a:pt x="1618297" y="542449"/>
                  </a:lnTo>
                  <a:lnTo>
                    <a:pt x="1630680" y="543401"/>
                  </a:lnTo>
                  <a:lnTo>
                    <a:pt x="1632585" y="544830"/>
                  </a:lnTo>
                  <a:lnTo>
                    <a:pt x="1636872" y="544830"/>
                  </a:lnTo>
                  <a:lnTo>
                    <a:pt x="1638299" y="543877"/>
                  </a:lnTo>
                  <a:lnTo>
                    <a:pt x="1639728" y="540068"/>
                  </a:lnTo>
                  <a:lnTo>
                    <a:pt x="1640681" y="540068"/>
                  </a:lnTo>
                  <a:lnTo>
                    <a:pt x="1641634" y="545306"/>
                  </a:lnTo>
                  <a:lnTo>
                    <a:pt x="1651159" y="551497"/>
                  </a:lnTo>
                  <a:lnTo>
                    <a:pt x="1652587" y="554831"/>
                  </a:lnTo>
                  <a:lnTo>
                    <a:pt x="1655922" y="557213"/>
                  </a:lnTo>
                  <a:lnTo>
                    <a:pt x="1655445" y="558641"/>
                  </a:lnTo>
                  <a:lnTo>
                    <a:pt x="1653540" y="562927"/>
                  </a:lnTo>
                  <a:lnTo>
                    <a:pt x="1653064" y="564356"/>
                  </a:lnTo>
                  <a:lnTo>
                    <a:pt x="1645920" y="573405"/>
                  </a:lnTo>
                  <a:lnTo>
                    <a:pt x="1642110" y="576739"/>
                  </a:lnTo>
                  <a:lnTo>
                    <a:pt x="1639728" y="580549"/>
                  </a:lnTo>
                  <a:lnTo>
                    <a:pt x="1630203" y="584835"/>
                  </a:lnTo>
                  <a:lnTo>
                    <a:pt x="1628774" y="588169"/>
                  </a:lnTo>
                  <a:lnTo>
                    <a:pt x="1630203" y="591026"/>
                  </a:lnTo>
                  <a:lnTo>
                    <a:pt x="1630203" y="592931"/>
                  </a:lnTo>
                  <a:lnTo>
                    <a:pt x="1628774" y="592931"/>
                  </a:lnTo>
                  <a:lnTo>
                    <a:pt x="1626393" y="593884"/>
                  </a:lnTo>
                  <a:lnTo>
                    <a:pt x="1621631" y="596741"/>
                  </a:lnTo>
                  <a:lnTo>
                    <a:pt x="1622107" y="597694"/>
                  </a:lnTo>
                  <a:lnTo>
                    <a:pt x="1622584" y="600551"/>
                  </a:lnTo>
                  <a:lnTo>
                    <a:pt x="1621631" y="603409"/>
                  </a:lnTo>
                  <a:lnTo>
                    <a:pt x="1624489" y="603885"/>
                  </a:lnTo>
                  <a:lnTo>
                    <a:pt x="1629728" y="603885"/>
                  </a:lnTo>
                  <a:lnTo>
                    <a:pt x="1638776" y="602932"/>
                  </a:lnTo>
                  <a:lnTo>
                    <a:pt x="1639728" y="603409"/>
                  </a:lnTo>
                  <a:lnTo>
                    <a:pt x="1637824" y="604838"/>
                  </a:lnTo>
                  <a:lnTo>
                    <a:pt x="1634490" y="608171"/>
                  </a:lnTo>
                  <a:lnTo>
                    <a:pt x="1633061" y="610076"/>
                  </a:lnTo>
                  <a:lnTo>
                    <a:pt x="1634966" y="614363"/>
                  </a:lnTo>
                  <a:lnTo>
                    <a:pt x="1620678" y="620078"/>
                  </a:lnTo>
                  <a:lnTo>
                    <a:pt x="1618297" y="620554"/>
                  </a:lnTo>
                  <a:lnTo>
                    <a:pt x="1615440" y="621506"/>
                  </a:lnTo>
                  <a:lnTo>
                    <a:pt x="1615916" y="625792"/>
                  </a:lnTo>
                  <a:lnTo>
                    <a:pt x="1617345" y="629126"/>
                  </a:lnTo>
                  <a:lnTo>
                    <a:pt x="1618774" y="628650"/>
                  </a:lnTo>
                  <a:lnTo>
                    <a:pt x="1619726" y="627697"/>
                  </a:lnTo>
                  <a:lnTo>
                    <a:pt x="1622584" y="626269"/>
                  </a:lnTo>
                  <a:lnTo>
                    <a:pt x="1629251" y="625316"/>
                  </a:lnTo>
                  <a:lnTo>
                    <a:pt x="1633537" y="623888"/>
                  </a:lnTo>
                  <a:lnTo>
                    <a:pt x="1634014" y="622935"/>
                  </a:lnTo>
                  <a:lnTo>
                    <a:pt x="1632585" y="620554"/>
                  </a:lnTo>
                  <a:lnTo>
                    <a:pt x="1634014" y="618649"/>
                  </a:lnTo>
                  <a:lnTo>
                    <a:pt x="1636395" y="618172"/>
                  </a:lnTo>
                  <a:lnTo>
                    <a:pt x="1638299" y="619125"/>
                  </a:lnTo>
                  <a:lnTo>
                    <a:pt x="1640205" y="619125"/>
                  </a:lnTo>
                  <a:lnTo>
                    <a:pt x="1642110" y="617696"/>
                  </a:lnTo>
                  <a:lnTo>
                    <a:pt x="1644015" y="617220"/>
                  </a:lnTo>
                  <a:lnTo>
                    <a:pt x="1646397" y="615791"/>
                  </a:lnTo>
                  <a:lnTo>
                    <a:pt x="1648778" y="613410"/>
                  </a:lnTo>
                  <a:lnTo>
                    <a:pt x="1652111" y="608647"/>
                  </a:lnTo>
                  <a:lnTo>
                    <a:pt x="1655922" y="604838"/>
                  </a:lnTo>
                  <a:lnTo>
                    <a:pt x="1673066" y="595789"/>
                  </a:lnTo>
                  <a:lnTo>
                    <a:pt x="1677353" y="594836"/>
                  </a:lnTo>
                  <a:lnTo>
                    <a:pt x="1679734" y="592931"/>
                  </a:lnTo>
                  <a:lnTo>
                    <a:pt x="1686401" y="592455"/>
                  </a:lnTo>
                  <a:lnTo>
                    <a:pt x="1687830" y="591026"/>
                  </a:lnTo>
                  <a:lnTo>
                    <a:pt x="1690687" y="589597"/>
                  </a:lnTo>
                  <a:lnTo>
                    <a:pt x="1695449" y="589597"/>
                  </a:lnTo>
                  <a:lnTo>
                    <a:pt x="1698307" y="588645"/>
                  </a:lnTo>
                  <a:lnTo>
                    <a:pt x="1699260" y="586264"/>
                  </a:lnTo>
                  <a:lnTo>
                    <a:pt x="1700689" y="584835"/>
                  </a:lnTo>
                  <a:lnTo>
                    <a:pt x="1704499" y="587216"/>
                  </a:lnTo>
                  <a:lnTo>
                    <a:pt x="1716405" y="586264"/>
                  </a:lnTo>
                  <a:lnTo>
                    <a:pt x="1722120" y="582930"/>
                  </a:lnTo>
                  <a:lnTo>
                    <a:pt x="1724978" y="579596"/>
                  </a:lnTo>
                  <a:lnTo>
                    <a:pt x="1725453" y="580072"/>
                  </a:lnTo>
                  <a:lnTo>
                    <a:pt x="1726406" y="576263"/>
                  </a:lnTo>
                  <a:lnTo>
                    <a:pt x="1729740" y="573405"/>
                  </a:lnTo>
                  <a:lnTo>
                    <a:pt x="1737836" y="567690"/>
                  </a:lnTo>
                  <a:lnTo>
                    <a:pt x="1739741" y="565309"/>
                  </a:lnTo>
                  <a:lnTo>
                    <a:pt x="1743551" y="562451"/>
                  </a:lnTo>
                  <a:lnTo>
                    <a:pt x="1745456" y="562451"/>
                  </a:lnTo>
                  <a:lnTo>
                    <a:pt x="1747361" y="561975"/>
                  </a:lnTo>
                  <a:lnTo>
                    <a:pt x="1747837" y="560546"/>
                  </a:lnTo>
                  <a:lnTo>
                    <a:pt x="1748314" y="559594"/>
                  </a:lnTo>
                  <a:lnTo>
                    <a:pt x="1749743" y="558641"/>
                  </a:lnTo>
                  <a:lnTo>
                    <a:pt x="1753553" y="556736"/>
                  </a:lnTo>
                  <a:lnTo>
                    <a:pt x="1757839" y="554355"/>
                  </a:lnTo>
                  <a:lnTo>
                    <a:pt x="1761172" y="553879"/>
                  </a:lnTo>
                  <a:lnTo>
                    <a:pt x="1765459" y="550545"/>
                  </a:lnTo>
                  <a:lnTo>
                    <a:pt x="1767364" y="549116"/>
                  </a:lnTo>
                  <a:lnTo>
                    <a:pt x="1769268" y="549116"/>
                  </a:lnTo>
                  <a:lnTo>
                    <a:pt x="1769745" y="548640"/>
                  </a:lnTo>
                  <a:lnTo>
                    <a:pt x="1770697" y="546735"/>
                  </a:lnTo>
                  <a:lnTo>
                    <a:pt x="1772126" y="545782"/>
                  </a:lnTo>
                  <a:lnTo>
                    <a:pt x="1774031" y="545782"/>
                  </a:lnTo>
                  <a:lnTo>
                    <a:pt x="1776889" y="544830"/>
                  </a:lnTo>
                  <a:lnTo>
                    <a:pt x="1780699" y="544354"/>
                  </a:lnTo>
                  <a:lnTo>
                    <a:pt x="1783556" y="541496"/>
                  </a:lnTo>
                  <a:lnTo>
                    <a:pt x="1784509" y="539591"/>
                  </a:lnTo>
                  <a:lnTo>
                    <a:pt x="1786414" y="537210"/>
                  </a:lnTo>
                  <a:lnTo>
                    <a:pt x="1790224" y="534829"/>
                  </a:lnTo>
                  <a:lnTo>
                    <a:pt x="1792605" y="531495"/>
                  </a:lnTo>
                  <a:lnTo>
                    <a:pt x="1795462" y="527685"/>
                  </a:lnTo>
                  <a:lnTo>
                    <a:pt x="1796891" y="526256"/>
                  </a:lnTo>
                  <a:lnTo>
                    <a:pt x="1798320" y="525780"/>
                  </a:lnTo>
                  <a:lnTo>
                    <a:pt x="1799272" y="524351"/>
                  </a:lnTo>
                  <a:lnTo>
                    <a:pt x="1800224" y="520065"/>
                  </a:lnTo>
                  <a:lnTo>
                    <a:pt x="1801653" y="516255"/>
                  </a:lnTo>
                  <a:lnTo>
                    <a:pt x="1802606" y="514350"/>
                  </a:lnTo>
                  <a:lnTo>
                    <a:pt x="1805940" y="512445"/>
                  </a:lnTo>
                  <a:lnTo>
                    <a:pt x="1806893" y="511492"/>
                  </a:lnTo>
                  <a:lnTo>
                    <a:pt x="1807845" y="511016"/>
                  </a:lnTo>
                  <a:lnTo>
                    <a:pt x="1809274" y="511492"/>
                  </a:lnTo>
                  <a:lnTo>
                    <a:pt x="1811178" y="510064"/>
                  </a:lnTo>
                  <a:lnTo>
                    <a:pt x="1813084" y="508635"/>
                  </a:lnTo>
                  <a:lnTo>
                    <a:pt x="1814989" y="509111"/>
                  </a:lnTo>
                  <a:lnTo>
                    <a:pt x="1816893" y="510064"/>
                  </a:lnTo>
                  <a:lnTo>
                    <a:pt x="1818799" y="512445"/>
                  </a:lnTo>
                  <a:lnTo>
                    <a:pt x="1819751" y="514350"/>
                  </a:lnTo>
                  <a:lnTo>
                    <a:pt x="1821180" y="515779"/>
                  </a:lnTo>
                  <a:lnTo>
                    <a:pt x="1821656" y="517684"/>
                  </a:lnTo>
                  <a:lnTo>
                    <a:pt x="1823085" y="518636"/>
                  </a:lnTo>
                  <a:lnTo>
                    <a:pt x="1826418" y="519113"/>
                  </a:lnTo>
                  <a:lnTo>
                    <a:pt x="1831657" y="520541"/>
                  </a:lnTo>
                  <a:lnTo>
                    <a:pt x="1834991" y="520541"/>
                  </a:lnTo>
                  <a:lnTo>
                    <a:pt x="1836897" y="521494"/>
                  </a:lnTo>
                  <a:lnTo>
                    <a:pt x="1840706" y="521970"/>
                  </a:lnTo>
                  <a:lnTo>
                    <a:pt x="1848326" y="521017"/>
                  </a:lnTo>
                  <a:lnTo>
                    <a:pt x="1851660" y="521494"/>
                  </a:lnTo>
                  <a:lnTo>
                    <a:pt x="1853089" y="522922"/>
                  </a:lnTo>
                  <a:lnTo>
                    <a:pt x="1854993" y="523875"/>
                  </a:lnTo>
                  <a:lnTo>
                    <a:pt x="1856422" y="523875"/>
                  </a:lnTo>
                  <a:lnTo>
                    <a:pt x="1858328" y="521970"/>
                  </a:lnTo>
                  <a:lnTo>
                    <a:pt x="1860232" y="519113"/>
                  </a:lnTo>
                  <a:lnTo>
                    <a:pt x="1861661" y="516731"/>
                  </a:lnTo>
                  <a:lnTo>
                    <a:pt x="1861661" y="514826"/>
                  </a:lnTo>
                  <a:lnTo>
                    <a:pt x="1860709" y="512921"/>
                  </a:lnTo>
                  <a:lnTo>
                    <a:pt x="1858328" y="511016"/>
                  </a:lnTo>
                  <a:lnTo>
                    <a:pt x="1856422" y="508159"/>
                  </a:lnTo>
                  <a:lnTo>
                    <a:pt x="1854993" y="505301"/>
                  </a:lnTo>
                  <a:lnTo>
                    <a:pt x="1854041" y="504349"/>
                  </a:lnTo>
                  <a:lnTo>
                    <a:pt x="1853089" y="502920"/>
                  </a:lnTo>
                  <a:lnTo>
                    <a:pt x="1853089" y="500539"/>
                  </a:lnTo>
                  <a:lnTo>
                    <a:pt x="1853565" y="499110"/>
                  </a:lnTo>
                  <a:lnTo>
                    <a:pt x="1857374" y="498157"/>
                  </a:lnTo>
                  <a:lnTo>
                    <a:pt x="1862614" y="497681"/>
                  </a:lnTo>
                  <a:lnTo>
                    <a:pt x="1866899" y="498157"/>
                  </a:lnTo>
                  <a:lnTo>
                    <a:pt x="1873568" y="497681"/>
                  </a:lnTo>
                  <a:lnTo>
                    <a:pt x="1877853" y="496729"/>
                  </a:lnTo>
                  <a:lnTo>
                    <a:pt x="1880711" y="496729"/>
                  </a:lnTo>
                  <a:lnTo>
                    <a:pt x="1883568" y="496729"/>
                  </a:lnTo>
                  <a:lnTo>
                    <a:pt x="1884997" y="495300"/>
                  </a:lnTo>
                  <a:lnTo>
                    <a:pt x="1888807" y="492442"/>
                  </a:lnTo>
                  <a:lnTo>
                    <a:pt x="1890712" y="491490"/>
                  </a:lnTo>
                  <a:lnTo>
                    <a:pt x="1892618" y="489585"/>
                  </a:lnTo>
                  <a:lnTo>
                    <a:pt x="1893093" y="487680"/>
                  </a:lnTo>
                  <a:lnTo>
                    <a:pt x="1893570" y="485775"/>
                  </a:lnTo>
                  <a:lnTo>
                    <a:pt x="1894522" y="483870"/>
                  </a:lnTo>
                  <a:lnTo>
                    <a:pt x="1896428" y="481489"/>
                  </a:lnTo>
                  <a:lnTo>
                    <a:pt x="1898332" y="480536"/>
                  </a:lnTo>
                  <a:lnTo>
                    <a:pt x="1900237" y="480536"/>
                  </a:lnTo>
                  <a:lnTo>
                    <a:pt x="1902143" y="481489"/>
                  </a:lnTo>
                  <a:lnTo>
                    <a:pt x="1903572" y="482441"/>
                  </a:lnTo>
                  <a:lnTo>
                    <a:pt x="1904999" y="481965"/>
                  </a:lnTo>
                  <a:lnTo>
                    <a:pt x="1906428" y="480060"/>
                  </a:lnTo>
                  <a:lnTo>
                    <a:pt x="1907381" y="479584"/>
                  </a:lnTo>
                  <a:lnTo>
                    <a:pt x="1909762" y="479584"/>
                  </a:lnTo>
                  <a:lnTo>
                    <a:pt x="1910715" y="478631"/>
                  </a:lnTo>
                  <a:lnTo>
                    <a:pt x="1911668" y="473392"/>
                  </a:lnTo>
                  <a:lnTo>
                    <a:pt x="1912620" y="469106"/>
                  </a:lnTo>
                  <a:lnTo>
                    <a:pt x="1912620" y="466249"/>
                  </a:lnTo>
                  <a:lnTo>
                    <a:pt x="1914524" y="461486"/>
                  </a:lnTo>
                  <a:lnTo>
                    <a:pt x="1915001" y="458629"/>
                  </a:lnTo>
                  <a:lnTo>
                    <a:pt x="1916430" y="457200"/>
                  </a:lnTo>
                  <a:lnTo>
                    <a:pt x="1917859" y="457200"/>
                  </a:lnTo>
                  <a:lnTo>
                    <a:pt x="1919287" y="458152"/>
                  </a:lnTo>
                  <a:lnTo>
                    <a:pt x="1920716" y="458629"/>
                  </a:lnTo>
                  <a:lnTo>
                    <a:pt x="1922622" y="458152"/>
                  </a:lnTo>
                  <a:lnTo>
                    <a:pt x="1924049" y="459105"/>
                  </a:lnTo>
                  <a:lnTo>
                    <a:pt x="1925003" y="460534"/>
                  </a:lnTo>
                  <a:lnTo>
                    <a:pt x="1927860" y="461486"/>
                  </a:lnTo>
                  <a:lnTo>
                    <a:pt x="1928336" y="462439"/>
                  </a:lnTo>
                  <a:lnTo>
                    <a:pt x="1928336" y="467677"/>
                  </a:lnTo>
                  <a:lnTo>
                    <a:pt x="1930241" y="470059"/>
                  </a:lnTo>
                  <a:lnTo>
                    <a:pt x="1932622" y="472440"/>
                  </a:lnTo>
                  <a:lnTo>
                    <a:pt x="1935480" y="474345"/>
                  </a:lnTo>
                  <a:lnTo>
                    <a:pt x="1936909" y="474821"/>
                  </a:lnTo>
                  <a:lnTo>
                    <a:pt x="1937861" y="476250"/>
                  </a:lnTo>
                  <a:lnTo>
                    <a:pt x="1939766" y="474821"/>
                  </a:lnTo>
                  <a:lnTo>
                    <a:pt x="1939290" y="472440"/>
                  </a:lnTo>
                  <a:lnTo>
                    <a:pt x="1937385" y="470535"/>
                  </a:lnTo>
                  <a:lnTo>
                    <a:pt x="1934528" y="470059"/>
                  </a:lnTo>
                  <a:lnTo>
                    <a:pt x="1934051" y="469582"/>
                  </a:lnTo>
                  <a:lnTo>
                    <a:pt x="1934051" y="468630"/>
                  </a:lnTo>
                  <a:lnTo>
                    <a:pt x="1935003" y="467677"/>
                  </a:lnTo>
                  <a:lnTo>
                    <a:pt x="1936432" y="466725"/>
                  </a:lnTo>
                  <a:lnTo>
                    <a:pt x="1939290" y="465296"/>
                  </a:lnTo>
                  <a:lnTo>
                    <a:pt x="1944053" y="464344"/>
                  </a:lnTo>
                  <a:lnTo>
                    <a:pt x="1946910" y="463391"/>
                  </a:lnTo>
                  <a:lnTo>
                    <a:pt x="1949291" y="462915"/>
                  </a:lnTo>
                  <a:lnTo>
                    <a:pt x="1951672" y="463391"/>
                  </a:lnTo>
                  <a:lnTo>
                    <a:pt x="1953578" y="461963"/>
                  </a:lnTo>
                  <a:lnTo>
                    <a:pt x="1955482" y="461010"/>
                  </a:lnTo>
                  <a:lnTo>
                    <a:pt x="1955959" y="458629"/>
                  </a:lnTo>
                  <a:lnTo>
                    <a:pt x="1955959" y="455295"/>
                  </a:lnTo>
                  <a:lnTo>
                    <a:pt x="1956911" y="454342"/>
                  </a:lnTo>
                  <a:lnTo>
                    <a:pt x="1957864" y="452914"/>
                  </a:lnTo>
                  <a:lnTo>
                    <a:pt x="1959293" y="451009"/>
                  </a:lnTo>
                  <a:lnTo>
                    <a:pt x="1960722" y="446246"/>
                  </a:lnTo>
                  <a:lnTo>
                    <a:pt x="1961674" y="442913"/>
                  </a:lnTo>
                  <a:lnTo>
                    <a:pt x="1962149" y="441484"/>
                  </a:lnTo>
                  <a:lnTo>
                    <a:pt x="1962149" y="439102"/>
                  </a:lnTo>
                  <a:lnTo>
                    <a:pt x="1961674" y="437674"/>
                  </a:lnTo>
                  <a:lnTo>
                    <a:pt x="1960722" y="436721"/>
                  </a:lnTo>
                  <a:lnTo>
                    <a:pt x="1959768" y="436245"/>
                  </a:lnTo>
                  <a:lnTo>
                    <a:pt x="1959768" y="433864"/>
                  </a:lnTo>
                  <a:lnTo>
                    <a:pt x="1959768" y="430530"/>
                  </a:lnTo>
                  <a:lnTo>
                    <a:pt x="1959293" y="428149"/>
                  </a:lnTo>
                  <a:lnTo>
                    <a:pt x="1960722" y="415766"/>
                  </a:lnTo>
                  <a:lnTo>
                    <a:pt x="1962149" y="412909"/>
                  </a:lnTo>
                  <a:lnTo>
                    <a:pt x="1957864" y="396240"/>
                  </a:lnTo>
                  <a:lnTo>
                    <a:pt x="1956435" y="391001"/>
                  </a:lnTo>
                  <a:lnTo>
                    <a:pt x="1955482" y="388144"/>
                  </a:lnTo>
                  <a:lnTo>
                    <a:pt x="1953578" y="384334"/>
                  </a:lnTo>
                  <a:lnTo>
                    <a:pt x="1952149" y="382429"/>
                  </a:lnTo>
                  <a:lnTo>
                    <a:pt x="1952624" y="380524"/>
                  </a:lnTo>
                  <a:lnTo>
                    <a:pt x="1954530" y="378619"/>
                  </a:lnTo>
                  <a:lnTo>
                    <a:pt x="1956435" y="377666"/>
                  </a:lnTo>
                  <a:lnTo>
                    <a:pt x="1961197" y="377190"/>
                  </a:lnTo>
                  <a:lnTo>
                    <a:pt x="1962626" y="376714"/>
                  </a:lnTo>
                  <a:lnTo>
                    <a:pt x="1968818" y="374809"/>
                  </a:lnTo>
                  <a:lnTo>
                    <a:pt x="1970247" y="373380"/>
                  </a:lnTo>
                  <a:lnTo>
                    <a:pt x="1973580" y="370522"/>
                  </a:lnTo>
                  <a:lnTo>
                    <a:pt x="1975009" y="368141"/>
                  </a:lnTo>
                  <a:lnTo>
                    <a:pt x="1976437" y="365284"/>
                  </a:lnTo>
                  <a:lnTo>
                    <a:pt x="1979295" y="363855"/>
                  </a:lnTo>
                  <a:lnTo>
                    <a:pt x="1981199" y="360997"/>
                  </a:lnTo>
                  <a:lnTo>
                    <a:pt x="1983105" y="360045"/>
                  </a:lnTo>
                  <a:lnTo>
                    <a:pt x="1985010" y="362426"/>
                  </a:lnTo>
                  <a:lnTo>
                    <a:pt x="1987391" y="363855"/>
                  </a:lnTo>
                  <a:lnTo>
                    <a:pt x="1988820" y="364331"/>
                  </a:lnTo>
                  <a:lnTo>
                    <a:pt x="1990249" y="361950"/>
                  </a:lnTo>
                  <a:lnTo>
                    <a:pt x="1995487" y="360045"/>
                  </a:lnTo>
                  <a:lnTo>
                    <a:pt x="2001203" y="360045"/>
                  </a:lnTo>
                  <a:lnTo>
                    <a:pt x="2007393" y="361474"/>
                  </a:lnTo>
                  <a:lnTo>
                    <a:pt x="2012156" y="364331"/>
                  </a:lnTo>
                  <a:lnTo>
                    <a:pt x="2015014" y="367665"/>
                  </a:lnTo>
                  <a:lnTo>
                    <a:pt x="2015014" y="370999"/>
                  </a:lnTo>
                  <a:lnTo>
                    <a:pt x="2015966" y="370999"/>
                  </a:lnTo>
                  <a:lnTo>
                    <a:pt x="2017872" y="371475"/>
                  </a:lnTo>
                  <a:lnTo>
                    <a:pt x="2019299" y="371951"/>
                  </a:lnTo>
                  <a:lnTo>
                    <a:pt x="2021681" y="370046"/>
                  </a:lnTo>
                  <a:lnTo>
                    <a:pt x="2025015" y="367665"/>
                  </a:lnTo>
                  <a:lnTo>
                    <a:pt x="2024539" y="363855"/>
                  </a:lnTo>
                  <a:lnTo>
                    <a:pt x="2025015" y="359569"/>
                  </a:lnTo>
                  <a:lnTo>
                    <a:pt x="2027397" y="352425"/>
                  </a:lnTo>
                  <a:lnTo>
                    <a:pt x="2030253" y="350520"/>
                  </a:lnTo>
                  <a:lnTo>
                    <a:pt x="2031682" y="350044"/>
                  </a:lnTo>
                  <a:lnTo>
                    <a:pt x="2033111" y="349091"/>
                  </a:lnTo>
                  <a:lnTo>
                    <a:pt x="2035968" y="347663"/>
                  </a:lnTo>
                  <a:lnTo>
                    <a:pt x="2036922" y="345757"/>
                  </a:lnTo>
                  <a:lnTo>
                    <a:pt x="2036445" y="343376"/>
                  </a:lnTo>
                  <a:lnTo>
                    <a:pt x="2037397" y="340995"/>
                  </a:lnTo>
                  <a:lnTo>
                    <a:pt x="2037874" y="338614"/>
                  </a:lnTo>
                  <a:lnTo>
                    <a:pt x="2038826" y="335756"/>
                  </a:lnTo>
                  <a:lnTo>
                    <a:pt x="2040255" y="334804"/>
                  </a:lnTo>
                  <a:lnTo>
                    <a:pt x="2042160" y="333851"/>
                  </a:lnTo>
                  <a:lnTo>
                    <a:pt x="2043589" y="332422"/>
                  </a:lnTo>
                  <a:lnTo>
                    <a:pt x="2045018" y="330041"/>
                  </a:lnTo>
                  <a:lnTo>
                    <a:pt x="2045970" y="327660"/>
                  </a:lnTo>
                  <a:lnTo>
                    <a:pt x="2045493" y="324802"/>
                  </a:lnTo>
                  <a:lnTo>
                    <a:pt x="2047399" y="322897"/>
                  </a:lnTo>
                  <a:lnTo>
                    <a:pt x="2050256" y="321469"/>
                  </a:lnTo>
                  <a:lnTo>
                    <a:pt x="2051209" y="320516"/>
                  </a:lnTo>
                  <a:lnTo>
                    <a:pt x="2051685" y="318135"/>
                  </a:lnTo>
                  <a:lnTo>
                    <a:pt x="2051685" y="317182"/>
                  </a:lnTo>
                  <a:lnTo>
                    <a:pt x="2052637" y="315754"/>
                  </a:lnTo>
                  <a:lnTo>
                    <a:pt x="2052161" y="312896"/>
                  </a:lnTo>
                  <a:lnTo>
                    <a:pt x="2051685" y="310039"/>
                  </a:lnTo>
                  <a:lnTo>
                    <a:pt x="2054543" y="305276"/>
                  </a:lnTo>
                  <a:lnTo>
                    <a:pt x="2056924" y="300990"/>
                  </a:lnTo>
                  <a:lnTo>
                    <a:pt x="2057399" y="294799"/>
                  </a:lnTo>
                  <a:lnTo>
                    <a:pt x="2057876" y="293846"/>
                  </a:lnTo>
                  <a:lnTo>
                    <a:pt x="2058828" y="290989"/>
                  </a:lnTo>
                  <a:lnTo>
                    <a:pt x="2059305" y="290036"/>
                  </a:lnTo>
                  <a:lnTo>
                    <a:pt x="2061210" y="286226"/>
                  </a:lnTo>
                  <a:lnTo>
                    <a:pt x="2063591" y="283845"/>
                  </a:lnTo>
                  <a:lnTo>
                    <a:pt x="2063115" y="280988"/>
                  </a:lnTo>
                  <a:lnTo>
                    <a:pt x="2062162" y="278130"/>
                  </a:lnTo>
                  <a:lnTo>
                    <a:pt x="2062162" y="276225"/>
                  </a:lnTo>
                  <a:lnTo>
                    <a:pt x="2064068" y="273844"/>
                  </a:lnTo>
                  <a:lnTo>
                    <a:pt x="2065020" y="272891"/>
                  </a:lnTo>
                  <a:lnTo>
                    <a:pt x="2065972" y="271463"/>
                  </a:lnTo>
                  <a:lnTo>
                    <a:pt x="2067401" y="270986"/>
                  </a:lnTo>
                  <a:lnTo>
                    <a:pt x="2068830" y="270510"/>
                  </a:lnTo>
                  <a:lnTo>
                    <a:pt x="2072164" y="270034"/>
                  </a:lnTo>
                  <a:lnTo>
                    <a:pt x="2074068" y="268605"/>
                  </a:lnTo>
                  <a:lnTo>
                    <a:pt x="2075974" y="267176"/>
                  </a:lnTo>
                  <a:lnTo>
                    <a:pt x="2079307" y="262890"/>
                  </a:lnTo>
                  <a:lnTo>
                    <a:pt x="2080260" y="260509"/>
                  </a:lnTo>
                  <a:lnTo>
                    <a:pt x="2081212" y="259080"/>
                  </a:lnTo>
                  <a:lnTo>
                    <a:pt x="2077878" y="253365"/>
                  </a:lnTo>
                  <a:close/>
                </a:path>
              </a:pathLst>
            </a:custGeom>
            <a:grpFill/>
            <a:ln w="317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A2FDB9B8-C69F-4CA4-9E34-3049CDD86905}"/>
                </a:ext>
              </a:extLst>
            </p:cNvPr>
            <p:cNvSpPr/>
            <p:nvPr/>
          </p:nvSpPr>
          <p:spPr>
            <a:xfrm>
              <a:off x="6009798" y="3857624"/>
              <a:ext cx="260508" cy="384809"/>
            </a:xfrm>
            <a:custGeom>
              <a:avLst/>
              <a:gdLst>
                <a:gd name="connsiteX0" fmla="*/ 258603 w 260508"/>
                <a:gd name="connsiteY0" fmla="*/ 361950 h 384809"/>
                <a:gd name="connsiteX1" fmla="*/ 257651 w 260508"/>
                <a:gd name="connsiteY1" fmla="*/ 358140 h 384809"/>
                <a:gd name="connsiteX2" fmla="*/ 257175 w 260508"/>
                <a:gd name="connsiteY2" fmla="*/ 353854 h 384809"/>
                <a:gd name="connsiteX3" fmla="*/ 257651 w 260508"/>
                <a:gd name="connsiteY3" fmla="*/ 352901 h 384809"/>
                <a:gd name="connsiteX4" fmla="*/ 257175 w 260508"/>
                <a:gd name="connsiteY4" fmla="*/ 351472 h 384809"/>
                <a:gd name="connsiteX5" fmla="*/ 257175 w 260508"/>
                <a:gd name="connsiteY5" fmla="*/ 351472 h 384809"/>
                <a:gd name="connsiteX6" fmla="*/ 256222 w 260508"/>
                <a:gd name="connsiteY6" fmla="*/ 348139 h 384809"/>
                <a:gd name="connsiteX7" fmla="*/ 257175 w 260508"/>
                <a:gd name="connsiteY7" fmla="*/ 345757 h 384809"/>
                <a:gd name="connsiteX8" fmla="*/ 256222 w 260508"/>
                <a:gd name="connsiteY8" fmla="*/ 343376 h 384809"/>
                <a:gd name="connsiteX9" fmla="*/ 254318 w 260508"/>
                <a:gd name="connsiteY9" fmla="*/ 341471 h 384809"/>
                <a:gd name="connsiteX10" fmla="*/ 252889 w 260508"/>
                <a:gd name="connsiteY10" fmla="*/ 339566 h 384809"/>
                <a:gd name="connsiteX11" fmla="*/ 251936 w 260508"/>
                <a:gd name="connsiteY11" fmla="*/ 338138 h 384809"/>
                <a:gd name="connsiteX12" fmla="*/ 250984 w 260508"/>
                <a:gd name="connsiteY12" fmla="*/ 337185 h 384809"/>
                <a:gd name="connsiteX13" fmla="*/ 249078 w 260508"/>
                <a:gd name="connsiteY13" fmla="*/ 337185 h 384809"/>
                <a:gd name="connsiteX14" fmla="*/ 246697 w 260508"/>
                <a:gd name="connsiteY14" fmla="*/ 336232 h 384809"/>
                <a:gd name="connsiteX15" fmla="*/ 243364 w 260508"/>
                <a:gd name="connsiteY15" fmla="*/ 332899 h 384809"/>
                <a:gd name="connsiteX16" fmla="*/ 240030 w 260508"/>
                <a:gd name="connsiteY16" fmla="*/ 329565 h 384809"/>
                <a:gd name="connsiteX17" fmla="*/ 235744 w 260508"/>
                <a:gd name="connsiteY17" fmla="*/ 325279 h 384809"/>
                <a:gd name="connsiteX18" fmla="*/ 232410 w 260508"/>
                <a:gd name="connsiteY18" fmla="*/ 321469 h 384809"/>
                <a:gd name="connsiteX19" fmla="*/ 228124 w 260508"/>
                <a:gd name="connsiteY19" fmla="*/ 317182 h 384809"/>
                <a:gd name="connsiteX20" fmla="*/ 224314 w 260508"/>
                <a:gd name="connsiteY20" fmla="*/ 312896 h 384809"/>
                <a:gd name="connsiteX21" fmla="*/ 222409 w 260508"/>
                <a:gd name="connsiteY21" fmla="*/ 308610 h 384809"/>
                <a:gd name="connsiteX22" fmla="*/ 221456 w 260508"/>
                <a:gd name="connsiteY22" fmla="*/ 306229 h 384809"/>
                <a:gd name="connsiteX23" fmla="*/ 222409 w 260508"/>
                <a:gd name="connsiteY23" fmla="*/ 306229 h 384809"/>
                <a:gd name="connsiteX24" fmla="*/ 223838 w 260508"/>
                <a:gd name="connsiteY24" fmla="*/ 306229 h 384809"/>
                <a:gd name="connsiteX25" fmla="*/ 224790 w 260508"/>
                <a:gd name="connsiteY25" fmla="*/ 305753 h 384809"/>
                <a:gd name="connsiteX26" fmla="*/ 224790 w 260508"/>
                <a:gd name="connsiteY26" fmla="*/ 304800 h 384809"/>
                <a:gd name="connsiteX27" fmla="*/ 222885 w 260508"/>
                <a:gd name="connsiteY27" fmla="*/ 301466 h 384809"/>
                <a:gd name="connsiteX28" fmla="*/ 222409 w 260508"/>
                <a:gd name="connsiteY28" fmla="*/ 297180 h 384809"/>
                <a:gd name="connsiteX29" fmla="*/ 220980 w 260508"/>
                <a:gd name="connsiteY29" fmla="*/ 294799 h 384809"/>
                <a:gd name="connsiteX30" fmla="*/ 216694 w 260508"/>
                <a:gd name="connsiteY30" fmla="*/ 290989 h 384809"/>
                <a:gd name="connsiteX31" fmla="*/ 212407 w 260508"/>
                <a:gd name="connsiteY31" fmla="*/ 288131 h 384809"/>
                <a:gd name="connsiteX32" fmla="*/ 210978 w 260508"/>
                <a:gd name="connsiteY32" fmla="*/ 286703 h 384809"/>
                <a:gd name="connsiteX33" fmla="*/ 210026 w 260508"/>
                <a:gd name="connsiteY33" fmla="*/ 284797 h 384809"/>
                <a:gd name="connsiteX34" fmla="*/ 208597 w 260508"/>
                <a:gd name="connsiteY34" fmla="*/ 270986 h 384809"/>
                <a:gd name="connsiteX35" fmla="*/ 208121 w 260508"/>
                <a:gd name="connsiteY35" fmla="*/ 267176 h 384809"/>
                <a:gd name="connsiteX36" fmla="*/ 206693 w 260508"/>
                <a:gd name="connsiteY36" fmla="*/ 265747 h 384809"/>
                <a:gd name="connsiteX37" fmla="*/ 205740 w 260508"/>
                <a:gd name="connsiteY37" fmla="*/ 264795 h 384809"/>
                <a:gd name="connsiteX38" fmla="*/ 205264 w 260508"/>
                <a:gd name="connsiteY38" fmla="*/ 263843 h 384809"/>
                <a:gd name="connsiteX39" fmla="*/ 205264 w 260508"/>
                <a:gd name="connsiteY39" fmla="*/ 261461 h 384809"/>
                <a:gd name="connsiteX40" fmla="*/ 206216 w 260508"/>
                <a:gd name="connsiteY40" fmla="*/ 259556 h 384809"/>
                <a:gd name="connsiteX41" fmla="*/ 205740 w 260508"/>
                <a:gd name="connsiteY41" fmla="*/ 258604 h 384809"/>
                <a:gd name="connsiteX42" fmla="*/ 207169 w 260508"/>
                <a:gd name="connsiteY42" fmla="*/ 256699 h 384809"/>
                <a:gd name="connsiteX43" fmla="*/ 207169 w 260508"/>
                <a:gd name="connsiteY43" fmla="*/ 244316 h 384809"/>
                <a:gd name="connsiteX44" fmla="*/ 206693 w 260508"/>
                <a:gd name="connsiteY44" fmla="*/ 243364 h 384809"/>
                <a:gd name="connsiteX45" fmla="*/ 205740 w 260508"/>
                <a:gd name="connsiteY45" fmla="*/ 242411 h 384809"/>
                <a:gd name="connsiteX46" fmla="*/ 204788 w 260508"/>
                <a:gd name="connsiteY46" fmla="*/ 242411 h 384809"/>
                <a:gd name="connsiteX47" fmla="*/ 203359 w 260508"/>
                <a:gd name="connsiteY47" fmla="*/ 242411 h 384809"/>
                <a:gd name="connsiteX48" fmla="*/ 201930 w 260508"/>
                <a:gd name="connsiteY48" fmla="*/ 240506 h 384809"/>
                <a:gd name="connsiteX49" fmla="*/ 200977 w 260508"/>
                <a:gd name="connsiteY49" fmla="*/ 238125 h 384809"/>
                <a:gd name="connsiteX50" fmla="*/ 200977 w 260508"/>
                <a:gd name="connsiteY50" fmla="*/ 236696 h 384809"/>
                <a:gd name="connsiteX51" fmla="*/ 202406 w 260508"/>
                <a:gd name="connsiteY51" fmla="*/ 235268 h 384809"/>
                <a:gd name="connsiteX52" fmla="*/ 203359 w 260508"/>
                <a:gd name="connsiteY52" fmla="*/ 234315 h 384809"/>
                <a:gd name="connsiteX53" fmla="*/ 205264 w 260508"/>
                <a:gd name="connsiteY53" fmla="*/ 233363 h 384809"/>
                <a:gd name="connsiteX54" fmla="*/ 210026 w 260508"/>
                <a:gd name="connsiteY54" fmla="*/ 231457 h 384809"/>
                <a:gd name="connsiteX55" fmla="*/ 211455 w 260508"/>
                <a:gd name="connsiteY55" fmla="*/ 230029 h 384809"/>
                <a:gd name="connsiteX56" fmla="*/ 211931 w 260508"/>
                <a:gd name="connsiteY56" fmla="*/ 229076 h 384809"/>
                <a:gd name="connsiteX57" fmla="*/ 212884 w 260508"/>
                <a:gd name="connsiteY57" fmla="*/ 227171 h 384809"/>
                <a:gd name="connsiteX58" fmla="*/ 215265 w 260508"/>
                <a:gd name="connsiteY58" fmla="*/ 220980 h 384809"/>
                <a:gd name="connsiteX59" fmla="*/ 219551 w 260508"/>
                <a:gd name="connsiteY59" fmla="*/ 214313 h 384809"/>
                <a:gd name="connsiteX60" fmla="*/ 221456 w 260508"/>
                <a:gd name="connsiteY60" fmla="*/ 213360 h 384809"/>
                <a:gd name="connsiteX61" fmla="*/ 222885 w 260508"/>
                <a:gd name="connsiteY61" fmla="*/ 209074 h 384809"/>
                <a:gd name="connsiteX62" fmla="*/ 225266 w 260508"/>
                <a:gd name="connsiteY62" fmla="*/ 203835 h 384809"/>
                <a:gd name="connsiteX63" fmla="*/ 226219 w 260508"/>
                <a:gd name="connsiteY63" fmla="*/ 201454 h 384809"/>
                <a:gd name="connsiteX64" fmla="*/ 227171 w 260508"/>
                <a:gd name="connsiteY64" fmla="*/ 199072 h 384809"/>
                <a:gd name="connsiteX65" fmla="*/ 228600 w 260508"/>
                <a:gd name="connsiteY65" fmla="*/ 197168 h 384809"/>
                <a:gd name="connsiteX66" fmla="*/ 232886 w 260508"/>
                <a:gd name="connsiteY66" fmla="*/ 193834 h 384809"/>
                <a:gd name="connsiteX67" fmla="*/ 236696 w 260508"/>
                <a:gd name="connsiteY67" fmla="*/ 188119 h 384809"/>
                <a:gd name="connsiteX68" fmla="*/ 238125 w 260508"/>
                <a:gd name="connsiteY68" fmla="*/ 185738 h 384809"/>
                <a:gd name="connsiteX69" fmla="*/ 239077 w 260508"/>
                <a:gd name="connsiteY69" fmla="*/ 183356 h 384809"/>
                <a:gd name="connsiteX70" fmla="*/ 239077 w 260508"/>
                <a:gd name="connsiteY70" fmla="*/ 180975 h 384809"/>
                <a:gd name="connsiteX71" fmla="*/ 238601 w 260508"/>
                <a:gd name="connsiteY71" fmla="*/ 179546 h 384809"/>
                <a:gd name="connsiteX72" fmla="*/ 236696 w 260508"/>
                <a:gd name="connsiteY72" fmla="*/ 178594 h 384809"/>
                <a:gd name="connsiteX73" fmla="*/ 235268 w 260508"/>
                <a:gd name="connsiteY73" fmla="*/ 177165 h 384809"/>
                <a:gd name="connsiteX74" fmla="*/ 231934 w 260508"/>
                <a:gd name="connsiteY74" fmla="*/ 169545 h 384809"/>
                <a:gd name="connsiteX75" fmla="*/ 228600 w 260508"/>
                <a:gd name="connsiteY75" fmla="*/ 161449 h 384809"/>
                <a:gd name="connsiteX76" fmla="*/ 224314 w 260508"/>
                <a:gd name="connsiteY76" fmla="*/ 153353 h 384809"/>
                <a:gd name="connsiteX77" fmla="*/ 219075 w 260508"/>
                <a:gd name="connsiteY77" fmla="*/ 148114 h 384809"/>
                <a:gd name="connsiteX78" fmla="*/ 215265 w 260508"/>
                <a:gd name="connsiteY78" fmla="*/ 145256 h 384809"/>
                <a:gd name="connsiteX79" fmla="*/ 214313 w 260508"/>
                <a:gd name="connsiteY79" fmla="*/ 144780 h 384809"/>
                <a:gd name="connsiteX80" fmla="*/ 212407 w 260508"/>
                <a:gd name="connsiteY80" fmla="*/ 143828 h 384809"/>
                <a:gd name="connsiteX81" fmla="*/ 210978 w 260508"/>
                <a:gd name="connsiteY81" fmla="*/ 142875 h 384809"/>
                <a:gd name="connsiteX82" fmla="*/ 204311 w 260508"/>
                <a:gd name="connsiteY82" fmla="*/ 137636 h 384809"/>
                <a:gd name="connsiteX83" fmla="*/ 197644 w 260508"/>
                <a:gd name="connsiteY83" fmla="*/ 131445 h 384809"/>
                <a:gd name="connsiteX84" fmla="*/ 195739 w 260508"/>
                <a:gd name="connsiteY84" fmla="*/ 128588 h 384809"/>
                <a:gd name="connsiteX85" fmla="*/ 191928 w 260508"/>
                <a:gd name="connsiteY85" fmla="*/ 124778 h 384809"/>
                <a:gd name="connsiteX86" fmla="*/ 188119 w 260508"/>
                <a:gd name="connsiteY86" fmla="*/ 120491 h 384809"/>
                <a:gd name="connsiteX87" fmla="*/ 186214 w 260508"/>
                <a:gd name="connsiteY87" fmla="*/ 118586 h 384809"/>
                <a:gd name="connsiteX88" fmla="*/ 185261 w 260508"/>
                <a:gd name="connsiteY88" fmla="*/ 114776 h 384809"/>
                <a:gd name="connsiteX89" fmla="*/ 188119 w 260508"/>
                <a:gd name="connsiteY89" fmla="*/ 111919 h 384809"/>
                <a:gd name="connsiteX90" fmla="*/ 190976 w 260508"/>
                <a:gd name="connsiteY90" fmla="*/ 108109 h 384809"/>
                <a:gd name="connsiteX91" fmla="*/ 194310 w 260508"/>
                <a:gd name="connsiteY91" fmla="*/ 105251 h 384809"/>
                <a:gd name="connsiteX92" fmla="*/ 199072 w 260508"/>
                <a:gd name="connsiteY92" fmla="*/ 105251 h 384809"/>
                <a:gd name="connsiteX93" fmla="*/ 206216 w 260508"/>
                <a:gd name="connsiteY93" fmla="*/ 106204 h 384809"/>
                <a:gd name="connsiteX94" fmla="*/ 214313 w 260508"/>
                <a:gd name="connsiteY94" fmla="*/ 106680 h 384809"/>
                <a:gd name="connsiteX95" fmla="*/ 222409 w 260508"/>
                <a:gd name="connsiteY95" fmla="*/ 105728 h 384809"/>
                <a:gd name="connsiteX96" fmla="*/ 224790 w 260508"/>
                <a:gd name="connsiteY96" fmla="*/ 105251 h 384809"/>
                <a:gd name="connsiteX97" fmla="*/ 226695 w 260508"/>
                <a:gd name="connsiteY97" fmla="*/ 105251 h 384809"/>
                <a:gd name="connsiteX98" fmla="*/ 230981 w 260508"/>
                <a:gd name="connsiteY98" fmla="*/ 106204 h 384809"/>
                <a:gd name="connsiteX99" fmla="*/ 238601 w 260508"/>
                <a:gd name="connsiteY99" fmla="*/ 105728 h 384809"/>
                <a:gd name="connsiteX100" fmla="*/ 242411 w 260508"/>
                <a:gd name="connsiteY100" fmla="*/ 104299 h 384809"/>
                <a:gd name="connsiteX101" fmla="*/ 238125 w 260508"/>
                <a:gd name="connsiteY101" fmla="*/ 101441 h 384809"/>
                <a:gd name="connsiteX102" fmla="*/ 233839 w 260508"/>
                <a:gd name="connsiteY102" fmla="*/ 97155 h 384809"/>
                <a:gd name="connsiteX103" fmla="*/ 229552 w 260508"/>
                <a:gd name="connsiteY103" fmla="*/ 92393 h 384809"/>
                <a:gd name="connsiteX104" fmla="*/ 227171 w 260508"/>
                <a:gd name="connsiteY104" fmla="*/ 88106 h 384809"/>
                <a:gd name="connsiteX105" fmla="*/ 224790 w 260508"/>
                <a:gd name="connsiteY105" fmla="*/ 82391 h 384809"/>
                <a:gd name="connsiteX106" fmla="*/ 222409 w 260508"/>
                <a:gd name="connsiteY106" fmla="*/ 75724 h 384809"/>
                <a:gd name="connsiteX107" fmla="*/ 220980 w 260508"/>
                <a:gd name="connsiteY107" fmla="*/ 66675 h 384809"/>
                <a:gd name="connsiteX108" fmla="*/ 221456 w 260508"/>
                <a:gd name="connsiteY108" fmla="*/ 61913 h 384809"/>
                <a:gd name="connsiteX109" fmla="*/ 221932 w 260508"/>
                <a:gd name="connsiteY109" fmla="*/ 58103 h 384809"/>
                <a:gd name="connsiteX110" fmla="*/ 224314 w 260508"/>
                <a:gd name="connsiteY110" fmla="*/ 52388 h 384809"/>
                <a:gd name="connsiteX111" fmla="*/ 222885 w 260508"/>
                <a:gd name="connsiteY111" fmla="*/ 48578 h 384809"/>
                <a:gd name="connsiteX112" fmla="*/ 222885 w 260508"/>
                <a:gd name="connsiteY112" fmla="*/ 46196 h 384809"/>
                <a:gd name="connsiteX113" fmla="*/ 222885 w 260508"/>
                <a:gd name="connsiteY113" fmla="*/ 41910 h 384809"/>
                <a:gd name="connsiteX114" fmla="*/ 221932 w 260508"/>
                <a:gd name="connsiteY114" fmla="*/ 39529 h 384809"/>
                <a:gd name="connsiteX115" fmla="*/ 219075 w 260508"/>
                <a:gd name="connsiteY115" fmla="*/ 32861 h 384809"/>
                <a:gd name="connsiteX116" fmla="*/ 218599 w 260508"/>
                <a:gd name="connsiteY116" fmla="*/ 32385 h 384809"/>
                <a:gd name="connsiteX117" fmla="*/ 216218 w 260508"/>
                <a:gd name="connsiteY117" fmla="*/ 27622 h 384809"/>
                <a:gd name="connsiteX118" fmla="*/ 214789 w 260508"/>
                <a:gd name="connsiteY118" fmla="*/ 19526 h 384809"/>
                <a:gd name="connsiteX119" fmla="*/ 211931 w 260508"/>
                <a:gd name="connsiteY119" fmla="*/ 14288 h 384809"/>
                <a:gd name="connsiteX120" fmla="*/ 207169 w 260508"/>
                <a:gd name="connsiteY120" fmla="*/ 11906 h 384809"/>
                <a:gd name="connsiteX121" fmla="*/ 204788 w 260508"/>
                <a:gd name="connsiteY121" fmla="*/ 8572 h 384809"/>
                <a:gd name="connsiteX122" fmla="*/ 203835 w 260508"/>
                <a:gd name="connsiteY122" fmla="*/ 3334 h 384809"/>
                <a:gd name="connsiteX123" fmla="*/ 201930 w 260508"/>
                <a:gd name="connsiteY123" fmla="*/ 1905 h 384809"/>
                <a:gd name="connsiteX124" fmla="*/ 194310 w 260508"/>
                <a:gd name="connsiteY124" fmla="*/ 0 h 384809"/>
                <a:gd name="connsiteX125" fmla="*/ 188119 w 260508"/>
                <a:gd name="connsiteY125" fmla="*/ 0 h 384809"/>
                <a:gd name="connsiteX126" fmla="*/ 191452 w 260508"/>
                <a:gd name="connsiteY126" fmla="*/ 15716 h 384809"/>
                <a:gd name="connsiteX127" fmla="*/ 191928 w 260508"/>
                <a:gd name="connsiteY127" fmla="*/ 18574 h 384809"/>
                <a:gd name="connsiteX128" fmla="*/ 191928 w 260508"/>
                <a:gd name="connsiteY128" fmla="*/ 20003 h 384809"/>
                <a:gd name="connsiteX129" fmla="*/ 192405 w 260508"/>
                <a:gd name="connsiteY129" fmla="*/ 21431 h 384809"/>
                <a:gd name="connsiteX130" fmla="*/ 192881 w 260508"/>
                <a:gd name="connsiteY130" fmla="*/ 23336 h 384809"/>
                <a:gd name="connsiteX131" fmla="*/ 195263 w 260508"/>
                <a:gd name="connsiteY131" fmla="*/ 24289 h 384809"/>
                <a:gd name="connsiteX132" fmla="*/ 200025 w 260508"/>
                <a:gd name="connsiteY132" fmla="*/ 24765 h 384809"/>
                <a:gd name="connsiteX133" fmla="*/ 203835 w 260508"/>
                <a:gd name="connsiteY133" fmla="*/ 26670 h 384809"/>
                <a:gd name="connsiteX134" fmla="*/ 205740 w 260508"/>
                <a:gd name="connsiteY134" fmla="*/ 29051 h 384809"/>
                <a:gd name="connsiteX135" fmla="*/ 206216 w 260508"/>
                <a:gd name="connsiteY135" fmla="*/ 29528 h 384809"/>
                <a:gd name="connsiteX136" fmla="*/ 207169 w 260508"/>
                <a:gd name="connsiteY136" fmla="*/ 31432 h 384809"/>
                <a:gd name="connsiteX137" fmla="*/ 207645 w 260508"/>
                <a:gd name="connsiteY137" fmla="*/ 32861 h 384809"/>
                <a:gd name="connsiteX138" fmla="*/ 207169 w 260508"/>
                <a:gd name="connsiteY138" fmla="*/ 37147 h 384809"/>
                <a:gd name="connsiteX139" fmla="*/ 206216 w 260508"/>
                <a:gd name="connsiteY139" fmla="*/ 42386 h 384809"/>
                <a:gd name="connsiteX140" fmla="*/ 205264 w 260508"/>
                <a:gd name="connsiteY140" fmla="*/ 45720 h 384809"/>
                <a:gd name="connsiteX141" fmla="*/ 205740 w 260508"/>
                <a:gd name="connsiteY141" fmla="*/ 50482 h 384809"/>
                <a:gd name="connsiteX142" fmla="*/ 205740 w 260508"/>
                <a:gd name="connsiteY142" fmla="*/ 52388 h 384809"/>
                <a:gd name="connsiteX143" fmla="*/ 205264 w 260508"/>
                <a:gd name="connsiteY143" fmla="*/ 53816 h 384809"/>
                <a:gd name="connsiteX144" fmla="*/ 202882 w 260508"/>
                <a:gd name="connsiteY144" fmla="*/ 55245 h 384809"/>
                <a:gd name="connsiteX145" fmla="*/ 200025 w 260508"/>
                <a:gd name="connsiteY145" fmla="*/ 57150 h 384809"/>
                <a:gd name="connsiteX146" fmla="*/ 192881 w 260508"/>
                <a:gd name="connsiteY146" fmla="*/ 61436 h 384809"/>
                <a:gd name="connsiteX147" fmla="*/ 190976 w 260508"/>
                <a:gd name="connsiteY147" fmla="*/ 62389 h 384809"/>
                <a:gd name="connsiteX148" fmla="*/ 188119 w 260508"/>
                <a:gd name="connsiteY148" fmla="*/ 62389 h 384809"/>
                <a:gd name="connsiteX149" fmla="*/ 185261 w 260508"/>
                <a:gd name="connsiteY149" fmla="*/ 63341 h 384809"/>
                <a:gd name="connsiteX150" fmla="*/ 182403 w 260508"/>
                <a:gd name="connsiteY150" fmla="*/ 65722 h 384809"/>
                <a:gd name="connsiteX151" fmla="*/ 175736 w 260508"/>
                <a:gd name="connsiteY151" fmla="*/ 74771 h 384809"/>
                <a:gd name="connsiteX152" fmla="*/ 170497 w 260508"/>
                <a:gd name="connsiteY152" fmla="*/ 83820 h 384809"/>
                <a:gd name="connsiteX153" fmla="*/ 168593 w 260508"/>
                <a:gd name="connsiteY153" fmla="*/ 91440 h 384809"/>
                <a:gd name="connsiteX154" fmla="*/ 166211 w 260508"/>
                <a:gd name="connsiteY154" fmla="*/ 98584 h 384809"/>
                <a:gd name="connsiteX155" fmla="*/ 161449 w 260508"/>
                <a:gd name="connsiteY155" fmla="*/ 103346 h 384809"/>
                <a:gd name="connsiteX156" fmla="*/ 160496 w 260508"/>
                <a:gd name="connsiteY156" fmla="*/ 105728 h 384809"/>
                <a:gd name="connsiteX157" fmla="*/ 160496 w 260508"/>
                <a:gd name="connsiteY157" fmla="*/ 107156 h 384809"/>
                <a:gd name="connsiteX158" fmla="*/ 160020 w 260508"/>
                <a:gd name="connsiteY158" fmla="*/ 110966 h 384809"/>
                <a:gd name="connsiteX159" fmla="*/ 159544 w 260508"/>
                <a:gd name="connsiteY159" fmla="*/ 116681 h 384809"/>
                <a:gd name="connsiteX160" fmla="*/ 159068 w 260508"/>
                <a:gd name="connsiteY160" fmla="*/ 119539 h 384809"/>
                <a:gd name="connsiteX161" fmla="*/ 158115 w 260508"/>
                <a:gd name="connsiteY161" fmla="*/ 120015 h 384809"/>
                <a:gd name="connsiteX162" fmla="*/ 152876 w 260508"/>
                <a:gd name="connsiteY162" fmla="*/ 121920 h 384809"/>
                <a:gd name="connsiteX163" fmla="*/ 149543 w 260508"/>
                <a:gd name="connsiteY163" fmla="*/ 123825 h 384809"/>
                <a:gd name="connsiteX164" fmla="*/ 147638 w 260508"/>
                <a:gd name="connsiteY164" fmla="*/ 128111 h 384809"/>
                <a:gd name="connsiteX165" fmla="*/ 147161 w 260508"/>
                <a:gd name="connsiteY165" fmla="*/ 132397 h 384809"/>
                <a:gd name="connsiteX166" fmla="*/ 146209 w 260508"/>
                <a:gd name="connsiteY166" fmla="*/ 137636 h 384809"/>
                <a:gd name="connsiteX167" fmla="*/ 145732 w 260508"/>
                <a:gd name="connsiteY167" fmla="*/ 142399 h 384809"/>
                <a:gd name="connsiteX168" fmla="*/ 144780 w 260508"/>
                <a:gd name="connsiteY168" fmla="*/ 144780 h 384809"/>
                <a:gd name="connsiteX169" fmla="*/ 142875 w 260508"/>
                <a:gd name="connsiteY169" fmla="*/ 147161 h 384809"/>
                <a:gd name="connsiteX170" fmla="*/ 140018 w 260508"/>
                <a:gd name="connsiteY170" fmla="*/ 149543 h 384809"/>
                <a:gd name="connsiteX171" fmla="*/ 138113 w 260508"/>
                <a:gd name="connsiteY171" fmla="*/ 150971 h 384809"/>
                <a:gd name="connsiteX172" fmla="*/ 131921 w 260508"/>
                <a:gd name="connsiteY172" fmla="*/ 151924 h 384809"/>
                <a:gd name="connsiteX173" fmla="*/ 128588 w 260508"/>
                <a:gd name="connsiteY173" fmla="*/ 158115 h 384809"/>
                <a:gd name="connsiteX174" fmla="*/ 126206 w 260508"/>
                <a:gd name="connsiteY174" fmla="*/ 162878 h 384809"/>
                <a:gd name="connsiteX175" fmla="*/ 125730 w 260508"/>
                <a:gd name="connsiteY175" fmla="*/ 164306 h 384809"/>
                <a:gd name="connsiteX176" fmla="*/ 123349 w 260508"/>
                <a:gd name="connsiteY176" fmla="*/ 174307 h 384809"/>
                <a:gd name="connsiteX177" fmla="*/ 119063 w 260508"/>
                <a:gd name="connsiteY177" fmla="*/ 181451 h 384809"/>
                <a:gd name="connsiteX178" fmla="*/ 118586 w 260508"/>
                <a:gd name="connsiteY178" fmla="*/ 183832 h 384809"/>
                <a:gd name="connsiteX179" fmla="*/ 118586 w 260508"/>
                <a:gd name="connsiteY179" fmla="*/ 186214 h 384809"/>
                <a:gd name="connsiteX180" fmla="*/ 112871 w 260508"/>
                <a:gd name="connsiteY180" fmla="*/ 192405 h 384809"/>
                <a:gd name="connsiteX181" fmla="*/ 111443 w 260508"/>
                <a:gd name="connsiteY181" fmla="*/ 194310 h 384809"/>
                <a:gd name="connsiteX182" fmla="*/ 110014 w 260508"/>
                <a:gd name="connsiteY182" fmla="*/ 196691 h 384809"/>
                <a:gd name="connsiteX183" fmla="*/ 111443 w 260508"/>
                <a:gd name="connsiteY183" fmla="*/ 199072 h 384809"/>
                <a:gd name="connsiteX184" fmla="*/ 113347 w 260508"/>
                <a:gd name="connsiteY184" fmla="*/ 201454 h 384809"/>
                <a:gd name="connsiteX185" fmla="*/ 113347 w 260508"/>
                <a:gd name="connsiteY185" fmla="*/ 201930 h 384809"/>
                <a:gd name="connsiteX186" fmla="*/ 110966 w 260508"/>
                <a:gd name="connsiteY186" fmla="*/ 203835 h 384809"/>
                <a:gd name="connsiteX187" fmla="*/ 106203 w 260508"/>
                <a:gd name="connsiteY187" fmla="*/ 207645 h 384809"/>
                <a:gd name="connsiteX188" fmla="*/ 103822 w 260508"/>
                <a:gd name="connsiteY188" fmla="*/ 209550 h 384809"/>
                <a:gd name="connsiteX189" fmla="*/ 103346 w 260508"/>
                <a:gd name="connsiteY189" fmla="*/ 210979 h 384809"/>
                <a:gd name="connsiteX190" fmla="*/ 102870 w 260508"/>
                <a:gd name="connsiteY190" fmla="*/ 216218 h 384809"/>
                <a:gd name="connsiteX191" fmla="*/ 101918 w 260508"/>
                <a:gd name="connsiteY191" fmla="*/ 217646 h 384809"/>
                <a:gd name="connsiteX192" fmla="*/ 100489 w 260508"/>
                <a:gd name="connsiteY192" fmla="*/ 219551 h 384809"/>
                <a:gd name="connsiteX193" fmla="*/ 97631 w 260508"/>
                <a:gd name="connsiteY193" fmla="*/ 221456 h 384809"/>
                <a:gd name="connsiteX194" fmla="*/ 95250 w 260508"/>
                <a:gd name="connsiteY194" fmla="*/ 223361 h 384809"/>
                <a:gd name="connsiteX195" fmla="*/ 91916 w 260508"/>
                <a:gd name="connsiteY195" fmla="*/ 224314 h 384809"/>
                <a:gd name="connsiteX196" fmla="*/ 89059 w 260508"/>
                <a:gd name="connsiteY196" fmla="*/ 224790 h 384809"/>
                <a:gd name="connsiteX197" fmla="*/ 87630 w 260508"/>
                <a:gd name="connsiteY197" fmla="*/ 224314 h 384809"/>
                <a:gd name="connsiteX198" fmla="*/ 86677 w 260508"/>
                <a:gd name="connsiteY198" fmla="*/ 222409 h 384809"/>
                <a:gd name="connsiteX199" fmla="*/ 85249 w 260508"/>
                <a:gd name="connsiteY199" fmla="*/ 216218 h 384809"/>
                <a:gd name="connsiteX200" fmla="*/ 84296 w 260508"/>
                <a:gd name="connsiteY200" fmla="*/ 214789 h 384809"/>
                <a:gd name="connsiteX201" fmla="*/ 82391 w 260508"/>
                <a:gd name="connsiteY201" fmla="*/ 213360 h 384809"/>
                <a:gd name="connsiteX202" fmla="*/ 78581 w 260508"/>
                <a:gd name="connsiteY202" fmla="*/ 210026 h 384809"/>
                <a:gd name="connsiteX203" fmla="*/ 75247 w 260508"/>
                <a:gd name="connsiteY203" fmla="*/ 206216 h 384809"/>
                <a:gd name="connsiteX204" fmla="*/ 70485 w 260508"/>
                <a:gd name="connsiteY204" fmla="*/ 203835 h 384809"/>
                <a:gd name="connsiteX205" fmla="*/ 69532 w 260508"/>
                <a:gd name="connsiteY205" fmla="*/ 203835 h 384809"/>
                <a:gd name="connsiteX206" fmla="*/ 69056 w 260508"/>
                <a:gd name="connsiteY206" fmla="*/ 204788 h 384809"/>
                <a:gd name="connsiteX207" fmla="*/ 67627 w 260508"/>
                <a:gd name="connsiteY207" fmla="*/ 208121 h 384809"/>
                <a:gd name="connsiteX208" fmla="*/ 66199 w 260508"/>
                <a:gd name="connsiteY208" fmla="*/ 209550 h 384809"/>
                <a:gd name="connsiteX209" fmla="*/ 64294 w 260508"/>
                <a:gd name="connsiteY209" fmla="*/ 210026 h 384809"/>
                <a:gd name="connsiteX210" fmla="*/ 60007 w 260508"/>
                <a:gd name="connsiteY210" fmla="*/ 210026 h 384809"/>
                <a:gd name="connsiteX211" fmla="*/ 57150 w 260508"/>
                <a:gd name="connsiteY211" fmla="*/ 209550 h 384809"/>
                <a:gd name="connsiteX212" fmla="*/ 56197 w 260508"/>
                <a:gd name="connsiteY212" fmla="*/ 209074 h 384809"/>
                <a:gd name="connsiteX213" fmla="*/ 55721 w 260508"/>
                <a:gd name="connsiteY213" fmla="*/ 207169 h 384809"/>
                <a:gd name="connsiteX214" fmla="*/ 54769 w 260508"/>
                <a:gd name="connsiteY214" fmla="*/ 206216 h 384809"/>
                <a:gd name="connsiteX215" fmla="*/ 51435 w 260508"/>
                <a:gd name="connsiteY215" fmla="*/ 208597 h 384809"/>
                <a:gd name="connsiteX216" fmla="*/ 45720 w 260508"/>
                <a:gd name="connsiteY216" fmla="*/ 212407 h 384809"/>
                <a:gd name="connsiteX217" fmla="*/ 43815 w 260508"/>
                <a:gd name="connsiteY217" fmla="*/ 213360 h 384809"/>
                <a:gd name="connsiteX218" fmla="*/ 42386 w 260508"/>
                <a:gd name="connsiteY218" fmla="*/ 213836 h 384809"/>
                <a:gd name="connsiteX219" fmla="*/ 40481 w 260508"/>
                <a:gd name="connsiteY219" fmla="*/ 217646 h 384809"/>
                <a:gd name="connsiteX220" fmla="*/ 38576 w 260508"/>
                <a:gd name="connsiteY220" fmla="*/ 221932 h 384809"/>
                <a:gd name="connsiteX221" fmla="*/ 35719 w 260508"/>
                <a:gd name="connsiteY221" fmla="*/ 223838 h 384809"/>
                <a:gd name="connsiteX222" fmla="*/ 32861 w 260508"/>
                <a:gd name="connsiteY222" fmla="*/ 225743 h 384809"/>
                <a:gd name="connsiteX223" fmla="*/ 30956 w 260508"/>
                <a:gd name="connsiteY223" fmla="*/ 227171 h 384809"/>
                <a:gd name="connsiteX224" fmla="*/ 28575 w 260508"/>
                <a:gd name="connsiteY224" fmla="*/ 229076 h 384809"/>
                <a:gd name="connsiteX225" fmla="*/ 24289 w 260508"/>
                <a:gd name="connsiteY225" fmla="*/ 233363 h 384809"/>
                <a:gd name="connsiteX226" fmla="*/ 18097 w 260508"/>
                <a:gd name="connsiteY226" fmla="*/ 239554 h 384809"/>
                <a:gd name="connsiteX227" fmla="*/ 15716 w 260508"/>
                <a:gd name="connsiteY227" fmla="*/ 242411 h 384809"/>
                <a:gd name="connsiteX228" fmla="*/ 13811 w 260508"/>
                <a:gd name="connsiteY228" fmla="*/ 247174 h 384809"/>
                <a:gd name="connsiteX229" fmla="*/ 12382 w 260508"/>
                <a:gd name="connsiteY229" fmla="*/ 251936 h 384809"/>
                <a:gd name="connsiteX230" fmla="*/ 11430 w 260508"/>
                <a:gd name="connsiteY230" fmla="*/ 257651 h 384809"/>
                <a:gd name="connsiteX231" fmla="*/ 9049 w 260508"/>
                <a:gd name="connsiteY231" fmla="*/ 266700 h 384809"/>
                <a:gd name="connsiteX232" fmla="*/ 6191 w 260508"/>
                <a:gd name="connsiteY232" fmla="*/ 271939 h 384809"/>
                <a:gd name="connsiteX233" fmla="*/ 3810 w 260508"/>
                <a:gd name="connsiteY233" fmla="*/ 275749 h 384809"/>
                <a:gd name="connsiteX234" fmla="*/ 1905 w 260508"/>
                <a:gd name="connsiteY234" fmla="*/ 279082 h 384809"/>
                <a:gd name="connsiteX235" fmla="*/ 952 w 260508"/>
                <a:gd name="connsiteY235" fmla="*/ 281464 h 384809"/>
                <a:gd name="connsiteX236" fmla="*/ 1428 w 260508"/>
                <a:gd name="connsiteY236" fmla="*/ 281464 h 384809"/>
                <a:gd name="connsiteX237" fmla="*/ 0 w 260508"/>
                <a:gd name="connsiteY237" fmla="*/ 286703 h 384809"/>
                <a:gd name="connsiteX238" fmla="*/ 476 w 260508"/>
                <a:gd name="connsiteY238" fmla="*/ 287655 h 384809"/>
                <a:gd name="connsiteX239" fmla="*/ 1428 w 260508"/>
                <a:gd name="connsiteY239" fmla="*/ 289084 h 384809"/>
                <a:gd name="connsiteX240" fmla="*/ 4286 w 260508"/>
                <a:gd name="connsiteY240" fmla="*/ 289560 h 384809"/>
                <a:gd name="connsiteX241" fmla="*/ 5239 w 260508"/>
                <a:gd name="connsiteY241" fmla="*/ 288607 h 384809"/>
                <a:gd name="connsiteX242" fmla="*/ 4286 w 260508"/>
                <a:gd name="connsiteY242" fmla="*/ 284321 h 384809"/>
                <a:gd name="connsiteX243" fmla="*/ 6191 w 260508"/>
                <a:gd name="connsiteY243" fmla="*/ 285274 h 384809"/>
                <a:gd name="connsiteX244" fmla="*/ 8096 w 260508"/>
                <a:gd name="connsiteY244" fmla="*/ 287655 h 384809"/>
                <a:gd name="connsiteX245" fmla="*/ 9525 w 260508"/>
                <a:gd name="connsiteY245" fmla="*/ 287655 h 384809"/>
                <a:gd name="connsiteX246" fmla="*/ 10953 w 260508"/>
                <a:gd name="connsiteY246" fmla="*/ 287655 h 384809"/>
                <a:gd name="connsiteX247" fmla="*/ 12382 w 260508"/>
                <a:gd name="connsiteY247" fmla="*/ 287655 h 384809"/>
                <a:gd name="connsiteX248" fmla="*/ 13335 w 260508"/>
                <a:gd name="connsiteY248" fmla="*/ 288131 h 384809"/>
                <a:gd name="connsiteX249" fmla="*/ 12859 w 260508"/>
                <a:gd name="connsiteY249" fmla="*/ 292418 h 384809"/>
                <a:gd name="connsiteX250" fmla="*/ 12859 w 260508"/>
                <a:gd name="connsiteY250" fmla="*/ 294799 h 384809"/>
                <a:gd name="connsiteX251" fmla="*/ 13811 w 260508"/>
                <a:gd name="connsiteY251" fmla="*/ 297180 h 384809"/>
                <a:gd name="connsiteX252" fmla="*/ 15240 w 260508"/>
                <a:gd name="connsiteY252" fmla="*/ 299085 h 384809"/>
                <a:gd name="connsiteX253" fmla="*/ 16193 w 260508"/>
                <a:gd name="connsiteY253" fmla="*/ 303847 h 384809"/>
                <a:gd name="connsiteX254" fmla="*/ 20002 w 260508"/>
                <a:gd name="connsiteY254" fmla="*/ 305753 h 384809"/>
                <a:gd name="connsiteX255" fmla="*/ 24289 w 260508"/>
                <a:gd name="connsiteY255" fmla="*/ 307181 h 384809"/>
                <a:gd name="connsiteX256" fmla="*/ 26194 w 260508"/>
                <a:gd name="connsiteY256" fmla="*/ 307657 h 384809"/>
                <a:gd name="connsiteX257" fmla="*/ 26670 w 260508"/>
                <a:gd name="connsiteY257" fmla="*/ 309086 h 384809"/>
                <a:gd name="connsiteX258" fmla="*/ 28099 w 260508"/>
                <a:gd name="connsiteY258" fmla="*/ 309563 h 384809"/>
                <a:gd name="connsiteX259" fmla="*/ 30480 w 260508"/>
                <a:gd name="connsiteY259" fmla="*/ 309563 h 384809"/>
                <a:gd name="connsiteX260" fmla="*/ 31909 w 260508"/>
                <a:gd name="connsiteY260" fmla="*/ 309086 h 384809"/>
                <a:gd name="connsiteX261" fmla="*/ 32861 w 260508"/>
                <a:gd name="connsiteY261" fmla="*/ 306705 h 384809"/>
                <a:gd name="connsiteX262" fmla="*/ 32385 w 260508"/>
                <a:gd name="connsiteY262" fmla="*/ 304800 h 384809"/>
                <a:gd name="connsiteX263" fmla="*/ 33338 w 260508"/>
                <a:gd name="connsiteY263" fmla="*/ 304800 h 384809"/>
                <a:gd name="connsiteX264" fmla="*/ 34766 w 260508"/>
                <a:gd name="connsiteY264" fmla="*/ 305753 h 384809"/>
                <a:gd name="connsiteX265" fmla="*/ 36195 w 260508"/>
                <a:gd name="connsiteY265" fmla="*/ 306229 h 384809"/>
                <a:gd name="connsiteX266" fmla="*/ 38576 w 260508"/>
                <a:gd name="connsiteY266" fmla="*/ 304324 h 384809"/>
                <a:gd name="connsiteX267" fmla="*/ 39528 w 260508"/>
                <a:gd name="connsiteY267" fmla="*/ 305276 h 384809"/>
                <a:gd name="connsiteX268" fmla="*/ 38100 w 260508"/>
                <a:gd name="connsiteY268" fmla="*/ 306705 h 384809"/>
                <a:gd name="connsiteX269" fmla="*/ 37624 w 260508"/>
                <a:gd name="connsiteY269" fmla="*/ 308134 h 384809"/>
                <a:gd name="connsiteX270" fmla="*/ 40957 w 260508"/>
                <a:gd name="connsiteY270" fmla="*/ 310991 h 384809"/>
                <a:gd name="connsiteX271" fmla="*/ 40957 w 260508"/>
                <a:gd name="connsiteY271" fmla="*/ 311944 h 384809"/>
                <a:gd name="connsiteX272" fmla="*/ 37147 w 260508"/>
                <a:gd name="connsiteY272" fmla="*/ 311468 h 384809"/>
                <a:gd name="connsiteX273" fmla="*/ 36195 w 260508"/>
                <a:gd name="connsiteY273" fmla="*/ 313372 h 384809"/>
                <a:gd name="connsiteX274" fmla="*/ 34766 w 260508"/>
                <a:gd name="connsiteY274" fmla="*/ 313849 h 384809"/>
                <a:gd name="connsiteX275" fmla="*/ 37147 w 260508"/>
                <a:gd name="connsiteY275" fmla="*/ 317182 h 384809"/>
                <a:gd name="connsiteX276" fmla="*/ 37624 w 260508"/>
                <a:gd name="connsiteY276" fmla="*/ 320040 h 384809"/>
                <a:gd name="connsiteX277" fmla="*/ 41910 w 260508"/>
                <a:gd name="connsiteY277" fmla="*/ 319564 h 384809"/>
                <a:gd name="connsiteX278" fmla="*/ 39052 w 260508"/>
                <a:gd name="connsiteY278" fmla="*/ 322421 h 384809"/>
                <a:gd name="connsiteX279" fmla="*/ 45720 w 260508"/>
                <a:gd name="connsiteY279" fmla="*/ 330041 h 384809"/>
                <a:gd name="connsiteX280" fmla="*/ 47149 w 260508"/>
                <a:gd name="connsiteY280" fmla="*/ 332422 h 384809"/>
                <a:gd name="connsiteX281" fmla="*/ 48101 w 260508"/>
                <a:gd name="connsiteY281" fmla="*/ 337661 h 384809"/>
                <a:gd name="connsiteX282" fmla="*/ 46196 w 260508"/>
                <a:gd name="connsiteY282" fmla="*/ 343376 h 384809"/>
                <a:gd name="connsiteX283" fmla="*/ 45720 w 260508"/>
                <a:gd name="connsiteY283" fmla="*/ 349568 h 384809"/>
                <a:gd name="connsiteX284" fmla="*/ 43815 w 260508"/>
                <a:gd name="connsiteY284" fmla="*/ 356235 h 384809"/>
                <a:gd name="connsiteX285" fmla="*/ 43339 w 260508"/>
                <a:gd name="connsiteY285" fmla="*/ 363855 h 384809"/>
                <a:gd name="connsiteX286" fmla="*/ 44291 w 260508"/>
                <a:gd name="connsiteY286" fmla="*/ 364331 h 384809"/>
                <a:gd name="connsiteX287" fmla="*/ 44291 w 260508"/>
                <a:gd name="connsiteY287" fmla="*/ 364807 h 384809"/>
                <a:gd name="connsiteX288" fmla="*/ 44291 w 260508"/>
                <a:gd name="connsiteY288" fmla="*/ 365760 h 384809"/>
                <a:gd name="connsiteX289" fmla="*/ 45720 w 260508"/>
                <a:gd name="connsiteY289" fmla="*/ 367189 h 384809"/>
                <a:gd name="connsiteX290" fmla="*/ 49530 w 260508"/>
                <a:gd name="connsiteY290" fmla="*/ 368618 h 384809"/>
                <a:gd name="connsiteX291" fmla="*/ 60484 w 260508"/>
                <a:gd name="connsiteY291" fmla="*/ 368618 h 384809"/>
                <a:gd name="connsiteX292" fmla="*/ 67151 w 260508"/>
                <a:gd name="connsiteY292" fmla="*/ 368618 h 384809"/>
                <a:gd name="connsiteX293" fmla="*/ 77152 w 260508"/>
                <a:gd name="connsiteY293" fmla="*/ 368618 h 384809"/>
                <a:gd name="connsiteX294" fmla="*/ 87153 w 260508"/>
                <a:gd name="connsiteY294" fmla="*/ 368618 h 384809"/>
                <a:gd name="connsiteX295" fmla="*/ 95250 w 260508"/>
                <a:gd name="connsiteY295" fmla="*/ 368618 h 384809"/>
                <a:gd name="connsiteX296" fmla="*/ 95726 w 260508"/>
                <a:gd name="connsiteY296" fmla="*/ 366236 h 384809"/>
                <a:gd name="connsiteX297" fmla="*/ 96202 w 260508"/>
                <a:gd name="connsiteY297" fmla="*/ 365284 h 384809"/>
                <a:gd name="connsiteX298" fmla="*/ 95726 w 260508"/>
                <a:gd name="connsiteY298" fmla="*/ 363855 h 384809"/>
                <a:gd name="connsiteX299" fmla="*/ 102870 w 260508"/>
                <a:gd name="connsiteY299" fmla="*/ 363855 h 384809"/>
                <a:gd name="connsiteX300" fmla="*/ 116205 w 260508"/>
                <a:gd name="connsiteY300" fmla="*/ 364331 h 384809"/>
                <a:gd name="connsiteX301" fmla="*/ 121444 w 260508"/>
                <a:gd name="connsiteY301" fmla="*/ 364331 h 384809"/>
                <a:gd name="connsiteX302" fmla="*/ 123349 w 260508"/>
                <a:gd name="connsiteY302" fmla="*/ 364807 h 384809"/>
                <a:gd name="connsiteX303" fmla="*/ 130493 w 260508"/>
                <a:gd name="connsiteY303" fmla="*/ 364331 h 384809"/>
                <a:gd name="connsiteX304" fmla="*/ 136207 w 260508"/>
                <a:gd name="connsiteY304" fmla="*/ 364807 h 384809"/>
                <a:gd name="connsiteX305" fmla="*/ 138589 w 260508"/>
                <a:gd name="connsiteY305" fmla="*/ 365284 h 384809"/>
                <a:gd name="connsiteX306" fmla="*/ 140494 w 260508"/>
                <a:gd name="connsiteY306" fmla="*/ 365284 h 384809"/>
                <a:gd name="connsiteX307" fmla="*/ 147638 w 260508"/>
                <a:gd name="connsiteY307" fmla="*/ 365760 h 384809"/>
                <a:gd name="connsiteX308" fmla="*/ 156686 w 260508"/>
                <a:gd name="connsiteY308" fmla="*/ 365284 h 384809"/>
                <a:gd name="connsiteX309" fmla="*/ 159544 w 260508"/>
                <a:gd name="connsiteY309" fmla="*/ 365284 h 384809"/>
                <a:gd name="connsiteX310" fmla="*/ 161449 w 260508"/>
                <a:gd name="connsiteY310" fmla="*/ 366713 h 384809"/>
                <a:gd name="connsiteX311" fmla="*/ 161925 w 260508"/>
                <a:gd name="connsiteY311" fmla="*/ 368618 h 384809"/>
                <a:gd name="connsiteX312" fmla="*/ 170021 w 260508"/>
                <a:gd name="connsiteY312" fmla="*/ 368618 h 384809"/>
                <a:gd name="connsiteX313" fmla="*/ 178594 w 260508"/>
                <a:gd name="connsiteY313" fmla="*/ 368618 h 384809"/>
                <a:gd name="connsiteX314" fmla="*/ 187166 w 260508"/>
                <a:gd name="connsiteY314" fmla="*/ 368618 h 384809"/>
                <a:gd name="connsiteX315" fmla="*/ 195739 w 260508"/>
                <a:gd name="connsiteY315" fmla="*/ 368618 h 384809"/>
                <a:gd name="connsiteX316" fmla="*/ 202406 w 260508"/>
                <a:gd name="connsiteY316" fmla="*/ 369094 h 384809"/>
                <a:gd name="connsiteX317" fmla="*/ 205740 w 260508"/>
                <a:gd name="connsiteY317" fmla="*/ 367665 h 384809"/>
                <a:gd name="connsiteX318" fmla="*/ 209074 w 260508"/>
                <a:gd name="connsiteY318" fmla="*/ 369570 h 384809"/>
                <a:gd name="connsiteX319" fmla="*/ 210502 w 260508"/>
                <a:gd name="connsiteY319" fmla="*/ 370046 h 384809"/>
                <a:gd name="connsiteX320" fmla="*/ 210978 w 260508"/>
                <a:gd name="connsiteY320" fmla="*/ 370046 h 384809"/>
                <a:gd name="connsiteX321" fmla="*/ 211931 w 260508"/>
                <a:gd name="connsiteY321" fmla="*/ 371475 h 384809"/>
                <a:gd name="connsiteX322" fmla="*/ 215741 w 260508"/>
                <a:gd name="connsiteY322" fmla="*/ 371475 h 384809"/>
                <a:gd name="connsiteX323" fmla="*/ 216694 w 260508"/>
                <a:gd name="connsiteY323" fmla="*/ 371951 h 384809"/>
                <a:gd name="connsiteX324" fmla="*/ 216694 w 260508"/>
                <a:gd name="connsiteY324" fmla="*/ 373856 h 384809"/>
                <a:gd name="connsiteX325" fmla="*/ 220503 w 260508"/>
                <a:gd name="connsiteY325" fmla="*/ 373856 h 384809"/>
                <a:gd name="connsiteX326" fmla="*/ 221932 w 260508"/>
                <a:gd name="connsiteY326" fmla="*/ 373856 h 384809"/>
                <a:gd name="connsiteX327" fmla="*/ 223361 w 260508"/>
                <a:gd name="connsiteY327" fmla="*/ 373856 h 384809"/>
                <a:gd name="connsiteX328" fmla="*/ 225743 w 260508"/>
                <a:gd name="connsiteY328" fmla="*/ 372904 h 384809"/>
                <a:gd name="connsiteX329" fmla="*/ 227171 w 260508"/>
                <a:gd name="connsiteY329" fmla="*/ 373380 h 384809"/>
                <a:gd name="connsiteX330" fmla="*/ 229552 w 260508"/>
                <a:gd name="connsiteY330" fmla="*/ 374809 h 384809"/>
                <a:gd name="connsiteX331" fmla="*/ 231457 w 260508"/>
                <a:gd name="connsiteY331" fmla="*/ 375761 h 384809"/>
                <a:gd name="connsiteX332" fmla="*/ 234315 w 260508"/>
                <a:gd name="connsiteY332" fmla="*/ 375761 h 384809"/>
                <a:gd name="connsiteX333" fmla="*/ 240506 w 260508"/>
                <a:gd name="connsiteY333" fmla="*/ 375761 h 384809"/>
                <a:gd name="connsiteX334" fmla="*/ 245269 w 260508"/>
                <a:gd name="connsiteY334" fmla="*/ 377190 h 384809"/>
                <a:gd name="connsiteX335" fmla="*/ 250031 w 260508"/>
                <a:gd name="connsiteY335" fmla="*/ 380047 h 384809"/>
                <a:gd name="connsiteX336" fmla="*/ 253365 w 260508"/>
                <a:gd name="connsiteY336" fmla="*/ 381953 h 384809"/>
                <a:gd name="connsiteX337" fmla="*/ 256222 w 260508"/>
                <a:gd name="connsiteY337" fmla="*/ 384810 h 384809"/>
                <a:gd name="connsiteX338" fmla="*/ 257175 w 260508"/>
                <a:gd name="connsiteY338" fmla="*/ 384334 h 384809"/>
                <a:gd name="connsiteX339" fmla="*/ 258127 w 260508"/>
                <a:gd name="connsiteY339" fmla="*/ 383857 h 384809"/>
                <a:gd name="connsiteX340" fmla="*/ 258603 w 260508"/>
                <a:gd name="connsiteY340" fmla="*/ 383381 h 384809"/>
                <a:gd name="connsiteX341" fmla="*/ 258603 w 260508"/>
                <a:gd name="connsiteY341" fmla="*/ 381000 h 384809"/>
                <a:gd name="connsiteX342" fmla="*/ 257175 w 260508"/>
                <a:gd name="connsiteY342" fmla="*/ 376714 h 384809"/>
                <a:gd name="connsiteX343" fmla="*/ 256699 w 260508"/>
                <a:gd name="connsiteY343" fmla="*/ 373380 h 384809"/>
                <a:gd name="connsiteX344" fmla="*/ 256699 w 260508"/>
                <a:gd name="connsiteY344" fmla="*/ 370522 h 384809"/>
                <a:gd name="connsiteX345" fmla="*/ 258127 w 260508"/>
                <a:gd name="connsiteY345" fmla="*/ 368618 h 384809"/>
                <a:gd name="connsiteX346" fmla="*/ 260032 w 260508"/>
                <a:gd name="connsiteY346" fmla="*/ 367189 h 384809"/>
                <a:gd name="connsiteX347" fmla="*/ 260509 w 260508"/>
                <a:gd name="connsiteY347" fmla="*/ 365284 h 384809"/>
                <a:gd name="connsiteX348" fmla="*/ 260509 w 260508"/>
                <a:gd name="connsiteY348" fmla="*/ 365284 h 38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260508" h="384809">
                  <a:moveTo>
                    <a:pt x="258603" y="361950"/>
                  </a:moveTo>
                  <a:lnTo>
                    <a:pt x="257651" y="358140"/>
                  </a:lnTo>
                  <a:lnTo>
                    <a:pt x="257175" y="353854"/>
                  </a:lnTo>
                  <a:lnTo>
                    <a:pt x="257651" y="352901"/>
                  </a:lnTo>
                  <a:lnTo>
                    <a:pt x="257175" y="351472"/>
                  </a:lnTo>
                  <a:lnTo>
                    <a:pt x="257175" y="351472"/>
                  </a:lnTo>
                  <a:lnTo>
                    <a:pt x="256222" y="348139"/>
                  </a:lnTo>
                  <a:lnTo>
                    <a:pt x="257175" y="345757"/>
                  </a:lnTo>
                  <a:lnTo>
                    <a:pt x="256222" y="343376"/>
                  </a:lnTo>
                  <a:lnTo>
                    <a:pt x="254318" y="341471"/>
                  </a:lnTo>
                  <a:lnTo>
                    <a:pt x="252889" y="339566"/>
                  </a:lnTo>
                  <a:lnTo>
                    <a:pt x="251936" y="338138"/>
                  </a:lnTo>
                  <a:lnTo>
                    <a:pt x="250984" y="337185"/>
                  </a:lnTo>
                  <a:lnTo>
                    <a:pt x="249078" y="337185"/>
                  </a:lnTo>
                  <a:lnTo>
                    <a:pt x="246697" y="336232"/>
                  </a:lnTo>
                  <a:lnTo>
                    <a:pt x="243364" y="332899"/>
                  </a:lnTo>
                  <a:lnTo>
                    <a:pt x="240030" y="329565"/>
                  </a:lnTo>
                  <a:lnTo>
                    <a:pt x="235744" y="325279"/>
                  </a:lnTo>
                  <a:lnTo>
                    <a:pt x="232410" y="321469"/>
                  </a:lnTo>
                  <a:lnTo>
                    <a:pt x="228124" y="317182"/>
                  </a:lnTo>
                  <a:lnTo>
                    <a:pt x="224314" y="312896"/>
                  </a:lnTo>
                  <a:lnTo>
                    <a:pt x="222409" y="308610"/>
                  </a:lnTo>
                  <a:lnTo>
                    <a:pt x="221456" y="306229"/>
                  </a:lnTo>
                  <a:lnTo>
                    <a:pt x="222409" y="306229"/>
                  </a:lnTo>
                  <a:lnTo>
                    <a:pt x="223838" y="306229"/>
                  </a:lnTo>
                  <a:lnTo>
                    <a:pt x="224790" y="305753"/>
                  </a:lnTo>
                  <a:lnTo>
                    <a:pt x="224790" y="304800"/>
                  </a:lnTo>
                  <a:lnTo>
                    <a:pt x="222885" y="301466"/>
                  </a:lnTo>
                  <a:lnTo>
                    <a:pt x="222409" y="297180"/>
                  </a:lnTo>
                  <a:lnTo>
                    <a:pt x="220980" y="294799"/>
                  </a:lnTo>
                  <a:lnTo>
                    <a:pt x="216694" y="290989"/>
                  </a:lnTo>
                  <a:lnTo>
                    <a:pt x="212407" y="288131"/>
                  </a:lnTo>
                  <a:lnTo>
                    <a:pt x="210978" y="286703"/>
                  </a:lnTo>
                  <a:lnTo>
                    <a:pt x="210026" y="284797"/>
                  </a:lnTo>
                  <a:lnTo>
                    <a:pt x="208597" y="270986"/>
                  </a:lnTo>
                  <a:lnTo>
                    <a:pt x="208121" y="267176"/>
                  </a:lnTo>
                  <a:lnTo>
                    <a:pt x="206693" y="265747"/>
                  </a:lnTo>
                  <a:lnTo>
                    <a:pt x="205740" y="264795"/>
                  </a:lnTo>
                  <a:lnTo>
                    <a:pt x="205264" y="263843"/>
                  </a:lnTo>
                  <a:lnTo>
                    <a:pt x="205264" y="261461"/>
                  </a:lnTo>
                  <a:lnTo>
                    <a:pt x="206216" y="259556"/>
                  </a:lnTo>
                  <a:lnTo>
                    <a:pt x="205740" y="258604"/>
                  </a:lnTo>
                  <a:lnTo>
                    <a:pt x="207169" y="256699"/>
                  </a:lnTo>
                  <a:lnTo>
                    <a:pt x="207169" y="244316"/>
                  </a:lnTo>
                  <a:lnTo>
                    <a:pt x="206693" y="243364"/>
                  </a:lnTo>
                  <a:lnTo>
                    <a:pt x="205740" y="242411"/>
                  </a:lnTo>
                  <a:lnTo>
                    <a:pt x="204788" y="242411"/>
                  </a:lnTo>
                  <a:lnTo>
                    <a:pt x="203359" y="242411"/>
                  </a:lnTo>
                  <a:lnTo>
                    <a:pt x="201930" y="240506"/>
                  </a:lnTo>
                  <a:lnTo>
                    <a:pt x="200977" y="238125"/>
                  </a:lnTo>
                  <a:lnTo>
                    <a:pt x="200977" y="236696"/>
                  </a:lnTo>
                  <a:lnTo>
                    <a:pt x="202406" y="235268"/>
                  </a:lnTo>
                  <a:lnTo>
                    <a:pt x="203359" y="234315"/>
                  </a:lnTo>
                  <a:lnTo>
                    <a:pt x="205264" y="233363"/>
                  </a:lnTo>
                  <a:lnTo>
                    <a:pt x="210026" y="231457"/>
                  </a:lnTo>
                  <a:lnTo>
                    <a:pt x="211455" y="230029"/>
                  </a:lnTo>
                  <a:lnTo>
                    <a:pt x="211931" y="229076"/>
                  </a:lnTo>
                  <a:lnTo>
                    <a:pt x="212884" y="227171"/>
                  </a:lnTo>
                  <a:lnTo>
                    <a:pt x="215265" y="220980"/>
                  </a:lnTo>
                  <a:lnTo>
                    <a:pt x="219551" y="214313"/>
                  </a:lnTo>
                  <a:lnTo>
                    <a:pt x="221456" y="213360"/>
                  </a:lnTo>
                  <a:lnTo>
                    <a:pt x="222885" y="209074"/>
                  </a:lnTo>
                  <a:lnTo>
                    <a:pt x="225266" y="203835"/>
                  </a:lnTo>
                  <a:lnTo>
                    <a:pt x="226219" y="201454"/>
                  </a:lnTo>
                  <a:lnTo>
                    <a:pt x="227171" y="199072"/>
                  </a:lnTo>
                  <a:lnTo>
                    <a:pt x="228600" y="197168"/>
                  </a:lnTo>
                  <a:lnTo>
                    <a:pt x="232886" y="193834"/>
                  </a:lnTo>
                  <a:lnTo>
                    <a:pt x="236696" y="188119"/>
                  </a:lnTo>
                  <a:lnTo>
                    <a:pt x="238125" y="185738"/>
                  </a:lnTo>
                  <a:lnTo>
                    <a:pt x="239077" y="183356"/>
                  </a:lnTo>
                  <a:lnTo>
                    <a:pt x="239077" y="180975"/>
                  </a:lnTo>
                  <a:lnTo>
                    <a:pt x="238601" y="179546"/>
                  </a:lnTo>
                  <a:lnTo>
                    <a:pt x="236696" y="178594"/>
                  </a:lnTo>
                  <a:lnTo>
                    <a:pt x="235268" y="177165"/>
                  </a:lnTo>
                  <a:lnTo>
                    <a:pt x="231934" y="169545"/>
                  </a:lnTo>
                  <a:lnTo>
                    <a:pt x="228600" y="161449"/>
                  </a:lnTo>
                  <a:lnTo>
                    <a:pt x="224314" y="153353"/>
                  </a:lnTo>
                  <a:lnTo>
                    <a:pt x="219075" y="148114"/>
                  </a:lnTo>
                  <a:lnTo>
                    <a:pt x="215265" y="145256"/>
                  </a:lnTo>
                  <a:lnTo>
                    <a:pt x="214313" y="144780"/>
                  </a:lnTo>
                  <a:lnTo>
                    <a:pt x="212407" y="143828"/>
                  </a:lnTo>
                  <a:lnTo>
                    <a:pt x="210978" y="142875"/>
                  </a:lnTo>
                  <a:lnTo>
                    <a:pt x="204311" y="137636"/>
                  </a:lnTo>
                  <a:lnTo>
                    <a:pt x="197644" y="131445"/>
                  </a:lnTo>
                  <a:lnTo>
                    <a:pt x="195739" y="128588"/>
                  </a:lnTo>
                  <a:lnTo>
                    <a:pt x="191928" y="124778"/>
                  </a:lnTo>
                  <a:lnTo>
                    <a:pt x="188119" y="120491"/>
                  </a:lnTo>
                  <a:lnTo>
                    <a:pt x="186214" y="118586"/>
                  </a:lnTo>
                  <a:lnTo>
                    <a:pt x="185261" y="114776"/>
                  </a:lnTo>
                  <a:lnTo>
                    <a:pt x="188119" y="111919"/>
                  </a:lnTo>
                  <a:lnTo>
                    <a:pt x="190976" y="108109"/>
                  </a:lnTo>
                  <a:lnTo>
                    <a:pt x="194310" y="105251"/>
                  </a:lnTo>
                  <a:lnTo>
                    <a:pt x="199072" y="105251"/>
                  </a:lnTo>
                  <a:lnTo>
                    <a:pt x="206216" y="106204"/>
                  </a:lnTo>
                  <a:lnTo>
                    <a:pt x="214313" y="106680"/>
                  </a:lnTo>
                  <a:lnTo>
                    <a:pt x="222409" y="105728"/>
                  </a:lnTo>
                  <a:lnTo>
                    <a:pt x="224790" y="105251"/>
                  </a:lnTo>
                  <a:lnTo>
                    <a:pt x="226695" y="105251"/>
                  </a:lnTo>
                  <a:lnTo>
                    <a:pt x="230981" y="106204"/>
                  </a:lnTo>
                  <a:lnTo>
                    <a:pt x="238601" y="105728"/>
                  </a:lnTo>
                  <a:lnTo>
                    <a:pt x="242411" y="104299"/>
                  </a:lnTo>
                  <a:lnTo>
                    <a:pt x="238125" y="101441"/>
                  </a:lnTo>
                  <a:lnTo>
                    <a:pt x="233839" y="97155"/>
                  </a:lnTo>
                  <a:lnTo>
                    <a:pt x="229552" y="92393"/>
                  </a:lnTo>
                  <a:lnTo>
                    <a:pt x="227171" y="88106"/>
                  </a:lnTo>
                  <a:lnTo>
                    <a:pt x="224790" y="82391"/>
                  </a:lnTo>
                  <a:lnTo>
                    <a:pt x="222409" y="75724"/>
                  </a:lnTo>
                  <a:lnTo>
                    <a:pt x="220980" y="66675"/>
                  </a:lnTo>
                  <a:lnTo>
                    <a:pt x="221456" y="61913"/>
                  </a:lnTo>
                  <a:lnTo>
                    <a:pt x="221932" y="58103"/>
                  </a:lnTo>
                  <a:lnTo>
                    <a:pt x="224314" y="52388"/>
                  </a:lnTo>
                  <a:lnTo>
                    <a:pt x="222885" y="48578"/>
                  </a:lnTo>
                  <a:lnTo>
                    <a:pt x="222885" y="46196"/>
                  </a:lnTo>
                  <a:lnTo>
                    <a:pt x="222885" y="41910"/>
                  </a:lnTo>
                  <a:lnTo>
                    <a:pt x="221932" y="39529"/>
                  </a:lnTo>
                  <a:lnTo>
                    <a:pt x="219075" y="32861"/>
                  </a:lnTo>
                  <a:lnTo>
                    <a:pt x="218599" y="32385"/>
                  </a:lnTo>
                  <a:lnTo>
                    <a:pt x="216218" y="27622"/>
                  </a:lnTo>
                  <a:lnTo>
                    <a:pt x="214789" y="19526"/>
                  </a:lnTo>
                  <a:lnTo>
                    <a:pt x="211931" y="14288"/>
                  </a:lnTo>
                  <a:lnTo>
                    <a:pt x="207169" y="11906"/>
                  </a:lnTo>
                  <a:lnTo>
                    <a:pt x="204788" y="8572"/>
                  </a:lnTo>
                  <a:lnTo>
                    <a:pt x="203835" y="3334"/>
                  </a:lnTo>
                  <a:lnTo>
                    <a:pt x="201930" y="1905"/>
                  </a:lnTo>
                  <a:lnTo>
                    <a:pt x="194310" y="0"/>
                  </a:lnTo>
                  <a:lnTo>
                    <a:pt x="188119" y="0"/>
                  </a:lnTo>
                  <a:lnTo>
                    <a:pt x="191452" y="15716"/>
                  </a:lnTo>
                  <a:lnTo>
                    <a:pt x="191928" y="18574"/>
                  </a:lnTo>
                  <a:lnTo>
                    <a:pt x="191928" y="20003"/>
                  </a:lnTo>
                  <a:lnTo>
                    <a:pt x="192405" y="21431"/>
                  </a:lnTo>
                  <a:lnTo>
                    <a:pt x="192881" y="23336"/>
                  </a:lnTo>
                  <a:lnTo>
                    <a:pt x="195263" y="24289"/>
                  </a:lnTo>
                  <a:lnTo>
                    <a:pt x="200025" y="24765"/>
                  </a:lnTo>
                  <a:lnTo>
                    <a:pt x="203835" y="26670"/>
                  </a:lnTo>
                  <a:lnTo>
                    <a:pt x="205740" y="29051"/>
                  </a:lnTo>
                  <a:lnTo>
                    <a:pt x="206216" y="29528"/>
                  </a:lnTo>
                  <a:lnTo>
                    <a:pt x="207169" y="31432"/>
                  </a:lnTo>
                  <a:lnTo>
                    <a:pt x="207645" y="32861"/>
                  </a:lnTo>
                  <a:lnTo>
                    <a:pt x="207169" y="37147"/>
                  </a:lnTo>
                  <a:lnTo>
                    <a:pt x="206216" y="42386"/>
                  </a:lnTo>
                  <a:lnTo>
                    <a:pt x="205264" y="45720"/>
                  </a:lnTo>
                  <a:lnTo>
                    <a:pt x="205740" y="50482"/>
                  </a:lnTo>
                  <a:lnTo>
                    <a:pt x="205740" y="52388"/>
                  </a:lnTo>
                  <a:lnTo>
                    <a:pt x="205264" y="53816"/>
                  </a:lnTo>
                  <a:lnTo>
                    <a:pt x="202882" y="55245"/>
                  </a:lnTo>
                  <a:lnTo>
                    <a:pt x="200025" y="57150"/>
                  </a:lnTo>
                  <a:lnTo>
                    <a:pt x="192881" y="61436"/>
                  </a:lnTo>
                  <a:lnTo>
                    <a:pt x="190976" y="62389"/>
                  </a:lnTo>
                  <a:lnTo>
                    <a:pt x="188119" y="62389"/>
                  </a:lnTo>
                  <a:lnTo>
                    <a:pt x="185261" y="63341"/>
                  </a:lnTo>
                  <a:lnTo>
                    <a:pt x="182403" y="65722"/>
                  </a:lnTo>
                  <a:lnTo>
                    <a:pt x="175736" y="74771"/>
                  </a:lnTo>
                  <a:lnTo>
                    <a:pt x="170497" y="83820"/>
                  </a:lnTo>
                  <a:lnTo>
                    <a:pt x="168593" y="91440"/>
                  </a:lnTo>
                  <a:lnTo>
                    <a:pt x="166211" y="98584"/>
                  </a:lnTo>
                  <a:lnTo>
                    <a:pt x="161449" y="103346"/>
                  </a:lnTo>
                  <a:lnTo>
                    <a:pt x="160496" y="105728"/>
                  </a:lnTo>
                  <a:lnTo>
                    <a:pt x="160496" y="107156"/>
                  </a:lnTo>
                  <a:lnTo>
                    <a:pt x="160020" y="110966"/>
                  </a:lnTo>
                  <a:lnTo>
                    <a:pt x="159544" y="116681"/>
                  </a:lnTo>
                  <a:lnTo>
                    <a:pt x="159068" y="119539"/>
                  </a:lnTo>
                  <a:lnTo>
                    <a:pt x="158115" y="120015"/>
                  </a:lnTo>
                  <a:lnTo>
                    <a:pt x="152876" y="121920"/>
                  </a:lnTo>
                  <a:lnTo>
                    <a:pt x="149543" y="123825"/>
                  </a:lnTo>
                  <a:lnTo>
                    <a:pt x="147638" y="128111"/>
                  </a:lnTo>
                  <a:lnTo>
                    <a:pt x="147161" y="132397"/>
                  </a:lnTo>
                  <a:lnTo>
                    <a:pt x="146209" y="137636"/>
                  </a:lnTo>
                  <a:lnTo>
                    <a:pt x="145732" y="142399"/>
                  </a:lnTo>
                  <a:lnTo>
                    <a:pt x="144780" y="144780"/>
                  </a:lnTo>
                  <a:lnTo>
                    <a:pt x="142875" y="147161"/>
                  </a:lnTo>
                  <a:lnTo>
                    <a:pt x="140018" y="149543"/>
                  </a:lnTo>
                  <a:lnTo>
                    <a:pt x="138113" y="150971"/>
                  </a:lnTo>
                  <a:lnTo>
                    <a:pt x="131921" y="151924"/>
                  </a:lnTo>
                  <a:lnTo>
                    <a:pt x="128588" y="158115"/>
                  </a:lnTo>
                  <a:lnTo>
                    <a:pt x="126206" y="162878"/>
                  </a:lnTo>
                  <a:lnTo>
                    <a:pt x="125730" y="164306"/>
                  </a:lnTo>
                  <a:lnTo>
                    <a:pt x="123349" y="174307"/>
                  </a:lnTo>
                  <a:lnTo>
                    <a:pt x="119063" y="181451"/>
                  </a:lnTo>
                  <a:lnTo>
                    <a:pt x="118586" y="183832"/>
                  </a:lnTo>
                  <a:lnTo>
                    <a:pt x="118586" y="186214"/>
                  </a:lnTo>
                  <a:lnTo>
                    <a:pt x="112871" y="192405"/>
                  </a:lnTo>
                  <a:lnTo>
                    <a:pt x="111443" y="194310"/>
                  </a:lnTo>
                  <a:lnTo>
                    <a:pt x="110014" y="196691"/>
                  </a:lnTo>
                  <a:lnTo>
                    <a:pt x="111443" y="199072"/>
                  </a:lnTo>
                  <a:lnTo>
                    <a:pt x="113347" y="201454"/>
                  </a:lnTo>
                  <a:lnTo>
                    <a:pt x="113347" y="201930"/>
                  </a:lnTo>
                  <a:lnTo>
                    <a:pt x="110966" y="203835"/>
                  </a:lnTo>
                  <a:lnTo>
                    <a:pt x="106203" y="207645"/>
                  </a:lnTo>
                  <a:lnTo>
                    <a:pt x="103822" y="209550"/>
                  </a:lnTo>
                  <a:lnTo>
                    <a:pt x="103346" y="210979"/>
                  </a:lnTo>
                  <a:lnTo>
                    <a:pt x="102870" y="216218"/>
                  </a:lnTo>
                  <a:lnTo>
                    <a:pt x="101918" y="217646"/>
                  </a:lnTo>
                  <a:lnTo>
                    <a:pt x="100489" y="219551"/>
                  </a:lnTo>
                  <a:lnTo>
                    <a:pt x="97631" y="221456"/>
                  </a:lnTo>
                  <a:lnTo>
                    <a:pt x="95250" y="223361"/>
                  </a:lnTo>
                  <a:lnTo>
                    <a:pt x="91916" y="224314"/>
                  </a:lnTo>
                  <a:lnTo>
                    <a:pt x="89059" y="224790"/>
                  </a:lnTo>
                  <a:lnTo>
                    <a:pt x="87630" y="224314"/>
                  </a:lnTo>
                  <a:lnTo>
                    <a:pt x="86677" y="222409"/>
                  </a:lnTo>
                  <a:lnTo>
                    <a:pt x="85249" y="216218"/>
                  </a:lnTo>
                  <a:lnTo>
                    <a:pt x="84296" y="214789"/>
                  </a:lnTo>
                  <a:lnTo>
                    <a:pt x="82391" y="213360"/>
                  </a:lnTo>
                  <a:lnTo>
                    <a:pt x="78581" y="210026"/>
                  </a:lnTo>
                  <a:lnTo>
                    <a:pt x="75247" y="206216"/>
                  </a:lnTo>
                  <a:lnTo>
                    <a:pt x="70485" y="203835"/>
                  </a:lnTo>
                  <a:lnTo>
                    <a:pt x="69532" y="203835"/>
                  </a:lnTo>
                  <a:lnTo>
                    <a:pt x="69056" y="204788"/>
                  </a:lnTo>
                  <a:lnTo>
                    <a:pt x="67627" y="208121"/>
                  </a:lnTo>
                  <a:lnTo>
                    <a:pt x="66199" y="209550"/>
                  </a:lnTo>
                  <a:lnTo>
                    <a:pt x="64294" y="210026"/>
                  </a:lnTo>
                  <a:lnTo>
                    <a:pt x="60007" y="210026"/>
                  </a:lnTo>
                  <a:lnTo>
                    <a:pt x="57150" y="209550"/>
                  </a:lnTo>
                  <a:lnTo>
                    <a:pt x="56197" y="209074"/>
                  </a:lnTo>
                  <a:lnTo>
                    <a:pt x="55721" y="207169"/>
                  </a:lnTo>
                  <a:lnTo>
                    <a:pt x="54769" y="206216"/>
                  </a:lnTo>
                  <a:lnTo>
                    <a:pt x="51435" y="208597"/>
                  </a:lnTo>
                  <a:lnTo>
                    <a:pt x="45720" y="212407"/>
                  </a:lnTo>
                  <a:lnTo>
                    <a:pt x="43815" y="213360"/>
                  </a:lnTo>
                  <a:lnTo>
                    <a:pt x="42386" y="213836"/>
                  </a:lnTo>
                  <a:lnTo>
                    <a:pt x="40481" y="217646"/>
                  </a:lnTo>
                  <a:lnTo>
                    <a:pt x="38576" y="221932"/>
                  </a:lnTo>
                  <a:lnTo>
                    <a:pt x="35719" y="223838"/>
                  </a:lnTo>
                  <a:lnTo>
                    <a:pt x="32861" y="225743"/>
                  </a:lnTo>
                  <a:lnTo>
                    <a:pt x="30956" y="227171"/>
                  </a:lnTo>
                  <a:lnTo>
                    <a:pt x="28575" y="229076"/>
                  </a:lnTo>
                  <a:lnTo>
                    <a:pt x="24289" y="233363"/>
                  </a:lnTo>
                  <a:lnTo>
                    <a:pt x="18097" y="239554"/>
                  </a:lnTo>
                  <a:lnTo>
                    <a:pt x="15716" y="242411"/>
                  </a:lnTo>
                  <a:lnTo>
                    <a:pt x="13811" y="247174"/>
                  </a:lnTo>
                  <a:lnTo>
                    <a:pt x="12382" y="251936"/>
                  </a:lnTo>
                  <a:lnTo>
                    <a:pt x="11430" y="257651"/>
                  </a:lnTo>
                  <a:lnTo>
                    <a:pt x="9049" y="266700"/>
                  </a:lnTo>
                  <a:lnTo>
                    <a:pt x="6191" y="271939"/>
                  </a:lnTo>
                  <a:lnTo>
                    <a:pt x="3810" y="275749"/>
                  </a:lnTo>
                  <a:lnTo>
                    <a:pt x="1905" y="279082"/>
                  </a:lnTo>
                  <a:lnTo>
                    <a:pt x="952" y="281464"/>
                  </a:lnTo>
                  <a:lnTo>
                    <a:pt x="1428" y="281464"/>
                  </a:lnTo>
                  <a:lnTo>
                    <a:pt x="0" y="286703"/>
                  </a:lnTo>
                  <a:lnTo>
                    <a:pt x="476" y="287655"/>
                  </a:lnTo>
                  <a:lnTo>
                    <a:pt x="1428" y="289084"/>
                  </a:lnTo>
                  <a:lnTo>
                    <a:pt x="4286" y="289560"/>
                  </a:lnTo>
                  <a:lnTo>
                    <a:pt x="5239" y="288607"/>
                  </a:lnTo>
                  <a:lnTo>
                    <a:pt x="4286" y="284321"/>
                  </a:lnTo>
                  <a:lnTo>
                    <a:pt x="6191" y="285274"/>
                  </a:lnTo>
                  <a:lnTo>
                    <a:pt x="8096" y="287655"/>
                  </a:lnTo>
                  <a:lnTo>
                    <a:pt x="9525" y="287655"/>
                  </a:lnTo>
                  <a:lnTo>
                    <a:pt x="10953" y="287655"/>
                  </a:lnTo>
                  <a:lnTo>
                    <a:pt x="12382" y="287655"/>
                  </a:lnTo>
                  <a:lnTo>
                    <a:pt x="13335" y="288131"/>
                  </a:lnTo>
                  <a:lnTo>
                    <a:pt x="12859" y="292418"/>
                  </a:lnTo>
                  <a:lnTo>
                    <a:pt x="12859" y="294799"/>
                  </a:lnTo>
                  <a:lnTo>
                    <a:pt x="13811" y="297180"/>
                  </a:lnTo>
                  <a:lnTo>
                    <a:pt x="15240" y="299085"/>
                  </a:lnTo>
                  <a:lnTo>
                    <a:pt x="16193" y="303847"/>
                  </a:lnTo>
                  <a:lnTo>
                    <a:pt x="20002" y="305753"/>
                  </a:lnTo>
                  <a:lnTo>
                    <a:pt x="24289" y="307181"/>
                  </a:lnTo>
                  <a:lnTo>
                    <a:pt x="26194" y="307657"/>
                  </a:lnTo>
                  <a:lnTo>
                    <a:pt x="26670" y="309086"/>
                  </a:lnTo>
                  <a:lnTo>
                    <a:pt x="28099" y="309563"/>
                  </a:lnTo>
                  <a:lnTo>
                    <a:pt x="30480" y="309563"/>
                  </a:lnTo>
                  <a:lnTo>
                    <a:pt x="31909" y="309086"/>
                  </a:lnTo>
                  <a:lnTo>
                    <a:pt x="32861" y="306705"/>
                  </a:lnTo>
                  <a:lnTo>
                    <a:pt x="32385" y="304800"/>
                  </a:lnTo>
                  <a:lnTo>
                    <a:pt x="33338" y="304800"/>
                  </a:lnTo>
                  <a:lnTo>
                    <a:pt x="34766" y="305753"/>
                  </a:lnTo>
                  <a:lnTo>
                    <a:pt x="36195" y="306229"/>
                  </a:lnTo>
                  <a:lnTo>
                    <a:pt x="38576" y="304324"/>
                  </a:lnTo>
                  <a:lnTo>
                    <a:pt x="39528" y="305276"/>
                  </a:lnTo>
                  <a:lnTo>
                    <a:pt x="38100" y="306705"/>
                  </a:lnTo>
                  <a:lnTo>
                    <a:pt x="37624" y="308134"/>
                  </a:lnTo>
                  <a:lnTo>
                    <a:pt x="40957" y="310991"/>
                  </a:lnTo>
                  <a:lnTo>
                    <a:pt x="40957" y="311944"/>
                  </a:lnTo>
                  <a:lnTo>
                    <a:pt x="37147" y="311468"/>
                  </a:lnTo>
                  <a:lnTo>
                    <a:pt x="36195" y="313372"/>
                  </a:lnTo>
                  <a:lnTo>
                    <a:pt x="34766" y="313849"/>
                  </a:lnTo>
                  <a:lnTo>
                    <a:pt x="37147" y="317182"/>
                  </a:lnTo>
                  <a:lnTo>
                    <a:pt x="37624" y="320040"/>
                  </a:lnTo>
                  <a:lnTo>
                    <a:pt x="41910" y="319564"/>
                  </a:lnTo>
                  <a:lnTo>
                    <a:pt x="39052" y="322421"/>
                  </a:lnTo>
                  <a:lnTo>
                    <a:pt x="45720" y="330041"/>
                  </a:lnTo>
                  <a:lnTo>
                    <a:pt x="47149" y="332422"/>
                  </a:lnTo>
                  <a:lnTo>
                    <a:pt x="48101" y="337661"/>
                  </a:lnTo>
                  <a:lnTo>
                    <a:pt x="46196" y="343376"/>
                  </a:lnTo>
                  <a:lnTo>
                    <a:pt x="45720" y="349568"/>
                  </a:lnTo>
                  <a:lnTo>
                    <a:pt x="43815" y="356235"/>
                  </a:lnTo>
                  <a:lnTo>
                    <a:pt x="43339" y="363855"/>
                  </a:lnTo>
                  <a:lnTo>
                    <a:pt x="44291" y="364331"/>
                  </a:lnTo>
                  <a:lnTo>
                    <a:pt x="44291" y="364807"/>
                  </a:lnTo>
                  <a:lnTo>
                    <a:pt x="44291" y="365760"/>
                  </a:lnTo>
                  <a:lnTo>
                    <a:pt x="45720" y="367189"/>
                  </a:lnTo>
                  <a:lnTo>
                    <a:pt x="49530" y="368618"/>
                  </a:lnTo>
                  <a:lnTo>
                    <a:pt x="60484" y="368618"/>
                  </a:lnTo>
                  <a:lnTo>
                    <a:pt x="67151" y="368618"/>
                  </a:lnTo>
                  <a:lnTo>
                    <a:pt x="77152" y="368618"/>
                  </a:lnTo>
                  <a:lnTo>
                    <a:pt x="87153" y="368618"/>
                  </a:lnTo>
                  <a:lnTo>
                    <a:pt x="95250" y="368618"/>
                  </a:lnTo>
                  <a:lnTo>
                    <a:pt x="95726" y="366236"/>
                  </a:lnTo>
                  <a:lnTo>
                    <a:pt x="96202" y="365284"/>
                  </a:lnTo>
                  <a:lnTo>
                    <a:pt x="95726" y="363855"/>
                  </a:lnTo>
                  <a:lnTo>
                    <a:pt x="102870" y="363855"/>
                  </a:lnTo>
                  <a:lnTo>
                    <a:pt x="116205" y="364331"/>
                  </a:lnTo>
                  <a:lnTo>
                    <a:pt x="121444" y="364331"/>
                  </a:lnTo>
                  <a:lnTo>
                    <a:pt x="123349" y="364807"/>
                  </a:lnTo>
                  <a:lnTo>
                    <a:pt x="130493" y="364331"/>
                  </a:lnTo>
                  <a:lnTo>
                    <a:pt x="136207" y="364807"/>
                  </a:lnTo>
                  <a:lnTo>
                    <a:pt x="138589" y="365284"/>
                  </a:lnTo>
                  <a:lnTo>
                    <a:pt x="140494" y="365284"/>
                  </a:lnTo>
                  <a:lnTo>
                    <a:pt x="147638" y="365760"/>
                  </a:lnTo>
                  <a:lnTo>
                    <a:pt x="156686" y="365284"/>
                  </a:lnTo>
                  <a:lnTo>
                    <a:pt x="159544" y="365284"/>
                  </a:lnTo>
                  <a:lnTo>
                    <a:pt x="161449" y="366713"/>
                  </a:lnTo>
                  <a:lnTo>
                    <a:pt x="161925" y="368618"/>
                  </a:lnTo>
                  <a:lnTo>
                    <a:pt x="170021" y="368618"/>
                  </a:lnTo>
                  <a:lnTo>
                    <a:pt x="178594" y="368618"/>
                  </a:lnTo>
                  <a:lnTo>
                    <a:pt x="187166" y="368618"/>
                  </a:lnTo>
                  <a:lnTo>
                    <a:pt x="195739" y="368618"/>
                  </a:lnTo>
                  <a:lnTo>
                    <a:pt x="202406" y="369094"/>
                  </a:lnTo>
                  <a:lnTo>
                    <a:pt x="205740" y="367665"/>
                  </a:lnTo>
                  <a:lnTo>
                    <a:pt x="209074" y="369570"/>
                  </a:lnTo>
                  <a:lnTo>
                    <a:pt x="210502" y="370046"/>
                  </a:lnTo>
                  <a:lnTo>
                    <a:pt x="210978" y="370046"/>
                  </a:lnTo>
                  <a:lnTo>
                    <a:pt x="211931" y="371475"/>
                  </a:lnTo>
                  <a:lnTo>
                    <a:pt x="215741" y="371475"/>
                  </a:lnTo>
                  <a:lnTo>
                    <a:pt x="216694" y="371951"/>
                  </a:lnTo>
                  <a:lnTo>
                    <a:pt x="216694" y="373856"/>
                  </a:lnTo>
                  <a:lnTo>
                    <a:pt x="220503" y="373856"/>
                  </a:lnTo>
                  <a:lnTo>
                    <a:pt x="221932" y="373856"/>
                  </a:lnTo>
                  <a:lnTo>
                    <a:pt x="223361" y="373856"/>
                  </a:lnTo>
                  <a:lnTo>
                    <a:pt x="225743" y="372904"/>
                  </a:lnTo>
                  <a:lnTo>
                    <a:pt x="227171" y="373380"/>
                  </a:lnTo>
                  <a:lnTo>
                    <a:pt x="229552" y="374809"/>
                  </a:lnTo>
                  <a:lnTo>
                    <a:pt x="231457" y="375761"/>
                  </a:lnTo>
                  <a:lnTo>
                    <a:pt x="234315" y="375761"/>
                  </a:lnTo>
                  <a:lnTo>
                    <a:pt x="240506" y="375761"/>
                  </a:lnTo>
                  <a:lnTo>
                    <a:pt x="245269" y="377190"/>
                  </a:lnTo>
                  <a:lnTo>
                    <a:pt x="250031" y="380047"/>
                  </a:lnTo>
                  <a:lnTo>
                    <a:pt x="253365" y="381953"/>
                  </a:lnTo>
                  <a:lnTo>
                    <a:pt x="256222" y="384810"/>
                  </a:lnTo>
                  <a:lnTo>
                    <a:pt x="257175" y="384334"/>
                  </a:lnTo>
                  <a:lnTo>
                    <a:pt x="258127" y="383857"/>
                  </a:lnTo>
                  <a:lnTo>
                    <a:pt x="258603" y="383381"/>
                  </a:lnTo>
                  <a:lnTo>
                    <a:pt x="258603" y="381000"/>
                  </a:lnTo>
                  <a:lnTo>
                    <a:pt x="257175" y="376714"/>
                  </a:lnTo>
                  <a:lnTo>
                    <a:pt x="256699" y="373380"/>
                  </a:lnTo>
                  <a:lnTo>
                    <a:pt x="256699" y="370522"/>
                  </a:lnTo>
                  <a:lnTo>
                    <a:pt x="258127" y="368618"/>
                  </a:lnTo>
                  <a:lnTo>
                    <a:pt x="260032" y="367189"/>
                  </a:lnTo>
                  <a:lnTo>
                    <a:pt x="260509" y="365284"/>
                  </a:lnTo>
                  <a:lnTo>
                    <a:pt x="260509" y="365284"/>
                  </a:lnTo>
                  <a:close/>
                </a:path>
              </a:pathLst>
            </a:custGeom>
            <a:grpFill/>
            <a:ln w="317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1DE7C579-573A-4ECC-A028-5481F844C9FD}"/>
                </a:ext>
              </a:extLst>
            </p:cNvPr>
            <p:cNvSpPr/>
            <p:nvPr/>
          </p:nvSpPr>
          <p:spPr>
            <a:xfrm>
              <a:off x="3141344" y="4891087"/>
              <a:ext cx="299085" cy="1503997"/>
            </a:xfrm>
            <a:custGeom>
              <a:avLst/>
              <a:gdLst>
                <a:gd name="connsiteX0" fmla="*/ 30004 w 299085"/>
                <a:gd name="connsiteY0" fmla="*/ 1151573 h 1503997"/>
                <a:gd name="connsiteX1" fmla="*/ 27146 w 299085"/>
                <a:gd name="connsiteY1" fmla="*/ 1155382 h 1503997"/>
                <a:gd name="connsiteX2" fmla="*/ 19526 w 299085"/>
                <a:gd name="connsiteY2" fmla="*/ 1157764 h 1503997"/>
                <a:gd name="connsiteX3" fmla="*/ 18098 w 299085"/>
                <a:gd name="connsiteY3" fmla="*/ 1160145 h 1503997"/>
                <a:gd name="connsiteX4" fmla="*/ 18574 w 299085"/>
                <a:gd name="connsiteY4" fmla="*/ 1161098 h 1503997"/>
                <a:gd name="connsiteX5" fmla="*/ 19050 w 299085"/>
                <a:gd name="connsiteY5" fmla="*/ 1164907 h 1503997"/>
                <a:gd name="connsiteX6" fmla="*/ 20955 w 299085"/>
                <a:gd name="connsiteY6" fmla="*/ 1168718 h 1503997"/>
                <a:gd name="connsiteX7" fmla="*/ 21908 w 299085"/>
                <a:gd name="connsiteY7" fmla="*/ 1171099 h 1503997"/>
                <a:gd name="connsiteX8" fmla="*/ 23813 w 299085"/>
                <a:gd name="connsiteY8" fmla="*/ 1174432 h 1503997"/>
                <a:gd name="connsiteX9" fmla="*/ 24765 w 299085"/>
                <a:gd name="connsiteY9" fmla="*/ 1175861 h 1503997"/>
                <a:gd name="connsiteX10" fmla="*/ 26194 w 299085"/>
                <a:gd name="connsiteY10" fmla="*/ 1182052 h 1503997"/>
                <a:gd name="connsiteX11" fmla="*/ 29051 w 299085"/>
                <a:gd name="connsiteY11" fmla="*/ 1185863 h 1503997"/>
                <a:gd name="connsiteX12" fmla="*/ 36195 w 299085"/>
                <a:gd name="connsiteY12" fmla="*/ 1184910 h 1503997"/>
                <a:gd name="connsiteX13" fmla="*/ 40481 w 299085"/>
                <a:gd name="connsiteY13" fmla="*/ 1185386 h 1503997"/>
                <a:gd name="connsiteX14" fmla="*/ 40958 w 299085"/>
                <a:gd name="connsiteY14" fmla="*/ 1184434 h 1503997"/>
                <a:gd name="connsiteX15" fmla="*/ 39053 w 299085"/>
                <a:gd name="connsiteY15" fmla="*/ 1177290 h 1503997"/>
                <a:gd name="connsiteX16" fmla="*/ 39529 w 299085"/>
                <a:gd name="connsiteY16" fmla="*/ 1175861 h 1503997"/>
                <a:gd name="connsiteX17" fmla="*/ 39529 w 299085"/>
                <a:gd name="connsiteY17" fmla="*/ 1174909 h 1503997"/>
                <a:gd name="connsiteX18" fmla="*/ 39053 w 299085"/>
                <a:gd name="connsiteY18" fmla="*/ 1173956 h 1503997"/>
                <a:gd name="connsiteX19" fmla="*/ 37148 w 299085"/>
                <a:gd name="connsiteY19" fmla="*/ 1172051 h 1503997"/>
                <a:gd name="connsiteX20" fmla="*/ 35719 w 299085"/>
                <a:gd name="connsiteY20" fmla="*/ 1168242 h 1503997"/>
                <a:gd name="connsiteX21" fmla="*/ 35243 w 299085"/>
                <a:gd name="connsiteY21" fmla="*/ 1165860 h 1503997"/>
                <a:gd name="connsiteX22" fmla="*/ 34766 w 299085"/>
                <a:gd name="connsiteY22" fmla="*/ 1164907 h 1503997"/>
                <a:gd name="connsiteX23" fmla="*/ 32385 w 299085"/>
                <a:gd name="connsiteY23" fmla="*/ 1163002 h 1503997"/>
                <a:gd name="connsiteX24" fmla="*/ 30956 w 299085"/>
                <a:gd name="connsiteY24" fmla="*/ 1160621 h 1503997"/>
                <a:gd name="connsiteX25" fmla="*/ 31433 w 299085"/>
                <a:gd name="connsiteY25" fmla="*/ 1153477 h 1503997"/>
                <a:gd name="connsiteX26" fmla="*/ 30004 w 299085"/>
                <a:gd name="connsiteY26" fmla="*/ 1151573 h 1503997"/>
                <a:gd name="connsiteX27" fmla="*/ 16193 w 299085"/>
                <a:gd name="connsiteY27" fmla="*/ 1238726 h 1503997"/>
                <a:gd name="connsiteX28" fmla="*/ 20955 w 299085"/>
                <a:gd name="connsiteY28" fmla="*/ 1239202 h 1503997"/>
                <a:gd name="connsiteX29" fmla="*/ 24289 w 299085"/>
                <a:gd name="connsiteY29" fmla="*/ 1239202 h 1503997"/>
                <a:gd name="connsiteX30" fmla="*/ 25241 w 299085"/>
                <a:gd name="connsiteY30" fmla="*/ 1238726 h 1503997"/>
                <a:gd name="connsiteX31" fmla="*/ 26670 w 299085"/>
                <a:gd name="connsiteY31" fmla="*/ 1234917 h 1503997"/>
                <a:gd name="connsiteX32" fmla="*/ 26670 w 299085"/>
                <a:gd name="connsiteY32" fmla="*/ 1228725 h 1503997"/>
                <a:gd name="connsiteX33" fmla="*/ 27146 w 299085"/>
                <a:gd name="connsiteY33" fmla="*/ 1226820 h 1503997"/>
                <a:gd name="connsiteX34" fmla="*/ 28099 w 299085"/>
                <a:gd name="connsiteY34" fmla="*/ 1225392 h 1503997"/>
                <a:gd name="connsiteX35" fmla="*/ 35243 w 299085"/>
                <a:gd name="connsiteY35" fmla="*/ 1220629 h 1503997"/>
                <a:gd name="connsiteX36" fmla="*/ 35719 w 299085"/>
                <a:gd name="connsiteY36" fmla="*/ 1220629 h 1503997"/>
                <a:gd name="connsiteX37" fmla="*/ 35719 w 299085"/>
                <a:gd name="connsiteY37" fmla="*/ 1221105 h 1503997"/>
                <a:gd name="connsiteX38" fmla="*/ 35243 w 299085"/>
                <a:gd name="connsiteY38" fmla="*/ 1221581 h 1503997"/>
                <a:gd name="connsiteX39" fmla="*/ 33338 w 299085"/>
                <a:gd name="connsiteY39" fmla="*/ 1223010 h 1503997"/>
                <a:gd name="connsiteX40" fmla="*/ 32385 w 299085"/>
                <a:gd name="connsiteY40" fmla="*/ 1223963 h 1503997"/>
                <a:gd name="connsiteX41" fmla="*/ 31909 w 299085"/>
                <a:gd name="connsiteY41" fmla="*/ 1227773 h 1503997"/>
                <a:gd name="connsiteX42" fmla="*/ 30480 w 299085"/>
                <a:gd name="connsiteY42" fmla="*/ 1229201 h 1503997"/>
                <a:gd name="connsiteX43" fmla="*/ 29528 w 299085"/>
                <a:gd name="connsiteY43" fmla="*/ 1231582 h 1503997"/>
                <a:gd name="connsiteX44" fmla="*/ 29528 w 299085"/>
                <a:gd name="connsiteY44" fmla="*/ 1233011 h 1503997"/>
                <a:gd name="connsiteX45" fmla="*/ 31433 w 299085"/>
                <a:gd name="connsiteY45" fmla="*/ 1236821 h 1503997"/>
                <a:gd name="connsiteX46" fmla="*/ 31433 w 299085"/>
                <a:gd name="connsiteY46" fmla="*/ 1239679 h 1503997"/>
                <a:gd name="connsiteX47" fmla="*/ 31909 w 299085"/>
                <a:gd name="connsiteY47" fmla="*/ 1242060 h 1503997"/>
                <a:gd name="connsiteX48" fmla="*/ 33338 w 299085"/>
                <a:gd name="connsiteY48" fmla="*/ 1245870 h 1503997"/>
                <a:gd name="connsiteX49" fmla="*/ 35243 w 299085"/>
                <a:gd name="connsiteY49" fmla="*/ 1246346 h 1503997"/>
                <a:gd name="connsiteX50" fmla="*/ 39053 w 299085"/>
                <a:gd name="connsiteY50" fmla="*/ 1245870 h 1503997"/>
                <a:gd name="connsiteX51" fmla="*/ 40005 w 299085"/>
                <a:gd name="connsiteY51" fmla="*/ 1245394 h 1503997"/>
                <a:gd name="connsiteX52" fmla="*/ 40958 w 299085"/>
                <a:gd name="connsiteY52" fmla="*/ 1242060 h 1503997"/>
                <a:gd name="connsiteX53" fmla="*/ 42386 w 299085"/>
                <a:gd name="connsiteY53" fmla="*/ 1239202 h 1503997"/>
                <a:gd name="connsiteX54" fmla="*/ 43339 w 299085"/>
                <a:gd name="connsiteY54" fmla="*/ 1235869 h 1503997"/>
                <a:gd name="connsiteX55" fmla="*/ 43815 w 299085"/>
                <a:gd name="connsiteY55" fmla="*/ 1231582 h 1503997"/>
                <a:gd name="connsiteX56" fmla="*/ 43339 w 299085"/>
                <a:gd name="connsiteY56" fmla="*/ 1230630 h 1503997"/>
                <a:gd name="connsiteX57" fmla="*/ 41910 w 299085"/>
                <a:gd name="connsiteY57" fmla="*/ 1230154 h 1503997"/>
                <a:gd name="connsiteX58" fmla="*/ 41910 w 299085"/>
                <a:gd name="connsiteY58" fmla="*/ 1228725 h 1503997"/>
                <a:gd name="connsiteX59" fmla="*/ 43339 w 299085"/>
                <a:gd name="connsiteY59" fmla="*/ 1220629 h 1503997"/>
                <a:gd name="connsiteX60" fmla="*/ 43815 w 299085"/>
                <a:gd name="connsiteY60" fmla="*/ 1213961 h 1503997"/>
                <a:gd name="connsiteX61" fmla="*/ 43339 w 299085"/>
                <a:gd name="connsiteY61" fmla="*/ 1207770 h 1503997"/>
                <a:gd name="connsiteX62" fmla="*/ 41434 w 299085"/>
                <a:gd name="connsiteY62" fmla="*/ 1193006 h 1503997"/>
                <a:gd name="connsiteX63" fmla="*/ 40958 w 299085"/>
                <a:gd name="connsiteY63" fmla="*/ 1191101 h 1503997"/>
                <a:gd name="connsiteX64" fmla="*/ 40481 w 299085"/>
                <a:gd name="connsiteY64" fmla="*/ 1190625 h 1503997"/>
                <a:gd name="connsiteX65" fmla="*/ 37624 w 299085"/>
                <a:gd name="connsiteY65" fmla="*/ 1190625 h 1503997"/>
                <a:gd name="connsiteX66" fmla="*/ 34290 w 299085"/>
                <a:gd name="connsiteY66" fmla="*/ 1188720 h 1503997"/>
                <a:gd name="connsiteX67" fmla="*/ 32861 w 299085"/>
                <a:gd name="connsiteY67" fmla="*/ 1188720 h 1503997"/>
                <a:gd name="connsiteX68" fmla="*/ 29528 w 299085"/>
                <a:gd name="connsiteY68" fmla="*/ 1190149 h 1503997"/>
                <a:gd name="connsiteX69" fmla="*/ 27146 w 299085"/>
                <a:gd name="connsiteY69" fmla="*/ 1192530 h 1503997"/>
                <a:gd name="connsiteX70" fmla="*/ 26670 w 299085"/>
                <a:gd name="connsiteY70" fmla="*/ 1193959 h 1503997"/>
                <a:gd name="connsiteX71" fmla="*/ 28099 w 299085"/>
                <a:gd name="connsiteY71" fmla="*/ 1196817 h 1503997"/>
                <a:gd name="connsiteX72" fmla="*/ 28099 w 299085"/>
                <a:gd name="connsiteY72" fmla="*/ 1199674 h 1503997"/>
                <a:gd name="connsiteX73" fmla="*/ 25241 w 299085"/>
                <a:gd name="connsiteY73" fmla="*/ 1202531 h 1503997"/>
                <a:gd name="connsiteX74" fmla="*/ 20003 w 299085"/>
                <a:gd name="connsiteY74" fmla="*/ 1205389 h 1503997"/>
                <a:gd name="connsiteX75" fmla="*/ 19050 w 299085"/>
                <a:gd name="connsiteY75" fmla="*/ 1208246 h 1503997"/>
                <a:gd name="connsiteX76" fmla="*/ 22860 w 299085"/>
                <a:gd name="connsiteY76" fmla="*/ 1209675 h 1503997"/>
                <a:gd name="connsiteX77" fmla="*/ 23336 w 299085"/>
                <a:gd name="connsiteY77" fmla="*/ 1213485 h 1503997"/>
                <a:gd name="connsiteX78" fmla="*/ 19050 w 299085"/>
                <a:gd name="connsiteY78" fmla="*/ 1214438 h 1503997"/>
                <a:gd name="connsiteX79" fmla="*/ 17145 w 299085"/>
                <a:gd name="connsiteY79" fmla="*/ 1213009 h 1503997"/>
                <a:gd name="connsiteX80" fmla="*/ 15240 w 299085"/>
                <a:gd name="connsiteY80" fmla="*/ 1213485 h 1503997"/>
                <a:gd name="connsiteX81" fmla="*/ 11430 w 299085"/>
                <a:gd name="connsiteY81" fmla="*/ 1215867 h 1503997"/>
                <a:gd name="connsiteX82" fmla="*/ 10478 w 299085"/>
                <a:gd name="connsiteY82" fmla="*/ 1217295 h 1503997"/>
                <a:gd name="connsiteX83" fmla="*/ 11906 w 299085"/>
                <a:gd name="connsiteY83" fmla="*/ 1219676 h 1503997"/>
                <a:gd name="connsiteX84" fmla="*/ 14288 w 299085"/>
                <a:gd name="connsiteY84" fmla="*/ 1222057 h 1503997"/>
                <a:gd name="connsiteX85" fmla="*/ 16193 w 299085"/>
                <a:gd name="connsiteY85" fmla="*/ 1223486 h 1503997"/>
                <a:gd name="connsiteX86" fmla="*/ 15240 w 299085"/>
                <a:gd name="connsiteY86" fmla="*/ 1229201 h 1503997"/>
                <a:gd name="connsiteX87" fmla="*/ 9049 w 299085"/>
                <a:gd name="connsiteY87" fmla="*/ 1228725 h 1503997"/>
                <a:gd name="connsiteX88" fmla="*/ 7144 w 299085"/>
                <a:gd name="connsiteY88" fmla="*/ 1232059 h 1503997"/>
                <a:gd name="connsiteX89" fmla="*/ 7620 w 299085"/>
                <a:gd name="connsiteY89" fmla="*/ 1236345 h 1503997"/>
                <a:gd name="connsiteX90" fmla="*/ 10954 w 299085"/>
                <a:gd name="connsiteY90" fmla="*/ 1235393 h 1503997"/>
                <a:gd name="connsiteX91" fmla="*/ 16193 w 299085"/>
                <a:gd name="connsiteY91" fmla="*/ 1238726 h 1503997"/>
                <a:gd name="connsiteX92" fmla="*/ 13335 w 299085"/>
                <a:gd name="connsiteY92" fmla="*/ 1208723 h 1503997"/>
                <a:gd name="connsiteX93" fmla="*/ 17621 w 299085"/>
                <a:gd name="connsiteY93" fmla="*/ 1204913 h 1503997"/>
                <a:gd name="connsiteX94" fmla="*/ 22860 w 299085"/>
                <a:gd name="connsiteY94" fmla="*/ 1198245 h 1503997"/>
                <a:gd name="connsiteX95" fmla="*/ 23336 w 299085"/>
                <a:gd name="connsiteY95" fmla="*/ 1194911 h 1503997"/>
                <a:gd name="connsiteX96" fmla="*/ 22860 w 299085"/>
                <a:gd name="connsiteY96" fmla="*/ 1192054 h 1503997"/>
                <a:gd name="connsiteX97" fmla="*/ 19050 w 299085"/>
                <a:gd name="connsiteY97" fmla="*/ 1192530 h 1503997"/>
                <a:gd name="connsiteX98" fmla="*/ 17145 w 299085"/>
                <a:gd name="connsiteY98" fmla="*/ 1193959 h 1503997"/>
                <a:gd name="connsiteX99" fmla="*/ 10478 w 299085"/>
                <a:gd name="connsiteY99" fmla="*/ 1195864 h 1503997"/>
                <a:gd name="connsiteX100" fmla="*/ 9049 w 299085"/>
                <a:gd name="connsiteY100" fmla="*/ 1195388 h 1503997"/>
                <a:gd name="connsiteX101" fmla="*/ 7620 w 299085"/>
                <a:gd name="connsiteY101" fmla="*/ 1196340 h 1503997"/>
                <a:gd name="connsiteX102" fmla="*/ 6191 w 299085"/>
                <a:gd name="connsiteY102" fmla="*/ 1197293 h 1503997"/>
                <a:gd name="connsiteX103" fmla="*/ 5715 w 299085"/>
                <a:gd name="connsiteY103" fmla="*/ 1199674 h 1503997"/>
                <a:gd name="connsiteX104" fmla="*/ 7620 w 299085"/>
                <a:gd name="connsiteY104" fmla="*/ 1201102 h 1503997"/>
                <a:gd name="connsiteX105" fmla="*/ 9049 w 299085"/>
                <a:gd name="connsiteY105" fmla="*/ 1201579 h 1503997"/>
                <a:gd name="connsiteX106" fmla="*/ 10001 w 299085"/>
                <a:gd name="connsiteY106" fmla="*/ 1202531 h 1503997"/>
                <a:gd name="connsiteX107" fmla="*/ 10954 w 299085"/>
                <a:gd name="connsiteY107" fmla="*/ 1205865 h 1503997"/>
                <a:gd name="connsiteX108" fmla="*/ 8096 w 299085"/>
                <a:gd name="connsiteY108" fmla="*/ 1208246 h 1503997"/>
                <a:gd name="connsiteX109" fmla="*/ 5715 w 299085"/>
                <a:gd name="connsiteY109" fmla="*/ 1210627 h 1503997"/>
                <a:gd name="connsiteX110" fmla="*/ 7620 w 299085"/>
                <a:gd name="connsiteY110" fmla="*/ 1212056 h 1503997"/>
                <a:gd name="connsiteX111" fmla="*/ 10001 w 299085"/>
                <a:gd name="connsiteY111" fmla="*/ 1212056 h 1503997"/>
                <a:gd name="connsiteX112" fmla="*/ 13335 w 299085"/>
                <a:gd name="connsiteY112" fmla="*/ 1208723 h 1503997"/>
                <a:gd name="connsiteX113" fmla="*/ 52388 w 299085"/>
                <a:gd name="connsiteY113" fmla="*/ 961549 h 1503997"/>
                <a:gd name="connsiteX114" fmla="*/ 56674 w 299085"/>
                <a:gd name="connsiteY114" fmla="*/ 962977 h 1503997"/>
                <a:gd name="connsiteX115" fmla="*/ 60960 w 299085"/>
                <a:gd name="connsiteY115" fmla="*/ 962977 h 1503997"/>
                <a:gd name="connsiteX116" fmla="*/ 63341 w 299085"/>
                <a:gd name="connsiteY116" fmla="*/ 963454 h 1503997"/>
                <a:gd name="connsiteX117" fmla="*/ 65723 w 299085"/>
                <a:gd name="connsiteY117" fmla="*/ 963454 h 1503997"/>
                <a:gd name="connsiteX118" fmla="*/ 68104 w 299085"/>
                <a:gd name="connsiteY118" fmla="*/ 962501 h 1503997"/>
                <a:gd name="connsiteX119" fmla="*/ 69533 w 299085"/>
                <a:gd name="connsiteY119" fmla="*/ 960120 h 1503997"/>
                <a:gd name="connsiteX120" fmla="*/ 69056 w 299085"/>
                <a:gd name="connsiteY120" fmla="*/ 954881 h 1503997"/>
                <a:gd name="connsiteX121" fmla="*/ 72390 w 299085"/>
                <a:gd name="connsiteY121" fmla="*/ 953452 h 1503997"/>
                <a:gd name="connsiteX122" fmla="*/ 76200 w 299085"/>
                <a:gd name="connsiteY122" fmla="*/ 951071 h 1503997"/>
                <a:gd name="connsiteX123" fmla="*/ 78581 w 299085"/>
                <a:gd name="connsiteY123" fmla="*/ 947738 h 1503997"/>
                <a:gd name="connsiteX124" fmla="*/ 80010 w 299085"/>
                <a:gd name="connsiteY124" fmla="*/ 945356 h 1503997"/>
                <a:gd name="connsiteX125" fmla="*/ 77629 w 299085"/>
                <a:gd name="connsiteY125" fmla="*/ 941546 h 1503997"/>
                <a:gd name="connsiteX126" fmla="*/ 75724 w 299085"/>
                <a:gd name="connsiteY126" fmla="*/ 938213 h 1503997"/>
                <a:gd name="connsiteX127" fmla="*/ 72390 w 299085"/>
                <a:gd name="connsiteY127" fmla="*/ 935831 h 1503997"/>
                <a:gd name="connsiteX128" fmla="*/ 69056 w 299085"/>
                <a:gd name="connsiteY128" fmla="*/ 932498 h 1503997"/>
                <a:gd name="connsiteX129" fmla="*/ 68104 w 299085"/>
                <a:gd name="connsiteY129" fmla="*/ 931069 h 1503997"/>
                <a:gd name="connsiteX130" fmla="*/ 70485 w 299085"/>
                <a:gd name="connsiteY130" fmla="*/ 929164 h 1503997"/>
                <a:gd name="connsiteX131" fmla="*/ 72390 w 299085"/>
                <a:gd name="connsiteY131" fmla="*/ 928688 h 1503997"/>
                <a:gd name="connsiteX132" fmla="*/ 72866 w 299085"/>
                <a:gd name="connsiteY132" fmla="*/ 927735 h 1503997"/>
                <a:gd name="connsiteX133" fmla="*/ 75724 w 299085"/>
                <a:gd name="connsiteY133" fmla="*/ 927259 h 1503997"/>
                <a:gd name="connsiteX134" fmla="*/ 78581 w 299085"/>
                <a:gd name="connsiteY134" fmla="*/ 926306 h 1503997"/>
                <a:gd name="connsiteX135" fmla="*/ 76676 w 299085"/>
                <a:gd name="connsiteY135" fmla="*/ 923449 h 1503997"/>
                <a:gd name="connsiteX136" fmla="*/ 76200 w 299085"/>
                <a:gd name="connsiteY136" fmla="*/ 920115 h 1503997"/>
                <a:gd name="connsiteX137" fmla="*/ 79534 w 299085"/>
                <a:gd name="connsiteY137" fmla="*/ 918686 h 1503997"/>
                <a:gd name="connsiteX138" fmla="*/ 80010 w 299085"/>
                <a:gd name="connsiteY138" fmla="*/ 915352 h 1503997"/>
                <a:gd name="connsiteX139" fmla="*/ 79058 w 299085"/>
                <a:gd name="connsiteY139" fmla="*/ 914400 h 1503997"/>
                <a:gd name="connsiteX140" fmla="*/ 78105 w 299085"/>
                <a:gd name="connsiteY140" fmla="*/ 909638 h 1503997"/>
                <a:gd name="connsiteX141" fmla="*/ 76676 w 299085"/>
                <a:gd name="connsiteY141" fmla="*/ 906780 h 1503997"/>
                <a:gd name="connsiteX142" fmla="*/ 76200 w 299085"/>
                <a:gd name="connsiteY142" fmla="*/ 903446 h 1503997"/>
                <a:gd name="connsiteX143" fmla="*/ 69056 w 299085"/>
                <a:gd name="connsiteY143" fmla="*/ 902494 h 1503997"/>
                <a:gd name="connsiteX144" fmla="*/ 58579 w 299085"/>
                <a:gd name="connsiteY144" fmla="*/ 899160 h 1503997"/>
                <a:gd name="connsiteX145" fmla="*/ 57626 w 299085"/>
                <a:gd name="connsiteY145" fmla="*/ 900113 h 1503997"/>
                <a:gd name="connsiteX146" fmla="*/ 58579 w 299085"/>
                <a:gd name="connsiteY146" fmla="*/ 901542 h 1503997"/>
                <a:gd name="connsiteX147" fmla="*/ 59055 w 299085"/>
                <a:gd name="connsiteY147" fmla="*/ 902970 h 1503997"/>
                <a:gd name="connsiteX148" fmla="*/ 57626 w 299085"/>
                <a:gd name="connsiteY148" fmla="*/ 907256 h 1503997"/>
                <a:gd name="connsiteX149" fmla="*/ 57626 w 299085"/>
                <a:gd name="connsiteY149" fmla="*/ 909638 h 1503997"/>
                <a:gd name="connsiteX150" fmla="*/ 57150 w 299085"/>
                <a:gd name="connsiteY150" fmla="*/ 911543 h 1503997"/>
                <a:gd name="connsiteX151" fmla="*/ 54293 w 299085"/>
                <a:gd name="connsiteY151" fmla="*/ 915829 h 1503997"/>
                <a:gd name="connsiteX152" fmla="*/ 53816 w 299085"/>
                <a:gd name="connsiteY152" fmla="*/ 917734 h 1503997"/>
                <a:gd name="connsiteX153" fmla="*/ 53816 w 299085"/>
                <a:gd name="connsiteY153" fmla="*/ 920115 h 1503997"/>
                <a:gd name="connsiteX154" fmla="*/ 53340 w 299085"/>
                <a:gd name="connsiteY154" fmla="*/ 922496 h 1503997"/>
                <a:gd name="connsiteX155" fmla="*/ 52864 w 299085"/>
                <a:gd name="connsiteY155" fmla="*/ 924877 h 1503997"/>
                <a:gd name="connsiteX156" fmla="*/ 52864 w 299085"/>
                <a:gd name="connsiteY156" fmla="*/ 926782 h 1503997"/>
                <a:gd name="connsiteX157" fmla="*/ 54293 w 299085"/>
                <a:gd name="connsiteY157" fmla="*/ 931069 h 1503997"/>
                <a:gd name="connsiteX158" fmla="*/ 52388 w 299085"/>
                <a:gd name="connsiteY158" fmla="*/ 942975 h 1503997"/>
                <a:gd name="connsiteX159" fmla="*/ 49530 w 299085"/>
                <a:gd name="connsiteY159" fmla="*/ 951071 h 1503997"/>
                <a:gd name="connsiteX160" fmla="*/ 46673 w 299085"/>
                <a:gd name="connsiteY160" fmla="*/ 955357 h 1503997"/>
                <a:gd name="connsiteX161" fmla="*/ 46196 w 299085"/>
                <a:gd name="connsiteY161" fmla="*/ 957263 h 1503997"/>
                <a:gd name="connsiteX162" fmla="*/ 47149 w 299085"/>
                <a:gd name="connsiteY162" fmla="*/ 958692 h 1503997"/>
                <a:gd name="connsiteX163" fmla="*/ 52388 w 299085"/>
                <a:gd name="connsiteY163" fmla="*/ 961549 h 1503997"/>
                <a:gd name="connsiteX164" fmla="*/ 83820 w 299085"/>
                <a:gd name="connsiteY164" fmla="*/ 1011555 h 1503997"/>
                <a:gd name="connsiteX165" fmla="*/ 80963 w 299085"/>
                <a:gd name="connsiteY165" fmla="*/ 1014413 h 1503997"/>
                <a:gd name="connsiteX166" fmla="*/ 79534 w 299085"/>
                <a:gd name="connsiteY166" fmla="*/ 1016318 h 1503997"/>
                <a:gd name="connsiteX167" fmla="*/ 80486 w 299085"/>
                <a:gd name="connsiteY167" fmla="*/ 1019651 h 1503997"/>
                <a:gd name="connsiteX168" fmla="*/ 81439 w 299085"/>
                <a:gd name="connsiteY168" fmla="*/ 1021556 h 1503997"/>
                <a:gd name="connsiteX169" fmla="*/ 82868 w 299085"/>
                <a:gd name="connsiteY169" fmla="*/ 1023938 h 1503997"/>
                <a:gd name="connsiteX170" fmla="*/ 87154 w 299085"/>
                <a:gd name="connsiteY170" fmla="*/ 1024890 h 1503997"/>
                <a:gd name="connsiteX171" fmla="*/ 95250 w 299085"/>
                <a:gd name="connsiteY171" fmla="*/ 1021556 h 1503997"/>
                <a:gd name="connsiteX172" fmla="*/ 98108 w 299085"/>
                <a:gd name="connsiteY172" fmla="*/ 1018699 h 1503997"/>
                <a:gd name="connsiteX173" fmla="*/ 100013 w 299085"/>
                <a:gd name="connsiteY173" fmla="*/ 1015842 h 1503997"/>
                <a:gd name="connsiteX174" fmla="*/ 102870 w 299085"/>
                <a:gd name="connsiteY174" fmla="*/ 1012031 h 1503997"/>
                <a:gd name="connsiteX175" fmla="*/ 102394 w 299085"/>
                <a:gd name="connsiteY175" fmla="*/ 1010126 h 1503997"/>
                <a:gd name="connsiteX176" fmla="*/ 100013 w 299085"/>
                <a:gd name="connsiteY176" fmla="*/ 1008221 h 1503997"/>
                <a:gd name="connsiteX177" fmla="*/ 93821 w 299085"/>
                <a:gd name="connsiteY177" fmla="*/ 1005364 h 1503997"/>
                <a:gd name="connsiteX178" fmla="*/ 87630 w 299085"/>
                <a:gd name="connsiteY178" fmla="*/ 1003459 h 1503997"/>
                <a:gd name="connsiteX179" fmla="*/ 85725 w 299085"/>
                <a:gd name="connsiteY179" fmla="*/ 1003935 h 1503997"/>
                <a:gd name="connsiteX180" fmla="*/ 85249 w 299085"/>
                <a:gd name="connsiteY180" fmla="*/ 1005840 h 1503997"/>
                <a:gd name="connsiteX181" fmla="*/ 85249 w 299085"/>
                <a:gd name="connsiteY181" fmla="*/ 1007745 h 1503997"/>
                <a:gd name="connsiteX182" fmla="*/ 84773 w 299085"/>
                <a:gd name="connsiteY182" fmla="*/ 1009650 h 1503997"/>
                <a:gd name="connsiteX183" fmla="*/ 83820 w 299085"/>
                <a:gd name="connsiteY183" fmla="*/ 1011555 h 1503997"/>
                <a:gd name="connsiteX184" fmla="*/ 37624 w 299085"/>
                <a:gd name="connsiteY184" fmla="*/ 1062038 h 1503997"/>
                <a:gd name="connsiteX185" fmla="*/ 41434 w 299085"/>
                <a:gd name="connsiteY185" fmla="*/ 1061561 h 1503997"/>
                <a:gd name="connsiteX186" fmla="*/ 44768 w 299085"/>
                <a:gd name="connsiteY186" fmla="*/ 1062990 h 1503997"/>
                <a:gd name="connsiteX187" fmla="*/ 48101 w 299085"/>
                <a:gd name="connsiteY187" fmla="*/ 1062038 h 1503997"/>
                <a:gd name="connsiteX188" fmla="*/ 50006 w 299085"/>
                <a:gd name="connsiteY188" fmla="*/ 1060132 h 1503997"/>
                <a:gd name="connsiteX189" fmla="*/ 52388 w 299085"/>
                <a:gd name="connsiteY189" fmla="*/ 1058704 h 1503997"/>
                <a:gd name="connsiteX190" fmla="*/ 52864 w 299085"/>
                <a:gd name="connsiteY190" fmla="*/ 1056799 h 1503997"/>
                <a:gd name="connsiteX191" fmla="*/ 52388 w 299085"/>
                <a:gd name="connsiteY191" fmla="*/ 1055370 h 1503997"/>
                <a:gd name="connsiteX192" fmla="*/ 50006 w 299085"/>
                <a:gd name="connsiteY192" fmla="*/ 1050607 h 1503997"/>
                <a:gd name="connsiteX193" fmla="*/ 50959 w 299085"/>
                <a:gd name="connsiteY193" fmla="*/ 1042988 h 1503997"/>
                <a:gd name="connsiteX194" fmla="*/ 50006 w 299085"/>
                <a:gd name="connsiteY194" fmla="*/ 1038701 h 1503997"/>
                <a:gd name="connsiteX195" fmla="*/ 46196 w 299085"/>
                <a:gd name="connsiteY195" fmla="*/ 1040130 h 1503997"/>
                <a:gd name="connsiteX196" fmla="*/ 45244 w 299085"/>
                <a:gd name="connsiteY196" fmla="*/ 1042035 h 1503997"/>
                <a:gd name="connsiteX197" fmla="*/ 43339 w 299085"/>
                <a:gd name="connsiteY197" fmla="*/ 1043464 h 1503997"/>
                <a:gd name="connsiteX198" fmla="*/ 43815 w 299085"/>
                <a:gd name="connsiteY198" fmla="*/ 1049179 h 1503997"/>
                <a:gd name="connsiteX199" fmla="*/ 41434 w 299085"/>
                <a:gd name="connsiteY199" fmla="*/ 1053465 h 1503997"/>
                <a:gd name="connsiteX200" fmla="*/ 38576 w 299085"/>
                <a:gd name="connsiteY200" fmla="*/ 1056799 h 1503997"/>
                <a:gd name="connsiteX201" fmla="*/ 37148 w 299085"/>
                <a:gd name="connsiteY201" fmla="*/ 1059656 h 1503997"/>
                <a:gd name="connsiteX202" fmla="*/ 37624 w 299085"/>
                <a:gd name="connsiteY202" fmla="*/ 1062038 h 1503997"/>
                <a:gd name="connsiteX203" fmla="*/ 43815 w 299085"/>
                <a:gd name="connsiteY203" fmla="*/ 1020604 h 1503997"/>
                <a:gd name="connsiteX204" fmla="*/ 46673 w 299085"/>
                <a:gd name="connsiteY204" fmla="*/ 1025367 h 1503997"/>
                <a:gd name="connsiteX205" fmla="*/ 49054 w 299085"/>
                <a:gd name="connsiteY205" fmla="*/ 1027271 h 1503997"/>
                <a:gd name="connsiteX206" fmla="*/ 51911 w 299085"/>
                <a:gd name="connsiteY206" fmla="*/ 1033463 h 1503997"/>
                <a:gd name="connsiteX207" fmla="*/ 54293 w 299085"/>
                <a:gd name="connsiteY207" fmla="*/ 1037273 h 1503997"/>
                <a:gd name="connsiteX208" fmla="*/ 58103 w 299085"/>
                <a:gd name="connsiteY208" fmla="*/ 1039177 h 1503997"/>
                <a:gd name="connsiteX209" fmla="*/ 57626 w 299085"/>
                <a:gd name="connsiteY209" fmla="*/ 1044417 h 1503997"/>
                <a:gd name="connsiteX210" fmla="*/ 60484 w 299085"/>
                <a:gd name="connsiteY210" fmla="*/ 1045369 h 1503997"/>
                <a:gd name="connsiteX211" fmla="*/ 66199 w 299085"/>
                <a:gd name="connsiteY211" fmla="*/ 1045369 h 1503997"/>
                <a:gd name="connsiteX212" fmla="*/ 66675 w 299085"/>
                <a:gd name="connsiteY212" fmla="*/ 1044893 h 1503997"/>
                <a:gd name="connsiteX213" fmla="*/ 66675 w 299085"/>
                <a:gd name="connsiteY213" fmla="*/ 1042988 h 1503997"/>
                <a:gd name="connsiteX214" fmla="*/ 68580 w 299085"/>
                <a:gd name="connsiteY214" fmla="*/ 1042511 h 1503997"/>
                <a:gd name="connsiteX215" fmla="*/ 69056 w 299085"/>
                <a:gd name="connsiteY215" fmla="*/ 1042035 h 1503997"/>
                <a:gd name="connsiteX216" fmla="*/ 70009 w 299085"/>
                <a:gd name="connsiteY216" fmla="*/ 1039177 h 1503997"/>
                <a:gd name="connsiteX217" fmla="*/ 70009 w 299085"/>
                <a:gd name="connsiteY217" fmla="*/ 1037749 h 1503997"/>
                <a:gd name="connsiteX218" fmla="*/ 70009 w 299085"/>
                <a:gd name="connsiteY218" fmla="*/ 1036320 h 1503997"/>
                <a:gd name="connsiteX219" fmla="*/ 68104 w 299085"/>
                <a:gd name="connsiteY219" fmla="*/ 1032986 h 1503997"/>
                <a:gd name="connsiteX220" fmla="*/ 67628 w 299085"/>
                <a:gd name="connsiteY220" fmla="*/ 1030605 h 1503997"/>
                <a:gd name="connsiteX221" fmla="*/ 67628 w 299085"/>
                <a:gd name="connsiteY221" fmla="*/ 1029176 h 1503997"/>
                <a:gd name="connsiteX222" fmla="*/ 66199 w 299085"/>
                <a:gd name="connsiteY222" fmla="*/ 1024890 h 1503997"/>
                <a:gd name="connsiteX223" fmla="*/ 64294 w 299085"/>
                <a:gd name="connsiteY223" fmla="*/ 1020127 h 1503997"/>
                <a:gd name="connsiteX224" fmla="*/ 62865 w 299085"/>
                <a:gd name="connsiteY224" fmla="*/ 1017270 h 1503997"/>
                <a:gd name="connsiteX225" fmla="*/ 60008 w 299085"/>
                <a:gd name="connsiteY225" fmla="*/ 1014413 h 1503997"/>
                <a:gd name="connsiteX226" fmla="*/ 60008 w 299085"/>
                <a:gd name="connsiteY226" fmla="*/ 1012031 h 1503997"/>
                <a:gd name="connsiteX227" fmla="*/ 60484 w 299085"/>
                <a:gd name="connsiteY227" fmla="*/ 1010126 h 1503997"/>
                <a:gd name="connsiteX228" fmla="*/ 64770 w 299085"/>
                <a:gd name="connsiteY228" fmla="*/ 1008221 h 1503997"/>
                <a:gd name="connsiteX229" fmla="*/ 67628 w 299085"/>
                <a:gd name="connsiteY229" fmla="*/ 1007745 h 1503997"/>
                <a:gd name="connsiteX230" fmla="*/ 69533 w 299085"/>
                <a:gd name="connsiteY230" fmla="*/ 1005840 h 1503997"/>
                <a:gd name="connsiteX231" fmla="*/ 70485 w 299085"/>
                <a:gd name="connsiteY231" fmla="*/ 1002982 h 1503997"/>
                <a:gd name="connsiteX232" fmla="*/ 70485 w 299085"/>
                <a:gd name="connsiteY232" fmla="*/ 1001077 h 1503997"/>
                <a:gd name="connsiteX233" fmla="*/ 66675 w 299085"/>
                <a:gd name="connsiteY233" fmla="*/ 999649 h 1503997"/>
                <a:gd name="connsiteX234" fmla="*/ 65246 w 299085"/>
                <a:gd name="connsiteY234" fmla="*/ 997744 h 1503997"/>
                <a:gd name="connsiteX235" fmla="*/ 63818 w 299085"/>
                <a:gd name="connsiteY235" fmla="*/ 995839 h 1503997"/>
                <a:gd name="connsiteX236" fmla="*/ 60484 w 299085"/>
                <a:gd name="connsiteY236" fmla="*/ 995839 h 1503997"/>
                <a:gd name="connsiteX237" fmla="*/ 57626 w 299085"/>
                <a:gd name="connsiteY237" fmla="*/ 997744 h 1503997"/>
                <a:gd name="connsiteX238" fmla="*/ 56674 w 299085"/>
                <a:gd name="connsiteY238" fmla="*/ 1001554 h 1503997"/>
                <a:gd name="connsiteX239" fmla="*/ 57150 w 299085"/>
                <a:gd name="connsiteY239" fmla="*/ 1006317 h 1503997"/>
                <a:gd name="connsiteX240" fmla="*/ 55721 w 299085"/>
                <a:gd name="connsiteY240" fmla="*/ 1007269 h 1503997"/>
                <a:gd name="connsiteX241" fmla="*/ 52864 w 299085"/>
                <a:gd name="connsiteY241" fmla="*/ 1007745 h 1503997"/>
                <a:gd name="connsiteX242" fmla="*/ 50006 w 299085"/>
                <a:gd name="connsiteY242" fmla="*/ 1006317 h 1503997"/>
                <a:gd name="connsiteX243" fmla="*/ 45720 w 299085"/>
                <a:gd name="connsiteY243" fmla="*/ 1007745 h 1503997"/>
                <a:gd name="connsiteX244" fmla="*/ 42863 w 299085"/>
                <a:gd name="connsiteY244" fmla="*/ 1009174 h 1503997"/>
                <a:gd name="connsiteX245" fmla="*/ 43815 w 299085"/>
                <a:gd name="connsiteY245" fmla="*/ 1013936 h 1503997"/>
                <a:gd name="connsiteX246" fmla="*/ 39053 w 299085"/>
                <a:gd name="connsiteY246" fmla="*/ 1016794 h 1503997"/>
                <a:gd name="connsiteX247" fmla="*/ 43815 w 299085"/>
                <a:gd name="connsiteY247" fmla="*/ 1020604 h 1503997"/>
                <a:gd name="connsiteX248" fmla="*/ 4286 w 299085"/>
                <a:gd name="connsiteY248" fmla="*/ 1183481 h 1503997"/>
                <a:gd name="connsiteX249" fmla="*/ 5239 w 299085"/>
                <a:gd name="connsiteY249" fmla="*/ 1191101 h 1503997"/>
                <a:gd name="connsiteX250" fmla="*/ 9049 w 299085"/>
                <a:gd name="connsiteY250" fmla="*/ 1191101 h 1503997"/>
                <a:gd name="connsiteX251" fmla="*/ 11430 w 299085"/>
                <a:gd name="connsiteY251" fmla="*/ 1189196 h 1503997"/>
                <a:gd name="connsiteX252" fmla="*/ 18574 w 299085"/>
                <a:gd name="connsiteY252" fmla="*/ 1186815 h 1503997"/>
                <a:gd name="connsiteX253" fmla="*/ 20955 w 299085"/>
                <a:gd name="connsiteY253" fmla="*/ 1184910 h 1503997"/>
                <a:gd name="connsiteX254" fmla="*/ 20955 w 299085"/>
                <a:gd name="connsiteY254" fmla="*/ 1176338 h 1503997"/>
                <a:gd name="connsiteX255" fmla="*/ 16669 w 299085"/>
                <a:gd name="connsiteY255" fmla="*/ 1167289 h 1503997"/>
                <a:gd name="connsiteX256" fmla="*/ 14764 w 299085"/>
                <a:gd name="connsiteY256" fmla="*/ 1161098 h 1503997"/>
                <a:gd name="connsiteX257" fmla="*/ 12859 w 299085"/>
                <a:gd name="connsiteY257" fmla="*/ 1158717 h 1503997"/>
                <a:gd name="connsiteX258" fmla="*/ 7144 w 299085"/>
                <a:gd name="connsiteY258" fmla="*/ 1161098 h 1503997"/>
                <a:gd name="connsiteX259" fmla="*/ 6668 w 299085"/>
                <a:gd name="connsiteY259" fmla="*/ 1162050 h 1503997"/>
                <a:gd name="connsiteX260" fmla="*/ 7144 w 299085"/>
                <a:gd name="connsiteY260" fmla="*/ 1164907 h 1503997"/>
                <a:gd name="connsiteX261" fmla="*/ 8573 w 299085"/>
                <a:gd name="connsiteY261" fmla="*/ 1168242 h 1503997"/>
                <a:gd name="connsiteX262" fmla="*/ 8096 w 299085"/>
                <a:gd name="connsiteY262" fmla="*/ 1172527 h 1503997"/>
                <a:gd name="connsiteX263" fmla="*/ 4286 w 299085"/>
                <a:gd name="connsiteY263" fmla="*/ 1183481 h 1503997"/>
                <a:gd name="connsiteX264" fmla="*/ 204311 w 299085"/>
                <a:gd name="connsiteY264" fmla="*/ 1460182 h 1503997"/>
                <a:gd name="connsiteX265" fmla="*/ 205740 w 299085"/>
                <a:gd name="connsiteY265" fmla="*/ 1458754 h 1503997"/>
                <a:gd name="connsiteX266" fmla="*/ 210503 w 299085"/>
                <a:gd name="connsiteY266" fmla="*/ 1463517 h 1503997"/>
                <a:gd name="connsiteX267" fmla="*/ 213836 w 299085"/>
                <a:gd name="connsiteY267" fmla="*/ 1465898 h 1503997"/>
                <a:gd name="connsiteX268" fmla="*/ 227648 w 299085"/>
                <a:gd name="connsiteY268" fmla="*/ 1468279 h 1503997"/>
                <a:gd name="connsiteX269" fmla="*/ 235744 w 299085"/>
                <a:gd name="connsiteY269" fmla="*/ 1466850 h 1503997"/>
                <a:gd name="connsiteX270" fmla="*/ 237173 w 299085"/>
                <a:gd name="connsiteY270" fmla="*/ 1465898 h 1503997"/>
                <a:gd name="connsiteX271" fmla="*/ 242411 w 299085"/>
                <a:gd name="connsiteY271" fmla="*/ 1465898 h 1503997"/>
                <a:gd name="connsiteX272" fmla="*/ 242411 w 299085"/>
                <a:gd name="connsiteY272" fmla="*/ 1455420 h 1503997"/>
                <a:gd name="connsiteX273" fmla="*/ 242888 w 299085"/>
                <a:gd name="connsiteY273" fmla="*/ 1441132 h 1503997"/>
                <a:gd name="connsiteX274" fmla="*/ 242888 w 299085"/>
                <a:gd name="connsiteY274" fmla="*/ 1428750 h 1503997"/>
                <a:gd name="connsiteX275" fmla="*/ 242888 w 299085"/>
                <a:gd name="connsiteY275" fmla="*/ 1416368 h 1503997"/>
                <a:gd name="connsiteX276" fmla="*/ 242888 w 299085"/>
                <a:gd name="connsiteY276" fmla="*/ 1403985 h 1503997"/>
                <a:gd name="connsiteX277" fmla="*/ 242888 w 299085"/>
                <a:gd name="connsiteY277" fmla="*/ 1391602 h 1503997"/>
                <a:gd name="connsiteX278" fmla="*/ 242888 w 299085"/>
                <a:gd name="connsiteY278" fmla="*/ 1378268 h 1503997"/>
                <a:gd name="connsiteX279" fmla="*/ 242888 w 299085"/>
                <a:gd name="connsiteY279" fmla="*/ 1364932 h 1503997"/>
                <a:gd name="connsiteX280" fmla="*/ 241935 w 299085"/>
                <a:gd name="connsiteY280" fmla="*/ 1363980 h 1503997"/>
                <a:gd name="connsiteX281" fmla="*/ 238601 w 299085"/>
                <a:gd name="connsiteY281" fmla="*/ 1361599 h 1503997"/>
                <a:gd name="connsiteX282" fmla="*/ 237649 w 299085"/>
                <a:gd name="connsiteY282" fmla="*/ 1361123 h 1503997"/>
                <a:gd name="connsiteX283" fmla="*/ 227648 w 299085"/>
                <a:gd name="connsiteY283" fmla="*/ 1365409 h 1503997"/>
                <a:gd name="connsiteX284" fmla="*/ 224790 w 299085"/>
                <a:gd name="connsiteY284" fmla="*/ 1364932 h 1503997"/>
                <a:gd name="connsiteX285" fmla="*/ 216218 w 299085"/>
                <a:gd name="connsiteY285" fmla="*/ 1356836 h 1503997"/>
                <a:gd name="connsiteX286" fmla="*/ 213360 w 299085"/>
                <a:gd name="connsiteY286" fmla="*/ 1356836 h 1503997"/>
                <a:gd name="connsiteX287" fmla="*/ 210979 w 299085"/>
                <a:gd name="connsiteY287" fmla="*/ 1359694 h 1503997"/>
                <a:gd name="connsiteX288" fmla="*/ 207645 w 299085"/>
                <a:gd name="connsiteY288" fmla="*/ 1363980 h 1503997"/>
                <a:gd name="connsiteX289" fmla="*/ 204311 w 299085"/>
                <a:gd name="connsiteY289" fmla="*/ 1367790 h 1503997"/>
                <a:gd name="connsiteX290" fmla="*/ 200025 w 299085"/>
                <a:gd name="connsiteY290" fmla="*/ 1370648 h 1503997"/>
                <a:gd name="connsiteX291" fmla="*/ 198120 w 299085"/>
                <a:gd name="connsiteY291" fmla="*/ 1371600 h 1503997"/>
                <a:gd name="connsiteX292" fmla="*/ 196215 w 299085"/>
                <a:gd name="connsiteY292" fmla="*/ 1371600 h 1503997"/>
                <a:gd name="connsiteX293" fmla="*/ 192881 w 299085"/>
                <a:gd name="connsiteY293" fmla="*/ 1369219 h 1503997"/>
                <a:gd name="connsiteX294" fmla="*/ 189548 w 299085"/>
                <a:gd name="connsiteY294" fmla="*/ 1367314 h 1503997"/>
                <a:gd name="connsiteX295" fmla="*/ 184785 w 299085"/>
                <a:gd name="connsiteY295" fmla="*/ 1367790 h 1503997"/>
                <a:gd name="connsiteX296" fmla="*/ 183356 w 299085"/>
                <a:gd name="connsiteY296" fmla="*/ 1368743 h 1503997"/>
                <a:gd name="connsiteX297" fmla="*/ 186214 w 299085"/>
                <a:gd name="connsiteY297" fmla="*/ 1371600 h 1503997"/>
                <a:gd name="connsiteX298" fmla="*/ 187643 w 299085"/>
                <a:gd name="connsiteY298" fmla="*/ 1373505 h 1503997"/>
                <a:gd name="connsiteX299" fmla="*/ 190976 w 299085"/>
                <a:gd name="connsiteY299" fmla="*/ 1375410 h 1503997"/>
                <a:gd name="connsiteX300" fmla="*/ 191929 w 299085"/>
                <a:gd name="connsiteY300" fmla="*/ 1376363 h 1503997"/>
                <a:gd name="connsiteX301" fmla="*/ 192405 w 299085"/>
                <a:gd name="connsiteY301" fmla="*/ 1377315 h 1503997"/>
                <a:gd name="connsiteX302" fmla="*/ 191453 w 299085"/>
                <a:gd name="connsiteY302" fmla="*/ 1378744 h 1503997"/>
                <a:gd name="connsiteX303" fmla="*/ 190024 w 299085"/>
                <a:gd name="connsiteY303" fmla="*/ 1379696 h 1503997"/>
                <a:gd name="connsiteX304" fmla="*/ 188119 w 299085"/>
                <a:gd name="connsiteY304" fmla="*/ 1380173 h 1503997"/>
                <a:gd name="connsiteX305" fmla="*/ 185738 w 299085"/>
                <a:gd name="connsiteY305" fmla="*/ 1380173 h 1503997"/>
                <a:gd name="connsiteX306" fmla="*/ 183356 w 299085"/>
                <a:gd name="connsiteY306" fmla="*/ 1381125 h 1503997"/>
                <a:gd name="connsiteX307" fmla="*/ 181451 w 299085"/>
                <a:gd name="connsiteY307" fmla="*/ 1383982 h 1503997"/>
                <a:gd name="connsiteX308" fmla="*/ 180975 w 299085"/>
                <a:gd name="connsiteY308" fmla="*/ 1386840 h 1503997"/>
                <a:gd name="connsiteX309" fmla="*/ 180975 w 299085"/>
                <a:gd name="connsiteY309" fmla="*/ 1389698 h 1503997"/>
                <a:gd name="connsiteX310" fmla="*/ 182404 w 299085"/>
                <a:gd name="connsiteY310" fmla="*/ 1393984 h 1503997"/>
                <a:gd name="connsiteX311" fmla="*/ 185261 w 299085"/>
                <a:gd name="connsiteY311" fmla="*/ 1397318 h 1503997"/>
                <a:gd name="connsiteX312" fmla="*/ 189071 w 299085"/>
                <a:gd name="connsiteY312" fmla="*/ 1399223 h 1503997"/>
                <a:gd name="connsiteX313" fmla="*/ 193358 w 299085"/>
                <a:gd name="connsiteY313" fmla="*/ 1399223 h 1503997"/>
                <a:gd name="connsiteX314" fmla="*/ 200501 w 299085"/>
                <a:gd name="connsiteY314" fmla="*/ 1395889 h 1503997"/>
                <a:gd name="connsiteX315" fmla="*/ 204311 w 299085"/>
                <a:gd name="connsiteY315" fmla="*/ 1395413 h 1503997"/>
                <a:gd name="connsiteX316" fmla="*/ 208121 w 299085"/>
                <a:gd name="connsiteY316" fmla="*/ 1395413 h 1503997"/>
                <a:gd name="connsiteX317" fmla="*/ 212408 w 299085"/>
                <a:gd name="connsiteY317" fmla="*/ 1395889 h 1503997"/>
                <a:gd name="connsiteX318" fmla="*/ 216694 w 299085"/>
                <a:gd name="connsiteY318" fmla="*/ 1397318 h 1503997"/>
                <a:gd name="connsiteX319" fmla="*/ 218123 w 299085"/>
                <a:gd name="connsiteY319" fmla="*/ 1399223 h 1503997"/>
                <a:gd name="connsiteX320" fmla="*/ 218123 w 299085"/>
                <a:gd name="connsiteY320" fmla="*/ 1402080 h 1503997"/>
                <a:gd name="connsiteX321" fmla="*/ 216694 w 299085"/>
                <a:gd name="connsiteY321" fmla="*/ 1403032 h 1503997"/>
                <a:gd name="connsiteX322" fmla="*/ 206693 w 299085"/>
                <a:gd name="connsiteY322" fmla="*/ 1407795 h 1503997"/>
                <a:gd name="connsiteX323" fmla="*/ 197644 w 299085"/>
                <a:gd name="connsiteY323" fmla="*/ 1411129 h 1503997"/>
                <a:gd name="connsiteX324" fmla="*/ 192881 w 299085"/>
                <a:gd name="connsiteY324" fmla="*/ 1413510 h 1503997"/>
                <a:gd name="connsiteX325" fmla="*/ 190976 w 299085"/>
                <a:gd name="connsiteY325" fmla="*/ 1415415 h 1503997"/>
                <a:gd name="connsiteX326" fmla="*/ 190976 w 299085"/>
                <a:gd name="connsiteY326" fmla="*/ 1421130 h 1503997"/>
                <a:gd name="connsiteX327" fmla="*/ 193358 w 299085"/>
                <a:gd name="connsiteY327" fmla="*/ 1426845 h 1503997"/>
                <a:gd name="connsiteX328" fmla="*/ 196691 w 299085"/>
                <a:gd name="connsiteY328" fmla="*/ 1431607 h 1503997"/>
                <a:gd name="connsiteX329" fmla="*/ 223838 w 299085"/>
                <a:gd name="connsiteY329" fmla="*/ 1443038 h 1503997"/>
                <a:gd name="connsiteX330" fmla="*/ 229076 w 299085"/>
                <a:gd name="connsiteY330" fmla="*/ 1445419 h 1503997"/>
                <a:gd name="connsiteX331" fmla="*/ 229076 w 299085"/>
                <a:gd name="connsiteY331" fmla="*/ 1446371 h 1503997"/>
                <a:gd name="connsiteX332" fmla="*/ 228124 w 299085"/>
                <a:gd name="connsiteY332" fmla="*/ 1447324 h 1503997"/>
                <a:gd name="connsiteX333" fmla="*/ 226219 w 299085"/>
                <a:gd name="connsiteY333" fmla="*/ 1447800 h 1503997"/>
                <a:gd name="connsiteX334" fmla="*/ 224790 w 299085"/>
                <a:gd name="connsiteY334" fmla="*/ 1449229 h 1503997"/>
                <a:gd name="connsiteX335" fmla="*/ 221933 w 299085"/>
                <a:gd name="connsiteY335" fmla="*/ 1452563 h 1503997"/>
                <a:gd name="connsiteX336" fmla="*/ 220028 w 299085"/>
                <a:gd name="connsiteY336" fmla="*/ 1453039 h 1503997"/>
                <a:gd name="connsiteX337" fmla="*/ 219551 w 299085"/>
                <a:gd name="connsiteY337" fmla="*/ 1451610 h 1503997"/>
                <a:gd name="connsiteX338" fmla="*/ 219551 w 299085"/>
                <a:gd name="connsiteY338" fmla="*/ 1449229 h 1503997"/>
                <a:gd name="connsiteX339" fmla="*/ 218123 w 299085"/>
                <a:gd name="connsiteY339" fmla="*/ 1446848 h 1503997"/>
                <a:gd name="connsiteX340" fmla="*/ 216218 w 299085"/>
                <a:gd name="connsiteY340" fmla="*/ 1445419 h 1503997"/>
                <a:gd name="connsiteX341" fmla="*/ 209550 w 299085"/>
                <a:gd name="connsiteY341" fmla="*/ 1443514 h 1503997"/>
                <a:gd name="connsiteX342" fmla="*/ 205264 w 299085"/>
                <a:gd name="connsiteY342" fmla="*/ 1440656 h 1503997"/>
                <a:gd name="connsiteX343" fmla="*/ 202883 w 299085"/>
                <a:gd name="connsiteY343" fmla="*/ 1441132 h 1503997"/>
                <a:gd name="connsiteX344" fmla="*/ 200978 w 299085"/>
                <a:gd name="connsiteY344" fmla="*/ 1443514 h 1503997"/>
                <a:gd name="connsiteX345" fmla="*/ 196691 w 299085"/>
                <a:gd name="connsiteY345" fmla="*/ 1443990 h 1503997"/>
                <a:gd name="connsiteX346" fmla="*/ 190500 w 299085"/>
                <a:gd name="connsiteY346" fmla="*/ 1443990 h 1503997"/>
                <a:gd name="connsiteX347" fmla="*/ 188119 w 299085"/>
                <a:gd name="connsiteY347" fmla="*/ 1442561 h 1503997"/>
                <a:gd name="connsiteX348" fmla="*/ 188119 w 299085"/>
                <a:gd name="connsiteY348" fmla="*/ 1439227 h 1503997"/>
                <a:gd name="connsiteX349" fmla="*/ 183356 w 299085"/>
                <a:gd name="connsiteY349" fmla="*/ 1434942 h 1503997"/>
                <a:gd name="connsiteX350" fmla="*/ 178118 w 299085"/>
                <a:gd name="connsiteY350" fmla="*/ 1433036 h 1503997"/>
                <a:gd name="connsiteX351" fmla="*/ 174784 w 299085"/>
                <a:gd name="connsiteY351" fmla="*/ 1426845 h 1503997"/>
                <a:gd name="connsiteX352" fmla="*/ 180499 w 299085"/>
                <a:gd name="connsiteY352" fmla="*/ 1426845 h 1503997"/>
                <a:gd name="connsiteX353" fmla="*/ 183356 w 299085"/>
                <a:gd name="connsiteY353" fmla="*/ 1425893 h 1503997"/>
                <a:gd name="connsiteX354" fmla="*/ 180975 w 299085"/>
                <a:gd name="connsiteY354" fmla="*/ 1421606 h 1503997"/>
                <a:gd name="connsiteX355" fmla="*/ 178118 w 299085"/>
                <a:gd name="connsiteY355" fmla="*/ 1409224 h 1503997"/>
                <a:gd name="connsiteX356" fmla="*/ 175260 w 299085"/>
                <a:gd name="connsiteY356" fmla="*/ 1410652 h 1503997"/>
                <a:gd name="connsiteX357" fmla="*/ 172879 w 299085"/>
                <a:gd name="connsiteY357" fmla="*/ 1413986 h 1503997"/>
                <a:gd name="connsiteX358" fmla="*/ 174784 w 299085"/>
                <a:gd name="connsiteY358" fmla="*/ 1418273 h 1503997"/>
                <a:gd name="connsiteX359" fmla="*/ 167164 w 299085"/>
                <a:gd name="connsiteY359" fmla="*/ 1421130 h 1503997"/>
                <a:gd name="connsiteX360" fmla="*/ 167640 w 299085"/>
                <a:gd name="connsiteY360" fmla="*/ 1426369 h 1503997"/>
                <a:gd name="connsiteX361" fmla="*/ 167640 w 299085"/>
                <a:gd name="connsiteY361" fmla="*/ 1431607 h 1503997"/>
                <a:gd name="connsiteX362" fmla="*/ 170974 w 299085"/>
                <a:gd name="connsiteY362" fmla="*/ 1437799 h 1503997"/>
                <a:gd name="connsiteX363" fmla="*/ 175260 w 299085"/>
                <a:gd name="connsiteY363" fmla="*/ 1438751 h 1503997"/>
                <a:gd name="connsiteX364" fmla="*/ 178594 w 299085"/>
                <a:gd name="connsiteY364" fmla="*/ 1440656 h 1503997"/>
                <a:gd name="connsiteX365" fmla="*/ 180975 w 299085"/>
                <a:gd name="connsiteY365" fmla="*/ 1443990 h 1503997"/>
                <a:gd name="connsiteX366" fmla="*/ 186690 w 299085"/>
                <a:gd name="connsiteY366" fmla="*/ 1449229 h 1503997"/>
                <a:gd name="connsiteX367" fmla="*/ 186214 w 299085"/>
                <a:gd name="connsiteY367" fmla="*/ 1451134 h 1503997"/>
                <a:gd name="connsiteX368" fmla="*/ 182404 w 299085"/>
                <a:gd name="connsiteY368" fmla="*/ 1449705 h 1503997"/>
                <a:gd name="connsiteX369" fmla="*/ 177165 w 299085"/>
                <a:gd name="connsiteY369" fmla="*/ 1449705 h 1503997"/>
                <a:gd name="connsiteX370" fmla="*/ 172879 w 299085"/>
                <a:gd name="connsiteY370" fmla="*/ 1448752 h 1503997"/>
                <a:gd name="connsiteX371" fmla="*/ 173355 w 299085"/>
                <a:gd name="connsiteY371" fmla="*/ 1445419 h 1503997"/>
                <a:gd name="connsiteX372" fmla="*/ 172879 w 299085"/>
                <a:gd name="connsiteY372" fmla="*/ 1442561 h 1503997"/>
                <a:gd name="connsiteX373" fmla="*/ 169545 w 299085"/>
                <a:gd name="connsiteY373" fmla="*/ 1441609 h 1503997"/>
                <a:gd name="connsiteX374" fmla="*/ 166211 w 299085"/>
                <a:gd name="connsiteY374" fmla="*/ 1442085 h 1503997"/>
                <a:gd name="connsiteX375" fmla="*/ 165259 w 299085"/>
                <a:gd name="connsiteY375" fmla="*/ 1443038 h 1503997"/>
                <a:gd name="connsiteX376" fmla="*/ 164783 w 299085"/>
                <a:gd name="connsiteY376" fmla="*/ 1444943 h 1503997"/>
                <a:gd name="connsiteX377" fmla="*/ 164306 w 299085"/>
                <a:gd name="connsiteY377" fmla="*/ 1445895 h 1503997"/>
                <a:gd name="connsiteX378" fmla="*/ 160496 w 299085"/>
                <a:gd name="connsiteY378" fmla="*/ 1446848 h 1503997"/>
                <a:gd name="connsiteX379" fmla="*/ 157639 w 299085"/>
                <a:gd name="connsiteY379" fmla="*/ 1447324 h 1503997"/>
                <a:gd name="connsiteX380" fmla="*/ 150971 w 299085"/>
                <a:gd name="connsiteY380" fmla="*/ 1444943 h 1503997"/>
                <a:gd name="connsiteX381" fmla="*/ 149543 w 299085"/>
                <a:gd name="connsiteY381" fmla="*/ 1444943 h 1503997"/>
                <a:gd name="connsiteX382" fmla="*/ 145733 w 299085"/>
                <a:gd name="connsiteY382" fmla="*/ 1446848 h 1503997"/>
                <a:gd name="connsiteX383" fmla="*/ 143351 w 299085"/>
                <a:gd name="connsiteY383" fmla="*/ 1449229 h 1503997"/>
                <a:gd name="connsiteX384" fmla="*/ 142399 w 299085"/>
                <a:gd name="connsiteY384" fmla="*/ 1449229 h 1503997"/>
                <a:gd name="connsiteX385" fmla="*/ 138589 w 299085"/>
                <a:gd name="connsiteY385" fmla="*/ 1446848 h 1503997"/>
                <a:gd name="connsiteX386" fmla="*/ 135731 w 299085"/>
                <a:gd name="connsiteY386" fmla="*/ 1446371 h 1503997"/>
                <a:gd name="connsiteX387" fmla="*/ 134779 w 299085"/>
                <a:gd name="connsiteY387" fmla="*/ 1448276 h 1503997"/>
                <a:gd name="connsiteX388" fmla="*/ 131921 w 299085"/>
                <a:gd name="connsiteY388" fmla="*/ 1449229 h 1503997"/>
                <a:gd name="connsiteX389" fmla="*/ 131445 w 299085"/>
                <a:gd name="connsiteY389" fmla="*/ 1450657 h 1503997"/>
                <a:gd name="connsiteX390" fmla="*/ 132398 w 299085"/>
                <a:gd name="connsiteY390" fmla="*/ 1453992 h 1503997"/>
                <a:gd name="connsiteX391" fmla="*/ 134779 w 299085"/>
                <a:gd name="connsiteY391" fmla="*/ 1454944 h 1503997"/>
                <a:gd name="connsiteX392" fmla="*/ 148114 w 299085"/>
                <a:gd name="connsiteY392" fmla="*/ 1454468 h 1503997"/>
                <a:gd name="connsiteX393" fmla="*/ 155258 w 299085"/>
                <a:gd name="connsiteY393" fmla="*/ 1457801 h 1503997"/>
                <a:gd name="connsiteX394" fmla="*/ 165735 w 299085"/>
                <a:gd name="connsiteY394" fmla="*/ 1458754 h 1503997"/>
                <a:gd name="connsiteX395" fmla="*/ 172403 w 299085"/>
                <a:gd name="connsiteY395" fmla="*/ 1460659 h 1503997"/>
                <a:gd name="connsiteX396" fmla="*/ 180499 w 299085"/>
                <a:gd name="connsiteY396" fmla="*/ 1463517 h 1503997"/>
                <a:gd name="connsiteX397" fmla="*/ 187643 w 299085"/>
                <a:gd name="connsiteY397" fmla="*/ 1460659 h 1503997"/>
                <a:gd name="connsiteX398" fmla="*/ 188595 w 299085"/>
                <a:gd name="connsiteY398" fmla="*/ 1460659 h 1503997"/>
                <a:gd name="connsiteX399" fmla="*/ 189548 w 299085"/>
                <a:gd name="connsiteY399" fmla="*/ 1461611 h 1503997"/>
                <a:gd name="connsiteX400" fmla="*/ 192881 w 299085"/>
                <a:gd name="connsiteY400" fmla="*/ 1463517 h 1503997"/>
                <a:gd name="connsiteX401" fmla="*/ 196691 w 299085"/>
                <a:gd name="connsiteY401" fmla="*/ 1463517 h 1503997"/>
                <a:gd name="connsiteX402" fmla="*/ 200978 w 299085"/>
                <a:gd name="connsiteY402" fmla="*/ 1462088 h 1503997"/>
                <a:gd name="connsiteX403" fmla="*/ 204311 w 299085"/>
                <a:gd name="connsiteY403" fmla="*/ 1460182 h 1503997"/>
                <a:gd name="connsiteX404" fmla="*/ 261938 w 299085"/>
                <a:gd name="connsiteY404" fmla="*/ 1494949 h 1503997"/>
                <a:gd name="connsiteX405" fmla="*/ 260033 w 299085"/>
                <a:gd name="connsiteY405" fmla="*/ 1493044 h 1503997"/>
                <a:gd name="connsiteX406" fmla="*/ 254794 w 299085"/>
                <a:gd name="connsiteY406" fmla="*/ 1489234 h 1503997"/>
                <a:gd name="connsiteX407" fmla="*/ 253841 w 299085"/>
                <a:gd name="connsiteY407" fmla="*/ 1488281 h 1503997"/>
                <a:gd name="connsiteX408" fmla="*/ 253841 w 299085"/>
                <a:gd name="connsiteY408" fmla="*/ 1487329 h 1503997"/>
                <a:gd name="connsiteX409" fmla="*/ 255270 w 299085"/>
                <a:gd name="connsiteY409" fmla="*/ 1484948 h 1503997"/>
                <a:gd name="connsiteX410" fmla="*/ 253841 w 299085"/>
                <a:gd name="connsiteY410" fmla="*/ 1483043 h 1503997"/>
                <a:gd name="connsiteX411" fmla="*/ 251936 w 299085"/>
                <a:gd name="connsiteY411" fmla="*/ 1481614 h 1503997"/>
                <a:gd name="connsiteX412" fmla="*/ 244793 w 299085"/>
                <a:gd name="connsiteY412" fmla="*/ 1481138 h 1503997"/>
                <a:gd name="connsiteX413" fmla="*/ 243840 w 299085"/>
                <a:gd name="connsiteY413" fmla="*/ 1480185 h 1503997"/>
                <a:gd name="connsiteX414" fmla="*/ 244316 w 299085"/>
                <a:gd name="connsiteY414" fmla="*/ 1478756 h 1503997"/>
                <a:gd name="connsiteX415" fmla="*/ 250984 w 299085"/>
                <a:gd name="connsiteY415" fmla="*/ 1474470 h 1503997"/>
                <a:gd name="connsiteX416" fmla="*/ 249079 w 299085"/>
                <a:gd name="connsiteY416" fmla="*/ 1470660 h 1503997"/>
                <a:gd name="connsiteX417" fmla="*/ 242411 w 299085"/>
                <a:gd name="connsiteY417" fmla="*/ 1470660 h 1503997"/>
                <a:gd name="connsiteX418" fmla="*/ 233839 w 299085"/>
                <a:gd name="connsiteY418" fmla="*/ 1473518 h 1503997"/>
                <a:gd name="connsiteX419" fmla="*/ 206693 w 299085"/>
                <a:gd name="connsiteY419" fmla="*/ 1468755 h 1503997"/>
                <a:gd name="connsiteX420" fmla="*/ 200501 w 299085"/>
                <a:gd name="connsiteY420" fmla="*/ 1466850 h 1503997"/>
                <a:gd name="connsiteX421" fmla="*/ 199073 w 299085"/>
                <a:gd name="connsiteY421" fmla="*/ 1475423 h 1503997"/>
                <a:gd name="connsiteX422" fmla="*/ 198120 w 299085"/>
                <a:gd name="connsiteY422" fmla="*/ 1477804 h 1503997"/>
                <a:gd name="connsiteX423" fmla="*/ 196691 w 299085"/>
                <a:gd name="connsiteY423" fmla="*/ 1478756 h 1503997"/>
                <a:gd name="connsiteX424" fmla="*/ 197168 w 299085"/>
                <a:gd name="connsiteY424" fmla="*/ 1479709 h 1503997"/>
                <a:gd name="connsiteX425" fmla="*/ 200501 w 299085"/>
                <a:gd name="connsiteY425" fmla="*/ 1481138 h 1503997"/>
                <a:gd name="connsiteX426" fmla="*/ 200978 w 299085"/>
                <a:gd name="connsiteY426" fmla="*/ 1482090 h 1503997"/>
                <a:gd name="connsiteX427" fmla="*/ 201454 w 299085"/>
                <a:gd name="connsiteY427" fmla="*/ 1483519 h 1503997"/>
                <a:gd name="connsiteX428" fmla="*/ 202406 w 299085"/>
                <a:gd name="connsiteY428" fmla="*/ 1484471 h 1503997"/>
                <a:gd name="connsiteX429" fmla="*/ 207169 w 299085"/>
                <a:gd name="connsiteY429" fmla="*/ 1483519 h 1503997"/>
                <a:gd name="connsiteX430" fmla="*/ 208121 w 299085"/>
                <a:gd name="connsiteY430" fmla="*/ 1483995 h 1503997"/>
                <a:gd name="connsiteX431" fmla="*/ 208121 w 299085"/>
                <a:gd name="connsiteY431" fmla="*/ 1487329 h 1503997"/>
                <a:gd name="connsiteX432" fmla="*/ 208598 w 299085"/>
                <a:gd name="connsiteY432" fmla="*/ 1488281 h 1503997"/>
                <a:gd name="connsiteX433" fmla="*/ 210026 w 299085"/>
                <a:gd name="connsiteY433" fmla="*/ 1489234 h 1503997"/>
                <a:gd name="connsiteX434" fmla="*/ 213360 w 299085"/>
                <a:gd name="connsiteY434" fmla="*/ 1490663 h 1503997"/>
                <a:gd name="connsiteX435" fmla="*/ 215265 w 299085"/>
                <a:gd name="connsiteY435" fmla="*/ 1493044 h 1503997"/>
                <a:gd name="connsiteX436" fmla="*/ 216694 w 299085"/>
                <a:gd name="connsiteY436" fmla="*/ 1493996 h 1503997"/>
                <a:gd name="connsiteX437" fmla="*/ 222409 w 299085"/>
                <a:gd name="connsiteY437" fmla="*/ 1495425 h 1503997"/>
                <a:gd name="connsiteX438" fmla="*/ 224314 w 299085"/>
                <a:gd name="connsiteY438" fmla="*/ 1495425 h 1503997"/>
                <a:gd name="connsiteX439" fmla="*/ 220504 w 299085"/>
                <a:gd name="connsiteY439" fmla="*/ 1490663 h 1503997"/>
                <a:gd name="connsiteX440" fmla="*/ 218599 w 299085"/>
                <a:gd name="connsiteY440" fmla="*/ 1487329 h 1503997"/>
                <a:gd name="connsiteX441" fmla="*/ 218599 w 299085"/>
                <a:gd name="connsiteY441" fmla="*/ 1485900 h 1503997"/>
                <a:gd name="connsiteX442" fmla="*/ 220504 w 299085"/>
                <a:gd name="connsiteY442" fmla="*/ 1480661 h 1503997"/>
                <a:gd name="connsiteX443" fmla="*/ 223838 w 299085"/>
                <a:gd name="connsiteY443" fmla="*/ 1481138 h 1503997"/>
                <a:gd name="connsiteX444" fmla="*/ 225266 w 299085"/>
                <a:gd name="connsiteY444" fmla="*/ 1481614 h 1503997"/>
                <a:gd name="connsiteX445" fmla="*/ 228600 w 299085"/>
                <a:gd name="connsiteY445" fmla="*/ 1484471 h 1503997"/>
                <a:gd name="connsiteX446" fmla="*/ 230029 w 299085"/>
                <a:gd name="connsiteY446" fmla="*/ 1484948 h 1503997"/>
                <a:gd name="connsiteX447" fmla="*/ 233363 w 299085"/>
                <a:gd name="connsiteY447" fmla="*/ 1483995 h 1503997"/>
                <a:gd name="connsiteX448" fmla="*/ 234315 w 299085"/>
                <a:gd name="connsiteY448" fmla="*/ 1483995 h 1503997"/>
                <a:gd name="connsiteX449" fmla="*/ 234315 w 299085"/>
                <a:gd name="connsiteY449" fmla="*/ 1484948 h 1503997"/>
                <a:gd name="connsiteX450" fmla="*/ 232886 w 299085"/>
                <a:gd name="connsiteY450" fmla="*/ 1488757 h 1503997"/>
                <a:gd name="connsiteX451" fmla="*/ 232886 w 299085"/>
                <a:gd name="connsiteY451" fmla="*/ 1489710 h 1503997"/>
                <a:gd name="connsiteX452" fmla="*/ 234315 w 299085"/>
                <a:gd name="connsiteY452" fmla="*/ 1492092 h 1503997"/>
                <a:gd name="connsiteX453" fmla="*/ 235268 w 299085"/>
                <a:gd name="connsiteY453" fmla="*/ 1493520 h 1503997"/>
                <a:gd name="connsiteX454" fmla="*/ 238125 w 299085"/>
                <a:gd name="connsiteY454" fmla="*/ 1493044 h 1503997"/>
                <a:gd name="connsiteX455" fmla="*/ 241459 w 299085"/>
                <a:gd name="connsiteY455" fmla="*/ 1493996 h 1503997"/>
                <a:gd name="connsiteX456" fmla="*/ 244793 w 299085"/>
                <a:gd name="connsiteY456" fmla="*/ 1493996 h 1503997"/>
                <a:gd name="connsiteX457" fmla="*/ 249079 w 299085"/>
                <a:gd name="connsiteY457" fmla="*/ 1495901 h 1503997"/>
                <a:gd name="connsiteX458" fmla="*/ 253365 w 299085"/>
                <a:gd name="connsiteY458" fmla="*/ 1496854 h 1503997"/>
                <a:gd name="connsiteX459" fmla="*/ 254794 w 299085"/>
                <a:gd name="connsiteY459" fmla="*/ 1497806 h 1503997"/>
                <a:gd name="connsiteX460" fmla="*/ 257175 w 299085"/>
                <a:gd name="connsiteY460" fmla="*/ 1501617 h 1503997"/>
                <a:gd name="connsiteX461" fmla="*/ 259556 w 299085"/>
                <a:gd name="connsiteY461" fmla="*/ 1503045 h 1503997"/>
                <a:gd name="connsiteX462" fmla="*/ 261938 w 299085"/>
                <a:gd name="connsiteY462" fmla="*/ 1503998 h 1503997"/>
                <a:gd name="connsiteX463" fmla="*/ 262890 w 299085"/>
                <a:gd name="connsiteY463" fmla="*/ 1503521 h 1503997"/>
                <a:gd name="connsiteX464" fmla="*/ 262890 w 299085"/>
                <a:gd name="connsiteY464" fmla="*/ 1500664 h 1503997"/>
                <a:gd name="connsiteX465" fmla="*/ 262414 w 299085"/>
                <a:gd name="connsiteY465" fmla="*/ 1497330 h 1503997"/>
                <a:gd name="connsiteX466" fmla="*/ 261938 w 299085"/>
                <a:gd name="connsiteY466" fmla="*/ 1494949 h 1503997"/>
                <a:gd name="connsiteX467" fmla="*/ 286703 w 299085"/>
                <a:gd name="connsiteY467" fmla="*/ 188595 h 1503997"/>
                <a:gd name="connsiteX468" fmla="*/ 279083 w 299085"/>
                <a:gd name="connsiteY468" fmla="*/ 190024 h 1503997"/>
                <a:gd name="connsiteX469" fmla="*/ 274796 w 299085"/>
                <a:gd name="connsiteY469" fmla="*/ 190024 h 1503997"/>
                <a:gd name="connsiteX470" fmla="*/ 271939 w 299085"/>
                <a:gd name="connsiteY470" fmla="*/ 189547 h 1503997"/>
                <a:gd name="connsiteX471" fmla="*/ 270986 w 299085"/>
                <a:gd name="connsiteY471" fmla="*/ 188595 h 1503997"/>
                <a:gd name="connsiteX472" fmla="*/ 269081 w 299085"/>
                <a:gd name="connsiteY472" fmla="*/ 187166 h 1503997"/>
                <a:gd name="connsiteX473" fmla="*/ 268605 w 299085"/>
                <a:gd name="connsiteY473" fmla="*/ 185738 h 1503997"/>
                <a:gd name="connsiteX474" fmla="*/ 268605 w 299085"/>
                <a:gd name="connsiteY474" fmla="*/ 183832 h 1503997"/>
                <a:gd name="connsiteX475" fmla="*/ 269081 w 299085"/>
                <a:gd name="connsiteY475" fmla="*/ 180499 h 1503997"/>
                <a:gd name="connsiteX476" fmla="*/ 268605 w 299085"/>
                <a:gd name="connsiteY476" fmla="*/ 175736 h 1503997"/>
                <a:gd name="connsiteX477" fmla="*/ 266224 w 299085"/>
                <a:gd name="connsiteY477" fmla="*/ 170021 h 1503997"/>
                <a:gd name="connsiteX478" fmla="*/ 266224 w 299085"/>
                <a:gd name="connsiteY478" fmla="*/ 168116 h 1503997"/>
                <a:gd name="connsiteX479" fmla="*/ 265748 w 299085"/>
                <a:gd name="connsiteY479" fmla="*/ 165259 h 1503997"/>
                <a:gd name="connsiteX480" fmla="*/ 264795 w 299085"/>
                <a:gd name="connsiteY480" fmla="*/ 160020 h 1503997"/>
                <a:gd name="connsiteX481" fmla="*/ 261938 w 299085"/>
                <a:gd name="connsiteY481" fmla="*/ 157163 h 1503997"/>
                <a:gd name="connsiteX482" fmla="*/ 260985 w 299085"/>
                <a:gd name="connsiteY482" fmla="*/ 152876 h 1503997"/>
                <a:gd name="connsiteX483" fmla="*/ 260509 w 299085"/>
                <a:gd name="connsiteY483" fmla="*/ 149066 h 1503997"/>
                <a:gd name="connsiteX484" fmla="*/ 258128 w 299085"/>
                <a:gd name="connsiteY484" fmla="*/ 144304 h 1503997"/>
                <a:gd name="connsiteX485" fmla="*/ 257651 w 299085"/>
                <a:gd name="connsiteY485" fmla="*/ 138113 h 1503997"/>
                <a:gd name="connsiteX486" fmla="*/ 257651 w 299085"/>
                <a:gd name="connsiteY486" fmla="*/ 132874 h 1503997"/>
                <a:gd name="connsiteX487" fmla="*/ 253841 w 299085"/>
                <a:gd name="connsiteY487" fmla="*/ 126682 h 1503997"/>
                <a:gd name="connsiteX488" fmla="*/ 249555 w 299085"/>
                <a:gd name="connsiteY488" fmla="*/ 120491 h 1503997"/>
                <a:gd name="connsiteX489" fmla="*/ 246221 w 299085"/>
                <a:gd name="connsiteY489" fmla="*/ 119539 h 1503997"/>
                <a:gd name="connsiteX490" fmla="*/ 245269 w 299085"/>
                <a:gd name="connsiteY490" fmla="*/ 118586 h 1503997"/>
                <a:gd name="connsiteX491" fmla="*/ 244793 w 299085"/>
                <a:gd name="connsiteY491" fmla="*/ 116681 h 1503997"/>
                <a:gd name="connsiteX492" fmla="*/ 244793 w 299085"/>
                <a:gd name="connsiteY492" fmla="*/ 113824 h 1503997"/>
                <a:gd name="connsiteX493" fmla="*/ 245269 w 299085"/>
                <a:gd name="connsiteY493" fmla="*/ 111919 h 1503997"/>
                <a:gd name="connsiteX494" fmla="*/ 247650 w 299085"/>
                <a:gd name="connsiteY494" fmla="*/ 109061 h 1503997"/>
                <a:gd name="connsiteX495" fmla="*/ 247650 w 299085"/>
                <a:gd name="connsiteY495" fmla="*/ 108585 h 1503997"/>
                <a:gd name="connsiteX496" fmla="*/ 247174 w 299085"/>
                <a:gd name="connsiteY496" fmla="*/ 108109 h 1503997"/>
                <a:gd name="connsiteX497" fmla="*/ 240506 w 299085"/>
                <a:gd name="connsiteY497" fmla="*/ 103822 h 1503997"/>
                <a:gd name="connsiteX498" fmla="*/ 238601 w 299085"/>
                <a:gd name="connsiteY498" fmla="*/ 102394 h 1503997"/>
                <a:gd name="connsiteX499" fmla="*/ 238125 w 299085"/>
                <a:gd name="connsiteY499" fmla="*/ 100965 h 1503997"/>
                <a:gd name="connsiteX500" fmla="*/ 238125 w 299085"/>
                <a:gd name="connsiteY500" fmla="*/ 99536 h 1503997"/>
                <a:gd name="connsiteX501" fmla="*/ 239554 w 299085"/>
                <a:gd name="connsiteY501" fmla="*/ 98107 h 1503997"/>
                <a:gd name="connsiteX502" fmla="*/ 240506 w 299085"/>
                <a:gd name="connsiteY502" fmla="*/ 97155 h 1503997"/>
                <a:gd name="connsiteX503" fmla="*/ 239078 w 299085"/>
                <a:gd name="connsiteY503" fmla="*/ 94297 h 1503997"/>
                <a:gd name="connsiteX504" fmla="*/ 239078 w 299085"/>
                <a:gd name="connsiteY504" fmla="*/ 91440 h 1503997"/>
                <a:gd name="connsiteX505" fmla="*/ 238125 w 299085"/>
                <a:gd name="connsiteY505" fmla="*/ 90488 h 1503997"/>
                <a:gd name="connsiteX506" fmla="*/ 238125 w 299085"/>
                <a:gd name="connsiteY506" fmla="*/ 89535 h 1503997"/>
                <a:gd name="connsiteX507" fmla="*/ 239078 w 299085"/>
                <a:gd name="connsiteY507" fmla="*/ 88582 h 1503997"/>
                <a:gd name="connsiteX508" fmla="*/ 243364 w 299085"/>
                <a:gd name="connsiteY508" fmla="*/ 87630 h 1503997"/>
                <a:gd name="connsiteX509" fmla="*/ 244793 w 299085"/>
                <a:gd name="connsiteY509" fmla="*/ 84772 h 1503997"/>
                <a:gd name="connsiteX510" fmla="*/ 244793 w 299085"/>
                <a:gd name="connsiteY510" fmla="*/ 82391 h 1503997"/>
                <a:gd name="connsiteX511" fmla="*/ 244316 w 299085"/>
                <a:gd name="connsiteY511" fmla="*/ 80963 h 1503997"/>
                <a:gd name="connsiteX512" fmla="*/ 240506 w 299085"/>
                <a:gd name="connsiteY512" fmla="*/ 77153 h 1503997"/>
                <a:gd name="connsiteX513" fmla="*/ 240506 w 299085"/>
                <a:gd name="connsiteY513" fmla="*/ 76676 h 1503997"/>
                <a:gd name="connsiteX514" fmla="*/ 244793 w 299085"/>
                <a:gd name="connsiteY514" fmla="*/ 70961 h 1503997"/>
                <a:gd name="connsiteX515" fmla="*/ 247650 w 299085"/>
                <a:gd name="connsiteY515" fmla="*/ 67151 h 1503997"/>
                <a:gd name="connsiteX516" fmla="*/ 248603 w 299085"/>
                <a:gd name="connsiteY516" fmla="*/ 66199 h 1503997"/>
                <a:gd name="connsiteX517" fmla="*/ 248126 w 299085"/>
                <a:gd name="connsiteY517" fmla="*/ 65246 h 1503997"/>
                <a:gd name="connsiteX518" fmla="*/ 247174 w 299085"/>
                <a:gd name="connsiteY518" fmla="*/ 64294 h 1503997"/>
                <a:gd name="connsiteX519" fmla="*/ 245269 w 299085"/>
                <a:gd name="connsiteY519" fmla="*/ 62865 h 1503997"/>
                <a:gd name="connsiteX520" fmla="*/ 242888 w 299085"/>
                <a:gd name="connsiteY520" fmla="*/ 61436 h 1503997"/>
                <a:gd name="connsiteX521" fmla="*/ 240983 w 299085"/>
                <a:gd name="connsiteY521" fmla="*/ 59531 h 1503997"/>
                <a:gd name="connsiteX522" fmla="*/ 238125 w 299085"/>
                <a:gd name="connsiteY522" fmla="*/ 56674 h 1503997"/>
                <a:gd name="connsiteX523" fmla="*/ 234791 w 299085"/>
                <a:gd name="connsiteY523" fmla="*/ 54293 h 1503997"/>
                <a:gd name="connsiteX524" fmla="*/ 232410 w 299085"/>
                <a:gd name="connsiteY524" fmla="*/ 51911 h 1503997"/>
                <a:gd name="connsiteX525" fmla="*/ 230981 w 299085"/>
                <a:gd name="connsiteY525" fmla="*/ 50006 h 1503997"/>
                <a:gd name="connsiteX526" fmla="*/ 230981 w 299085"/>
                <a:gd name="connsiteY526" fmla="*/ 48101 h 1503997"/>
                <a:gd name="connsiteX527" fmla="*/ 230505 w 299085"/>
                <a:gd name="connsiteY527" fmla="*/ 44768 h 1503997"/>
                <a:gd name="connsiteX528" fmla="*/ 229076 w 299085"/>
                <a:gd name="connsiteY528" fmla="*/ 39529 h 1503997"/>
                <a:gd name="connsiteX529" fmla="*/ 228600 w 299085"/>
                <a:gd name="connsiteY529" fmla="*/ 35719 h 1503997"/>
                <a:gd name="connsiteX530" fmla="*/ 228124 w 299085"/>
                <a:gd name="connsiteY530" fmla="*/ 31432 h 1503997"/>
                <a:gd name="connsiteX531" fmla="*/ 227648 w 299085"/>
                <a:gd name="connsiteY531" fmla="*/ 28575 h 1503997"/>
                <a:gd name="connsiteX532" fmla="*/ 227171 w 299085"/>
                <a:gd name="connsiteY532" fmla="*/ 26194 h 1503997"/>
                <a:gd name="connsiteX533" fmla="*/ 226219 w 299085"/>
                <a:gd name="connsiteY533" fmla="*/ 23336 h 1503997"/>
                <a:gd name="connsiteX534" fmla="*/ 225743 w 299085"/>
                <a:gd name="connsiteY534" fmla="*/ 21431 h 1503997"/>
                <a:gd name="connsiteX535" fmla="*/ 226695 w 299085"/>
                <a:gd name="connsiteY535" fmla="*/ 20003 h 1503997"/>
                <a:gd name="connsiteX536" fmla="*/ 227648 w 299085"/>
                <a:gd name="connsiteY536" fmla="*/ 19050 h 1503997"/>
                <a:gd name="connsiteX537" fmla="*/ 227648 w 299085"/>
                <a:gd name="connsiteY537" fmla="*/ 18574 h 1503997"/>
                <a:gd name="connsiteX538" fmla="*/ 221456 w 299085"/>
                <a:gd name="connsiteY538" fmla="*/ 15716 h 1503997"/>
                <a:gd name="connsiteX539" fmla="*/ 220504 w 299085"/>
                <a:gd name="connsiteY539" fmla="*/ 14764 h 1503997"/>
                <a:gd name="connsiteX540" fmla="*/ 219075 w 299085"/>
                <a:gd name="connsiteY540" fmla="*/ 9049 h 1503997"/>
                <a:gd name="connsiteX541" fmla="*/ 214313 w 299085"/>
                <a:gd name="connsiteY541" fmla="*/ 3810 h 1503997"/>
                <a:gd name="connsiteX542" fmla="*/ 213836 w 299085"/>
                <a:gd name="connsiteY542" fmla="*/ 0 h 1503997"/>
                <a:gd name="connsiteX543" fmla="*/ 211455 w 299085"/>
                <a:gd name="connsiteY543" fmla="*/ 2381 h 1503997"/>
                <a:gd name="connsiteX544" fmla="*/ 208121 w 299085"/>
                <a:gd name="connsiteY544" fmla="*/ 5239 h 1503997"/>
                <a:gd name="connsiteX545" fmla="*/ 203835 w 299085"/>
                <a:gd name="connsiteY545" fmla="*/ 5715 h 1503997"/>
                <a:gd name="connsiteX546" fmla="*/ 202406 w 299085"/>
                <a:gd name="connsiteY546" fmla="*/ 7144 h 1503997"/>
                <a:gd name="connsiteX547" fmla="*/ 202883 w 299085"/>
                <a:gd name="connsiteY547" fmla="*/ 10001 h 1503997"/>
                <a:gd name="connsiteX548" fmla="*/ 204311 w 299085"/>
                <a:gd name="connsiteY548" fmla="*/ 13811 h 1503997"/>
                <a:gd name="connsiteX549" fmla="*/ 204311 w 299085"/>
                <a:gd name="connsiteY549" fmla="*/ 17145 h 1503997"/>
                <a:gd name="connsiteX550" fmla="*/ 202883 w 299085"/>
                <a:gd name="connsiteY550" fmla="*/ 20955 h 1503997"/>
                <a:gd name="connsiteX551" fmla="*/ 200025 w 299085"/>
                <a:gd name="connsiteY551" fmla="*/ 24765 h 1503997"/>
                <a:gd name="connsiteX552" fmla="*/ 195739 w 299085"/>
                <a:gd name="connsiteY552" fmla="*/ 27622 h 1503997"/>
                <a:gd name="connsiteX553" fmla="*/ 191453 w 299085"/>
                <a:gd name="connsiteY553" fmla="*/ 29051 h 1503997"/>
                <a:gd name="connsiteX554" fmla="*/ 188119 w 299085"/>
                <a:gd name="connsiteY554" fmla="*/ 29051 h 1503997"/>
                <a:gd name="connsiteX555" fmla="*/ 184785 w 299085"/>
                <a:gd name="connsiteY555" fmla="*/ 29528 h 1503997"/>
                <a:gd name="connsiteX556" fmla="*/ 183356 w 299085"/>
                <a:gd name="connsiteY556" fmla="*/ 30004 h 1503997"/>
                <a:gd name="connsiteX557" fmla="*/ 185261 w 299085"/>
                <a:gd name="connsiteY557" fmla="*/ 31909 h 1503997"/>
                <a:gd name="connsiteX558" fmla="*/ 186214 w 299085"/>
                <a:gd name="connsiteY558" fmla="*/ 38576 h 1503997"/>
                <a:gd name="connsiteX559" fmla="*/ 186214 w 299085"/>
                <a:gd name="connsiteY559" fmla="*/ 46672 h 1503997"/>
                <a:gd name="connsiteX560" fmla="*/ 188119 w 299085"/>
                <a:gd name="connsiteY560" fmla="*/ 61913 h 1503997"/>
                <a:gd name="connsiteX561" fmla="*/ 190500 w 299085"/>
                <a:gd name="connsiteY561" fmla="*/ 69532 h 1503997"/>
                <a:gd name="connsiteX562" fmla="*/ 190976 w 299085"/>
                <a:gd name="connsiteY562" fmla="*/ 73819 h 1503997"/>
                <a:gd name="connsiteX563" fmla="*/ 192405 w 299085"/>
                <a:gd name="connsiteY563" fmla="*/ 77153 h 1503997"/>
                <a:gd name="connsiteX564" fmla="*/ 192881 w 299085"/>
                <a:gd name="connsiteY564" fmla="*/ 80486 h 1503997"/>
                <a:gd name="connsiteX565" fmla="*/ 192881 w 299085"/>
                <a:gd name="connsiteY565" fmla="*/ 95250 h 1503997"/>
                <a:gd name="connsiteX566" fmla="*/ 191453 w 299085"/>
                <a:gd name="connsiteY566" fmla="*/ 105728 h 1503997"/>
                <a:gd name="connsiteX567" fmla="*/ 191453 w 299085"/>
                <a:gd name="connsiteY567" fmla="*/ 112395 h 1503997"/>
                <a:gd name="connsiteX568" fmla="*/ 195263 w 299085"/>
                <a:gd name="connsiteY568" fmla="*/ 130969 h 1503997"/>
                <a:gd name="connsiteX569" fmla="*/ 195739 w 299085"/>
                <a:gd name="connsiteY569" fmla="*/ 134779 h 1503997"/>
                <a:gd name="connsiteX570" fmla="*/ 195263 w 299085"/>
                <a:gd name="connsiteY570" fmla="*/ 139541 h 1503997"/>
                <a:gd name="connsiteX571" fmla="*/ 193834 w 299085"/>
                <a:gd name="connsiteY571" fmla="*/ 144780 h 1503997"/>
                <a:gd name="connsiteX572" fmla="*/ 192881 w 299085"/>
                <a:gd name="connsiteY572" fmla="*/ 152876 h 1503997"/>
                <a:gd name="connsiteX573" fmla="*/ 191929 w 299085"/>
                <a:gd name="connsiteY573" fmla="*/ 156686 h 1503997"/>
                <a:gd name="connsiteX574" fmla="*/ 190500 w 299085"/>
                <a:gd name="connsiteY574" fmla="*/ 164306 h 1503997"/>
                <a:gd name="connsiteX575" fmla="*/ 189548 w 299085"/>
                <a:gd name="connsiteY575" fmla="*/ 177165 h 1503997"/>
                <a:gd name="connsiteX576" fmla="*/ 187166 w 299085"/>
                <a:gd name="connsiteY576" fmla="*/ 187643 h 1503997"/>
                <a:gd name="connsiteX577" fmla="*/ 185261 w 299085"/>
                <a:gd name="connsiteY577" fmla="*/ 191929 h 1503997"/>
                <a:gd name="connsiteX578" fmla="*/ 183356 w 299085"/>
                <a:gd name="connsiteY578" fmla="*/ 194310 h 1503997"/>
                <a:gd name="connsiteX579" fmla="*/ 179546 w 299085"/>
                <a:gd name="connsiteY579" fmla="*/ 195263 h 1503997"/>
                <a:gd name="connsiteX580" fmla="*/ 179546 w 299085"/>
                <a:gd name="connsiteY580" fmla="*/ 199549 h 1503997"/>
                <a:gd name="connsiteX581" fmla="*/ 178594 w 299085"/>
                <a:gd name="connsiteY581" fmla="*/ 202406 h 1503997"/>
                <a:gd name="connsiteX582" fmla="*/ 178594 w 299085"/>
                <a:gd name="connsiteY582" fmla="*/ 206216 h 1503997"/>
                <a:gd name="connsiteX583" fmla="*/ 180975 w 299085"/>
                <a:gd name="connsiteY583" fmla="*/ 210503 h 1503997"/>
                <a:gd name="connsiteX584" fmla="*/ 184309 w 299085"/>
                <a:gd name="connsiteY584" fmla="*/ 211931 h 1503997"/>
                <a:gd name="connsiteX585" fmla="*/ 185261 w 299085"/>
                <a:gd name="connsiteY585" fmla="*/ 213360 h 1503997"/>
                <a:gd name="connsiteX586" fmla="*/ 184785 w 299085"/>
                <a:gd name="connsiteY586" fmla="*/ 216694 h 1503997"/>
                <a:gd name="connsiteX587" fmla="*/ 181928 w 299085"/>
                <a:gd name="connsiteY587" fmla="*/ 220980 h 1503997"/>
                <a:gd name="connsiteX588" fmla="*/ 181451 w 299085"/>
                <a:gd name="connsiteY588" fmla="*/ 224790 h 1503997"/>
                <a:gd name="connsiteX589" fmla="*/ 180975 w 299085"/>
                <a:gd name="connsiteY589" fmla="*/ 227647 h 1503997"/>
                <a:gd name="connsiteX590" fmla="*/ 181451 w 299085"/>
                <a:gd name="connsiteY590" fmla="*/ 233363 h 1503997"/>
                <a:gd name="connsiteX591" fmla="*/ 180023 w 299085"/>
                <a:gd name="connsiteY591" fmla="*/ 240506 h 1503997"/>
                <a:gd name="connsiteX592" fmla="*/ 179070 w 299085"/>
                <a:gd name="connsiteY592" fmla="*/ 251460 h 1503997"/>
                <a:gd name="connsiteX593" fmla="*/ 179546 w 299085"/>
                <a:gd name="connsiteY593" fmla="*/ 256222 h 1503997"/>
                <a:gd name="connsiteX594" fmla="*/ 183356 w 299085"/>
                <a:gd name="connsiteY594" fmla="*/ 270510 h 1503997"/>
                <a:gd name="connsiteX595" fmla="*/ 183356 w 299085"/>
                <a:gd name="connsiteY595" fmla="*/ 273368 h 1503997"/>
                <a:gd name="connsiteX596" fmla="*/ 181928 w 299085"/>
                <a:gd name="connsiteY596" fmla="*/ 277654 h 1503997"/>
                <a:gd name="connsiteX597" fmla="*/ 179070 w 299085"/>
                <a:gd name="connsiteY597" fmla="*/ 281464 h 1503997"/>
                <a:gd name="connsiteX598" fmla="*/ 177165 w 299085"/>
                <a:gd name="connsiteY598" fmla="*/ 283369 h 1503997"/>
                <a:gd name="connsiteX599" fmla="*/ 174308 w 299085"/>
                <a:gd name="connsiteY599" fmla="*/ 291941 h 1503997"/>
                <a:gd name="connsiteX600" fmla="*/ 174784 w 299085"/>
                <a:gd name="connsiteY600" fmla="*/ 294799 h 1503997"/>
                <a:gd name="connsiteX601" fmla="*/ 177165 w 299085"/>
                <a:gd name="connsiteY601" fmla="*/ 299561 h 1503997"/>
                <a:gd name="connsiteX602" fmla="*/ 176213 w 299085"/>
                <a:gd name="connsiteY602" fmla="*/ 308134 h 1503997"/>
                <a:gd name="connsiteX603" fmla="*/ 176689 w 299085"/>
                <a:gd name="connsiteY603" fmla="*/ 311944 h 1503997"/>
                <a:gd name="connsiteX604" fmla="*/ 175260 w 299085"/>
                <a:gd name="connsiteY604" fmla="*/ 315278 h 1503997"/>
                <a:gd name="connsiteX605" fmla="*/ 174308 w 299085"/>
                <a:gd name="connsiteY605" fmla="*/ 321469 h 1503997"/>
                <a:gd name="connsiteX606" fmla="*/ 170974 w 299085"/>
                <a:gd name="connsiteY606" fmla="*/ 330041 h 1503997"/>
                <a:gd name="connsiteX607" fmla="*/ 170498 w 299085"/>
                <a:gd name="connsiteY607" fmla="*/ 333851 h 1503997"/>
                <a:gd name="connsiteX608" fmla="*/ 167640 w 299085"/>
                <a:gd name="connsiteY608" fmla="*/ 342424 h 1503997"/>
                <a:gd name="connsiteX609" fmla="*/ 167164 w 299085"/>
                <a:gd name="connsiteY609" fmla="*/ 346710 h 1503997"/>
                <a:gd name="connsiteX610" fmla="*/ 167164 w 299085"/>
                <a:gd name="connsiteY610" fmla="*/ 353854 h 1503997"/>
                <a:gd name="connsiteX611" fmla="*/ 166688 w 299085"/>
                <a:gd name="connsiteY611" fmla="*/ 356711 h 1503997"/>
                <a:gd name="connsiteX612" fmla="*/ 166211 w 299085"/>
                <a:gd name="connsiteY612" fmla="*/ 357664 h 1503997"/>
                <a:gd name="connsiteX613" fmla="*/ 162401 w 299085"/>
                <a:gd name="connsiteY613" fmla="*/ 361474 h 1503997"/>
                <a:gd name="connsiteX614" fmla="*/ 161449 w 299085"/>
                <a:gd name="connsiteY614" fmla="*/ 364807 h 1503997"/>
                <a:gd name="connsiteX615" fmla="*/ 159068 w 299085"/>
                <a:gd name="connsiteY615" fmla="*/ 373856 h 1503997"/>
                <a:gd name="connsiteX616" fmla="*/ 158115 w 299085"/>
                <a:gd name="connsiteY616" fmla="*/ 385286 h 1503997"/>
                <a:gd name="connsiteX617" fmla="*/ 155258 w 299085"/>
                <a:gd name="connsiteY617" fmla="*/ 390049 h 1503997"/>
                <a:gd name="connsiteX618" fmla="*/ 153829 w 299085"/>
                <a:gd name="connsiteY618" fmla="*/ 396240 h 1503997"/>
                <a:gd name="connsiteX619" fmla="*/ 150971 w 299085"/>
                <a:gd name="connsiteY619" fmla="*/ 400050 h 1503997"/>
                <a:gd name="connsiteX620" fmla="*/ 147161 w 299085"/>
                <a:gd name="connsiteY620" fmla="*/ 402907 h 1503997"/>
                <a:gd name="connsiteX621" fmla="*/ 146209 w 299085"/>
                <a:gd name="connsiteY621" fmla="*/ 405289 h 1503997"/>
                <a:gd name="connsiteX622" fmla="*/ 147161 w 299085"/>
                <a:gd name="connsiteY622" fmla="*/ 415290 h 1503997"/>
                <a:gd name="connsiteX623" fmla="*/ 151448 w 299085"/>
                <a:gd name="connsiteY623" fmla="*/ 421005 h 1503997"/>
                <a:gd name="connsiteX624" fmla="*/ 152400 w 299085"/>
                <a:gd name="connsiteY624" fmla="*/ 424339 h 1503997"/>
                <a:gd name="connsiteX625" fmla="*/ 152876 w 299085"/>
                <a:gd name="connsiteY625" fmla="*/ 431959 h 1503997"/>
                <a:gd name="connsiteX626" fmla="*/ 151924 w 299085"/>
                <a:gd name="connsiteY626" fmla="*/ 442436 h 1503997"/>
                <a:gd name="connsiteX627" fmla="*/ 150019 w 299085"/>
                <a:gd name="connsiteY627" fmla="*/ 450056 h 1503997"/>
                <a:gd name="connsiteX628" fmla="*/ 140970 w 299085"/>
                <a:gd name="connsiteY628" fmla="*/ 457200 h 1503997"/>
                <a:gd name="connsiteX629" fmla="*/ 139541 w 299085"/>
                <a:gd name="connsiteY629" fmla="*/ 468154 h 1503997"/>
                <a:gd name="connsiteX630" fmla="*/ 139541 w 299085"/>
                <a:gd name="connsiteY630" fmla="*/ 472916 h 1503997"/>
                <a:gd name="connsiteX631" fmla="*/ 141446 w 299085"/>
                <a:gd name="connsiteY631" fmla="*/ 481489 h 1503997"/>
                <a:gd name="connsiteX632" fmla="*/ 140970 w 299085"/>
                <a:gd name="connsiteY632" fmla="*/ 488156 h 1503997"/>
                <a:gd name="connsiteX633" fmla="*/ 143828 w 299085"/>
                <a:gd name="connsiteY633" fmla="*/ 500063 h 1503997"/>
                <a:gd name="connsiteX634" fmla="*/ 145733 w 299085"/>
                <a:gd name="connsiteY634" fmla="*/ 511493 h 1503997"/>
                <a:gd name="connsiteX635" fmla="*/ 146209 w 299085"/>
                <a:gd name="connsiteY635" fmla="*/ 526732 h 1503997"/>
                <a:gd name="connsiteX636" fmla="*/ 149543 w 299085"/>
                <a:gd name="connsiteY636" fmla="*/ 533400 h 1503997"/>
                <a:gd name="connsiteX637" fmla="*/ 148114 w 299085"/>
                <a:gd name="connsiteY637" fmla="*/ 539115 h 1503997"/>
                <a:gd name="connsiteX638" fmla="*/ 148590 w 299085"/>
                <a:gd name="connsiteY638" fmla="*/ 543877 h 1503997"/>
                <a:gd name="connsiteX639" fmla="*/ 143828 w 299085"/>
                <a:gd name="connsiteY639" fmla="*/ 555307 h 1503997"/>
                <a:gd name="connsiteX640" fmla="*/ 142399 w 299085"/>
                <a:gd name="connsiteY640" fmla="*/ 557213 h 1503997"/>
                <a:gd name="connsiteX641" fmla="*/ 138589 w 299085"/>
                <a:gd name="connsiteY641" fmla="*/ 560070 h 1503997"/>
                <a:gd name="connsiteX642" fmla="*/ 140018 w 299085"/>
                <a:gd name="connsiteY642" fmla="*/ 567214 h 1503997"/>
                <a:gd name="connsiteX643" fmla="*/ 140018 w 299085"/>
                <a:gd name="connsiteY643" fmla="*/ 572452 h 1503997"/>
                <a:gd name="connsiteX644" fmla="*/ 141923 w 299085"/>
                <a:gd name="connsiteY644" fmla="*/ 575786 h 1503997"/>
                <a:gd name="connsiteX645" fmla="*/ 140970 w 299085"/>
                <a:gd name="connsiteY645" fmla="*/ 581025 h 1503997"/>
                <a:gd name="connsiteX646" fmla="*/ 135255 w 299085"/>
                <a:gd name="connsiteY646" fmla="*/ 587217 h 1503997"/>
                <a:gd name="connsiteX647" fmla="*/ 134303 w 299085"/>
                <a:gd name="connsiteY647" fmla="*/ 590074 h 1503997"/>
                <a:gd name="connsiteX648" fmla="*/ 131921 w 299085"/>
                <a:gd name="connsiteY648" fmla="*/ 594836 h 1503997"/>
                <a:gd name="connsiteX649" fmla="*/ 129540 w 299085"/>
                <a:gd name="connsiteY649" fmla="*/ 600551 h 1503997"/>
                <a:gd name="connsiteX650" fmla="*/ 130016 w 299085"/>
                <a:gd name="connsiteY650" fmla="*/ 605314 h 1503997"/>
                <a:gd name="connsiteX651" fmla="*/ 128588 w 299085"/>
                <a:gd name="connsiteY651" fmla="*/ 610552 h 1503997"/>
                <a:gd name="connsiteX652" fmla="*/ 127635 w 299085"/>
                <a:gd name="connsiteY652" fmla="*/ 618173 h 1503997"/>
                <a:gd name="connsiteX653" fmla="*/ 123349 w 299085"/>
                <a:gd name="connsiteY653" fmla="*/ 629602 h 1503997"/>
                <a:gd name="connsiteX654" fmla="*/ 121920 w 299085"/>
                <a:gd name="connsiteY654" fmla="*/ 636270 h 1503997"/>
                <a:gd name="connsiteX655" fmla="*/ 116205 w 299085"/>
                <a:gd name="connsiteY655" fmla="*/ 641985 h 1503997"/>
                <a:gd name="connsiteX656" fmla="*/ 113824 w 299085"/>
                <a:gd name="connsiteY656" fmla="*/ 645795 h 1503997"/>
                <a:gd name="connsiteX657" fmla="*/ 111919 w 299085"/>
                <a:gd name="connsiteY657" fmla="*/ 650081 h 1503997"/>
                <a:gd name="connsiteX658" fmla="*/ 110014 w 299085"/>
                <a:gd name="connsiteY658" fmla="*/ 652463 h 1503997"/>
                <a:gd name="connsiteX659" fmla="*/ 108109 w 299085"/>
                <a:gd name="connsiteY659" fmla="*/ 655320 h 1503997"/>
                <a:gd name="connsiteX660" fmla="*/ 109538 w 299085"/>
                <a:gd name="connsiteY660" fmla="*/ 661988 h 1503997"/>
                <a:gd name="connsiteX661" fmla="*/ 106204 w 299085"/>
                <a:gd name="connsiteY661" fmla="*/ 666274 h 1503997"/>
                <a:gd name="connsiteX662" fmla="*/ 102870 w 299085"/>
                <a:gd name="connsiteY662" fmla="*/ 670084 h 1503997"/>
                <a:gd name="connsiteX663" fmla="*/ 99536 w 299085"/>
                <a:gd name="connsiteY663" fmla="*/ 685800 h 1503997"/>
                <a:gd name="connsiteX664" fmla="*/ 96203 w 299085"/>
                <a:gd name="connsiteY664" fmla="*/ 691515 h 1503997"/>
                <a:gd name="connsiteX665" fmla="*/ 94774 w 299085"/>
                <a:gd name="connsiteY665" fmla="*/ 695801 h 1503997"/>
                <a:gd name="connsiteX666" fmla="*/ 90964 w 299085"/>
                <a:gd name="connsiteY666" fmla="*/ 697706 h 1503997"/>
                <a:gd name="connsiteX667" fmla="*/ 90488 w 299085"/>
                <a:gd name="connsiteY667" fmla="*/ 701993 h 1503997"/>
                <a:gd name="connsiteX668" fmla="*/ 90011 w 299085"/>
                <a:gd name="connsiteY668" fmla="*/ 704850 h 1503997"/>
                <a:gd name="connsiteX669" fmla="*/ 89059 w 299085"/>
                <a:gd name="connsiteY669" fmla="*/ 711518 h 1503997"/>
                <a:gd name="connsiteX670" fmla="*/ 87630 w 299085"/>
                <a:gd name="connsiteY670" fmla="*/ 715804 h 1503997"/>
                <a:gd name="connsiteX671" fmla="*/ 85725 w 299085"/>
                <a:gd name="connsiteY671" fmla="*/ 717232 h 1503997"/>
                <a:gd name="connsiteX672" fmla="*/ 82391 w 299085"/>
                <a:gd name="connsiteY672" fmla="*/ 717709 h 1503997"/>
                <a:gd name="connsiteX673" fmla="*/ 74771 w 299085"/>
                <a:gd name="connsiteY673" fmla="*/ 716280 h 1503997"/>
                <a:gd name="connsiteX674" fmla="*/ 73819 w 299085"/>
                <a:gd name="connsiteY674" fmla="*/ 718661 h 1503997"/>
                <a:gd name="connsiteX675" fmla="*/ 72866 w 299085"/>
                <a:gd name="connsiteY675" fmla="*/ 721995 h 1503997"/>
                <a:gd name="connsiteX676" fmla="*/ 74771 w 299085"/>
                <a:gd name="connsiteY676" fmla="*/ 727234 h 1503997"/>
                <a:gd name="connsiteX677" fmla="*/ 72866 w 299085"/>
                <a:gd name="connsiteY677" fmla="*/ 731520 h 1503997"/>
                <a:gd name="connsiteX678" fmla="*/ 72866 w 299085"/>
                <a:gd name="connsiteY678" fmla="*/ 735806 h 1503997"/>
                <a:gd name="connsiteX679" fmla="*/ 77629 w 299085"/>
                <a:gd name="connsiteY679" fmla="*/ 743902 h 1503997"/>
                <a:gd name="connsiteX680" fmla="*/ 79534 w 299085"/>
                <a:gd name="connsiteY680" fmla="*/ 749142 h 1503997"/>
                <a:gd name="connsiteX681" fmla="*/ 79058 w 299085"/>
                <a:gd name="connsiteY681" fmla="*/ 752475 h 1503997"/>
                <a:gd name="connsiteX682" fmla="*/ 77153 w 299085"/>
                <a:gd name="connsiteY682" fmla="*/ 761524 h 1503997"/>
                <a:gd name="connsiteX683" fmla="*/ 77629 w 299085"/>
                <a:gd name="connsiteY683" fmla="*/ 767239 h 1503997"/>
                <a:gd name="connsiteX684" fmla="*/ 79058 w 299085"/>
                <a:gd name="connsiteY684" fmla="*/ 771525 h 1503997"/>
                <a:gd name="connsiteX685" fmla="*/ 87630 w 299085"/>
                <a:gd name="connsiteY685" fmla="*/ 795338 h 1503997"/>
                <a:gd name="connsiteX686" fmla="*/ 86678 w 299085"/>
                <a:gd name="connsiteY686" fmla="*/ 802957 h 1503997"/>
                <a:gd name="connsiteX687" fmla="*/ 81439 w 299085"/>
                <a:gd name="connsiteY687" fmla="*/ 817245 h 1503997"/>
                <a:gd name="connsiteX688" fmla="*/ 79058 w 299085"/>
                <a:gd name="connsiteY688" fmla="*/ 819626 h 1503997"/>
                <a:gd name="connsiteX689" fmla="*/ 72866 w 299085"/>
                <a:gd name="connsiteY689" fmla="*/ 823913 h 1503997"/>
                <a:gd name="connsiteX690" fmla="*/ 72866 w 299085"/>
                <a:gd name="connsiteY690" fmla="*/ 828675 h 1503997"/>
                <a:gd name="connsiteX691" fmla="*/ 70485 w 299085"/>
                <a:gd name="connsiteY691" fmla="*/ 835819 h 1503997"/>
                <a:gd name="connsiteX692" fmla="*/ 69056 w 299085"/>
                <a:gd name="connsiteY692" fmla="*/ 843915 h 1503997"/>
                <a:gd name="connsiteX693" fmla="*/ 64294 w 299085"/>
                <a:gd name="connsiteY693" fmla="*/ 860107 h 1503997"/>
                <a:gd name="connsiteX694" fmla="*/ 61913 w 299085"/>
                <a:gd name="connsiteY694" fmla="*/ 864394 h 1503997"/>
                <a:gd name="connsiteX695" fmla="*/ 62389 w 299085"/>
                <a:gd name="connsiteY695" fmla="*/ 870109 h 1503997"/>
                <a:gd name="connsiteX696" fmla="*/ 65246 w 299085"/>
                <a:gd name="connsiteY696" fmla="*/ 878205 h 1503997"/>
                <a:gd name="connsiteX697" fmla="*/ 66199 w 299085"/>
                <a:gd name="connsiteY697" fmla="*/ 883444 h 1503997"/>
                <a:gd name="connsiteX698" fmla="*/ 67628 w 299085"/>
                <a:gd name="connsiteY698" fmla="*/ 886301 h 1503997"/>
                <a:gd name="connsiteX699" fmla="*/ 70961 w 299085"/>
                <a:gd name="connsiteY699" fmla="*/ 888682 h 1503997"/>
                <a:gd name="connsiteX700" fmla="*/ 73819 w 299085"/>
                <a:gd name="connsiteY700" fmla="*/ 889159 h 1503997"/>
                <a:gd name="connsiteX701" fmla="*/ 73819 w 299085"/>
                <a:gd name="connsiteY701" fmla="*/ 890588 h 1503997"/>
                <a:gd name="connsiteX702" fmla="*/ 71438 w 299085"/>
                <a:gd name="connsiteY702" fmla="*/ 891540 h 1503997"/>
                <a:gd name="connsiteX703" fmla="*/ 70485 w 299085"/>
                <a:gd name="connsiteY703" fmla="*/ 893921 h 1503997"/>
                <a:gd name="connsiteX704" fmla="*/ 70009 w 299085"/>
                <a:gd name="connsiteY704" fmla="*/ 895826 h 1503997"/>
                <a:gd name="connsiteX705" fmla="*/ 73819 w 299085"/>
                <a:gd name="connsiteY705" fmla="*/ 897255 h 1503997"/>
                <a:gd name="connsiteX706" fmla="*/ 77153 w 299085"/>
                <a:gd name="connsiteY706" fmla="*/ 898207 h 1503997"/>
                <a:gd name="connsiteX707" fmla="*/ 86678 w 299085"/>
                <a:gd name="connsiteY707" fmla="*/ 897731 h 1503997"/>
                <a:gd name="connsiteX708" fmla="*/ 89059 w 299085"/>
                <a:gd name="connsiteY708" fmla="*/ 896302 h 1503997"/>
                <a:gd name="connsiteX709" fmla="*/ 94298 w 299085"/>
                <a:gd name="connsiteY709" fmla="*/ 888206 h 1503997"/>
                <a:gd name="connsiteX710" fmla="*/ 96203 w 299085"/>
                <a:gd name="connsiteY710" fmla="*/ 887254 h 1503997"/>
                <a:gd name="connsiteX711" fmla="*/ 98584 w 299085"/>
                <a:gd name="connsiteY711" fmla="*/ 887254 h 1503997"/>
                <a:gd name="connsiteX712" fmla="*/ 100965 w 299085"/>
                <a:gd name="connsiteY712" fmla="*/ 888206 h 1503997"/>
                <a:gd name="connsiteX713" fmla="*/ 105728 w 299085"/>
                <a:gd name="connsiteY713" fmla="*/ 892969 h 1503997"/>
                <a:gd name="connsiteX714" fmla="*/ 108109 w 299085"/>
                <a:gd name="connsiteY714" fmla="*/ 893921 h 1503997"/>
                <a:gd name="connsiteX715" fmla="*/ 110014 w 299085"/>
                <a:gd name="connsiteY715" fmla="*/ 894398 h 1503997"/>
                <a:gd name="connsiteX716" fmla="*/ 113824 w 299085"/>
                <a:gd name="connsiteY716" fmla="*/ 892493 h 1503997"/>
                <a:gd name="connsiteX717" fmla="*/ 116205 w 299085"/>
                <a:gd name="connsiteY717" fmla="*/ 887254 h 1503997"/>
                <a:gd name="connsiteX718" fmla="*/ 117634 w 299085"/>
                <a:gd name="connsiteY718" fmla="*/ 886777 h 1503997"/>
                <a:gd name="connsiteX719" fmla="*/ 116205 w 299085"/>
                <a:gd name="connsiteY719" fmla="*/ 892969 h 1503997"/>
                <a:gd name="connsiteX720" fmla="*/ 111919 w 299085"/>
                <a:gd name="connsiteY720" fmla="*/ 895826 h 1503997"/>
                <a:gd name="connsiteX721" fmla="*/ 106204 w 299085"/>
                <a:gd name="connsiteY721" fmla="*/ 896779 h 1503997"/>
                <a:gd name="connsiteX722" fmla="*/ 103346 w 299085"/>
                <a:gd name="connsiteY722" fmla="*/ 899160 h 1503997"/>
                <a:gd name="connsiteX723" fmla="*/ 101918 w 299085"/>
                <a:gd name="connsiteY723" fmla="*/ 901065 h 1503997"/>
                <a:gd name="connsiteX724" fmla="*/ 100489 w 299085"/>
                <a:gd name="connsiteY724" fmla="*/ 903446 h 1503997"/>
                <a:gd name="connsiteX725" fmla="*/ 101918 w 299085"/>
                <a:gd name="connsiteY725" fmla="*/ 905351 h 1503997"/>
                <a:gd name="connsiteX726" fmla="*/ 103346 w 299085"/>
                <a:gd name="connsiteY726" fmla="*/ 906780 h 1503997"/>
                <a:gd name="connsiteX727" fmla="*/ 107156 w 299085"/>
                <a:gd name="connsiteY727" fmla="*/ 907256 h 1503997"/>
                <a:gd name="connsiteX728" fmla="*/ 111443 w 299085"/>
                <a:gd name="connsiteY728" fmla="*/ 905827 h 1503997"/>
                <a:gd name="connsiteX729" fmla="*/ 112871 w 299085"/>
                <a:gd name="connsiteY729" fmla="*/ 914876 h 1503997"/>
                <a:gd name="connsiteX730" fmla="*/ 114300 w 299085"/>
                <a:gd name="connsiteY730" fmla="*/ 922020 h 1503997"/>
                <a:gd name="connsiteX731" fmla="*/ 113824 w 299085"/>
                <a:gd name="connsiteY731" fmla="*/ 923925 h 1503997"/>
                <a:gd name="connsiteX732" fmla="*/ 110014 w 299085"/>
                <a:gd name="connsiteY732" fmla="*/ 916781 h 1503997"/>
                <a:gd name="connsiteX733" fmla="*/ 107156 w 299085"/>
                <a:gd name="connsiteY733" fmla="*/ 914400 h 1503997"/>
                <a:gd name="connsiteX734" fmla="*/ 104775 w 299085"/>
                <a:gd name="connsiteY734" fmla="*/ 915352 h 1503997"/>
                <a:gd name="connsiteX735" fmla="*/ 102394 w 299085"/>
                <a:gd name="connsiteY735" fmla="*/ 916781 h 1503997"/>
                <a:gd name="connsiteX736" fmla="*/ 101918 w 299085"/>
                <a:gd name="connsiteY736" fmla="*/ 918686 h 1503997"/>
                <a:gd name="connsiteX737" fmla="*/ 104299 w 299085"/>
                <a:gd name="connsiteY737" fmla="*/ 922973 h 1503997"/>
                <a:gd name="connsiteX738" fmla="*/ 107156 w 299085"/>
                <a:gd name="connsiteY738" fmla="*/ 926782 h 1503997"/>
                <a:gd name="connsiteX739" fmla="*/ 106204 w 299085"/>
                <a:gd name="connsiteY739" fmla="*/ 927259 h 1503997"/>
                <a:gd name="connsiteX740" fmla="*/ 101918 w 299085"/>
                <a:gd name="connsiteY740" fmla="*/ 926782 h 1503997"/>
                <a:gd name="connsiteX741" fmla="*/ 99536 w 299085"/>
                <a:gd name="connsiteY741" fmla="*/ 933450 h 1503997"/>
                <a:gd name="connsiteX742" fmla="*/ 99536 w 299085"/>
                <a:gd name="connsiteY742" fmla="*/ 939165 h 1503997"/>
                <a:gd name="connsiteX743" fmla="*/ 102394 w 299085"/>
                <a:gd name="connsiteY743" fmla="*/ 943451 h 1503997"/>
                <a:gd name="connsiteX744" fmla="*/ 102870 w 299085"/>
                <a:gd name="connsiteY744" fmla="*/ 946785 h 1503997"/>
                <a:gd name="connsiteX745" fmla="*/ 102870 w 299085"/>
                <a:gd name="connsiteY745" fmla="*/ 948690 h 1503997"/>
                <a:gd name="connsiteX746" fmla="*/ 98584 w 299085"/>
                <a:gd name="connsiteY746" fmla="*/ 949167 h 1503997"/>
                <a:gd name="connsiteX747" fmla="*/ 97155 w 299085"/>
                <a:gd name="connsiteY747" fmla="*/ 952500 h 1503997"/>
                <a:gd name="connsiteX748" fmla="*/ 96203 w 299085"/>
                <a:gd name="connsiteY748" fmla="*/ 955834 h 1503997"/>
                <a:gd name="connsiteX749" fmla="*/ 91440 w 299085"/>
                <a:gd name="connsiteY749" fmla="*/ 960596 h 1503997"/>
                <a:gd name="connsiteX750" fmla="*/ 90488 w 299085"/>
                <a:gd name="connsiteY750" fmla="*/ 965835 h 1503997"/>
                <a:gd name="connsiteX751" fmla="*/ 93821 w 299085"/>
                <a:gd name="connsiteY751" fmla="*/ 972979 h 1503997"/>
                <a:gd name="connsiteX752" fmla="*/ 91440 w 299085"/>
                <a:gd name="connsiteY752" fmla="*/ 982504 h 1503997"/>
                <a:gd name="connsiteX753" fmla="*/ 86201 w 299085"/>
                <a:gd name="connsiteY753" fmla="*/ 983932 h 1503997"/>
                <a:gd name="connsiteX754" fmla="*/ 85725 w 299085"/>
                <a:gd name="connsiteY754" fmla="*/ 991076 h 1503997"/>
                <a:gd name="connsiteX755" fmla="*/ 84773 w 299085"/>
                <a:gd name="connsiteY755" fmla="*/ 995363 h 1503997"/>
                <a:gd name="connsiteX756" fmla="*/ 89059 w 299085"/>
                <a:gd name="connsiteY756" fmla="*/ 998220 h 1503997"/>
                <a:gd name="connsiteX757" fmla="*/ 93821 w 299085"/>
                <a:gd name="connsiteY757" fmla="*/ 1000601 h 1503997"/>
                <a:gd name="connsiteX758" fmla="*/ 99536 w 299085"/>
                <a:gd name="connsiteY758" fmla="*/ 1004888 h 1503997"/>
                <a:gd name="connsiteX759" fmla="*/ 105251 w 299085"/>
                <a:gd name="connsiteY759" fmla="*/ 1006793 h 1503997"/>
                <a:gd name="connsiteX760" fmla="*/ 104775 w 299085"/>
                <a:gd name="connsiteY760" fmla="*/ 1013460 h 1503997"/>
                <a:gd name="connsiteX761" fmla="*/ 102870 w 299085"/>
                <a:gd name="connsiteY761" fmla="*/ 1019175 h 1503997"/>
                <a:gd name="connsiteX762" fmla="*/ 91440 w 299085"/>
                <a:gd name="connsiteY762" fmla="*/ 1026795 h 1503997"/>
                <a:gd name="connsiteX763" fmla="*/ 85249 w 299085"/>
                <a:gd name="connsiteY763" fmla="*/ 1028700 h 1503997"/>
                <a:gd name="connsiteX764" fmla="*/ 81439 w 299085"/>
                <a:gd name="connsiteY764" fmla="*/ 1029652 h 1503997"/>
                <a:gd name="connsiteX765" fmla="*/ 80010 w 299085"/>
                <a:gd name="connsiteY765" fmla="*/ 1034892 h 1503997"/>
                <a:gd name="connsiteX766" fmla="*/ 78581 w 299085"/>
                <a:gd name="connsiteY766" fmla="*/ 1040606 h 1503997"/>
                <a:gd name="connsiteX767" fmla="*/ 86201 w 299085"/>
                <a:gd name="connsiteY767" fmla="*/ 1041082 h 1503997"/>
                <a:gd name="connsiteX768" fmla="*/ 91916 w 299085"/>
                <a:gd name="connsiteY768" fmla="*/ 1045369 h 1503997"/>
                <a:gd name="connsiteX769" fmla="*/ 94774 w 299085"/>
                <a:gd name="connsiteY769" fmla="*/ 1046798 h 1503997"/>
                <a:gd name="connsiteX770" fmla="*/ 95726 w 299085"/>
                <a:gd name="connsiteY770" fmla="*/ 1047750 h 1503997"/>
                <a:gd name="connsiteX771" fmla="*/ 95726 w 299085"/>
                <a:gd name="connsiteY771" fmla="*/ 1049179 h 1503997"/>
                <a:gd name="connsiteX772" fmla="*/ 94298 w 299085"/>
                <a:gd name="connsiteY772" fmla="*/ 1049179 h 1503997"/>
                <a:gd name="connsiteX773" fmla="*/ 86678 w 299085"/>
                <a:gd name="connsiteY773" fmla="*/ 1044893 h 1503997"/>
                <a:gd name="connsiteX774" fmla="*/ 84296 w 299085"/>
                <a:gd name="connsiteY774" fmla="*/ 1044417 h 1503997"/>
                <a:gd name="connsiteX775" fmla="*/ 80486 w 299085"/>
                <a:gd name="connsiteY775" fmla="*/ 1045845 h 1503997"/>
                <a:gd name="connsiteX776" fmla="*/ 74771 w 299085"/>
                <a:gd name="connsiteY776" fmla="*/ 1050131 h 1503997"/>
                <a:gd name="connsiteX777" fmla="*/ 68580 w 299085"/>
                <a:gd name="connsiteY777" fmla="*/ 1050131 h 1503997"/>
                <a:gd name="connsiteX778" fmla="*/ 66675 w 299085"/>
                <a:gd name="connsiteY778" fmla="*/ 1056323 h 1503997"/>
                <a:gd name="connsiteX779" fmla="*/ 67628 w 299085"/>
                <a:gd name="connsiteY779" fmla="*/ 1059656 h 1503997"/>
                <a:gd name="connsiteX780" fmla="*/ 70961 w 299085"/>
                <a:gd name="connsiteY780" fmla="*/ 1060609 h 1503997"/>
                <a:gd name="connsiteX781" fmla="*/ 73343 w 299085"/>
                <a:gd name="connsiteY781" fmla="*/ 1062514 h 1503997"/>
                <a:gd name="connsiteX782" fmla="*/ 73343 w 299085"/>
                <a:gd name="connsiteY782" fmla="*/ 1067752 h 1503997"/>
                <a:gd name="connsiteX783" fmla="*/ 71914 w 299085"/>
                <a:gd name="connsiteY783" fmla="*/ 1071563 h 1503997"/>
                <a:gd name="connsiteX784" fmla="*/ 70961 w 299085"/>
                <a:gd name="connsiteY784" fmla="*/ 1078706 h 1503997"/>
                <a:gd name="connsiteX785" fmla="*/ 70485 w 299085"/>
                <a:gd name="connsiteY785" fmla="*/ 1081088 h 1503997"/>
                <a:gd name="connsiteX786" fmla="*/ 70485 w 299085"/>
                <a:gd name="connsiteY786" fmla="*/ 1084898 h 1503997"/>
                <a:gd name="connsiteX787" fmla="*/ 68580 w 299085"/>
                <a:gd name="connsiteY787" fmla="*/ 1089660 h 1503997"/>
                <a:gd name="connsiteX788" fmla="*/ 66675 w 299085"/>
                <a:gd name="connsiteY788" fmla="*/ 1093470 h 1503997"/>
                <a:gd name="connsiteX789" fmla="*/ 64294 w 299085"/>
                <a:gd name="connsiteY789" fmla="*/ 1096327 h 1503997"/>
                <a:gd name="connsiteX790" fmla="*/ 60960 w 299085"/>
                <a:gd name="connsiteY790" fmla="*/ 1096327 h 1503997"/>
                <a:gd name="connsiteX791" fmla="*/ 60960 w 299085"/>
                <a:gd name="connsiteY791" fmla="*/ 1094899 h 1503997"/>
                <a:gd name="connsiteX792" fmla="*/ 61436 w 299085"/>
                <a:gd name="connsiteY792" fmla="*/ 1093470 h 1503997"/>
                <a:gd name="connsiteX793" fmla="*/ 65723 w 299085"/>
                <a:gd name="connsiteY793" fmla="*/ 1088231 h 1503997"/>
                <a:gd name="connsiteX794" fmla="*/ 69056 w 299085"/>
                <a:gd name="connsiteY794" fmla="*/ 1075373 h 1503997"/>
                <a:gd name="connsiteX795" fmla="*/ 69056 w 299085"/>
                <a:gd name="connsiteY795" fmla="*/ 1071086 h 1503997"/>
                <a:gd name="connsiteX796" fmla="*/ 69533 w 299085"/>
                <a:gd name="connsiteY796" fmla="*/ 1066800 h 1503997"/>
                <a:gd name="connsiteX797" fmla="*/ 68104 w 299085"/>
                <a:gd name="connsiteY797" fmla="*/ 1064895 h 1503997"/>
                <a:gd name="connsiteX798" fmla="*/ 65246 w 299085"/>
                <a:gd name="connsiteY798" fmla="*/ 1065371 h 1503997"/>
                <a:gd name="connsiteX799" fmla="*/ 62865 w 299085"/>
                <a:gd name="connsiteY799" fmla="*/ 1066800 h 1503997"/>
                <a:gd name="connsiteX800" fmla="*/ 60960 w 299085"/>
                <a:gd name="connsiteY800" fmla="*/ 1075373 h 1503997"/>
                <a:gd name="connsiteX801" fmla="*/ 59531 w 299085"/>
                <a:gd name="connsiteY801" fmla="*/ 1079659 h 1503997"/>
                <a:gd name="connsiteX802" fmla="*/ 55245 w 299085"/>
                <a:gd name="connsiteY802" fmla="*/ 1082517 h 1503997"/>
                <a:gd name="connsiteX803" fmla="*/ 50959 w 299085"/>
                <a:gd name="connsiteY803" fmla="*/ 1083469 h 1503997"/>
                <a:gd name="connsiteX804" fmla="*/ 45720 w 299085"/>
                <a:gd name="connsiteY804" fmla="*/ 1083945 h 1503997"/>
                <a:gd name="connsiteX805" fmla="*/ 45244 w 299085"/>
                <a:gd name="connsiteY805" fmla="*/ 1082517 h 1503997"/>
                <a:gd name="connsiteX806" fmla="*/ 46673 w 299085"/>
                <a:gd name="connsiteY806" fmla="*/ 1082517 h 1503997"/>
                <a:gd name="connsiteX807" fmla="*/ 56198 w 299085"/>
                <a:gd name="connsiteY807" fmla="*/ 1079182 h 1503997"/>
                <a:gd name="connsiteX808" fmla="*/ 58103 w 299085"/>
                <a:gd name="connsiteY808" fmla="*/ 1075849 h 1503997"/>
                <a:gd name="connsiteX809" fmla="*/ 56674 w 299085"/>
                <a:gd name="connsiteY809" fmla="*/ 1071086 h 1503997"/>
                <a:gd name="connsiteX810" fmla="*/ 58579 w 299085"/>
                <a:gd name="connsiteY810" fmla="*/ 1068705 h 1503997"/>
                <a:gd name="connsiteX811" fmla="*/ 60008 w 299085"/>
                <a:gd name="connsiteY811" fmla="*/ 1066324 h 1503997"/>
                <a:gd name="connsiteX812" fmla="*/ 62865 w 299085"/>
                <a:gd name="connsiteY812" fmla="*/ 1055370 h 1503997"/>
                <a:gd name="connsiteX813" fmla="*/ 64294 w 299085"/>
                <a:gd name="connsiteY813" fmla="*/ 1052513 h 1503997"/>
                <a:gd name="connsiteX814" fmla="*/ 64770 w 299085"/>
                <a:gd name="connsiteY814" fmla="*/ 1050131 h 1503997"/>
                <a:gd name="connsiteX815" fmla="*/ 61436 w 299085"/>
                <a:gd name="connsiteY815" fmla="*/ 1048702 h 1503997"/>
                <a:gd name="connsiteX816" fmla="*/ 60008 w 299085"/>
                <a:gd name="connsiteY816" fmla="*/ 1048702 h 1503997"/>
                <a:gd name="connsiteX817" fmla="*/ 57150 w 299085"/>
                <a:gd name="connsiteY817" fmla="*/ 1049179 h 1503997"/>
                <a:gd name="connsiteX818" fmla="*/ 55245 w 299085"/>
                <a:gd name="connsiteY818" fmla="*/ 1051084 h 1503997"/>
                <a:gd name="connsiteX819" fmla="*/ 54293 w 299085"/>
                <a:gd name="connsiteY819" fmla="*/ 1052513 h 1503997"/>
                <a:gd name="connsiteX820" fmla="*/ 55245 w 299085"/>
                <a:gd name="connsiteY820" fmla="*/ 1056799 h 1503997"/>
                <a:gd name="connsiteX821" fmla="*/ 55721 w 299085"/>
                <a:gd name="connsiteY821" fmla="*/ 1058704 h 1503997"/>
                <a:gd name="connsiteX822" fmla="*/ 55721 w 299085"/>
                <a:gd name="connsiteY822" fmla="*/ 1060132 h 1503997"/>
                <a:gd name="connsiteX823" fmla="*/ 55245 w 299085"/>
                <a:gd name="connsiteY823" fmla="*/ 1061561 h 1503997"/>
                <a:gd name="connsiteX824" fmla="*/ 53340 w 299085"/>
                <a:gd name="connsiteY824" fmla="*/ 1063467 h 1503997"/>
                <a:gd name="connsiteX825" fmla="*/ 48578 w 299085"/>
                <a:gd name="connsiteY825" fmla="*/ 1064895 h 1503997"/>
                <a:gd name="connsiteX826" fmla="*/ 46196 w 299085"/>
                <a:gd name="connsiteY826" fmla="*/ 1065371 h 1503997"/>
                <a:gd name="connsiteX827" fmla="*/ 42863 w 299085"/>
                <a:gd name="connsiteY827" fmla="*/ 1066800 h 1503997"/>
                <a:gd name="connsiteX828" fmla="*/ 37148 w 299085"/>
                <a:gd name="connsiteY828" fmla="*/ 1066800 h 1503997"/>
                <a:gd name="connsiteX829" fmla="*/ 32861 w 299085"/>
                <a:gd name="connsiteY829" fmla="*/ 1065848 h 1503997"/>
                <a:gd name="connsiteX830" fmla="*/ 22384 w 299085"/>
                <a:gd name="connsiteY830" fmla="*/ 1068229 h 1503997"/>
                <a:gd name="connsiteX831" fmla="*/ 21908 w 299085"/>
                <a:gd name="connsiteY831" fmla="*/ 1073468 h 1503997"/>
                <a:gd name="connsiteX832" fmla="*/ 24289 w 299085"/>
                <a:gd name="connsiteY832" fmla="*/ 1077277 h 1503997"/>
                <a:gd name="connsiteX833" fmla="*/ 26670 w 299085"/>
                <a:gd name="connsiteY833" fmla="*/ 1079659 h 1503997"/>
                <a:gd name="connsiteX834" fmla="*/ 21431 w 299085"/>
                <a:gd name="connsiteY834" fmla="*/ 1082993 h 1503997"/>
                <a:gd name="connsiteX835" fmla="*/ 15716 w 299085"/>
                <a:gd name="connsiteY835" fmla="*/ 1088707 h 1503997"/>
                <a:gd name="connsiteX836" fmla="*/ 11430 w 299085"/>
                <a:gd name="connsiteY836" fmla="*/ 1091089 h 1503997"/>
                <a:gd name="connsiteX837" fmla="*/ 9525 w 299085"/>
                <a:gd name="connsiteY837" fmla="*/ 1093470 h 1503997"/>
                <a:gd name="connsiteX838" fmla="*/ 1905 w 299085"/>
                <a:gd name="connsiteY838" fmla="*/ 1098709 h 1503997"/>
                <a:gd name="connsiteX839" fmla="*/ 0 w 299085"/>
                <a:gd name="connsiteY839" fmla="*/ 1102519 h 1503997"/>
                <a:gd name="connsiteX840" fmla="*/ 0 w 299085"/>
                <a:gd name="connsiteY840" fmla="*/ 1105376 h 1503997"/>
                <a:gd name="connsiteX841" fmla="*/ 2381 w 299085"/>
                <a:gd name="connsiteY841" fmla="*/ 1109186 h 1503997"/>
                <a:gd name="connsiteX842" fmla="*/ 7144 w 299085"/>
                <a:gd name="connsiteY842" fmla="*/ 1112520 h 1503997"/>
                <a:gd name="connsiteX843" fmla="*/ 9525 w 299085"/>
                <a:gd name="connsiteY843" fmla="*/ 1112520 h 1503997"/>
                <a:gd name="connsiteX844" fmla="*/ 10478 w 299085"/>
                <a:gd name="connsiteY844" fmla="*/ 1111092 h 1503997"/>
                <a:gd name="connsiteX845" fmla="*/ 10954 w 299085"/>
                <a:gd name="connsiteY845" fmla="*/ 1109186 h 1503997"/>
                <a:gd name="connsiteX846" fmla="*/ 9049 w 299085"/>
                <a:gd name="connsiteY846" fmla="*/ 1104424 h 1503997"/>
                <a:gd name="connsiteX847" fmla="*/ 6191 w 299085"/>
                <a:gd name="connsiteY847" fmla="*/ 1104424 h 1503997"/>
                <a:gd name="connsiteX848" fmla="*/ 4763 w 299085"/>
                <a:gd name="connsiteY848" fmla="*/ 1103471 h 1503997"/>
                <a:gd name="connsiteX849" fmla="*/ 5715 w 299085"/>
                <a:gd name="connsiteY849" fmla="*/ 1102043 h 1503997"/>
                <a:gd name="connsiteX850" fmla="*/ 7620 w 299085"/>
                <a:gd name="connsiteY850" fmla="*/ 1100614 h 1503997"/>
                <a:gd name="connsiteX851" fmla="*/ 12383 w 299085"/>
                <a:gd name="connsiteY851" fmla="*/ 1100138 h 1503997"/>
                <a:gd name="connsiteX852" fmla="*/ 19050 w 299085"/>
                <a:gd name="connsiteY852" fmla="*/ 1098232 h 1503997"/>
                <a:gd name="connsiteX853" fmla="*/ 23336 w 299085"/>
                <a:gd name="connsiteY853" fmla="*/ 1094423 h 1503997"/>
                <a:gd name="connsiteX854" fmla="*/ 24289 w 299085"/>
                <a:gd name="connsiteY854" fmla="*/ 1094423 h 1503997"/>
                <a:gd name="connsiteX855" fmla="*/ 21908 w 299085"/>
                <a:gd name="connsiteY855" fmla="*/ 1099185 h 1503997"/>
                <a:gd name="connsiteX856" fmla="*/ 22860 w 299085"/>
                <a:gd name="connsiteY856" fmla="*/ 1102043 h 1503997"/>
                <a:gd name="connsiteX857" fmla="*/ 23813 w 299085"/>
                <a:gd name="connsiteY857" fmla="*/ 1103948 h 1503997"/>
                <a:gd name="connsiteX858" fmla="*/ 30480 w 299085"/>
                <a:gd name="connsiteY858" fmla="*/ 1106329 h 1503997"/>
                <a:gd name="connsiteX859" fmla="*/ 34766 w 299085"/>
                <a:gd name="connsiteY859" fmla="*/ 1109186 h 1503997"/>
                <a:gd name="connsiteX860" fmla="*/ 40958 w 299085"/>
                <a:gd name="connsiteY860" fmla="*/ 1110139 h 1503997"/>
                <a:gd name="connsiteX861" fmla="*/ 41910 w 299085"/>
                <a:gd name="connsiteY861" fmla="*/ 1110139 h 1503997"/>
                <a:gd name="connsiteX862" fmla="*/ 42386 w 299085"/>
                <a:gd name="connsiteY862" fmla="*/ 1109186 h 1503997"/>
                <a:gd name="connsiteX863" fmla="*/ 41434 w 299085"/>
                <a:gd name="connsiteY863" fmla="*/ 1107757 h 1503997"/>
                <a:gd name="connsiteX864" fmla="*/ 41434 w 299085"/>
                <a:gd name="connsiteY864" fmla="*/ 1105852 h 1503997"/>
                <a:gd name="connsiteX865" fmla="*/ 42386 w 299085"/>
                <a:gd name="connsiteY865" fmla="*/ 1104424 h 1503997"/>
                <a:gd name="connsiteX866" fmla="*/ 47149 w 299085"/>
                <a:gd name="connsiteY866" fmla="*/ 1105376 h 1503997"/>
                <a:gd name="connsiteX867" fmla="*/ 50483 w 299085"/>
                <a:gd name="connsiteY867" fmla="*/ 1109663 h 1503997"/>
                <a:gd name="connsiteX868" fmla="*/ 52388 w 299085"/>
                <a:gd name="connsiteY868" fmla="*/ 1113473 h 1503997"/>
                <a:gd name="connsiteX869" fmla="*/ 50483 w 299085"/>
                <a:gd name="connsiteY869" fmla="*/ 1118235 h 1503997"/>
                <a:gd name="connsiteX870" fmla="*/ 52388 w 299085"/>
                <a:gd name="connsiteY870" fmla="*/ 1122521 h 1503997"/>
                <a:gd name="connsiteX871" fmla="*/ 50483 w 299085"/>
                <a:gd name="connsiteY871" fmla="*/ 1123474 h 1503997"/>
                <a:gd name="connsiteX872" fmla="*/ 44291 w 299085"/>
                <a:gd name="connsiteY872" fmla="*/ 1128713 h 1503997"/>
                <a:gd name="connsiteX873" fmla="*/ 41434 w 299085"/>
                <a:gd name="connsiteY873" fmla="*/ 1132999 h 1503997"/>
                <a:gd name="connsiteX874" fmla="*/ 46673 w 299085"/>
                <a:gd name="connsiteY874" fmla="*/ 1137285 h 1503997"/>
                <a:gd name="connsiteX875" fmla="*/ 49530 w 299085"/>
                <a:gd name="connsiteY875" fmla="*/ 1138714 h 1503997"/>
                <a:gd name="connsiteX876" fmla="*/ 51435 w 299085"/>
                <a:gd name="connsiteY876" fmla="*/ 1139190 h 1503997"/>
                <a:gd name="connsiteX877" fmla="*/ 53340 w 299085"/>
                <a:gd name="connsiteY877" fmla="*/ 1140143 h 1503997"/>
                <a:gd name="connsiteX878" fmla="*/ 52864 w 299085"/>
                <a:gd name="connsiteY878" fmla="*/ 1141571 h 1503997"/>
                <a:gd name="connsiteX879" fmla="*/ 50006 w 299085"/>
                <a:gd name="connsiteY879" fmla="*/ 1143952 h 1503997"/>
                <a:gd name="connsiteX880" fmla="*/ 47149 w 299085"/>
                <a:gd name="connsiteY880" fmla="*/ 1143476 h 1503997"/>
                <a:gd name="connsiteX881" fmla="*/ 44291 w 299085"/>
                <a:gd name="connsiteY881" fmla="*/ 1140619 h 1503997"/>
                <a:gd name="connsiteX882" fmla="*/ 41910 w 299085"/>
                <a:gd name="connsiteY882" fmla="*/ 1139667 h 1503997"/>
                <a:gd name="connsiteX883" fmla="*/ 39529 w 299085"/>
                <a:gd name="connsiteY883" fmla="*/ 1139190 h 1503997"/>
                <a:gd name="connsiteX884" fmla="*/ 37624 w 299085"/>
                <a:gd name="connsiteY884" fmla="*/ 1141571 h 1503997"/>
                <a:gd name="connsiteX885" fmla="*/ 35243 w 299085"/>
                <a:gd name="connsiteY885" fmla="*/ 1145381 h 1503997"/>
                <a:gd name="connsiteX886" fmla="*/ 36671 w 299085"/>
                <a:gd name="connsiteY886" fmla="*/ 1147763 h 1503997"/>
                <a:gd name="connsiteX887" fmla="*/ 38100 w 299085"/>
                <a:gd name="connsiteY887" fmla="*/ 1148239 h 1503997"/>
                <a:gd name="connsiteX888" fmla="*/ 42863 w 299085"/>
                <a:gd name="connsiteY888" fmla="*/ 1149192 h 1503997"/>
                <a:gd name="connsiteX889" fmla="*/ 44768 w 299085"/>
                <a:gd name="connsiteY889" fmla="*/ 1150620 h 1503997"/>
                <a:gd name="connsiteX890" fmla="*/ 44768 w 299085"/>
                <a:gd name="connsiteY890" fmla="*/ 1153477 h 1503997"/>
                <a:gd name="connsiteX891" fmla="*/ 45720 w 299085"/>
                <a:gd name="connsiteY891" fmla="*/ 1155859 h 1503997"/>
                <a:gd name="connsiteX892" fmla="*/ 50006 w 299085"/>
                <a:gd name="connsiteY892" fmla="*/ 1156811 h 1503997"/>
                <a:gd name="connsiteX893" fmla="*/ 54769 w 299085"/>
                <a:gd name="connsiteY893" fmla="*/ 1156335 h 1503997"/>
                <a:gd name="connsiteX894" fmla="*/ 59531 w 299085"/>
                <a:gd name="connsiteY894" fmla="*/ 1155382 h 1503997"/>
                <a:gd name="connsiteX895" fmla="*/ 62865 w 299085"/>
                <a:gd name="connsiteY895" fmla="*/ 1152525 h 1503997"/>
                <a:gd name="connsiteX896" fmla="*/ 65246 w 299085"/>
                <a:gd name="connsiteY896" fmla="*/ 1146810 h 1503997"/>
                <a:gd name="connsiteX897" fmla="*/ 66199 w 299085"/>
                <a:gd name="connsiteY897" fmla="*/ 1143476 h 1503997"/>
                <a:gd name="connsiteX898" fmla="*/ 67151 w 299085"/>
                <a:gd name="connsiteY898" fmla="*/ 1143000 h 1503997"/>
                <a:gd name="connsiteX899" fmla="*/ 70009 w 299085"/>
                <a:gd name="connsiteY899" fmla="*/ 1152525 h 1503997"/>
                <a:gd name="connsiteX900" fmla="*/ 70009 w 299085"/>
                <a:gd name="connsiteY900" fmla="*/ 1155382 h 1503997"/>
                <a:gd name="connsiteX901" fmla="*/ 70485 w 299085"/>
                <a:gd name="connsiteY901" fmla="*/ 1157764 h 1503997"/>
                <a:gd name="connsiteX902" fmla="*/ 71914 w 299085"/>
                <a:gd name="connsiteY902" fmla="*/ 1158717 h 1503997"/>
                <a:gd name="connsiteX903" fmla="*/ 74295 w 299085"/>
                <a:gd name="connsiteY903" fmla="*/ 1162526 h 1503997"/>
                <a:gd name="connsiteX904" fmla="*/ 78105 w 299085"/>
                <a:gd name="connsiteY904" fmla="*/ 1164431 h 1503997"/>
                <a:gd name="connsiteX905" fmla="*/ 78105 w 299085"/>
                <a:gd name="connsiteY905" fmla="*/ 1165860 h 1503997"/>
                <a:gd name="connsiteX906" fmla="*/ 73343 w 299085"/>
                <a:gd name="connsiteY906" fmla="*/ 1166813 h 1503997"/>
                <a:gd name="connsiteX907" fmla="*/ 62389 w 299085"/>
                <a:gd name="connsiteY907" fmla="*/ 1160145 h 1503997"/>
                <a:gd name="connsiteX908" fmla="*/ 49054 w 299085"/>
                <a:gd name="connsiteY908" fmla="*/ 1160145 h 1503997"/>
                <a:gd name="connsiteX909" fmla="*/ 43815 w 299085"/>
                <a:gd name="connsiteY909" fmla="*/ 1158717 h 1503997"/>
                <a:gd name="connsiteX910" fmla="*/ 37624 w 299085"/>
                <a:gd name="connsiteY910" fmla="*/ 1158240 h 1503997"/>
                <a:gd name="connsiteX911" fmla="*/ 37624 w 299085"/>
                <a:gd name="connsiteY911" fmla="*/ 1165384 h 1503997"/>
                <a:gd name="connsiteX912" fmla="*/ 38100 w 299085"/>
                <a:gd name="connsiteY912" fmla="*/ 1170146 h 1503997"/>
                <a:gd name="connsiteX913" fmla="*/ 40958 w 299085"/>
                <a:gd name="connsiteY913" fmla="*/ 1173956 h 1503997"/>
                <a:gd name="connsiteX914" fmla="*/ 41910 w 299085"/>
                <a:gd name="connsiteY914" fmla="*/ 1178243 h 1503997"/>
                <a:gd name="connsiteX915" fmla="*/ 46196 w 299085"/>
                <a:gd name="connsiteY915" fmla="*/ 1179671 h 1503997"/>
                <a:gd name="connsiteX916" fmla="*/ 48578 w 299085"/>
                <a:gd name="connsiteY916" fmla="*/ 1178243 h 1503997"/>
                <a:gd name="connsiteX917" fmla="*/ 51911 w 299085"/>
                <a:gd name="connsiteY917" fmla="*/ 1177290 h 1503997"/>
                <a:gd name="connsiteX918" fmla="*/ 57626 w 299085"/>
                <a:gd name="connsiteY918" fmla="*/ 1179195 h 1503997"/>
                <a:gd name="connsiteX919" fmla="*/ 56198 w 299085"/>
                <a:gd name="connsiteY919" fmla="*/ 1180624 h 1503997"/>
                <a:gd name="connsiteX920" fmla="*/ 53816 w 299085"/>
                <a:gd name="connsiteY920" fmla="*/ 1180624 h 1503997"/>
                <a:gd name="connsiteX921" fmla="*/ 52388 w 299085"/>
                <a:gd name="connsiteY921" fmla="*/ 1180148 h 1503997"/>
                <a:gd name="connsiteX922" fmla="*/ 50483 w 299085"/>
                <a:gd name="connsiteY922" fmla="*/ 1181100 h 1503997"/>
                <a:gd name="connsiteX923" fmla="*/ 46673 w 299085"/>
                <a:gd name="connsiteY923" fmla="*/ 1184434 h 1503997"/>
                <a:gd name="connsiteX924" fmla="*/ 45244 w 299085"/>
                <a:gd name="connsiteY924" fmla="*/ 1193006 h 1503997"/>
                <a:gd name="connsiteX925" fmla="*/ 45244 w 299085"/>
                <a:gd name="connsiteY925" fmla="*/ 1203960 h 1503997"/>
                <a:gd name="connsiteX926" fmla="*/ 46196 w 299085"/>
                <a:gd name="connsiteY926" fmla="*/ 1217295 h 1503997"/>
                <a:gd name="connsiteX927" fmla="*/ 45720 w 299085"/>
                <a:gd name="connsiteY927" fmla="*/ 1219676 h 1503997"/>
                <a:gd name="connsiteX928" fmla="*/ 46196 w 299085"/>
                <a:gd name="connsiteY928" fmla="*/ 1220629 h 1503997"/>
                <a:gd name="connsiteX929" fmla="*/ 47625 w 299085"/>
                <a:gd name="connsiteY929" fmla="*/ 1222057 h 1503997"/>
                <a:gd name="connsiteX930" fmla="*/ 50483 w 299085"/>
                <a:gd name="connsiteY930" fmla="*/ 1223486 h 1503997"/>
                <a:gd name="connsiteX931" fmla="*/ 51911 w 299085"/>
                <a:gd name="connsiteY931" fmla="*/ 1219200 h 1503997"/>
                <a:gd name="connsiteX932" fmla="*/ 52388 w 299085"/>
                <a:gd name="connsiteY932" fmla="*/ 1215390 h 1503997"/>
                <a:gd name="connsiteX933" fmla="*/ 53340 w 299085"/>
                <a:gd name="connsiteY933" fmla="*/ 1212532 h 1503997"/>
                <a:gd name="connsiteX934" fmla="*/ 55721 w 299085"/>
                <a:gd name="connsiteY934" fmla="*/ 1209675 h 1503997"/>
                <a:gd name="connsiteX935" fmla="*/ 56198 w 299085"/>
                <a:gd name="connsiteY935" fmla="*/ 1206342 h 1503997"/>
                <a:gd name="connsiteX936" fmla="*/ 57150 w 299085"/>
                <a:gd name="connsiteY936" fmla="*/ 1202531 h 1503997"/>
                <a:gd name="connsiteX937" fmla="*/ 60484 w 299085"/>
                <a:gd name="connsiteY937" fmla="*/ 1202531 h 1503997"/>
                <a:gd name="connsiteX938" fmla="*/ 60484 w 299085"/>
                <a:gd name="connsiteY938" fmla="*/ 1203484 h 1503997"/>
                <a:gd name="connsiteX939" fmla="*/ 59055 w 299085"/>
                <a:gd name="connsiteY939" fmla="*/ 1203960 h 1503997"/>
                <a:gd name="connsiteX940" fmla="*/ 58103 w 299085"/>
                <a:gd name="connsiteY940" fmla="*/ 1205389 h 1503997"/>
                <a:gd name="connsiteX941" fmla="*/ 58579 w 299085"/>
                <a:gd name="connsiteY941" fmla="*/ 1208246 h 1503997"/>
                <a:gd name="connsiteX942" fmla="*/ 58103 w 299085"/>
                <a:gd name="connsiteY942" fmla="*/ 1212056 h 1503997"/>
                <a:gd name="connsiteX943" fmla="*/ 57150 w 299085"/>
                <a:gd name="connsiteY943" fmla="*/ 1214914 h 1503997"/>
                <a:gd name="connsiteX944" fmla="*/ 56198 w 299085"/>
                <a:gd name="connsiteY944" fmla="*/ 1217295 h 1503997"/>
                <a:gd name="connsiteX945" fmla="*/ 55721 w 299085"/>
                <a:gd name="connsiteY945" fmla="*/ 1220152 h 1503997"/>
                <a:gd name="connsiteX946" fmla="*/ 59531 w 299085"/>
                <a:gd name="connsiteY946" fmla="*/ 1223010 h 1503997"/>
                <a:gd name="connsiteX947" fmla="*/ 62865 w 299085"/>
                <a:gd name="connsiteY947" fmla="*/ 1224439 h 1503997"/>
                <a:gd name="connsiteX948" fmla="*/ 64770 w 299085"/>
                <a:gd name="connsiteY948" fmla="*/ 1228249 h 1503997"/>
                <a:gd name="connsiteX949" fmla="*/ 62865 w 299085"/>
                <a:gd name="connsiteY949" fmla="*/ 1228725 h 1503997"/>
                <a:gd name="connsiteX950" fmla="*/ 60484 w 299085"/>
                <a:gd name="connsiteY950" fmla="*/ 1227296 h 1503997"/>
                <a:gd name="connsiteX951" fmla="*/ 55721 w 299085"/>
                <a:gd name="connsiteY951" fmla="*/ 1225868 h 1503997"/>
                <a:gd name="connsiteX952" fmla="*/ 51435 w 299085"/>
                <a:gd name="connsiteY952" fmla="*/ 1226820 h 1503997"/>
                <a:gd name="connsiteX953" fmla="*/ 49530 w 299085"/>
                <a:gd name="connsiteY953" fmla="*/ 1227773 h 1503997"/>
                <a:gd name="connsiteX954" fmla="*/ 48578 w 299085"/>
                <a:gd name="connsiteY954" fmla="*/ 1233011 h 1503997"/>
                <a:gd name="connsiteX955" fmla="*/ 48578 w 299085"/>
                <a:gd name="connsiteY955" fmla="*/ 1235869 h 1503997"/>
                <a:gd name="connsiteX956" fmla="*/ 53816 w 299085"/>
                <a:gd name="connsiteY956" fmla="*/ 1241107 h 1503997"/>
                <a:gd name="connsiteX957" fmla="*/ 57150 w 299085"/>
                <a:gd name="connsiteY957" fmla="*/ 1243013 h 1503997"/>
                <a:gd name="connsiteX958" fmla="*/ 59055 w 299085"/>
                <a:gd name="connsiteY958" fmla="*/ 1242060 h 1503997"/>
                <a:gd name="connsiteX959" fmla="*/ 60960 w 299085"/>
                <a:gd name="connsiteY959" fmla="*/ 1244918 h 1503997"/>
                <a:gd name="connsiteX960" fmla="*/ 59055 w 299085"/>
                <a:gd name="connsiteY960" fmla="*/ 1246346 h 1503997"/>
                <a:gd name="connsiteX961" fmla="*/ 48578 w 299085"/>
                <a:gd name="connsiteY961" fmla="*/ 1244442 h 1503997"/>
                <a:gd name="connsiteX962" fmla="*/ 45244 w 299085"/>
                <a:gd name="connsiteY962" fmla="*/ 1248251 h 1503997"/>
                <a:gd name="connsiteX963" fmla="*/ 38576 w 299085"/>
                <a:gd name="connsiteY963" fmla="*/ 1253967 h 1503997"/>
                <a:gd name="connsiteX964" fmla="*/ 42386 w 299085"/>
                <a:gd name="connsiteY964" fmla="*/ 1257300 h 1503997"/>
                <a:gd name="connsiteX965" fmla="*/ 45720 w 299085"/>
                <a:gd name="connsiteY965" fmla="*/ 1261110 h 1503997"/>
                <a:gd name="connsiteX966" fmla="*/ 47625 w 299085"/>
                <a:gd name="connsiteY966" fmla="*/ 1261586 h 1503997"/>
                <a:gd name="connsiteX967" fmla="*/ 50006 w 299085"/>
                <a:gd name="connsiteY967" fmla="*/ 1263015 h 1503997"/>
                <a:gd name="connsiteX968" fmla="*/ 59531 w 299085"/>
                <a:gd name="connsiteY968" fmla="*/ 1266349 h 1503997"/>
                <a:gd name="connsiteX969" fmla="*/ 62389 w 299085"/>
                <a:gd name="connsiteY969" fmla="*/ 1268254 h 1503997"/>
                <a:gd name="connsiteX970" fmla="*/ 54293 w 299085"/>
                <a:gd name="connsiteY970" fmla="*/ 1267301 h 1503997"/>
                <a:gd name="connsiteX971" fmla="*/ 53816 w 299085"/>
                <a:gd name="connsiteY971" fmla="*/ 1273017 h 1503997"/>
                <a:gd name="connsiteX972" fmla="*/ 54769 w 299085"/>
                <a:gd name="connsiteY972" fmla="*/ 1274445 h 1503997"/>
                <a:gd name="connsiteX973" fmla="*/ 57150 w 299085"/>
                <a:gd name="connsiteY973" fmla="*/ 1277779 h 1503997"/>
                <a:gd name="connsiteX974" fmla="*/ 60960 w 299085"/>
                <a:gd name="connsiteY974" fmla="*/ 1282542 h 1503997"/>
                <a:gd name="connsiteX975" fmla="*/ 63818 w 299085"/>
                <a:gd name="connsiteY975" fmla="*/ 1280636 h 1503997"/>
                <a:gd name="connsiteX976" fmla="*/ 68580 w 299085"/>
                <a:gd name="connsiteY976" fmla="*/ 1269682 h 1503997"/>
                <a:gd name="connsiteX977" fmla="*/ 70961 w 299085"/>
                <a:gd name="connsiteY977" fmla="*/ 1267301 h 1503997"/>
                <a:gd name="connsiteX978" fmla="*/ 71914 w 299085"/>
                <a:gd name="connsiteY978" fmla="*/ 1267301 h 1503997"/>
                <a:gd name="connsiteX979" fmla="*/ 70485 w 299085"/>
                <a:gd name="connsiteY979" fmla="*/ 1270635 h 1503997"/>
                <a:gd name="connsiteX980" fmla="*/ 73343 w 299085"/>
                <a:gd name="connsiteY980" fmla="*/ 1273017 h 1503997"/>
                <a:gd name="connsiteX981" fmla="*/ 73343 w 299085"/>
                <a:gd name="connsiteY981" fmla="*/ 1273969 h 1503997"/>
                <a:gd name="connsiteX982" fmla="*/ 71914 w 299085"/>
                <a:gd name="connsiteY982" fmla="*/ 1273969 h 1503997"/>
                <a:gd name="connsiteX983" fmla="*/ 69056 w 299085"/>
                <a:gd name="connsiteY983" fmla="*/ 1275874 h 1503997"/>
                <a:gd name="connsiteX984" fmla="*/ 66199 w 299085"/>
                <a:gd name="connsiteY984" fmla="*/ 1282065 h 1503997"/>
                <a:gd name="connsiteX985" fmla="*/ 66675 w 299085"/>
                <a:gd name="connsiteY985" fmla="*/ 1286827 h 1503997"/>
                <a:gd name="connsiteX986" fmla="*/ 65246 w 299085"/>
                <a:gd name="connsiteY986" fmla="*/ 1286827 h 1503997"/>
                <a:gd name="connsiteX987" fmla="*/ 55245 w 299085"/>
                <a:gd name="connsiteY987" fmla="*/ 1281589 h 1503997"/>
                <a:gd name="connsiteX988" fmla="*/ 54769 w 299085"/>
                <a:gd name="connsiteY988" fmla="*/ 1280636 h 1503997"/>
                <a:gd name="connsiteX989" fmla="*/ 53816 w 299085"/>
                <a:gd name="connsiteY989" fmla="*/ 1279684 h 1503997"/>
                <a:gd name="connsiteX990" fmla="*/ 49054 w 299085"/>
                <a:gd name="connsiteY990" fmla="*/ 1270159 h 1503997"/>
                <a:gd name="connsiteX991" fmla="*/ 48101 w 299085"/>
                <a:gd name="connsiteY991" fmla="*/ 1266825 h 1503997"/>
                <a:gd name="connsiteX992" fmla="*/ 41434 w 299085"/>
                <a:gd name="connsiteY992" fmla="*/ 1262063 h 1503997"/>
                <a:gd name="connsiteX993" fmla="*/ 38576 w 299085"/>
                <a:gd name="connsiteY993" fmla="*/ 1261110 h 1503997"/>
                <a:gd name="connsiteX994" fmla="*/ 35719 w 299085"/>
                <a:gd name="connsiteY994" fmla="*/ 1263015 h 1503997"/>
                <a:gd name="connsiteX995" fmla="*/ 33814 w 299085"/>
                <a:gd name="connsiteY995" fmla="*/ 1265873 h 1503997"/>
                <a:gd name="connsiteX996" fmla="*/ 36195 w 299085"/>
                <a:gd name="connsiteY996" fmla="*/ 1268730 h 1503997"/>
                <a:gd name="connsiteX997" fmla="*/ 38100 w 299085"/>
                <a:gd name="connsiteY997" fmla="*/ 1272540 h 1503997"/>
                <a:gd name="connsiteX998" fmla="*/ 36671 w 299085"/>
                <a:gd name="connsiteY998" fmla="*/ 1274445 h 1503997"/>
                <a:gd name="connsiteX999" fmla="*/ 31433 w 299085"/>
                <a:gd name="connsiteY999" fmla="*/ 1275398 h 1503997"/>
                <a:gd name="connsiteX1000" fmla="*/ 22860 w 299085"/>
                <a:gd name="connsiteY1000" fmla="*/ 1275398 h 1503997"/>
                <a:gd name="connsiteX1001" fmla="*/ 24289 w 299085"/>
                <a:gd name="connsiteY1001" fmla="*/ 1280160 h 1503997"/>
                <a:gd name="connsiteX1002" fmla="*/ 26670 w 299085"/>
                <a:gd name="connsiteY1002" fmla="*/ 1284446 h 1503997"/>
                <a:gd name="connsiteX1003" fmla="*/ 32385 w 299085"/>
                <a:gd name="connsiteY1003" fmla="*/ 1292543 h 1503997"/>
                <a:gd name="connsiteX1004" fmla="*/ 36671 w 299085"/>
                <a:gd name="connsiteY1004" fmla="*/ 1293495 h 1503997"/>
                <a:gd name="connsiteX1005" fmla="*/ 40005 w 299085"/>
                <a:gd name="connsiteY1005" fmla="*/ 1295400 h 1503997"/>
                <a:gd name="connsiteX1006" fmla="*/ 42863 w 299085"/>
                <a:gd name="connsiteY1006" fmla="*/ 1296352 h 1503997"/>
                <a:gd name="connsiteX1007" fmla="*/ 46196 w 299085"/>
                <a:gd name="connsiteY1007" fmla="*/ 1296829 h 1503997"/>
                <a:gd name="connsiteX1008" fmla="*/ 49054 w 299085"/>
                <a:gd name="connsiteY1008" fmla="*/ 1298257 h 1503997"/>
                <a:gd name="connsiteX1009" fmla="*/ 53340 w 299085"/>
                <a:gd name="connsiteY1009" fmla="*/ 1298734 h 1503997"/>
                <a:gd name="connsiteX1010" fmla="*/ 56198 w 299085"/>
                <a:gd name="connsiteY1010" fmla="*/ 1298257 h 1503997"/>
                <a:gd name="connsiteX1011" fmla="*/ 62389 w 299085"/>
                <a:gd name="connsiteY1011" fmla="*/ 1301592 h 1503997"/>
                <a:gd name="connsiteX1012" fmla="*/ 63818 w 299085"/>
                <a:gd name="connsiteY1012" fmla="*/ 1304449 h 1503997"/>
                <a:gd name="connsiteX1013" fmla="*/ 62865 w 299085"/>
                <a:gd name="connsiteY1013" fmla="*/ 1317307 h 1503997"/>
                <a:gd name="connsiteX1014" fmla="*/ 58103 w 299085"/>
                <a:gd name="connsiteY1014" fmla="*/ 1315402 h 1503997"/>
                <a:gd name="connsiteX1015" fmla="*/ 53816 w 299085"/>
                <a:gd name="connsiteY1015" fmla="*/ 1320165 h 1503997"/>
                <a:gd name="connsiteX1016" fmla="*/ 55721 w 299085"/>
                <a:gd name="connsiteY1016" fmla="*/ 1321594 h 1503997"/>
                <a:gd name="connsiteX1017" fmla="*/ 61436 w 299085"/>
                <a:gd name="connsiteY1017" fmla="*/ 1324927 h 1503997"/>
                <a:gd name="connsiteX1018" fmla="*/ 64294 w 299085"/>
                <a:gd name="connsiteY1018" fmla="*/ 1323499 h 1503997"/>
                <a:gd name="connsiteX1019" fmla="*/ 65723 w 299085"/>
                <a:gd name="connsiteY1019" fmla="*/ 1324927 h 1503997"/>
                <a:gd name="connsiteX1020" fmla="*/ 67151 w 299085"/>
                <a:gd name="connsiteY1020" fmla="*/ 1325404 h 1503997"/>
                <a:gd name="connsiteX1021" fmla="*/ 69056 w 299085"/>
                <a:gd name="connsiteY1021" fmla="*/ 1324927 h 1503997"/>
                <a:gd name="connsiteX1022" fmla="*/ 72390 w 299085"/>
                <a:gd name="connsiteY1022" fmla="*/ 1327785 h 1503997"/>
                <a:gd name="connsiteX1023" fmla="*/ 74771 w 299085"/>
                <a:gd name="connsiteY1023" fmla="*/ 1332548 h 1503997"/>
                <a:gd name="connsiteX1024" fmla="*/ 77153 w 299085"/>
                <a:gd name="connsiteY1024" fmla="*/ 1336357 h 1503997"/>
                <a:gd name="connsiteX1025" fmla="*/ 81915 w 299085"/>
                <a:gd name="connsiteY1025" fmla="*/ 1337786 h 1503997"/>
                <a:gd name="connsiteX1026" fmla="*/ 88583 w 299085"/>
                <a:gd name="connsiteY1026" fmla="*/ 1333976 h 1503997"/>
                <a:gd name="connsiteX1027" fmla="*/ 97631 w 299085"/>
                <a:gd name="connsiteY1027" fmla="*/ 1328261 h 1503997"/>
                <a:gd name="connsiteX1028" fmla="*/ 108585 w 299085"/>
                <a:gd name="connsiteY1028" fmla="*/ 1325404 h 1503997"/>
                <a:gd name="connsiteX1029" fmla="*/ 109061 w 299085"/>
                <a:gd name="connsiteY1029" fmla="*/ 1322546 h 1503997"/>
                <a:gd name="connsiteX1030" fmla="*/ 106680 w 299085"/>
                <a:gd name="connsiteY1030" fmla="*/ 1320642 h 1503997"/>
                <a:gd name="connsiteX1031" fmla="*/ 104775 w 299085"/>
                <a:gd name="connsiteY1031" fmla="*/ 1319689 h 1503997"/>
                <a:gd name="connsiteX1032" fmla="*/ 101918 w 299085"/>
                <a:gd name="connsiteY1032" fmla="*/ 1316831 h 1503997"/>
                <a:gd name="connsiteX1033" fmla="*/ 90964 w 299085"/>
                <a:gd name="connsiteY1033" fmla="*/ 1312069 h 1503997"/>
                <a:gd name="connsiteX1034" fmla="*/ 89535 w 299085"/>
                <a:gd name="connsiteY1034" fmla="*/ 1311593 h 1503997"/>
                <a:gd name="connsiteX1035" fmla="*/ 88583 w 299085"/>
                <a:gd name="connsiteY1035" fmla="*/ 1310640 h 1503997"/>
                <a:gd name="connsiteX1036" fmla="*/ 89535 w 299085"/>
                <a:gd name="connsiteY1036" fmla="*/ 1309688 h 1503997"/>
                <a:gd name="connsiteX1037" fmla="*/ 90964 w 299085"/>
                <a:gd name="connsiteY1037" fmla="*/ 1309211 h 1503997"/>
                <a:gd name="connsiteX1038" fmla="*/ 103346 w 299085"/>
                <a:gd name="connsiteY1038" fmla="*/ 1315402 h 1503997"/>
                <a:gd name="connsiteX1039" fmla="*/ 110966 w 299085"/>
                <a:gd name="connsiteY1039" fmla="*/ 1321594 h 1503997"/>
                <a:gd name="connsiteX1040" fmla="*/ 112871 w 299085"/>
                <a:gd name="connsiteY1040" fmla="*/ 1323975 h 1503997"/>
                <a:gd name="connsiteX1041" fmla="*/ 112871 w 299085"/>
                <a:gd name="connsiteY1041" fmla="*/ 1327785 h 1503997"/>
                <a:gd name="connsiteX1042" fmla="*/ 111919 w 299085"/>
                <a:gd name="connsiteY1042" fmla="*/ 1329690 h 1503997"/>
                <a:gd name="connsiteX1043" fmla="*/ 108585 w 299085"/>
                <a:gd name="connsiteY1043" fmla="*/ 1332071 h 1503997"/>
                <a:gd name="connsiteX1044" fmla="*/ 108585 w 299085"/>
                <a:gd name="connsiteY1044" fmla="*/ 1334929 h 1503997"/>
                <a:gd name="connsiteX1045" fmla="*/ 109061 w 299085"/>
                <a:gd name="connsiteY1045" fmla="*/ 1336357 h 1503997"/>
                <a:gd name="connsiteX1046" fmla="*/ 111919 w 299085"/>
                <a:gd name="connsiteY1046" fmla="*/ 1342549 h 1503997"/>
                <a:gd name="connsiteX1047" fmla="*/ 111919 w 299085"/>
                <a:gd name="connsiteY1047" fmla="*/ 1344454 h 1503997"/>
                <a:gd name="connsiteX1048" fmla="*/ 111919 w 299085"/>
                <a:gd name="connsiteY1048" fmla="*/ 1346359 h 1503997"/>
                <a:gd name="connsiteX1049" fmla="*/ 111443 w 299085"/>
                <a:gd name="connsiteY1049" fmla="*/ 1347788 h 1503997"/>
                <a:gd name="connsiteX1050" fmla="*/ 110014 w 299085"/>
                <a:gd name="connsiteY1050" fmla="*/ 1350169 h 1503997"/>
                <a:gd name="connsiteX1051" fmla="*/ 108109 w 299085"/>
                <a:gd name="connsiteY1051" fmla="*/ 1352074 h 1503997"/>
                <a:gd name="connsiteX1052" fmla="*/ 106680 w 299085"/>
                <a:gd name="connsiteY1052" fmla="*/ 1352550 h 1503997"/>
                <a:gd name="connsiteX1053" fmla="*/ 105251 w 299085"/>
                <a:gd name="connsiteY1053" fmla="*/ 1351121 h 1503997"/>
                <a:gd name="connsiteX1054" fmla="*/ 105728 w 299085"/>
                <a:gd name="connsiteY1054" fmla="*/ 1349693 h 1503997"/>
                <a:gd name="connsiteX1055" fmla="*/ 109538 w 299085"/>
                <a:gd name="connsiteY1055" fmla="*/ 1346359 h 1503997"/>
                <a:gd name="connsiteX1056" fmla="*/ 110014 w 299085"/>
                <a:gd name="connsiteY1056" fmla="*/ 1343977 h 1503997"/>
                <a:gd name="connsiteX1057" fmla="*/ 109538 w 299085"/>
                <a:gd name="connsiteY1057" fmla="*/ 1341596 h 1503997"/>
                <a:gd name="connsiteX1058" fmla="*/ 107633 w 299085"/>
                <a:gd name="connsiteY1058" fmla="*/ 1339692 h 1503997"/>
                <a:gd name="connsiteX1059" fmla="*/ 106204 w 299085"/>
                <a:gd name="connsiteY1059" fmla="*/ 1337310 h 1503997"/>
                <a:gd name="connsiteX1060" fmla="*/ 106204 w 299085"/>
                <a:gd name="connsiteY1060" fmla="*/ 1334452 h 1503997"/>
                <a:gd name="connsiteX1061" fmla="*/ 104775 w 299085"/>
                <a:gd name="connsiteY1061" fmla="*/ 1333500 h 1503997"/>
                <a:gd name="connsiteX1062" fmla="*/ 102870 w 299085"/>
                <a:gd name="connsiteY1062" fmla="*/ 1333024 h 1503997"/>
                <a:gd name="connsiteX1063" fmla="*/ 101441 w 299085"/>
                <a:gd name="connsiteY1063" fmla="*/ 1333500 h 1503997"/>
                <a:gd name="connsiteX1064" fmla="*/ 98108 w 299085"/>
                <a:gd name="connsiteY1064" fmla="*/ 1337310 h 1503997"/>
                <a:gd name="connsiteX1065" fmla="*/ 91440 w 299085"/>
                <a:gd name="connsiteY1065" fmla="*/ 1341120 h 1503997"/>
                <a:gd name="connsiteX1066" fmla="*/ 87154 w 299085"/>
                <a:gd name="connsiteY1066" fmla="*/ 1342549 h 1503997"/>
                <a:gd name="connsiteX1067" fmla="*/ 84773 w 299085"/>
                <a:gd name="connsiteY1067" fmla="*/ 1343025 h 1503997"/>
                <a:gd name="connsiteX1068" fmla="*/ 80486 w 299085"/>
                <a:gd name="connsiteY1068" fmla="*/ 1342073 h 1503997"/>
                <a:gd name="connsiteX1069" fmla="*/ 78105 w 299085"/>
                <a:gd name="connsiteY1069" fmla="*/ 1342549 h 1503997"/>
                <a:gd name="connsiteX1070" fmla="*/ 74295 w 299085"/>
                <a:gd name="connsiteY1070" fmla="*/ 1339215 h 1503997"/>
                <a:gd name="connsiteX1071" fmla="*/ 72866 w 299085"/>
                <a:gd name="connsiteY1071" fmla="*/ 1339215 h 1503997"/>
                <a:gd name="connsiteX1072" fmla="*/ 72866 w 299085"/>
                <a:gd name="connsiteY1072" fmla="*/ 1342073 h 1503997"/>
                <a:gd name="connsiteX1073" fmla="*/ 72390 w 299085"/>
                <a:gd name="connsiteY1073" fmla="*/ 1344930 h 1503997"/>
                <a:gd name="connsiteX1074" fmla="*/ 70961 w 299085"/>
                <a:gd name="connsiteY1074" fmla="*/ 1345882 h 1503997"/>
                <a:gd name="connsiteX1075" fmla="*/ 68104 w 299085"/>
                <a:gd name="connsiteY1075" fmla="*/ 1346835 h 1503997"/>
                <a:gd name="connsiteX1076" fmla="*/ 60960 w 299085"/>
                <a:gd name="connsiteY1076" fmla="*/ 1343501 h 1503997"/>
                <a:gd name="connsiteX1077" fmla="*/ 57626 w 299085"/>
                <a:gd name="connsiteY1077" fmla="*/ 1343501 h 1503997"/>
                <a:gd name="connsiteX1078" fmla="*/ 55721 w 299085"/>
                <a:gd name="connsiteY1078" fmla="*/ 1342073 h 1503997"/>
                <a:gd name="connsiteX1079" fmla="*/ 53340 w 299085"/>
                <a:gd name="connsiteY1079" fmla="*/ 1341596 h 1503997"/>
                <a:gd name="connsiteX1080" fmla="*/ 52388 w 299085"/>
                <a:gd name="connsiteY1080" fmla="*/ 1342073 h 1503997"/>
                <a:gd name="connsiteX1081" fmla="*/ 53340 w 299085"/>
                <a:gd name="connsiteY1081" fmla="*/ 1344454 h 1503997"/>
                <a:gd name="connsiteX1082" fmla="*/ 54293 w 299085"/>
                <a:gd name="connsiteY1082" fmla="*/ 1345882 h 1503997"/>
                <a:gd name="connsiteX1083" fmla="*/ 56198 w 299085"/>
                <a:gd name="connsiteY1083" fmla="*/ 1351121 h 1503997"/>
                <a:gd name="connsiteX1084" fmla="*/ 57150 w 299085"/>
                <a:gd name="connsiteY1084" fmla="*/ 1353979 h 1503997"/>
                <a:gd name="connsiteX1085" fmla="*/ 59055 w 299085"/>
                <a:gd name="connsiteY1085" fmla="*/ 1353502 h 1503997"/>
                <a:gd name="connsiteX1086" fmla="*/ 60960 w 299085"/>
                <a:gd name="connsiteY1086" fmla="*/ 1354931 h 1503997"/>
                <a:gd name="connsiteX1087" fmla="*/ 62389 w 299085"/>
                <a:gd name="connsiteY1087" fmla="*/ 1359694 h 1503997"/>
                <a:gd name="connsiteX1088" fmla="*/ 60960 w 299085"/>
                <a:gd name="connsiteY1088" fmla="*/ 1362551 h 1503997"/>
                <a:gd name="connsiteX1089" fmla="*/ 61913 w 299085"/>
                <a:gd name="connsiteY1089" fmla="*/ 1365409 h 1503997"/>
                <a:gd name="connsiteX1090" fmla="*/ 65246 w 299085"/>
                <a:gd name="connsiteY1090" fmla="*/ 1367790 h 1503997"/>
                <a:gd name="connsiteX1091" fmla="*/ 72390 w 299085"/>
                <a:gd name="connsiteY1091" fmla="*/ 1366361 h 1503997"/>
                <a:gd name="connsiteX1092" fmla="*/ 76676 w 299085"/>
                <a:gd name="connsiteY1092" fmla="*/ 1367314 h 1503997"/>
                <a:gd name="connsiteX1093" fmla="*/ 83820 w 299085"/>
                <a:gd name="connsiteY1093" fmla="*/ 1363027 h 1503997"/>
                <a:gd name="connsiteX1094" fmla="*/ 88583 w 299085"/>
                <a:gd name="connsiteY1094" fmla="*/ 1364456 h 1503997"/>
                <a:gd name="connsiteX1095" fmla="*/ 90964 w 299085"/>
                <a:gd name="connsiteY1095" fmla="*/ 1361599 h 1503997"/>
                <a:gd name="connsiteX1096" fmla="*/ 90964 w 299085"/>
                <a:gd name="connsiteY1096" fmla="*/ 1358265 h 1503997"/>
                <a:gd name="connsiteX1097" fmla="*/ 92869 w 299085"/>
                <a:gd name="connsiteY1097" fmla="*/ 1358265 h 1503997"/>
                <a:gd name="connsiteX1098" fmla="*/ 94774 w 299085"/>
                <a:gd name="connsiteY1098" fmla="*/ 1360170 h 1503997"/>
                <a:gd name="connsiteX1099" fmla="*/ 92393 w 299085"/>
                <a:gd name="connsiteY1099" fmla="*/ 1363027 h 1503997"/>
                <a:gd name="connsiteX1100" fmla="*/ 89059 w 299085"/>
                <a:gd name="connsiteY1100" fmla="*/ 1367790 h 1503997"/>
                <a:gd name="connsiteX1101" fmla="*/ 85249 w 299085"/>
                <a:gd name="connsiteY1101" fmla="*/ 1370171 h 1503997"/>
                <a:gd name="connsiteX1102" fmla="*/ 75248 w 299085"/>
                <a:gd name="connsiteY1102" fmla="*/ 1373981 h 1503997"/>
                <a:gd name="connsiteX1103" fmla="*/ 80010 w 299085"/>
                <a:gd name="connsiteY1103" fmla="*/ 1376839 h 1503997"/>
                <a:gd name="connsiteX1104" fmla="*/ 81439 w 299085"/>
                <a:gd name="connsiteY1104" fmla="*/ 1379696 h 1503997"/>
                <a:gd name="connsiteX1105" fmla="*/ 85725 w 299085"/>
                <a:gd name="connsiteY1105" fmla="*/ 1383982 h 1503997"/>
                <a:gd name="connsiteX1106" fmla="*/ 92869 w 299085"/>
                <a:gd name="connsiteY1106" fmla="*/ 1384935 h 1503997"/>
                <a:gd name="connsiteX1107" fmla="*/ 95250 w 299085"/>
                <a:gd name="connsiteY1107" fmla="*/ 1383506 h 1503997"/>
                <a:gd name="connsiteX1108" fmla="*/ 96203 w 299085"/>
                <a:gd name="connsiteY1108" fmla="*/ 1382554 h 1503997"/>
                <a:gd name="connsiteX1109" fmla="*/ 96203 w 299085"/>
                <a:gd name="connsiteY1109" fmla="*/ 1380649 h 1503997"/>
                <a:gd name="connsiteX1110" fmla="*/ 96203 w 299085"/>
                <a:gd name="connsiteY1110" fmla="*/ 1376839 h 1503997"/>
                <a:gd name="connsiteX1111" fmla="*/ 99060 w 299085"/>
                <a:gd name="connsiteY1111" fmla="*/ 1371600 h 1503997"/>
                <a:gd name="connsiteX1112" fmla="*/ 103346 w 299085"/>
                <a:gd name="connsiteY1112" fmla="*/ 1368267 h 1503997"/>
                <a:gd name="connsiteX1113" fmla="*/ 104775 w 299085"/>
                <a:gd name="connsiteY1113" fmla="*/ 1364932 h 1503997"/>
                <a:gd name="connsiteX1114" fmla="*/ 104299 w 299085"/>
                <a:gd name="connsiteY1114" fmla="*/ 1362075 h 1503997"/>
                <a:gd name="connsiteX1115" fmla="*/ 106680 w 299085"/>
                <a:gd name="connsiteY1115" fmla="*/ 1360170 h 1503997"/>
                <a:gd name="connsiteX1116" fmla="*/ 109061 w 299085"/>
                <a:gd name="connsiteY1116" fmla="*/ 1359694 h 1503997"/>
                <a:gd name="connsiteX1117" fmla="*/ 113824 w 299085"/>
                <a:gd name="connsiteY1117" fmla="*/ 1361123 h 1503997"/>
                <a:gd name="connsiteX1118" fmla="*/ 114776 w 299085"/>
                <a:gd name="connsiteY1118" fmla="*/ 1363027 h 1503997"/>
                <a:gd name="connsiteX1119" fmla="*/ 116205 w 299085"/>
                <a:gd name="connsiteY1119" fmla="*/ 1363980 h 1503997"/>
                <a:gd name="connsiteX1120" fmla="*/ 120491 w 299085"/>
                <a:gd name="connsiteY1120" fmla="*/ 1360170 h 1503997"/>
                <a:gd name="connsiteX1121" fmla="*/ 123349 w 299085"/>
                <a:gd name="connsiteY1121" fmla="*/ 1359218 h 1503997"/>
                <a:gd name="connsiteX1122" fmla="*/ 137636 w 299085"/>
                <a:gd name="connsiteY1122" fmla="*/ 1360170 h 1503997"/>
                <a:gd name="connsiteX1123" fmla="*/ 142875 w 299085"/>
                <a:gd name="connsiteY1123" fmla="*/ 1361123 h 1503997"/>
                <a:gd name="connsiteX1124" fmla="*/ 148114 w 299085"/>
                <a:gd name="connsiteY1124" fmla="*/ 1363027 h 1503997"/>
                <a:gd name="connsiteX1125" fmla="*/ 146685 w 299085"/>
                <a:gd name="connsiteY1125" fmla="*/ 1364932 h 1503997"/>
                <a:gd name="connsiteX1126" fmla="*/ 145256 w 299085"/>
                <a:gd name="connsiteY1126" fmla="*/ 1365885 h 1503997"/>
                <a:gd name="connsiteX1127" fmla="*/ 138113 w 299085"/>
                <a:gd name="connsiteY1127" fmla="*/ 1366838 h 1503997"/>
                <a:gd name="connsiteX1128" fmla="*/ 131921 w 299085"/>
                <a:gd name="connsiteY1128" fmla="*/ 1364932 h 1503997"/>
                <a:gd name="connsiteX1129" fmla="*/ 127159 w 299085"/>
                <a:gd name="connsiteY1129" fmla="*/ 1364932 h 1503997"/>
                <a:gd name="connsiteX1130" fmla="*/ 115729 w 299085"/>
                <a:gd name="connsiteY1130" fmla="*/ 1372552 h 1503997"/>
                <a:gd name="connsiteX1131" fmla="*/ 110014 w 299085"/>
                <a:gd name="connsiteY1131" fmla="*/ 1372552 h 1503997"/>
                <a:gd name="connsiteX1132" fmla="*/ 110014 w 299085"/>
                <a:gd name="connsiteY1132" fmla="*/ 1370648 h 1503997"/>
                <a:gd name="connsiteX1133" fmla="*/ 108585 w 299085"/>
                <a:gd name="connsiteY1133" fmla="*/ 1369695 h 1503997"/>
                <a:gd name="connsiteX1134" fmla="*/ 106680 w 299085"/>
                <a:gd name="connsiteY1134" fmla="*/ 1370171 h 1503997"/>
                <a:gd name="connsiteX1135" fmla="*/ 103346 w 299085"/>
                <a:gd name="connsiteY1135" fmla="*/ 1372552 h 1503997"/>
                <a:gd name="connsiteX1136" fmla="*/ 101441 w 299085"/>
                <a:gd name="connsiteY1136" fmla="*/ 1374934 h 1503997"/>
                <a:gd name="connsiteX1137" fmla="*/ 100965 w 299085"/>
                <a:gd name="connsiteY1137" fmla="*/ 1377792 h 1503997"/>
                <a:gd name="connsiteX1138" fmla="*/ 100965 w 299085"/>
                <a:gd name="connsiteY1138" fmla="*/ 1386364 h 1503997"/>
                <a:gd name="connsiteX1139" fmla="*/ 98108 w 299085"/>
                <a:gd name="connsiteY1139" fmla="*/ 1388745 h 1503997"/>
                <a:gd name="connsiteX1140" fmla="*/ 96203 w 299085"/>
                <a:gd name="connsiteY1140" fmla="*/ 1391602 h 1503997"/>
                <a:gd name="connsiteX1141" fmla="*/ 98108 w 299085"/>
                <a:gd name="connsiteY1141" fmla="*/ 1393984 h 1503997"/>
                <a:gd name="connsiteX1142" fmla="*/ 107156 w 299085"/>
                <a:gd name="connsiteY1142" fmla="*/ 1399699 h 1503997"/>
                <a:gd name="connsiteX1143" fmla="*/ 113348 w 299085"/>
                <a:gd name="connsiteY1143" fmla="*/ 1401604 h 1503997"/>
                <a:gd name="connsiteX1144" fmla="*/ 113824 w 299085"/>
                <a:gd name="connsiteY1144" fmla="*/ 1397318 h 1503997"/>
                <a:gd name="connsiteX1145" fmla="*/ 115253 w 299085"/>
                <a:gd name="connsiteY1145" fmla="*/ 1393507 h 1503997"/>
                <a:gd name="connsiteX1146" fmla="*/ 116205 w 299085"/>
                <a:gd name="connsiteY1146" fmla="*/ 1392079 h 1503997"/>
                <a:gd name="connsiteX1147" fmla="*/ 122396 w 299085"/>
                <a:gd name="connsiteY1147" fmla="*/ 1386364 h 1503997"/>
                <a:gd name="connsiteX1148" fmla="*/ 127635 w 299085"/>
                <a:gd name="connsiteY1148" fmla="*/ 1383030 h 1503997"/>
                <a:gd name="connsiteX1149" fmla="*/ 135731 w 299085"/>
                <a:gd name="connsiteY1149" fmla="*/ 1380173 h 1503997"/>
                <a:gd name="connsiteX1150" fmla="*/ 152876 w 299085"/>
                <a:gd name="connsiteY1150" fmla="*/ 1369219 h 1503997"/>
                <a:gd name="connsiteX1151" fmla="*/ 158115 w 299085"/>
                <a:gd name="connsiteY1151" fmla="*/ 1371124 h 1503997"/>
                <a:gd name="connsiteX1152" fmla="*/ 160496 w 299085"/>
                <a:gd name="connsiteY1152" fmla="*/ 1372552 h 1503997"/>
                <a:gd name="connsiteX1153" fmla="*/ 160020 w 299085"/>
                <a:gd name="connsiteY1153" fmla="*/ 1374457 h 1503997"/>
                <a:gd name="connsiteX1154" fmla="*/ 159544 w 299085"/>
                <a:gd name="connsiteY1154" fmla="*/ 1375886 h 1503997"/>
                <a:gd name="connsiteX1155" fmla="*/ 155734 w 299085"/>
                <a:gd name="connsiteY1155" fmla="*/ 1381125 h 1503997"/>
                <a:gd name="connsiteX1156" fmla="*/ 151924 w 299085"/>
                <a:gd name="connsiteY1156" fmla="*/ 1384459 h 1503997"/>
                <a:gd name="connsiteX1157" fmla="*/ 140494 w 299085"/>
                <a:gd name="connsiteY1157" fmla="*/ 1390174 h 1503997"/>
                <a:gd name="connsiteX1158" fmla="*/ 138589 w 299085"/>
                <a:gd name="connsiteY1158" fmla="*/ 1401604 h 1503997"/>
                <a:gd name="connsiteX1159" fmla="*/ 135255 w 299085"/>
                <a:gd name="connsiteY1159" fmla="*/ 1403509 h 1503997"/>
                <a:gd name="connsiteX1160" fmla="*/ 134779 w 299085"/>
                <a:gd name="connsiteY1160" fmla="*/ 1402080 h 1503997"/>
                <a:gd name="connsiteX1161" fmla="*/ 136208 w 299085"/>
                <a:gd name="connsiteY1161" fmla="*/ 1400175 h 1503997"/>
                <a:gd name="connsiteX1162" fmla="*/ 137636 w 299085"/>
                <a:gd name="connsiteY1162" fmla="*/ 1397318 h 1503997"/>
                <a:gd name="connsiteX1163" fmla="*/ 136684 w 299085"/>
                <a:gd name="connsiteY1163" fmla="*/ 1392079 h 1503997"/>
                <a:gd name="connsiteX1164" fmla="*/ 133826 w 299085"/>
                <a:gd name="connsiteY1164" fmla="*/ 1389698 h 1503997"/>
                <a:gd name="connsiteX1165" fmla="*/ 129064 w 299085"/>
                <a:gd name="connsiteY1165" fmla="*/ 1390174 h 1503997"/>
                <a:gd name="connsiteX1166" fmla="*/ 123349 w 299085"/>
                <a:gd name="connsiteY1166" fmla="*/ 1390174 h 1503997"/>
                <a:gd name="connsiteX1167" fmla="*/ 121444 w 299085"/>
                <a:gd name="connsiteY1167" fmla="*/ 1390650 h 1503997"/>
                <a:gd name="connsiteX1168" fmla="*/ 117634 w 299085"/>
                <a:gd name="connsiteY1168" fmla="*/ 1394936 h 1503997"/>
                <a:gd name="connsiteX1169" fmla="*/ 118110 w 299085"/>
                <a:gd name="connsiteY1169" fmla="*/ 1398270 h 1503997"/>
                <a:gd name="connsiteX1170" fmla="*/ 119063 w 299085"/>
                <a:gd name="connsiteY1170" fmla="*/ 1400651 h 1503997"/>
                <a:gd name="connsiteX1171" fmla="*/ 125730 w 299085"/>
                <a:gd name="connsiteY1171" fmla="*/ 1408271 h 1503997"/>
                <a:gd name="connsiteX1172" fmla="*/ 128111 w 299085"/>
                <a:gd name="connsiteY1172" fmla="*/ 1409700 h 1503997"/>
                <a:gd name="connsiteX1173" fmla="*/ 135731 w 299085"/>
                <a:gd name="connsiteY1173" fmla="*/ 1412557 h 1503997"/>
                <a:gd name="connsiteX1174" fmla="*/ 141923 w 299085"/>
                <a:gd name="connsiteY1174" fmla="*/ 1416368 h 1503997"/>
                <a:gd name="connsiteX1175" fmla="*/ 150495 w 299085"/>
                <a:gd name="connsiteY1175" fmla="*/ 1418273 h 1503997"/>
                <a:gd name="connsiteX1176" fmla="*/ 155258 w 299085"/>
                <a:gd name="connsiteY1176" fmla="*/ 1420177 h 1503997"/>
                <a:gd name="connsiteX1177" fmla="*/ 162401 w 299085"/>
                <a:gd name="connsiteY1177" fmla="*/ 1417320 h 1503997"/>
                <a:gd name="connsiteX1178" fmla="*/ 165259 w 299085"/>
                <a:gd name="connsiteY1178" fmla="*/ 1415415 h 1503997"/>
                <a:gd name="connsiteX1179" fmla="*/ 166688 w 299085"/>
                <a:gd name="connsiteY1179" fmla="*/ 1405890 h 1503997"/>
                <a:gd name="connsiteX1180" fmla="*/ 165259 w 299085"/>
                <a:gd name="connsiteY1180" fmla="*/ 1400175 h 1503997"/>
                <a:gd name="connsiteX1181" fmla="*/ 165259 w 299085"/>
                <a:gd name="connsiteY1181" fmla="*/ 1396842 h 1503997"/>
                <a:gd name="connsiteX1182" fmla="*/ 166211 w 299085"/>
                <a:gd name="connsiteY1182" fmla="*/ 1390174 h 1503997"/>
                <a:gd name="connsiteX1183" fmla="*/ 170498 w 299085"/>
                <a:gd name="connsiteY1183" fmla="*/ 1378268 h 1503997"/>
                <a:gd name="connsiteX1184" fmla="*/ 170021 w 299085"/>
                <a:gd name="connsiteY1184" fmla="*/ 1374934 h 1503997"/>
                <a:gd name="connsiteX1185" fmla="*/ 171450 w 299085"/>
                <a:gd name="connsiteY1185" fmla="*/ 1369219 h 1503997"/>
                <a:gd name="connsiteX1186" fmla="*/ 175260 w 299085"/>
                <a:gd name="connsiteY1186" fmla="*/ 1366838 h 1503997"/>
                <a:gd name="connsiteX1187" fmla="*/ 179070 w 299085"/>
                <a:gd name="connsiteY1187" fmla="*/ 1364932 h 1503997"/>
                <a:gd name="connsiteX1188" fmla="*/ 184785 w 299085"/>
                <a:gd name="connsiteY1188" fmla="*/ 1364456 h 1503997"/>
                <a:gd name="connsiteX1189" fmla="*/ 201454 w 299085"/>
                <a:gd name="connsiteY1189" fmla="*/ 1357789 h 1503997"/>
                <a:gd name="connsiteX1190" fmla="*/ 206216 w 299085"/>
                <a:gd name="connsiteY1190" fmla="*/ 1357313 h 1503997"/>
                <a:gd name="connsiteX1191" fmla="*/ 210979 w 299085"/>
                <a:gd name="connsiteY1191" fmla="*/ 1355407 h 1503997"/>
                <a:gd name="connsiteX1192" fmla="*/ 212884 w 299085"/>
                <a:gd name="connsiteY1192" fmla="*/ 1353502 h 1503997"/>
                <a:gd name="connsiteX1193" fmla="*/ 216694 w 299085"/>
                <a:gd name="connsiteY1193" fmla="*/ 1346835 h 1503997"/>
                <a:gd name="connsiteX1194" fmla="*/ 223838 w 299085"/>
                <a:gd name="connsiteY1194" fmla="*/ 1343977 h 1503997"/>
                <a:gd name="connsiteX1195" fmla="*/ 227648 w 299085"/>
                <a:gd name="connsiteY1195" fmla="*/ 1344454 h 1503997"/>
                <a:gd name="connsiteX1196" fmla="*/ 231934 w 299085"/>
                <a:gd name="connsiteY1196" fmla="*/ 1346835 h 1503997"/>
                <a:gd name="connsiteX1197" fmla="*/ 250984 w 299085"/>
                <a:gd name="connsiteY1197" fmla="*/ 1351121 h 1503997"/>
                <a:gd name="connsiteX1198" fmla="*/ 250508 w 299085"/>
                <a:gd name="connsiteY1198" fmla="*/ 1348264 h 1503997"/>
                <a:gd name="connsiteX1199" fmla="*/ 246221 w 299085"/>
                <a:gd name="connsiteY1199" fmla="*/ 1347311 h 1503997"/>
                <a:gd name="connsiteX1200" fmla="*/ 241935 w 299085"/>
                <a:gd name="connsiteY1200" fmla="*/ 1346359 h 1503997"/>
                <a:gd name="connsiteX1201" fmla="*/ 234791 w 299085"/>
                <a:gd name="connsiteY1201" fmla="*/ 1344454 h 1503997"/>
                <a:gd name="connsiteX1202" fmla="*/ 225266 w 299085"/>
                <a:gd name="connsiteY1202" fmla="*/ 1341120 h 1503997"/>
                <a:gd name="connsiteX1203" fmla="*/ 215741 w 299085"/>
                <a:gd name="connsiteY1203" fmla="*/ 1341120 h 1503997"/>
                <a:gd name="connsiteX1204" fmla="*/ 208121 w 299085"/>
                <a:gd name="connsiteY1204" fmla="*/ 1338263 h 1503997"/>
                <a:gd name="connsiteX1205" fmla="*/ 199549 w 299085"/>
                <a:gd name="connsiteY1205" fmla="*/ 1335405 h 1503997"/>
                <a:gd name="connsiteX1206" fmla="*/ 181928 w 299085"/>
                <a:gd name="connsiteY1206" fmla="*/ 1334929 h 1503997"/>
                <a:gd name="connsiteX1207" fmla="*/ 166211 w 299085"/>
                <a:gd name="connsiteY1207" fmla="*/ 1334929 h 1503997"/>
                <a:gd name="connsiteX1208" fmla="*/ 150019 w 299085"/>
                <a:gd name="connsiteY1208" fmla="*/ 1334929 h 1503997"/>
                <a:gd name="connsiteX1209" fmla="*/ 139541 w 299085"/>
                <a:gd name="connsiteY1209" fmla="*/ 1334929 h 1503997"/>
                <a:gd name="connsiteX1210" fmla="*/ 132874 w 299085"/>
                <a:gd name="connsiteY1210" fmla="*/ 1334929 h 1503997"/>
                <a:gd name="connsiteX1211" fmla="*/ 130969 w 299085"/>
                <a:gd name="connsiteY1211" fmla="*/ 1333976 h 1503997"/>
                <a:gd name="connsiteX1212" fmla="*/ 131445 w 299085"/>
                <a:gd name="connsiteY1212" fmla="*/ 1330167 h 1503997"/>
                <a:gd name="connsiteX1213" fmla="*/ 129064 w 299085"/>
                <a:gd name="connsiteY1213" fmla="*/ 1327309 h 1503997"/>
                <a:gd name="connsiteX1214" fmla="*/ 125254 w 299085"/>
                <a:gd name="connsiteY1214" fmla="*/ 1323975 h 1503997"/>
                <a:gd name="connsiteX1215" fmla="*/ 120968 w 299085"/>
                <a:gd name="connsiteY1215" fmla="*/ 1321594 h 1503997"/>
                <a:gd name="connsiteX1216" fmla="*/ 118586 w 299085"/>
                <a:gd name="connsiteY1216" fmla="*/ 1318260 h 1503997"/>
                <a:gd name="connsiteX1217" fmla="*/ 116205 w 299085"/>
                <a:gd name="connsiteY1217" fmla="*/ 1314926 h 1503997"/>
                <a:gd name="connsiteX1218" fmla="*/ 117634 w 299085"/>
                <a:gd name="connsiteY1218" fmla="*/ 1311593 h 1503997"/>
                <a:gd name="connsiteX1219" fmla="*/ 120015 w 299085"/>
                <a:gd name="connsiteY1219" fmla="*/ 1303973 h 1503997"/>
                <a:gd name="connsiteX1220" fmla="*/ 120015 w 299085"/>
                <a:gd name="connsiteY1220" fmla="*/ 1300639 h 1503997"/>
                <a:gd name="connsiteX1221" fmla="*/ 118110 w 299085"/>
                <a:gd name="connsiteY1221" fmla="*/ 1298257 h 1503997"/>
                <a:gd name="connsiteX1222" fmla="*/ 117634 w 299085"/>
                <a:gd name="connsiteY1222" fmla="*/ 1294924 h 1503997"/>
                <a:gd name="connsiteX1223" fmla="*/ 118110 w 299085"/>
                <a:gd name="connsiteY1223" fmla="*/ 1293495 h 1503997"/>
                <a:gd name="connsiteX1224" fmla="*/ 120015 w 299085"/>
                <a:gd name="connsiteY1224" fmla="*/ 1292067 h 1503997"/>
                <a:gd name="connsiteX1225" fmla="*/ 120968 w 299085"/>
                <a:gd name="connsiteY1225" fmla="*/ 1286351 h 1503997"/>
                <a:gd name="connsiteX1226" fmla="*/ 120015 w 299085"/>
                <a:gd name="connsiteY1226" fmla="*/ 1281113 h 1503997"/>
                <a:gd name="connsiteX1227" fmla="*/ 118586 w 299085"/>
                <a:gd name="connsiteY1227" fmla="*/ 1276350 h 1503997"/>
                <a:gd name="connsiteX1228" fmla="*/ 116681 w 299085"/>
                <a:gd name="connsiteY1228" fmla="*/ 1274445 h 1503997"/>
                <a:gd name="connsiteX1229" fmla="*/ 114300 w 299085"/>
                <a:gd name="connsiteY1229" fmla="*/ 1273493 h 1503997"/>
                <a:gd name="connsiteX1230" fmla="*/ 112395 w 299085"/>
                <a:gd name="connsiteY1230" fmla="*/ 1273493 h 1503997"/>
                <a:gd name="connsiteX1231" fmla="*/ 108585 w 299085"/>
                <a:gd name="connsiteY1231" fmla="*/ 1275398 h 1503997"/>
                <a:gd name="connsiteX1232" fmla="*/ 102394 w 299085"/>
                <a:gd name="connsiteY1232" fmla="*/ 1274921 h 1503997"/>
                <a:gd name="connsiteX1233" fmla="*/ 100489 w 299085"/>
                <a:gd name="connsiteY1233" fmla="*/ 1275398 h 1503997"/>
                <a:gd name="connsiteX1234" fmla="*/ 97631 w 299085"/>
                <a:gd name="connsiteY1234" fmla="*/ 1277302 h 1503997"/>
                <a:gd name="connsiteX1235" fmla="*/ 93345 w 299085"/>
                <a:gd name="connsiteY1235" fmla="*/ 1280160 h 1503997"/>
                <a:gd name="connsiteX1236" fmla="*/ 90964 w 299085"/>
                <a:gd name="connsiteY1236" fmla="*/ 1279207 h 1503997"/>
                <a:gd name="connsiteX1237" fmla="*/ 90011 w 299085"/>
                <a:gd name="connsiteY1237" fmla="*/ 1276350 h 1503997"/>
                <a:gd name="connsiteX1238" fmla="*/ 88583 w 299085"/>
                <a:gd name="connsiteY1238" fmla="*/ 1273493 h 1503997"/>
                <a:gd name="connsiteX1239" fmla="*/ 87630 w 299085"/>
                <a:gd name="connsiteY1239" fmla="*/ 1271111 h 1503997"/>
                <a:gd name="connsiteX1240" fmla="*/ 86678 w 299085"/>
                <a:gd name="connsiteY1240" fmla="*/ 1267301 h 1503997"/>
                <a:gd name="connsiteX1241" fmla="*/ 85249 w 299085"/>
                <a:gd name="connsiteY1241" fmla="*/ 1262539 h 1503997"/>
                <a:gd name="connsiteX1242" fmla="*/ 82868 w 299085"/>
                <a:gd name="connsiteY1242" fmla="*/ 1256824 h 1503997"/>
                <a:gd name="connsiteX1243" fmla="*/ 79058 w 299085"/>
                <a:gd name="connsiteY1243" fmla="*/ 1252061 h 1503997"/>
                <a:gd name="connsiteX1244" fmla="*/ 79058 w 299085"/>
                <a:gd name="connsiteY1244" fmla="*/ 1247775 h 1503997"/>
                <a:gd name="connsiteX1245" fmla="*/ 78105 w 299085"/>
                <a:gd name="connsiteY1245" fmla="*/ 1242536 h 1503997"/>
                <a:gd name="connsiteX1246" fmla="*/ 80010 w 299085"/>
                <a:gd name="connsiteY1246" fmla="*/ 1237298 h 1503997"/>
                <a:gd name="connsiteX1247" fmla="*/ 79058 w 299085"/>
                <a:gd name="connsiteY1247" fmla="*/ 1233011 h 1503997"/>
                <a:gd name="connsiteX1248" fmla="*/ 76676 w 299085"/>
                <a:gd name="connsiteY1248" fmla="*/ 1227773 h 1503997"/>
                <a:gd name="connsiteX1249" fmla="*/ 77629 w 299085"/>
                <a:gd name="connsiteY1249" fmla="*/ 1222534 h 1503997"/>
                <a:gd name="connsiteX1250" fmla="*/ 80010 w 299085"/>
                <a:gd name="connsiteY1250" fmla="*/ 1219676 h 1503997"/>
                <a:gd name="connsiteX1251" fmla="*/ 80963 w 299085"/>
                <a:gd name="connsiteY1251" fmla="*/ 1215867 h 1503997"/>
                <a:gd name="connsiteX1252" fmla="*/ 91916 w 299085"/>
                <a:gd name="connsiteY1252" fmla="*/ 1215390 h 1503997"/>
                <a:gd name="connsiteX1253" fmla="*/ 91440 w 299085"/>
                <a:gd name="connsiteY1253" fmla="*/ 1210627 h 1503997"/>
                <a:gd name="connsiteX1254" fmla="*/ 93345 w 299085"/>
                <a:gd name="connsiteY1254" fmla="*/ 1206818 h 1503997"/>
                <a:gd name="connsiteX1255" fmla="*/ 95250 w 299085"/>
                <a:gd name="connsiteY1255" fmla="*/ 1203007 h 1503997"/>
                <a:gd name="connsiteX1256" fmla="*/ 97155 w 299085"/>
                <a:gd name="connsiteY1256" fmla="*/ 1201579 h 1503997"/>
                <a:gd name="connsiteX1257" fmla="*/ 100965 w 299085"/>
                <a:gd name="connsiteY1257" fmla="*/ 1200150 h 1503997"/>
                <a:gd name="connsiteX1258" fmla="*/ 105728 w 299085"/>
                <a:gd name="connsiteY1258" fmla="*/ 1198245 h 1503997"/>
                <a:gd name="connsiteX1259" fmla="*/ 108585 w 299085"/>
                <a:gd name="connsiteY1259" fmla="*/ 1195864 h 1503997"/>
                <a:gd name="connsiteX1260" fmla="*/ 110014 w 299085"/>
                <a:gd name="connsiteY1260" fmla="*/ 1193959 h 1503997"/>
                <a:gd name="connsiteX1261" fmla="*/ 110966 w 299085"/>
                <a:gd name="connsiteY1261" fmla="*/ 1191101 h 1503997"/>
                <a:gd name="connsiteX1262" fmla="*/ 110966 w 299085"/>
                <a:gd name="connsiteY1262" fmla="*/ 1188244 h 1503997"/>
                <a:gd name="connsiteX1263" fmla="*/ 110014 w 299085"/>
                <a:gd name="connsiteY1263" fmla="*/ 1182052 h 1503997"/>
                <a:gd name="connsiteX1264" fmla="*/ 110966 w 299085"/>
                <a:gd name="connsiteY1264" fmla="*/ 1180148 h 1503997"/>
                <a:gd name="connsiteX1265" fmla="*/ 113824 w 299085"/>
                <a:gd name="connsiteY1265" fmla="*/ 1177767 h 1503997"/>
                <a:gd name="connsiteX1266" fmla="*/ 118586 w 299085"/>
                <a:gd name="connsiteY1266" fmla="*/ 1175385 h 1503997"/>
                <a:gd name="connsiteX1267" fmla="*/ 120491 w 299085"/>
                <a:gd name="connsiteY1267" fmla="*/ 1169670 h 1503997"/>
                <a:gd name="connsiteX1268" fmla="*/ 119063 w 299085"/>
                <a:gd name="connsiteY1268" fmla="*/ 1164431 h 1503997"/>
                <a:gd name="connsiteX1269" fmla="*/ 116205 w 299085"/>
                <a:gd name="connsiteY1269" fmla="*/ 1160145 h 1503997"/>
                <a:gd name="connsiteX1270" fmla="*/ 112871 w 299085"/>
                <a:gd name="connsiteY1270" fmla="*/ 1158240 h 1503997"/>
                <a:gd name="connsiteX1271" fmla="*/ 112395 w 299085"/>
                <a:gd name="connsiteY1271" fmla="*/ 1153954 h 1503997"/>
                <a:gd name="connsiteX1272" fmla="*/ 113824 w 299085"/>
                <a:gd name="connsiteY1272" fmla="*/ 1150144 h 1503997"/>
                <a:gd name="connsiteX1273" fmla="*/ 115729 w 299085"/>
                <a:gd name="connsiteY1273" fmla="*/ 1145857 h 1503997"/>
                <a:gd name="connsiteX1274" fmla="*/ 118110 w 299085"/>
                <a:gd name="connsiteY1274" fmla="*/ 1141095 h 1503997"/>
                <a:gd name="connsiteX1275" fmla="*/ 118110 w 299085"/>
                <a:gd name="connsiteY1275" fmla="*/ 1137761 h 1503997"/>
                <a:gd name="connsiteX1276" fmla="*/ 120491 w 299085"/>
                <a:gd name="connsiteY1276" fmla="*/ 1135856 h 1503997"/>
                <a:gd name="connsiteX1277" fmla="*/ 126683 w 299085"/>
                <a:gd name="connsiteY1277" fmla="*/ 1131570 h 1503997"/>
                <a:gd name="connsiteX1278" fmla="*/ 128588 w 299085"/>
                <a:gd name="connsiteY1278" fmla="*/ 1127284 h 1503997"/>
                <a:gd name="connsiteX1279" fmla="*/ 130969 w 299085"/>
                <a:gd name="connsiteY1279" fmla="*/ 1126331 h 1503997"/>
                <a:gd name="connsiteX1280" fmla="*/ 133350 w 299085"/>
                <a:gd name="connsiteY1280" fmla="*/ 1125855 h 1503997"/>
                <a:gd name="connsiteX1281" fmla="*/ 133350 w 299085"/>
                <a:gd name="connsiteY1281" fmla="*/ 1123474 h 1503997"/>
                <a:gd name="connsiteX1282" fmla="*/ 131445 w 299085"/>
                <a:gd name="connsiteY1282" fmla="*/ 1121093 h 1503997"/>
                <a:gd name="connsiteX1283" fmla="*/ 130969 w 299085"/>
                <a:gd name="connsiteY1283" fmla="*/ 1118235 h 1503997"/>
                <a:gd name="connsiteX1284" fmla="*/ 130969 w 299085"/>
                <a:gd name="connsiteY1284" fmla="*/ 1114901 h 1503997"/>
                <a:gd name="connsiteX1285" fmla="*/ 131445 w 299085"/>
                <a:gd name="connsiteY1285" fmla="*/ 1110615 h 1503997"/>
                <a:gd name="connsiteX1286" fmla="*/ 134303 w 299085"/>
                <a:gd name="connsiteY1286" fmla="*/ 1108710 h 1503997"/>
                <a:gd name="connsiteX1287" fmla="*/ 138589 w 299085"/>
                <a:gd name="connsiteY1287" fmla="*/ 1104900 h 1503997"/>
                <a:gd name="connsiteX1288" fmla="*/ 139541 w 299085"/>
                <a:gd name="connsiteY1288" fmla="*/ 1102519 h 1503997"/>
                <a:gd name="connsiteX1289" fmla="*/ 139541 w 299085"/>
                <a:gd name="connsiteY1289" fmla="*/ 1099661 h 1503997"/>
                <a:gd name="connsiteX1290" fmla="*/ 138113 w 299085"/>
                <a:gd name="connsiteY1290" fmla="*/ 1093470 h 1503997"/>
                <a:gd name="connsiteX1291" fmla="*/ 137160 w 299085"/>
                <a:gd name="connsiteY1291" fmla="*/ 1088707 h 1503997"/>
                <a:gd name="connsiteX1292" fmla="*/ 136684 w 299085"/>
                <a:gd name="connsiteY1292" fmla="*/ 1086802 h 1503997"/>
                <a:gd name="connsiteX1293" fmla="*/ 134779 w 299085"/>
                <a:gd name="connsiteY1293" fmla="*/ 1083945 h 1503997"/>
                <a:gd name="connsiteX1294" fmla="*/ 133350 w 299085"/>
                <a:gd name="connsiteY1294" fmla="*/ 1082040 h 1503997"/>
                <a:gd name="connsiteX1295" fmla="*/ 135731 w 299085"/>
                <a:gd name="connsiteY1295" fmla="*/ 1079659 h 1503997"/>
                <a:gd name="connsiteX1296" fmla="*/ 140018 w 299085"/>
                <a:gd name="connsiteY1296" fmla="*/ 1077277 h 1503997"/>
                <a:gd name="connsiteX1297" fmla="*/ 141923 w 299085"/>
                <a:gd name="connsiteY1297" fmla="*/ 1073468 h 1503997"/>
                <a:gd name="connsiteX1298" fmla="*/ 140494 w 299085"/>
                <a:gd name="connsiteY1298" fmla="*/ 1070134 h 1503997"/>
                <a:gd name="connsiteX1299" fmla="*/ 138113 w 299085"/>
                <a:gd name="connsiteY1299" fmla="*/ 1068229 h 1503997"/>
                <a:gd name="connsiteX1300" fmla="*/ 137160 w 299085"/>
                <a:gd name="connsiteY1300" fmla="*/ 1063467 h 1503997"/>
                <a:gd name="connsiteX1301" fmla="*/ 138113 w 299085"/>
                <a:gd name="connsiteY1301" fmla="*/ 1057275 h 1503997"/>
                <a:gd name="connsiteX1302" fmla="*/ 140018 w 299085"/>
                <a:gd name="connsiteY1302" fmla="*/ 1055370 h 1503997"/>
                <a:gd name="connsiteX1303" fmla="*/ 146209 w 299085"/>
                <a:gd name="connsiteY1303" fmla="*/ 1054418 h 1503997"/>
                <a:gd name="connsiteX1304" fmla="*/ 146685 w 299085"/>
                <a:gd name="connsiteY1304" fmla="*/ 1051084 h 1503997"/>
                <a:gd name="connsiteX1305" fmla="*/ 151448 w 299085"/>
                <a:gd name="connsiteY1305" fmla="*/ 1046798 h 1503997"/>
                <a:gd name="connsiteX1306" fmla="*/ 151448 w 299085"/>
                <a:gd name="connsiteY1306" fmla="*/ 1042511 h 1503997"/>
                <a:gd name="connsiteX1307" fmla="*/ 148590 w 299085"/>
                <a:gd name="connsiteY1307" fmla="*/ 1040130 h 1503997"/>
                <a:gd name="connsiteX1308" fmla="*/ 145733 w 299085"/>
                <a:gd name="connsiteY1308" fmla="*/ 1035844 h 1503997"/>
                <a:gd name="connsiteX1309" fmla="*/ 143351 w 299085"/>
                <a:gd name="connsiteY1309" fmla="*/ 1032034 h 1503997"/>
                <a:gd name="connsiteX1310" fmla="*/ 136208 w 299085"/>
                <a:gd name="connsiteY1310" fmla="*/ 1030129 h 1503997"/>
                <a:gd name="connsiteX1311" fmla="*/ 128588 w 299085"/>
                <a:gd name="connsiteY1311" fmla="*/ 1029176 h 1503997"/>
                <a:gd name="connsiteX1312" fmla="*/ 127635 w 299085"/>
                <a:gd name="connsiteY1312" fmla="*/ 1025843 h 1503997"/>
                <a:gd name="connsiteX1313" fmla="*/ 128111 w 299085"/>
                <a:gd name="connsiteY1313" fmla="*/ 1023938 h 1503997"/>
                <a:gd name="connsiteX1314" fmla="*/ 131921 w 299085"/>
                <a:gd name="connsiteY1314" fmla="*/ 1024890 h 1503997"/>
                <a:gd name="connsiteX1315" fmla="*/ 137636 w 299085"/>
                <a:gd name="connsiteY1315" fmla="*/ 1024414 h 1503997"/>
                <a:gd name="connsiteX1316" fmla="*/ 141923 w 299085"/>
                <a:gd name="connsiteY1316" fmla="*/ 1024414 h 1503997"/>
                <a:gd name="connsiteX1317" fmla="*/ 145256 w 299085"/>
                <a:gd name="connsiteY1317" fmla="*/ 1023938 h 1503997"/>
                <a:gd name="connsiteX1318" fmla="*/ 149066 w 299085"/>
                <a:gd name="connsiteY1318" fmla="*/ 1023461 h 1503997"/>
                <a:gd name="connsiteX1319" fmla="*/ 152400 w 299085"/>
                <a:gd name="connsiteY1319" fmla="*/ 1024890 h 1503997"/>
                <a:gd name="connsiteX1320" fmla="*/ 155734 w 299085"/>
                <a:gd name="connsiteY1320" fmla="*/ 1023938 h 1503997"/>
                <a:gd name="connsiteX1321" fmla="*/ 157163 w 299085"/>
                <a:gd name="connsiteY1321" fmla="*/ 1018223 h 1503997"/>
                <a:gd name="connsiteX1322" fmla="*/ 159068 w 299085"/>
                <a:gd name="connsiteY1322" fmla="*/ 1015365 h 1503997"/>
                <a:gd name="connsiteX1323" fmla="*/ 159544 w 299085"/>
                <a:gd name="connsiteY1323" fmla="*/ 1012507 h 1503997"/>
                <a:gd name="connsiteX1324" fmla="*/ 157639 w 299085"/>
                <a:gd name="connsiteY1324" fmla="*/ 1010126 h 1503997"/>
                <a:gd name="connsiteX1325" fmla="*/ 153829 w 299085"/>
                <a:gd name="connsiteY1325" fmla="*/ 1009650 h 1503997"/>
                <a:gd name="connsiteX1326" fmla="*/ 137160 w 299085"/>
                <a:gd name="connsiteY1326" fmla="*/ 1007745 h 1503997"/>
                <a:gd name="connsiteX1327" fmla="*/ 136684 w 299085"/>
                <a:gd name="connsiteY1327" fmla="*/ 1005364 h 1503997"/>
                <a:gd name="connsiteX1328" fmla="*/ 136684 w 299085"/>
                <a:gd name="connsiteY1328" fmla="*/ 1001554 h 1503997"/>
                <a:gd name="connsiteX1329" fmla="*/ 137160 w 299085"/>
                <a:gd name="connsiteY1329" fmla="*/ 997744 h 1503997"/>
                <a:gd name="connsiteX1330" fmla="*/ 137160 w 299085"/>
                <a:gd name="connsiteY1330" fmla="*/ 995839 h 1503997"/>
                <a:gd name="connsiteX1331" fmla="*/ 138589 w 299085"/>
                <a:gd name="connsiteY1331" fmla="*/ 994410 h 1503997"/>
                <a:gd name="connsiteX1332" fmla="*/ 140494 w 299085"/>
                <a:gd name="connsiteY1332" fmla="*/ 991076 h 1503997"/>
                <a:gd name="connsiteX1333" fmla="*/ 141923 w 299085"/>
                <a:gd name="connsiteY1333" fmla="*/ 988695 h 1503997"/>
                <a:gd name="connsiteX1334" fmla="*/ 140494 w 299085"/>
                <a:gd name="connsiteY1334" fmla="*/ 985838 h 1503997"/>
                <a:gd name="connsiteX1335" fmla="*/ 137636 w 299085"/>
                <a:gd name="connsiteY1335" fmla="*/ 981551 h 1503997"/>
                <a:gd name="connsiteX1336" fmla="*/ 139541 w 299085"/>
                <a:gd name="connsiteY1336" fmla="*/ 979646 h 1503997"/>
                <a:gd name="connsiteX1337" fmla="*/ 139541 w 299085"/>
                <a:gd name="connsiteY1337" fmla="*/ 977265 h 1503997"/>
                <a:gd name="connsiteX1338" fmla="*/ 139065 w 299085"/>
                <a:gd name="connsiteY1338" fmla="*/ 974884 h 1503997"/>
                <a:gd name="connsiteX1339" fmla="*/ 136208 w 299085"/>
                <a:gd name="connsiteY1339" fmla="*/ 972502 h 1503997"/>
                <a:gd name="connsiteX1340" fmla="*/ 133826 w 299085"/>
                <a:gd name="connsiteY1340" fmla="*/ 969169 h 1503997"/>
                <a:gd name="connsiteX1341" fmla="*/ 133826 w 299085"/>
                <a:gd name="connsiteY1341" fmla="*/ 965359 h 1503997"/>
                <a:gd name="connsiteX1342" fmla="*/ 136684 w 299085"/>
                <a:gd name="connsiteY1342" fmla="*/ 964406 h 1503997"/>
                <a:gd name="connsiteX1343" fmla="*/ 138589 w 299085"/>
                <a:gd name="connsiteY1343" fmla="*/ 963454 h 1503997"/>
                <a:gd name="connsiteX1344" fmla="*/ 139065 w 299085"/>
                <a:gd name="connsiteY1344" fmla="*/ 961073 h 1503997"/>
                <a:gd name="connsiteX1345" fmla="*/ 138113 w 299085"/>
                <a:gd name="connsiteY1345" fmla="*/ 958215 h 1503997"/>
                <a:gd name="connsiteX1346" fmla="*/ 134303 w 299085"/>
                <a:gd name="connsiteY1346" fmla="*/ 957263 h 1503997"/>
                <a:gd name="connsiteX1347" fmla="*/ 129064 w 299085"/>
                <a:gd name="connsiteY1347" fmla="*/ 955357 h 1503997"/>
                <a:gd name="connsiteX1348" fmla="*/ 127635 w 299085"/>
                <a:gd name="connsiteY1348" fmla="*/ 953929 h 1503997"/>
                <a:gd name="connsiteX1349" fmla="*/ 126206 w 299085"/>
                <a:gd name="connsiteY1349" fmla="*/ 951071 h 1503997"/>
                <a:gd name="connsiteX1350" fmla="*/ 127159 w 299085"/>
                <a:gd name="connsiteY1350" fmla="*/ 942499 h 1503997"/>
                <a:gd name="connsiteX1351" fmla="*/ 126683 w 299085"/>
                <a:gd name="connsiteY1351" fmla="*/ 937260 h 1503997"/>
                <a:gd name="connsiteX1352" fmla="*/ 126206 w 299085"/>
                <a:gd name="connsiteY1352" fmla="*/ 934402 h 1503997"/>
                <a:gd name="connsiteX1353" fmla="*/ 127635 w 299085"/>
                <a:gd name="connsiteY1353" fmla="*/ 932021 h 1503997"/>
                <a:gd name="connsiteX1354" fmla="*/ 129540 w 299085"/>
                <a:gd name="connsiteY1354" fmla="*/ 930117 h 1503997"/>
                <a:gd name="connsiteX1355" fmla="*/ 128588 w 299085"/>
                <a:gd name="connsiteY1355" fmla="*/ 925354 h 1503997"/>
                <a:gd name="connsiteX1356" fmla="*/ 127159 w 299085"/>
                <a:gd name="connsiteY1356" fmla="*/ 922973 h 1503997"/>
                <a:gd name="connsiteX1357" fmla="*/ 127635 w 299085"/>
                <a:gd name="connsiteY1357" fmla="*/ 921068 h 1503997"/>
                <a:gd name="connsiteX1358" fmla="*/ 129064 w 299085"/>
                <a:gd name="connsiteY1358" fmla="*/ 919163 h 1503997"/>
                <a:gd name="connsiteX1359" fmla="*/ 130493 w 299085"/>
                <a:gd name="connsiteY1359" fmla="*/ 916781 h 1503997"/>
                <a:gd name="connsiteX1360" fmla="*/ 131445 w 299085"/>
                <a:gd name="connsiteY1360" fmla="*/ 916305 h 1503997"/>
                <a:gd name="connsiteX1361" fmla="*/ 133350 w 299085"/>
                <a:gd name="connsiteY1361" fmla="*/ 917734 h 1503997"/>
                <a:gd name="connsiteX1362" fmla="*/ 136208 w 299085"/>
                <a:gd name="connsiteY1362" fmla="*/ 916781 h 1503997"/>
                <a:gd name="connsiteX1363" fmla="*/ 139541 w 299085"/>
                <a:gd name="connsiteY1363" fmla="*/ 914876 h 1503997"/>
                <a:gd name="connsiteX1364" fmla="*/ 140018 w 299085"/>
                <a:gd name="connsiteY1364" fmla="*/ 912495 h 1503997"/>
                <a:gd name="connsiteX1365" fmla="*/ 139541 w 299085"/>
                <a:gd name="connsiteY1365" fmla="*/ 909161 h 1503997"/>
                <a:gd name="connsiteX1366" fmla="*/ 137160 w 299085"/>
                <a:gd name="connsiteY1366" fmla="*/ 901065 h 1503997"/>
                <a:gd name="connsiteX1367" fmla="*/ 134779 w 299085"/>
                <a:gd name="connsiteY1367" fmla="*/ 896302 h 1503997"/>
                <a:gd name="connsiteX1368" fmla="*/ 135255 w 299085"/>
                <a:gd name="connsiteY1368" fmla="*/ 894398 h 1503997"/>
                <a:gd name="connsiteX1369" fmla="*/ 136208 w 299085"/>
                <a:gd name="connsiteY1369" fmla="*/ 892493 h 1503997"/>
                <a:gd name="connsiteX1370" fmla="*/ 135255 w 299085"/>
                <a:gd name="connsiteY1370" fmla="*/ 885825 h 1503997"/>
                <a:gd name="connsiteX1371" fmla="*/ 135255 w 299085"/>
                <a:gd name="connsiteY1371" fmla="*/ 881539 h 1503997"/>
                <a:gd name="connsiteX1372" fmla="*/ 135255 w 299085"/>
                <a:gd name="connsiteY1372" fmla="*/ 869632 h 1503997"/>
                <a:gd name="connsiteX1373" fmla="*/ 135731 w 299085"/>
                <a:gd name="connsiteY1373" fmla="*/ 865346 h 1503997"/>
                <a:gd name="connsiteX1374" fmla="*/ 133350 w 299085"/>
                <a:gd name="connsiteY1374" fmla="*/ 861060 h 1503997"/>
                <a:gd name="connsiteX1375" fmla="*/ 133826 w 299085"/>
                <a:gd name="connsiteY1375" fmla="*/ 857250 h 1503997"/>
                <a:gd name="connsiteX1376" fmla="*/ 135255 w 299085"/>
                <a:gd name="connsiteY1376" fmla="*/ 854393 h 1503997"/>
                <a:gd name="connsiteX1377" fmla="*/ 136684 w 299085"/>
                <a:gd name="connsiteY1377" fmla="*/ 850582 h 1503997"/>
                <a:gd name="connsiteX1378" fmla="*/ 137636 w 299085"/>
                <a:gd name="connsiteY1378" fmla="*/ 847249 h 1503997"/>
                <a:gd name="connsiteX1379" fmla="*/ 139065 w 299085"/>
                <a:gd name="connsiteY1379" fmla="*/ 845820 h 1503997"/>
                <a:gd name="connsiteX1380" fmla="*/ 140970 w 299085"/>
                <a:gd name="connsiteY1380" fmla="*/ 844868 h 1503997"/>
                <a:gd name="connsiteX1381" fmla="*/ 141446 w 299085"/>
                <a:gd name="connsiteY1381" fmla="*/ 842963 h 1503997"/>
                <a:gd name="connsiteX1382" fmla="*/ 140494 w 299085"/>
                <a:gd name="connsiteY1382" fmla="*/ 841534 h 1503997"/>
                <a:gd name="connsiteX1383" fmla="*/ 137636 w 299085"/>
                <a:gd name="connsiteY1383" fmla="*/ 839152 h 1503997"/>
                <a:gd name="connsiteX1384" fmla="*/ 137160 w 299085"/>
                <a:gd name="connsiteY1384" fmla="*/ 836295 h 1503997"/>
                <a:gd name="connsiteX1385" fmla="*/ 137636 w 299085"/>
                <a:gd name="connsiteY1385" fmla="*/ 834390 h 1503997"/>
                <a:gd name="connsiteX1386" fmla="*/ 139065 w 299085"/>
                <a:gd name="connsiteY1386" fmla="*/ 832961 h 1503997"/>
                <a:gd name="connsiteX1387" fmla="*/ 140970 w 299085"/>
                <a:gd name="connsiteY1387" fmla="*/ 832961 h 1503997"/>
                <a:gd name="connsiteX1388" fmla="*/ 142399 w 299085"/>
                <a:gd name="connsiteY1388" fmla="*/ 830104 h 1503997"/>
                <a:gd name="connsiteX1389" fmla="*/ 142875 w 299085"/>
                <a:gd name="connsiteY1389" fmla="*/ 826294 h 1503997"/>
                <a:gd name="connsiteX1390" fmla="*/ 143351 w 299085"/>
                <a:gd name="connsiteY1390" fmla="*/ 824389 h 1503997"/>
                <a:gd name="connsiteX1391" fmla="*/ 142399 w 299085"/>
                <a:gd name="connsiteY1391" fmla="*/ 822484 h 1503997"/>
                <a:gd name="connsiteX1392" fmla="*/ 141446 w 299085"/>
                <a:gd name="connsiteY1392" fmla="*/ 817245 h 1503997"/>
                <a:gd name="connsiteX1393" fmla="*/ 140494 w 299085"/>
                <a:gd name="connsiteY1393" fmla="*/ 814388 h 1503997"/>
                <a:gd name="connsiteX1394" fmla="*/ 141446 w 299085"/>
                <a:gd name="connsiteY1394" fmla="*/ 812959 h 1503997"/>
                <a:gd name="connsiteX1395" fmla="*/ 142875 w 299085"/>
                <a:gd name="connsiteY1395" fmla="*/ 812482 h 1503997"/>
                <a:gd name="connsiteX1396" fmla="*/ 145256 w 299085"/>
                <a:gd name="connsiteY1396" fmla="*/ 812959 h 1503997"/>
                <a:gd name="connsiteX1397" fmla="*/ 146685 w 299085"/>
                <a:gd name="connsiteY1397" fmla="*/ 812482 h 1503997"/>
                <a:gd name="connsiteX1398" fmla="*/ 147161 w 299085"/>
                <a:gd name="connsiteY1398" fmla="*/ 811054 h 1503997"/>
                <a:gd name="connsiteX1399" fmla="*/ 147161 w 299085"/>
                <a:gd name="connsiteY1399" fmla="*/ 809625 h 1503997"/>
                <a:gd name="connsiteX1400" fmla="*/ 147638 w 299085"/>
                <a:gd name="connsiteY1400" fmla="*/ 808673 h 1503997"/>
                <a:gd name="connsiteX1401" fmla="*/ 149066 w 299085"/>
                <a:gd name="connsiteY1401" fmla="*/ 804863 h 1503997"/>
                <a:gd name="connsiteX1402" fmla="*/ 150495 w 299085"/>
                <a:gd name="connsiteY1402" fmla="*/ 800100 h 1503997"/>
                <a:gd name="connsiteX1403" fmla="*/ 150971 w 299085"/>
                <a:gd name="connsiteY1403" fmla="*/ 796767 h 1503997"/>
                <a:gd name="connsiteX1404" fmla="*/ 150495 w 299085"/>
                <a:gd name="connsiteY1404" fmla="*/ 788194 h 1503997"/>
                <a:gd name="connsiteX1405" fmla="*/ 151448 w 299085"/>
                <a:gd name="connsiteY1405" fmla="*/ 786289 h 1503997"/>
                <a:gd name="connsiteX1406" fmla="*/ 152876 w 299085"/>
                <a:gd name="connsiteY1406" fmla="*/ 784384 h 1503997"/>
                <a:gd name="connsiteX1407" fmla="*/ 155258 w 299085"/>
                <a:gd name="connsiteY1407" fmla="*/ 782479 h 1503997"/>
                <a:gd name="connsiteX1408" fmla="*/ 158115 w 299085"/>
                <a:gd name="connsiteY1408" fmla="*/ 781050 h 1503997"/>
                <a:gd name="connsiteX1409" fmla="*/ 161925 w 299085"/>
                <a:gd name="connsiteY1409" fmla="*/ 779145 h 1503997"/>
                <a:gd name="connsiteX1410" fmla="*/ 166688 w 299085"/>
                <a:gd name="connsiteY1410" fmla="*/ 778193 h 1503997"/>
                <a:gd name="connsiteX1411" fmla="*/ 168593 w 299085"/>
                <a:gd name="connsiteY1411" fmla="*/ 775811 h 1503997"/>
                <a:gd name="connsiteX1412" fmla="*/ 170021 w 299085"/>
                <a:gd name="connsiteY1412" fmla="*/ 772954 h 1503997"/>
                <a:gd name="connsiteX1413" fmla="*/ 170498 w 299085"/>
                <a:gd name="connsiteY1413" fmla="*/ 770573 h 1503997"/>
                <a:gd name="connsiteX1414" fmla="*/ 168593 w 299085"/>
                <a:gd name="connsiteY1414" fmla="*/ 768668 h 1503997"/>
                <a:gd name="connsiteX1415" fmla="*/ 166211 w 299085"/>
                <a:gd name="connsiteY1415" fmla="*/ 766763 h 1503997"/>
                <a:gd name="connsiteX1416" fmla="*/ 165259 w 299085"/>
                <a:gd name="connsiteY1416" fmla="*/ 761524 h 1503997"/>
                <a:gd name="connsiteX1417" fmla="*/ 164783 w 299085"/>
                <a:gd name="connsiteY1417" fmla="*/ 756761 h 1503997"/>
                <a:gd name="connsiteX1418" fmla="*/ 164306 w 299085"/>
                <a:gd name="connsiteY1418" fmla="*/ 750570 h 1503997"/>
                <a:gd name="connsiteX1419" fmla="*/ 161925 w 299085"/>
                <a:gd name="connsiteY1419" fmla="*/ 745331 h 1503997"/>
                <a:gd name="connsiteX1420" fmla="*/ 159544 w 299085"/>
                <a:gd name="connsiteY1420" fmla="*/ 739617 h 1503997"/>
                <a:gd name="connsiteX1421" fmla="*/ 159068 w 299085"/>
                <a:gd name="connsiteY1421" fmla="*/ 734377 h 1503997"/>
                <a:gd name="connsiteX1422" fmla="*/ 160020 w 299085"/>
                <a:gd name="connsiteY1422" fmla="*/ 731520 h 1503997"/>
                <a:gd name="connsiteX1423" fmla="*/ 160973 w 299085"/>
                <a:gd name="connsiteY1423" fmla="*/ 727234 h 1503997"/>
                <a:gd name="connsiteX1424" fmla="*/ 160020 w 299085"/>
                <a:gd name="connsiteY1424" fmla="*/ 725329 h 1503997"/>
                <a:gd name="connsiteX1425" fmla="*/ 158591 w 299085"/>
                <a:gd name="connsiteY1425" fmla="*/ 721519 h 1503997"/>
                <a:gd name="connsiteX1426" fmla="*/ 160020 w 299085"/>
                <a:gd name="connsiteY1426" fmla="*/ 718661 h 1503997"/>
                <a:gd name="connsiteX1427" fmla="*/ 161449 w 299085"/>
                <a:gd name="connsiteY1427" fmla="*/ 714375 h 1503997"/>
                <a:gd name="connsiteX1428" fmla="*/ 161449 w 299085"/>
                <a:gd name="connsiteY1428" fmla="*/ 711994 h 1503997"/>
                <a:gd name="connsiteX1429" fmla="*/ 160020 w 299085"/>
                <a:gd name="connsiteY1429" fmla="*/ 706755 h 1503997"/>
                <a:gd name="connsiteX1430" fmla="*/ 159068 w 299085"/>
                <a:gd name="connsiteY1430" fmla="*/ 703898 h 1503997"/>
                <a:gd name="connsiteX1431" fmla="*/ 160020 w 299085"/>
                <a:gd name="connsiteY1431" fmla="*/ 700564 h 1503997"/>
                <a:gd name="connsiteX1432" fmla="*/ 161925 w 299085"/>
                <a:gd name="connsiteY1432" fmla="*/ 697706 h 1503997"/>
                <a:gd name="connsiteX1433" fmla="*/ 163354 w 299085"/>
                <a:gd name="connsiteY1433" fmla="*/ 696277 h 1503997"/>
                <a:gd name="connsiteX1434" fmla="*/ 163354 w 299085"/>
                <a:gd name="connsiteY1434" fmla="*/ 693896 h 1503997"/>
                <a:gd name="connsiteX1435" fmla="*/ 163830 w 299085"/>
                <a:gd name="connsiteY1435" fmla="*/ 691992 h 1503997"/>
                <a:gd name="connsiteX1436" fmla="*/ 166688 w 299085"/>
                <a:gd name="connsiteY1436" fmla="*/ 690563 h 1503997"/>
                <a:gd name="connsiteX1437" fmla="*/ 169069 w 299085"/>
                <a:gd name="connsiteY1437" fmla="*/ 688181 h 1503997"/>
                <a:gd name="connsiteX1438" fmla="*/ 170974 w 299085"/>
                <a:gd name="connsiteY1438" fmla="*/ 687705 h 1503997"/>
                <a:gd name="connsiteX1439" fmla="*/ 172879 w 299085"/>
                <a:gd name="connsiteY1439" fmla="*/ 687705 h 1503997"/>
                <a:gd name="connsiteX1440" fmla="*/ 174308 w 299085"/>
                <a:gd name="connsiteY1440" fmla="*/ 686752 h 1503997"/>
                <a:gd name="connsiteX1441" fmla="*/ 174784 w 299085"/>
                <a:gd name="connsiteY1441" fmla="*/ 684848 h 1503997"/>
                <a:gd name="connsiteX1442" fmla="*/ 175260 w 299085"/>
                <a:gd name="connsiteY1442" fmla="*/ 682467 h 1503997"/>
                <a:gd name="connsiteX1443" fmla="*/ 178594 w 299085"/>
                <a:gd name="connsiteY1443" fmla="*/ 679609 h 1503997"/>
                <a:gd name="connsiteX1444" fmla="*/ 180499 w 299085"/>
                <a:gd name="connsiteY1444" fmla="*/ 677227 h 1503997"/>
                <a:gd name="connsiteX1445" fmla="*/ 184309 w 299085"/>
                <a:gd name="connsiteY1445" fmla="*/ 676751 h 1503997"/>
                <a:gd name="connsiteX1446" fmla="*/ 186214 w 299085"/>
                <a:gd name="connsiteY1446" fmla="*/ 673894 h 1503997"/>
                <a:gd name="connsiteX1447" fmla="*/ 186214 w 299085"/>
                <a:gd name="connsiteY1447" fmla="*/ 670560 h 1503997"/>
                <a:gd name="connsiteX1448" fmla="*/ 185738 w 299085"/>
                <a:gd name="connsiteY1448" fmla="*/ 667226 h 1503997"/>
                <a:gd name="connsiteX1449" fmla="*/ 187166 w 299085"/>
                <a:gd name="connsiteY1449" fmla="*/ 662940 h 1503997"/>
                <a:gd name="connsiteX1450" fmla="*/ 185738 w 299085"/>
                <a:gd name="connsiteY1450" fmla="*/ 656749 h 1503997"/>
                <a:gd name="connsiteX1451" fmla="*/ 185738 w 299085"/>
                <a:gd name="connsiteY1451" fmla="*/ 653415 h 1503997"/>
                <a:gd name="connsiteX1452" fmla="*/ 184309 w 299085"/>
                <a:gd name="connsiteY1452" fmla="*/ 650557 h 1503997"/>
                <a:gd name="connsiteX1453" fmla="*/ 184785 w 299085"/>
                <a:gd name="connsiteY1453" fmla="*/ 647700 h 1503997"/>
                <a:gd name="connsiteX1454" fmla="*/ 183833 w 299085"/>
                <a:gd name="connsiteY1454" fmla="*/ 645795 h 1503997"/>
                <a:gd name="connsiteX1455" fmla="*/ 181928 w 299085"/>
                <a:gd name="connsiteY1455" fmla="*/ 645319 h 1503997"/>
                <a:gd name="connsiteX1456" fmla="*/ 180975 w 299085"/>
                <a:gd name="connsiteY1456" fmla="*/ 642938 h 1503997"/>
                <a:gd name="connsiteX1457" fmla="*/ 181928 w 299085"/>
                <a:gd name="connsiteY1457" fmla="*/ 641985 h 1503997"/>
                <a:gd name="connsiteX1458" fmla="*/ 183833 w 299085"/>
                <a:gd name="connsiteY1458" fmla="*/ 641032 h 1503997"/>
                <a:gd name="connsiteX1459" fmla="*/ 186214 w 299085"/>
                <a:gd name="connsiteY1459" fmla="*/ 639127 h 1503997"/>
                <a:gd name="connsiteX1460" fmla="*/ 188119 w 299085"/>
                <a:gd name="connsiteY1460" fmla="*/ 630555 h 1503997"/>
                <a:gd name="connsiteX1461" fmla="*/ 189071 w 299085"/>
                <a:gd name="connsiteY1461" fmla="*/ 628174 h 1503997"/>
                <a:gd name="connsiteX1462" fmla="*/ 190024 w 299085"/>
                <a:gd name="connsiteY1462" fmla="*/ 625317 h 1503997"/>
                <a:gd name="connsiteX1463" fmla="*/ 190024 w 299085"/>
                <a:gd name="connsiteY1463" fmla="*/ 623888 h 1503997"/>
                <a:gd name="connsiteX1464" fmla="*/ 191453 w 299085"/>
                <a:gd name="connsiteY1464" fmla="*/ 621506 h 1503997"/>
                <a:gd name="connsiteX1465" fmla="*/ 192881 w 299085"/>
                <a:gd name="connsiteY1465" fmla="*/ 618173 h 1503997"/>
                <a:gd name="connsiteX1466" fmla="*/ 195263 w 299085"/>
                <a:gd name="connsiteY1466" fmla="*/ 614839 h 1503997"/>
                <a:gd name="connsiteX1467" fmla="*/ 196691 w 299085"/>
                <a:gd name="connsiteY1467" fmla="*/ 612457 h 1503997"/>
                <a:gd name="connsiteX1468" fmla="*/ 198120 w 299085"/>
                <a:gd name="connsiteY1468" fmla="*/ 609124 h 1503997"/>
                <a:gd name="connsiteX1469" fmla="*/ 198596 w 299085"/>
                <a:gd name="connsiteY1469" fmla="*/ 607219 h 1503997"/>
                <a:gd name="connsiteX1470" fmla="*/ 200501 w 299085"/>
                <a:gd name="connsiteY1470" fmla="*/ 606267 h 1503997"/>
                <a:gd name="connsiteX1471" fmla="*/ 202406 w 299085"/>
                <a:gd name="connsiteY1471" fmla="*/ 605790 h 1503997"/>
                <a:gd name="connsiteX1472" fmla="*/ 204788 w 299085"/>
                <a:gd name="connsiteY1472" fmla="*/ 605314 h 1503997"/>
                <a:gd name="connsiteX1473" fmla="*/ 205740 w 299085"/>
                <a:gd name="connsiteY1473" fmla="*/ 604361 h 1503997"/>
                <a:gd name="connsiteX1474" fmla="*/ 205740 w 299085"/>
                <a:gd name="connsiteY1474" fmla="*/ 602932 h 1503997"/>
                <a:gd name="connsiteX1475" fmla="*/ 205740 w 299085"/>
                <a:gd name="connsiteY1475" fmla="*/ 599123 h 1503997"/>
                <a:gd name="connsiteX1476" fmla="*/ 205264 w 299085"/>
                <a:gd name="connsiteY1476" fmla="*/ 593407 h 1503997"/>
                <a:gd name="connsiteX1477" fmla="*/ 204788 w 299085"/>
                <a:gd name="connsiteY1477" fmla="*/ 585788 h 1503997"/>
                <a:gd name="connsiteX1478" fmla="*/ 205264 w 299085"/>
                <a:gd name="connsiteY1478" fmla="*/ 581025 h 1503997"/>
                <a:gd name="connsiteX1479" fmla="*/ 206693 w 299085"/>
                <a:gd name="connsiteY1479" fmla="*/ 576263 h 1503997"/>
                <a:gd name="connsiteX1480" fmla="*/ 208121 w 299085"/>
                <a:gd name="connsiteY1480" fmla="*/ 573405 h 1503997"/>
                <a:gd name="connsiteX1481" fmla="*/ 207645 w 299085"/>
                <a:gd name="connsiteY1481" fmla="*/ 571500 h 1503997"/>
                <a:gd name="connsiteX1482" fmla="*/ 207169 w 299085"/>
                <a:gd name="connsiteY1482" fmla="*/ 569119 h 1503997"/>
                <a:gd name="connsiteX1483" fmla="*/ 204788 w 299085"/>
                <a:gd name="connsiteY1483" fmla="*/ 567690 h 1503997"/>
                <a:gd name="connsiteX1484" fmla="*/ 202406 w 299085"/>
                <a:gd name="connsiteY1484" fmla="*/ 568643 h 1503997"/>
                <a:gd name="connsiteX1485" fmla="*/ 200501 w 299085"/>
                <a:gd name="connsiteY1485" fmla="*/ 568167 h 1503997"/>
                <a:gd name="connsiteX1486" fmla="*/ 198120 w 299085"/>
                <a:gd name="connsiteY1486" fmla="*/ 565309 h 1503997"/>
                <a:gd name="connsiteX1487" fmla="*/ 197644 w 299085"/>
                <a:gd name="connsiteY1487" fmla="*/ 562451 h 1503997"/>
                <a:gd name="connsiteX1488" fmla="*/ 198120 w 299085"/>
                <a:gd name="connsiteY1488" fmla="*/ 558642 h 1503997"/>
                <a:gd name="connsiteX1489" fmla="*/ 200025 w 299085"/>
                <a:gd name="connsiteY1489" fmla="*/ 556260 h 1503997"/>
                <a:gd name="connsiteX1490" fmla="*/ 200501 w 299085"/>
                <a:gd name="connsiteY1490" fmla="*/ 553402 h 1503997"/>
                <a:gd name="connsiteX1491" fmla="*/ 199549 w 299085"/>
                <a:gd name="connsiteY1491" fmla="*/ 552450 h 1503997"/>
                <a:gd name="connsiteX1492" fmla="*/ 197168 w 299085"/>
                <a:gd name="connsiteY1492" fmla="*/ 550545 h 1503997"/>
                <a:gd name="connsiteX1493" fmla="*/ 195263 w 299085"/>
                <a:gd name="connsiteY1493" fmla="*/ 543877 h 1503997"/>
                <a:gd name="connsiteX1494" fmla="*/ 195739 w 299085"/>
                <a:gd name="connsiteY1494" fmla="*/ 538163 h 1503997"/>
                <a:gd name="connsiteX1495" fmla="*/ 193834 w 299085"/>
                <a:gd name="connsiteY1495" fmla="*/ 536734 h 1503997"/>
                <a:gd name="connsiteX1496" fmla="*/ 192881 w 299085"/>
                <a:gd name="connsiteY1496" fmla="*/ 532448 h 1503997"/>
                <a:gd name="connsiteX1497" fmla="*/ 190976 w 299085"/>
                <a:gd name="connsiteY1497" fmla="*/ 531019 h 1503997"/>
                <a:gd name="connsiteX1498" fmla="*/ 190024 w 299085"/>
                <a:gd name="connsiteY1498" fmla="*/ 527685 h 1503997"/>
                <a:gd name="connsiteX1499" fmla="*/ 189548 w 299085"/>
                <a:gd name="connsiteY1499" fmla="*/ 524351 h 1503997"/>
                <a:gd name="connsiteX1500" fmla="*/ 190024 w 299085"/>
                <a:gd name="connsiteY1500" fmla="*/ 522923 h 1503997"/>
                <a:gd name="connsiteX1501" fmla="*/ 192405 w 299085"/>
                <a:gd name="connsiteY1501" fmla="*/ 522446 h 1503997"/>
                <a:gd name="connsiteX1502" fmla="*/ 193834 w 299085"/>
                <a:gd name="connsiteY1502" fmla="*/ 519589 h 1503997"/>
                <a:gd name="connsiteX1503" fmla="*/ 192881 w 299085"/>
                <a:gd name="connsiteY1503" fmla="*/ 518160 h 1503997"/>
                <a:gd name="connsiteX1504" fmla="*/ 190976 w 299085"/>
                <a:gd name="connsiteY1504" fmla="*/ 516731 h 1503997"/>
                <a:gd name="connsiteX1505" fmla="*/ 189071 w 299085"/>
                <a:gd name="connsiteY1505" fmla="*/ 516731 h 1503997"/>
                <a:gd name="connsiteX1506" fmla="*/ 187166 w 299085"/>
                <a:gd name="connsiteY1506" fmla="*/ 515302 h 1503997"/>
                <a:gd name="connsiteX1507" fmla="*/ 184785 w 299085"/>
                <a:gd name="connsiteY1507" fmla="*/ 508635 h 1503997"/>
                <a:gd name="connsiteX1508" fmla="*/ 182880 w 299085"/>
                <a:gd name="connsiteY1508" fmla="*/ 504825 h 1503997"/>
                <a:gd name="connsiteX1509" fmla="*/ 183356 w 299085"/>
                <a:gd name="connsiteY1509" fmla="*/ 499586 h 1503997"/>
                <a:gd name="connsiteX1510" fmla="*/ 183833 w 299085"/>
                <a:gd name="connsiteY1510" fmla="*/ 495300 h 1503997"/>
                <a:gd name="connsiteX1511" fmla="*/ 184785 w 299085"/>
                <a:gd name="connsiteY1511" fmla="*/ 491966 h 1503997"/>
                <a:gd name="connsiteX1512" fmla="*/ 185261 w 299085"/>
                <a:gd name="connsiteY1512" fmla="*/ 489109 h 1503997"/>
                <a:gd name="connsiteX1513" fmla="*/ 186690 w 299085"/>
                <a:gd name="connsiteY1513" fmla="*/ 487680 h 1503997"/>
                <a:gd name="connsiteX1514" fmla="*/ 188119 w 299085"/>
                <a:gd name="connsiteY1514" fmla="*/ 488156 h 1503997"/>
                <a:gd name="connsiteX1515" fmla="*/ 189548 w 299085"/>
                <a:gd name="connsiteY1515" fmla="*/ 487680 h 1503997"/>
                <a:gd name="connsiteX1516" fmla="*/ 190976 w 299085"/>
                <a:gd name="connsiteY1516" fmla="*/ 485299 h 1503997"/>
                <a:gd name="connsiteX1517" fmla="*/ 192405 w 299085"/>
                <a:gd name="connsiteY1517" fmla="*/ 483870 h 1503997"/>
                <a:gd name="connsiteX1518" fmla="*/ 192405 w 299085"/>
                <a:gd name="connsiteY1518" fmla="*/ 482918 h 1503997"/>
                <a:gd name="connsiteX1519" fmla="*/ 191453 w 299085"/>
                <a:gd name="connsiteY1519" fmla="*/ 481489 h 1503997"/>
                <a:gd name="connsiteX1520" fmla="*/ 190976 w 299085"/>
                <a:gd name="connsiteY1520" fmla="*/ 479584 h 1503997"/>
                <a:gd name="connsiteX1521" fmla="*/ 191929 w 299085"/>
                <a:gd name="connsiteY1521" fmla="*/ 477202 h 1503997"/>
                <a:gd name="connsiteX1522" fmla="*/ 193834 w 299085"/>
                <a:gd name="connsiteY1522" fmla="*/ 471488 h 1503997"/>
                <a:gd name="connsiteX1523" fmla="*/ 196215 w 299085"/>
                <a:gd name="connsiteY1523" fmla="*/ 465296 h 1503997"/>
                <a:gd name="connsiteX1524" fmla="*/ 197168 w 299085"/>
                <a:gd name="connsiteY1524" fmla="*/ 462915 h 1503997"/>
                <a:gd name="connsiteX1525" fmla="*/ 196691 w 299085"/>
                <a:gd name="connsiteY1525" fmla="*/ 461010 h 1503997"/>
                <a:gd name="connsiteX1526" fmla="*/ 197168 w 299085"/>
                <a:gd name="connsiteY1526" fmla="*/ 460057 h 1503997"/>
                <a:gd name="connsiteX1527" fmla="*/ 199073 w 299085"/>
                <a:gd name="connsiteY1527" fmla="*/ 461010 h 1503997"/>
                <a:gd name="connsiteX1528" fmla="*/ 203835 w 299085"/>
                <a:gd name="connsiteY1528" fmla="*/ 460057 h 1503997"/>
                <a:gd name="connsiteX1529" fmla="*/ 205740 w 299085"/>
                <a:gd name="connsiteY1529" fmla="*/ 457200 h 1503997"/>
                <a:gd name="connsiteX1530" fmla="*/ 206216 w 299085"/>
                <a:gd name="connsiteY1530" fmla="*/ 454819 h 1503997"/>
                <a:gd name="connsiteX1531" fmla="*/ 207645 w 299085"/>
                <a:gd name="connsiteY1531" fmla="*/ 453390 h 1503997"/>
                <a:gd name="connsiteX1532" fmla="*/ 207169 w 299085"/>
                <a:gd name="connsiteY1532" fmla="*/ 451485 h 1503997"/>
                <a:gd name="connsiteX1533" fmla="*/ 205264 w 299085"/>
                <a:gd name="connsiteY1533" fmla="*/ 451009 h 1503997"/>
                <a:gd name="connsiteX1534" fmla="*/ 203835 w 299085"/>
                <a:gd name="connsiteY1534" fmla="*/ 450056 h 1503997"/>
                <a:gd name="connsiteX1535" fmla="*/ 204311 w 299085"/>
                <a:gd name="connsiteY1535" fmla="*/ 447675 h 1503997"/>
                <a:gd name="connsiteX1536" fmla="*/ 205264 w 299085"/>
                <a:gd name="connsiteY1536" fmla="*/ 442436 h 1503997"/>
                <a:gd name="connsiteX1537" fmla="*/ 205264 w 299085"/>
                <a:gd name="connsiteY1537" fmla="*/ 438626 h 1503997"/>
                <a:gd name="connsiteX1538" fmla="*/ 203359 w 299085"/>
                <a:gd name="connsiteY1538" fmla="*/ 430530 h 1503997"/>
                <a:gd name="connsiteX1539" fmla="*/ 201930 w 299085"/>
                <a:gd name="connsiteY1539" fmla="*/ 422434 h 1503997"/>
                <a:gd name="connsiteX1540" fmla="*/ 202883 w 299085"/>
                <a:gd name="connsiteY1540" fmla="*/ 419576 h 1503997"/>
                <a:gd name="connsiteX1541" fmla="*/ 206216 w 299085"/>
                <a:gd name="connsiteY1541" fmla="*/ 415766 h 1503997"/>
                <a:gd name="connsiteX1542" fmla="*/ 208598 w 299085"/>
                <a:gd name="connsiteY1542" fmla="*/ 413861 h 1503997"/>
                <a:gd name="connsiteX1543" fmla="*/ 209074 w 299085"/>
                <a:gd name="connsiteY1543" fmla="*/ 411956 h 1503997"/>
                <a:gd name="connsiteX1544" fmla="*/ 211455 w 299085"/>
                <a:gd name="connsiteY1544" fmla="*/ 402431 h 1503997"/>
                <a:gd name="connsiteX1545" fmla="*/ 211931 w 299085"/>
                <a:gd name="connsiteY1545" fmla="*/ 397193 h 1503997"/>
                <a:gd name="connsiteX1546" fmla="*/ 213360 w 299085"/>
                <a:gd name="connsiteY1546" fmla="*/ 394335 h 1503997"/>
                <a:gd name="connsiteX1547" fmla="*/ 214313 w 299085"/>
                <a:gd name="connsiteY1547" fmla="*/ 389096 h 1503997"/>
                <a:gd name="connsiteX1548" fmla="*/ 218599 w 299085"/>
                <a:gd name="connsiteY1548" fmla="*/ 384334 h 1503997"/>
                <a:gd name="connsiteX1549" fmla="*/ 220028 w 299085"/>
                <a:gd name="connsiteY1549" fmla="*/ 381476 h 1503997"/>
                <a:gd name="connsiteX1550" fmla="*/ 221933 w 299085"/>
                <a:gd name="connsiteY1550" fmla="*/ 381000 h 1503997"/>
                <a:gd name="connsiteX1551" fmla="*/ 222885 w 299085"/>
                <a:gd name="connsiteY1551" fmla="*/ 380047 h 1503997"/>
                <a:gd name="connsiteX1552" fmla="*/ 225266 w 299085"/>
                <a:gd name="connsiteY1552" fmla="*/ 376714 h 1503997"/>
                <a:gd name="connsiteX1553" fmla="*/ 228124 w 299085"/>
                <a:gd name="connsiteY1553" fmla="*/ 373380 h 1503997"/>
                <a:gd name="connsiteX1554" fmla="*/ 230505 w 299085"/>
                <a:gd name="connsiteY1554" fmla="*/ 371475 h 1503997"/>
                <a:gd name="connsiteX1555" fmla="*/ 230981 w 299085"/>
                <a:gd name="connsiteY1555" fmla="*/ 368618 h 1503997"/>
                <a:gd name="connsiteX1556" fmla="*/ 232410 w 299085"/>
                <a:gd name="connsiteY1556" fmla="*/ 364807 h 1503997"/>
                <a:gd name="connsiteX1557" fmla="*/ 234791 w 299085"/>
                <a:gd name="connsiteY1557" fmla="*/ 358616 h 1503997"/>
                <a:gd name="connsiteX1558" fmla="*/ 236220 w 299085"/>
                <a:gd name="connsiteY1558" fmla="*/ 354330 h 1503997"/>
                <a:gd name="connsiteX1559" fmla="*/ 238125 w 299085"/>
                <a:gd name="connsiteY1559" fmla="*/ 352901 h 1503997"/>
                <a:gd name="connsiteX1560" fmla="*/ 240506 w 299085"/>
                <a:gd name="connsiteY1560" fmla="*/ 347186 h 1503997"/>
                <a:gd name="connsiteX1561" fmla="*/ 241459 w 299085"/>
                <a:gd name="connsiteY1561" fmla="*/ 343853 h 1503997"/>
                <a:gd name="connsiteX1562" fmla="*/ 243840 w 299085"/>
                <a:gd name="connsiteY1562" fmla="*/ 342424 h 1503997"/>
                <a:gd name="connsiteX1563" fmla="*/ 245745 w 299085"/>
                <a:gd name="connsiteY1563" fmla="*/ 341947 h 1503997"/>
                <a:gd name="connsiteX1564" fmla="*/ 247650 w 299085"/>
                <a:gd name="connsiteY1564" fmla="*/ 343376 h 1503997"/>
                <a:gd name="connsiteX1565" fmla="*/ 249555 w 299085"/>
                <a:gd name="connsiteY1565" fmla="*/ 342900 h 1503997"/>
                <a:gd name="connsiteX1566" fmla="*/ 251460 w 299085"/>
                <a:gd name="connsiteY1566" fmla="*/ 340995 h 1503997"/>
                <a:gd name="connsiteX1567" fmla="*/ 255746 w 299085"/>
                <a:gd name="connsiteY1567" fmla="*/ 339566 h 1503997"/>
                <a:gd name="connsiteX1568" fmla="*/ 257651 w 299085"/>
                <a:gd name="connsiteY1568" fmla="*/ 338614 h 1503997"/>
                <a:gd name="connsiteX1569" fmla="*/ 258604 w 299085"/>
                <a:gd name="connsiteY1569" fmla="*/ 336709 h 1503997"/>
                <a:gd name="connsiteX1570" fmla="*/ 258604 w 299085"/>
                <a:gd name="connsiteY1570" fmla="*/ 333375 h 1503997"/>
                <a:gd name="connsiteX1571" fmla="*/ 256699 w 299085"/>
                <a:gd name="connsiteY1571" fmla="*/ 330994 h 1503997"/>
                <a:gd name="connsiteX1572" fmla="*/ 252889 w 299085"/>
                <a:gd name="connsiteY1572" fmla="*/ 326231 h 1503997"/>
                <a:gd name="connsiteX1573" fmla="*/ 244793 w 299085"/>
                <a:gd name="connsiteY1573" fmla="*/ 319088 h 1503997"/>
                <a:gd name="connsiteX1574" fmla="*/ 244316 w 299085"/>
                <a:gd name="connsiteY1574" fmla="*/ 317182 h 1503997"/>
                <a:gd name="connsiteX1575" fmla="*/ 244316 w 299085"/>
                <a:gd name="connsiteY1575" fmla="*/ 315278 h 1503997"/>
                <a:gd name="connsiteX1576" fmla="*/ 244793 w 299085"/>
                <a:gd name="connsiteY1576" fmla="*/ 312896 h 1503997"/>
                <a:gd name="connsiteX1577" fmla="*/ 246221 w 299085"/>
                <a:gd name="connsiteY1577" fmla="*/ 310039 h 1503997"/>
                <a:gd name="connsiteX1578" fmla="*/ 250031 w 299085"/>
                <a:gd name="connsiteY1578" fmla="*/ 305753 h 1503997"/>
                <a:gd name="connsiteX1579" fmla="*/ 249555 w 299085"/>
                <a:gd name="connsiteY1579" fmla="*/ 302419 h 1503997"/>
                <a:gd name="connsiteX1580" fmla="*/ 246698 w 299085"/>
                <a:gd name="connsiteY1580" fmla="*/ 290989 h 1503997"/>
                <a:gd name="connsiteX1581" fmla="*/ 245745 w 299085"/>
                <a:gd name="connsiteY1581" fmla="*/ 287655 h 1503997"/>
                <a:gd name="connsiteX1582" fmla="*/ 243840 w 299085"/>
                <a:gd name="connsiteY1582" fmla="*/ 281940 h 1503997"/>
                <a:gd name="connsiteX1583" fmla="*/ 244316 w 299085"/>
                <a:gd name="connsiteY1583" fmla="*/ 279559 h 1503997"/>
                <a:gd name="connsiteX1584" fmla="*/ 246221 w 299085"/>
                <a:gd name="connsiteY1584" fmla="*/ 272891 h 1503997"/>
                <a:gd name="connsiteX1585" fmla="*/ 247650 w 299085"/>
                <a:gd name="connsiteY1585" fmla="*/ 270034 h 1503997"/>
                <a:gd name="connsiteX1586" fmla="*/ 250031 w 299085"/>
                <a:gd name="connsiteY1586" fmla="*/ 269557 h 1503997"/>
                <a:gd name="connsiteX1587" fmla="*/ 251460 w 299085"/>
                <a:gd name="connsiteY1587" fmla="*/ 268605 h 1503997"/>
                <a:gd name="connsiteX1588" fmla="*/ 251936 w 299085"/>
                <a:gd name="connsiteY1588" fmla="*/ 267653 h 1503997"/>
                <a:gd name="connsiteX1589" fmla="*/ 250508 w 299085"/>
                <a:gd name="connsiteY1589" fmla="*/ 266224 h 1503997"/>
                <a:gd name="connsiteX1590" fmla="*/ 250031 w 299085"/>
                <a:gd name="connsiteY1590" fmla="*/ 264319 h 1503997"/>
                <a:gd name="connsiteX1591" fmla="*/ 249555 w 299085"/>
                <a:gd name="connsiteY1591" fmla="*/ 261461 h 1503997"/>
                <a:gd name="connsiteX1592" fmla="*/ 247650 w 299085"/>
                <a:gd name="connsiteY1592" fmla="*/ 260509 h 1503997"/>
                <a:gd name="connsiteX1593" fmla="*/ 246698 w 299085"/>
                <a:gd name="connsiteY1593" fmla="*/ 258128 h 1503997"/>
                <a:gd name="connsiteX1594" fmla="*/ 246698 w 299085"/>
                <a:gd name="connsiteY1594" fmla="*/ 254794 h 1503997"/>
                <a:gd name="connsiteX1595" fmla="*/ 248603 w 299085"/>
                <a:gd name="connsiteY1595" fmla="*/ 250507 h 1503997"/>
                <a:gd name="connsiteX1596" fmla="*/ 250508 w 299085"/>
                <a:gd name="connsiteY1596" fmla="*/ 249555 h 1503997"/>
                <a:gd name="connsiteX1597" fmla="*/ 251460 w 299085"/>
                <a:gd name="connsiteY1597" fmla="*/ 247650 h 1503997"/>
                <a:gd name="connsiteX1598" fmla="*/ 253841 w 299085"/>
                <a:gd name="connsiteY1598" fmla="*/ 245745 h 1503997"/>
                <a:gd name="connsiteX1599" fmla="*/ 255746 w 299085"/>
                <a:gd name="connsiteY1599" fmla="*/ 244316 h 1503997"/>
                <a:gd name="connsiteX1600" fmla="*/ 257651 w 299085"/>
                <a:gd name="connsiteY1600" fmla="*/ 241935 h 1503997"/>
                <a:gd name="connsiteX1601" fmla="*/ 264319 w 299085"/>
                <a:gd name="connsiteY1601" fmla="*/ 239078 h 1503997"/>
                <a:gd name="connsiteX1602" fmla="*/ 270034 w 299085"/>
                <a:gd name="connsiteY1602" fmla="*/ 236696 h 1503997"/>
                <a:gd name="connsiteX1603" fmla="*/ 280511 w 299085"/>
                <a:gd name="connsiteY1603" fmla="*/ 232410 h 1503997"/>
                <a:gd name="connsiteX1604" fmla="*/ 287655 w 299085"/>
                <a:gd name="connsiteY1604" fmla="*/ 229553 h 1503997"/>
                <a:gd name="connsiteX1605" fmla="*/ 288131 w 299085"/>
                <a:gd name="connsiteY1605" fmla="*/ 227647 h 1503997"/>
                <a:gd name="connsiteX1606" fmla="*/ 288608 w 299085"/>
                <a:gd name="connsiteY1606" fmla="*/ 226219 h 1503997"/>
                <a:gd name="connsiteX1607" fmla="*/ 291941 w 299085"/>
                <a:gd name="connsiteY1607" fmla="*/ 215741 h 1503997"/>
                <a:gd name="connsiteX1608" fmla="*/ 296228 w 299085"/>
                <a:gd name="connsiteY1608" fmla="*/ 201930 h 1503997"/>
                <a:gd name="connsiteX1609" fmla="*/ 299085 w 299085"/>
                <a:gd name="connsiteY1609" fmla="*/ 193357 h 1503997"/>
                <a:gd name="connsiteX1610" fmla="*/ 292894 w 299085"/>
                <a:gd name="connsiteY1610" fmla="*/ 187166 h 1503997"/>
                <a:gd name="connsiteX1611" fmla="*/ 286703 w 299085"/>
                <a:gd name="connsiteY1611" fmla="*/ 188595 h 1503997"/>
                <a:gd name="connsiteX1612" fmla="*/ 295275 w 299085"/>
                <a:gd name="connsiteY1612" fmla="*/ 1475423 h 1503997"/>
                <a:gd name="connsiteX1613" fmla="*/ 290513 w 299085"/>
                <a:gd name="connsiteY1613" fmla="*/ 1471613 h 1503997"/>
                <a:gd name="connsiteX1614" fmla="*/ 284321 w 299085"/>
                <a:gd name="connsiteY1614" fmla="*/ 1471136 h 1503997"/>
                <a:gd name="connsiteX1615" fmla="*/ 269081 w 299085"/>
                <a:gd name="connsiteY1615" fmla="*/ 1469231 h 1503997"/>
                <a:gd name="connsiteX1616" fmla="*/ 260985 w 299085"/>
                <a:gd name="connsiteY1616" fmla="*/ 1469231 h 1503997"/>
                <a:gd name="connsiteX1617" fmla="*/ 254318 w 299085"/>
                <a:gd name="connsiteY1617" fmla="*/ 1471613 h 1503997"/>
                <a:gd name="connsiteX1618" fmla="*/ 258604 w 299085"/>
                <a:gd name="connsiteY1618" fmla="*/ 1475899 h 1503997"/>
                <a:gd name="connsiteX1619" fmla="*/ 260033 w 299085"/>
                <a:gd name="connsiteY1619" fmla="*/ 1480661 h 1503997"/>
                <a:gd name="connsiteX1620" fmla="*/ 261461 w 299085"/>
                <a:gd name="connsiteY1620" fmla="*/ 1482090 h 1503997"/>
                <a:gd name="connsiteX1621" fmla="*/ 262414 w 299085"/>
                <a:gd name="connsiteY1621" fmla="*/ 1482567 h 1503997"/>
                <a:gd name="connsiteX1622" fmla="*/ 272891 w 299085"/>
                <a:gd name="connsiteY1622" fmla="*/ 1484471 h 1503997"/>
                <a:gd name="connsiteX1623" fmla="*/ 273844 w 299085"/>
                <a:gd name="connsiteY1623" fmla="*/ 1484471 h 1503997"/>
                <a:gd name="connsiteX1624" fmla="*/ 275273 w 299085"/>
                <a:gd name="connsiteY1624" fmla="*/ 1483995 h 1503997"/>
                <a:gd name="connsiteX1625" fmla="*/ 279083 w 299085"/>
                <a:gd name="connsiteY1625" fmla="*/ 1481614 h 1503997"/>
                <a:gd name="connsiteX1626" fmla="*/ 280988 w 299085"/>
                <a:gd name="connsiteY1626" fmla="*/ 1481138 h 1503997"/>
                <a:gd name="connsiteX1627" fmla="*/ 282416 w 299085"/>
                <a:gd name="connsiteY1627" fmla="*/ 1481138 h 1503997"/>
                <a:gd name="connsiteX1628" fmla="*/ 283369 w 299085"/>
                <a:gd name="connsiteY1628" fmla="*/ 1481138 h 1503997"/>
                <a:gd name="connsiteX1629" fmla="*/ 283845 w 299085"/>
                <a:gd name="connsiteY1629" fmla="*/ 1482090 h 1503997"/>
                <a:gd name="connsiteX1630" fmla="*/ 284321 w 299085"/>
                <a:gd name="connsiteY1630" fmla="*/ 1483519 h 1503997"/>
                <a:gd name="connsiteX1631" fmla="*/ 285274 w 299085"/>
                <a:gd name="connsiteY1631" fmla="*/ 1485424 h 1503997"/>
                <a:gd name="connsiteX1632" fmla="*/ 287179 w 299085"/>
                <a:gd name="connsiteY1632" fmla="*/ 1486376 h 1503997"/>
                <a:gd name="connsiteX1633" fmla="*/ 290036 w 299085"/>
                <a:gd name="connsiteY1633" fmla="*/ 1485900 h 1503997"/>
                <a:gd name="connsiteX1634" fmla="*/ 292894 w 299085"/>
                <a:gd name="connsiteY1634" fmla="*/ 1483995 h 1503997"/>
                <a:gd name="connsiteX1635" fmla="*/ 295275 w 299085"/>
                <a:gd name="connsiteY1635" fmla="*/ 1481614 h 1503997"/>
                <a:gd name="connsiteX1636" fmla="*/ 296228 w 299085"/>
                <a:gd name="connsiteY1636" fmla="*/ 1479709 h 1503997"/>
                <a:gd name="connsiteX1637" fmla="*/ 296228 w 299085"/>
                <a:gd name="connsiteY1637" fmla="*/ 1477804 h 1503997"/>
                <a:gd name="connsiteX1638" fmla="*/ 295275 w 299085"/>
                <a:gd name="connsiteY1638" fmla="*/ 1475423 h 1503997"/>
                <a:gd name="connsiteX1639" fmla="*/ 73819 w 299085"/>
                <a:gd name="connsiteY1639" fmla="*/ 1390650 h 1503997"/>
                <a:gd name="connsiteX1640" fmla="*/ 74771 w 299085"/>
                <a:gd name="connsiteY1640" fmla="*/ 1391602 h 1503997"/>
                <a:gd name="connsiteX1641" fmla="*/ 75248 w 299085"/>
                <a:gd name="connsiteY1641" fmla="*/ 1393984 h 1503997"/>
                <a:gd name="connsiteX1642" fmla="*/ 75724 w 299085"/>
                <a:gd name="connsiteY1642" fmla="*/ 1394460 h 1503997"/>
                <a:gd name="connsiteX1643" fmla="*/ 78105 w 299085"/>
                <a:gd name="connsiteY1643" fmla="*/ 1394936 h 1503997"/>
                <a:gd name="connsiteX1644" fmla="*/ 81439 w 299085"/>
                <a:gd name="connsiteY1644" fmla="*/ 1394936 h 1503997"/>
                <a:gd name="connsiteX1645" fmla="*/ 87630 w 299085"/>
                <a:gd name="connsiteY1645" fmla="*/ 1396842 h 1503997"/>
                <a:gd name="connsiteX1646" fmla="*/ 90488 w 299085"/>
                <a:gd name="connsiteY1646" fmla="*/ 1396842 h 1503997"/>
                <a:gd name="connsiteX1647" fmla="*/ 90011 w 299085"/>
                <a:gd name="connsiteY1647" fmla="*/ 1396365 h 1503997"/>
                <a:gd name="connsiteX1648" fmla="*/ 84773 w 299085"/>
                <a:gd name="connsiteY1648" fmla="*/ 1392555 h 1503997"/>
                <a:gd name="connsiteX1649" fmla="*/ 84296 w 299085"/>
                <a:gd name="connsiteY1649" fmla="*/ 1392079 h 1503997"/>
                <a:gd name="connsiteX1650" fmla="*/ 79534 w 299085"/>
                <a:gd name="connsiteY1650" fmla="*/ 1387317 h 1503997"/>
                <a:gd name="connsiteX1651" fmla="*/ 77629 w 299085"/>
                <a:gd name="connsiteY1651" fmla="*/ 1387317 h 1503997"/>
                <a:gd name="connsiteX1652" fmla="*/ 76200 w 299085"/>
                <a:gd name="connsiteY1652" fmla="*/ 1386840 h 1503997"/>
                <a:gd name="connsiteX1653" fmla="*/ 72866 w 299085"/>
                <a:gd name="connsiteY1653" fmla="*/ 1384459 h 1503997"/>
                <a:gd name="connsiteX1654" fmla="*/ 68580 w 299085"/>
                <a:gd name="connsiteY1654" fmla="*/ 1383982 h 1503997"/>
                <a:gd name="connsiteX1655" fmla="*/ 65246 w 299085"/>
                <a:gd name="connsiteY1655" fmla="*/ 1382077 h 1503997"/>
                <a:gd name="connsiteX1656" fmla="*/ 59055 w 299085"/>
                <a:gd name="connsiteY1656" fmla="*/ 1379696 h 1503997"/>
                <a:gd name="connsiteX1657" fmla="*/ 51911 w 299085"/>
                <a:gd name="connsiteY1657" fmla="*/ 1378744 h 1503997"/>
                <a:gd name="connsiteX1658" fmla="*/ 50006 w 299085"/>
                <a:gd name="connsiteY1658" fmla="*/ 1377792 h 1503997"/>
                <a:gd name="connsiteX1659" fmla="*/ 48578 w 299085"/>
                <a:gd name="connsiteY1659" fmla="*/ 1377792 h 1503997"/>
                <a:gd name="connsiteX1660" fmla="*/ 48101 w 299085"/>
                <a:gd name="connsiteY1660" fmla="*/ 1377315 h 1503997"/>
                <a:gd name="connsiteX1661" fmla="*/ 46673 w 299085"/>
                <a:gd name="connsiteY1661" fmla="*/ 1374457 h 1503997"/>
                <a:gd name="connsiteX1662" fmla="*/ 44768 w 299085"/>
                <a:gd name="connsiteY1662" fmla="*/ 1373505 h 1503997"/>
                <a:gd name="connsiteX1663" fmla="*/ 41434 w 299085"/>
                <a:gd name="connsiteY1663" fmla="*/ 1370648 h 1503997"/>
                <a:gd name="connsiteX1664" fmla="*/ 38100 w 299085"/>
                <a:gd name="connsiteY1664" fmla="*/ 1368743 h 1503997"/>
                <a:gd name="connsiteX1665" fmla="*/ 36671 w 299085"/>
                <a:gd name="connsiteY1665" fmla="*/ 1369219 h 1503997"/>
                <a:gd name="connsiteX1666" fmla="*/ 36671 w 299085"/>
                <a:gd name="connsiteY1666" fmla="*/ 1370171 h 1503997"/>
                <a:gd name="connsiteX1667" fmla="*/ 40005 w 299085"/>
                <a:gd name="connsiteY1667" fmla="*/ 1373029 h 1503997"/>
                <a:gd name="connsiteX1668" fmla="*/ 41910 w 299085"/>
                <a:gd name="connsiteY1668" fmla="*/ 1376839 h 1503997"/>
                <a:gd name="connsiteX1669" fmla="*/ 46673 w 299085"/>
                <a:gd name="connsiteY1669" fmla="*/ 1380173 h 1503997"/>
                <a:gd name="connsiteX1670" fmla="*/ 51435 w 299085"/>
                <a:gd name="connsiteY1670" fmla="*/ 1383982 h 1503997"/>
                <a:gd name="connsiteX1671" fmla="*/ 52388 w 299085"/>
                <a:gd name="connsiteY1671" fmla="*/ 1383982 h 1503997"/>
                <a:gd name="connsiteX1672" fmla="*/ 55721 w 299085"/>
                <a:gd name="connsiteY1672" fmla="*/ 1384459 h 1503997"/>
                <a:gd name="connsiteX1673" fmla="*/ 60484 w 299085"/>
                <a:gd name="connsiteY1673" fmla="*/ 1383982 h 1503997"/>
                <a:gd name="connsiteX1674" fmla="*/ 64770 w 299085"/>
                <a:gd name="connsiteY1674" fmla="*/ 1384935 h 1503997"/>
                <a:gd name="connsiteX1675" fmla="*/ 67151 w 299085"/>
                <a:gd name="connsiteY1675" fmla="*/ 1385888 h 1503997"/>
                <a:gd name="connsiteX1676" fmla="*/ 73819 w 299085"/>
                <a:gd name="connsiteY1676" fmla="*/ 1390650 h 1503997"/>
                <a:gd name="connsiteX1677" fmla="*/ 136684 w 299085"/>
                <a:gd name="connsiteY1677" fmla="*/ 1436846 h 1503997"/>
                <a:gd name="connsiteX1678" fmla="*/ 139541 w 299085"/>
                <a:gd name="connsiteY1678" fmla="*/ 1436846 h 1503997"/>
                <a:gd name="connsiteX1679" fmla="*/ 143351 w 299085"/>
                <a:gd name="connsiteY1679" fmla="*/ 1437799 h 1503997"/>
                <a:gd name="connsiteX1680" fmla="*/ 146209 w 299085"/>
                <a:gd name="connsiteY1680" fmla="*/ 1437323 h 1503997"/>
                <a:gd name="connsiteX1681" fmla="*/ 151924 w 299085"/>
                <a:gd name="connsiteY1681" fmla="*/ 1441132 h 1503997"/>
                <a:gd name="connsiteX1682" fmla="*/ 157639 w 299085"/>
                <a:gd name="connsiteY1682" fmla="*/ 1443990 h 1503997"/>
                <a:gd name="connsiteX1683" fmla="*/ 158591 w 299085"/>
                <a:gd name="connsiteY1683" fmla="*/ 1443514 h 1503997"/>
                <a:gd name="connsiteX1684" fmla="*/ 159544 w 299085"/>
                <a:gd name="connsiteY1684" fmla="*/ 1441132 h 1503997"/>
                <a:gd name="connsiteX1685" fmla="*/ 161449 w 299085"/>
                <a:gd name="connsiteY1685" fmla="*/ 1439704 h 1503997"/>
                <a:gd name="connsiteX1686" fmla="*/ 162401 w 299085"/>
                <a:gd name="connsiteY1686" fmla="*/ 1438275 h 1503997"/>
                <a:gd name="connsiteX1687" fmla="*/ 161925 w 299085"/>
                <a:gd name="connsiteY1687" fmla="*/ 1434465 h 1503997"/>
                <a:gd name="connsiteX1688" fmla="*/ 161925 w 299085"/>
                <a:gd name="connsiteY1688" fmla="*/ 1432084 h 1503997"/>
                <a:gd name="connsiteX1689" fmla="*/ 157163 w 299085"/>
                <a:gd name="connsiteY1689" fmla="*/ 1432084 h 1503997"/>
                <a:gd name="connsiteX1690" fmla="*/ 149543 w 299085"/>
                <a:gd name="connsiteY1690" fmla="*/ 1428274 h 1503997"/>
                <a:gd name="connsiteX1691" fmla="*/ 143828 w 299085"/>
                <a:gd name="connsiteY1691" fmla="*/ 1424940 h 1503997"/>
                <a:gd name="connsiteX1692" fmla="*/ 138589 w 299085"/>
                <a:gd name="connsiteY1692" fmla="*/ 1423511 h 1503997"/>
                <a:gd name="connsiteX1693" fmla="*/ 128588 w 299085"/>
                <a:gd name="connsiteY1693" fmla="*/ 1421606 h 1503997"/>
                <a:gd name="connsiteX1694" fmla="*/ 126206 w 299085"/>
                <a:gd name="connsiteY1694" fmla="*/ 1423511 h 1503997"/>
                <a:gd name="connsiteX1695" fmla="*/ 123349 w 299085"/>
                <a:gd name="connsiteY1695" fmla="*/ 1424464 h 1503997"/>
                <a:gd name="connsiteX1696" fmla="*/ 120968 w 299085"/>
                <a:gd name="connsiteY1696" fmla="*/ 1429702 h 1503997"/>
                <a:gd name="connsiteX1697" fmla="*/ 124778 w 299085"/>
                <a:gd name="connsiteY1697" fmla="*/ 1433036 h 1503997"/>
                <a:gd name="connsiteX1698" fmla="*/ 129064 w 299085"/>
                <a:gd name="connsiteY1698" fmla="*/ 1437323 h 1503997"/>
                <a:gd name="connsiteX1699" fmla="*/ 130016 w 299085"/>
                <a:gd name="connsiteY1699" fmla="*/ 1441609 h 1503997"/>
                <a:gd name="connsiteX1700" fmla="*/ 134303 w 299085"/>
                <a:gd name="connsiteY1700" fmla="*/ 1440656 h 1503997"/>
                <a:gd name="connsiteX1701" fmla="*/ 136684 w 299085"/>
                <a:gd name="connsiteY1701" fmla="*/ 1436846 h 1503997"/>
                <a:gd name="connsiteX1702" fmla="*/ 178594 w 299085"/>
                <a:gd name="connsiteY1702" fmla="*/ 1468755 h 1503997"/>
                <a:gd name="connsiteX1703" fmla="*/ 175736 w 299085"/>
                <a:gd name="connsiteY1703" fmla="*/ 1469707 h 1503997"/>
                <a:gd name="connsiteX1704" fmla="*/ 170974 w 299085"/>
                <a:gd name="connsiteY1704" fmla="*/ 1470184 h 1503997"/>
                <a:gd name="connsiteX1705" fmla="*/ 169069 w 299085"/>
                <a:gd name="connsiteY1705" fmla="*/ 1470660 h 1503997"/>
                <a:gd name="connsiteX1706" fmla="*/ 164783 w 299085"/>
                <a:gd name="connsiteY1706" fmla="*/ 1469707 h 1503997"/>
                <a:gd name="connsiteX1707" fmla="*/ 164306 w 299085"/>
                <a:gd name="connsiteY1707" fmla="*/ 1469231 h 1503997"/>
                <a:gd name="connsiteX1708" fmla="*/ 162878 w 299085"/>
                <a:gd name="connsiteY1708" fmla="*/ 1466374 h 1503997"/>
                <a:gd name="connsiteX1709" fmla="*/ 159544 w 299085"/>
                <a:gd name="connsiteY1709" fmla="*/ 1466374 h 1503997"/>
                <a:gd name="connsiteX1710" fmla="*/ 155734 w 299085"/>
                <a:gd name="connsiteY1710" fmla="*/ 1465421 h 1503997"/>
                <a:gd name="connsiteX1711" fmla="*/ 149543 w 299085"/>
                <a:gd name="connsiteY1711" fmla="*/ 1464945 h 1503997"/>
                <a:gd name="connsiteX1712" fmla="*/ 148114 w 299085"/>
                <a:gd name="connsiteY1712" fmla="*/ 1464945 h 1503997"/>
                <a:gd name="connsiteX1713" fmla="*/ 147161 w 299085"/>
                <a:gd name="connsiteY1713" fmla="*/ 1467326 h 1503997"/>
                <a:gd name="connsiteX1714" fmla="*/ 147638 w 299085"/>
                <a:gd name="connsiteY1714" fmla="*/ 1468279 h 1503997"/>
                <a:gd name="connsiteX1715" fmla="*/ 148114 w 299085"/>
                <a:gd name="connsiteY1715" fmla="*/ 1469231 h 1503997"/>
                <a:gd name="connsiteX1716" fmla="*/ 148590 w 299085"/>
                <a:gd name="connsiteY1716" fmla="*/ 1469231 h 1503997"/>
                <a:gd name="connsiteX1717" fmla="*/ 150971 w 299085"/>
                <a:gd name="connsiteY1717" fmla="*/ 1468279 h 1503997"/>
                <a:gd name="connsiteX1718" fmla="*/ 151924 w 299085"/>
                <a:gd name="connsiteY1718" fmla="*/ 1467326 h 1503997"/>
                <a:gd name="connsiteX1719" fmla="*/ 152876 w 299085"/>
                <a:gd name="connsiteY1719" fmla="*/ 1466850 h 1503997"/>
                <a:gd name="connsiteX1720" fmla="*/ 155258 w 299085"/>
                <a:gd name="connsiteY1720" fmla="*/ 1467326 h 1503997"/>
                <a:gd name="connsiteX1721" fmla="*/ 158115 w 299085"/>
                <a:gd name="connsiteY1721" fmla="*/ 1469231 h 1503997"/>
                <a:gd name="connsiteX1722" fmla="*/ 162401 w 299085"/>
                <a:gd name="connsiteY1722" fmla="*/ 1471613 h 1503997"/>
                <a:gd name="connsiteX1723" fmla="*/ 163354 w 299085"/>
                <a:gd name="connsiteY1723" fmla="*/ 1472565 h 1503997"/>
                <a:gd name="connsiteX1724" fmla="*/ 163354 w 299085"/>
                <a:gd name="connsiteY1724" fmla="*/ 1473994 h 1503997"/>
                <a:gd name="connsiteX1725" fmla="*/ 164306 w 299085"/>
                <a:gd name="connsiteY1725" fmla="*/ 1474946 h 1503997"/>
                <a:gd name="connsiteX1726" fmla="*/ 168593 w 299085"/>
                <a:gd name="connsiteY1726" fmla="*/ 1475899 h 1503997"/>
                <a:gd name="connsiteX1727" fmla="*/ 170974 w 299085"/>
                <a:gd name="connsiteY1727" fmla="*/ 1476851 h 1503997"/>
                <a:gd name="connsiteX1728" fmla="*/ 171926 w 299085"/>
                <a:gd name="connsiteY1728" fmla="*/ 1476851 h 1503997"/>
                <a:gd name="connsiteX1729" fmla="*/ 174308 w 299085"/>
                <a:gd name="connsiteY1729" fmla="*/ 1475899 h 1503997"/>
                <a:gd name="connsiteX1730" fmla="*/ 175736 w 299085"/>
                <a:gd name="connsiteY1730" fmla="*/ 1475899 h 1503997"/>
                <a:gd name="connsiteX1731" fmla="*/ 177165 w 299085"/>
                <a:gd name="connsiteY1731" fmla="*/ 1477327 h 1503997"/>
                <a:gd name="connsiteX1732" fmla="*/ 177641 w 299085"/>
                <a:gd name="connsiteY1732" fmla="*/ 1478280 h 1503997"/>
                <a:gd name="connsiteX1733" fmla="*/ 177641 w 299085"/>
                <a:gd name="connsiteY1733" fmla="*/ 1479709 h 1503997"/>
                <a:gd name="connsiteX1734" fmla="*/ 180023 w 299085"/>
                <a:gd name="connsiteY1734" fmla="*/ 1480661 h 1503997"/>
                <a:gd name="connsiteX1735" fmla="*/ 182404 w 299085"/>
                <a:gd name="connsiteY1735" fmla="*/ 1480185 h 1503997"/>
                <a:gd name="connsiteX1736" fmla="*/ 186214 w 299085"/>
                <a:gd name="connsiteY1736" fmla="*/ 1477804 h 1503997"/>
                <a:gd name="connsiteX1737" fmla="*/ 186690 w 299085"/>
                <a:gd name="connsiteY1737" fmla="*/ 1475423 h 1503997"/>
                <a:gd name="connsiteX1738" fmla="*/ 181928 w 299085"/>
                <a:gd name="connsiteY1738" fmla="*/ 1468279 h 1503997"/>
                <a:gd name="connsiteX1739" fmla="*/ 178594 w 299085"/>
                <a:gd name="connsiteY1739" fmla="*/ 1468755 h 1503997"/>
                <a:gd name="connsiteX1740" fmla="*/ 118110 w 299085"/>
                <a:gd name="connsiteY1740" fmla="*/ 1413510 h 1503997"/>
                <a:gd name="connsiteX1741" fmla="*/ 115729 w 299085"/>
                <a:gd name="connsiteY1741" fmla="*/ 1411605 h 1503997"/>
                <a:gd name="connsiteX1742" fmla="*/ 112871 w 299085"/>
                <a:gd name="connsiteY1742" fmla="*/ 1407319 h 1503997"/>
                <a:gd name="connsiteX1743" fmla="*/ 111919 w 299085"/>
                <a:gd name="connsiteY1743" fmla="*/ 1406843 h 1503997"/>
                <a:gd name="connsiteX1744" fmla="*/ 104775 w 299085"/>
                <a:gd name="connsiteY1744" fmla="*/ 1405414 h 1503997"/>
                <a:gd name="connsiteX1745" fmla="*/ 100489 w 299085"/>
                <a:gd name="connsiteY1745" fmla="*/ 1405890 h 1503997"/>
                <a:gd name="connsiteX1746" fmla="*/ 98108 w 299085"/>
                <a:gd name="connsiteY1746" fmla="*/ 1406367 h 1503997"/>
                <a:gd name="connsiteX1747" fmla="*/ 97631 w 299085"/>
                <a:gd name="connsiteY1747" fmla="*/ 1405414 h 1503997"/>
                <a:gd name="connsiteX1748" fmla="*/ 96679 w 299085"/>
                <a:gd name="connsiteY1748" fmla="*/ 1401604 h 1503997"/>
                <a:gd name="connsiteX1749" fmla="*/ 95726 w 299085"/>
                <a:gd name="connsiteY1749" fmla="*/ 1399699 h 1503997"/>
                <a:gd name="connsiteX1750" fmla="*/ 94774 w 299085"/>
                <a:gd name="connsiteY1750" fmla="*/ 1398746 h 1503997"/>
                <a:gd name="connsiteX1751" fmla="*/ 92869 w 299085"/>
                <a:gd name="connsiteY1751" fmla="*/ 1398270 h 1503997"/>
                <a:gd name="connsiteX1752" fmla="*/ 91916 w 299085"/>
                <a:gd name="connsiteY1752" fmla="*/ 1397318 h 1503997"/>
                <a:gd name="connsiteX1753" fmla="*/ 91440 w 299085"/>
                <a:gd name="connsiteY1753" fmla="*/ 1397318 h 1503997"/>
                <a:gd name="connsiteX1754" fmla="*/ 90011 w 299085"/>
                <a:gd name="connsiteY1754" fmla="*/ 1398746 h 1503997"/>
                <a:gd name="connsiteX1755" fmla="*/ 90011 w 299085"/>
                <a:gd name="connsiteY1755" fmla="*/ 1399699 h 1503997"/>
                <a:gd name="connsiteX1756" fmla="*/ 90488 w 299085"/>
                <a:gd name="connsiteY1756" fmla="*/ 1402556 h 1503997"/>
                <a:gd name="connsiteX1757" fmla="*/ 81439 w 299085"/>
                <a:gd name="connsiteY1757" fmla="*/ 1400651 h 1503997"/>
                <a:gd name="connsiteX1758" fmla="*/ 78581 w 299085"/>
                <a:gd name="connsiteY1758" fmla="*/ 1397794 h 1503997"/>
                <a:gd name="connsiteX1759" fmla="*/ 70485 w 299085"/>
                <a:gd name="connsiteY1759" fmla="*/ 1398746 h 1503997"/>
                <a:gd name="connsiteX1760" fmla="*/ 65246 w 299085"/>
                <a:gd name="connsiteY1760" fmla="*/ 1403985 h 1503997"/>
                <a:gd name="connsiteX1761" fmla="*/ 72390 w 299085"/>
                <a:gd name="connsiteY1761" fmla="*/ 1404938 h 1503997"/>
                <a:gd name="connsiteX1762" fmla="*/ 74295 w 299085"/>
                <a:gd name="connsiteY1762" fmla="*/ 1408748 h 1503997"/>
                <a:gd name="connsiteX1763" fmla="*/ 78105 w 299085"/>
                <a:gd name="connsiteY1763" fmla="*/ 1412557 h 1503997"/>
                <a:gd name="connsiteX1764" fmla="*/ 81915 w 299085"/>
                <a:gd name="connsiteY1764" fmla="*/ 1412081 h 1503997"/>
                <a:gd name="connsiteX1765" fmla="*/ 83344 w 299085"/>
                <a:gd name="connsiteY1765" fmla="*/ 1412081 h 1503997"/>
                <a:gd name="connsiteX1766" fmla="*/ 83820 w 299085"/>
                <a:gd name="connsiteY1766" fmla="*/ 1412557 h 1503997"/>
                <a:gd name="connsiteX1767" fmla="*/ 84296 w 299085"/>
                <a:gd name="connsiteY1767" fmla="*/ 1415415 h 1503997"/>
                <a:gd name="connsiteX1768" fmla="*/ 84296 w 299085"/>
                <a:gd name="connsiteY1768" fmla="*/ 1417320 h 1503997"/>
                <a:gd name="connsiteX1769" fmla="*/ 83820 w 299085"/>
                <a:gd name="connsiteY1769" fmla="*/ 1421130 h 1503997"/>
                <a:gd name="connsiteX1770" fmla="*/ 84296 w 299085"/>
                <a:gd name="connsiteY1770" fmla="*/ 1422082 h 1503997"/>
                <a:gd name="connsiteX1771" fmla="*/ 87630 w 299085"/>
                <a:gd name="connsiteY1771" fmla="*/ 1423988 h 1503997"/>
                <a:gd name="connsiteX1772" fmla="*/ 90488 w 299085"/>
                <a:gd name="connsiteY1772" fmla="*/ 1424940 h 1503997"/>
                <a:gd name="connsiteX1773" fmla="*/ 91916 w 299085"/>
                <a:gd name="connsiteY1773" fmla="*/ 1424464 h 1503997"/>
                <a:gd name="connsiteX1774" fmla="*/ 92393 w 299085"/>
                <a:gd name="connsiteY1774" fmla="*/ 1423511 h 1503997"/>
                <a:gd name="connsiteX1775" fmla="*/ 91916 w 299085"/>
                <a:gd name="connsiteY1775" fmla="*/ 1420654 h 1503997"/>
                <a:gd name="connsiteX1776" fmla="*/ 92393 w 299085"/>
                <a:gd name="connsiteY1776" fmla="*/ 1418749 h 1503997"/>
                <a:gd name="connsiteX1777" fmla="*/ 93345 w 299085"/>
                <a:gd name="connsiteY1777" fmla="*/ 1416844 h 1503997"/>
                <a:gd name="connsiteX1778" fmla="*/ 95250 w 299085"/>
                <a:gd name="connsiteY1778" fmla="*/ 1418273 h 1503997"/>
                <a:gd name="connsiteX1779" fmla="*/ 96679 w 299085"/>
                <a:gd name="connsiteY1779" fmla="*/ 1418273 h 1503997"/>
                <a:gd name="connsiteX1780" fmla="*/ 99060 w 299085"/>
                <a:gd name="connsiteY1780" fmla="*/ 1417796 h 1503997"/>
                <a:gd name="connsiteX1781" fmla="*/ 102870 w 299085"/>
                <a:gd name="connsiteY1781" fmla="*/ 1418749 h 1503997"/>
                <a:gd name="connsiteX1782" fmla="*/ 102394 w 299085"/>
                <a:gd name="connsiteY1782" fmla="*/ 1423035 h 1503997"/>
                <a:gd name="connsiteX1783" fmla="*/ 99060 w 299085"/>
                <a:gd name="connsiteY1783" fmla="*/ 1426845 h 1503997"/>
                <a:gd name="connsiteX1784" fmla="*/ 96679 w 299085"/>
                <a:gd name="connsiteY1784" fmla="*/ 1427798 h 1503997"/>
                <a:gd name="connsiteX1785" fmla="*/ 97155 w 299085"/>
                <a:gd name="connsiteY1785" fmla="*/ 1429226 h 1503997"/>
                <a:gd name="connsiteX1786" fmla="*/ 98584 w 299085"/>
                <a:gd name="connsiteY1786" fmla="*/ 1430179 h 1503997"/>
                <a:gd name="connsiteX1787" fmla="*/ 100013 w 299085"/>
                <a:gd name="connsiteY1787" fmla="*/ 1430655 h 1503997"/>
                <a:gd name="connsiteX1788" fmla="*/ 100965 w 299085"/>
                <a:gd name="connsiteY1788" fmla="*/ 1430655 h 1503997"/>
                <a:gd name="connsiteX1789" fmla="*/ 102870 w 299085"/>
                <a:gd name="connsiteY1789" fmla="*/ 1429702 h 1503997"/>
                <a:gd name="connsiteX1790" fmla="*/ 106680 w 299085"/>
                <a:gd name="connsiteY1790" fmla="*/ 1428750 h 1503997"/>
                <a:gd name="connsiteX1791" fmla="*/ 110490 w 299085"/>
                <a:gd name="connsiteY1791" fmla="*/ 1428274 h 1503997"/>
                <a:gd name="connsiteX1792" fmla="*/ 113824 w 299085"/>
                <a:gd name="connsiteY1792" fmla="*/ 1426369 h 1503997"/>
                <a:gd name="connsiteX1793" fmla="*/ 115729 w 299085"/>
                <a:gd name="connsiteY1793" fmla="*/ 1425417 h 1503997"/>
                <a:gd name="connsiteX1794" fmla="*/ 117158 w 299085"/>
                <a:gd name="connsiteY1794" fmla="*/ 1424464 h 1503997"/>
                <a:gd name="connsiteX1795" fmla="*/ 117158 w 299085"/>
                <a:gd name="connsiteY1795" fmla="*/ 1422559 h 1503997"/>
                <a:gd name="connsiteX1796" fmla="*/ 119063 w 299085"/>
                <a:gd name="connsiteY1796" fmla="*/ 1418749 h 1503997"/>
                <a:gd name="connsiteX1797" fmla="*/ 122396 w 299085"/>
                <a:gd name="connsiteY1797" fmla="*/ 1416368 h 1503997"/>
                <a:gd name="connsiteX1798" fmla="*/ 118110 w 299085"/>
                <a:gd name="connsiteY1798" fmla="*/ 1413510 h 150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Lst>
              <a:rect l="l" t="t" r="r" b="b"/>
              <a:pathLst>
                <a:path w="299085" h="1503997">
                  <a:moveTo>
                    <a:pt x="30004" y="1151573"/>
                  </a:moveTo>
                  <a:lnTo>
                    <a:pt x="27146" y="1155382"/>
                  </a:lnTo>
                  <a:lnTo>
                    <a:pt x="19526" y="1157764"/>
                  </a:lnTo>
                  <a:lnTo>
                    <a:pt x="18098" y="1160145"/>
                  </a:lnTo>
                  <a:lnTo>
                    <a:pt x="18574" y="1161098"/>
                  </a:lnTo>
                  <a:lnTo>
                    <a:pt x="19050" y="1164907"/>
                  </a:lnTo>
                  <a:lnTo>
                    <a:pt x="20955" y="1168718"/>
                  </a:lnTo>
                  <a:lnTo>
                    <a:pt x="21908" y="1171099"/>
                  </a:lnTo>
                  <a:lnTo>
                    <a:pt x="23813" y="1174432"/>
                  </a:lnTo>
                  <a:lnTo>
                    <a:pt x="24765" y="1175861"/>
                  </a:lnTo>
                  <a:lnTo>
                    <a:pt x="26194" y="1182052"/>
                  </a:lnTo>
                  <a:lnTo>
                    <a:pt x="29051" y="1185863"/>
                  </a:lnTo>
                  <a:lnTo>
                    <a:pt x="36195" y="1184910"/>
                  </a:lnTo>
                  <a:lnTo>
                    <a:pt x="40481" y="1185386"/>
                  </a:lnTo>
                  <a:lnTo>
                    <a:pt x="40958" y="1184434"/>
                  </a:lnTo>
                  <a:lnTo>
                    <a:pt x="39053" y="1177290"/>
                  </a:lnTo>
                  <a:lnTo>
                    <a:pt x="39529" y="1175861"/>
                  </a:lnTo>
                  <a:lnTo>
                    <a:pt x="39529" y="1174909"/>
                  </a:lnTo>
                  <a:lnTo>
                    <a:pt x="39053" y="1173956"/>
                  </a:lnTo>
                  <a:lnTo>
                    <a:pt x="37148" y="1172051"/>
                  </a:lnTo>
                  <a:lnTo>
                    <a:pt x="35719" y="1168242"/>
                  </a:lnTo>
                  <a:lnTo>
                    <a:pt x="35243" y="1165860"/>
                  </a:lnTo>
                  <a:lnTo>
                    <a:pt x="34766" y="1164907"/>
                  </a:lnTo>
                  <a:lnTo>
                    <a:pt x="32385" y="1163002"/>
                  </a:lnTo>
                  <a:lnTo>
                    <a:pt x="30956" y="1160621"/>
                  </a:lnTo>
                  <a:lnTo>
                    <a:pt x="31433" y="1153477"/>
                  </a:lnTo>
                  <a:lnTo>
                    <a:pt x="30004" y="1151573"/>
                  </a:lnTo>
                  <a:close/>
                  <a:moveTo>
                    <a:pt x="16193" y="1238726"/>
                  </a:moveTo>
                  <a:lnTo>
                    <a:pt x="20955" y="1239202"/>
                  </a:lnTo>
                  <a:lnTo>
                    <a:pt x="24289" y="1239202"/>
                  </a:lnTo>
                  <a:lnTo>
                    <a:pt x="25241" y="1238726"/>
                  </a:lnTo>
                  <a:lnTo>
                    <a:pt x="26670" y="1234917"/>
                  </a:lnTo>
                  <a:lnTo>
                    <a:pt x="26670" y="1228725"/>
                  </a:lnTo>
                  <a:lnTo>
                    <a:pt x="27146" y="1226820"/>
                  </a:lnTo>
                  <a:lnTo>
                    <a:pt x="28099" y="1225392"/>
                  </a:lnTo>
                  <a:lnTo>
                    <a:pt x="35243" y="1220629"/>
                  </a:lnTo>
                  <a:lnTo>
                    <a:pt x="35719" y="1220629"/>
                  </a:lnTo>
                  <a:lnTo>
                    <a:pt x="35719" y="1221105"/>
                  </a:lnTo>
                  <a:lnTo>
                    <a:pt x="35243" y="1221581"/>
                  </a:lnTo>
                  <a:lnTo>
                    <a:pt x="33338" y="1223010"/>
                  </a:lnTo>
                  <a:lnTo>
                    <a:pt x="32385" y="1223963"/>
                  </a:lnTo>
                  <a:lnTo>
                    <a:pt x="31909" y="1227773"/>
                  </a:lnTo>
                  <a:lnTo>
                    <a:pt x="30480" y="1229201"/>
                  </a:lnTo>
                  <a:lnTo>
                    <a:pt x="29528" y="1231582"/>
                  </a:lnTo>
                  <a:lnTo>
                    <a:pt x="29528" y="1233011"/>
                  </a:lnTo>
                  <a:lnTo>
                    <a:pt x="31433" y="1236821"/>
                  </a:lnTo>
                  <a:lnTo>
                    <a:pt x="31433" y="1239679"/>
                  </a:lnTo>
                  <a:lnTo>
                    <a:pt x="31909" y="1242060"/>
                  </a:lnTo>
                  <a:lnTo>
                    <a:pt x="33338" y="1245870"/>
                  </a:lnTo>
                  <a:lnTo>
                    <a:pt x="35243" y="1246346"/>
                  </a:lnTo>
                  <a:lnTo>
                    <a:pt x="39053" y="1245870"/>
                  </a:lnTo>
                  <a:lnTo>
                    <a:pt x="40005" y="1245394"/>
                  </a:lnTo>
                  <a:lnTo>
                    <a:pt x="40958" y="1242060"/>
                  </a:lnTo>
                  <a:lnTo>
                    <a:pt x="42386" y="1239202"/>
                  </a:lnTo>
                  <a:lnTo>
                    <a:pt x="43339" y="1235869"/>
                  </a:lnTo>
                  <a:lnTo>
                    <a:pt x="43815" y="1231582"/>
                  </a:lnTo>
                  <a:lnTo>
                    <a:pt x="43339" y="1230630"/>
                  </a:lnTo>
                  <a:lnTo>
                    <a:pt x="41910" y="1230154"/>
                  </a:lnTo>
                  <a:lnTo>
                    <a:pt x="41910" y="1228725"/>
                  </a:lnTo>
                  <a:lnTo>
                    <a:pt x="43339" y="1220629"/>
                  </a:lnTo>
                  <a:lnTo>
                    <a:pt x="43815" y="1213961"/>
                  </a:lnTo>
                  <a:lnTo>
                    <a:pt x="43339" y="1207770"/>
                  </a:lnTo>
                  <a:lnTo>
                    <a:pt x="41434" y="1193006"/>
                  </a:lnTo>
                  <a:lnTo>
                    <a:pt x="40958" y="1191101"/>
                  </a:lnTo>
                  <a:lnTo>
                    <a:pt x="40481" y="1190625"/>
                  </a:lnTo>
                  <a:lnTo>
                    <a:pt x="37624" y="1190625"/>
                  </a:lnTo>
                  <a:lnTo>
                    <a:pt x="34290" y="1188720"/>
                  </a:lnTo>
                  <a:lnTo>
                    <a:pt x="32861" y="1188720"/>
                  </a:lnTo>
                  <a:lnTo>
                    <a:pt x="29528" y="1190149"/>
                  </a:lnTo>
                  <a:lnTo>
                    <a:pt x="27146" y="1192530"/>
                  </a:lnTo>
                  <a:lnTo>
                    <a:pt x="26670" y="1193959"/>
                  </a:lnTo>
                  <a:lnTo>
                    <a:pt x="28099" y="1196817"/>
                  </a:lnTo>
                  <a:lnTo>
                    <a:pt x="28099" y="1199674"/>
                  </a:lnTo>
                  <a:lnTo>
                    <a:pt x="25241" y="1202531"/>
                  </a:lnTo>
                  <a:lnTo>
                    <a:pt x="20003" y="1205389"/>
                  </a:lnTo>
                  <a:lnTo>
                    <a:pt x="19050" y="1208246"/>
                  </a:lnTo>
                  <a:lnTo>
                    <a:pt x="22860" y="1209675"/>
                  </a:lnTo>
                  <a:lnTo>
                    <a:pt x="23336" y="1213485"/>
                  </a:lnTo>
                  <a:lnTo>
                    <a:pt x="19050" y="1214438"/>
                  </a:lnTo>
                  <a:lnTo>
                    <a:pt x="17145" y="1213009"/>
                  </a:lnTo>
                  <a:lnTo>
                    <a:pt x="15240" y="1213485"/>
                  </a:lnTo>
                  <a:lnTo>
                    <a:pt x="11430" y="1215867"/>
                  </a:lnTo>
                  <a:lnTo>
                    <a:pt x="10478" y="1217295"/>
                  </a:lnTo>
                  <a:lnTo>
                    <a:pt x="11906" y="1219676"/>
                  </a:lnTo>
                  <a:lnTo>
                    <a:pt x="14288" y="1222057"/>
                  </a:lnTo>
                  <a:lnTo>
                    <a:pt x="16193" y="1223486"/>
                  </a:lnTo>
                  <a:lnTo>
                    <a:pt x="15240" y="1229201"/>
                  </a:lnTo>
                  <a:lnTo>
                    <a:pt x="9049" y="1228725"/>
                  </a:lnTo>
                  <a:lnTo>
                    <a:pt x="7144" y="1232059"/>
                  </a:lnTo>
                  <a:lnTo>
                    <a:pt x="7620" y="1236345"/>
                  </a:lnTo>
                  <a:lnTo>
                    <a:pt x="10954" y="1235393"/>
                  </a:lnTo>
                  <a:lnTo>
                    <a:pt x="16193" y="1238726"/>
                  </a:lnTo>
                  <a:close/>
                  <a:moveTo>
                    <a:pt x="13335" y="1208723"/>
                  </a:moveTo>
                  <a:lnTo>
                    <a:pt x="17621" y="1204913"/>
                  </a:lnTo>
                  <a:lnTo>
                    <a:pt x="22860" y="1198245"/>
                  </a:lnTo>
                  <a:lnTo>
                    <a:pt x="23336" y="1194911"/>
                  </a:lnTo>
                  <a:lnTo>
                    <a:pt x="22860" y="1192054"/>
                  </a:lnTo>
                  <a:lnTo>
                    <a:pt x="19050" y="1192530"/>
                  </a:lnTo>
                  <a:lnTo>
                    <a:pt x="17145" y="1193959"/>
                  </a:lnTo>
                  <a:lnTo>
                    <a:pt x="10478" y="1195864"/>
                  </a:lnTo>
                  <a:lnTo>
                    <a:pt x="9049" y="1195388"/>
                  </a:lnTo>
                  <a:lnTo>
                    <a:pt x="7620" y="1196340"/>
                  </a:lnTo>
                  <a:lnTo>
                    <a:pt x="6191" y="1197293"/>
                  </a:lnTo>
                  <a:lnTo>
                    <a:pt x="5715" y="1199674"/>
                  </a:lnTo>
                  <a:lnTo>
                    <a:pt x="7620" y="1201102"/>
                  </a:lnTo>
                  <a:lnTo>
                    <a:pt x="9049" y="1201579"/>
                  </a:lnTo>
                  <a:lnTo>
                    <a:pt x="10001" y="1202531"/>
                  </a:lnTo>
                  <a:lnTo>
                    <a:pt x="10954" y="1205865"/>
                  </a:lnTo>
                  <a:lnTo>
                    <a:pt x="8096" y="1208246"/>
                  </a:lnTo>
                  <a:lnTo>
                    <a:pt x="5715" y="1210627"/>
                  </a:lnTo>
                  <a:lnTo>
                    <a:pt x="7620" y="1212056"/>
                  </a:lnTo>
                  <a:lnTo>
                    <a:pt x="10001" y="1212056"/>
                  </a:lnTo>
                  <a:lnTo>
                    <a:pt x="13335" y="1208723"/>
                  </a:lnTo>
                  <a:close/>
                  <a:moveTo>
                    <a:pt x="52388" y="961549"/>
                  </a:moveTo>
                  <a:lnTo>
                    <a:pt x="56674" y="962977"/>
                  </a:lnTo>
                  <a:lnTo>
                    <a:pt x="60960" y="962977"/>
                  </a:lnTo>
                  <a:lnTo>
                    <a:pt x="63341" y="963454"/>
                  </a:lnTo>
                  <a:lnTo>
                    <a:pt x="65723" y="963454"/>
                  </a:lnTo>
                  <a:lnTo>
                    <a:pt x="68104" y="962501"/>
                  </a:lnTo>
                  <a:lnTo>
                    <a:pt x="69533" y="960120"/>
                  </a:lnTo>
                  <a:lnTo>
                    <a:pt x="69056" y="954881"/>
                  </a:lnTo>
                  <a:lnTo>
                    <a:pt x="72390" y="953452"/>
                  </a:lnTo>
                  <a:lnTo>
                    <a:pt x="76200" y="951071"/>
                  </a:lnTo>
                  <a:lnTo>
                    <a:pt x="78581" y="947738"/>
                  </a:lnTo>
                  <a:lnTo>
                    <a:pt x="80010" y="945356"/>
                  </a:lnTo>
                  <a:lnTo>
                    <a:pt x="77629" y="941546"/>
                  </a:lnTo>
                  <a:lnTo>
                    <a:pt x="75724" y="938213"/>
                  </a:lnTo>
                  <a:lnTo>
                    <a:pt x="72390" y="935831"/>
                  </a:lnTo>
                  <a:lnTo>
                    <a:pt x="69056" y="932498"/>
                  </a:lnTo>
                  <a:lnTo>
                    <a:pt x="68104" y="931069"/>
                  </a:lnTo>
                  <a:lnTo>
                    <a:pt x="70485" y="929164"/>
                  </a:lnTo>
                  <a:lnTo>
                    <a:pt x="72390" y="928688"/>
                  </a:lnTo>
                  <a:lnTo>
                    <a:pt x="72866" y="927735"/>
                  </a:lnTo>
                  <a:lnTo>
                    <a:pt x="75724" y="927259"/>
                  </a:lnTo>
                  <a:lnTo>
                    <a:pt x="78581" y="926306"/>
                  </a:lnTo>
                  <a:lnTo>
                    <a:pt x="76676" y="923449"/>
                  </a:lnTo>
                  <a:lnTo>
                    <a:pt x="76200" y="920115"/>
                  </a:lnTo>
                  <a:lnTo>
                    <a:pt x="79534" y="918686"/>
                  </a:lnTo>
                  <a:lnTo>
                    <a:pt x="80010" y="915352"/>
                  </a:lnTo>
                  <a:lnTo>
                    <a:pt x="79058" y="914400"/>
                  </a:lnTo>
                  <a:lnTo>
                    <a:pt x="78105" y="909638"/>
                  </a:lnTo>
                  <a:lnTo>
                    <a:pt x="76676" y="906780"/>
                  </a:lnTo>
                  <a:lnTo>
                    <a:pt x="76200" y="903446"/>
                  </a:lnTo>
                  <a:lnTo>
                    <a:pt x="69056" y="902494"/>
                  </a:lnTo>
                  <a:lnTo>
                    <a:pt x="58579" y="899160"/>
                  </a:lnTo>
                  <a:lnTo>
                    <a:pt x="57626" y="900113"/>
                  </a:lnTo>
                  <a:lnTo>
                    <a:pt x="58579" y="901542"/>
                  </a:lnTo>
                  <a:lnTo>
                    <a:pt x="59055" y="902970"/>
                  </a:lnTo>
                  <a:lnTo>
                    <a:pt x="57626" y="907256"/>
                  </a:lnTo>
                  <a:lnTo>
                    <a:pt x="57626" y="909638"/>
                  </a:lnTo>
                  <a:lnTo>
                    <a:pt x="57150" y="911543"/>
                  </a:lnTo>
                  <a:lnTo>
                    <a:pt x="54293" y="915829"/>
                  </a:lnTo>
                  <a:lnTo>
                    <a:pt x="53816" y="917734"/>
                  </a:lnTo>
                  <a:lnTo>
                    <a:pt x="53816" y="920115"/>
                  </a:lnTo>
                  <a:lnTo>
                    <a:pt x="53340" y="922496"/>
                  </a:lnTo>
                  <a:lnTo>
                    <a:pt x="52864" y="924877"/>
                  </a:lnTo>
                  <a:lnTo>
                    <a:pt x="52864" y="926782"/>
                  </a:lnTo>
                  <a:lnTo>
                    <a:pt x="54293" y="931069"/>
                  </a:lnTo>
                  <a:lnTo>
                    <a:pt x="52388" y="942975"/>
                  </a:lnTo>
                  <a:lnTo>
                    <a:pt x="49530" y="951071"/>
                  </a:lnTo>
                  <a:lnTo>
                    <a:pt x="46673" y="955357"/>
                  </a:lnTo>
                  <a:lnTo>
                    <a:pt x="46196" y="957263"/>
                  </a:lnTo>
                  <a:lnTo>
                    <a:pt x="47149" y="958692"/>
                  </a:lnTo>
                  <a:lnTo>
                    <a:pt x="52388" y="961549"/>
                  </a:lnTo>
                  <a:close/>
                  <a:moveTo>
                    <a:pt x="83820" y="1011555"/>
                  </a:moveTo>
                  <a:lnTo>
                    <a:pt x="80963" y="1014413"/>
                  </a:lnTo>
                  <a:lnTo>
                    <a:pt x="79534" y="1016318"/>
                  </a:lnTo>
                  <a:lnTo>
                    <a:pt x="80486" y="1019651"/>
                  </a:lnTo>
                  <a:lnTo>
                    <a:pt x="81439" y="1021556"/>
                  </a:lnTo>
                  <a:lnTo>
                    <a:pt x="82868" y="1023938"/>
                  </a:lnTo>
                  <a:lnTo>
                    <a:pt x="87154" y="1024890"/>
                  </a:lnTo>
                  <a:lnTo>
                    <a:pt x="95250" y="1021556"/>
                  </a:lnTo>
                  <a:lnTo>
                    <a:pt x="98108" y="1018699"/>
                  </a:lnTo>
                  <a:lnTo>
                    <a:pt x="100013" y="1015842"/>
                  </a:lnTo>
                  <a:lnTo>
                    <a:pt x="102870" y="1012031"/>
                  </a:lnTo>
                  <a:lnTo>
                    <a:pt x="102394" y="1010126"/>
                  </a:lnTo>
                  <a:lnTo>
                    <a:pt x="100013" y="1008221"/>
                  </a:lnTo>
                  <a:lnTo>
                    <a:pt x="93821" y="1005364"/>
                  </a:lnTo>
                  <a:lnTo>
                    <a:pt x="87630" y="1003459"/>
                  </a:lnTo>
                  <a:lnTo>
                    <a:pt x="85725" y="1003935"/>
                  </a:lnTo>
                  <a:lnTo>
                    <a:pt x="85249" y="1005840"/>
                  </a:lnTo>
                  <a:lnTo>
                    <a:pt x="85249" y="1007745"/>
                  </a:lnTo>
                  <a:lnTo>
                    <a:pt x="84773" y="1009650"/>
                  </a:lnTo>
                  <a:lnTo>
                    <a:pt x="83820" y="1011555"/>
                  </a:lnTo>
                  <a:close/>
                  <a:moveTo>
                    <a:pt x="37624" y="1062038"/>
                  </a:moveTo>
                  <a:lnTo>
                    <a:pt x="41434" y="1061561"/>
                  </a:lnTo>
                  <a:lnTo>
                    <a:pt x="44768" y="1062990"/>
                  </a:lnTo>
                  <a:lnTo>
                    <a:pt x="48101" y="1062038"/>
                  </a:lnTo>
                  <a:lnTo>
                    <a:pt x="50006" y="1060132"/>
                  </a:lnTo>
                  <a:lnTo>
                    <a:pt x="52388" y="1058704"/>
                  </a:lnTo>
                  <a:lnTo>
                    <a:pt x="52864" y="1056799"/>
                  </a:lnTo>
                  <a:lnTo>
                    <a:pt x="52388" y="1055370"/>
                  </a:lnTo>
                  <a:lnTo>
                    <a:pt x="50006" y="1050607"/>
                  </a:lnTo>
                  <a:lnTo>
                    <a:pt x="50959" y="1042988"/>
                  </a:lnTo>
                  <a:lnTo>
                    <a:pt x="50006" y="1038701"/>
                  </a:lnTo>
                  <a:lnTo>
                    <a:pt x="46196" y="1040130"/>
                  </a:lnTo>
                  <a:lnTo>
                    <a:pt x="45244" y="1042035"/>
                  </a:lnTo>
                  <a:lnTo>
                    <a:pt x="43339" y="1043464"/>
                  </a:lnTo>
                  <a:lnTo>
                    <a:pt x="43815" y="1049179"/>
                  </a:lnTo>
                  <a:lnTo>
                    <a:pt x="41434" y="1053465"/>
                  </a:lnTo>
                  <a:lnTo>
                    <a:pt x="38576" y="1056799"/>
                  </a:lnTo>
                  <a:lnTo>
                    <a:pt x="37148" y="1059656"/>
                  </a:lnTo>
                  <a:lnTo>
                    <a:pt x="37624" y="1062038"/>
                  </a:lnTo>
                  <a:close/>
                  <a:moveTo>
                    <a:pt x="43815" y="1020604"/>
                  </a:moveTo>
                  <a:lnTo>
                    <a:pt x="46673" y="1025367"/>
                  </a:lnTo>
                  <a:lnTo>
                    <a:pt x="49054" y="1027271"/>
                  </a:lnTo>
                  <a:lnTo>
                    <a:pt x="51911" y="1033463"/>
                  </a:lnTo>
                  <a:lnTo>
                    <a:pt x="54293" y="1037273"/>
                  </a:lnTo>
                  <a:lnTo>
                    <a:pt x="58103" y="1039177"/>
                  </a:lnTo>
                  <a:lnTo>
                    <a:pt x="57626" y="1044417"/>
                  </a:lnTo>
                  <a:lnTo>
                    <a:pt x="60484" y="1045369"/>
                  </a:lnTo>
                  <a:lnTo>
                    <a:pt x="66199" y="1045369"/>
                  </a:lnTo>
                  <a:lnTo>
                    <a:pt x="66675" y="1044893"/>
                  </a:lnTo>
                  <a:lnTo>
                    <a:pt x="66675" y="1042988"/>
                  </a:lnTo>
                  <a:lnTo>
                    <a:pt x="68580" y="1042511"/>
                  </a:lnTo>
                  <a:lnTo>
                    <a:pt x="69056" y="1042035"/>
                  </a:lnTo>
                  <a:lnTo>
                    <a:pt x="70009" y="1039177"/>
                  </a:lnTo>
                  <a:lnTo>
                    <a:pt x="70009" y="1037749"/>
                  </a:lnTo>
                  <a:lnTo>
                    <a:pt x="70009" y="1036320"/>
                  </a:lnTo>
                  <a:lnTo>
                    <a:pt x="68104" y="1032986"/>
                  </a:lnTo>
                  <a:lnTo>
                    <a:pt x="67628" y="1030605"/>
                  </a:lnTo>
                  <a:lnTo>
                    <a:pt x="67628" y="1029176"/>
                  </a:lnTo>
                  <a:lnTo>
                    <a:pt x="66199" y="1024890"/>
                  </a:lnTo>
                  <a:lnTo>
                    <a:pt x="64294" y="1020127"/>
                  </a:lnTo>
                  <a:lnTo>
                    <a:pt x="62865" y="1017270"/>
                  </a:lnTo>
                  <a:lnTo>
                    <a:pt x="60008" y="1014413"/>
                  </a:lnTo>
                  <a:lnTo>
                    <a:pt x="60008" y="1012031"/>
                  </a:lnTo>
                  <a:lnTo>
                    <a:pt x="60484" y="1010126"/>
                  </a:lnTo>
                  <a:lnTo>
                    <a:pt x="64770" y="1008221"/>
                  </a:lnTo>
                  <a:lnTo>
                    <a:pt x="67628" y="1007745"/>
                  </a:lnTo>
                  <a:lnTo>
                    <a:pt x="69533" y="1005840"/>
                  </a:lnTo>
                  <a:lnTo>
                    <a:pt x="70485" y="1002982"/>
                  </a:lnTo>
                  <a:lnTo>
                    <a:pt x="70485" y="1001077"/>
                  </a:lnTo>
                  <a:lnTo>
                    <a:pt x="66675" y="999649"/>
                  </a:lnTo>
                  <a:lnTo>
                    <a:pt x="65246" y="997744"/>
                  </a:lnTo>
                  <a:lnTo>
                    <a:pt x="63818" y="995839"/>
                  </a:lnTo>
                  <a:lnTo>
                    <a:pt x="60484" y="995839"/>
                  </a:lnTo>
                  <a:lnTo>
                    <a:pt x="57626" y="997744"/>
                  </a:lnTo>
                  <a:lnTo>
                    <a:pt x="56674" y="1001554"/>
                  </a:lnTo>
                  <a:lnTo>
                    <a:pt x="57150" y="1006317"/>
                  </a:lnTo>
                  <a:lnTo>
                    <a:pt x="55721" y="1007269"/>
                  </a:lnTo>
                  <a:lnTo>
                    <a:pt x="52864" y="1007745"/>
                  </a:lnTo>
                  <a:lnTo>
                    <a:pt x="50006" y="1006317"/>
                  </a:lnTo>
                  <a:lnTo>
                    <a:pt x="45720" y="1007745"/>
                  </a:lnTo>
                  <a:lnTo>
                    <a:pt x="42863" y="1009174"/>
                  </a:lnTo>
                  <a:lnTo>
                    <a:pt x="43815" y="1013936"/>
                  </a:lnTo>
                  <a:lnTo>
                    <a:pt x="39053" y="1016794"/>
                  </a:lnTo>
                  <a:lnTo>
                    <a:pt x="43815" y="1020604"/>
                  </a:lnTo>
                  <a:close/>
                  <a:moveTo>
                    <a:pt x="4286" y="1183481"/>
                  </a:moveTo>
                  <a:lnTo>
                    <a:pt x="5239" y="1191101"/>
                  </a:lnTo>
                  <a:lnTo>
                    <a:pt x="9049" y="1191101"/>
                  </a:lnTo>
                  <a:lnTo>
                    <a:pt x="11430" y="1189196"/>
                  </a:lnTo>
                  <a:lnTo>
                    <a:pt x="18574" y="1186815"/>
                  </a:lnTo>
                  <a:lnTo>
                    <a:pt x="20955" y="1184910"/>
                  </a:lnTo>
                  <a:lnTo>
                    <a:pt x="20955" y="1176338"/>
                  </a:lnTo>
                  <a:lnTo>
                    <a:pt x="16669" y="1167289"/>
                  </a:lnTo>
                  <a:lnTo>
                    <a:pt x="14764" y="1161098"/>
                  </a:lnTo>
                  <a:lnTo>
                    <a:pt x="12859" y="1158717"/>
                  </a:lnTo>
                  <a:lnTo>
                    <a:pt x="7144" y="1161098"/>
                  </a:lnTo>
                  <a:lnTo>
                    <a:pt x="6668" y="1162050"/>
                  </a:lnTo>
                  <a:lnTo>
                    <a:pt x="7144" y="1164907"/>
                  </a:lnTo>
                  <a:lnTo>
                    <a:pt x="8573" y="1168242"/>
                  </a:lnTo>
                  <a:lnTo>
                    <a:pt x="8096" y="1172527"/>
                  </a:lnTo>
                  <a:lnTo>
                    <a:pt x="4286" y="1183481"/>
                  </a:lnTo>
                  <a:close/>
                  <a:moveTo>
                    <a:pt x="204311" y="1460182"/>
                  </a:moveTo>
                  <a:lnTo>
                    <a:pt x="205740" y="1458754"/>
                  </a:lnTo>
                  <a:lnTo>
                    <a:pt x="210503" y="1463517"/>
                  </a:lnTo>
                  <a:lnTo>
                    <a:pt x="213836" y="1465898"/>
                  </a:lnTo>
                  <a:lnTo>
                    <a:pt x="227648" y="1468279"/>
                  </a:lnTo>
                  <a:lnTo>
                    <a:pt x="235744" y="1466850"/>
                  </a:lnTo>
                  <a:lnTo>
                    <a:pt x="237173" y="1465898"/>
                  </a:lnTo>
                  <a:lnTo>
                    <a:pt x="242411" y="1465898"/>
                  </a:lnTo>
                  <a:lnTo>
                    <a:pt x="242411" y="1455420"/>
                  </a:lnTo>
                  <a:lnTo>
                    <a:pt x="242888" y="1441132"/>
                  </a:lnTo>
                  <a:lnTo>
                    <a:pt x="242888" y="1428750"/>
                  </a:lnTo>
                  <a:lnTo>
                    <a:pt x="242888" y="1416368"/>
                  </a:lnTo>
                  <a:lnTo>
                    <a:pt x="242888" y="1403985"/>
                  </a:lnTo>
                  <a:lnTo>
                    <a:pt x="242888" y="1391602"/>
                  </a:lnTo>
                  <a:lnTo>
                    <a:pt x="242888" y="1378268"/>
                  </a:lnTo>
                  <a:lnTo>
                    <a:pt x="242888" y="1364932"/>
                  </a:lnTo>
                  <a:lnTo>
                    <a:pt x="241935" y="1363980"/>
                  </a:lnTo>
                  <a:lnTo>
                    <a:pt x="238601" y="1361599"/>
                  </a:lnTo>
                  <a:lnTo>
                    <a:pt x="237649" y="1361123"/>
                  </a:lnTo>
                  <a:lnTo>
                    <a:pt x="227648" y="1365409"/>
                  </a:lnTo>
                  <a:lnTo>
                    <a:pt x="224790" y="1364932"/>
                  </a:lnTo>
                  <a:lnTo>
                    <a:pt x="216218" y="1356836"/>
                  </a:lnTo>
                  <a:lnTo>
                    <a:pt x="213360" y="1356836"/>
                  </a:lnTo>
                  <a:lnTo>
                    <a:pt x="210979" y="1359694"/>
                  </a:lnTo>
                  <a:lnTo>
                    <a:pt x="207645" y="1363980"/>
                  </a:lnTo>
                  <a:lnTo>
                    <a:pt x="204311" y="1367790"/>
                  </a:lnTo>
                  <a:lnTo>
                    <a:pt x="200025" y="1370648"/>
                  </a:lnTo>
                  <a:lnTo>
                    <a:pt x="198120" y="1371600"/>
                  </a:lnTo>
                  <a:lnTo>
                    <a:pt x="196215" y="1371600"/>
                  </a:lnTo>
                  <a:lnTo>
                    <a:pt x="192881" y="1369219"/>
                  </a:lnTo>
                  <a:lnTo>
                    <a:pt x="189548" y="1367314"/>
                  </a:lnTo>
                  <a:lnTo>
                    <a:pt x="184785" y="1367790"/>
                  </a:lnTo>
                  <a:lnTo>
                    <a:pt x="183356" y="1368743"/>
                  </a:lnTo>
                  <a:lnTo>
                    <a:pt x="186214" y="1371600"/>
                  </a:lnTo>
                  <a:lnTo>
                    <a:pt x="187643" y="1373505"/>
                  </a:lnTo>
                  <a:lnTo>
                    <a:pt x="190976" y="1375410"/>
                  </a:lnTo>
                  <a:lnTo>
                    <a:pt x="191929" y="1376363"/>
                  </a:lnTo>
                  <a:lnTo>
                    <a:pt x="192405" y="1377315"/>
                  </a:lnTo>
                  <a:lnTo>
                    <a:pt x="191453" y="1378744"/>
                  </a:lnTo>
                  <a:lnTo>
                    <a:pt x="190024" y="1379696"/>
                  </a:lnTo>
                  <a:lnTo>
                    <a:pt x="188119" y="1380173"/>
                  </a:lnTo>
                  <a:lnTo>
                    <a:pt x="185738" y="1380173"/>
                  </a:lnTo>
                  <a:lnTo>
                    <a:pt x="183356" y="1381125"/>
                  </a:lnTo>
                  <a:lnTo>
                    <a:pt x="181451" y="1383982"/>
                  </a:lnTo>
                  <a:lnTo>
                    <a:pt x="180975" y="1386840"/>
                  </a:lnTo>
                  <a:lnTo>
                    <a:pt x="180975" y="1389698"/>
                  </a:lnTo>
                  <a:lnTo>
                    <a:pt x="182404" y="1393984"/>
                  </a:lnTo>
                  <a:lnTo>
                    <a:pt x="185261" y="1397318"/>
                  </a:lnTo>
                  <a:lnTo>
                    <a:pt x="189071" y="1399223"/>
                  </a:lnTo>
                  <a:lnTo>
                    <a:pt x="193358" y="1399223"/>
                  </a:lnTo>
                  <a:lnTo>
                    <a:pt x="200501" y="1395889"/>
                  </a:lnTo>
                  <a:lnTo>
                    <a:pt x="204311" y="1395413"/>
                  </a:lnTo>
                  <a:lnTo>
                    <a:pt x="208121" y="1395413"/>
                  </a:lnTo>
                  <a:lnTo>
                    <a:pt x="212408" y="1395889"/>
                  </a:lnTo>
                  <a:lnTo>
                    <a:pt x="216694" y="1397318"/>
                  </a:lnTo>
                  <a:lnTo>
                    <a:pt x="218123" y="1399223"/>
                  </a:lnTo>
                  <a:lnTo>
                    <a:pt x="218123" y="1402080"/>
                  </a:lnTo>
                  <a:lnTo>
                    <a:pt x="216694" y="1403032"/>
                  </a:lnTo>
                  <a:lnTo>
                    <a:pt x="206693" y="1407795"/>
                  </a:lnTo>
                  <a:lnTo>
                    <a:pt x="197644" y="1411129"/>
                  </a:lnTo>
                  <a:lnTo>
                    <a:pt x="192881" y="1413510"/>
                  </a:lnTo>
                  <a:lnTo>
                    <a:pt x="190976" y="1415415"/>
                  </a:lnTo>
                  <a:lnTo>
                    <a:pt x="190976" y="1421130"/>
                  </a:lnTo>
                  <a:lnTo>
                    <a:pt x="193358" y="1426845"/>
                  </a:lnTo>
                  <a:lnTo>
                    <a:pt x="196691" y="1431607"/>
                  </a:lnTo>
                  <a:lnTo>
                    <a:pt x="223838" y="1443038"/>
                  </a:lnTo>
                  <a:lnTo>
                    <a:pt x="229076" y="1445419"/>
                  </a:lnTo>
                  <a:lnTo>
                    <a:pt x="229076" y="1446371"/>
                  </a:lnTo>
                  <a:lnTo>
                    <a:pt x="228124" y="1447324"/>
                  </a:lnTo>
                  <a:lnTo>
                    <a:pt x="226219" y="1447800"/>
                  </a:lnTo>
                  <a:lnTo>
                    <a:pt x="224790" y="1449229"/>
                  </a:lnTo>
                  <a:lnTo>
                    <a:pt x="221933" y="1452563"/>
                  </a:lnTo>
                  <a:lnTo>
                    <a:pt x="220028" y="1453039"/>
                  </a:lnTo>
                  <a:lnTo>
                    <a:pt x="219551" y="1451610"/>
                  </a:lnTo>
                  <a:lnTo>
                    <a:pt x="219551" y="1449229"/>
                  </a:lnTo>
                  <a:lnTo>
                    <a:pt x="218123" y="1446848"/>
                  </a:lnTo>
                  <a:lnTo>
                    <a:pt x="216218" y="1445419"/>
                  </a:lnTo>
                  <a:lnTo>
                    <a:pt x="209550" y="1443514"/>
                  </a:lnTo>
                  <a:lnTo>
                    <a:pt x="205264" y="1440656"/>
                  </a:lnTo>
                  <a:lnTo>
                    <a:pt x="202883" y="1441132"/>
                  </a:lnTo>
                  <a:lnTo>
                    <a:pt x="200978" y="1443514"/>
                  </a:lnTo>
                  <a:lnTo>
                    <a:pt x="196691" y="1443990"/>
                  </a:lnTo>
                  <a:lnTo>
                    <a:pt x="190500" y="1443990"/>
                  </a:lnTo>
                  <a:lnTo>
                    <a:pt x="188119" y="1442561"/>
                  </a:lnTo>
                  <a:lnTo>
                    <a:pt x="188119" y="1439227"/>
                  </a:lnTo>
                  <a:lnTo>
                    <a:pt x="183356" y="1434942"/>
                  </a:lnTo>
                  <a:lnTo>
                    <a:pt x="178118" y="1433036"/>
                  </a:lnTo>
                  <a:lnTo>
                    <a:pt x="174784" y="1426845"/>
                  </a:lnTo>
                  <a:lnTo>
                    <a:pt x="180499" y="1426845"/>
                  </a:lnTo>
                  <a:lnTo>
                    <a:pt x="183356" y="1425893"/>
                  </a:lnTo>
                  <a:lnTo>
                    <a:pt x="180975" y="1421606"/>
                  </a:lnTo>
                  <a:lnTo>
                    <a:pt x="178118" y="1409224"/>
                  </a:lnTo>
                  <a:lnTo>
                    <a:pt x="175260" y="1410652"/>
                  </a:lnTo>
                  <a:lnTo>
                    <a:pt x="172879" y="1413986"/>
                  </a:lnTo>
                  <a:lnTo>
                    <a:pt x="174784" y="1418273"/>
                  </a:lnTo>
                  <a:lnTo>
                    <a:pt x="167164" y="1421130"/>
                  </a:lnTo>
                  <a:lnTo>
                    <a:pt x="167640" y="1426369"/>
                  </a:lnTo>
                  <a:lnTo>
                    <a:pt x="167640" y="1431607"/>
                  </a:lnTo>
                  <a:lnTo>
                    <a:pt x="170974" y="1437799"/>
                  </a:lnTo>
                  <a:lnTo>
                    <a:pt x="175260" y="1438751"/>
                  </a:lnTo>
                  <a:lnTo>
                    <a:pt x="178594" y="1440656"/>
                  </a:lnTo>
                  <a:lnTo>
                    <a:pt x="180975" y="1443990"/>
                  </a:lnTo>
                  <a:lnTo>
                    <a:pt x="186690" y="1449229"/>
                  </a:lnTo>
                  <a:lnTo>
                    <a:pt x="186214" y="1451134"/>
                  </a:lnTo>
                  <a:lnTo>
                    <a:pt x="182404" y="1449705"/>
                  </a:lnTo>
                  <a:lnTo>
                    <a:pt x="177165" y="1449705"/>
                  </a:lnTo>
                  <a:lnTo>
                    <a:pt x="172879" y="1448752"/>
                  </a:lnTo>
                  <a:lnTo>
                    <a:pt x="173355" y="1445419"/>
                  </a:lnTo>
                  <a:lnTo>
                    <a:pt x="172879" y="1442561"/>
                  </a:lnTo>
                  <a:lnTo>
                    <a:pt x="169545" y="1441609"/>
                  </a:lnTo>
                  <a:lnTo>
                    <a:pt x="166211" y="1442085"/>
                  </a:lnTo>
                  <a:lnTo>
                    <a:pt x="165259" y="1443038"/>
                  </a:lnTo>
                  <a:lnTo>
                    <a:pt x="164783" y="1444943"/>
                  </a:lnTo>
                  <a:lnTo>
                    <a:pt x="164306" y="1445895"/>
                  </a:lnTo>
                  <a:lnTo>
                    <a:pt x="160496" y="1446848"/>
                  </a:lnTo>
                  <a:lnTo>
                    <a:pt x="157639" y="1447324"/>
                  </a:lnTo>
                  <a:lnTo>
                    <a:pt x="150971" y="1444943"/>
                  </a:lnTo>
                  <a:lnTo>
                    <a:pt x="149543" y="1444943"/>
                  </a:lnTo>
                  <a:lnTo>
                    <a:pt x="145733" y="1446848"/>
                  </a:lnTo>
                  <a:lnTo>
                    <a:pt x="143351" y="1449229"/>
                  </a:lnTo>
                  <a:lnTo>
                    <a:pt x="142399" y="1449229"/>
                  </a:lnTo>
                  <a:lnTo>
                    <a:pt x="138589" y="1446848"/>
                  </a:lnTo>
                  <a:lnTo>
                    <a:pt x="135731" y="1446371"/>
                  </a:lnTo>
                  <a:lnTo>
                    <a:pt x="134779" y="1448276"/>
                  </a:lnTo>
                  <a:lnTo>
                    <a:pt x="131921" y="1449229"/>
                  </a:lnTo>
                  <a:lnTo>
                    <a:pt x="131445" y="1450657"/>
                  </a:lnTo>
                  <a:lnTo>
                    <a:pt x="132398" y="1453992"/>
                  </a:lnTo>
                  <a:lnTo>
                    <a:pt x="134779" y="1454944"/>
                  </a:lnTo>
                  <a:lnTo>
                    <a:pt x="148114" y="1454468"/>
                  </a:lnTo>
                  <a:lnTo>
                    <a:pt x="155258" y="1457801"/>
                  </a:lnTo>
                  <a:lnTo>
                    <a:pt x="165735" y="1458754"/>
                  </a:lnTo>
                  <a:lnTo>
                    <a:pt x="172403" y="1460659"/>
                  </a:lnTo>
                  <a:lnTo>
                    <a:pt x="180499" y="1463517"/>
                  </a:lnTo>
                  <a:lnTo>
                    <a:pt x="187643" y="1460659"/>
                  </a:lnTo>
                  <a:lnTo>
                    <a:pt x="188595" y="1460659"/>
                  </a:lnTo>
                  <a:lnTo>
                    <a:pt x="189548" y="1461611"/>
                  </a:lnTo>
                  <a:lnTo>
                    <a:pt x="192881" y="1463517"/>
                  </a:lnTo>
                  <a:lnTo>
                    <a:pt x="196691" y="1463517"/>
                  </a:lnTo>
                  <a:lnTo>
                    <a:pt x="200978" y="1462088"/>
                  </a:lnTo>
                  <a:lnTo>
                    <a:pt x="204311" y="1460182"/>
                  </a:lnTo>
                  <a:close/>
                  <a:moveTo>
                    <a:pt x="261938" y="1494949"/>
                  </a:moveTo>
                  <a:lnTo>
                    <a:pt x="260033" y="1493044"/>
                  </a:lnTo>
                  <a:lnTo>
                    <a:pt x="254794" y="1489234"/>
                  </a:lnTo>
                  <a:lnTo>
                    <a:pt x="253841" y="1488281"/>
                  </a:lnTo>
                  <a:lnTo>
                    <a:pt x="253841" y="1487329"/>
                  </a:lnTo>
                  <a:lnTo>
                    <a:pt x="255270" y="1484948"/>
                  </a:lnTo>
                  <a:lnTo>
                    <a:pt x="253841" y="1483043"/>
                  </a:lnTo>
                  <a:lnTo>
                    <a:pt x="251936" y="1481614"/>
                  </a:lnTo>
                  <a:lnTo>
                    <a:pt x="244793" y="1481138"/>
                  </a:lnTo>
                  <a:lnTo>
                    <a:pt x="243840" y="1480185"/>
                  </a:lnTo>
                  <a:lnTo>
                    <a:pt x="244316" y="1478756"/>
                  </a:lnTo>
                  <a:lnTo>
                    <a:pt x="250984" y="1474470"/>
                  </a:lnTo>
                  <a:lnTo>
                    <a:pt x="249079" y="1470660"/>
                  </a:lnTo>
                  <a:lnTo>
                    <a:pt x="242411" y="1470660"/>
                  </a:lnTo>
                  <a:lnTo>
                    <a:pt x="233839" y="1473518"/>
                  </a:lnTo>
                  <a:lnTo>
                    <a:pt x="206693" y="1468755"/>
                  </a:lnTo>
                  <a:lnTo>
                    <a:pt x="200501" y="1466850"/>
                  </a:lnTo>
                  <a:lnTo>
                    <a:pt x="199073" y="1475423"/>
                  </a:lnTo>
                  <a:lnTo>
                    <a:pt x="198120" y="1477804"/>
                  </a:lnTo>
                  <a:lnTo>
                    <a:pt x="196691" y="1478756"/>
                  </a:lnTo>
                  <a:lnTo>
                    <a:pt x="197168" y="1479709"/>
                  </a:lnTo>
                  <a:lnTo>
                    <a:pt x="200501" y="1481138"/>
                  </a:lnTo>
                  <a:lnTo>
                    <a:pt x="200978" y="1482090"/>
                  </a:lnTo>
                  <a:lnTo>
                    <a:pt x="201454" y="1483519"/>
                  </a:lnTo>
                  <a:lnTo>
                    <a:pt x="202406" y="1484471"/>
                  </a:lnTo>
                  <a:lnTo>
                    <a:pt x="207169" y="1483519"/>
                  </a:lnTo>
                  <a:lnTo>
                    <a:pt x="208121" y="1483995"/>
                  </a:lnTo>
                  <a:lnTo>
                    <a:pt x="208121" y="1487329"/>
                  </a:lnTo>
                  <a:lnTo>
                    <a:pt x="208598" y="1488281"/>
                  </a:lnTo>
                  <a:lnTo>
                    <a:pt x="210026" y="1489234"/>
                  </a:lnTo>
                  <a:lnTo>
                    <a:pt x="213360" y="1490663"/>
                  </a:lnTo>
                  <a:lnTo>
                    <a:pt x="215265" y="1493044"/>
                  </a:lnTo>
                  <a:lnTo>
                    <a:pt x="216694" y="1493996"/>
                  </a:lnTo>
                  <a:lnTo>
                    <a:pt x="222409" y="1495425"/>
                  </a:lnTo>
                  <a:lnTo>
                    <a:pt x="224314" y="1495425"/>
                  </a:lnTo>
                  <a:lnTo>
                    <a:pt x="220504" y="1490663"/>
                  </a:lnTo>
                  <a:lnTo>
                    <a:pt x="218599" y="1487329"/>
                  </a:lnTo>
                  <a:lnTo>
                    <a:pt x="218599" y="1485900"/>
                  </a:lnTo>
                  <a:lnTo>
                    <a:pt x="220504" y="1480661"/>
                  </a:lnTo>
                  <a:lnTo>
                    <a:pt x="223838" y="1481138"/>
                  </a:lnTo>
                  <a:lnTo>
                    <a:pt x="225266" y="1481614"/>
                  </a:lnTo>
                  <a:lnTo>
                    <a:pt x="228600" y="1484471"/>
                  </a:lnTo>
                  <a:lnTo>
                    <a:pt x="230029" y="1484948"/>
                  </a:lnTo>
                  <a:lnTo>
                    <a:pt x="233363" y="1483995"/>
                  </a:lnTo>
                  <a:lnTo>
                    <a:pt x="234315" y="1483995"/>
                  </a:lnTo>
                  <a:lnTo>
                    <a:pt x="234315" y="1484948"/>
                  </a:lnTo>
                  <a:lnTo>
                    <a:pt x="232886" y="1488757"/>
                  </a:lnTo>
                  <a:lnTo>
                    <a:pt x="232886" y="1489710"/>
                  </a:lnTo>
                  <a:lnTo>
                    <a:pt x="234315" y="1492092"/>
                  </a:lnTo>
                  <a:lnTo>
                    <a:pt x="235268" y="1493520"/>
                  </a:lnTo>
                  <a:lnTo>
                    <a:pt x="238125" y="1493044"/>
                  </a:lnTo>
                  <a:lnTo>
                    <a:pt x="241459" y="1493996"/>
                  </a:lnTo>
                  <a:lnTo>
                    <a:pt x="244793" y="1493996"/>
                  </a:lnTo>
                  <a:lnTo>
                    <a:pt x="249079" y="1495901"/>
                  </a:lnTo>
                  <a:lnTo>
                    <a:pt x="253365" y="1496854"/>
                  </a:lnTo>
                  <a:lnTo>
                    <a:pt x="254794" y="1497806"/>
                  </a:lnTo>
                  <a:lnTo>
                    <a:pt x="257175" y="1501617"/>
                  </a:lnTo>
                  <a:lnTo>
                    <a:pt x="259556" y="1503045"/>
                  </a:lnTo>
                  <a:lnTo>
                    <a:pt x="261938" y="1503998"/>
                  </a:lnTo>
                  <a:lnTo>
                    <a:pt x="262890" y="1503521"/>
                  </a:lnTo>
                  <a:lnTo>
                    <a:pt x="262890" y="1500664"/>
                  </a:lnTo>
                  <a:lnTo>
                    <a:pt x="262414" y="1497330"/>
                  </a:lnTo>
                  <a:lnTo>
                    <a:pt x="261938" y="1494949"/>
                  </a:lnTo>
                  <a:close/>
                  <a:moveTo>
                    <a:pt x="286703" y="188595"/>
                  </a:moveTo>
                  <a:lnTo>
                    <a:pt x="279083" y="190024"/>
                  </a:lnTo>
                  <a:lnTo>
                    <a:pt x="274796" y="190024"/>
                  </a:lnTo>
                  <a:lnTo>
                    <a:pt x="271939" y="189547"/>
                  </a:lnTo>
                  <a:lnTo>
                    <a:pt x="270986" y="188595"/>
                  </a:lnTo>
                  <a:lnTo>
                    <a:pt x="269081" y="187166"/>
                  </a:lnTo>
                  <a:lnTo>
                    <a:pt x="268605" y="185738"/>
                  </a:lnTo>
                  <a:lnTo>
                    <a:pt x="268605" y="183832"/>
                  </a:lnTo>
                  <a:lnTo>
                    <a:pt x="269081" y="180499"/>
                  </a:lnTo>
                  <a:lnTo>
                    <a:pt x="268605" y="175736"/>
                  </a:lnTo>
                  <a:lnTo>
                    <a:pt x="266224" y="170021"/>
                  </a:lnTo>
                  <a:lnTo>
                    <a:pt x="266224" y="168116"/>
                  </a:lnTo>
                  <a:lnTo>
                    <a:pt x="265748" y="165259"/>
                  </a:lnTo>
                  <a:lnTo>
                    <a:pt x="264795" y="160020"/>
                  </a:lnTo>
                  <a:lnTo>
                    <a:pt x="261938" y="157163"/>
                  </a:lnTo>
                  <a:lnTo>
                    <a:pt x="260985" y="152876"/>
                  </a:lnTo>
                  <a:lnTo>
                    <a:pt x="260509" y="149066"/>
                  </a:lnTo>
                  <a:lnTo>
                    <a:pt x="258128" y="144304"/>
                  </a:lnTo>
                  <a:lnTo>
                    <a:pt x="257651" y="138113"/>
                  </a:lnTo>
                  <a:lnTo>
                    <a:pt x="257651" y="132874"/>
                  </a:lnTo>
                  <a:lnTo>
                    <a:pt x="253841" y="126682"/>
                  </a:lnTo>
                  <a:lnTo>
                    <a:pt x="249555" y="120491"/>
                  </a:lnTo>
                  <a:lnTo>
                    <a:pt x="246221" y="119539"/>
                  </a:lnTo>
                  <a:lnTo>
                    <a:pt x="245269" y="118586"/>
                  </a:lnTo>
                  <a:lnTo>
                    <a:pt x="244793" y="116681"/>
                  </a:lnTo>
                  <a:lnTo>
                    <a:pt x="244793" y="113824"/>
                  </a:lnTo>
                  <a:lnTo>
                    <a:pt x="245269" y="111919"/>
                  </a:lnTo>
                  <a:lnTo>
                    <a:pt x="247650" y="109061"/>
                  </a:lnTo>
                  <a:lnTo>
                    <a:pt x="247650" y="108585"/>
                  </a:lnTo>
                  <a:lnTo>
                    <a:pt x="247174" y="108109"/>
                  </a:lnTo>
                  <a:lnTo>
                    <a:pt x="240506" y="103822"/>
                  </a:lnTo>
                  <a:lnTo>
                    <a:pt x="238601" y="102394"/>
                  </a:lnTo>
                  <a:lnTo>
                    <a:pt x="238125" y="100965"/>
                  </a:lnTo>
                  <a:lnTo>
                    <a:pt x="238125" y="99536"/>
                  </a:lnTo>
                  <a:lnTo>
                    <a:pt x="239554" y="98107"/>
                  </a:lnTo>
                  <a:lnTo>
                    <a:pt x="240506" y="97155"/>
                  </a:lnTo>
                  <a:lnTo>
                    <a:pt x="239078" y="94297"/>
                  </a:lnTo>
                  <a:lnTo>
                    <a:pt x="239078" y="91440"/>
                  </a:lnTo>
                  <a:lnTo>
                    <a:pt x="238125" y="90488"/>
                  </a:lnTo>
                  <a:lnTo>
                    <a:pt x="238125" y="89535"/>
                  </a:lnTo>
                  <a:lnTo>
                    <a:pt x="239078" y="88582"/>
                  </a:lnTo>
                  <a:lnTo>
                    <a:pt x="243364" y="87630"/>
                  </a:lnTo>
                  <a:lnTo>
                    <a:pt x="244793" y="84772"/>
                  </a:lnTo>
                  <a:lnTo>
                    <a:pt x="244793" y="82391"/>
                  </a:lnTo>
                  <a:lnTo>
                    <a:pt x="244316" y="80963"/>
                  </a:lnTo>
                  <a:lnTo>
                    <a:pt x="240506" y="77153"/>
                  </a:lnTo>
                  <a:lnTo>
                    <a:pt x="240506" y="76676"/>
                  </a:lnTo>
                  <a:lnTo>
                    <a:pt x="244793" y="70961"/>
                  </a:lnTo>
                  <a:lnTo>
                    <a:pt x="247650" y="67151"/>
                  </a:lnTo>
                  <a:lnTo>
                    <a:pt x="248603" y="66199"/>
                  </a:lnTo>
                  <a:lnTo>
                    <a:pt x="248126" y="65246"/>
                  </a:lnTo>
                  <a:lnTo>
                    <a:pt x="247174" y="64294"/>
                  </a:lnTo>
                  <a:lnTo>
                    <a:pt x="245269" y="62865"/>
                  </a:lnTo>
                  <a:lnTo>
                    <a:pt x="242888" y="61436"/>
                  </a:lnTo>
                  <a:lnTo>
                    <a:pt x="240983" y="59531"/>
                  </a:lnTo>
                  <a:lnTo>
                    <a:pt x="238125" y="56674"/>
                  </a:lnTo>
                  <a:lnTo>
                    <a:pt x="234791" y="54293"/>
                  </a:lnTo>
                  <a:lnTo>
                    <a:pt x="232410" y="51911"/>
                  </a:lnTo>
                  <a:lnTo>
                    <a:pt x="230981" y="50006"/>
                  </a:lnTo>
                  <a:lnTo>
                    <a:pt x="230981" y="48101"/>
                  </a:lnTo>
                  <a:lnTo>
                    <a:pt x="230505" y="44768"/>
                  </a:lnTo>
                  <a:lnTo>
                    <a:pt x="229076" y="39529"/>
                  </a:lnTo>
                  <a:lnTo>
                    <a:pt x="228600" y="35719"/>
                  </a:lnTo>
                  <a:lnTo>
                    <a:pt x="228124" y="31432"/>
                  </a:lnTo>
                  <a:lnTo>
                    <a:pt x="227648" y="28575"/>
                  </a:lnTo>
                  <a:lnTo>
                    <a:pt x="227171" y="26194"/>
                  </a:lnTo>
                  <a:lnTo>
                    <a:pt x="226219" y="23336"/>
                  </a:lnTo>
                  <a:lnTo>
                    <a:pt x="225743" y="21431"/>
                  </a:lnTo>
                  <a:lnTo>
                    <a:pt x="226695" y="20003"/>
                  </a:lnTo>
                  <a:lnTo>
                    <a:pt x="227648" y="19050"/>
                  </a:lnTo>
                  <a:lnTo>
                    <a:pt x="227648" y="18574"/>
                  </a:lnTo>
                  <a:lnTo>
                    <a:pt x="221456" y="15716"/>
                  </a:lnTo>
                  <a:lnTo>
                    <a:pt x="220504" y="14764"/>
                  </a:lnTo>
                  <a:lnTo>
                    <a:pt x="219075" y="9049"/>
                  </a:lnTo>
                  <a:lnTo>
                    <a:pt x="214313" y="3810"/>
                  </a:lnTo>
                  <a:lnTo>
                    <a:pt x="213836" y="0"/>
                  </a:lnTo>
                  <a:lnTo>
                    <a:pt x="211455" y="2381"/>
                  </a:lnTo>
                  <a:lnTo>
                    <a:pt x="208121" y="5239"/>
                  </a:lnTo>
                  <a:lnTo>
                    <a:pt x="203835" y="5715"/>
                  </a:lnTo>
                  <a:lnTo>
                    <a:pt x="202406" y="7144"/>
                  </a:lnTo>
                  <a:lnTo>
                    <a:pt x="202883" y="10001"/>
                  </a:lnTo>
                  <a:lnTo>
                    <a:pt x="204311" y="13811"/>
                  </a:lnTo>
                  <a:lnTo>
                    <a:pt x="204311" y="17145"/>
                  </a:lnTo>
                  <a:lnTo>
                    <a:pt x="202883" y="20955"/>
                  </a:lnTo>
                  <a:lnTo>
                    <a:pt x="200025" y="24765"/>
                  </a:lnTo>
                  <a:lnTo>
                    <a:pt x="195739" y="27622"/>
                  </a:lnTo>
                  <a:lnTo>
                    <a:pt x="191453" y="29051"/>
                  </a:lnTo>
                  <a:lnTo>
                    <a:pt x="188119" y="29051"/>
                  </a:lnTo>
                  <a:lnTo>
                    <a:pt x="184785" y="29528"/>
                  </a:lnTo>
                  <a:lnTo>
                    <a:pt x="183356" y="30004"/>
                  </a:lnTo>
                  <a:lnTo>
                    <a:pt x="185261" y="31909"/>
                  </a:lnTo>
                  <a:lnTo>
                    <a:pt x="186214" y="38576"/>
                  </a:lnTo>
                  <a:lnTo>
                    <a:pt x="186214" y="46672"/>
                  </a:lnTo>
                  <a:lnTo>
                    <a:pt x="188119" y="61913"/>
                  </a:lnTo>
                  <a:lnTo>
                    <a:pt x="190500" y="69532"/>
                  </a:lnTo>
                  <a:lnTo>
                    <a:pt x="190976" y="73819"/>
                  </a:lnTo>
                  <a:lnTo>
                    <a:pt x="192405" y="77153"/>
                  </a:lnTo>
                  <a:lnTo>
                    <a:pt x="192881" y="80486"/>
                  </a:lnTo>
                  <a:lnTo>
                    <a:pt x="192881" y="95250"/>
                  </a:lnTo>
                  <a:lnTo>
                    <a:pt x="191453" y="105728"/>
                  </a:lnTo>
                  <a:lnTo>
                    <a:pt x="191453" y="112395"/>
                  </a:lnTo>
                  <a:lnTo>
                    <a:pt x="195263" y="130969"/>
                  </a:lnTo>
                  <a:lnTo>
                    <a:pt x="195739" y="134779"/>
                  </a:lnTo>
                  <a:lnTo>
                    <a:pt x="195263" y="139541"/>
                  </a:lnTo>
                  <a:lnTo>
                    <a:pt x="193834" y="144780"/>
                  </a:lnTo>
                  <a:lnTo>
                    <a:pt x="192881" y="152876"/>
                  </a:lnTo>
                  <a:lnTo>
                    <a:pt x="191929" y="156686"/>
                  </a:lnTo>
                  <a:lnTo>
                    <a:pt x="190500" y="164306"/>
                  </a:lnTo>
                  <a:lnTo>
                    <a:pt x="189548" y="177165"/>
                  </a:lnTo>
                  <a:lnTo>
                    <a:pt x="187166" y="187643"/>
                  </a:lnTo>
                  <a:lnTo>
                    <a:pt x="185261" y="191929"/>
                  </a:lnTo>
                  <a:lnTo>
                    <a:pt x="183356" y="194310"/>
                  </a:lnTo>
                  <a:lnTo>
                    <a:pt x="179546" y="195263"/>
                  </a:lnTo>
                  <a:lnTo>
                    <a:pt x="179546" y="199549"/>
                  </a:lnTo>
                  <a:lnTo>
                    <a:pt x="178594" y="202406"/>
                  </a:lnTo>
                  <a:lnTo>
                    <a:pt x="178594" y="206216"/>
                  </a:lnTo>
                  <a:lnTo>
                    <a:pt x="180975" y="210503"/>
                  </a:lnTo>
                  <a:lnTo>
                    <a:pt x="184309" y="211931"/>
                  </a:lnTo>
                  <a:lnTo>
                    <a:pt x="185261" y="213360"/>
                  </a:lnTo>
                  <a:lnTo>
                    <a:pt x="184785" y="216694"/>
                  </a:lnTo>
                  <a:lnTo>
                    <a:pt x="181928" y="220980"/>
                  </a:lnTo>
                  <a:lnTo>
                    <a:pt x="181451" y="224790"/>
                  </a:lnTo>
                  <a:lnTo>
                    <a:pt x="180975" y="227647"/>
                  </a:lnTo>
                  <a:lnTo>
                    <a:pt x="181451" y="233363"/>
                  </a:lnTo>
                  <a:lnTo>
                    <a:pt x="180023" y="240506"/>
                  </a:lnTo>
                  <a:lnTo>
                    <a:pt x="179070" y="251460"/>
                  </a:lnTo>
                  <a:lnTo>
                    <a:pt x="179546" y="256222"/>
                  </a:lnTo>
                  <a:lnTo>
                    <a:pt x="183356" y="270510"/>
                  </a:lnTo>
                  <a:lnTo>
                    <a:pt x="183356" y="273368"/>
                  </a:lnTo>
                  <a:lnTo>
                    <a:pt x="181928" y="277654"/>
                  </a:lnTo>
                  <a:lnTo>
                    <a:pt x="179070" y="281464"/>
                  </a:lnTo>
                  <a:lnTo>
                    <a:pt x="177165" y="283369"/>
                  </a:lnTo>
                  <a:lnTo>
                    <a:pt x="174308" y="291941"/>
                  </a:lnTo>
                  <a:lnTo>
                    <a:pt x="174784" y="294799"/>
                  </a:lnTo>
                  <a:lnTo>
                    <a:pt x="177165" y="299561"/>
                  </a:lnTo>
                  <a:lnTo>
                    <a:pt x="176213" y="308134"/>
                  </a:lnTo>
                  <a:lnTo>
                    <a:pt x="176689" y="311944"/>
                  </a:lnTo>
                  <a:lnTo>
                    <a:pt x="175260" y="315278"/>
                  </a:lnTo>
                  <a:lnTo>
                    <a:pt x="174308" y="321469"/>
                  </a:lnTo>
                  <a:lnTo>
                    <a:pt x="170974" y="330041"/>
                  </a:lnTo>
                  <a:lnTo>
                    <a:pt x="170498" y="333851"/>
                  </a:lnTo>
                  <a:lnTo>
                    <a:pt x="167640" y="342424"/>
                  </a:lnTo>
                  <a:lnTo>
                    <a:pt x="167164" y="346710"/>
                  </a:lnTo>
                  <a:lnTo>
                    <a:pt x="167164" y="353854"/>
                  </a:lnTo>
                  <a:lnTo>
                    <a:pt x="166688" y="356711"/>
                  </a:lnTo>
                  <a:lnTo>
                    <a:pt x="166211" y="357664"/>
                  </a:lnTo>
                  <a:lnTo>
                    <a:pt x="162401" y="361474"/>
                  </a:lnTo>
                  <a:lnTo>
                    <a:pt x="161449" y="364807"/>
                  </a:lnTo>
                  <a:lnTo>
                    <a:pt x="159068" y="373856"/>
                  </a:lnTo>
                  <a:lnTo>
                    <a:pt x="158115" y="385286"/>
                  </a:lnTo>
                  <a:lnTo>
                    <a:pt x="155258" y="390049"/>
                  </a:lnTo>
                  <a:lnTo>
                    <a:pt x="153829" y="396240"/>
                  </a:lnTo>
                  <a:lnTo>
                    <a:pt x="150971" y="400050"/>
                  </a:lnTo>
                  <a:lnTo>
                    <a:pt x="147161" y="402907"/>
                  </a:lnTo>
                  <a:lnTo>
                    <a:pt x="146209" y="405289"/>
                  </a:lnTo>
                  <a:lnTo>
                    <a:pt x="147161" y="415290"/>
                  </a:lnTo>
                  <a:lnTo>
                    <a:pt x="151448" y="421005"/>
                  </a:lnTo>
                  <a:lnTo>
                    <a:pt x="152400" y="424339"/>
                  </a:lnTo>
                  <a:lnTo>
                    <a:pt x="152876" y="431959"/>
                  </a:lnTo>
                  <a:lnTo>
                    <a:pt x="151924" y="442436"/>
                  </a:lnTo>
                  <a:lnTo>
                    <a:pt x="150019" y="450056"/>
                  </a:lnTo>
                  <a:lnTo>
                    <a:pt x="140970" y="457200"/>
                  </a:lnTo>
                  <a:lnTo>
                    <a:pt x="139541" y="468154"/>
                  </a:lnTo>
                  <a:lnTo>
                    <a:pt x="139541" y="472916"/>
                  </a:lnTo>
                  <a:lnTo>
                    <a:pt x="141446" y="481489"/>
                  </a:lnTo>
                  <a:lnTo>
                    <a:pt x="140970" y="488156"/>
                  </a:lnTo>
                  <a:lnTo>
                    <a:pt x="143828" y="500063"/>
                  </a:lnTo>
                  <a:lnTo>
                    <a:pt x="145733" y="511493"/>
                  </a:lnTo>
                  <a:lnTo>
                    <a:pt x="146209" y="526732"/>
                  </a:lnTo>
                  <a:lnTo>
                    <a:pt x="149543" y="533400"/>
                  </a:lnTo>
                  <a:lnTo>
                    <a:pt x="148114" y="539115"/>
                  </a:lnTo>
                  <a:lnTo>
                    <a:pt x="148590" y="543877"/>
                  </a:lnTo>
                  <a:lnTo>
                    <a:pt x="143828" y="555307"/>
                  </a:lnTo>
                  <a:lnTo>
                    <a:pt x="142399" y="557213"/>
                  </a:lnTo>
                  <a:lnTo>
                    <a:pt x="138589" y="560070"/>
                  </a:lnTo>
                  <a:lnTo>
                    <a:pt x="140018" y="567214"/>
                  </a:lnTo>
                  <a:lnTo>
                    <a:pt x="140018" y="572452"/>
                  </a:lnTo>
                  <a:lnTo>
                    <a:pt x="141923" y="575786"/>
                  </a:lnTo>
                  <a:lnTo>
                    <a:pt x="140970" y="581025"/>
                  </a:lnTo>
                  <a:lnTo>
                    <a:pt x="135255" y="587217"/>
                  </a:lnTo>
                  <a:lnTo>
                    <a:pt x="134303" y="590074"/>
                  </a:lnTo>
                  <a:lnTo>
                    <a:pt x="131921" y="594836"/>
                  </a:lnTo>
                  <a:lnTo>
                    <a:pt x="129540" y="600551"/>
                  </a:lnTo>
                  <a:lnTo>
                    <a:pt x="130016" y="605314"/>
                  </a:lnTo>
                  <a:lnTo>
                    <a:pt x="128588" y="610552"/>
                  </a:lnTo>
                  <a:lnTo>
                    <a:pt x="127635" y="618173"/>
                  </a:lnTo>
                  <a:lnTo>
                    <a:pt x="123349" y="629602"/>
                  </a:lnTo>
                  <a:lnTo>
                    <a:pt x="121920" y="636270"/>
                  </a:lnTo>
                  <a:lnTo>
                    <a:pt x="116205" y="641985"/>
                  </a:lnTo>
                  <a:lnTo>
                    <a:pt x="113824" y="645795"/>
                  </a:lnTo>
                  <a:lnTo>
                    <a:pt x="111919" y="650081"/>
                  </a:lnTo>
                  <a:lnTo>
                    <a:pt x="110014" y="652463"/>
                  </a:lnTo>
                  <a:lnTo>
                    <a:pt x="108109" y="655320"/>
                  </a:lnTo>
                  <a:lnTo>
                    <a:pt x="109538" y="661988"/>
                  </a:lnTo>
                  <a:lnTo>
                    <a:pt x="106204" y="666274"/>
                  </a:lnTo>
                  <a:lnTo>
                    <a:pt x="102870" y="670084"/>
                  </a:lnTo>
                  <a:lnTo>
                    <a:pt x="99536" y="685800"/>
                  </a:lnTo>
                  <a:lnTo>
                    <a:pt x="96203" y="691515"/>
                  </a:lnTo>
                  <a:lnTo>
                    <a:pt x="94774" y="695801"/>
                  </a:lnTo>
                  <a:lnTo>
                    <a:pt x="90964" y="697706"/>
                  </a:lnTo>
                  <a:lnTo>
                    <a:pt x="90488" y="701993"/>
                  </a:lnTo>
                  <a:lnTo>
                    <a:pt x="90011" y="704850"/>
                  </a:lnTo>
                  <a:lnTo>
                    <a:pt x="89059" y="711518"/>
                  </a:lnTo>
                  <a:lnTo>
                    <a:pt x="87630" y="715804"/>
                  </a:lnTo>
                  <a:lnTo>
                    <a:pt x="85725" y="717232"/>
                  </a:lnTo>
                  <a:lnTo>
                    <a:pt x="82391" y="717709"/>
                  </a:lnTo>
                  <a:lnTo>
                    <a:pt x="74771" y="716280"/>
                  </a:lnTo>
                  <a:lnTo>
                    <a:pt x="73819" y="718661"/>
                  </a:lnTo>
                  <a:lnTo>
                    <a:pt x="72866" y="721995"/>
                  </a:lnTo>
                  <a:lnTo>
                    <a:pt x="74771" y="727234"/>
                  </a:lnTo>
                  <a:lnTo>
                    <a:pt x="72866" y="731520"/>
                  </a:lnTo>
                  <a:lnTo>
                    <a:pt x="72866" y="735806"/>
                  </a:lnTo>
                  <a:lnTo>
                    <a:pt x="77629" y="743902"/>
                  </a:lnTo>
                  <a:lnTo>
                    <a:pt x="79534" y="749142"/>
                  </a:lnTo>
                  <a:lnTo>
                    <a:pt x="79058" y="752475"/>
                  </a:lnTo>
                  <a:lnTo>
                    <a:pt x="77153" y="761524"/>
                  </a:lnTo>
                  <a:lnTo>
                    <a:pt x="77629" y="767239"/>
                  </a:lnTo>
                  <a:lnTo>
                    <a:pt x="79058" y="771525"/>
                  </a:lnTo>
                  <a:lnTo>
                    <a:pt x="87630" y="795338"/>
                  </a:lnTo>
                  <a:lnTo>
                    <a:pt x="86678" y="802957"/>
                  </a:lnTo>
                  <a:lnTo>
                    <a:pt x="81439" y="817245"/>
                  </a:lnTo>
                  <a:lnTo>
                    <a:pt x="79058" y="819626"/>
                  </a:lnTo>
                  <a:lnTo>
                    <a:pt x="72866" y="823913"/>
                  </a:lnTo>
                  <a:lnTo>
                    <a:pt x="72866" y="828675"/>
                  </a:lnTo>
                  <a:lnTo>
                    <a:pt x="70485" y="835819"/>
                  </a:lnTo>
                  <a:lnTo>
                    <a:pt x="69056" y="843915"/>
                  </a:lnTo>
                  <a:lnTo>
                    <a:pt x="64294" y="860107"/>
                  </a:lnTo>
                  <a:lnTo>
                    <a:pt x="61913" y="864394"/>
                  </a:lnTo>
                  <a:lnTo>
                    <a:pt x="62389" y="870109"/>
                  </a:lnTo>
                  <a:lnTo>
                    <a:pt x="65246" y="878205"/>
                  </a:lnTo>
                  <a:lnTo>
                    <a:pt x="66199" y="883444"/>
                  </a:lnTo>
                  <a:lnTo>
                    <a:pt x="67628" y="886301"/>
                  </a:lnTo>
                  <a:lnTo>
                    <a:pt x="70961" y="888682"/>
                  </a:lnTo>
                  <a:lnTo>
                    <a:pt x="73819" y="889159"/>
                  </a:lnTo>
                  <a:lnTo>
                    <a:pt x="73819" y="890588"/>
                  </a:lnTo>
                  <a:lnTo>
                    <a:pt x="71438" y="891540"/>
                  </a:lnTo>
                  <a:lnTo>
                    <a:pt x="70485" y="893921"/>
                  </a:lnTo>
                  <a:lnTo>
                    <a:pt x="70009" y="895826"/>
                  </a:lnTo>
                  <a:lnTo>
                    <a:pt x="73819" y="897255"/>
                  </a:lnTo>
                  <a:lnTo>
                    <a:pt x="77153" y="898207"/>
                  </a:lnTo>
                  <a:lnTo>
                    <a:pt x="86678" y="897731"/>
                  </a:lnTo>
                  <a:lnTo>
                    <a:pt x="89059" y="896302"/>
                  </a:lnTo>
                  <a:lnTo>
                    <a:pt x="94298" y="888206"/>
                  </a:lnTo>
                  <a:lnTo>
                    <a:pt x="96203" y="887254"/>
                  </a:lnTo>
                  <a:lnTo>
                    <a:pt x="98584" y="887254"/>
                  </a:lnTo>
                  <a:lnTo>
                    <a:pt x="100965" y="888206"/>
                  </a:lnTo>
                  <a:lnTo>
                    <a:pt x="105728" y="892969"/>
                  </a:lnTo>
                  <a:lnTo>
                    <a:pt x="108109" y="893921"/>
                  </a:lnTo>
                  <a:lnTo>
                    <a:pt x="110014" y="894398"/>
                  </a:lnTo>
                  <a:lnTo>
                    <a:pt x="113824" y="892493"/>
                  </a:lnTo>
                  <a:lnTo>
                    <a:pt x="116205" y="887254"/>
                  </a:lnTo>
                  <a:lnTo>
                    <a:pt x="117634" y="886777"/>
                  </a:lnTo>
                  <a:lnTo>
                    <a:pt x="116205" y="892969"/>
                  </a:lnTo>
                  <a:lnTo>
                    <a:pt x="111919" y="895826"/>
                  </a:lnTo>
                  <a:lnTo>
                    <a:pt x="106204" y="896779"/>
                  </a:lnTo>
                  <a:lnTo>
                    <a:pt x="103346" y="899160"/>
                  </a:lnTo>
                  <a:lnTo>
                    <a:pt x="101918" y="901065"/>
                  </a:lnTo>
                  <a:lnTo>
                    <a:pt x="100489" y="903446"/>
                  </a:lnTo>
                  <a:lnTo>
                    <a:pt x="101918" y="905351"/>
                  </a:lnTo>
                  <a:lnTo>
                    <a:pt x="103346" y="906780"/>
                  </a:lnTo>
                  <a:lnTo>
                    <a:pt x="107156" y="907256"/>
                  </a:lnTo>
                  <a:lnTo>
                    <a:pt x="111443" y="905827"/>
                  </a:lnTo>
                  <a:lnTo>
                    <a:pt x="112871" y="914876"/>
                  </a:lnTo>
                  <a:lnTo>
                    <a:pt x="114300" y="922020"/>
                  </a:lnTo>
                  <a:lnTo>
                    <a:pt x="113824" y="923925"/>
                  </a:lnTo>
                  <a:lnTo>
                    <a:pt x="110014" y="916781"/>
                  </a:lnTo>
                  <a:lnTo>
                    <a:pt x="107156" y="914400"/>
                  </a:lnTo>
                  <a:lnTo>
                    <a:pt x="104775" y="915352"/>
                  </a:lnTo>
                  <a:lnTo>
                    <a:pt x="102394" y="916781"/>
                  </a:lnTo>
                  <a:lnTo>
                    <a:pt x="101918" y="918686"/>
                  </a:lnTo>
                  <a:lnTo>
                    <a:pt x="104299" y="922973"/>
                  </a:lnTo>
                  <a:lnTo>
                    <a:pt x="107156" y="926782"/>
                  </a:lnTo>
                  <a:lnTo>
                    <a:pt x="106204" y="927259"/>
                  </a:lnTo>
                  <a:lnTo>
                    <a:pt x="101918" y="926782"/>
                  </a:lnTo>
                  <a:lnTo>
                    <a:pt x="99536" y="933450"/>
                  </a:lnTo>
                  <a:lnTo>
                    <a:pt x="99536" y="939165"/>
                  </a:lnTo>
                  <a:lnTo>
                    <a:pt x="102394" y="943451"/>
                  </a:lnTo>
                  <a:lnTo>
                    <a:pt x="102870" y="946785"/>
                  </a:lnTo>
                  <a:lnTo>
                    <a:pt x="102870" y="948690"/>
                  </a:lnTo>
                  <a:lnTo>
                    <a:pt x="98584" y="949167"/>
                  </a:lnTo>
                  <a:lnTo>
                    <a:pt x="97155" y="952500"/>
                  </a:lnTo>
                  <a:lnTo>
                    <a:pt x="96203" y="955834"/>
                  </a:lnTo>
                  <a:lnTo>
                    <a:pt x="91440" y="960596"/>
                  </a:lnTo>
                  <a:lnTo>
                    <a:pt x="90488" y="965835"/>
                  </a:lnTo>
                  <a:lnTo>
                    <a:pt x="93821" y="972979"/>
                  </a:lnTo>
                  <a:lnTo>
                    <a:pt x="91440" y="982504"/>
                  </a:lnTo>
                  <a:lnTo>
                    <a:pt x="86201" y="983932"/>
                  </a:lnTo>
                  <a:lnTo>
                    <a:pt x="85725" y="991076"/>
                  </a:lnTo>
                  <a:lnTo>
                    <a:pt x="84773" y="995363"/>
                  </a:lnTo>
                  <a:lnTo>
                    <a:pt x="89059" y="998220"/>
                  </a:lnTo>
                  <a:lnTo>
                    <a:pt x="93821" y="1000601"/>
                  </a:lnTo>
                  <a:lnTo>
                    <a:pt x="99536" y="1004888"/>
                  </a:lnTo>
                  <a:lnTo>
                    <a:pt x="105251" y="1006793"/>
                  </a:lnTo>
                  <a:lnTo>
                    <a:pt x="104775" y="1013460"/>
                  </a:lnTo>
                  <a:lnTo>
                    <a:pt x="102870" y="1019175"/>
                  </a:lnTo>
                  <a:lnTo>
                    <a:pt x="91440" y="1026795"/>
                  </a:lnTo>
                  <a:lnTo>
                    <a:pt x="85249" y="1028700"/>
                  </a:lnTo>
                  <a:lnTo>
                    <a:pt x="81439" y="1029652"/>
                  </a:lnTo>
                  <a:lnTo>
                    <a:pt x="80010" y="1034892"/>
                  </a:lnTo>
                  <a:lnTo>
                    <a:pt x="78581" y="1040606"/>
                  </a:lnTo>
                  <a:lnTo>
                    <a:pt x="86201" y="1041082"/>
                  </a:lnTo>
                  <a:lnTo>
                    <a:pt x="91916" y="1045369"/>
                  </a:lnTo>
                  <a:lnTo>
                    <a:pt x="94774" y="1046798"/>
                  </a:lnTo>
                  <a:lnTo>
                    <a:pt x="95726" y="1047750"/>
                  </a:lnTo>
                  <a:lnTo>
                    <a:pt x="95726" y="1049179"/>
                  </a:lnTo>
                  <a:lnTo>
                    <a:pt x="94298" y="1049179"/>
                  </a:lnTo>
                  <a:lnTo>
                    <a:pt x="86678" y="1044893"/>
                  </a:lnTo>
                  <a:lnTo>
                    <a:pt x="84296" y="1044417"/>
                  </a:lnTo>
                  <a:lnTo>
                    <a:pt x="80486" y="1045845"/>
                  </a:lnTo>
                  <a:lnTo>
                    <a:pt x="74771" y="1050131"/>
                  </a:lnTo>
                  <a:lnTo>
                    <a:pt x="68580" y="1050131"/>
                  </a:lnTo>
                  <a:lnTo>
                    <a:pt x="66675" y="1056323"/>
                  </a:lnTo>
                  <a:lnTo>
                    <a:pt x="67628" y="1059656"/>
                  </a:lnTo>
                  <a:lnTo>
                    <a:pt x="70961" y="1060609"/>
                  </a:lnTo>
                  <a:lnTo>
                    <a:pt x="73343" y="1062514"/>
                  </a:lnTo>
                  <a:lnTo>
                    <a:pt x="73343" y="1067752"/>
                  </a:lnTo>
                  <a:lnTo>
                    <a:pt x="71914" y="1071563"/>
                  </a:lnTo>
                  <a:lnTo>
                    <a:pt x="70961" y="1078706"/>
                  </a:lnTo>
                  <a:lnTo>
                    <a:pt x="70485" y="1081088"/>
                  </a:lnTo>
                  <a:lnTo>
                    <a:pt x="70485" y="1084898"/>
                  </a:lnTo>
                  <a:lnTo>
                    <a:pt x="68580" y="1089660"/>
                  </a:lnTo>
                  <a:lnTo>
                    <a:pt x="66675" y="1093470"/>
                  </a:lnTo>
                  <a:lnTo>
                    <a:pt x="64294" y="1096327"/>
                  </a:lnTo>
                  <a:lnTo>
                    <a:pt x="60960" y="1096327"/>
                  </a:lnTo>
                  <a:lnTo>
                    <a:pt x="60960" y="1094899"/>
                  </a:lnTo>
                  <a:lnTo>
                    <a:pt x="61436" y="1093470"/>
                  </a:lnTo>
                  <a:lnTo>
                    <a:pt x="65723" y="1088231"/>
                  </a:lnTo>
                  <a:lnTo>
                    <a:pt x="69056" y="1075373"/>
                  </a:lnTo>
                  <a:lnTo>
                    <a:pt x="69056" y="1071086"/>
                  </a:lnTo>
                  <a:lnTo>
                    <a:pt x="69533" y="1066800"/>
                  </a:lnTo>
                  <a:lnTo>
                    <a:pt x="68104" y="1064895"/>
                  </a:lnTo>
                  <a:lnTo>
                    <a:pt x="65246" y="1065371"/>
                  </a:lnTo>
                  <a:lnTo>
                    <a:pt x="62865" y="1066800"/>
                  </a:lnTo>
                  <a:lnTo>
                    <a:pt x="60960" y="1075373"/>
                  </a:lnTo>
                  <a:lnTo>
                    <a:pt x="59531" y="1079659"/>
                  </a:lnTo>
                  <a:lnTo>
                    <a:pt x="55245" y="1082517"/>
                  </a:lnTo>
                  <a:lnTo>
                    <a:pt x="50959" y="1083469"/>
                  </a:lnTo>
                  <a:lnTo>
                    <a:pt x="45720" y="1083945"/>
                  </a:lnTo>
                  <a:lnTo>
                    <a:pt x="45244" y="1082517"/>
                  </a:lnTo>
                  <a:lnTo>
                    <a:pt x="46673" y="1082517"/>
                  </a:lnTo>
                  <a:lnTo>
                    <a:pt x="56198" y="1079182"/>
                  </a:lnTo>
                  <a:lnTo>
                    <a:pt x="58103" y="1075849"/>
                  </a:lnTo>
                  <a:lnTo>
                    <a:pt x="56674" y="1071086"/>
                  </a:lnTo>
                  <a:lnTo>
                    <a:pt x="58579" y="1068705"/>
                  </a:lnTo>
                  <a:lnTo>
                    <a:pt x="60008" y="1066324"/>
                  </a:lnTo>
                  <a:lnTo>
                    <a:pt x="62865" y="1055370"/>
                  </a:lnTo>
                  <a:lnTo>
                    <a:pt x="64294" y="1052513"/>
                  </a:lnTo>
                  <a:lnTo>
                    <a:pt x="64770" y="1050131"/>
                  </a:lnTo>
                  <a:lnTo>
                    <a:pt x="61436" y="1048702"/>
                  </a:lnTo>
                  <a:lnTo>
                    <a:pt x="60008" y="1048702"/>
                  </a:lnTo>
                  <a:lnTo>
                    <a:pt x="57150" y="1049179"/>
                  </a:lnTo>
                  <a:lnTo>
                    <a:pt x="55245" y="1051084"/>
                  </a:lnTo>
                  <a:lnTo>
                    <a:pt x="54293" y="1052513"/>
                  </a:lnTo>
                  <a:lnTo>
                    <a:pt x="55245" y="1056799"/>
                  </a:lnTo>
                  <a:lnTo>
                    <a:pt x="55721" y="1058704"/>
                  </a:lnTo>
                  <a:lnTo>
                    <a:pt x="55721" y="1060132"/>
                  </a:lnTo>
                  <a:lnTo>
                    <a:pt x="55245" y="1061561"/>
                  </a:lnTo>
                  <a:lnTo>
                    <a:pt x="53340" y="1063467"/>
                  </a:lnTo>
                  <a:lnTo>
                    <a:pt x="48578" y="1064895"/>
                  </a:lnTo>
                  <a:lnTo>
                    <a:pt x="46196" y="1065371"/>
                  </a:lnTo>
                  <a:lnTo>
                    <a:pt x="42863" y="1066800"/>
                  </a:lnTo>
                  <a:lnTo>
                    <a:pt x="37148" y="1066800"/>
                  </a:lnTo>
                  <a:lnTo>
                    <a:pt x="32861" y="1065848"/>
                  </a:lnTo>
                  <a:lnTo>
                    <a:pt x="22384" y="1068229"/>
                  </a:lnTo>
                  <a:lnTo>
                    <a:pt x="21908" y="1073468"/>
                  </a:lnTo>
                  <a:lnTo>
                    <a:pt x="24289" y="1077277"/>
                  </a:lnTo>
                  <a:lnTo>
                    <a:pt x="26670" y="1079659"/>
                  </a:lnTo>
                  <a:lnTo>
                    <a:pt x="21431" y="1082993"/>
                  </a:lnTo>
                  <a:lnTo>
                    <a:pt x="15716" y="1088707"/>
                  </a:lnTo>
                  <a:lnTo>
                    <a:pt x="11430" y="1091089"/>
                  </a:lnTo>
                  <a:lnTo>
                    <a:pt x="9525" y="1093470"/>
                  </a:lnTo>
                  <a:lnTo>
                    <a:pt x="1905" y="1098709"/>
                  </a:lnTo>
                  <a:lnTo>
                    <a:pt x="0" y="1102519"/>
                  </a:lnTo>
                  <a:lnTo>
                    <a:pt x="0" y="1105376"/>
                  </a:lnTo>
                  <a:lnTo>
                    <a:pt x="2381" y="1109186"/>
                  </a:lnTo>
                  <a:lnTo>
                    <a:pt x="7144" y="1112520"/>
                  </a:lnTo>
                  <a:lnTo>
                    <a:pt x="9525" y="1112520"/>
                  </a:lnTo>
                  <a:lnTo>
                    <a:pt x="10478" y="1111092"/>
                  </a:lnTo>
                  <a:lnTo>
                    <a:pt x="10954" y="1109186"/>
                  </a:lnTo>
                  <a:lnTo>
                    <a:pt x="9049" y="1104424"/>
                  </a:lnTo>
                  <a:lnTo>
                    <a:pt x="6191" y="1104424"/>
                  </a:lnTo>
                  <a:lnTo>
                    <a:pt x="4763" y="1103471"/>
                  </a:lnTo>
                  <a:lnTo>
                    <a:pt x="5715" y="1102043"/>
                  </a:lnTo>
                  <a:lnTo>
                    <a:pt x="7620" y="1100614"/>
                  </a:lnTo>
                  <a:lnTo>
                    <a:pt x="12383" y="1100138"/>
                  </a:lnTo>
                  <a:lnTo>
                    <a:pt x="19050" y="1098232"/>
                  </a:lnTo>
                  <a:lnTo>
                    <a:pt x="23336" y="1094423"/>
                  </a:lnTo>
                  <a:lnTo>
                    <a:pt x="24289" y="1094423"/>
                  </a:lnTo>
                  <a:lnTo>
                    <a:pt x="21908" y="1099185"/>
                  </a:lnTo>
                  <a:lnTo>
                    <a:pt x="22860" y="1102043"/>
                  </a:lnTo>
                  <a:lnTo>
                    <a:pt x="23813" y="1103948"/>
                  </a:lnTo>
                  <a:lnTo>
                    <a:pt x="30480" y="1106329"/>
                  </a:lnTo>
                  <a:lnTo>
                    <a:pt x="34766" y="1109186"/>
                  </a:lnTo>
                  <a:lnTo>
                    <a:pt x="40958" y="1110139"/>
                  </a:lnTo>
                  <a:lnTo>
                    <a:pt x="41910" y="1110139"/>
                  </a:lnTo>
                  <a:lnTo>
                    <a:pt x="42386" y="1109186"/>
                  </a:lnTo>
                  <a:lnTo>
                    <a:pt x="41434" y="1107757"/>
                  </a:lnTo>
                  <a:lnTo>
                    <a:pt x="41434" y="1105852"/>
                  </a:lnTo>
                  <a:lnTo>
                    <a:pt x="42386" y="1104424"/>
                  </a:lnTo>
                  <a:lnTo>
                    <a:pt x="47149" y="1105376"/>
                  </a:lnTo>
                  <a:lnTo>
                    <a:pt x="50483" y="1109663"/>
                  </a:lnTo>
                  <a:lnTo>
                    <a:pt x="52388" y="1113473"/>
                  </a:lnTo>
                  <a:lnTo>
                    <a:pt x="50483" y="1118235"/>
                  </a:lnTo>
                  <a:lnTo>
                    <a:pt x="52388" y="1122521"/>
                  </a:lnTo>
                  <a:lnTo>
                    <a:pt x="50483" y="1123474"/>
                  </a:lnTo>
                  <a:lnTo>
                    <a:pt x="44291" y="1128713"/>
                  </a:lnTo>
                  <a:lnTo>
                    <a:pt x="41434" y="1132999"/>
                  </a:lnTo>
                  <a:lnTo>
                    <a:pt x="46673" y="1137285"/>
                  </a:lnTo>
                  <a:lnTo>
                    <a:pt x="49530" y="1138714"/>
                  </a:lnTo>
                  <a:lnTo>
                    <a:pt x="51435" y="1139190"/>
                  </a:lnTo>
                  <a:lnTo>
                    <a:pt x="53340" y="1140143"/>
                  </a:lnTo>
                  <a:lnTo>
                    <a:pt x="52864" y="1141571"/>
                  </a:lnTo>
                  <a:lnTo>
                    <a:pt x="50006" y="1143952"/>
                  </a:lnTo>
                  <a:lnTo>
                    <a:pt x="47149" y="1143476"/>
                  </a:lnTo>
                  <a:lnTo>
                    <a:pt x="44291" y="1140619"/>
                  </a:lnTo>
                  <a:lnTo>
                    <a:pt x="41910" y="1139667"/>
                  </a:lnTo>
                  <a:lnTo>
                    <a:pt x="39529" y="1139190"/>
                  </a:lnTo>
                  <a:lnTo>
                    <a:pt x="37624" y="1141571"/>
                  </a:lnTo>
                  <a:lnTo>
                    <a:pt x="35243" y="1145381"/>
                  </a:lnTo>
                  <a:lnTo>
                    <a:pt x="36671" y="1147763"/>
                  </a:lnTo>
                  <a:lnTo>
                    <a:pt x="38100" y="1148239"/>
                  </a:lnTo>
                  <a:lnTo>
                    <a:pt x="42863" y="1149192"/>
                  </a:lnTo>
                  <a:lnTo>
                    <a:pt x="44768" y="1150620"/>
                  </a:lnTo>
                  <a:lnTo>
                    <a:pt x="44768" y="1153477"/>
                  </a:lnTo>
                  <a:lnTo>
                    <a:pt x="45720" y="1155859"/>
                  </a:lnTo>
                  <a:lnTo>
                    <a:pt x="50006" y="1156811"/>
                  </a:lnTo>
                  <a:lnTo>
                    <a:pt x="54769" y="1156335"/>
                  </a:lnTo>
                  <a:lnTo>
                    <a:pt x="59531" y="1155382"/>
                  </a:lnTo>
                  <a:lnTo>
                    <a:pt x="62865" y="1152525"/>
                  </a:lnTo>
                  <a:lnTo>
                    <a:pt x="65246" y="1146810"/>
                  </a:lnTo>
                  <a:lnTo>
                    <a:pt x="66199" y="1143476"/>
                  </a:lnTo>
                  <a:lnTo>
                    <a:pt x="67151" y="1143000"/>
                  </a:lnTo>
                  <a:lnTo>
                    <a:pt x="70009" y="1152525"/>
                  </a:lnTo>
                  <a:lnTo>
                    <a:pt x="70009" y="1155382"/>
                  </a:lnTo>
                  <a:lnTo>
                    <a:pt x="70485" y="1157764"/>
                  </a:lnTo>
                  <a:lnTo>
                    <a:pt x="71914" y="1158717"/>
                  </a:lnTo>
                  <a:lnTo>
                    <a:pt x="74295" y="1162526"/>
                  </a:lnTo>
                  <a:lnTo>
                    <a:pt x="78105" y="1164431"/>
                  </a:lnTo>
                  <a:lnTo>
                    <a:pt x="78105" y="1165860"/>
                  </a:lnTo>
                  <a:lnTo>
                    <a:pt x="73343" y="1166813"/>
                  </a:lnTo>
                  <a:lnTo>
                    <a:pt x="62389" y="1160145"/>
                  </a:lnTo>
                  <a:lnTo>
                    <a:pt x="49054" y="1160145"/>
                  </a:lnTo>
                  <a:lnTo>
                    <a:pt x="43815" y="1158717"/>
                  </a:lnTo>
                  <a:lnTo>
                    <a:pt x="37624" y="1158240"/>
                  </a:lnTo>
                  <a:lnTo>
                    <a:pt x="37624" y="1165384"/>
                  </a:lnTo>
                  <a:lnTo>
                    <a:pt x="38100" y="1170146"/>
                  </a:lnTo>
                  <a:lnTo>
                    <a:pt x="40958" y="1173956"/>
                  </a:lnTo>
                  <a:lnTo>
                    <a:pt x="41910" y="1178243"/>
                  </a:lnTo>
                  <a:lnTo>
                    <a:pt x="46196" y="1179671"/>
                  </a:lnTo>
                  <a:lnTo>
                    <a:pt x="48578" y="1178243"/>
                  </a:lnTo>
                  <a:lnTo>
                    <a:pt x="51911" y="1177290"/>
                  </a:lnTo>
                  <a:lnTo>
                    <a:pt x="57626" y="1179195"/>
                  </a:lnTo>
                  <a:lnTo>
                    <a:pt x="56198" y="1180624"/>
                  </a:lnTo>
                  <a:lnTo>
                    <a:pt x="53816" y="1180624"/>
                  </a:lnTo>
                  <a:lnTo>
                    <a:pt x="52388" y="1180148"/>
                  </a:lnTo>
                  <a:lnTo>
                    <a:pt x="50483" y="1181100"/>
                  </a:lnTo>
                  <a:lnTo>
                    <a:pt x="46673" y="1184434"/>
                  </a:lnTo>
                  <a:lnTo>
                    <a:pt x="45244" y="1193006"/>
                  </a:lnTo>
                  <a:lnTo>
                    <a:pt x="45244" y="1203960"/>
                  </a:lnTo>
                  <a:lnTo>
                    <a:pt x="46196" y="1217295"/>
                  </a:lnTo>
                  <a:lnTo>
                    <a:pt x="45720" y="1219676"/>
                  </a:lnTo>
                  <a:lnTo>
                    <a:pt x="46196" y="1220629"/>
                  </a:lnTo>
                  <a:lnTo>
                    <a:pt x="47625" y="1222057"/>
                  </a:lnTo>
                  <a:lnTo>
                    <a:pt x="50483" y="1223486"/>
                  </a:lnTo>
                  <a:lnTo>
                    <a:pt x="51911" y="1219200"/>
                  </a:lnTo>
                  <a:lnTo>
                    <a:pt x="52388" y="1215390"/>
                  </a:lnTo>
                  <a:lnTo>
                    <a:pt x="53340" y="1212532"/>
                  </a:lnTo>
                  <a:lnTo>
                    <a:pt x="55721" y="1209675"/>
                  </a:lnTo>
                  <a:lnTo>
                    <a:pt x="56198" y="1206342"/>
                  </a:lnTo>
                  <a:lnTo>
                    <a:pt x="57150" y="1202531"/>
                  </a:lnTo>
                  <a:lnTo>
                    <a:pt x="60484" y="1202531"/>
                  </a:lnTo>
                  <a:lnTo>
                    <a:pt x="60484" y="1203484"/>
                  </a:lnTo>
                  <a:lnTo>
                    <a:pt x="59055" y="1203960"/>
                  </a:lnTo>
                  <a:lnTo>
                    <a:pt x="58103" y="1205389"/>
                  </a:lnTo>
                  <a:lnTo>
                    <a:pt x="58579" y="1208246"/>
                  </a:lnTo>
                  <a:lnTo>
                    <a:pt x="58103" y="1212056"/>
                  </a:lnTo>
                  <a:lnTo>
                    <a:pt x="57150" y="1214914"/>
                  </a:lnTo>
                  <a:lnTo>
                    <a:pt x="56198" y="1217295"/>
                  </a:lnTo>
                  <a:lnTo>
                    <a:pt x="55721" y="1220152"/>
                  </a:lnTo>
                  <a:lnTo>
                    <a:pt x="59531" y="1223010"/>
                  </a:lnTo>
                  <a:lnTo>
                    <a:pt x="62865" y="1224439"/>
                  </a:lnTo>
                  <a:lnTo>
                    <a:pt x="64770" y="1228249"/>
                  </a:lnTo>
                  <a:lnTo>
                    <a:pt x="62865" y="1228725"/>
                  </a:lnTo>
                  <a:lnTo>
                    <a:pt x="60484" y="1227296"/>
                  </a:lnTo>
                  <a:lnTo>
                    <a:pt x="55721" y="1225868"/>
                  </a:lnTo>
                  <a:lnTo>
                    <a:pt x="51435" y="1226820"/>
                  </a:lnTo>
                  <a:lnTo>
                    <a:pt x="49530" y="1227773"/>
                  </a:lnTo>
                  <a:lnTo>
                    <a:pt x="48578" y="1233011"/>
                  </a:lnTo>
                  <a:lnTo>
                    <a:pt x="48578" y="1235869"/>
                  </a:lnTo>
                  <a:lnTo>
                    <a:pt x="53816" y="1241107"/>
                  </a:lnTo>
                  <a:lnTo>
                    <a:pt x="57150" y="1243013"/>
                  </a:lnTo>
                  <a:lnTo>
                    <a:pt x="59055" y="1242060"/>
                  </a:lnTo>
                  <a:lnTo>
                    <a:pt x="60960" y="1244918"/>
                  </a:lnTo>
                  <a:lnTo>
                    <a:pt x="59055" y="1246346"/>
                  </a:lnTo>
                  <a:lnTo>
                    <a:pt x="48578" y="1244442"/>
                  </a:lnTo>
                  <a:lnTo>
                    <a:pt x="45244" y="1248251"/>
                  </a:lnTo>
                  <a:lnTo>
                    <a:pt x="38576" y="1253967"/>
                  </a:lnTo>
                  <a:lnTo>
                    <a:pt x="42386" y="1257300"/>
                  </a:lnTo>
                  <a:lnTo>
                    <a:pt x="45720" y="1261110"/>
                  </a:lnTo>
                  <a:lnTo>
                    <a:pt x="47625" y="1261586"/>
                  </a:lnTo>
                  <a:lnTo>
                    <a:pt x="50006" y="1263015"/>
                  </a:lnTo>
                  <a:lnTo>
                    <a:pt x="59531" y="1266349"/>
                  </a:lnTo>
                  <a:lnTo>
                    <a:pt x="62389" y="1268254"/>
                  </a:lnTo>
                  <a:lnTo>
                    <a:pt x="54293" y="1267301"/>
                  </a:lnTo>
                  <a:lnTo>
                    <a:pt x="53816" y="1273017"/>
                  </a:lnTo>
                  <a:lnTo>
                    <a:pt x="54769" y="1274445"/>
                  </a:lnTo>
                  <a:lnTo>
                    <a:pt x="57150" y="1277779"/>
                  </a:lnTo>
                  <a:lnTo>
                    <a:pt x="60960" y="1282542"/>
                  </a:lnTo>
                  <a:lnTo>
                    <a:pt x="63818" y="1280636"/>
                  </a:lnTo>
                  <a:lnTo>
                    <a:pt x="68580" y="1269682"/>
                  </a:lnTo>
                  <a:lnTo>
                    <a:pt x="70961" y="1267301"/>
                  </a:lnTo>
                  <a:lnTo>
                    <a:pt x="71914" y="1267301"/>
                  </a:lnTo>
                  <a:lnTo>
                    <a:pt x="70485" y="1270635"/>
                  </a:lnTo>
                  <a:lnTo>
                    <a:pt x="73343" y="1273017"/>
                  </a:lnTo>
                  <a:lnTo>
                    <a:pt x="73343" y="1273969"/>
                  </a:lnTo>
                  <a:lnTo>
                    <a:pt x="71914" y="1273969"/>
                  </a:lnTo>
                  <a:lnTo>
                    <a:pt x="69056" y="1275874"/>
                  </a:lnTo>
                  <a:lnTo>
                    <a:pt x="66199" y="1282065"/>
                  </a:lnTo>
                  <a:lnTo>
                    <a:pt x="66675" y="1286827"/>
                  </a:lnTo>
                  <a:lnTo>
                    <a:pt x="65246" y="1286827"/>
                  </a:lnTo>
                  <a:lnTo>
                    <a:pt x="55245" y="1281589"/>
                  </a:lnTo>
                  <a:lnTo>
                    <a:pt x="54769" y="1280636"/>
                  </a:lnTo>
                  <a:lnTo>
                    <a:pt x="53816" y="1279684"/>
                  </a:lnTo>
                  <a:lnTo>
                    <a:pt x="49054" y="1270159"/>
                  </a:lnTo>
                  <a:lnTo>
                    <a:pt x="48101" y="1266825"/>
                  </a:lnTo>
                  <a:lnTo>
                    <a:pt x="41434" y="1262063"/>
                  </a:lnTo>
                  <a:lnTo>
                    <a:pt x="38576" y="1261110"/>
                  </a:lnTo>
                  <a:lnTo>
                    <a:pt x="35719" y="1263015"/>
                  </a:lnTo>
                  <a:lnTo>
                    <a:pt x="33814" y="1265873"/>
                  </a:lnTo>
                  <a:lnTo>
                    <a:pt x="36195" y="1268730"/>
                  </a:lnTo>
                  <a:lnTo>
                    <a:pt x="38100" y="1272540"/>
                  </a:lnTo>
                  <a:lnTo>
                    <a:pt x="36671" y="1274445"/>
                  </a:lnTo>
                  <a:lnTo>
                    <a:pt x="31433" y="1275398"/>
                  </a:lnTo>
                  <a:lnTo>
                    <a:pt x="22860" y="1275398"/>
                  </a:lnTo>
                  <a:lnTo>
                    <a:pt x="24289" y="1280160"/>
                  </a:lnTo>
                  <a:lnTo>
                    <a:pt x="26670" y="1284446"/>
                  </a:lnTo>
                  <a:lnTo>
                    <a:pt x="32385" y="1292543"/>
                  </a:lnTo>
                  <a:lnTo>
                    <a:pt x="36671" y="1293495"/>
                  </a:lnTo>
                  <a:lnTo>
                    <a:pt x="40005" y="1295400"/>
                  </a:lnTo>
                  <a:lnTo>
                    <a:pt x="42863" y="1296352"/>
                  </a:lnTo>
                  <a:lnTo>
                    <a:pt x="46196" y="1296829"/>
                  </a:lnTo>
                  <a:lnTo>
                    <a:pt x="49054" y="1298257"/>
                  </a:lnTo>
                  <a:lnTo>
                    <a:pt x="53340" y="1298734"/>
                  </a:lnTo>
                  <a:lnTo>
                    <a:pt x="56198" y="1298257"/>
                  </a:lnTo>
                  <a:lnTo>
                    <a:pt x="62389" y="1301592"/>
                  </a:lnTo>
                  <a:lnTo>
                    <a:pt x="63818" y="1304449"/>
                  </a:lnTo>
                  <a:lnTo>
                    <a:pt x="62865" y="1317307"/>
                  </a:lnTo>
                  <a:lnTo>
                    <a:pt x="58103" y="1315402"/>
                  </a:lnTo>
                  <a:lnTo>
                    <a:pt x="53816" y="1320165"/>
                  </a:lnTo>
                  <a:lnTo>
                    <a:pt x="55721" y="1321594"/>
                  </a:lnTo>
                  <a:lnTo>
                    <a:pt x="61436" y="1324927"/>
                  </a:lnTo>
                  <a:lnTo>
                    <a:pt x="64294" y="1323499"/>
                  </a:lnTo>
                  <a:lnTo>
                    <a:pt x="65723" y="1324927"/>
                  </a:lnTo>
                  <a:lnTo>
                    <a:pt x="67151" y="1325404"/>
                  </a:lnTo>
                  <a:lnTo>
                    <a:pt x="69056" y="1324927"/>
                  </a:lnTo>
                  <a:lnTo>
                    <a:pt x="72390" y="1327785"/>
                  </a:lnTo>
                  <a:lnTo>
                    <a:pt x="74771" y="1332548"/>
                  </a:lnTo>
                  <a:lnTo>
                    <a:pt x="77153" y="1336357"/>
                  </a:lnTo>
                  <a:lnTo>
                    <a:pt x="81915" y="1337786"/>
                  </a:lnTo>
                  <a:lnTo>
                    <a:pt x="88583" y="1333976"/>
                  </a:lnTo>
                  <a:lnTo>
                    <a:pt x="97631" y="1328261"/>
                  </a:lnTo>
                  <a:lnTo>
                    <a:pt x="108585" y="1325404"/>
                  </a:lnTo>
                  <a:lnTo>
                    <a:pt x="109061" y="1322546"/>
                  </a:lnTo>
                  <a:lnTo>
                    <a:pt x="106680" y="1320642"/>
                  </a:lnTo>
                  <a:lnTo>
                    <a:pt x="104775" y="1319689"/>
                  </a:lnTo>
                  <a:lnTo>
                    <a:pt x="101918" y="1316831"/>
                  </a:lnTo>
                  <a:lnTo>
                    <a:pt x="90964" y="1312069"/>
                  </a:lnTo>
                  <a:lnTo>
                    <a:pt x="89535" y="1311593"/>
                  </a:lnTo>
                  <a:lnTo>
                    <a:pt x="88583" y="1310640"/>
                  </a:lnTo>
                  <a:lnTo>
                    <a:pt x="89535" y="1309688"/>
                  </a:lnTo>
                  <a:lnTo>
                    <a:pt x="90964" y="1309211"/>
                  </a:lnTo>
                  <a:lnTo>
                    <a:pt x="103346" y="1315402"/>
                  </a:lnTo>
                  <a:lnTo>
                    <a:pt x="110966" y="1321594"/>
                  </a:lnTo>
                  <a:lnTo>
                    <a:pt x="112871" y="1323975"/>
                  </a:lnTo>
                  <a:lnTo>
                    <a:pt x="112871" y="1327785"/>
                  </a:lnTo>
                  <a:lnTo>
                    <a:pt x="111919" y="1329690"/>
                  </a:lnTo>
                  <a:lnTo>
                    <a:pt x="108585" y="1332071"/>
                  </a:lnTo>
                  <a:lnTo>
                    <a:pt x="108585" y="1334929"/>
                  </a:lnTo>
                  <a:lnTo>
                    <a:pt x="109061" y="1336357"/>
                  </a:lnTo>
                  <a:lnTo>
                    <a:pt x="111919" y="1342549"/>
                  </a:lnTo>
                  <a:lnTo>
                    <a:pt x="111919" y="1344454"/>
                  </a:lnTo>
                  <a:lnTo>
                    <a:pt x="111919" y="1346359"/>
                  </a:lnTo>
                  <a:lnTo>
                    <a:pt x="111443" y="1347788"/>
                  </a:lnTo>
                  <a:lnTo>
                    <a:pt x="110014" y="1350169"/>
                  </a:lnTo>
                  <a:lnTo>
                    <a:pt x="108109" y="1352074"/>
                  </a:lnTo>
                  <a:lnTo>
                    <a:pt x="106680" y="1352550"/>
                  </a:lnTo>
                  <a:lnTo>
                    <a:pt x="105251" y="1351121"/>
                  </a:lnTo>
                  <a:lnTo>
                    <a:pt x="105728" y="1349693"/>
                  </a:lnTo>
                  <a:lnTo>
                    <a:pt x="109538" y="1346359"/>
                  </a:lnTo>
                  <a:lnTo>
                    <a:pt x="110014" y="1343977"/>
                  </a:lnTo>
                  <a:lnTo>
                    <a:pt x="109538" y="1341596"/>
                  </a:lnTo>
                  <a:lnTo>
                    <a:pt x="107633" y="1339692"/>
                  </a:lnTo>
                  <a:lnTo>
                    <a:pt x="106204" y="1337310"/>
                  </a:lnTo>
                  <a:lnTo>
                    <a:pt x="106204" y="1334452"/>
                  </a:lnTo>
                  <a:lnTo>
                    <a:pt x="104775" y="1333500"/>
                  </a:lnTo>
                  <a:lnTo>
                    <a:pt x="102870" y="1333024"/>
                  </a:lnTo>
                  <a:lnTo>
                    <a:pt x="101441" y="1333500"/>
                  </a:lnTo>
                  <a:lnTo>
                    <a:pt x="98108" y="1337310"/>
                  </a:lnTo>
                  <a:lnTo>
                    <a:pt x="91440" y="1341120"/>
                  </a:lnTo>
                  <a:lnTo>
                    <a:pt x="87154" y="1342549"/>
                  </a:lnTo>
                  <a:lnTo>
                    <a:pt x="84773" y="1343025"/>
                  </a:lnTo>
                  <a:lnTo>
                    <a:pt x="80486" y="1342073"/>
                  </a:lnTo>
                  <a:lnTo>
                    <a:pt x="78105" y="1342549"/>
                  </a:lnTo>
                  <a:lnTo>
                    <a:pt x="74295" y="1339215"/>
                  </a:lnTo>
                  <a:lnTo>
                    <a:pt x="72866" y="1339215"/>
                  </a:lnTo>
                  <a:lnTo>
                    <a:pt x="72866" y="1342073"/>
                  </a:lnTo>
                  <a:lnTo>
                    <a:pt x="72390" y="1344930"/>
                  </a:lnTo>
                  <a:lnTo>
                    <a:pt x="70961" y="1345882"/>
                  </a:lnTo>
                  <a:lnTo>
                    <a:pt x="68104" y="1346835"/>
                  </a:lnTo>
                  <a:lnTo>
                    <a:pt x="60960" y="1343501"/>
                  </a:lnTo>
                  <a:lnTo>
                    <a:pt x="57626" y="1343501"/>
                  </a:lnTo>
                  <a:lnTo>
                    <a:pt x="55721" y="1342073"/>
                  </a:lnTo>
                  <a:lnTo>
                    <a:pt x="53340" y="1341596"/>
                  </a:lnTo>
                  <a:lnTo>
                    <a:pt x="52388" y="1342073"/>
                  </a:lnTo>
                  <a:lnTo>
                    <a:pt x="53340" y="1344454"/>
                  </a:lnTo>
                  <a:lnTo>
                    <a:pt x="54293" y="1345882"/>
                  </a:lnTo>
                  <a:lnTo>
                    <a:pt x="56198" y="1351121"/>
                  </a:lnTo>
                  <a:lnTo>
                    <a:pt x="57150" y="1353979"/>
                  </a:lnTo>
                  <a:lnTo>
                    <a:pt x="59055" y="1353502"/>
                  </a:lnTo>
                  <a:lnTo>
                    <a:pt x="60960" y="1354931"/>
                  </a:lnTo>
                  <a:lnTo>
                    <a:pt x="62389" y="1359694"/>
                  </a:lnTo>
                  <a:lnTo>
                    <a:pt x="60960" y="1362551"/>
                  </a:lnTo>
                  <a:lnTo>
                    <a:pt x="61913" y="1365409"/>
                  </a:lnTo>
                  <a:lnTo>
                    <a:pt x="65246" y="1367790"/>
                  </a:lnTo>
                  <a:lnTo>
                    <a:pt x="72390" y="1366361"/>
                  </a:lnTo>
                  <a:lnTo>
                    <a:pt x="76676" y="1367314"/>
                  </a:lnTo>
                  <a:lnTo>
                    <a:pt x="83820" y="1363027"/>
                  </a:lnTo>
                  <a:lnTo>
                    <a:pt x="88583" y="1364456"/>
                  </a:lnTo>
                  <a:lnTo>
                    <a:pt x="90964" y="1361599"/>
                  </a:lnTo>
                  <a:lnTo>
                    <a:pt x="90964" y="1358265"/>
                  </a:lnTo>
                  <a:lnTo>
                    <a:pt x="92869" y="1358265"/>
                  </a:lnTo>
                  <a:lnTo>
                    <a:pt x="94774" y="1360170"/>
                  </a:lnTo>
                  <a:lnTo>
                    <a:pt x="92393" y="1363027"/>
                  </a:lnTo>
                  <a:lnTo>
                    <a:pt x="89059" y="1367790"/>
                  </a:lnTo>
                  <a:lnTo>
                    <a:pt x="85249" y="1370171"/>
                  </a:lnTo>
                  <a:lnTo>
                    <a:pt x="75248" y="1373981"/>
                  </a:lnTo>
                  <a:lnTo>
                    <a:pt x="80010" y="1376839"/>
                  </a:lnTo>
                  <a:lnTo>
                    <a:pt x="81439" y="1379696"/>
                  </a:lnTo>
                  <a:lnTo>
                    <a:pt x="85725" y="1383982"/>
                  </a:lnTo>
                  <a:lnTo>
                    <a:pt x="92869" y="1384935"/>
                  </a:lnTo>
                  <a:lnTo>
                    <a:pt x="95250" y="1383506"/>
                  </a:lnTo>
                  <a:lnTo>
                    <a:pt x="96203" y="1382554"/>
                  </a:lnTo>
                  <a:lnTo>
                    <a:pt x="96203" y="1380649"/>
                  </a:lnTo>
                  <a:lnTo>
                    <a:pt x="96203" y="1376839"/>
                  </a:lnTo>
                  <a:lnTo>
                    <a:pt x="99060" y="1371600"/>
                  </a:lnTo>
                  <a:lnTo>
                    <a:pt x="103346" y="1368267"/>
                  </a:lnTo>
                  <a:lnTo>
                    <a:pt x="104775" y="1364932"/>
                  </a:lnTo>
                  <a:lnTo>
                    <a:pt x="104299" y="1362075"/>
                  </a:lnTo>
                  <a:lnTo>
                    <a:pt x="106680" y="1360170"/>
                  </a:lnTo>
                  <a:lnTo>
                    <a:pt x="109061" y="1359694"/>
                  </a:lnTo>
                  <a:lnTo>
                    <a:pt x="113824" y="1361123"/>
                  </a:lnTo>
                  <a:lnTo>
                    <a:pt x="114776" y="1363027"/>
                  </a:lnTo>
                  <a:lnTo>
                    <a:pt x="116205" y="1363980"/>
                  </a:lnTo>
                  <a:lnTo>
                    <a:pt x="120491" y="1360170"/>
                  </a:lnTo>
                  <a:lnTo>
                    <a:pt x="123349" y="1359218"/>
                  </a:lnTo>
                  <a:lnTo>
                    <a:pt x="137636" y="1360170"/>
                  </a:lnTo>
                  <a:lnTo>
                    <a:pt x="142875" y="1361123"/>
                  </a:lnTo>
                  <a:lnTo>
                    <a:pt x="148114" y="1363027"/>
                  </a:lnTo>
                  <a:lnTo>
                    <a:pt x="146685" y="1364932"/>
                  </a:lnTo>
                  <a:lnTo>
                    <a:pt x="145256" y="1365885"/>
                  </a:lnTo>
                  <a:lnTo>
                    <a:pt x="138113" y="1366838"/>
                  </a:lnTo>
                  <a:lnTo>
                    <a:pt x="131921" y="1364932"/>
                  </a:lnTo>
                  <a:lnTo>
                    <a:pt x="127159" y="1364932"/>
                  </a:lnTo>
                  <a:lnTo>
                    <a:pt x="115729" y="1372552"/>
                  </a:lnTo>
                  <a:lnTo>
                    <a:pt x="110014" y="1372552"/>
                  </a:lnTo>
                  <a:lnTo>
                    <a:pt x="110014" y="1370648"/>
                  </a:lnTo>
                  <a:lnTo>
                    <a:pt x="108585" y="1369695"/>
                  </a:lnTo>
                  <a:lnTo>
                    <a:pt x="106680" y="1370171"/>
                  </a:lnTo>
                  <a:lnTo>
                    <a:pt x="103346" y="1372552"/>
                  </a:lnTo>
                  <a:lnTo>
                    <a:pt x="101441" y="1374934"/>
                  </a:lnTo>
                  <a:lnTo>
                    <a:pt x="100965" y="1377792"/>
                  </a:lnTo>
                  <a:lnTo>
                    <a:pt x="100965" y="1386364"/>
                  </a:lnTo>
                  <a:lnTo>
                    <a:pt x="98108" y="1388745"/>
                  </a:lnTo>
                  <a:lnTo>
                    <a:pt x="96203" y="1391602"/>
                  </a:lnTo>
                  <a:lnTo>
                    <a:pt x="98108" y="1393984"/>
                  </a:lnTo>
                  <a:lnTo>
                    <a:pt x="107156" y="1399699"/>
                  </a:lnTo>
                  <a:lnTo>
                    <a:pt x="113348" y="1401604"/>
                  </a:lnTo>
                  <a:lnTo>
                    <a:pt x="113824" y="1397318"/>
                  </a:lnTo>
                  <a:lnTo>
                    <a:pt x="115253" y="1393507"/>
                  </a:lnTo>
                  <a:lnTo>
                    <a:pt x="116205" y="1392079"/>
                  </a:lnTo>
                  <a:lnTo>
                    <a:pt x="122396" y="1386364"/>
                  </a:lnTo>
                  <a:lnTo>
                    <a:pt x="127635" y="1383030"/>
                  </a:lnTo>
                  <a:lnTo>
                    <a:pt x="135731" y="1380173"/>
                  </a:lnTo>
                  <a:lnTo>
                    <a:pt x="152876" y="1369219"/>
                  </a:lnTo>
                  <a:lnTo>
                    <a:pt x="158115" y="1371124"/>
                  </a:lnTo>
                  <a:lnTo>
                    <a:pt x="160496" y="1372552"/>
                  </a:lnTo>
                  <a:lnTo>
                    <a:pt x="160020" y="1374457"/>
                  </a:lnTo>
                  <a:lnTo>
                    <a:pt x="159544" y="1375886"/>
                  </a:lnTo>
                  <a:lnTo>
                    <a:pt x="155734" y="1381125"/>
                  </a:lnTo>
                  <a:lnTo>
                    <a:pt x="151924" y="1384459"/>
                  </a:lnTo>
                  <a:lnTo>
                    <a:pt x="140494" y="1390174"/>
                  </a:lnTo>
                  <a:lnTo>
                    <a:pt x="138589" y="1401604"/>
                  </a:lnTo>
                  <a:lnTo>
                    <a:pt x="135255" y="1403509"/>
                  </a:lnTo>
                  <a:lnTo>
                    <a:pt x="134779" y="1402080"/>
                  </a:lnTo>
                  <a:lnTo>
                    <a:pt x="136208" y="1400175"/>
                  </a:lnTo>
                  <a:lnTo>
                    <a:pt x="137636" y="1397318"/>
                  </a:lnTo>
                  <a:lnTo>
                    <a:pt x="136684" y="1392079"/>
                  </a:lnTo>
                  <a:lnTo>
                    <a:pt x="133826" y="1389698"/>
                  </a:lnTo>
                  <a:lnTo>
                    <a:pt x="129064" y="1390174"/>
                  </a:lnTo>
                  <a:lnTo>
                    <a:pt x="123349" y="1390174"/>
                  </a:lnTo>
                  <a:lnTo>
                    <a:pt x="121444" y="1390650"/>
                  </a:lnTo>
                  <a:lnTo>
                    <a:pt x="117634" y="1394936"/>
                  </a:lnTo>
                  <a:lnTo>
                    <a:pt x="118110" y="1398270"/>
                  </a:lnTo>
                  <a:lnTo>
                    <a:pt x="119063" y="1400651"/>
                  </a:lnTo>
                  <a:lnTo>
                    <a:pt x="125730" y="1408271"/>
                  </a:lnTo>
                  <a:lnTo>
                    <a:pt x="128111" y="1409700"/>
                  </a:lnTo>
                  <a:lnTo>
                    <a:pt x="135731" y="1412557"/>
                  </a:lnTo>
                  <a:lnTo>
                    <a:pt x="141923" y="1416368"/>
                  </a:lnTo>
                  <a:lnTo>
                    <a:pt x="150495" y="1418273"/>
                  </a:lnTo>
                  <a:lnTo>
                    <a:pt x="155258" y="1420177"/>
                  </a:lnTo>
                  <a:lnTo>
                    <a:pt x="162401" y="1417320"/>
                  </a:lnTo>
                  <a:lnTo>
                    <a:pt x="165259" y="1415415"/>
                  </a:lnTo>
                  <a:lnTo>
                    <a:pt x="166688" y="1405890"/>
                  </a:lnTo>
                  <a:lnTo>
                    <a:pt x="165259" y="1400175"/>
                  </a:lnTo>
                  <a:lnTo>
                    <a:pt x="165259" y="1396842"/>
                  </a:lnTo>
                  <a:lnTo>
                    <a:pt x="166211" y="1390174"/>
                  </a:lnTo>
                  <a:lnTo>
                    <a:pt x="170498" y="1378268"/>
                  </a:lnTo>
                  <a:lnTo>
                    <a:pt x="170021" y="1374934"/>
                  </a:lnTo>
                  <a:lnTo>
                    <a:pt x="171450" y="1369219"/>
                  </a:lnTo>
                  <a:lnTo>
                    <a:pt x="175260" y="1366838"/>
                  </a:lnTo>
                  <a:lnTo>
                    <a:pt x="179070" y="1364932"/>
                  </a:lnTo>
                  <a:lnTo>
                    <a:pt x="184785" y="1364456"/>
                  </a:lnTo>
                  <a:lnTo>
                    <a:pt x="201454" y="1357789"/>
                  </a:lnTo>
                  <a:lnTo>
                    <a:pt x="206216" y="1357313"/>
                  </a:lnTo>
                  <a:lnTo>
                    <a:pt x="210979" y="1355407"/>
                  </a:lnTo>
                  <a:lnTo>
                    <a:pt x="212884" y="1353502"/>
                  </a:lnTo>
                  <a:lnTo>
                    <a:pt x="216694" y="1346835"/>
                  </a:lnTo>
                  <a:lnTo>
                    <a:pt x="223838" y="1343977"/>
                  </a:lnTo>
                  <a:lnTo>
                    <a:pt x="227648" y="1344454"/>
                  </a:lnTo>
                  <a:lnTo>
                    <a:pt x="231934" y="1346835"/>
                  </a:lnTo>
                  <a:lnTo>
                    <a:pt x="250984" y="1351121"/>
                  </a:lnTo>
                  <a:lnTo>
                    <a:pt x="250508" y="1348264"/>
                  </a:lnTo>
                  <a:lnTo>
                    <a:pt x="246221" y="1347311"/>
                  </a:lnTo>
                  <a:lnTo>
                    <a:pt x="241935" y="1346359"/>
                  </a:lnTo>
                  <a:lnTo>
                    <a:pt x="234791" y="1344454"/>
                  </a:lnTo>
                  <a:lnTo>
                    <a:pt x="225266" y="1341120"/>
                  </a:lnTo>
                  <a:lnTo>
                    <a:pt x="215741" y="1341120"/>
                  </a:lnTo>
                  <a:lnTo>
                    <a:pt x="208121" y="1338263"/>
                  </a:lnTo>
                  <a:lnTo>
                    <a:pt x="199549" y="1335405"/>
                  </a:lnTo>
                  <a:lnTo>
                    <a:pt x="181928" y="1334929"/>
                  </a:lnTo>
                  <a:lnTo>
                    <a:pt x="166211" y="1334929"/>
                  </a:lnTo>
                  <a:lnTo>
                    <a:pt x="150019" y="1334929"/>
                  </a:lnTo>
                  <a:lnTo>
                    <a:pt x="139541" y="1334929"/>
                  </a:lnTo>
                  <a:lnTo>
                    <a:pt x="132874" y="1334929"/>
                  </a:lnTo>
                  <a:lnTo>
                    <a:pt x="130969" y="1333976"/>
                  </a:lnTo>
                  <a:lnTo>
                    <a:pt x="131445" y="1330167"/>
                  </a:lnTo>
                  <a:lnTo>
                    <a:pt x="129064" y="1327309"/>
                  </a:lnTo>
                  <a:lnTo>
                    <a:pt x="125254" y="1323975"/>
                  </a:lnTo>
                  <a:lnTo>
                    <a:pt x="120968" y="1321594"/>
                  </a:lnTo>
                  <a:lnTo>
                    <a:pt x="118586" y="1318260"/>
                  </a:lnTo>
                  <a:lnTo>
                    <a:pt x="116205" y="1314926"/>
                  </a:lnTo>
                  <a:lnTo>
                    <a:pt x="117634" y="1311593"/>
                  </a:lnTo>
                  <a:lnTo>
                    <a:pt x="120015" y="1303973"/>
                  </a:lnTo>
                  <a:lnTo>
                    <a:pt x="120015" y="1300639"/>
                  </a:lnTo>
                  <a:lnTo>
                    <a:pt x="118110" y="1298257"/>
                  </a:lnTo>
                  <a:lnTo>
                    <a:pt x="117634" y="1294924"/>
                  </a:lnTo>
                  <a:lnTo>
                    <a:pt x="118110" y="1293495"/>
                  </a:lnTo>
                  <a:lnTo>
                    <a:pt x="120015" y="1292067"/>
                  </a:lnTo>
                  <a:lnTo>
                    <a:pt x="120968" y="1286351"/>
                  </a:lnTo>
                  <a:lnTo>
                    <a:pt x="120015" y="1281113"/>
                  </a:lnTo>
                  <a:lnTo>
                    <a:pt x="118586" y="1276350"/>
                  </a:lnTo>
                  <a:lnTo>
                    <a:pt x="116681" y="1274445"/>
                  </a:lnTo>
                  <a:lnTo>
                    <a:pt x="114300" y="1273493"/>
                  </a:lnTo>
                  <a:lnTo>
                    <a:pt x="112395" y="1273493"/>
                  </a:lnTo>
                  <a:lnTo>
                    <a:pt x="108585" y="1275398"/>
                  </a:lnTo>
                  <a:lnTo>
                    <a:pt x="102394" y="1274921"/>
                  </a:lnTo>
                  <a:lnTo>
                    <a:pt x="100489" y="1275398"/>
                  </a:lnTo>
                  <a:lnTo>
                    <a:pt x="97631" y="1277302"/>
                  </a:lnTo>
                  <a:lnTo>
                    <a:pt x="93345" y="1280160"/>
                  </a:lnTo>
                  <a:lnTo>
                    <a:pt x="90964" y="1279207"/>
                  </a:lnTo>
                  <a:lnTo>
                    <a:pt x="90011" y="1276350"/>
                  </a:lnTo>
                  <a:lnTo>
                    <a:pt x="88583" y="1273493"/>
                  </a:lnTo>
                  <a:lnTo>
                    <a:pt x="87630" y="1271111"/>
                  </a:lnTo>
                  <a:lnTo>
                    <a:pt x="86678" y="1267301"/>
                  </a:lnTo>
                  <a:lnTo>
                    <a:pt x="85249" y="1262539"/>
                  </a:lnTo>
                  <a:lnTo>
                    <a:pt x="82868" y="1256824"/>
                  </a:lnTo>
                  <a:lnTo>
                    <a:pt x="79058" y="1252061"/>
                  </a:lnTo>
                  <a:lnTo>
                    <a:pt x="79058" y="1247775"/>
                  </a:lnTo>
                  <a:lnTo>
                    <a:pt x="78105" y="1242536"/>
                  </a:lnTo>
                  <a:lnTo>
                    <a:pt x="80010" y="1237298"/>
                  </a:lnTo>
                  <a:lnTo>
                    <a:pt x="79058" y="1233011"/>
                  </a:lnTo>
                  <a:lnTo>
                    <a:pt x="76676" y="1227773"/>
                  </a:lnTo>
                  <a:lnTo>
                    <a:pt x="77629" y="1222534"/>
                  </a:lnTo>
                  <a:lnTo>
                    <a:pt x="80010" y="1219676"/>
                  </a:lnTo>
                  <a:lnTo>
                    <a:pt x="80963" y="1215867"/>
                  </a:lnTo>
                  <a:lnTo>
                    <a:pt x="91916" y="1215390"/>
                  </a:lnTo>
                  <a:lnTo>
                    <a:pt x="91440" y="1210627"/>
                  </a:lnTo>
                  <a:lnTo>
                    <a:pt x="93345" y="1206818"/>
                  </a:lnTo>
                  <a:lnTo>
                    <a:pt x="95250" y="1203007"/>
                  </a:lnTo>
                  <a:lnTo>
                    <a:pt x="97155" y="1201579"/>
                  </a:lnTo>
                  <a:lnTo>
                    <a:pt x="100965" y="1200150"/>
                  </a:lnTo>
                  <a:lnTo>
                    <a:pt x="105728" y="1198245"/>
                  </a:lnTo>
                  <a:lnTo>
                    <a:pt x="108585" y="1195864"/>
                  </a:lnTo>
                  <a:lnTo>
                    <a:pt x="110014" y="1193959"/>
                  </a:lnTo>
                  <a:lnTo>
                    <a:pt x="110966" y="1191101"/>
                  </a:lnTo>
                  <a:lnTo>
                    <a:pt x="110966" y="1188244"/>
                  </a:lnTo>
                  <a:lnTo>
                    <a:pt x="110014" y="1182052"/>
                  </a:lnTo>
                  <a:lnTo>
                    <a:pt x="110966" y="1180148"/>
                  </a:lnTo>
                  <a:lnTo>
                    <a:pt x="113824" y="1177767"/>
                  </a:lnTo>
                  <a:lnTo>
                    <a:pt x="118586" y="1175385"/>
                  </a:lnTo>
                  <a:lnTo>
                    <a:pt x="120491" y="1169670"/>
                  </a:lnTo>
                  <a:lnTo>
                    <a:pt x="119063" y="1164431"/>
                  </a:lnTo>
                  <a:lnTo>
                    <a:pt x="116205" y="1160145"/>
                  </a:lnTo>
                  <a:lnTo>
                    <a:pt x="112871" y="1158240"/>
                  </a:lnTo>
                  <a:lnTo>
                    <a:pt x="112395" y="1153954"/>
                  </a:lnTo>
                  <a:lnTo>
                    <a:pt x="113824" y="1150144"/>
                  </a:lnTo>
                  <a:lnTo>
                    <a:pt x="115729" y="1145857"/>
                  </a:lnTo>
                  <a:lnTo>
                    <a:pt x="118110" y="1141095"/>
                  </a:lnTo>
                  <a:lnTo>
                    <a:pt x="118110" y="1137761"/>
                  </a:lnTo>
                  <a:lnTo>
                    <a:pt x="120491" y="1135856"/>
                  </a:lnTo>
                  <a:lnTo>
                    <a:pt x="126683" y="1131570"/>
                  </a:lnTo>
                  <a:lnTo>
                    <a:pt x="128588" y="1127284"/>
                  </a:lnTo>
                  <a:lnTo>
                    <a:pt x="130969" y="1126331"/>
                  </a:lnTo>
                  <a:lnTo>
                    <a:pt x="133350" y="1125855"/>
                  </a:lnTo>
                  <a:lnTo>
                    <a:pt x="133350" y="1123474"/>
                  </a:lnTo>
                  <a:lnTo>
                    <a:pt x="131445" y="1121093"/>
                  </a:lnTo>
                  <a:lnTo>
                    <a:pt x="130969" y="1118235"/>
                  </a:lnTo>
                  <a:lnTo>
                    <a:pt x="130969" y="1114901"/>
                  </a:lnTo>
                  <a:lnTo>
                    <a:pt x="131445" y="1110615"/>
                  </a:lnTo>
                  <a:lnTo>
                    <a:pt x="134303" y="1108710"/>
                  </a:lnTo>
                  <a:lnTo>
                    <a:pt x="138589" y="1104900"/>
                  </a:lnTo>
                  <a:lnTo>
                    <a:pt x="139541" y="1102519"/>
                  </a:lnTo>
                  <a:lnTo>
                    <a:pt x="139541" y="1099661"/>
                  </a:lnTo>
                  <a:lnTo>
                    <a:pt x="138113" y="1093470"/>
                  </a:lnTo>
                  <a:lnTo>
                    <a:pt x="137160" y="1088707"/>
                  </a:lnTo>
                  <a:lnTo>
                    <a:pt x="136684" y="1086802"/>
                  </a:lnTo>
                  <a:lnTo>
                    <a:pt x="134779" y="1083945"/>
                  </a:lnTo>
                  <a:lnTo>
                    <a:pt x="133350" y="1082040"/>
                  </a:lnTo>
                  <a:lnTo>
                    <a:pt x="135731" y="1079659"/>
                  </a:lnTo>
                  <a:lnTo>
                    <a:pt x="140018" y="1077277"/>
                  </a:lnTo>
                  <a:lnTo>
                    <a:pt x="141923" y="1073468"/>
                  </a:lnTo>
                  <a:lnTo>
                    <a:pt x="140494" y="1070134"/>
                  </a:lnTo>
                  <a:lnTo>
                    <a:pt x="138113" y="1068229"/>
                  </a:lnTo>
                  <a:lnTo>
                    <a:pt x="137160" y="1063467"/>
                  </a:lnTo>
                  <a:lnTo>
                    <a:pt x="138113" y="1057275"/>
                  </a:lnTo>
                  <a:lnTo>
                    <a:pt x="140018" y="1055370"/>
                  </a:lnTo>
                  <a:lnTo>
                    <a:pt x="146209" y="1054418"/>
                  </a:lnTo>
                  <a:lnTo>
                    <a:pt x="146685" y="1051084"/>
                  </a:lnTo>
                  <a:lnTo>
                    <a:pt x="151448" y="1046798"/>
                  </a:lnTo>
                  <a:lnTo>
                    <a:pt x="151448" y="1042511"/>
                  </a:lnTo>
                  <a:lnTo>
                    <a:pt x="148590" y="1040130"/>
                  </a:lnTo>
                  <a:lnTo>
                    <a:pt x="145733" y="1035844"/>
                  </a:lnTo>
                  <a:lnTo>
                    <a:pt x="143351" y="1032034"/>
                  </a:lnTo>
                  <a:lnTo>
                    <a:pt x="136208" y="1030129"/>
                  </a:lnTo>
                  <a:lnTo>
                    <a:pt x="128588" y="1029176"/>
                  </a:lnTo>
                  <a:lnTo>
                    <a:pt x="127635" y="1025843"/>
                  </a:lnTo>
                  <a:lnTo>
                    <a:pt x="128111" y="1023938"/>
                  </a:lnTo>
                  <a:lnTo>
                    <a:pt x="131921" y="1024890"/>
                  </a:lnTo>
                  <a:lnTo>
                    <a:pt x="137636" y="1024414"/>
                  </a:lnTo>
                  <a:lnTo>
                    <a:pt x="141923" y="1024414"/>
                  </a:lnTo>
                  <a:lnTo>
                    <a:pt x="145256" y="1023938"/>
                  </a:lnTo>
                  <a:lnTo>
                    <a:pt x="149066" y="1023461"/>
                  </a:lnTo>
                  <a:lnTo>
                    <a:pt x="152400" y="1024890"/>
                  </a:lnTo>
                  <a:lnTo>
                    <a:pt x="155734" y="1023938"/>
                  </a:lnTo>
                  <a:lnTo>
                    <a:pt x="157163" y="1018223"/>
                  </a:lnTo>
                  <a:lnTo>
                    <a:pt x="159068" y="1015365"/>
                  </a:lnTo>
                  <a:lnTo>
                    <a:pt x="159544" y="1012507"/>
                  </a:lnTo>
                  <a:lnTo>
                    <a:pt x="157639" y="1010126"/>
                  </a:lnTo>
                  <a:lnTo>
                    <a:pt x="153829" y="1009650"/>
                  </a:lnTo>
                  <a:lnTo>
                    <a:pt x="137160" y="1007745"/>
                  </a:lnTo>
                  <a:lnTo>
                    <a:pt x="136684" y="1005364"/>
                  </a:lnTo>
                  <a:lnTo>
                    <a:pt x="136684" y="1001554"/>
                  </a:lnTo>
                  <a:lnTo>
                    <a:pt x="137160" y="997744"/>
                  </a:lnTo>
                  <a:lnTo>
                    <a:pt x="137160" y="995839"/>
                  </a:lnTo>
                  <a:lnTo>
                    <a:pt x="138589" y="994410"/>
                  </a:lnTo>
                  <a:lnTo>
                    <a:pt x="140494" y="991076"/>
                  </a:lnTo>
                  <a:lnTo>
                    <a:pt x="141923" y="988695"/>
                  </a:lnTo>
                  <a:lnTo>
                    <a:pt x="140494" y="985838"/>
                  </a:lnTo>
                  <a:lnTo>
                    <a:pt x="137636" y="981551"/>
                  </a:lnTo>
                  <a:lnTo>
                    <a:pt x="139541" y="979646"/>
                  </a:lnTo>
                  <a:lnTo>
                    <a:pt x="139541" y="977265"/>
                  </a:lnTo>
                  <a:lnTo>
                    <a:pt x="139065" y="974884"/>
                  </a:lnTo>
                  <a:lnTo>
                    <a:pt x="136208" y="972502"/>
                  </a:lnTo>
                  <a:lnTo>
                    <a:pt x="133826" y="969169"/>
                  </a:lnTo>
                  <a:lnTo>
                    <a:pt x="133826" y="965359"/>
                  </a:lnTo>
                  <a:lnTo>
                    <a:pt x="136684" y="964406"/>
                  </a:lnTo>
                  <a:lnTo>
                    <a:pt x="138589" y="963454"/>
                  </a:lnTo>
                  <a:lnTo>
                    <a:pt x="139065" y="961073"/>
                  </a:lnTo>
                  <a:lnTo>
                    <a:pt x="138113" y="958215"/>
                  </a:lnTo>
                  <a:lnTo>
                    <a:pt x="134303" y="957263"/>
                  </a:lnTo>
                  <a:lnTo>
                    <a:pt x="129064" y="955357"/>
                  </a:lnTo>
                  <a:lnTo>
                    <a:pt x="127635" y="953929"/>
                  </a:lnTo>
                  <a:lnTo>
                    <a:pt x="126206" y="951071"/>
                  </a:lnTo>
                  <a:lnTo>
                    <a:pt x="127159" y="942499"/>
                  </a:lnTo>
                  <a:lnTo>
                    <a:pt x="126683" y="937260"/>
                  </a:lnTo>
                  <a:lnTo>
                    <a:pt x="126206" y="934402"/>
                  </a:lnTo>
                  <a:lnTo>
                    <a:pt x="127635" y="932021"/>
                  </a:lnTo>
                  <a:lnTo>
                    <a:pt x="129540" y="930117"/>
                  </a:lnTo>
                  <a:lnTo>
                    <a:pt x="128588" y="925354"/>
                  </a:lnTo>
                  <a:lnTo>
                    <a:pt x="127159" y="922973"/>
                  </a:lnTo>
                  <a:lnTo>
                    <a:pt x="127635" y="921068"/>
                  </a:lnTo>
                  <a:lnTo>
                    <a:pt x="129064" y="919163"/>
                  </a:lnTo>
                  <a:lnTo>
                    <a:pt x="130493" y="916781"/>
                  </a:lnTo>
                  <a:lnTo>
                    <a:pt x="131445" y="916305"/>
                  </a:lnTo>
                  <a:lnTo>
                    <a:pt x="133350" y="917734"/>
                  </a:lnTo>
                  <a:lnTo>
                    <a:pt x="136208" y="916781"/>
                  </a:lnTo>
                  <a:lnTo>
                    <a:pt x="139541" y="914876"/>
                  </a:lnTo>
                  <a:lnTo>
                    <a:pt x="140018" y="912495"/>
                  </a:lnTo>
                  <a:lnTo>
                    <a:pt x="139541" y="909161"/>
                  </a:lnTo>
                  <a:lnTo>
                    <a:pt x="137160" y="901065"/>
                  </a:lnTo>
                  <a:lnTo>
                    <a:pt x="134779" y="896302"/>
                  </a:lnTo>
                  <a:lnTo>
                    <a:pt x="135255" y="894398"/>
                  </a:lnTo>
                  <a:lnTo>
                    <a:pt x="136208" y="892493"/>
                  </a:lnTo>
                  <a:lnTo>
                    <a:pt x="135255" y="885825"/>
                  </a:lnTo>
                  <a:lnTo>
                    <a:pt x="135255" y="881539"/>
                  </a:lnTo>
                  <a:lnTo>
                    <a:pt x="135255" y="869632"/>
                  </a:lnTo>
                  <a:lnTo>
                    <a:pt x="135731" y="865346"/>
                  </a:lnTo>
                  <a:lnTo>
                    <a:pt x="133350" y="861060"/>
                  </a:lnTo>
                  <a:lnTo>
                    <a:pt x="133826" y="857250"/>
                  </a:lnTo>
                  <a:lnTo>
                    <a:pt x="135255" y="854393"/>
                  </a:lnTo>
                  <a:lnTo>
                    <a:pt x="136684" y="850582"/>
                  </a:lnTo>
                  <a:lnTo>
                    <a:pt x="137636" y="847249"/>
                  </a:lnTo>
                  <a:lnTo>
                    <a:pt x="139065" y="845820"/>
                  </a:lnTo>
                  <a:lnTo>
                    <a:pt x="140970" y="844868"/>
                  </a:lnTo>
                  <a:lnTo>
                    <a:pt x="141446" y="842963"/>
                  </a:lnTo>
                  <a:lnTo>
                    <a:pt x="140494" y="841534"/>
                  </a:lnTo>
                  <a:lnTo>
                    <a:pt x="137636" y="839152"/>
                  </a:lnTo>
                  <a:lnTo>
                    <a:pt x="137160" y="836295"/>
                  </a:lnTo>
                  <a:lnTo>
                    <a:pt x="137636" y="834390"/>
                  </a:lnTo>
                  <a:lnTo>
                    <a:pt x="139065" y="832961"/>
                  </a:lnTo>
                  <a:lnTo>
                    <a:pt x="140970" y="832961"/>
                  </a:lnTo>
                  <a:lnTo>
                    <a:pt x="142399" y="830104"/>
                  </a:lnTo>
                  <a:lnTo>
                    <a:pt x="142875" y="826294"/>
                  </a:lnTo>
                  <a:lnTo>
                    <a:pt x="143351" y="824389"/>
                  </a:lnTo>
                  <a:lnTo>
                    <a:pt x="142399" y="822484"/>
                  </a:lnTo>
                  <a:lnTo>
                    <a:pt x="141446" y="817245"/>
                  </a:lnTo>
                  <a:lnTo>
                    <a:pt x="140494" y="814388"/>
                  </a:lnTo>
                  <a:lnTo>
                    <a:pt x="141446" y="812959"/>
                  </a:lnTo>
                  <a:lnTo>
                    <a:pt x="142875" y="812482"/>
                  </a:lnTo>
                  <a:lnTo>
                    <a:pt x="145256" y="812959"/>
                  </a:lnTo>
                  <a:lnTo>
                    <a:pt x="146685" y="812482"/>
                  </a:lnTo>
                  <a:lnTo>
                    <a:pt x="147161" y="811054"/>
                  </a:lnTo>
                  <a:lnTo>
                    <a:pt x="147161" y="809625"/>
                  </a:lnTo>
                  <a:lnTo>
                    <a:pt x="147638" y="808673"/>
                  </a:lnTo>
                  <a:lnTo>
                    <a:pt x="149066" y="804863"/>
                  </a:lnTo>
                  <a:lnTo>
                    <a:pt x="150495" y="800100"/>
                  </a:lnTo>
                  <a:lnTo>
                    <a:pt x="150971" y="796767"/>
                  </a:lnTo>
                  <a:lnTo>
                    <a:pt x="150495" y="788194"/>
                  </a:lnTo>
                  <a:lnTo>
                    <a:pt x="151448" y="786289"/>
                  </a:lnTo>
                  <a:lnTo>
                    <a:pt x="152876" y="784384"/>
                  </a:lnTo>
                  <a:lnTo>
                    <a:pt x="155258" y="782479"/>
                  </a:lnTo>
                  <a:lnTo>
                    <a:pt x="158115" y="781050"/>
                  </a:lnTo>
                  <a:lnTo>
                    <a:pt x="161925" y="779145"/>
                  </a:lnTo>
                  <a:lnTo>
                    <a:pt x="166688" y="778193"/>
                  </a:lnTo>
                  <a:lnTo>
                    <a:pt x="168593" y="775811"/>
                  </a:lnTo>
                  <a:lnTo>
                    <a:pt x="170021" y="772954"/>
                  </a:lnTo>
                  <a:lnTo>
                    <a:pt x="170498" y="770573"/>
                  </a:lnTo>
                  <a:lnTo>
                    <a:pt x="168593" y="768668"/>
                  </a:lnTo>
                  <a:lnTo>
                    <a:pt x="166211" y="766763"/>
                  </a:lnTo>
                  <a:lnTo>
                    <a:pt x="165259" y="761524"/>
                  </a:lnTo>
                  <a:lnTo>
                    <a:pt x="164783" y="756761"/>
                  </a:lnTo>
                  <a:lnTo>
                    <a:pt x="164306" y="750570"/>
                  </a:lnTo>
                  <a:lnTo>
                    <a:pt x="161925" y="745331"/>
                  </a:lnTo>
                  <a:lnTo>
                    <a:pt x="159544" y="739617"/>
                  </a:lnTo>
                  <a:lnTo>
                    <a:pt x="159068" y="734377"/>
                  </a:lnTo>
                  <a:lnTo>
                    <a:pt x="160020" y="731520"/>
                  </a:lnTo>
                  <a:lnTo>
                    <a:pt x="160973" y="727234"/>
                  </a:lnTo>
                  <a:lnTo>
                    <a:pt x="160020" y="725329"/>
                  </a:lnTo>
                  <a:lnTo>
                    <a:pt x="158591" y="721519"/>
                  </a:lnTo>
                  <a:lnTo>
                    <a:pt x="160020" y="718661"/>
                  </a:lnTo>
                  <a:lnTo>
                    <a:pt x="161449" y="714375"/>
                  </a:lnTo>
                  <a:lnTo>
                    <a:pt x="161449" y="711994"/>
                  </a:lnTo>
                  <a:lnTo>
                    <a:pt x="160020" y="706755"/>
                  </a:lnTo>
                  <a:lnTo>
                    <a:pt x="159068" y="703898"/>
                  </a:lnTo>
                  <a:lnTo>
                    <a:pt x="160020" y="700564"/>
                  </a:lnTo>
                  <a:lnTo>
                    <a:pt x="161925" y="697706"/>
                  </a:lnTo>
                  <a:lnTo>
                    <a:pt x="163354" y="696277"/>
                  </a:lnTo>
                  <a:lnTo>
                    <a:pt x="163354" y="693896"/>
                  </a:lnTo>
                  <a:lnTo>
                    <a:pt x="163830" y="691992"/>
                  </a:lnTo>
                  <a:lnTo>
                    <a:pt x="166688" y="690563"/>
                  </a:lnTo>
                  <a:lnTo>
                    <a:pt x="169069" y="688181"/>
                  </a:lnTo>
                  <a:lnTo>
                    <a:pt x="170974" y="687705"/>
                  </a:lnTo>
                  <a:lnTo>
                    <a:pt x="172879" y="687705"/>
                  </a:lnTo>
                  <a:lnTo>
                    <a:pt x="174308" y="686752"/>
                  </a:lnTo>
                  <a:lnTo>
                    <a:pt x="174784" y="684848"/>
                  </a:lnTo>
                  <a:lnTo>
                    <a:pt x="175260" y="682467"/>
                  </a:lnTo>
                  <a:lnTo>
                    <a:pt x="178594" y="679609"/>
                  </a:lnTo>
                  <a:lnTo>
                    <a:pt x="180499" y="677227"/>
                  </a:lnTo>
                  <a:lnTo>
                    <a:pt x="184309" y="676751"/>
                  </a:lnTo>
                  <a:lnTo>
                    <a:pt x="186214" y="673894"/>
                  </a:lnTo>
                  <a:lnTo>
                    <a:pt x="186214" y="670560"/>
                  </a:lnTo>
                  <a:lnTo>
                    <a:pt x="185738" y="667226"/>
                  </a:lnTo>
                  <a:lnTo>
                    <a:pt x="187166" y="662940"/>
                  </a:lnTo>
                  <a:lnTo>
                    <a:pt x="185738" y="656749"/>
                  </a:lnTo>
                  <a:lnTo>
                    <a:pt x="185738" y="653415"/>
                  </a:lnTo>
                  <a:lnTo>
                    <a:pt x="184309" y="650557"/>
                  </a:lnTo>
                  <a:lnTo>
                    <a:pt x="184785" y="647700"/>
                  </a:lnTo>
                  <a:lnTo>
                    <a:pt x="183833" y="645795"/>
                  </a:lnTo>
                  <a:lnTo>
                    <a:pt x="181928" y="645319"/>
                  </a:lnTo>
                  <a:lnTo>
                    <a:pt x="180975" y="642938"/>
                  </a:lnTo>
                  <a:lnTo>
                    <a:pt x="181928" y="641985"/>
                  </a:lnTo>
                  <a:lnTo>
                    <a:pt x="183833" y="641032"/>
                  </a:lnTo>
                  <a:lnTo>
                    <a:pt x="186214" y="639127"/>
                  </a:lnTo>
                  <a:lnTo>
                    <a:pt x="188119" y="630555"/>
                  </a:lnTo>
                  <a:lnTo>
                    <a:pt x="189071" y="628174"/>
                  </a:lnTo>
                  <a:lnTo>
                    <a:pt x="190024" y="625317"/>
                  </a:lnTo>
                  <a:lnTo>
                    <a:pt x="190024" y="623888"/>
                  </a:lnTo>
                  <a:lnTo>
                    <a:pt x="191453" y="621506"/>
                  </a:lnTo>
                  <a:lnTo>
                    <a:pt x="192881" y="618173"/>
                  </a:lnTo>
                  <a:lnTo>
                    <a:pt x="195263" y="614839"/>
                  </a:lnTo>
                  <a:lnTo>
                    <a:pt x="196691" y="612457"/>
                  </a:lnTo>
                  <a:lnTo>
                    <a:pt x="198120" y="609124"/>
                  </a:lnTo>
                  <a:lnTo>
                    <a:pt x="198596" y="607219"/>
                  </a:lnTo>
                  <a:lnTo>
                    <a:pt x="200501" y="606267"/>
                  </a:lnTo>
                  <a:lnTo>
                    <a:pt x="202406" y="605790"/>
                  </a:lnTo>
                  <a:lnTo>
                    <a:pt x="204788" y="605314"/>
                  </a:lnTo>
                  <a:lnTo>
                    <a:pt x="205740" y="604361"/>
                  </a:lnTo>
                  <a:lnTo>
                    <a:pt x="205740" y="602932"/>
                  </a:lnTo>
                  <a:lnTo>
                    <a:pt x="205740" y="599123"/>
                  </a:lnTo>
                  <a:lnTo>
                    <a:pt x="205264" y="593407"/>
                  </a:lnTo>
                  <a:lnTo>
                    <a:pt x="204788" y="585788"/>
                  </a:lnTo>
                  <a:lnTo>
                    <a:pt x="205264" y="581025"/>
                  </a:lnTo>
                  <a:lnTo>
                    <a:pt x="206693" y="576263"/>
                  </a:lnTo>
                  <a:lnTo>
                    <a:pt x="208121" y="573405"/>
                  </a:lnTo>
                  <a:lnTo>
                    <a:pt x="207645" y="571500"/>
                  </a:lnTo>
                  <a:lnTo>
                    <a:pt x="207169" y="569119"/>
                  </a:lnTo>
                  <a:lnTo>
                    <a:pt x="204788" y="567690"/>
                  </a:lnTo>
                  <a:lnTo>
                    <a:pt x="202406" y="568643"/>
                  </a:lnTo>
                  <a:lnTo>
                    <a:pt x="200501" y="568167"/>
                  </a:lnTo>
                  <a:lnTo>
                    <a:pt x="198120" y="565309"/>
                  </a:lnTo>
                  <a:lnTo>
                    <a:pt x="197644" y="562451"/>
                  </a:lnTo>
                  <a:lnTo>
                    <a:pt x="198120" y="558642"/>
                  </a:lnTo>
                  <a:lnTo>
                    <a:pt x="200025" y="556260"/>
                  </a:lnTo>
                  <a:lnTo>
                    <a:pt x="200501" y="553402"/>
                  </a:lnTo>
                  <a:lnTo>
                    <a:pt x="199549" y="552450"/>
                  </a:lnTo>
                  <a:lnTo>
                    <a:pt x="197168" y="550545"/>
                  </a:lnTo>
                  <a:lnTo>
                    <a:pt x="195263" y="543877"/>
                  </a:lnTo>
                  <a:lnTo>
                    <a:pt x="195739" y="538163"/>
                  </a:lnTo>
                  <a:lnTo>
                    <a:pt x="193834" y="536734"/>
                  </a:lnTo>
                  <a:lnTo>
                    <a:pt x="192881" y="532448"/>
                  </a:lnTo>
                  <a:lnTo>
                    <a:pt x="190976" y="531019"/>
                  </a:lnTo>
                  <a:lnTo>
                    <a:pt x="190024" y="527685"/>
                  </a:lnTo>
                  <a:lnTo>
                    <a:pt x="189548" y="524351"/>
                  </a:lnTo>
                  <a:lnTo>
                    <a:pt x="190024" y="522923"/>
                  </a:lnTo>
                  <a:lnTo>
                    <a:pt x="192405" y="522446"/>
                  </a:lnTo>
                  <a:lnTo>
                    <a:pt x="193834" y="519589"/>
                  </a:lnTo>
                  <a:lnTo>
                    <a:pt x="192881" y="518160"/>
                  </a:lnTo>
                  <a:lnTo>
                    <a:pt x="190976" y="516731"/>
                  </a:lnTo>
                  <a:lnTo>
                    <a:pt x="189071" y="516731"/>
                  </a:lnTo>
                  <a:lnTo>
                    <a:pt x="187166" y="515302"/>
                  </a:lnTo>
                  <a:lnTo>
                    <a:pt x="184785" y="508635"/>
                  </a:lnTo>
                  <a:lnTo>
                    <a:pt x="182880" y="504825"/>
                  </a:lnTo>
                  <a:lnTo>
                    <a:pt x="183356" y="499586"/>
                  </a:lnTo>
                  <a:lnTo>
                    <a:pt x="183833" y="495300"/>
                  </a:lnTo>
                  <a:lnTo>
                    <a:pt x="184785" y="491966"/>
                  </a:lnTo>
                  <a:lnTo>
                    <a:pt x="185261" y="489109"/>
                  </a:lnTo>
                  <a:lnTo>
                    <a:pt x="186690" y="487680"/>
                  </a:lnTo>
                  <a:lnTo>
                    <a:pt x="188119" y="488156"/>
                  </a:lnTo>
                  <a:lnTo>
                    <a:pt x="189548" y="487680"/>
                  </a:lnTo>
                  <a:lnTo>
                    <a:pt x="190976" y="485299"/>
                  </a:lnTo>
                  <a:lnTo>
                    <a:pt x="192405" y="483870"/>
                  </a:lnTo>
                  <a:lnTo>
                    <a:pt x="192405" y="482918"/>
                  </a:lnTo>
                  <a:lnTo>
                    <a:pt x="191453" y="481489"/>
                  </a:lnTo>
                  <a:lnTo>
                    <a:pt x="190976" y="479584"/>
                  </a:lnTo>
                  <a:lnTo>
                    <a:pt x="191929" y="477202"/>
                  </a:lnTo>
                  <a:lnTo>
                    <a:pt x="193834" y="471488"/>
                  </a:lnTo>
                  <a:lnTo>
                    <a:pt x="196215" y="465296"/>
                  </a:lnTo>
                  <a:lnTo>
                    <a:pt x="197168" y="462915"/>
                  </a:lnTo>
                  <a:lnTo>
                    <a:pt x="196691" y="461010"/>
                  </a:lnTo>
                  <a:lnTo>
                    <a:pt x="197168" y="460057"/>
                  </a:lnTo>
                  <a:lnTo>
                    <a:pt x="199073" y="461010"/>
                  </a:lnTo>
                  <a:lnTo>
                    <a:pt x="203835" y="460057"/>
                  </a:lnTo>
                  <a:lnTo>
                    <a:pt x="205740" y="457200"/>
                  </a:lnTo>
                  <a:lnTo>
                    <a:pt x="206216" y="454819"/>
                  </a:lnTo>
                  <a:lnTo>
                    <a:pt x="207645" y="453390"/>
                  </a:lnTo>
                  <a:lnTo>
                    <a:pt x="207169" y="451485"/>
                  </a:lnTo>
                  <a:lnTo>
                    <a:pt x="205264" y="451009"/>
                  </a:lnTo>
                  <a:lnTo>
                    <a:pt x="203835" y="450056"/>
                  </a:lnTo>
                  <a:lnTo>
                    <a:pt x="204311" y="447675"/>
                  </a:lnTo>
                  <a:lnTo>
                    <a:pt x="205264" y="442436"/>
                  </a:lnTo>
                  <a:lnTo>
                    <a:pt x="205264" y="438626"/>
                  </a:lnTo>
                  <a:lnTo>
                    <a:pt x="203359" y="430530"/>
                  </a:lnTo>
                  <a:lnTo>
                    <a:pt x="201930" y="422434"/>
                  </a:lnTo>
                  <a:lnTo>
                    <a:pt x="202883" y="419576"/>
                  </a:lnTo>
                  <a:lnTo>
                    <a:pt x="206216" y="415766"/>
                  </a:lnTo>
                  <a:lnTo>
                    <a:pt x="208598" y="413861"/>
                  </a:lnTo>
                  <a:lnTo>
                    <a:pt x="209074" y="411956"/>
                  </a:lnTo>
                  <a:lnTo>
                    <a:pt x="211455" y="402431"/>
                  </a:lnTo>
                  <a:lnTo>
                    <a:pt x="211931" y="397193"/>
                  </a:lnTo>
                  <a:lnTo>
                    <a:pt x="213360" y="394335"/>
                  </a:lnTo>
                  <a:lnTo>
                    <a:pt x="214313" y="389096"/>
                  </a:lnTo>
                  <a:lnTo>
                    <a:pt x="218599" y="384334"/>
                  </a:lnTo>
                  <a:lnTo>
                    <a:pt x="220028" y="381476"/>
                  </a:lnTo>
                  <a:lnTo>
                    <a:pt x="221933" y="381000"/>
                  </a:lnTo>
                  <a:lnTo>
                    <a:pt x="222885" y="380047"/>
                  </a:lnTo>
                  <a:lnTo>
                    <a:pt x="225266" y="376714"/>
                  </a:lnTo>
                  <a:lnTo>
                    <a:pt x="228124" y="373380"/>
                  </a:lnTo>
                  <a:lnTo>
                    <a:pt x="230505" y="371475"/>
                  </a:lnTo>
                  <a:lnTo>
                    <a:pt x="230981" y="368618"/>
                  </a:lnTo>
                  <a:lnTo>
                    <a:pt x="232410" y="364807"/>
                  </a:lnTo>
                  <a:lnTo>
                    <a:pt x="234791" y="358616"/>
                  </a:lnTo>
                  <a:lnTo>
                    <a:pt x="236220" y="354330"/>
                  </a:lnTo>
                  <a:lnTo>
                    <a:pt x="238125" y="352901"/>
                  </a:lnTo>
                  <a:lnTo>
                    <a:pt x="240506" y="347186"/>
                  </a:lnTo>
                  <a:lnTo>
                    <a:pt x="241459" y="343853"/>
                  </a:lnTo>
                  <a:lnTo>
                    <a:pt x="243840" y="342424"/>
                  </a:lnTo>
                  <a:lnTo>
                    <a:pt x="245745" y="341947"/>
                  </a:lnTo>
                  <a:lnTo>
                    <a:pt x="247650" y="343376"/>
                  </a:lnTo>
                  <a:lnTo>
                    <a:pt x="249555" y="342900"/>
                  </a:lnTo>
                  <a:lnTo>
                    <a:pt x="251460" y="340995"/>
                  </a:lnTo>
                  <a:lnTo>
                    <a:pt x="255746" y="339566"/>
                  </a:lnTo>
                  <a:lnTo>
                    <a:pt x="257651" y="338614"/>
                  </a:lnTo>
                  <a:lnTo>
                    <a:pt x="258604" y="336709"/>
                  </a:lnTo>
                  <a:lnTo>
                    <a:pt x="258604" y="333375"/>
                  </a:lnTo>
                  <a:lnTo>
                    <a:pt x="256699" y="330994"/>
                  </a:lnTo>
                  <a:lnTo>
                    <a:pt x="252889" y="326231"/>
                  </a:lnTo>
                  <a:lnTo>
                    <a:pt x="244793" y="319088"/>
                  </a:lnTo>
                  <a:lnTo>
                    <a:pt x="244316" y="317182"/>
                  </a:lnTo>
                  <a:lnTo>
                    <a:pt x="244316" y="315278"/>
                  </a:lnTo>
                  <a:lnTo>
                    <a:pt x="244793" y="312896"/>
                  </a:lnTo>
                  <a:lnTo>
                    <a:pt x="246221" y="310039"/>
                  </a:lnTo>
                  <a:lnTo>
                    <a:pt x="250031" y="305753"/>
                  </a:lnTo>
                  <a:lnTo>
                    <a:pt x="249555" y="302419"/>
                  </a:lnTo>
                  <a:lnTo>
                    <a:pt x="246698" y="290989"/>
                  </a:lnTo>
                  <a:lnTo>
                    <a:pt x="245745" y="287655"/>
                  </a:lnTo>
                  <a:lnTo>
                    <a:pt x="243840" y="281940"/>
                  </a:lnTo>
                  <a:lnTo>
                    <a:pt x="244316" y="279559"/>
                  </a:lnTo>
                  <a:lnTo>
                    <a:pt x="246221" y="272891"/>
                  </a:lnTo>
                  <a:lnTo>
                    <a:pt x="247650" y="270034"/>
                  </a:lnTo>
                  <a:lnTo>
                    <a:pt x="250031" y="269557"/>
                  </a:lnTo>
                  <a:lnTo>
                    <a:pt x="251460" y="268605"/>
                  </a:lnTo>
                  <a:lnTo>
                    <a:pt x="251936" y="267653"/>
                  </a:lnTo>
                  <a:lnTo>
                    <a:pt x="250508" y="266224"/>
                  </a:lnTo>
                  <a:lnTo>
                    <a:pt x="250031" y="264319"/>
                  </a:lnTo>
                  <a:lnTo>
                    <a:pt x="249555" y="261461"/>
                  </a:lnTo>
                  <a:lnTo>
                    <a:pt x="247650" y="260509"/>
                  </a:lnTo>
                  <a:lnTo>
                    <a:pt x="246698" y="258128"/>
                  </a:lnTo>
                  <a:lnTo>
                    <a:pt x="246698" y="254794"/>
                  </a:lnTo>
                  <a:lnTo>
                    <a:pt x="248603" y="250507"/>
                  </a:lnTo>
                  <a:lnTo>
                    <a:pt x="250508" y="249555"/>
                  </a:lnTo>
                  <a:lnTo>
                    <a:pt x="251460" y="247650"/>
                  </a:lnTo>
                  <a:lnTo>
                    <a:pt x="253841" y="245745"/>
                  </a:lnTo>
                  <a:lnTo>
                    <a:pt x="255746" y="244316"/>
                  </a:lnTo>
                  <a:lnTo>
                    <a:pt x="257651" y="241935"/>
                  </a:lnTo>
                  <a:lnTo>
                    <a:pt x="264319" y="239078"/>
                  </a:lnTo>
                  <a:lnTo>
                    <a:pt x="270034" y="236696"/>
                  </a:lnTo>
                  <a:lnTo>
                    <a:pt x="280511" y="232410"/>
                  </a:lnTo>
                  <a:lnTo>
                    <a:pt x="287655" y="229553"/>
                  </a:lnTo>
                  <a:lnTo>
                    <a:pt x="288131" y="227647"/>
                  </a:lnTo>
                  <a:lnTo>
                    <a:pt x="288608" y="226219"/>
                  </a:lnTo>
                  <a:lnTo>
                    <a:pt x="291941" y="215741"/>
                  </a:lnTo>
                  <a:lnTo>
                    <a:pt x="296228" y="201930"/>
                  </a:lnTo>
                  <a:lnTo>
                    <a:pt x="299085" y="193357"/>
                  </a:lnTo>
                  <a:lnTo>
                    <a:pt x="292894" y="187166"/>
                  </a:lnTo>
                  <a:lnTo>
                    <a:pt x="286703" y="188595"/>
                  </a:lnTo>
                  <a:close/>
                  <a:moveTo>
                    <a:pt x="295275" y="1475423"/>
                  </a:moveTo>
                  <a:lnTo>
                    <a:pt x="290513" y="1471613"/>
                  </a:lnTo>
                  <a:lnTo>
                    <a:pt x="284321" y="1471136"/>
                  </a:lnTo>
                  <a:lnTo>
                    <a:pt x="269081" y="1469231"/>
                  </a:lnTo>
                  <a:lnTo>
                    <a:pt x="260985" y="1469231"/>
                  </a:lnTo>
                  <a:lnTo>
                    <a:pt x="254318" y="1471613"/>
                  </a:lnTo>
                  <a:lnTo>
                    <a:pt x="258604" y="1475899"/>
                  </a:lnTo>
                  <a:lnTo>
                    <a:pt x="260033" y="1480661"/>
                  </a:lnTo>
                  <a:lnTo>
                    <a:pt x="261461" y="1482090"/>
                  </a:lnTo>
                  <a:lnTo>
                    <a:pt x="262414" y="1482567"/>
                  </a:lnTo>
                  <a:lnTo>
                    <a:pt x="272891" y="1484471"/>
                  </a:lnTo>
                  <a:lnTo>
                    <a:pt x="273844" y="1484471"/>
                  </a:lnTo>
                  <a:lnTo>
                    <a:pt x="275273" y="1483995"/>
                  </a:lnTo>
                  <a:lnTo>
                    <a:pt x="279083" y="1481614"/>
                  </a:lnTo>
                  <a:lnTo>
                    <a:pt x="280988" y="1481138"/>
                  </a:lnTo>
                  <a:lnTo>
                    <a:pt x="282416" y="1481138"/>
                  </a:lnTo>
                  <a:lnTo>
                    <a:pt x="283369" y="1481138"/>
                  </a:lnTo>
                  <a:lnTo>
                    <a:pt x="283845" y="1482090"/>
                  </a:lnTo>
                  <a:lnTo>
                    <a:pt x="284321" y="1483519"/>
                  </a:lnTo>
                  <a:lnTo>
                    <a:pt x="285274" y="1485424"/>
                  </a:lnTo>
                  <a:lnTo>
                    <a:pt x="287179" y="1486376"/>
                  </a:lnTo>
                  <a:lnTo>
                    <a:pt x="290036" y="1485900"/>
                  </a:lnTo>
                  <a:lnTo>
                    <a:pt x="292894" y="1483995"/>
                  </a:lnTo>
                  <a:lnTo>
                    <a:pt x="295275" y="1481614"/>
                  </a:lnTo>
                  <a:lnTo>
                    <a:pt x="296228" y="1479709"/>
                  </a:lnTo>
                  <a:lnTo>
                    <a:pt x="296228" y="1477804"/>
                  </a:lnTo>
                  <a:lnTo>
                    <a:pt x="295275" y="1475423"/>
                  </a:lnTo>
                  <a:close/>
                  <a:moveTo>
                    <a:pt x="73819" y="1390650"/>
                  </a:moveTo>
                  <a:lnTo>
                    <a:pt x="74771" y="1391602"/>
                  </a:lnTo>
                  <a:lnTo>
                    <a:pt x="75248" y="1393984"/>
                  </a:lnTo>
                  <a:lnTo>
                    <a:pt x="75724" y="1394460"/>
                  </a:lnTo>
                  <a:lnTo>
                    <a:pt x="78105" y="1394936"/>
                  </a:lnTo>
                  <a:lnTo>
                    <a:pt x="81439" y="1394936"/>
                  </a:lnTo>
                  <a:lnTo>
                    <a:pt x="87630" y="1396842"/>
                  </a:lnTo>
                  <a:lnTo>
                    <a:pt x="90488" y="1396842"/>
                  </a:lnTo>
                  <a:lnTo>
                    <a:pt x="90011" y="1396365"/>
                  </a:lnTo>
                  <a:lnTo>
                    <a:pt x="84773" y="1392555"/>
                  </a:lnTo>
                  <a:lnTo>
                    <a:pt x="84296" y="1392079"/>
                  </a:lnTo>
                  <a:lnTo>
                    <a:pt x="79534" y="1387317"/>
                  </a:lnTo>
                  <a:lnTo>
                    <a:pt x="77629" y="1387317"/>
                  </a:lnTo>
                  <a:lnTo>
                    <a:pt x="76200" y="1386840"/>
                  </a:lnTo>
                  <a:lnTo>
                    <a:pt x="72866" y="1384459"/>
                  </a:lnTo>
                  <a:lnTo>
                    <a:pt x="68580" y="1383982"/>
                  </a:lnTo>
                  <a:lnTo>
                    <a:pt x="65246" y="1382077"/>
                  </a:lnTo>
                  <a:lnTo>
                    <a:pt x="59055" y="1379696"/>
                  </a:lnTo>
                  <a:lnTo>
                    <a:pt x="51911" y="1378744"/>
                  </a:lnTo>
                  <a:lnTo>
                    <a:pt x="50006" y="1377792"/>
                  </a:lnTo>
                  <a:lnTo>
                    <a:pt x="48578" y="1377792"/>
                  </a:lnTo>
                  <a:lnTo>
                    <a:pt x="48101" y="1377315"/>
                  </a:lnTo>
                  <a:lnTo>
                    <a:pt x="46673" y="1374457"/>
                  </a:lnTo>
                  <a:lnTo>
                    <a:pt x="44768" y="1373505"/>
                  </a:lnTo>
                  <a:lnTo>
                    <a:pt x="41434" y="1370648"/>
                  </a:lnTo>
                  <a:lnTo>
                    <a:pt x="38100" y="1368743"/>
                  </a:lnTo>
                  <a:lnTo>
                    <a:pt x="36671" y="1369219"/>
                  </a:lnTo>
                  <a:lnTo>
                    <a:pt x="36671" y="1370171"/>
                  </a:lnTo>
                  <a:lnTo>
                    <a:pt x="40005" y="1373029"/>
                  </a:lnTo>
                  <a:lnTo>
                    <a:pt x="41910" y="1376839"/>
                  </a:lnTo>
                  <a:lnTo>
                    <a:pt x="46673" y="1380173"/>
                  </a:lnTo>
                  <a:lnTo>
                    <a:pt x="51435" y="1383982"/>
                  </a:lnTo>
                  <a:lnTo>
                    <a:pt x="52388" y="1383982"/>
                  </a:lnTo>
                  <a:lnTo>
                    <a:pt x="55721" y="1384459"/>
                  </a:lnTo>
                  <a:lnTo>
                    <a:pt x="60484" y="1383982"/>
                  </a:lnTo>
                  <a:lnTo>
                    <a:pt x="64770" y="1384935"/>
                  </a:lnTo>
                  <a:lnTo>
                    <a:pt x="67151" y="1385888"/>
                  </a:lnTo>
                  <a:lnTo>
                    <a:pt x="73819" y="1390650"/>
                  </a:lnTo>
                  <a:close/>
                  <a:moveTo>
                    <a:pt x="136684" y="1436846"/>
                  </a:moveTo>
                  <a:lnTo>
                    <a:pt x="139541" y="1436846"/>
                  </a:lnTo>
                  <a:lnTo>
                    <a:pt x="143351" y="1437799"/>
                  </a:lnTo>
                  <a:lnTo>
                    <a:pt x="146209" y="1437323"/>
                  </a:lnTo>
                  <a:lnTo>
                    <a:pt x="151924" y="1441132"/>
                  </a:lnTo>
                  <a:lnTo>
                    <a:pt x="157639" y="1443990"/>
                  </a:lnTo>
                  <a:lnTo>
                    <a:pt x="158591" y="1443514"/>
                  </a:lnTo>
                  <a:lnTo>
                    <a:pt x="159544" y="1441132"/>
                  </a:lnTo>
                  <a:lnTo>
                    <a:pt x="161449" y="1439704"/>
                  </a:lnTo>
                  <a:lnTo>
                    <a:pt x="162401" y="1438275"/>
                  </a:lnTo>
                  <a:lnTo>
                    <a:pt x="161925" y="1434465"/>
                  </a:lnTo>
                  <a:lnTo>
                    <a:pt x="161925" y="1432084"/>
                  </a:lnTo>
                  <a:lnTo>
                    <a:pt x="157163" y="1432084"/>
                  </a:lnTo>
                  <a:lnTo>
                    <a:pt x="149543" y="1428274"/>
                  </a:lnTo>
                  <a:lnTo>
                    <a:pt x="143828" y="1424940"/>
                  </a:lnTo>
                  <a:lnTo>
                    <a:pt x="138589" y="1423511"/>
                  </a:lnTo>
                  <a:lnTo>
                    <a:pt x="128588" y="1421606"/>
                  </a:lnTo>
                  <a:lnTo>
                    <a:pt x="126206" y="1423511"/>
                  </a:lnTo>
                  <a:lnTo>
                    <a:pt x="123349" y="1424464"/>
                  </a:lnTo>
                  <a:lnTo>
                    <a:pt x="120968" y="1429702"/>
                  </a:lnTo>
                  <a:lnTo>
                    <a:pt x="124778" y="1433036"/>
                  </a:lnTo>
                  <a:lnTo>
                    <a:pt x="129064" y="1437323"/>
                  </a:lnTo>
                  <a:lnTo>
                    <a:pt x="130016" y="1441609"/>
                  </a:lnTo>
                  <a:lnTo>
                    <a:pt x="134303" y="1440656"/>
                  </a:lnTo>
                  <a:lnTo>
                    <a:pt x="136684" y="1436846"/>
                  </a:lnTo>
                  <a:close/>
                  <a:moveTo>
                    <a:pt x="178594" y="1468755"/>
                  </a:moveTo>
                  <a:lnTo>
                    <a:pt x="175736" y="1469707"/>
                  </a:lnTo>
                  <a:lnTo>
                    <a:pt x="170974" y="1470184"/>
                  </a:lnTo>
                  <a:lnTo>
                    <a:pt x="169069" y="1470660"/>
                  </a:lnTo>
                  <a:lnTo>
                    <a:pt x="164783" y="1469707"/>
                  </a:lnTo>
                  <a:lnTo>
                    <a:pt x="164306" y="1469231"/>
                  </a:lnTo>
                  <a:lnTo>
                    <a:pt x="162878" y="1466374"/>
                  </a:lnTo>
                  <a:lnTo>
                    <a:pt x="159544" y="1466374"/>
                  </a:lnTo>
                  <a:lnTo>
                    <a:pt x="155734" y="1465421"/>
                  </a:lnTo>
                  <a:lnTo>
                    <a:pt x="149543" y="1464945"/>
                  </a:lnTo>
                  <a:lnTo>
                    <a:pt x="148114" y="1464945"/>
                  </a:lnTo>
                  <a:lnTo>
                    <a:pt x="147161" y="1467326"/>
                  </a:lnTo>
                  <a:lnTo>
                    <a:pt x="147638" y="1468279"/>
                  </a:lnTo>
                  <a:lnTo>
                    <a:pt x="148114" y="1469231"/>
                  </a:lnTo>
                  <a:lnTo>
                    <a:pt x="148590" y="1469231"/>
                  </a:lnTo>
                  <a:lnTo>
                    <a:pt x="150971" y="1468279"/>
                  </a:lnTo>
                  <a:lnTo>
                    <a:pt x="151924" y="1467326"/>
                  </a:lnTo>
                  <a:lnTo>
                    <a:pt x="152876" y="1466850"/>
                  </a:lnTo>
                  <a:lnTo>
                    <a:pt x="155258" y="1467326"/>
                  </a:lnTo>
                  <a:lnTo>
                    <a:pt x="158115" y="1469231"/>
                  </a:lnTo>
                  <a:lnTo>
                    <a:pt x="162401" y="1471613"/>
                  </a:lnTo>
                  <a:lnTo>
                    <a:pt x="163354" y="1472565"/>
                  </a:lnTo>
                  <a:lnTo>
                    <a:pt x="163354" y="1473994"/>
                  </a:lnTo>
                  <a:lnTo>
                    <a:pt x="164306" y="1474946"/>
                  </a:lnTo>
                  <a:lnTo>
                    <a:pt x="168593" y="1475899"/>
                  </a:lnTo>
                  <a:lnTo>
                    <a:pt x="170974" y="1476851"/>
                  </a:lnTo>
                  <a:lnTo>
                    <a:pt x="171926" y="1476851"/>
                  </a:lnTo>
                  <a:lnTo>
                    <a:pt x="174308" y="1475899"/>
                  </a:lnTo>
                  <a:lnTo>
                    <a:pt x="175736" y="1475899"/>
                  </a:lnTo>
                  <a:lnTo>
                    <a:pt x="177165" y="1477327"/>
                  </a:lnTo>
                  <a:lnTo>
                    <a:pt x="177641" y="1478280"/>
                  </a:lnTo>
                  <a:lnTo>
                    <a:pt x="177641" y="1479709"/>
                  </a:lnTo>
                  <a:lnTo>
                    <a:pt x="180023" y="1480661"/>
                  </a:lnTo>
                  <a:lnTo>
                    <a:pt x="182404" y="1480185"/>
                  </a:lnTo>
                  <a:lnTo>
                    <a:pt x="186214" y="1477804"/>
                  </a:lnTo>
                  <a:lnTo>
                    <a:pt x="186690" y="1475423"/>
                  </a:lnTo>
                  <a:lnTo>
                    <a:pt x="181928" y="1468279"/>
                  </a:lnTo>
                  <a:lnTo>
                    <a:pt x="178594" y="1468755"/>
                  </a:lnTo>
                  <a:close/>
                  <a:moveTo>
                    <a:pt x="118110" y="1413510"/>
                  </a:moveTo>
                  <a:lnTo>
                    <a:pt x="115729" y="1411605"/>
                  </a:lnTo>
                  <a:lnTo>
                    <a:pt x="112871" y="1407319"/>
                  </a:lnTo>
                  <a:lnTo>
                    <a:pt x="111919" y="1406843"/>
                  </a:lnTo>
                  <a:lnTo>
                    <a:pt x="104775" y="1405414"/>
                  </a:lnTo>
                  <a:lnTo>
                    <a:pt x="100489" y="1405890"/>
                  </a:lnTo>
                  <a:lnTo>
                    <a:pt x="98108" y="1406367"/>
                  </a:lnTo>
                  <a:lnTo>
                    <a:pt x="97631" y="1405414"/>
                  </a:lnTo>
                  <a:lnTo>
                    <a:pt x="96679" y="1401604"/>
                  </a:lnTo>
                  <a:lnTo>
                    <a:pt x="95726" y="1399699"/>
                  </a:lnTo>
                  <a:lnTo>
                    <a:pt x="94774" y="1398746"/>
                  </a:lnTo>
                  <a:lnTo>
                    <a:pt x="92869" y="1398270"/>
                  </a:lnTo>
                  <a:lnTo>
                    <a:pt x="91916" y="1397318"/>
                  </a:lnTo>
                  <a:lnTo>
                    <a:pt x="91440" y="1397318"/>
                  </a:lnTo>
                  <a:lnTo>
                    <a:pt x="90011" y="1398746"/>
                  </a:lnTo>
                  <a:lnTo>
                    <a:pt x="90011" y="1399699"/>
                  </a:lnTo>
                  <a:lnTo>
                    <a:pt x="90488" y="1402556"/>
                  </a:lnTo>
                  <a:lnTo>
                    <a:pt x="81439" y="1400651"/>
                  </a:lnTo>
                  <a:lnTo>
                    <a:pt x="78581" y="1397794"/>
                  </a:lnTo>
                  <a:lnTo>
                    <a:pt x="70485" y="1398746"/>
                  </a:lnTo>
                  <a:lnTo>
                    <a:pt x="65246" y="1403985"/>
                  </a:lnTo>
                  <a:lnTo>
                    <a:pt x="72390" y="1404938"/>
                  </a:lnTo>
                  <a:lnTo>
                    <a:pt x="74295" y="1408748"/>
                  </a:lnTo>
                  <a:lnTo>
                    <a:pt x="78105" y="1412557"/>
                  </a:lnTo>
                  <a:lnTo>
                    <a:pt x="81915" y="1412081"/>
                  </a:lnTo>
                  <a:lnTo>
                    <a:pt x="83344" y="1412081"/>
                  </a:lnTo>
                  <a:lnTo>
                    <a:pt x="83820" y="1412557"/>
                  </a:lnTo>
                  <a:lnTo>
                    <a:pt x="84296" y="1415415"/>
                  </a:lnTo>
                  <a:lnTo>
                    <a:pt x="84296" y="1417320"/>
                  </a:lnTo>
                  <a:lnTo>
                    <a:pt x="83820" y="1421130"/>
                  </a:lnTo>
                  <a:lnTo>
                    <a:pt x="84296" y="1422082"/>
                  </a:lnTo>
                  <a:lnTo>
                    <a:pt x="87630" y="1423988"/>
                  </a:lnTo>
                  <a:lnTo>
                    <a:pt x="90488" y="1424940"/>
                  </a:lnTo>
                  <a:lnTo>
                    <a:pt x="91916" y="1424464"/>
                  </a:lnTo>
                  <a:lnTo>
                    <a:pt x="92393" y="1423511"/>
                  </a:lnTo>
                  <a:lnTo>
                    <a:pt x="91916" y="1420654"/>
                  </a:lnTo>
                  <a:lnTo>
                    <a:pt x="92393" y="1418749"/>
                  </a:lnTo>
                  <a:lnTo>
                    <a:pt x="93345" y="1416844"/>
                  </a:lnTo>
                  <a:lnTo>
                    <a:pt x="95250" y="1418273"/>
                  </a:lnTo>
                  <a:lnTo>
                    <a:pt x="96679" y="1418273"/>
                  </a:lnTo>
                  <a:lnTo>
                    <a:pt x="99060" y="1417796"/>
                  </a:lnTo>
                  <a:lnTo>
                    <a:pt x="102870" y="1418749"/>
                  </a:lnTo>
                  <a:lnTo>
                    <a:pt x="102394" y="1423035"/>
                  </a:lnTo>
                  <a:lnTo>
                    <a:pt x="99060" y="1426845"/>
                  </a:lnTo>
                  <a:lnTo>
                    <a:pt x="96679" y="1427798"/>
                  </a:lnTo>
                  <a:lnTo>
                    <a:pt x="97155" y="1429226"/>
                  </a:lnTo>
                  <a:lnTo>
                    <a:pt x="98584" y="1430179"/>
                  </a:lnTo>
                  <a:lnTo>
                    <a:pt x="100013" y="1430655"/>
                  </a:lnTo>
                  <a:lnTo>
                    <a:pt x="100965" y="1430655"/>
                  </a:lnTo>
                  <a:lnTo>
                    <a:pt x="102870" y="1429702"/>
                  </a:lnTo>
                  <a:lnTo>
                    <a:pt x="106680" y="1428750"/>
                  </a:lnTo>
                  <a:lnTo>
                    <a:pt x="110490" y="1428274"/>
                  </a:lnTo>
                  <a:lnTo>
                    <a:pt x="113824" y="1426369"/>
                  </a:lnTo>
                  <a:lnTo>
                    <a:pt x="115729" y="1425417"/>
                  </a:lnTo>
                  <a:lnTo>
                    <a:pt x="117158" y="1424464"/>
                  </a:lnTo>
                  <a:lnTo>
                    <a:pt x="117158" y="1422559"/>
                  </a:lnTo>
                  <a:lnTo>
                    <a:pt x="119063" y="1418749"/>
                  </a:lnTo>
                  <a:lnTo>
                    <a:pt x="122396" y="1416368"/>
                  </a:lnTo>
                  <a:lnTo>
                    <a:pt x="118110" y="1413510"/>
                  </a:lnTo>
                  <a:close/>
                </a:path>
              </a:pathLst>
            </a:custGeom>
            <a:grpFill/>
            <a:ln w="317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F6179131-A9D1-4168-9BFB-D2B8B5097A27}"/>
                </a:ext>
              </a:extLst>
            </p:cNvPr>
            <p:cNvSpPr/>
            <p:nvPr/>
          </p:nvSpPr>
          <p:spPr>
            <a:xfrm>
              <a:off x="5425916" y="3939063"/>
              <a:ext cx="207168" cy="217170"/>
            </a:xfrm>
            <a:custGeom>
              <a:avLst/>
              <a:gdLst>
                <a:gd name="connsiteX0" fmla="*/ 183356 w 207168"/>
                <a:gd name="connsiteY0" fmla="*/ 188119 h 217170"/>
                <a:gd name="connsiteX1" fmla="*/ 187642 w 207168"/>
                <a:gd name="connsiteY1" fmla="*/ 189071 h 217170"/>
                <a:gd name="connsiteX2" fmla="*/ 188595 w 207168"/>
                <a:gd name="connsiteY2" fmla="*/ 187643 h 217170"/>
                <a:gd name="connsiteX3" fmla="*/ 184309 w 207168"/>
                <a:gd name="connsiteY3" fmla="*/ 187166 h 217170"/>
                <a:gd name="connsiteX4" fmla="*/ 183356 w 207168"/>
                <a:gd name="connsiteY4" fmla="*/ 188119 h 217170"/>
                <a:gd name="connsiteX5" fmla="*/ 206692 w 207168"/>
                <a:gd name="connsiteY5" fmla="*/ 74295 h 217170"/>
                <a:gd name="connsiteX6" fmla="*/ 205264 w 207168"/>
                <a:gd name="connsiteY6" fmla="*/ 64770 h 217170"/>
                <a:gd name="connsiteX7" fmla="*/ 205264 w 207168"/>
                <a:gd name="connsiteY7" fmla="*/ 63818 h 217170"/>
                <a:gd name="connsiteX8" fmla="*/ 204311 w 207168"/>
                <a:gd name="connsiteY8" fmla="*/ 62389 h 217170"/>
                <a:gd name="connsiteX9" fmla="*/ 203359 w 207168"/>
                <a:gd name="connsiteY9" fmla="*/ 58579 h 217170"/>
                <a:gd name="connsiteX10" fmla="*/ 201930 w 207168"/>
                <a:gd name="connsiteY10" fmla="*/ 56198 h 217170"/>
                <a:gd name="connsiteX11" fmla="*/ 200025 w 207168"/>
                <a:gd name="connsiteY11" fmla="*/ 55721 h 217170"/>
                <a:gd name="connsiteX12" fmla="*/ 200025 w 207168"/>
                <a:gd name="connsiteY12" fmla="*/ 53340 h 217170"/>
                <a:gd name="connsiteX13" fmla="*/ 201930 w 207168"/>
                <a:gd name="connsiteY13" fmla="*/ 49530 h 217170"/>
                <a:gd name="connsiteX14" fmla="*/ 202406 w 207168"/>
                <a:gd name="connsiteY14" fmla="*/ 47149 h 217170"/>
                <a:gd name="connsiteX15" fmla="*/ 201453 w 207168"/>
                <a:gd name="connsiteY15" fmla="*/ 46673 h 217170"/>
                <a:gd name="connsiteX16" fmla="*/ 201453 w 207168"/>
                <a:gd name="connsiteY16" fmla="*/ 44768 h 217170"/>
                <a:gd name="connsiteX17" fmla="*/ 201930 w 207168"/>
                <a:gd name="connsiteY17" fmla="*/ 41910 h 217170"/>
                <a:gd name="connsiteX18" fmla="*/ 201453 w 207168"/>
                <a:gd name="connsiteY18" fmla="*/ 40005 h 217170"/>
                <a:gd name="connsiteX19" fmla="*/ 200501 w 207168"/>
                <a:gd name="connsiteY19" fmla="*/ 40958 h 217170"/>
                <a:gd name="connsiteX20" fmla="*/ 198596 w 207168"/>
                <a:gd name="connsiteY20" fmla="*/ 41910 h 217170"/>
                <a:gd name="connsiteX21" fmla="*/ 196691 w 207168"/>
                <a:gd name="connsiteY21" fmla="*/ 41910 h 217170"/>
                <a:gd name="connsiteX22" fmla="*/ 194786 w 207168"/>
                <a:gd name="connsiteY22" fmla="*/ 39529 h 217170"/>
                <a:gd name="connsiteX23" fmla="*/ 193834 w 207168"/>
                <a:gd name="connsiteY23" fmla="*/ 38576 h 217170"/>
                <a:gd name="connsiteX24" fmla="*/ 192405 w 207168"/>
                <a:gd name="connsiteY24" fmla="*/ 36195 h 217170"/>
                <a:gd name="connsiteX25" fmla="*/ 190976 w 207168"/>
                <a:gd name="connsiteY25" fmla="*/ 33814 h 217170"/>
                <a:gd name="connsiteX26" fmla="*/ 189071 w 207168"/>
                <a:gd name="connsiteY26" fmla="*/ 32861 h 217170"/>
                <a:gd name="connsiteX27" fmla="*/ 187166 w 207168"/>
                <a:gd name="connsiteY27" fmla="*/ 31909 h 217170"/>
                <a:gd name="connsiteX28" fmla="*/ 184785 w 207168"/>
                <a:gd name="connsiteY28" fmla="*/ 28575 h 217170"/>
                <a:gd name="connsiteX29" fmla="*/ 182880 w 207168"/>
                <a:gd name="connsiteY29" fmla="*/ 27146 h 217170"/>
                <a:gd name="connsiteX30" fmla="*/ 180498 w 207168"/>
                <a:gd name="connsiteY30" fmla="*/ 27623 h 217170"/>
                <a:gd name="connsiteX31" fmla="*/ 177165 w 207168"/>
                <a:gd name="connsiteY31" fmla="*/ 27146 h 217170"/>
                <a:gd name="connsiteX32" fmla="*/ 170497 w 207168"/>
                <a:gd name="connsiteY32" fmla="*/ 26194 h 217170"/>
                <a:gd name="connsiteX33" fmla="*/ 163353 w 207168"/>
                <a:gd name="connsiteY33" fmla="*/ 26670 h 217170"/>
                <a:gd name="connsiteX34" fmla="*/ 160496 w 207168"/>
                <a:gd name="connsiteY34" fmla="*/ 27623 h 217170"/>
                <a:gd name="connsiteX35" fmla="*/ 157639 w 207168"/>
                <a:gd name="connsiteY35" fmla="*/ 29051 h 217170"/>
                <a:gd name="connsiteX36" fmla="*/ 150019 w 207168"/>
                <a:gd name="connsiteY36" fmla="*/ 31909 h 217170"/>
                <a:gd name="connsiteX37" fmla="*/ 147161 w 207168"/>
                <a:gd name="connsiteY37" fmla="*/ 33338 h 217170"/>
                <a:gd name="connsiteX38" fmla="*/ 144780 w 207168"/>
                <a:gd name="connsiteY38" fmla="*/ 36671 h 217170"/>
                <a:gd name="connsiteX39" fmla="*/ 142398 w 207168"/>
                <a:gd name="connsiteY39" fmla="*/ 36671 h 217170"/>
                <a:gd name="connsiteX40" fmla="*/ 140017 w 207168"/>
                <a:gd name="connsiteY40" fmla="*/ 35719 h 217170"/>
                <a:gd name="connsiteX41" fmla="*/ 138589 w 207168"/>
                <a:gd name="connsiteY41" fmla="*/ 34290 h 217170"/>
                <a:gd name="connsiteX42" fmla="*/ 135255 w 207168"/>
                <a:gd name="connsiteY42" fmla="*/ 34766 h 217170"/>
                <a:gd name="connsiteX43" fmla="*/ 131921 w 207168"/>
                <a:gd name="connsiteY43" fmla="*/ 33338 h 217170"/>
                <a:gd name="connsiteX44" fmla="*/ 128588 w 207168"/>
                <a:gd name="connsiteY44" fmla="*/ 30480 h 217170"/>
                <a:gd name="connsiteX45" fmla="*/ 126206 w 207168"/>
                <a:gd name="connsiteY45" fmla="*/ 29528 h 217170"/>
                <a:gd name="connsiteX46" fmla="*/ 123348 w 207168"/>
                <a:gd name="connsiteY46" fmla="*/ 27623 h 217170"/>
                <a:gd name="connsiteX47" fmla="*/ 122396 w 207168"/>
                <a:gd name="connsiteY47" fmla="*/ 23813 h 217170"/>
                <a:gd name="connsiteX48" fmla="*/ 120491 w 207168"/>
                <a:gd name="connsiteY48" fmla="*/ 20955 h 217170"/>
                <a:gd name="connsiteX49" fmla="*/ 118586 w 207168"/>
                <a:gd name="connsiteY49" fmla="*/ 17145 h 217170"/>
                <a:gd name="connsiteX50" fmla="*/ 116205 w 207168"/>
                <a:gd name="connsiteY50" fmla="*/ 15240 h 217170"/>
                <a:gd name="connsiteX51" fmla="*/ 113347 w 207168"/>
                <a:gd name="connsiteY51" fmla="*/ 14288 h 217170"/>
                <a:gd name="connsiteX52" fmla="*/ 109061 w 207168"/>
                <a:gd name="connsiteY52" fmla="*/ 14288 h 217170"/>
                <a:gd name="connsiteX53" fmla="*/ 106203 w 207168"/>
                <a:gd name="connsiteY53" fmla="*/ 12859 h 217170"/>
                <a:gd name="connsiteX54" fmla="*/ 104298 w 207168"/>
                <a:gd name="connsiteY54" fmla="*/ 10478 h 217170"/>
                <a:gd name="connsiteX55" fmla="*/ 103346 w 207168"/>
                <a:gd name="connsiteY55" fmla="*/ 10001 h 217170"/>
                <a:gd name="connsiteX56" fmla="*/ 98584 w 207168"/>
                <a:gd name="connsiteY56" fmla="*/ 10001 h 217170"/>
                <a:gd name="connsiteX57" fmla="*/ 93345 w 207168"/>
                <a:gd name="connsiteY57" fmla="*/ 11430 h 217170"/>
                <a:gd name="connsiteX58" fmla="*/ 91440 w 207168"/>
                <a:gd name="connsiteY58" fmla="*/ 12383 h 217170"/>
                <a:gd name="connsiteX59" fmla="*/ 90964 w 207168"/>
                <a:gd name="connsiteY59" fmla="*/ 13811 h 217170"/>
                <a:gd name="connsiteX60" fmla="*/ 90011 w 207168"/>
                <a:gd name="connsiteY60" fmla="*/ 14764 h 217170"/>
                <a:gd name="connsiteX61" fmla="*/ 88582 w 207168"/>
                <a:gd name="connsiteY61" fmla="*/ 16193 h 217170"/>
                <a:gd name="connsiteX62" fmla="*/ 87153 w 207168"/>
                <a:gd name="connsiteY62" fmla="*/ 17621 h 217170"/>
                <a:gd name="connsiteX63" fmla="*/ 84296 w 207168"/>
                <a:gd name="connsiteY63" fmla="*/ 17145 h 217170"/>
                <a:gd name="connsiteX64" fmla="*/ 81439 w 207168"/>
                <a:gd name="connsiteY64" fmla="*/ 16193 h 217170"/>
                <a:gd name="connsiteX65" fmla="*/ 80010 w 207168"/>
                <a:gd name="connsiteY65" fmla="*/ 15240 h 217170"/>
                <a:gd name="connsiteX66" fmla="*/ 80010 w 207168"/>
                <a:gd name="connsiteY66" fmla="*/ 14764 h 217170"/>
                <a:gd name="connsiteX67" fmla="*/ 80963 w 207168"/>
                <a:gd name="connsiteY67" fmla="*/ 13335 h 217170"/>
                <a:gd name="connsiteX68" fmla="*/ 81915 w 207168"/>
                <a:gd name="connsiteY68" fmla="*/ 11906 h 217170"/>
                <a:gd name="connsiteX69" fmla="*/ 81915 w 207168"/>
                <a:gd name="connsiteY69" fmla="*/ 10954 h 217170"/>
                <a:gd name="connsiteX70" fmla="*/ 80963 w 207168"/>
                <a:gd name="connsiteY70" fmla="*/ 8573 h 217170"/>
                <a:gd name="connsiteX71" fmla="*/ 80010 w 207168"/>
                <a:gd name="connsiteY71" fmla="*/ 5715 h 217170"/>
                <a:gd name="connsiteX72" fmla="*/ 80486 w 207168"/>
                <a:gd name="connsiteY72" fmla="*/ 4286 h 217170"/>
                <a:gd name="connsiteX73" fmla="*/ 80010 w 207168"/>
                <a:gd name="connsiteY73" fmla="*/ 0 h 217170"/>
                <a:gd name="connsiteX74" fmla="*/ 79534 w 207168"/>
                <a:gd name="connsiteY74" fmla="*/ 0 h 217170"/>
                <a:gd name="connsiteX75" fmla="*/ 76200 w 207168"/>
                <a:gd name="connsiteY75" fmla="*/ 953 h 217170"/>
                <a:gd name="connsiteX76" fmla="*/ 74771 w 207168"/>
                <a:gd name="connsiteY76" fmla="*/ 1429 h 217170"/>
                <a:gd name="connsiteX77" fmla="*/ 73819 w 207168"/>
                <a:gd name="connsiteY77" fmla="*/ 1905 h 217170"/>
                <a:gd name="connsiteX78" fmla="*/ 73819 w 207168"/>
                <a:gd name="connsiteY78" fmla="*/ 2858 h 217170"/>
                <a:gd name="connsiteX79" fmla="*/ 74771 w 207168"/>
                <a:gd name="connsiteY79" fmla="*/ 5239 h 217170"/>
                <a:gd name="connsiteX80" fmla="*/ 74295 w 207168"/>
                <a:gd name="connsiteY80" fmla="*/ 5715 h 217170"/>
                <a:gd name="connsiteX81" fmla="*/ 72390 w 207168"/>
                <a:gd name="connsiteY81" fmla="*/ 5715 h 217170"/>
                <a:gd name="connsiteX82" fmla="*/ 69532 w 207168"/>
                <a:gd name="connsiteY82" fmla="*/ 4763 h 217170"/>
                <a:gd name="connsiteX83" fmla="*/ 66675 w 207168"/>
                <a:gd name="connsiteY83" fmla="*/ 2381 h 217170"/>
                <a:gd name="connsiteX84" fmla="*/ 65722 w 207168"/>
                <a:gd name="connsiteY84" fmla="*/ 3334 h 217170"/>
                <a:gd name="connsiteX85" fmla="*/ 65246 w 207168"/>
                <a:gd name="connsiteY85" fmla="*/ 5239 h 217170"/>
                <a:gd name="connsiteX86" fmla="*/ 65246 w 207168"/>
                <a:gd name="connsiteY86" fmla="*/ 7620 h 217170"/>
                <a:gd name="connsiteX87" fmla="*/ 66198 w 207168"/>
                <a:gd name="connsiteY87" fmla="*/ 11906 h 217170"/>
                <a:gd name="connsiteX88" fmla="*/ 65246 w 207168"/>
                <a:gd name="connsiteY88" fmla="*/ 13335 h 217170"/>
                <a:gd name="connsiteX89" fmla="*/ 63341 w 207168"/>
                <a:gd name="connsiteY89" fmla="*/ 12859 h 217170"/>
                <a:gd name="connsiteX90" fmla="*/ 60484 w 207168"/>
                <a:gd name="connsiteY90" fmla="*/ 12859 h 217170"/>
                <a:gd name="connsiteX91" fmla="*/ 58102 w 207168"/>
                <a:gd name="connsiteY91" fmla="*/ 13335 h 217170"/>
                <a:gd name="connsiteX92" fmla="*/ 56673 w 207168"/>
                <a:gd name="connsiteY92" fmla="*/ 13335 h 217170"/>
                <a:gd name="connsiteX93" fmla="*/ 55721 w 207168"/>
                <a:gd name="connsiteY93" fmla="*/ 14764 h 217170"/>
                <a:gd name="connsiteX94" fmla="*/ 55245 w 207168"/>
                <a:gd name="connsiteY94" fmla="*/ 16193 h 217170"/>
                <a:gd name="connsiteX95" fmla="*/ 56197 w 207168"/>
                <a:gd name="connsiteY95" fmla="*/ 18098 h 217170"/>
                <a:gd name="connsiteX96" fmla="*/ 56197 w 207168"/>
                <a:gd name="connsiteY96" fmla="*/ 19050 h 217170"/>
                <a:gd name="connsiteX97" fmla="*/ 55245 w 207168"/>
                <a:gd name="connsiteY97" fmla="*/ 19526 h 217170"/>
                <a:gd name="connsiteX98" fmla="*/ 54292 w 207168"/>
                <a:gd name="connsiteY98" fmla="*/ 20003 h 217170"/>
                <a:gd name="connsiteX99" fmla="*/ 53340 w 207168"/>
                <a:gd name="connsiteY99" fmla="*/ 20003 h 217170"/>
                <a:gd name="connsiteX100" fmla="*/ 50959 w 207168"/>
                <a:gd name="connsiteY100" fmla="*/ 18098 h 217170"/>
                <a:gd name="connsiteX101" fmla="*/ 48101 w 207168"/>
                <a:gd name="connsiteY101" fmla="*/ 17145 h 217170"/>
                <a:gd name="connsiteX102" fmla="*/ 41910 w 207168"/>
                <a:gd name="connsiteY102" fmla="*/ 16193 h 217170"/>
                <a:gd name="connsiteX103" fmla="*/ 40957 w 207168"/>
                <a:gd name="connsiteY103" fmla="*/ 13335 h 217170"/>
                <a:gd name="connsiteX104" fmla="*/ 40005 w 207168"/>
                <a:gd name="connsiteY104" fmla="*/ 13335 h 217170"/>
                <a:gd name="connsiteX105" fmla="*/ 38576 w 207168"/>
                <a:gd name="connsiteY105" fmla="*/ 11906 h 217170"/>
                <a:gd name="connsiteX106" fmla="*/ 37147 w 207168"/>
                <a:gd name="connsiteY106" fmla="*/ 10001 h 217170"/>
                <a:gd name="connsiteX107" fmla="*/ 36195 w 207168"/>
                <a:gd name="connsiteY107" fmla="*/ 10001 h 217170"/>
                <a:gd name="connsiteX108" fmla="*/ 35242 w 207168"/>
                <a:gd name="connsiteY108" fmla="*/ 10478 h 217170"/>
                <a:gd name="connsiteX109" fmla="*/ 31909 w 207168"/>
                <a:gd name="connsiteY109" fmla="*/ 10478 h 217170"/>
                <a:gd name="connsiteX110" fmla="*/ 29051 w 207168"/>
                <a:gd name="connsiteY110" fmla="*/ 13335 h 217170"/>
                <a:gd name="connsiteX111" fmla="*/ 26670 w 207168"/>
                <a:gd name="connsiteY111" fmla="*/ 17145 h 217170"/>
                <a:gd name="connsiteX112" fmla="*/ 24289 w 207168"/>
                <a:gd name="connsiteY112" fmla="*/ 19050 h 217170"/>
                <a:gd name="connsiteX113" fmla="*/ 21907 w 207168"/>
                <a:gd name="connsiteY113" fmla="*/ 20003 h 217170"/>
                <a:gd name="connsiteX114" fmla="*/ 20955 w 207168"/>
                <a:gd name="connsiteY114" fmla="*/ 20003 h 217170"/>
                <a:gd name="connsiteX115" fmla="*/ 20002 w 207168"/>
                <a:gd name="connsiteY115" fmla="*/ 21431 h 217170"/>
                <a:gd name="connsiteX116" fmla="*/ 17621 w 207168"/>
                <a:gd name="connsiteY116" fmla="*/ 23336 h 217170"/>
                <a:gd name="connsiteX117" fmla="*/ 15716 w 207168"/>
                <a:gd name="connsiteY117" fmla="*/ 24765 h 217170"/>
                <a:gd name="connsiteX118" fmla="*/ 15240 w 207168"/>
                <a:gd name="connsiteY118" fmla="*/ 26194 h 217170"/>
                <a:gd name="connsiteX119" fmla="*/ 15716 w 207168"/>
                <a:gd name="connsiteY119" fmla="*/ 29528 h 217170"/>
                <a:gd name="connsiteX120" fmla="*/ 15716 w 207168"/>
                <a:gd name="connsiteY120" fmla="*/ 36671 h 217170"/>
                <a:gd name="connsiteX121" fmla="*/ 16192 w 207168"/>
                <a:gd name="connsiteY121" fmla="*/ 42863 h 217170"/>
                <a:gd name="connsiteX122" fmla="*/ 17621 w 207168"/>
                <a:gd name="connsiteY122" fmla="*/ 45244 h 217170"/>
                <a:gd name="connsiteX123" fmla="*/ 19526 w 207168"/>
                <a:gd name="connsiteY123" fmla="*/ 46196 h 217170"/>
                <a:gd name="connsiteX124" fmla="*/ 21907 w 207168"/>
                <a:gd name="connsiteY124" fmla="*/ 46196 h 217170"/>
                <a:gd name="connsiteX125" fmla="*/ 24289 w 207168"/>
                <a:gd name="connsiteY125" fmla="*/ 45720 h 217170"/>
                <a:gd name="connsiteX126" fmla="*/ 24289 w 207168"/>
                <a:gd name="connsiteY126" fmla="*/ 49530 h 217170"/>
                <a:gd name="connsiteX127" fmla="*/ 23813 w 207168"/>
                <a:gd name="connsiteY127" fmla="*/ 53816 h 217170"/>
                <a:gd name="connsiteX128" fmla="*/ 26670 w 207168"/>
                <a:gd name="connsiteY128" fmla="*/ 55245 h 217170"/>
                <a:gd name="connsiteX129" fmla="*/ 28098 w 207168"/>
                <a:gd name="connsiteY129" fmla="*/ 56674 h 217170"/>
                <a:gd name="connsiteX130" fmla="*/ 29051 w 207168"/>
                <a:gd name="connsiteY130" fmla="*/ 57626 h 217170"/>
                <a:gd name="connsiteX131" fmla="*/ 24765 w 207168"/>
                <a:gd name="connsiteY131" fmla="*/ 60008 h 217170"/>
                <a:gd name="connsiteX132" fmla="*/ 23336 w 207168"/>
                <a:gd name="connsiteY132" fmla="*/ 61436 h 217170"/>
                <a:gd name="connsiteX133" fmla="*/ 22860 w 207168"/>
                <a:gd name="connsiteY133" fmla="*/ 64770 h 217170"/>
                <a:gd name="connsiteX134" fmla="*/ 22860 w 207168"/>
                <a:gd name="connsiteY134" fmla="*/ 68104 h 217170"/>
                <a:gd name="connsiteX135" fmla="*/ 28575 w 207168"/>
                <a:gd name="connsiteY135" fmla="*/ 70485 h 217170"/>
                <a:gd name="connsiteX136" fmla="*/ 30956 w 207168"/>
                <a:gd name="connsiteY136" fmla="*/ 73343 h 217170"/>
                <a:gd name="connsiteX137" fmla="*/ 31909 w 207168"/>
                <a:gd name="connsiteY137" fmla="*/ 76200 h 217170"/>
                <a:gd name="connsiteX138" fmla="*/ 32385 w 207168"/>
                <a:gd name="connsiteY138" fmla="*/ 81439 h 217170"/>
                <a:gd name="connsiteX139" fmla="*/ 31909 w 207168"/>
                <a:gd name="connsiteY139" fmla="*/ 82391 h 217170"/>
                <a:gd name="connsiteX140" fmla="*/ 30480 w 207168"/>
                <a:gd name="connsiteY140" fmla="*/ 82391 h 217170"/>
                <a:gd name="connsiteX141" fmla="*/ 29051 w 207168"/>
                <a:gd name="connsiteY141" fmla="*/ 80963 h 217170"/>
                <a:gd name="connsiteX142" fmla="*/ 27622 w 207168"/>
                <a:gd name="connsiteY142" fmla="*/ 79534 h 217170"/>
                <a:gd name="connsiteX143" fmla="*/ 26194 w 207168"/>
                <a:gd name="connsiteY143" fmla="*/ 79534 h 217170"/>
                <a:gd name="connsiteX144" fmla="*/ 23336 w 207168"/>
                <a:gd name="connsiteY144" fmla="*/ 79058 h 217170"/>
                <a:gd name="connsiteX145" fmla="*/ 20002 w 207168"/>
                <a:gd name="connsiteY145" fmla="*/ 78581 h 217170"/>
                <a:gd name="connsiteX146" fmla="*/ 16192 w 207168"/>
                <a:gd name="connsiteY146" fmla="*/ 78581 h 217170"/>
                <a:gd name="connsiteX147" fmla="*/ 14764 w 207168"/>
                <a:gd name="connsiteY147" fmla="*/ 79058 h 217170"/>
                <a:gd name="connsiteX148" fmla="*/ 13811 w 207168"/>
                <a:gd name="connsiteY148" fmla="*/ 80010 h 217170"/>
                <a:gd name="connsiteX149" fmla="*/ 13335 w 207168"/>
                <a:gd name="connsiteY149" fmla="*/ 81439 h 217170"/>
                <a:gd name="connsiteX150" fmla="*/ 12859 w 207168"/>
                <a:gd name="connsiteY150" fmla="*/ 86678 h 217170"/>
                <a:gd name="connsiteX151" fmla="*/ 14288 w 207168"/>
                <a:gd name="connsiteY151" fmla="*/ 87630 h 217170"/>
                <a:gd name="connsiteX152" fmla="*/ 16669 w 207168"/>
                <a:gd name="connsiteY152" fmla="*/ 89059 h 217170"/>
                <a:gd name="connsiteX153" fmla="*/ 18573 w 207168"/>
                <a:gd name="connsiteY153" fmla="*/ 89535 h 217170"/>
                <a:gd name="connsiteX154" fmla="*/ 20002 w 207168"/>
                <a:gd name="connsiteY154" fmla="*/ 89535 h 217170"/>
                <a:gd name="connsiteX155" fmla="*/ 20955 w 207168"/>
                <a:gd name="connsiteY155" fmla="*/ 90488 h 217170"/>
                <a:gd name="connsiteX156" fmla="*/ 20955 w 207168"/>
                <a:gd name="connsiteY156" fmla="*/ 92869 h 217170"/>
                <a:gd name="connsiteX157" fmla="*/ 20002 w 207168"/>
                <a:gd name="connsiteY157" fmla="*/ 94298 h 217170"/>
                <a:gd name="connsiteX158" fmla="*/ 18573 w 207168"/>
                <a:gd name="connsiteY158" fmla="*/ 95726 h 217170"/>
                <a:gd name="connsiteX159" fmla="*/ 16669 w 207168"/>
                <a:gd name="connsiteY159" fmla="*/ 99536 h 217170"/>
                <a:gd name="connsiteX160" fmla="*/ 17145 w 207168"/>
                <a:gd name="connsiteY160" fmla="*/ 100965 h 217170"/>
                <a:gd name="connsiteX161" fmla="*/ 17145 w 207168"/>
                <a:gd name="connsiteY161" fmla="*/ 102870 h 217170"/>
                <a:gd name="connsiteX162" fmla="*/ 14288 w 207168"/>
                <a:gd name="connsiteY162" fmla="*/ 108585 h 217170"/>
                <a:gd name="connsiteX163" fmla="*/ 13335 w 207168"/>
                <a:gd name="connsiteY163" fmla="*/ 109538 h 217170"/>
                <a:gd name="connsiteX164" fmla="*/ 9048 w 207168"/>
                <a:gd name="connsiteY164" fmla="*/ 108585 h 217170"/>
                <a:gd name="connsiteX165" fmla="*/ 6191 w 207168"/>
                <a:gd name="connsiteY165" fmla="*/ 108109 h 217170"/>
                <a:gd name="connsiteX166" fmla="*/ 4286 w 207168"/>
                <a:gd name="connsiteY166" fmla="*/ 109538 h 217170"/>
                <a:gd name="connsiteX167" fmla="*/ 4763 w 207168"/>
                <a:gd name="connsiteY167" fmla="*/ 110014 h 217170"/>
                <a:gd name="connsiteX168" fmla="*/ 5715 w 207168"/>
                <a:gd name="connsiteY168" fmla="*/ 110966 h 217170"/>
                <a:gd name="connsiteX169" fmla="*/ 6667 w 207168"/>
                <a:gd name="connsiteY169" fmla="*/ 114300 h 217170"/>
                <a:gd name="connsiteX170" fmla="*/ 10477 w 207168"/>
                <a:gd name="connsiteY170" fmla="*/ 125730 h 217170"/>
                <a:gd name="connsiteX171" fmla="*/ 10477 w 207168"/>
                <a:gd name="connsiteY171" fmla="*/ 129064 h 217170"/>
                <a:gd name="connsiteX172" fmla="*/ 9525 w 207168"/>
                <a:gd name="connsiteY172" fmla="*/ 130969 h 217170"/>
                <a:gd name="connsiteX173" fmla="*/ 9525 w 207168"/>
                <a:gd name="connsiteY173" fmla="*/ 132874 h 217170"/>
                <a:gd name="connsiteX174" fmla="*/ 9048 w 207168"/>
                <a:gd name="connsiteY174" fmla="*/ 134779 h 217170"/>
                <a:gd name="connsiteX175" fmla="*/ 6667 w 207168"/>
                <a:gd name="connsiteY175" fmla="*/ 138113 h 217170"/>
                <a:gd name="connsiteX176" fmla="*/ 0 w 207168"/>
                <a:gd name="connsiteY176" fmla="*/ 144780 h 217170"/>
                <a:gd name="connsiteX177" fmla="*/ 476 w 207168"/>
                <a:gd name="connsiteY177" fmla="*/ 145256 h 217170"/>
                <a:gd name="connsiteX178" fmla="*/ 1905 w 207168"/>
                <a:gd name="connsiteY178" fmla="*/ 146209 h 217170"/>
                <a:gd name="connsiteX179" fmla="*/ 3810 w 207168"/>
                <a:gd name="connsiteY179" fmla="*/ 146685 h 217170"/>
                <a:gd name="connsiteX180" fmla="*/ 5239 w 207168"/>
                <a:gd name="connsiteY180" fmla="*/ 146685 h 217170"/>
                <a:gd name="connsiteX181" fmla="*/ 7144 w 207168"/>
                <a:gd name="connsiteY181" fmla="*/ 148114 h 217170"/>
                <a:gd name="connsiteX182" fmla="*/ 9048 w 207168"/>
                <a:gd name="connsiteY182" fmla="*/ 150019 h 217170"/>
                <a:gd name="connsiteX183" fmla="*/ 10953 w 207168"/>
                <a:gd name="connsiteY183" fmla="*/ 150971 h 217170"/>
                <a:gd name="connsiteX184" fmla="*/ 13811 w 207168"/>
                <a:gd name="connsiteY184" fmla="*/ 151924 h 217170"/>
                <a:gd name="connsiteX185" fmla="*/ 16192 w 207168"/>
                <a:gd name="connsiteY185" fmla="*/ 151924 h 217170"/>
                <a:gd name="connsiteX186" fmla="*/ 18097 w 207168"/>
                <a:gd name="connsiteY186" fmla="*/ 151448 h 217170"/>
                <a:gd name="connsiteX187" fmla="*/ 20955 w 207168"/>
                <a:gd name="connsiteY187" fmla="*/ 151924 h 217170"/>
                <a:gd name="connsiteX188" fmla="*/ 24289 w 207168"/>
                <a:gd name="connsiteY188" fmla="*/ 153829 h 217170"/>
                <a:gd name="connsiteX189" fmla="*/ 25241 w 207168"/>
                <a:gd name="connsiteY189" fmla="*/ 156686 h 217170"/>
                <a:gd name="connsiteX190" fmla="*/ 26194 w 207168"/>
                <a:gd name="connsiteY190" fmla="*/ 159068 h 217170"/>
                <a:gd name="connsiteX191" fmla="*/ 27146 w 207168"/>
                <a:gd name="connsiteY191" fmla="*/ 160496 h 217170"/>
                <a:gd name="connsiteX192" fmla="*/ 27146 w 207168"/>
                <a:gd name="connsiteY192" fmla="*/ 162878 h 217170"/>
                <a:gd name="connsiteX193" fmla="*/ 29527 w 207168"/>
                <a:gd name="connsiteY193" fmla="*/ 164783 h 217170"/>
                <a:gd name="connsiteX194" fmla="*/ 32861 w 207168"/>
                <a:gd name="connsiteY194" fmla="*/ 165259 h 217170"/>
                <a:gd name="connsiteX195" fmla="*/ 37147 w 207168"/>
                <a:gd name="connsiteY195" fmla="*/ 167640 h 217170"/>
                <a:gd name="connsiteX196" fmla="*/ 38100 w 207168"/>
                <a:gd name="connsiteY196" fmla="*/ 167640 h 217170"/>
                <a:gd name="connsiteX197" fmla="*/ 38576 w 207168"/>
                <a:gd name="connsiteY197" fmla="*/ 167164 h 217170"/>
                <a:gd name="connsiteX198" fmla="*/ 39052 w 207168"/>
                <a:gd name="connsiteY198" fmla="*/ 167640 h 217170"/>
                <a:gd name="connsiteX199" fmla="*/ 40005 w 207168"/>
                <a:gd name="connsiteY199" fmla="*/ 173831 h 217170"/>
                <a:gd name="connsiteX200" fmla="*/ 40957 w 207168"/>
                <a:gd name="connsiteY200" fmla="*/ 177165 h 217170"/>
                <a:gd name="connsiteX201" fmla="*/ 40481 w 207168"/>
                <a:gd name="connsiteY201" fmla="*/ 178594 h 217170"/>
                <a:gd name="connsiteX202" fmla="*/ 40005 w 207168"/>
                <a:gd name="connsiteY202" fmla="*/ 179546 h 217170"/>
                <a:gd name="connsiteX203" fmla="*/ 40005 w 207168"/>
                <a:gd name="connsiteY203" fmla="*/ 184785 h 217170"/>
                <a:gd name="connsiteX204" fmla="*/ 38100 w 207168"/>
                <a:gd name="connsiteY204" fmla="*/ 187643 h 217170"/>
                <a:gd name="connsiteX205" fmla="*/ 37623 w 207168"/>
                <a:gd name="connsiteY205" fmla="*/ 190976 h 217170"/>
                <a:gd name="connsiteX206" fmla="*/ 37147 w 207168"/>
                <a:gd name="connsiteY206" fmla="*/ 191929 h 217170"/>
                <a:gd name="connsiteX207" fmla="*/ 35242 w 207168"/>
                <a:gd name="connsiteY207" fmla="*/ 192881 h 217170"/>
                <a:gd name="connsiteX208" fmla="*/ 35242 w 207168"/>
                <a:gd name="connsiteY208" fmla="*/ 195263 h 217170"/>
                <a:gd name="connsiteX209" fmla="*/ 34766 w 207168"/>
                <a:gd name="connsiteY209" fmla="*/ 198120 h 217170"/>
                <a:gd name="connsiteX210" fmla="*/ 34766 w 207168"/>
                <a:gd name="connsiteY210" fmla="*/ 201454 h 217170"/>
                <a:gd name="connsiteX211" fmla="*/ 35242 w 207168"/>
                <a:gd name="connsiteY211" fmla="*/ 210026 h 217170"/>
                <a:gd name="connsiteX212" fmla="*/ 35242 w 207168"/>
                <a:gd name="connsiteY212" fmla="*/ 216218 h 217170"/>
                <a:gd name="connsiteX213" fmla="*/ 36195 w 207168"/>
                <a:gd name="connsiteY213" fmla="*/ 217170 h 217170"/>
                <a:gd name="connsiteX214" fmla="*/ 40005 w 207168"/>
                <a:gd name="connsiteY214" fmla="*/ 216218 h 217170"/>
                <a:gd name="connsiteX215" fmla="*/ 46672 w 207168"/>
                <a:gd name="connsiteY215" fmla="*/ 212408 h 217170"/>
                <a:gd name="connsiteX216" fmla="*/ 52388 w 207168"/>
                <a:gd name="connsiteY216" fmla="*/ 210503 h 217170"/>
                <a:gd name="connsiteX217" fmla="*/ 57150 w 207168"/>
                <a:gd name="connsiteY217" fmla="*/ 207169 h 217170"/>
                <a:gd name="connsiteX218" fmla="*/ 60007 w 207168"/>
                <a:gd name="connsiteY218" fmla="*/ 206216 h 217170"/>
                <a:gd name="connsiteX219" fmla="*/ 70009 w 207168"/>
                <a:gd name="connsiteY219" fmla="*/ 203359 h 217170"/>
                <a:gd name="connsiteX220" fmla="*/ 86677 w 207168"/>
                <a:gd name="connsiteY220" fmla="*/ 197168 h 217170"/>
                <a:gd name="connsiteX221" fmla="*/ 91916 w 207168"/>
                <a:gd name="connsiteY221" fmla="*/ 195263 h 217170"/>
                <a:gd name="connsiteX222" fmla="*/ 103822 w 207168"/>
                <a:gd name="connsiteY222" fmla="*/ 192405 h 217170"/>
                <a:gd name="connsiteX223" fmla="*/ 120967 w 207168"/>
                <a:gd name="connsiteY223" fmla="*/ 190976 h 217170"/>
                <a:gd name="connsiteX224" fmla="*/ 119539 w 207168"/>
                <a:gd name="connsiteY224" fmla="*/ 190024 h 217170"/>
                <a:gd name="connsiteX225" fmla="*/ 114300 w 207168"/>
                <a:gd name="connsiteY225" fmla="*/ 190024 h 217170"/>
                <a:gd name="connsiteX226" fmla="*/ 110966 w 207168"/>
                <a:gd name="connsiteY226" fmla="*/ 190500 h 217170"/>
                <a:gd name="connsiteX227" fmla="*/ 111919 w 207168"/>
                <a:gd name="connsiteY227" fmla="*/ 189071 h 217170"/>
                <a:gd name="connsiteX228" fmla="*/ 113823 w 207168"/>
                <a:gd name="connsiteY228" fmla="*/ 188595 h 217170"/>
                <a:gd name="connsiteX229" fmla="*/ 122396 w 207168"/>
                <a:gd name="connsiteY229" fmla="*/ 188595 h 217170"/>
                <a:gd name="connsiteX230" fmla="*/ 124301 w 207168"/>
                <a:gd name="connsiteY230" fmla="*/ 190500 h 217170"/>
                <a:gd name="connsiteX231" fmla="*/ 126682 w 207168"/>
                <a:gd name="connsiteY231" fmla="*/ 190976 h 217170"/>
                <a:gd name="connsiteX232" fmla="*/ 134778 w 207168"/>
                <a:gd name="connsiteY232" fmla="*/ 190024 h 217170"/>
                <a:gd name="connsiteX233" fmla="*/ 156210 w 207168"/>
                <a:gd name="connsiteY233" fmla="*/ 188119 h 217170"/>
                <a:gd name="connsiteX234" fmla="*/ 155257 w 207168"/>
                <a:gd name="connsiteY234" fmla="*/ 187166 h 217170"/>
                <a:gd name="connsiteX235" fmla="*/ 153352 w 207168"/>
                <a:gd name="connsiteY235" fmla="*/ 187166 h 217170"/>
                <a:gd name="connsiteX236" fmla="*/ 136684 w 207168"/>
                <a:gd name="connsiteY236" fmla="*/ 188119 h 217170"/>
                <a:gd name="connsiteX237" fmla="*/ 138589 w 207168"/>
                <a:gd name="connsiteY237" fmla="*/ 186690 h 217170"/>
                <a:gd name="connsiteX238" fmla="*/ 145256 w 207168"/>
                <a:gd name="connsiteY238" fmla="*/ 185738 h 217170"/>
                <a:gd name="connsiteX239" fmla="*/ 153352 w 207168"/>
                <a:gd name="connsiteY239" fmla="*/ 185261 h 217170"/>
                <a:gd name="connsiteX240" fmla="*/ 158115 w 207168"/>
                <a:gd name="connsiteY240" fmla="*/ 185738 h 217170"/>
                <a:gd name="connsiteX241" fmla="*/ 161925 w 207168"/>
                <a:gd name="connsiteY241" fmla="*/ 188119 h 217170"/>
                <a:gd name="connsiteX242" fmla="*/ 179546 w 207168"/>
                <a:gd name="connsiteY242" fmla="*/ 190976 h 217170"/>
                <a:gd name="connsiteX243" fmla="*/ 180975 w 207168"/>
                <a:gd name="connsiteY243" fmla="*/ 190024 h 217170"/>
                <a:gd name="connsiteX244" fmla="*/ 183356 w 207168"/>
                <a:gd name="connsiteY244" fmla="*/ 184309 h 217170"/>
                <a:gd name="connsiteX245" fmla="*/ 184785 w 207168"/>
                <a:gd name="connsiteY245" fmla="*/ 183833 h 217170"/>
                <a:gd name="connsiteX246" fmla="*/ 186214 w 207168"/>
                <a:gd name="connsiteY246" fmla="*/ 183833 h 217170"/>
                <a:gd name="connsiteX247" fmla="*/ 185738 w 207168"/>
                <a:gd name="connsiteY247" fmla="*/ 188595 h 217170"/>
                <a:gd name="connsiteX248" fmla="*/ 189071 w 207168"/>
                <a:gd name="connsiteY248" fmla="*/ 190024 h 217170"/>
                <a:gd name="connsiteX249" fmla="*/ 190500 w 207168"/>
                <a:gd name="connsiteY249" fmla="*/ 190500 h 217170"/>
                <a:gd name="connsiteX250" fmla="*/ 190500 w 207168"/>
                <a:gd name="connsiteY250" fmla="*/ 190976 h 217170"/>
                <a:gd name="connsiteX251" fmla="*/ 192881 w 207168"/>
                <a:gd name="connsiteY251" fmla="*/ 191453 h 217170"/>
                <a:gd name="connsiteX252" fmla="*/ 194786 w 207168"/>
                <a:gd name="connsiteY252" fmla="*/ 190500 h 217170"/>
                <a:gd name="connsiteX253" fmla="*/ 197644 w 207168"/>
                <a:gd name="connsiteY253" fmla="*/ 190500 h 217170"/>
                <a:gd name="connsiteX254" fmla="*/ 198120 w 207168"/>
                <a:gd name="connsiteY254" fmla="*/ 189548 h 217170"/>
                <a:gd name="connsiteX255" fmla="*/ 198120 w 207168"/>
                <a:gd name="connsiteY255" fmla="*/ 186690 h 217170"/>
                <a:gd name="connsiteX256" fmla="*/ 198120 w 207168"/>
                <a:gd name="connsiteY256" fmla="*/ 184309 h 217170"/>
                <a:gd name="connsiteX257" fmla="*/ 199072 w 207168"/>
                <a:gd name="connsiteY257" fmla="*/ 183356 h 217170"/>
                <a:gd name="connsiteX258" fmla="*/ 199072 w 207168"/>
                <a:gd name="connsiteY258" fmla="*/ 180975 h 217170"/>
                <a:gd name="connsiteX259" fmla="*/ 197644 w 207168"/>
                <a:gd name="connsiteY259" fmla="*/ 175260 h 217170"/>
                <a:gd name="connsiteX260" fmla="*/ 196691 w 207168"/>
                <a:gd name="connsiteY260" fmla="*/ 174784 h 217170"/>
                <a:gd name="connsiteX261" fmla="*/ 191928 w 207168"/>
                <a:gd name="connsiteY261" fmla="*/ 173831 h 217170"/>
                <a:gd name="connsiteX262" fmla="*/ 191452 w 207168"/>
                <a:gd name="connsiteY262" fmla="*/ 172879 h 217170"/>
                <a:gd name="connsiteX263" fmla="*/ 190500 w 207168"/>
                <a:gd name="connsiteY263" fmla="*/ 171926 h 217170"/>
                <a:gd name="connsiteX264" fmla="*/ 189547 w 207168"/>
                <a:gd name="connsiteY264" fmla="*/ 169069 h 217170"/>
                <a:gd name="connsiteX265" fmla="*/ 188595 w 207168"/>
                <a:gd name="connsiteY265" fmla="*/ 164783 h 217170"/>
                <a:gd name="connsiteX266" fmla="*/ 186690 w 207168"/>
                <a:gd name="connsiteY266" fmla="*/ 159544 h 217170"/>
                <a:gd name="connsiteX267" fmla="*/ 183356 w 207168"/>
                <a:gd name="connsiteY267" fmla="*/ 150495 h 217170"/>
                <a:gd name="connsiteX268" fmla="*/ 182403 w 207168"/>
                <a:gd name="connsiteY268" fmla="*/ 147161 h 217170"/>
                <a:gd name="connsiteX269" fmla="*/ 181927 w 207168"/>
                <a:gd name="connsiteY269" fmla="*/ 143828 h 217170"/>
                <a:gd name="connsiteX270" fmla="*/ 181927 w 207168"/>
                <a:gd name="connsiteY270" fmla="*/ 140018 h 217170"/>
                <a:gd name="connsiteX271" fmla="*/ 182403 w 207168"/>
                <a:gd name="connsiteY271" fmla="*/ 138589 h 217170"/>
                <a:gd name="connsiteX272" fmla="*/ 182403 w 207168"/>
                <a:gd name="connsiteY272" fmla="*/ 136684 h 217170"/>
                <a:gd name="connsiteX273" fmla="*/ 181927 w 207168"/>
                <a:gd name="connsiteY273" fmla="*/ 134779 h 217170"/>
                <a:gd name="connsiteX274" fmla="*/ 184309 w 207168"/>
                <a:gd name="connsiteY274" fmla="*/ 130493 h 217170"/>
                <a:gd name="connsiteX275" fmla="*/ 188595 w 207168"/>
                <a:gd name="connsiteY275" fmla="*/ 124778 h 217170"/>
                <a:gd name="connsiteX276" fmla="*/ 189547 w 207168"/>
                <a:gd name="connsiteY276" fmla="*/ 122873 h 217170"/>
                <a:gd name="connsiteX277" fmla="*/ 190500 w 207168"/>
                <a:gd name="connsiteY277" fmla="*/ 121444 h 217170"/>
                <a:gd name="connsiteX278" fmla="*/ 190500 w 207168"/>
                <a:gd name="connsiteY278" fmla="*/ 119539 h 217170"/>
                <a:gd name="connsiteX279" fmla="*/ 191452 w 207168"/>
                <a:gd name="connsiteY279" fmla="*/ 112871 h 217170"/>
                <a:gd name="connsiteX280" fmla="*/ 193357 w 207168"/>
                <a:gd name="connsiteY280" fmla="*/ 105251 h 217170"/>
                <a:gd name="connsiteX281" fmla="*/ 194786 w 207168"/>
                <a:gd name="connsiteY281" fmla="*/ 102394 h 217170"/>
                <a:gd name="connsiteX282" fmla="*/ 195739 w 207168"/>
                <a:gd name="connsiteY282" fmla="*/ 100965 h 217170"/>
                <a:gd name="connsiteX283" fmla="*/ 196691 w 207168"/>
                <a:gd name="connsiteY283" fmla="*/ 98584 h 217170"/>
                <a:gd name="connsiteX284" fmla="*/ 197167 w 207168"/>
                <a:gd name="connsiteY284" fmla="*/ 97155 h 217170"/>
                <a:gd name="connsiteX285" fmla="*/ 201453 w 207168"/>
                <a:gd name="connsiteY285" fmla="*/ 94298 h 217170"/>
                <a:gd name="connsiteX286" fmla="*/ 203359 w 207168"/>
                <a:gd name="connsiteY286" fmla="*/ 93345 h 217170"/>
                <a:gd name="connsiteX287" fmla="*/ 203835 w 207168"/>
                <a:gd name="connsiteY287" fmla="*/ 91916 h 217170"/>
                <a:gd name="connsiteX288" fmla="*/ 203359 w 207168"/>
                <a:gd name="connsiteY288" fmla="*/ 90488 h 217170"/>
                <a:gd name="connsiteX289" fmla="*/ 203835 w 207168"/>
                <a:gd name="connsiteY289" fmla="*/ 89535 h 217170"/>
                <a:gd name="connsiteX290" fmla="*/ 204788 w 207168"/>
                <a:gd name="connsiteY290" fmla="*/ 89059 h 217170"/>
                <a:gd name="connsiteX291" fmla="*/ 206216 w 207168"/>
                <a:gd name="connsiteY291" fmla="*/ 88583 h 217170"/>
                <a:gd name="connsiteX292" fmla="*/ 207169 w 207168"/>
                <a:gd name="connsiteY292" fmla="*/ 87154 h 217170"/>
                <a:gd name="connsiteX293" fmla="*/ 206692 w 207168"/>
                <a:gd name="connsiteY293" fmla="*/ 74295 h 2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207168" h="217170">
                  <a:moveTo>
                    <a:pt x="183356" y="188119"/>
                  </a:moveTo>
                  <a:lnTo>
                    <a:pt x="187642" y="189071"/>
                  </a:lnTo>
                  <a:lnTo>
                    <a:pt x="188595" y="187643"/>
                  </a:lnTo>
                  <a:lnTo>
                    <a:pt x="184309" y="187166"/>
                  </a:lnTo>
                  <a:lnTo>
                    <a:pt x="183356" y="188119"/>
                  </a:lnTo>
                  <a:close/>
                  <a:moveTo>
                    <a:pt x="206692" y="74295"/>
                  </a:moveTo>
                  <a:lnTo>
                    <a:pt x="205264" y="64770"/>
                  </a:lnTo>
                  <a:lnTo>
                    <a:pt x="205264" y="63818"/>
                  </a:lnTo>
                  <a:lnTo>
                    <a:pt x="204311" y="62389"/>
                  </a:lnTo>
                  <a:lnTo>
                    <a:pt x="203359" y="58579"/>
                  </a:lnTo>
                  <a:lnTo>
                    <a:pt x="201930" y="56198"/>
                  </a:lnTo>
                  <a:lnTo>
                    <a:pt x="200025" y="55721"/>
                  </a:lnTo>
                  <a:lnTo>
                    <a:pt x="200025" y="53340"/>
                  </a:lnTo>
                  <a:lnTo>
                    <a:pt x="201930" y="49530"/>
                  </a:lnTo>
                  <a:lnTo>
                    <a:pt x="202406" y="47149"/>
                  </a:lnTo>
                  <a:lnTo>
                    <a:pt x="201453" y="46673"/>
                  </a:lnTo>
                  <a:lnTo>
                    <a:pt x="201453" y="44768"/>
                  </a:lnTo>
                  <a:lnTo>
                    <a:pt x="201930" y="41910"/>
                  </a:lnTo>
                  <a:lnTo>
                    <a:pt x="201453" y="40005"/>
                  </a:lnTo>
                  <a:lnTo>
                    <a:pt x="200501" y="40958"/>
                  </a:lnTo>
                  <a:lnTo>
                    <a:pt x="198596" y="41910"/>
                  </a:lnTo>
                  <a:lnTo>
                    <a:pt x="196691" y="41910"/>
                  </a:lnTo>
                  <a:lnTo>
                    <a:pt x="194786" y="39529"/>
                  </a:lnTo>
                  <a:lnTo>
                    <a:pt x="193834" y="38576"/>
                  </a:lnTo>
                  <a:lnTo>
                    <a:pt x="192405" y="36195"/>
                  </a:lnTo>
                  <a:lnTo>
                    <a:pt x="190976" y="33814"/>
                  </a:lnTo>
                  <a:lnTo>
                    <a:pt x="189071" y="32861"/>
                  </a:lnTo>
                  <a:lnTo>
                    <a:pt x="187166" y="31909"/>
                  </a:lnTo>
                  <a:lnTo>
                    <a:pt x="184785" y="28575"/>
                  </a:lnTo>
                  <a:lnTo>
                    <a:pt x="182880" y="27146"/>
                  </a:lnTo>
                  <a:lnTo>
                    <a:pt x="180498" y="27623"/>
                  </a:lnTo>
                  <a:lnTo>
                    <a:pt x="177165" y="27146"/>
                  </a:lnTo>
                  <a:lnTo>
                    <a:pt x="170497" y="26194"/>
                  </a:lnTo>
                  <a:lnTo>
                    <a:pt x="163353" y="26670"/>
                  </a:lnTo>
                  <a:lnTo>
                    <a:pt x="160496" y="27623"/>
                  </a:lnTo>
                  <a:lnTo>
                    <a:pt x="157639" y="29051"/>
                  </a:lnTo>
                  <a:lnTo>
                    <a:pt x="150019" y="31909"/>
                  </a:lnTo>
                  <a:lnTo>
                    <a:pt x="147161" y="33338"/>
                  </a:lnTo>
                  <a:lnTo>
                    <a:pt x="144780" y="36671"/>
                  </a:lnTo>
                  <a:lnTo>
                    <a:pt x="142398" y="36671"/>
                  </a:lnTo>
                  <a:lnTo>
                    <a:pt x="140017" y="35719"/>
                  </a:lnTo>
                  <a:lnTo>
                    <a:pt x="138589" y="34290"/>
                  </a:lnTo>
                  <a:lnTo>
                    <a:pt x="135255" y="34766"/>
                  </a:lnTo>
                  <a:lnTo>
                    <a:pt x="131921" y="33338"/>
                  </a:lnTo>
                  <a:lnTo>
                    <a:pt x="128588" y="30480"/>
                  </a:lnTo>
                  <a:lnTo>
                    <a:pt x="126206" y="29528"/>
                  </a:lnTo>
                  <a:lnTo>
                    <a:pt x="123348" y="27623"/>
                  </a:lnTo>
                  <a:lnTo>
                    <a:pt x="122396" y="23813"/>
                  </a:lnTo>
                  <a:lnTo>
                    <a:pt x="120491" y="20955"/>
                  </a:lnTo>
                  <a:lnTo>
                    <a:pt x="118586" y="17145"/>
                  </a:lnTo>
                  <a:lnTo>
                    <a:pt x="116205" y="15240"/>
                  </a:lnTo>
                  <a:lnTo>
                    <a:pt x="113347" y="14288"/>
                  </a:lnTo>
                  <a:lnTo>
                    <a:pt x="109061" y="14288"/>
                  </a:lnTo>
                  <a:lnTo>
                    <a:pt x="106203" y="12859"/>
                  </a:lnTo>
                  <a:lnTo>
                    <a:pt x="104298" y="10478"/>
                  </a:lnTo>
                  <a:lnTo>
                    <a:pt x="103346" y="10001"/>
                  </a:lnTo>
                  <a:lnTo>
                    <a:pt x="98584" y="10001"/>
                  </a:lnTo>
                  <a:lnTo>
                    <a:pt x="93345" y="11430"/>
                  </a:lnTo>
                  <a:lnTo>
                    <a:pt x="91440" y="12383"/>
                  </a:lnTo>
                  <a:lnTo>
                    <a:pt x="90964" y="13811"/>
                  </a:lnTo>
                  <a:lnTo>
                    <a:pt x="90011" y="14764"/>
                  </a:lnTo>
                  <a:lnTo>
                    <a:pt x="88582" y="16193"/>
                  </a:lnTo>
                  <a:lnTo>
                    <a:pt x="87153" y="17621"/>
                  </a:lnTo>
                  <a:lnTo>
                    <a:pt x="84296" y="17145"/>
                  </a:lnTo>
                  <a:lnTo>
                    <a:pt x="81439" y="16193"/>
                  </a:lnTo>
                  <a:lnTo>
                    <a:pt x="80010" y="15240"/>
                  </a:lnTo>
                  <a:lnTo>
                    <a:pt x="80010" y="14764"/>
                  </a:lnTo>
                  <a:lnTo>
                    <a:pt x="80963" y="13335"/>
                  </a:lnTo>
                  <a:lnTo>
                    <a:pt x="81915" y="11906"/>
                  </a:lnTo>
                  <a:lnTo>
                    <a:pt x="81915" y="10954"/>
                  </a:lnTo>
                  <a:lnTo>
                    <a:pt x="80963" y="8573"/>
                  </a:lnTo>
                  <a:lnTo>
                    <a:pt x="80010" y="5715"/>
                  </a:lnTo>
                  <a:lnTo>
                    <a:pt x="80486" y="4286"/>
                  </a:lnTo>
                  <a:lnTo>
                    <a:pt x="80010" y="0"/>
                  </a:lnTo>
                  <a:lnTo>
                    <a:pt x="79534" y="0"/>
                  </a:lnTo>
                  <a:lnTo>
                    <a:pt x="76200" y="953"/>
                  </a:lnTo>
                  <a:lnTo>
                    <a:pt x="74771" y="1429"/>
                  </a:lnTo>
                  <a:lnTo>
                    <a:pt x="73819" y="1905"/>
                  </a:lnTo>
                  <a:lnTo>
                    <a:pt x="73819" y="2858"/>
                  </a:lnTo>
                  <a:lnTo>
                    <a:pt x="74771" y="5239"/>
                  </a:lnTo>
                  <a:lnTo>
                    <a:pt x="74295" y="5715"/>
                  </a:lnTo>
                  <a:lnTo>
                    <a:pt x="72390" y="5715"/>
                  </a:lnTo>
                  <a:lnTo>
                    <a:pt x="69532" y="4763"/>
                  </a:lnTo>
                  <a:lnTo>
                    <a:pt x="66675" y="2381"/>
                  </a:lnTo>
                  <a:lnTo>
                    <a:pt x="65722" y="3334"/>
                  </a:lnTo>
                  <a:lnTo>
                    <a:pt x="65246" y="5239"/>
                  </a:lnTo>
                  <a:lnTo>
                    <a:pt x="65246" y="7620"/>
                  </a:lnTo>
                  <a:lnTo>
                    <a:pt x="66198" y="11906"/>
                  </a:lnTo>
                  <a:lnTo>
                    <a:pt x="65246" y="13335"/>
                  </a:lnTo>
                  <a:lnTo>
                    <a:pt x="63341" y="12859"/>
                  </a:lnTo>
                  <a:lnTo>
                    <a:pt x="60484" y="12859"/>
                  </a:lnTo>
                  <a:lnTo>
                    <a:pt x="58102" y="13335"/>
                  </a:lnTo>
                  <a:lnTo>
                    <a:pt x="56673" y="13335"/>
                  </a:lnTo>
                  <a:lnTo>
                    <a:pt x="55721" y="14764"/>
                  </a:lnTo>
                  <a:lnTo>
                    <a:pt x="55245" y="16193"/>
                  </a:lnTo>
                  <a:lnTo>
                    <a:pt x="56197" y="18098"/>
                  </a:lnTo>
                  <a:lnTo>
                    <a:pt x="56197" y="19050"/>
                  </a:lnTo>
                  <a:lnTo>
                    <a:pt x="55245" y="19526"/>
                  </a:lnTo>
                  <a:lnTo>
                    <a:pt x="54292" y="20003"/>
                  </a:lnTo>
                  <a:lnTo>
                    <a:pt x="53340" y="20003"/>
                  </a:lnTo>
                  <a:lnTo>
                    <a:pt x="50959" y="18098"/>
                  </a:lnTo>
                  <a:lnTo>
                    <a:pt x="48101" y="17145"/>
                  </a:lnTo>
                  <a:lnTo>
                    <a:pt x="41910" y="16193"/>
                  </a:lnTo>
                  <a:lnTo>
                    <a:pt x="40957" y="13335"/>
                  </a:lnTo>
                  <a:lnTo>
                    <a:pt x="40005" y="13335"/>
                  </a:lnTo>
                  <a:lnTo>
                    <a:pt x="38576" y="11906"/>
                  </a:lnTo>
                  <a:lnTo>
                    <a:pt x="37147" y="10001"/>
                  </a:lnTo>
                  <a:lnTo>
                    <a:pt x="36195" y="10001"/>
                  </a:lnTo>
                  <a:lnTo>
                    <a:pt x="35242" y="10478"/>
                  </a:lnTo>
                  <a:lnTo>
                    <a:pt x="31909" y="10478"/>
                  </a:lnTo>
                  <a:lnTo>
                    <a:pt x="29051" y="13335"/>
                  </a:lnTo>
                  <a:lnTo>
                    <a:pt x="26670" y="17145"/>
                  </a:lnTo>
                  <a:lnTo>
                    <a:pt x="24289" y="19050"/>
                  </a:lnTo>
                  <a:lnTo>
                    <a:pt x="21907" y="20003"/>
                  </a:lnTo>
                  <a:lnTo>
                    <a:pt x="20955" y="20003"/>
                  </a:lnTo>
                  <a:lnTo>
                    <a:pt x="20002" y="21431"/>
                  </a:lnTo>
                  <a:lnTo>
                    <a:pt x="17621" y="23336"/>
                  </a:lnTo>
                  <a:lnTo>
                    <a:pt x="15716" y="24765"/>
                  </a:lnTo>
                  <a:lnTo>
                    <a:pt x="15240" y="26194"/>
                  </a:lnTo>
                  <a:lnTo>
                    <a:pt x="15716" y="29528"/>
                  </a:lnTo>
                  <a:lnTo>
                    <a:pt x="15716" y="36671"/>
                  </a:lnTo>
                  <a:lnTo>
                    <a:pt x="16192" y="42863"/>
                  </a:lnTo>
                  <a:lnTo>
                    <a:pt x="17621" y="45244"/>
                  </a:lnTo>
                  <a:lnTo>
                    <a:pt x="19526" y="46196"/>
                  </a:lnTo>
                  <a:lnTo>
                    <a:pt x="21907" y="46196"/>
                  </a:lnTo>
                  <a:lnTo>
                    <a:pt x="24289" y="45720"/>
                  </a:lnTo>
                  <a:lnTo>
                    <a:pt x="24289" y="49530"/>
                  </a:lnTo>
                  <a:lnTo>
                    <a:pt x="23813" y="53816"/>
                  </a:lnTo>
                  <a:lnTo>
                    <a:pt x="26670" y="55245"/>
                  </a:lnTo>
                  <a:lnTo>
                    <a:pt x="28098" y="56674"/>
                  </a:lnTo>
                  <a:lnTo>
                    <a:pt x="29051" y="57626"/>
                  </a:lnTo>
                  <a:lnTo>
                    <a:pt x="24765" y="60008"/>
                  </a:lnTo>
                  <a:lnTo>
                    <a:pt x="23336" y="61436"/>
                  </a:lnTo>
                  <a:lnTo>
                    <a:pt x="22860" y="64770"/>
                  </a:lnTo>
                  <a:lnTo>
                    <a:pt x="22860" y="68104"/>
                  </a:lnTo>
                  <a:lnTo>
                    <a:pt x="28575" y="70485"/>
                  </a:lnTo>
                  <a:lnTo>
                    <a:pt x="30956" y="73343"/>
                  </a:lnTo>
                  <a:lnTo>
                    <a:pt x="31909" y="76200"/>
                  </a:lnTo>
                  <a:lnTo>
                    <a:pt x="32385" y="81439"/>
                  </a:lnTo>
                  <a:lnTo>
                    <a:pt x="31909" y="82391"/>
                  </a:lnTo>
                  <a:lnTo>
                    <a:pt x="30480" y="82391"/>
                  </a:lnTo>
                  <a:lnTo>
                    <a:pt x="29051" y="80963"/>
                  </a:lnTo>
                  <a:lnTo>
                    <a:pt x="27622" y="79534"/>
                  </a:lnTo>
                  <a:lnTo>
                    <a:pt x="26194" y="79534"/>
                  </a:lnTo>
                  <a:lnTo>
                    <a:pt x="23336" y="79058"/>
                  </a:lnTo>
                  <a:lnTo>
                    <a:pt x="20002" y="78581"/>
                  </a:lnTo>
                  <a:lnTo>
                    <a:pt x="16192" y="78581"/>
                  </a:lnTo>
                  <a:lnTo>
                    <a:pt x="14764" y="79058"/>
                  </a:lnTo>
                  <a:lnTo>
                    <a:pt x="13811" y="80010"/>
                  </a:lnTo>
                  <a:lnTo>
                    <a:pt x="13335" y="81439"/>
                  </a:lnTo>
                  <a:lnTo>
                    <a:pt x="12859" y="86678"/>
                  </a:lnTo>
                  <a:lnTo>
                    <a:pt x="14288" y="87630"/>
                  </a:lnTo>
                  <a:lnTo>
                    <a:pt x="16669" y="89059"/>
                  </a:lnTo>
                  <a:lnTo>
                    <a:pt x="18573" y="89535"/>
                  </a:lnTo>
                  <a:lnTo>
                    <a:pt x="20002" y="89535"/>
                  </a:lnTo>
                  <a:lnTo>
                    <a:pt x="20955" y="90488"/>
                  </a:lnTo>
                  <a:lnTo>
                    <a:pt x="20955" y="92869"/>
                  </a:lnTo>
                  <a:lnTo>
                    <a:pt x="20002" y="94298"/>
                  </a:lnTo>
                  <a:lnTo>
                    <a:pt x="18573" y="95726"/>
                  </a:lnTo>
                  <a:lnTo>
                    <a:pt x="16669" y="99536"/>
                  </a:lnTo>
                  <a:lnTo>
                    <a:pt x="17145" y="100965"/>
                  </a:lnTo>
                  <a:lnTo>
                    <a:pt x="17145" y="102870"/>
                  </a:lnTo>
                  <a:lnTo>
                    <a:pt x="14288" y="108585"/>
                  </a:lnTo>
                  <a:lnTo>
                    <a:pt x="13335" y="109538"/>
                  </a:lnTo>
                  <a:lnTo>
                    <a:pt x="9048" y="108585"/>
                  </a:lnTo>
                  <a:lnTo>
                    <a:pt x="6191" y="108109"/>
                  </a:lnTo>
                  <a:lnTo>
                    <a:pt x="4286" y="109538"/>
                  </a:lnTo>
                  <a:lnTo>
                    <a:pt x="4763" y="110014"/>
                  </a:lnTo>
                  <a:lnTo>
                    <a:pt x="5715" y="110966"/>
                  </a:lnTo>
                  <a:lnTo>
                    <a:pt x="6667" y="114300"/>
                  </a:lnTo>
                  <a:lnTo>
                    <a:pt x="10477" y="125730"/>
                  </a:lnTo>
                  <a:lnTo>
                    <a:pt x="10477" y="129064"/>
                  </a:lnTo>
                  <a:lnTo>
                    <a:pt x="9525" y="130969"/>
                  </a:lnTo>
                  <a:lnTo>
                    <a:pt x="9525" y="132874"/>
                  </a:lnTo>
                  <a:lnTo>
                    <a:pt x="9048" y="134779"/>
                  </a:lnTo>
                  <a:lnTo>
                    <a:pt x="6667" y="138113"/>
                  </a:lnTo>
                  <a:lnTo>
                    <a:pt x="0" y="144780"/>
                  </a:lnTo>
                  <a:lnTo>
                    <a:pt x="476" y="145256"/>
                  </a:lnTo>
                  <a:lnTo>
                    <a:pt x="1905" y="146209"/>
                  </a:lnTo>
                  <a:lnTo>
                    <a:pt x="3810" y="146685"/>
                  </a:lnTo>
                  <a:lnTo>
                    <a:pt x="5239" y="146685"/>
                  </a:lnTo>
                  <a:lnTo>
                    <a:pt x="7144" y="148114"/>
                  </a:lnTo>
                  <a:lnTo>
                    <a:pt x="9048" y="150019"/>
                  </a:lnTo>
                  <a:lnTo>
                    <a:pt x="10953" y="150971"/>
                  </a:lnTo>
                  <a:lnTo>
                    <a:pt x="13811" y="151924"/>
                  </a:lnTo>
                  <a:lnTo>
                    <a:pt x="16192" y="151924"/>
                  </a:lnTo>
                  <a:lnTo>
                    <a:pt x="18097" y="151448"/>
                  </a:lnTo>
                  <a:lnTo>
                    <a:pt x="20955" y="151924"/>
                  </a:lnTo>
                  <a:lnTo>
                    <a:pt x="24289" y="153829"/>
                  </a:lnTo>
                  <a:lnTo>
                    <a:pt x="25241" y="156686"/>
                  </a:lnTo>
                  <a:lnTo>
                    <a:pt x="26194" y="159068"/>
                  </a:lnTo>
                  <a:lnTo>
                    <a:pt x="27146" y="160496"/>
                  </a:lnTo>
                  <a:lnTo>
                    <a:pt x="27146" y="162878"/>
                  </a:lnTo>
                  <a:lnTo>
                    <a:pt x="29527" y="164783"/>
                  </a:lnTo>
                  <a:lnTo>
                    <a:pt x="32861" y="165259"/>
                  </a:lnTo>
                  <a:lnTo>
                    <a:pt x="37147" y="167640"/>
                  </a:lnTo>
                  <a:lnTo>
                    <a:pt x="38100" y="167640"/>
                  </a:lnTo>
                  <a:lnTo>
                    <a:pt x="38576" y="167164"/>
                  </a:lnTo>
                  <a:lnTo>
                    <a:pt x="39052" y="167640"/>
                  </a:lnTo>
                  <a:lnTo>
                    <a:pt x="40005" y="173831"/>
                  </a:lnTo>
                  <a:lnTo>
                    <a:pt x="40957" y="177165"/>
                  </a:lnTo>
                  <a:lnTo>
                    <a:pt x="40481" y="178594"/>
                  </a:lnTo>
                  <a:lnTo>
                    <a:pt x="40005" y="179546"/>
                  </a:lnTo>
                  <a:lnTo>
                    <a:pt x="40005" y="184785"/>
                  </a:lnTo>
                  <a:lnTo>
                    <a:pt x="38100" y="187643"/>
                  </a:lnTo>
                  <a:lnTo>
                    <a:pt x="37623" y="190976"/>
                  </a:lnTo>
                  <a:lnTo>
                    <a:pt x="37147" y="191929"/>
                  </a:lnTo>
                  <a:lnTo>
                    <a:pt x="35242" y="192881"/>
                  </a:lnTo>
                  <a:lnTo>
                    <a:pt x="35242" y="195263"/>
                  </a:lnTo>
                  <a:lnTo>
                    <a:pt x="34766" y="198120"/>
                  </a:lnTo>
                  <a:lnTo>
                    <a:pt x="34766" y="201454"/>
                  </a:lnTo>
                  <a:lnTo>
                    <a:pt x="35242" y="210026"/>
                  </a:lnTo>
                  <a:lnTo>
                    <a:pt x="35242" y="216218"/>
                  </a:lnTo>
                  <a:lnTo>
                    <a:pt x="36195" y="217170"/>
                  </a:lnTo>
                  <a:lnTo>
                    <a:pt x="40005" y="216218"/>
                  </a:lnTo>
                  <a:lnTo>
                    <a:pt x="46672" y="212408"/>
                  </a:lnTo>
                  <a:lnTo>
                    <a:pt x="52388" y="210503"/>
                  </a:lnTo>
                  <a:lnTo>
                    <a:pt x="57150" y="207169"/>
                  </a:lnTo>
                  <a:lnTo>
                    <a:pt x="60007" y="206216"/>
                  </a:lnTo>
                  <a:lnTo>
                    <a:pt x="70009" y="203359"/>
                  </a:lnTo>
                  <a:lnTo>
                    <a:pt x="86677" y="197168"/>
                  </a:lnTo>
                  <a:lnTo>
                    <a:pt x="91916" y="195263"/>
                  </a:lnTo>
                  <a:lnTo>
                    <a:pt x="103822" y="192405"/>
                  </a:lnTo>
                  <a:lnTo>
                    <a:pt x="120967" y="190976"/>
                  </a:lnTo>
                  <a:lnTo>
                    <a:pt x="119539" y="190024"/>
                  </a:lnTo>
                  <a:lnTo>
                    <a:pt x="114300" y="190024"/>
                  </a:lnTo>
                  <a:lnTo>
                    <a:pt x="110966" y="190500"/>
                  </a:lnTo>
                  <a:lnTo>
                    <a:pt x="111919" y="189071"/>
                  </a:lnTo>
                  <a:lnTo>
                    <a:pt x="113823" y="188595"/>
                  </a:lnTo>
                  <a:lnTo>
                    <a:pt x="122396" y="188595"/>
                  </a:lnTo>
                  <a:lnTo>
                    <a:pt x="124301" y="190500"/>
                  </a:lnTo>
                  <a:lnTo>
                    <a:pt x="126682" y="190976"/>
                  </a:lnTo>
                  <a:lnTo>
                    <a:pt x="134778" y="190024"/>
                  </a:lnTo>
                  <a:lnTo>
                    <a:pt x="156210" y="188119"/>
                  </a:lnTo>
                  <a:lnTo>
                    <a:pt x="155257" y="187166"/>
                  </a:lnTo>
                  <a:lnTo>
                    <a:pt x="153352" y="187166"/>
                  </a:lnTo>
                  <a:lnTo>
                    <a:pt x="136684" y="188119"/>
                  </a:lnTo>
                  <a:lnTo>
                    <a:pt x="138589" y="186690"/>
                  </a:lnTo>
                  <a:lnTo>
                    <a:pt x="145256" y="185738"/>
                  </a:lnTo>
                  <a:lnTo>
                    <a:pt x="153352" y="185261"/>
                  </a:lnTo>
                  <a:lnTo>
                    <a:pt x="158115" y="185738"/>
                  </a:lnTo>
                  <a:lnTo>
                    <a:pt x="161925" y="188119"/>
                  </a:lnTo>
                  <a:lnTo>
                    <a:pt x="179546" y="190976"/>
                  </a:lnTo>
                  <a:lnTo>
                    <a:pt x="180975" y="190024"/>
                  </a:lnTo>
                  <a:lnTo>
                    <a:pt x="183356" y="184309"/>
                  </a:lnTo>
                  <a:lnTo>
                    <a:pt x="184785" y="183833"/>
                  </a:lnTo>
                  <a:lnTo>
                    <a:pt x="186214" y="183833"/>
                  </a:lnTo>
                  <a:lnTo>
                    <a:pt x="185738" y="188595"/>
                  </a:lnTo>
                  <a:lnTo>
                    <a:pt x="189071" y="190024"/>
                  </a:lnTo>
                  <a:lnTo>
                    <a:pt x="190500" y="190500"/>
                  </a:lnTo>
                  <a:lnTo>
                    <a:pt x="190500" y="190976"/>
                  </a:lnTo>
                  <a:lnTo>
                    <a:pt x="192881" y="191453"/>
                  </a:lnTo>
                  <a:lnTo>
                    <a:pt x="194786" y="190500"/>
                  </a:lnTo>
                  <a:lnTo>
                    <a:pt x="197644" y="190500"/>
                  </a:lnTo>
                  <a:lnTo>
                    <a:pt x="198120" y="189548"/>
                  </a:lnTo>
                  <a:lnTo>
                    <a:pt x="198120" y="186690"/>
                  </a:lnTo>
                  <a:lnTo>
                    <a:pt x="198120" y="184309"/>
                  </a:lnTo>
                  <a:lnTo>
                    <a:pt x="199072" y="183356"/>
                  </a:lnTo>
                  <a:lnTo>
                    <a:pt x="199072" y="180975"/>
                  </a:lnTo>
                  <a:lnTo>
                    <a:pt x="197644" y="175260"/>
                  </a:lnTo>
                  <a:lnTo>
                    <a:pt x="196691" y="174784"/>
                  </a:lnTo>
                  <a:lnTo>
                    <a:pt x="191928" y="173831"/>
                  </a:lnTo>
                  <a:lnTo>
                    <a:pt x="191452" y="172879"/>
                  </a:lnTo>
                  <a:lnTo>
                    <a:pt x="190500" y="171926"/>
                  </a:lnTo>
                  <a:lnTo>
                    <a:pt x="189547" y="169069"/>
                  </a:lnTo>
                  <a:lnTo>
                    <a:pt x="188595" y="164783"/>
                  </a:lnTo>
                  <a:lnTo>
                    <a:pt x="186690" y="159544"/>
                  </a:lnTo>
                  <a:lnTo>
                    <a:pt x="183356" y="150495"/>
                  </a:lnTo>
                  <a:lnTo>
                    <a:pt x="182403" y="147161"/>
                  </a:lnTo>
                  <a:lnTo>
                    <a:pt x="181927" y="143828"/>
                  </a:lnTo>
                  <a:lnTo>
                    <a:pt x="181927" y="140018"/>
                  </a:lnTo>
                  <a:lnTo>
                    <a:pt x="182403" y="138589"/>
                  </a:lnTo>
                  <a:lnTo>
                    <a:pt x="182403" y="136684"/>
                  </a:lnTo>
                  <a:lnTo>
                    <a:pt x="181927" y="134779"/>
                  </a:lnTo>
                  <a:lnTo>
                    <a:pt x="184309" y="130493"/>
                  </a:lnTo>
                  <a:lnTo>
                    <a:pt x="188595" y="124778"/>
                  </a:lnTo>
                  <a:lnTo>
                    <a:pt x="189547" y="122873"/>
                  </a:lnTo>
                  <a:lnTo>
                    <a:pt x="190500" y="121444"/>
                  </a:lnTo>
                  <a:lnTo>
                    <a:pt x="190500" y="119539"/>
                  </a:lnTo>
                  <a:lnTo>
                    <a:pt x="191452" y="112871"/>
                  </a:lnTo>
                  <a:lnTo>
                    <a:pt x="193357" y="105251"/>
                  </a:lnTo>
                  <a:lnTo>
                    <a:pt x="194786" y="102394"/>
                  </a:lnTo>
                  <a:lnTo>
                    <a:pt x="195739" y="100965"/>
                  </a:lnTo>
                  <a:lnTo>
                    <a:pt x="196691" y="98584"/>
                  </a:lnTo>
                  <a:lnTo>
                    <a:pt x="197167" y="97155"/>
                  </a:lnTo>
                  <a:lnTo>
                    <a:pt x="201453" y="94298"/>
                  </a:lnTo>
                  <a:lnTo>
                    <a:pt x="203359" y="93345"/>
                  </a:lnTo>
                  <a:lnTo>
                    <a:pt x="203835" y="91916"/>
                  </a:lnTo>
                  <a:lnTo>
                    <a:pt x="203359" y="90488"/>
                  </a:lnTo>
                  <a:lnTo>
                    <a:pt x="203835" y="89535"/>
                  </a:lnTo>
                  <a:lnTo>
                    <a:pt x="204788" y="89059"/>
                  </a:lnTo>
                  <a:lnTo>
                    <a:pt x="206216" y="88583"/>
                  </a:lnTo>
                  <a:lnTo>
                    <a:pt x="207169" y="87154"/>
                  </a:lnTo>
                  <a:lnTo>
                    <a:pt x="206692" y="74295"/>
                  </a:lnTo>
                  <a:close/>
                </a:path>
              </a:pathLst>
            </a:custGeom>
            <a:grpFill/>
            <a:ln w="317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23CFAE30-36C1-40CA-8F53-2529DA974C8D}"/>
                </a:ext>
              </a:extLst>
            </p:cNvPr>
            <p:cNvSpPr/>
            <p:nvPr/>
          </p:nvSpPr>
          <p:spPr>
            <a:xfrm>
              <a:off x="5922644" y="2557938"/>
              <a:ext cx="152400" cy="82867"/>
            </a:xfrm>
            <a:custGeom>
              <a:avLst/>
              <a:gdLst>
                <a:gd name="connsiteX0" fmla="*/ 152400 w 152400"/>
                <a:gd name="connsiteY0" fmla="*/ 39052 h 82867"/>
                <a:gd name="connsiteX1" fmla="*/ 152400 w 152400"/>
                <a:gd name="connsiteY1" fmla="*/ 37624 h 82867"/>
                <a:gd name="connsiteX2" fmla="*/ 151448 w 152400"/>
                <a:gd name="connsiteY2" fmla="*/ 34766 h 82867"/>
                <a:gd name="connsiteX3" fmla="*/ 149066 w 152400"/>
                <a:gd name="connsiteY3" fmla="*/ 33814 h 82867"/>
                <a:gd name="connsiteX4" fmla="*/ 143351 w 152400"/>
                <a:gd name="connsiteY4" fmla="*/ 39052 h 82867"/>
                <a:gd name="connsiteX5" fmla="*/ 141923 w 152400"/>
                <a:gd name="connsiteY5" fmla="*/ 39529 h 82867"/>
                <a:gd name="connsiteX6" fmla="*/ 137160 w 152400"/>
                <a:gd name="connsiteY6" fmla="*/ 38100 h 82867"/>
                <a:gd name="connsiteX7" fmla="*/ 132874 w 152400"/>
                <a:gd name="connsiteY7" fmla="*/ 35719 h 82867"/>
                <a:gd name="connsiteX8" fmla="*/ 132398 w 152400"/>
                <a:gd name="connsiteY8" fmla="*/ 34290 h 82867"/>
                <a:gd name="connsiteX9" fmla="*/ 131922 w 152400"/>
                <a:gd name="connsiteY9" fmla="*/ 32861 h 82867"/>
                <a:gd name="connsiteX10" fmla="*/ 128588 w 152400"/>
                <a:gd name="connsiteY10" fmla="*/ 31909 h 82867"/>
                <a:gd name="connsiteX11" fmla="*/ 124301 w 152400"/>
                <a:gd name="connsiteY11" fmla="*/ 30956 h 82867"/>
                <a:gd name="connsiteX12" fmla="*/ 122873 w 152400"/>
                <a:gd name="connsiteY12" fmla="*/ 30956 h 82867"/>
                <a:gd name="connsiteX13" fmla="*/ 120015 w 152400"/>
                <a:gd name="connsiteY13" fmla="*/ 30480 h 82867"/>
                <a:gd name="connsiteX14" fmla="*/ 119539 w 152400"/>
                <a:gd name="connsiteY14" fmla="*/ 30480 h 82867"/>
                <a:gd name="connsiteX15" fmla="*/ 119539 w 152400"/>
                <a:gd name="connsiteY15" fmla="*/ 29051 h 82867"/>
                <a:gd name="connsiteX16" fmla="*/ 119539 w 152400"/>
                <a:gd name="connsiteY16" fmla="*/ 25717 h 82867"/>
                <a:gd name="connsiteX17" fmla="*/ 120968 w 152400"/>
                <a:gd name="connsiteY17" fmla="*/ 21908 h 82867"/>
                <a:gd name="connsiteX18" fmla="*/ 123825 w 152400"/>
                <a:gd name="connsiteY18" fmla="*/ 16669 h 82867"/>
                <a:gd name="connsiteX19" fmla="*/ 124301 w 152400"/>
                <a:gd name="connsiteY19" fmla="*/ 13335 h 82867"/>
                <a:gd name="connsiteX20" fmla="*/ 121920 w 152400"/>
                <a:gd name="connsiteY20" fmla="*/ 11430 h 82867"/>
                <a:gd name="connsiteX21" fmla="*/ 118586 w 152400"/>
                <a:gd name="connsiteY21" fmla="*/ 11430 h 82867"/>
                <a:gd name="connsiteX22" fmla="*/ 111443 w 152400"/>
                <a:gd name="connsiteY22" fmla="*/ 7620 h 82867"/>
                <a:gd name="connsiteX23" fmla="*/ 109538 w 152400"/>
                <a:gd name="connsiteY23" fmla="*/ 4763 h 82867"/>
                <a:gd name="connsiteX24" fmla="*/ 107632 w 152400"/>
                <a:gd name="connsiteY24" fmla="*/ 4763 h 82867"/>
                <a:gd name="connsiteX25" fmla="*/ 99060 w 152400"/>
                <a:gd name="connsiteY25" fmla="*/ 5239 h 82867"/>
                <a:gd name="connsiteX26" fmla="*/ 99060 w 152400"/>
                <a:gd name="connsiteY26" fmla="*/ 4763 h 82867"/>
                <a:gd name="connsiteX27" fmla="*/ 97631 w 152400"/>
                <a:gd name="connsiteY27" fmla="*/ 3334 h 82867"/>
                <a:gd name="connsiteX28" fmla="*/ 96203 w 152400"/>
                <a:gd name="connsiteY28" fmla="*/ 2858 h 82867"/>
                <a:gd name="connsiteX29" fmla="*/ 95250 w 152400"/>
                <a:gd name="connsiteY29" fmla="*/ 2858 h 82867"/>
                <a:gd name="connsiteX30" fmla="*/ 94774 w 152400"/>
                <a:gd name="connsiteY30" fmla="*/ 3334 h 82867"/>
                <a:gd name="connsiteX31" fmla="*/ 93822 w 152400"/>
                <a:gd name="connsiteY31" fmla="*/ 3334 h 82867"/>
                <a:gd name="connsiteX32" fmla="*/ 90011 w 152400"/>
                <a:gd name="connsiteY32" fmla="*/ 476 h 82867"/>
                <a:gd name="connsiteX33" fmla="*/ 88582 w 152400"/>
                <a:gd name="connsiteY33" fmla="*/ 0 h 82867"/>
                <a:gd name="connsiteX34" fmla="*/ 86678 w 152400"/>
                <a:gd name="connsiteY34" fmla="*/ 476 h 82867"/>
                <a:gd name="connsiteX35" fmla="*/ 83820 w 152400"/>
                <a:gd name="connsiteY35" fmla="*/ 1905 h 82867"/>
                <a:gd name="connsiteX36" fmla="*/ 82868 w 152400"/>
                <a:gd name="connsiteY36" fmla="*/ 3810 h 82867"/>
                <a:gd name="connsiteX37" fmla="*/ 83344 w 152400"/>
                <a:gd name="connsiteY37" fmla="*/ 4763 h 82867"/>
                <a:gd name="connsiteX38" fmla="*/ 84297 w 152400"/>
                <a:gd name="connsiteY38" fmla="*/ 5239 h 82867"/>
                <a:gd name="connsiteX39" fmla="*/ 88106 w 152400"/>
                <a:gd name="connsiteY39" fmla="*/ 5239 h 82867"/>
                <a:gd name="connsiteX40" fmla="*/ 88582 w 152400"/>
                <a:gd name="connsiteY40" fmla="*/ 5239 h 82867"/>
                <a:gd name="connsiteX41" fmla="*/ 88582 w 152400"/>
                <a:gd name="connsiteY41" fmla="*/ 6191 h 82867"/>
                <a:gd name="connsiteX42" fmla="*/ 88106 w 152400"/>
                <a:gd name="connsiteY42" fmla="*/ 6667 h 82867"/>
                <a:gd name="connsiteX43" fmla="*/ 85249 w 152400"/>
                <a:gd name="connsiteY43" fmla="*/ 7144 h 82867"/>
                <a:gd name="connsiteX44" fmla="*/ 84773 w 152400"/>
                <a:gd name="connsiteY44" fmla="*/ 7620 h 82867"/>
                <a:gd name="connsiteX45" fmla="*/ 83820 w 152400"/>
                <a:gd name="connsiteY45" fmla="*/ 8096 h 82867"/>
                <a:gd name="connsiteX46" fmla="*/ 83344 w 152400"/>
                <a:gd name="connsiteY46" fmla="*/ 8096 h 82867"/>
                <a:gd name="connsiteX47" fmla="*/ 80486 w 152400"/>
                <a:gd name="connsiteY47" fmla="*/ 7144 h 82867"/>
                <a:gd name="connsiteX48" fmla="*/ 75724 w 152400"/>
                <a:gd name="connsiteY48" fmla="*/ 7144 h 82867"/>
                <a:gd name="connsiteX49" fmla="*/ 72390 w 152400"/>
                <a:gd name="connsiteY49" fmla="*/ 8572 h 82867"/>
                <a:gd name="connsiteX50" fmla="*/ 66675 w 152400"/>
                <a:gd name="connsiteY50" fmla="*/ 9049 h 82867"/>
                <a:gd name="connsiteX51" fmla="*/ 59055 w 152400"/>
                <a:gd name="connsiteY51" fmla="*/ 9049 h 82867"/>
                <a:gd name="connsiteX52" fmla="*/ 56198 w 152400"/>
                <a:gd name="connsiteY52" fmla="*/ 8096 h 82867"/>
                <a:gd name="connsiteX53" fmla="*/ 51911 w 152400"/>
                <a:gd name="connsiteY53" fmla="*/ 10001 h 82867"/>
                <a:gd name="connsiteX54" fmla="*/ 50959 w 152400"/>
                <a:gd name="connsiteY54" fmla="*/ 11430 h 82867"/>
                <a:gd name="connsiteX55" fmla="*/ 49530 w 152400"/>
                <a:gd name="connsiteY55" fmla="*/ 13811 h 82867"/>
                <a:gd name="connsiteX56" fmla="*/ 46673 w 152400"/>
                <a:gd name="connsiteY56" fmla="*/ 14764 h 82867"/>
                <a:gd name="connsiteX57" fmla="*/ 44291 w 152400"/>
                <a:gd name="connsiteY57" fmla="*/ 15240 h 82867"/>
                <a:gd name="connsiteX58" fmla="*/ 41910 w 152400"/>
                <a:gd name="connsiteY58" fmla="*/ 14764 h 82867"/>
                <a:gd name="connsiteX59" fmla="*/ 40957 w 152400"/>
                <a:gd name="connsiteY59" fmla="*/ 13811 h 82867"/>
                <a:gd name="connsiteX60" fmla="*/ 40957 w 152400"/>
                <a:gd name="connsiteY60" fmla="*/ 12859 h 82867"/>
                <a:gd name="connsiteX61" fmla="*/ 39529 w 152400"/>
                <a:gd name="connsiteY61" fmla="*/ 12383 h 82867"/>
                <a:gd name="connsiteX62" fmla="*/ 37148 w 152400"/>
                <a:gd name="connsiteY62" fmla="*/ 12383 h 82867"/>
                <a:gd name="connsiteX63" fmla="*/ 33814 w 152400"/>
                <a:gd name="connsiteY63" fmla="*/ 13811 h 82867"/>
                <a:gd name="connsiteX64" fmla="*/ 31909 w 152400"/>
                <a:gd name="connsiteY64" fmla="*/ 16669 h 82867"/>
                <a:gd name="connsiteX65" fmla="*/ 32385 w 152400"/>
                <a:gd name="connsiteY65" fmla="*/ 17621 h 82867"/>
                <a:gd name="connsiteX66" fmla="*/ 34766 w 152400"/>
                <a:gd name="connsiteY66" fmla="*/ 18097 h 82867"/>
                <a:gd name="connsiteX67" fmla="*/ 35243 w 152400"/>
                <a:gd name="connsiteY67" fmla="*/ 18574 h 82867"/>
                <a:gd name="connsiteX68" fmla="*/ 35243 w 152400"/>
                <a:gd name="connsiteY68" fmla="*/ 19526 h 82867"/>
                <a:gd name="connsiteX69" fmla="*/ 34290 w 152400"/>
                <a:gd name="connsiteY69" fmla="*/ 20479 h 82867"/>
                <a:gd name="connsiteX70" fmla="*/ 33338 w 152400"/>
                <a:gd name="connsiteY70" fmla="*/ 21908 h 82867"/>
                <a:gd name="connsiteX71" fmla="*/ 29051 w 152400"/>
                <a:gd name="connsiteY71" fmla="*/ 26194 h 82867"/>
                <a:gd name="connsiteX72" fmla="*/ 24289 w 152400"/>
                <a:gd name="connsiteY72" fmla="*/ 30956 h 82867"/>
                <a:gd name="connsiteX73" fmla="*/ 23813 w 152400"/>
                <a:gd name="connsiteY73" fmla="*/ 31909 h 82867"/>
                <a:gd name="connsiteX74" fmla="*/ 22384 w 152400"/>
                <a:gd name="connsiteY74" fmla="*/ 32861 h 82867"/>
                <a:gd name="connsiteX75" fmla="*/ 16669 w 152400"/>
                <a:gd name="connsiteY75" fmla="*/ 35242 h 82867"/>
                <a:gd name="connsiteX76" fmla="*/ 16193 w 152400"/>
                <a:gd name="connsiteY76" fmla="*/ 36195 h 82867"/>
                <a:gd name="connsiteX77" fmla="*/ 15716 w 152400"/>
                <a:gd name="connsiteY77" fmla="*/ 40481 h 82867"/>
                <a:gd name="connsiteX78" fmla="*/ 15240 w 152400"/>
                <a:gd name="connsiteY78" fmla="*/ 43815 h 82867"/>
                <a:gd name="connsiteX79" fmla="*/ 10954 w 152400"/>
                <a:gd name="connsiteY79" fmla="*/ 46672 h 82867"/>
                <a:gd name="connsiteX80" fmla="*/ 6668 w 152400"/>
                <a:gd name="connsiteY80" fmla="*/ 50006 h 82867"/>
                <a:gd name="connsiteX81" fmla="*/ 5715 w 152400"/>
                <a:gd name="connsiteY81" fmla="*/ 51435 h 82867"/>
                <a:gd name="connsiteX82" fmla="*/ 4763 w 152400"/>
                <a:gd name="connsiteY82" fmla="*/ 53816 h 82867"/>
                <a:gd name="connsiteX83" fmla="*/ 3334 w 152400"/>
                <a:gd name="connsiteY83" fmla="*/ 56197 h 82867"/>
                <a:gd name="connsiteX84" fmla="*/ 3334 w 152400"/>
                <a:gd name="connsiteY84" fmla="*/ 57626 h 82867"/>
                <a:gd name="connsiteX85" fmla="*/ 5239 w 152400"/>
                <a:gd name="connsiteY85" fmla="*/ 59531 h 82867"/>
                <a:gd name="connsiteX86" fmla="*/ 5239 w 152400"/>
                <a:gd name="connsiteY86" fmla="*/ 61436 h 82867"/>
                <a:gd name="connsiteX87" fmla="*/ 4286 w 152400"/>
                <a:gd name="connsiteY87" fmla="*/ 63817 h 82867"/>
                <a:gd name="connsiteX88" fmla="*/ 2381 w 152400"/>
                <a:gd name="connsiteY88" fmla="*/ 65722 h 82867"/>
                <a:gd name="connsiteX89" fmla="*/ 0 w 152400"/>
                <a:gd name="connsiteY89" fmla="*/ 66675 h 82867"/>
                <a:gd name="connsiteX90" fmla="*/ 0 w 152400"/>
                <a:gd name="connsiteY90" fmla="*/ 69056 h 82867"/>
                <a:gd name="connsiteX91" fmla="*/ 1429 w 152400"/>
                <a:gd name="connsiteY91" fmla="*/ 69533 h 82867"/>
                <a:gd name="connsiteX92" fmla="*/ 3810 w 152400"/>
                <a:gd name="connsiteY92" fmla="*/ 69533 h 82867"/>
                <a:gd name="connsiteX93" fmla="*/ 8097 w 152400"/>
                <a:gd name="connsiteY93" fmla="*/ 67627 h 82867"/>
                <a:gd name="connsiteX94" fmla="*/ 10478 w 152400"/>
                <a:gd name="connsiteY94" fmla="*/ 64770 h 82867"/>
                <a:gd name="connsiteX95" fmla="*/ 9049 w 152400"/>
                <a:gd name="connsiteY95" fmla="*/ 62389 h 82867"/>
                <a:gd name="connsiteX96" fmla="*/ 8573 w 152400"/>
                <a:gd name="connsiteY96" fmla="*/ 61913 h 82867"/>
                <a:gd name="connsiteX97" fmla="*/ 9049 w 152400"/>
                <a:gd name="connsiteY97" fmla="*/ 61436 h 82867"/>
                <a:gd name="connsiteX98" fmla="*/ 11906 w 152400"/>
                <a:gd name="connsiteY98" fmla="*/ 59055 h 82867"/>
                <a:gd name="connsiteX99" fmla="*/ 15716 w 152400"/>
                <a:gd name="connsiteY99" fmla="*/ 57626 h 82867"/>
                <a:gd name="connsiteX100" fmla="*/ 20955 w 152400"/>
                <a:gd name="connsiteY100" fmla="*/ 57150 h 82867"/>
                <a:gd name="connsiteX101" fmla="*/ 26670 w 152400"/>
                <a:gd name="connsiteY101" fmla="*/ 58102 h 82867"/>
                <a:gd name="connsiteX102" fmla="*/ 27623 w 152400"/>
                <a:gd name="connsiteY102" fmla="*/ 58579 h 82867"/>
                <a:gd name="connsiteX103" fmla="*/ 27147 w 152400"/>
                <a:gd name="connsiteY103" fmla="*/ 60008 h 82867"/>
                <a:gd name="connsiteX104" fmla="*/ 27623 w 152400"/>
                <a:gd name="connsiteY104" fmla="*/ 62389 h 82867"/>
                <a:gd name="connsiteX105" fmla="*/ 29051 w 152400"/>
                <a:gd name="connsiteY105" fmla="*/ 63817 h 82867"/>
                <a:gd name="connsiteX106" fmla="*/ 27147 w 152400"/>
                <a:gd name="connsiteY106" fmla="*/ 68580 h 82867"/>
                <a:gd name="connsiteX107" fmla="*/ 28575 w 152400"/>
                <a:gd name="connsiteY107" fmla="*/ 70009 h 82867"/>
                <a:gd name="connsiteX108" fmla="*/ 30480 w 152400"/>
                <a:gd name="connsiteY108" fmla="*/ 71914 h 82867"/>
                <a:gd name="connsiteX109" fmla="*/ 31432 w 152400"/>
                <a:gd name="connsiteY109" fmla="*/ 73342 h 82867"/>
                <a:gd name="connsiteX110" fmla="*/ 33338 w 152400"/>
                <a:gd name="connsiteY110" fmla="*/ 74771 h 82867"/>
                <a:gd name="connsiteX111" fmla="*/ 35243 w 152400"/>
                <a:gd name="connsiteY111" fmla="*/ 77152 h 82867"/>
                <a:gd name="connsiteX112" fmla="*/ 35719 w 152400"/>
                <a:gd name="connsiteY112" fmla="*/ 78581 h 82867"/>
                <a:gd name="connsiteX113" fmla="*/ 37148 w 152400"/>
                <a:gd name="connsiteY113" fmla="*/ 79534 h 82867"/>
                <a:gd name="connsiteX114" fmla="*/ 39529 w 152400"/>
                <a:gd name="connsiteY114" fmla="*/ 80486 h 82867"/>
                <a:gd name="connsiteX115" fmla="*/ 46197 w 152400"/>
                <a:gd name="connsiteY115" fmla="*/ 79058 h 82867"/>
                <a:gd name="connsiteX116" fmla="*/ 50482 w 152400"/>
                <a:gd name="connsiteY116" fmla="*/ 78105 h 82867"/>
                <a:gd name="connsiteX117" fmla="*/ 53340 w 152400"/>
                <a:gd name="connsiteY117" fmla="*/ 76676 h 82867"/>
                <a:gd name="connsiteX118" fmla="*/ 55245 w 152400"/>
                <a:gd name="connsiteY118" fmla="*/ 76676 h 82867"/>
                <a:gd name="connsiteX119" fmla="*/ 61913 w 152400"/>
                <a:gd name="connsiteY119" fmla="*/ 79058 h 82867"/>
                <a:gd name="connsiteX120" fmla="*/ 64294 w 152400"/>
                <a:gd name="connsiteY120" fmla="*/ 77629 h 82867"/>
                <a:gd name="connsiteX121" fmla="*/ 69056 w 152400"/>
                <a:gd name="connsiteY121" fmla="*/ 74771 h 82867"/>
                <a:gd name="connsiteX122" fmla="*/ 69532 w 152400"/>
                <a:gd name="connsiteY122" fmla="*/ 73342 h 82867"/>
                <a:gd name="connsiteX123" fmla="*/ 73343 w 152400"/>
                <a:gd name="connsiteY123" fmla="*/ 68580 h 82867"/>
                <a:gd name="connsiteX124" fmla="*/ 73343 w 152400"/>
                <a:gd name="connsiteY124" fmla="*/ 67627 h 82867"/>
                <a:gd name="connsiteX125" fmla="*/ 71914 w 152400"/>
                <a:gd name="connsiteY125" fmla="*/ 64770 h 82867"/>
                <a:gd name="connsiteX126" fmla="*/ 72390 w 152400"/>
                <a:gd name="connsiteY126" fmla="*/ 64294 h 82867"/>
                <a:gd name="connsiteX127" fmla="*/ 77153 w 152400"/>
                <a:gd name="connsiteY127" fmla="*/ 61436 h 82867"/>
                <a:gd name="connsiteX128" fmla="*/ 79057 w 152400"/>
                <a:gd name="connsiteY128" fmla="*/ 58579 h 82867"/>
                <a:gd name="connsiteX129" fmla="*/ 81915 w 152400"/>
                <a:gd name="connsiteY129" fmla="*/ 56674 h 82867"/>
                <a:gd name="connsiteX130" fmla="*/ 83344 w 152400"/>
                <a:gd name="connsiteY130" fmla="*/ 56674 h 82867"/>
                <a:gd name="connsiteX131" fmla="*/ 83820 w 152400"/>
                <a:gd name="connsiteY131" fmla="*/ 57150 h 82867"/>
                <a:gd name="connsiteX132" fmla="*/ 84297 w 152400"/>
                <a:gd name="connsiteY132" fmla="*/ 58579 h 82867"/>
                <a:gd name="connsiteX133" fmla="*/ 83820 w 152400"/>
                <a:gd name="connsiteY133" fmla="*/ 63817 h 82867"/>
                <a:gd name="connsiteX134" fmla="*/ 84773 w 152400"/>
                <a:gd name="connsiteY134" fmla="*/ 65246 h 82867"/>
                <a:gd name="connsiteX135" fmla="*/ 88582 w 152400"/>
                <a:gd name="connsiteY135" fmla="*/ 69056 h 82867"/>
                <a:gd name="connsiteX136" fmla="*/ 90964 w 152400"/>
                <a:gd name="connsiteY136" fmla="*/ 70961 h 82867"/>
                <a:gd name="connsiteX137" fmla="*/ 97155 w 152400"/>
                <a:gd name="connsiteY137" fmla="*/ 72390 h 82867"/>
                <a:gd name="connsiteX138" fmla="*/ 97155 w 152400"/>
                <a:gd name="connsiteY138" fmla="*/ 72866 h 82867"/>
                <a:gd name="connsiteX139" fmla="*/ 95726 w 152400"/>
                <a:gd name="connsiteY139" fmla="*/ 75724 h 82867"/>
                <a:gd name="connsiteX140" fmla="*/ 99060 w 152400"/>
                <a:gd name="connsiteY140" fmla="*/ 79058 h 82867"/>
                <a:gd name="connsiteX141" fmla="*/ 100013 w 152400"/>
                <a:gd name="connsiteY141" fmla="*/ 81439 h 82867"/>
                <a:gd name="connsiteX142" fmla="*/ 101441 w 152400"/>
                <a:gd name="connsiteY142" fmla="*/ 82867 h 82867"/>
                <a:gd name="connsiteX143" fmla="*/ 103823 w 152400"/>
                <a:gd name="connsiteY143" fmla="*/ 81915 h 82867"/>
                <a:gd name="connsiteX144" fmla="*/ 104775 w 152400"/>
                <a:gd name="connsiteY144" fmla="*/ 80963 h 82867"/>
                <a:gd name="connsiteX145" fmla="*/ 103823 w 152400"/>
                <a:gd name="connsiteY145" fmla="*/ 78581 h 82867"/>
                <a:gd name="connsiteX146" fmla="*/ 103347 w 152400"/>
                <a:gd name="connsiteY146" fmla="*/ 76200 h 82867"/>
                <a:gd name="connsiteX147" fmla="*/ 103347 w 152400"/>
                <a:gd name="connsiteY147" fmla="*/ 74771 h 82867"/>
                <a:gd name="connsiteX148" fmla="*/ 103823 w 152400"/>
                <a:gd name="connsiteY148" fmla="*/ 73342 h 82867"/>
                <a:gd name="connsiteX149" fmla="*/ 105728 w 152400"/>
                <a:gd name="connsiteY149" fmla="*/ 71438 h 82867"/>
                <a:gd name="connsiteX150" fmla="*/ 110014 w 152400"/>
                <a:gd name="connsiteY150" fmla="*/ 66199 h 82867"/>
                <a:gd name="connsiteX151" fmla="*/ 111919 w 152400"/>
                <a:gd name="connsiteY151" fmla="*/ 63341 h 82867"/>
                <a:gd name="connsiteX152" fmla="*/ 111919 w 152400"/>
                <a:gd name="connsiteY152" fmla="*/ 59055 h 82867"/>
                <a:gd name="connsiteX153" fmla="*/ 111919 w 152400"/>
                <a:gd name="connsiteY153" fmla="*/ 55721 h 82867"/>
                <a:gd name="connsiteX154" fmla="*/ 113348 w 152400"/>
                <a:gd name="connsiteY154" fmla="*/ 54769 h 82867"/>
                <a:gd name="connsiteX155" fmla="*/ 116681 w 152400"/>
                <a:gd name="connsiteY155" fmla="*/ 55245 h 82867"/>
                <a:gd name="connsiteX156" fmla="*/ 117634 w 152400"/>
                <a:gd name="connsiteY156" fmla="*/ 55245 h 82867"/>
                <a:gd name="connsiteX157" fmla="*/ 118110 w 152400"/>
                <a:gd name="connsiteY157" fmla="*/ 57626 h 82867"/>
                <a:gd name="connsiteX158" fmla="*/ 119539 w 152400"/>
                <a:gd name="connsiteY158" fmla="*/ 60960 h 82867"/>
                <a:gd name="connsiteX159" fmla="*/ 120968 w 152400"/>
                <a:gd name="connsiteY159" fmla="*/ 62865 h 82867"/>
                <a:gd name="connsiteX160" fmla="*/ 122873 w 152400"/>
                <a:gd name="connsiteY160" fmla="*/ 63341 h 82867"/>
                <a:gd name="connsiteX161" fmla="*/ 124778 w 152400"/>
                <a:gd name="connsiteY161" fmla="*/ 63341 h 82867"/>
                <a:gd name="connsiteX162" fmla="*/ 130016 w 152400"/>
                <a:gd name="connsiteY162" fmla="*/ 60960 h 82867"/>
                <a:gd name="connsiteX163" fmla="*/ 133350 w 152400"/>
                <a:gd name="connsiteY163" fmla="*/ 60008 h 82867"/>
                <a:gd name="connsiteX164" fmla="*/ 135255 w 152400"/>
                <a:gd name="connsiteY164" fmla="*/ 60484 h 82867"/>
                <a:gd name="connsiteX165" fmla="*/ 136207 w 152400"/>
                <a:gd name="connsiteY165" fmla="*/ 61913 h 82867"/>
                <a:gd name="connsiteX166" fmla="*/ 138589 w 152400"/>
                <a:gd name="connsiteY166" fmla="*/ 65722 h 82867"/>
                <a:gd name="connsiteX167" fmla="*/ 140018 w 152400"/>
                <a:gd name="connsiteY167" fmla="*/ 66199 h 82867"/>
                <a:gd name="connsiteX168" fmla="*/ 141447 w 152400"/>
                <a:gd name="connsiteY168" fmla="*/ 65722 h 82867"/>
                <a:gd name="connsiteX169" fmla="*/ 141923 w 152400"/>
                <a:gd name="connsiteY169" fmla="*/ 64770 h 82867"/>
                <a:gd name="connsiteX170" fmla="*/ 141447 w 152400"/>
                <a:gd name="connsiteY170" fmla="*/ 63341 h 82867"/>
                <a:gd name="connsiteX171" fmla="*/ 140970 w 152400"/>
                <a:gd name="connsiteY171" fmla="*/ 60484 h 82867"/>
                <a:gd name="connsiteX172" fmla="*/ 140018 w 152400"/>
                <a:gd name="connsiteY172" fmla="*/ 57626 h 82867"/>
                <a:gd name="connsiteX173" fmla="*/ 138589 w 152400"/>
                <a:gd name="connsiteY173" fmla="*/ 56674 h 82867"/>
                <a:gd name="connsiteX174" fmla="*/ 138589 w 152400"/>
                <a:gd name="connsiteY174" fmla="*/ 55245 h 82867"/>
                <a:gd name="connsiteX175" fmla="*/ 139065 w 152400"/>
                <a:gd name="connsiteY175" fmla="*/ 52388 h 82867"/>
                <a:gd name="connsiteX176" fmla="*/ 140018 w 152400"/>
                <a:gd name="connsiteY176" fmla="*/ 50483 h 82867"/>
                <a:gd name="connsiteX177" fmla="*/ 141923 w 152400"/>
                <a:gd name="connsiteY177" fmla="*/ 49530 h 82867"/>
                <a:gd name="connsiteX178" fmla="*/ 143828 w 152400"/>
                <a:gd name="connsiteY178" fmla="*/ 49530 h 82867"/>
                <a:gd name="connsiteX179" fmla="*/ 146209 w 152400"/>
                <a:gd name="connsiteY179" fmla="*/ 51911 h 82867"/>
                <a:gd name="connsiteX180" fmla="*/ 149543 w 152400"/>
                <a:gd name="connsiteY180" fmla="*/ 52388 h 82867"/>
                <a:gd name="connsiteX181" fmla="*/ 151924 w 152400"/>
                <a:gd name="connsiteY181" fmla="*/ 52388 h 82867"/>
                <a:gd name="connsiteX182" fmla="*/ 152400 w 152400"/>
                <a:gd name="connsiteY182" fmla="*/ 50959 h 82867"/>
                <a:gd name="connsiteX183" fmla="*/ 151924 w 152400"/>
                <a:gd name="connsiteY183" fmla="*/ 49530 h 82867"/>
                <a:gd name="connsiteX184" fmla="*/ 150495 w 152400"/>
                <a:gd name="connsiteY184" fmla="*/ 47625 h 82867"/>
                <a:gd name="connsiteX185" fmla="*/ 150972 w 152400"/>
                <a:gd name="connsiteY185" fmla="*/ 44291 h 8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52400" h="82867">
                  <a:moveTo>
                    <a:pt x="152400" y="39052"/>
                  </a:moveTo>
                  <a:lnTo>
                    <a:pt x="152400" y="37624"/>
                  </a:lnTo>
                  <a:lnTo>
                    <a:pt x="151448" y="34766"/>
                  </a:lnTo>
                  <a:lnTo>
                    <a:pt x="149066" y="33814"/>
                  </a:lnTo>
                  <a:lnTo>
                    <a:pt x="143351" y="39052"/>
                  </a:lnTo>
                  <a:lnTo>
                    <a:pt x="141923" y="39529"/>
                  </a:lnTo>
                  <a:lnTo>
                    <a:pt x="137160" y="38100"/>
                  </a:lnTo>
                  <a:lnTo>
                    <a:pt x="132874" y="35719"/>
                  </a:lnTo>
                  <a:lnTo>
                    <a:pt x="132398" y="34290"/>
                  </a:lnTo>
                  <a:lnTo>
                    <a:pt x="131922" y="32861"/>
                  </a:lnTo>
                  <a:lnTo>
                    <a:pt x="128588" y="31909"/>
                  </a:lnTo>
                  <a:lnTo>
                    <a:pt x="124301" y="30956"/>
                  </a:lnTo>
                  <a:lnTo>
                    <a:pt x="122873" y="30956"/>
                  </a:lnTo>
                  <a:lnTo>
                    <a:pt x="120015" y="30480"/>
                  </a:lnTo>
                  <a:lnTo>
                    <a:pt x="119539" y="30480"/>
                  </a:lnTo>
                  <a:lnTo>
                    <a:pt x="119539" y="29051"/>
                  </a:lnTo>
                  <a:lnTo>
                    <a:pt x="119539" y="25717"/>
                  </a:lnTo>
                  <a:lnTo>
                    <a:pt x="120968" y="21908"/>
                  </a:lnTo>
                  <a:lnTo>
                    <a:pt x="123825" y="16669"/>
                  </a:lnTo>
                  <a:lnTo>
                    <a:pt x="124301" y="13335"/>
                  </a:lnTo>
                  <a:lnTo>
                    <a:pt x="121920" y="11430"/>
                  </a:lnTo>
                  <a:lnTo>
                    <a:pt x="118586" y="11430"/>
                  </a:lnTo>
                  <a:lnTo>
                    <a:pt x="111443" y="7620"/>
                  </a:lnTo>
                  <a:lnTo>
                    <a:pt x="109538" y="4763"/>
                  </a:lnTo>
                  <a:lnTo>
                    <a:pt x="107632" y="4763"/>
                  </a:lnTo>
                  <a:lnTo>
                    <a:pt x="99060" y="5239"/>
                  </a:lnTo>
                  <a:lnTo>
                    <a:pt x="99060" y="4763"/>
                  </a:lnTo>
                  <a:lnTo>
                    <a:pt x="97631" y="3334"/>
                  </a:lnTo>
                  <a:lnTo>
                    <a:pt x="96203" y="2858"/>
                  </a:lnTo>
                  <a:lnTo>
                    <a:pt x="95250" y="2858"/>
                  </a:lnTo>
                  <a:lnTo>
                    <a:pt x="94774" y="3334"/>
                  </a:lnTo>
                  <a:lnTo>
                    <a:pt x="93822" y="3334"/>
                  </a:lnTo>
                  <a:lnTo>
                    <a:pt x="90011" y="476"/>
                  </a:lnTo>
                  <a:lnTo>
                    <a:pt x="88582" y="0"/>
                  </a:lnTo>
                  <a:lnTo>
                    <a:pt x="86678" y="476"/>
                  </a:lnTo>
                  <a:lnTo>
                    <a:pt x="83820" y="1905"/>
                  </a:lnTo>
                  <a:lnTo>
                    <a:pt x="82868" y="3810"/>
                  </a:lnTo>
                  <a:lnTo>
                    <a:pt x="83344" y="4763"/>
                  </a:lnTo>
                  <a:lnTo>
                    <a:pt x="84297" y="5239"/>
                  </a:lnTo>
                  <a:lnTo>
                    <a:pt x="88106" y="5239"/>
                  </a:lnTo>
                  <a:lnTo>
                    <a:pt x="88582" y="5239"/>
                  </a:lnTo>
                  <a:lnTo>
                    <a:pt x="88582" y="6191"/>
                  </a:lnTo>
                  <a:lnTo>
                    <a:pt x="88106" y="6667"/>
                  </a:lnTo>
                  <a:lnTo>
                    <a:pt x="85249" y="7144"/>
                  </a:lnTo>
                  <a:lnTo>
                    <a:pt x="84773" y="7620"/>
                  </a:lnTo>
                  <a:lnTo>
                    <a:pt x="83820" y="8096"/>
                  </a:lnTo>
                  <a:lnTo>
                    <a:pt x="83344" y="8096"/>
                  </a:lnTo>
                  <a:lnTo>
                    <a:pt x="80486" y="7144"/>
                  </a:lnTo>
                  <a:lnTo>
                    <a:pt x="75724" y="7144"/>
                  </a:lnTo>
                  <a:lnTo>
                    <a:pt x="72390" y="8572"/>
                  </a:lnTo>
                  <a:lnTo>
                    <a:pt x="66675" y="9049"/>
                  </a:lnTo>
                  <a:lnTo>
                    <a:pt x="59055" y="9049"/>
                  </a:lnTo>
                  <a:lnTo>
                    <a:pt x="56198" y="8096"/>
                  </a:lnTo>
                  <a:lnTo>
                    <a:pt x="51911" y="10001"/>
                  </a:lnTo>
                  <a:lnTo>
                    <a:pt x="50959" y="11430"/>
                  </a:lnTo>
                  <a:lnTo>
                    <a:pt x="49530" y="13811"/>
                  </a:lnTo>
                  <a:lnTo>
                    <a:pt x="46673" y="14764"/>
                  </a:lnTo>
                  <a:lnTo>
                    <a:pt x="44291" y="15240"/>
                  </a:lnTo>
                  <a:lnTo>
                    <a:pt x="41910" y="14764"/>
                  </a:lnTo>
                  <a:lnTo>
                    <a:pt x="40957" y="13811"/>
                  </a:lnTo>
                  <a:lnTo>
                    <a:pt x="40957" y="12859"/>
                  </a:lnTo>
                  <a:lnTo>
                    <a:pt x="39529" y="12383"/>
                  </a:lnTo>
                  <a:lnTo>
                    <a:pt x="37148" y="12383"/>
                  </a:lnTo>
                  <a:lnTo>
                    <a:pt x="33814" y="13811"/>
                  </a:lnTo>
                  <a:lnTo>
                    <a:pt x="31909" y="16669"/>
                  </a:lnTo>
                  <a:lnTo>
                    <a:pt x="32385" y="17621"/>
                  </a:lnTo>
                  <a:lnTo>
                    <a:pt x="34766" y="18097"/>
                  </a:lnTo>
                  <a:lnTo>
                    <a:pt x="35243" y="18574"/>
                  </a:lnTo>
                  <a:lnTo>
                    <a:pt x="35243" y="19526"/>
                  </a:lnTo>
                  <a:lnTo>
                    <a:pt x="34290" y="20479"/>
                  </a:lnTo>
                  <a:lnTo>
                    <a:pt x="33338" y="21908"/>
                  </a:lnTo>
                  <a:lnTo>
                    <a:pt x="29051" y="26194"/>
                  </a:lnTo>
                  <a:lnTo>
                    <a:pt x="24289" y="30956"/>
                  </a:lnTo>
                  <a:lnTo>
                    <a:pt x="23813" y="31909"/>
                  </a:lnTo>
                  <a:lnTo>
                    <a:pt x="22384" y="32861"/>
                  </a:lnTo>
                  <a:lnTo>
                    <a:pt x="16669" y="35242"/>
                  </a:lnTo>
                  <a:lnTo>
                    <a:pt x="16193" y="36195"/>
                  </a:lnTo>
                  <a:lnTo>
                    <a:pt x="15716" y="40481"/>
                  </a:lnTo>
                  <a:lnTo>
                    <a:pt x="15240" y="43815"/>
                  </a:lnTo>
                  <a:lnTo>
                    <a:pt x="10954" y="46672"/>
                  </a:lnTo>
                  <a:lnTo>
                    <a:pt x="6668" y="50006"/>
                  </a:lnTo>
                  <a:lnTo>
                    <a:pt x="5715" y="51435"/>
                  </a:lnTo>
                  <a:lnTo>
                    <a:pt x="4763" y="53816"/>
                  </a:lnTo>
                  <a:lnTo>
                    <a:pt x="3334" y="56197"/>
                  </a:lnTo>
                  <a:lnTo>
                    <a:pt x="3334" y="57626"/>
                  </a:lnTo>
                  <a:lnTo>
                    <a:pt x="5239" y="59531"/>
                  </a:lnTo>
                  <a:lnTo>
                    <a:pt x="5239" y="61436"/>
                  </a:lnTo>
                  <a:lnTo>
                    <a:pt x="4286" y="63817"/>
                  </a:lnTo>
                  <a:lnTo>
                    <a:pt x="2381" y="65722"/>
                  </a:lnTo>
                  <a:lnTo>
                    <a:pt x="0" y="66675"/>
                  </a:lnTo>
                  <a:lnTo>
                    <a:pt x="0" y="69056"/>
                  </a:lnTo>
                  <a:lnTo>
                    <a:pt x="1429" y="69533"/>
                  </a:lnTo>
                  <a:lnTo>
                    <a:pt x="3810" y="69533"/>
                  </a:lnTo>
                  <a:lnTo>
                    <a:pt x="8097" y="67627"/>
                  </a:lnTo>
                  <a:lnTo>
                    <a:pt x="10478" y="64770"/>
                  </a:lnTo>
                  <a:lnTo>
                    <a:pt x="9049" y="62389"/>
                  </a:lnTo>
                  <a:lnTo>
                    <a:pt x="8573" y="61913"/>
                  </a:lnTo>
                  <a:lnTo>
                    <a:pt x="9049" y="61436"/>
                  </a:lnTo>
                  <a:lnTo>
                    <a:pt x="11906" y="59055"/>
                  </a:lnTo>
                  <a:lnTo>
                    <a:pt x="15716" y="57626"/>
                  </a:lnTo>
                  <a:lnTo>
                    <a:pt x="20955" y="57150"/>
                  </a:lnTo>
                  <a:lnTo>
                    <a:pt x="26670" y="58102"/>
                  </a:lnTo>
                  <a:lnTo>
                    <a:pt x="27623" y="58579"/>
                  </a:lnTo>
                  <a:lnTo>
                    <a:pt x="27147" y="60008"/>
                  </a:lnTo>
                  <a:lnTo>
                    <a:pt x="27623" y="62389"/>
                  </a:lnTo>
                  <a:lnTo>
                    <a:pt x="29051" y="63817"/>
                  </a:lnTo>
                  <a:lnTo>
                    <a:pt x="27147" y="68580"/>
                  </a:lnTo>
                  <a:lnTo>
                    <a:pt x="28575" y="70009"/>
                  </a:lnTo>
                  <a:lnTo>
                    <a:pt x="30480" y="71914"/>
                  </a:lnTo>
                  <a:lnTo>
                    <a:pt x="31432" y="73342"/>
                  </a:lnTo>
                  <a:lnTo>
                    <a:pt x="33338" y="74771"/>
                  </a:lnTo>
                  <a:lnTo>
                    <a:pt x="35243" y="77152"/>
                  </a:lnTo>
                  <a:lnTo>
                    <a:pt x="35719" y="78581"/>
                  </a:lnTo>
                  <a:lnTo>
                    <a:pt x="37148" y="79534"/>
                  </a:lnTo>
                  <a:lnTo>
                    <a:pt x="39529" y="80486"/>
                  </a:lnTo>
                  <a:lnTo>
                    <a:pt x="46197" y="79058"/>
                  </a:lnTo>
                  <a:lnTo>
                    <a:pt x="50482" y="78105"/>
                  </a:lnTo>
                  <a:lnTo>
                    <a:pt x="53340" y="76676"/>
                  </a:lnTo>
                  <a:lnTo>
                    <a:pt x="55245" y="76676"/>
                  </a:lnTo>
                  <a:lnTo>
                    <a:pt x="61913" y="79058"/>
                  </a:lnTo>
                  <a:lnTo>
                    <a:pt x="64294" y="77629"/>
                  </a:lnTo>
                  <a:lnTo>
                    <a:pt x="69056" y="74771"/>
                  </a:lnTo>
                  <a:lnTo>
                    <a:pt x="69532" y="73342"/>
                  </a:lnTo>
                  <a:lnTo>
                    <a:pt x="73343" y="68580"/>
                  </a:lnTo>
                  <a:lnTo>
                    <a:pt x="73343" y="67627"/>
                  </a:lnTo>
                  <a:lnTo>
                    <a:pt x="71914" y="64770"/>
                  </a:lnTo>
                  <a:lnTo>
                    <a:pt x="72390" y="64294"/>
                  </a:lnTo>
                  <a:lnTo>
                    <a:pt x="77153" y="61436"/>
                  </a:lnTo>
                  <a:lnTo>
                    <a:pt x="79057" y="58579"/>
                  </a:lnTo>
                  <a:lnTo>
                    <a:pt x="81915" y="56674"/>
                  </a:lnTo>
                  <a:lnTo>
                    <a:pt x="83344" y="56674"/>
                  </a:lnTo>
                  <a:lnTo>
                    <a:pt x="83820" y="57150"/>
                  </a:lnTo>
                  <a:lnTo>
                    <a:pt x="84297" y="58579"/>
                  </a:lnTo>
                  <a:lnTo>
                    <a:pt x="83820" y="63817"/>
                  </a:lnTo>
                  <a:lnTo>
                    <a:pt x="84773" y="65246"/>
                  </a:lnTo>
                  <a:lnTo>
                    <a:pt x="88582" y="69056"/>
                  </a:lnTo>
                  <a:lnTo>
                    <a:pt x="90964" y="70961"/>
                  </a:lnTo>
                  <a:lnTo>
                    <a:pt x="97155" y="72390"/>
                  </a:lnTo>
                  <a:lnTo>
                    <a:pt x="97155" y="72866"/>
                  </a:lnTo>
                  <a:lnTo>
                    <a:pt x="95726" y="75724"/>
                  </a:lnTo>
                  <a:lnTo>
                    <a:pt x="99060" y="79058"/>
                  </a:lnTo>
                  <a:lnTo>
                    <a:pt x="100013" y="81439"/>
                  </a:lnTo>
                  <a:lnTo>
                    <a:pt x="101441" y="82867"/>
                  </a:lnTo>
                  <a:lnTo>
                    <a:pt x="103823" y="81915"/>
                  </a:lnTo>
                  <a:lnTo>
                    <a:pt x="104775" y="80963"/>
                  </a:lnTo>
                  <a:lnTo>
                    <a:pt x="103823" y="78581"/>
                  </a:lnTo>
                  <a:lnTo>
                    <a:pt x="103347" y="76200"/>
                  </a:lnTo>
                  <a:lnTo>
                    <a:pt x="103347" y="74771"/>
                  </a:lnTo>
                  <a:lnTo>
                    <a:pt x="103823" y="73342"/>
                  </a:lnTo>
                  <a:lnTo>
                    <a:pt x="105728" y="71438"/>
                  </a:lnTo>
                  <a:lnTo>
                    <a:pt x="110014" y="66199"/>
                  </a:lnTo>
                  <a:lnTo>
                    <a:pt x="111919" y="63341"/>
                  </a:lnTo>
                  <a:lnTo>
                    <a:pt x="111919" y="59055"/>
                  </a:lnTo>
                  <a:lnTo>
                    <a:pt x="111919" y="55721"/>
                  </a:lnTo>
                  <a:lnTo>
                    <a:pt x="113348" y="54769"/>
                  </a:lnTo>
                  <a:lnTo>
                    <a:pt x="116681" y="55245"/>
                  </a:lnTo>
                  <a:lnTo>
                    <a:pt x="117634" y="55245"/>
                  </a:lnTo>
                  <a:lnTo>
                    <a:pt x="118110" y="57626"/>
                  </a:lnTo>
                  <a:lnTo>
                    <a:pt x="119539" y="60960"/>
                  </a:lnTo>
                  <a:lnTo>
                    <a:pt x="120968" y="62865"/>
                  </a:lnTo>
                  <a:lnTo>
                    <a:pt x="122873" y="63341"/>
                  </a:lnTo>
                  <a:lnTo>
                    <a:pt x="124778" y="63341"/>
                  </a:lnTo>
                  <a:lnTo>
                    <a:pt x="130016" y="60960"/>
                  </a:lnTo>
                  <a:lnTo>
                    <a:pt x="133350" y="60008"/>
                  </a:lnTo>
                  <a:lnTo>
                    <a:pt x="135255" y="60484"/>
                  </a:lnTo>
                  <a:lnTo>
                    <a:pt x="136207" y="61913"/>
                  </a:lnTo>
                  <a:lnTo>
                    <a:pt x="138589" y="65722"/>
                  </a:lnTo>
                  <a:lnTo>
                    <a:pt x="140018" y="66199"/>
                  </a:lnTo>
                  <a:lnTo>
                    <a:pt x="141447" y="65722"/>
                  </a:lnTo>
                  <a:lnTo>
                    <a:pt x="141923" y="64770"/>
                  </a:lnTo>
                  <a:lnTo>
                    <a:pt x="141447" y="63341"/>
                  </a:lnTo>
                  <a:lnTo>
                    <a:pt x="140970" y="60484"/>
                  </a:lnTo>
                  <a:lnTo>
                    <a:pt x="140018" y="57626"/>
                  </a:lnTo>
                  <a:lnTo>
                    <a:pt x="138589" y="56674"/>
                  </a:lnTo>
                  <a:lnTo>
                    <a:pt x="138589" y="55245"/>
                  </a:lnTo>
                  <a:lnTo>
                    <a:pt x="139065" y="52388"/>
                  </a:lnTo>
                  <a:lnTo>
                    <a:pt x="140018" y="50483"/>
                  </a:lnTo>
                  <a:lnTo>
                    <a:pt x="141923" y="49530"/>
                  </a:lnTo>
                  <a:lnTo>
                    <a:pt x="143828" y="49530"/>
                  </a:lnTo>
                  <a:lnTo>
                    <a:pt x="146209" y="51911"/>
                  </a:lnTo>
                  <a:lnTo>
                    <a:pt x="149543" y="52388"/>
                  </a:lnTo>
                  <a:lnTo>
                    <a:pt x="151924" y="52388"/>
                  </a:lnTo>
                  <a:lnTo>
                    <a:pt x="152400" y="50959"/>
                  </a:lnTo>
                  <a:lnTo>
                    <a:pt x="151924" y="49530"/>
                  </a:lnTo>
                  <a:lnTo>
                    <a:pt x="150495" y="47625"/>
                  </a:lnTo>
                  <a:lnTo>
                    <a:pt x="150972" y="44291"/>
                  </a:lnTo>
                  <a:close/>
                </a:path>
              </a:pathLst>
            </a:custGeom>
            <a:grpFill/>
            <a:ln w="3175"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622D7066-DD2D-42F8-AC79-30389047AAD6}"/>
                </a:ext>
              </a:extLst>
            </p:cNvPr>
            <p:cNvSpPr/>
            <p:nvPr/>
          </p:nvSpPr>
          <p:spPr>
            <a:xfrm>
              <a:off x="6098381" y="4175283"/>
              <a:ext cx="254793" cy="291465"/>
            </a:xfrm>
            <a:custGeom>
              <a:avLst/>
              <a:gdLst>
                <a:gd name="connsiteX0" fmla="*/ 254318 w 254793"/>
                <a:gd name="connsiteY0" fmla="*/ 6667 h 291465"/>
                <a:gd name="connsiteX1" fmla="*/ 252413 w 254793"/>
                <a:gd name="connsiteY1" fmla="*/ 5715 h 291465"/>
                <a:gd name="connsiteX2" fmla="*/ 250507 w 254793"/>
                <a:gd name="connsiteY2" fmla="*/ 2381 h 291465"/>
                <a:gd name="connsiteX3" fmla="*/ 249555 w 254793"/>
                <a:gd name="connsiteY3" fmla="*/ 1905 h 291465"/>
                <a:gd name="connsiteX4" fmla="*/ 244316 w 254793"/>
                <a:gd name="connsiteY4" fmla="*/ 3334 h 291465"/>
                <a:gd name="connsiteX5" fmla="*/ 241459 w 254793"/>
                <a:gd name="connsiteY5" fmla="*/ 4763 h 291465"/>
                <a:gd name="connsiteX6" fmla="*/ 240030 w 254793"/>
                <a:gd name="connsiteY6" fmla="*/ 5715 h 291465"/>
                <a:gd name="connsiteX7" fmla="*/ 239077 w 254793"/>
                <a:gd name="connsiteY7" fmla="*/ 6191 h 291465"/>
                <a:gd name="connsiteX8" fmla="*/ 237173 w 254793"/>
                <a:gd name="connsiteY8" fmla="*/ 4286 h 291465"/>
                <a:gd name="connsiteX9" fmla="*/ 236220 w 254793"/>
                <a:gd name="connsiteY9" fmla="*/ 4286 h 291465"/>
                <a:gd name="connsiteX10" fmla="*/ 233839 w 254793"/>
                <a:gd name="connsiteY10" fmla="*/ 4286 h 291465"/>
                <a:gd name="connsiteX11" fmla="*/ 231934 w 254793"/>
                <a:gd name="connsiteY11" fmla="*/ 4286 h 291465"/>
                <a:gd name="connsiteX12" fmla="*/ 230505 w 254793"/>
                <a:gd name="connsiteY12" fmla="*/ 4286 h 291465"/>
                <a:gd name="connsiteX13" fmla="*/ 229552 w 254793"/>
                <a:gd name="connsiteY13" fmla="*/ 4286 h 291465"/>
                <a:gd name="connsiteX14" fmla="*/ 227171 w 254793"/>
                <a:gd name="connsiteY14" fmla="*/ 3334 h 291465"/>
                <a:gd name="connsiteX15" fmla="*/ 217646 w 254793"/>
                <a:gd name="connsiteY15" fmla="*/ 476 h 291465"/>
                <a:gd name="connsiteX16" fmla="*/ 216218 w 254793"/>
                <a:gd name="connsiteY16" fmla="*/ 0 h 291465"/>
                <a:gd name="connsiteX17" fmla="*/ 214313 w 254793"/>
                <a:gd name="connsiteY17" fmla="*/ 0 h 291465"/>
                <a:gd name="connsiteX18" fmla="*/ 209550 w 254793"/>
                <a:gd name="connsiteY18" fmla="*/ 2381 h 291465"/>
                <a:gd name="connsiteX19" fmla="*/ 207169 w 254793"/>
                <a:gd name="connsiteY19" fmla="*/ 2857 h 291465"/>
                <a:gd name="connsiteX20" fmla="*/ 199549 w 254793"/>
                <a:gd name="connsiteY20" fmla="*/ 4286 h 291465"/>
                <a:gd name="connsiteX21" fmla="*/ 191452 w 254793"/>
                <a:gd name="connsiteY21" fmla="*/ 4763 h 291465"/>
                <a:gd name="connsiteX22" fmla="*/ 188595 w 254793"/>
                <a:gd name="connsiteY22" fmla="*/ 4763 h 291465"/>
                <a:gd name="connsiteX23" fmla="*/ 186214 w 254793"/>
                <a:gd name="connsiteY23" fmla="*/ 5715 h 291465"/>
                <a:gd name="connsiteX24" fmla="*/ 184785 w 254793"/>
                <a:gd name="connsiteY24" fmla="*/ 7144 h 291465"/>
                <a:gd name="connsiteX25" fmla="*/ 183832 w 254793"/>
                <a:gd name="connsiteY25" fmla="*/ 10478 h 291465"/>
                <a:gd name="connsiteX26" fmla="*/ 182404 w 254793"/>
                <a:gd name="connsiteY26" fmla="*/ 15716 h 291465"/>
                <a:gd name="connsiteX27" fmla="*/ 181927 w 254793"/>
                <a:gd name="connsiteY27" fmla="*/ 17145 h 291465"/>
                <a:gd name="connsiteX28" fmla="*/ 181927 w 254793"/>
                <a:gd name="connsiteY28" fmla="*/ 19526 h 291465"/>
                <a:gd name="connsiteX29" fmla="*/ 181451 w 254793"/>
                <a:gd name="connsiteY29" fmla="*/ 23336 h 291465"/>
                <a:gd name="connsiteX30" fmla="*/ 180975 w 254793"/>
                <a:gd name="connsiteY30" fmla="*/ 26194 h 291465"/>
                <a:gd name="connsiteX31" fmla="*/ 181451 w 254793"/>
                <a:gd name="connsiteY31" fmla="*/ 28575 h 291465"/>
                <a:gd name="connsiteX32" fmla="*/ 179070 w 254793"/>
                <a:gd name="connsiteY32" fmla="*/ 32861 h 291465"/>
                <a:gd name="connsiteX33" fmla="*/ 176213 w 254793"/>
                <a:gd name="connsiteY33" fmla="*/ 38100 h 291465"/>
                <a:gd name="connsiteX34" fmla="*/ 174307 w 254793"/>
                <a:gd name="connsiteY34" fmla="*/ 42863 h 291465"/>
                <a:gd name="connsiteX35" fmla="*/ 171926 w 254793"/>
                <a:gd name="connsiteY35" fmla="*/ 47625 h 291465"/>
                <a:gd name="connsiteX36" fmla="*/ 171926 w 254793"/>
                <a:gd name="connsiteY36" fmla="*/ 47625 h 291465"/>
                <a:gd name="connsiteX37" fmla="*/ 171450 w 254793"/>
                <a:gd name="connsiteY37" fmla="*/ 49530 h 291465"/>
                <a:gd name="connsiteX38" fmla="*/ 169545 w 254793"/>
                <a:gd name="connsiteY38" fmla="*/ 50959 h 291465"/>
                <a:gd name="connsiteX39" fmla="*/ 168116 w 254793"/>
                <a:gd name="connsiteY39" fmla="*/ 52864 h 291465"/>
                <a:gd name="connsiteX40" fmla="*/ 168116 w 254793"/>
                <a:gd name="connsiteY40" fmla="*/ 55721 h 291465"/>
                <a:gd name="connsiteX41" fmla="*/ 168593 w 254793"/>
                <a:gd name="connsiteY41" fmla="*/ 59055 h 291465"/>
                <a:gd name="connsiteX42" fmla="*/ 170021 w 254793"/>
                <a:gd name="connsiteY42" fmla="*/ 63341 h 291465"/>
                <a:gd name="connsiteX43" fmla="*/ 170021 w 254793"/>
                <a:gd name="connsiteY43" fmla="*/ 65722 h 291465"/>
                <a:gd name="connsiteX44" fmla="*/ 169545 w 254793"/>
                <a:gd name="connsiteY44" fmla="*/ 66199 h 291465"/>
                <a:gd name="connsiteX45" fmla="*/ 168593 w 254793"/>
                <a:gd name="connsiteY45" fmla="*/ 66675 h 291465"/>
                <a:gd name="connsiteX46" fmla="*/ 167640 w 254793"/>
                <a:gd name="connsiteY46" fmla="*/ 67151 h 291465"/>
                <a:gd name="connsiteX47" fmla="*/ 164782 w 254793"/>
                <a:gd name="connsiteY47" fmla="*/ 64294 h 291465"/>
                <a:gd name="connsiteX48" fmla="*/ 161449 w 254793"/>
                <a:gd name="connsiteY48" fmla="*/ 62389 h 291465"/>
                <a:gd name="connsiteX49" fmla="*/ 156686 w 254793"/>
                <a:gd name="connsiteY49" fmla="*/ 59531 h 291465"/>
                <a:gd name="connsiteX50" fmla="*/ 151924 w 254793"/>
                <a:gd name="connsiteY50" fmla="*/ 58103 h 291465"/>
                <a:gd name="connsiteX51" fmla="*/ 145732 w 254793"/>
                <a:gd name="connsiteY51" fmla="*/ 58103 h 291465"/>
                <a:gd name="connsiteX52" fmla="*/ 142875 w 254793"/>
                <a:gd name="connsiteY52" fmla="*/ 58103 h 291465"/>
                <a:gd name="connsiteX53" fmla="*/ 140970 w 254793"/>
                <a:gd name="connsiteY53" fmla="*/ 57150 h 291465"/>
                <a:gd name="connsiteX54" fmla="*/ 138589 w 254793"/>
                <a:gd name="connsiteY54" fmla="*/ 55721 h 291465"/>
                <a:gd name="connsiteX55" fmla="*/ 137160 w 254793"/>
                <a:gd name="connsiteY55" fmla="*/ 55245 h 291465"/>
                <a:gd name="connsiteX56" fmla="*/ 134779 w 254793"/>
                <a:gd name="connsiteY56" fmla="*/ 56197 h 291465"/>
                <a:gd name="connsiteX57" fmla="*/ 133350 w 254793"/>
                <a:gd name="connsiteY57" fmla="*/ 56197 h 291465"/>
                <a:gd name="connsiteX58" fmla="*/ 131921 w 254793"/>
                <a:gd name="connsiteY58" fmla="*/ 56197 h 291465"/>
                <a:gd name="connsiteX59" fmla="*/ 128111 w 254793"/>
                <a:gd name="connsiteY59" fmla="*/ 56197 h 291465"/>
                <a:gd name="connsiteX60" fmla="*/ 128111 w 254793"/>
                <a:gd name="connsiteY60" fmla="*/ 54292 h 291465"/>
                <a:gd name="connsiteX61" fmla="*/ 127159 w 254793"/>
                <a:gd name="connsiteY61" fmla="*/ 53816 h 291465"/>
                <a:gd name="connsiteX62" fmla="*/ 123349 w 254793"/>
                <a:gd name="connsiteY62" fmla="*/ 53816 h 291465"/>
                <a:gd name="connsiteX63" fmla="*/ 122396 w 254793"/>
                <a:gd name="connsiteY63" fmla="*/ 52388 h 291465"/>
                <a:gd name="connsiteX64" fmla="*/ 121920 w 254793"/>
                <a:gd name="connsiteY64" fmla="*/ 52388 h 291465"/>
                <a:gd name="connsiteX65" fmla="*/ 120491 w 254793"/>
                <a:gd name="connsiteY65" fmla="*/ 51911 h 291465"/>
                <a:gd name="connsiteX66" fmla="*/ 117157 w 254793"/>
                <a:gd name="connsiteY66" fmla="*/ 50006 h 291465"/>
                <a:gd name="connsiteX67" fmla="*/ 113824 w 254793"/>
                <a:gd name="connsiteY67" fmla="*/ 51435 h 291465"/>
                <a:gd name="connsiteX68" fmla="*/ 107156 w 254793"/>
                <a:gd name="connsiteY68" fmla="*/ 50959 h 291465"/>
                <a:gd name="connsiteX69" fmla="*/ 98584 w 254793"/>
                <a:gd name="connsiteY69" fmla="*/ 50959 h 291465"/>
                <a:gd name="connsiteX70" fmla="*/ 90011 w 254793"/>
                <a:gd name="connsiteY70" fmla="*/ 50959 h 291465"/>
                <a:gd name="connsiteX71" fmla="*/ 81439 w 254793"/>
                <a:gd name="connsiteY71" fmla="*/ 50959 h 291465"/>
                <a:gd name="connsiteX72" fmla="*/ 73343 w 254793"/>
                <a:gd name="connsiteY72" fmla="*/ 50959 h 291465"/>
                <a:gd name="connsiteX73" fmla="*/ 73343 w 254793"/>
                <a:gd name="connsiteY73" fmla="*/ 53340 h 291465"/>
                <a:gd name="connsiteX74" fmla="*/ 70485 w 254793"/>
                <a:gd name="connsiteY74" fmla="*/ 59055 h 291465"/>
                <a:gd name="connsiteX75" fmla="*/ 69532 w 254793"/>
                <a:gd name="connsiteY75" fmla="*/ 63341 h 291465"/>
                <a:gd name="connsiteX76" fmla="*/ 69056 w 254793"/>
                <a:gd name="connsiteY76" fmla="*/ 68104 h 291465"/>
                <a:gd name="connsiteX77" fmla="*/ 70009 w 254793"/>
                <a:gd name="connsiteY77" fmla="*/ 71914 h 291465"/>
                <a:gd name="connsiteX78" fmla="*/ 70961 w 254793"/>
                <a:gd name="connsiteY78" fmla="*/ 74771 h 291465"/>
                <a:gd name="connsiteX79" fmla="*/ 71914 w 254793"/>
                <a:gd name="connsiteY79" fmla="*/ 77629 h 291465"/>
                <a:gd name="connsiteX80" fmla="*/ 71438 w 254793"/>
                <a:gd name="connsiteY80" fmla="*/ 80010 h 291465"/>
                <a:gd name="connsiteX81" fmla="*/ 70009 w 254793"/>
                <a:gd name="connsiteY81" fmla="*/ 80486 h 291465"/>
                <a:gd name="connsiteX82" fmla="*/ 70961 w 254793"/>
                <a:gd name="connsiteY82" fmla="*/ 81915 h 291465"/>
                <a:gd name="connsiteX83" fmla="*/ 72866 w 254793"/>
                <a:gd name="connsiteY83" fmla="*/ 81915 h 291465"/>
                <a:gd name="connsiteX84" fmla="*/ 76200 w 254793"/>
                <a:gd name="connsiteY84" fmla="*/ 80963 h 291465"/>
                <a:gd name="connsiteX85" fmla="*/ 81439 w 254793"/>
                <a:gd name="connsiteY85" fmla="*/ 79534 h 291465"/>
                <a:gd name="connsiteX86" fmla="*/ 88106 w 254793"/>
                <a:gd name="connsiteY86" fmla="*/ 77153 h 291465"/>
                <a:gd name="connsiteX87" fmla="*/ 92393 w 254793"/>
                <a:gd name="connsiteY87" fmla="*/ 76200 h 291465"/>
                <a:gd name="connsiteX88" fmla="*/ 99536 w 254793"/>
                <a:gd name="connsiteY88" fmla="*/ 76676 h 291465"/>
                <a:gd name="connsiteX89" fmla="*/ 103823 w 254793"/>
                <a:gd name="connsiteY89" fmla="*/ 77629 h 291465"/>
                <a:gd name="connsiteX90" fmla="*/ 105727 w 254793"/>
                <a:gd name="connsiteY90" fmla="*/ 79057 h 291465"/>
                <a:gd name="connsiteX91" fmla="*/ 107632 w 254793"/>
                <a:gd name="connsiteY91" fmla="*/ 86201 h 291465"/>
                <a:gd name="connsiteX92" fmla="*/ 109061 w 254793"/>
                <a:gd name="connsiteY92" fmla="*/ 87154 h 291465"/>
                <a:gd name="connsiteX93" fmla="*/ 110490 w 254793"/>
                <a:gd name="connsiteY93" fmla="*/ 90011 h 291465"/>
                <a:gd name="connsiteX94" fmla="*/ 111919 w 254793"/>
                <a:gd name="connsiteY94" fmla="*/ 93345 h 291465"/>
                <a:gd name="connsiteX95" fmla="*/ 112395 w 254793"/>
                <a:gd name="connsiteY95" fmla="*/ 95250 h 291465"/>
                <a:gd name="connsiteX96" fmla="*/ 112395 w 254793"/>
                <a:gd name="connsiteY96" fmla="*/ 96203 h 291465"/>
                <a:gd name="connsiteX97" fmla="*/ 110966 w 254793"/>
                <a:gd name="connsiteY97" fmla="*/ 98107 h 291465"/>
                <a:gd name="connsiteX98" fmla="*/ 109061 w 254793"/>
                <a:gd name="connsiteY98" fmla="*/ 100965 h 291465"/>
                <a:gd name="connsiteX99" fmla="*/ 108585 w 254793"/>
                <a:gd name="connsiteY99" fmla="*/ 102870 h 291465"/>
                <a:gd name="connsiteX100" fmla="*/ 107156 w 254793"/>
                <a:gd name="connsiteY100" fmla="*/ 103822 h 291465"/>
                <a:gd name="connsiteX101" fmla="*/ 105251 w 254793"/>
                <a:gd name="connsiteY101" fmla="*/ 105251 h 291465"/>
                <a:gd name="connsiteX102" fmla="*/ 100489 w 254793"/>
                <a:gd name="connsiteY102" fmla="*/ 105728 h 291465"/>
                <a:gd name="connsiteX103" fmla="*/ 99536 w 254793"/>
                <a:gd name="connsiteY103" fmla="*/ 106204 h 291465"/>
                <a:gd name="connsiteX104" fmla="*/ 98584 w 254793"/>
                <a:gd name="connsiteY104" fmla="*/ 109061 h 291465"/>
                <a:gd name="connsiteX105" fmla="*/ 95726 w 254793"/>
                <a:gd name="connsiteY105" fmla="*/ 111919 h 291465"/>
                <a:gd name="connsiteX106" fmla="*/ 94774 w 254793"/>
                <a:gd name="connsiteY106" fmla="*/ 113824 h 291465"/>
                <a:gd name="connsiteX107" fmla="*/ 93821 w 254793"/>
                <a:gd name="connsiteY107" fmla="*/ 117157 h 291465"/>
                <a:gd name="connsiteX108" fmla="*/ 93821 w 254793"/>
                <a:gd name="connsiteY108" fmla="*/ 120967 h 291465"/>
                <a:gd name="connsiteX109" fmla="*/ 93345 w 254793"/>
                <a:gd name="connsiteY109" fmla="*/ 126682 h 291465"/>
                <a:gd name="connsiteX110" fmla="*/ 92869 w 254793"/>
                <a:gd name="connsiteY110" fmla="*/ 130492 h 291465"/>
                <a:gd name="connsiteX111" fmla="*/ 93821 w 254793"/>
                <a:gd name="connsiteY111" fmla="*/ 131921 h 291465"/>
                <a:gd name="connsiteX112" fmla="*/ 100013 w 254793"/>
                <a:gd name="connsiteY112" fmla="*/ 132874 h 291465"/>
                <a:gd name="connsiteX113" fmla="*/ 100965 w 254793"/>
                <a:gd name="connsiteY113" fmla="*/ 133350 h 291465"/>
                <a:gd name="connsiteX114" fmla="*/ 102394 w 254793"/>
                <a:gd name="connsiteY114" fmla="*/ 135731 h 291465"/>
                <a:gd name="connsiteX115" fmla="*/ 104775 w 254793"/>
                <a:gd name="connsiteY115" fmla="*/ 138113 h 291465"/>
                <a:gd name="connsiteX116" fmla="*/ 110014 w 254793"/>
                <a:gd name="connsiteY116" fmla="*/ 139541 h 291465"/>
                <a:gd name="connsiteX117" fmla="*/ 111919 w 254793"/>
                <a:gd name="connsiteY117" fmla="*/ 140970 h 291465"/>
                <a:gd name="connsiteX118" fmla="*/ 113824 w 254793"/>
                <a:gd name="connsiteY118" fmla="*/ 142875 h 291465"/>
                <a:gd name="connsiteX119" fmla="*/ 113824 w 254793"/>
                <a:gd name="connsiteY119" fmla="*/ 144304 h 291465"/>
                <a:gd name="connsiteX120" fmla="*/ 112871 w 254793"/>
                <a:gd name="connsiteY120" fmla="*/ 150495 h 291465"/>
                <a:gd name="connsiteX121" fmla="*/ 111443 w 254793"/>
                <a:gd name="connsiteY121" fmla="*/ 156210 h 291465"/>
                <a:gd name="connsiteX122" fmla="*/ 111919 w 254793"/>
                <a:gd name="connsiteY122" fmla="*/ 160496 h 291465"/>
                <a:gd name="connsiteX123" fmla="*/ 112395 w 254793"/>
                <a:gd name="connsiteY123" fmla="*/ 164782 h 291465"/>
                <a:gd name="connsiteX124" fmla="*/ 112871 w 254793"/>
                <a:gd name="connsiteY124" fmla="*/ 170974 h 291465"/>
                <a:gd name="connsiteX125" fmla="*/ 112871 w 254793"/>
                <a:gd name="connsiteY125" fmla="*/ 174784 h 291465"/>
                <a:gd name="connsiteX126" fmla="*/ 111443 w 254793"/>
                <a:gd name="connsiteY126" fmla="*/ 177165 h 291465"/>
                <a:gd name="connsiteX127" fmla="*/ 111443 w 254793"/>
                <a:gd name="connsiteY127" fmla="*/ 179070 h 291465"/>
                <a:gd name="connsiteX128" fmla="*/ 111919 w 254793"/>
                <a:gd name="connsiteY128" fmla="*/ 180975 h 291465"/>
                <a:gd name="connsiteX129" fmla="*/ 110490 w 254793"/>
                <a:gd name="connsiteY129" fmla="*/ 187166 h 291465"/>
                <a:gd name="connsiteX130" fmla="*/ 109538 w 254793"/>
                <a:gd name="connsiteY130" fmla="*/ 188119 h 291465"/>
                <a:gd name="connsiteX131" fmla="*/ 107156 w 254793"/>
                <a:gd name="connsiteY131" fmla="*/ 189071 h 291465"/>
                <a:gd name="connsiteX132" fmla="*/ 106204 w 254793"/>
                <a:gd name="connsiteY132" fmla="*/ 190976 h 291465"/>
                <a:gd name="connsiteX133" fmla="*/ 105727 w 254793"/>
                <a:gd name="connsiteY133" fmla="*/ 193357 h 291465"/>
                <a:gd name="connsiteX134" fmla="*/ 104299 w 254793"/>
                <a:gd name="connsiteY134" fmla="*/ 196691 h 291465"/>
                <a:gd name="connsiteX135" fmla="*/ 102870 w 254793"/>
                <a:gd name="connsiteY135" fmla="*/ 198120 h 291465"/>
                <a:gd name="connsiteX136" fmla="*/ 102870 w 254793"/>
                <a:gd name="connsiteY136" fmla="*/ 199549 h 291465"/>
                <a:gd name="connsiteX137" fmla="*/ 104299 w 254793"/>
                <a:gd name="connsiteY137" fmla="*/ 200978 h 291465"/>
                <a:gd name="connsiteX138" fmla="*/ 104299 w 254793"/>
                <a:gd name="connsiteY138" fmla="*/ 202406 h 291465"/>
                <a:gd name="connsiteX139" fmla="*/ 101918 w 254793"/>
                <a:gd name="connsiteY139" fmla="*/ 204788 h 291465"/>
                <a:gd name="connsiteX140" fmla="*/ 100489 w 254793"/>
                <a:gd name="connsiteY140" fmla="*/ 206216 h 291465"/>
                <a:gd name="connsiteX141" fmla="*/ 97155 w 254793"/>
                <a:gd name="connsiteY141" fmla="*/ 207169 h 291465"/>
                <a:gd name="connsiteX142" fmla="*/ 93821 w 254793"/>
                <a:gd name="connsiteY142" fmla="*/ 206216 h 291465"/>
                <a:gd name="connsiteX143" fmla="*/ 92869 w 254793"/>
                <a:gd name="connsiteY143" fmla="*/ 205264 h 291465"/>
                <a:gd name="connsiteX144" fmla="*/ 93821 w 254793"/>
                <a:gd name="connsiteY144" fmla="*/ 203359 h 291465"/>
                <a:gd name="connsiteX145" fmla="*/ 93345 w 254793"/>
                <a:gd name="connsiteY145" fmla="*/ 201930 h 291465"/>
                <a:gd name="connsiteX146" fmla="*/ 91916 w 254793"/>
                <a:gd name="connsiteY146" fmla="*/ 200025 h 291465"/>
                <a:gd name="connsiteX147" fmla="*/ 90011 w 254793"/>
                <a:gd name="connsiteY147" fmla="*/ 196215 h 291465"/>
                <a:gd name="connsiteX148" fmla="*/ 88582 w 254793"/>
                <a:gd name="connsiteY148" fmla="*/ 195263 h 291465"/>
                <a:gd name="connsiteX149" fmla="*/ 87630 w 254793"/>
                <a:gd name="connsiteY149" fmla="*/ 197167 h 291465"/>
                <a:gd name="connsiteX150" fmla="*/ 84773 w 254793"/>
                <a:gd name="connsiteY150" fmla="*/ 200025 h 291465"/>
                <a:gd name="connsiteX151" fmla="*/ 79534 w 254793"/>
                <a:gd name="connsiteY151" fmla="*/ 203835 h 291465"/>
                <a:gd name="connsiteX152" fmla="*/ 75724 w 254793"/>
                <a:gd name="connsiteY152" fmla="*/ 204311 h 291465"/>
                <a:gd name="connsiteX153" fmla="*/ 69056 w 254793"/>
                <a:gd name="connsiteY153" fmla="*/ 202882 h 291465"/>
                <a:gd name="connsiteX154" fmla="*/ 63341 w 254793"/>
                <a:gd name="connsiteY154" fmla="*/ 201454 h 291465"/>
                <a:gd name="connsiteX155" fmla="*/ 60484 w 254793"/>
                <a:gd name="connsiteY155" fmla="*/ 196691 h 291465"/>
                <a:gd name="connsiteX156" fmla="*/ 59055 w 254793"/>
                <a:gd name="connsiteY156" fmla="*/ 192881 h 291465"/>
                <a:gd name="connsiteX157" fmla="*/ 56674 w 254793"/>
                <a:gd name="connsiteY157" fmla="*/ 188595 h 291465"/>
                <a:gd name="connsiteX158" fmla="*/ 53816 w 254793"/>
                <a:gd name="connsiteY158" fmla="*/ 186214 h 291465"/>
                <a:gd name="connsiteX159" fmla="*/ 50959 w 254793"/>
                <a:gd name="connsiteY159" fmla="*/ 184785 h 291465"/>
                <a:gd name="connsiteX160" fmla="*/ 49530 w 254793"/>
                <a:gd name="connsiteY160" fmla="*/ 184785 h 291465"/>
                <a:gd name="connsiteX161" fmla="*/ 45244 w 254793"/>
                <a:gd name="connsiteY161" fmla="*/ 187166 h 291465"/>
                <a:gd name="connsiteX162" fmla="*/ 44291 w 254793"/>
                <a:gd name="connsiteY162" fmla="*/ 188119 h 291465"/>
                <a:gd name="connsiteX163" fmla="*/ 44291 w 254793"/>
                <a:gd name="connsiteY163" fmla="*/ 190500 h 291465"/>
                <a:gd name="connsiteX164" fmla="*/ 44768 w 254793"/>
                <a:gd name="connsiteY164" fmla="*/ 192405 h 291465"/>
                <a:gd name="connsiteX165" fmla="*/ 45244 w 254793"/>
                <a:gd name="connsiteY165" fmla="*/ 193357 h 291465"/>
                <a:gd name="connsiteX166" fmla="*/ 45720 w 254793"/>
                <a:gd name="connsiteY166" fmla="*/ 194310 h 291465"/>
                <a:gd name="connsiteX167" fmla="*/ 45720 w 254793"/>
                <a:gd name="connsiteY167" fmla="*/ 196215 h 291465"/>
                <a:gd name="connsiteX168" fmla="*/ 44768 w 254793"/>
                <a:gd name="connsiteY168" fmla="*/ 199072 h 291465"/>
                <a:gd name="connsiteX169" fmla="*/ 44768 w 254793"/>
                <a:gd name="connsiteY169" fmla="*/ 201930 h 291465"/>
                <a:gd name="connsiteX170" fmla="*/ 31909 w 254793"/>
                <a:gd name="connsiteY170" fmla="*/ 204788 h 291465"/>
                <a:gd name="connsiteX171" fmla="*/ 29527 w 254793"/>
                <a:gd name="connsiteY171" fmla="*/ 203359 h 291465"/>
                <a:gd name="connsiteX172" fmla="*/ 27623 w 254793"/>
                <a:gd name="connsiteY172" fmla="*/ 202406 h 291465"/>
                <a:gd name="connsiteX173" fmla="*/ 25718 w 254793"/>
                <a:gd name="connsiteY173" fmla="*/ 202406 h 291465"/>
                <a:gd name="connsiteX174" fmla="*/ 20002 w 254793"/>
                <a:gd name="connsiteY174" fmla="*/ 203835 h 291465"/>
                <a:gd name="connsiteX175" fmla="*/ 18098 w 254793"/>
                <a:gd name="connsiteY175" fmla="*/ 202882 h 291465"/>
                <a:gd name="connsiteX176" fmla="*/ 16193 w 254793"/>
                <a:gd name="connsiteY176" fmla="*/ 202406 h 291465"/>
                <a:gd name="connsiteX177" fmla="*/ 15240 w 254793"/>
                <a:gd name="connsiteY177" fmla="*/ 202882 h 291465"/>
                <a:gd name="connsiteX178" fmla="*/ 15240 w 254793"/>
                <a:gd name="connsiteY178" fmla="*/ 203835 h 291465"/>
                <a:gd name="connsiteX179" fmla="*/ 16193 w 254793"/>
                <a:gd name="connsiteY179" fmla="*/ 210503 h 291465"/>
                <a:gd name="connsiteX180" fmla="*/ 15716 w 254793"/>
                <a:gd name="connsiteY180" fmla="*/ 213360 h 291465"/>
                <a:gd name="connsiteX181" fmla="*/ 14288 w 254793"/>
                <a:gd name="connsiteY181" fmla="*/ 216694 h 291465"/>
                <a:gd name="connsiteX182" fmla="*/ 13811 w 254793"/>
                <a:gd name="connsiteY182" fmla="*/ 218599 h 291465"/>
                <a:gd name="connsiteX183" fmla="*/ 17145 w 254793"/>
                <a:gd name="connsiteY183" fmla="*/ 219551 h 291465"/>
                <a:gd name="connsiteX184" fmla="*/ 18574 w 254793"/>
                <a:gd name="connsiteY184" fmla="*/ 220504 h 291465"/>
                <a:gd name="connsiteX185" fmla="*/ 19526 w 254793"/>
                <a:gd name="connsiteY185" fmla="*/ 221932 h 291465"/>
                <a:gd name="connsiteX186" fmla="*/ 21431 w 254793"/>
                <a:gd name="connsiteY186" fmla="*/ 223838 h 291465"/>
                <a:gd name="connsiteX187" fmla="*/ 21431 w 254793"/>
                <a:gd name="connsiteY187" fmla="*/ 224790 h 291465"/>
                <a:gd name="connsiteX188" fmla="*/ 19526 w 254793"/>
                <a:gd name="connsiteY188" fmla="*/ 226219 h 291465"/>
                <a:gd name="connsiteX189" fmla="*/ 19050 w 254793"/>
                <a:gd name="connsiteY189" fmla="*/ 228600 h 291465"/>
                <a:gd name="connsiteX190" fmla="*/ 20002 w 254793"/>
                <a:gd name="connsiteY190" fmla="*/ 230029 h 291465"/>
                <a:gd name="connsiteX191" fmla="*/ 21907 w 254793"/>
                <a:gd name="connsiteY191" fmla="*/ 231934 h 291465"/>
                <a:gd name="connsiteX192" fmla="*/ 25718 w 254793"/>
                <a:gd name="connsiteY192" fmla="*/ 233839 h 291465"/>
                <a:gd name="connsiteX193" fmla="*/ 27146 w 254793"/>
                <a:gd name="connsiteY193" fmla="*/ 234791 h 291465"/>
                <a:gd name="connsiteX194" fmla="*/ 27146 w 254793"/>
                <a:gd name="connsiteY194" fmla="*/ 236220 h 291465"/>
                <a:gd name="connsiteX195" fmla="*/ 25718 w 254793"/>
                <a:gd name="connsiteY195" fmla="*/ 238601 h 291465"/>
                <a:gd name="connsiteX196" fmla="*/ 24765 w 254793"/>
                <a:gd name="connsiteY196" fmla="*/ 240506 h 291465"/>
                <a:gd name="connsiteX197" fmla="*/ 23813 w 254793"/>
                <a:gd name="connsiteY197" fmla="*/ 241935 h 291465"/>
                <a:gd name="connsiteX198" fmla="*/ 23813 w 254793"/>
                <a:gd name="connsiteY198" fmla="*/ 243840 h 291465"/>
                <a:gd name="connsiteX199" fmla="*/ 25718 w 254793"/>
                <a:gd name="connsiteY199" fmla="*/ 245269 h 291465"/>
                <a:gd name="connsiteX200" fmla="*/ 25241 w 254793"/>
                <a:gd name="connsiteY200" fmla="*/ 246697 h 291465"/>
                <a:gd name="connsiteX201" fmla="*/ 24289 w 254793"/>
                <a:gd name="connsiteY201" fmla="*/ 247650 h 291465"/>
                <a:gd name="connsiteX202" fmla="*/ 22384 w 254793"/>
                <a:gd name="connsiteY202" fmla="*/ 247650 h 291465"/>
                <a:gd name="connsiteX203" fmla="*/ 20479 w 254793"/>
                <a:gd name="connsiteY203" fmla="*/ 247650 h 291465"/>
                <a:gd name="connsiteX204" fmla="*/ 18574 w 254793"/>
                <a:gd name="connsiteY204" fmla="*/ 247174 h 291465"/>
                <a:gd name="connsiteX205" fmla="*/ 13811 w 254793"/>
                <a:gd name="connsiteY205" fmla="*/ 241935 h 291465"/>
                <a:gd name="connsiteX206" fmla="*/ 12382 w 254793"/>
                <a:gd name="connsiteY206" fmla="*/ 241935 h 291465"/>
                <a:gd name="connsiteX207" fmla="*/ 5239 w 254793"/>
                <a:gd name="connsiteY207" fmla="*/ 245745 h 291465"/>
                <a:gd name="connsiteX208" fmla="*/ 3334 w 254793"/>
                <a:gd name="connsiteY208" fmla="*/ 247650 h 291465"/>
                <a:gd name="connsiteX209" fmla="*/ 1905 w 254793"/>
                <a:gd name="connsiteY209" fmla="*/ 250031 h 291465"/>
                <a:gd name="connsiteX210" fmla="*/ 0 w 254793"/>
                <a:gd name="connsiteY210" fmla="*/ 255270 h 291465"/>
                <a:gd name="connsiteX211" fmla="*/ 7620 w 254793"/>
                <a:gd name="connsiteY211" fmla="*/ 262414 h 291465"/>
                <a:gd name="connsiteX212" fmla="*/ 9049 w 254793"/>
                <a:gd name="connsiteY212" fmla="*/ 264795 h 291465"/>
                <a:gd name="connsiteX213" fmla="*/ 18098 w 254793"/>
                <a:gd name="connsiteY213" fmla="*/ 272415 h 291465"/>
                <a:gd name="connsiteX214" fmla="*/ 21907 w 254793"/>
                <a:gd name="connsiteY214" fmla="*/ 276701 h 291465"/>
                <a:gd name="connsiteX215" fmla="*/ 21907 w 254793"/>
                <a:gd name="connsiteY215" fmla="*/ 280511 h 291465"/>
                <a:gd name="connsiteX216" fmla="*/ 22860 w 254793"/>
                <a:gd name="connsiteY216" fmla="*/ 281464 h 291465"/>
                <a:gd name="connsiteX217" fmla="*/ 23336 w 254793"/>
                <a:gd name="connsiteY217" fmla="*/ 283369 h 291465"/>
                <a:gd name="connsiteX218" fmla="*/ 25718 w 254793"/>
                <a:gd name="connsiteY218" fmla="*/ 287179 h 291465"/>
                <a:gd name="connsiteX219" fmla="*/ 28575 w 254793"/>
                <a:gd name="connsiteY219" fmla="*/ 290036 h 291465"/>
                <a:gd name="connsiteX220" fmla="*/ 29527 w 254793"/>
                <a:gd name="connsiteY220" fmla="*/ 290989 h 291465"/>
                <a:gd name="connsiteX221" fmla="*/ 30004 w 254793"/>
                <a:gd name="connsiteY221" fmla="*/ 291465 h 291465"/>
                <a:gd name="connsiteX222" fmla="*/ 31909 w 254793"/>
                <a:gd name="connsiteY222" fmla="*/ 290036 h 291465"/>
                <a:gd name="connsiteX223" fmla="*/ 35243 w 254793"/>
                <a:gd name="connsiteY223" fmla="*/ 286226 h 291465"/>
                <a:gd name="connsiteX224" fmla="*/ 36195 w 254793"/>
                <a:gd name="connsiteY224" fmla="*/ 283845 h 291465"/>
                <a:gd name="connsiteX225" fmla="*/ 40005 w 254793"/>
                <a:gd name="connsiteY225" fmla="*/ 283845 h 291465"/>
                <a:gd name="connsiteX226" fmla="*/ 41434 w 254793"/>
                <a:gd name="connsiteY226" fmla="*/ 282416 h 291465"/>
                <a:gd name="connsiteX227" fmla="*/ 42386 w 254793"/>
                <a:gd name="connsiteY227" fmla="*/ 280035 h 291465"/>
                <a:gd name="connsiteX228" fmla="*/ 42386 w 254793"/>
                <a:gd name="connsiteY228" fmla="*/ 278606 h 291465"/>
                <a:gd name="connsiteX229" fmla="*/ 46673 w 254793"/>
                <a:gd name="connsiteY229" fmla="*/ 277654 h 291465"/>
                <a:gd name="connsiteX230" fmla="*/ 51435 w 254793"/>
                <a:gd name="connsiteY230" fmla="*/ 275749 h 291465"/>
                <a:gd name="connsiteX231" fmla="*/ 53816 w 254793"/>
                <a:gd name="connsiteY231" fmla="*/ 273844 h 291465"/>
                <a:gd name="connsiteX232" fmla="*/ 56674 w 254793"/>
                <a:gd name="connsiteY232" fmla="*/ 272415 h 291465"/>
                <a:gd name="connsiteX233" fmla="*/ 58102 w 254793"/>
                <a:gd name="connsiteY233" fmla="*/ 272415 h 291465"/>
                <a:gd name="connsiteX234" fmla="*/ 59531 w 254793"/>
                <a:gd name="connsiteY234" fmla="*/ 272891 h 291465"/>
                <a:gd name="connsiteX235" fmla="*/ 62389 w 254793"/>
                <a:gd name="connsiteY235" fmla="*/ 276225 h 291465"/>
                <a:gd name="connsiteX236" fmla="*/ 65246 w 254793"/>
                <a:gd name="connsiteY236" fmla="*/ 278606 h 291465"/>
                <a:gd name="connsiteX237" fmla="*/ 66199 w 254793"/>
                <a:gd name="connsiteY237" fmla="*/ 279082 h 291465"/>
                <a:gd name="connsiteX238" fmla="*/ 66675 w 254793"/>
                <a:gd name="connsiteY238" fmla="*/ 278130 h 291465"/>
                <a:gd name="connsiteX239" fmla="*/ 68104 w 254793"/>
                <a:gd name="connsiteY239" fmla="*/ 278130 h 291465"/>
                <a:gd name="connsiteX240" fmla="*/ 68580 w 254793"/>
                <a:gd name="connsiteY240" fmla="*/ 278606 h 291465"/>
                <a:gd name="connsiteX241" fmla="*/ 69532 w 254793"/>
                <a:gd name="connsiteY241" fmla="*/ 280035 h 291465"/>
                <a:gd name="connsiteX242" fmla="*/ 70961 w 254793"/>
                <a:gd name="connsiteY242" fmla="*/ 281464 h 291465"/>
                <a:gd name="connsiteX243" fmla="*/ 73819 w 254793"/>
                <a:gd name="connsiteY243" fmla="*/ 283845 h 291465"/>
                <a:gd name="connsiteX244" fmla="*/ 76200 w 254793"/>
                <a:gd name="connsiteY244" fmla="*/ 285750 h 291465"/>
                <a:gd name="connsiteX245" fmla="*/ 77629 w 254793"/>
                <a:gd name="connsiteY245" fmla="*/ 286226 h 291465"/>
                <a:gd name="connsiteX246" fmla="*/ 80010 w 254793"/>
                <a:gd name="connsiteY246" fmla="*/ 284797 h 291465"/>
                <a:gd name="connsiteX247" fmla="*/ 82391 w 254793"/>
                <a:gd name="connsiteY247" fmla="*/ 283369 h 291465"/>
                <a:gd name="connsiteX248" fmla="*/ 85725 w 254793"/>
                <a:gd name="connsiteY248" fmla="*/ 281940 h 291465"/>
                <a:gd name="connsiteX249" fmla="*/ 86677 w 254793"/>
                <a:gd name="connsiteY249" fmla="*/ 280988 h 291465"/>
                <a:gd name="connsiteX250" fmla="*/ 87154 w 254793"/>
                <a:gd name="connsiteY250" fmla="*/ 278606 h 291465"/>
                <a:gd name="connsiteX251" fmla="*/ 87630 w 254793"/>
                <a:gd name="connsiteY251" fmla="*/ 276225 h 291465"/>
                <a:gd name="connsiteX252" fmla="*/ 88106 w 254793"/>
                <a:gd name="connsiteY252" fmla="*/ 273367 h 291465"/>
                <a:gd name="connsiteX253" fmla="*/ 88582 w 254793"/>
                <a:gd name="connsiteY253" fmla="*/ 272891 h 291465"/>
                <a:gd name="connsiteX254" fmla="*/ 90011 w 254793"/>
                <a:gd name="connsiteY254" fmla="*/ 272415 h 291465"/>
                <a:gd name="connsiteX255" fmla="*/ 92393 w 254793"/>
                <a:gd name="connsiteY255" fmla="*/ 273367 h 291465"/>
                <a:gd name="connsiteX256" fmla="*/ 93345 w 254793"/>
                <a:gd name="connsiteY256" fmla="*/ 274320 h 291465"/>
                <a:gd name="connsiteX257" fmla="*/ 95726 w 254793"/>
                <a:gd name="connsiteY257" fmla="*/ 274320 h 291465"/>
                <a:gd name="connsiteX258" fmla="*/ 96679 w 254793"/>
                <a:gd name="connsiteY258" fmla="*/ 273367 h 291465"/>
                <a:gd name="connsiteX259" fmla="*/ 99060 w 254793"/>
                <a:gd name="connsiteY259" fmla="*/ 271939 h 291465"/>
                <a:gd name="connsiteX260" fmla="*/ 101918 w 254793"/>
                <a:gd name="connsiteY260" fmla="*/ 271463 h 291465"/>
                <a:gd name="connsiteX261" fmla="*/ 105251 w 254793"/>
                <a:gd name="connsiteY261" fmla="*/ 270034 h 291465"/>
                <a:gd name="connsiteX262" fmla="*/ 108109 w 254793"/>
                <a:gd name="connsiteY262" fmla="*/ 268129 h 291465"/>
                <a:gd name="connsiteX263" fmla="*/ 109538 w 254793"/>
                <a:gd name="connsiteY263" fmla="*/ 268129 h 291465"/>
                <a:gd name="connsiteX264" fmla="*/ 111443 w 254793"/>
                <a:gd name="connsiteY264" fmla="*/ 270510 h 291465"/>
                <a:gd name="connsiteX265" fmla="*/ 112395 w 254793"/>
                <a:gd name="connsiteY265" fmla="*/ 271939 h 291465"/>
                <a:gd name="connsiteX266" fmla="*/ 112871 w 254793"/>
                <a:gd name="connsiteY266" fmla="*/ 272891 h 291465"/>
                <a:gd name="connsiteX267" fmla="*/ 111443 w 254793"/>
                <a:gd name="connsiteY267" fmla="*/ 274796 h 291465"/>
                <a:gd name="connsiteX268" fmla="*/ 110014 w 254793"/>
                <a:gd name="connsiteY268" fmla="*/ 277654 h 291465"/>
                <a:gd name="connsiteX269" fmla="*/ 111443 w 254793"/>
                <a:gd name="connsiteY269" fmla="*/ 280988 h 291465"/>
                <a:gd name="connsiteX270" fmla="*/ 111443 w 254793"/>
                <a:gd name="connsiteY270" fmla="*/ 283845 h 291465"/>
                <a:gd name="connsiteX271" fmla="*/ 111443 w 254793"/>
                <a:gd name="connsiteY271" fmla="*/ 285750 h 291465"/>
                <a:gd name="connsiteX272" fmla="*/ 112395 w 254793"/>
                <a:gd name="connsiteY272" fmla="*/ 286703 h 291465"/>
                <a:gd name="connsiteX273" fmla="*/ 113348 w 254793"/>
                <a:gd name="connsiteY273" fmla="*/ 287179 h 291465"/>
                <a:gd name="connsiteX274" fmla="*/ 114300 w 254793"/>
                <a:gd name="connsiteY274" fmla="*/ 286703 h 291465"/>
                <a:gd name="connsiteX275" fmla="*/ 116681 w 254793"/>
                <a:gd name="connsiteY275" fmla="*/ 286703 h 291465"/>
                <a:gd name="connsiteX276" fmla="*/ 119063 w 254793"/>
                <a:gd name="connsiteY276" fmla="*/ 287655 h 291465"/>
                <a:gd name="connsiteX277" fmla="*/ 121444 w 254793"/>
                <a:gd name="connsiteY277" fmla="*/ 287655 h 291465"/>
                <a:gd name="connsiteX278" fmla="*/ 123825 w 254793"/>
                <a:gd name="connsiteY278" fmla="*/ 286226 h 291465"/>
                <a:gd name="connsiteX279" fmla="*/ 128588 w 254793"/>
                <a:gd name="connsiteY279" fmla="*/ 281464 h 291465"/>
                <a:gd name="connsiteX280" fmla="*/ 135255 w 254793"/>
                <a:gd name="connsiteY280" fmla="*/ 273367 h 291465"/>
                <a:gd name="connsiteX281" fmla="*/ 140494 w 254793"/>
                <a:gd name="connsiteY281" fmla="*/ 268129 h 291465"/>
                <a:gd name="connsiteX282" fmla="*/ 144780 w 254793"/>
                <a:gd name="connsiteY282" fmla="*/ 266224 h 291465"/>
                <a:gd name="connsiteX283" fmla="*/ 148114 w 254793"/>
                <a:gd name="connsiteY283" fmla="*/ 263842 h 291465"/>
                <a:gd name="connsiteX284" fmla="*/ 149543 w 254793"/>
                <a:gd name="connsiteY284" fmla="*/ 260985 h 291465"/>
                <a:gd name="connsiteX285" fmla="*/ 151924 w 254793"/>
                <a:gd name="connsiteY285" fmla="*/ 259080 h 291465"/>
                <a:gd name="connsiteX286" fmla="*/ 157163 w 254793"/>
                <a:gd name="connsiteY286" fmla="*/ 257175 h 291465"/>
                <a:gd name="connsiteX287" fmla="*/ 161449 w 254793"/>
                <a:gd name="connsiteY287" fmla="*/ 255746 h 291465"/>
                <a:gd name="connsiteX288" fmla="*/ 165259 w 254793"/>
                <a:gd name="connsiteY288" fmla="*/ 250031 h 291465"/>
                <a:gd name="connsiteX289" fmla="*/ 170498 w 254793"/>
                <a:gd name="connsiteY289" fmla="*/ 240030 h 291465"/>
                <a:gd name="connsiteX290" fmla="*/ 171926 w 254793"/>
                <a:gd name="connsiteY290" fmla="*/ 230981 h 291465"/>
                <a:gd name="connsiteX291" fmla="*/ 172879 w 254793"/>
                <a:gd name="connsiteY291" fmla="*/ 225266 h 291465"/>
                <a:gd name="connsiteX292" fmla="*/ 172402 w 254793"/>
                <a:gd name="connsiteY292" fmla="*/ 206216 h 291465"/>
                <a:gd name="connsiteX293" fmla="*/ 171926 w 254793"/>
                <a:gd name="connsiteY293" fmla="*/ 200025 h 291465"/>
                <a:gd name="connsiteX294" fmla="*/ 172879 w 254793"/>
                <a:gd name="connsiteY294" fmla="*/ 196691 h 291465"/>
                <a:gd name="connsiteX295" fmla="*/ 174784 w 254793"/>
                <a:gd name="connsiteY295" fmla="*/ 194310 h 291465"/>
                <a:gd name="connsiteX296" fmla="*/ 180499 w 254793"/>
                <a:gd name="connsiteY296" fmla="*/ 189547 h 291465"/>
                <a:gd name="connsiteX297" fmla="*/ 183832 w 254793"/>
                <a:gd name="connsiteY297" fmla="*/ 185261 h 291465"/>
                <a:gd name="connsiteX298" fmla="*/ 186690 w 254793"/>
                <a:gd name="connsiteY298" fmla="*/ 180499 h 291465"/>
                <a:gd name="connsiteX299" fmla="*/ 191929 w 254793"/>
                <a:gd name="connsiteY299" fmla="*/ 169545 h 291465"/>
                <a:gd name="connsiteX300" fmla="*/ 194310 w 254793"/>
                <a:gd name="connsiteY300" fmla="*/ 166211 h 291465"/>
                <a:gd name="connsiteX301" fmla="*/ 195263 w 254793"/>
                <a:gd name="connsiteY301" fmla="*/ 164782 h 291465"/>
                <a:gd name="connsiteX302" fmla="*/ 198596 w 254793"/>
                <a:gd name="connsiteY302" fmla="*/ 161925 h 291465"/>
                <a:gd name="connsiteX303" fmla="*/ 203359 w 254793"/>
                <a:gd name="connsiteY303" fmla="*/ 159544 h 291465"/>
                <a:gd name="connsiteX304" fmla="*/ 209074 w 254793"/>
                <a:gd name="connsiteY304" fmla="*/ 157163 h 291465"/>
                <a:gd name="connsiteX305" fmla="*/ 218123 w 254793"/>
                <a:gd name="connsiteY305" fmla="*/ 149542 h 291465"/>
                <a:gd name="connsiteX306" fmla="*/ 225266 w 254793"/>
                <a:gd name="connsiteY306" fmla="*/ 141922 h 291465"/>
                <a:gd name="connsiteX307" fmla="*/ 224314 w 254793"/>
                <a:gd name="connsiteY307" fmla="*/ 132874 h 291465"/>
                <a:gd name="connsiteX308" fmla="*/ 225743 w 254793"/>
                <a:gd name="connsiteY308" fmla="*/ 125254 h 291465"/>
                <a:gd name="connsiteX309" fmla="*/ 229552 w 254793"/>
                <a:gd name="connsiteY309" fmla="*/ 115729 h 291465"/>
                <a:gd name="connsiteX310" fmla="*/ 230981 w 254793"/>
                <a:gd name="connsiteY310" fmla="*/ 105728 h 291465"/>
                <a:gd name="connsiteX311" fmla="*/ 229552 w 254793"/>
                <a:gd name="connsiteY311" fmla="*/ 94774 h 291465"/>
                <a:gd name="connsiteX312" fmla="*/ 230505 w 254793"/>
                <a:gd name="connsiteY312" fmla="*/ 86201 h 291465"/>
                <a:gd name="connsiteX313" fmla="*/ 233839 w 254793"/>
                <a:gd name="connsiteY313" fmla="*/ 75724 h 291465"/>
                <a:gd name="connsiteX314" fmla="*/ 235744 w 254793"/>
                <a:gd name="connsiteY314" fmla="*/ 71914 h 291465"/>
                <a:gd name="connsiteX315" fmla="*/ 236220 w 254793"/>
                <a:gd name="connsiteY315" fmla="*/ 65722 h 291465"/>
                <a:gd name="connsiteX316" fmla="*/ 236220 w 254793"/>
                <a:gd name="connsiteY316" fmla="*/ 56197 h 291465"/>
                <a:gd name="connsiteX317" fmla="*/ 240982 w 254793"/>
                <a:gd name="connsiteY317" fmla="*/ 42386 h 291465"/>
                <a:gd name="connsiteX318" fmla="*/ 245269 w 254793"/>
                <a:gd name="connsiteY318" fmla="*/ 34290 h 291465"/>
                <a:gd name="connsiteX319" fmla="*/ 250507 w 254793"/>
                <a:gd name="connsiteY319" fmla="*/ 25241 h 291465"/>
                <a:gd name="connsiteX320" fmla="*/ 252413 w 254793"/>
                <a:gd name="connsiteY320" fmla="*/ 20003 h 291465"/>
                <a:gd name="connsiteX321" fmla="*/ 254794 w 254793"/>
                <a:gd name="connsiteY321" fmla="*/ 12859 h 291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Lst>
              <a:rect l="l" t="t" r="r" b="b"/>
              <a:pathLst>
                <a:path w="254793" h="291465">
                  <a:moveTo>
                    <a:pt x="254318" y="6667"/>
                  </a:moveTo>
                  <a:lnTo>
                    <a:pt x="252413" y="5715"/>
                  </a:lnTo>
                  <a:lnTo>
                    <a:pt x="250507" y="2381"/>
                  </a:lnTo>
                  <a:lnTo>
                    <a:pt x="249555" y="1905"/>
                  </a:lnTo>
                  <a:lnTo>
                    <a:pt x="244316" y="3334"/>
                  </a:lnTo>
                  <a:lnTo>
                    <a:pt x="241459" y="4763"/>
                  </a:lnTo>
                  <a:lnTo>
                    <a:pt x="240030" y="5715"/>
                  </a:lnTo>
                  <a:lnTo>
                    <a:pt x="239077" y="6191"/>
                  </a:lnTo>
                  <a:lnTo>
                    <a:pt x="237173" y="4286"/>
                  </a:lnTo>
                  <a:lnTo>
                    <a:pt x="236220" y="4286"/>
                  </a:lnTo>
                  <a:lnTo>
                    <a:pt x="233839" y="4286"/>
                  </a:lnTo>
                  <a:lnTo>
                    <a:pt x="231934" y="4286"/>
                  </a:lnTo>
                  <a:lnTo>
                    <a:pt x="230505" y="4286"/>
                  </a:lnTo>
                  <a:lnTo>
                    <a:pt x="229552" y="4286"/>
                  </a:lnTo>
                  <a:lnTo>
                    <a:pt x="227171" y="3334"/>
                  </a:lnTo>
                  <a:lnTo>
                    <a:pt x="217646" y="476"/>
                  </a:lnTo>
                  <a:lnTo>
                    <a:pt x="216218" y="0"/>
                  </a:lnTo>
                  <a:lnTo>
                    <a:pt x="214313" y="0"/>
                  </a:lnTo>
                  <a:lnTo>
                    <a:pt x="209550" y="2381"/>
                  </a:lnTo>
                  <a:lnTo>
                    <a:pt x="207169" y="2857"/>
                  </a:lnTo>
                  <a:lnTo>
                    <a:pt x="199549" y="4286"/>
                  </a:lnTo>
                  <a:lnTo>
                    <a:pt x="191452" y="4763"/>
                  </a:lnTo>
                  <a:lnTo>
                    <a:pt x="188595" y="4763"/>
                  </a:lnTo>
                  <a:lnTo>
                    <a:pt x="186214" y="5715"/>
                  </a:lnTo>
                  <a:lnTo>
                    <a:pt x="184785" y="7144"/>
                  </a:lnTo>
                  <a:lnTo>
                    <a:pt x="183832" y="10478"/>
                  </a:lnTo>
                  <a:lnTo>
                    <a:pt x="182404" y="15716"/>
                  </a:lnTo>
                  <a:lnTo>
                    <a:pt x="181927" y="17145"/>
                  </a:lnTo>
                  <a:lnTo>
                    <a:pt x="181927" y="19526"/>
                  </a:lnTo>
                  <a:lnTo>
                    <a:pt x="181451" y="23336"/>
                  </a:lnTo>
                  <a:lnTo>
                    <a:pt x="180975" y="26194"/>
                  </a:lnTo>
                  <a:lnTo>
                    <a:pt x="181451" y="28575"/>
                  </a:lnTo>
                  <a:lnTo>
                    <a:pt x="179070" y="32861"/>
                  </a:lnTo>
                  <a:lnTo>
                    <a:pt x="176213" y="38100"/>
                  </a:lnTo>
                  <a:lnTo>
                    <a:pt x="174307" y="42863"/>
                  </a:lnTo>
                  <a:lnTo>
                    <a:pt x="171926" y="47625"/>
                  </a:lnTo>
                  <a:lnTo>
                    <a:pt x="171926" y="47625"/>
                  </a:lnTo>
                  <a:lnTo>
                    <a:pt x="171450" y="49530"/>
                  </a:lnTo>
                  <a:lnTo>
                    <a:pt x="169545" y="50959"/>
                  </a:lnTo>
                  <a:lnTo>
                    <a:pt x="168116" y="52864"/>
                  </a:lnTo>
                  <a:lnTo>
                    <a:pt x="168116" y="55721"/>
                  </a:lnTo>
                  <a:lnTo>
                    <a:pt x="168593" y="59055"/>
                  </a:lnTo>
                  <a:lnTo>
                    <a:pt x="170021" y="63341"/>
                  </a:lnTo>
                  <a:lnTo>
                    <a:pt x="170021" y="65722"/>
                  </a:lnTo>
                  <a:lnTo>
                    <a:pt x="169545" y="66199"/>
                  </a:lnTo>
                  <a:lnTo>
                    <a:pt x="168593" y="66675"/>
                  </a:lnTo>
                  <a:lnTo>
                    <a:pt x="167640" y="67151"/>
                  </a:lnTo>
                  <a:lnTo>
                    <a:pt x="164782" y="64294"/>
                  </a:lnTo>
                  <a:lnTo>
                    <a:pt x="161449" y="62389"/>
                  </a:lnTo>
                  <a:lnTo>
                    <a:pt x="156686" y="59531"/>
                  </a:lnTo>
                  <a:lnTo>
                    <a:pt x="151924" y="58103"/>
                  </a:lnTo>
                  <a:lnTo>
                    <a:pt x="145732" y="58103"/>
                  </a:lnTo>
                  <a:lnTo>
                    <a:pt x="142875" y="58103"/>
                  </a:lnTo>
                  <a:lnTo>
                    <a:pt x="140970" y="57150"/>
                  </a:lnTo>
                  <a:lnTo>
                    <a:pt x="138589" y="55721"/>
                  </a:lnTo>
                  <a:lnTo>
                    <a:pt x="137160" y="55245"/>
                  </a:lnTo>
                  <a:lnTo>
                    <a:pt x="134779" y="56197"/>
                  </a:lnTo>
                  <a:lnTo>
                    <a:pt x="133350" y="56197"/>
                  </a:lnTo>
                  <a:lnTo>
                    <a:pt x="131921" y="56197"/>
                  </a:lnTo>
                  <a:lnTo>
                    <a:pt x="128111" y="56197"/>
                  </a:lnTo>
                  <a:lnTo>
                    <a:pt x="128111" y="54292"/>
                  </a:lnTo>
                  <a:lnTo>
                    <a:pt x="127159" y="53816"/>
                  </a:lnTo>
                  <a:lnTo>
                    <a:pt x="123349" y="53816"/>
                  </a:lnTo>
                  <a:lnTo>
                    <a:pt x="122396" y="52388"/>
                  </a:lnTo>
                  <a:lnTo>
                    <a:pt x="121920" y="52388"/>
                  </a:lnTo>
                  <a:lnTo>
                    <a:pt x="120491" y="51911"/>
                  </a:lnTo>
                  <a:lnTo>
                    <a:pt x="117157" y="50006"/>
                  </a:lnTo>
                  <a:lnTo>
                    <a:pt x="113824" y="51435"/>
                  </a:lnTo>
                  <a:lnTo>
                    <a:pt x="107156" y="50959"/>
                  </a:lnTo>
                  <a:lnTo>
                    <a:pt x="98584" y="50959"/>
                  </a:lnTo>
                  <a:lnTo>
                    <a:pt x="90011" y="50959"/>
                  </a:lnTo>
                  <a:lnTo>
                    <a:pt x="81439" y="50959"/>
                  </a:lnTo>
                  <a:lnTo>
                    <a:pt x="73343" y="50959"/>
                  </a:lnTo>
                  <a:lnTo>
                    <a:pt x="73343" y="53340"/>
                  </a:lnTo>
                  <a:lnTo>
                    <a:pt x="70485" y="59055"/>
                  </a:lnTo>
                  <a:lnTo>
                    <a:pt x="69532" y="63341"/>
                  </a:lnTo>
                  <a:lnTo>
                    <a:pt x="69056" y="68104"/>
                  </a:lnTo>
                  <a:lnTo>
                    <a:pt x="70009" y="71914"/>
                  </a:lnTo>
                  <a:lnTo>
                    <a:pt x="70961" y="74771"/>
                  </a:lnTo>
                  <a:lnTo>
                    <a:pt x="71914" y="77629"/>
                  </a:lnTo>
                  <a:lnTo>
                    <a:pt x="71438" y="80010"/>
                  </a:lnTo>
                  <a:lnTo>
                    <a:pt x="70009" y="80486"/>
                  </a:lnTo>
                  <a:lnTo>
                    <a:pt x="70961" y="81915"/>
                  </a:lnTo>
                  <a:lnTo>
                    <a:pt x="72866" y="81915"/>
                  </a:lnTo>
                  <a:lnTo>
                    <a:pt x="76200" y="80963"/>
                  </a:lnTo>
                  <a:lnTo>
                    <a:pt x="81439" y="79534"/>
                  </a:lnTo>
                  <a:lnTo>
                    <a:pt x="88106" y="77153"/>
                  </a:lnTo>
                  <a:lnTo>
                    <a:pt x="92393" y="76200"/>
                  </a:lnTo>
                  <a:lnTo>
                    <a:pt x="99536" y="76676"/>
                  </a:lnTo>
                  <a:lnTo>
                    <a:pt x="103823" y="77629"/>
                  </a:lnTo>
                  <a:lnTo>
                    <a:pt x="105727" y="79057"/>
                  </a:lnTo>
                  <a:lnTo>
                    <a:pt x="107632" y="86201"/>
                  </a:lnTo>
                  <a:lnTo>
                    <a:pt x="109061" y="87154"/>
                  </a:lnTo>
                  <a:lnTo>
                    <a:pt x="110490" y="90011"/>
                  </a:lnTo>
                  <a:lnTo>
                    <a:pt x="111919" y="93345"/>
                  </a:lnTo>
                  <a:lnTo>
                    <a:pt x="112395" y="95250"/>
                  </a:lnTo>
                  <a:lnTo>
                    <a:pt x="112395" y="96203"/>
                  </a:lnTo>
                  <a:lnTo>
                    <a:pt x="110966" y="98107"/>
                  </a:lnTo>
                  <a:lnTo>
                    <a:pt x="109061" y="100965"/>
                  </a:lnTo>
                  <a:lnTo>
                    <a:pt x="108585" y="102870"/>
                  </a:lnTo>
                  <a:lnTo>
                    <a:pt x="107156" y="103822"/>
                  </a:lnTo>
                  <a:lnTo>
                    <a:pt x="105251" y="105251"/>
                  </a:lnTo>
                  <a:lnTo>
                    <a:pt x="100489" y="105728"/>
                  </a:lnTo>
                  <a:lnTo>
                    <a:pt x="99536" y="106204"/>
                  </a:lnTo>
                  <a:lnTo>
                    <a:pt x="98584" y="109061"/>
                  </a:lnTo>
                  <a:lnTo>
                    <a:pt x="95726" y="111919"/>
                  </a:lnTo>
                  <a:lnTo>
                    <a:pt x="94774" y="113824"/>
                  </a:lnTo>
                  <a:lnTo>
                    <a:pt x="93821" y="117157"/>
                  </a:lnTo>
                  <a:lnTo>
                    <a:pt x="93821" y="120967"/>
                  </a:lnTo>
                  <a:lnTo>
                    <a:pt x="93345" y="126682"/>
                  </a:lnTo>
                  <a:lnTo>
                    <a:pt x="92869" y="130492"/>
                  </a:lnTo>
                  <a:lnTo>
                    <a:pt x="93821" y="131921"/>
                  </a:lnTo>
                  <a:lnTo>
                    <a:pt x="100013" y="132874"/>
                  </a:lnTo>
                  <a:lnTo>
                    <a:pt x="100965" y="133350"/>
                  </a:lnTo>
                  <a:lnTo>
                    <a:pt x="102394" y="135731"/>
                  </a:lnTo>
                  <a:lnTo>
                    <a:pt x="104775" y="138113"/>
                  </a:lnTo>
                  <a:lnTo>
                    <a:pt x="110014" y="139541"/>
                  </a:lnTo>
                  <a:lnTo>
                    <a:pt x="111919" y="140970"/>
                  </a:lnTo>
                  <a:lnTo>
                    <a:pt x="113824" y="142875"/>
                  </a:lnTo>
                  <a:lnTo>
                    <a:pt x="113824" y="144304"/>
                  </a:lnTo>
                  <a:lnTo>
                    <a:pt x="112871" y="150495"/>
                  </a:lnTo>
                  <a:lnTo>
                    <a:pt x="111443" y="156210"/>
                  </a:lnTo>
                  <a:lnTo>
                    <a:pt x="111919" y="160496"/>
                  </a:lnTo>
                  <a:lnTo>
                    <a:pt x="112395" y="164782"/>
                  </a:lnTo>
                  <a:lnTo>
                    <a:pt x="112871" y="170974"/>
                  </a:lnTo>
                  <a:lnTo>
                    <a:pt x="112871" y="174784"/>
                  </a:lnTo>
                  <a:lnTo>
                    <a:pt x="111443" y="177165"/>
                  </a:lnTo>
                  <a:lnTo>
                    <a:pt x="111443" y="179070"/>
                  </a:lnTo>
                  <a:lnTo>
                    <a:pt x="111919" y="180975"/>
                  </a:lnTo>
                  <a:lnTo>
                    <a:pt x="110490" y="187166"/>
                  </a:lnTo>
                  <a:lnTo>
                    <a:pt x="109538" y="188119"/>
                  </a:lnTo>
                  <a:lnTo>
                    <a:pt x="107156" y="189071"/>
                  </a:lnTo>
                  <a:lnTo>
                    <a:pt x="106204" y="190976"/>
                  </a:lnTo>
                  <a:lnTo>
                    <a:pt x="105727" y="193357"/>
                  </a:lnTo>
                  <a:lnTo>
                    <a:pt x="104299" y="196691"/>
                  </a:lnTo>
                  <a:lnTo>
                    <a:pt x="102870" y="198120"/>
                  </a:lnTo>
                  <a:lnTo>
                    <a:pt x="102870" y="199549"/>
                  </a:lnTo>
                  <a:lnTo>
                    <a:pt x="104299" y="200978"/>
                  </a:lnTo>
                  <a:lnTo>
                    <a:pt x="104299" y="202406"/>
                  </a:lnTo>
                  <a:lnTo>
                    <a:pt x="101918" y="204788"/>
                  </a:lnTo>
                  <a:lnTo>
                    <a:pt x="100489" y="206216"/>
                  </a:lnTo>
                  <a:lnTo>
                    <a:pt x="97155" y="207169"/>
                  </a:lnTo>
                  <a:lnTo>
                    <a:pt x="93821" y="206216"/>
                  </a:lnTo>
                  <a:lnTo>
                    <a:pt x="92869" y="205264"/>
                  </a:lnTo>
                  <a:lnTo>
                    <a:pt x="93821" y="203359"/>
                  </a:lnTo>
                  <a:lnTo>
                    <a:pt x="93345" y="201930"/>
                  </a:lnTo>
                  <a:lnTo>
                    <a:pt x="91916" y="200025"/>
                  </a:lnTo>
                  <a:lnTo>
                    <a:pt x="90011" y="196215"/>
                  </a:lnTo>
                  <a:lnTo>
                    <a:pt x="88582" y="195263"/>
                  </a:lnTo>
                  <a:lnTo>
                    <a:pt x="87630" y="197167"/>
                  </a:lnTo>
                  <a:lnTo>
                    <a:pt x="84773" y="200025"/>
                  </a:lnTo>
                  <a:lnTo>
                    <a:pt x="79534" y="203835"/>
                  </a:lnTo>
                  <a:lnTo>
                    <a:pt x="75724" y="204311"/>
                  </a:lnTo>
                  <a:lnTo>
                    <a:pt x="69056" y="202882"/>
                  </a:lnTo>
                  <a:lnTo>
                    <a:pt x="63341" y="201454"/>
                  </a:lnTo>
                  <a:lnTo>
                    <a:pt x="60484" y="196691"/>
                  </a:lnTo>
                  <a:lnTo>
                    <a:pt x="59055" y="192881"/>
                  </a:lnTo>
                  <a:lnTo>
                    <a:pt x="56674" y="188595"/>
                  </a:lnTo>
                  <a:lnTo>
                    <a:pt x="53816" y="186214"/>
                  </a:lnTo>
                  <a:lnTo>
                    <a:pt x="50959" y="184785"/>
                  </a:lnTo>
                  <a:lnTo>
                    <a:pt x="49530" y="184785"/>
                  </a:lnTo>
                  <a:lnTo>
                    <a:pt x="45244" y="187166"/>
                  </a:lnTo>
                  <a:lnTo>
                    <a:pt x="44291" y="188119"/>
                  </a:lnTo>
                  <a:lnTo>
                    <a:pt x="44291" y="190500"/>
                  </a:lnTo>
                  <a:lnTo>
                    <a:pt x="44768" y="192405"/>
                  </a:lnTo>
                  <a:lnTo>
                    <a:pt x="45244" y="193357"/>
                  </a:lnTo>
                  <a:lnTo>
                    <a:pt x="45720" y="194310"/>
                  </a:lnTo>
                  <a:lnTo>
                    <a:pt x="45720" y="196215"/>
                  </a:lnTo>
                  <a:lnTo>
                    <a:pt x="44768" y="199072"/>
                  </a:lnTo>
                  <a:lnTo>
                    <a:pt x="44768" y="201930"/>
                  </a:lnTo>
                  <a:lnTo>
                    <a:pt x="31909" y="204788"/>
                  </a:lnTo>
                  <a:lnTo>
                    <a:pt x="29527" y="203359"/>
                  </a:lnTo>
                  <a:lnTo>
                    <a:pt x="27623" y="202406"/>
                  </a:lnTo>
                  <a:lnTo>
                    <a:pt x="25718" y="202406"/>
                  </a:lnTo>
                  <a:lnTo>
                    <a:pt x="20002" y="203835"/>
                  </a:lnTo>
                  <a:lnTo>
                    <a:pt x="18098" y="202882"/>
                  </a:lnTo>
                  <a:lnTo>
                    <a:pt x="16193" y="202406"/>
                  </a:lnTo>
                  <a:lnTo>
                    <a:pt x="15240" y="202882"/>
                  </a:lnTo>
                  <a:lnTo>
                    <a:pt x="15240" y="203835"/>
                  </a:lnTo>
                  <a:lnTo>
                    <a:pt x="16193" y="210503"/>
                  </a:lnTo>
                  <a:lnTo>
                    <a:pt x="15716" y="213360"/>
                  </a:lnTo>
                  <a:lnTo>
                    <a:pt x="14288" y="216694"/>
                  </a:lnTo>
                  <a:lnTo>
                    <a:pt x="13811" y="218599"/>
                  </a:lnTo>
                  <a:lnTo>
                    <a:pt x="17145" y="219551"/>
                  </a:lnTo>
                  <a:lnTo>
                    <a:pt x="18574" y="220504"/>
                  </a:lnTo>
                  <a:lnTo>
                    <a:pt x="19526" y="221932"/>
                  </a:lnTo>
                  <a:lnTo>
                    <a:pt x="21431" y="223838"/>
                  </a:lnTo>
                  <a:lnTo>
                    <a:pt x="21431" y="224790"/>
                  </a:lnTo>
                  <a:lnTo>
                    <a:pt x="19526" y="226219"/>
                  </a:lnTo>
                  <a:lnTo>
                    <a:pt x="19050" y="228600"/>
                  </a:lnTo>
                  <a:lnTo>
                    <a:pt x="20002" y="230029"/>
                  </a:lnTo>
                  <a:lnTo>
                    <a:pt x="21907" y="231934"/>
                  </a:lnTo>
                  <a:lnTo>
                    <a:pt x="25718" y="233839"/>
                  </a:lnTo>
                  <a:lnTo>
                    <a:pt x="27146" y="234791"/>
                  </a:lnTo>
                  <a:lnTo>
                    <a:pt x="27146" y="236220"/>
                  </a:lnTo>
                  <a:lnTo>
                    <a:pt x="25718" y="238601"/>
                  </a:lnTo>
                  <a:lnTo>
                    <a:pt x="24765" y="240506"/>
                  </a:lnTo>
                  <a:lnTo>
                    <a:pt x="23813" y="241935"/>
                  </a:lnTo>
                  <a:lnTo>
                    <a:pt x="23813" y="243840"/>
                  </a:lnTo>
                  <a:lnTo>
                    <a:pt x="25718" y="245269"/>
                  </a:lnTo>
                  <a:lnTo>
                    <a:pt x="25241" y="246697"/>
                  </a:lnTo>
                  <a:lnTo>
                    <a:pt x="24289" y="247650"/>
                  </a:lnTo>
                  <a:lnTo>
                    <a:pt x="22384" y="247650"/>
                  </a:lnTo>
                  <a:lnTo>
                    <a:pt x="20479" y="247650"/>
                  </a:lnTo>
                  <a:lnTo>
                    <a:pt x="18574" y="247174"/>
                  </a:lnTo>
                  <a:lnTo>
                    <a:pt x="13811" y="241935"/>
                  </a:lnTo>
                  <a:lnTo>
                    <a:pt x="12382" y="241935"/>
                  </a:lnTo>
                  <a:lnTo>
                    <a:pt x="5239" y="245745"/>
                  </a:lnTo>
                  <a:lnTo>
                    <a:pt x="3334" y="247650"/>
                  </a:lnTo>
                  <a:lnTo>
                    <a:pt x="1905" y="250031"/>
                  </a:lnTo>
                  <a:lnTo>
                    <a:pt x="0" y="255270"/>
                  </a:lnTo>
                  <a:lnTo>
                    <a:pt x="7620" y="262414"/>
                  </a:lnTo>
                  <a:lnTo>
                    <a:pt x="9049" y="264795"/>
                  </a:lnTo>
                  <a:lnTo>
                    <a:pt x="18098" y="272415"/>
                  </a:lnTo>
                  <a:lnTo>
                    <a:pt x="21907" y="276701"/>
                  </a:lnTo>
                  <a:lnTo>
                    <a:pt x="21907" y="280511"/>
                  </a:lnTo>
                  <a:lnTo>
                    <a:pt x="22860" y="281464"/>
                  </a:lnTo>
                  <a:lnTo>
                    <a:pt x="23336" y="283369"/>
                  </a:lnTo>
                  <a:lnTo>
                    <a:pt x="25718" y="287179"/>
                  </a:lnTo>
                  <a:lnTo>
                    <a:pt x="28575" y="290036"/>
                  </a:lnTo>
                  <a:lnTo>
                    <a:pt x="29527" y="290989"/>
                  </a:lnTo>
                  <a:lnTo>
                    <a:pt x="30004" y="291465"/>
                  </a:lnTo>
                  <a:lnTo>
                    <a:pt x="31909" y="290036"/>
                  </a:lnTo>
                  <a:lnTo>
                    <a:pt x="35243" y="286226"/>
                  </a:lnTo>
                  <a:lnTo>
                    <a:pt x="36195" y="283845"/>
                  </a:lnTo>
                  <a:lnTo>
                    <a:pt x="40005" y="283845"/>
                  </a:lnTo>
                  <a:lnTo>
                    <a:pt x="41434" y="282416"/>
                  </a:lnTo>
                  <a:lnTo>
                    <a:pt x="42386" y="280035"/>
                  </a:lnTo>
                  <a:lnTo>
                    <a:pt x="42386" y="278606"/>
                  </a:lnTo>
                  <a:lnTo>
                    <a:pt x="46673" y="277654"/>
                  </a:lnTo>
                  <a:lnTo>
                    <a:pt x="51435" y="275749"/>
                  </a:lnTo>
                  <a:lnTo>
                    <a:pt x="53816" y="273844"/>
                  </a:lnTo>
                  <a:lnTo>
                    <a:pt x="56674" y="272415"/>
                  </a:lnTo>
                  <a:lnTo>
                    <a:pt x="58102" y="272415"/>
                  </a:lnTo>
                  <a:lnTo>
                    <a:pt x="59531" y="272891"/>
                  </a:lnTo>
                  <a:lnTo>
                    <a:pt x="62389" y="276225"/>
                  </a:lnTo>
                  <a:lnTo>
                    <a:pt x="65246" y="278606"/>
                  </a:lnTo>
                  <a:lnTo>
                    <a:pt x="66199" y="279082"/>
                  </a:lnTo>
                  <a:lnTo>
                    <a:pt x="66675" y="278130"/>
                  </a:lnTo>
                  <a:lnTo>
                    <a:pt x="68104" y="278130"/>
                  </a:lnTo>
                  <a:lnTo>
                    <a:pt x="68580" y="278606"/>
                  </a:lnTo>
                  <a:lnTo>
                    <a:pt x="69532" y="280035"/>
                  </a:lnTo>
                  <a:lnTo>
                    <a:pt x="70961" y="281464"/>
                  </a:lnTo>
                  <a:lnTo>
                    <a:pt x="73819" y="283845"/>
                  </a:lnTo>
                  <a:lnTo>
                    <a:pt x="76200" y="285750"/>
                  </a:lnTo>
                  <a:lnTo>
                    <a:pt x="77629" y="286226"/>
                  </a:lnTo>
                  <a:lnTo>
                    <a:pt x="80010" y="284797"/>
                  </a:lnTo>
                  <a:lnTo>
                    <a:pt x="82391" y="283369"/>
                  </a:lnTo>
                  <a:lnTo>
                    <a:pt x="85725" y="281940"/>
                  </a:lnTo>
                  <a:lnTo>
                    <a:pt x="86677" y="280988"/>
                  </a:lnTo>
                  <a:lnTo>
                    <a:pt x="87154" y="278606"/>
                  </a:lnTo>
                  <a:lnTo>
                    <a:pt x="87630" y="276225"/>
                  </a:lnTo>
                  <a:lnTo>
                    <a:pt x="88106" y="273367"/>
                  </a:lnTo>
                  <a:lnTo>
                    <a:pt x="88582" y="272891"/>
                  </a:lnTo>
                  <a:lnTo>
                    <a:pt x="90011" y="272415"/>
                  </a:lnTo>
                  <a:lnTo>
                    <a:pt x="92393" y="273367"/>
                  </a:lnTo>
                  <a:lnTo>
                    <a:pt x="93345" y="274320"/>
                  </a:lnTo>
                  <a:lnTo>
                    <a:pt x="95726" y="274320"/>
                  </a:lnTo>
                  <a:lnTo>
                    <a:pt x="96679" y="273367"/>
                  </a:lnTo>
                  <a:lnTo>
                    <a:pt x="99060" y="271939"/>
                  </a:lnTo>
                  <a:lnTo>
                    <a:pt x="101918" y="271463"/>
                  </a:lnTo>
                  <a:lnTo>
                    <a:pt x="105251" y="270034"/>
                  </a:lnTo>
                  <a:lnTo>
                    <a:pt x="108109" y="268129"/>
                  </a:lnTo>
                  <a:lnTo>
                    <a:pt x="109538" y="268129"/>
                  </a:lnTo>
                  <a:lnTo>
                    <a:pt x="111443" y="270510"/>
                  </a:lnTo>
                  <a:lnTo>
                    <a:pt x="112395" y="271939"/>
                  </a:lnTo>
                  <a:lnTo>
                    <a:pt x="112871" y="272891"/>
                  </a:lnTo>
                  <a:lnTo>
                    <a:pt x="111443" y="274796"/>
                  </a:lnTo>
                  <a:lnTo>
                    <a:pt x="110014" y="277654"/>
                  </a:lnTo>
                  <a:lnTo>
                    <a:pt x="111443" y="280988"/>
                  </a:lnTo>
                  <a:lnTo>
                    <a:pt x="111443" y="283845"/>
                  </a:lnTo>
                  <a:lnTo>
                    <a:pt x="111443" y="285750"/>
                  </a:lnTo>
                  <a:lnTo>
                    <a:pt x="112395" y="286703"/>
                  </a:lnTo>
                  <a:lnTo>
                    <a:pt x="113348" y="287179"/>
                  </a:lnTo>
                  <a:lnTo>
                    <a:pt x="114300" y="286703"/>
                  </a:lnTo>
                  <a:lnTo>
                    <a:pt x="116681" y="286703"/>
                  </a:lnTo>
                  <a:lnTo>
                    <a:pt x="119063" y="287655"/>
                  </a:lnTo>
                  <a:lnTo>
                    <a:pt x="121444" y="287655"/>
                  </a:lnTo>
                  <a:lnTo>
                    <a:pt x="123825" y="286226"/>
                  </a:lnTo>
                  <a:lnTo>
                    <a:pt x="128588" y="281464"/>
                  </a:lnTo>
                  <a:lnTo>
                    <a:pt x="135255" y="273367"/>
                  </a:lnTo>
                  <a:lnTo>
                    <a:pt x="140494" y="268129"/>
                  </a:lnTo>
                  <a:lnTo>
                    <a:pt x="144780" y="266224"/>
                  </a:lnTo>
                  <a:lnTo>
                    <a:pt x="148114" y="263842"/>
                  </a:lnTo>
                  <a:lnTo>
                    <a:pt x="149543" y="260985"/>
                  </a:lnTo>
                  <a:lnTo>
                    <a:pt x="151924" y="259080"/>
                  </a:lnTo>
                  <a:lnTo>
                    <a:pt x="157163" y="257175"/>
                  </a:lnTo>
                  <a:lnTo>
                    <a:pt x="161449" y="255746"/>
                  </a:lnTo>
                  <a:lnTo>
                    <a:pt x="165259" y="250031"/>
                  </a:lnTo>
                  <a:lnTo>
                    <a:pt x="170498" y="240030"/>
                  </a:lnTo>
                  <a:lnTo>
                    <a:pt x="171926" y="230981"/>
                  </a:lnTo>
                  <a:lnTo>
                    <a:pt x="172879" y="225266"/>
                  </a:lnTo>
                  <a:lnTo>
                    <a:pt x="172402" y="206216"/>
                  </a:lnTo>
                  <a:lnTo>
                    <a:pt x="171926" y="200025"/>
                  </a:lnTo>
                  <a:lnTo>
                    <a:pt x="172879" y="196691"/>
                  </a:lnTo>
                  <a:lnTo>
                    <a:pt x="174784" y="194310"/>
                  </a:lnTo>
                  <a:lnTo>
                    <a:pt x="180499" y="189547"/>
                  </a:lnTo>
                  <a:lnTo>
                    <a:pt x="183832" y="185261"/>
                  </a:lnTo>
                  <a:lnTo>
                    <a:pt x="186690" y="180499"/>
                  </a:lnTo>
                  <a:lnTo>
                    <a:pt x="191929" y="169545"/>
                  </a:lnTo>
                  <a:lnTo>
                    <a:pt x="194310" y="166211"/>
                  </a:lnTo>
                  <a:lnTo>
                    <a:pt x="195263" y="164782"/>
                  </a:lnTo>
                  <a:lnTo>
                    <a:pt x="198596" y="161925"/>
                  </a:lnTo>
                  <a:lnTo>
                    <a:pt x="203359" y="159544"/>
                  </a:lnTo>
                  <a:lnTo>
                    <a:pt x="209074" y="157163"/>
                  </a:lnTo>
                  <a:lnTo>
                    <a:pt x="218123" y="149542"/>
                  </a:lnTo>
                  <a:lnTo>
                    <a:pt x="225266" y="141922"/>
                  </a:lnTo>
                  <a:lnTo>
                    <a:pt x="224314" y="132874"/>
                  </a:lnTo>
                  <a:lnTo>
                    <a:pt x="225743" y="125254"/>
                  </a:lnTo>
                  <a:lnTo>
                    <a:pt x="229552" y="115729"/>
                  </a:lnTo>
                  <a:lnTo>
                    <a:pt x="230981" y="105728"/>
                  </a:lnTo>
                  <a:lnTo>
                    <a:pt x="229552" y="94774"/>
                  </a:lnTo>
                  <a:lnTo>
                    <a:pt x="230505" y="86201"/>
                  </a:lnTo>
                  <a:lnTo>
                    <a:pt x="233839" y="75724"/>
                  </a:lnTo>
                  <a:lnTo>
                    <a:pt x="235744" y="71914"/>
                  </a:lnTo>
                  <a:lnTo>
                    <a:pt x="236220" y="65722"/>
                  </a:lnTo>
                  <a:lnTo>
                    <a:pt x="236220" y="56197"/>
                  </a:lnTo>
                  <a:lnTo>
                    <a:pt x="240982" y="42386"/>
                  </a:lnTo>
                  <a:lnTo>
                    <a:pt x="245269" y="34290"/>
                  </a:lnTo>
                  <a:lnTo>
                    <a:pt x="250507" y="25241"/>
                  </a:lnTo>
                  <a:lnTo>
                    <a:pt x="252413" y="20003"/>
                  </a:lnTo>
                  <a:lnTo>
                    <a:pt x="254794" y="12859"/>
                  </a:lnTo>
                  <a:close/>
                </a:path>
              </a:pathLst>
            </a:custGeom>
            <a:grpFill/>
            <a:ln w="317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5F3469CD-FC74-4D88-82C2-31F652904641}"/>
                </a:ext>
              </a:extLst>
            </p:cNvPr>
            <p:cNvSpPr/>
            <p:nvPr/>
          </p:nvSpPr>
          <p:spPr>
            <a:xfrm>
              <a:off x="6210776" y="3928585"/>
              <a:ext cx="441007" cy="294322"/>
            </a:xfrm>
            <a:custGeom>
              <a:avLst/>
              <a:gdLst>
                <a:gd name="connsiteX0" fmla="*/ 438626 w 441007"/>
                <a:gd name="connsiteY0" fmla="*/ 196215 h 294322"/>
                <a:gd name="connsiteX1" fmla="*/ 436245 w 441007"/>
                <a:gd name="connsiteY1" fmla="*/ 192405 h 294322"/>
                <a:gd name="connsiteX2" fmla="*/ 435293 w 441007"/>
                <a:gd name="connsiteY2" fmla="*/ 187642 h 294322"/>
                <a:gd name="connsiteX3" fmla="*/ 435293 w 441007"/>
                <a:gd name="connsiteY3" fmla="*/ 183356 h 294322"/>
                <a:gd name="connsiteX4" fmla="*/ 434816 w 441007"/>
                <a:gd name="connsiteY4" fmla="*/ 181451 h 294322"/>
                <a:gd name="connsiteX5" fmla="*/ 433388 w 441007"/>
                <a:gd name="connsiteY5" fmla="*/ 179546 h 294322"/>
                <a:gd name="connsiteX6" fmla="*/ 432435 w 441007"/>
                <a:gd name="connsiteY6" fmla="*/ 178117 h 294322"/>
                <a:gd name="connsiteX7" fmla="*/ 430054 w 441007"/>
                <a:gd name="connsiteY7" fmla="*/ 176213 h 294322"/>
                <a:gd name="connsiteX8" fmla="*/ 425291 w 441007"/>
                <a:gd name="connsiteY8" fmla="*/ 173355 h 294322"/>
                <a:gd name="connsiteX9" fmla="*/ 420529 w 441007"/>
                <a:gd name="connsiteY9" fmla="*/ 170497 h 294322"/>
                <a:gd name="connsiteX10" fmla="*/ 418148 w 441007"/>
                <a:gd name="connsiteY10" fmla="*/ 168592 h 294322"/>
                <a:gd name="connsiteX11" fmla="*/ 413385 w 441007"/>
                <a:gd name="connsiteY11" fmla="*/ 168116 h 294322"/>
                <a:gd name="connsiteX12" fmla="*/ 411004 w 441007"/>
                <a:gd name="connsiteY12" fmla="*/ 166211 h 294322"/>
                <a:gd name="connsiteX13" fmla="*/ 408623 w 441007"/>
                <a:gd name="connsiteY13" fmla="*/ 162401 h 294322"/>
                <a:gd name="connsiteX14" fmla="*/ 407670 w 441007"/>
                <a:gd name="connsiteY14" fmla="*/ 159544 h 294322"/>
                <a:gd name="connsiteX15" fmla="*/ 405289 w 441007"/>
                <a:gd name="connsiteY15" fmla="*/ 157163 h 294322"/>
                <a:gd name="connsiteX16" fmla="*/ 404336 w 441007"/>
                <a:gd name="connsiteY16" fmla="*/ 155257 h 294322"/>
                <a:gd name="connsiteX17" fmla="*/ 403860 w 441007"/>
                <a:gd name="connsiteY17" fmla="*/ 153352 h 294322"/>
                <a:gd name="connsiteX18" fmla="*/ 405765 w 441007"/>
                <a:gd name="connsiteY18" fmla="*/ 147161 h 294322"/>
                <a:gd name="connsiteX19" fmla="*/ 402907 w 441007"/>
                <a:gd name="connsiteY19" fmla="*/ 145256 h 294322"/>
                <a:gd name="connsiteX20" fmla="*/ 399098 w 441007"/>
                <a:gd name="connsiteY20" fmla="*/ 142399 h 294322"/>
                <a:gd name="connsiteX21" fmla="*/ 396240 w 441007"/>
                <a:gd name="connsiteY21" fmla="*/ 139541 h 294322"/>
                <a:gd name="connsiteX22" fmla="*/ 394811 w 441007"/>
                <a:gd name="connsiteY22" fmla="*/ 136684 h 294322"/>
                <a:gd name="connsiteX23" fmla="*/ 389573 w 441007"/>
                <a:gd name="connsiteY23" fmla="*/ 132874 h 294322"/>
                <a:gd name="connsiteX24" fmla="*/ 378619 w 441007"/>
                <a:gd name="connsiteY24" fmla="*/ 127159 h 294322"/>
                <a:gd name="connsiteX25" fmla="*/ 372428 w 441007"/>
                <a:gd name="connsiteY25" fmla="*/ 123825 h 294322"/>
                <a:gd name="connsiteX26" fmla="*/ 368618 w 441007"/>
                <a:gd name="connsiteY26" fmla="*/ 120491 h 294322"/>
                <a:gd name="connsiteX27" fmla="*/ 365760 w 441007"/>
                <a:gd name="connsiteY27" fmla="*/ 117634 h 294322"/>
                <a:gd name="connsiteX28" fmla="*/ 365760 w 441007"/>
                <a:gd name="connsiteY28" fmla="*/ 116205 h 294322"/>
                <a:gd name="connsiteX29" fmla="*/ 367665 w 441007"/>
                <a:gd name="connsiteY29" fmla="*/ 112871 h 294322"/>
                <a:gd name="connsiteX30" fmla="*/ 367665 w 441007"/>
                <a:gd name="connsiteY30" fmla="*/ 110490 h 294322"/>
                <a:gd name="connsiteX31" fmla="*/ 366236 w 441007"/>
                <a:gd name="connsiteY31" fmla="*/ 107632 h 294322"/>
                <a:gd name="connsiteX32" fmla="*/ 359569 w 441007"/>
                <a:gd name="connsiteY32" fmla="*/ 102394 h 294322"/>
                <a:gd name="connsiteX33" fmla="*/ 354330 w 441007"/>
                <a:gd name="connsiteY33" fmla="*/ 96679 h 294322"/>
                <a:gd name="connsiteX34" fmla="*/ 350520 w 441007"/>
                <a:gd name="connsiteY34" fmla="*/ 94774 h 294322"/>
                <a:gd name="connsiteX35" fmla="*/ 340995 w 441007"/>
                <a:gd name="connsiteY35" fmla="*/ 93345 h 294322"/>
                <a:gd name="connsiteX36" fmla="*/ 338138 w 441007"/>
                <a:gd name="connsiteY36" fmla="*/ 92392 h 294322"/>
                <a:gd name="connsiteX37" fmla="*/ 335280 w 441007"/>
                <a:gd name="connsiteY37" fmla="*/ 91440 h 294322"/>
                <a:gd name="connsiteX38" fmla="*/ 332423 w 441007"/>
                <a:gd name="connsiteY38" fmla="*/ 88582 h 294322"/>
                <a:gd name="connsiteX39" fmla="*/ 331470 w 441007"/>
                <a:gd name="connsiteY39" fmla="*/ 85725 h 294322"/>
                <a:gd name="connsiteX40" fmla="*/ 332899 w 441007"/>
                <a:gd name="connsiteY40" fmla="*/ 80486 h 294322"/>
                <a:gd name="connsiteX41" fmla="*/ 331947 w 441007"/>
                <a:gd name="connsiteY41" fmla="*/ 79057 h 294322"/>
                <a:gd name="connsiteX42" fmla="*/ 330518 w 441007"/>
                <a:gd name="connsiteY42" fmla="*/ 78581 h 294322"/>
                <a:gd name="connsiteX43" fmla="*/ 327184 w 441007"/>
                <a:gd name="connsiteY43" fmla="*/ 78105 h 294322"/>
                <a:gd name="connsiteX44" fmla="*/ 322898 w 441007"/>
                <a:gd name="connsiteY44" fmla="*/ 77152 h 294322"/>
                <a:gd name="connsiteX45" fmla="*/ 314325 w 441007"/>
                <a:gd name="connsiteY45" fmla="*/ 76676 h 294322"/>
                <a:gd name="connsiteX46" fmla="*/ 310991 w 441007"/>
                <a:gd name="connsiteY46" fmla="*/ 75247 h 294322"/>
                <a:gd name="connsiteX47" fmla="*/ 309563 w 441007"/>
                <a:gd name="connsiteY47" fmla="*/ 73819 h 294322"/>
                <a:gd name="connsiteX48" fmla="*/ 310039 w 441007"/>
                <a:gd name="connsiteY48" fmla="*/ 69532 h 294322"/>
                <a:gd name="connsiteX49" fmla="*/ 309086 w 441007"/>
                <a:gd name="connsiteY49" fmla="*/ 68580 h 294322"/>
                <a:gd name="connsiteX50" fmla="*/ 308134 w 441007"/>
                <a:gd name="connsiteY50" fmla="*/ 67627 h 294322"/>
                <a:gd name="connsiteX51" fmla="*/ 307181 w 441007"/>
                <a:gd name="connsiteY51" fmla="*/ 65722 h 294322"/>
                <a:gd name="connsiteX52" fmla="*/ 307181 w 441007"/>
                <a:gd name="connsiteY52" fmla="*/ 63341 h 294322"/>
                <a:gd name="connsiteX53" fmla="*/ 311468 w 441007"/>
                <a:gd name="connsiteY53" fmla="*/ 58579 h 294322"/>
                <a:gd name="connsiteX54" fmla="*/ 312420 w 441007"/>
                <a:gd name="connsiteY54" fmla="*/ 55721 h 294322"/>
                <a:gd name="connsiteX55" fmla="*/ 313373 w 441007"/>
                <a:gd name="connsiteY55" fmla="*/ 46672 h 294322"/>
                <a:gd name="connsiteX56" fmla="*/ 313849 w 441007"/>
                <a:gd name="connsiteY56" fmla="*/ 43339 h 294322"/>
                <a:gd name="connsiteX57" fmla="*/ 313373 w 441007"/>
                <a:gd name="connsiteY57" fmla="*/ 39529 h 294322"/>
                <a:gd name="connsiteX58" fmla="*/ 310039 w 441007"/>
                <a:gd name="connsiteY58" fmla="*/ 32385 h 294322"/>
                <a:gd name="connsiteX59" fmla="*/ 306705 w 441007"/>
                <a:gd name="connsiteY59" fmla="*/ 27622 h 294322"/>
                <a:gd name="connsiteX60" fmla="*/ 301943 w 441007"/>
                <a:gd name="connsiteY60" fmla="*/ 20479 h 294322"/>
                <a:gd name="connsiteX61" fmla="*/ 300038 w 441007"/>
                <a:gd name="connsiteY61" fmla="*/ 18097 h 294322"/>
                <a:gd name="connsiteX62" fmla="*/ 290036 w 441007"/>
                <a:gd name="connsiteY62" fmla="*/ 8096 h 294322"/>
                <a:gd name="connsiteX63" fmla="*/ 289084 w 441007"/>
                <a:gd name="connsiteY63" fmla="*/ 6667 h 294322"/>
                <a:gd name="connsiteX64" fmla="*/ 286703 w 441007"/>
                <a:gd name="connsiteY64" fmla="*/ 2381 h 294322"/>
                <a:gd name="connsiteX65" fmla="*/ 285274 w 441007"/>
                <a:gd name="connsiteY65" fmla="*/ 1905 h 294322"/>
                <a:gd name="connsiteX66" fmla="*/ 281940 w 441007"/>
                <a:gd name="connsiteY66" fmla="*/ 1429 h 294322"/>
                <a:gd name="connsiteX67" fmla="*/ 278606 w 441007"/>
                <a:gd name="connsiteY67" fmla="*/ 476 h 294322"/>
                <a:gd name="connsiteX68" fmla="*/ 274320 w 441007"/>
                <a:gd name="connsiteY68" fmla="*/ 0 h 294322"/>
                <a:gd name="connsiteX69" fmla="*/ 270034 w 441007"/>
                <a:gd name="connsiteY69" fmla="*/ 1429 h 294322"/>
                <a:gd name="connsiteX70" fmla="*/ 265272 w 441007"/>
                <a:gd name="connsiteY70" fmla="*/ 3334 h 294322"/>
                <a:gd name="connsiteX71" fmla="*/ 263843 w 441007"/>
                <a:gd name="connsiteY71" fmla="*/ 4763 h 294322"/>
                <a:gd name="connsiteX72" fmla="*/ 262414 w 441007"/>
                <a:gd name="connsiteY72" fmla="*/ 5715 h 294322"/>
                <a:gd name="connsiteX73" fmla="*/ 260509 w 441007"/>
                <a:gd name="connsiteY73" fmla="*/ 5239 h 294322"/>
                <a:gd name="connsiteX74" fmla="*/ 258604 w 441007"/>
                <a:gd name="connsiteY74" fmla="*/ 5715 h 294322"/>
                <a:gd name="connsiteX75" fmla="*/ 257651 w 441007"/>
                <a:gd name="connsiteY75" fmla="*/ 7144 h 294322"/>
                <a:gd name="connsiteX76" fmla="*/ 256223 w 441007"/>
                <a:gd name="connsiteY76" fmla="*/ 8572 h 294322"/>
                <a:gd name="connsiteX77" fmla="*/ 249555 w 441007"/>
                <a:gd name="connsiteY77" fmla="*/ 11906 h 294322"/>
                <a:gd name="connsiteX78" fmla="*/ 248126 w 441007"/>
                <a:gd name="connsiteY78" fmla="*/ 12859 h 294322"/>
                <a:gd name="connsiteX79" fmla="*/ 247174 w 441007"/>
                <a:gd name="connsiteY79" fmla="*/ 14288 h 294322"/>
                <a:gd name="connsiteX80" fmla="*/ 247174 w 441007"/>
                <a:gd name="connsiteY80" fmla="*/ 15240 h 294322"/>
                <a:gd name="connsiteX81" fmla="*/ 248126 w 441007"/>
                <a:gd name="connsiteY81" fmla="*/ 18097 h 294322"/>
                <a:gd name="connsiteX82" fmla="*/ 248126 w 441007"/>
                <a:gd name="connsiteY82" fmla="*/ 20955 h 294322"/>
                <a:gd name="connsiteX83" fmla="*/ 246698 w 441007"/>
                <a:gd name="connsiteY83" fmla="*/ 23813 h 294322"/>
                <a:gd name="connsiteX84" fmla="*/ 244793 w 441007"/>
                <a:gd name="connsiteY84" fmla="*/ 25717 h 294322"/>
                <a:gd name="connsiteX85" fmla="*/ 242888 w 441007"/>
                <a:gd name="connsiteY85" fmla="*/ 26194 h 294322"/>
                <a:gd name="connsiteX86" fmla="*/ 241459 w 441007"/>
                <a:gd name="connsiteY86" fmla="*/ 26670 h 294322"/>
                <a:gd name="connsiteX87" fmla="*/ 240030 w 441007"/>
                <a:gd name="connsiteY87" fmla="*/ 27622 h 294322"/>
                <a:gd name="connsiteX88" fmla="*/ 236697 w 441007"/>
                <a:gd name="connsiteY88" fmla="*/ 33338 h 294322"/>
                <a:gd name="connsiteX89" fmla="*/ 235268 w 441007"/>
                <a:gd name="connsiteY89" fmla="*/ 34766 h 294322"/>
                <a:gd name="connsiteX90" fmla="*/ 232410 w 441007"/>
                <a:gd name="connsiteY90" fmla="*/ 34290 h 294322"/>
                <a:gd name="connsiteX91" fmla="*/ 223838 w 441007"/>
                <a:gd name="connsiteY91" fmla="*/ 43339 h 294322"/>
                <a:gd name="connsiteX92" fmla="*/ 222885 w 441007"/>
                <a:gd name="connsiteY92" fmla="*/ 45720 h 294322"/>
                <a:gd name="connsiteX93" fmla="*/ 219551 w 441007"/>
                <a:gd name="connsiteY93" fmla="*/ 49530 h 294322"/>
                <a:gd name="connsiteX94" fmla="*/ 215741 w 441007"/>
                <a:gd name="connsiteY94" fmla="*/ 53816 h 294322"/>
                <a:gd name="connsiteX95" fmla="*/ 211931 w 441007"/>
                <a:gd name="connsiteY95" fmla="*/ 55721 h 294322"/>
                <a:gd name="connsiteX96" fmla="*/ 211931 w 441007"/>
                <a:gd name="connsiteY96" fmla="*/ 56674 h 294322"/>
                <a:gd name="connsiteX97" fmla="*/ 210503 w 441007"/>
                <a:gd name="connsiteY97" fmla="*/ 57150 h 294322"/>
                <a:gd name="connsiteX98" fmla="*/ 208598 w 441007"/>
                <a:gd name="connsiteY98" fmla="*/ 58102 h 294322"/>
                <a:gd name="connsiteX99" fmla="*/ 200978 w 441007"/>
                <a:gd name="connsiteY99" fmla="*/ 63341 h 294322"/>
                <a:gd name="connsiteX100" fmla="*/ 191929 w 441007"/>
                <a:gd name="connsiteY100" fmla="*/ 62865 h 294322"/>
                <a:gd name="connsiteX101" fmla="*/ 187643 w 441007"/>
                <a:gd name="connsiteY101" fmla="*/ 64770 h 294322"/>
                <a:gd name="connsiteX102" fmla="*/ 183832 w 441007"/>
                <a:gd name="connsiteY102" fmla="*/ 65722 h 294322"/>
                <a:gd name="connsiteX103" fmla="*/ 178118 w 441007"/>
                <a:gd name="connsiteY103" fmla="*/ 66675 h 294322"/>
                <a:gd name="connsiteX104" fmla="*/ 176213 w 441007"/>
                <a:gd name="connsiteY104" fmla="*/ 66675 h 294322"/>
                <a:gd name="connsiteX105" fmla="*/ 169069 w 441007"/>
                <a:gd name="connsiteY105" fmla="*/ 67151 h 294322"/>
                <a:gd name="connsiteX106" fmla="*/ 160020 w 441007"/>
                <a:gd name="connsiteY106" fmla="*/ 66675 h 294322"/>
                <a:gd name="connsiteX107" fmla="*/ 156686 w 441007"/>
                <a:gd name="connsiteY107" fmla="*/ 67627 h 294322"/>
                <a:gd name="connsiteX108" fmla="*/ 153829 w 441007"/>
                <a:gd name="connsiteY108" fmla="*/ 69532 h 294322"/>
                <a:gd name="connsiteX109" fmla="*/ 151448 w 441007"/>
                <a:gd name="connsiteY109" fmla="*/ 70961 h 294322"/>
                <a:gd name="connsiteX110" fmla="*/ 150972 w 441007"/>
                <a:gd name="connsiteY110" fmla="*/ 71914 h 294322"/>
                <a:gd name="connsiteX111" fmla="*/ 151448 w 441007"/>
                <a:gd name="connsiteY111" fmla="*/ 72390 h 294322"/>
                <a:gd name="connsiteX112" fmla="*/ 151448 w 441007"/>
                <a:gd name="connsiteY112" fmla="*/ 72866 h 294322"/>
                <a:gd name="connsiteX113" fmla="*/ 157639 w 441007"/>
                <a:gd name="connsiteY113" fmla="*/ 77152 h 294322"/>
                <a:gd name="connsiteX114" fmla="*/ 159068 w 441007"/>
                <a:gd name="connsiteY114" fmla="*/ 79057 h 294322"/>
                <a:gd name="connsiteX115" fmla="*/ 157639 w 441007"/>
                <a:gd name="connsiteY115" fmla="*/ 80963 h 294322"/>
                <a:gd name="connsiteX116" fmla="*/ 156686 w 441007"/>
                <a:gd name="connsiteY116" fmla="*/ 81439 h 294322"/>
                <a:gd name="connsiteX117" fmla="*/ 156686 w 441007"/>
                <a:gd name="connsiteY117" fmla="*/ 81439 h 294322"/>
                <a:gd name="connsiteX118" fmla="*/ 155734 w 441007"/>
                <a:gd name="connsiteY118" fmla="*/ 82867 h 294322"/>
                <a:gd name="connsiteX119" fmla="*/ 151924 w 441007"/>
                <a:gd name="connsiteY119" fmla="*/ 87630 h 294322"/>
                <a:gd name="connsiteX120" fmla="*/ 146685 w 441007"/>
                <a:gd name="connsiteY120" fmla="*/ 92869 h 294322"/>
                <a:gd name="connsiteX121" fmla="*/ 143828 w 441007"/>
                <a:gd name="connsiteY121" fmla="*/ 94774 h 294322"/>
                <a:gd name="connsiteX122" fmla="*/ 142875 w 441007"/>
                <a:gd name="connsiteY122" fmla="*/ 95726 h 294322"/>
                <a:gd name="connsiteX123" fmla="*/ 141447 w 441007"/>
                <a:gd name="connsiteY123" fmla="*/ 99060 h 294322"/>
                <a:gd name="connsiteX124" fmla="*/ 140494 w 441007"/>
                <a:gd name="connsiteY124" fmla="*/ 99536 h 294322"/>
                <a:gd name="connsiteX125" fmla="*/ 136684 w 441007"/>
                <a:gd name="connsiteY125" fmla="*/ 100013 h 294322"/>
                <a:gd name="connsiteX126" fmla="*/ 129540 w 441007"/>
                <a:gd name="connsiteY126" fmla="*/ 100489 h 294322"/>
                <a:gd name="connsiteX127" fmla="*/ 119063 w 441007"/>
                <a:gd name="connsiteY127" fmla="*/ 101917 h 294322"/>
                <a:gd name="connsiteX128" fmla="*/ 112872 w 441007"/>
                <a:gd name="connsiteY128" fmla="*/ 101917 h 294322"/>
                <a:gd name="connsiteX129" fmla="*/ 109061 w 441007"/>
                <a:gd name="connsiteY129" fmla="*/ 101917 h 294322"/>
                <a:gd name="connsiteX130" fmla="*/ 103823 w 441007"/>
                <a:gd name="connsiteY130" fmla="*/ 104299 h 294322"/>
                <a:gd name="connsiteX131" fmla="*/ 101918 w 441007"/>
                <a:gd name="connsiteY131" fmla="*/ 104775 h 294322"/>
                <a:gd name="connsiteX132" fmla="*/ 100965 w 441007"/>
                <a:gd name="connsiteY132" fmla="*/ 105251 h 294322"/>
                <a:gd name="connsiteX133" fmla="*/ 95726 w 441007"/>
                <a:gd name="connsiteY133" fmla="*/ 107632 h 294322"/>
                <a:gd name="connsiteX134" fmla="*/ 91440 w 441007"/>
                <a:gd name="connsiteY134" fmla="*/ 111442 h 294322"/>
                <a:gd name="connsiteX135" fmla="*/ 89535 w 441007"/>
                <a:gd name="connsiteY135" fmla="*/ 111919 h 294322"/>
                <a:gd name="connsiteX136" fmla="*/ 83344 w 441007"/>
                <a:gd name="connsiteY136" fmla="*/ 113824 h 294322"/>
                <a:gd name="connsiteX137" fmla="*/ 80963 w 441007"/>
                <a:gd name="connsiteY137" fmla="*/ 116205 h 294322"/>
                <a:gd name="connsiteX138" fmla="*/ 80010 w 441007"/>
                <a:gd name="connsiteY138" fmla="*/ 116205 h 294322"/>
                <a:gd name="connsiteX139" fmla="*/ 75724 w 441007"/>
                <a:gd name="connsiteY139" fmla="*/ 112871 h 294322"/>
                <a:gd name="connsiteX140" fmla="*/ 73343 w 441007"/>
                <a:gd name="connsiteY140" fmla="*/ 110014 h 294322"/>
                <a:gd name="connsiteX141" fmla="*/ 71914 w 441007"/>
                <a:gd name="connsiteY141" fmla="*/ 106680 h 294322"/>
                <a:gd name="connsiteX142" fmla="*/ 71914 w 441007"/>
                <a:gd name="connsiteY142" fmla="*/ 105727 h 294322"/>
                <a:gd name="connsiteX143" fmla="*/ 70961 w 441007"/>
                <a:gd name="connsiteY143" fmla="*/ 106204 h 294322"/>
                <a:gd name="connsiteX144" fmla="*/ 68580 w 441007"/>
                <a:gd name="connsiteY144" fmla="*/ 107156 h 294322"/>
                <a:gd name="connsiteX145" fmla="*/ 67151 w 441007"/>
                <a:gd name="connsiteY145" fmla="*/ 109061 h 294322"/>
                <a:gd name="connsiteX146" fmla="*/ 66199 w 441007"/>
                <a:gd name="connsiteY146" fmla="*/ 111919 h 294322"/>
                <a:gd name="connsiteX147" fmla="*/ 59531 w 441007"/>
                <a:gd name="connsiteY147" fmla="*/ 113824 h 294322"/>
                <a:gd name="connsiteX148" fmla="*/ 54293 w 441007"/>
                <a:gd name="connsiteY148" fmla="*/ 115729 h 294322"/>
                <a:gd name="connsiteX149" fmla="*/ 51911 w 441007"/>
                <a:gd name="connsiteY149" fmla="*/ 118110 h 294322"/>
                <a:gd name="connsiteX150" fmla="*/ 48101 w 441007"/>
                <a:gd name="connsiteY150" fmla="*/ 119063 h 294322"/>
                <a:gd name="connsiteX151" fmla="*/ 42863 w 441007"/>
                <a:gd name="connsiteY151" fmla="*/ 118586 h 294322"/>
                <a:gd name="connsiteX152" fmla="*/ 39053 w 441007"/>
                <a:gd name="connsiteY152" fmla="*/ 117634 h 294322"/>
                <a:gd name="connsiteX153" fmla="*/ 35719 w 441007"/>
                <a:gd name="connsiteY153" fmla="*/ 117157 h 294322"/>
                <a:gd name="connsiteX154" fmla="*/ 31909 w 441007"/>
                <a:gd name="connsiteY154" fmla="*/ 122872 h 294322"/>
                <a:gd name="connsiteX155" fmla="*/ 27623 w 441007"/>
                <a:gd name="connsiteY155" fmla="*/ 126206 h 294322"/>
                <a:gd name="connsiteX156" fmla="*/ 26194 w 441007"/>
                <a:gd name="connsiteY156" fmla="*/ 128111 h 294322"/>
                <a:gd name="connsiteX157" fmla="*/ 25241 w 441007"/>
                <a:gd name="connsiteY157" fmla="*/ 130492 h 294322"/>
                <a:gd name="connsiteX158" fmla="*/ 24289 w 441007"/>
                <a:gd name="connsiteY158" fmla="*/ 132874 h 294322"/>
                <a:gd name="connsiteX159" fmla="*/ 21907 w 441007"/>
                <a:gd name="connsiteY159" fmla="*/ 138113 h 294322"/>
                <a:gd name="connsiteX160" fmla="*/ 20479 w 441007"/>
                <a:gd name="connsiteY160" fmla="*/ 142399 h 294322"/>
                <a:gd name="connsiteX161" fmla="*/ 18574 w 441007"/>
                <a:gd name="connsiteY161" fmla="*/ 143351 h 294322"/>
                <a:gd name="connsiteX162" fmla="*/ 14288 w 441007"/>
                <a:gd name="connsiteY162" fmla="*/ 150019 h 294322"/>
                <a:gd name="connsiteX163" fmla="*/ 11906 w 441007"/>
                <a:gd name="connsiteY163" fmla="*/ 156210 h 294322"/>
                <a:gd name="connsiteX164" fmla="*/ 10954 w 441007"/>
                <a:gd name="connsiteY164" fmla="*/ 158115 h 294322"/>
                <a:gd name="connsiteX165" fmla="*/ 10478 w 441007"/>
                <a:gd name="connsiteY165" fmla="*/ 159067 h 294322"/>
                <a:gd name="connsiteX166" fmla="*/ 9049 w 441007"/>
                <a:gd name="connsiteY166" fmla="*/ 160496 h 294322"/>
                <a:gd name="connsiteX167" fmla="*/ 4286 w 441007"/>
                <a:gd name="connsiteY167" fmla="*/ 162401 h 294322"/>
                <a:gd name="connsiteX168" fmla="*/ 2381 w 441007"/>
                <a:gd name="connsiteY168" fmla="*/ 163354 h 294322"/>
                <a:gd name="connsiteX169" fmla="*/ 1429 w 441007"/>
                <a:gd name="connsiteY169" fmla="*/ 164306 h 294322"/>
                <a:gd name="connsiteX170" fmla="*/ 0 w 441007"/>
                <a:gd name="connsiteY170" fmla="*/ 165735 h 294322"/>
                <a:gd name="connsiteX171" fmla="*/ 0 w 441007"/>
                <a:gd name="connsiteY171" fmla="*/ 167164 h 294322"/>
                <a:gd name="connsiteX172" fmla="*/ 953 w 441007"/>
                <a:gd name="connsiteY172" fmla="*/ 169545 h 294322"/>
                <a:gd name="connsiteX173" fmla="*/ 2381 w 441007"/>
                <a:gd name="connsiteY173" fmla="*/ 171450 h 294322"/>
                <a:gd name="connsiteX174" fmla="*/ 3810 w 441007"/>
                <a:gd name="connsiteY174" fmla="*/ 171450 h 294322"/>
                <a:gd name="connsiteX175" fmla="*/ 4763 w 441007"/>
                <a:gd name="connsiteY175" fmla="*/ 171450 h 294322"/>
                <a:gd name="connsiteX176" fmla="*/ 5715 w 441007"/>
                <a:gd name="connsiteY176" fmla="*/ 172402 h 294322"/>
                <a:gd name="connsiteX177" fmla="*/ 6191 w 441007"/>
                <a:gd name="connsiteY177" fmla="*/ 173355 h 294322"/>
                <a:gd name="connsiteX178" fmla="*/ 6191 w 441007"/>
                <a:gd name="connsiteY178" fmla="*/ 185738 h 294322"/>
                <a:gd name="connsiteX179" fmla="*/ 4763 w 441007"/>
                <a:gd name="connsiteY179" fmla="*/ 187642 h 294322"/>
                <a:gd name="connsiteX180" fmla="*/ 5239 w 441007"/>
                <a:gd name="connsiteY180" fmla="*/ 188595 h 294322"/>
                <a:gd name="connsiteX181" fmla="*/ 4286 w 441007"/>
                <a:gd name="connsiteY181" fmla="*/ 190500 h 294322"/>
                <a:gd name="connsiteX182" fmla="*/ 4286 w 441007"/>
                <a:gd name="connsiteY182" fmla="*/ 192881 h 294322"/>
                <a:gd name="connsiteX183" fmla="*/ 4763 w 441007"/>
                <a:gd name="connsiteY183" fmla="*/ 193834 h 294322"/>
                <a:gd name="connsiteX184" fmla="*/ 5715 w 441007"/>
                <a:gd name="connsiteY184" fmla="*/ 194786 h 294322"/>
                <a:gd name="connsiteX185" fmla="*/ 7144 w 441007"/>
                <a:gd name="connsiteY185" fmla="*/ 196215 h 294322"/>
                <a:gd name="connsiteX186" fmla="*/ 7620 w 441007"/>
                <a:gd name="connsiteY186" fmla="*/ 200025 h 294322"/>
                <a:gd name="connsiteX187" fmla="*/ 9049 w 441007"/>
                <a:gd name="connsiteY187" fmla="*/ 213836 h 294322"/>
                <a:gd name="connsiteX188" fmla="*/ 10001 w 441007"/>
                <a:gd name="connsiteY188" fmla="*/ 215741 h 294322"/>
                <a:gd name="connsiteX189" fmla="*/ 11430 w 441007"/>
                <a:gd name="connsiteY189" fmla="*/ 217170 h 294322"/>
                <a:gd name="connsiteX190" fmla="*/ 15716 w 441007"/>
                <a:gd name="connsiteY190" fmla="*/ 220027 h 294322"/>
                <a:gd name="connsiteX191" fmla="*/ 20003 w 441007"/>
                <a:gd name="connsiteY191" fmla="*/ 223838 h 294322"/>
                <a:gd name="connsiteX192" fmla="*/ 21431 w 441007"/>
                <a:gd name="connsiteY192" fmla="*/ 226219 h 294322"/>
                <a:gd name="connsiteX193" fmla="*/ 21907 w 441007"/>
                <a:gd name="connsiteY193" fmla="*/ 230505 h 294322"/>
                <a:gd name="connsiteX194" fmla="*/ 23813 w 441007"/>
                <a:gd name="connsiteY194" fmla="*/ 233839 h 294322"/>
                <a:gd name="connsiteX195" fmla="*/ 23813 w 441007"/>
                <a:gd name="connsiteY195" fmla="*/ 234791 h 294322"/>
                <a:gd name="connsiteX196" fmla="*/ 22860 w 441007"/>
                <a:gd name="connsiteY196" fmla="*/ 235267 h 294322"/>
                <a:gd name="connsiteX197" fmla="*/ 21431 w 441007"/>
                <a:gd name="connsiteY197" fmla="*/ 235267 h 294322"/>
                <a:gd name="connsiteX198" fmla="*/ 20479 w 441007"/>
                <a:gd name="connsiteY198" fmla="*/ 235267 h 294322"/>
                <a:gd name="connsiteX199" fmla="*/ 21431 w 441007"/>
                <a:gd name="connsiteY199" fmla="*/ 237649 h 294322"/>
                <a:gd name="connsiteX200" fmla="*/ 23336 w 441007"/>
                <a:gd name="connsiteY200" fmla="*/ 241935 h 294322"/>
                <a:gd name="connsiteX201" fmla="*/ 27147 w 441007"/>
                <a:gd name="connsiteY201" fmla="*/ 246221 h 294322"/>
                <a:gd name="connsiteX202" fmla="*/ 31432 w 441007"/>
                <a:gd name="connsiteY202" fmla="*/ 250507 h 294322"/>
                <a:gd name="connsiteX203" fmla="*/ 34766 w 441007"/>
                <a:gd name="connsiteY203" fmla="*/ 254317 h 294322"/>
                <a:gd name="connsiteX204" fmla="*/ 39053 w 441007"/>
                <a:gd name="connsiteY204" fmla="*/ 258604 h 294322"/>
                <a:gd name="connsiteX205" fmla="*/ 42386 w 441007"/>
                <a:gd name="connsiteY205" fmla="*/ 261938 h 294322"/>
                <a:gd name="connsiteX206" fmla="*/ 45720 w 441007"/>
                <a:gd name="connsiteY206" fmla="*/ 265271 h 294322"/>
                <a:gd name="connsiteX207" fmla="*/ 48101 w 441007"/>
                <a:gd name="connsiteY207" fmla="*/ 266224 h 294322"/>
                <a:gd name="connsiteX208" fmla="*/ 50006 w 441007"/>
                <a:gd name="connsiteY208" fmla="*/ 266224 h 294322"/>
                <a:gd name="connsiteX209" fmla="*/ 50959 w 441007"/>
                <a:gd name="connsiteY209" fmla="*/ 267176 h 294322"/>
                <a:gd name="connsiteX210" fmla="*/ 51911 w 441007"/>
                <a:gd name="connsiteY210" fmla="*/ 268605 h 294322"/>
                <a:gd name="connsiteX211" fmla="*/ 53340 w 441007"/>
                <a:gd name="connsiteY211" fmla="*/ 270510 h 294322"/>
                <a:gd name="connsiteX212" fmla="*/ 55245 w 441007"/>
                <a:gd name="connsiteY212" fmla="*/ 272415 h 294322"/>
                <a:gd name="connsiteX213" fmla="*/ 56198 w 441007"/>
                <a:gd name="connsiteY213" fmla="*/ 274796 h 294322"/>
                <a:gd name="connsiteX214" fmla="*/ 55245 w 441007"/>
                <a:gd name="connsiteY214" fmla="*/ 277177 h 294322"/>
                <a:gd name="connsiteX215" fmla="*/ 56198 w 441007"/>
                <a:gd name="connsiteY215" fmla="*/ 280511 h 294322"/>
                <a:gd name="connsiteX216" fmla="*/ 56198 w 441007"/>
                <a:gd name="connsiteY216" fmla="*/ 280511 h 294322"/>
                <a:gd name="connsiteX217" fmla="*/ 56674 w 441007"/>
                <a:gd name="connsiteY217" fmla="*/ 281940 h 294322"/>
                <a:gd name="connsiteX218" fmla="*/ 56198 w 441007"/>
                <a:gd name="connsiteY218" fmla="*/ 282892 h 294322"/>
                <a:gd name="connsiteX219" fmla="*/ 56674 w 441007"/>
                <a:gd name="connsiteY219" fmla="*/ 287179 h 294322"/>
                <a:gd name="connsiteX220" fmla="*/ 57626 w 441007"/>
                <a:gd name="connsiteY220" fmla="*/ 290989 h 294322"/>
                <a:gd name="connsiteX221" fmla="*/ 59531 w 441007"/>
                <a:gd name="connsiteY221" fmla="*/ 294322 h 294322"/>
                <a:gd name="connsiteX222" fmla="*/ 61913 w 441007"/>
                <a:gd name="connsiteY222" fmla="*/ 289560 h 294322"/>
                <a:gd name="connsiteX223" fmla="*/ 63818 w 441007"/>
                <a:gd name="connsiteY223" fmla="*/ 284797 h 294322"/>
                <a:gd name="connsiteX224" fmla="*/ 66675 w 441007"/>
                <a:gd name="connsiteY224" fmla="*/ 279559 h 294322"/>
                <a:gd name="connsiteX225" fmla="*/ 69056 w 441007"/>
                <a:gd name="connsiteY225" fmla="*/ 275272 h 294322"/>
                <a:gd name="connsiteX226" fmla="*/ 68580 w 441007"/>
                <a:gd name="connsiteY226" fmla="*/ 272891 h 294322"/>
                <a:gd name="connsiteX227" fmla="*/ 69056 w 441007"/>
                <a:gd name="connsiteY227" fmla="*/ 270034 h 294322"/>
                <a:gd name="connsiteX228" fmla="*/ 69532 w 441007"/>
                <a:gd name="connsiteY228" fmla="*/ 266224 h 294322"/>
                <a:gd name="connsiteX229" fmla="*/ 69532 w 441007"/>
                <a:gd name="connsiteY229" fmla="*/ 263842 h 294322"/>
                <a:gd name="connsiteX230" fmla="*/ 70009 w 441007"/>
                <a:gd name="connsiteY230" fmla="*/ 262414 h 294322"/>
                <a:gd name="connsiteX231" fmla="*/ 71438 w 441007"/>
                <a:gd name="connsiteY231" fmla="*/ 257175 h 294322"/>
                <a:gd name="connsiteX232" fmla="*/ 72390 w 441007"/>
                <a:gd name="connsiteY232" fmla="*/ 253841 h 294322"/>
                <a:gd name="connsiteX233" fmla="*/ 73819 w 441007"/>
                <a:gd name="connsiteY233" fmla="*/ 252413 h 294322"/>
                <a:gd name="connsiteX234" fmla="*/ 76200 w 441007"/>
                <a:gd name="connsiteY234" fmla="*/ 251460 h 294322"/>
                <a:gd name="connsiteX235" fmla="*/ 79057 w 441007"/>
                <a:gd name="connsiteY235" fmla="*/ 251460 h 294322"/>
                <a:gd name="connsiteX236" fmla="*/ 87154 w 441007"/>
                <a:gd name="connsiteY236" fmla="*/ 250984 h 294322"/>
                <a:gd name="connsiteX237" fmla="*/ 94774 w 441007"/>
                <a:gd name="connsiteY237" fmla="*/ 249555 h 294322"/>
                <a:gd name="connsiteX238" fmla="*/ 97155 w 441007"/>
                <a:gd name="connsiteY238" fmla="*/ 249079 h 294322"/>
                <a:gd name="connsiteX239" fmla="*/ 101918 w 441007"/>
                <a:gd name="connsiteY239" fmla="*/ 246697 h 294322"/>
                <a:gd name="connsiteX240" fmla="*/ 103823 w 441007"/>
                <a:gd name="connsiteY240" fmla="*/ 246697 h 294322"/>
                <a:gd name="connsiteX241" fmla="*/ 105251 w 441007"/>
                <a:gd name="connsiteY241" fmla="*/ 247174 h 294322"/>
                <a:gd name="connsiteX242" fmla="*/ 114776 w 441007"/>
                <a:gd name="connsiteY242" fmla="*/ 250031 h 294322"/>
                <a:gd name="connsiteX243" fmla="*/ 117157 w 441007"/>
                <a:gd name="connsiteY243" fmla="*/ 250984 h 294322"/>
                <a:gd name="connsiteX244" fmla="*/ 118110 w 441007"/>
                <a:gd name="connsiteY244" fmla="*/ 250984 h 294322"/>
                <a:gd name="connsiteX245" fmla="*/ 119539 w 441007"/>
                <a:gd name="connsiteY245" fmla="*/ 250984 h 294322"/>
                <a:gd name="connsiteX246" fmla="*/ 121444 w 441007"/>
                <a:gd name="connsiteY246" fmla="*/ 250984 h 294322"/>
                <a:gd name="connsiteX247" fmla="*/ 123825 w 441007"/>
                <a:gd name="connsiteY247" fmla="*/ 250984 h 294322"/>
                <a:gd name="connsiteX248" fmla="*/ 124778 w 441007"/>
                <a:gd name="connsiteY248" fmla="*/ 250984 h 294322"/>
                <a:gd name="connsiteX249" fmla="*/ 126682 w 441007"/>
                <a:gd name="connsiteY249" fmla="*/ 252889 h 294322"/>
                <a:gd name="connsiteX250" fmla="*/ 127635 w 441007"/>
                <a:gd name="connsiteY250" fmla="*/ 252413 h 294322"/>
                <a:gd name="connsiteX251" fmla="*/ 129064 w 441007"/>
                <a:gd name="connsiteY251" fmla="*/ 251460 h 294322"/>
                <a:gd name="connsiteX252" fmla="*/ 131922 w 441007"/>
                <a:gd name="connsiteY252" fmla="*/ 250031 h 294322"/>
                <a:gd name="connsiteX253" fmla="*/ 137160 w 441007"/>
                <a:gd name="connsiteY253" fmla="*/ 248602 h 294322"/>
                <a:gd name="connsiteX254" fmla="*/ 138113 w 441007"/>
                <a:gd name="connsiteY254" fmla="*/ 249079 h 294322"/>
                <a:gd name="connsiteX255" fmla="*/ 140018 w 441007"/>
                <a:gd name="connsiteY255" fmla="*/ 252413 h 294322"/>
                <a:gd name="connsiteX256" fmla="*/ 141923 w 441007"/>
                <a:gd name="connsiteY256" fmla="*/ 253365 h 294322"/>
                <a:gd name="connsiteX257" fmla="*/ 141447 w 441007"/>
                <a:gd name="connsiteY257" fmla="*/ 246697 h 294322"/>
                <a:gd name="connsiteX258" fmla="*/ 142875 w 441007"/>
                <a:gd name="connsiteY258" fmla="*/ 237649 h 294322"/>
                <a:gd name="connsiteX259" fmla="*/ 142399 w 441007"/>
                <a:gd name="connsiteY259" fmla="*/ 231934 h 294322"/>
                <a:gd name="connsiteX260" fmla="*/ 140494 w 441007"/>
                <a:gd name="connsiteY260" fmla="*/ 227171 h 294322"/>
                <a:gd name="connsiteX261" fmla="*/ 141447 w 441007"/>
                <a:gd name="connsiteY261" fmla="*/ 224314 h 294322"/>
                <a:gd name="connsiteX262" fmla="*/ 145256 w 441007"/>
                <a:gd name="connsiteY262" fmla="*/ 222885 h 294322"/>
                <a:gd name="connsiteX263" fmla="*/ 149543 w 441007"/>
                <a:gd name="connsiteY263" fmla="*/ 218599 h 294322"/>
                <a:gd name="connsiteX264" fmla="*/ 157639 w 441007"/>
                <a:gd name="connsiteY264" fmla="*/ 206216 h 294322"/>
                <a:gd name="connsiteX265" fmla="*/ 166211 w 441007"/>
                <a:gd name="connsiteY265" fmla="*/ 200025 h 294322"/>
                <a:gd name="connsiteX266" fmla="*/ 172403 w 441007"/>
                <a:gd name="connsiteY266" fmla="*/ 198120 h 294322"/>
                <a:gd name="connsiteX267" fmla="*/ 178594 w 441007"/>
                <a:gd name="connsiteY267" fmla="*/ 198120 h 294322"/>
                <a:gd name="connsiteX268" fmla="*/ 182880 w 441007"/>
                <a:gd name="connsiteY268" fmla="*/ 199549 h 294322"/>
                <a:gd name="connsiteX269" fmla="*/ 184785 w 441007"/>
                <a:gd name="connsiteY269" fmla="*/ 201454 h 294322"/>
                <a:gd name="connsiteX270" fmla="*/ 189548 w 441007"/>
                <a:gd name="connsiteY270" fmla="*/ 204311 h 294322"/>
                <a:gd name="connsiteX271" fmla="*/ 197168 w 441007"/>
                <a:gd name="connsiteY271" fmla="*/ 208121 h 294322"/>
                <a:gd name="connsiteX272" fmla="*/ 202882 w 441007"/>
                <a:gd name="connsiteY272" fmla="*/ 212884 h 294322"/>
                <a:gd name="connsiteX273" fmla="*/ 205740 w 441007"/>
                <a:gd name="connsiteY273" fmla="*/ 217646 h 294322"/>
                <a:gd name="connsiteX274" fmla="*/ 208122 w 441007"/>
                <a:gd name="connsiteY274" fmla="*/ 220504 h 294322"/>
                <a:gd name="connsiteX275" fmla="*/ 211455 w 441007"/>
                <a:gd name="connsiteY275" fmla="*/ 221456 h 294322"/>
                <a:gd name="connsiteX276" fmla="*/ 216218 w 441007"/>
                <a:gd name="connsiteY276" fmla="*/ 220980 h 294322"/>
                <a:gd name="connsiteX277" fmla="*/ 221932 w 441007"/>
                <a:gd name="connsiteY277" fmla="*/ 221932 h 294322"/>
                <a:gd name="connsiteX278" fmla="*/ 227648 w 441007"/>
                <a:gd name="connsiteY278" fmla="*/ 224790 h 294322"/>
                <a:gd name="connsiteX279" fmla="*/ 230981 w 441007"/>
                <a:gd name="connsiteY279" fmla="*/ 225742 h 294322"/>
                <a:gd name="connsiteX280" fmla="*/ 232410 w 441007"/>
                <a:gd name="connsiteY280" fmla="*/ 225266 h 294322"/>
                <a:gd name="connsiteX281" fmla="*/ 235268 w 441007"/>
                <a:gd name="connsiteY281" fmla="*/ 225742 h 294322"/>
                <a:gd name="connsiteX282" fmla="*/ 241459 w 441007"/>
                <a:gd name="connsiteY282" fmla="*/ 227647 h 294322"/>
                <a:gd name="connsiteX283" fmla="*/ 246698 w 441007"/>
                <a:gd name="connsiteY283" fmla="*/ 226695 h 294322"/>
                <a:gd name="connsiteX284" fmla="*/ 254318 w 441007"/>
                <a:gd name="connsiteY284" fmla="*/ 227647 h 294322"/>
                <a:gd name="connsiteX285" fmla="*/ 271463 w 441007"/>
                <a:gd name="connsiteY285" fmla="*/ 231457 h 294322"/>
                <a:gd name="connsiteX286" fmla="*/ 272415 w 441007"/>
                <a:gd name="connsiteY286" fmla="*/ 230981 h 294322"/>
                <a:gd name="connsiteX287" fmla="*/ 272891 w 441007"/>
                <a:gd name="connsiteY287" fmla="*/ 230505 h 294322"/>
                <a:gd name="connsiteX288" fmla="*/ 274320 w 441007"/>
                <a:gd name="connsiteY288" fmla="*/ 229076 h 294322"/>
                <a:gd name="connsiteX289" fmla="*/ 278130 w 441007"/>
                <a:gd name="connsiteY289" fmla="*/ 220980 h 294322"/>
                <a:gd name="connsiteX290" fmla="*/ 281464 w 441007"/>
                <a:gd name="connsiteY290" fmla="*/ 216217 h 294322"/>
                <a:gd name="connsiteX291" fmla="*/ 282893 w 441007"/>
                <a:gd name="connsiteY291" fmla="*/ 214313 h 294322"/>
                <a:gd name="connsiteX292" fmla="*/ 286703 w 441007"/>
                <a:gd name="connsiteY292" fmla="*/ 211455 h 294322"/>
                <a:gd name="connsiteX293" fmla="*/ 290989 w 441007"/>
                <a:gd name="connsiteY293" fmla="*/ 210979 h 294322"/>
                <a:gd name="connsiteX294" fmla="*/ 295275 w 441007"/>
                <a:gd name="connsiteY294" fmla="*/ 210979 h 294322"/>
                <a:gd name="connsiteX295" fmla="*/ 298609 w 441007"/>
                <a:gd name="connsiteY295" fmla="*/ 212407 h 294322"/>
                <a:gd name="connsiteX296" fmla="*/ 301943 w 441007"/>
                <a:gd name="connsiteY296" fmla="*/ 213836 h 294322"/>
                <a:gd name="connsiteX297" fmla="*/ 305753 w 441007"/>
                <a:gd name="connsiteY297" fmla="*/ 213836 h 294322"/>
                <a:gd name="connsiteX298" fmla="*/ 309086 w 441007"/>
                <a:gd name="connsiteY298" fmla="*/ 212407 h 294322"/>
                <a:gd name="connsiteX299" fmla="*/ 314325 w 441007"/>
                <a:gd name="connsiteY299" fmla="*/ 210026 h 294322"/>
                <a:gd name="connsiteX300" fmla="*/ 320040 w 441007"/>
                <a:gd name="connsiteY300" fmla="*/ 208597 h 294322"/>
                <a:gd name="connsiteX301" fmla="*/ 325279 w 441007"/>
                <a:gd name="connsiteY301" fmla="*/ 206692 h 294322"/>
                <a:gd name="connsiteX302" fmla="*/ 332899 w 441007"/>
                <a:gd name="connsiteY302" fmla="*/ 203835 h 294322"/>
                <a:gd name="connsiteX303" fmla="*/ 336232 w 441007"/>
                <a:gd name="connsiteY303" fmla="*/ 202406 h 294322"/>
                <a:gd name="connsiteX304" fmla="*/ 340043 w 441007"/>
                <a:gd name="connsiteY304" fmla="*/ 201930 h 294322"/>
                <a:gd name="connsiteX305" fmla="*/ 351473 w 441007"/>
                <a:gd name="connsiteY305" fmla="*/ 204788 h 294322"/>
                <a:gd name="connsiteX306" fmla="*/ 358616 w 441007"/>
                <a:gd name="connsiteY306" fmla="*/ 202882 h 294322"/>
                <a:gd name="connsiteX307" fmla="*/ 361474 w 441007"/>
                <a:gd name="connsiteY307" fmla="*/ 203359 h 294322"/>
                <a:gd name="connsiteX308" fmla="*/ 367665 w 441007"/>
                <a:gd name="connsiteY308" fmla="*/ 201454 h 294322"/>
                <a:gd name="connsiteX309" fmla="*/ 369094 w 441007"/>
                <a:gd name="connsiteY309" fmla="*/ 200025 h 294322"/>
                <a:gd name="connsiteX310" fmla="*/ 372904 w 441007"/>
                <a:gd name="connsiteY310" fmla="*/ 193834 h 294322"/>
                <a:gd name="connsiteX311" fmla="*/ 377190 w 441007"/>
                <a:gd name="connsiteY311" fmla="*/ 191929 h 294322"/>
                <a:gd name="connsiteX312" fmla="*/ 383857 w 441007"/>
                <a:gd name="connsiteY312" fmla="*/ 192881 h 294322"/>
                <a:gd name="connsiteX313" fmla="*/ 387191 w 441007"/>
                <a:gd name="connsiteY313" fmla="*/ 193834 h 294322"/>
                <a:gd name="connsiteX314" fmla="*/ 399098 w 441007"/>
                <a:gd name="connsiteY314" fmla="*/ 196691 h 294322"/>
                <a:gd name="connsiteX315" fmla="*/ 414814 w 441007"/>
                <a:gd name="connsiteY315" fmla="*/ 199549 h 294322"/>
                <a:gd name="connsiteX316" fmla="*/ 419576 w 441007"/>
                <a:gd name="connsiteY316" fmla="*/ 200025 h 294322"/>
                <a:gd name="connsiteX317" fmla="*/ 421481 w 441007"/>
                <a:gd name="connsiteY317" fmla="*/ 200025 h 294322"/>
                <a:gd name="connsiteX318" fmla="*/ 422910 w 441007"/>
                <a:gd name="connsiteY318" fmla="*/ 200025 h 294322"/>
                <a:gd name="connsiteX319" fmla="*/ 428149 w 441007"/>
                <a:gd name="connsiteY319" fmla="*/ 196215 h 294322"/>
                <a:gd name="connsiteX320" fmla="*/ 430054 w 441007"/>
                <a:gd name="connsiteY320" fmla="*/ 195739 h 294322"/>
                <a:gd name="connsiteX321" fmla="*/ 431482 w 441007"/>
                <a:gd name="connsiteY321" fmla="*/ 195739 h 294322"/>
                <a:gd name="connsiteX322" fmla="*/ 441007 w 441007"/>
                <a:gd name="connsiteY322" fmla="*/ 198596 h 29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441007" h="294322">
                  <a:moveTo>
                    <a:pt x="438626" y="196215"/>
                  </a:moveTo>
                  <a:lnTo>
                    <a:pt x="436245" y="192405"/>
                  </a:lnTo>
                  <a:lnTo>
                    <a:pt x="435293" y="187642"/>
                  </a:lnTo>
                  <a:lnTo>
                    <a:pt x="435293" y="183356"/>
                  </a:lnTo>
                  <a:lnTo>
                    <a:pt x="434816" y="181451"/>
                  </a:lnTo>
                  <a:lnTo>
                    <a:pt x="433388" y="179546"/>
                  </a:lnTo>
                  <a:lnTo>
                    <a:pt x="432435" y="178117"/>
                  </a:lnTo>
                  <a:lnTo>
                    <a:pt x="430054" y="176213"/>
                  </a:lnTo>
                  <a:lnTo>
                    <a:pt x="425291" y="173355"/>
                  </a:lnTo>
                  <a:lnTo>
                    <a:pt x="420529" y="170497"/>
                  </a:lnTo>
                  <a:lnTo>
                    <a:pt x="418148" y="168592"/>
                  </a:lnTo>
                  <a:lnTo>
                    <a:pt x="413385" y="168116"/>
                  </a:lnTo>
                  <a:lnTo>
                    <a:pt x="411004" y="166211"/>
                  </a:lnTo>
                  <a:lnTo>
                    <a:pt x="408623" y="162401"/>
                  </a:lnTo>
                  <a:lnTo>
                    <a:pt x="407670" y="159544"/>
                  </a:lnTo>
                  <a:lnTo>
                    <a:pt x="405289" y="157163"/>
                  </a:lnTo>
                  <a:lnTo>
                    <a:pt x="404336" y="155257"/>
                  </a:lnTo>
                  <a:lnTo>
                    <a:pt x="403860" y="153352"/>
                  </a:lnTo>
                  <a:lnTo>
                    <a:pt x="405765" y="147161"/>
                  </a:lnTo>
                  <a:lnTo>
                    <a:pt x="402907" y="145256"/>
                  </a:lnTo>
                  <a:lnTo>
                    <a:pt x="399098" y="142399"/>
                  </a:lnTo>
                  <a:lnTo>
                    <a:pt x="396240" y="139541"/>
                  </a:lnTo>
                  <a:lnTo>
                    <a:pt x="394811" y="136684"/>
                  </a:lnTo>
                  <a:lnTo>
                    <a:pt x="389573" y="132874"/>
                  </a:lnTo>
                  <a:lnTo>
                    <a:pt x="378619" y="127159"/>
                  </a:lnTo>
                  <a:lnTo>
                    <a:pt x="372428" y="123825"/>
                  </a:lnTo>
                  <a:lnTo>
                    <a:pt x="368618" y="120491"/>
                  </a:lnTo>
                  <a:lnTo>
                    <a:pt x="365760" y="117634"/>
                  </a:lnTo>
                  <a:lnTo>
                    <a:pt x="365760" y="116205"/>
                  </a:lnTo>
                  <a:lnTo>
                    <a:pt x="367665" y="112871"/>
                  </a:lnTo>
                  <a:lnTo>
                    <a:pt x="367665" y="110490"/>
                  </a:lnTo>
                  <a:lnTo>
                    <a:pt x="366236" y="107632"/>
                  </a:lnTo>
                  <a:lnTo>
                    <a:pt x="359569" y="102394"/>
                  </a:lnTo>
                  <a:lnTo>
                    <a:pt x="354330" y="96679"/>
                  </a:lnTo>
                  <a:lnTo>
                    <a:pt x="350520" y="94774"/>
                  </a:lnTo>
                  <a:lnTo>
                    <a:pt x="340995" y="93345"/>
                  </a:lnTo>
                  <a:lnTo>
                    <a:pt x="338138" y="92392"/>
                  </a:lnTo>
                  <a:lnTo>
                    <a:pt x="335280" y="91440"/>
                  </a:lnTo>
                  <a:lnTo>
                    <a:pt x="332423" y="88582"/>
                  </a:lnTo>
                  <a:lnTo>
                    <a:pt x="331470" y="85725"/>
                  </a:lnTo>
                  <a:lnTo>
                    <a:pt x="332899" y="80486"/>
                  </a:lnTo>
                  <a:lnTo>
                    <a:pt x="331947" y="79057"/>
                  </a:lnTo>
                  <a:lnTo>
                    <a:pt x="330518" y="78581"/>
                  </a:lnTo>
                  <a:lnTo>
                    <a:pt x="327184" y="78105"/>
                  </a:lnTo>
                  <a:lnTo>
                    <a:pt x="322898" y="77152"/>
                  </a:lnTo>
                  <a:lnTo>
                    <a:pt x="314325" y="76676"/>
                  </a:lnTo>
                  <a:lnTo>
                    <a:pt x="310991" y="75247"/>
                  </a:lnTo>
                  <a:lnTo>
                    <a:pt x="309563" y="73819"/>
                  </a:lnTo>
                  <a:lnTo>
                    <a:pt x="310039" y="69532"/>
                  </a:lnTo>
                  <a:lnTo>
                    <a:pt x="309086" y="68580"/>
                  </a:lnTo>
                  <a:lnTo>
                    <a:pt x="308134" y="67627"/>
                  </a:lnTo>
                  <a:lnTo>
                    <a:pt x="307181" y="65722"/>
                  </a:lnTo>
                  <a:lnTo>
                    <a:pt x="307181" y="63341"/>
                  </a:lnTo>
                  <a:lnTo>
                    <a:pt x="311468" y="58579"/>
                  </a:lnTo>
                  <a:lnTo>
                    <a:pt x="312420" y="55721"/>
                  </a:lnTo>
                  <a:lnTo>
                    <a:pt x="313373" y="46672"/>
                  </a:lnTo>
                  <a:lnTo>
                    <a:pt x="313849" y="43339"/>
                  </a:lnTo>
                  <a:lnTo>
                    <a:pt x="313373" y="39529"/>
                  </a:lnTo>
                  <a:lnTo>
                    <a:pt x="310039" y="32385"/>
                  </a:lnTo>
                  <a:lnTo>
                    <a:pt x="306705" y="27622"/>
                  </a:lnTo>
                  <a:lnTo>
                    <a:pt x="301943" y="20479"/>
                  </a:lnTo>
                  <a:lnTo>
                    <a:pt x="300038" y="18097"/>
                  </a:lnTo>
                  <a:lnTo>
                    <a:pt x="290036" y="8096"/>
                  </a:lnTo>
                  <a:lnTo>
                    <a:pt x="289084" y="6667"/>
                  </a:lnTo>
                  <a:lnTo>
                    <a:pt x="286703" y="2381"/>
                  </a:lnTo>
                  <a:lnTo>
                    <a:pt x="285274" y="1905"/>
                  </a:lnTo>
                  <a:lnTo>
                    <a:pt x="281940" y="1429"/>
                  </a:lnTo>
                  <a:lnTo>
                    <a:pt x="278606" y="476"/>
                  </a:lnTo>
                  <a:lnTo>
                    <a:pt x="274320" y="0"/>
                  </a:lnTo>
                  <a:lnTo>
                    <a:pt x="270034" y="1429"/>
                  </a:lnTo>
                  <a:lnTo>
                    <a:pt x="265272" y="3334"/>
                  </a:lnTo>
                  <a:lnTo>
                    <a:pt x="263843" y="4763"/>
                  </a:lnTo>
                  <a:lnTo>
                    <a:pt x="262414" y="5715"/>
                  </a:lnTo>
                  <a:lnTo>
                    <a:pt x="260509" y="5239"/>
                  </a:lnTo>
                  <a:lnTo>
                    <a:pt x="258604" y="5715"/>
                  </a:lnTo>
                  <a:lnTo>
                    <a:pt x="257651" y="7144"/>
                  </a:lnTo>
                  <a:lnTo>
                    <a:pt x="256223" y="8572"/>
                  </a:lnTo>
                  <a:lnTo>
                    <a:pt x="249555" y="11906"/>
                  </a:lnTo>
                  <a:lnTo>
                    <a:pt x="248126" y="12859"/>
                  </a:lnTo>
                  <a:lnTo>
                    <a:pt x="247174" y="14288"/>
                  </a:lnTo>
                  <a:lnTo>
                    <a:pt x="247174" y="15240"/>
                  </a:lnTo>
                  <a:lnTo>
                    <a:pt x="248126" y="18097"/>
                  </a:lnTo>
                  <a:lnTo>
                    <a:pt x="248126" y="20955"/>
                  </a:lnTo>
                  <a:lnTo>
                    <a:pt x="246698" y="23813"/>
                  </a:lnTo>
                  <a:lnTo>
                    <a:pt x="244793" y="25717"/>
                  </a:lnTo>
                  <a:lnTo>
                    <a:pt x="242888" y="26194"/>
                  </a:lnTo>
                  <a:lnTo>
                    <a:pt x="241459" y="26670"/>
                  </a:lnTo>
                  <a:lnTo>
                    <a:pt x="240030" y="27622"/>
                  </a:lnTo>
                  <a:lnTo>
                    <a:pt x="236697" y="33338"/>
                  </a:lnTo>
                  <a:lnTo>
                    <a:pt x="235268" y="34766"/>
                  </a:lnTo>
                  <a:lnTo>
                    <a:pt x="232410" y="34290"/>
                  </a:lnTo>
                  <a:lnTo>
                    <a:pt x="223838" y="43339"/>
                  </a:lnTo>
                  <a:lnTo>
                    <a:pt x="222885" y="45720"/>
                  </a:lnTo>
                  <a:lnTo>
                    <a:pt x="219551" y="49530"/>
                  </a:lnTo>
                  <a:lnTo>
                    <a:pt x="215741" y="53816"/>
                  </a:lnTo>
                  <a:lnTo>
                    <a:pt x="211931" y="55721"/>
                  </a:lnTo>
                  <a:lnTo>
                    <a:pt x="211931" y="56674"/>
                  </a:lnTo>
                  <a:lnTo>
                    <a:pt x="210503" y="57150"/>
                  </a:lnTo>
                  <a:lnTo>
                    <a:pt x="208598" y="58102"/>
                  </a:lnTo>
                  <a:lnTo>
                    <a:pt x="200978" y="63341"/>
                  </a:lnTo>
                  <a:lnTo>
                    <a:pt x="191929" y="62865"/>
                  </a:lnTo>
                  <a:lnTo>
                    <a:pt x="187643" y="64770"/>
                  </a:lnTo>
                  <a:lnTo>
                    <a:pt x="183832" y="65722"/>
                  </a:lnTo>
                  <a:lnTo>
                    <a:pt x="178118" y="66675"/>
                  </a:lnTo>
                  <a:lnTo>
                    <a:pt x="176213" y="66675"/>
                  </a:lnTo>
                  <a:lnTo>
                    <a:pt x="169069" y="67151"/>
                  </a:lnTo>
                  <a:lnTo>
                    <a:pt x="160020" y="66675"/>
                  </a:lnTo>
                  <a:lnTo>
                    <a:pt x="156686" y="67627"/>
                  </a:lnTo>
                  <a:lnTo>
                    <a:pt x="153829" y="69532"/>
                  </a:lnTo>
                  <a:lnTo>
                    <a:pt x="151448" y="70961"/>
                  </a:lnTo>
                  <a:lnTo>
                    <a:pt x="150972" y="71914"/>
                  </a:lnTo>
                  <a:lnTo>
                    <a:pt x="151448" y="72390"/>
                  </a:lnTo>
                  <a:lnTo>
                    <a:pt x="151448" y="72866"/>
                  </a:lnTo>
                  <a:lnTo>
                    <a:pt x="157639" y="77152"/>
                  </a:lnTo>
                  <a:lnTo>
                    <a:pt x="159068" y="79057"/>
                  </a:lnTo>
                  <a:lnTo>
                    <a:pt x="157639" y="80963"/>
                  </a:lnTo>
                  <a:lnTo>
                    <a:pt x="156686" y="81439"/>
                  </a:lnTo>
                  <a:lnTo>
                    <a:pt x="156686" y="81439"/>
                  </a:lnTo>
                  <a:lnTo>
                    <a:pt x="155734" y="82867"/>
                  </a:lnTo>
                  <a:lnTo>
                    <a:pt x="151924" y="87630"/>
                  </a:lnTo>
                  <a:lnTo>
                    <a:pt x="146685" y="92869"/>
                  </a:lnTo>
                  <a:lnTo>
                    <a:pt x="143828" y="94774"/>
                  </a:lnTo>
                  <a:lnTo>
                    <a:pt x="142875" y="95726"/>
                  </a:lnTo>
                  <a:lnTo>
                    <a:pt x="141447" y="99060"/>
                  </a:lnTo>
                  <a:lnTo>
                    <a:pt x="140494" y="99536"/>
                  </a:lnTo>
                  <a:lnTo>
                    <a:pt x="136684" y="100013"/>
                  </a:lnTo>
                  <a:lnTo>
                    <a:pt x="129540" y="100489"/>
                  </a:lnTo>
                  <a:lnTo>
                    <a:pt x="119063" y="101917"/>
                  </a:lnTo>
                  <a:lnTo>
                    <a:pt x="112872" y="101917"/>
                  </a:lnTo>
                  <a:lnTo>
                    <a:pt x="109061" y="101917"/>
                  </a:lnTo>
                  <a:lnTo>
                    <a:pt x="103823" y="104299"/>
                  </a:lnTo>
                  <a:lnTo>
                    <a:pt x="101918" y="104775"/>
                  </a:lnTo>
                  <a:lnTo>
                    <a:pt x="100965" y="105251"/>
                  </a:lnTo>
                  <a:lnTo>
                    <a:pt x="95726" y="107632"/>
                  </a:lnTo>
                  <a:lnTo>
                    <a:pt x="91440" y="111442"/>
                  </a:lnTo>
                  <a:lnTo>
                    <a:pt x="89535" y="111919"/>
                  </a:lnTo>
                  <a:lnTo>
                    <a:pt x="83344" y="113824"/>
                  </a:lnTo>
                  <a:lnTo>
                    <a:pt x="80963" y="116205"/>
                  </a:lnTo>
                  <a:lnTo>
                    <a:pt x="80010" y="116205"/>
                  </a:lnTo>
                  <a:lnTo>
                    <a:pt x="75724" y="112871"/>
                  </a:lnTo>
                  <a:lnTo>
                    <a:pt x="73343" y="110014"/>
                  </a:lnTo>
                  <a:lnTo>
                    <a:pt x="71914" y="106680"/>
                  </a:lnTo>
                  <a:lnTo>
                    <a:pt x="71914" y="105727"/>
                  </a:lnTo>
                  <a:lnTo>
                    <a:pt x="70961" y="106204"/>
                  </a:lnTo>
                  <a:lnTo>
                    <a:pt x="68580" y="107156"/>
                  </a:lnTo>
                  <a:lnTo>
                    <a:pt x="67151" y="109061"/>
                  </a:lnTo>
                  <a:lnTo>
                    <a:pt x="66199" y="111919"/>
                  </a:lnTo>
                  <a:lnTo>
                    <a:pt x="59531" y="113824"/>
                  </a:lnTo>
                  <a:lnTo>
                    <a:pt x="54293" y="115729"/>
                  </a:lnTo>
                  <a:lnTo>
                    <a:pt x="51911" y="118110"/>
                  </a:lnTo>
                  <a:lnTo>
                    <a:pt x="48101" y="119063"/>
                  </a:lnTo>
                  <a:lnTo>
                    <a:pt x="42863" y="118586"/>
                  </a:lnTo>
                  <a:lnTo>
                    <a:pt x="39053" y="117634"/>
                  </a:lnTo>
                  <a:lnTo>
                    <a:pt x="35719" y="117157"/>
                  </a:lnTo>
                  <a:lnTo>
                    <a:pt x="31909" y="122872"/>
                  </a:lnTo>
                  <a:lnTo>
                    <a:pt x="27623" y="126206"/>
                  </a:lnTo>
                  <a:lnTo>
                    <a:pt x="26194" y="128111"/>
                  </a:lnTo>
                  <a:lnTo>
                    <a:pt x="25241" y="130492"/>
                  </a:lnTo>
                  <a:lnTo>
                    <a:pt x="24289" y="132874"/>
                  </a:lnTo>
                  <a:lnTo>
                    <a:pt x="21907" y="138113"/>
                  </a:lnTo>
                  <a:lnTo>
                    <a:pt x="20479" y="142399"/>
                  </a:lnTo>
                  <a:lnTo>
                    <a:pt x="18574" y="143351"/>
                  </a:lnTo>
                  <a:lnTo>
                    <a:pt x="14288" y="150019"/>
                  </a:lnTo>
                  <a:lnTo>
                    <a:pt x="11906" y="156210"/>
                  </a:lnTo>
                  <a:lnTo>
                    <a:pt x="10954" y="158115"/>
                  </a:lnTo>
                  <a:lnTo>
                    <a:pt x="10478" y="159067"/>
                  </a:lnTo>
                  <a:lnTo>
                    <a:pt x="9049" y="160496"/>
                  </a:lnTo>
                  <a:lnTo>
                    <a:pt x="4286" y="162401"/>
                  </a:lnTo>
                  <a:lnTo>
                    <a:pt x="2381" y="163354"/>
                  </a:lnTo>
                  <a:lnTo>
                    <a:pt x="1429" y="164306"/>
                  </a:lnTo>
                  <a:lnTo>
                    <a:pt x="0" y="165735"/>
                  </a:lnTo>
                  <a:lnTo>
                    <a:pt x="0" y="167164"/>
                  </a:lnTo>
                  <a:lnTo>
                    <a:pt x="953" y="169545"/>
                  </a:lnTo>
                  <a:lnTo>
                    <a:pt x="2381" y="171450"/>
                  </a:lnTo>
                  <a:lnTo>
                    <a:pt x="3810" y="171450"/>
                  </a:lnTo>
                  <a:lnTo>
                    <a:pt x="4763" y="171450"/>
                  </a:lnTo>
                  <a:lnTo>
                    <a:pt x="5715" y="172402"/>
                  </a:lnTo>
                  <a:lnTo>
                    <a:pt x="6191" y="173355"/>
                  </a:lnTo>
                  <a:lnTo>
                    <a:pt x="6191" y="185738"/>
                  </a:lnTo>
                  <a:lnTo>
                    <a:pt x="4763" y="187642"/>
                  </a:lnTo>
                  <a:lnTo>
                    <a:pt x="5239" y="188595"/>
                  </a:lnTo>
                  <a:lnTo>
                    <a:pt x="4286" y="190500"/>
                  </a:lnTo>
                  <a:lnTo>
                    <a:pt x="4286" y="192881"/>
                  </a:lnTo>
                  <a:lnTo>
                    <a:pt x="4763" y="193834"/>
                  </a:lnTo>
                  <a:lnTo>
                    <a:pt x="5715" y="194786"/>
                  </a:lnTo>
                  <a:lnTo>
                    <a:pt x="7144" y="196215"/>
                  </a:lnTo>
                  <a:lnTo>
                    <a:pt x="7620" y="200025"/>
                  </a:lnTo>
                  <a:lnTo>
                    <a:pt x="9049" y="213836"/>
                  </a:lnTo>
                  <a:lnTo>
                    <a:pt x="10001" y="215741"/>
                  </a:lnTo>
                  <a:lnTo>
                    <a:pt x="11430" y="217170"/>
                  </a:lnTo>
                  <a:lnTo>
                    <a:pt x="15716" y="220027"/>
                  </a:lnTo>
                  <a:lnTo>
                    <a:pt x="20003" y="223838"/>
                  </a:lnTo>
                  <a:lnTo>
                    <a:pt x="21431" y="226219"/>
                  </a:lnTo>
                  <a:lnTo>
                    <a:pt x="21907" y="230505"/>
                  </a:lnTo>
                  <a:lnTo>
                    <a:pt x="23813" y="233839"/>
                  </a:lnTo>
                  <a:lnTo>
                    <a:pt x="23813" y="234791"/>
                  </a:lnTo>
                  <a:lnTo>
                    <a:pt x="22860" y="235267"/>
                  </a:lnTo>
                  <a:lnTo>
                    <a:pt x="21431" y="235267"/>
                  </a:lnTo>
                  <a:lnTo>
                    <a:pt x="20479" y="235267"/>
                  </a:lnTo>
                  <a:lnTo>
                    <a:pt x="21431" y="237649"/>
                  </a:lnTo>
                  <a:lnTo>
                    <a:pt x="23336" y="241935"/>
                  </a:lnTo>
                  <a:lnTo>
                    <a:pt x="27147" y="246221"/>
                  </a:lnTo>
                  <a:lnTo>
                    <a:pt x="31432" y="250507"/>
                  </a:lnTo>
                  <a:lnTo>
                    <a:pt x="34766" y="254317"/>
                  </a:lnTo>
                  <a:lnTo>
                    <a:pt x="39053" y="258604"/>
                  </a:lnTo>
                  <a:lnTo>
                    <a:pt x="42386" y="261938"/>
                  </a:lnTo>
                  <a:lnTo>
                    <a:pt x="45720" y="265271"/>
                  </a:lnTo>
                  <a:lnTo>
                    <a:pt x="48101" y="266224"/>
                  </a:lnTo>
                  <a:lnTo>
                    <a:pt x="50006" y="266224"/>
                  </a:lnTo>
                  <a:lnTo>
                    <a:pt x="50959" y="267176"/>
                  </a:lnTo>
                  <a:lnTo>
                    <a:pt x="51911" y="268605"/>
                  </a:lnTo>
                  <a:lnTo>
                    <a:pt x="53340" y="270510"/>
                  </a:lnTo>
                  <a:lnTo>
                    <a:pt x="55245" y="272415"/>
                  </a:lnTo>
                  <a:lnTo>
                    <a:pt x="56198" y="274796"/>
                  </a:lnTo>
                  <a:lnTo>
                    <a:pt x="55245" y="277177"/>
                  </a:lnTo>
                  <a:lnTo>
                    <a:pt x="56198" y="280511"/>
                  </a:lnTo>
                  <a:lnTo>
                    <a:pt x="56198" y="280511"/>
                  </a:lnTo>
                  <a:lnTo>
                    <a:pt x="56674" y="281940"/>
                  </a:lnTo>
                  <a:lnTo>
                    <a:pt x="56198" y="282892"/>
                  </a:lnTo>
                  <a:lnTo>
                    <a:pt x="56674" y="287179"/>
                  </a:lnTo>
                  <a:lnTo>
                    <a:pt x="57626" y="290989"/>
                  </a:lnTo>
                  <a:lnTo>
                    <a:pt x="59531" y="294322"/>
                  </a:lnTo>
                  <a:lnTo>
                    <a:pt x="61913" y="289560"/>
                  </a:lnTo>
                  <a:lnTo>
                    <a:pt x="63818" y="284797"/>
                  </a:lnTo>
                  <a:lnTo>
                    <a:pt x="66675" y="279559"/>
                  </a:lnTo>
                  <a:lnTo>
                    <a:pt x="69056" y="275272"/>
                  </a:lnTo>
                  <a:lnTo>
                    <a:pt x="68580" y="272891"/>
                  </a:lnTo>
                  <a:lnTo>
                    <a:pt x="69056" y="270034"/>
                  </a:lnTo>
                  <a:lnTo>
                    <a:pt x="69532" y="266224"/>
                  </a:lnTo>
                  <a:lnTo>
                    <a:pt x="69532" y="263842"/>
                  </a:lnTo>
                  <a:lnTo>
                    <a:pt x="70009" y="262414"/>
                  </a:lnTo>
                  <a:lnTo>
                    <a:pt x="71438" y="257175"/>
                  </a:lnTo>
                  <a:lnTo>
                    <a:pt x="72390" y="253841"/>
                  </a:lnTo>
                  <a:lnTo>
                    <a:pt x="73819" y="252413"/>
                  </a:lnTo>
                  <a:lnTo>
                    <a:pt x="76200" y="251460"/>
                  </a:lnTo>
                  <a:lnTo>
                    <a:pt x="79057" y="251460"/>
                  </a:lnTo>
                  <a:lnTo>
                    <a:pt x="87154" y="250984"/>
                  </a:lnTo>
                  <a:lnTo>
                    <a:pt x="94774" y="249555"/>
                  </a:lnTo>
                  <a:lnTo>
                    <a:pt x="97155" y="249079"/>
                  </a:lnTo>
                  <a:lnTo>
                    <a:pt x="101918" y="246697"/>
                  </a:lnTo>
                  <a:lnTo>
                    <a:pt x="103823" y="246697"/>
                  </a:lnTo>
                  <a:lnTo>
                    <a:pt x="105251" y="247174"/>
                  </a:lnTo>
                  <a:lnTo>
                    <a:pt x="114776" y="250031"/>
                  </a:lnTo>
                  <a:lnTo>
                    <a:pt x="117157" y="250984"/>
                  </a:lnTo>
                  <a:lnTo>
                    <a:pt x="118110" y="250984"/>
                  </a:lnTo>
                  <a:lnTo>
                    <a:pt x="119539" y="250984"/>
                  </a:lnTo>
                  <a:lnTo>
                    <a:pt x="121444" y="250984"/>
                  </a:lnTo>
                  <a:lnTo>
                    <a:pt x="123825" y="250984"/>
                  </a:lnTo>
                  <a:lnTo>
                    <a:pt x="124778" y="250984"/>
                  </a:lnTo>
                  <a:lnTo>
                    <a:pt x="126682" y="252889"/>
                  </a:lnTo>
                  <a:lnTo>
                    <a:pt x="127635" y="252413"/>
                  </a:lnTo>
                  <a:lnTo>
                    <a:pt x="129064" y="251460"/>
                  </a:lnTo>
                  <a:lnTo>
                    <a:pt x="131922" y="250031"/>
                  </a:lnTo>
                  <a:lnTo>
                    <a:pt x="137160" y="248602"/>
                  </a:lnTo>
                  <a:lnTo>
                    <a:pt x="138113" y="249079"/>
                  </a:lnTo>
                  <a:lnTo>
                    <a:pt x="140018" y="252413"/>
                  </a:lnTo>
                  <a:lnTo>
                    <a:pt x="141923" y="253365"/>
                  </a:lnTo>
                  <a:lnTo>
                    <a:pt x="141447" y="246697"/>
                  </a:lnTo>
                  <a:lnTo>
                    <a:pt x="142875" y="237649"/>
                  </a:lnTo>
                  <a:lnTo>
                    <a:pt x="142399" y="231934"/>
                  </a:lnTo>
                  <a:lnTo>
                    <a:pt x="140494" y="227171"/>
                  </a:lnTo>
                  <a:lnTo>
                    <a:pt x="141447" y="224314"/>
                  </a:lnTo>
                  <a:lnTo>
                    <a:pt x="145256" y="222885"/>
                  </a:lnTo>
                  <a:lnTo>
                    <a:pt x="149543" y="218599"/>
                  </a:lnTo>
                  <a:lnTo>
                    <a:pt x="157639" y="206216"/>
                  </a:lnTo>
                  <a:lnTo>
                    <a:pt x="166211" y="200025"/>
                  </a:lnTo>
                  <a:lnTo>
                    <a:pt x="172403" y="198120"/>
                  </a:lnTo>
                  <a:lnTo>
                    <a:pt x="178594" y="198120"/>
                  </a:lnTo>
                  <a:lnTo>
                    <a:pt x="182880" y="199549"/>
                  </a:lnTo>
                  <a:lnTo>
                    <a:pt x="184785" y="201454"/>
                  </a:lnTo>
                  <a:lnTo>
                    <a:pt x="189548" y="204311"/>
                  </a:lnTo>
                  <a:lnTo>
                    <a:pt x="197168" y="208121"/>
                  </a:lnTo>
                  <a:lnTo>
                    <a:pt x="202882" y="212884"/>
                  </a:lnTo>
                  <a:lnTo>
                    <a:pt x="205740" y="217646"/>
                  </a:lnTo>
                  <a:lnTo>
                    <a:pt x="208122" y="220504"/>
                  </a:lnTo>
                  <a:lnTo>
                    <a:pt x="211455" y="221456"/>
                  </a:lnTo>
                  <a:lnTo>
                    <a:pt x="216218" y="220980"/>
                  </a:lnTo>
                  <a:lnTo>
                    <a:pt x="221932" y="221932"/>
                  </a:lnTo>
                  <a:lnTo>
                    <a:pt x="227648" y="224790"/>
                  </a:lnTo>
                  <a:lnTo>
                    <a:pt x="230981" y="225742"/>
                  </a:lnTo>
                  <a:lnTo>
                    <a:pt x="232410" y="225266"/>
                  </a:lnTo>
                  <a:lnTo>
                    <a:pt x="235268" y="225742"/>
                  </a:lnTo>
                  <a:lnTo>
                    <a:pt x="241459" y="227647"/>
                  </a:lnTo>
                  <a:lnTo>
                    <a:pt x="246698" y="226695"/>
                  </a:lnTo>
                  <a:lnTo>
                    <a:pt x="254318" y="227647"/>
                  </a:lnTo>
                  <a:lnTo>
                    <a:pt x="271463" y="231457"/>
                  </a:lnTo>
                  <a:lnTo>
                    <a:pt x="272415" y="230981"/>
                  </a:lnTo>
                  <a:lnTo>
                    <a:pt x="272891" y="230505"/>
                  </a:lnTo>
                  <a:lnTo>
                    <a:pt x="274320" y="229076"/>
                  </a:lnTo>
                  <a:lnTo>
                    <a:pt x="278130" y="220980"/>
                  </a:lnTo>
                  <a:lnTo>
                    <a:pt x="281464" y="216217"/>
                  </a:lnTo>
                  <a:lnTo>
                    <a:pt x="282893" y="214313"/>
                  </a:lnTo>
                  <a:lnTo>
                    <a:pt x="286703" y="211455"/>
                  </a:lnTo>
                  <a:lnTo>
                    <a:pt x="290989" y="210979"/>
                  </a:lnTo>
                  <a:lnTo>
                    <a:pt x="295275" y="210979"/>
                  </a:lnTo>
                  <a:lnTo>
                    <a:pt x="298609" y="212407"/>
                  </a:lnTo>
                  <a:lnTo>
                    <a:pt x="301943" y="213836"/>
                  </a:lnTo>
                  <a:lnTo>
                    <a:pt x="305753" y="213836"/>
                  </a:lnTo>
                  <a:lnTo>
                    <a:pt x="309086" y="212407"/>
                  </a:lnTo>
                  <a:lnTo>
                    <a:pt x="314325" y="210026"/>
                  </a:lnTo>
                  <a:lnTo>
                    <a:pt x="320040" y="208597"/>
                  </a:lnTo>
                  <a:lnTo>
                    <a:pt x="325279" y="206692"/>
                  </a:lnTo>
                  <a:lnTo>
                    <a:pt x="332899" y="203835"/>
                  </a:lnTo>
                  <a:lnTo>
                    <a:pt x="336232" y="202406"/>
                  </a:lnTo>
                  <a:lnTo>
                    <a:pt x="340043" y="201930"/>
                  </a:lnTo>
                  <a:lnTo>
                    <a:pt x="351473" y="204788"/>
                  </a:lnTo>
                  <a:lnTo>
                    <a:pt x="358616" y="202882"/>
                  </a:lnTo>
                  <a:lnTo>
                    <a:pt x="361474" y="203359"/>
                  </a:lnTo>
                  <a:lnTo>
                    <a:pt x="367665" y="201454"/>
                  </a:lnTo>
                  <a:lnTo>
                    <a:pt x="369094" y="200025"/>
                  </a:lnTo>
                  <a:lnTo>
                    <a:pt x="372904" y="193834"/>
                  </a:lnTo>
                  <a:lnTo>
                    <a:pt x="377190" y="191929"/>
                  </a:lnTo>
                  <a:lnTo>
                    <a:pt x="383857" y="192881"/>
                  </a:lnTo>
                  <a:lnTo>
                    <a:pt x="387191" y="193834"/>
                  </a:lnTo>
                  <a:lnTo>
                    <a:pt x="399098" y="196691"/>
                  </a:lnTo>
                  <a:lnTo>
                    <a:pt x="414814" y="199549"/>
                  </a:lnTo>
                  <a:lnTo>
                    <a:pt x="419576" y="200025"/>
                  </a:lnTo>
                  <a:lnTo>
                    <a:pt x="421481" y="200025"/>
                  </a:lnTo>
                  <a:lnTo>
                    <a:pt x="422910" y="200025"/>
                  </a:lnTo>
                  <a:lnTo>
                    <a:pt x="428149" y="196215"/>
                  </a:lnTo>
                  <a:lnTo>
                    <a:pt x="430054" y="195739"/>
                  </a:lnTo>
                  <a:lnTo>
                    <a:pt x="431482" y="195739"/>
                  </a:lnTo>
                  <a:lnTo>
                    <a:pt x="441007" y="198596"/>
                  </a:lnTo>
                  <a:close/>
                </a:path>
              </a:pathLst>
            </a:custGeom>
            <a:grpFill/>
            <a:ln w="317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B9FECAF1-4C31-469D-9089-27B75D2AC32B}"/>
                </a:ext>
              </a:extLst>
            </p:cNvPr>
            <p:cNvSpPr/>
            <p:nvPr/>
          </p:nvSpPr>
          <p:spPr>
            <a:xfrm>
              <a:off x="6135052" y="4120514"/>
              <a:ext cx="648176" cy="632459"/>
            </a:xfrm>
            <a:custGeom>
              <a:avLst/>
              <a:gdLst>
                <a:gd name="connsiteX0" fmla="*/ 647224 w 648176"/>
                <a:gd name="connsiteY0" fmla="*/ 104775 h 632459"/>
                <a:gd name="connsiteX1" fmla="*/ 645795 w 648176"/>
                <a:gd name="connsiteY1" fmla="*/ 103346 h 632459"/>
                <a:gd name="connsiteX2" fmla="*/ 645319 w 648176"/>
                <a:gd name="connsiteY2" fmla="*/ 102394 h 632459"/>
                <a:gd name="connsiteX3" fmla="*/ 643890 w 648176"/>
                <a:gd name="connsiteY3" fmla="*/ 101441 h 632459"/>
                <a:gd name="connsiteX4" fmla="*/ 641985 w 648176"/>
                <a:gd name="connsiteY4" fmla="*/ 101441 h 632459"/>
                <a:gd name="connsiteX5" fmla="*/ 640556 w 648176"/>
                <a:gd name="connsiteY5" fmla="*/ 100489 h 632459"/>
                <a:gd name="connsiteX6" fmla="*/ 639128 w 648176"/>
                <a:gd name="connsiteY6" fmla="*/ 99060 h 632459"/>
                <a:gd name="connsiteX7" fmla="*/ 637699 w 648176"/>
                <a:gd name="connsiteY7" fmla="*/ 97631 h 632459"/>
                <a:gd name="connsiteX8" fmla="*/ 633413 w 648176"/>
                <a:gd name="connsiteY8" fmla="*/ 97631 h 632459"/>
                <a:gd name="connsiteX9" fmla="*/ 630079 w 648176"/>
                <a:gd name="connsiteY9" fmla="*/ 95726 h 632459"/>
                <a:gd name="connsiteX10" fmla="*/ 630079 w 648176"/>
                <a:gd name="connsiteY10" fmla="*/ 93345 h 632459"/>
                <a:gd name="connsiteX11" fmla="*/ 631508 w 648176"/>
                <a:gd name="connsiteY11" fmla="*/ 88582 h 632459"/>
                <a:gd name="connsiteX12" fmla="*/ 633889 w 648176"/>
                <a:gd name="connsiteY12" fmla="*/ 82867 h 632459"/>
                <a:gd name="connsiteX13" fmla="*/ 634365 w 648176"/>
                <a:gd name="connsiteY13" fmla="*/ 81439 h 632459"/>
                <a:gd name="connsiteX14" fmla="*/ 633889 w 648176"/>
                <a:gd name="connsiteY14" fmla="*/ 80010 h 632459"/>
                <a:gd name="connsiteX15" fmla="*/ 632936 w 648176"/>
                <a:gd name="connsiteY15" fmla="*/ 78581 h 632459"/>
                <a:gd name="connsiteX16" fmla="*/ 631984 w 648176"/>
                <a:gd name="connsiteY16" fmla="*/ 77629 h 632459"/>
                <a:gd name="connsiteX17" fmla="*/ 631031 w 648176"/>
                <a:gd name="connsiteY17" fmla="*/ 76200 h 632459"/>
                <a:gd name="connsiteX18" fmla="*/ 631508 w 648176"/>
                <a:gd name="connsiteY18" fmla="*/ 72390 h 632459"/>
                <a:gd name="connsiteX19" fmla="*/ 633413 w 648176"/>
                <a:gd name="connsiteY19" fmla="*/ 68104 h 632459"/>
                <a:gd name="connsiteX20" fmla="*/ 634842 w 648176"/>
                <a:gd name="connsiteY20" fmla="*/ 66199 h 632459"/>
                <a:gd name="connsiteX21" fmla="*/ 636270 w 648176"/>
                <a:gd name="connsiteY21" fmla="*/ 63817 h 632459"/>
                <a:gd name="connsiteX22" fmla="*/ 635794 w 648176"/>
                <a:gd name="connsiteY22" fmla="*/ 61913 h 632459"/>
                <a:gd name="connsiteX23" fmla="*/ 633889 w 648176"/>
                <a:gd name="connsiteY23" fmla="*/ 60960 h 632459"/>
                <a:gd name="connsiteX24" fmla="*/ 632936 w 648176"/>
                <a:gd name="connsiteY24" fmla="*/ 59531 h 632459"/>
                <a:gd name="connsiteX25" fmla="*/ 632460 w 648176"/>
                <a:gd name="connsiteY25" fmla="*/ 58579 h 632459"/>
                <a:gd name="connsiteX26" fmla="*/ 631031 w 648176"/>
                <a:gd name="connsiteY26" fmla="*/ 56674 h 632459"/>
                <a:gd name="connsiteX27" fmla="*/ 629127 w 648176"/>
                <a:gd name="connsiteY27" fmla="*/ 56197 h 632459"/>
                <a:gd name="connsiteX28" fmla="*/ 627222 w 648176"/>
                <a:gd name="connsiteY28" fmla="*/ 56197 h 632459"/>
                <a:gd name="connsiteX29" fmla="*/ 625317 w 648176"/>
                <a:gd name="connsiteY29" fmla="*/ 56674 h 632459"/>
                <a:gd name="connsiteX30" fmla="*/ 624364 w 648176"/>
                <a:gd name="connsiteY30" fmla="*/ 55721 h 632459"/>
                <a:gd name="connsiteX31" fmla="*/ 623888 w 648176"/>
                <a:gd name="connsiteY31" fmla="*/ 53340 h 632459"/>
                <a:gd name="connsiteX32" fmla="*/ 623411 w 648176"/>
                <a:gd name="connsiteY32" fmla="*/ 51435 h 632459"/>
                <a:gd name="connsiteX33" fmla="*/ 622459 w 648176"/>
                <a:gd name="connsiteY33" fmla="*/ 49530 h 632459"/>
                <a:gd name="connsiteX34" fmla="*/ 619602 w 648176"/>
                <a:gd name="connsiteY34" fmla="*/ 48101 h 632459"/>
                <a:gd name="connsiteX35" fmla="*/ 611981 w 648176"/>
                <a:gd name="connsiteY35" fmla="*/ 44767 h 632459"/>
                <a:gd name="connsiteX36" fmla="*/ 605790 w 648176"/>
                <a:gd name="connsiteY36" fmla="*/ 38100 h 632459"/>
                <a:gd name="connsiteX37" fmla="*/ 602933 w 648176"/>
                <a:gd name="connsiteY37" fmla="*/ 35242 h 632459"/>
                <a:gd name="connsiteX38" fmla="*/ 600552 w 648176"/>
                <a:gd name="connsiteY38" fmla="*/ 32861 h 632459"/>
                <a:gd name="connsiteX39" fmla="*/ 597694 w 648176"/>
                <a:gd name="connsiteY39" fmla="*/ 28099 h 632459"/>
                <a:gd name="connsiteX40" fmla="*/ 594360 w 648176"/>
                <a:gd name="connsiteY40" fmla="*/ 24289 h 632459"/>
                <a:gd name="connsiteX41" fmla="*/ 590074 w 648176"/>
                <a:gd name="connsiteY41" fmla="*/ 22860 h 632459"/>
                <a:gd name="connsiteX42" fmla="*/ 587217 w 648176"/>
                <a:gd name="connsiteY42" fmla="*/ 23336 h 632459"/>
                <a:gd name="connsiteX43" fmla="*/ 584359 w 648176"/>
                <a:gd name="connsiteY43" fmla="*/ 27146 h 632459"/>
                <a:gd name="connsiteX44" fmla="*/ 578644 w 648176"/>
                <a:gd name="connsiteY44" fmla="*/ 30956 h 632459"/>
                <a:gd name="connsiteX45" fmla="*/ 576263 w 648176"/>
                <a:gd name="connsiteY45" fmla="*/ 30956 h 632459"/>
                <a:gd name="connsiteX46" fmla="*/ 572929 w 648176"/>
                <a:gd name="connsiteY46" fmla="*/ 29051 h 632459"/>
                <a:gd name="connsiteX47" fmla="*/ 569119 w 648176"/>
                <a:gd name="connsiteY47" fmla="*/ 27622 h 632459"/>
                <a:gd name="connsiteX48" fmla="*/ 561975 w 648176"/>
                <a:gd name="connsiteY48" fmla="*/ 27146 h 632459"/>
                <a:gd name="connsiteX49" fmla="*/ 559118 w 648176"/>
                <a:gd name="connsiteY49" fmla="*/ 28575 h 632459"/>
                <a:gd name="connsiteX50" fmla="*/ 554831 w 648176"/>
                <a:gd name="connsiteY50" fmla="*/ 31432 h 632459"/>
                <a:gd name="connsiteX51" fmla="*/ 551498 w 648176"/>
                <a:gd name="connsiteY51" fmla="*/ 33338 h 632459"/>
                <a:gd name="connsiteX52" fmla="*/ 549593 w 648176"/>
                <a:gd name="connsiteY52" fmla="*/ 33338 h 632459"/>
                <a:gd name="connsiteX53" fmla="*/ 547688 w 648176"/>
                <a:gd name="connsiteY53" fmla="*/ 32861 h 632459"/>
                <a:gd name="connsiteX54" fmla="*/ 545783 w 648176"/>
                <a:gd name="connsiteY54" fmla="*/ 32385 h 632459"/>
                <a:gd name="connsiteX55" fmla="*/ 543878 w 648176"/>
                <a:gd name="connsiteY55" fmla="*/ 32385 h 632459"/>
                <a:gd name="connsiteX56" fmla="*/ 539592 w 648176"/>
                <a:gd name="connsiteY56" fmla="*/ 30004 h 632459"/>
                <a:gd name="connsiteX57" fmla="*/ 537686 w 648176"/>
                <a:gd name="connsiteY57" fmla="*/ 28099 h 632459"/>
                <a:gd name="connsiteX58" fmla="*/ 536258 w 648176"/>
                <a:gd name="connsiteY58" fmla="*/ 26194 h 632459"/>
                <a:gd name="connsiteX59" fmla="*/ 534353 w 648176"/>
                <a:gd name="connsiteY59" fmla="*/ 24765 h 632459"/>
                <a:gd name="connsiteX60" fmla="*/ 531972 w 648176"/>
                <a:gd name="connsiteY60" fmla="*/ 23813 h 632459"/>
                <a:gd name="connsiteX61" fmla="*/ 530067 w 648176"/>
                <a:gd name="connsiteY61" fmla="*/ 22384 h 632459"/>
                <a:gd name="connsiteX62" fmla="*/ 529114 w 648176"/>
                <a:gd name="connsiteY62" fmla="*/ 20479 h 632459"/>
                <a:gd name="connsiteX63" fmla="*/ 527685 w 648176"/>
                <a:gd name="connsiteY63" fmla="*/ 18097 h 632459"/>
                <a:gd name="connsiteX64" fmla="*/ 525780 w 648176"/>
                <a:gd name="connsiteY64" fmla="*/ 15716 h 632459"/>
                <a:gd name="connsiteX65" fmla="*/ 520065 w 648176"/>
                <a:gd name="connsiteY65" fmla="*/ 11430 h 632459"/>
                <a:gd name="connsiteX66" fmla="*/ 518160 w 648176"/>
                <a:gd name="connsiteY66" fmla="*/ 9049 h 632459"/>
                <a:gd name="connsiteX67" fmla="*/ 516731 w 648176"/>
                <a:gd name="connsiteY67" fmla="*/ 6667 h 632459"/>
                <a:gd name="connsiteX68" fmla="*/ 507206 w 648176"/>
                <a:gd name="connsiteY68" fmla="*/ 3810 h 632459"/>
                <a:gd name="connsiteX69" fmla="*/ 505778 w 648176"/>
                <a:gd name="connsiteY69" fmla="*/ 3810 h 632459"/>
                <a:gd name="connsiteX70" fmla="*/ 503873 w 648176"/>
                <a:gd name="connsiteY70" fmla="*/ 4286 h 632459"/>
                <a:gd name="connsiteX71" fmla="*/ 498634 w 648176"/>
                <a:gd name="connsiteY71" fmla="*/ 8096 h 632459"/>
                <a:gd name="connsiteX72" fmla="*/ 497205 w 648176"/>
                <a:gd name="connsiteY72" fmla="*/ 8096 h 632459"/>
                <a:gd name="connsiteX73" fmla="*/ 495300 w 648176"/>
                <a:gd name="connsiteY73" fmla="*/ 8096 h 632459"/>
                <a:gd name="connsiteX74" fmla="*/ 490538 w 648176"/>
                <a:gd name="connsiteY74" fmla="*/ 7620 h 632459"/>
                <a:gd name="connsiteX75" fmla="*/ 474822 w 648176"/>
                <a:gd name="connsiteY75" fmla="*/ 4763 h 632459"/>
                <a:gd name="connsiteX76" fmla="*/ 462915 w 648176"/>
                <a:gd name="connsiteY76" fmla="*/ 1905 h 632459"/>
                <a:gd name="connsiteX77" fmla="*/ 459581 w 648176"/>
                <a:gd name="connsiteY77" fmla="*/ 953 h 632459"/>
                <a:gd name="connsiteX78" fmla="*/ 452914 w 648176"/>
                <a:gd name="connsiteY78" fmla="*/ 0 h 632459"/>
                <a:gd name="connsiteX79" fmla="*/ 448628 w 648176"/>
                <a:gd name="connsiteY79" fmla="*/ 1905 h 632459"/>
                <a:gd name="connsiteX80" fmla="*/ 444818 w 648176"/>
                <a:gd name="connsiteY80" fmla="*/ 8096 h 632459"/>
                <a:gd name="connsiteX81" fmla="*/ 443389 w 648176"/>
                <a:gd name="connsiteY81" fmla="*/ 9525 h 632459"/>
                <a:gd name="connsiteX82" fmla="*/ 437198 w 648176"/>
                <a:gd name="connsiteY82" fmla="*/ 11430 h 632459"/>
                <a:gd name="connsiteX83" fmla="*/ 434340 w 648176"/>
                <a:gd name="connsiteY83" fmla="*/ 10954 h 632459"/>
                <a:gd name="connsiteX84" fmla="*/ 427197 w 648176"/>
                <a:gd name="connsiteY84" fmla="*/ 12859 h 632459"/>
                <a:gd name="connsiteX85" fmla="*/ 415766 w 648176"/>
                <a:gd name="connsiteY85" fmla="*/ 10001 h 632459"/>
                <a:gd name="connsiteX86" fmla="*/ 411956 w 648176"/>
                <a:gd name="connsiteY86" fmla="*/ 10478 h 632459"/>
                <a:gd name="connsiteX87" fmla="*/ 408623 w 648176"/>
                <a:gd name="connsiteY87" fmla="*/ 11906 h 632459"/>
                <a:gd name="connsiteX88" fmla="*/ 401003 w 648176"/>
                <a:gd name="connsiteY88" fmla="*/ 14764 h 632459"/>
                <a:gd name="connsiteX89" fmla="*/ 395764 w 648176"/>
                <a:gd name="connsiteY89" fmla="*/ 16669 h 632459"/>
                <a:gd name="connsiteX90" fmla="*/ 390049 w 648176"/>
                <a:gd name="connsiteY90" fmla="*/ 18097 h 632459"/>
                <a:gd name="connsiteX91" fmla="*/ 384810 w 648176"/>
                <a:gd name="connsiteY91" fmla="*/ 20479 h 632459"/>
                <a:gd name="connsiteX92" fmla="*/ 381477 w 648176"/>
                <a:gd name="connsiteY92" fmla="*/ 21907 h 632459"/>
                <a:gd name="connsiteX93" fmla="*/ 377666 w 648176"/>
                <a:gd name="connsiteY93" fmla="*/ 21907 h 632459"/>
                <a:gd name="connsiteX94" fmla="*/ 374333 w 648176"/>
                <a:gd name="connsiteY94" fmla="*/ 20479 h 632459"/>
                <a:gd name="connsiteX95" fmla="*/ 370999 w 648176"/>
                <a:gd name="connsiteY95" fmla="*/ 19050 h 632459"/>
                <a:gd name="connsiteX96" fmla="*/ 366713 w 648176"/>
                <a:gd name="connsiteY96" fmla="*/ 19050 h 632459"/>
                <a:gd name="connsiteX97" fmla="*/ 362427 w 648176"/>
                <a:gd name="connsiteY97" fmla="*/ 19526 h 632459"/>
                <a:gd name="connsiteX98" fmla="*/ 358616 w 648176"/>
                <a:gd name="connsiteY98" fmla="*/ 22384 h 632459"/>
                <a:gd name="connsiteX99" fmla="*/ 357188 w 648176"/>
                <a:gd name="connsiteY99" fmla="*/ 24289 h 632459"/>
                <a:gd name="connsiteX100" fmla="*/ 353854 w 648176"/>
                <a:gd name="connsiteY100" fmla="*/ 29051 h 632459"/>
                <a:gd name="connsiteX101" fmla="*/ 350044 w 648176"/>
                <a:gd name="connsiteY101" fmla="*/ 37147 h 632459"/>
                <a:gd name="connsiteX102" fmla="*/ 348615 w 648176"/>
                <a:gd name="connsiteY102" fmla="*/ 38576 h 632459"/>
                <a:gd name="connsiteX103" fmla="*/ 348139 w 648176"/>
                <a:gd name="connsiteY103" fmla="*/ 39053 h 632459"/>
                <a:gd name="connsiteX104" fmla="*/ 347186 w 648176"/>
                <a:gd name="connsiteY104" fmla="*/ 39529 h 632459"/>
                <a:gd name="connsiteX105" fmla="*/ 330041 w 648176"/>
                <a:gd name="connsiteY105" fmla="*/ 35719 h 632459"/>
                <a:gd name="connsiteX106" fmla="*/ 322422 w 648176"/>
                <a:gd name="connsiteY106" fmla="*/ 34766 h 632459"/>
                <a:gd name="connsiteX107" fmla="*/ 317183 w 648176"/>
                <a:gd name="connsiteY107" fmla="*/ 35719 h 632459"/>
                <a:gd name="connsiteX108" fmla="*/ 310991 w 648176"/>
                <a:gd name="connsiteY108" fmla="*/ 33814 h 632459"/>
                <a:gd name="connsiteX109" fmla="*/ 308134 w 648176"/>
                <a:gd name="connsiteY109" fmla="*/ 33338 h 632459"/>
                <a:gd name="connsiteX110" fmla="*/ 306705 w 648176"/>
                <a:gd name="connsiteY110" fmla="*/ 33814 h 632459"/>
                <a:gd name="connsiteX111" fmla="*/ 303372 w 648176"/>
                <a:gd name="connsiteY111" fmla="*/ 32861 h 632459"/>
                <a:gd name="connsiteX112" fmla="*/ 297656 w 648176"/>
                <a:gd name="connsiteY112" fmla="*/ 30004 h 632459"/>
                <a:gd name="connsiteX113" fmla="*/ 291941 w 648176"/>
                <a:gd name="connsiteY113" fmla="*/ 29051 h 632459"/>
                <a:gd name="connsiteX114" fmla="*/ 287179 w 648176"/>
                <a:gd name="connsiteY114" fmla="*/ 29528 h 632459"/>
                <a:gd name="connsiteX115" fmla="*/ 283845 w 648176"/>
                <a:gd name="connsiteY115" fmla="*/ 28575 h 632459"/>
                <a:gd name="connsiteX116" fmla="*/ 281464 w 648176"/>
                <a:gd name="connsiteY116" fmla="*/ 25717 h 632459"/>
                <a:gd name="connsiteX117" fmla="*/ 278606 w 648176"/>
                <a:gd name="connsiteY117" fmla="*/ 20955 h 632459"/>
                <a:gd name="connsiteX118" fmla="*/ 272891 w 648176"/>
                <a:gd name="connsiteY118" fmla="*/ 16192 h 632459"/>
                <a:gd name="connsiteX119" fmla="*/ 265272 w 648176"/>
                <a:gd name="connsiteY119" fmla="*/ 12382 h 632459"/>
                <a:gd name="connsiteX120" fmla="*/ 260509 w 648176"/>
                <a:gd name="connsiteY120" fmla="*/ 9525 h 632459"/>
                <a:gd name="connsiteX121" fmla="*/ 258604 w 648176"/>
                <a:gd name="connsiteY121" fmla="*/ 7620 h 632459"/>
                <a:gd name="connsiteX122" fmla="*/ 254318 w 648176"/>
                <a:gd name="connsiteY122" fmla="*/ 6191 h 632459"/>
                <a:gd name="connsiteX123" fmla="*/ 248127 w 648176"/>
                <a:gd name="connsiteY123" fmla="*/ 6191 h 632459"/>
                <a:gd name="connsiteX124" fmla="*/ 241935 w 648176"/>
                <a:gd name="connsiteY124" fmla="*/ 8096 h 632459"/>
                <a:gd name="connsiteX125" fmla="*/ 233363 w 648176"/>
                <a:gd name="connsiteY125" fmla="*/ 14288 h 632459"/>
                <a:gd name="connsiteX126" fmla="*/ 225266 w 648176"/>
                <a:gd name="connsiteY126" fmla="*/ 26670 h 632459"/>
                <a:gd name="connsiteX127" fmla="*/ 220980 w 648176"/>
                <a:gd name="connsiteY127" fmla="*/ 30956 h 632459"/>
                <a:gd name="connsiteX128" fmla="*/ 217170 w 648176"/>
                <a:gd name="connsiteY128" fmla="*/ 32385 h 632459"/>
                <a:gd name="connsiteX129" fmla="*/ 216218 w 648176"/>
                <a:gd name="connsiteY129" fmla="*/ 35242 h 632459"/>
                <a:gd name="connsiteX130" fmla="*/ 218123 w 648176"/>
                <a:gd name="connsiteY130" fmla="*/ 40005 h 632459"/>
                <a:gd name="connsiteX131" fmla="*/ 218599 w 648176"/>
                <a:gd name="connsiteY131" fmla="*/ 45720 h 632459"/>
                <a:gd name="connsiteX132" fmla="*/ 217170 w 648176"/>
                <a:gd name="connsiteY132" fmla="*/ 54769 h 632459"/>
                <a:gd name="connsiteX133" fmla="*/ 217647 w 648176"/>
                <a:gd name="connsiteY133" fmla="*/ 61436 h 632459"/>
                <a:gd name="connsiteX134" fmla="*/ 218123 w 648176"/>
                <a:gd name="connsiteY134" fmla="*/ 67628 h 632459"/>
                <a:gd name="connsiteX135" fmla="*/ 215741 w 648176"/>
                <a:gd name="connsiteY135" fmla="*/ 74771 h 632459"/>
                <a:gd name="connsiteX136" fmla="*/ 213836 w 648176"/>
                <a:gd name="connsiteY136" fmla="*/ 80010 h 632459"/>
                <a:gd name="connsiteX137" fmla="*/ 208598 w 648176"/>
                <a:gd name="connsiteY137" fmla="*/ 89059 h 632459"/>
                <a:gd name="connsiteX138" fmla="*/ 204311 w 648176"/>
                <a:gd name="connsiteY138" fmla="*/ 97155 h 632459"/>
                <a:gd name="connsiteX139" fmla="*/ 199549 w 648176"/>
                <a:gd name="connsiteY139" fmla="*/ 110966 h 632459"/>
                <a:gd name="connsiteX140" fmla="*/ 199549 w 648176"/>
                <a:gd name="connsiteY140" fmla="*/ 120491 h 632459"/>
                <a:gd name="connsiteX141" fmla="*/ 199073 w 648176"/>
                <a:gd name="connsiteY141" fmla="*/ 126682 h 632459"/>
                <a:gd name="connsiteX142" fmla="*/ 197168 w 648176"/>
                <a:gd name="connsiteY142" fmla="*/ 130492 h 632459"/>
                <a:gd name="connsiteX143" fmla="*/ 193834 w 648176"/>
                <a:gd name="connsiteY143" fmla="*/ 140970 h 632459"/>
                <a:gd name="connsiteX144" fmla="*/ 192881 w 648176"/>
                <a:gd name="connsiteY144" fmla="*/ 149542 h 632459"/>
                <a:gd name="connsiteX145" fmla="*/ 194310 w 648176"/>
                <a:gd name="connsiteY145" fmla="*/ 160496 h 632459"/>
                <a:gd name="connsiteX146" fmla="*/ 192881 w 648176"/>
                <a:gd name="connsiteY146" fmla="*/ 170497 h 632459"/>
                <a:gd name="connsiteX147" fmla="*/ 189072 w 648176"/>
                <a:gd name="connsiteY147" fmla="*/ 180022 h 632459"/>
                <a:gd name="connsiteX148" fmla="*/ 187643 w 648176"/>
                <a:gd name="connsiteY148" fmla="*/ 187642 h 632459"/>
                <a:gd name="connsiteX149" fmla="*/ 188595 w 648176"/>
                <a:gd name="connsiteY149" fmla="*/ 196691 h 632459"/>
                <a:gd name="connsiteX150" fmla="*/ 181452 w 648176"/>
                <a:gd name="connsiteY150" fmla="*/ 204311 h 632459"/>
                <a:gd name="connsiteX151" fmla="*/ 172403 w 648176"/>
                <a:gd name="connsiteY151" fmla="*/ 211931 h 632459"/>
                <a:gd name="connsiteX152" fmla="*/ 166688 w 648176"/>
                <a:gd name="connsiteY152" fmla="*/ 214313 h 632459"/>
                <a:gd name="connsiteX153" fmla="*/ 161925 w 648176"/>
                <a:gd name="connsiteY153" fmla="*/ 216694 h 632459"/>
                <a:gd name="connsiteX154" fmla="*/ 158591 w 648176"/>
                <a:gd name="connsiteY154" fmla="*/ 219551 h 632459"/>
                <a:gd name="connsiteX155" fmla="*/ 157639 w 648176"/>
                <a:gd name="connsiteY155" fmla="*/ 220980 h 632459"/>
                <a:gd name="connsiteX156" fmla="*/ 155258 w 648176"/>
                <a:gd name="connsiteY156" fmla="*/ 224314 h 632459"/>
                <a:gd name="connsiteX157" fmla="*/ 150019 w 648176"/>
                <a:gd name="connsiteY157" fmla="*/ 235267 h 632459"/>
                <a:gd name="connsiteX158" fmla="*/ 147161 w 648176"/>
                <a:gd name="connsiteY158" fmla="*/ 240030 h 632459"/>
                <a:gd name="connsiteX159" fmla="*/ 143828 w 648176"/>
                <a:gd name="connsiteY159" fmla="*/ 244316 h 632459"/>
                <a:gd name="connsiteX160" fmla="*/ 138113 w 648176"/>
                <a:gd name="connsiteY160" fmla="*/ 249079 h 632459"/>
                <a:gd name="connsiteX161" fmla="*/ 136208 w 648176"/>
                <a:gd name="connsiteY161" fmla="*/ 251460 h 632459"/>
                <a:gd name="connsiteX162" fmla="*/ 135255 w 648176"/>
                <a:gd name="connsiteY162" fmla="*/ 254794 h 632459"/>
                <a:gd name="connsiteX163" fmla="*/ 135731 w 648176"/>
                <a:gd name="connsiteY163" fmla="*/ 260985 h 632459"/>
                <a:gd name="connsiteX164" fmla="*/ 136208 w 648176"/>
                <a:gd name="connsiteY164" fmla="*/ 280035 h 632459"/>
                <a:gd name="connsiteX165" fmla="*/ 135255 w 648176"/>
                <a:gd name="connsiteY165" fmla="*/ 285750 h 632459"/>
                <a:gd name="connsiteX166" fmla="*/ 133827 w 648176"/>
                <a:gd name="connsiteY166" fmla="*/ 294799 h 632459"/>
                <a:gd name="connsiteX167" fmla="*/ 128588 w 648176"/>
                <a:gd name="connsiteY167" fmla="*/ 304800 h 632459"/>
                <a:gd name="connsiteX168" fmla="*/ 124778 w 648176"/>
                <a:gd name="connsiteY168" fmla="*/ 310515 h 632459"/>
                <a:gd name="connsiteX169" fmla="*/ 120491 w 648176"/>
                <a:gd name="connsiteY169" fmla="*/ 311944 h 632459"/>
                <a:gd name="connsiteX170" fmla="*/ 115253 w 648176"/>
                <a:gd name="connsiteY170" fmla="*/ 313849 h 632459"/>
                <a:gd name="connsiteX171" fmla="*/ 112872 w 648176"/>
                <a:gd name="connsiteY171" fmla="*/ 315754 h 632459"/>
                <a:gd name="connsiteX172" fmla="*/ 111443 w 648176"/>
                <a:gd name="connsiteY172" fmla="*/ 318611 h 632459"/>
                <a:gd name="connsiteX173" fmla="*/ 108109 w 648176"/>
                <a:gd name="connsiteY173" fmla="*/ 320992 h 632459"/>
                <a:gd name="connsiteX174" fmla="*/ 103823 w 648176"/>
                <a:gd name="connsiteY174" fmla="*/ 322897 h 632459"/>
                <a:gd name="connsiteX175" fmla="*/ 98584 w 648176"/>
                <a:gd name="connsiteY175" fmla="*/ 328136 h 632459"/>
                <a:gd name="connsiteX176" fmla="*/ 91916 w 648176"/>
                <a:gd name="connsiteY176" fmla="*/ 336232 h 632459"/>
                <a:gd name="connsiteX177" fmla="*/ 87154 w 648176"/>
                <a:gd name="connsiteY177" fmla="*/ 340995 h 632459"/>
                <a:gd name="connsiteX178" fmla="*/ 84773 w 648176"/>
                <a:gd name="connsiteY178" fmla="*/ 342424 h 632459"/>
                <a:gd name="connsiteX179" fmla="*/ 82391 w 648176"/>
                <a:gd name="connsiteY179" fmla="*/ 342424 h 632459"/>
                <a:gd name="connsiteX180" fmla="*/ 80010 w 648176"/>
                <a:gd name="connsiteY180" fmla="*/ 341471 h 632459"/>
                <a:gd name="connsiteX181" fmla="*/ 77629 w 648176"/>
                <a:gd name="connsiteY181" fmla="*/ 341471 h 632459"/>
                <a:gd name="connsiteX182" fmla="*/ 76677 w 648176"/>
                <a:gd name="connsiteY182" fmla="*/ 341947 h 632459"/>
                <a:gd name="connsiteX183" fmla="*/ 75724 w 648176"/>
                <a:gd name="connsiteY183" fmla="*/ 341471 h 632459"/>
                <a:gd name="connsiteX184" fmla="*/ 74772 w 648176"/>
                <a:gd name="connsiteY184" fmla="*/ 340519 h 632459"/>
                <a:gd name="connsiteX185" fmla="*/ 74772 w 648176"/>
                <a:gd name="connsiteY185" fmla="*/ 338614 h 632459"/>
                <a:gd name="connsiteX186" fmla="*/ 74772 w 648176"/>
                <a:gd name="connsiteY186" fmla="*/ 335756 h 632459"/>
                <a:gd name="connsiteX187" fmla="*/ 73343 w 648176"/>
                <a:gd name="connsiteY187" fmla="*/ 332422 h 632459"/>
                <a:gd name="connsiteX188" fmla="*/ 74772 w 648176"/>
                <a:gd name="connsiteY188" fmla="*/ 329565 h 632459"/>
                <a:gd name="connsiteX189" fmla="*/ 76200 w 648176"/>
                <a:gd name="connsiteY189" fmla="*/ 327660 h 632459"/>
                <a:gd name="connsiteX190" fmla="*/ 75724 w 648176"/>
                <a:gd name="connsiteY190" fmla="*/ 326707 h 632459"/>
                <a:gd name="connsiteX191" fmla="*/ 74772 w 648176"/>
                <a:gd name="connsiteY191" fmla="*/ 325279 h 632459"/>
                <a:gd name="connsiteX192" fmla="*/ 72866 w 648176"/>
                <a:gd name="connsiteY192" fmla="*/ 322897 h 632459"/>
                <a:gd name="connsiteX193" fmla="*/ 71438 w 648176"/>
                <a:gd name="connsiteY193" fmla="*/ 322897 h 632459"/>
                <a:gd name="connsiteX194" fmla="*/ 68580 w 648176"/>
                <a:gd name="connsiteY194" fmla="*/ 324803 h 632459"/>
                <a:gd name="connsiteX195" fmla="*/ 65247 w 648176"/>
                <a:gd name="connsiteY195" fmla="*/ 326231 h 632459"/>
                <a:gd name="connsiteX196" fmla="*/ 62389 w 648176"/>
                <a:gd name="connsiteY196" fmla="*/ 326707 h 632459"/>
                <a:gd name="connsiteX197" fmla="*/ 60008 w 648176"/>
                <a:gd name="connsiteY197" fmla="*/ 328136 h 632459"/>
                <a:gd name="connsiteX198" fmla="*/ 59055 w 648176"/>
                <a:gd name="connsiteY198" fmla="*/ 329089 h 632459"/>
                <a:gd name="connsiteX199" fmla="*/ 56674 w 648176"/>
                <a:gd name="connsiteY199" fmla="*/ 329089 h 632459"/>
                <a:gd name="connsiteX200" fmla="*/ 55722 w 648176"/>
                <a:gd name="connsiteY200" fmla="*/ 328136 h 632459"/>
                <a:gd name="connsiteX201" fmla="*/ 53340 w 648176"/>
                <a:gd name="connsiteY201" fmla="*/ 327184 h 632459"/>
                <a:gd name="connsiteX202" fmla="*/ 51911 w 648176"/>
                <a:gd name="connsiteY202" fmla="*/ 327660 h 632459"/>
                <a:gd name="connsiteX203" fmla="*/ 51435 w 648176"/>
                <a:gd name="connsiteY203" fmla="*/ 328136 h 632459"/>
                <a:gd name="connsiteX204" fmla="*/ 50959 w 648176"/>
                <a:gd name="connsiteY204" fmla="*/ 330994 h 632459"/>
                <a:gd name="connsiteX205" fmla="*/ 50483 w 648176"/>
                <a:gd name="connsiteY205" fmla="*/ 333375 h 632459"/>
                <a:gd name="connsiteX206" fmla="*/ 50006 w 648176"/>
                <a:gd name="connsiteY206" fmla="*/ 335756 h 632459"/>
                <a:gd name="connsiteX207" fmla="*/ 49054 w 648176"/>
                <a:gd name="connsiteY207" fmla="*/ 336709 h 632459"/>
                <a:gd name="connsiteX208" fmla="*/ 45720 w 648176"/>
                <a:gd name="connsiteY208" fmla="*/ 338138 h 632459"/>
                <a:gd name="connsiteX209" fmla="*/ 43339 w 648176"/>
                <a:gd name="connsiteY209" fmla="*/ 339566 h 632459"/>
                <a:gd name="connsiteX210" fmla="*/ 40958 w 648176"/>
                <a:gd name="connsiteY210" fmla="*/ 340995 h 632459"/>
                <a:gd name="connsiteX211" fmla="*/ 39529 w 648176"/>
                <a:gd name="connsiteY211" fmla="*/ 340519 h 632459"/>
                <a:gd name="connsiteX212" fmla="*/ 37148 w 648176"/>
                <a:gd name="connsiteY212" fmla="*/ 338614 h 632459"/>
                <a:gd name="connsiteX213" fmla="*/ 34290 w 648176"/>
                <a:gd name="connsiteY213" fmla="*/ 336232 h 632459"/>
                <a:gd name="connsiteX214" fmla="*/ 32861 w 648176"/>
                <a:gd name="connsiteY214" fmla="*/ 334804 h 632459"/>
                <a:gd name="connsiteX215" fmla="*/ 31909 w 648176"/>
                <a:gd name="connsiteY215" fmla="*/ 333375 h 632459"/>
                <a:gd name="connsiteX216" fmla="*/ 31433 w 648176"/>
                <a:gd name="connsiteY216" fmla="*/ 332899 h 632459"/>
                <a:gd name="connsiteX217" fmla="*/ 30004 w 648176"/>
                <a:gd name="connsiteY217" fmla="*/ 332899 h 632459"/>
                <a:gd name="connsiteX218" fmla="*/ 29528 w 648176"/>
                <a:gd name="connsiteY218" fmla="*/ 333851 h 632459"/>
                <a:gd name="connsiteX219" fmla="*/ 28575 w 648176"/>
                <a:gd name="connsiteY219" fmla="*/ 334328 h 632459"/>
                <a:gd name="connsiteX220" fmla="*/ 25241 w 648176"/>
                <a:gd name="connsiteY220" fmla="*/ 336232 h 632459"/>
                <a:gd name="connsiteX221" fmla="*/ 20955 w 648176"/>
                <a:gd name="connsiteY221" fmla="*/ 337661 h 632459"/>
                <a:gd name="connsiteX222" fmla="*/ 15716 w 648176"/>
                <a:gd name="connsiteY222" fmla="*/ 342900 h 632459"/>
                <a:gd name="connsiteX223" fmla="*/ 12859 w 648176"/>
                <a:gd name="connsiteY223" fmla="*/ 345757 h 632459"/>
                <a:gd name="connsiteX224" fmla="*/ 12383 w 648176"/>
                <a:gd name="connsiteY224" fmla="*/ 346234 h 632459"/>
                <a:gd name="connsiteX225" fmla="*/ 10002 w 648176"/>
                <a:gd name="connsiteY225" fmla="*/ 347663 h 632459"/>
                <a:gd name="connsiteX226" fmla="*/ 8097 w 648176"/>
                <a:gd name="connsiteY226" fmla="*/ 348615 h 632459"/>
                <a:gd name="connsiteX227" fmla="*/ 8097 w 648176"/>
                <a:gd name="connsiteY227" fmla="*/ 349567 h 632459"/>
                <a:gd name="connsiteX228" fmla="*/ 9525 w 648176"/>
                <a:gd name="connsiteY228" fmla="*/ 350044 h 632459"/>
                <a:gd name="connsiteX229" fmla="*/ 10478 w 648176"/>
                <a:gd name="connsiteY229" fmla="*/ 351472 h 632459"/>
                <a:gd name="connsiteX230" fmla="*/ 10478 w 648176"/>
                <a:gd name="connsiteY230" fmla="*/ 360521 h 632459"/>
                <a:gd name="connsiteX231" fmla="*/ 10002 w 648176"/>
                <a:gd name="connsiteY231" fmla="*/ 369570 h 632459"/>
                <a:gd name="connsiteX232" fmla="*/ 9525 w 648176"/>
                <a:gd name="connsiteY232" fmla="*/ 370522 h 632459"/>
                <a:gd name="connsiteX233" fmla="*/ 5715 w 648176"/>
                <a:gd name="connsiteY233" fmla="*/ 370999 h 632459"/>
                <a:gd name="connsiteX234" fmla="*/ 1429 w 648176"/>
                <a:gd name="connsiteY234" fmla="*/ 371475 h 632459"/>
                <a:gd name="connsiteX235" fmla="*/ 0 w 648176"/>
                <a:gd name="connsiteY235" fmla="*/ 371951 h 632459"/>
                <a:gd name="connsiteX236" fmla="*/ 953 w 648176"/>
                <a:gd name="connsiteY236" fmla="*/ 373380 h 632459"/>
                <a:gd name="connsiteX237" fmla="*/ 3334 w 648176"/>
                <a:gd name="connsiteY237" fmla="*/ 376238 h 632459"/>
                <a:gd name="connsiteX238" fmla="*/ 6668 w 648176"/>
                <a:gd name="connsiteY238" fmla="*/ 379571 h 632459"/>
                <a:gd name="connsiteX239" fmla="*/ 8097 w 648176"/>
                <a:gd name="connsiteY239" fmla="*/ 380047 h 632459"/>
                <a:gd name="connsiteX240" fmla="*/ 10478 w 648176"/>
                <a:gd name="connsiteY240" fmla="*/ 380047 h 632459"/>
                <a:gd name="connsiteX241" fmla="*/ 16193 w 648176"/>
                <a:gd name="connsiteY241" fmla="*/ 378619 h 632459"/>
                <a:gd name="connsiteX242" fmla="*/ 19527 w 648176"/>
                <a:gd name="connsiteY242" fmla="*/ 375761 h 632459"/>
                <a:gd name="connsiteX243" fmla="*/ 21908 w 648176"/>
                <a:gd name="connsiteY243" fmla="*/ 374809 h 632459"/>
                <a:gd name="connsiteX244" fmla="*/ 27147 w 648176"/>
                <a:gd name="connsiteY244" fmla="*/ 374332 h 632459"/>
                <a:gd name="connsiteX245" fmla="*/ 29052 w 648176"/>
                <a:gd name="connsiteY245" fmla="*/ 375285 h 632459"/>
                <a:gd name="connsiteX246" fmla="*/ 33338 w 648176"/>
                <a:gd name="connsiteY246" fmla="*/ 375285 h 632459"/>
                <a:gd name="connsiteX247" fmla="*/ 37148 w 648176"/>
                <a:gd name="connsiteY247" fmla="*/ 375761 h 632459"/>
                <a:gd name="connsiteX248" fmla="*/ 38577 w 648176"/>
                <a:gd name="connsiteY248" fmla="*/ 375285 h 632459"/>
                <a:gd name="connsiteX249" fmla="*/ 39529 w 648176"/>
                <a:gd name="connsiteY249" fmla="*/ 375285 h 632459"/>
                <a:gd name="connsiteX250" fmla="*/ 49054 w 648176"/>
                <a:gd name="connsiteY250" fmla="*/ 375285 h 632459"/>
                <a:gd name="connsiteX251" fmla="*/ 52864 w 648176"/>
                <a:gd name="connsiteY251" fmla="*/ 375285 h 632459"/>
                <a:gd name="connsiteX252" fmla="*/ 60008 w 648176"/>
                <a:gd name="connsiteY252" fmla="*/ 375285 h 632459"/>
                <a:gd name="connsiteX253" fmla="*/ 64770 w 648176"/>
                <a:gd name="connsiteY253" fmla="*/ 375285 h 632459"/>
                <a:gd name="connsiteX254" fmla="*/ 67152 w 648176"/>
                <a:gd name="connsiteY254" fmla="*/ 375761 h 632459"/>
                <a:gd name="connsiteX255" fmla="*/ 74295 w 648176"/>
                <a:gd name="connsiteY255" fmla="*/ 376238 h 632459"/>
                <a:gd name="connsiteX256" fmla="*/ 83344 w 648176"/>
                <a:gd name="connsiteY256" fmla="*/ 376238 h 632459"/>
                <a:gd name="connsiteX257" fmla="*/ 86202 w 648176"/>
                <a:gd name="connsiteY257" fmla="*/ 375761 h 632459"/>
                <a:gd name="connsiteX258" fmla="*/ 98108 w 648176"/>
                <a:gd name="connsiteY258" fmla="*/ 375761 h 632459"/>
                <a:gd name="connsiteX259" fmla="*/ 109538 w 648176"/>
                <a:gd name="connsiteY259" fmla="*/ 375761 h 632459"/>
                <a:gd name="connsiteX260" fmla="*/ 119539 w 648176"/>
                <a:gd name="connsiteY260" fmla="*/ 375285 h 632459"/>
                <a:gd name="connsiteX261" fmla="*/ 130969 w 648176"/>
                <a:gd name="connsiteY261" fmla="*/ 375285 h 632459"/>
                <a:gd name="connsiteX262" fmla="*/ 139541 w 648176"/>
                <a:gd name="connsiteY262" fmla="*/ 375285 h 632459"/>
                <a:gd name="connsiteX263" fmla="*/ 143352 w 648176"/>
                <a:gd name="connsiteY263" fmla="*/ 376714 h 632459"/>
                <a:gd name="connsiteX264" fmla="*/ 147161 w 648176"/>
                <a:gd name="connsiteY264" fmla="*/ 378619 h 632459"/>
                <a:gd name="connsiteX265" fmla="*/ 148590 w 648176"/>
                <a:gd name="connsiteY265" fmla="*/ 381000 h 632459"/>
                <a:gd name="connsiteX266" fmla="*/ 149543 w 648176"/>
                <a:gd name="connsiteY266" fmla="*/ 381476 h 632459"/>
                <a:gd name="connsiteX267" fmla="*/ 150495 w 648176"/>
                <a:gd name="connsiteY267" fmla="*/ 383857 h 632459"/>
                <a:gd name="connsiteX268" fmla="*/ 152400 w 648176"/>
                <a:gd name="connsiteY268" fmla="*/ 385286 h 632459"/>
                <a:gd name="connsiteX269" fmla="*/ 153353 w 648176"/>
                <a:gd name="connsiteY269" fmla="*/ 388144 h 632459"/>
                <a:gd name="connsiteX270" fmla="*/ 152877 w 648176"/>
                <a:gd name="connsiteY270" fmla="*/ 391478 h 632459"/>
                <a:gd name="connsiteX271" fmla="*/ 152877 w 648176"/>
                <a:gd name="connsiteY271" fmla="*/ 395764 h 632459"/>
                <a:gd name="connsiteX272" fmla="*/ 154305 w 648176"/>
                <a:gd name="connsiteY272" fmla="*/ 401003 h 632459"/>
                <a:gd name="connsiteX273" fmla="*/ 156686 w 648176"/>
                <a:gd name="connsiteY273" fmla="*/ 405765 h 632459"/>
                <a:gd name="connsiteX274" fmla="*/ 160020 w 648176"/>
                <a:gd name="connsiteY274" fmla="*/ 411480 h 632459"/>
                <a:gd name="connsiteX275" fmla="*/ 161925 w 648176"/>
                <a:gd name="connsiteY275" fmla="*/ 415766 h 632459"/>
                <a:gd name="connsiteX276" fmla="*/ 161449 w 648176"/>
                <a:gd name="connsiteY276" fmla="*/ 419100 h 632459"/>
                <a:gd name="connsiteX277" fmla="*/ 162402 w 648176"/>
                <a:gd name="connsiteY277" fmla="*/ 422434 h 632459"/>
                <a:gd name="connsiteX278" fmla="*/ 165259 w 648176"/>
                <a:gd name="connsiteY278" fmla="*/ 425767 h 632459"/>
                <a:gd name="connsiteX279" fmla="*/ 167164 w 648176"/>
                <a:gd name="connsiteY279" fmla="*/ 427672 h 632459"/>
                <a:gd name="connsiteX280" fmla="*/ 168116 w 648176"/>
                <a:gd name="connsiteY280" fmla="*/ 429101 h 632459"/>
                <a:gd name="connsiteX281" fmla="*/ 171450 w 648176"/>
                <a:gd name="connsiteY281" fmla="*/ 434816 h 632459"/>
                <a:gd name="connsiteX282" fmla="*/ 176689 w 648176"/>
                <a:gd name="connsiteY282" fmla="*/ 443389 h 632459"/>
                <a:gd name="connsiteX283" fmla="*/ 180975 w 648176"/>
                <a:gd name="connsiteY283" fmla="*/ 450056 h 632459"/>
                <a:gd name="connsiteX284" fmla="*/ 182404 w 648176"/>
                <a:gd name="connsiteY284" fmla="*/ 450532 h 632459"/>
                <a:gd name="connsiteX285" fmla="*/ 184785 w 648176"/>
                <a:gd name="connsiteY285" fmla="*/ 450532 h 632459"/>
                <a:gd name="connsiteX286" fmla="*/ 189548 w 648176"/>
                <a:gd name="connsiteY286" fmla="*/ 449580 h 632459"/>
                <a:gd name="connsiteX287" fmla="*/ 193834 w 648176"/>
                <a:gd name="connsiteY287" fmla="*/ 449580 h 632459"/>
                <a:gd name="connsiteX288" fmla="*/ 197168 w 648176"/>
                <a:gd name="connsiteY288" fmla="*/ 451009 h 632459"/>
                <a:gd name="connsiteX289" fmla="*/ 198597 w 648176"/>
                <a:gd name="connsiteY289" fmla="*/ 451009 h 632459"/>
                <a:gd name="connsiteX290" fmla="*/ 203359 w 648176"/>
                <a:gd name="connsiteY290" fmla="*/ 448151 h 632459"/>
                <a:gd name="connsiteX291" fmla="*/ 208122 w 648176"/>
                <a:gd name="connsiteY291" fmla="*/ 447199 h 632459"/>
                <a:gd name="connsiteX292" fmla="*/ 213360 w 648176"/>
                <a:gd name="connsiteY292" fmla="*/ 446246 h 632459"/>
                <a:gd name="connsiteX293" fmla="*/ 216218 w 648176"/>
                <a:gd name="connsiteY293" fmla="*/ 445294 h 632459"/>
                <a:gd name="connsiteX294" fmla="*/ 219075 w 648176"/>
                <a:gd name="connsiteY294" fmla="*/ 445294 h 632459"/>
                <a:gd name="connsiteX295" fmla="*/ 227648 w 648176"/>
                <a:gd name="connsiteY295" fmla="*/ 447199 h 632459"/>
                <a:gd name="connsiteX296" fmla="*/ 229077 w 648176"/>
                <a:gd name="connsiteY296" fmla="*/ 447675 h 632459"/>
                <a:gd name="connsiteX297" fmla="*/ 235744 w 648176"/>
                <a:gd name="connsiteY297" fmla="*/ 447675 h 632459"/>
                <a:gd name="connsiteX298" fmla="*/ 242411 w 648176"/>
                <a:gd name="connsiteY298" fmla="*/ 446246 h 632459"/>
                <a:gd name="connsiteX299" fmla="*/ 243364 w 648176"/>
                <a:gd name="connsiteY299" fmla="*/ 437674 h 632459"/>
                <a:gd name="connsiteX300" fmla="*/ 243840 w 648176"/>
                <a:gd name="connsiteY300" fmla="*/ 435769 h 632459"/>
                <a:gd name="connsiteX301" fmla="*/ 245269 w 648176"/>
                <a:gd name="connsiteY301" fmla="*/ 432435 h 632459"/>
                <a:gd name="connsiteX302" fmla="*/ 247174 w 648176"/>
                <a:gd name="connsiteY302" fmla="*/ 429578 h 632459"/>
                <a:gd name="connsiteX303" fmla="*/ 247650 w 648176"/>
                <a:gd name="connsiteY303" fmla="*/ 426720 h 632459"/>
                <a:gd name="connsiteX304" fmla="*/ 247650 w 648176"/>
                <a:gd name="connsiteY304" fmla="*/ 422910 h 632459"/>
                <a:gd name="connsiteX305" fmla="*/ 249079 w 648176"/>
                <a:gd name="connsiteY305" fmla="*/ 418624 h 632459"/>
                <a:gd name="connsiteX306" fmla="*/ 253365 w 648176"/>
                <a:gd name="connsiteY306" fmla="*/ 414814 h 632459"/>
                <a:gd name="connsiteX307" fmla="*/ 260509 w 648176"/>
                <a:gd name="connsiteY307" fmla="*/ 413385 h 632459"/>
                <a:gd name="connsiteX308" fmla="*/ 264795 w 648176"/>
                <a:gd name="connsiteY308" fmla="*/ 412909 h 632459"/>
                <a:gd name="connsiteX309" fmla="*/ 271463 w 648176"/>
                <a:gd name="connsiteY309" fmla="*/ 411956 h 632459"/>
                <a:gd name="connsiteX310" fmla="*/ 281464 w 648176"/>
                <a:gd name="connsiteY310" fmla="*/ 411004 h 632459"/>
                <a:gd name="connsiteX311" fmla="*/ 285274 w 648176"/>
                <a:gd name="connsiteY311" fmla="*/ 411004 h 632459"/>
                <a:gd name="connsiteX312" fmla="*/ 285274 w 648176"/>
                <a:gd name="connsiteY312" fmla="*/ 411480 h 632459"/>
                <a:gd name="connsiteX313" fmla="*/ 283369 w 648176"/>
                <a:gd name="connsiteY313" fmla="*/ 417671 h 632459"/>
                <a:gd name="connsiteX314" fmla="*/ 283369 w 648176"/>
                <a:gd name="connsiteY314" fmla="*/ 419576 h 632459"/>
                <a:gd name="connsiteX315" fmla="*/ 283845 w 648176"/>
                <a:gd name="connsiteY315" fmla="*/ 421957 h 632459"/>
                <a:gd name="connsiteX316" fmla="*/ 285750 w 648176"/>
                <a:gd name="connsiteY316" fmla="*/ 422910 h 632459"/>
                <a:gd name="connsiteX317" fmla="*/ 295752 w 648176"/>
                <a:gd name="connsiteY317" fmla="*/ 422910 h 632459"/>
                <a:gd name="connsiteX318" fmla="*/ 305277 w 648176"/>
                <a:gd name="connsiteY318" fmla="*/ 423386 h 632459"/>
                <a:gd name="connsiteX319" fmla="*/ 316230 w 648176"/>
                <a:gd name="connsiteY319" fmla="*/ 423863 h 632459"/>
                <a:gd name="connsiteX320" fmla="*/ 324327 w 648176"/>
                <a:gd name="connsiteY320" fmla="*/ 423863 h 632459"/>
                <a:gd name="connsiteX321" fmla="*/ 325755 w 648176"/>
                <a:gd name="connsiteY321" fmla="*/ 424339 h 632459"/>
                <a:gd name="connsiteX322" fmla="*/ 326231 w 648176"/>
                <a:gd name="connsiteY322" fmla="*/ 424815 h 632459"/>
                <a:gd name="connsiteX323" fmla="*/ 327660 w 648176"/>
                <a:gd name="connsiteY323" fmla="*/ 427672 h 632459"/>
                <a:gd name="connsiteX324" fmla="*/ 327184 w 648176"/>
                <a:gd name="connsiteY324" fmla="*/ 433864 h 632459"/>
                <a:gd name="connsiteX325" fmla="*/ 325755 w 648176"/>
                <a:gd name="connsiteY325" fmla="*/ 442913 h 632459"/>
                <a:gd name="connsiteX326" fmla="*/ 326231 w 648176"/>
                <a:gd name="connsiteY326" fmla="*/ 451009 h 632459"/>
                <a:gd name="connsiteX327" fmla="*/ 329565 w 648176"/>
                <a:gd name="connsiteY327" fmla="*/ 459105 h 632459"/>
                <a:gd name="connsiteX328" fmla="*/ 330041 w 648176"/>
                <a:gd name="connsiteY328" fmla="*/ 471011 h 632459"/>
                <a:gd name="connsiteX329" fmla="*/ 328613 w 648176"/>
                <a:gd name="connsiteY329" fmla="*/ 478155 h 632459"/>
                <a:gd name="connsiteX330" fmla="*/ 327184 w 648176"/>
                <a:gd name="connsiteY330" fmla="*/ 486728 h 632459"/>
                <a:gd name="connsiteX331" fmla="*/ 326708 w 648176"/>
                <a:gd name="connsiteY331" fmla="*/ 497205 h 632459"/>
                <a:gd name="connsiteX332" fmla="*/ 328136 w 648176"/>
                <a:gd name="connsiteY332" fmla="*/ 501491 h 632459"/>
                <a:gd name="connsiteX333" fmla="*/ 331470 w 648176"/>
                <a:gd name="connsiteY333" fmla="*/ 505778 h 632459"/>
                <a:gd name="connsiteX334" fmla="*/ 336233 w 648176"/>
                <a:gd name="connsiteY334" fmla="*/ 510540 h 632459"/>
                <a:gd name="connsiteX335" fmla="*/ 339566 w 648176"/>
                <a:gd name="connsiteY335" fmla="*/ 516255 h 632459"/>
                <a:gd name="connsiteX336" fmla="*/ 342424 w 648176"/>
                <a:gd name="connsiteY336" fmla="*/ 523875 h 632459"/>
                <a:gd name="connsiteX337" fmla="*/ 343377 w 648176"/>
                <a:gd name="connsiteY337" fmla="*/ 528638 h 632459"/>
                <a:gd name="connsiteX338" fmla="*/ 342424 w 648176"/>
                <a:gd name="connsiteY338" fmla="*/ 530542 h 632459"/>
                <a:gd name="connsiteX339" fmla="*/ 342424 w 648176"/>
                <a:gd name="connsiteY339" fmla="*/ 533876 h 632459"/>
                <a:gd name="connsiteX340" fmla="*/ 343377 w 648176"/>
                <a:gd name="connsiteY340" fmla="*/ 538639 h 632459"/>
                <a:gd name="connsiteX341" fmla="*/ 342424 w 648176"/>
                <a:gd name="connsiteY341" fmla="*/ 541496 h 632459"/>
                <a:gd name="connsiteX342" fmla="*/ 340043 w 648176"/>
                <a:gd name="connsiteY342" fmla="*/ 543401 h 632459"/>
                <a:gd name="connsiteX343" fmla="*/ 339090 w 648176"/>
                <a:gd name="connsiteY343" fmla="*/ 545306 h 632459"/>
                <a:gd name="connsiteX344" fmla="*/ 340519 w 648176"/>
                <a:gd name="connsiteY344" fmla="*/ 549592 h 632459"/>
                <a:gd name="connsiteX345" fmla="*/ 340519 w 648176"/>
                <a:gd name="connsiteY345" fmla="*/ 552926 h 632459"/>
                <a:gd name="connsiteX346" fmla="*/ 341948 w 648176"/>
                <a:gd name="connsiteY346" fmla="*/ 554355 h 632459"/>
                <a:gd name="connsiteX347" fmla="*/ 342424 w 648176"/>
                <a:gd name="connsiteY347" fmla="*/ 555784 h 632459"/>
                <a:gd name="connsiteX348" fmla="*/ 343853 w 648176"/>
                <a:gd name="connsiteY348" fmla="*/ 555784 h 632459"/>
                <a:gd name="connsiteX349" fmla="*/ 346234 w 648176"/>
                <a:gd name="connsiteY349" fmla="*/ 554355 h 632459"/>
                <a:gd name="connsiteX350" fmla="*/ 349568 w 648176"/>
                <a:gd name="connsiteY350" fmla="*/ 551974 h 632459"/>
                <a:gd name="connsiteX351" fmla="*/ 351949 w 648176"/>
                <a:gd name="connsiteY351" fmla="*/ 551021 h 632459"/>
                <a:gd name="connsiteX352" fmla="*/ 355759 w 648176"/>
                <a:gd name="connsiteY352" fmla="*/ 551021 h 632459"/>
                <a:gd name="connsiteX353" fmla="*/ 360522 w 648176"/>
                <a:gd name="connsiteY353" fmla="*/ 551497 h 632459"/>
                <a:gd name="connsiteX354" fmla="*/ 369570 w 648176"/>
                <a:gd name="connsiteY354" fmla="*/ 551974 h 632459"/>
                <a:gd name="connsiteX355" fmla="*/ 372428 w 648176"/>
                <a:gd name="connsiteY355" fmla="*/ 551497 h 632459"/>
                <a:gd name="connsiteX356" fmla="*/ 380524 w 648176"/>
                <a:gd name="connsiteY356" fmla="*/ 548164 h 632459"/>
                <a:gd name="connsiteX357" fmla="*/ 382905 w 648176"/>
                <a:gd name="connsiteY357" fmla="*/ 548164 h 632459"/>
                <a:gd name="connsiteX358" fmla="*/ 386239 w 648176"/>
                <a:gd name="connsiteY358" fmla="*/ 548164 h 632459"/>
                <a:gd name="connsiteX359" fmla="*/ 390525 w 648176"/>
                <a:gd name="connsiteY359" fmla="*/ 549116 h 632459"/>
                <a:gd name="connsiteX360" fmla="*/ 395288 w 648176"/>
                <a:gd name="connsiteY360" fmla="*/ 549592 h 632459"/>
                <a:gd name="connsiteX361" fmla="*/ 397669 w 648176"/>
                <a:gd name="connsiteY361" fmla="*/ 548640 h 632459"/>
                <a:gd name="connsiteX362" fmla="*/ 398145 w 648176"/>
                <a:gd name="connsiteY362" fmla="*/ 547211 h 632459"/>
                <a:gd name="connsiteX363" fmla="*/ 398622 w 648176"/>
                <a:gd name="connsiteY363" fmla="*/ 545306 h 632459"/>
                <a:gd name="connsiteX364" fmla="*/ 400050 w 648176"/>
                <a:gd name="connsiteY364" fmla="*/ 544830 h 632459"/>
                <a:gd name="connsiteX365" fmla="*/ 401003 w 648176"/>
                <a:gd name="connsiteY365" fmla="*/ 544830 h 632459"/>
                <a:gd name="connsiteX366" fmla="*/ 403860 w 648176"/>
                <a:gd name="connsiteY366" fmla="*/ 545306 h 632459"/>
                <a:gd name="connsiteX367" fmla="*/ 404813 w 648176"/>
                <a:gd name="connsiteY367" fmla="*/ 547688 h 632459"/>
                <a:gd name="connsiteX368" fmla="*/ 405765 w 648176"/>
                <a:gd name="connsiteY368" fmla="*/ 550069 h 632459"/>
                <a:gd name="connsiteX369" fmla="*/ 407670 w 648176"/>
                <a:gd name="connsiteY369" fmla="*/ 550069 h 632459"/>
                <a:gd name="connsiteX370" fmla="*/ 411956 w 648176"/>
                <a:gd name="connsiteY370" fmla="*/ 551497 h 632459"/>
                <a:gd name="connsiteX371" fmla="*/ 413385 w 648176"/>
                <a:gd name="connsiteY371" fmla="*/ 553403 h 632459"/>
                <a:gd name="connsiteX372" fmla="*/ 414338 w 648176"/>
                <a:gd name="connsiteY372" fmla="*/ 557689 h 632459"/>
                <a:gd name="connsiteX373" fmla="*/ 413861 w 648176"/>
                <a:gd name="connsiteY373" fmla="*/ 560070 h 632459"/>
                <a:gd name="connsiteX374" fmla="*/ 412433 w 648176"/>
                <a:gd name="connsiteY374" fmla="*/ 561499 h 632459"/>
                <a:gd name="connsiteX375" fmla="*/ 413861 w 648176"/>
                <a:gd name="connsiteY375" fmla="*/ 563404 h 632459"/>
                <a:gd name="connsiteX376" fmla="*/ 416719 w 648176"/>
                <a:gd name="connsiteY376" fmla="*/ 564356 h 632459"/>
                <a:gd name="connsiteX377" fmla="*/ 418624 w 648176"/>
                <a:gd name="connsiteY377" fmla="*/ 563880 h 632459"/>
                <a:gd name="connsiteX378" fmla="*/ 423863 w 648176"/>
                <a:gd name="connsiteY378" fmla="*/ 561022 h 632459"/>
                <a:gd name="connsiteX379" fmla="*/ 425768 w 648176"/>
                <a:gd name="connsiteY379" fmla="*/ 560546 h 632459"/>
                <a:gd name="connsiteX380" fmla="*/ 428625 w 648176"/>
                <a:gd name="connsiteY380" fmla="*/ 560070 h 632459"/>
                <a:gd name="connsiteX381" fmla="*/ 431006 w 648176"/>
                <a:gd name="connsiteY381" fmla="*/ 559117 h 632459"/>
                <a:gd name="connsiteX382" fmla="*/ 437674 w 648176"/>
                <a:gd name="connsiteY382" fmla="*/ 557689 h 632459"/>
                <a:gd name="connsiteX383" fmla="*/ 441484 w 648176"/>
                <a:gd name="connsiteY383" fmla="*/ 557213 h 632459"/>
                <a:gd name="connsiteX384" fmla="*/ 443389 w 648176"/>
                <a:gd name="connsiteY384" fmla="*/ 556260 h 632459"/>
                <a:gd name="connsiteX385" fmla="*/ 444818 w 648176"/>
                <a:gd name="connsiteY385" fmla="*/ 556260 h 632459"/>
                <a:gd name="connsiteX386" fmla="*/ 445770 w 648176"/>
                <a:gd name="connsiteY386" fmla="*/ 557213 h 632459"/>
                <a:gd name="connsiteX387" fmla="*/ 444818 w 648176"/>
                <a:gd name="connsiteY387" fmla="*/ 560070 h 632459"/>
                <a:gd name="connsiteX388" fmla="*/ 444818 w 648176"/>
                <a:gd name="connsiteY388" fmla="*/ 562928 h 632459"/>
                <a:gd name="connsiteX389" fmla="*/ 445770 w 648176"/>
                <a:gd name="connsiteY389" fmla="*/ 567690 h 632459"/>
                <a:gd name="connsiteX390" fmla="*/ 447199 w 648176"/>
                <a:gd name="connsiteY390" fmla="*/ 570071 h 632459"/>
                <a:gd name="connsiteX391" fmla="*/ 449104 w 648176"/>
                <a:gd name="connsiteY391" fmla="*/ 571976 h 632459"/>
                <a:gd name="connsiteX392" fmla="*/ 450533 w 648176"/>
                <a:gd name="connsiteY392" fmla="*/ 572929 h 632459"/>
                <a:gd name="connsiteX393" fmla="*/ 452438 w 648176"/>
                <a:gd name="connsiteY393" fmla="*/ 574834 h 632459"/>
                <a:gd name="connsiteX394" fmla="*/ 456248 w 648176"/>
                <a:gd name="connsiteY394" fmla="*/ 574357 h 632459"/>
                <a:gd name="connsiteX395" fmla="*/ 464344 w 648176"/>
                <a:gd name="connsiteY395" fmla="*/ 576739 h 632459"/>
                <a:gd name="connsiteX396" fmla="*/ 466725 w 648176"/>
                <a:gd name="connsiteY396" fmla="*/ 578167 h 632459"/>
                <a:gd name="connsiteX397" fmla="*/ 470059 w 648176"/>
                <a:gd name="connsiteY397" fmla="*/ 579120 h 632459"/>
                <a:gd name="connsiteX398" fmla="*/ 472440 w 648176"/>
                <a:gd name="connsiteY398" fmla="*/ 579596 h 632459"/>
                <a:gd name="connsiteX399" fmla="*/ 480536 w 648176"/>
                <a:gd name="connsiteY399" fmla="*/ 580549 h 632459"/>
                <a:gd name="connsiteX400" fmla="*/ 483870 w 648176"/>
                <a:gd name="connsiteY400" fmla="*/ 581025 h 632459"/>
                <a:gd name="connsiteX401" fmla="*/ 489585 w 648176"/>
                <a:gd name="connsiteY401" fmla="*/ 581978 h 632459"/>
                <a:gd name="connsiteX402" fmla="*/ 493872 w 648176"/>
                <a:gd name="connsiteY402" fmla="*/ 581978 h 632459"/>
                <a:gd name="connsiteX403" fmla="*/ 497205 w 648176"/>
                <a:gd name="connsiteY403" fmla="*/ 581978 h 632459"/>
                <a:gd name="connsiteX404" fmla="*/ 499586 w 648176"/>
                <a:gd name="connsiteY404" fmla="*/ 581025 h 632459"/>
                <a:gd name="connsiteX405" fmla="*/ 501015 w 648176"/>
                <a:gd name="connsiteY405" fmla="*/ 580072 h 632459"/>
                <a:gd name="connsiteX406" fmla="*/ 501491 w 648176"/>
                <a:gd name="connsiteY406" fmla="*/ 579596 h 632459"/>
                <a:gd name="connsiteX407" fmla="*/ 502444 w 648176"/>
                <a:gd name="connsiteY407" fmla="*/ 577215 h 632459"/>
                <a:gd name="connsiteX408" fmla="*/ 503873 w 648176"/>
                <a:gd name="connsiteY408" fmla="*/ 571500 h 632459"/>
                <a:gd name="connsiteX409" fmla="*/ 504825 w 648176"/>
                <a:gd name="connsiteY409" fmla="*/ 570071 h 632459"/>
                <a:gd name="connsiteX410" fmla="*/ 506254 w 648176"/>
                <a:gd name="connsiteY410" fmla="*/ 569119 h 632459"/>
                <a:gd name="connsiteX411" fmla="*/ 508635 w 648176"/>
                <a:gd name="connsiteY411" fmla="*/ 568642 h 632459"/>
                <a:gd name="connsiteX412" fmla="*/ 509588 w 648176"/>
                <a:gd name="connsiteY412" fmla="*/ 569595 h 632459"/>
                <a:gd name="connsiteX413" fmla="*/ 511016 w 648176"/>
                <a:gd name="connsiteY413" fmla="*/ 575786 h 632459"/>
                <a:gd name="connsiteX414" fmla="*/ 517684 w 648176"/>
                <a:gd name="connsiteY414" fmla="*/ 581025 h 632459"/>
                <a:gd name="connsiteX415" fmla="*/ 519589 w 648176"/>
                <a:gd name="connsiteY415" fmla="*/ 585788 h 632459"/>
                <a:gd name="connsiteX416" fmla="*/ 521494 w 648176"/>
                <a:gd name="connsiteY416" fmla="*/ 589597 h 632459"/>
                <a:gd name="connsiteX417" fmla="*/ 522447 w 648176"/>
                <a:gd name="connsiteY417" fmla="*/ 590550 h 632459"/>
                <a:gd name="connsiteX418" fmla="*/ 524828 w 648176"/>
                <a:gd name="connsiteY418" fmla="*/ 591979 h 632459"/>
                <a:gd name="connsiteX419" fmla="*/ 529114 w 648176"/>
                <a:gd name="connsiteY419" fmla="*/ 592455 h 632459"/>
                <a:gd name="connsiteX420" fmla="*/ 532448 w 648176"/>
                <a:gd name="connsiteY420" fmla="*/ 592931 h 632459"/>
                <a:gd name="connsiteX421" fmla="*/ 539592 w 648176"/>
                <a:gd name="connsiteY421" fmla="*/ 595313 h 632459"/>
                <a:gd name="connsiteX422" fmla="*/ 545306 w 648176"/>
                <a:gd name="connsiteY422" fmla="*/ 597694 h 632459"/>
                <a:gd name="connsiteX423" fmla="*/ 549117 w 648176"/>
                <a:gd name="connsiteY423" fmla="*/ 599599 h 632459"/>
                <a:gd name="connsiteX424" fmla="*/ 551022 w 648176"/>
                <a:gd name="connsiteY424" fmla="*/ 600551 h 632459"/>
                <a:gd name="connsiteX425" fmla="*/ 552450 w 648176"/>
                <a:gd name="connsiteY425" fmla="*/ 602456 h 632459"/>
                <a:gd name="connsiteX426" fmla="*/ 553403 w 648176"/>
                <a:gd name="connsiteY426" fmla="*/ 604361 h 632459"/>
                <a:gd name="connsiteX427" fmla="*/ 554355 w 648176"/>
                <a:gd name="connsiteY427" fmla="*/ 608171 h 632459"/>
                <a:gd name="connsiteX428" fmla="*/ 555784 w 648176"/>
                <a:gd name="connsiteY428" fmla="*/ 611505 h 632459"/>
                <a:gd name="connsiteX429" fmla="*/ 558165 w 648176"/>
                <a:gd name="connsiteY429" fmla="*/ 611981 h 632459"/>
                <a:gd name="connsiteX430" fmla="*/ 560070 w 648176"/>
                <a:gd name="connsiteY430" fmla="*/ 612457 h 632459"/>
                <a:gd name="connsiteX431" fmla="*/ 561975 w 648176"/>
                <a:gd name="connsiteY431" fmla="*/ 614363 h 632459"/>
                <a:gd name="connsiteX432" fmla="*/ 563404 w 648176"/>
                <a:gd name="connsiteY432" fmla="*/ 616267 h 632459"/>
                <a:gd name="connsiteX433" fmla="*/ 566261 w 648176"/>
                <a:gd name="connsiteY433" fmla="*/ 621030 h 632459"/>
                <a:gd name="connsiteX434" fmla="*/ 568643 w 648176"/>
                <a:gd name="connsiteY434" fmla="*/ 624364 h 632459"/>
                <a:gd name="connsiteX435" fmla="*/ 569119 w 648176"/>
                <a:gd name="connsiteY435" fmla="*/ 627697 h 632459"/>
                <a:gd name="connsiteX436" fmla="*/ 571500 w 648176"/>
                <a:gd name="connsiteY436" fmla="*/ 629603 h 632459"/>
                <a:gd name="connsiteX437" fmla="*/ 574834 w 648176"/>
                <a:gd name="connsiteY437" fmla="*/ 630555 h 632459"/>
                <a:gd name="connsiteX438" fmla="*/ 578168 w 648176"/>
                <a:gd name="connsiteY438" fmla="*/ 630555 h 632459"/>
                <a:gd name="connsiteX439" fmla="*/ 579597 w 648176"/>
                <a:gd name="connsiteY439" fmla="*/ 629603 h 632459"/>
                <a:gd name="connsiteX440" fmla="*/ 584359 w 648176"/>
                <a:gd name="connsiteY440" fmla="*/ 628174 h 632459"/>
                <a:gd name="connsiteX441" fmla="*/ 587693 w 648176"/>
                <a:gd name="connsiteY441" fmla="*/ 626269 h 632459"/>
                <a:gd name="connsiteX442" fmla="*/ 590074 w 648176"/>
                <a:gd name="connsiteY442" fmla="*/ 625792 h 632459"/>
                <a:gd name="connsiteX443" fmla="*/ 591503 w 648176"/>
                <a:gd name="connsiteY443" fmla="*/ 625792 h 632459"/>
                <a:gd name="connsiteX444" fmla="*/ 592455 w 648176"/>
                <a:gd name="connsiteY444" fmla="*/ 627221 h 632459"/>
                <a:gd name="connsiteX445" fmla="*/ 593408 w 648176"/>
                <a:gd name="connsiteY445" fmla="*/ 629603 h 632459"/>
                <a:gd name="connsiteX446" fmla="*/ 593408 w 648176"/>
                <a:gd name="connsiteY446" fmla="*/ 631031 h 632459"/>
                <a:gd name="connsiteX447" fmla="*/ 595789 w 648176"/>
                <a:gd name="connsiteY447" fmla="*/ 632460 h 632459"/>
                <a:gd name="connsiteX448" fmla="*/ 597694 w 648176"/>
                <a:gd name="connsiteY448" fmla="*/ 631984 h 632459"/>
                <a:gd name="connsiteX449" fmla="*/ 598170 w 648176"/>
                <a:gd name="connsiteY449" fmla="*/ 630555 h 632459"/>
                <a:gd name="connsiteX450" fmla="*/ 598170 w 648176"/>
                <a:gd name="connsiteY450" fmla="*/ 629603 h 632459"/>
                <a:gd name="connsiteX451" fmla="*/ 598170 w 648176"/>
                <a:gd name="connsiteY451" fmla="*/ 622935 h 632459"/>
                <a:gd name="connsiteX452" fmla="*/ 598170 w 648176"/>
                <a:gd name="connsiteY452" fmla="*/ 616744 h 632459"/>
                <a:gd name="connsiteX453" fmla="*/ 598170 w 648176"/>
                <a:gd name="connsiteY453" fmla="*/ 611029 h 632459"/>
                <a:gd name="connsiteX454" fmla="*/ 598170 w 648176"/>
                <a:gd name="connsiteY454" fmla="*/ 604361 h 632459"/>
                <a:gd name="connsiteX455" fmla="*/ 598170 w 648176"/>
                <a:gd name="connsiteY455" fmla="*/ 598170 h 632459"/>
                <a:gd name="connsiteX456" fmla="*/ 598170 w 648176"/>
                <a:gd name="connsiteY456" fmla="*/ 593407 h 632459"/>
                <a:gd name="connsiteX457" fmla="*/ 598170 w 648176"/>
                <a:gd name="connsiteY457" fmla="*/ 588169 h 632459"/>
                <a:gd name="connsiteX458" fmla="*/ 596742 w 648176"/>
                <a:gd name="connsiteY458" fmla="*/ 588645 h 632459"/>
                <a:gd name="connsiteX459" fmla="*/ 594836 w 648176"/>
                <a:gd name="connsiteY459" fmla="*/ 589597 h 632459"/>
                <a:gd name="connsiteX460" fmla="*/ 590074 w 648176"/>
                <a:gd name="connsiteY460" fmla="*/ 590074 h 632459"/>
                <a:gd name="connsiteX461" fmla="*/ 588645 w 648176"/>
                <a:gd name="connsiteY461" fmla="*/ 590550 h 632459"/>
                <a:gd name="connsiteX462" fmla="*/ 587693 w 648176"/>
                <a:gd name="connsiteY462" fmla="*/ 591979 h 632459"/>
                <a:gd name="connsiteX463" fmla="*/ 588169 w 648176"/>
                <a:gd name="connsiteY463" fmla="*/ 593884 h 632459"/>
                <a:gd name="connsiteX464" fmla="*/ 588169 w 648176"/>
                <a:gd name="connsiteY464" fmla="*/ 596265 h 632459"/>
                <a:gd name="connsiteX465" fmla="*/ 587693 w 648176"/>
                <a:gd name="connsiteY465" fmla="*/ 597217 h 632459"/>
                <a:gd name="connsiteX466" fmla="*/ 585788 w 648176"/>
                <a:gd name="connsiteY466" fmla="*/ 597694 h 632459"/>
                <a:gd name="connsiteX467" fmla="*/ 582930 w 648176"/>
                <a:gd name="connsiteY467" fmla="*/ 596741 h 632459"/>
                <a:gd name="connsiteX468" fmla="*/ 577692 w 648176"/>
                <a:gd name="connsiteY468" fmla="*/ 595789 h 632459"/>
                <a:gd name="connsiteX469" fmla="*/ 573405 w 648176"/>
                <a:gd name="connsiteY469" fmla="*/ 594836 h 632459"/>
                <a:gd name="connsiteX470" fmla="*/ 570072 w 648176"/>
                <a:gd name="connsiteY470" fmla="*/ 591979 h 632459"/>
                <a:gd name="connsiteX471" fmla="*/ 566261 w 648176"/>
                <a:gd name="connsiteY471" fmla="*/ 587216 h 632459"/>
                <a:gd name="connsiteX472" fmla="*/ 563404 w 648176"/>
                <a:gd name="connsiteY472" fmla="*/ 584835 h 632459"/>
                <a:gd name="connsiteX473" fmla="*/ 556736 w 648176"/>
                <a:gd name="connsiteY473" fmla="*/ 580072 h 632459"/>
                <a:gd name="connsiteX474" fmla="*/ 555784 w 648176"/>
                <a:gd name="connsiteY474" fmla="*/ 579120 h 632459"/>
                <a:gd name="connsiteX475" fmla="*/ 553403 w 648176"/>
                <a:gd name="connsiteY475" fmla="*/ 576739 h 632459"/>
                <a:gd name="connsiteX476" fmla="*/ 551974 w 648176"/>
                <a:gd name="connsiteY476" fmla="*/ 572929 h 632459"/>
                <a:gd name="connsiteX477" fmla="*/ 551022 w 648176"/>
                <a:gd name="connsiteY477" fmla="*/ 570071 h 632459"/>
                <a:gd name="connsiteX478" fmla="*/ 550069 w 648176"/>
                <a:gd name="connsiteY478" fmla="*/ 568166 h 632459"/>
                <a:gd name="connsiteX479" fmla="*/ 549117 w 648176"/>
                <a:gd name="connsiteY479" fmla="*/ 565309 h 632459"/>
                <a:gd name="connsiteX480" fmla="*/ 551022 w 648176"/>
                <a:gd name="connsiteY480" fmla="*/ 561022 h 632459"/>
                <a:gd name="connsiteX481" fmla="*/ 552927 w 648176"/>
                <a:gd name="connsiteY481" fmla="*/ 552926 h 632459"/>
                <a:gd name="connsiteX482" fmla="*/ 554831 w 648176"/>
                <a:gd name="connsiteY482" fmla="*/ 546735 h 632459"/>
                <a:gd name="connsiteX483" fmla="*/ 555784 w 648176"/>
                <a:gd name="connsiteY483" fmla="*/ 542449 h 632459"/>
                <a:gd name="connsiteX484" fmla="*/ 559118 w 648176"/>
                <a:gd name="connsiteY484" fmla="*/ 537686 h 632459"/>
                <a:gd name="connsiteX485" fmla="*/ 559118 w 648176"/>
                <a:gd name="connsiteY485" fmla="*/ 533876 h 632459"/>
                <a:gd name="connsiteX486" fmla="*/ 557689 w 648176"/>
                <a:gd name="connsiteY486" fmla="*/ 528638 h 632459"/>
                <a:gd name="connsiteX487" fmla="*/ 558165 w 648176"/>
                <a:gd name="connsiteY487" fmla="*/ 525780 h 632459"/>
                <a:gd name="connsiteX488" fmla="*/ 558165 w 648176"/>
                <a:gd name="connsiteY488" fmla="*/ 518636 h 632459"/>
                <a:gd name="connsiteX489" fmla="*/ 558642 w 648176"/>
                <a:gd name="connsiteY489" fmla="*/ 512445 h 632459"/>
                <a:gd name="connsiteX490" fmla="*/ 558642 w 648176"/>
                <a:gd name="connsiteY490" fmla="*/ 509111 h 632459"/>
                <a:gd name="connsiteX491" fmla="*/ 557689 w 648176"/>
                <a:gd name="connsiteY491" fmla="*/ 504349 h 632459"/>
                <a:gd name="connsiteX492" fmla="*/ 555308 w 648176"/>
                <a:gd name="connsiteY492" fmla="*/ 498634 h 632459"/>
                <a:gd name="connsiteX493" fmla="*/ 550545 w 648176"/>
                <a:gd name="connsiteY493" fmla="*/ 490538 h 632459"/>
                <a:gd name="connsiteX494" fmla="*/ 551022 w 648176"/>
                <a:gd name="connsiteY494" fmla="*/ 488632 h 632459"/>
                <a:gd name="connsiteX495" fmla="*/ 553403 w 648176"/>
                <a:gd name="connsiteY495" fmla="*/ 486728 h 632459"/>
                <a:gd name="connsiteX496" fmla="*/ 558165 w 648176"/>
                <a:gd name="connsiteY496" fmla="*/ 483870 h 632459"/>
                <a:gd name="connsiteX497" fmla="*/ 560547 w 648176"/>
                <a:gd name="connsiteY497" fmla="*/ 481489 h 632459"/>
                <a:gd name="connsiteX498" fmla="*/ 562928 w 648176"/>
                <a:gd name="connsiteY498" fmla="*/ 479107 h 632459"/>
                <a:gd name="connsiteX499" fmla="*/ 564356 w 648176"/>
                <a:gd name="connsiteY499" fmla="*/ 477679 h 632459"/>
                <a:gd name="connsiteX500" fmla="*/ 566738 w 648176"/>
                <a:gd name="connsiteY500" fmla="*/ 473869 h 632459"/>
                <a:gd name="connsiteX501" fmla="*/ 568167 w 648176"/>
                <a:gd name="connsiteY501" fmla="*/ 471011 h 632459"/>
                <a:gd name="connsiteX502" fmla="*/ 569119 w 648176"/>
                <a:gd name="connsiteY502" fmla="*/ 467201 h 632459"/>
                <a:gd name="connsiteX503" fmla="*/ 567690 w 648176"/>
                <a:gd name="connsiteY503" fmla="*/ 463867 h 632459"/>
                <a:gd name="connsiteX504" fmla="*/ 570072 w 648176"/>
                <a:gd name="connsiteY504" fmla="*/ 462915 h 632459"/>
                <a:gd name="connsiteX505" fmla="*/ 578644 w 648176"/>
                <a:gd name="connsiteY505" fmla="*/ 461963 h 632459"/>
                <a:gd name="connsiteX506" fmla="*/ 587693 w 648176"/>
                <a:gd name="connsiteY506" fmla="*/ 460534 h 632459"/>
                <a:gd name="connsiteX507" fmla="*/ 597218 w 648176"/>
                <a:gd name="connsiteY507" fmla="*/ 459105 h 632459"/>
                <a:gd name="connsiteX508" fmla="*/ 606743 w 648176"/>
                <a:gd name="connsiteY508" fmla="*/ 457676 h 632459"/>
                <a:gd name="connsiteX509" fmla="*/ 616268 w 648176"/>
                <a:gd name="connsiteY509" fmla="*/ 456247 h 632459"/>
                <a:gd name="connsiteX510" fmla="*/ 624840 w 648176"/>
                <a:gd name="connsiteY510" fmla="*/ 454819 h 632459"/>
                <a:gd name="connsiteX511" fmla="*/ 624840 w 648176"/>
                <a:gd name="connsiteY511" fmla="*/ 453390 h 632459"/>
                <a:gd name="connsiteX512" fmla="*/ 624364 w 648176"/>
                <a:gd name="connsiteY512" fmla="*/ 451485 h 632459"/>
                <a:gd name="connsiteX513" fmla="*/ 623411 w 648176"/>
                <a:gd name="connsiteY513" fmla="*/ 449580 h 632459"/>
                <a:gd name="connsiteX514" fmla="*/ 621983 w 648176"/>
                <a:gd name="connsiteY514" fmla="*/ 448628 h 632459"/>
                <a:gd name="connsiteX515" fmla="*/ 621030 w 648176"/>
                <a:gd name="connsiteY515" fmla="*/ 448151 h 632459"/>
                <a:gd name="connsiteX516" fmla="*/ 620078 w 648176"/>
                <a:gd name="connsiteY516" fmla="*/ 447199 h 632459"/>
                <a:gd name="connsiteX517" fmla="*/ 618649 w 648176"/>
                <a:gd name="connsiteY517" fmla="*/ 444817 h 632459"/>
                <a:gd name="connsiteX518" fmla="*/ 617697 w 648176"/>
                <a:gd name="connsiteY518" fmla="*/ 444341 h 632459"/>
                <a:gd name="connsiteX519" fmla="*/ 615315 w 648176"/>
                <a:gd name="connsiteY519" fmla="*/ 442913 h 632459"/>
                <a:gd name="connsiteX520" fmla="*/ 614839 w 648176"/>
                <a:gd name="connsiteY520" fmla="*/ 442436 h 632459"/>
                <a:gd name="connsiteX521" fmla="*/ 614363 w 648176"/>
                <a:gd name="connsiteY521" fmla="*/ 439579 h 632459"/>
                <a:gd name="connsiteX522" fmla="*/ 612934 w 648176"/>
                <a:gd name="connsiteY522" fmla="*/ 436245 h 632459"/>
                <a:gd name="connsiteX523" fmla="*/ 611981 w 648176"/>
                <a:gd name="connsiteY523" fmla="*/ 433388 h 632459"/>
                <a:gd name="connsiteX524" fmla="*/ 612458 w 648176"/>
                <a:gd name="connsiteY524" fmla="*/ 432435 h 632459"/>
                <a:gd name="connsiteX525" fmla="*/ 612458 w 648176"/>
                <a:gd name="connsiteY525" fmla="*/ 429578 h 632459"/>
                <a:gd name="connsiteX526" fmla="*/ 610077 w 648176"/>
                <a:gd name="connsiteY526" fmla="*/ 423863 h 632459"/>
                <a:gd name="connsiteX527" fmla="*/ 608172 w 648176"/>
                <a:gd name="connsiteY527" fmla="*/ 421005 h 632459"/>
                <a:gd name="connsiteX528" fmla="*/ 605790 w 648176"/>
                <a:gd name="connsiteY528" fmla="*/ 418624 h 632459"/>
                <a:gd name="connsiteX529" fmla="*/ 602933 w 648176"/>
                <a:gd name="connsiteY529" fmla="*/ 416719 h 632459"/>
                <a:gd name="connsiteX530" fmla="*/ 599599 w 648176"/>
                <a:gd name="connsiteY530" fmla="*/ 415766 h 632459"/>
                <a:gd name="connsiteX531" fmla="*/ 596742 w 648176"/>
                <a:gd name="connsiteY531" fmla="*/ 413385 h 632459"/>
                <a:gd name="connsiteX532" fmla="*/ 591979 w 648176"/>
                <a:gd name="connsiteY532" fmla="*/ 407670 h 632459"/>
                <a:gd name="connsiteX533" fmla="*/ 589598 w 648176"/>
                <a:gd name="connsiteY533" fmla="*/ 405289 h 632459"/>
                <a:gd name="connsiteX534" fmla="*/ 588645 w 648176"/>
                <a:gd name="connsiteY534" fmla="*/ 404336 h 632459"/>
                <a:gd name="connsiteX535" fmla="*/ 587693 w 648176"/>
                <a:gd name="connsiteY535" fmla="*/ 401479 h 632459"/>
                <a:gd name="connsiteX536" fmla="*/ 587693 w 648176"/>
                <a:gd name="connsiteY536" fmla="*/ 398145 h 632459"/>
                <a:gd name="connsiteX537" fmla="*/ 587217 w 648176"/>
                <a:gd name="connsiteY537" fmla="*/ 397192 h 632459"/>
                <a:gd name="connsiteX538" fmla="*/ 586740 w 648176"/>
                <a:gd name="connsiteY538" fmla="*/ 397192 h 632459"/>
                <a:gd name="connsiteX539" fmla="*/ 585788 w 648176"/>
                <a:gd name="connsiteY539" fmla="*/ 397192 h 632459"/>
                <a:gd name="connsiteX540" fmla="*/ 585788 w 648176"/>
                <a:gd name="connsiteY540" fmla="*/ 396716 h 632459"/>
                <a:gd name="connsiteX541" fmla="*/ 581978 w 648176"/>
                <a:gd name="connsiteY541" fmla="*/ 386239 h 632459"/>
                <a:gd name="connsiteX542" fmla="*/ 581025 w 648176"/>
                <a:gd name="connsiteY542" fmla="*/ 385763 h 632459"/>
                <a:gd name="connsiteX543" fmla="*/ 580549 w 648176"/>
                <a:gd name="connsiteY543" fmla="*/ 384334 h 632459"/>
                <a:gd name="connsiteX544" fmla="*/ 579597 w 648176"/>
                <a:gd name="connsiteY544" fmla="*/ 383381 h 632459"/>
                <a:gd name="connsiteX545" fmla="*/ 578644 w 648176"/>
                <a:gd name="connsiteY545" fmla="*/ 382905 h 632459"/>
                <a:gd name="connsiteX546" fmla="*/ 577692 w 648176"/>
                <a:gd name="connsiteY546" fmla="*/ 381000 h 632459"/>
                <a:gd name="connsiteX547" fmla="*/ 577215 w 648176"/>
                <a:gd name="connsiteY547" fmla="*/ 378619 h 632459"/>
                <a:gd name="connsiteX548" fmla="*/ 577692 w 648176"/>
                <a:gd name="connsiteY548" fmla="*/ 377190 h 632459"/>
                <a:gd name="connsiteX549" fmla="*/ 578644 w 648176"/>
                <a:gd name="connsiteY549" fmla="*/ 376238 h 632459"/>
                <a:gd name="connsiteX550" fmla="*/ 582454 w 648176"/>
                <a:gd name="connsiteY550" fmla="*/ 373380 h 632459"/>
                <a:gd name="connsiteX551" fmla="*/ 582930 w 648176"/>
                <a:gd name="connsiteY551" fmla="*/ 371951 h 632459"/>
                <a:gd name="connsiteX552" fmla="*/ 582930 w 648176"/>
                <a:gd name="connsiteY552" fmla="*/ 371475 h 632459"/>
                <a:gd name="connsiteX553" fmla="*/ 582454 w 648176"/>
                <a:gd name="connsiteY553" fmla="*/ 368617 h 632459"/>
                <a:gd name="connsiteX554" fmla="*/ 582930 w 648176"/>
                <a:gd name="connsiteY554" fmla="*/ 367665 h 632459"/>
                <a:gd name="connsiteX555" fmla="*/ 583883 w 648176"/>
                <a:gd name="connsiteY555" fmla="*/ 367665 h 632459"/>
                <a:gd name="connsiteX556" fmla="*/ 583883 w 648176"/>
                <a:gd name="connsiteY556" fmla="*/ 367189 h 632459"/>
                <a:gd name="connsiteX557" fmla="*/ 578644 w 648176"/>
                <a:gd name="connsiteY557" fmla="*/ 358616 h 632459"/>
                <a:gd name="connsiteX558" fmla="*/ 576739 w 648176"/>
                <a:gd name="connsiteY558" fmla="*/ 354330 h 632459"/>
                <a:gd name="connsiteX559" fmla="*/ 575310 w 648176"/>
                <a:gd name="connsiteY559" fmla="*/ 350520 h 632459"/>
                <a:gd name="connsiteX560" fmla="*/ 574834 w 648176"/>
                <a:gd name="connsiteY560" fmla="*/ 348139 h 632459"/>
                <a:gd name="connsiteX561" fmla="*/ 574834 w 648176"/>
                <a:gd name="connsiteY561" fmla="*/ 347186 h 632459"/>
                <a:gd name="connsiteX562" fmla="*/ 574834 w 648176"/>
                <a:gd name="connsiteY562" fmla="*/ 336709 h 632459"/>
                <a:gd name="connsiteX563" fmla="*/ 575310 w 648176"/>
                <a:gd name="connsiteY563" fmla="*/ 332422 h 632459"/>
                <a:gd name="connsiteX564" fmla="*/ 576263 w 648176"/>
                <a:gd name="connsiteY564" fmla="*/ 330517 h 632459"/>
                <a:gd name="connsiteX565" fmla="*/ 576739 w 648176"/>
                <a:gd name="connsiteY565" fmla="*/ 329565 h 632459"/>
                <a:gd name="connsiteX566" fmla="*/ 578168 w 648176"/>
                <a:gd name="connsiteY566" fmla="*/ 330041 h 632459"/>
                <a:gd name="connsiteX567" fmla="*/ 578168 w 648176"/>
                <a:gd name="connsiteY567" fmla="*/ 327184 h 632459"/>
                <a:gd name="connsiteX568" fmla="*/ 579597 w 648176"/>
                <a:gd name="connsiteY568" fmla="*/ 316230 h 632459"/>
                <a:gd name="connsiteX569" fmla="*/ 579597 w 648176"/>
                <a:gd name="connsiteY569" fmla="*/ 314801 h 632459"/>
                <a:gd name="connsiteX570" fmla="*/ 579120 w 648176"/>
                <a:gd name="connsiteY570" fmla="*/ 315278 h 632459"/>
                <a:gd name="connsiteX571" fmla="*/ 578644 w 648176"/>
                <a:gd name="connsiteY571" fmla="*/ 316706 h 632459"/>
                <a:gd name="connsiteX572" fmla="*/ 576263 w 648176"/>
                <a:gd name="connsiteY572" fmla="*/ 323850 h 632459"/>
                <a:gd name="connsiteX573" fmla="*/ 575786 w 648176"/>
                <a:gd name="connsiteY573" fmla="*/ 324326 h 632459"/>
                <a:gd name="connsiteX574" fmla="*/ 573405 w 648176"/>
                <a:gd name="connsiteY574" fmla="*/ 323374 h 632459"/>
                <a:gd name="connsiteX575" fmla="*/ 572929 w 648176"/>
                <a:gd name="connsiteY575" fmla="*/ 322421 h 632459"/>
                <a:gd name="connsiteX576" fmla="*/ 574358 w 648176"/>
                <a:gd name="connsiteY576" fmla="*/ 320992 h 632459"/>
                <a:gd name="connsiteX577" fmla="*/ 574358 w 648176"/>
                <a:gd name="connsiteY577" fmla="*/ 319564 h 632459"/>
                <a:gd name="connsiteX578" fmla="*/ 574358 w 648176"/>
                <a:gd name="connsiteY578" fmla="*/ 318135 h 632459"/>
                <a:gd name="connsiteX579" fmla="*/ 573881 w 648176"/>
                <a:gd name="connsiteY579" fmla="*/ 315754 h 632459"/>
                <a:gd name="connsiteX580" fmla="*/ 574834 w 648176"/>
                <a:gd name="connsiteY580" fmla="*/ 309086 h 632459"/>
                <a:gd name="connsiteX581" fmla="*/ 575310 w 648176"/>
                <a:gd name="connsiteY581" fmla="*/ 307657 h 632459"/>
                <a:gd name="connsiteX582" fmla="*/ 575310 w 648176"/>
                <a:gd name="connsiteY582" fmla="*/ 306705 h 632459"/>
                <a:gd name="connsiteX583" fmla="*/ 574834 w 648176"/>
                <a:gd name="connsiteY583" fmla="*/ 305753 h 632459"/>
                <a:gd name="connsiteX584" fmla="*/ 574834 w 648176"/>
                <a:gd name="connsiteY584" fmla="*/ 304324 h 632459"/>
                <a:gd name="connsiteX585" fmla="*/ 575786 w 648176"/>
                <a:gd name="connsiteY585" fmla="*/ 302895 h 632459"/>
                <a:gd name="connsiteX586" fmla="*/ 576263 w 648176"/>
                <a:gd name="connsiteY586" fmla="*/ 299561 h 632459"/>
                <a:gd name="connsiteX587" fmla="*/ 575786 w 648176"/>
                <a:gd name="connsiteY587" fmla="*/ 295751 h 632459"/>
                <a:gd name="connsiteX588" fmla="*/ 575786 w 648176"/>
                <a:gd name="connsiteY588" fmla="*/ 292894 h 632459"/>
                <a:gd name="connsiteX589" fmla="*/ 576739 w 648176"/>
                <a:gd name="connsiteY589" fmla="*/ 291465 h 632459"/>
                <a:gd name="connsiteX590" fmla="*/ 577215 w 648176"/>
                <a:gd name="connsiteY590" fmla="*/ 290513 h 632459"/>
                <a:gd name="connsiteX591" fmla="*/ 577692 w 648176"/>
                <a:gd name="connsiteY591" fmla="*/ 290513 h 632459"/>
                <a:gd name="connsiteX592" fmla="*/ 578168 w 648176"/>
                <a:gd name="connsiteY592" fmla="*/ 290513 h 632459"/>
                <a:gd name="connsiteX593" fmla="*/ 578168 w 648176"/>
                <a:gd name="connsiteY593" fmla="*/ 288607 h 632459"/>
                <a:gd name="connsiteX594" fmla="*/ 578644 w 648176"/>
                <a:gd name="connsiteY594" fmla="*/ 283845 h 632459"/>
                <a:gd name="connsiteX595" fmla="*/ 578644 w 648176"/>
                <a:gd name="connsiteY595" fmla="*/ 280988 h 632459"/>
                <a:gd name="connsiteX596" fmla="*/ 576263 w 648176"/>
                <a:gd name="connsiteY596" fmla="*/ 277654 h 632459"/>
                <a:gd name="connsiteX597" fmla="*/ 573405 w 648176"/>
                <a:gd name="connsiteY597" fmla="*/ 273844 h 632459"/>
                <a:gd name="connsiteX598" fmla="*/ 571977 w 648176"/>
                <a:gd name="connsiteY598" fmla="*/ 272415 h 632459"/>
                <a:gd name="connsiteX599" fmla="*/ 571500 w 648176"/>
                <a:gd name="connsiteY599" fmla="*/ 270986 h 632459"/>
                <a:gd name="connsiteX600" fmla="*/ 571500 w 648176"/>
                <a:gd name="connsiteY600" fmla="*/ 269557 h 632459"/>
                <a:gd name="connsiteX601" fmla="*/ 568643 w 648176"/>
                <a:gd name="connsiteY601" fmla="*/ 268605 h 632459"/>
                <a:gd name="connsiteX602" fmla="*/ 567690 w 648176"/>
                <a:gd name="connsiteY602" fmla="*/ 266700 h 632459"/>
                <a:gd name="connsiteX603" fmla="*/ 567690 w 648176"/>
                <a:gd name="connsiteY603" fmla="*/ 264319 h 632459"/>
                <a:gd name="connsiteX604" fmla="*/ 566261 w 648176"/>
                <a:gd name="connsiteY604" fmla="*/ 260509 h 632459"/>
                <a:gd name="connsiteX605" fmla="*/ 566261 w 648176"/>
                <a:gd name="connsiteY605" fmla="*/ 260509 h 632459"/>
                <a:gd name="connsiteX606" fmla="*/ 566261 w 648176"/>
                <a:gd name="connsiteY606" fmla="*/ 260509 h 632459"/>
                <a:gd name="connsiteX607" fmla="*/ 566261 w 648176"/>
                <a:gd name="connsiteY607" fmla="*/ 258128 h 632459"/>
                <a:gd name="connsiteX608" fmla="*/ 568167 w 648176"/>
                <a:gd name="connsiteY608" fmla="*/ 255270 h 632459"/>
                <a:gd name="connsiteX609" fmla="*/ 567690 w 648176"/>
                <a:gd name="connsiteY609" fmla="*/ 253365 h 632459"/>
                <a:gd name="connsiteX610" fmla="*/ 566738 w 648176"/>
                <a:gd name="connsiteY610" fmla="*/ 253365 h 632459"/>
                <a:gd name="connsiteX611" fmla="*/ 566738 w 648176"/>
                <a:gd name="connsiteY611" fmla="*/ 251936 h 632459"/>
                <a:gd name="connsiteX612" fmla="*/ 567214 w 648176"/>
                <a:gd name="connsiteY612" fmla="*/ 250507 h 632459"/>
                <a:gd name="connsiteX613" fmla="*/ 568167 w 648176"/>
                <a:gd name="connsiteY613" fmla="*/ 248126 h 632459"/>
                <a:gd name="connsiteX614" fmla="*/ 568167 w 648176"/>
                <a:gd name="connsiteY614" fmla="*/ 245745 h 632459"/>
                <a:gd name="connsiteX615" fmla="*/ 570548 w 648176"/>
                <a:gd name="connsiteY615" fmla="*/ 240030 h 632459"/>
                <a:gd name="connsiteX616" fmla="*/ 572453 w 648176"/>
                <a:gd name="connsiteY616" fmla="*/ 233839 h 632459"/>
                <a:gd name="connsiteX617" fmla="*/ 573405 w 648176"/>
                <a:gd name="connsiteY617" fmla="*/ 232410 h 632459"/>
                <a:gd name="connsiteX618" fmla="*/ 577692 w 648176"/>
                <a:gd name="connsiteY618" fmla="*/ 233363 h 632459"/>
                <a:gd name="connsiteX619" fmla="*/ 578644 w 648176"/>
                <a:gd name="connsiteY619" fmla="*/ 234791 h 632459"/>
                <a:gd name="connsiteX620" fmla="*/ 580073 w 648176"/>
                <a:gd name="connsiteY620" fmla="*/ 232886 h 632459"/>
                <a:gd name="connsiteX621" fmla="*/ 582930 w 648176"/>
                <a:gd name="connsiteY621" fmla="*/ 229076 h 632459"/>
                <a:gd name="connsiteX622" fmla="*/ 584835 w 648176"/>
                <a:gd name="connsiteY622" fmla="*/ 229076 h 632459"/>
                <a:gd name="connsiteX623" fmla="*/ 587217 w 648176"/>
                <a:gd name="connsiteY623" fmla="*/ 227647 h 632459"/>
                <a:gd name="connsiteX624" fmla="*/ 589598 w 648176"/>
                <a:gd name="connsiteY624" fmla="*/ 225742 h 632459"/>
                <a:gd name="connsiteX625" fmla="*/ 591027 w 648176"/>
                <a:gd name="connsiteY625" fmla="*/ 224790 h 632459"/>
                <a:gd name="connsiteX626" fmla="*/ 591027 w 648176"/>
                <a:gd name="connsiteY626" fmla="*/ 223838 h 632459"/>
                <a:gd name="connsiteX627" fmla="*/ 590550 w 648176"/>
                <a:gd name="connsiteY627" fmla="*/ 216217 h 632459"/>
                <a:gd name="connsiteX628" fmla="*/ 590074 w 648176"/>
                <a:gd name="connsiteY628" fmla="*/ 210979 h 632459"/>
                <a:gd name="connsiteX629" fmla="*/ 591027 w 648176"/>
                <a:gd name="connsiteY629" fmla="*/ 208121 h 632459"/>
                <a:gd name="connsiteX630" fmla="*/ 591979 w 648176"/>
                <a:gd name="connsiteY630" fmla="*/ 204788 h 632459"/>
                <a:gd name="connsiteX631" fmla="*/ 591979 w 648176"/>
                <a:gd name="connsiteY631" fmla="*/ 201454 h 632459"/>
                <a:gd name="connsiteX632" fmla="*/ 593408 w 648176"/>
                <a:gd name="connsiteY632" fmla="*/ 196215 h 632459"/>
                <a:gd name="connsiteX633" fmla="*/ 592931 w 648176"/>
                <a:gd name="connsiteY633" fmla="*/ 195263 h 632459"/>
                <a:gd name="connsiteX634" fmla="*/ 592931 w 648176"/>
                <a:gd name="connsiteY634" fmla="*/ 195263 h 632459"/>
                <a:gd name="connsiteX635" fmla="*/ 588645 w 648176"/>
                <a:gd name="connsiteY635" fmla="*/ 199072 h 632459"/>
                <a:gd name="connsiteX636" fmla="*/ 586740 w 648176"/>
                <a:gd name="connsiteY636" fmla="*/ 198596 h 632459"/>
                <a:gd name="connsiteX637" fmla="*/ 585311 w 648176"/>
                <a:gd name="connsiteY637" fmla="*/ 199549 h 632459"/>
                <a:gd name="connsiteX638" fmla="*/ 583406 w 648176"/>
                <a:gd name="connsiteY638" fmla="*/ 200025 h 632459"/>
                <a:gd name="connsiteX639" fmla="*/ 582454 w 648176"/>
                <a:gd name="connsiteY639" fmla="*/ 197644 h 632459"/>
                <a:gd name="connsiteX640" fmla="*/ 582454 w 648176"/>
                <a:gd name="connsiteY640" fmla="*/ 196215 h 632459"/>
                <a:gd name="connsiteX641" fmla="*/ 583406 w 648176"/>
                <a:gd name="connsiteY641" fmla="*/ 193357 h 632459"/>
                <a:gd name="connsiteX642" fmla="*/ 585311 w 648176"/>
                <a:gd name="connsiteY642" fmla="*/ 189547 h 632459"/>
                <a:gd name="connsiteX643" fmla="*/ 588169 w 648176"/>
                <a:gd name="connsiteY643" fmla="*/ 184309 h 632459"/>
                <a:gd name="connsiteX644" fmla="*/ 591503 w 648176"/>
                <a:gd name="connsiteY644" fmla="*/ 182880 h 632459"/>
                <a:gd name="connsiteX645" fmla="*/ 592931 w 648176"/>
                <a:gd name="connsiteY645" fmla="*/ 182404 h 632459"/>
                <a:gd name="connsiteX646" fmla="*/ 594360 w 648176"/>
                <a:gd name="connsiteY646" fmla="*/ 182404 h 632459"/>
                <a:gd name="connsiteX647" fmla="*/ 594360 w 648176"/>
                <a:gd name="connsiteY647" fmla="*/ 182404 h 632459"/>
                <a:gd name="connsiteX648" fmla="*/ 594836 w 648176"/>
                <a:gd name="connsiteY648" fmla="*/ 180499 h 632459"/>
                <a:gd name="connsiteX649" fmla="*/ 595789 w 648176"/>
                <a:gd name="connsiteY649" fmla="*/ 175260 h 632459"/>
                <a:gd name="connsiteX650" fmla="*/ 596742 w 648176"/>
                <a:gd name="connsiteY650" fmla="*/ 173355 h 632459"/>
                <a:gd name="connsiteX651" fmla="*/ 597694 w 648176"/>
                <a:gd name="connsiteY651" fmla="*/ 172879 h 632459"/>
                <a:gd name="connsiteX652" fmla="*/ 599123 w 648176"/>
                <a:gd name="connsiteY652" fmla="*/ 169545 h 632459"/>
                <a:gd name="connsiteX653" fmla="*/ 601504 w 648176"/>
                <a:gd name="connsiteY653" fmla="*/ 164306 h 632459"/>
                <a:gd name="connsiteX654" fmla="*/ 602933 w 648176"/>
                <a:gd name="connsiteY654" fmla="*/ 161449 h 632459"/>
                <a:gd name="connsiteX655" fmla="*/ 602456 w 648176"/>
                <a:gd name="connsiteY655" fmla="*/ 155734 h 632459"/>
                <a:gd name="connsiteX656" fmla="*/ 602933 w 648176"/>
                <a:gd name="connsiteY656" fmla="*/ 151924 h 632459"/>
                <a:gd name="connsiteX657" fmla="*/ 603409 w 648176"/>
                <a:gd name="connsiteY657" fmla="*/ 150971 h 632459"/>
                <a:gd name="connsiteX658" fmla="*/ 606743 w 648176"/>
                <a:gd name="connsiteY658" fmla="*/ 149542 h 632459"/>
                <a:gd name="connsiteX659" fmla="*/ 611505 w 648176"/>
                <a:gd name="connsiteY659" fmla="*/ 145732 h 632459"/>
                <a:gd name="connsiteX660" fmla="*/ 613410 w 648176"/>
                <a:gd name="connsiteY660" fmla="*/ 141446 h 632459"/>
                <a:gd name="connsiteX661" fmla="*/ 616268 w 648176"/>
                <a:gd name="connsiteY661" fmla="*/ 138589 h 632459"/>
                <a:gd name="connsiteX662" fmla="*/ 621506 w 648176"/>
                <a:gd name="connsiteY662" fmla="*/ 136684 h 632459"/>
                <a:gd name="connsiteX663" fmla="*/ 621030 w 648176"/>
                <a:gd name="connsiteY663" fmla="*/ 136207 h 632459"/>
                <a:gd name="connsiteX664" fmla="*/ 620554 w 648176"/>
                <a:gd name="connsiteY664" fmla="*/ 136207 h 632459"/>
                <a:gd name="connsiteX665" fmla="*/ 619125 w 648176"/>
                <a:gd name="connsiteY665" fmla="*/ 136207 h 632459"/>
                <a:gd name="connsiteX666" fmla="*/ 618649 w 648176"/>
                <a:gd name="connsiteY666" fmla="*/ 136207 h 632459"/>
                <a:gd name="connsiteX667" fmla="*/ 618173 w 648176"/>
                <a:gd name="connsiteY667" fmla="*/ 134779 h 632459"/>
                <a:gd name="connsiteX668" fmla="*/ 620078 w 648176"/>
                <a:gd name="connsiteY668" fmla="*/ 131921 h 632459"/>
                <a:gd name="connsiteX669" fmla="*/ 621506 w 648176"/>
                <a:gd name="connsiteY669" fmla="*/ 129064 h 632459"/>
                <a:gd name="connsiteX670" fmla="*/ 623411 w 648176"/>
                <a:gd name="connsiteY670" fmla="*/ 127159 h 632459"/>
                <a:gd name="connsiteX671" fmla="*/ 625317 w 648176"/>
                <a:gd name="connsiteY671" fmla="*/ 125254 h 632459"/>
                <a:gd name="connsiteX672" fmla="*/ 628174 w 648176"/>
                <a:gd name="connsiteY672" fmla="*/ 121920 h 632459"/>
                <a:gd name="connsiteX673" fmla="*/ 629603 w 648176"/>
                <a:gd name="connsiteY673" fmla="*/ 121444 h 632459"/>
                <a:gd name="connsiteX674" fmla="*/ 634842 w 648176"/>
                <a:gd name="connsiteY674" fmla="*/ 116205 h 632459"/>
                <a:gd name="connsiteX675" fmla="*/ 637223 w 648176"/>
                <a:gd name="connsiteY675" fmla="*/ 114300 h 632459"/>
                <a:gd name="connsiteX676" fmla="*/ 638652 w 648176"/>
                <a:gd name="connsiteY676" fmla="*/ 113347 h 632459"/>
                <a:gd name="connsiteX677" fmla="*/ 645319 w 648176"/>
                <a:gd name="connsiteY677" fmla="*/ 108585 h 632459"/>
                <a:gd name="connsiteX678" fmla="*/ 648177 w 648176"/>
                <a:gd name="connsiteY678" fmla="*/ 106204 h 632459"/>
                <a:gd name="connsiteX679" fmla="*/ 648177 w 648176"/>
                <a:gd name="connsiteY679" fmla="*/ 105728 h 63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Lst>
              <a:rect l="l" t="t" r="r" b="b"/>
              <a:pathLst>
                <a:path w="648176" h="632459">
                  <a:moveTo>
                    <a:pt x="647224" y="104775"/>
                  </a:moveTo>
                  <a:lnTo>
                    <a:pt x="645795" y="103346"/>
                  </a:lnTo>
                  <a:lnTo>
                    <a:pt x="645319" y="102394"/>
                  </a:lnTo>
                  <a:lnTo>
                    <a:pt x="643890" y="101441"/>
                  </a:lnTo>
                  <a:lnTo>
                    <a:pt x="641985" y="101441"/>
                  </a:lnTo>
                  <a:lnTo>
                    <a:pt x="640556" y="100489"/>
                  </a:lnTo>
                  <a:lnTo>
                    <a:pt x="639128" y="99060"/>
                  </a:lnTo>
                  <a:lnTo>
                    <a:pt x="637699" y="97631"/>
                  </a:lnTo>
                  <a:lnTo>
                    <a:pt x="633413" y="97631"/>
                  </a:lnTo>
                  <a:lnTo>
                    <a:pt x="630079" y="95726"/>
                  </a:lnTo>
                  <a:lnTo>
                    <a:pt x="630079" y="93345"/>
                  </a:lnTo>
                  <a:lnTo>
                    <a:pt x="631508" y="88582"/>
                  </a:lnTo>
                  <a:lnTo>
                    <a:pt x="633889" y="82867"/>
                  </a:lnTo>
                  <a:lnTo>
                    <a:pt x="634365" y="81439"/>
                  </a:lnTo>
                  <a:lnTo>
                    <a:pt x="633889" y="80010"/>
                  </a:lnTo>
                  <a:lnTo>
                    <a:pt x="632936" y="78581"/>
                  </a:lnTo>
                  <a:lnTo>
                    <a:pt x="631984" y="77629"/>
                  </a:lnTo>
                  <a:lnTo>
                    <a:pt x="631031" y="76200"/>
                  </a:lnTo>
                  <a:lnTo>
                    <a:pt x="631508" y="72390"/>
                  </a:lnTo>
                  <a:lnTo>
                    <a:pt x="633413" y="68104"/>
                  </a:lnTo>
                  <a:lnTo>
                    <a:pt x="634842" y="66199"/>
                  </a:lnTo>
                  <a:lnTo>
                    <a:pt x="636270" y="63817"/>
                  </a:lnTo>
                  <a:lnTo>
                    <a:pt x="635794" y="61913"/>
                  </a:lnTo>
                  <a:lnTo>
                    <a:pt x="633889" y="60960"/>
                  </a:lnTo>
                  <a:lnTo>
                    <a:pt x="632936" y="59531"/>
                  </a:lnTo>
                  <a:lnTo>
                    <a:pt x="632460" y="58579"/>
                  </a:lnTo>
                  <a:lnTo>
                    <a:pt x="631031" y="56674"/>
                  </a:lnTo>
                  <a:lnTo>
                    <a:pt x="629127" y="56197"/>
                  </a:lnTo>
                  <a:lnTo>
                    <a:pt x="627222" y="56197"/>
                  </a:lnTo>
                  <a:lnTo>
                    <a:pt x="625317" y="56674"/>
                  </a:lnTo>
                  <a:lnTo>
                    <a:pt x="624364" y="55721"/>
                  </a:lnTo>
                  <a:lnTo>
                    <a:pt x="623888" y="53340"/>
                  </a:lnTo>
                  <a:lnTo>
                    <a:pt x="623411" y="51435"/>
                  </a:lnTo>
                  <a:lnTo>
                    <a:pt x="622459" y="49530"/>
                  </a:lnTo>
                  <a:lnTo>
                    <a:pt x="619602" y="48101"/>
                  </a:lnTo>
                  <a:lnTo>
                    <a:pt x="611981" y="44767"/>
                  </a:lnTo>
                  <a:lnTo>
                    <a:pt x="605790" y="38100"/>
                  </a:lnTo>
                  <a:lnTo>
                    <a:pt x="602933" y="35242"/>
                  </a:lnTo>
                  <a:lnTo>
                    <a:pt x="600552" y="32861"/>
                  </a:lnTo>
                  <a:lnTo>
                    <a:pt x="597694" y="28099"/>
                  </a:lnTo>
                  <a:lnTo>
                    <a:pt x="594360" y="24289"/>
                  </a:lnTo>
                  <a:lnTo>
                    <a:pt x="590074" y="22860"/>
                  </a:lnTo>
                  <a:lnTo>
                    <a:pt x="587217" y="23336"/>
                  </a:lnTo>
                  <a:lnTo>
                    <a:pt x="584359" y="27146"/>
                  </a:lnTo>
                  <a:lnTo>
                    <a:pt x="578644" y="30956"/>
                  </a:lnTo>
                  <a:lnTo>
                    <a:pt x="576263" y="30956"/>
                  </a:lnTo>
                  <a:lnTo>
                    <a:pt x="572929" y="29051"/>
                  </a:lnTo>
                  <a:lnTo>
                    <a:pt x="569119" y="27622"/>
                  </a:lnTo>
                  <a:lnTo>
                    <a:pt x="561975" y="27146"/>
                  </a:lnTo>
                  <a:lnTo>
                    <a:pt x="559118" y="28575"/>
                  </a:lnTo>
                  <a:lnTo>
                    <a:pt x="554831" y="31432"/>
                  </a:lnTo>
                  <a:lnTo>
                    <a:pt x="551498" y="33338"/>
                  </a:lnTo>
                  <a:lnTo>
                    <a:pt x="549593" y="33338"/>
                  </a:lnTo>
                  <a:lnTo>
                    <a:pt x="547688" y="32861"/>
                  </a:lnTo>
                  <a:lnTo>
                    <a:pt x="545783" y="32385"/>
                  </a:lnTo>
                  <a:lnTo>
                    <a:pt x="543878" y="32385"/>
                  </a:lnTo>
                  <a:lnTo>
                    <a:pt x="539592" y="30004"/>
                  </a:lnTo>
                  <a:lnTo>
                    <a:pt x="537686" y="28099"/>
                  </a:lnTo>
                  <a:lnTo>
                    <a:pt x="536258" y="26194"/>
                  </a:lnTo>
                  <a:lnTo>
                    <a:pt x="534353" y="24765"/>
                  </a:lnTo>
                  <a:lnTo>
                    <a:pt x="531972" y="23813"/>
                  </a:lnTo>
                  <a:lnTo>
                    <a:pt x="530067" y="22384"/>
                  </a:lnTo>
                  <a:lnTo>
                    <a:pt x="529114" y="20479"/>
                  </a:lnTo>
                  <a:lnTo>
                    <a:pt x="527685" y="18097"/>
                  </a:lnTo>
                  <a:lnTo>
                    <a:pt x="525780" y="15716"/>
                  </a:lnTo>
                  <a:lnTo>
                    <a:pt x="520065" y="11430"/>
                  </a:lnTo>
                  <a:lnTo>
                    <a:pt x="518160" y="9049"/>
                  </a:lnTo>
                  <a:lnTo>
                    <a:pt x="516731" y="6667"/>
                  </a:lnTo>
                  <a:lnTo>
                    <a:pt x="507206" y="3810"/>
                  </a:lnTo>
                  <a:lnTo>
                    <a:pt x="505778" y="3810"/>
                  </a:lnTo>
                  <a:lnTo>
                    <a:pt x="503873" y="4286"/>
                  </a:lnTo>
                  <a:lnTo>
                    <a:pt x="498634" y="8096"/>
                  </a:lnTo>
                  <a:lnTo>
                    <a:pt x="497205" y="8096"/>
                  </a:lnTo>
                  <a:lnTo>
                    <a:pt x="495300" y="8096"/>
                  </a:lnTo>
                  <a:lnTo>
                    <a:pt x="490538" y="7620"/>
                  </a:lnTo>
                  <a:lnTo>
                    <a:pt x="474822" y="4763"/>
                  </a:lnTo>
                  <a:lnTo>
                    <a:pt x="462915" y="1905"/>
                  </a:lnTo>
                  <a:lnTo>
                    <a:pt x="459581" y="953"/>
                  </a:lnTo>
                  <a:lnTo>
                    <a:pt x="452914" y="0"/>
                  </a:lnTo>
                  <a:lnTo>
                    <a:pt x="448628" y="1905"/>
                  </a:lnTo>
                  <a:lnTo>
                    <a:pt x="444818" y="8096"/>
                  </a:lnTo>
                  <a:lnTo>
                    <a:pt x="443389" y="9525"/>
                  </a:lnTo>
                  <a:lnTo>
                    <a:pt x="437198" y="11430"/>
                  </a:lnTo>
                  <a:lnTo>
                    <a:pt x="434340" y="10954"/>
                  </a:lnTo>
                  <a:lnTo>
                    <a:pt x="427197" y="12859"/>
                  </a:lnTo>
                  <a:lnTo>
                    <a:pt x="415766" y="10001"/>
                  </a:lnTo>
                  <a:lnTo>
                    <a:pt x="411956" y="10478"/>
                  </a:lnTo>
                  <a:lnTo>
                    <a:pt x="408623" y="11906"/>
                  </a:lnTo>
                  <a:lnTo>
                    <a:pt x="401003" y="14764"/>
                  </a:lnTo>
                  <a:lnTo>
                    <a:pt x="395764" y="16669"/>
                  </a:lnTo>
                  <a:lnTo>
                    <a:pt x="390049" y="18097"/>
                  </a:lnTo>
                  <a:lnTo>
                    <a:pt x="384810" y="20479"/>
                  </a:lnTo>
                  <a:lnTo>
                    <a:pt x="381477" y="21907"/>
                  </a:lnTo>
                  <a:lnTo>
                    <a:pt x="377666" y="21907"/>
                  </a:lnTo>
                  <a:lnTo>
                    <a:pt x="374333" y="20479"/>
                  </a:lnTo>
                  <a:lnTo>
                    <a:pt x="370999" y="19050"/>
                  </a:lnTo>
                  <a:lnTo>
                    <a:pt x="366713" y="19050"/>
                  </a:lnTo>
                  <a:lnTo>
                    <a:pt x="362427" y="19526"/>
                  </a:lnTo>
                  <a:lnTo>
                    <a:pt x="358616" y="22384"/>
                  </a:lnTo>
                  <a:lnTo>
                    <a:pt x="357188" y="24289"/>
                  </a:lnTo>
                  <a:lnTo>
                    <a:pt x="353854" y="29051"/>
                  </a:lnTo>
                  <a:lnTo>
                    <a:pt x="350044" y="37147"/>
                  </a:lnTo>
                  <a:lnTo>
                    <a:pt x="348615" y="38576"/>
                  </a:lnTo>
                  <a:lnTo>
                    <a:pt x="348139" y="39053"/>
                  </a:lnTo>
                  <a:lnTo>
                    <a:pt x="347186" y="39529"/>
                  </a:lnTo>
                  <a:lnTo>
                    <a:pt x="330041" y="35719"/>
                  </a:lnTo>
                  <a:lnTo>
                    <a:pt x="322422" y="34766"/>
                  </a:lnTo>
                  <a:lnTo>
                    <a:pt x="317183" y="35719"/>
                  </a:lnTo>
                  <a:lnTo>
                    <a:pt x="310991" y="33814"/>
                  </a:lnTo>
                  <a:lnTo>
                    <a:pt x="308134" y="33338"/>
                  </a:lnTo>
                  <a:lnTo>
                    <a:pt x="306705" y="33814"/>
                  </a:lnTo>
                  <a:lnTo>
                    <a:pt x="303372" y="32861"/>
                  </a:lnTo>
                  <a:lnTo>
                    <a:pt x="297656" y="30004"/>
                  </a:lnTo>
                  <a:lnTo>
                    <a:pt x="291941" y="29051"/>
                  </a:lnTo>
                  <a:lnTo>
                    <a:pt x="287179" y="29528"/>
                  </a:lnTo>
                  <a:lnTo>
                    <a:pt x="283845" y="28575"/>
                  </a:lnTo>
                  <a:lnTo>
                    <a:pt x="281464" y="25717"/>
                  </a:lnTo>
                  <a:lnTo>
                    <a:pt x="278606" y="20955"/>
                  </a:lnTo>
                  <a:lnTo>
                    <a:pt x="272891" y="16192"/>
                  </a:lnTo>
                  <a:lnTo>
                    <a:pt x="265272" y="12382"/>
                  </a:lnTo>
                  <a:lnTo>
                    <a:pt x="260509" y="9525"/>
                  </a:lnTo>
                  <a:lnTo>
                    <a:pt x="258604" y="7620"/>
                  </a:lnTo>
                  <a:lnTo>
                    <a:pt x="254318" y="6191"/>
                  </a:lnTo>
                  <a:lnTo>
                    <a:pt x="248127" y="6191"/>
                  </a:lnTo>
                  <a:lnTo>
                    <a:pt x="241935" y="8096"/>
                  </a:lnTo>
                  <a:lnTo>
                    <a:pt x="233363" y="14288"/>
                  </a:lnTo>
                  <a:lnTo>
                    <a:pt x="225266" y="26670"/>
                  </a:lnTo>
                  <a:lnTo>
                    <a:pt x="220980" y="30956"/>
                  </a:lnTo>
                  <a:lnTo>
                    <a:pt x="217170" y="32385"/>
                  </a:lnTo>
                  <a:lnTo>
                    <a:pt x="216218" y="35242"/>
                  </a:lnTo>
                  <a:lnTo>
                    <a:pt x="218123" y="40005"/>
                  </a:lnTo>
                  <a:lnTo>
                    <a:pt x="218599" y="45720"/>
                  </a:lnTo>
                  <a:lnTo>
                    <a:pt x="217170" y="54769"/>
                  </a:lnTo>
                  <a:lnTo>
                    <a:pt x="217647" y="61436"/>
                  </a:lnTo>
                  <a:lnTo>
                    <a:pt x="218123" y="67628"/>
                  </a:lnTo>
                  <a:lnTo>
                    <a:pt x="215741" y="74771"/>
                  </a:lnTo>
                  <a:lnTo>
                    <a:pt x="213836" y="80010"/>
                  </a:lnTo>
                  <a:lnTo>
                    <a:pt x="208598" y="89059"/>
                  </a:lnTo>
                  <a:lnTo>
                    <a:pt x="204311" y="97155"/>
                  </a:lnTo>
                  <a:lnTo>
                    <a:pt x="199549" y="110966"/>
                  </a:lnTo>
                  <a:lnTo>
                    <a:pt x="199549" y="120491"/>
                  </a:lnTo>
                  <a:lnTo>
                    <a:pt x="199073" y="126682"/>
                  </a:lnTo>
                  <a:lnTo>
                    <a:pt x="197168" y="130492"/>
                  </a:lnTo>
                  <a:lnTo>
                    <a:pt x="193834" y="140970"/>
                  </a:lnTo>
                  <a:lnTo>
                    <a:pt x="192881" y="149542"/>
                  </a:lnTo>
                  <a:lnTo>
                    <a:pt x="194310" y="160496"/>
                  </a:lnTo>
                  <a:lnTo>
                    <a:pt x="192881" y="170497"/>
                  </a:lnTo>
                  <a:lnTo>
                    <a:pt x="189072" y="180022"/>
                  </a:lnTo>
                  <a:lnTo>
                    <a:pt x="187643" y="187642"/>
                  </a:lnTo>
                  <a:lnTo>
                    <a:pt x="188595" y="196691"/>
                  </a:lnTo>
                  <a:lnTo>
                    <a:pt x="181452" y="204311"/>
                  </a:lnTo>
                  <a:lnTo>
                    <a:pt x="172403" y="211931"/>
                  </a:lnTo>
                  <a:lnTo>
                    <a:pt x="166688" y="214313"/>
                  </a:lnTo>
                  <a:lnTo>
                    <a:pt x="161925" y="216694"/>
                  </a:lnTo>
                  <a:lnTo>
                    <a:pt x="158591" y="219551"/>
                  </a:lnTo>
                  <a:lnTo>
                    <a:pt x="157639" y="220980"/>
                  </a:lnTo>
                  <a:lnTo>
                    <a:pt x="155258" y="224314"/>
                  </a:lnTo>
                  <a:lnTo>
                    <a:pt x="150019" y="235267"/>
                  </a:lnTo>
                  <a:lnTo>
                    <a:pt x="147161" y="240030"/>
                  </a:lnTo>
                  <a:lnTo>
                    <a:pt x="143828" y="244316"/>
                  </a:lnTo>
                  <a:lnTo>
                    <a:pt x="138113" y="249079"/>
                  </a:lnTo>
                  <a:lnTo>
                    <a:pt x="136208" y="251460"/>
                  </a:lnTo>
                  <a:lnTo>
                    <a:pt x="135255" y="254794"/>
                  </a:lnTo>
                  <a:lnTo>
                    <a:pt x="135731" y="260985"/>
                  </a:lnTo>
                  <a:lnTo>
                    <a:pt x="136208" y="280035"/>
                  </a:lnTo>
                  <a:lnTo>
                    <a:pt x="135255" y="285750"/>
                  </a:lnTo>
                  <a:lnTo>
                    <a:pt x="133827" y="294799"/>
                  </a:lnTo>
                  <a:lnTo>
                    <a:pt x="128588" y="304800"/>
                  </a:lnTo>
                  <a:lnTo>
                    <a:pt x="124778" y="310515"/>
                  </a:lnTo>
                  <a:lnTo>
                    <a:pt x="120491" y="311944"/>
                  </a:lnTo>
                  <a:lnTo>
                    <a:pt x="115253" y="313849"/>
                  </a:lnTo>
                  <a:lnTo>
                    <a:pt x="112872" y="315754"/>
                  </a:lnTo>
                  <a:lnTo>
                    <a:pt x="111443" y="318611"/>
                  </a:lnTo>
                  <a:lnTo>
                    <a:pt x="108109" y="320992"/>
                  </a:lnTo>
                  <a:lnTo>
                    <a:pt x="103823" y="322897"/>
                  </a:lnTo>
                  <a:lnTo>
                    <a:pt x="98584" y="328136"/>
                  </a:lnTo>
                  <a:lnTo>
                    <a:pt x="91916" y="336232"/>
                  </a:lnTo>
                  <a:lnTo>
                    <a:pt x="87154" y="340995"/>
                  </a:lnTo>
                  <a:lnTo>
                    <a:pt x="84773" y="342424"/>
                  </a:lnTo>
                  <a:lnTo>
                    <a:pt x="82391" y="342424"/>
                  </a:lnTo>
                  <a:lnTo>
                    <a:pt x="80010" y="341471"/>
                  </a:lnTo>
                  <a:lnTo>
                    <a:pt x="77629" y="341471"/>
                  </a:lnTo>
                  <a:lnTo>
                    <a:pt x="76677" y="341947"/>
                  </a:lnTo>
                  <a:lnTo>
                    <a:pt x="75724" y="341471"/>
                  </a:lnTo>
                  <a:lnTo>
                    <a:pt x="74772" y="340519"/>
                  </a:lnTo>
                  <a:lnTo>
                    <a:pt x="74772" y="338614"/>
                  </a:lnTo>
                  <a:lnTo>
                    <a:pt x="74772" y="335756"/>
                  </a:lnTo>
                  <a:lnTo>
                    <a:pt x="73343" y="332422"/>
                  </a:lnTo>
                  <a:lnTo>
                    <a:pt x="74772" y="329565"/>
                  </a:lnTo>
                  <a:lnTo>
                    <a:pt x="76200" y="327660"/>
                  </a:lnTo>
                  <a:lnTo>
                    <a:pt x="75724" y="326707"/>
                  </a:lnTo>
                  <a:lnTo>
                    <a:pt x="74772" y="325279"/>
                  </a:lnTo>
                  <a:lnTo>
                    <a:pt x="72866" y="322897"/>
                  </a:lnTo>
                  <a:lnTo>
                    <a:pt x="71438" y="322897"/>
                  </a:lnTo>
                  <a:lnTo>
                    <a:pt x="68580" y="324803"/>
                  </a:lnTo>
                  <a:lnTo>
                    <a:pt x="65247" y="326231"/>
                  </a:lnTo>
                  <a:lnTo>
                    <a:pt x="62389" y="326707"/>
                  </a:lnTo>
                  <a:lnTo>
                    <a:pt x="60008" y="328136"/>
                  </a:lnTo>
                  <a:lnTo>
                    <a:pt x="59055" y="329089"/>
                  </a:lnTo>
                  <a:lnTo>
                    <a:pt x="56674" y="329089"/>
                  </a:lnTo>
                  <a:lnTo>
                    <a:pt x="55722" y="328136"/>
                  </a:lnTo>
                  <a:lnTo>
                    <a:pt x="53340" y="327184"/>
                  </a:lnTo>
                  <a:lnTo>
                    <a:pt x="51911" y="327660"/>
                  </a:lnTo>
                  <a:lnTo>
                    <a:pt x="51435" y="328136"/>
                  </a:lnTo>
                  <a:lnTo>
                    <a:pt x="50959" y="330994"/>
                  </a:lnTo>
                  <a:lnTo>
                    <a:pt x="50483" y="333375"/>
                  </a:lnTo>
                  <a:lnTo>
                    <a:pt x="50006" y="335756"/>
                  </a:lnTo>
                  <a:lnTo>
                    <a:pt x="49054" y="336709"/>
                  </a:lnTo>
                  <a:lnTo>
                    <a:pt x="45720" y="338138"/>
                  </a:lnTo>
                  <a:lnTo>
                    <a:pt x="43339" y="339566"/>
                  </a:lnTo>
                  <a:lnTo>
                    <a:pt x="40958" y="340995"/>
                  </a:lnTo>
                  <a:lnTo>
                    <a:pt x="39529" y="340519"/>
                  </a:lnTo>
                  <a:lnTo>
                    <a:pt x="37148" y="338614"/>
                  </a:lnTo>
                  <a:lnTo>
                    <a:pt x="34290" y="336232"/>
                  </a:lnTo>
                  <a:lnTo>
                    <a:pt x="32861" y="334804"/>
                  </a:lnTo>
                  <a:lnTo>
                    <a:pt x="31909" y="333375"/>
                  </a:lnTo>
                  <a:lnTo>
                    <a:pt x="31433" y="332899"/>
                  </a:lnTo>
                  <a:lnTo>
                    <a:pt x="30004" y="332899"/>
                  </a:lnTo>
                  <a:lnTo>
                    <a:pt x="29528" y="333851"/>
                  </a:lnTo>
                  <a:lnTo>
                    <a:pt x="28575" y="334328"/>
                  </a:lnTo>
                  <a:lnTo>
                    <a:pt x="25241" y="336232"/>
                  </a:lnTo>
                  <a:lnTo>
                    <a:pt x="20955" y="337661"/>
                  </a:lnTo>
                  <a:lnTo>
                    <a:pt x="15716" y="342900"/>
                  </a:lnTo>
                  <a:lnTo>
                    <a:pt x="12859" y="345757"/>
                  </a:lnTo>
                  <a:lnTo>
                    <a:pt x="12383" y="346234"/>
                  </a:lnTo>
                  <a:lnTo>
                    <a:pt x="10002" y="347663"/>
                  </a:lnTo>
                  <a:lnTo>
                    <a:pt x="8097" y="348615"/>
                  </a:lnTo>
                  <a:lnTo>
                    <a:pt x="8097" y="349567"/>
                  </a:lnTo>
                  <a:lnTo>
                    <a:pt x="9525" y="350044"/>
                  </a:lnTo>
                  <a:lnTo>
                    <a:pt x="10478" y="351472"/>
                  </a:lnTo>
                  <a:lnTo>
                    <a:pt x="10478" y="360521"/>
                  </a:lnTo>
                  <a:lnTo>
                    <a:pt x="10002" y="369570"/>
                  </a:lnTo>
                  <a:lnTo>
                    <a:pt x="9525" y="370522"/>
                  </a:lnTo>
                  <a:lnTo>
                    <a:pt x="5715" y="370999"/>
                  </a:lnTo>
                  <a:lnTo>
                    <a:pt x="1429" y="371475"/>
                  </a:lnTo>
                  <a:lnTo>
                    <a:pt x="0" y="371951"/>
                  </a:lnTo>
                  <a:lnTo>
                    <a:pt x="953" y="373380"/>
                  </a:lnTo>
                  <a:lnTo>
                    <a:pt x="3334" y="376238"/>
                  </a:lnTo>
                  <a:lnTo>
                    <a:pt x="6668" y="379571"/>
                  </a:lnTo>
                  <a:lnTo>
                    <a:pt x="8097" y="380047"/>
                  </a:lnTo>
                  <a:lnTo>
                    <a:pt x="10478" y="380047"/>
                  </a:lnTo>
                  <a:lnTo>
                    <a:pt x="16193" y="378619"/>
                  </a:lnTo>
                  <a:lnTo>
                    <a:pt x="19527" y="375761"/>
                  </a:lnTo>
                  <a:lnTo>
                    <a:pt x="21908" y="374809"/>
                  </a:lnTo>
                  <a:lnTo>
                    <a:pt x="27147" y="374332"/>
                  </a:lnTo>
                  <a:lnTo>
                    <a:pt x="29052" y="375285"/>
                  </a:lnTo>
                  <a:lnTo>
                    <a:pt x="33338" y="375285"/>
                  </a:lnTo>
                  <a:lnTo>
                    <a:pt x="37148" y="375761"/>
                  </a:lnTo>
                  <a:lnTo>
                    <a:pt x="38577" y="375285"/>
                  </a:lnTo>
                  <a:lnTo>
                    <a:pt x="39529" y="375285"/>
                  </a:lnTo>
                  <a:lnTo>
                    <a:pt x="49054" y="375285"/>
                  </a:lnTo>
                  <a:lnTo>
                    <a:pt x="52864" y="375285"/>
                  </a:lnTo>
                  <a:lnTo>
                    <a:pt x="60008" y="375285"/>
                  </a:lnTo>
                  <a:lnTo>
                    <a:pt x="64770" y="375285"/>
                  </a:lnTo>
                  <a:lnTo>
                    <a:pt x="67152" y="375761"/>
                  </a:lnTo>
                  <a:lnTo>
                    <a:pt x="74295" y="376238"/>
                  </a:lnTo>
                  <a:lnTo>
                    <a:pt x="83344" y="376238"/>
                  </a:lnTo>
                  <a:lnTo>
                    <a:pt x="86202" y="375761"/>
                  </a:lnTo>
                  <a:lnTo>
                    <a:pt x="98108" y="375761"/>
                  </a:lnTo>
                  <a:lnTo>
                    <a:pt x="109538" y="375761"/>
                  </a:lnTo>
                  <a:lnTo>
                    <a:pt x="119539" y="375285"/>
                  </a:lnTo>
                  <a:lnTo>
                    <a:pt x="130969" y="375285"/>
                  </a:lnTo>
                  <a:lnTo>
                    <a:pt x="139541" y="375285"/>
                  </a:lnTo>
                  <a:lnTo>
                    <a:pt x="143352" y="376714"/>
                  </a:lnTo>
                  <a:lnTo>
                    <a:pt x="147161" y="378619"/>
                  </a:lnTo>
                  <a:lnTo>
                    <a:pt x="148590" y="381000"/>
                  </a:lnTo>
                  <a:lnTo>
                    <a:pt x="149543" y="381476"/>
                  </a:lnTo>
                  <a:lnTo>
                    <a:pt x="150495" y="383857"/>
                  </a:lnTo>
                  <a:lnTo>
                    <a:pt x="152400" y="385286"/>
                  </a:lnTo>
                  <a:lnTo>
                    <a:pt x="153353" y="388144"/>
                  </a:lnTo>
                  <a:lnTo>
                    <a:pt x="152877" y="391478"/>
                  </a:lnTo>
                  <a:lnTo>
                    <a:pt x="152877" y="395764"/>
                  </a:lnTo>
                  <a:lnTo>
                    <a:pt x="154305" y="401003"/>
                  </a:lnTo>
                  <a:lnTo>
                    <a:pt x="156686" y="405765"/>
                  </a:lnTo>
                  <a:lnTo>
                    <a:pt x="160020" y="411480"/>
                  </a:lnTo>
                  <a:lnTo>
                    <a:pt x="161925" y="415766"/>
                  </a:lnTo>
                  <a:lnTo>
                    <a:pt x="161449" y="419100"/>
                  </a:lnTo>
                  <a:lnTo>
                    <a:pt x="162402" y="422434"/>
                  </a:lnTo>
                  <a:lnTo>
                    <a:pt x="165259" y="425767"/>
                  </a:lnTo>
                  <a:lnTo>
                    <a:pt x="167164" y="427672"/>
                  </a:lnTo>
                  <a:lnTo>
                    <a:pt x="168116" y="429101"/>
                  </a:lnTo>
                  <a:lnTo>
                    <a:pt x="171450" y="434816"/>
                  </a:lnTo>
                  <a:lnTo>
                    <a:pt x="176689" y="443389"/>
                  </a:lnTo>
                  <a:lnTo>
                    <a:pt x="180975" y="450056"/>
                  </a:lnTo>
                  <a:lnTo>
                    <a:pt x="182404" y="450532"/>
                  </a:lnTo>
                  <a:lnTo>
                    <a:pt x="184785" y="450532"/>
                  </a:lnTo>
                  <a:lnTo>
                    <a:pt x="189548" y="449580"/>
                  </a:lnTo>
                  <a:lnTo>
                    <a:pt x="193834" y="449580"/>
                  </a:lnTo>
                  <a:lnTo>
                    <a:pt x="197168" y="451009"/>
                  </a:lnTo>
                  <a:lnTo>
                    <a:pt x="198597" y="451009"/>
                  </a:lnTo>
                  <a:lnTo>
                    <a:pt x="203359" y="448151"/>
                  </a:lnTo>
                  <a:lnTo>
                    <a:pt x="208122" y="447199"/>
                  </a:lnTo>
                  <a:lnTo>
                    <a:pt x="213360" y="446246"/>
                  </a:lnTo>
                  <a:lnTo>
                    <a:pt x="216218" y="445294"/>
                  </a:lnTo>
                  <a:lnTo>
                    <a:pt x="219075" y="445294"/>
                  </a:lnTo>
                  <a:lnTo>
                    <a:pt x="227648" y="447199"/>
                  </a:lnTo>
                  <a:lnTo>
                    <a:pt x="229077" y="447675"/>
                  </a:lnTo>
                  <a:lnTo>
                    <a:pt x="235744" y="447675"/>
                  </a:lnTo>
                  <a:lnTo>
                    <a:pt x="242411" y="446246"/>
                  </a:lnTo>
                  <a:lnTo>
                    <a:pt x="243364" y="437674"/>
                  </a:lnTo>
                  <a:lnTo>
                    <a:pt x="243840" y="435769"/>
                  </a:lnTo>
                  <a:lnTo>
                    <a:pt x="245269" y="432435"/>
                  </a:lnTo>
                  <a:lnTo>
                    <a:pt x="247174" y="429578"/>
                  </a:lnTo>
                  <a:lnTo>
                    <a:pt x="247650" y="426720"/>
                  </a:lnTo>
                  <a:lnTo>
                    <a:pt x="247650" y="422910"/>
                  </a:lnTo>
                  <a:lnTo>
                    <a:pt x="249079" y="418624"/>
                  </a:lnTo>
                  <a:lnTo>
                    <a:pt x="253365" y="414814"/>
                  </a:lnTo>
                  <a:lnTo>
                    <a:pt x="260509" y="413385"/>
                  </a:lnTo>
                  <a:lnTo>
                    <a:pt x="264795" y="412909"/>
                  </a:lnTo>
                  <a:lnTo>
                    <a:pt x="271463" y="411956"/>
                  </a:lnTo>
                  <a:lnTo>
                    <a:pt x="281464" y="411004"/>
                  </a:lnTo>
                  <a:lnTo>
                    <a:pt x="285274" y="411004"/>
                  </a:lnTo>
                  <a:lnTo>
                    <a:pt x="285274" y="411480"/>
                  </a:lnTo>
                  <a:lnTo>
                    <a:pt x="283369" y="417671"/>
                  </a:lnTo>
                  <a:lnTo>
                    <a:pt x="283369" y="419576"/>
                  </a:lnTo>
                  <a:lnTo>
                    <a:pt x="283845" y="421957"/>
                  </a:lnTo>
                  <a:lnTo>
                    <a:pt x="285750" y="422910"/>
                  </a:lnTo>
                  <a:lnTo>
                    <a:pt x="295752" y="422910"/>
                  </a:lnTo>
                  <a:lnTo>
                    <a:pt x="305277" y="423386"/>
                  </a:lnTo>
                  <a:lnTo>
                    <a:pt x="316230" y="423863"/>
                  </a:lnTo>
                  <a:lnTo>
                    <a:pt x="324327" y="423863"/>
                  </a:lnTo>
                  <a:lnTo>
                    <a:pt x="325755" y="424339"/>
                  </a:lnTo>
                  <a:lnTo>
                    <a:pt x="326231" y="424815"/>
                  </a:lnTo>
                  <a:lnTo>
                    <a:pt x="327660" y="427672"/>
                  </a:lnTo>
                  <a:lnTo>
                    <a:pt x="327184" y="433864"/>
                  </a:lnTo>
                  <a:lnTo>
                    <a:pt x="325755" y="442913"/>
                  </a:lnTo>
                  <a:lnTo>
                    <a:pt x="326231" y="451009"/>
                  </a:lnTo>
                  <a:lnTo>
                    <a:pt x="329565" y="459105"/>
                  </a:lnTo>
                  <a:lnTo>
                    <a:pt x="330041" y="471011"/>
                  </a:lnTo>
                  <a:lnTo>
                    <a:pt x="328613" y="478155"/>
                  </a:lnTo>
                  <a:lnTo>
                    <a:pt x="327184" y="486728"/>
                  </a:lnTo>
                  <a:lnTo>
                    <a:pt x="326708" y="497205"/>
                  </a:lnTo>
                  <a:lnTo>
                    <a:pt x="328136" y="501491"/>
                  </a:lnTo>
                  <a:lnTo>
                    <a:pt x="331470" y="505778"/>
                  </a:lnTo>
                  <a:lnTo>
                    <a:pt x="336233" y="510540"/>
                  </a:lnTo>
                  <a:lnTo>
                    <a:pt x="339566" y="516255"/>
                  </a:lnTo>
                  <a:lnTo>
                    <a:pt x="342424" y="523875"/>
                  </a:lnTo>
                  <a:lnTo>
                    <a:pt x="343377" y="528638"/>
                  </a:lnTo>
                  <a:lnTo>
                    <a:pt x="342424" y="530542"/>
                  </a:lnTo>
                  <a:lnTo>
                    <a:pt x="342424" y="533876"/>
                  </a:lnTo>
                  <a:lnTo>
                    <a:pt x="343377" y="538639"/>
                  </a:lnTo>
                  <a:lnTo>
                    <a:pt x="342424" y="541496"/>
                  </a:lnTo>
                  <a:lnTo>
                    <a:pt x="340043" y="543401"/>
                  </a:lnTo>
                  <a:lnTo>
                    <a:pt x="339090" y="545306"/>
                  </a:lnTo>
                  <a:lnTo>
                    <a:pt x="340519" y="549592"/>
                  </a:lnTo>
                  <a:lnTo>
                    <a:pt x="340519" y="552926"/>
                  </a:lnTo>
                  <a:lnTo>
                    <a:pt x="341948" y="554355"/>
                  </a:lnTo>
                  <a:lnTo>
                    <a:pt x="342424" y="555784"/>
                  </a:lnTo>
                  <a:lnTo>
                    <a:pt x="343853" y="555784"/>
                  </a:lnTo>
                  <a:lnTo>
                    <a:pt x="346234" y="554355"/>
                  </a:lnTo>
                  <a:lnTo>
                    <a:pt x="349568" y="551974"/>
                  </a:lnTo>
                  <a:lnTo>
                    <a:pt x="351949" y="551021"/>
                  </a:lnTo>
                  <a:lnTo>
                    <a:pt x="355759" y="551021"/>
                  </a:lnTo>
                  <a:lnTo>
                    <a:pt x="360522" y="551497"/>
                  </a:lnTo>
                  <a:lnTo>
                    <a:pt x="369570" y="551974"/>
                  </a:lnTo>
                  <a:lnTo>
                    <a:pt x="372428" y="551497"/>
                  </a:lnTo>
                  <a:lnTo>
                    <a:pt x="380524" y="548164"/>
                  </a:lnTo>
                  <a:lnTo>
                    <a:pt x="382905" y="548164"/>
                  </a:lnTo>
                  <a:lnTo>
                    <a:pt x="386239" y="548164"/>
                  </a:lnTo>
                  <a:lnTo>
                    <a:pt x="390525" y="549116"/>
                  </a:lnTo>
                  <a:lnTo>
                    <a:pt x="395288" y="549592"/>
                  </a:lnTo>
                  <a:lnTo>
                    <a:pt x="397669" y="548640"/>
                  </a:lnTo>
                  <a:lnTo>
                    <a:pt x="398145" y="547211"/>
                  </a:lnTo>
                  <a:lnTo>
                    <a:pt x="398622" y="545306"/>
                  </a:lnTo>
                  <a:lnTo>
                    <a:pt x="400050" y="544830"/>
                  </a:lnTo>
                  <a:lnTo>
                    <a:pt x="401003" y="544830"/>
                  </a:lnTo>
                  <a:lnTo>
                    <a:pt x="403860" y="545306"/>
                  </a:lnTo>
                  <a:lnTo>
                    <a:pt x="404813" y="547688"/>
                  </a:lnTo>
                  <a:lnTo>
                    <a:pt x="405765" y="550069"/>
                  </a:lnTo>
                  <a:lnTo>
                    <a:pt x="407670" y="550069"/>
                  </a:lnTo>
                  <a:lnTo>
                    <a:pt x="411956" y="551497"/>
                  </a:lnTo>
                  <a:lnTo>
                    <a:pt x="413385" y="553403"/>
                  </a:lnTo>
                  <a:lnTo>
                    <a:pt x="414338" y="557689"/>
                  </a:lnTo>
                  <a:lnTo>
                    <a:pt x="413861" y="560070"/>
                  </a:lnTo>
                  <a:lnTo>
                    <a:pt x="412433" y="561499"/>
                  </a:lnTo>
                  <a:lnTo>
                    <a:pt x="413861" y="563404"/>
                  </a:lnTo>
                  <a:lnTo>
                    <a:pt x="416719" y="564356"/>
                  </a:lnTo>
                  <a:lnTo>
                    <a:pt x="418624" y="563880"/>
                  </a:lnTo>
                  <a:lnTo>
                    <a:pt x="423863" y="561022"/>
                  </a:lnTo>
                  <a:lnTo>
                    <a:pt x="425768" y="560546"/>
                  </a:lnTo>
                  <a:lnTo>
                    <a:pt x="428625" y="560070"/>
                  </a:lnTo>
                  <a:lnTo>
                    <a:pt x="431006" y="559117"/>
                  </a:lnTo>
                  <a:lnTo>
                    <a:pt x="437674" y="557689"/>
                  </a:lnTo>
                  <a:lnTo>
                    <a:pt x="441484" y="557213"/>
                  </a:lnTo>
                  <a:lnTo>
                    <a:pt x="443389" y="556260"/>
                  </a:lnTo>
                  <a:lnTo>
                    <a:pt x="444818" y="556260"/>
                  </a:lnTo>
                  <a:lnTo>
                    <a:pt x="445770" y="557213"/>
                  </a:lnTo>
                  <a:lnTo>
                    <a:pt x="444818" y="560070"/>
                  </a:lnTo>
                  <a:lnTo>
                    <a:pt x="444818" y="562928"/>
                  </a:lnTo>
                  <a:lnTo>
                    <a:pt x="445770" y="567690"/>
                  </a:lnTo>
                  <a:lnTo>
                    <a:pt x="447199" y="570071"/>
                  </a:lnTo>
                  <a:lnTo>
                    <a:pt x="449104" y="571976"/>
                  </a:lnTo>
                  <a:lnTo>
                    <a:pt x="450533" y="572929"/>
                  </a:lnTo>
                  <a:lnTo>
                    <a:pt x="452438" y="574834"/>
                  </a:lnTo>
                  <a:lnTo>
                    <a:pt x="456248" y="574357"/>
                  </a:lnTo>
                  <a:lnTo>
                    <a:pt x="464344" y="576739"/>
                  </a:lnTo>
                  <a:lnTo>
                    <a:pt x="466725" y="578167"/>
                  </a:lnTo>
                  <a:lnTo>
                    <a:pt x="470059" y="579120"/>
                  </a:lnTo>
                  <a:lnTo>
                    <a:pt x="472440" y="579596"/>
                  </a:lnTo>
                  <a:lnTo>
                    <a:pt x="480536" y="580549"/>
                  </a:lnTo>
                  <a:lnTo>
                    <a:pt x="483870" y="581025"/>
                  </a:lnTo>
                  <a:lnTo>
                    <a:pt x="489585" y="581978"/>
                  </a:lnTo>
                  <a:lnTo>
                    <a:pt x="493872" y="581978"/>
                  </a:lnTo>
                  <a:lnTo>
                    <a:pt x="497205" y="581978"/>
                  </a:lnTo>
                  <a:lnTo>
                    <a:pt x="499586" y="581025"/>
                  </a:lnTo>
                  <a:lnTo>
                    <a:pt x="501015" y="580072"/>
                  </a:lnTo>
                  <a:lnTo>
                    <a:pt x="501491" y="579596"/>
                  </a:lnTo>
                  <a:lnTo>
                    <a:pt x="502444" y="577215"/>
                  </a:lnTo>
                  <a:lnTo>
                    <a:pt x="503873" y="571500"/>
                  </a:lnTo>
                  <a:lnTo>
                    <a:pt x="504825" y="570071"/>
                  </a:lnTo>
                  <a:lnTo>
                    <a:pt x="506254" y="569119"/>
                  </a:lnTo>
                  <a:lnTo>
                    <a:pt x="508635" y="568642"/>
                  </a:lnTo>
                  <a:lnTo>
                    <a:pt x="509588" y="569595"/>
                  </a:lnTo>
                  <a:lnTo>
                    <a:pt x="511016" y="575786"/>
                  </a:lnTo>
                  <a:lnTo>
                    <a:pt x="517684" y="581025"/>
                  </a:lnTo>
                  <a:lnTo>
                    <a:pt x="519589" y="585788"/>
                  </a:lnTo>
                  <a:lnTo>
                    <a:pt x="521494" y="589597"/>
                  </a:lnTo>
                  <a:lnTo>
                    <a:pt x="522447" y="590550"/>
                  </a:lnTo>
                  <a:lnTo>
                    <a:pt x="524828" y="591979"/>
                  </a:lnTo>
                  <a:lnTo>
                    <a:pt x="529114" y="592455"/>
                  </a:lnTo>
                  <a:lnTo>
                    <a:pt x="532448" y="592931"/>
                  </a:lnTo>
                  <a:lnTo>
                    <a:pt x="539592" y="595313"/>
                  </a:lnTo>
                  <a:lnTo>
                    <a:pt x="545306" y="597694"/>
                  </a:lnTo>
                  <a:lnTo>
                    <a:pt x="549117" y="599599"/>
                  </a:lnTo>
                  <a:lnTo>
                    <a:pt x="551022" y="600551"/>
                  </a:lnTo>
                  <a:lnTo>
                    <a:pt x="552450" y="602456"/>
                  </a:lnTo>
                  <a:lnTo>
                    <a:pt x="553403" y="604361"/>
                  </a:lnTo>
                  <a:lnTo>
                    <a:pt x="554355" y="608171"/>
                  </a:lnTo>
                  <a:lnTo>
                    <a:pt x="555784" y="611505"/>
                  </a:lnTo>
                  <a:lnTo>
                    <a:pt x="558165" y="611981"/>
                  </a:lnTo>
                  <a:lnTo>
                    <a:pt x="560070" y="612457"/>
                  </a:lnTo>
                  <a:lnTo>
                    <a:pt x="561975" y="614363"/>
                  </a:lnTo>
                  <a:lnTo>
                    <a:pt x="563404" y="616267"/>
                  </a:lnTo>
                  <a:lnTo>
                    <a:pt x="566261" y="621030"/>
                  </a:lnTo>
                  <a:lnTo>
                    <a:pt x="568643" y="624364"/>
                  </a:lnTo>
                  <a:lnTo>
                    <a:pt x="569119" y="627697"/>
                  </a:lnTo>
                  <a:lnTo>
                    <a:pt x="571500" y="629603"/>
                  </a:lnTo>
                  <a:lnTo>
                    <a:pt x="574834" y="630555"/>
                  </a:lnTo>
                  <a:lnTo>
                    <a:pt x="578168" y="630555"/>
                  </a:lnTo>
                  <a:lnTo>
                    <a:pt x="579597" y="629603"/>
                  </a:lnTo>
                  <a:lnTo>
                    <a:pt x="584359" y="628174"/>
                  </a:lnTo>
                  <a:lnTo>
                    <a:pt x="587693" y="626269"/>
                  </a:lnTo>
                  <a:lnTo>
                    <a:pt x="590074" y="625792"/>
                  </a:lnTo>
                  <a:lnTo>
                    <a:pt x="591503" y="625792"/>
                  </a:lnTo>
                  <a:lnTo>
                    <a:pt x="592455" y="627221"/>
                  </a:lnTo>
                  <a:lnTo>
                    <a:pt x="593408" y="629603"/>
                  </a:lnTo>
                  <a:lnTo>
                    <a:pt x="593408" y="631031"/>
                  </a:lnTo>
                  <a:lnTo>
                    <a:pt x="595789" y="632460"/>
                  </a:lnTo>
                  <a:lnTo>
                    <a:pt x="597694" y="631984"/>
                  </a:lnTo>
                  <a:lnTo>
                    <a:pt x="598170" y="630555"/>
                  </a:lnTo>
                  <a:lnTo>
                    <a:pt x="598170" y="629603"/>
                  </a:lnTo>
                  <a:lnTo>
                    <a:pt x="598170" y="622935"/>
                  </a:lnTo>
                  <a:lnTo>
                    <a:pt x="598170" y="616744"/>
                  </a:lnTo>
                  <a:lnTo>
                    <a:pt x="598170" y="611029"/>
                  </a:lnTo>
                  <a:lnTo>
                    <a:pt x="598170" y="604361"/>
                  </a:lnTo>
                  <a:lnTo>
                    <a:pt x="598170" y="598170"/>
                  </a:lnTo>
                  <a:lnTo>
                    <a:pt x="598170" y="593407"/>
                  </a:lnTo>
                  <a:lnTo>
                    <a:pt x="598170" y="588169"/>
                  </a:lnTo>
                  <a:lnTo>
                    <a:pt x="596742" y="588645"/>
                  </a:lnTo>
                  <a:lnTo>
                    <a:pt x="594836" y="589597"/>
                  </a:lnTo>
                  <a:lnTo>
                    <a:pt x="590074" y="590074"/>
                  </a:lnTo>
                  <a:lnTo>
                    <a:pt x="588645" y="590550"/>
                  </a:lnTo>
                  <a:lnTo>
                    <a:pt x="587693" y="591979"/>
                  </a:lnTo>
                  <a:lnTo>
                    <a:pt x="588169" y="593884"/>
                  </a:lnTo>
                  <a:lnTo>
                    <a:pt x="588169" y="596265"/>
                  </a:lnTo>
                  <a:lnTo>
                    <a:pt x="587693" y="597217"/>
                  </a:lnTo>
                  <a:lnTo>
                    <a:pt x="585788" y="597694"/>
                  </a:lnTo>
                  <a:lnTo>
                    <a:pt x="582930" y="596741"/>
                  </a:lnTo>
                  <a:lnTo>
                    <a:pt x="577692" y="595789"/>
                  </a:lnTo>
                  <a:lnTo>
                    <a:pt x="573405" y="594836"/>
                  </a:lnTo>
                  <a:lnTo>
                    <a:pt x="570072" y="591979"/>
                  </a:lnTo>
                  <a:lnTo>
                    <a:pt x="566261" y="587216"/>
                  </a:lnTo>
                  <a:lnTo>
                    <a:pt x="563404" y="584835"/>
                  </a:lnTo>
                  <a:lnTo>
                    <a:pt x="556736" y="580072"/>
                  </a:lnTo>
                  <a:lnTo>
                    <a:pt x="555784" y="579120"/>
                  </a:lnTo>
                  <a:lnTo>
                    <a:pt x="553403" y="576739"/>
                  </a:lnTo>
                  <a:lnTo>
                    <a:pt x="551974" y="572929"/>
                  </a:lnTo>
                  <a:lnTo>
                    <a:pt x="551022" y="570071"/>
                  </a:lnTo>
                  <a:lnTo>
                    <a:pt x="550069" y="568166"/>
                  </a:lnTo>
                  <a:lnTo>
                    <a:pt x="549117" y="565309"/>
                  </a:lnTo>
                  <a:lnTo>
                    <a:pt x="551022" y="561022"/>
                  </a:lnTo>
                  <a:lnTo>
                    <a:pt x="552927" y="552926"/>
                  </a:lnTo>
                  <a:lnTo>
                    <a:pt x="554831" y="546735"/>
                  </a:lnTo>
                  <a:lnTo>
                    <a:pt x="555784" y="542449"/>
                  </a:lnTo>
                  <a:lnTo>
                    <a:pt x="559118" y="537686"/>
                  </a:lnTo>
                  <a:lnTo>
                    <a:pt x="559118" y="533876"/>
                  </a:lnTo>
                  <a:lnTo>
                    <a:pt x="557689" y="528638"/>
                  </a:lnTo>
                  <a:lnTo>
                    <a:pt x="558165" y="525780"/>
                  </a:lnTo>
                  <a:lnTo>
                    <a:pt x="558165" y="518636"/>
                  </a:lnTo>
                  <a:lnTo>
                    <a:pt x="558642" y="512445"/>
                  </a:lnTo>
                  <a:lnTo>
                    <a:pt x="558642" y="509111"/>
                  </a:lnTo>
                  <a:lnTo>
                    <a:pt x="557689" y="504349"/>
                  </a:lnTo>
                  <a:lnTo>
                    <a:pt x="555308" y="498634"/>
                  </a:lnTo>
                  <a:lnTo>
                    <a:pt x="550545" y="490538"/>
                  </a:lnTo>
                  <a:lnTo>
                    <a:pt x="551022" y="488632"/>
                  </a:lnTo>
                  <a:lnTo>
                    <a:pt x="553403" y="486728"/>
                  </a:lnTo>
                  <a:lnTo>
                    <a:pt x="558165" y="483870"/>
                  </a:lnTo>
                  <a:lnTo>
                    <a:pt x="560547" y="481489"/>
                  </a:lnTo>
                  <a:lnTo>
                    <a:pt x="562928" y="479107"/>
                  </a:lnTo>
                  <a:lnTo>
                    <a:pt x="564356" y="477679"/>
                  </a:lnTo>
                  <a:lnTo>
                    <a:pt x="566738" y="473869"/>
                  </a:lnTo>
                  <a:lnTo>
                    <a:pt x="568167" y="471011"/>
                  </a:lnTo>
                  <a:lnTo>
                    <a:pt x="569119" y="467201"/>
                  </a:lnTo>
                  <a:lnTo>
                    <a:pt x="567690" y="463867"/>
                  </a:lnTo>
                  <a:lnTo>
                    <a:pt x="570072" y="462915"/>
                  </a:lnTo>
                  <a:lnTo>
                    <a:pt x="578644" y="461963"/>
                  </a:lnTo>
                  <a:lnTo>
                    <a:pt x="587693" y="460534"/>
                  </a:lnTo>
                  <a:lnTo>
                    <a:pt x="597218" y="459105"/>
                  </a:lnTo>
                  <a:lnTo>
                    <a:pt x="606743" y="457676"/>
                  </a:lnTo>
                  <a:lnTo>
                    <a:pt x="616268" y="456247"/>
                  </a:lnTo>
                  <a:lnTo>
                    <a:pt x="624840" y="454819"/>
                  </a:lnTo>
                  <a:lnTo>
                    <a:pt x="624840" y="453390"/>
                  </a:lnTo>
                  <a:lnTo>
                    <a:pt x="624364" y="451485"/>
                  </a:lnTo>
                  <a:lnTo>
                    <a:pt x="623411" y="449580"/>
                  </a:lnTo>
                  <a:lnTo>
                    <a:pt x="621983" y="448628"/>
                  </a:lnTo>
                  <a:lnTo>
                    <a:pt x="621030" y="448151"/>
                  </a:lnTo>
                  <a:lnTo>
                    <a:pt x="620078" y="447199"/>
                  </a:lnTo>
                  <a:lnTo>
                    <a:pt x="618649" y="444817"/>
                  </a:lnTo>
                  <a:lnTo>
                    <a:pt x="617697" y="444341"/>
                  </a:lnTo>
                  <a:lnTo>
                    <a:pt x="615315" y="442913"/>
                  </a:lnTo>
                  <a:lnTo>
                    <a:pt x="614839" y="442436"/>
                  </a:lnTo>
                  <a:lnTo>
                    <a:pt x="614363" y="439579"/>
                  </a:lnTo>
                  <a:lnTo>
                    <a:pt x="612934" y="436245"/>
                  </a:lnTo>
                  <a:lnTo>
                    <a:pt x="611981" y="433388"/>
                  </a:lnTo>
                  <a:lnTo>
                    <a:pt x="612458" y="432435"/>
                  </a:lnTo>
                  <a:lnTo>
                    <a:pt x="612458" y="429578"/>
                  </a:lnTo>
                  <a:lnTo>
                    <a:pt x="610077" y="423863"/>
                  </a:lnTo>
                  <a:lnTo>
                    <a:pt x="608172" y="421005"/>
                  </a:lnTo>
                  <a:lnTo>
                    <a:pt x="605790" y="418624"/>
                  </a:lnTo>
                  <a:lnTo>
                    <a:pt x="602933" y="416719"/>
                  </a:lnTo>
                  <a:lnTo>
                    <a:pt x="599599" y="415766"/>
                  </a:lnTo>
                  <a:lnTo>
                    <a:pt x="596742" y="413385"/>
                  </a:lnTo>
                  <a:lnTo>
                    <a:pt x="591979" y="407670"/>
                  </a:lnTo>
                  <a:lnTo>
                    <a:pt x="589598" y="405289"/>
                  </a:lnTo>
                  <a:lnTo>
                    <a:pt x="588645" y="404336"/>
                  </a:lnTo>
                  <a:lnTo>
                    <a:pt x="587693" y="401479"/>
                  </a:lnTo>
                  <a:lnTo>
                    <a:pt x="587693" y="398145"/>
                  </a:lnTo>
                  <a:lnTo>
                    <a:pt x="587217" y="397192"/>
                  </a:lnTo>
                  <a:lnTo>
                    <a:pt x="586740" y="397192"/>
                  </a:lnTo>
                  <a:lnTo>
                    <a:pt x="585788" y="397192"/>
                  </a:lnTo>
                  <a:lnTo>
                    <a:pt x="585788" y="396716"/>
                  </a:lnTo>
                  <a:lnTo>
                    <a:pt x="581978" y="386239"/>
                  </a:lnTo>
                  <a:lnTo>
                    <a:pt x="581025" y="385763"/>
                  </a:lnTo>
                  <a:lnTo>
                    <a:pt x="580549" y="384334"/>
                  </a:lnTo>
                  <a:lnTo>
                    <a:pt x="579597" y="383381"/>
                  </a:lnTo>
                  <a:lnTo>
                    <a:pt x="578644" y="382905"/>
                  </a:lnTo>
                  <a:lnTo>
                    <a:pt x="577692" y="381000"/>
                  </a:lnTo>
                  <a:lnTo>
                    <a:pt x="577215" y="378619"/>
                  </a:lnTo>
                  <a:lnTo>
                    <a:pt x="577692" y="377190"/>
                  </a:lnTo>
                  <a:lnTo>
                    <a:pt x="578644" y="376238"/>
                  </a:lnTo>
                  <a:lnTo>
                    <a:pt x="582454" y="373380"/>
                  </a:lnTo>
                  <a:lnTo>
                    <a:pt x="582930" y="371951"/>
                  </a:lnTo>
                  <a:lnTo>
                    <a:pt x="582930" y="371475"/>
                  </a:lnTo>
                  <a:lnTo>
                    <a:pt x="582454" y="368617"/>
                  </a:lnTo>
                  <a:lnTo>
                    <a:pt x="582930" y="367665"/>
                  </a:lnTo>
                  <a:lnTo>
                    <a:pt x="583883" y="367665"/>
                  </a:lnTo>
                  <a:lnTo>
                    <a:pt x="583883" y="367189"/>
                  </a:lnTo>
                  <a:lnTo>
                    <a:pt x="578644" y="358616"/>
                  </a:lnTo>
                  <a:lnTo>
                    <a:pt x="576739" y="354330"/>
                  </a:lnTo>
                  <a:lnTo>
                    <a:pt x="575310" y="350520"/>
                  </a:lnTo>
                  <a:lnTo>
                    <a:pt x="574834" y="348139"/>
                  </a:lnTo>
                  <a:lnTo>
                    <a:pt x="574834" y="347186"/>
                  </a:lnTo>
                  <a:lnTo>
                    <a:pt x="574834" y="336709"/>
                  </a:lnTo>
                  <a:lnTo>
                    <a:pt x="575310" y="332422"/>
                  </a:lnTo>
                  <a:lnTo>
                    <a:pt x="576263" y="330517"/>
                  </a:lnTo>
                  <a:lnTo>
                    <a:pt x="576739" y="329565"/>
                  </a:lnTo>
                  <a:lnTo>
                    <a:pt x="578168" y="330041"/>
                  </a:lnTo>
                  <a:lnTo>
                    <a:pt x="578168" y="327184"/>
                  </a:lnTo>
                  <a:lnTo>
                    <a:pt x="579597" y="316230"/>
                  </a:lnTo>
                  <a:lnTo>
                    <a:pt x="579597" y="314801"/>
                  </a:lnTo>
                  <a:lnTo>
                    <a:pt x="579120" y="315278"/>
                  </a:lnTo>
                  <a:lnTo>
                    <a:pt x="578644" y="316706"/>
                  </a:lnTo>
                  <a:lnTo>
                    <a:pt x="576263" y="323850"/>
                  </a:lnTo>
                  <a:lnTo>
                    <a:pt x="575786" y="324326"/>
                  </a:lnTo>
                  <a:lnTo>
                    <a:pt x="573405" y="323374"/>
                  </a:lnTo>
                  <a:lnTo>
                    <a:pt x="572929" y="322421"/>
                  </a:lnTo>
                  <a:lnTo>
                    <a:pt x="574358" y="320992"/>
                  </a:lnTo>
                  <a:lnTo>
                    <a:pt x="574358" y="319564"/>
                  </a:lnTo>
                  <a:lnTo>
                    <a:pt x="574358" y="318135"/>
                  </a:lnTo>
                  <a:lnTo>
                    <a:pt x="573881" y="315754"/>
                  </a:lnTo>
                  <a:lnTo>
                    <a:pt x="574834" y="309086"/>
                  </a:lnTo>
                  <a:lnTo>
                    <a:pt x="575310" y="307657"/>
                  </a:lnTo>
                  <a:lnTo>
                    <a:pt x="575310" y="306705"/>
                  </a:lnTo>
                  <a:lnTo>
                    <a:pt x="574834" y="305753"/>
                  </a:lnTo>
                  <a:lnTo>
                    <a:pt x="574834" y="304324"/>
                  </a:lnTo>
                  <a:lnTo>
                    <a:pt x="575786" y="302895"/>
                  </a:lnTo>
                  <a:lnTo>
                    <a:pt x="576263" y="299561"/>
                  </a:lnTo>
                  <a:lnTo>
                    <a:pt x="575786" y="295751"/>
                  </a:lnTo>
                  <a:lnTo>
                    <a:pt x="575786" y="292894"/>
                  </a:lnTo>
                  <a:lnTo>
                    <a:pt x="576739" y="291465"/>
                  </a:lnTo>
                  <a:lnTo>
                    <a:pt x="577215" y="290513"/>
                  </a:lnTo>
                  <a:lnTo>
                    <a:pt x="577692" y="290513"/>
                  </a:lnTo>
                  <a:lnTo>
                    <a:pt x="578168" y="290513"/>
                  </a:lnTo>
                  <a:lnTo>
                    <a:pt x="578168" y="288607"/>
                  </a:lnTo>
                  <a:lnTo>
                    <a:pt x="578644" y="283845"/>
                  </a:lnTo>
                  <a:lnTo>
                    <a:pt x="578644" y="280988"/>
                  </a:lnTo>
                  <a:lnTo>
                    <a:pt x="576263" y="277654"/>
                  </a:lnTo>
                  <a:lnTo>
                    <a:pt x="573405" y="273844"/>
                  </a:lnTo>
                  <a:lnTo>
                    <a:pt x="571977" y="272415"/>
                  </a:lnTo>
                  <a:lnTo>
                    <a:pt x="571500" y="270986"/>
                  </a:lnTo>
                  <a:lnTo>
                    <a:pt x="571500" y="269557"/>
                  </a:lnTo>
                  <a:lnTo>
                    <a:pt x="568643" y="268605"/>
                  </a:lnTo>
                  <a:lnTo>
                    <a:pt x="567690" y="266700"/>
                  </a:lnTo>
                  <a:lnTo>
                    <a:pt x="567690" y="264319"/>
                  </a:lnTo>
                  <a:lnTo>
                    <a:pt x="566261" y="260509"/>
                  </a:lnTo>
                  <a:lnTo>
                    <a:pt x="566261" y="260509"/>
                  </a:lnTo>
                  <a:lnTo>
                    <a:pt x="566261" y="260509"/>
                  </a:lnTo>
                  <a:lnTo>
                    <a:pt x="566261" y="258128"/>
                  </a:lnTo>
                  <a:lnTo>
                    <a:pt x="568167" y="255270"/>
                  </a:lnTo>
                  <a:lnTo>
                    <a:pt x="567690" y="253365"/>
                  </a:lnTo>
                  <a:lnTo>
                    <a:pt x="566738" y="253365"/>
                  </a:lnTo>
                  <a:lnTo>
                    <a:pt x="566738" y="251936"/>
                  </a:lnTo>
                  <a:lnTo>
                    <a:pt x="567214" y="250507"/>
                  </a:lnTo>
                  <a:lnTo>
                    <a:pt x="568167" y="248126"/>
                  </a:lnTo>
                  <a:lnTo>
                    <a:pt x="568167" y="245745"/>
                  </a:lnTo>
                  <a:lnTo>
                    <a:pt x="570548" y="240030"/>
                  </a:lnTo>
                  <a:lnTo>
                    <a:pt x="572453" y="233839"/>
                  </a:lnTo>
                  <a:lnTo>
                    <a:pt x="573405" y="232410"/>
                  </a:lnTo>
                  <a:lnTo>
                    <a:pt x="577692" y="233363"/>
                  </a:lnTo>
                  <a:lnTo>
                    <a:pt x="578644" y="234791"/>
                  </a:lnTo>
                  <a:lnTo>
                    <a:pt x="580073" y="232886"/>
                  </a:lnTo>
                  <a:lnTo>
                    <a:pt x="582930" y="229076"/>
                  </a:lnTo>
                  <a:lnTo>
                    <a:pt x="584835" y="229076"/>
                  </a:lnTo>
                  <a:lnTo>
                    <a:pt x="587217" y="227647"/>
                  </a:lnTo>
                  <a:lnTo>
                    <a:pt x="589598" y="225742"/>
                  </a:lnTo>
                  <a:lnTo>
                    <a:pt x="591027" y="224790"/>
                  </a:lnTo>
                  <a:lnTo>
                    <a:pt x="591027" y="223838"/>
                  </a:lnTo>
                  <a:lnTo>
                    <a:pt x="590550" y="216217"/>
                  </a:lnTo>
                  <a:lnTo>
                    <a:pt x="590074" y="210979"/>
                  </a:lnTo>
                  <a:lnTo>
                    <a:pt x="591027" y="208121"/>
                  </a:lnTo>
                  <a:lnTo>
                    <a:pt x="591979" y="204788"/>
                  </a:lnTo>
                  <a:lnTo>
                    <a:pt x="591979" y="201454"/>
                  </a:lnTo>
                  <a:lnTo>
                    <a:pt x="593408" y="196215"/>
                  </a:lnTo>
                  <a:lnTo>
                    <a:pt x="592931" y="195263"/>
                  </a:lnTo>
                  <a:lnTo>
                    <a:pt x="592931" y="195263"/>
                  </a:lnTo>
                  <a:lnTo>
                    <a:pt x="588645" y="199072"/>
                  </a:lnTo>
                  <a:lnTo>
                    <a:pt x="586740" y="198596"/>
                  </a:lnTo>
                  <a:lnTo>
                    <a:pt x="585311" y="199549"/>
                  </a:lnTo>
                  <a:lnTo>
                    <a:pt x="583406" y="200025"/>
                  </a:lnTo>
                  <a:lnTo>
                    <a:pt x="582454" y="197644"/>
                  </a:lnTo>
                  <a:lnTo>
                    <a:pt x="582454" y="196215"/>
                  </a:lnTo>
                  <a:lnTo>
                    <a:pt x="583406" y="193357"/>
                  </a:lnTo>
                  <a:lnTo>
                    <a:pt x="585311" y="189547"/>
                  </a:lnTo>
                  <a:lnTo>
                    <a:pt x="588169" y="184309"/>
                  </a:lnTo>
                  <a:lnTo>
                    <a:pt x="591503" y="182880"/>
                  </a:lnTo>
                  <a:lnTo>
                    <a:pt x="592931" y="182404"/>
                  </a:lnTo>
                  <a:lnTo>
                    <a:pt x="594360" y="182404"/>
                  </a:lnTo>
                  <a:lnTo>
                    <a:pt x="594360" y="182404"/>
                  </a:lnTo>
                  <a:lnTo>
                    <a:pt x="594836" y="180499"/>
                  </a:lnTo>
                  <a:lnTo>
                    <a:pt x="595789" y="175260"/>
                  </a:lnTo>
                  <a:lnTo>
                    <a:pt x="596742" y="173355"/>
                  </a:lnTo>
                  <a:lnTo>
                    <a:pt x="597694" y="172879"/>
                  </a:lnTo>
                  <a:lnTo>
                    <a:pt x="599123" y="169545"/>
                  </a:lnTo>
                  <a:lnTo>
                    <a:pt x="601504" y="164306"/>
                  </a:lnTo>
                  <a:lnTo>
                    <a:pt x="602933" y="161449"/>
                  </a:lnTo>
                  <a:lnTo>
                    <a:pt x="602456" y="155734"/>
                  </a:lnTo>
                  <a:lnTo>
                    <a:pt x="602933" y="151924"/>
                  </a:lnTo>
                  <a:lnTo>
                    <a:pt x="603409" y="150971"/>
                  </a:lnTo>
                  <a:lnTo>
                    <a:pt x="606743" y="149542"/>
                  </a:lnTo>
                  <a:lnTo>
                    <a:pt x="611505" y="145732"/>
                  </a:lnTo>
                  <a:lnTo>
                    <a:pt x="613410" y="141446"/>
                  </a:lnTo>
                  <a:lnTo>
                    <a:pt x="616268" y="138589"/>
                  </a:lnTo>
                  <a:lnTo>
                    <a:pt x="621506" y="136684"/>
                  </a:lnTo>
                  <a:lnTo>
                    <a:pt x="621030" y="136207"/>
                  </a:lnTo>
                  <a:lnTo>
                    <a:pt x="620554" y="136207"/>
                  </a:lnTo>
                  <a:lnTo>
                    <a:pt x="619125" y="136207"/>
                  </a:lnTo>
                  <a:lnTo>
                    <a:pt x="618649" y="136207"/>
                  </a:lnTo>
                  <a:lnTo>
                    <a:pt x="618173" y="134779"/>
                  </a:lnTo>
                  <a:lnTo>
                    <a:pt x="620078" y="131921"/>
                  </a:lnTo>
                  <a:lnTo>
                    <a:pt x="621506" y="129064"/>
                  </a:lnTo>
                  <a:lnTo>
                    <a:pt x="623411" y="127159"/>
                  </a:lnTo>
                  <a:lnTo>
                    <a:pt x="625317" y="125254"/>
                  </a:lnTo>
                  <a:lnTo>
                    <a:pt x="628174" y="121920"/>
                  </a:lnTo>
                  <a:lnTo>
                    <a:pt x="629603" y="121444"/>
                  </a:lnTo>
                  <a:lnTo>
                    <a:pt x="634842" y="116205"/>
                  </a:lnTo>
                  <a:lnTo>
                    <a:pt x="637223" y="114300"/>
                  </a:lnTo>
                  <a:lnTo>
                    <a:pt x="638652" y="113347"/>
                  </a:lnTo>
                  <a:lnTo>
                    <a:pt x="645319" y="108585"/>
                  </a:lnTo>
                  <a:lnTo>
                    <a:pt x="648177" y="106204"/>
                  </a:lnTo>
                  <a:lnTo>
                    <a:pt x="648177" y="105728"/>
                  </a:lnTo>
                  <a:close/>
                </a:path>
              </a:pathLst>
            </a:custGeom>
            <a:grpFill/>
            <a:ln w="317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5113DC6F-B542-4287-BBA9-1384D3C5254C}"/>
                </a:ext>
              </a:extLst>
            </p:cNvPr>
            <p:cNvSpPr/>
            <p:nvPr/>
          </p:nvSpPr>
          <p:spPr>
            <a:xfrm>
              <a:off x="922020" y="504348"/>
              <a:ext cx="3006089" cy="2297429"/>
            </a:xfrm>
            <a:custGeom>
              <a:avLst/>
              <a:gdLst>
                <a:gd name="connsiteX0" fmla="*/ 1525429 w 3006089"/>
                <a:gd name="connsiteY0" fmla="*/ 979170 h 2297429"/>
                <a:gd name="connsiteX1" fmla="*/ 1521619 w 3006089"/>
                <a:gd name="connsiteY1" fmla="*/ 973931 h 2297429"/>
                <a:gd name="connsiteX2" fmla="*/ 1508284 w 3006089"/>
                <a:gd name="connsiteY2" fmla="*/ 966311 h 2297429"/>
                <a:gd name="connsiteX3" fmla="*/ 1502093 w 3006089"/>
                <a:gd name="connsiteY3" fmla="*/ 963930 h 2297429"/>
                <a:gd name="connsiteX4" fmla="*/ 1498283 w 3006089"/>
                <a:gd name="connsiteY4" fmla="*/ 961549 h 2297429"/>
                <a:gd name="connsiteX5" fmla="*/ 1494473 w 3006089"/>
                <a:gd name="connsiteY5" fmla="*/ 957739 h 2297429"/>
                <a:gd name="connsiteX6" fmla="*/ 1489710 w 3006089"/>
                <a:gd name="connsiteY6" fmla="*/ 954405 h 2297429"/>
                <a:gd name="connsiteX7" fmla="*/ 1488281 w 3006089"/>
                <a:gd name="connsiteY7" fmla="*/ 953929 h 2297429"/>
                <a:gd name="connsiteX8" fmla="*/ 1487329 w 3006089"/>
                <a:gd name="connsiteY8" fmla="*/ 954405 h 2297429"/>
                <a:gd name="connsiteX9" fmla="*/ 1485900 w 3006089"/>
                <a:gd name="connsiteY9" fmla="*/ 956310 h 2297429"/>
                <a:gd name="connsiteX10" fmla="*/ 1483995 w 3006089"/>
                <a:gd name="connsiteY10" fmla="*/ 956786 h 2297429"/>
                <a:gd name="connsiteX11" fmla="*/ 1483043 w 3006089"/>
                <a:gd name="connsiteY11" fmla="*/ 955834 h 2297429"/>
                <a:gd name="connsiteX12" fmla="*/ 1482090 w 3006089"/>
                <a:gd name="connsiteY12" fmla="*/ 954405 h 2297429"/>
                <a:gd name="connsiteX13" fmla="*/ 1482566 w 3006089"/>
                <a:gd name="connsiteY13" fmla="*/ 953453 h 2297429"/>
                <a:gd name="connsiteX14" fmla="*/ 1484948 w 3006089"/>
                <a:gd name="connsiteY14" fmla="*/ 952500 h 2297429"/>
                <a:gd name="connsiteX15" fmla="*/ 1484948 w 3006089"/>
                <a:gd name="connsiteY15" fmla="*/ 951548 h 2297429"/>
                <a:gd name="connsiteX16" fmla="*/ 1483995 w 3006089"/>
                <a:gd name="connsiteY16" fmla="*/ 950119 h 2297429"/>
                <a:gd name="connsiteX17" fmla="*/ 1477327 w 3006089"/>
                <a:gd name="connsiteY17" fmla="*/ 946309 h 2297429"/>
                <a:gd name="connsiteX18" fmla="*/ 1474470 w 3006089"/>
                <a:gd name="connsiteY18" fmla="*/ 943928 h 2297429"/>
                <a:gd name="connsiteX19" fmla="*/ 1471136 w 3006089"/>
                <a:gd name="connsiteY19" fmla="*/ 942499 h 2297429"/>
                <a:gd name="connsiteX20" fmla="*/ 1467802 w 3006089"/>
                <a:gd name="connsiteY20" fmla="*/ 942499 h 2297429"/>
                <a:gd name="connsiteX21" fmla="*/ 1461135 w 3006089"/>
                <a:gd name="connsiteY21" fmla="*/ 943928 h 2297429"/>
                <a:gd name="connsiteX22" fmla="*/ 1456849 w 3006089"/>
                <a:gd name="connsiteY22" fmla="*/ 946309 h 2297429"/>
                <a:gd name="connsiteX23" fmla="*/ 1455420 w 3006089"/>
                <a:gd name="connsiteY23" fmla="*/ 947261 h 2297429"/>
                <a:gd name="connsiteX24" fmla="*/ 1454468 w 3006089"/>
                <a:gd name="connsiteY24" fmla="*/ 948690 h 2297429"/>
                <a:gd name="connsiteX25" fmla="*/ 1453515 w 3006089"/>
                <a:gd name="connsiteY25" fmla="*/ 952500 h 2297429"/>
                <a:gd name="connsiteX26" fmla="*/ 1453515 w 3006089"/>
                <a:gd name="connsiteY26" fmla="*/ 953929 h 2297429"/>
                <a:gd name="connsiteX27" fmla="*/ 1453991 w 3006089"/>
                <a:gd name="connsiteY27" fmla="*/ 956310 h 2297429"/>
                <a:gd name="connsiteX28" fmla="*/ 1458277 w 3006089"/>
                <a:gd name="connsiteY28" fmla="*/ 963454 h 2297429"/>
                <a:gd name="connsiteX29" fmla="*/ 1462564 w 3006089"/>
                <a:gd name="connsiteY29" fmla="*/ 966788 h 2297429"/>
                <a:gd name="connsiteX30" fmla="*/ 1458754 w 3006089"/>
                <a:gd name="connsiteY30" fmla="*/ 965835 h 2297429"/>
                <a:gd name="connsiteX31" fmla="*/ 1456373 w 3006089"/>
                <a:gd name="connsiteY31" fmla="*/ 964883 h 2297429"/>
                <a:gd name="connsiteX32" fmla="*/ 1450658 w 3006089"/>
                <a:gd name="connsiteY32" fmla="*/ 960120 h 2297429"/>
                <a:gd name="connsiteX33" fmla="*/ 1447800 w 3006089"/>
                <a:gd name="connsiteY33" fmla="*/ 959168 h 2297429"/>
                <a:gd name="connsiteX34" fmla="*/ 1445419 w 3006089"/>
                <a:gd name="connsiteY34" fmla="*/ 959644 h 2297429"/>
                <a:gd name="connsiteX35" fmla="*/ 1445419 w 3006089"/>
                <a:gd name="connsiteY35" fmla="*/ 961549 h 2297429"/>
                <a:gd name="connsiteX36" fmla="*/ 1445895 w 3006089"/>
                <a:gd name="connsiteY36" fmla="*/ 962501 h 2297429"/>
                <a:gd name="connsiteX37" fmla="*/ 1447324 w 3006089"/>
                <a:gd name="connsiteY37" fmla="*/ 964406 h 2297429"/>
                <a:gd name="connsiteX38" fmla="*/ 1448752 w 3006089"/>
                <a:gd name="connsiteY38" fmla="*/ 965359 h 2297429"/>
                <a:gd name="connsiteX39" fmla="*/ 1445895 w 3006089"/>
                <a:gd name="connsiteY39" fmla="*/ 965359 h 2297429"/>
                <a:gd name="connsiteX40" fmla="*/ 1444943 w 3006089"/>
                <a:gd name="connsiteY40" fmla="*/ 966311 h 2297429"/>
                <a:gd name="connsiteX41" fmla="*/ 1445895 w 3006089"/>
                <a:gd name="connsiteY41" fmla="*/ 968216 h 2297429"/>
                <a:gd name="connsiteX42" fmla="*/ 1448276 w 3006089"/>
                <a:gd name="connsiteY42" fmla="*/ 971074 h 2297429"/>
                <a:gd name="connsiteX43" fmla="*/ 1448752 w 3006089"/>
                <a:gd name="connsiteY43" fmla="*/ 972503 h 2297429"/>
                <a:gd name="connsiteX44" fmla="*/ 1448752 w 3006089"/>
                <a:gd name="connsiteY44" fmla="*/ 973455 h 2297429"/>
                <a:gd name="connsiteX45" fmla="*/ 1447324 w 3006089"/>
                <a:gd name="connsiteY45" fmla="*/ 974884 h 2297429"/>
                <a:gd name="connsiteX46" fmla="*/ 1439704 w 3006089"/>
                <a:gd name="connsiteY46" fmla="*/ 980123 h 2297429"/>
                <a:gd name="connsiteX47" fmla="*/ 1433513 w 3006089"/>
                <a:gd name="connsiteY47" fmla="*/ 982980 h 2297429"/>
                <a:gd name="connsiteX48" fmla="*/ 1427798 w 3006089"/>
                <a:gd name="connsiteY48" fmla="*/ 983933 h 2297429"/>
                <a:gd name="connsiteX49" fmla="*/ 1415415 w 3006089"/>
                <a:gd name="connsiteY49" fmla="*/ 984885 h 2297429"/>
                <a:gd name="connsiteX50" fmla="*/ 1413510 w 3006089"/>
                <a:gd name="connsiteY50" fmla="*/ 986790 h 2297429"/>
                <a:gd name="connsiteX51" fmla="*/ 1412081 w 3006089"/>
                <a:gd name="connsiteY51" fmla="*/ 989648 h 2297429"/>
                <a:gd name="connsiteX52" fmla="*/ 1412081 w 3006089"/>
                <a:gd name="connsiteY52" fmla="*/ 991076 h 2297429"/>
                <a:gd name="connsiteX53" fmla="*/ 1414463 w 3006089"/>
                <a:gd name="connsiteY53" fmla="*/ 995363 h 2297429"/>
                <a:gd name="connsiteX54" fmla="*/ 1416368 w 3006089"/>
                <a:gd name="connsiteY54" fmla="*/ 997744 h 2297429"/>
                <a:gd name="connsiteX55" fmla="*/ 1420654 w 3006089"/>
                <a:gd name="connsiteY55" fmla="*/ 1000125 h 2297429"/>
                <a:gd name="connsiteX56" fmla="*/ 1423035 w 3006089"/>
                <a:gd name="connsiteY56" fmla="*/ 1001078 h 2297429"/>
                <a:gd name="connsiteX57" fmla="*/ 1428750 w 3006089"/>
                <a:gd name="connsiteY57" fmla="*/ 1001078 h 2297429"/>
                <a:gd name="connsiteX58" fmla="*/ 1429226 w 3006089"/>
                <a:gd name="connsiteY58" fmla="*/ 1000125 h 2297429"/>
                <a:gd name="connsiteX59" fmla="*/ 1428750 w 3006089"/>
                <a:gd name="connsiteY59" fmla="*/ 998696 h 2297429"/>
                <a:gd name="connsiteX60" fmla="*/ 1430179 w 3006089"/>
                <a:gd name="connsiteY60" fmla="*/ 997744 h 2297429"/>
                <a:gd name="connsiteX61" fmla="*/ 1433513 w 3006089"/>
                <a:gd name="connsiteY61" fmla="*/ 996791 h 2297429"/>
                <a:gd name="connsiteX62" fmla="*/ 1435418 w 3006089"/>
                <a:gd name="connsiteY62" fmla="*/ 996791 h 2297429"/>
                <a:gd name="connsiteX63" fmla="*/ 1436370 w 3006089"/>
                <a:gd name="connsiteY63" fmla="*/ 997744 h 2297429"/>
                <a:gd name="connsiteX64" fmla="*/ 1436846 w 3006089"/>
                <a:gd name="connsiteY64" fmla="*/ 999173 h 2297429"/>
                <a:gd name="connsiteX65" fmla="*/ 1436846 w 3006089"/>
                <a:gd name="connsiteY65" fmla="*/ 1001078 h 2297429"/>
                <a:gd name="connsiteX66" fmla="*/ 1437799 w 3006089"/>
                <a:gd name="connsiteY66" fmla="*/ 1002506 h 2297429"/>
                <a:gd name="connsiteX67" fmla="*/ 1439704 w 3006089"/>
                <a:gd name="connsiteY67" fmla="*/ 1003935 h 2297429"/>
                <a:gd name="connsiteX68" fmla="*/ 1442085 w 3006089"/>
                <a:gd name="connsiteY68" fmla="*/ 1004888 h 2297429"/>
                <a:gd name="connsiteX69" fmla="*/ 1447800 w 3006089"/>
                <a:gd name="connsiteY69" fmla="*/ 1005364 h 2297429"/>
                <a:gd name="connsiteX70" fmla="*/ 1451610 w 3006089"/>
                <a:gd name="connsiteY70" fmla="*/ 1004411 h 2297429"/>
                <a:gd name="connsiteX71" fmla="*/ 1453515 w 3006089"/>
                <a:gd name="connsiteY71" fmla="*/ 1002983 h 2297429"/>
                <a:gd name="connsiteX72" fmla="*/ 1455420 w 3006089"/>
                <a:gd name="connsiteY72" fmla="*/ 1002983 h 2297429"/>
                <a:gd name="connsiteX73" fmla="*/ 1456373 w 3006089"/>
                <a:gd name="connsiteY73" fmla="*/ 1003459 h 2297429"/>
                <a:gd name="connsiteX74" fmla="*/ 1456849 w 3006089"/>
                <a:gd name="connsiteY74" fmla="*/ 1004888 h 2297429"/>
                <a:gd name="connsiteX75" fmla="*/ 1457325 w 3006089"/>
                <a:gd name="connsiteY75" fmla="*/ 1006793 h 2297429"/>
                <a:gd name="connsiteX76" fmla="*/ 1457801 w 3006089"/>
                <a:gd name="connsiteY76" fmla="*/ 1008221 h 2297429"/>
                <a:gd name="connsiteX77" fmla="*/ 1458754 w 3006089"/>
                <a:gd name="connsiteY77" fmla="*/ 1008698 h 2297429"/>
                <a:gd name="connsiteX78" fmla="*/ 1470660 w 3006089"/>
                <a:gd name="connsiteY78" fmla="*/ 1012508 h 2297429"/>
                <a:gd name="connsiteX79" fmla="*/ 1476851 w 3006089"/>
                <a:gd name="connsiteY79" fmla="*/ 1015365 h 2297429"/>
                <a:gd name="connsiteX80" fmla="*/ 1484948 w 3006089"/>
                <a:gd name="connsiteY80" fmla="*/ 1020128 h 2297429"/>
                <a:gd name="connsiteX81" fmla="*/ 1492091 w 3006089"/>
                <a:gd name="connsiteY81" fmla="*/ 1021080 h 2297429"/>
                <a:gd name="connsiteX82" fmla="*/ 1500664 w 3006089"/>
                <a:gd name="connsiteY82" fmla="*/ 1020604 h 2297429"/>
                <a:gd name="connsiteX83" fmla="*/ 1514475 w 3006089"/>
                <a:gd name="connsiteY83" fmla="*/ 1025366 h 2297429"/>
                <a:gd name="connsiteX84" fmla="*/ 1521143 w 3006089"/>
                <a:gd name="connsiteY84" fmla="*/ 1024890 h 2297429"/>
                <a:gd name="connsiteX85" fmla="*/ 1525905 w 3006089"/>
                <a:gd name="connsiteY85" fmla="*/ 1022509 h 2297429"/>
                <a:gd name="connsiteX86" fmla="*/ 1534001 w 3006089"/>
                <a:gd name="connsiteY86" fmla="*/ 1016794 h 2297429"/>
                <a:gd name="connsiteX87" fmla="*/ 1538287 w 3006089"/>
                <a:gd name="connsiteY87" fmla="*/ 1015841 h 2297429"/>
                <a:gd name="connsiteX88" fmla="*/ 1541621 w 3006089"/>
                <a:gd name="connsiteY88" fmla="*/ 1012508 h 2297429"/>
                <a:gd name="connsiteX89" fmla="*/ 1545431 w 3006089"/>
                <a:gd name="connsiteY89" fmla="*/ 1009650 h 2297429"/>
                <a:gd name="connsiteX90" fmla="*/ 1547812 w 3006089"/>
                <a:gd name="connsiteY90" fmla="*/ 1009174 h 2297429"/>
                <a:gd name="connsiteX91" fmla="*/ 1553051 w 3006089"/>
                <a:gd name="connsiteY91" fmla="*/ 1009174 h 2297429"/>
                <a:gd name="connsiteX92" fmla="*/ 1556861 w 3006089"/>
                <a:gd name="connsiteY92" fmla="*/ 1007269 h 2297429"/>
                <a:gd name="connsiteX93" fmla="*/ 1559243 w 3006089"/>
                <a:gd name="connsiteY93" fmla="*/ 1005840 h 2297429"/>
                <a:gd name="connsiteX94" fmla="*/ 1560195 w 3006089"/>
                <a:gd name="connsiteY94" fmla="*/ 1004411 h 2297429"/>
                <a:gd name="connsiteX95" fmla="*/ 1558290 w 3006089"/>
                <a:gd name="connsiteY95" fmla="*/ 1001554 h 2297429"/>
                <a:gd name="connsiteX96" fmla="*/ 1556385 w 3006089"/>
                <a:gd name="connsiteY96" fmla="*/ 1000601 h 2297429"/>
                <a:gd name="connsiteX97" fmla="*/ 1554004 w 3006089"/>
                <a:gd name="connsiteY97" fmla="*/ 1001078 h 2297429"/>
                <a:gd name="connsiteX98" fmla="*/ 1548765 w 3006089"/>
                <a:gd name="connsiteY98" fmla="*/ 1003935 h 2297429"/>
                <a:gd name="connsiteX99" fmla="*/ 1543050 w 3006089"/>
                <a:gd name="connsiteY99" fmla="*/ 1000125 h 2297429"/>
                <a:gd name="connsiteX100" fmla="*/ 1539716 w 3006089"/>
                <a:gd name="connsiteY100" fmla="*/ 996791 h 2297429"/>
                <a:gd name="connsiteX101" fmla="*/ 1536383 w 3006089"/>
                <a:gd name="connsiteY101" fmla="*/ 992505 h 2297429"/>
                <a:gd name="connsiteX102" fmla="*/ 1532573 w 3006089"/>
                <a:gd name="connsiteY102" fmla="*/ 986314 h 2297429"/>
                <a:gd name="connsiteX103" fmla="*/ 1525429 w 3006089"/>
                <a:gd name="connsiteY103" fmla="*/ 979170 h 2297429"/>
                <a:gd name="connsiteX104" fmla="*/ 1509713 w 3006089"/>
                <a:gd name="connsiteY104" fmla="*/ 789146 h 2297429"/>
                <a:gd name="connsiteX105" fmla="*/ 1513523 w 3006089"/>
                <a:gd name="connsiteY105" fmla="*/ 785813 h 2297429"/>
                <a:gd name="connsiteX106" fmla="*/ 1514951 w 3006089"/>
                <a:gd name="connsiteY106" fmla="*/ 782955 h 2297429"/>
                <a:gd name="connsiteX107" fmla="*/ 1515904 w 3006089"/>
                <a:gd name="connsiteY107" fmla="*/ 779621 h 2297429"/>
                <a:gd name="connsiteX108" fmla="*/ 1515904 w 3006089"/>
                <a:gd name="connsiteY108" fmla="*/ 775335 h 2297429"/>
                <a:gd name="connsiteX109" fmla="*/ 1514475 w 3006089"/>
                <a:gd name="connsiteY109" fmla="*/ 770573 h 2297429"/>
                <a:gd name="connsiteX110" fmla="*/ 1512570 w 3006089"/>
                <a:gd name="connsiteY110" fmla="*/ 766286 h 2297429"/>
                <a:gd name="connsiteX111" fmla="*/ 1510665 w 3006089"/>
                <a:gd name="connsiteY111" fmla="*/ 765334 h 2297429"/>
                <a:gd name="connsiteX112" fmla="*/ 1507808 w 3006089"/>
                <a:gd name="connsiteY112" fmla="*/ 765334 h 2297429"/>
                <a:gd name="connsiteX113" fmla="*/ 1502093 w 3006089"/>
                <a:gd name="connsiteY113" fmla="*/ 767239 h 2297429"/>
                <a:gd name="connsiteX114" fmla="*/ 1495901 w 3006089"/>
                <a:gd name="connsiteY114" fmla="*/ 770573 h 2297429"/>
                <a:gd name="connsiteX115" fmla="*/ 1493520 w 3006089"/>
                <a:gd name="connsiteY115" fmla="*/ 771049 h 2297429"/>
                <a:gd name="connsiteX116" fmla="*/ 1492568 w 3006089"/>
                <a:gd name="connsiteY116" fmla="*/ 770096 h 2297429"/>
                <a:gd name="connsiteX117" fmla="*/ 1493044 w 3006089"/>
                <a:gd name="connsiteY117" fmla="*/ 768191 h 2297429"/>
                <a:gd name="connsiteX118" fmla="*/ 1495425 w 3006089"/>
                <a:gd name="connsiteY118" fmla="*/ 765334 h 2297429"/>
                <a:gd name="connsiteX119" fmla="*/ 1494949 w 3006089"/>
                <a:gd name="connsiteY119" fmla="*/ 762476 h 2297429"/>
                <a:gd name="connsiteX120" fmla="*/ 1489710 w 3006089"/>
                <a:gd name="connsiteY120" fmla="*/ 757714 h 2297429"/>
                <a:gd name="connsiteX121" fmla="*/ 1484948 w 3006089"/>
                <a:gd name="connsiteY121" fmla="*/ 755809 h 2297429"/>
                <a:gd name="connsiteX122" fmla="*/ 1484948 w 3006089"/>
                <a:gd name="connsiteY122" fmla="*/ 754856 h 2297429"/>
                <a:gd name="connsiteX123" fmla="*/ 1486852 w 3006089"/>
                <a:gd name="connsiteY123" fmla="*/ 753428 h 2297429"/>
                <a:gd name="connsiteX124" fmla="*/ 1487329 w 3006089"/>
                <a:gd name="connsiteY124" fmla="*/ 751999 h 2297429"/>
                <a:gd name="connsiteX125" fmla="*/ 1486376 w 3006089"/>
                <a:gd name="connsiteY125" fmla="*/ 750570 h 2297429"/>
                <a:gd name="connsiteX126" fmla="*/ 1481614 w 3006089"/>
                <a:gd name="connsiteY126" fmla="*/ 747236 h 2297429"/>
                <a:gd name="connsiteX127" fmla="*/ 1476375 w 3006089"/>
                <a:gd name="connsiteY127" fmla="*/ 744855 h 2297429"/>
                <a:gd name="connsiteX128" fmla="*/ 1473518 w 3006089"/>
                <a:gd name="connsiteY128" fmla="*/ 744379 h 2297429"/>
                <a:gd name="connsiteX129" fmla="*/ 1466374 w 3006089"/>
                <a:gd name="connsiteY129" fmla="*/ 744379 h 2297429"/>
                <a:gd name="connsiteX130" fmla="*/ 1462088 w 3006089"/>
                <a:gd name="connsiteY130" fmla="*/ 745331 h 2297429"/>
                <a:gd name="connsiteX131" fmla="*/ 1457801 w 3006089"/>
                <a:gd name="connsiteY131" fmla="*/ 747236 h 2297429"/>
                <a:gd name="connsiteX132" fmla="*/ 1451610 w 3006089"/>
                <a:gd name="connsiteY132" fmla="*/ 751046 h 2297429"/>
                <a:gd name="connsiteX133" fmla="*/ 1449705 w 3006089"/>
                <a:gd name="connsiteY133" fmla="*/ 750570 h 2297429"/>
                <a:gd name="connsiteX134" fmla="*/ 1449229 w 3006089"/>
                <a:gd name="connsiteY134" fmla="*/ 749618 h 2297429"/>
                <a:gd name="connsiteX135" fmla="*/ 1449229 w 3006089"/>
                <a:gd name="connsiteY135" fmla="*/ 746760 h 2297429"/>
                <a:gd name="connsiteX136" fmla="*/ 1449705 w 3006089"/>
                <a:gd name="connsiteY136" fmla="*/ 745331 h 2297429"/>
                <a:gd name="connsiteX137" fmla="*/ 1451134 w 3006089"/>
                <a:gd name="connsiteY137" fmla="*/ 743903 h 2297429"/>
                <a:gd name="connsiteX138" fmla="*/ 1457801 w 3006089"/>
                <a:gd name="connsiteY138" fmla="*/ 739140 h 2297429"/>
                <a:gd name="connsiteX139" fmla="*/ 1470660 w 3006089"/>
                <a:gd name="connsiteY139" fmla="*/ 728186 h 2297429"/>
                <a:gd name="connsiteX140" fmla="*/ 1481138 w 3006089"/>
                <a:gd name="connsiteY140" fmla="*/ 724853 h 2297429"/>
                <a:gd name="connsiteX141" fmla="*/ 1488281 w 3006089"/>
                <a:gd name="connsiteY141" fmla="*/ 721519 h 2297429"/>
                <a:gd name="connsiteX142" fmla="*/ 1489710 w 3006089"/>
                <a:gd name="connsiteY142" fmla="*/ 719138 h 2297429"/>
                <a:gd name="connsiteX143" fmla="*/ 1487805 w 3006089"/>
                <a:gd name="connsiteY143" fmla="*/ 716756 h 2297429"/>
                <a:gd name="connsiteX144" fmla="*/ 1485424 w 3006089"/>
                <a:gd name="connsiteY144" fmla="*/ 715328 h 2297429"/>
                <a:gd name="connsiteX145" fmla="*/ 1481138 w 3006089"/>
                <a:gd name="connsiteY145" fmla="*/ 714851 h 2297429"/>
                <a:gd name="connsiteX146" fmla="*/ 1479233 w 3006089"/>
                <a:gd name="connsiteY146" fmla="*/ 715804 h 2297429"/>
                <a:gd name="connsiteX147" fmla="*/ 1477327 w 3006089"/>
                <a:gd name="connsiteY147" fmla="*/ 715804 h 2297429"/>
                <a:gd name="connsiteX148" fmla="*/ 1476375 w 3006089"/>
                <a:gd name="connsiteY148" fmla="*/ 715328 h 2297429"/>
                <a:gd name="connsiteX149" fmla="*/ 1475899 w 3006089"/>
                <a:gd name="connsiteY149" fmla="*/ 713899 h 2297429"/>
                <a:gd name="connsiteX150" fmla="*/ 1476851 w 3006089"/>
                <a:gd name="connsiteY150" fmla="*/ 711518 h 2297429"/>
                <a:gd name="connsiteX151" fmla="*/ 1480661 w 3006089"/>
                <a:gd name="connsiteY151" fmla="*/ 711994 h 2297429"/>
                <a:gd name="connsiteX152" fmla="*/ 1483995 w 3006089"/>
                <a:gd name="connsiteY152" fmla="*/ 709613 h 2297429"/>
                <a:gd name="connsiteX153" fmla="*/ 1487805 w 3006089"/>
                <a:gd name="connsiteY153" fmla="*/ 709136 h 2297429"/>
                <a:gd name="connsiteX154" fmla="*/ 1492091 w 3006089"/>
                <a:gd name="connsiteY154" fmla="*/ 707708 h 2297429"/>
                <a:gd name="connsiteX155" fmla="*/ 1493996 w 3006089"/>
                <a:gd name="connsiteY155" fmla="*/ 706279 h 2297429"/>
                <a:gd name="connsiteX156" fmla="*/ 1497330 w 3006089"/>
                <a:gd name="connsiteY156" fmla="*/ 702945 h 2297429"/>
                <a:gd name="connsiteX157" fmla="*/ 1497330 w 3006089"/>
                <a:gd name="connsiteY157" fmla="*/ 702469 h 2297429"/>
                <a:gd name="connsiteX158" fmla="*/ 1496854 w 3006089"/>
                <a:gd name="connsiteY158" fmla="*/ 700564 h 2297429"/>
                <a:gd name="connsiteX159" fmla="*/ 1493520 w 3006089"/>
                <a:gd name="connsiteY159" fmla="*/ 694849 h 2297429"/>
                <a:gd name="connsiteX160" fmla="*/ 1491615 w 3006089"/>
                <a:gd name="connsiteY160" fmla="*/ 692468 h 2297429"/>
                <a:gd name="connsiteX161" fmla="*/ 1489710 w 3006089"/>
                <a:gd name="connsiteY161" fmla="*/ 691039 h 2297429"/>
                <a:gd name="connsiteX162" fmla="*/ 1486376 w 3006089"/>
                <a:gd name="connsiteY162" fmla="*/ 689610 h 2297429"/>
                <a:gd name="connsiteX163" fmla="*/ 1477804 w 3006089"/>
                <a:gd name="connsiteY163" fmla="*/ 687705 h 2297429"/>
                <a:gd name="connsiteX164" fmla="*/ 1474946 w 3006089"/>
                <a:gd name="connsiteY164" fmla="*/ 687705 h 2297429"/>
                <a:gd name="connsiteX165" fmla="*/ 1469231 w 3006089"/>
                <a:gd name="connsiteY165" fmla="*/ 688181 h 2297429"/>
                <a:gd name="connsiteX166" fmla="*/ 1465898 w 3006089"/>
                <a:gd name="connsiteY166" fmla="*/ 689134 h 2297429"/>
                <a:gd name="connsiteX167" fmla="*/ 1458277 w 3006089"/>
                <a:gd name="connsiteY167" fmla="*/ 692468 h 2297429"/>
                <a:gd name="connsiteX168" fmla="*/ 1445895 w 3006089"/>
                <a:gd name="connsiteY168" fmla="*/ 694373 h 2297429"/>
                <a:gd name="connsiteX169" fmla="*/ 1436846 w 3006089"/>
                <a:gd name="connsiteY169" fmla="*/ 696278 h 2297429"/>
                <a:gd name="connsiteX170" fmla="*/ 1428274 w 3006089"/>
                <a:gd name="connsiteY170" fmla="*/ 697230 h 2297429"/>
                <a:gd name="connsiteX171" fmla="*/ 1424464 w 3006089"/>
                <a:gd name="connsiteY171" fmla="*/ 698183 h 2297429"/>
                <a:gd name="connsiteX172" fmla="*/ 1395889 w 3006089"/>
                <a:gd name="connsiteY172" fmla="*/ 683895 h 2297429"/>
                <a:gd name="connsiteX173" fmla="*/ 1391126 w 3006089"/>
                <a:gd name="connsiteY173" fmla="*/ 684848 h 2297429"/>
                <a:gd name="connsiteX174" fmla="*/ 1388269 w 3006089"/>
                <a:gd name="connsiteY174" fmla="*/ 687705 h 2297429"/>
                <a:gd name="connsiteX175" fmla="*/ 1388269 w 3006089"/>
                <a:gd name="connsiteY175" fmla="*/ 688658 h 2297429"/>
                <a:gd name="connsiteX176" fmla="*/ 1390650 w 3006089"/>
                <a:gd name="connsiteY176" fmla="*/ 690563 h 2297429"/>
                <a:gd name="connsiteX177" fmla="*/ 1394460 w 3006089"/>
                <a:gd name="connsiteY177" fmla="*/ 690563 h 2297429"/>
                <a:gd name="connsiteX178" fmla="*/ 1397794 w 3006089"/>
                <a:gd name="connsiteY178" fmla="*/ 689610 h 2297429"/>
                <a:gd name="connsiteX179" fmla="*/ 1398746 w 3006089"/>
                <a:gd name="connsiteY179" fmla="*/ 690086 h 2297429"/>
                <a:gd name="connsiteX180" fmla="*/ 1395889 w 3006089"/>
                <a:gd name="connsiteY180" fmla="*/ 693420 h 2297429"/>
                <a:gd name="connsiteX181" fmla="*/ 1389221 w 3006089"/>
                <a:gd name="connsiteY181" fmla="*/ 692944 h 2297429"/>
                <a:gd name="connsiteX182" fmla="*/ 1378744 w 3006089"/>
                <a:gd name="connsiteY182" fmla="*/ 690086 h 2297429"/>
                <a:gd name="connsiteX183" fmla="*/ 1363980 w 3006089"/>
                <a:gd name="connsiteY183" fmla="*/ 692468 h 2297429"/>
                <a:gd name="connsiteX184" fmla="*/ 1362551 w 3006089"/>
                <a:gd name="connsiteY184" fmla="*/ 693420 h 2297429"/>
                <a:gd name="connsiteX185" fmla="*/ 1361599 w 3006089"/>
                <a:gd name="connsiteY185" fmla="*/ 695325 h 2297429"/>
                <a:gd name="connsiteX186" fmla="*/ 1361599 w 3006089"/>
                <a:gd name="connsiteY186" fmla="*/ 697706 h 2297429"/>
                <a:gd name="connsiteX187" fmla="*/ 1362551 w 3006089"/>
                <a:gd name="connsiteY187" fmla="*/ 700088 h 2297429"/>
                <a:gd name="connsiteX188" fmla="*/ 1364456 w 3006089"/>
                <a:gd name="connsiteY188" fmla="*/ 702469 h 2297429"/>
                <a:gd name="connsiteX189" fmla="*/ 1368266 w 3006089"/>
                <a:gd name="connsiteY189" fmla="*/ 705326 h 2297429"/>
                <a:gd name="connsiteX190" fmla="*/ 1372552 w 3006089"/>
                <a:gd name="connsiteY190" fmla="*/ 706755 h 2297429"/>
                <a:gd name="connsiteX191" fmla="*/ 1374458 w 3006089"/>
                <a:gd name="connsiteY191" fmla="*/ 707708 h 2297429"/>
                <a:gd name="connsiteX192" fmla="*/ 1376839 w 3006089"/>
                <a:gd name="connsiteY192" fmla="*/ 711994 h 2297429"/>
                <a:gd name="connsiteX193" fmla="*/ 1377791 w 3006089"/>
                <a:gd name="connsiteY193" fmla="*/ 714851 h 2297429"/>
                <a:gd name="connsiteX194" fmla="*/ 1377315 w 3006089"/>
                <a:gd name="connsiteY194" fmla="*/ 715804 h 2297429"/>
                <a:gd name="connsiteX195" fmla="*/ 1372076 w 3006089"/>
                <a:gd name="connsiteY195" fmla="*/ 712946 h 2297429"/>
                <a:gd name="connsiteX196" fmla="*/ 1365885 w 3006089"/>
                <a:gd name="connsiteY196" fmla="*/ 707708 h 2297429"/>
                <a:gd name="connsiteX197" fmla="*/ 1361599 w 3006089"/>
                <a:gd name="connsiteY197" fmla="*/ 705803 h 2297429"/>
                <a:gd name="connsiteX198" fmla="*/ 1356836 w 3006089"/>
                <a:gd name="connsiteY198" fmla="*/ 706279 h 2297429"/>
                <a:gd name="connsiteX199" fmla="*/ 1349693 w 3006089"/>
                <a:gd name="connsiteY199" fmla="*/ 707708 h 2297429"/>
                <a:gd name="connsiteX200" fmla="*/ 1344930 w 3006089"/>
                <a:gd name="connsiteY200" fmla="*/ 710089 h 2297429"/>
                <a:gd name="connsiteX201" fmla="*/ 1343025 w 3006089"/>
                <a:gd name="connsiteY201" fmla="*/ 711994 h 2297429"/>
                <a:gd name="connsiteX202" fmla="*/ 1343025 w 3006089"/>
                <a:gd name="connsiteY202" fmla="*/ 713423 h 2297429"/>
                <a:gd name="connsiteX203" fmla="*/ 1344454 w 3006089"/>
                <a:gd name="connsiteY203" fmla="*/ 716280 h 2297429"/>
                <a:gd name="connsiteX204" fmla="*/ 1345406 w 3006089"/>
                <a:gd name="connsiteY204" fmla="*/ 717233 h 2297429"/>
                <a:gd name="connsiteX205" fmla="*/ 1364456 w 3006089"/>
                <a:gd name="connsiteY205" fmla="*/ 727234 h 2297429"/>
                <a:gd name="connsiteX206" fmla="*/ 1369219 w 3006089"/>
                <a:gd name="connsiteY206" fmla="*/ 727234 h 2297429"/>
                <a:gd name="connsiteX207" fmla="*/ 1374934 w 3006089"/>
                <a:gd name="connsiteY207" fmla="*/ 725805 h 2297429"/>
                <a:gd name="connsiteX208" fmla="*/ 1377791 w 3006089"/>
                <a:gd name="connsiteY208" fmla="*/ 724853 h 2297429"/>
                <a:gd name="connsiteX209" fmla="*/ 1382077 w 3006089"/>
                <a:gd name="connsiteY209" fmla="*/ 721995 h 2297429"/>
                <a:gd name="connsiteX210" fmla="*/ 1385888 w 3006089"/>
                <a:gd name="connsiteY210" fmla="*/ 723424 h 2297429"/>
                <a:gd name="connsiteX211" fmla="*/ 1394460 w 3006089"/>
                <a:gd name="connsiteY211" fmla="*/ 730091 h 2297429"/>
                <a:gd name="connsiteX212" fmla="*/ 1400651 w 3006089"/>
                <a:gd name="connsiteY212" fmla="*/ 731996 h 2297429"/>
                <a:gd name="connsiteX213" fmla="*/ 1395889 w 3006089"/>
                <a:gd name="connsiteY213" fmla="*/ 732949 h 2297429"/>
                <a:gd name="connsiteX214" fmla="*/ 1392555 w 3006089"/>
                <a:gd name="connsiteY214" fmla="*/ 732473 h 2297429"/>
                <a:gd name="connsiteX215" fmla="*/ 1387316 w 3006089"/>
                <a:gd name="connsiteY215" fmla="*/ 729615 h 2297429"/>
                <a:gd name="connsiteX216" fmla="*/ 1383506 w 3006089"/>
                <a:gd name="connsiteY216" fmla="*/ 729139 h 2297429"/>
                <a:gd name="connsiteX217" fmla="*/ 1380173 w 3006089"/>
                <a:gd name="connsiteY217" fmla="*/ 729615 h 2297429"/>
                <a:gd name="connsiteX218" fmla="*/ 1378268 w 3006089"/>
                <a:gd name="connsiteY218" fmla="*/ 731044 h 2297429"/>
                <a:gd name="connsiteX219" fmla="*/ 1376839 w 3006089"/>
                <a:gd name="connsiteY219" fmla="*/ 733425 h 2297429"/>
                <a:gd name="connsiteX220" fmla="*/ 1376363 w 3006089"/>
                <a:gd name="connsiteY220" fmla="*/ 735806 h 2297429"/>
                <a:gd name="connsiteX221" fmla="*/ 1376839 w 3006089"/>
                <a:gd name="connsiteY221" fmla="*/ 737235 h 2297429"/>
                <a:gd name="connsiteX222" fmla="*/ 1379696 w 3006089"/>
                <a:gd name="connsiteY222" fmla="*/ 738188 h 2297429"/>
                <a:gd name="connsiteX223" fmla="*/ 1383506 w 3006089"/>
                <a:gd name="connsiteY223" fmla="*/ 737711 h 2297429"/>
                <a:gd name="connsiteX224" fmla="*/ 1385411 w 3006089"/>
                <a:gd name="connsiteY224" fmla="*/ 738188 h 2297429"/>
                <a:gd name="connsiteX225" fmla="*/ 1386840 w 3006089"/>
                <a:gd name="connsiteY225" fmla="*/ 739616 h 2297429"/>
                <a:gd name="connsiteX226" fmla="*/ 1388745 w 3006089"/>
                <a:gd name="connsiteY226" fmla="*/ 741998 h 2297429"/>
                <a:gd name="connsiteX227" fmla="*/ 1391602 w 3006089"/>
                <a:gd name="connsiteY227" fmla="*/ 748189 h 2297429"/>
                <a:gd name="connsiteX228" fmla="*/ 1391602 w 3006089"/>
                <a:gd name="connsiteY228" fmla="*/ 749141 h 2297429"/>
                <a:gd name="connsiteX229" fmla="*/ 1390174 w 3006089"/>
                <a:gd name="connsiteY229" fmla="*/ 751523 h 2297429"/>
                <a:gd name="connsiteX230" fmla="*/ 1388269 w 3006089"/>
                <a:gd name="connsiteY230" fmla="*/ 752475 h 2297429"/>
                <a:gd name="connsiteX231" fmla="*/ 1386840 w 3006089"/>
                <a:gd name="connsiteY231" fmla="*/ 751999 h 2297429"/>
                <a:gd name="connsiteX232" fmla="*/ 1382077 w 3006089"/>
                <a:gd name="connsiteY232" fmla="*/ 746760 h 2297429"/>
                <a:gd name="connsiteX233" fmla="*/ 1381125 w 3006089"/>
                <a:gd name="connsiteY233" fmla="*/ 746760 h 2297429"/>
                <a:gd name="connsiteX234" fmla="*/ 1379696 w 3006089"/>
                <a:gd name="connsiteY234" fmla="*/ 757714 h 2297429"/>
                <a:gd name="connsiteX235" fmla="*/ 1378744 w 3006089"/>
                <a:gd name="connsiteY235" fmla="*/ 759619 h 2297429"/>
                <a:gd name="connsiteX236" fmla="*/ 1378268 w 3006089"/>
                <a:gd name="connsiteY236" fmla="*/ 760095 h 2297429"/>
                <a:gd name="connsiteX237" fmla="*/ 1364456 w 3006089"/>
                <a:gd name="connsiteY237" fmla="*/ 762953 h 2297429"/>
                <a:gd name="connsiteX238" fmla="*/ 1357789 w 3006089"/>
                <a:gd name="connsiteY238" fmla="*/ 763905 h 2297429"/>
                <a:gd name="connsiteX239" fmla="*/ 1351598 w 3006089"/>
                <a:gd name="connsiteY239" fmla="*/ 763429 h 2297429"/>
                <a:gd name="connsiteX240" fmla="*/ 1348740 w 3006089"/>
                <a:gd name="connsiteY240" fmla="*/ 762000 h 2297429"/>
                <a:gd name="connsiteX241" fmla="*/ 1345883 w 3006089"/>
                <a:gd name="connsiteY241" fmla="*/ 757238 h 2297429"/>
                <a:gd name="connsiteX242" fmla="*/ 1342073 w 3006089"/>
                <a:gd name="connsiteY242" fmla="*/ 753428 h 2297429"/>
                <a:gd name="connsiteX243" fmla="*/ 1340168 w 3006089"/>
                <a:gd name="connsiteY243" fmla="*/ 752951 h 2297429"/>
                <a:gd name="connsiteX244" fmla="*/ 1335405 w 3006089"/>
                <a:gd name="connsiteY244" fmla="*/ 751046 h 2297429"/>
                <a:gd name="connsiteX245" fmla="*/ 1333976 w 3006089"/>
                <a:gd name="connsiteY245" fmla="*/ 749141 h 2297429"/>
                <a:gd name="connsiteX246" fmla="*/ 1332548 w 3006089"/>
                <a:gd name="connsiteY246" fmla="*/ 746284 h 2297429"/>
                <a:gd name="connsiteX247" fmla="*/ 1329690 w 3006089"/>
                <a:gd name="connsiteY247" fmla="*/ 743903 h 2297429"/>
                <a:gd name="connsiteX248" fmla="*/ 1326356 w 3006089"/>
                <a:gd name="connsiteY248" fmla="*/ 742950 h 2297429"/>
                <a:gd name="connsiteX249" fmla="*/ 1320165 w 3006089"/>
                <a:gd name="connsiteY249" fmla="*/ 742474 h 2297429"/>
                <a:gd name="connsiteX250" fmla="*/ 1315879 w 3006089"/>
                <a:gd name="connsiteY250" fmla="*/ 743426 h 2297429"/>
                <a:gd name="connsiteX251" fmla="*/ 1310164 w 3006089"/>
                <a:gd name="connsiteY251" fmla="*/ 747236 h 2297429"/>
                <a:gd name="connsiteX252" fmla="*/ 1308735 w 3006089"/>
                <a:gd name="connsiteY252" fmla="*/ 749141 h 2297429"/>
                <a:gd name="connsiteX253" fmla="*/ 1305877 w 3006089"/>
                <a:gd name="connsiteY253" fmla="*/ 753428 h 2297429"/>
                <a:gd name="connsiteX254" fmla="*/ 1303973 w 3006089"/>
                <a:gd name="connsiteY254" fmla="*/ 757714 h 2297429"/>
                <a:gd name="connsiteX255" fmla="*/ 1303020 w 3006089"/>
                <a:gd name="connsiteY255" fmla="*/ 761524 h 2297429"/>
                <a:gd name="connsiteX256" fmla="*/ 1303020 w 3006089"/>
                <a:gd name="connsiteY256" fmla="*/ 762476 h 2297429"/>
                <a:gd name="connsiteX257" fmla="*/ 1304925 w 3006089"/>
                <a:gd name="connsiteY257" fmla="*/ 765334 h 2297429"/>
                <a:gd name="connsiteX258" fmla="*/ 1313498 w 3006089"/>
                <a:gd name="connsiteY258" fmla="*/ 773430 h 2297429"/>
                <a:gd name="connsiteX259" fmla="*/ 1328261 w 3006089"/>
                <a:gd name="connsiteY259" fmla="*/ 780574 h 2297429"/>
                <a:gd name="connsiteX260" fmla="*/ 1330643 w 3006089"/>
                <a:gd name="connsiteY260" fmla="*/ 783908 h 2297429"/>
                <a:gd name="connsiteX261" fmla="*/ 1333024 w 3006089"/>
                <a:gd name="connsiteY261" fmla="*/ 785336 h 2297429"/>
                <a:gd name="connsiteX262" fmla="*/ 1333976 w 3006089"/>
                <a:gd name="connsiteY262" fmla="*/ 786765 h 2297429"/>
                <a:gd name="connsiteX263" fmla="*/ 1334929 w 3006089"/>
                <a:gd name="connsiteY263" fmla="*/ 789623 h 2297429"/>
                <a:gd name="connsiteX264" fmla="*/ 1336834 w 3006089"/>
                <a:gd name="connsiteY264" fmla="*/ 791051 h 2297429"/>
                <a:gd name="connsiteX265" fmla="*/ 1344454 w 3006089"/>
                <a:gd name="connsiteY265" fmla="*/ 793433 h 2297429"/>
                <a:gd name="connsiteX266" fmla="*/ 1350645 w 3006089"/>
                <a:gd name="connsiteY266" fmla="*/ 791051 h 2297429"/>
                <a:gd name="connsiteX267" fmla="*/ 1353026 w 3006089"/>
                <a:gd name="connsiteY267" fmla="*/ 790575 h 2297429"/>
                <a:gd name="connsiteX268" fmla="*/ 1354455 w 3006089"/>
                <a:gd name="connsiteY268" fmla="*/ 791051 h 2297429"/>
                <a:gd name="connsiteX269" fmla="*/ 1358265 w 3006089"/>
                <a:gd name="connsiteY269" fmla="*/ 793433 h 2297429"/>
                <a:gd name="connsiteX270" fmla="*/ 1360646 w 3006089"/>
                <a:gd name="connsiteY270" fmla="*/ 796766 h 2297429"/>
                <a:gd name="connsiteX271" fmla="*/ 1362075 w 3006089"/>
                <a:gd name="connsiteY271" fmla="*/ 797719 h 2297429"/>
                <a:gd name="connsiteX272" fmla="*/ 1368266 w 3006089"/>
                <a:gd name="connsiteY272" fmla="*/ 798195 h 2297429"/>
                <a:gd name="connsiteX273" fmla="*/ 1371600 w 3006089"/>
                <a:gd name="connsiteY273" fmla="*/ 799148 h 2297429"/>
                <a:gd name="connsiteX274" fmla="*/ 1375410 w 3006089"/>
                <a:gd name="connsiteY274" fmla="*/ 801053 h 2297429"/>
                <a:gd name="connsiteX275" fmla="*/ 1384459 w 3006089"/>
                <a:gd name="connsiteY275" fmla="*/ 810578 h 2297429"/>
                <a:gd name="connsiteX276" fmla="*/ 1391126 w 3006089"/>
                <a:gd name="connsiteY276" fmla="*/ 816293 h 2297429"/>
                <a:gd name="connsiteX277" fmla="*/ 1404461 w 3006089"/>
                <a:gd name="connsiteY277" fmla="*/ 825818 h 2297429"/>
                <a:gd name="connsiteX278" fmla="*/ 1409700 w 3006089"/>
                <a:gd name="connsiteY278" fmla="*/ 832485 h 2297429"/>
                <a:gd name="connsiteX279" fmla="*/ 1415891 w 3006089"/>
                <a:gd name="connsiteY279" fmla="*/ 838200 h 2297429"/>
                <a:gd name="connsiteX280" fmla="*/ 1420177 w 3006089"/>
                <a:gd name="connsiteY280" fmla="*/ 846296 h 2297429"/>
                <a:gd name="connsiteX281" fmla="*/ 1422083 w 3006089"/>
                <a:gd name="connsiteY281" fmla="*/ 848678 h 2297429"/>
                <a:gd name="connsiteX282" fmla="*/ 1423988 w 3006089"/>
                <a:gd name="connsiteY282" fmla="*/ 850106 h 2297429"/>
                <a:gd name="connsiteX283" fmla="*/ 1430179 w 3006089"/>
                <a:gd name="connsiteY283" fmla="*/ 850106 h 2297429"/>
                <a:gd name="connsiteX284" fmla="*/ 1433036 w 3006089"/>
                <a:gd name="connsiteY284" fmla="*/ 851059 h 2297429"/>
                <a:gd name="connsiteX285" fmla="*/ 1436846 w 3006089"/>
                <a:gd name="connsiteY285" fmla="*/ 853440 h 2297429"/>
                <a:gd name="connsiteX286" fmla="*/ 1441133 w 3006089"/>
                <a:gd name="connsiteY286" fmla="*/ 854393 h 2297429"/>
                <a:gd name="connsiteX287" fmla="*/ 1445419 w 3006089"/>
                <a:gd name="connsiteY287" fmla="*/ 853440 h 2297429"/>
                <a:gd name="connsiteX288" fmla="*/ 1449705 w 3006089"/>
                <a:gd name="connsiteY288" fmla="*/ 851535 h 2297429"/>
                <a:gd name="connsiteX289" fmla="*/ 1456849 w 3006089"/>
                <a:gd name="connsiteY289" fmla="*/ 845820 h 2297429"/>
                <a:gd name="connsiteX290" fmla="*/ 1457325 w 3006089"/>
                <a:gd name="connsiteY290" fmla="*/ 844391 h 2297429"/>
                <a:gd name="connsiteX291" fmla="*/ 1457325 w 3006089"/>
                <a:gd name="connsiteY291" fmla="*/ 842486 h 2297429"/>
                <a:gd name="connsiteX292" fmla="*/ 1455896 w 3006089"/>
                <a:gd name="connsiteY292" fmla="*/ 838200 h 2297429"/>
                <a:gd name="connsiteX293" fmla="*/ 1449229 w 3006089"/>
                <a:gd name="connsiteY293" fmla="*/ 828199 h 2297429"/>
                <a:gd name="connsiteX294" fmla="*/ 1447800 w 3006089"/>
                <a:gd name="connsiteY294" fmla="*/ 824865 h 2297429"/>
                <a:gd name="connsiteX295" fmla="*/ 1450181 w 3006089"/>
                <a:gd name="connsiteY295" fmla="*/ 821531 h 2297429"/>
                <a:gd name="connsiteX296" fmla="*/ 1452563 w 3006089"/>
                <a:gd name="connsiteY296" fmla="*/ 819626 h 2297429"/>
                <a:gd name="connsiteX297" fmla="*/ 1453039 w 3006089"/>
                <a:gd name="connsiteY297" fmla="*/ 820103 h 2297429"/>
                <a:gd name="connsiteX298" fmla="*/ 1453039 w 3006089"/>
                <a:gd name="connsiteY298" fmla="*/ 821055 h 2297429"/>
                <a:gd name="connsiteX299" fmla="*/ 1452563 w 3006089"/>
                <a:gd name="connsiteY299" fmla="*/ 822960 h 2297429"/>
                <a:gd name="connsiteX300" fmla="*/ 1452563 w 3006089"/>
                <a:gd name="connsiteY300" fmla="*/ 825341 h 2297429"/>
                <a:gd name="connsiteX301" fmla="*/ 1453515 w 3006089"/>
                <a:gd name="connsiteY301" fmla="*/ 828199 h 2297429"/>
                <a:gd name="connsiteX302" fmla="*/ 1454944 w 3006089"/>
                <a:gd name="connsiteY302" fmla="*/ 830104 h 2297429"/>
                <a:gd name="connsiteX303" fmla="*/ 1456849 w 3006089"/>
                <a:gd name="connsiteY303" fmla="*/ 831533 h 2297429"/>
                <a:gd name="connsiteX304" fmla="*/ 1477327 w 3006089"/>
                <a:gd name="connsiteY304" fmla="*/ 833438 h 2297429"/>
                <a:gd name="connsiteX305" fmla="*/ 1481614 w 3006089"/>
                <a:gd name="connsiteY305" fmla="*/ 832961 h 2297429"/>
                <a:gd name="connsiteX306" fmla="*/ 1489710 w 3006089"/>
                <a:gd name="connsiteY306" fmla="*/ 830580 h 2297429"/>
                <a:gd name="connsiteX307" fmla="*/ 1493520 w 3006089"/>
                <a:gd name="connsiteY307" fmla="*/ 828199 h 2297429"/>
                <a:gd name="connsiteX308" fmla="*/ 1496854 w 3006089"/>
                <a:gd name="connsiteY308" fmla="*/ 824865 h 2297429"/>
                <a:gd name="connsiteX309" fmla="*/ 1499711 w 3006089"/>
                <a:gd name="connsiteY309" fmla="*/ 822960 h 2297429"/>
                <a:gd name="connsiteX310" fmla="*/ 1511141 w 3006089"/>
                <a:gd name="connsiteY310" fmla="*/ 820103 h 2297429"/>
                <a:gd name="connsiteX311" fmla="*/ 1510665 w 3006089"/>
                <a:gd name="connsiteY311" fmla="*/ 811530 h 2297429"/>
                <a:gd name="connsiteX312" fmla="*/ 1507331 w 3006089"/>
                <a:gd name="connsiteY312" fmla="*/ 807720 h 2297429"/>
                <a:gd name="connsiteX313" fmla="*/ 1505902 w 3006089"/>
                <a:gd name="connsiteY313" fmla="*/ 807244 h 2297429"/>
                <a:gd name="connsiteX314" fmla="*/ 1505426 w 3006089"/>
                <a:gd name="connsiteY314" fmla="*/ 806291 h 2297429"/>
                <a:gd name="connsiteX315" fmla="*/ 1510665 w 3006089"/>
                <a:gd name="connsiteY315" fmla="*/ 800100 h 2297429"/>
                <a:gd name="connsiteX316" fmla="*/ 1511141 w 3006089"/>
                <a:gd name="connsiteY316" fmla="*/ 798195 h 2297429"/>
                <a:gd name="connsiteX317" fmla="*/ 1511618 w 3006089"/>
                <a:gd name="connsiteY317" fmla="*/ 796290 h 2297429"/>
                <a:gd name="connsiteX318" fmla="*/ 1510665 w 3006089"/>
                <a:gd name="connsiteY318" fmla="*/ 794385 h 2297429"/>
                <a:gd name="connsiteX319" fmla="*/ 1508760 w 3006089"/>
                <a:gd name="connsiteY319" fmla="*/ 792004 h 2297429"/>
                <a:gd name="connsiteX320" fmla="*/ 1504474 w 3006089"/>
                <a:gd name="connsiteY320" fmla="*/ 789146 h 2297429"/>
                <a:gd name="connsiteX321" fmla="*/ 1504474 w 3006089"/>
                <a:gd name="connsiteY321" fmla="*/ 788670 h 2297429"/>
                <a:gd name="connsiteX322" fmla="*/ 1506379 w 3006089"/>
                <a:gd name="connsiteY322" fmla="*/ 788670 h 2297429"/>
                <a:gd name="connsiteX323" fmla="*/ 1509713 w 3006089"/>
                <a:gd name="connsiteY323" fmla="*/ 789146 h 2297429"/>
                <a:gd name="connsiteX324" fmla="*/ 1693069 w 3006089"/>
                <a:gd name="connsiteY324" fmla="*/ 727234 h 2297429"/>
                <a:gd name="connsiteX325" fmla="*/ 1699260 w 3006089"/>
                <a:gd name="connsiteY325" fmla="*/ 720090 h 2297429"/>
                <a:gd name="connsiteX326" fmla="*/ 1701641 w 3006089"/>
                <a:gd name="connsiteY326" fmla="*/ 716756 h 2297429"/>
                <a:gd name="connsiteX327" fmla="*/ 1702594 w 3006089"/>
                <a:gd name="connsiteY327" fmla="*/ 714375 h 2297429"/>
                <a:gd name="connsiteX328" fmla="*/ 1704023 w 3006089"/>
                <a:gd name="connsiteY328" fmla="*/ 712946 h 2297429"/>
                <a:gd name="connsiteX329" fmla="*/ 1709737 w 3006089"/>
                <a:gd name="connsiteY329" fmla="*/ 709613 h 2297429"/>
                <a:gd name="connsiteX330" fmla="*/ 1716405 w 3006089"/>
                <a:gd name="connsiteY330" fmla="*/ 702469 h 2297429"/>
                <a:gd name="connsiteX331" fmla="*/ 1719739 w 3006089"/>
                <a:gd name="connsiteY331" fmla="*/ 698183 h 2297429"/>
                <a:gd name="connsiteX332" fmla="*/ 1722596 w 3006089"/>
                <a:gd name="connsiteY332" fmla="*/ 693420 h 2297429"/>
                <a:gd name="connsiteX333" fmla="*/ 1723549 w 3006089"/>
                <a:gd name="connsiteY333" fmla="*/ 690563 h 2297429"/>
                <a:gd name="connsiteX334" fmla="*/ 1720215 w 3006089"/>
                <a:gd name="connsiteY334" fmla="*/ 687705 h 2297429"/>
                <a:gd name="connsiteX335" fmla="*/ 1714500 w 3006089"/>
                <a:gd name="connsiteY335" fmla="*/ 684848 h 2297429"/>
                <a:gd name="connsiteX336" fmla="*/ 1698784 w 3006089"/>
                <a:gd name="connsiteY336" fmla="*/ 681038 h 2297429"/>
                <a:gd name="connsiteX337" fmla="*/ 1680210 w 3006089"/>
                <a:gd name="connsiteY337" fmla="*/ 679609 h 2297429"/>
                <a:gd name="connsiteX338" fmla="*/ 1672114 w 3006089"/>
                <a:gd name="connsiteY338" fmla="*/ 680561 h 2297429"/>
                <a:gd name="connsiteX339" fmla="*/ 1660208 w 3006089"/>
                <a:gd name="connsiteY339" fmla="*/ 683419 h 2297429"/>
                <a:gd name="connsiteX340" fmla="*/ 1656874 w 3006089"/>
                <a:gd name="connsiteY340" fmla="*/ 681990 h 2297429"/>
                <a:gd name="connsiteX341" fmla="*/ 1650683 w 3006089"/>
                <a:gd name="connsiteY341" fmla="*/ 677228 h 2297429"/>
                <a:gd name="connsiteX342" fmla="*/ 1647349 w 3006089"/>
                <a:gd name="connsiteY342" fmla="*/ 675799 h 2297429"/>
                <a:gd name="connsiteX343" fmla="*/ 1640681 w 3006089"/>
                <a:gd name="connsiteY343" fmla="*/ 673894 h 2297429"/>
                <a:gd name="connsiteX344" fmla="*/ 1627346 w 3006089"/>
                <a:gd name="connsiteY344" fmla="*/ 670560 h 2297429"/>
                <a:gd name="connsiteX345" fmla="*/ 1619250 w 3006089"/>
                <a:gd name="connsiteY345" fmla="*/ 669608 h 2297429"/>
                <a:gd name="connsiteX346" fmla="*/ 1614487 w 3006089"/>
                <a:gd name="connsiteY346" fmla="*/ 670560 h 2297429"/>
                <a:gd name="connsiteX347" fmla="*/ 1606391 w 3006089"/>
                <a:gd name="connsiteY347" fmla="*/ 673894 h 2297429"/>
                <a:gd name="connsiteX348" fmla="*/ 1601152 w 3006089"/>
                <a:gd name="connsiteY348" fmla="*/ 672941 h 2297429"/>
                <a:gd name="connsiteX349" fmla="*/ 1582579 w 3006089"/>
                <a:gd name="connsiteY349" fmla="*/ 674370 h 2297429"/>
                <a:gd name="connsiteX350" fmla="*/ 1574006 w 3006089"/>
                <a:gd name="connsiteY350" fmla="*/ 676275 h 2297429"/>
                <a:gd name="connsiteX351" fmla="*/ 1565910 w 3006089"/>
                <a:gd name="connsiteY351" fmla="*/ 679133 h 2297429"/>
                <a:gd name="connsiteX352" fmla="*/ 1563529 w 3006089"/>
                <a:gd name="connsiteY352" fmla="*/ 680085 h 2297429"/>
                <a:gd name="connsiteX353" fmla="*/ 1560671 w 3006089"/>
                <a:gd name="connsiteY353" fmla="*/ 682466 h 2297429"/>
                <a:gd name="connsiteX354" fmla="*/ 1559719 w 3006089"/>
                <a:gd name="connsiteY354" fmla="*/ 683895 h 2297429"/>
                <a:gd name="connsiteX355" fmla="*/ 1559243 w 3006089"/>
                <a:gd name="connsiteY355" fmla="*/ 685800 h 2297429"/>
                <a:gd name="connsiteX356" fmla="*/ 1559243 w 3006089"/>
                <a:gd name="connsiteY356" fmla="*/ 687705 h 2297429"/>
                <a:gd name="connsiteX357" fmla="*/ 1559719 w 3006089"/>
                <a:gd name="connsiteY357" fmla="*/ 689134 h 2297429"/>
                <a:gd name="connsiteX358" fmla="*/ 1562100 w 3006089"/>
                <a:gd name="connsiteY358" fmla="*/ 694373 h 2297429"/>
                <a:gd name="connsiteX359" fmla="*/ 1567815 w 3006089"/>
                <a:gd name="connsiteY359" fmla="*/ 700088 h 2297429"/>
                <a:gd name="connsiteX360" fmla="*/ 1571149 w 3006089"/>
                <a:gd name="connsiteY360" fmla="*/ 701993 h 2297429"/>
                <a:gd name="connsiteX361" fmla="*/ 1574959 w 3006089"/>
                <a:gd name="connsiteY361" fmla="*/ 702945 h 2297429"/>
                <a:gd name="connsiteX362" fmla="*/ 1574959 w 3006089"/>
                <a:gd name="connsiteY362" fmla="*/ 703421 h 2297429"/>
                <a:gd name="connsiteX363" fmla="*/ 1570673 w 3006089"/>
                <a:gd name="connsiteY363" fmla="*/ 703421 h 2297429"/>
                <a:gd name="connsiteX364" fmla="*/ 1564481 w 3006089"/>
                <a:gd name="connsiteY364" fmla="*/ 701993 h 2297429"/>
                <a:gd name="connsiteX365" fmla="*/ 1551146 w 3006089"/>
                <a:gd name="connsiteY365" fmla="*/ 697230 h 2297429"/>
                <a:gd name="connsiteX366" fmla="*/ 1549241 w 3006089"/>
                <a:gd name="connsiteY366" fmla="*/ 697230 h 2297429"/>
                <a:gd name="connsiteX367" fmla="*/ 1544955 w 3006089"/>
                <a:gd name="connsiteY367" fmla="*/ 698659 h 2297429"/>
                <a:gd name="connsiteX368" fmla="*/ 1542574 w 3006089"/>
                <a:gd name="connsiteY368" fmla="*/ 701040 h 2297429"/>
                <a:gd name="connsiteX369" fmla="*/ 1542098 w 3006089"/>
                <a:gd name="connsiteY369" fmla="*/ 702469 h 2297429"/>
                <a:gd name="connsiteX370" fmla="*/ 1542098 w 3006089"/>
                <a:gd name="connsiteY370" fmla="*/ 704374 h 2297429"/>
                <a:gd name="connsiteX371" fmla="*/ 1542098 w 3006089"/>
                <a:gd name="connsiteY371" fmla="*/ 709613 h 2297429"/>
                <a:gd name="connsiteX372" fmla="*/ 1543526 w 3006089"/>
                <a:gd name="connsiteY372" fmla="*/ 724853 h 2297429"/>
                <a:gd name="connsiteX373" fmla="*/ 1544002 w 3006089"/>
                <a:gd name="connsiteY373" fmla="*/ 734854 h 2297429"/>
                <a:gd name="connsiteX374" fmla="*/ 1544002 w 3006089"/>
                <a:gd name="connsiteY374" fmla="*/ 738664 h 2297429"/>
                <a:gd name="connsiteX375" fmla="*/ 1543526 w 3006089"/>
                <a:gd name="connsiteY375" fmla="*/ 746284 h 2297429"/>
                <a:gd name="connsiteX376" fmla="*/ 1543526 w 3006089"/>
                <a:gd name="connsiteY376" fmla="*/ 750094 h 2297429"/>
                <a:gd name="connsiteX377" fmla="*/ 1544002 w 3006089"/>
                <a:gd name="connsiteY377" fmla="*/ 753904 h 2297429"/>
                <a:gd name="connsiteX378" fmla="*/ 1544955 w 3006089"/>
                <a:gd name="connsiteY378" fmla="*/ 757238 h 2297429"/>
                <a:gd name="connsiteX379" fmla="*/ 1545908 w 3006089"/>
                <a:gd name="connsiteY379" fmla="*/ 760571 h 2297429"/>
                <a:gd name="connsiteX380" fmla="*/ 1555909 w 3006089"/>
                <a:gd name="connsiteY380" fmla="*/ 778669 h 2297429"/>
                <a:gd name="connsiteX381" fmla="*/ 1557814 w 3006089"/>
                <a:gd name="connsiteY381" fmla="*/ 788670 h 2297429"/>
                <a:gd name="connsiteX382" fmla="*/ 1558766 w 3006089"/>
                <a:gd name="connsiteY382" fmla="*/ 799148 h 2297429"/>
                <a:gd name="connsiteX383" fmla="*/ 1557814 w 3006089"/>
                <a:gd name="connsiteY383" fmla="*/ 808673 h 2297429"/>
                <a:gd name="connsiteX384" fmla="*/ 1564005 w 3006089"/>
                <a:gd name="connsiteY384" fmla="*/ 809625 h 2297429"/>
                <a:gd name="connsiteX385" fmla="*/ 1577340 w 3006089"/>
                <a:gd name="connsiteY385" fmla="*/ 807720 h 2297429"/>
                <a:gd name="connsiteX386" fmla="*/ 1581150 w 3006089"/>
                <a:gd name="connsiteY386" fmla="*/ 807720 h 2297429"/>
                <a:gd name="connsiteX387" fmla="*/ 1593056 w 3006089"/>
                <a:gd name="connsiteY387" fmla="*/ 810578 h 2297429"/>
                <a:gd name="connsiteX388" fmla="*/ 1596866 w 3006089"/>
                <a:gd name="connsiteY388" fmla="*/ 808673 h 2297429"/>
                <a:gd name="connsiteX389" fmla="*/ 1599248 w 3006089"/>
                <a:gd name="connsiteY389" fmla="*/ 802481 h 2297429"/>
                <a:gd name="connsiteX390" fmla="*/ 1602581 w 3006089"/>
                <a:gd name="connsiteY390" fmla="*/ 794861 h 2297429"/>
                <a:gd name="connsiteX391" fmla="*/ 1613535 w 3006089"/>
                <a:gd name="connsiteY391" fmla="*/ 783908 h 2297429"/>
                <a:gd name="connsiteX392" fmla="*/ 1614011 w 3006089"/>
                <a:gd name="connsiteY392" fmla="*/ 782955 h 2297429"/>
                <a:gd name="connsiteX393" fmla="*/ 1614487 w 3006089"/>
                <a:gd name="connsiteY393" fmla="*/ 779145 h 2297429"/>
                <a:gd name="connsiteX394" fmla="*/ 1614011 w 3006089"/>
                <a:gd name="connsiteY394" fmla="*/ 777240 h 2297429"/>
                <a:gd name="connsiteX395" fmla="*/ 1613059 w 3006089"/>
                <a:gd name="connsiteY395" fmla="*/ 775335 h 2297429"/>
                <a:gd name="connsiteX396" fmla="*/ 1606391 w 3006089"/>
                <a:gd name="connsiteY396" fmla="*/ 768191 h 2297429"/>
                <a:gd name="connsiteX397" fmla="*/ 1601152 w 3006089"/>
                <a:gd name="connsiteY397" fmla="*/ 765810 h 2297429"/>
                <a:gd name="connsiteX398" fmla="*/ 1593056 w 3006089"/>
                <a:gd name="connsiteY398" fmla="*/ 763905 h 2297429"/>
                <a:gd name="connsiteX399" fmla="*/ 1592580 w 3006089"/>
                <a:gd name="connsiteY399" fmla="*/ 762476 h 2297429"/>
                <a:gd name="connsiteX400" fmla="*/ 1614011 w 3006089"/>
                <a:gd name="connsiteY400" fmla="*/ 759619 h 2297429"/>
                <a:gd name="connsiteX401" fmla="*/ 1622108 w 3006089"/>
                <a:gd name="connsiteY401" fmla="*/ 759619 h 2297429"/>
                <a:gd name="connsiteX402" fmla="*/ 1654493 w 3006089"/>
                <a:gd name="connsiteY402" fmla="*/ 764858 h 2297429"/>
                <a:gd name="connsiteX403" fmla="*/ 1659731 w 3006089"/>
                <a:gd name="connsiteY403" fmla="*/ 764381 h 2297429"/>
                <a:gd name="connsiteX404" fmla="*/ 1663541 w 3006089"/>
                <a:gd name="connsiteY404" fmla="*/ 762476 h 2297429"/>
                <a:gd name="connsiteX405" fmla="*/ 1670685 w 3006089"/>
                <a:gd name="connsiteY405" fmla="*/ 756285 h 2297429"/>
                <a:gd name="connsiteX406" fmla="*/ 1674495 w 3006089"/>
                <a:gd name="connsiteY406" fmla="*/ 751999 h 2297429"/>
                <a:gd name="connsiteX407" fmla="*/ 1680210 w 3006089"/>
                <a:gd name="connsiteY407" fmla="*/ 744855 h 2297429"/>
                <a:gd name="connsiteX408" fmla="*/ 1685925 w 3006089"/>
                <a:gd name="connsiteY408" fmla="*/ 737235 h 2297429"/>
                <a:gd name="connsiteX409" fmla="*/ 1686877 w 3006089"/>
                <a:gd name="connsiteY409" fmla="*/ 733901 h 2297429"/>
                <a:gd name="connsiteX410" fmla="*/ 1685449 w 3006089"/>
                <a:gd name="connsiteY410" fmla="*/ 732473 h 2297429"/>
                <a:gd name="connsiteX411" fmla="*/ 1682591 w 3006089"/>
                <a:gd name="connsiteY411" fmla="*/ 731044 h 2297429"/>
                <a:gd name="connsiteX412" fmla="*/ 1691164 w 3006089"/>
                <a:gd name="connsiteY412" fmla="*/ 727710 h 2297429"/>
                <a:gd name="connsiteX413" fmla="*/ 1693069 w 3006089"/>
                <a:gd name="connsiteY413" fmla="*/ 727234 h 2297429"/>
                <a:gd name="connsiteX414" fmla="*/ 1363504 w 3006089"/>
                <a:gd name="connsiteY414" fmla="*/ 952024 h 2297429"/>
                <a:gd name="connsiteX415" fmla="*/ 1364456 w 3006089"/>
                <a:gd name="connsiteY415" fmla="*/ 946309 h 2297429"/>
                <a:gd name="connsiteX416" fmla="*/ 1364456 w 3006089"/>
                <a:gd name="connsiteY416" fmla="*/ 942975 h 2297429"/>
                <a:gd name="connsiteX417" fmla="*/ 1362075 w 3006089"/>
                <a:gd name="connsiteY417" fmla="*/ 933450 h 2297429"/>
                <a:gd name="connsiteX418" fmla="*/ 1359694 w 3006089"/>
                <a:gd name="connsiteY418" fmla="*/ 928688 h 2297429"/>
                <a:gd name="connsiteX419" fmla="*/ 1358265 w 3006089"/>
                <a:gd name="connsiteY419" fmla="*/ 927259 h 2297429"/>
                <a:gd name="connsiteX420" fmla="*/ 1356360 w 3006089"/>
                <a:gd name="connsiteY420" fmla="*/ 926306 h 2297429"/>
                <a:gd name="connsiteX421" fmla="*/ 1353502 w 3006089"/>
                <a:gd name="connsiteY421" fmla="*/ 926306 h 2297429"/>
                <a:gd name="connsiteX422" fmla="*/ 1342549 w 3006089"/>
                <a:gd name="connsiteY422" fmla="*/ 927259 h 2297429"/>
                <a:gd name="connsiteX423" fmla="*/ 1340168 w 3006089"/>
                <a:gd name="connsiteY423" fmla="*/ 924401 h 2297429"/>
                <a:gd name="connsiteX424" fmla="*/ 1339691 w 3006089"/>
                <a:gd name="connsiteY424" fmla="*/ 919639 h 2297429"/>
                <a:gd name="connsiteX425" fmla="*/ 1339215 w 3006089"/>
                <a:gd name="connsiteY425" fmla="*/ 918686 h 2297429"/>
                <a:gd name="connsiteX426" fmla="*/ 1337786 w 3006089"/>
                <a:gd name="connsiteY426" fmla="*/ 917734 h 2297429"/>
                <a:gd name="connsiteX427" fmla="*/ 1335881 w 3006089"/>
                <a:gd name="connsiteY427" fmla="*/ 917258 h 2297429"/>
                <a:gd name="connsiteX428" fmla="*/ 1328738 w 3006089"/>
                <a:gd name="connsiteY428" fmla="*/ 918210 h 2297429"/>
                <a:gd name="connsiteX429" fmla="*/ 1326833 w 3006089"/>
                <a:gd name="connsiteY429" fmla="*/ 917734 h 2297429"/>
                <a:gd name="connsiteX430" fmla="*/ 1313974 w 3006089"/>
                <a:gd name="connsiteY430" fmla="*/ 910114 h 2297429"/>
                <a:gd name="connsiteX431" fmla="*/ 1306354 w 3006089"/>
                <a:gd name="connsiteY431" fmla="*/ 906780 h 2297429"/>
                <a:gd name="connsiteX432" fmla="*/ 1300639 w 3006089"/>
                <a:gd name="connsiteY432" fmla="*/ 903446 h 2297429"/>
                <a:gd name="connsiteX433" fmla="*/ 1290638 w 3006089"/>
                <a:gd name="connsiteY433" fmla="*/ 895350 h 2297429"/>
                <a:gd name="connsiteX434" fmla="*/ 1289209 w 3006089"/>
                <a:gd name="connsiteY434" fmla="*/ 895826 h 2297429"/>
                <a:gd name="connsiteX435" fmla="*/ 1289209 w 3006089"/>
                <a:gd name="connsiteY435" fmla="*/ 897731 h 2297429"/>
                <a:gd name="connsiteX436" fmla="*/ 1292066 w 3006089"/>
                <a:gd name="connsiteY436" fmla="*/ 902494 h 2297429"/>
                <a:gd name="connsiteX437" fmla="*/ 1292066 w 3006089"/>
                <a:gd name="connsiteY437" fmla="*/ 903446 h 2297429"/>
                <a:gd name="connsiteX438" fmla="*/ 1291590 w 3006089"/>
                <a:gd name="connsiteY438" fmla="*/ 903923 h 2297429"/>
                <a:gd name="connsiteX439" fmla="*/ 1289685 w 3006089"/>
                <a:gd name="connsiteY439" fmla="*/ 904399 h 2297429"/>
                <a:gd name="connsiteX440" fmla="*/ 1288733 w 3006089"/>
                <a:gd name="connsiteY440" fmla="*/ 904399 h 2297429"/>
                <a:gd name="connsiteX441" fmla="*/ 1285399 w 3006089"/>
                <a:gd name="connsiteY441" fmla="*/ 902018 h 2297429"/>
                <a:gd name="connsiteX442" fmla="*/ 1282065 w 3006089"/>
                <a:gd name="connsiteY442" fmla="*/ 900589 h 2297429"/>
                <a:gd name="connsiteX443" fmla="*/ 1272064 w 3006089"/>
                <a:gd name="connsiteY443" fmla="*/ 896779 h 2297429"/>
                <a:gd name="connsiteX444" fmla="*/ 1263015 w 3006089"/>
                <a:gd name="connsiteY444" fmla="*/ 890588 h 2297429"/>
                <a:gd name="connsiteX445" fmla="*/ 1259681 w 3006089"/>
                <a:gd name="connsiteY445" fmla="*/ 888683 h 2297429"/>
                <a:gd name="connsiteX446" fmla="*/ 1252538 w 3006089"/>
                <a:gd name="connsiteY446" fmla="*/ 878681 h 2297429"/>
                <a:gd name="connsiteX447" fmla="*/ 1240631 w 3006089"/>
                <a:gd name="connsiteY447" fmla="*/ 870109 h 2297429"/>
                <a:gd name="connsiteX448" fmla="*/ 1240155 w 3006089"/>
                <a:gd name="connsiteY448" fmla="*/ 867251 h 2297429"/>
                <a:gd name="connsiteX449" fmla="*/ 1240155 w 3006089"/>
                <a:gd name="connsiteY449" fmla="*/ 865346 h 2297429"/>
                <a:gd name="connsiteX450" fmla="*/ 1242536 w 3006089"/>
                <a:gd name="connsiteY450" fmla="*/ 858203 h 2297429"/>
                <a:gd name="connsiteX451" fmla="*/ 1244441 w 3006089"/>
                <a:gd name="connsiteY451" fmla="*/ 854869 h 2297429"/>
                <a:gd name="connsiteX452" fmla="*/ 1246346 w 3006089"/>
                <a:gd name="connsiteY452" fmla="*/ 852488 h 2297429"/>
                <a:gd name="connsiteX453" fmla="*/ 1247299 w 3006089"/>
                <a:gd name="connsiteY453" fmla="*/ 849630 h 2297429"/>
                <a:gd name="connsiteX454" fmla="*/ 1247299 w 3006089"/>
                <a:gd name="connsiteY454" fmla="*/ 846296 h 2297429"/>
                <a:gd name="connsiteX455" fmla="*/ 1247299 w 3006089"/>
                <a:gd name="connsiteY455" fmla="*/ 843915 h 2297429"/>
                <a:gd name="connsiteX456" fmla="*/ 1246823 w 3006089"/>
                <a:gd name="connsiteY456" fmla="*/ 842486 h 2297429"/>
                <a:gd name="connsiteX457" fmla="*/ 1246346 w 3006089"/>
                <a:gd name="connsiteY457" fmla="*/ 837248 h 2297429"/>
                <a:gd name="connsiteX458" fmla="*/ 1242060 w 3006089"/>
                <a:gd name="connsiteY458" fmla="*/ 829628 h 2297429"/>
                <a:gd name="connsiteX459" fmla="*/ 1233488 w 3006089"/>
                <a:gd name="connsiteY459" fmla="*/ 819150 h 2297429"/>
                <a:gd name="connsiteX460" fmla="*/ 1232059 w 3006089"/>
                <a:gd name="connsiteY460" fmla="*/ 816769 h 2297429"/>
                <a:gd name="connsiteX461" fmla="*/ 1229677 w 3006089"/>
                <a:gd name="connsiteY461" fmla="*/ 812006 h 2297429"/>
                <a:gd name="connsiteX462" fmla="*/ 1217771 w 3006089"/>
                <a:gd name="connsiteY462" fmla="*/ 784384 h 2297429"/>
                <a:gd name="connsiteX463" fmla="*/ 1217295 w 3006089"/>
                <a:gd name="connsiteY463" fmla="*/ 781526 h 2297429"/>
                <a:gd name="connsiteX464" fmla="*/ 1215390 w 3006089"/>
                <a:gd name="connsiteY464" fmla="*/ 775335 h 2297429"/>
                <a:gd name="connsiteX465" fmla="*/ 1214438 w 3006089"/>
                <a:gd name="connsiteY465" fmla="*/ 770573 h 2297429"/>
                <a:gd name="connsiteX466" fmla="*/ 1213485 w 3006089"/>
                <a:gd name="connsiteY466" fmla="*/ 768191 h 2297429"/>
                <a:gd name="connsiteX467" fmla="*/ 1211580 w 3006089"/>
                <a:gd name="connsiteY467" fmla="*/ 765810 h 2297429"/>
                <a:gd name="connsiteX468" fmla="*/ 1211104 w 3006089"/>
                <a:gd name="connsiteY468" fmla="*/ 763905 h 2297429"/>
                <a:gd name="connsiteX469" fmla="*/ 1211580 w 3006089"/>
                <a:gd name="connsiteY469" fmla="*/ 762476 h 2297429"/>
                <a:gd name="connsiteX470" fmla="*/ 1211580 w 3006089"/>
                <a:gd name="connsiteY470" fmla="*/ 761048 h 2297429"/>
                <a:gd name="connsiteX471" fmla="*/ 1208723 w 3006089"/>
                <a:gd name="connsiteY471" fmla="*/ 757238 h 2297429"/>
                <a:gd name="connsiteX472" fmla="*/ 1204436 w 3006089"/>
                <a:gd name="connsiteY472" fmla="*/ 751999 h 2297429"/>
                <a:gd name="connsiteX473" fmla="*/ 1198245 w 3006089"/>
                <a:gd name="connsiteY473" fmla="*/ 746760 h 2297429"/>
                <a:gd name="connsiteX474" fmla="*/ 1189196 w 3006089"/>
                <a:gd name="connsiteY474" fmla="*/ 742950 h 2297429"/>
                <a:gd name="connsiteX475" fmla="*/ 1175385 w 3006089"/>
                <a:gd name="connsiteY475" fmla="*/ 734854 h 2297429"/>
                <a:gd name="connsiteX476" fmla="*/ 1163479 w 3006089"/>
                <a:gd name="connsiteY476" fmla="*/ 730091 h 2297429"/>
                <a:gd name="connsiteX477" fmla="*/ 1159193 w 3006089"/>
                <a:gd name="connsiteY477" fmla="*/ 729615 h 2297429"/>
                <a:gd name="connsiteX478" fmla="*/ 1156335 w 3006089"/>
                <a:gd name="connsiteY478" fmla="*/ 731520 h 2297429"/>
                <a:gd name="connsiteX479" fmla="*/ 1154906 w 3006089"/>
                <a:gd name="connsiteY479" fmla="*/ 734854 h 2297429"/>
                <a:gd name="connsiteX480" fmla="*/ 1153477 w 3006089"/>
                <a:gd name="connsiteY480" fmla="*/ 735330 h 2297429"/>
                <a:gd name="connsiteX481" fmla="*/ 1140619 w 3006089"/>
                <a:gd name="connsiteY481" fmla="*/ 729139 h 2297429"/>
                <a:gd name="connsiteX482" fmla="*/ 1132999 w 3006089"/>
                <a:gd name="connsiteY482" fmla="*/ 726281 h 2297429"/>
                <a:gd name="connsiteX483" fmla="*/ 1122521 w 3006089"/>
                <a:gd name="connsiteY483" fmla="*/ 724853 h 2297429"/>
                <a:gd name="connsiteX484" fmla="*/ 1120616 w 3006089"/>
                <a:gd name="connsiteY484" fmla="*/ 727710 h 2297429"/>
                <a:gd name="connsiteX485" fmla="*/ 1121093 w 3006089"/>
                <a:gd name="connsiteY485" fmla="*/ 729139 h 2297429"/>
                <a:gd name="connsiteX486" fmla="*/ 1123950 w 3006089"/>
                <a:gd name="connsiteY486" fmla="*/ 732473 h 2297429"/>
                <a:gd name="connsiteX487" fmla="*/ 1125855 w 3006089"/>
                <a:gd name="connsiteY487" fmla="*/ 733425 h 2297429"/>
                <a:gd name="connsiteX488" fmla="*/ 1124426 w 3006089"/>
                <a:gd name="connsiteY488" fmla="*/ 733901 h 2297429"/>
                <a:gd name="connsiteX489" fmla="*/ 1119664 w 3006089"/>
                <a:gd name="connsiteY489" fmla="*/ 734378 h 2297429"/>
                <a:gd name="connsiteX490" fmla="*/ 1116806 w 3006089"/>
                <a:gd name="connsiteY490" fmla="*/ 735806 h 2297429"/>
                <a:gd name="connsiteX491" fmla="*/ 1115854 w 3006089"/>
                <a:gd name="connsiteY491" fmla="*/ 738188 h 2297429"/>
                <a:gd name="connsiteX492" fmla="*/ 1115854 w 3006089"/>
                <a:gd name="connsiteY492" fmla="*/ 741045 h 2297429"/>
                <a:gd name="connsiteX493" fmla="*/ 1123950 w 3006089"/>
                <a:gd name="connsiteY493" fmla="*/ 770096 h 2297429"/>
                <a:gd name="connsiteX494" fmla="*/ 1125855 w 3006089"/>
                <a:gd name="connsiteY494" fmla="*/ 774383 h 2297429"/>
                <a:gd name="connsiteX495" fmla="*/ 1126331 w 3006089"/>
                <a:gd name="connsiteY495" fmla="*/ 776288 h 2297429"/>
                <a:gd name="connsiteX496" fmla="*/ 1125855 w 3006089"/>
                <a:gd name="connsiteY496" fmla="*/ 778669 h 2297429"/>
                <a:gd name="connsiteX497" fmla="*/ 1126808 w 3006089"/>
                <a:gd name="connsiteY497" fmla="*/ 780574 h 2297429"/>
                <a:gd name="connsiteX498" fmla="*/ 1128713 w 3006089"/>
                <a:gd name="connsiteY498" fmla="*/ 782003 h 2297429"/>
                <a:gd name="connsiteX499" fmla="*/ 1129665 w 3006089"/>
                <a:gd name="connsiteY499" fmla="*/ 783431 h 2297429"/>
                <a:gd name="connsiteX500" fmla="*/ 1130141 w 3006089"/>
                <a:gd name="connsiteY500" fmla="*/ 789623 h 2297429"/>
                <a:gd name="connsiteX501" fmla="*/ 1130618 w 3006089"/>
                <a:gd name="connsiteY501" fmla="*/ 792480 h 2297429"/>
                <a:gd name="connsiteX502" fmla="*/ 1133951 w 3006089"/>
                <a:gd name="connsiteY502" fmla="*/ 802005 h 2297429"/>
                <a:gd name="connsiteX503" fmla="*/ 1139190 w 3006089"/>
                <a:gd name="connsiteY503" fmla="*/ 809625 h 2297429"/>
                <a:gd name="connsiteX504" fmla="*/ 1147286 w 3006089"/>
                <a:gd name="connsiteY504" fmla="*/ 817721 h 2297429"/>
                <a:gd name="connsiteX505" fmla="*/ 1144905 w 3006089"/>
                <a:gd name="connsiteY505" fmla="*/ 818198 h 2297429"/>
                <a:gd name="connsiteX506" fmla="*/ 1144905 w 3006089"/>
                <a:gd name="connsiteY506" fmla="*/ 818674 h 2297429"/>
                <a:gd name="connsiteX507" fmla="*/ 1145381 w 3006089"/>
                <a:gd name="connsiteY507" fmla="*/ 819626 h 2297429"/>
                <a:gd name="connsiteX508" fmla="*/ 1146810 w 3006089"/>
                <a:gd name="connsiteY508" fmla="*/ 821055 h 2297429"/>
                <a:gd name="connsiteX509" fmla="*/ 1146334 w 3006089"/>
                <a:gd name="connsiteY509" fmla="*/ 822008 h 2297429"/>
                <a:gd name="connsiteX510" fmla="*/ 1134904 w 3006089"/>
                <a:gd name="connsiteY510" fmla="*/ 828675 h 2297429"/>
                <a:gd name="connsiteX511" fmla="*/ 1132523 w 3006089"/>
                <a:gd name="connsiteY511" fmla="*/ 832009 h 2297429"/>
                <a:gd name="connsiteX512" fmla="*/ 1131570 w 3006089"/>
                <a:gd name="connsiteY512" fmla="*/ 833914 h 2297429"/>
                <a:gd name="connsiteX513" fmla="*/ 1130618 w 3006089"/>
                <a:gd name="connsiteY513" fmla="*/ 833914 h 2297429"/>
                <a:gd name="connsiteX514" fmla="*/ 1126808 w 3006089"/>
                <a:gd name="connsiteY514" fmla="*/ 832961 h 2297429"/>
                <a:gd name="connsiteX515" fmla="*/ 1123474 w 3006089"/>
                <a:gd name="connsiteY515" fmla="*/ 830580 h 2297429"/>
                <a:gd name="connsiteX516" fmla="*/ 1119188 w 3006089"/>
                <a:gd name="connsiteY516" fmla="*/ 828675 h 2297429"/>
                <a:gd name="connsiteX517" fmla="*/ 1117759 w 3006089"/>
                <a:gd name="connsiteY517" fmla="*/ 827723 h 2297429"/>
                <a:gd name="connsiteX518" fmla="*/ 1116806 w 3006089"/>
                <a:gd name="connsiteY518" fmla="*/ 825818 h 2297429"/>
                <a:gd name="connsiteX519" fmla="*/ 1114425 w 3006089"/>
                <a:gd name="connsiteY519" fmla="*/ 816293 h 2297429"/>
                <a:gd name="connsiteX520" fmla="*/ 1107758 w 3006089"/>
                <a:gd name="connsiteY520" fmla="*/ 801053 h 2297429"/>
                <a:gd name="connsiteX521" fmla="*/ 1104424 w 3006089"/>
                <a:gd name="connsiteY521" fmla="*/ 789623 h 2297429"/>
                <a:gd name="connsiteX522" fmla="*/ 1102519 w 3006089"/>
                <a:gd name="connsiteY522" fmla="*/ 783431 h 2297429"/>
                <a:gd name="connsiteX523" fmla="*/ 1100138 w 3006089"/>
                <a:gd name="connsiteY523" fmla="*/ 777716 h 2297429"/>
                <a:gd name="connsiteX524" fmla="*/ 1098233 w 3006089"/>
                <a:gd name="connsiteY524" fmla="*/ 774383 h 2297429"/>
                <a:gd name="connsiteX525" fmla="*/ 1096804 w 3006089"/>
                <a:gd name="connsiteY525" fmla="*/ 773430 h 2297429"/>
                <a:gd name="connsiteX526" fmla="*/ 1091565 w 3006089"/>
                <a:gd name="connsiteY526" fmla="*/ 772478 h 2297429"/>
                <a:gd name="connsiteX527" fmla="*/ 1090136 w 3006089"/>
                <a:gd name="connsiteY527" fmla="*/ 771525 h 2297429"/>
                <a:gd name="connsiteX528" fmla="*/ 1090613 w 3006089"/>
                <a:gd name="connsiteY528" fmla="*/ 769144 h 2297429"/>
                <a:gd name="connsiteX529" fmla="*/ 1091089 w 3006089"/>
                <a:gd name="connsiteY529" fmla="*/ 768191 h 2297429"/>
                <a:gd name="connsiteX530" fmla="*/ 1090613 w 3006089"/>
                <a:gd name="connsiteY530" fmla="*/ 767239 h 2297429"/>
                <a:gd name="connsiteX531" fmla="*/ 1087755 w 3006089"/>
                <a:gd name="connsiteY531" fmla="*/ 767239 h 2297429"/>
                <a:gd name="connsiteX532" fmla="*/ 1084898 w 3006089"/>
                <a:gd name="connsiteY532" fmla="*/ 764858 h 2297429"/>
                <a:gd name="connsiteX533" fmla="*/ 1076801 w 3006089"/>
                <a:gd name="connsiteY533" fmla="*/ 761524 h 2297429"/>
                <a:gd name="connsiteX534" fmla="*/ 1072991 w 3006089"/>
                <a:gd name="connsiteY534" fmla="*/ 759143 h 2297429"/>
                <a:gd name="connsiteX535" fmla="*/ 1068229 w 3006089"/>
                <a:gd name="connsiteY535" fmla="*/ 754856 h 2297429"/>
                <a:gd name="connsiteX536" fmla="*/ 1054894 w 3006089"/>
                <a:gd name="connsiteY536" fmla="*/ 747713 h 2297429"/>
                <a:gd name="connsiteX537" fmla="*/ 1052036 w 3006089"/>
                <a:gd name="connsiteY537" fmla="*/ 747236 h 2297429"/>
                <a:gd name="connsiteX538" fmla="*/ 1037749 w 3006089"/>
                <a:gd name="connsiteY538" fmla="*/ 746760 h 2297429"/>
                <a:gd name="connsiteX539" fmla="*/ 1032510 w 3006089"/>
                <a:gd name="connsiteY539" fmla="*/ 746284 h 2297429"/>
                <a:gd name="connsiteX540" fmla="*/ 1031558 w 3006089"/>
                <a:gd name="connsiteY540" fmla="*/ 750570 h 2297429"/>
                <a:gd name="connsiteX541" fmla="*/ 1036320 w 3006089"/>
                <a:gd name="connsiteY541" fmla="*/ 755809 h 2297429"/>
                <a:gd name="connsiteX542" fmla="*/ 1045845 w 3006089"/>
                <a:gd name="connsiteY542" fmla="*/ 760095 h 2297429"/>
                <a:gd name="connsiteX543" fmla="*/ 1048702 w 3006089"/>
                <a:gd name="connsiteY543" fmla="*/ 762000 h 2297429"/>
                <a:gd name="connsiteX544" fmla="*/ 1048226 w 3006089"/>
                <a:gd name="connsiteY544" fmla="*/ 766763 h 2297429"/>
                <a:gd name="connsiteX545" fmla="*/ 1048226 w 3006089"/>
                <a:gd name="connsiteY545" fmla="*/ 768191 h 2297429"/>
                <a:gd name="connsiteX546" fmla="*/ 1040130 w 3006089"/>
                <a:gd name="connsiteY546" fmla="*/ 770096 h 2297429"/>
                <a:gd name="connsiteX547" fmla="*/ 1037749 w 3006089"/>
                <a:gd name="connsiteY547" fmla="*/ 772478 h 2297429"/>
                <a:gd name="connsiteX548" fmla="*/ 1028700 w 3006089"/>
                <a:gd name="connsiteY548" fmla="*/ 776764 h 2297429"/>
                <a:gd name="connsiteX549" fmla="*/ 1022509 w 3006089"/>
                <a:gd name="connsiteY549" fmla="*/ 783431 h 2297429"/>
                <a:gd name="connsiteX550" fmla="*/ 1016318 w 3006089"/>
                <a:gd name="connsiteY550" fmla="*/ 787718 h 2297429"/>
                <a:gd name="connsiteX551" fmla="*/ 1014889 w 3006089"/>
                <a:gd name="connsiteY551" fmla="*/ 788194 h 2297429"/>
                <a:gd name="connsiteX552" fmla="*/ 1012031 w 3006089"/>
                <a:gd name="connsiteY552" fmla="*/ 787718 h 2297429"/>
                <a:gd name="connsiteX553" fmla="*/ 1011555 w 3006089"/>
                <a:gd name="connsiteY553" fmla="*/ 786765 h 2297429"/>
                <a:gd name="connsiteX554" fmla="*/ 1011555 w 3006089"/>
                <a:gd name="connsiteY554" fmla="*/ 785336 h 2297429"/>
                <a:gd name="connsiteX555" fmla="*/ 1012031 w 3006089"/>
                <a:gd name="connsiteY555" fmla="*/ 783908 h 2297429"/>
                <a:gd name="connsiteX556" fmla="*/ 1012984 w 3006089"/>
                <a:gd name="connsiteY556" fmla="*/ 782479 h 2297429"/>
                <a:gd name="connsiteX557" fmla="*/ 1012508 w 3006089"/>
                <a:gd name="connsiteY557" fmla="*/ 782003 h 2297429"/>
                <a:gd name="connsiteX558" fmla="*/ 1011079 w 3006089"/>
                <a:gd name="connsiteY558" fmla="*/ 782479 h 2297429"/>
                <a:gd name="connsiteX559" fmla="*/ 1006316 w 3006089"/>
                <a:gd name="connsiteY559" fmla="*/ 785336 h 2297429"/>
                <a:gd name="connsiteX560" fmla="*/ 1002983 w 3006089"/>
                <a:gd name="connsiteY560" fmla="*/ 789146 h 2297429"/>
                <a:gd name="connsiteX561" fmla="*/ 998696 w 3006089"/>
                <a:gd name="connsiteY561" fmla="*/ 792480 h 2297429"/>
                <a:gd name="connsiteX562" fmla="*/ 995839 w 3006089"/>
                <a:gd name="connsiteY562" fmla="*/ 790099 h 2297429"/>
                <a:gd name="connsiteX563" fmla="*/ 991076 w 3006089"/>
                <a:gd name="connsiteY563" fmla="*/ 788670 h 2297429"/>
                <a:gd name="connsiteX564" fmla="*/ 993934 w 3006089"/>
                <a:gd name="connsiteY564" fmla="*/ 786765 h 2297429"/>
                <a:gd name="connsiteX565" fmla="*/ 1001077 w 3006089"/>
                <a:gd name="connsiteY565" fmla="*/ 783431 h 2297429"/>
                <a:gd name="connsiteX566" fmla="*/ 1009650 w 3006089"/>
                <a:gd name="connsiteY566" fmla="*/ 774859 h 2297429"/>
                <a:gd name="connsiteX567" fmla="*/ 1013460 w 3006089"/>
                <a:gd name="connsiteY567" fmla="*/ 768668 h 2297429"/>
                <a:gd name="connsiteX568" fmla="*/ 1012984 w 3006089"/>
                <a:gd name="connsiteY568" fmla="*/ 765810 h 2297429"/>
                <a:gd name="connsiteX569" fmla="*/ 1006793 w 3006089"/>
                <a:gd name="connsiteY569" fmla="*/ 762476 h 2297429"/>
                <a:gd name="connsiteX570" fmla="*/ 986790 w 3006089"/>
                <a:gd name="connsiteY570" fmla="*/ 754380 h 2297429"/>
                <a:gd name="connsiteX571" fmla="*/ 972979 w 3006089"/>
                <a:gd name="connsiteY571" fmla="*/ 751046 h 2297429"/>
                <a:gd name="connsiteX572" fmla="*/ 962977 w 3006089"/>
                <a:gd name="connsiteY572" fmla="*/ 747713 h 2297429"/>
                <a:gd name="connsiteX573" fmla="*/ 952024 w 3006089"/>
                <a:gd name="connsiteY573" fmla="*/ 747236 h 2297429"/>
                <a:gd name="connsiteX574" fmla="*/ 947261 w 3006089"/>
                <a:gd name="connsiteY574" fmla="*/ 748189 h 2297429"/>
                <a:gd name="connsiteX575" fmla="*/ 944404 w 3006089"/>
                <a:gd name="connsiteY575" fmla="*/ 750094 h 2297429"/>
                <a:gd name="connsiteX576" fmla="*/ 939165 w 3006089"/>
                <a:gd name="connsiteY576" fmla="*/ 755809 h 2297429"/>
                <a:gd name="connsiteX577" fmla="*/ 937736 w 3006089"/>
                <a:gd name="connsiteY577" fmla="*/ 758666 h 2297429"/>
                <a:gd name="connsiteX578" fmla="*/ 937736 w 3006089"/>
                <a:gd name="connsiteY578" fmla="*/ 762953 h 2297429"/>
                <a:gd name="connsiteX579" fmla="*/ 938213 w 3006089"/>
                <a:gd name="connsiteY579" fmla="*/ 764858 h 2297429"/>
                <a:gd name="connsiteX580" fmla="*/ 937736 w 3006089"/>
                <a:gd name="connsiteY580" fmla="*/ 766763 h 2297429"/>
                <a:gd name="connsiteX581" fmla="*/ 934879 w 3006089"/>
                <a:gd name="connsiteY581" fmla="*/ 769620 h 2297429"/>
                <a:gd name="connsiteX582" fmla="*/ 933450 w 3006089"/>
                <a:gd name="connsiteY582" fmla="*/ 770096 h 2297429"/>
                <a:gd name="connsiteX583" fmla="*/ 931069 w 3006089"/>
                <a:gd name="connsiteY583" fmla="*/ 768191 h 2297429"/>
                <a:gd name="connsiteX584" fmla="*/ 922020 w 3006089"/>
                <a:gd name="connsiteY584" fmla="*/ 769620 h 2297429"/>
                <a:gd name="connsiteX585" fmla="*/ 914876 w 3006089"/>
                <a:gd name="connsiteY585" fmla="*/ 771525 h 2297429"/>
                <a:gd name="connsiteX586" fmla="*/ 909161 w 3006089"/>
                <a:gd name="connsiteY586" fmla="*/ 773430 h 2297429"/>
                <a:gd name="connsiteX587" fmla="*/ 905351 w 3006089"/>
                <a:gd name="connsiteY587" fmla="*/ 773906 h 2297429"/>
                <a:gd name="connsiteX588" fmla="*/ 902970 w 3006089"/>
                <a:gd name="connsiteY588" fmla="*/ 772954 h 2297429"/>
                <a:gd name="connsiteX589" fmla="*/ 903922 w 3006089"/>
                <a:gd name="connsiteY589" fmla="*/ 771049 h 2297429"/>
                <a:gd name="connsiteX590" fmla="*/ 911543 w 3006089"/>
                <a:gd name="connsiteY590" fmla="*/ 763905 h 2297429"/>
                <a:gd name="connsiteX591" fmla="*/ 914876 w 3006089"/>
                <a:gd name="connsiteY591" fmla="*/ 759619 h 2297429"/>
                <a:gd name="connsiteX592" fmla="*/ 917258 w 3006089"/>
                <a:gd name="connsiteY592" fmla="*/ 755809 h 2297429"/>
                <a:gd name="connsiteX593" fmla="*/ 918210 w 3006089"/>
                <a:gd name="connsiteY593" fmla="*/ 752951 h 2297429"/>
                <a:gd name="connsiteX594" fmla="*/ 918686 w 3006089"/>
                <a:gd name="connsiteY594" fmla="*/ 749618 h 2297429"/>
                <a:gd name="connsiteX595" fmla="*/ 919163 w 3006089"/>
                <a:gd name="connsiteY595" fmla="*/ 745808 h 2297429"/>
                <a:gd name="connsiteX596" fmla="*/ 919163 w 3006089"/>
                <a:gd name="connsiteY596" fmla="*/ 741998 h 2297429"/>
                <a:gd name="connsiteX597" fmla="*/ 917734 w 3006089"/>
                <a:gd name="connsiteY597" fmla="*/ 734854 h 2297429"/>
                <a:gd name="connsiteX598" fmla="*/ 916781 w 3006089"/>
                <a:gd name="connsiteY598" fmla="*/ 731520 h 2297429"/>
                <a:gd name="connsiteX599" fmla="*/ 915352 w 3006089"/>
                <a:gd name="connsiteY599" fmla="*/ 729139 h 2297429"/>
                <a:gd name="connsiteX600" fmla="*/ 913924 w 3006089"/>
                <a:gd name="connsiteY600" fmla="*/ 727234 h 2297429"/>
                <a:gd name="connsiteX601" fmla="*/ 910590 w 3006089"/>
                <a:gd name="connsiteY601" fmla="*/ 725329 h 2297429"/>
                <a:gd name="connsiteX602" fmla="*/ 899160 w 3006089"/>
                <a:gd name="connsiteY602" fmla="*/ 722471 h 2297429"/>
                <a:gd name="connsiteX603" fmla="*/ 868204 w 3006089"/>
                <a:gd name="connsiteY603" fmla="*/ 732949 h 2297429"/>
                <a:gd name="connsiteX604" fmla="*/ 833438 w 3006089"/>
                <a:gd name="connsiteY604" fmla="*/ 743426 h 2297429"/>
                <a:gd name="connsiteX605" fmla="*/ 820102 w 3006089"/>
                <a:gd name="connsiteY605" fmla="*/ 749618 h 2297429"/>
                <a:gd name="connsiteX606" fmla="*/ 810577 w 3006089"/>
                <a:gd name="connsiteY606" fmla="*/ 752475 h 2297429"/>
                <a:gd name="connsiteX607" fmla="*/ 800576 w 3006089"/>
                <a:gd name="connsiteY607" fmla="*/ 757714 h 2297429"/>
                <a:gd name="connsiteX608" fmla="*/ 780574 w 3006089"/>
                <a:gd name="connsiteY608" fmla="*/ 770573 h 2297429"/>
                <a:gd name="connsiteX609" fmla="*/ 772477 w 3006089"/>
                <a:gd name="connsiteY609" fmla="*/ 776764 h 2297429"/>
                <a:gd name="connsiteX610" fmla="*/ 769620 w 3006089"/>
                <a:gd name="connsiteY610" fmla="*/ 780574 h 2297429"/>
                <a:gd name="connsiteX611" fmla="*/ 768668 w 3006089"/>
                <a:gd name="connsiteY611" fmla="*/ 783431 h 2297429"/>
                <a:gd name="connsiteX612" fmla="*/ 769620 w 3006089"/>
                <a:gd name="connsiteY612" fmla="*/ 785336 h 2297429"/>
                <a:gd name="connsiteX613" fmla="*/ 771525 w 3006089"/>
                <a:gd name="connsiteY613" fmla="*/ 787241 h 2297429"/>
                <a:gd name="connsiteX614" fmla="*/ 776288 w 3006089"/>
                <a:gd name="connsiteY614" fmla="*/ 791051 h 2297429"/>
                <a:gd name="connsiteX615" fmla="*/ 777716 w 3006089"/>
                <a:gd name="connsiteY615" fmla="*/ 792480 h 2297429"/>
                <a:gd name="connsiteX616" fmla="*/ 777716 w 3006089"/>
                <a:gd name="connsiteY616" fmla="*/ 793909 h 2297429"/>
                <a:gd name="connsiteX617" fmla="*/ 772477 w 3006089"/>
                <a:gd name="connsiteY617" fmla="*/ 797719 h 2297429"/>
                <a:gd name="connsiteX618" fmla="*/ 764858 w 3006089"/>
                <a:gd name="connsiteY618" fmla="*/ 800100 h 2297429"/>
                <a:gd name="connsiteX619" fmla="*/ 752951 w 3006089"/>
                <a:gd name="connsiteY619" fmla="*/ 811530 h 2297429"/>
                <a:gd name="connsiteX620" fmla="*/ 752475 w 3006089"/>
                <a:gd name="connsiteY620" fmla="*/ 812483 h 2297429"/>
                <a:gd name="connsiteX621" fmla="*/ 751522 w 3006089"/>
                <a:gd name="connsiteY621" fmla="*/ 816293 h 2297429"/>
                <a:gd name="connsiteX622" fmla="*/ 751046 w 3006089"/>
                <a:gd name="connsiteY622" fmla="*/ 823436 h 2297429"/>
                <a:gd name="connsiteX623" fmla="*/ 751046 w 3006089"/>
                <a:gd name="connsiteY623" fmla="*/ 825818 h 2297429"/>
                <a:gd name="connsiteX624" fmla="*/ 752475 w 3006089"/>
                <a:gd name="connsiteY624" fmla="*/ 827723 h 2297429"/>
                <a:gd name="connsiteX625" fmla="*/ 755333 w 3006089"/>
                <a:gd name="connsiteY625" fmla="*/ 830580 h 2297429"/>
                <a:gd name="connsiteX626" fmla="*/ 764858 w 3006089"/>
                <a:gd name="connsiteY626" fmla="*/ 832961 h 2297429"/>
                <a:gd name="connsiteX627" fmla="*/ 772001 w 3006089"/>
                <a:gd name="connsiteY627" fmla="*/ 833438 h 2297429"/>
                <a:gd name="connsiteX628" fmla="*/ 788670 w 3006089"/>
                <a:gd name="connsiteY628" fmla="*/ 832009 h 2297429"/>
                <a:gd name="connsiteX629" fmla="*/ 793433 w 3006089"/>
                <a:gd name="connsiteY629" fmla="*/ 832009 h 2297429"/>
                <a:gd name="connsiteX630" fmla="*/ 788670 w 3006089"/>
                <a:gd name="connsiteY630" fmla="*/ 838200 h 2297429"/>
                <a:gd name="connsiteX631" fmla="*/ 779621 w 3006089"/>
                <a:gd name="connsiteY631" fmla="*/ 840581 h 2297429"/>
                <a:gd name="connsiteX632" fmla="*/ 776764 w 3006089"/>
                <a:gd name="connsiteY632" fmla="*/ 844391 h 2297429"/>
                <a:gd name="connsiteX633" fmla="*/ 776764 w 3006089"/>
                <a:gd name="connsiteY633" fmla="*/ 845344 h 2297429"/>
                <a:gd name="connsiteX634" fmla="*/ 777716 w 3006089"/>
                <a:gd name="connsiteY634" fmla="*/ 846296 h 2297429"/>
                <a:gd name="connsiteX635" fmla="*/ 786289 w 3006089"/>
                <a:gd name="connsiteY635" fmla="*/ 849154 h 2297429"/>
                <a:gd name="connsiteX636" fmla="*/ 793433 w 3006089"/>
                <a:gd name="connsiteY636" fmla="*/ 849154 h 2297429"/>
                <a:gd name="connsiteX637" fmla="*/ 806768 w 3006089"/>
                <a:gd name="connsiteY637" fmla="*/ 846296 h 2297429"/>
                <a:gd name="connsiteX638" fmla="*/ 825818 w 3006089"/>
                <a:gd name="connsiteY638" fmla="*/ 845820 h 2297429"/>
                <a:gd name="connsiteX639" fmla="*/ 866299 w 3006089"/>
                <a:gd name="connsiteY639" fmla="*/ 839629 h 2297429"/>
                <a:gd name="connsiteX640" fmla="*/ 874871 w 3006089"/>
                <a:gd name="connsiteY640" fmla="*/ 842010 h 2297429"/>
                <a:gd name="connsiteX641" fmla="*/ 875824 w 3006089"/>
                <a:gd name="connsiteY641" fmla="*/ 842963 h 2297429"/>
                <a:gd name="connsiteX642" fmla="*/ 874395 w 3006089"/>
                <a:gd name="connsiteY642" fmla="*/ 844391 h 2297429"/>
                <a:gd name="connsiteX643" fmla="*/ 870109 w 3006089"/>
                <a:gd name="connsiteY643" fmla="*/ 844868 h 2297429"/>
                <a:gd name="connsiteX644" fmla="*/ 861060 w 3006089"/>
                <a:gd name="connsiteY644" fmla="*/ 843439 h 2297429"/>
                <a:gd name="connsiteX645" fmla="*/ 852488 w 3006089"/>
                <a:gd name="connsiteY645" fmla="*/ 844391 h 2297429"/>
                <a:gd name="connsiteX646" fmla="*/ 850106 w 3006089"/>
                <a:gd name="connsiteY646" fmla="*/ 845344 h 2297429"/>
                <a:gd name="connsiteX647" fmla="*/ 850106 w 3006089"/>
                <a:gd name="connsiteY647" fmla="*/ 847249 h 2297429"/>
                <a:gd name="connsiteX648" fmla="*/ 854393 w 3006089"/>
                <a:gd name="connsiteY648" fmla="*/ 848678 h 2297429"/>
                <a:gd name="connsiteX649" fmla="*/ 855345 w 3006089"/>
                <a:gd name="connsiteY649" fmla="*/ 850106 h 2297429"/>
                <a:gd name="connsiteX650" fmla="*/ 850106 w 3006089"/>
                <a:gd name="connsiteY650" fmla="*/ 851535 h 2297429"/>
                <a:gd name="connsiteX651" fmla="*/ 843915 w 3006089"/>
                <a:gd name="connsiteY651" fmla="*/ 851535 h 2297429"/>
                <a:gd name="connsiteX652" fmla="*/ 837247 w 3006089"/>
                <a:gd name="connsiteY652" fmla="*/ 852964 h 2297429"/>
                <a:gd name="connsiteX653" fmla="*/ 823913 w 3006089"/>
                <a:gd name="connsiteY653" fmla="*/ 856774 h 2297429"/>
                <a:gd name="connsiteX654" fmla="*/ 806768 w 3006089"/>
                <a:gd name="connsiteY654" fmla="*/ 860584 h 2297429"/>
                <a:gd name="connsiteX655" fmla="*/ 789622 w 3006089"/>
                <a:gd name="connsiteY655" fmla="*/ 863918 h 2297429"/>
                <a:gd name="connsiteX656" fmla="*/ 785336 w 3006089"/>
                <a:gd name="connsiteY656" fmla="*/ 865346 h 2297429"/>
                <a:gd name="connsiteX657" fmla="*/ 773906 w 3006089"/>
                <a:gd name="connsiteY657" fmla="*/ 871538 h 2297429"/>
                <a:gd name="connsiteX658" fmla="*/ 771049 w 3006089"/>
                <a:gd name="connsiteY658" fmla="*/ 873443 h 2297429"/>
                <a:gd name="connsiteX659" fmla="*/ 770096 w 3006089"/>
                <a:gd name="connsiteY659" fmla="*/ 875348 h 2297429"/>
                <a:gd name="connsiteX660" fmla="*/ 773906 w 3006089"/>
                <a:gd name="connsiteY660" fmla="*/ 880110 h 2297429"/>
                <a:gd name="connsiteX661" fmla="*/ 796766 w 3006089"/>
                <a:gd name="connsiteY661" fmla="*/ 895826 h 2297429"/>
                <a:gd name="connsiteX662" fmla="*/ 816769 w 3006089"/>
                <a:gd name="connsiteY662" fmla="*/ 897255 h 2297429"/>
                <a:gd name="connsiteX663" fmla="*/ 839629 w 3006089"/>
                <a:gd name="connsiteY663" fmla="*/ 895826 h 2297429"/>
                <a:gd name="connsiteX664" fmla="*/ 842963 w 3006089"/>
                <a:gd name="connsiteY664" fmla="*/ 896303 h 2297429"/>
                <a:gd name="connsiteX665" fmla="*/ 847725 w 3006089"/>
                <a:gd name="connsiteY665" fmla="*/ 897731 h 2297429"/>
                <a:gd name="connsiteX666" fmla="*/ 851059 w 3006089"/>
                <a:gd name="connsiteY666" fmla="*/ 898208 h 2297429"/>
                <a:gd name="connsiteX667" fmla="*/ 874395 w 3006089"/>
                <a:gd name="connsiteY667" fmla="*/ 897255 h 2297429"/>
                <a:gd name="connsiteX668" fmla="*/ 890588 w 3006089"/>
                <a:gd name="connsiteY668" fmla="*/ 895826 h 2297429"/>
                <a:gd name="connsiteX669" fmla="*/ 899160 w 3006089"/>
                <a:gd name="connsiteY669" fmla="*/ 894398 h 2297429"/>
                <a:gd name="connsiteX670" fmla="*/ 908209 w 3006089"/>
                <a:gd name="connsiteY670" fmla="*/ 892493 h 2297429"/>
                <a:gd name="connsiteX671" fmla="*/ 911543 w 3006089"/>
                <a:gd name="connsiteY671" fmla="*/ 892493 h 2297429"/>
                <a:gd name="connsiteX672" fmla="*/ 920591 w 3006089"/>
                <a:gd name="connsiteY672" fmla="*/ 891064 h 2297429"/>
                <a:gd name="connsiteX673" fmla="*/ 927735 w 3006089"/>
                <a:gd name="connsiteY673" fmla="*/ 891540 h 2297429"/>
                <a:gd name="connsiteX674" fmla="*/ 940118 w 3006089"/>
                <a:gd name="connsiteY674" fmla="*/ 893921 h 2297429"/>
                <a:gd name="connsiteX675" fmla="*/ 948690 w 3006089"/>
                <a:gd name="connsiteY675" fmla="*/ 896303 h 2297429"/>
                <a:gd name="connsiteX676" fmla="*/ 983933 w 3006089"/>
                <a:gd name="connsiteY676" fmla="*/ 906780 h 2297429"/>
                <a:gd name="connsiteX677" fmla="*/ 997268 w 3006089"/>
                <a:gd name="connsiteY677" fmla="*/ 912495 h 2297429"/>
                <a:gd name="connsiteX678" fmla="*/ 1000601 w 3006089"/>
                <a:gd name="connsiteY678" fmla="*/ 915353 h 2297429"/>
                <a:gd name="connsiteX679" fmla="*/ 998220 w 3006089"/>
                <a:gd name="connsiteY679" fmla="*/ 916781 h 2297429"/>
                <a:gd name="connsiteX680" fmla="*/ 995363 w 3006089"/>
                <a:gd name="connsiteY680" fmla="*/ 917734 h 2297429"/>
                <a:gd name="connsiteX681" fmla="*/ 981551 w 3006089"/>
                <a:gd name="connsiteY681" fmla="*/ 917734 h 2297429"/>
                <a:gd name="connsiteX682" fmla="*/ 979170 w 3006089"/>
                <a:gd name="connsiteY682" fmla="*/ 919163 h 2297429"/>
                <a:gd name="connsiteX683" fmla="*/ 970597 w 3006089"/>
                <a:gd name="connsiteY683" fmla="*/ 920591 h 2297429"/>
                <a:gd name="connsiteX684" fmla="*/ 966788 w 3006089"/>
                <a:gd name="connsiteY684" fmla="*/ 920591 h 2297429"/>
                <a:gd name="connsiteX685" fmla="*/ 947261 w 3006089"/>
                <a:gd name="connsiteY685" fmla="*/ 918210 h 2297429"/>
                <a:gd name="connsiteX686" fmla="*/ 932021 w 3006089"/>
                <a:gd name="connsiteY686" fmla="*/ 917734 h 2297429"/>
                <a:gd name="connsiteX687" fmla="*/ 923449 w 3006089"/>
                <a:gd name="connsiteY687" fmla="*/ 916781 h 2297429"/>
                <a:gd name="connsiteX688" fmla="*/ 914876 w 3006089"/>
                <a:gd name="connsiteY688" fmla="*/ 915353 h 2297429"/>
                <a:gd name="connsiteX689" fmla="*/ 900589 w 3006089"/>
                <a:gd name="connsiteY689" fmla="*/ 914876 h 2297429"/>
                <a:gd name="connsiteX690" fmla="*/ 868680 w 3006089"/>
                <a:gd name="connsiteY690" fmla="*/ 918210 h 2297429"/>
                <a:gd name="connsiteX691" fmla="*/ 833914 w 3006089"/>
                <a:gd name="connsiteY691" fmla="*/ 922973 h 2297429"/>
                <a:gd name="connsiteX692" fmla="*/ 813911 w 3006089"/>
                <a:gd name="connsiteY692" fmla="*/ 927735 h 2297429"/>
                <a:gd name="connsiteX693" fmla="*/ 811530 w 3006089"/>
                <a:gd name="connsiteY693" fmla="*/ 929164 h 2297429"/>
                <a:gd name="connsiteX694" fmla="*/ 810577 w 3006089"/>
                <a:gd name="connsiteY694" fmla="*/ 931545 h 2297429"/>
                <a:gd name="connsiteX695" fmla="*/ 811054 w 3006089"/>
                <a:gd name="connsiteY695" fmla="*/ 935355 h 2297429"/>
                <a:gd name="connsiteX696" fmla="*/ 812483 w 3006089"/>
                <a:gd name="connsiteY696" fmla="*/ 941546 h 2297429"/>
                <a:gd name="connsiteX697" fmla="*/ 813435 w 3006089"/>
                <a:gd name="connsiteY697" fmla="*/ 945356 h 2297429"/>
                <a:gd name="connsiteX698" fmla="*/ 813911 w 3006089"/>
                <a:gd name="connsiteY698" fmla="*/ 946785 h 2297429"/>
                <a:gd name="connsiteX699" fmla="*/ 817721 w 3006089"/>
                <a:gd name="connsiteY699" fmla="*/ 952024 h 2297429"/>
                <a:gd name="connsiteX700" fmla="*/ 827246 w 3006089"/>
                <a:gd name="connsiteY700" fmla="*/ 960596 h 2297429"/>
                <a:gd name="connsiteX701" fmla="*/ 830580 w 3006089"/>
                <a:gd name="connsiteY701" fmla="*/ 964406 h 2297429"/>
                <a:gd name="connsiteX702" fmla="*/ 832009 w 3006089"/>
                <a:gd name="connsiteY702" fmla="*/ 967264 h 2297429"/>
                <a:gd name="connsiteX703" fmla="*/ 832961 w 3006089"/>
                <a:gd name="connsiteY703" fmla="*/ 969169 h 2297429"/>
                <a:gd name="connsiteX704" fmla="*/ 833914 w 3006089"/>
                <a:gd name="connsiteY704" fmla="*/ 969645 h 2297429"/>
                <a:gd name="connsiteX705" fmla="*/ 847725 w 3006089"/>
                <a:gd name="connsiteY705" fmla="*/ 974884 h 2297429"/>
                <a:gd name="connsiteX706" fmla="*/ 855821 w 3006089"/>
                <a:gd name="connsiteY706" fmla="*/ 976789 h 2297429"/>
                <a:gd name="connsiteX707" fmla="*/ 863918 w 3006089"/>
                <a:gd name="connsiteY707" fmla="*/ 978218 h 2297429"/>
                <a:gd name="connsiteX708" fmla="*/ 879634 w 3006089"/>
                <a:gd name="connsiteY708" fmla="*/ 979170 h 2297429"/>
                <a:gd name="connsiteX709" fmla="*/ 895350 w 3006089"/>
                <a:gd name="connsiteY709" fmla="*/ 978694 h 2297429"/>
                <a:gd name="connsiteX710" fmla="*/ 908209 w 3006089"/>
                <a:gd name="connsiteY710" fmla="*/ 978694 h 2297429"/>
                <a:gd name="connsiteX711" fmla="*/ 916781 w 3006089"/>
                <a:gd name="connsiteY711" fmla="*/ 979646 h 2297429"/>
                <a:gd name="connsiteX712" fmla="*/ 929640 w 3006089"/>
                <a:gd name="connsiteY712" fmla="*/ 982980 h 2297429"/>
                <a:gd name="connsiteX713" fmla="*/ 930116 w 3006089"/>
                <a:gd name="connsiteY713" fmla="*/ 983933 h 2297429"/>
                <a:gd name="connsiteX714" fmla="*/ 932497 w 3006089"/>
                <a:gd name="connsiteY714" fmla="*/ 992981 h 2297429"/>
                <a:gd name="connsiteX715" fmla="*/ 932974 w 3006089"/>
                <a:gd name="connsiteY715" fmla="*/ 997268 h 2297429"/>
                <a:gd name="connsiteX716" fmla="*/ 932021 w 3006089"/>
                <a:gd name="connsiteY716" fmla="*/ 1004411 h 2297429"/>
                <a:gd name="connsiteX717" fmla="*/ 933926 w 3006089"/>
                <a:gd name="connsiteY717" fmla="*/ 1008698 h 2297429"/>
                <a:gd name="connsiteX718" fmla="*/ 941070 w 3006089"/>
                <a:gd name="connsiteY718" fmla="*/ 1018699 h 2297429"/>
                <a:gd name="connsiteX719" fmla="*/ 944880 w 3006089"/>
                <a:gd name="connsiteY719" fmla="*/ 1022509 h 2297429"/>
                <a:gd name="connsiteX720" fmla="*/ 948214 w 3006089"/>
                <a:gd name="connsiteY720" fmla="*/ 1024890 h 2297429"/>
                <a:gd name="connsiteX721" fmla="*/ 952024 w 3006089"/>
                <a:gd name="connsiteY721" fmla="*/ 1025843 h 2297429"/>
                <a:gd name="connsiteX722" fmla="*/ 957263 w 3006089"/>
                <a:gd name="connsiteY722" fmla="*/ 1026319 h 2297429"/>
                <a:gd name="connsiteX723" fmla="*/ 963930 w 3006089"/>
                <a:gd name="connsiteY723" fmla="*/ 1025843 h 2297429"/>
                <a:gd name="connsiteX724" fmla="*/ 976313 w 3006089"/>
                <a:gd name="connsiteY724" fmla="*/ 1023938 h 2297429"/>
                <a:gd name="connsiteX725" fmla="*/ 1002983 w 3006089"/>
                <a:gd name="connsiteY725" fmla="*/ 1022985 h 2297429"/>
                <a:gd name="connsiteX726" fmla="*/ 1010126 w 3006089"/>
                <a:gd name="connsiteY726" fmla="*/ 1022509 h 2297429"/>
                <a:gd name="connsiteX727" fmla="*/ 1016318 w 3006089"/>
                <a:gd name="connsiteY727" fmla="*/ 1019651 h 2297429"/>
                <a:gd name="connsiteX728" fmla="*/ 1022033 w 3006089"/>
                <a:gd name="connsiteY728" fmla="*/ 1019175 h 2297429"/>
                <a:gd name="connsiteX729" fmla="*/ 1025843 w 3006089"/>
                <a:gd name="connsiteY729" fmla="*/ 1020128 h 2297429"/>
                <a:gd name="connsiteX730" fmla="*/ 1038701 w 3006089"/>
                <a:gd name="connsiteY730" fmla="*/ 1018223 h 2297429"/>
                <a:gd name="connsiteX731" fmla="*/ 1055846 w 3006089"/>
                <a:gd name="connsiteY731" fmla="*/ 1016794 h 2297429"/>
                <a:gd name="connsiteX732" fmla="*/ 1072515 w 3006089"/>
                <a:gd name="connsiteY732" fmla="*/ 1013936 h 2297429"/>
                <a:gd name="connsiteX733" fmla="*/ 1090613 w 3006089"/>
                <a:gd name="connsiteY733" fmla="*/ 1009174 h 2297429"/>
                <a:gd name="connsiteX734" fmla="*/ 1097756 w 3006089"/>
                <a:gd name="connsiteY734" fmla="*/ 1005364 h 2297429"/>
                <a:gd name="connsiteX735" fmla="*/ 1103948 w 3006089"/>
                <a:gd name="connsiteY735" fmla="*/ 1001078 h 2297429"/>
                <a:gd name="connsiteX736" fmla="*/ 1110139 w 3006089"/>
                <a:gd name="connsiteY736" fmla="*/ 998696 h 2297429"/>
                <a:gd name="connsiteX737" fmla="*/ 1127284 w 3006089"/>
                <a:gd name="connsiteY737" fmla="*/ 997744 h 2297429"/>
                <a:gd name="connsiteX738" fmla="*/ 1141571 w 3006089"/>
                <a:gd name="connsiteY738" fmla="*/ 994886 h 2297429"/>
                <a:gd name="connsiteX739" fmla="*/ 1144429 w 3006089"/>
                <a:gd name="connsiteY739" fmla="*/ 992981 h 2297429"/>
                <a:gd name="connsiteX740" fmla="*/ 1152049 w 3006089"/>
                <a:gd name="connsiteY740" fmla="*/ 985838 h 2297429"/>
                <a:gd name="connsiteX741" fmla="*/ 1154906 w 3006089"/>
                <a:gd name="connsiteY741" fmla="*/ 983933 h 2297429"/>
                <a:gd name="connsiteX742" fmla="*/ 1161098 w 3006089"/>
                <a:gd name="connsiteY742" fmla="*/ 973931 h 2297429"/>
                <a:gd name="connsiteX743" fmla="*/ 1164431 w 3006089"/>
                <a:gd name="connsiteY743" fmla="*/ 970121 h 2297429"/>
                <a:gd name="connsiteX744" fmla="*/ 1167765 w 3006089"/>
                <a:gd name="connsiteY744" fmla="*/ 968216 h 2297429"/>
                <a:gd name="connsiteX745" fmla="*/ 1172051 w 3006089"/>
                <a:gd name="connsiteY745" fmla="*/ 968216 h 2297429"/>
                <a:gd name="connsiteX746" fmla="*/ 1176338 w 3006089"/>
                <a:gd name="connsiteY746" fmla="*/ 970121 h 2297429"/>
                <a:gd name="connsiteX747" fmla="*/ 1178243 w 3006089"/>
                <a:gd name="connsiteY747" fmla="*/ 972026 h 2297429"/>
                <a:gd name="connsiteX748" fmla="*/ 1178719 w 3006089"/>
                <a:gd name="connsiteY748" fmla="*/ 974408 h 2297429"/>
                <a:gd name="connsiteX749" fmla="*/ 1178243 w 3006089"/>
                <a:gd name="connsiteY749" fmla="*/ 977741 h 2297429"/>
                <a:gd name="connsiteX750" fmla="*/ 1178243 w 3006089"/>
                <a:gd name="connsiteY750" fmla="*/ 979646 h 2297429"/>
                <a:gd name="connsiteX751" fmla="*/ 1178719 w 3006089"/>
                <a:gd name="connsiteY751" fmla="*/ 981075 h 2297429"/>
                <a:gd name="connsiteX752" fmla="*/ 1181100 w 3006089"/>
                <a:gd name="connsiteY752" fmla="*/ 982980 h 2297429"/>
                <a:gd name="connsiteX753" fmla="*/ 1185386 w 3006089"/>
                <a:gd name="connsiteY753" fmla="*/ 984885 h 2297429"/>
                <a:gd name="connsiteX754" fmla="*/ 1189673 w 3006089"/>
                <a:gd name="connsiteY754" fmla="*/ 985838 h 2297429"/>
                <a:gd name="connsiteX755" fmla="*/ 1196816 w 3006089"/>
                <a:gd name="connsiteY755" fmla="*/ 985361 h 2297429"/>
                <a:gd name="connsiteX756" fmla="*/ 1205865 w 3006089"/>
                <a:gd name="connsiteY756" fmla="*/ 986314 h 2297429"/>
                <a:gd name="connsiteX757" fmla="*/ 1214914 w 3006089"/>
                <a:gd name="connsiteY757" fmla="*/ 988695 h 2297429"/>
                <a:gd name="connsiteX758" fmla="*/ 1223010 w 3006089"/>
                <a:gd name="connsiteY758" fmla="*/ 989648 h 2297429"/>
                <a:gd name="connsiteX759" fmla="*/ 1223010 w 3006089"/>
                <a:gd name="connsiteY759" fmla="*/ 990600 h 2297429"/>
                <a:gd name="connsiteX760" fmla="*/ 1222534 w 3006089"/>
                <a:gd name="connsiteY760" fmla="*/ 991553 h 2297429"/>
                <a:gd name="connsiteX761" fmla="*/ 1218248 w 3006089"/>
                <a:gd name="connsiteY761" fmla="*/ 995839 h 2297429"/>
                <a:gd name="connsiteX762" fmla="*/ 1217771 w 3006089"/>
                <a:gd name="connsiteY762" fmla="*/ 997268 h 2297429"/>
                <a:gd name="connsiteX763" fmla="*/ 1220152 w 3006089"/>
                <a:gd name="connsiteY763" fmla="*/ 999173 h 2297429"/>
                <a:gd name="connsiteX764" fmla="*/ 1238250 w 3006089"/>
                <a:gd name="connsiteY764" fmla="*/ 1002030 h 2297429"/>
                <a:gd name="connsiteX765" fmla="*/ 1242060 w 3006089"/>
                <a:gd name="connsiteY765" fmla="*/ 999649 h 2297429"/>
                <a:gd name="connsiteX766" fmla="*/ 1245870 w 3006089"/>
                <a:gd name="connsiteY766" fmla="*/ 998696 h 2297429"/>
                <a:gd name="connsiteX767" fmla="*/ 1255395 w 3006089"/>
                <a:gd name="connsiteY767" fmla="*/ 1002506 h 2297429"/>
                <a:gd name="connsiteX768" fmla="*/ 1263968 w 3006089"/>
                <a:gd name="connsiteY768" fmla="*/ 1003459 h 2297429"/>
                <a:gd name="connsiteX769" fmla="*/ 1275874 w 3006089"/>
                <a:gd name="connsiteY769" fmla="*/ 1005840 h 2297429"/>
                <a:gd name="connsiteX770" fmla="*/ 1286351 w 3006089"/>
                <a:gd name="connsiteY770" fmla="*/ 1004411 h 2297429"/>
                <a:gd name="connsiteX771" fmla="*/ 1295400 w 3006089"/>
                <a:gd name="connsiteY771" fmla="*/ 1004888 h 2297429"/>
                <a:gd name="connsiteX772" fmla="*/ 1297305 w 3006089"/>
                <a:gd name="connsiteY772" fmla="*/ 1004411 h 2297429"/>
                <a:gd name="connsiteX773" fmla="*/ 1300639 w 3006089"/>
                <a:gd name="connsiteY773" fmla="*/ 1002506 h 2297429"/>
                <a:gd name="connsiteX774" fmla="*/ 1309211 w 3006089"/>
                <a:gd name="connsiteY774" fmla="*/ 1001078 h 2297429"/>
                <a:gd name="connsiteX775" fmla="*/ 1313498 w 3006089"/>
                <a:gd name="connsiteY775" fmla="*/ 999173 h 2297429"/>
                <a:gd name="connsiteX776" fmla="*/ 1326356 w 3006089"/>
                <a:gd name="connsiteY776" fmla="*/ 995363 h 2297429"/>
                <a:gd name="connsiteX777" fmla="*/ 1330643 w 3006089"/>
                <a:gd name="connsiteY777" fmla="*/ 993458 h 2297429"/>
                <a:gd name="connsiteX778" fmla="*/ 1333024 w 3006089"/>
                <a:gd name="connsiteY778" fmla="*/ 986790 h 2297429"/>
                <a:gd name="connsiteX779" fmla="*/ 1333024 w 3006089"/>
                <a:gd name="connsiteY779" fmla="*/ 983933 h 2297429"/>
                <a:gd name="connsiteX780" fmla="*/ 1332071 w 3006089"/>
                <a:gd name="connsiteY780" fmla="*/ 982028 h 2297429"/>
                <a:gd name="connsiteX781" fmla="*/ 1330166 w 3006089"/>
                <a:gd name="connsiteY781" fmla="*/ 980599 h 2297429"/>
                <a:gd name="connsiteX782" fmla="*/ 1329214 w 3006089"/>
                <a:gd name="connsiteY782" fmla="*/ 980123 h 2297429"/>
                <a:gd name="connsiteX783" fmla="*/ 1325880 w 3006089"/>
                <a:gd name="connsiteY783" fmla="*/ 980599 h 2297429"/>
                <a:gd name="connsiteX784" fmla="*/ 1323975 w 3006089"/>
                <a:gd name="connsiteY784" fmla="*/ 979170 h 2297429"/>
                <a:gd name="connsiteX785" fmla="*/ 1323499 w 3006089"/>
                <a:gd name="connsiteY785" fmla="*/ 977741 h 2297429"/>
                <a:gd name="connsiteX786" fmla="*/ 1323499 w 3006089"/>
                <a:gd name="connsiteY786" fmla="*/ 976313 h 2297429"/>
                <a:gd name="connsiteX787" fmla="*/ 1323499 w 3006089"/>
                <a:gd name="connsiteY787" fmla="*/ 974408 h 2297429"/>
                <a:gd name="connsiteX788" fmla="*/ 1323975 w 3006089"/>
                <a:gd name="connsiteY788" fmla="*/ 972979 h 2297429"/>
                <a:gd name="connsiteX789" fmla="*/ 1326833 w 3006089"/>
                <a:gd name="connsiteY789" fmla="*/ 970121 h 2297429"/>
                <a:gd name="connsiteX790" fmla="*/ 1326833 w 3006089"/>
                <a:gd name="connsiteY790" fmla="*/ 969169 h 2297429"/>
                <a:gd name="connsiteX791" fmla="*/ 1324451 w 3006089"/>
                <a:gd name="connsiteY791" fmla="*/ 966788 h 2297429"/>
                <a:gd name="connsiteX792" fmla="*/ 1320641 w 3006089"/>
                <a:gd name="connsiteY792" fmla="*/ 965359 h 2297429"/>
                <a:gd name="connsiteX793" fmla="*/ 1310640 w 3006089"/>
                <a:gd name="connsiteY793" fmla="*/ 965835 h 2297429"/>
                <a:gd name="connsiteX794" fmla="*/ 1307306 w 3006089"/>
                <a:gd name="connsiteY794" fmla="*/ 968216 h 2297429"/>
                <a:gd name="connsiteX795" fmla="*/ 1299686 w 3006089"/>
                <a:gd name="connsiteY795" fmla="*/ 971550 h 2297429"/>
                <a:gd name="connsiteX796" fmla="*/ 1295876 w 3006089"/>
                <a:gd name="connsiteY796" fmla="*/ 973931 h 2297429"/>
                <a:gd name="connsiteX797" fmla="*/ 1288733 w 3006089"/>
                <a:gd name="connsiteY797" fmla="*/ 981551 h 2297429"/>
                <a:gd name="connsiteX798" fmla="*/ 1287780 w 3006089"/>
                <a:gd name="connsiteY798" fmla="*/ 982028 h 2297429"/>
                <a:gd name="connsiteX799" fmla="*/ 1288256 w 3006089"/>
                <a:gd name="connsiteY799" fmla="*/ 980123 h 2297429"/>
                <a:gd name="connsiteX800" fmla="*/ 1290638 w 3006089"/>
                <a:gd name="connsiteY800" fmla="*/ 972503 h 2297429"/>
                <a:gd name="connsiteX801" fmla="*/ 1291114 w 3006089"/>
                <a:gd name="connsiteY801" fmla="*/ 968693 h 2297429"/>
                <a:gd name="connsiteX802" fmla="*/ 1290638 w 3006089"/>
                <a:gd name="connsiteY802" fmla="*/ 966311 h 2297429"/>
                <a:gd name="connsiteX803" fmla="*/ 1290161 w 3006089"/>
                <a:gd name="connsiteY803" fmla="*/ 965359 h 2297429"/>
                <a:gd name="connsiteX804" fmla="*/ 1288733 w 3006089"/>
                <a:gd name="connsiteY804" fmla="*/ 965359 h 2297429"/>
                <a:gd name="connsiteX805" fmla="*/ 1287304 w 3006089"/>
                <a:gd name="connsiteY805" fmla="*/ 964406 h 2297429"/>
                <a:gd name="connsiteX806" fmla="*/ 1282065 w 3006089"/>
                <a:gd name="connsiteY806" fmla="*/ 960120 h 2297429"/>
                <a:gd name="connsiteX807" fmla="*/ 1277779 w 3006089"/>
                <a:gd name="connsiteY807" fmla="*/ 957739 h 2297429"/>
                <a:gd name="connsiteX808" fmla="*/ 1276350 w 3006089"/>
                <a:gd name="connsiteY808" fmla="*/ 955834 h 2297429"/>
                <a:gd name="connsiteX809" fmla="*/ 1277302 w 3006089"/>
                <a:gd name="connsiteY809" fmla="*/ 954405 h 2297429"/>
                <a:gd name="connsiteX810" fmla="*/ 1279684 w 3006089"/>
                <a:gd name="connsiteY810" fmla="*/ 953453 h 2297429"/>
                <a:gd name="connsiteX811" fmla="*/ 1281589 w 3006089"/>
                <a:gd name="connsiteY811" fmla="*/ 953929 h 2297429"/>
                <a:gd name="connsiteX812" fmla="*/ 1289685 w 3006089"/>
                <a:gd name="connsiteY812" fmla="*/ 958691 h 2297429"/>
                <a:gd name="connsiteX813" fmla="*/ 1294448 w 3006089"/>
                <a:gd name="connsiteY813" fmla="*/ 960596 h 2297429"/>
                <a:gd name="connsiteX814" fmla="*/ 1300639 w 3006089"/>
                <a:gd name="connsiteY814" fmla="*/ 961549 h 2297429"/>
                <a:gd name="connsiteX815" fmla="*/ 1304925 w 3006089"/>
                <a:gd name="connsiteY815" fmla="*/ 961549 h 2297429"/>
                <a:gd name="connsiteX816" fmla="*/ 1306830 w 3006089"/>
                <a:gd name="connsiteY816" fmla="*/ 960120 h 2297429"/>
                <a:gd name="connsiteX817" fmla="*/ 1307783 w 3006089"/>
                <a:gd name="connsiteY817" fmla="*/ 959168 h 2297429"/>
                <a:gd name="connsiteX818" fmla="*/ 1307783 w 3006089"/>
                <a:gd name="connsiteY818" fmla="*/ 957263 h 2297429"/>
                <a:gd name="connsiteX819" fmla="*/ 1307306 w 3006089"/>
                <a:gd name="connsiteY819" fmla="*/ 954881 h 2297429"/>
                <a:gd name="connsiteX820" fmla="*/ 1306830 w 3006089"/>
                <a:gd name="connsiteY820" fmla="*/ 952976 h 2297429"/>
                <a:gd name="connsiteX821" fmla="*/ 1305877 w 3006089"/>
                <a:gd name="connsiteY821" fmla="*/ 951548 h 2297429"/>
                <a:gd name="connsiteX822" fmla="*/ 1308259 w 3006089"/>
                <a:gd name="connsiteY822" fmla="*/ 949166 h 2297429"/>
                <a:gd name="connsiteX823" fmla="*/ 1314450 w 3006089"/>
                <a:gd name="connsiteY823" fmla="*/ 945833 h 2297429"/>
                <a:gd name="connsiteX824" fmla="*/ 1318260 w 3006089"/>
                <a:gd name="connsiteY824" fmla="*/ 943928 h 2297429"/>
                <a:gd name="connsiteX825" fmla="*/ 1320165 w 3006089"/>
                <a:gd name="connsiteY825" fmla="*/ 943928 h 2297429"/>
                <a:gd name="connsiteX826" fmla="*/ 1323023 w 3006089"/>
                <a:gd name="connsiteY826" fmla="*/ 945356 h 2297429"/>
                <a:gd name="connsiteX827" fmla="*/ 1331119 w 3006089"/>
                <a:gd name="connsiteY827" fmla="*/ 950595 h 2297429"/>
                <a:gd name="connsiteX828" fmla="*/ 1335405 w 3006089"/>
                <a:gd name="connsiteY828" fmla="*/ 952500 h 2297429"/>
                <a:gd name="connsiteX829" fmla="*/ 1338263 w 3006089"/>
                <a:gd name="connsiteY829" fmla="*/ 952976 h 2297429"/>
                <a:gd name="connsiteX830" fmla="*/ 1339691 w 3006089"/>
                <a:gd name="connsiteY830" fmla="*/ 951548 h 2297429"/>
                <a:gd name="connsiteX831" fmla="*/ 1341120 w 3006089"/>
                <a:gd name="connsiteY831" fmla="*/ 949643 h 2297429"/>
                <a:gd name="connsiteX832" fmla="*/ 1343025 w 3006089"/>
                <a:gd name="connsiteY832" fmla="*/ 944880 h 2297429"/>
                <a:gd name="connsiteX833" fmla="*/ 1343977 w 3006089"/>
                <a:gd name="connsiteY833" fmla="*/ 943928 h 2297429"/>
                <a:gd name="connsiteX834" fmla="*/ 1344930 w 3006089"/>
                <a:gd name="connsiteY834" fmla="*/ 944880 h 2297429"/>
                <a:gd name="connsiteX835" fmla="*/ 1346835 w 3006089"/>
                <a:gd name="connsiteY835" fmla="*/ 950119 h 2297429"/>
                <a:gd name="connsiteX836" fmla="*/ 1348740 w 3006089"/>
                <a:gd name="connsiteY836" fmla="*/ 952500 h 2297429"/>
                <a:gd name="connsiteX837" fmla="*/ 1353026 w 3006089"/>
                <a:gd name="connsiteY837" fmla="*/ 954405 h 2297429"/>
                <a:gd name="connsiteX838" fmla="*/ 1358741 w 3006089"/>
                <a:gd name="connsiteY838" fmla="*/ 954881 h 2297429"/>
                <a:gd name="connsiteX839" fmla="*/ 1360646 w 3006089"/>
                <a:gd name="connsiteY839" fmla="*/ 954405 h 2297429"/>
                <a:gd name="connsiteX840" fmla="*/ 1363504 w 3006089"/>
                <a:gd name="connsiteY840" fmla="*/ 952024 h 2297429"/>
                <a:gd name="connsiteX841" fmla="*/ 1214438 w 3006089"/>
                <a:gd name="connsiteY841" fmla="*/ 696754 h 2297429"/>
                <a:gd name="connsiteX842" fmla="*/ 1207770 w 3006089"/>
                <a:gd name="connsiteY842" fmla="*/ 696754 h 2297429"/>
                <a:gd name="connsiteX843" fmla="*/ 1178719 w 3006089"/>
                <a:gd name="connsiteY843" fmla="*/ 700088 h 2297429"/>
                <a:gd name="connsiteX844" fmla="*/ 1170146 w 3006089"/>
                <a:gd name="connsiteY844" fmla="*/ 701516 h 2297429"/>
                <a:gd name="connsiteX845" fmla="*/ 1167289 w 3006089"/>
                <a:gd name="connsiteY845" fmla="*/ 703421 h 2297429"/>
                <a:gd name="connsiteX846" fmla="*/ 1162526 w 3006089"/>
                <a:gd name="connsiteY846" fmla="*/ 708184 h 2297429"/>
                <a:gd name="connsiteX847" fmla="*/ 1158716 w 3006089"/>
                <a:gd name="connsiteY847" fmla="*/ 713899 h 2297429"/>
                <a:gd name="connsiteX848" fmla="*/ 1159669 w 3006089"/>
                <a:gd name="connsiteY848" fmla="*/ 715804 h 2297429"/>
                <a:gd name="connsiteX849" fmla="*/ 1165384 w 3006089"/>
                <a:gd name="connsiteY849" fmla="*/ 717233 h 2297429"/>
                <a:gd name="connsiteX850" fmla="*/ 1173004 w 3006089"/>
                <a:gd name="connsiteY850" fmla="*/ 720090 h 2297429"/>
                <a:gd name="connsiteX851" fmla="*/ 1184910 w 3006089"/>
                <a:gd name="connsiteY851" fmla="*/ 727234 h 2297429"/>
                <a:gd name="connsiteX852" fmla="*/ 1187291 w 3006089"/>
                <a:gd name="connsiteY852" fmla="*/ 730091 h 2297429"/>
                <a:gd name="connsiteX853" fmla="*/ 1188720 w 3006089"/>
                <a:gd name="connsiteY853" fmla="*/ 733901 h 2297429"/>
                <a:gd name="connsiteX854" fmla="*/ 1197769 w 3006089"/>
                <a:gd name="connsiteY854" fmla="*/ 740569 h 2297429"/>
                <a:gd name="connsiteX855" fmla="*/ 1205389 w 3006089"/>
                <a:gd name="connsiteY855" fmla="*/ 747236 h 2297429"/>
                <a:gd name="connsiteX856" fmla="*/ 1210151 w 3006089"/>
                <a:gd name="connsiteY856" fmla="*/ 750570 h 2297429"/>
                <a:gd name="connsiteX857" fmla="*/ 1213485 w 3006089"/>
                <a:gd name="connsiteY857" fmla="*/ 751999 h 2297429"/>
                <a:gd name="connsiteX858" fmla="*/ 1215390 w 3006089"/>
                <a:gd name="connsiteY858" fmla="*/ 751523 h 2297429"/>
                <a:gd name="connsiteX859" fmla="*/ 1218248 w 3006089"/>
                <a:gd name="connsiteY859" fmla="*/ 749618 h 2297429"/>
                <a:gd name="connsiteX860" fmla="*/ 1222534 w 3006089"/>
                <a:gd name="connsiteY860" fmla="*/ 746284 h 2297429"/>
                <a:gd name="connsiteX861" fmla="*/ 1224915 w 3006089"/>
                <a:gd name="connsiteY861" fmla="*/ 743426 h 2297429"/>
                <a:gd name="connsiteX862" fmla="*/ 1225868 w 3006089"/>
                <a:gd name="connsiteY862" fmla="*/ 740093 h 2297429"/>
                <a:gd name="connsiteX863" fmla="*/ 1232059 w 3006089"/>
                <a:gd name="connsiteY863" fmla="*/ 734854 h 2297429"/>
                <a:gd name="connsiteX864" fmla="*/ 1237774 w 3006089"/>
                <a:gd name="connsiteY864" fmla="*/ 725329 h 2297429"/>
                <a:gd name="connsiteX865" fmla="*/ 1239202 w 3006089"/>
                <a:gd name="connsiteY865" fmla="*/ 722471 h 2297429"/>
                <a:gd name="connsiteX866" fmla="*/ 1240155 w 3006089"/>
                <a:gd name="connsiteY866" fmla="*/ 715328 h 2297429"/>
                <a:gd name="connsiteX867" fmla="*/ 1240155 w 3006089"/>
                <a:gd name="connsiteY867" fmla="*/ 710565 h 2297429"/>
                <a:gd name="connsiteX868" fmla="*/ 1239202 w 3006089"/>
                <a:gd name="connsiteY868" fmla="*/ 708184 h 2297429"/>
                <a:gd name="connsiteX869" fmla="*/ 1237298 w 3006089"/>
                <a:gd name="connsiteY869" fmla="*/ 705803 h 2297429"/>
                <a:gd name="connsiteX870" fmla="*/ 1234916 w 3006089"/>
                <a:gd name="connsiteY870" fmla="*/ 704374 h 2297429"/>
                <a:gd name="connsiteX871" fmla="*/ 1231106 w 3006089"/>
                <a:gd name="connsiteY871" fmla="*/ 703421 h 2297429"/>
                <a:gd name="connsiteX872" fmla="*/ 1221581 w 3006089"/>
                <a:gd name="connsiteY872" fmla="*/ 697230 h 2297429"/>
                <a:gd name="connsiteX873" fmla="*/ 1214438 w 3006089"/>
                <a:gd name="connsiteY873" fmla="*/ 696754 h 2297429"/>
                <a:gd name="connsiteX874" fmla="*/ 1461135 w 3006089"/>
                <a:gd name="connsiteY874" fmla="*/ 674370 h 2297429"/>
                <a:gd name="connsiteX875" fmla="*/ 1443514 w 3006089"/>
                <a:gd name="connsiteY875" fmla="*/ 679133 h 2297429"/>
                <a:gd name="connsiteX876" fmla="*/ 1435418 w 3006089"/>
                <a:gd name="connsiteY876" fmla="*/ 680085 h 2297429"/>
                <a:gd name="connsiteX877" fmla="*/ 1432560 w 3006089"/>
                <a:gd name="connsiteY877" fmla="*/ 681038 h 2297429"/>
                <a:gd name="connsiteX878" fmla="*/ 1430655 w 3006089"/>
                <a:gd name="connsiteY878" fmla="*/ 682466 h 2297429"/>
                <a:gd name="connsiteX879" fmla="*/ 1429226 w 3006089"/>
                <a:gd name="connsiteY879" fmla="*/ 683895 h 2297429"/>
                <a:gd name="connsiteX880" fmla="*/ 1425893 w 3006089"/>
                <a:gd name="connsiteY880" fmla="*/ 684848 h 2297429"/>
                <a:gd name="connsiteX881" fmla="*/ 1417320 w 3006089"/>
                <a:gd name="connsiteY881" fmla="*/ 686276 h 2297429"/>
                <a:gd name="connsiteX882" fmla="*/ 1415415 w 3006089"/>
                <a:gd name="connsiteY882" fmla="*/ 687229 h 2297429"/>
                <a:gd name="connsiteX883" fmla="*/ 1414939 w 3006089"/>
                <a:gd name="connsiteY883" fmla="*/ 688181 h 2297429"/>
                <a:gd name="connsiteX884" fmla="*/ 1415891 w 3006089"/>
                <a:gd name="connsiteY884" fmla="*/ 689134 h 2297429"/>
                <a:gd name="connsiteX885" fmla="*/ 1418749 w 3006089"/>
                <a:gd name="connsiteY885" fmla="*/ 690086 h 2297429"/>
                <a:gd name="connsiteX886" fmla="*/ 1429702 w 3006089"/>
                <a:gd name="connsiteY886" fmla="*/ 693420 h 2297429"/>
                <a:gd name="connsiteX887" fmla="*/ 1434941 w 3006089"/>
                <a:gd name="connsiteY887" fmla="*/ 692944 h 2297429"/>
                <a:gd name="connsiteX888" fmla="*/ 1436846 w 3006089"/>
                <a:gd name="connsiteY888" fmla="*/ 691991 h 2297429"/>
                <a:gd name="connsiteX889" fmla="*/ 1439227 w 3006089"/>
                <a:gd name="connsiteY889" fmla="*/ 690086 h 2297429"/>
                <a:gd name="connsiteX890" fmla="*/ 1443514 w 3006089"/>
                <a:gd name="connsiteY890" fmla="*/ 690563 h 2297429"/>
                <a:gd name="connsiteX891" fmla="*/ 1453515 w 3006089"/>
                <a:gd name="connsiteY891" fmla="*/ 689134 h 2297429"/>
                <a:gd name="connsiteX892" fmla="*/ 1457801 w 3006089"/>
                <a:gd name="connsiteY892" fmla="*/ 687705 h 2297429"/>
                <a:gd name="connsiteX893" fmla="*/ 1467326 w 3006089"/>
                <a:gd name="connsiteY893" fmla="*/ 682466 h 2297429"/>
                <a:gd name="connsiteX894" fmla="*/ 1471136 w 3006089"/>
                <a:gd name="connsiteY894" fmla="*/ 680085 h 2297429"/>
                <a:gd name="connsiteX895" fmla="*/ 1473994 w 3006089"/>
                <a:gd name="connsiteY895" fmla="*/ 676751 h 2297429"/>
                <a:gd name="connsiteX896" fmla="*/ 1474470 w 3006089"/>
                <a:gd name="connsiteY896" fmla="*/ 675323 h 2297429"/>
                <a:gd name="connsiteX897" fmla="*/ 1473994 w 3006089"/>
                <a:gd name="connsiteY897" fmla="*/ 673894 h 2297429"/>
                <a:gd name="connsiteX898" fmla="*/ 1473041 w 3006089"/>
                <a:gd name="connsiteY898" fmla="*/ 672465 h 2297429"/>
                <a:gd name="connsiteX899" fmla="*/ 1469708 w 3006089"/>
                <a:gd name="connsiteY899" fmla="*/ 671989 h 2297429"/>
                <a:gd name="connsiteX900" fmla="*/ 1461135 w 3006089"/>
                <a:gd name="connsiteY900" fmla="*/ 674370 h 2297429"/>
                <a:gd name="connsiteX901" fmla="*/ 1519714 w 3006089"/>
                <a:gd name="connsiteY901" fmla="*/ 615791 h 2297429"/>
                <a:gd name="connsiteX902" fmla="*/ 1520666 w 3006089"/>
                <a:gd name="connsiteY902" fmla="*/ 618173 h 2297429"/>
                <a:gd name="connsiteX903" fmla="*/ 1521619 w 3006089"/>
                <a:gd name="connsiteY903" fmla="*/ 619601 h 2297429"/>
                <a:gd name="connsiteX904" fmla="*/ 1522571 w 3006089"/>
                <a:gd name="connsiteY904" fmla="*/ 620078 h 2297429"/>
                <a:gd name="connsiteX905" fmla="*/ 1525429 w 3006089"/>
                <a:gd name="connsiteY905" fmla="*/ 618173 h 2297429"/>
                <a:gd name="connsiteX906" fmla="*/ 1528286 w 3006089"/>
                <a:gd name="connsiteY906" fmla="*/ 619601 h 2297429"/>
                <a:gd name="connsiteX907" fmla="*/ 1535906 w 3006089"/>
                <a:gd name="connsiteY907" fmla="*/ 626269 h 2297429"/>
                <a:gd name="connsiteX908" fmla="*/ 1550194 w 3006089"/>
                <a:gd name="connsiteY908" fmla="*/ 628650 h 2297429"/>
                <a:gd name="connsiteX909" fmla="*/ 1555909 w 3006089"/>
                <a:gd name="connsiteY909" fmla="*/ 628650 h 2297429"/>
                <a:gd name="connsiteX910" fmla="*/ 1566862 w 3006089"/>
                <a:gd name="connsiteY910" fmla="*/ 634841 h 2297429"/>
                <a:gd name="connsiteX911" fmla="*/ 1572101 w 3006089"/>
                <a:gd name="connsiteY911" fmla="*/ 637699 h 2297429"/>
                <a:gd name="connsiteX912" fmla="*/ 1575911 w 3006089"/>
                <a:gd name="connsiteY912" fmla="*/ 639128 h 2297429"/>
                <a:gd name="connsiteX913" fmla="*/ 1581626 w 3006089"/>
                <a:gd name="connsiteY913" fmla="*/ 639604 h 2297429"/>
                <a:gd name="connsiteX914" fmla="*/ 1592580 w 3006089"/>
                <a:gd name="connsiteY914" fmla="*/ 638651 h 2297429"/>
                <a:gd name="connsiteX915" fmla="*/ 1600200 w 3006089"/>
                <a:gd name="connsiteY915" fmla="*/ 638651 h 2297429"/>
                <a:gd name="connsiteX916" fmla="*/ 1612583 w 3006089"/>
                <a:gd name="connsiteY916" fmla="*/ 637699 h 2297429"/>
                <a:gd name="connsiteX917" fmla="*/ 1614487 w 3006089"/>
                <a:gd name="connsiteY917" fmla="*/ 637223 h 2297429"/>
                <a:gd name="connsiteX918" fmla="*/ 1615440 w 3006089"/>
                <a:gd name="connsiteY918" fmla="*/ 635794 h 2297429"/>
                <a:gd name="connsiteX919" fmla="*/ 1615440 w 3006089"/>
                <a:gd name="connsiteY919" fmla="*/ 633413 h 2297429"/>
                <a:gd name="connsiteX920" fmla="*/ 1615916 w 3006089"/>
                <a:gd name="connsiteY920" fmla="*/ 631984 h 2297429"/>
                <a:gd name="connsiteX921" fmla="*/ 1616869 w 3006089"/>
                <a:gd name="connsiteY921" fmla="*/ 631508 h 2297429"/>
                <a:gd name="connsiteX922" fmla="*/ 1617345 w 3006089"/>
                <a:gd name="connsiteY922" fmla="*/ 630555 h 2297429"/>
                <a:gd name="connsiteX923" fmla="*/ 1618298 w 3006089"/>
                <a:gd name="connsiteY923" fmla="*/ 624840 h 2297429"/>
                <a:gd name="connsiteX924" fmla="*/ 1618298 w 3006089"/>
                <a:gd name="connsiteY924" fmla="*/ 620554 h 2297429"/>
                <a:gd name="connsiteX925" fmla="*/ 1617821 w 3006089"/>
                <a:gd name="connsiteY925" fmla="*/ 618649 h 2297429"/>
                <a:gd name="connsiteX926" fmla="*/ 1615440 w 3006089"/>
                <a:gd name="connsiteY926" fmla="*/ 613410 h 2297429"/>
                <a:gd name="connsiteX927" fmla="*/ 1614964 w 3006089"/>
                <a:gd name="connsiteY927" fmla="*/ 611981 h 2297429"/>
                <a:gd name="connsiteX928" fmla="*/ 1615440 w 3006089"/>
                <a:gd name="connsiteY928" fmla="*/ 608648 h 2297429"/>
                <a:gd name="connsiteX929" fmla="*/ 1616393 w 3006089"/>
                <a:gd name="connsiteY929" fmla="*/ 606266 h 2297429"/>
                <a:gd name="connsiteX930" fmla="*/ 1613059 w 3006089"/>
                <a:gd name="connsiteY930" fmla="*/ 600075 h 2297429"/>
                <a:gd name="connsiteX931" fmla="*/ 1610677 w 3006089"/>
                <a:gd name="connsiteY931" fmla="*/ 597218 h 2297429"/>
                <a:gd name="connsiteX932" fmla="*/ 1607820 w 3006089"/>
                <a:gd name="connsiteY932" fmla="*/ 591979 h 2297429"/>
                <a:gd name="connsiteX933" fmla="*/ 1602581 w 3006089"/>
                <a:gd name="connsiteY933" fmla="*/ 586740 h 2297429"/>
                <a:gd name="connsiteX934" fmla="*/ 1590675 w 3006089"/>
                <a:gd name="connsiteY934" fmla="*/ 578168 h 2297429"/>
                <a:gd name="connsiteX935" fmla="*/ 1584960 w 3006089"/>
                <a:gd name="connsiteY935" fmla="*/ 574834 h 2297429"/>
                <a:gd name="connsiteX936" fmla="*/ 1577340 w 3006089"/>
                <a:gd name="connsiteY936" fmla="*/ 572929 h 2297429"/>
                <a:gd name="connsiteX937" fmla="*/ 1569720 w 3006089"/>
                <a:gd name="connsiteY937" fmla="*/ 572453 h 2297429"/>
                <a:gd name="connsiteX938" fmla="*/ 1564005 w 3006089"/>
                <a:gd name="connsiteY938" fmla="*/ 571976 h 2297429"/>
                <a:gd name="connsiteX939" fmla="*/ 1543050 w 3006089"/>
                <a:gd name="connsiteY939" fmla="*/ 578168 h 2297429"/>
                <a:gd name="connsiteX940" fmla="*/ 1536859 w 3006089"/>
                <a:gd name="connsiteY940" fmla="*/ 582454 h 2297429"/>
                <a:gd name="connsiteX941" fmla="*/ 1533525 w 3006089"/>
                <a:gd name="connsiteY941" fmla="*/ 584359 h 2297429"/>
                <a:gd name="connsiteX942" fmla="*/ 1527810 w 3006089"/>
                <a:gd name="connsiteY942" fmla="*/ 590074 h 2297429"/>
                <a:gd name="connsiteX943" fmla="*/ 1527810 w 3006089"/>
                <a:gd name="connsiteY943" fmla="*/ 593884 h 2297429"/>
                <a:gd name="connsiteX944" fmla="*/ 1525905 w 3006089"/>
                <a:gd name="connsiteY944" fmla="*/ 598170 h 2297429"/>
                <a:gd name="connsiteX945" fmla="*/ 1522095 w 3006089"/>
                <a:gd name="connsiteY945" fmla="*/ 599599 h 2297429"/>
                <a:gd name="connsiteX946" fmla="*/ 1519237 w 3006089"/>
                <a:gd name="connsiteY946" fmla="*/ 600075 h 2297429"/>
                <a:gd name="connsiteX947" fmla="*/ 1513046 w 3006089"/>
                <a:gd name="connsiteY947" fmla="*/ 607695 h 2297429"/>
                <a:gd name="connsiteX948" fmla="*/ 1512094 w 3006089"/>
                <a:gd name="connsiteY948" fmla="*/ 610553 h 2297429"/>
                <a:gd name="connsiteX949" fmla="*/ 1512094 w 3006089"/>
                <a:gd name="connsiteY949" fmla="*/ 612458 h 2297429"/>
                <a:gd name="connsiteX950" fmla="*/ 1512570 w 3006089"/>
                <a:gd name="connsiteY950" fmla="*/ 614363 h 2297429"/>
                <a:gd name="connsiteX951" fmla="*/ 1513523 w 3006089"/>
                <a:gd name="connsiteY951" fmla="*/ 615315 h 2297429"/>
                <a:gd name="connsiteX952" fmla="*/ 1519237 w 3006089"/>
                <a:gd name="connsiteY952" fmla="*/ 614839 h 2297429"/>
                <a:gd name="connsiteX953" fmla="*/ 1519714 w 3006089"/>
                <a:gd name="connsiteY953" fmla="*/ 615791 h 2297429"/>
                <a:gd name="connsiteX954" fmla="*/ 1740694 w 3006089"/>
                <a:gd name="connsiteY954" fmla="*/ 644843 h 2297429"/>
                <a:gd name="connsiteX955" fmla="*/ 1750219 w 3006089"/>
                <a:gd name="connsiteY955" fmla="*/ 644366 h 2297429"/>
                <a:gd name="connsiteX956" fmla="*/ 1754029 w 3006089"/>
                <a:gd name="connsiteY956" fmla="*/ 643414 h 2297429"/>
                <a:gd name="connsiteX957" fmla="*/ 1760220 w 3006089"/>
                <a:gd name="connsiteY957" fmla="*/ 640556 h 2297429"/>
                <a:gd name="connsiteX958" fmla="*/ 1762601 w 3006089"/>
                <a:gd name="connsiteY958" fmla="*/ 638651 h 2297429"/>
                <a:gd name="connsiteX959" fmla="*/ 1762601 w 3006089"/>
                <a:gd name="connsiteY959" fmla="*/ 636746 h 2297429"/>
                <a:gd name="connsiteX960" fmla="*/ 1762125 w 3006089"/>
                <a:gd name="connsiteY960" fmla="*/ 634841 h 2297429"/>
                <a:gd name="connsiteX961" fmla="*/ 1761173 w 3006089"/>
                <a:gd name="connsiteY961" fmla="*/ 632460 h 2297429"/>
                <a:gd name="connsiteX962" fmla="*/ 1762125 w 3006089"/>
                <a:gd name="connsiteY962" fmla="*/ 631508 h 2297429"/>
                <a:gd name="connsiteX963" fmla="*/ 1764506 w 3006089"/>
                <a:gd name="connsiteY963" fmla="*/ 631984 h 2297429"/>
                <a:gd name="connsiteX964" fmla="*/ 1766411 w 3006089"/>
                <a:gd name="connsiteY964" fmla="*/ 631508 h 2297429"/>
                <a:gd name="connsiteX965" fmla="*/ 1767840 w 3006089"/>
                <a:gd name="connsiteY965" fmla="*/ 629603 h 2297429"/>
                <a:gd name="connsiteX966" fmla="*/ 1769269 w 3006089"/>
                <a:gd name="connsiteY966" fmla="*/ 628650 h 2297429"/>
                <a:gd name="connsiteX967" fmla="*/ 1770698 w 3006089"/>
                <a:gd name="connsiteY967" fmla="*/ 628650 h 2297429"/>
                <a:gd name="connsiteX968" fmla="*/ 1771650 w 3006089"/>
                <a:gd name="connsiteY968" fmla="*/ 630555 h 2297429"/>
                <a:gd name="connsiteX969" fmla="*/ 1772602 w 3006089"/>
                <a:gd name="connsiteY969" fmla="*/ 633889 h 2297429"/>
                <a:gd name="connsiteX970" fmla="*/ 1773555 w 3006089"/>
                <a:gd name="connsiteY970" fmla="*/ 635318 h 2297429"/>
                <a:gd name="connsiteX971" fmla="*/ 1775936 w 3006089"/>
                <a:gd name="connsiteY971" fmla="*/ 633413 h 2297429"/>
                <a:gd name="connsiteX972" fmla="*/ 1779270 w 3006089"/>
                <a:gd name="connsiteY972" fmla="*/ 627698 h 2297429"/>
                <a:gd name="connsiteX973" fmla="*/ 1784509 w 3006089"/>
                <a:gd name="connsiteY973" fmla="*/ 625793 h 2297429"/>
                <a:gd name="connsiteX974" fmla="*/ 1785937 w 3006089"/>
                <a:gd name="connsiteY974" fmla="*/ 625793 h 2297429"/>
                <a:gd name="connsiteX975" fmla="*/ 1787843 w 3006089"/>
                <a:gd name="connsiteY975" fmla="*/ 627698 h 2297429"/>
                <a:gd name="connsiteX976" fmla="*/ 1791176 w 3006089"/>
                <a:gd name="connsiteY976" fmla="*/ 629126 h 2297429"/>
                <a:gd name="connsiteX977" fmla="*/ 1789748 w 3006089"/>
                <a:gd name="connsiteY977" fmla="*/ 631984 h 2297429"/>
                <a:gd name="connsiteX978" fmla="*/ 1786414 w 3006089"/>
                <a:gd name="connsiteY978" fmla="*/ 637223 h 2297429"/>
                <a:gd name="connsiteX979" fmla="*/ 1784509 w 3006089"/>
                <a:gd name="connsiteY979" fmla="*/ 641033 h 2297429"/>
                <a:gd name="connsiteX980" fmla="*/ 1784033 w 3006089"/>
                <a:gd name="connsiteY980" fmla="*/ 643890 h 2297429"/>
                <a:gd name="connsiteX981" fmla="*/ 1784033 w 3006089"/>
                <a:gd name="connsiteY981" fmla="*/ 645795 h 2297429"/>
                <a:gd name="connsiteX982" fmla="*/ 1785937 w 3006089"/>
                <a:gd name="connsiteY982" fmla="*/ 647700 h 2297429"/>
                <a:gd name="connsiteX983" fmla="*/ 1788795 w 3006089"/>
                <a:gd name="connsiteY983" fmla="*/ 648653 h 2297429"/>
                <a:gd name="connsiteX984" fmla="*/ 1803083 w 3006089"/>
                <a:gd name="connsiteY984" fmla="*/ 649129 h 2297429"/>
                <a:gd name="connsiteX985" fmla="*/ 1817370 w 3006089"/>
                <a:gd name="connsiteY985" fmla="*/ 650558 h 2297429"/>
                <a:gd name="connsiteX986" fmla="*/ 1824990 w 3006089"/>
                <a:gd name="connsiteY986" fmla="*/ 648653 h 2297429"/>
                <a:gd name="connsiteX987" fmla="*/ 1837373 w 3006089"/>
                <a:gd name="connsiteY987" fmla="*/ 650081 h 2297429"/>
                <a:gd name="connsiteX988" fmla="*/ 1844993 w 3006089"/>
                <a:gd name="connsiteY988" fmla="*/ 650081 h 2297429"/>
                <a:gd name="connsiteX989" fmla="*/ 1848326 w 3006089"/>
                <a:gd name="connsiteY989" fmla="*/ 649605 h 2297429"/>
                <a:gd name="connsiteX990" fmla="*/ 1845945 w 3006089"/>
                <a:gd name="connsiteY990" fmla="*/ 644843 h 2297429"/>
                <a:gd name="connsiteX991" fmla="*/ 1848326 w 3006089"/>
                <a:gd name="connsiteY991" fmla="*/ 644843 h 2297429"/>
                <a:gd name="connsiteX992" fmla="*/ 1858804 w 3006089"/>
                <a:gd name="connsiteY992" fmla="*/ 647700 h 2297429"/>
                <a:gd name="connsiteX993" fmla="*/ 1863090 w 3006089"/>
                <a:gd name="connsiteY993" fmla="*/ 646271 h 2297429"/>
                <a:gd name="connsiteX994" fmla="*/ 1866424 w 3006089"/>
                <a:gd name="connsiteY994" fmla="*/ 645795 h 2297429"/>
                <a:gd name="connsiteX995" fmla="*/ 1871662 w 3006089"/>
                <a:gd name="connsiteY995" fmla="*/ 648653 h 2297429"/>
                <a:gd name="connsiteX996" fmla="*/ 1876901 w 3006089"/>
                <a:gd name="connsiteY996" fmla="*/ 648653 h 2297429"/>
                <a:gd name="connsiteX997" fmla="*/ 1885950 w 3006089"/>
                <a:gd name="connsiteY997" fmla="*/ 646271 h 2297429"/>
                <a:gd name="connsiteX998" fmla="*/ 1886902 w 3006089"/>
                <a:gd name="connsiteY998" fmla="*/ 645795 h 2297429"/>
                <a:gd name="connsiteX999" fmla="*/ 1887855 w 3006089"/>
                <a:gd name="connsiteY999" fmla="*/ 644366 h 2297429"/>
                <a:gd name="connsiteX1000" fmla="*/ 1888331 w 3006089"/>
                <a:gd name="connsiteY1000" fmla="*/ 641985 h 2297429"/>
                <a:gd name="connsiteX1001" fmla="*/ 1889284 w 3006089"/>
                <a:gd name="connsiteY1001" fmla="*/ 641985 h 2297429"/>
                <a:gd name="connsiteX1002" fmla="*/ 1892618 w 3006089"/>
                <a:gd name="connsiteY1002" fmla="*/ 645795 h 2297429"/>
                <a:gd name="connsiteX1003" fmla="*/ 1896904 w 3006089"/>
                <a:gd name="connsiteY1003" fmla="*/ 647224 h 2297429"/>
                <a:gd name="connsiteX1004" fmla="*/ 1899761 w 3006089"/>
                <a:gd name="connsiteY1004" fmla="*/ 647224 h 2297429"/>
                <a:gd name="connsiteX1005" fmla="*/ 1901190 w 3006089"/>
                <a:gd name="connsiteY1005" fmla="*/ 646748 h 2297429"/>
                <a:gd name="connsiteX1006" fmla="*/ 1902143 w 3006089"/>
                <a:gd name="connsiteY1006" fmla="*/ 641509 h 2297429"/>
                <a:gd name="connsiteX1007" fmla="*/ 1904048 w 3006089"/>
                <a:gd name="connsiteY1007" fmla="*/ 641509 h 2297429"/>
                <a:gd name="connsiteX1008" fmla="*/ 1907381 w 3006089"/>
                <a:gd name="connsiteY1008" fmla="*/ 643890 h 2297429"/>
                <a:gd name="connsiteX1009" fmla="*/ 1910715 w 3006089"/>
                <a:gd name="connsiteY1009" fmla="*/ 645795 h 2297429"/>
                <a:gd name="connsiteX1010" fmla="*/ 1915954 w 3006089"/>
                <a:gd name="connsiteY1010" fmla="*/ 647224 h 2297429"/>
                <a:gd name="connsiteX1011" fmla="*/ 1924050 w 3006089"/>
                <a:gd name="connsiteY1011" fmla="*/ 648176 h 2297429"/>
                <a:gd name="connsiteX1012" fmla="*/ 1930241 w 3006089"/>
                <a:gd name="connsiteY1012" fmla="*/ 647700 h 2297429"/>
                <a:gd name="connsiteX1013" fmla="*/ 1943100 w 3006089"/>
                <a:gd name="connsiteY1013" fmla="*/ 644366 h 2297429"/>
                <a:gd name="connsiteX1014" fmla="*/ 1951673 w 3006089"/>
                <a:gd name="connsiteY1014" fmla="*/ 644366 h 2297429"/>
                <a:gd name="connsiteX1015" fmla="*/ 1954530 w 3006089"/>
                <a:gd name="connsiteY1015" fmla="*/ 642938 h 2297429"/>
                <a:gd name="connsiteX1016" fmla="*/ 1958816 w 3006089"/>
                <a:gd name="connsiteY1016" fmla="*/ 638175 h 2297429"/>
                <a:gd name="connsiteX1017" fmla="*/ 1959293 w 3006089"/>
                <a:gd name="connsiteY1017" fmla="*/ 637223 h 2297429"/>
                <a:gd name="connsiteX1018" fmla="*/ 1961198 w 3006089"/>
                <a:gd name="connsiteY1018" fmla="*/ 631031 h 2297429"/>
                <a:gd name="connsiteX1019" fmla="*/ 1960245 w 3006089"/>
                <a:gd name="connsiteY1019" fmla="*/ 628650 h 2297429"/>
                <a:gd name="connsiteX1020" fmla="*/ 1955959 w 3006089"/>
                <a:gd name="connsiteY1020" fmla="*/ 626269 h 2297429"/>
                <a:gd name="connsiteX1021" fmla="*/ 1955006 w 3006089"/>
                <a:gd name="connsiteY1021" fmla="*/ 625316 h 2297429"/>
                <a:gd name="connsiteX1022" fmla="*/ 1954054 w 3006089"/>
                <a:gd name="connsiteY1022" fmla="*/ 622459 h 2297429"/>
                <a:gd name="connsiteX1023" fmla="*/ 1955006 w 3006089"/>
                <a:gd name="connsiteY1023" fmla="*/ 621983 h 2297429"/>
                <a:gd name="connsiteX1024" fmla="*/ 1958816 w 3006089"/>
                <a:gd name="connsiteY1024" fmla="*/ 622935 h 2297429"/>
                <a:gd name="connsiteX1025" fmla="*/ 1965008 w 3006089"/>
                <a:gd name="connsiteY1025" fmla="*/ 626745 h 2297429"/>
                <a:gd name="connsiteX1026" fmla="*/ 1966912 w 3006089"/>
                <a:gd name="connsiteY1026" fmla="*/ 627698 h 2297429"/>
                <a:gd name="connsiteX1027" fmla="*/ 1968818 w 3006089"/>
                <a:gd name="connsiteY1027" fmla="*/ 627698 h 2297429"/>
                <a:gd name="connsiteX1028" fmla="*/ 1969294 w 3006089"/>
                <a:gd name="connsiteY1028" fmla="*/ 629603 h 2297429"/>
                <a:gd name="connsiteX1029" fmla="*/ 1968341 w 3006089"/>
                <a:gd name="connsiteY1029" fmla="*/ 633413 h 2297429"/>
                <a:gd name="connsiteX1030" fmla="*/ 1968341 w 3006089"/>
                <a:gd name="connsiteY1030" fmla="*/ 636270 h 2297429"/>
                <a:gd name="connsiteX1031" fmla="*/ 1970246 w 3006089"/>
                <a:gd name="connsiteY1031" fmla="*/ 640556 h 2297429"/>
                <a:gd name="connsiteX1032" fmla="*/ 1973104 w 3006089"/>
                <a:gd name="connsiteY1032" fmla="*/ 643890 h 2297429"/>
                <a:gd name="connsiteX1033" fmla="*/ 1974533 w 3006089"/>
                <a:gd name="connsiteY1033" fmla="*/ 645319 h 2297429"/>
                <a:gd name="connsiteX1034" fmla="*/ 1981200 w 3006089"/>
                <a:gd name="connsiteY1034" fmla="*/ 647700 h 2297429"/>
                <a:gd name="connsiteX1035" fmla="*/ 1984058 w 3006089"/>
                <a:gd name="connsiteY1035" fmla="*/ 648176 h 2297429"/>
                <a:gd name="connsiteX1036" fmla="*/ 1991677 w 3006089"/>
                <a:gd name="connsiteY1036" fmla="*/ 647700 h 2297429"/>
                <a:gd name="connsiteX1037" fmla="*/ 2003584 w 3006089"/>
                <a:gd name="connsiteY1037" fmla="*/ 651034 h 2297429"/>
                <a:gd name="connsiteX1038" fmla="*/ 2007870 w 3006089"/>
                <a:gd name="connsiteY1038" fmla="*/ 651510 h 2297429"/>
                <a:gd name="connsiteX1039" fmla="*/ 2012156 w 3006089"/>
                <a:gd name="connsiteY1039" fmla="*/ 651034 h 2297429"/>
                <a:gd name="connsiteX1040" fmla="*/ 2018824 w 3006089"/>
                <a:gd name="connsiteY1040" fmla="*/ 649129 h 2297429"/>
                <a:gd name="connsiteX1041" fmla="*/ 2027873 w 3006089"/>
                <a:gd name="connsiteY1041" fmla="*/ 645795 h 2297429"/>
                <a:gd name="connsiteX1042" fmla="*/ 2031683 w 3006089"/>
                <a:gd name="connsiteY1042" fmla="*/ 644843 h 2297429"/>
                <a:gd name="connsiteX1043" fmla="*/ 2064068 w 3006089"/>
                <a:gd name="connsiteY1043" fmla="*/ 643890 h 2297429"/>
                <a:gd name="connsiteX1044" fmla="*/ 2064544 w 3006089"/>
                <a:gd name="connsiteY1044" fmla="*/ 643890 h 2297429"/>
                <a:gd name="connsiteX1045" fmla="*/ 2065973 w 3006089"/>
                <a:gd name="connsiteY1045" fmla="*/ 639128 h 2297429"/>
                <a:gd name="connsiteX1046" fmla="*/ 2066449 w 3006089"/>
                <a:gd name="connsiteY1046" fmla="*/ 635794 h 2297429"/>
                <a:gd name="connsiteX1047" fmla="*/ 2066449 w 3006089"/>
                <a:gd name="connsiteY1047" fmla="*/ 632936 h 2297429"/>
                <a:gd name="connsiteX1048" fmla="*/ 2066925 w 3006089"/>
                <a:gd name="connsiteY1048" fmla="*/ 631031 h 2297429"/>
                <a:gd name="connsiteX1049" fmla="*/ 2068354 w 3006089"/>
                <a:gd name="connsiteY1049" fmla="*/ 630079 h 2297429"/>
                <a:gd name="connsiteX1050" fmla="*/ 2066925 w 3006089"/>
                <a:gd name="connsiteY1050" fmla="*/ 627698 h 2297429"/>
                <a:gd name="connsiteX1051" fmla="*/ 2062639 w 3006089"/>
                <a:gd name="connsiteY1051" fmla="*/ 624364 h 2297429"/>
                <a:gd name="connsiteX1052" fmla="*/ 2061686 w 3006089"/>
                <a:gd name="connsiteY1052" fmla="*/ 622459 h 2297429"/>
                <a:gd name="connsiteX1053" fmla="*/ 2063591 w 3006089"/>
                <a:gd name="connsiteY1053" fmla="*/ 621983 h 2297429"/>
                <a:gd name="connsiteX1054" fmla="*/ 2066449 w 3006089"/>
                <a:gd name="connsiteY1054" fmla="*/ 622935 h 2297429"/>
                <a:gd name="connsiteX1055" fmla="*/ 2075021 w 3006089"/>
                <a:gd name="connsiteY1055" fmla="*/ 627221 h 2297429"/>
                <a:gd name="connsiteX1056" fmla="*/ 2089785 w 3006089"/>
                <a:gd name="connsiteY1056" fmla="*/ 623888 h 2297429"/>
                <a:gd name="connsiteX1057" fmla="*/ 2093595 w 3006089"/>
                <a:gd name="connsiteY1057" fmla="*/ 621506 h 2297429"/>
                <a:gd name="connsiteX1058" fmla="*/ 2091690 w 3006089"/>
                <a:gd name="connsiteY1058" fmla="*/ 618649 h 2297429"/>
                <a:gd name="connsiteX1059" fmla="*/ 2089309 w 3006089"/>
                <a:gd name="connsiteY1059" fmla="*/ 616744 h 2297429"/>
                <a:gd name="connsiteX1060" fmla="*/ 2084546 w 3006089"/>
                <a:gd name="connsiteY1060" fmla="*/ 614839 h 2297429"/>
                <a:gd name="connsiteX1061" fmla="*/ 2082165 w 3006089"/>
                <a:gd name="connsiteY1061" fmla="*/ 614839 h 2297429"/>
                <a:gd name="connsiteX1062" fmla="*/ 2071687 w 3006089"/>
                <a:gd name="connsiteY1062" fmla="*/ 616744 h 2297429"/>
                <a:gd name="connsiteX1063" fmla="*/ 2068354 w 3006089"/>
                <a:gd name="connsiteY1063" fmla="*/ 616744 h 2297429"/>
                <a:gd name="connsiteX1064" fmla="*/ 2064068 w 3006089"/>
                <a:gd name="connsiteY1064" fmla="*/ 615791 h 2297429"/>
                <a:gd name="connsiteX1065" fmla="*/ 2059781 w 3006089"/>
                <a:gd name="connsiteY1065" fmla="*/ 613410 h 2297429"/>
                <a:gd name="connsiteX1066" fmla="*/ 2060734 w 3006089"/>
                <a:gd name="connsiteY1066" fmla="*/ 612458 h 2297429"/>
                <a:gd name="connsiteX1067" fmla="*/ 2073593 w 3006089"/>
                <a:gd name="connsiteY1067" fmla="*/ 607695 h 2297429"/>
                <a:gd name="connsiteX1068" fmla="*/ 2085023 w 3006089"/>
                <a:gd name="connsiteY1068" fmla="*/ 601980 h 2297429"/>
                <a:gd name="connsiteX1069" fmla="*/ 2089309 w 3006089"/>
                <a:gd name="connsiteY1069" fmla="*/ 597694 h 2297429"/>
                <a:gd name="connsiteX1070" fmla="*/ 2089309 w 3006089"/>
                <a:gd name="connsiteY1070" fmla="*/ 595313 h 2297429"/>
                <a:gd name="connsiteX1071" fmla="*/ 2086451 w 3006089"/>
                <a:gd name="connsiteY1071" fmla="*/ 589121 h 2297429"/>
                <a:gd name="connsiteX1072" fmla="*/ 2084070 w 3006089"/>
                <a:gd name="connsiteY1072" fmla="*/ 584835 h 2297429"/>
                <a:gd name="connsiteX1073" fmla="*/ 2081212 w 3006089"/>
                <a:gd name="connsiteY1073" fmla="*/ 583883 h 2297429"/>
                <a:gd name="connsiteX1074" fmla="*/ 2068830 w 3006089"/>
                <a:gd name="connsiteY1074" fmla="*/ 583406 h 2297429"/>
                <a:gd name="connsiteX1075" fmla="*/ 2063591 w 3006089"/>
                <a:gd name="connsiteY1075" fmla="*/ 582454 h 2297429"/>
                <a:gd name="connsiteX1076" fmla="*/ 2062639 w 3006089"/>
                <a:gd name="connsiteY1076" fmla="*/ 581501 h 2297429"/>
                <a:gd name="connsiteX1077" fmla="*/ 2067877 w 3006089"/>
                <a:gd name="connsiteY1077" fmla="*/ 578168 h 2297429"/>
                <a:gd name="connsiteX1078" fmla="*/ 2067877 w 3006089"/>
                <a:gd name="connsiteY1078" fmla="*/ 576739 h 2297429"/>
                <a:gd name="connsiteX1079" fmla="*/ 2066449 w 3006089"/>
                <a:gd name="connsiteY1079" fmla="*/ 575310 h 2297429"/>
                <a:gd name="connsiteX1080" fmla="*/ 2060734 w 3006089"/>
                <a:gd name="connsiteY1080" fmla="*/ 571976 h 2297429"/>
                <a:gd name="connsiteX1081" fmla="*/ 2053590 w 3006089"/>
                <a:gd name="connsiteY1081" fmla="*/ 571024 h 2297429"/>
                <a:gd name="connsiteX1082" fmla="*/ 2037398 w 3006089"/>
                <a:gd name="connsiteY1082" fmla="*/ 571024 h 2297429"/>
                <a:gd name="connsiteX1083" fmla="*/ 2033111 w 3006089"/>
                <a:gd name="connsiteY1083" fmla="*/ 570071 h 2297429"/>
                <a:gd name="connsiteX1084" fmla="*/ 2031206 w 3006089"/>
                <a:gd name="connsiteY1084" fmla="*/ 569119 h 2297429"/>
                <a:gd name="connsiteX1085" fmla="*/ 2030730 w 3006089"/>
                <a:gd name="connsiteY1085" fmla="*/ 568166 h 2297429"/>
                <a:gd name="connsiteX1086" fmla="*/ 2032159 w 3006089"/>
                <a:gd name="connsiteY1086" fmla="*/ 564833 h 2297429"/>
                <a:gd name="connsiteX1087" fmla="*/ 2028349 w 3006089"/>
                <a:gd name="connsiteY1087" fmla="*/ 563404 h 2297429"/>
                <a:gd name="connsiteX1088" fmla="*/ 2015490 w 3006089"/>
                <a:gd name="connsiteY1088" fmla="*/ 560546 h 2297429"/>
                <a:gd name="connsiteX1089" fmla="*/ 1998345 w 3006089"/>
                <a:gd name="connsiteY1089" fmla="*/ 558165 h 2297429"/>
                <a:gd name="connsiteX1090" fmla="*/ 1991677 w 3006089"/>
                <a:gd name="connsiteY1090" fmla="*/ 558165 h 2297429"/>
                <a:gd name="connsiteX1091" fmla="*/ 1985010 w 3006089"/>
                <a:gd name="connsiteY1091" fmla="*/ 559118 h 2297429"/>
                <a:gd name="connsiteX1092" fmla="*/ 1966436 w 3006089"/>
                <a:gd name="connsiteY1092" fmla="*/ 563404 h 2297429"/>
                <a:gd name="connsiteX1093" fmla="*/ 1961674 w 3006089"/>
                <a:gd name="connsiteY1093" fmla="*/ 563880 h 2297429"/>
                <a:gd name="connsiteX1094" fmla="*/ 1944529 w 3006089"/>
                <a:gd name="connsiteY1094" fmla="*/ 559594 h 2297429"/>
                <a:gd name="connsiteX1095" fmla="*/ 1938337 w 3006089"/>
                <a:gd name="connsiteY1095" fmla="*/ 559118 h 2297429"/>
                <a:gd name="connsiteX1096" fmla="*/ 1935480 w 3006089"/>
                <a:gd name="connsiteY1096" fmla="*/ 561975 h 2297429"/>
                <a:gd name="connsiteX1097" fmla="*/ 1935480 w 3006089"/>
                <a:gd name="connsiteY1097" fmla="*/ 562451 h 2297429"/>
                <a:gd name="connsiteX1098" fmla="*/ 1919287 w 3006089"/>
                <a:gd name="connsiteY1098" fmla="*/ 570071 h 2297429"/>
                <a:gd name="connsiteX1099" fmla="*/ 1914525 w 3006089"/>
                <a:gd name="connsiteY1099" fmla="*/ 570071 h 2297429"/>
                <a:gd name="connsiteX1100" fmla="*/ 1906429 w 3006089"/>
                <a:gd name="connsiteY1100" fmla="*/ 570548 h 2297429"/>
                <a:gd name="connsiteX1101" fmla="*/ 1893094 w 3006089"/>
                <a:gd name="connsiteY1101" fmla="*/ 575310 h 2297429"/>
                <a:gd name="connsiteX1102" fmla="*/ 1885950 w 3006089"/>
                <a:gd name="connsiteY1102" fmla="*/ 574834 h 2297429"/>
                <a:gd name="connsiteX1103" fmla="*/ 1872615 w 3006089"/>
                <a:gd name="connsiteY1103" fmla="*/ 578168 h 2297429"/>
                <a:gd name="connsiteX1104" fmla="*/ 1869281 w 3006089"/>
                <a:gd name="connsiteY1104" fmla="*/ 580073 h 2297429"/>
                <a:gd name="connsiteX1105" fmla="*/ 1874996 w 3006089"/>
                <a:gd name="connsiteY1105" fmla="*/ 584359 h 2297429"/>
                <a:gd name="connsiteX1106" fmla="*/ 1873568 w 3006089"/>
                <a:gd name="connsiteY1106" fmla="*/ 587693 h 2297429"/>
                <a:gd name="connsiteX1107" fmla="*/ 1864043 w 3006089"/>
                <a:gd name="connsiteY1107" fmla="*/ 586740 h 2297429"/>
                <a:gd name="connsiteX1108" fmla="*/ 1857375 w 3006089"/>
                <a:gd name="connsiteY1108" fmla="*/ 584835 h 2297429"/>
                <a:gd name="connsiteX1109" fmla="*/ 1853565 w 3006089"/>
                <a:gd name="connsiteY1109" fmla="*/ 582930 h 2297429"/>
                <a:gd name="connsiteX1110" fmla="*/ 1844516 w 3006089"/>
                <a:gd name="connsiteY1110" fmla="*/ 581025 h 2297429"/>
                <a:gd name="connsiteX1111" fmla="*/ 1829276 w 3006089"/>
                <a:gd name="connsiteY1111" fmla="*/ 572453 h 2297429"/>
                <a:gd name="connsiteX1112" fmla="*/ 1825466 w 3006089"/>
                <a:gd name="connsiteY1112" fmla="*/ 574358 h 2297429"/>
                <a:gd name="connsiteX1113" fmla="*/ 1819751 w 3006089"/>
                <a:gd name="connsiteY1113" fmla="*/ 581501 h 2297429"/>
                <a:gd name="connsiteX1114" fmla="*/ 1818799 w 3006089"/>
                <a:gd name="connsiteY1114" fmla="*/ 581025 h 2297429"/>
                <a:gd name="connsiteX1115" fmla="*/ 1816418 w 3006089"/>
                <a:gd name="connsiteY1115" fmla="*/ 577215 h 2297429"/>
                <a:gd name="connsiteX1116" fmla="*/ 1813560 w 3006089"/>
                <a:gd name="connsiteY1116" fmla="*/ 575310 h 2297429"/>
                <a:gd name="connsiteX1117" fmla="*/ 1797368 w 3006089"/>
                <a:gd name="connsiteY1117" fmla="*/ 579596 h 2297429"/>
                <a:gd name="connsiteX1118" fmla="*/ 1784985 w 3006089"/>
                <a:gd name="connsiteY1118" fmla="*/ 570548 h 2297429"/>
                <a:gd name="connsiteX1119" fmla="*/ 1782604 w 3006089"/>
                <a:gd name="connsiteY1119" fmla="*/ 569595 h 2297429"/>
                <a:gd name="connsiteX1120" fmla="*/ 1780223 w 3006089"/>
                <a:gd name="connsiteY1120" fmla="*/ 569595 h 2297429"/>
                <a:gd name="connsiteX1121" fmla="*/ 1777841 w 3006089"/>
                <a:gd name="connsiteY1121" fmla="*/ 570548 h 2297429"/>
                <a:gd name="connsiteX1122" fmla="*/ 1775460 w 3006089"/>
                <a:gd name="connsiteY1122" fmla="*/ 571976 h 2297429"/>
                <a:gd name="connsiteX1123" fmla="*/ 1774984 w 3006089"/>
                <a:gd name="connsiteY1123" fmla="*/ 574358 h 2297429"/>
                <a:gd name="connsiteX1124" fmla="*/ 1776412 w 3006089"/>
                <a:gd name="connsiteY1124" fmla="*/ 577691 h 2297429"/>
                <a:gd name="connsiteX1125" fmla="*/ 1776889 w 3006089"/>
                <a:gd name="connsiteY1125" fmla="*/ 580073 h 2297429"/>
                <a:gd name="connsiteX1126" fmla="*/ 1775936 w 3006089"/>
                <a:gd name="connsiteY1126" fmla="*/ 582930 h 2297429"/>
                <a:gd name="connsiteX1127" fmla="*/ 1774984 w 3006089"/>
                <a:gd name="connsiteY1127" fmla="*/ 583883 h 2297429"/>
                <a:gd name="connsiteX1128" fmla="*/ 1773555 w 3006089"/>
                <a:gd name="connsiteY1128" fmla="*/ 583883 h 2297429"/>
                <a:gd name="connsiteX1129" fmla="*/ 1761173 w 3006089"/>
                <a:gd name="connsiteY1129" fmla="*/ 576263 h 2297429"/>
                <a:gd name="connsiteX1130" fmla="*/ 1759268 w 3006089"/>
                <a:gd name="connsiteY1130" fmla="*/ 575786 h 2297429"/>
                <a:gd name="connsiteX1131" fmla="*/ 1748790 w 3006089"/>
                <a:gd name="connsiteY1131" fmla="*/ 576263 h 2297429"/>
                <a:gd name="connsiteX1132" fmla="*/ 1749266 w 3006089"/>
                <a:gd name="connsiteY1132" fmla="*/ 574834 h 2297429"/>
                <a:gd name="connsiteX1133" fmla="*/ 1758315 w 3006089"/>
                <a:gd name="connsiteY1133" fmla="*/ 570548 h 2297429"/>
                <a:gd name="connsiteX1134" fmla="*/ 1761649 w 3006089"/>
                <a:gd name="connsiteY1134" fmla="*/ 566738 h 2297429"/>
                <a:gd name="connsiteX1135" fmla="*/ 1763554 w 3006089"/>
                <a:gd name="connsiteY1135" fmla="*/ 563880 h 2297429"/>
                <a:gd name="connsiteX1136" fmla="*/ 1763554 w 3006089"/>
                <a:gd name="connsiteY1136" fmla="*/ 561975 h 2297429"/>
                <a:gd name="connsiteX1137" fmla="*/ 1761173 w 3006089"/>
                <a:gd name="connsiteY1137" fmla="*/ 559594 h 2297429"/>
                <a:gd name="connsiteX1138" fmla="*/ 1753076 w 3006089"/>
                <a:gd name="connsiteY1138" fmla="*/ 555308 h 2297429"/>
                <a:gd name="connsiteX1139" fmla="*/ 1748314 w 3006089"/>
                <a:gd name="connsiteY1139" fmla="*/ 556260 h 2297429"/>
                <a:gd name="connsiteX1140" fmla="*/ 1746885 w 3006089"/>
                <a:gd name="connsiteY1140" fmla="*/ 555784 h 2297429"/>
                <a:gd name="connsiteX1141" fmla="*/ 1743551 w 3006089"/>
                <a:gd name="connsiteY1141" fmla="*/ 551021 h 2297429"/>
                <a:gd name="connsiteX1142" fmla="*/ 1739265 w 3006089"/>
                <a:gd name="connsiteY1142" fmla="*/ 548164 h 2297429"/>
                <a:gd name="connsiteX1143" fmla="*/ 1734979 w 3006089"/>
                <a:gd name="connsiteY1143" fmla="*/ 547688 h 2297429"/>
                <a:gd name="connsiteX1144" fmla="*/ 1730216 w 3006089"/>
                <a:gd name="connsiteY1144" fmla="*/ 543401 h 2297429"/>
                <a:gd name="connsiteX1145" fmla="*/ 1727835 w 3006089"/>
                <a:gd name="connsiteY1145" fmla="*/ 541973 h 2297429"/>
                <a:gd name="connsiteX1146" fmla="*/ 1712119 w 3006089"/>
                <a:gd name="connsiteY1146" fmla="*/ 540544 h 2297429"/>
                <a:gd name="connsiteX1147" fmla="*/ 1709261 w 3006089"/>
                <a:gd name="connsiteY1147" fmla="*/ 538639 h 2297429"/>
                <a:gd name="connsiteX1148" fmla="*/ 1701641 w 3006089"/>
                <a:gd name="connsiteY1148" fmla="*/ 536258 h 2297429"/>
                <a:gd name="connsiteX1149" fmla="*/ 1692593 w 3006089"/>
                <a:gd name="connsiteY1149" fmla="*/ 534829 h 2297429"/>
                <a:gd name="connsiteX1150" fmla="*/ 1688306 w 3006089"/>
                <a:gd name="connsiteY1150" fmla="*/ 530543 h 2297429"/>
                <a:gd name="connsiteX1151" fmla="*/ 1693069 w 3006089"/>
                <a:gd name="connsiteY1151" fmla="*/ 530066 h 2297429"/>
                <a:gd name="connsiteX1152" fmla="*/ 1707833 w 3006089"/>
                <a:gd name="connsiteY1152" fmla="*/ 533400 h 2297429"/>
                <a:gd name="connsiteX1153" fmla="*/ 1725454 w 3006089"/>
                <a:gd name="connsiteY1153" fmla="*/ 535305 h 2297429"/>
                <a:gd name="connsiteX1154" fmla="*/ 1756410 w 3006089"/>
                <a:gd name="connsiteY1154" fmla="*/ 532924 h 2297429"/>
                <a:gd name="connsiteX1155" fmla="*/ 1760220 w 3006089"/>
                <a:gd name="connsiteY1155" fmla="*/ 531019 h 2297429"/>
                <a:gd name="connsiteX1156" fmla="*/ 1762125 w 3006089"/>
                <a:gd name="connsiteY1156" fmla="*/ 529590 h 2297429"/>
                <a:gd name="connsiteX1157" fmla="*/ 1762601 w 3006089"/>
                <a:gd name="connsiteY1157" fmla="*/ 528161 h 2297429"/>
                <a:gd name="connsiteX1158" fmla="*/ 1760220 w 3006089"/>
                <a:gd name="connsiteY1158" fmla="*/ 525304 h 2297429"/>
                <a:gd name="connsiteX1159" fmla="*/ 1706880 w 3006089"/>
                <a:gd name="connsiteY1159" fmla="*/ 515779 h 2297429"/>
                <a:gd name="connsiteX1160" fmla="*/ 1690687 w 3006089"/>
                <a:gd name="connsiteY1160" fmla="*/ 515303 h 2297429"/>
                <a:gd name="connsiteX1161" fmla="*/ 1687830 w 3006089"/>
                <a:gd name="connsiteY1161" fmla="*/ 514826 h 2297429"/>
                <a:gd name="connsiteX1162" fmla="*/ 1686877 w 3006089"/>
                <a:gd name="connsiteY1162" fmla="*/ 511969 h 2297429"/>
                <a:gd name="connsiteX1163" fmla="*/ 1688306 w 3006089"/>
                <a:gd name="connsiteY1163" fmla="*/ 511016 h 2297429"/>
                <a:gd name="connsiteX1164" fmla="*/ 1690211 w 3006089"/>
                <a:gd name="connsiteY1164" fmla="*/ 511016 h 2297429"/>
                <a:gd name="connsiteX1165" fmla="*/ 1692593 w 3006089"/>
                <a:gd name="connsiteY1165" fmla="*/ 511969 h 2297429"/>
                <a:gd name="connsiteX1166" fmla="*/ 1705927 w 3006089"/>
                <a:gd name="connsiteY1166" fmla="*/ 512921 h 2297429"/>
                <a:gd name="connsiteX1167" fmla="*/ 1714024 w 3006089"/>
                <a:gd name="connsiteY1167" fmla="*/ 514350 h 2297429"/>
                <a:gd name="connsiteX1168" fmla="*/ 1716881 w 3006089"/>
                <a:gd name="connsiteY1168" fmla="*/ 511969 h 2297429"/>
                <a:gd name="connsiteX1169" fmla="*/ 1716405 w 3006089"/>
                <a:gd name="connsiteY1169" fmla="*/ 510540 h 2297429"/>
                <a:gd name="connsiteX1170" fmla="*/ 1714500 w 3006089"/>
                <a:gd name="connsiteY1170" fmla="*/ 508635 h 2297429"/>
                <a:gd name="connsiteX1171" fmla="*/ 1709737 w 3006089"/>
                <a:gd name="connsiteY1171" fmla="*/ 505778 h 2297429"/>
                <a:gd name="connsiteX1172" fmla="*/ 1696402 w 3006089"/>
                <a:gd name="connsiteY1172" fmla="*/ 500063 h 2297429"/>
                <a:gd name="connsiteX1173" fmla="*/ 1690211 w 3006089"/>
                <a:gd name="connsiteY1173" fmla="*/ 498634 h 2297429"/>
                <a:gd name="connsiteX1174" fmla="*/ 1682115 w 3006089"/>
                <a:gd name="connsiteY1174" fmla="*/ 498158 h 2297429"/>
                <a:gd name="connsiteX1175" fmla="*/ 1674019 w 3006089"/>
                <a:gd name="connsiteY1175" fmla="*/ 498634 h 2297429"/>
                <a:gd name="connsiteX1176" fmla="*/ 1656874 w 3006089"/>
                <a:gd name="connsiteY1176" fmla="*/ 502920 h 2297429"/>
                <a:gd name="connsiteX1177" fmla="*/ 1642586 w 3006089"/>
                <a:gd name="connsiteY1177" fmla="*/ 503873 h 2297429"/>
                <a:gd name="connsiteX1178" fmla="*/ 1633061 w 3006089"/>
                <a:gd name="connsiteY1178" fmla="*/ 502444 h 2297429"/>
                <a:gd name="connsiteX1179" fmla="*/ 1618774 w 3006089"/>
                <a:gd name="connsiteY1179" fmla="*/ 512921 h 2297429"/>
                <a:gd name="connsiteX1180" fmla="*/ 1614964 w 3006089"/>
                <a:gd name="connsiteY1180" fmla="*/ 514826 h 2297429"/>
                <a:gd name="connsiteX1181" fmla="*/ 1616869 w 3006089"/>
                <a:gd name="connsiteY1181" fmla="*/ 511493 h 2297429"/>
                <a:gd name="connsiteX1182" fmla="*/ 1618774 w 3006089"/>
                <a:gd name="connsiteY1182" fmla="*/ 509111 h 2297429"/>
                <a:gd name="connsiteX1183" fmla="*/ 1622584 w 3006089"/>
                <a:gd name="connsiteY1183" fmla="*/ 505778 h 2297429"/>
                <a:gd name="connsiteX1184" fmla="*/ 1624489 w 3006089"/>
                <a:gd name="connsiteY1184" fmla="*/ 501968 h 2297429"/>
                <a:gd name="connsiteX1185" fmla="*/ 1626870 w 3006089"/>
                <a:gd name="connsiteY1185" fmla="*/ 499110 h 2297429"/>
                <a:gd name="connsiteX1186" fmla="*/ 1627346 w 3006089"/>
                <a:gd name="connsiteY1186" fmla="*/ 497681 h 2297429"/>
                <a:gd name="connsiteX1187" fmla="*/ 1627346 w 3006089"/>
                <a:gd name="connsiteY1187" fmla="*/ 496253 h 2297429"/>
                <a:gd name="connsiteX1188" fmla="*/ 1626394 w 3006089"/>
                <a:gd name="connsiteY1188" fmla="*/ 492919 h 2297429"/>
                <a:gd name="connsiteX1189" fmla="*/ 1625918 w 3006089"/>
                <a:gd name="connsiteY1189" fmla="*/ 491966 h 2297429"/>
                <a:gd name="connsiteX1190" fmla="*/ 1624489 w 3006089"/>
                <a:gd name="connsiteY1190" fmla="*/ 491014 h 2297429"/>
                <a:gd name="connsiteX1191" fmla="*/ 1619726 w 3006089"/>
                <a:gd name="connsiteY1191" fmla="*/ 489109 h 2297429"/>
                <a:gd name="connsiteX1192" fmla="*/ 1613535 w 3006089"/>
                <a:gd name="connsiteY1192" fmla="*/ 484823 h 2297429"/>
                <a:gd name="connsiteX1193" fmla="*/ 1606868 w 3006089"/>
                <a:gd name="connsiteY1193" fmla="*/ 481965 h 2297429"/>
                <a:gd name="connsiteX1194" fmla="*/ 1602105 w 3006089"/>
                <a:gd name="connsiteY1194" fmla="*/ 481965 h 2297429"/>
                <a:gd name="connsiteX1195" fmla="*/ 1596866 w 3006089"/>
                <a:gd name="connsiteY1195" fmla="*/ 482918 h 2297429"/>
                <a:gd name="connsiteX1196" fmla="*/ 1590675 w 3006089"/>
                <a:gd name="connsiteY1196" fmla="*/ 482441 h 2297429"/>
                <a:gd name="connsiteX1197" fmla="*/ 1579721 w 3006089"/>
                <a:gd name="connsiteY1197" fmla="*/ 479108 h 2297429"/>
                <a:gd name="connsiteX1198" fmla="*/ 1562576 w 3006089"/>
                <a:gd name="connsiteY1198" fmla="*/ 474821 h 2297429"/>
                <a:gd name="connsiteX1199" fmla="*/ 1544955 w 3006089"/>
                <a:gd name="connsiteY1199" fmla="*/ 471488 h 2297429"/>
                <a:gd name="connsiteX1200" fmla="*/ 1537811 w 3006089"/>
                <a:gd name="connsiteY1200" fmla="*/ 471488 h 2297429"/>
                <a:gd name="connsiteX1201" fmla="*/ 1530668 w 3006089"/>
                <a:gd name="connsiteY1201" fmla="*/ 472440 h 2297429"/>
                <a:gd name="connsiteX1202" fmla="*/ 1519714 w 3006089"/>
                <a:gd name="connsiteY1202" fmla="*/ 475774 h 2297429"/>
                <a:gd name="connsiteX1203" fmla="*/ 1513999 w 3006089"/>
                <a:gd name="connsiteY1203" fmla="*/ 476726 h 2297429"/>
                <a:gd name="connsiteX1204" fmla="*/ 1509236 w 3006089"/>
                <a:gd name="connsiteY1204" fmla="*/ 476726 h 2297429"/>
                <a:gd name="connsiteX1205" fmla="*/ 1506855 w 3006089"/>
                <a:gd name="connsiteY1205" fmla="*/ 477679 h 2297429"/>
                <a:gd name="connsiteX1206" fmla="*/ 1506379 w 3006089"/>
                <a:gd name="connsiteY1206" fmla="*/ 479584 h 2297429"/>
                <a:gd name="connsiteX1207" fmla="*/ 1504950 w 3006089"/>
                <a:gd name="connsiteY1207" fmla="*/ 481965 h 2297429"/>
                <a:gd name="connsiteX1208" fmla="*/ 1506379 w 3006089"/>
                <a:gd name="connsiteY1208" fmla="*/ 483870 h 2297429"/>
                <a:gd name="connsiteX1209" fmla="*/ 1510189 w 3006089"/>
                <a:gd name="connsiteY1209" fmla="*/ 486251 h 2297429"/>
                <a:gd name="connsiteX1210" fmla="*/ 1517809 w 3006089"/>
                <a:gd name="connsiteY1210" fmla="*/ 489585 h 2297429"/>
                <a:gd name="connsiteX1211" fmla="*/ 1518761 w 3006089"/>
                <a:gd name="connsiteY1211" fmla="*/ 490538 h 2297429"/>
                <a:gd name="connsiteX1212" fmla="*/ 1516856 w 3006089"/>
                <a:gd name="connsiteY1212" fmla="*/ 491966 h 2297429"/>
                <a:gd name="connsiteX1213" fmla="*/ 1512094 w 3006089"/>
                <a:gd name="connsiteY1213" fmla="*/ 492919 h 2297429"/>
                <a:gd name="connsiteX1214" fmla="*/ 1509236 w 3006089"/>
                <a:gd name="connsiteY1214" fmla="*/ 492919 h 2297429"/>
                <a:gd name="connsiteX1215" fmla="*/ 1502569 w 3006089"/>
                <a:gd name="connsiteY1215" fmla="*/ 490061 h 2297429"/>
                <a:gd name="connsiteX1216" fmla="*/ 1502093 w 3006089"/>
                <a:gd name="connsiteY1216" fmla="*/ 491966 h 2297429"/>
                <a:gd name="connsiteX1217" fmla="*/ 1502093 w 3006089"/>
                <a:gd name="connsiteY1217" fmla="*/ 493395 h 2297429"/>
                <a:gd name="connsiteX1218" fmla="*/ 1502569 w 3006089"/>
                <a:gd name="connsiteY1218" fmla="*/ 494348 h 2297429"/>
                <a:gd name="connsiteX1219" fmla="*/ 1503998 w 3006089"/>
                <a:gd name="connsiteY1219" fmla="*/ 495300 h 2297429"/>
                <a:gd name="connsiteX1220" fmla="*/ 1511141 w 3006089"/>
                <a:gd name="connsiteY1220" fmla="*/ 496729 h 2297429"/>
                <a:gd name="connsiteX1221" fmla="*/ 1534001 w 3006089"/>
                <a:gd name="connsiteY1221" fmla="*/ 506254 h 2297429"/>
                <a:gd name="connsiteX1222" fmla="*/ 1537335 w 3006089"/>
                <a:gd name="connsiteY1222" fmla="*/ 506254 h 2297429"/>
                <a:gd name="connsiteX1223" fmla="*/ 1544955 w 3006089"/>
                <a:gd name="connsiteY1223" fmla="*/ 504825 h 2297429"/>
                <a:gd name="connsiteX1224" fmla="*/ 1543526 w 3006089"/>
                <a:gd name="connsiteY1224" fmla="*/ 506254 h 2297429"/>
                <a:gd name="connsiteX1225" fmla="*/ 1540193 w 3006089"/>
                <a:gd name="connsiteY1225" fmla="*/ 508159 h 2297429"/>
                <a:gd name="connsiteX1226" fmla="*/ 1532573 w 3006089"/>
                <a:gd name="connsiteY1226" fmla="*/ 510064 h 2297429"/>
                <a:gd name="connsiteX1227" fmla="*/ 1531620 w 3006089"/>
                <a:gd name="connsiteY1227" fmla="*/ 511969 h 2297429"/>
                <a:gd name="connsiteX1228" fmla="*/ 1534477 w 3006089"/>
                <a:gd name="connsiteY1228" fmla="*/ 514826 h 2297429"/>
                <a:gd name="connsiteX1229" fmla="*/ 1538287 w 3006089"/>
                <a:gd name="connsiteY1229" fmla="*/ 516731 h 2297429"/>
                <a:gd name="connsiteX1230" fmla="*/ 1551623 w 3006089"/>
                <a:gd name="connsiteY1230" fmla="*/ 520541 h 2297429"/>
                <a:gd name="connsiteX1231" fmla="*/ 1557337 w 3006089"/>
                <a:gd name="connsiteY1231" fmla="*/ 527685 h 2297429"/>
                <a:gd name="connsiteX1232" fmla="*/ 1566862 w 3006089"/>
                <a:gd name="connsiteY1232" fmla="*/ 528161 h 2297429"/>
                <a:gd name="connsiteX1233" fmla="*/ 1575911 w 3006089"/>
                <a:gd name="connsiteY1233" fmla="*/ 525780 h 2297429"/>
                <a:gd name="connsiteX1234" fmla="*/ 1581150 w 3006089"/>
                <a:gd name="connsiteY1234" fmla="*/ 525304 h 2297429"/>
                <a:gd name="connsiteX1235" fmla="*/ 1587818 w 3006089"/>
                <a:gd name="connsiteY1235" fmla="*/ 526256 h 2297429"/>
                <a:gd name="connsiteX1236" fmla="*/ 1605915 w 3006089"/>
                <a:gd name="connsiteY1236" fmla="*/ 527209 h 2297429"/>
                <a:gd name="connsiteX1237" fmla="*/ 1612106 w 3006089"/>
                <a:gd name="connsiteY1237" fmla="*/ 526733 h 2297429"/>
                <a:gd name="connsiteX1238" fmla="*/ 1612583 w 3006089"/>
                <a:gd name="connsiteY1238" fmla="*/ 525780 h 2297429"/>
                <a:gd name="connsiteX1239" fmla="*/ 1615440 w 3006089"/>
                <a:gd name="connsiteY1239" fmla="*/ 524351 h 2297429"/>
                <a:gd name="connsiteX1240" fmla="*/ 1624012 w 3006089"/>
                <a:gd name="connsiteY1240" fmla="*/ 521018 h 2297429"/>
                <a:gd name="connsiteX1241" fmla="*/ 1627823 w 3006089"/>
                <a:gd name="connsiteY1241" fmla="*/ 520541 h 2297429"/>
                <a:gd name="connsiteX1242" fmla="*/ 1631156 w 3006089"/>
                <a:gd name="connsiteY1242" fmla="*/ 521494 h 2297429"/>
                <a:gd name="connsiteX1243" fmla="*/ 1638300 w 3006089"/>
                <a:gd name="connsiteY1243" fmla="*/ 531495 h 2297429"/>
                <a:gd name="connsiteX1244" fmla="*/ 1644015 w 3006089"/>
                <a:gd name="connsiteY1244" fmla="*/ 538639 h 2297429"/>
                <a:gd name="connsiteX1245" fmla="*/ 1652111 w 3006089"/>
                <a:gd name="connsiteY1245" fmla="*/ 547688 h 2297429"/>
                <a:gd name="connsiteX1246" fmla="*/ 1657826 w 3006089"/>
                <a:gd name="connsiteY1246" fmla="*/ 552450 h 2297429"/>
                <a:gd name="connsiteX1247" fmla="*/ 1662112 w 3006089"/>
                <a:gd name="connsiteY1247" fmla="*/ 557213 h 2297429"/>
                <a:gd name="connsiteX1248" fmla="*/ 1663541 w 3006089"/>
                <a:gd name="connsiteY1248" fmla="*/ 560546 h 2297429"/>
                <a:gd name="connsiteX1249" fmla="*/ 1664970 w 3006089"/>
                <a:gd name="connsiteY1249" fmla="*/ 565309 h 2297429"/>
                <a:gd name="connsiteX1250" fmla="*/ 1665923 w 3006089"/>
                <a:gd name="connsiteY1250" fmla="*/ 570071 h 2297429"/>
                <a:gd name="connsiteX1251" fmla="*/ 1665446 w 3006089"/>
                <a:gd name="connsiteY1251" fmla="*/ 571500 h 2297429"/>
                <a:gd name="connsiteX1252" fmla="*/ 1664494 w 3006089"/>
                <a:gd name="connsiteY1252" fmla="*/ 572929 h 2297429"/>
                <a:gd name="connsiteX1253" fmla="*/ 1656874 w 3006089"/>
                <a:gd name="connsiteY1253" fmla="*/ 581978 h 2297429"/>
                <a:gd name="connsiteX1254" fmla="*/ 1654016 w 3006089"/>
                <a:gd name="connsiteY1254" fmla="*/ 587216 h 2297429"/>
                <a:gd name="connsiteX1255" fmla="*/ 1653540 w 3006089"/>
                <a:gd name="connsiteY1255" fmla="*/ 588645 h 2297429"/>
                <a:gd name="connsiteX1256" fmla="*/ 1653540 w 3006089"/>
                <a:gd name="connsiteY1256" fmla="*/ 591026 h 2297429"/>
                <a:gd name="connsiteX1257" fmla="*/ 1654016 w 3006089"/>
                <a:gd name="connsiteY1257" fmla="*/ 594360 h 2297429"/>
                <a:gd name="connsiteX1258" fmla="*/ 1654493 w 3006089"/>
                <a:gd name="connsiteY1258" fmla="*/ 596741 h 2297429"/>
                <a:gd name="connsiteX1259" fmla="*/ 1655921 w 3006089"/>
                <a:gd name="connsiteY1259" fmla="*/ 599123 h 2297429"/>
                <a:gd name="connsiteX1260" fmla="*/ 1660684 w 3006089"/>
                <a:gd name="connsiteY1260" fmla="*/ 602456 h 2297429"/>
                <a:gd name="connsiteX1261" fmla="*/ 1664970 w 3006089"/>
                <a:gd name="connsiteY1261" fmla="*/ 606266 h 2297429"/>
                <a:gd name="connsiteX1262" fmla="*/ 1665446 w 3006089"/>
                <a:gd name="connsiteY1262" fmla="*/ 607695 h 2297429"/>
                <a:gd name="connsiteX1263" fmla="*/ 1662112 w 3006089"/>
                <a:gd name="connsiteY1263" fmla="*/ 609600 h 2297429"/>
                <a:gd name="connsiteX1264" fmla="*/ 1661636 w 3006089"/>
                <a:gd name="connsiteY1264" fmla="*/ 611029 h 2297429"/>
                <a:gd name="connsiteX1265" fmla="*/ 1664018 w 3006089"/>
                <a:gd name="connsiteY1265" fmla="*/ 618173 h 2297429"/>
                <a:gd name="connsiteX1266" fmla="*/ 1668780 w 3006089"/>
                <a:gd name="connsiteY1266" fmla="*/ 628650 h 2297429"/>
                <a:gd name="connsiteX1267" fmla="*/ 1671637 w 3006089"/>
                <a:gd name="connsiteY1267" fmla="*/ 631984 h 2297429"/>
                <a:gd name="connsiteX1268" fmla="*/ 1678781 w 3006089"/>
                <a:gd name="connsiteY1268" fmla="*/ 634841 h 2297429"/>
                <a:gd name="connsiteX1269" fmla="*/ 1682591 w 3006089"/>
                <a:gd name="connsiteY1269" fmla="*/ 637699 h 2297429"/>
                <a:gd name="connsiteX1270" fmla="*/ 1684020 w 3006089"/>
                <a:gd name="connsiteY1270" fmla="*/ 638175 h 2297429"/>
                <a:gd name="connsiteX1271" fmla="*/ 1689735 w 3006089"/>
                <a:gd name="connsiteY1271" fmla="*/ 637223 h 2297429"/>
                <a:gd name="connsiteX1272" fmla="*/ 1695450 w 3006089"/>
                <a:gd name="connsiteY1272" fmla="*/ 638651 h 2297429"/>
                <a:gd name="connsiteX1273" fmla="*/ 1696402 w 3006089"/>
                <a:gd name="connsiteY1273" fmla="*/ 638175 h 2297429"/>
                <a:gd name="connsiteX1274" fmla="*/ 1695450 w 3006089"/>
                <a:gd name="connsiteY1274" fmla="*/ 633889 h 2297429"/>
                <a:gd name="connsiteX1275" fmla="*/ 1696402 w 3006089"/>
                <a:gd name="connsiteY1275" fmla="*/ 631984 h 2297429"/>
                <a:gd name="connsiteX1276" fmla="*/ 1704975 w 3006089"/>
                <a:gd name="connsiteY1276" fmla="*/ 626269 h 2297429"/>
                <a:gd name="connsiteX1277" fmla="*/ 1704975 w 3006089"/>
                <a:gd name="connsiteY1277" fmla="*/ 627221 h 2297429"/>
                <a:gd name="connsiteX1278" fmla="*/ 1702118 w 3006089"/>
                <a:gd name="connsiteY1278" fmla="*/ 631031 h 2297429"/>
                <a:gd name="connsiteX1279" fmla="*/ 1701641 w 3006089"/>
                <a:gd name="connsiteY1279" fmla="*/ 632936 h 2297429"/>
                <a:gd name="connsiteX1280" fmla="*/ 1707833 w 3006089"/>
                <a:gd name="connsiteY1280" fmla="*/ 634365 h 2297429"/>
                <a:gd name="connsiteX1281" fmla="*/ 1715452 w 3006089"/>
                <a:gd name="connsiteY1281" fmla="*/ 640080 h 2297429"/>
                <a:gd name="connsiteX1282" fmla="*/ 1722120 w 3006089"/>
                <a:gd name="connsiteY1282" fmla="*/ 640080 h 2297429"/>
                <a:gd name="connsiteX1283" fmla="*/ 1734026 w 3006089"/>
                <a:gd name="connsiteY1283" fmla="*/ 643414 h 2297429"/>
                <a:gd name="connsiteX1284" fmla="*/ 1740694 w 3006089"/>
                <a:gd name="connsiteY1284" fmla="*/ 644843 h 2297429"/>
                <a:gd name="connsiteX1285" fmla="*/ 1260634 w 3006089"/>
                <a:gd name="connsiteY1285" fmla="*/ 501015 h 2297429"/>
                <a:gd name="connsiteX1286" fmla="*/ 1259681 w 3006089"/>
                <a:gd name="connsiteY1286" fmla="*/ 499586 h 2297429"/>
                <a:gd name="connsiteX1287" fmla="*/ 1256824 w 3006089"/>
                <a:gd name="connsiteY1287" fmla="*/ 499110 h 2297429"/>
                <a:gd name="connsiteX1288" fmla="*/ 1252538 w 3006089"/>
                <a:gd name="connsiteY1288" fmla="*/ 499110 h 2297429"/>
                <a:gd name="connsiteX1289" fmla="*/ 1242536 w 3006089"/>
                <a:gd name="connsiteY1289" fmla="*/ 501491 h 2297429"/>
                <a:gd name="connsiteX1290" fmla="*/ 1239679 w 3006089"/>
                <a:gd name="connsiteY1290" fmla="*/ 503396 h 2297429"/>
                <a:gd name="connsiteX1291" fmla="*/ 1239202 w 3006089"/>
                <a:gd name="connsiteY1291" fmla="*/ 505301 h 2297429"/>
                <a:gd name="connsiteX1292" fmla="*/ 1240155 w 3006089"/>
                <a:gd name="connsiteY1292" fmla="*/ 508159 h 2297429"/>
                <a:gd name="connsiteX1293" fmla="*/ 1242536 w 3006089"/>
                <a:gd name="connsiteY1293" fmla="*/ 512445 h 2297429"/>
                <a:gd name="connsiteX1294" fmla="*/ 1245870 w 3006089"/>
                <a:gd name="connsiteY1294" fmla="*/ 520541 h 2297429"/>
                <a:gd name="connsiteX1295" fmla="*/ 1247775 w 3006089"/>
                <a:gd name="connsiteY1295" fmla="*/ 522446 h 2297429"/>
                <a:gd name="connsiteX1296" fmla="*/ 1250633 w 3006089"/>
                <a:gd name="connsiteY1296" fmla="*/ 522923 h 2297429"/>
                <a:gd name="connsiteX1297" fmla="*/ 1277779 w 3006089"/>
                <a:gd name="connsiteY1297" fmla="*/ 522923 h 2297429"/>
                <a:gd name="connsiteX1298" fmla="*/ 1283018 w 3006089"/>
                <a:gd name="connsiteY1298" fmla="*/ 521494 h 2297429"/>
                <a:gd name="connsiteX1299" fmla="*/ 1286827 w 3006089"/>
                <a:gd name="connsiteY1299" fmla="*/ 520065 h 2297429"/>
                <a:gd name="connsiteX1300" fmla="*/ 1290638 w 3006089"/>
                <a:gd name="connsiteY1300" fmla="*/ 517684 h 2297429"/>
                <a:gd name="connsiteX1301" fmla="*/ 1292543 w 3006089"/>
                <a:gd name="connsiteY1301" fmla="*/ 515779 h 2297429"/>
                <a:gd name="connsiteX1302" fmla="*/ 1292066 w 3006089"/>
                <a:gd name="connsiteY1302" fmla="*/ 514350 h 2297429"/>
                <a:gd name="connsiteX1303" fmla="*/ 1287304 w 3006089"/>
                <a:gd name="connsiteY1303" fmla="*/ 512445 h 2297429"/>
                <a:gd name="connsiteX1304" fmla="*/ 1273969 w 3006089"/>
                <a:gd name="connsiteY1304" fmla="*/ 508159 h 2297429"/>
                <a:gd name="connsiteX1305" fmla="*/ 1273016 w 3006089"/>
                <a:gd name="connsiteY1305" fmla="*/ 506254 h 2297429"/>
                <a:gd name="connsiteX1306" fmla="*/ 1269206 w 3006089"/>
                <a:gd name="connsiteY1306" fmla="*/ 503396 h 2297429"/>
                <a:gd name="connsiteX1307" fmla="*/ 1265873 w 3006089"/>
                <a:gd name="connsiteY1307" fmla="*/ 503873 h 2297429"/>
                <a:gd name="connsiteX1308" fmla="*/ 1260634 w 3006089"/>
                <a:gd name="connsiteY1308" fmla="*/ 505301 h 2297429"/>
                <a:gd name="connsiteX1309" fmla="*/ 1258729 w 3006089"/>
                <a:gd name="connsiteY1309" fmla="*/ 504825 h 2297429"/>
                <a:gd name="connsiteX1310" fmla="*/ 1260634 w 3006089"/>
                <a:gd name="connsiteY1310" fmla="*/ 502444 h 2297429"/>
                <a:gd name="connsiteX1311" fmla="*/ 1260634 w 3006089"/>
                <a:gd name="connsiteY1311" fmla="*/ 501015 h 2297429"/>
                <a:gd name="connsiteX1312" fmla="*/ 1309211 w 3006089"/>
                <a:gd name="connsiteY1312" fmla="*/ 532448 h 2297429"/>
                <a:gd name="connsiteX1313" fmla="*/ 1307783 w 3006089"/>
                <a:gd name="connsiteY1313" fmla="*/ 526256 h 2297429"/>
                <a:gd name="connsiteX1314" fmla="*/ 1303020 w 3006089"/>
                <a:gd name="connsiteY1314" fmla="*/ 524351 h 2297429"/>
                <a:gd name="connsiteX1315" fmla="*/ 1290638 w 3006089"/>
                <a:gd name="connsiteY1315" fmla="*/ 523875 h 2297429"/>
                <a:gd name="connsiteX1316" fmla="*/ 1274445 w 3006089"/>
                <a:gd name="connsiteY1316" fmla="*/ 527685 h 2297429"/>
                <a:gd name="connsiteX1317" fmla="*/ 1259681 w 3006089"/>
                <a:gd name="connsiteY1317" fmla="*/ 530066 h 2297429"/>
                <a:gd name="connsiteX1318" fmla="*/ 1248251 w 3006089"/>
                <a:gd name="connsiteY1318" fmla="*/ 532924 h 2297429"/>
                <a:gd name="connsiteX1319" fmla="*/ 1246346 w 3006089"/>
                <a:gd name="connsiteY1319" fmla="*/ 538163 h 2297429"/>
                <a:gd name="connsiteX1320" fmla="*/ 1252061 w 3006089"/>
                <a:gd name="connsiteY1320" fmla="*/ 542449 h 2297429"/>
                <a:gd name="connsiteX1321" fmla="*/ 1260634 w 3006089"/>
                <a:gd name="connsiteY1321" fmla="*/ 542449 h 2297429"/>
                <a:gd name="connsiteX1322" fmla="*/ 1266825 w 3006089"/>
                <a:gd name="connsiteY1322" fmla="*/ 542925 h 2297429"/>
                <a:gd name="connsiteX1323" fmla="*/ 1260634 w 3006089"/>
                <a:gd name="connsiteY1323" fmla="*/ 550069 h 2297429"/>
                <a:gd name="connsiteX1324" fmla="*/ 1267777 w 3006089"/>
                <a:gd name="connsiteY1324" fmla="*/ 552926 h 2297429"/>
                <a:gd name="connsiteX1325" fmla="*/ 1287304 w 3006089"/>
                <a:gd name="connsiteY1325" fmla="*/ 548164 h 2297429"/>
                <a:gd name="connsiteX1326" fmla="*/ 1292543 w 3006089"/>
                <a:gd name="connsiteY1326" fmla="*/ 551021 h 2297429"/>
                <a:gd name="connsiteX1327" fmla="*/ 1285399 w 3006089"/>
                <a:gd name="connsiteY1327" fmla="*/ 557689 h 2297429"/>
                <a:gd name="connsiteX1328" fmla="*/ 1283018 w 3006089"/>
                <a:gd name="connsiteY1328" fmla="*/ 561975 h 2297429"/>
                <a:gd name="connsiteX1329" fmla="*/ 1295876 w 3006089"/>
                <a:gd name="connsiteY1329" fmla="*/ 561975 h 2297429"/>
                <a:gd name="connsiteX1330" fmla="*/ 1308259 w 3006089"/>
                <a:gd name="connsiteY1330" fmla="*/ 561023 h 2297429"/>
                <a:gd name="connsiteX1331" fmla="*/ 1310640 w 3006089"/>
                <a:gd name="connsiteY1331" fmla="*/ 559118 h 2297429"/>
                <a:gd name="connsiteX1332" fmla="*/ 1313498 w 3006089"/>
                <a:gd name="connsiteY1332" fmla="*/ 554831 h 2297429"/>
                <a:gd name="connsiteX1333" fmla="*/ 1317308 w 3006089"/>
                <a:gd name="connsiteY1333" fmla="*/ 552926 h 2297429"/>
                <a:gd name="connsiteX1334" fmla="*/ 1326356 w 3006089"/>
                <a:gd name="connsiteY1334" fmla="*/ 550545 h 2297429"/>
                <a:gd name="connsiteX1335" fmla="*/ 1327785 w 3006089"/>
                <a:gd name="connsiteY1335" fmla="*/ 549593 h 2297429"/>
                <a:gd name="connsiteX1336" fmla="*/ 1327309 w 3006089"/>
                <a:gd name="connsiteY1336" fmla="*/ 548640 h 2297429"/>
                <a:gd name="connsiteX1337" fmla="*/ 1320165 w 3006089"/>
                <a:gd name="connsiteY1337" fmla="*/ 544354 h 2297429"/>
                <a:gd name="connsiteX1338" fmla="*/ 1313498 w 3006089"/>
                <a:gd name="connsiteY1338" fmla="*/ 539591 h 2297429"/>
                <a:gd name="connsiteX1339" fmla="*/ 1311116 w 3006089"/>
                <a:gd name="connsiteY1339" fmla="*/ 539115 h 2297429"/>
                <a:gd name="connsiteX1340" fmla="*/ 1309211 w 3006089"/>
                <a:gd name="connsiteY1340" fmla="*/ 532448 h 2297429"/>
                <a:gd name="connsiteX1341" fmla="*/ 1340644 w 3006089"/>
                <a:gd name="connsiteY1341" fmla="*/ 503396 h 2297429"/>
                <a:gd name="connsiteX1342" fmla="*/ 1341120 w 3006089"/>
                <a:gd name="connsiteY1342" fmla="*/ 504825 h 2297429"/>
                <a:gd name="connsiteX1343" fmla="*/ 1345406 w 3006089"/>
                <a:gd name="connsiteY1343" fmla="*/ 505778 h 2297429"/>
                <a:gd name="connsiteX1344" fmla="*/ 1354455 w 3006089"/>
                <a:gd name="connsiteY1344" fmla="*/ 505301 h 2297429"/>
                <a:gd name="connsiteX1345" fmla="*/ 1370648 w 3006089"/>
                <a:gd name="connsiteY1345" fmla="*/ 500539 h 2297429"/>
                <a:gd name="connsiteX1346" fmla="*/ 1386840 w 3006089"/>
                <a:gd name="connsiteY1346" fmla="*/ 494348 h 2297429"/>
                <a:gd name="connsiteX1347" fmla="*/ 1380173 w 3006089"/>
                <a:gd name="connsiteY1347" fmla="*/ 493395 h 2297429"/>
                <a:gd name="connsiteX1348" fmla="*/ 1374934 w 3006089"/>
                <a:gd name="connsiteY1348" fmla="*/ 493395 h 2297429"/>
                <a:gd name="connsiteX1349" fmla="*/ 1365885 w 3006089"/>
                <a:gd name="connsiteY1349" fmla="*/ 493871 h 2297429"/>
                <a:gd name="connsiteX1350" fmla="*/ 1363504 w 3006089"/>
                <a:gd name="connsiteY1350" fmla="*/ 494348 h 2297429"/>
                <a:gd name="connsiteX1351" fmla="*/ 1356836 w 3006089"/>
                <a:gd name="connsiteY1351" fmla="*/ 499110 h 2297429"/>
                <a:gd name="connsiteX1352" fmla="*/ 1344930 w 3006089"/>
                <a:gd name="connsiteY1352" fmla="*/ 501968 h 2297429"/>
                <a:gd name="connsiteX1353" fmla="*/ 1340644 w 3006089"/>
                <a:gd name="connsiteY1353" fmla="*/ 503396 h 2297429"/>
                <a:gd name="connsiteX1354" fmla="*/ 2717483 w 3006089"/>
                <a:gd name="connsiteY1354" fmla="*/ 1680686 h 2297429"/>
                <a:gd name="connsiteX1355" fmla="*/ 2722721 w 3006089"/>
                <a:gd name="connsiteY1355" fmla="*/ 1681639 h 2297429"/>
                <a:gd name="connsiteX1356" fmla="*/ 2722245 w 3006089"/>
                <a:gd name="connsiteY1356" fmla="*/ 1680686 h 2297429"/>
                <a:gd name="connsiteX1357" fmla="*/ 2723674 w 3006089"/>
                <a:gd name="connsiteY1357" fmla="*/ 1678781 h 2297429"/>
                <a:gd name="connsiteX1358" fmla="*/ 2723198 w 3006089"/>
                <a:gd name="connsiteY1358" fmla="*/ 1677829 h 2297429"/>
                <a:gd name="connsiteX1359" fmla="*/ 2720340 w 3006089"/>
                <a:gd name="connsiteY1359" fmla="*/ 1676400 h 2297429"/>
                <a:gd name="connsiteX1360" fmla="*/ 2718911 w 3006089"/>
                <a:gd name="connsiteY1360" fmla="*/ 1675924 h 2297429"/>
                <a:gd name="connsiteX1361" fmla="*/ 2716530 w 3006089"/>
                <a:gd name="connsiteY1361" fmla="*/ 1676876 h 2297429"/>
                <a:gd name="connsiteX1362" fmla="*/ 2715578 w 3006089"/>
                <a:gd name="connsiteY1362" fmla="*/ 1678305 h 2297429"/>
                <a:gd name="connsiteX1363" fmla="*/ 2715101 w 3006089"/>
                <a:gd name="connsiteY1363" fmla="*/ 1679734 h 2297429"/>
                <a:gd name="connsiteX1364" fmla="*/ 2715101 w 3006089"/>
                <a:gd name="connsiteY1364" fmla="*/ 1680686 h 2297429"/>
                <a:gd name="connsiteX1365" fmla="*/ 2717483 w 3006089"/>
                <a:gd name="connsiteY1365" fmla="*/ 1680686 h 2297429"/>
                <a:gd name="connsiteX1366" fmla="*/ 2693194 w 3006089"/>
                <a:gd name="connsiteY1366" fmla="*/ 1606391 h 2297429"/>
                <a:gd name="connsiteX1367" fmla="*/ 2691765 w 3006089"/>
                <a:gd name="connsiteY1367" fmla="*/ 1606868 h 2297429"/>
                <a:gd name="connsiteX1368" fmla="*/ 2690336 w 3006089"/>
                <a:gd name="connsiteY1368" fmla="*/ 1607820 h 2297429"/>
                <a:gd name="connsiteX1369" fmla="*/ 2688908 w 3006089"/>
                <a:gd name="connsiteY1369" fmla="*/ 1607344 h 2297429"/>
                <a:gd name="connsiteX1370" fmla="*/ 2687955 w 3006089"/>
                <a:gd name="connsiteY1370" fmla="*/ 1607820 h 2297429"/>
                <a:gd name="connsiteX1371" fmla="*/ 2687955 w 3006089"/>
                <a:gd name="connsiteY1371" fmla="*/ 1608296 h 2297429"/>
                <a:gd name="connsiteX1372" fmla="*/ 2689384 w 3006089"/>
                <a:gd name="connsiteY1372" fmla="*/ 1610678 h 2297429"/>
                <a:gd name="connsiteX1373" fmla="*/ 2695575 w 3006089"/>
                <a:gd name="connsiteY1373" fmla="*/ 1614011 h 2297429"/>
                <a:gd name="connsiteX1374" fmla="*/ 2700814 w 3006089"/>
                <a:gd name="connsiteY1374" fmla="*/ 1614488 h 2297429"/>
                <a:gd name="connsiteX1375" fmla="*/ 2699861 w 3006089"/>
                <a:gd name="connsiteY1375" fmla="*/ 1609249 h 2297429"/>
                <a:gd name="connsiteX1376" fmla="*/ 2697004 w 3006089"/>
                <a:gd name="connsiteY1376" fmla="*/ 1607820 h 2297429"/>
                <a:gd name="connsiteX1377" fmla="*/ 2693194 w 3006089"/>
                <a:gd name="connsiteY1377" fmla="*/ 1606391 h 2297429"/>
                <a:gd name="connsiteX1378" fmla="*/ 2691289 w 3006089"/>
                <a:gd name="connsiteY1378" fmla="*/ 1129189 h 2297429"/>
                <a:gd name="connsiteX1379" fmla="*/ 2697480 w 3006089"/>
                <a:gd name="connsiteY1379" fmla="*/ 1131570 h 2297429"/>
                <a:gd name="connsiteX1380" fmla="*/ 2704148 w 3006089"/>
                <a:gd name="connsiteY1380" fmla="*/ 1135856 h 2297429"/>
                <a:gd name="connsiteX1381" fmla="*/ 2706529 w 3006089"/>
                <a:gd name="connsiteY1381" fmla="*/ 1135380 h 2297429"/>
                <a:gd name="connsiteX1382" fmla="*/ 2711291 w 3006089"/>
                <a:gd name="connsiteY1382" fmla="*/ 1132999 h 2297429"/>
                <a:gd name="connsiteX1383" fmla="*/ 2711768 w 3006089"/>
                <a:gd name="connsiteY1383" fmla="*/ 1130618 h 2297429"/>
                <a:gd name="connsiteX1384" fmla="*/ 2709862 w 3006089"/>
                <a:gd name="connsiteY1384" fmla="*/ 1128236 h 2297429"/>
                <a:gd name="connsiteX1385" fmla="*/ 2704148 w 3006089"/>
                <a:gd name="connsiteY1385" fmla="*/ 1122998 h 2297429"/>
                <a:gd name="connsiteX1386" fmla="*/ 2693670 w 3006089"/>
                <a:gd name="connsiteY1386" fmla="*/ 1114425 h 2297429"/>
                <a:gd name="connsiteX1387" fmla="*/ 2688908 w 3006089"/>
                <a:gd name="connsiteY1387" fmla="*/ 1109663 h 2297429"/>
                <a:gd name="connsiteX1388" fmla="*/ 2683669 w 3006089"/>
                <a:gd name="connsiteY1388" fmla="*/ 1108234 h 2297429"/>
                <a:gd name="connsiteX1389" fmla="*/ 2675096 w 3006089"/>
                <a:gd name="connsiteY1389" fmla="*/ 1116330 h 2297429"/>
                <a:gd name="connsiteX1390" fmla="*/ 2667476 w 3006089"/>
                <a:gd name="connsiteY1390" fmla="*/ 1114901 h 2297429"/>
                <a:gd name="connsiteX1391" fmla="*/ 2663666 w 3006089"/>
                <a:gd name="connsiteY1391" fmla="*/ 1113473 h 2297429"/>
                <a:gd name="connsiteX1392" fmla="*/ 2661761 w 3006089"/>
                <a:gd name="connsiteY1392" fmla="*/ 1114901 h 2297429"/>
                <a:gd name="connsiteX1393" fmla="*/ 2659380 w 3006089"/>
                <a:gd name="connsiteY1393" fmla="*/ 1114901 h 2297429"/>
                <a:gd name="connsiteX1394" fmla="*/ 2655094 w 3006089"/>
                <a:gd name="connsiteY1394" fmla="*/ 1113949 h 2297429"/>
                <a:gd name="connsiteX1395" fmla="*/ 2648903 w 3006089"/>
                <a:gd name="connsiteY1395" fmla="*/ 1115378 h 2297429"/>
                <a:gd name="connsiteX1396" fmla="*/ 2637949 w 3006089"/>
                <a:gd name="connsiteY1396" fmla="*/ 1118711 h 2297429"/>
                <a:gd name="connsiteX1397" fmla="*/ 2632234 w 3006089"/>
                <a:gd name="connsiteY1397" fmla="*/ 1121093 h 2297429"/>
                <a:gd name="connsiteX1398" fmla="*/ 2629853 w 3006089"/>
                <a:gd name="connsiteY1398" fmla="*/ 1121093 h 2297429"/>
                <a:gd name="connsiteX1399" fmla="*/ 2643187 w 3006089"/>
                <a:gd name="connsiteY1399" fmla="*/ 1111091 h 2297429"/>
                <a:gd name="connsiteX1400" fmla="*/ 2644616 w 3006089"/>
                <a:gd name="connsiteY1400" fmla="*/ 1109186 h 2297429"/>
                <a:gd name="connsiteX1401" fmla="*/ 2645569 w 3006089"/>
                <a:gd name="connsiteY1401" fmla="*/ 1106805 h 2297429"/>
                <a:gd name="connsiteX1402" fmla="*/ 2646998 w 3006089"/>
                <a:gd name="connsiteY1402" fmla="*/ 1103948 h 2297429"/>
                <a:gd name="connsiteX1403" fmla="*/ 2647950 w 3006089"/>
                <a:gd name="connsiteY1403" fmla="*/ 1100614 h 2297429"/>
                <a:gd name="connsiteX1404" fmla="*/ 2652236 w 3006089"/>
                <a:gd name="connsiteY1404" fmla="*/ 1097280 h 2297429"/>
                <a:gd name="connsiteX1405" fmla="*/ 2642711 w 3006089"/>
                <a:gd name="connsiteY1405" fmla="*/ 1091565 h 2297429"/>
                <a:gd name="connsiteX1406" fmla="*/ 2635568 w 3006089"/>
                <a:gd name="connsiteY1406" fmla="*/ 1090136 h 2297429"/>
                <a:gd name="connsiteX1407" fmla="*/ 2633186 w 3006089"/>
                <a:gd name="connsiteY1407" fmla="*/ 1089184 h 2297429"/>
                <a:gd name="connsiteX1408" fmla="*/ 2630329 w 3006089"/>
                <a:gd name="connsiteY1408" fmla="*/ 1091089 h 2297429"/>
                <a:gd name="connsiteX1409" fmla="*/ 2625090 w 3006089"/>
                <a:gd name="connsiteY1409" fmla="*/ 1092994 h 2297429"/>
                <a:gd name="connsiteX1410" fmla="*/ 2624614 w 3006089"/>
                <a:gd name="connsiteY1410" fmla="*/ 1095851 h 2297429"/>
                <a:gd name="connsiteX1411" fmla="*/ 2616994 w 3006089"/>
                <a:gd name="connsiteY1411" fmla="*/ 1095851 h 2297429"/>
                <a:gd name="connsiteX1412" fmla="*/ 2612708 w 3006089"/>
                <a:gd name="connsiteY1412" fmla="*/ 1096328 h 2297429"/>
                <a:gd name="connsiteX1413" fmla="*/ 2606993 w 3006089"/>
                <a:gd name="connsiteY1413" fmla="*/ 1096328 h 2297429"/>
                <a:gd name="connsiteX1414" fmla="*/ 2606516 w 3006089"/>
                <a:gd name="connsiteY1414" fmla="*/ 1093946 h 2297429"/>
                <a:gd name="connsiteX1415" fmla="*/ 2599373 w 3006089"/>
                <a:gd name="connsiteY1415" fmla="*/ 1092994 h 2297429"/>
                <a:gd name="connsiteX1416" fmla="*/ 2595562 w 3006089"/>
                <a:gd name="connsiteY1416" fmla="*/ 1091089 h 2297429"/>
                <a:gd name="connsiteX1417" fmla="*/ 2599849 w 3006089"/>
                <a:gd name="connsiteY1417" fmla="*/ 1090613 h 2297429"/>
                <a:gd name="connsiteX1418" fmla="*/ 2603659 w 3006089"/>
                <a:gd name="connsiteY1418" fmla="*/ 1091565 h 2297429"/>
                <a:gd name="connsiteX1419" fmla="*/ 2609374 w 3006089"/>
                <a:gd name="connsiteY1419" fmla="*/ 1091089 h 2297429"/>
                <a:gd name="connsiteX1420" fmla="*/ 2619375 w 3006089"/>
                <a:gd name="connsiteY1420" fmla="*/ 1091565 h 2297429"/>
                <a:gd name="connsiteX1421" fmla="*/ 2616994 w 3006089"/>
                <a:gd name="connsiteY1421" fmla="*/ 1082993 h 2297429"/>
                <a:gd name="connsiteX1422" fmla="*/ 2624614 w 3006089"/>
                <a:gd name="connsiteY1422" fmla="*/ 1078706 h 2297429"/>
                <a:gd name="connsiteX1423" fmla="*/ 2618899 w 3006089"/>
                <a:gd name="connsiteY1423" fmla="*/ 1073468 h 2297429"/>
                <a:gd name="connsiteX1424" fmla="*/ 2614136 w 3006089"/>
                <a:gd name="connsiteY1424" fmla="*/ 1075373 h 2297429"/>
                <a:gd name="connsiteX1425" fmla="*/ 2606040 w 3006089"/>
                <a:gd name="connsiteY1425" fmla="*/ 1068705 h 2297429"/>
                <a:gd name="connsiteX1426" fmla="*/ 2601754 w 3006089"/>
                <a:gd name="connsiteY1426" fmla="*/ 1064419 h 2297429"/>
                <a:gd name="connsiteX1427" fmla="*/ 2597944 w 3006089"/>
                <a:gd name="connsiteY1427" fmla="*/ 1062990 h 2297429"/>
                <a:gd name="connsiteX1428" fmla="*/ 2591276 w 3006089"/>
                <a:gd name="connsiteY1428" fmla="*/ 1066324 h 2297429"/>
                <a:gd name="connsiteX1429" fmla="*/ 2584609 w 3006089"/>
                <a:gd name="connsiteY1429" fmla="*/ 1066324 h 2297429"/>
                <a:gd name="connsiteX1430" fmla="*/ 2582704 w 3006089"/>
                <a:gd name="connsiteY1430" fmla="*/ 1064419 h 2297429"/>
                <a:gd name="connsiteX1431" fmla="*/ 2584133 w 3006089"/>
                <a:gd name="connsiteY1431" fmla="*/ 1060609 h 2297429"/>
                <a:gd name="connsiteX1432" fmla="*/ 2586514 w 3006089"/>
                <a:gd name="connsiteY1432" fmla="*/ 1057751 h 2297429"/>
                <a:gd name="connsiteX1433" fmla="*/ 2589848 w 3006089"/>
                <a:gd name="connsiteY1433" fmla="*/ 1056323 h 2297429"/>
                <a:gd name="connsiteX1434" fmla="*/ 2590800 w 3006089"/>
                <a:gd name="connsiteY1434" fmla="*/ 1054894 h 2297429"/>
                <a:gd name="connsiteX1435" fmla="*/ 2587943 w 3006089"/>
                <a:gd name="connsiteY1435" fmla="*/ 1052513 h 2297429"/>
                <a:gd name="connsiteX1436" fmla="*/ 2586037 w 3006089"/>
                <a:gd name="connsiteY1436" fmla="*/ 1052036 h 2297429"/>
                <a:gd name="connsiteX1437" fmla="*/ 2583180 w 3006089"/>
                <a:gd name="connsiteY1437" fmla="*/ 1052989 h 2297429"/>
                <a:gd name="connsiteX1438" fmla="*/ 2575084 w 3006089"/>
                <a:gd name="connsiteY1438" fmla="*/ 1058228 h 2297429"/>
                <a:gd name="connsiteX1439" fmla="*/ 2571274 w 3006089"/>
                <a:gd name="connsiteY1439" fmla="*/ 1061561 h 2297429"/>
                <a:gd name="connsiteX1440" fmla="*/ 2570321 w 3006089"/>
                <a:gd name="connsiteY1440" fmla="*/ 1064419 h 2297429"/>
                <a:gd name="connsiteX1441" fmla="*/ 2571274 w 3006089"/>
                <a:gd name="connsiteY1441" fmla="*/ 1070610 h 2297429"/>
                <a:gd name="connsiteX1442" fmla="*/ 2572226 w 3006089"/>
                <a:gd name="connsiteY1442" fmla="*/ 1072991 h 2297429"/>
                <a:gd name="connsiteX1443" fmla="*/ 2571750 w 3006089"/>
                <a:gd name="connsiteY1443" fmla="*/ 1073468 h 2297429"/>
                <a:gd name="connsiteX1444" fmla="*/ 2566987 w 3006089"/>
                <a:gd name="connsiteY1444" fmla="*/ 1068229 h 2297429"/>
                <a:gd name="connsiteX1445" fmla="*/ 2566511 w 3006089"/>
                <a:gd name="connsiteY1445" fmla="*/ 1066324 h 2297429"/>
                <a:gd name="connsiteX1446" fmla="*/ 2568416 w 3006089"/>
                <a:gd name="connsiteY1446" fmla="*/ 1058228 h 2297429"/>
                <a:gd name="connsiteX1447" fmla="*/ 2567940 w 3006089"/>
                <a:gd name="connsiteY1447" fmla="*/ 1056323 h 2297429"/>
                <a:gd name="connsiteX1448" fmla="*/ 2566035 w 3006089"/>
                <a:gd name="connsiteY1448" fmla="*/ 1055370 h 2297429"/>
                <a:gd name="connsiteX1449" fmla="*/ 2561749 w 3006089"/>
                <a:gd name="connsiteY1449" fmla="*/ 1054894 h 2297429"/>
                <a:gd name="connsiteX1450" fmla="*/ 2559844 w 3006089"/>
                <a:gd name="connsiteY1450" fmla="*/ 1056799 h 2297429"/>
                <a:gd name="connsiteX1451" fmla="*/ 2556034 w 3006089"/>
                <a:gd name="connsiteY1451" fmla="*/ 1058704 h 2297429"/>
                <a:gd name="connsiteX1452" fmla="*/ 2552224 w 3006089"/>
                <a:gd name="connsiteY1452" fmla="*/ 1056799 h 2297429"/>
                <a:gd name="connsiteX1453" fmla="*/ 2553176 w 3006089"/>
                <a:gd name="connsiteY1453" fmla="*/ 1052513 h 2297429"/>
                <a:gd name="connsiteX1454" fmla="*/ 2553176 w 3006089"/>
                <a:gd name="connsiteY1454" fmla="*/ 1050131 h 2297429"/>
                <a:gd name="connsiteX1455" fmla="*/ 2551748 w 3006089"/>
                <a:gd name="connsiteY1455" fmla="*/ 1050131 h 2297429"/>
                <a:gd name="connsiteX1456" fmla="*/ 2543651 w 3006089"/>
                <a:gd name="connsiteY1456" fmla="*/ 1056323 h 2297429"/>
                <a:gd name="connsiteX1457" fmla="*/ 2539841 w 3006089"/>
                <a:gd name="connsiteY1457" fmla="*/ 1062514 h 2297429"/>
                <a:gd name="connsiteX1458" fmla="*/ 2537936 w 3006089"/>
                <a:gd name="connsiteY1458" fmla="*/ 1063943 h 2297429"/>
                <a:gd name="connsiteX1459" fmla="*/ 2536031 w 3006089"/>
                <a:gd name="connsiteY1459" fmla="*/ 1063943 h 2297429"/>
                <a:gd name="connsiteX1460" fmla="*/ 2533174 w 3006089"/>
                <a:gd name="connsiteY1460" fmla="*/ 1062990 h 2297429"/>
                <a:gd name="connsiteX1461" fmla="*/ 2533174 w 3006089"/>
                <a:gd name="connsiteY1461" fmla="*/ 1062514 h 2297429"/>
                <a:gd name="connsiteX1462" fmla="*/ 2536984 w 3006089"/>
                <a:gd name="connsiteY1462" fmla="*/ 1060133 h 2297429"/>
                <a:gd name="connsiteX1463" fmla="*/ 2541746 w 3006089"/>
                <a:gd name="connsiteY1463" fmla="*/ 1052036 h 2297429"/>
                <a:gd name="connsiteX1464" fmla="*/ 2542223 w 3006089"/>
                <a:gd name="connsiteY1464" fmla="*/ 1047274 h 2297429"/>
                <a:gd name="connsiteX1465" fmla="*/ 2544128 w 3006089"/>
                <a:gd name="connsiteY1465" fmla="*/ 1038225 h 2297429"/>
                <a:gd name="connsiteX1466" fmla="*/ 2533174 w 3006089"/>
                <a:gd name="connsiteY1466" fmla="*/ 1040130 h 2297429"/>
                <a:gd name="connsiteX1467" fmla="*/ 2529840 w 3006089"/>
                <a:gd name="connsiteY1467" fmla="*/ 1042511 h 2297429"/>
                <a:gd name="connsiteX1468" fmla="*/ 2530793 w 3006089"/>
                <a:gd name="connsiteY1468" fmla="*/ 1048226 h 2297429"/>
                <a:gd name="connsiteX1469" fmla="*/ 2528887 w 3006089"/>
                <a:gd name="connsiteY1469" fmla="*/ 1052513 h 2297429"/>
                <a:gd name="connsiteX1470" fmla="*/ 2527935 w 3006089"/>
                <a:gd name="connsiteY1470" fmla="*/ 1052989 h 2297429"/>
                <a:gd name="connsiteX1471" fmla="*/ 2527459 w 3006089"/>
                <a:gd name="connsiteY1471" fmla="*/ 1047750 h 2297429"/>
                <a:gd name="connsiteX1472" fmla="*/ 2526506 w 3006089"/>
                <a:gd name="connsiteY1472" fmla="*/ 1047274 h 2297429"/>
                <a:gd name="connsiteX1473" fmla="*/ 2520791 w 3006089"/>
                <a:gd name="connsiteY1473" fmla="*/ 1051084 h 2297429"/>
                <a:gd name="connsiteX1474" fmla="*/ 2519839 w 3006089"/>
                <a:gd name="connsiteY1474" fmla="*/ 1051084 h 2297429"/>
                <a:gd name="connsiteX1475" fmla="*/ 2520315 w 3006089"/>
                <a:gd name="connsiteY1475" fmla="*/ 1049179 h 2297429"/>
                <a:gd name="connsiteX1476" fmla="*/ 2522696 w 3006089"/>
                <a:gd name="connsiteY1476" fmla="*/ 1044416 h 2297429"/>
                <a:gd name="connsiteX1477" fmla="*/ 2522696 w 3006089"/>
                <a:gd name="connsiteY1477" fmla="*/ 1042511 h 2297429"/>
                <a:gd name="connsiteX1478" fmla="*/ 2520315 w 3006089"/>
                <a:gd name="connsiteY1478" fmla="*/ 1039654 h 2297429"/>
                <a:gd name="connsiteX1479" fmla="*/ 2516029 w 3006089"/>
                <a:gd name="connsiteY1479" fmla="*/ 1035844 h 2297429"/>
                <a:gd name="connsiteX1480" fmla="*/ 2517458 w 3006089"/>
                <a:gd name="connsiteY1480" fmla="*/ 1032986 h 2297429"/>
                <a:gd name="connsiteX1481" fmla="*/ 2525554 w 3006089"/>
                <a:gd name="connsiteY1481" fmla="*/ 1030129 h 2297429"/>
                <a:gd name="connsiteX1482" fmla="*/ 2526983 w 3006089"/>
                <a:gd name="connsiteY1482" fmla="*/ 1028700 h 2297429"/>
                <a:gd name="connsiteX1483" fmla="*/ 2526030 w 3006089"/>
                <a:gd name="connsiteY1483" fmla="*/ 1028224 h 2297429"/>
                <a:gd name="connsiteX1484" fmla="*/ 2522220 w 3006089"/>
                <a:gd name="connsiteY1484" fmla="*/ 1027271 h 2297429"/>
                <a:gd name="connsiteX1485" fmla="*/ 2513648 w 3006089"/>
                <a:gd name="connsiteY1485" fmla="*/ 1027748 h 2297429"/>
                <a:gd name="connsiteX1486" fmla="*/ 2510314 w 3006089"/>
                <a:gd name="connsiteY1486" fmla="*/ 1027271 h 2297429"/>
                <a:gd name="connsiteX1487" fmla="*/ 2506504 w 3006089"/>
                <a:gd name="connsiteY1487" fmla="*/ 1025843 h 2297429"/>
                <a:gd name="connsiteX1488" fmla="*/ 2501741 w 3006089"/>
                <a:gd name="connsiteY1488" fmla="*/ 1025366 h 2297429"/>
                <a:gd name="connsiteX1489" fmla="*/ 2497931 w 3006089"/>
                <a:gd name="connsiteY1489" fmla="*/ 1023461 h 2297429"/>
                <a:gd name="connsiteX1490" fmla="*/ 2495074 w 3006089"/>
                <a:gd name="connsiteY1490" fmla="*/ 1022509 h 2297429"/>
                <a:gd name="connsiteX1491" fmla="*/ 2491264 w 3006089"/>
                <a:gd name="connsiteY1491" fmla="*/ 1022509 h 2297429"/>
                <a:gd name="connsiteX1492" fmla="*/ 2487454 w 3006089"/>
                <a:gd name="connsiteY1492" fmla="*/ 1023938 h 2297429"/>
                <a:gd name="connsiteX1493" fmla="*/ 2485073 w 3006089"/>
                <a:gd name="connsiteY1493" fmla="*/ 1023938 h 2297429"/>
                <a:gd name="connsiteX1494" fmla="*/ 2481739 w 3006089"/>
                <a:gd name="connsiteY1494" fmla="*/ 1022509 h 2297429"/>
                <a:gd name="connsiteX1495" fmla="*/ 2477929 w 3006089"/>
                <a:gd name="connsiteY1495" fmla="*/ 1018699 h 2297429"/>
                <a:gd name="connsiteX1496" fmla="*/ 2477929 w 3006089"/>
                <a:gd name="connsiteY1496" fmla="*/ 1014889 h 2297429"/>
                <a:gd name="connsiteX1497" fmla="*/ 2476024 w 3006089"/>
                <a:gd name="connsiteY1497" fmla="*/ 1013460 h 2297429"/>
                <a:gd name="connsiteX1498" fmla="*/ 2471737 w 3006089"/>
                <a:gd name="connsiteY1498" fmla="*/ 1011555 h 2297429"/>
                <a:gd name="connsiteX1499" fmla="*/ 2464594 w 3006089"/>
                <a:gd name="connsiteY1499" fmla="*/ 1010603 h 2297429"/>
                <a:gd name="connsiteX1500" fmla="*/ 2453164 w 3006089"/>
                <a:gd name="connsiteY1500" fmla="*/ 1010126 h 2297429"/>
                <a:gd name="connsiteX1501" fmla="*/ 2437924 w 3006089"/>
                <a:gd name="connsiteY1501" fmla="*/ 1004411 h 2297429"/>
                <a:gd name="connsiteX1502" fmla="*/ 2436971 w 3006089"/>
                <a:gd name="connsiteY1502" fmla="*/ 1003459 h 2297429"/>
                <a:gd name="connsiteX1503" fmla="*/ 2437448 w 3006089"/>
                <a:gd name="connsiteY1503" fmla="*/ 1002983 h 2297429"/>
                <a:gd name="connsiteX1504" fmla="*/ 2441258 w 3006089"/>
                <a:gd name="connsiteY1504" fmla="*/ 1002983 h 2297429"/>
                <a:gd name="connsiteX1505" fmla="*/ 2457926 w 3006089"/>
                <a:gd name="connsiteY1505" fmla="*/ 1006793 h 2297429"/>
                <a:gd name="connsiteX1506" fmla="*/ 2459831 w 3006089"/>
                <a:gd name="connsiteY1506" fmla="*/ 1006793 h 2297429"/>
                <a:gd name="connsiteX1507" fmla="*/ 2464118 w 3006089"/>
                <a:gd name="connsiteY1507" fmla="*/ 1004888 h 2297429"/>
                <a:gd name="connsiteX1508" fmla="*/ 2467451 w 3006089"/>
                <a:gd name="connsiteY1508" fmla="*/ 1004411 h 2297429"/>
                <a:gd name="connsiteX1509" fmla="*/ 2471737 w 3006089"/>
                <a:gd name="connsiteY1509" fmla="*/ 1004888 h 2297429"/>
                <a:gd name="connsiteX1510" fmla="*/ 2482215 w 3006089"/>
                <a:gd name="connsiteY1510" fmla="*/ 1007745 h 2297429"/>
                <a:gd name="connsiteX1511" fmla="*/ 2486501 w 3006089"/>
                <a:gd name="connsiteY1511" fmla="*/ 1008221 h 2297429"/>
                <a:gd name="connsiteX1512" fmla="*/ 2489359 w 3006089"/>
                <a:gd name="connsiteY1512" fmla="*/ 1003459 h 2297429"/>
                <a:gd name="connsiteX1513" fmla="*/ 2490787 w 3006089"/>
                <a:gd name="connsiteY1513" fmla="*/ 999173 h 2297429"/>
                <a:gd name="connsiteX1514" fmla="*/ 2490787 w 3006089"/>
                <a:gd name="connsiteY1514" fmla="*/ 992981 h 2297429"/>
                <a:gd name="connsiteX1515" fmla="*/ 2487930 w 3006089"/>
                <a:gd name="connsiteY1515" fmla="*/ 991553 h 2297429"/>
                <a:gd name="connsiteX1516" fmla="*/ 2477929 w 3006089"/>
                <a:gd name="connsiteY1516" fmla="*/ 987743 h 2297429"/>
                <a:gd name="connsiteX1517" fmla="*/ 2471737 w 3006089"/>
                <a:gd name="connsiteY1517" fmla="*/ 985838 h 2297429"/>
                <a:gd name="connsiteX1518" fmla="*/ 2467928 w 3006089"/>
                <a:gd name="connsiteY1518" fmla="*/ 985361 h 2297429"/>
                <a:gd name="connsiteX1519" fmla="*/ 2448401 w 3006089"/>
                <a:gd name="connsiteY1519" fmla="*/ 991076 h 2297429"/>
                <a:gd name="connsiteX1520" fmla="*/ 2446973 w 3006089"/>
                <a:gd name="connsiteY1520" fmla="*/ 990124 h 2297429"/>
                <a:gd name="connsiteX1521" fmla="*/ 2461260 w 3006089"/>
                <a:gd name="connsiteY1521" fmla="*/ 983933 h 2297429"/>
                <a:gd name="connsiteX1522" fmla="*/ 2468404 w 3006089"/>
                <a:gd name="connsiteY1522" fmla="*/ 982504 h 2297429"/>
                <a:gd name="connsiteX1523" fmla="*/ 2475548 w 3006089"/>
                <a:gd name="connsiteY1523" fmla="*/ 984409 h 2297429"/>
                <a:gd name="connsiteX1524" fmla="*/ 2484596 w 3006089"/>
                <a:gd name="connsiteY1524" fmla="*/ 981551 h 2297429"/>
                <a:gd name="connsiteX1525" fmla="*/ 2490311 w 3006089"/>
                <a:gd name="connsiteY1525" fmla="*/ 984409 h 2297429"/>
                <a:gd name="connsiteX1526" fmla="*/ 2495550 w 3006089"/>
                <a:gd name="connsiteY1526" fmla="*/ 985838 h 2297429"/>
                <a:gd name="connsiteX1527" fmla="*/ 2499836 w 3006089"/>
                <a:gd name="connsiteY1527" fmla="*/ 986314 h 2297429"/>
                <a:gd name="connsiteX1528" fmla="*/ 2505075 w 3006089"/>
                <a:gd name="connsiteY1528" fmla="*/ 985361 h 2297429"/>
                <a:gd name="connsiteX1529" fmla="*/ 2509361 w 3006089"/>
                <a:gd name="connsiteY1529" fmla="*/ 986314 h 2297429"/>
                <a:gd name="connsiteX1530" fmla="*/ 2523173 w 3006089"/>
                <a:gd name="connsiteY1530" fmla="*/ 987266 h 2297429"/>
                <a:gd name="connsiteX1531" fmla="*/ 2526506 w 3006089"/>
                <a:gd name="connsiteY1531" fmla="*/ 986314 h 2297429"/>
                <a:gd name="connsiteX1532" fmla="*/ 2527459 w 3006089"/>
                <a:gd name="connsiteY1532" fmla="*/ 984885 h 2297429"/>
                <a:gd name="connsiteX1533" fmla="*/ 2527459 w 3006089"/>
                <a:gd name="connsiteY1533" fmla="*/ 981075 h 2297429"/>
                <a:gd name="connsiteX1534" fmla="*/ 2526983 w 3006089"/>
                <a:gd name="connsiteY1534" fmla="*/ 979646 h 2297429"/>
                <a:gd name="connsiteX1535" fmla="*/ 2526030 w 3006089"/>
                <a:gd name="connsiteY1535" fmla="*/ 978218 h 2297429"/>
                <a:gd name="connsiteX1536" fmla="*/ 2524125 w 3006089"/>
                <a:gd name="connsiteY1536" fmla="*/ 976789 h 2297429"/>
                <a:gd name="connsiteX1537" fmla="*/ 2514600 w 3006089"/>
                <a:gd name="connsiteY1537" fmla="*/ 971550 h 2297429"/>
                <a:gd name="connsiteX1538" fmla="*/ 2508409 w 3006089"/>
                <a:gd name="connsiteY1538" fmla="*/ 969169 h 2297429"/>
                <a:gd name="connsiteX1539" fmla="*/ 2504123 w 3006089"/>
                <a:gd name="connsiteY1539" fmla="*/ 968216 h 2297429"/>
                <a:gd name="connsiteX1540" fmla="*/ 2491740 w 3006089"/>
                <a:gd name="connsiteY1540" fmla="*/ 967740 h 2297429"/>
                <a:gd name="connsiteX1541" fmla="*/ 2488406 w 3006089"/>
                <a:gd name="connsiteY1541" fmla="*/ 968216 h 2297429"/>
                <a:gd name="connsiteX1542" fmla="*/ 2485549 w 3006089"/>
                <a:gd name="connsiteY1542" fmla="*/ 969169 h 2297429"/>
                <a:gd name="connsiteX1543" fmla="*/ 2480310 w 3006089"/>
                <a:gd name="connsiteY1543" fmla="*/ 968216 h 2297429"/>
                <a:gd name="connsiteX1544" fmla="*/ 2465070 w 3006089"/>
                <a:gd name="connsiteY1544" fmla="*/ 962025 h 2297429"/>
                <a:gd name="connsiteX1545" fmla="*/ 2456021 w 3006089"/>
                <a:gd name="connsiteY1545" fmla="*/ 962978 h 2297429"/>
                <a:gd name="connsiteX1546" fmla="*/ 2446020 w 3006089"/>
                <a:gd name="connsiteY1546" fmla="*/ 965835 h 2297429"/>
                <a:gd name="connsiteX1547" fmla="*/ 2439829 w 3006089"/>
                <a:gd name="connsiteY1547" fmla="*/ 966311 h 2297429"/>
                <a:gd name="connsiteX1548" fmla="*/ 2440781 w 3006089"/>
                <a:gd name="connsiteY1548" fmla="*/ 964406 h 2297429"/>
                <a:gd name="connsiteX1549" fmla="*/ 2444115 w 3006089"/>
                <a:gd name="connsiteY1549" fmla="*/ 962978 h 2297429"/>
                <a:gd name="connsiteX1550" fmla="*/ 2454116 w 3006089"/>
                <a:gd name="connsiteY1550" fmla="*/ 960120 h 2297429"/>
                <a:gd name="connsiteX1551" fmla="*/ 2459831 w 3006089"/>
                <a:gd name="connsiteY1551" fmla="*/ 958691 h 2297429"/>
                <a:gd name="connsiteX1552" fmla="*/ 2469833 w 3006089"/>
                <a:gd name="connsiteY1552" fmla="*/ 958691 h 2297429"/>
                <a:gd name="connsiteX1553" fmla="*/ 2472690 w 3006089"/>
                <a:gd name="connsiteY1553" fmla="*/ 957263 h 2297429"/>
                <a:gd name="connsiteX1554" fmla="*/ 2474119 w 3006089"/>
                <a:gd name="connsiteY1554" fmla="*/ 954881 h 2297429"/>
                <a:gd name="connsiteX1555" fmla="*/ 2476024 w 3006089"/>
                <a:gd name="connsiteY1555" fmla="*/ 952976 h 2297429"/>
                <a:gd name="connsiteX1556" fmla="*/ 2478405 w 3006089"/>
                <a:gd name="connsiteY1556" fmla="*/ 951548 h 2297429"/>
                <a:gd name="connsiteX1557" fmla="*/ 2481739 w 3006089"/>
                <a:gd name="connsiteY1557" fmla="*/ 950595 h 2297429"/>
                <a:gd name="connsiteX1558" fmla="*/ 2488883 w 3006089"/>
                <a:gd name="connsiteY1558" fmla="*/ 950119 h 2297429"/>
                <a:gd name="connsiteX1559" fmla="*/ 2505075 w 3006089"/>
                <a:gd name="connsiteY1559" fmla="*/ 953453 h 2297429"/>
                <a:gd name="connsiteX1560" fmla="*/ 2507933 w 3006089"/>
                <a:gd name="connsiteY1560" fmla="*/ 953453 h 2297429"/>
                <a:gd name="connsiteX1561" fmla="*/ 2509361 w 3006089"/>
                <a:gd name="connsiteY1561" fmla="*/ 952976 h 2297429"/>
                <a:gd name="connsiteX1562" fmla="*/ 2510314 w 3006089"/>
                <a:gd name="connsiteY1562" fmla="*/ 951548 h 2297429"/>
                <a:gd name="connsiteX1563" fmla="*/ 2510790 w 3006089"/>
                <a:gd name="connsiteY1563" fmla="*/ 949166 h 2297429"/>
                <a:gd name="connsiteX1564" fmla="*/ 2509837 w 3006089"/>
                <a:gd name="connsiteY1564" fmla="*/ 945356 h 2297429"/>
                <a:gd name="connsiteX1565" fmla="*/ 2505551 w 3006089"/>
                <a:gd name="connsiteY1565" fmla="*/ 937260 h 2297429"/>
                <a:gd name="connsiteX1566" fmla="*/ 2504123 w 3006089"/>
                <a:gd name="connsiteY1566" fmla="*/ 934879 h 2297429"/>
                <a:gd name="connsiteX1567" fmla="*/ 2492216 w 3006089"/>
                <a:gd name="connsiteY1567" fmla="*/ 923449 h 2297429"/>
                <a:gd name="connsiteX1568" fmla="*/ 2487454 w 3006089"/>
                <a:gd name="connsiteY1568" fmla="*/ 919639 h 2297429"/>
                <a:gd name="connsiteX1569" fmla="*/ 2480310 w 3006089"/>
                <a:gd name="connsiteY1569" fmla="*/ 917258 h 2297429"/>
                <a:gd name="connsiteX1570" fmla="*/ 2478405 w 3006089"/>
                <a:gd name="connsiteY1570" fmla="*/ 917258 h 2297429"/>
                <a:gd name="connsiteX1571" fmla="*/ 2475548 w 3006089"/>
                <a:gd name="connsiteY1571" fmla="*/ 919163 h 2297429"/>
                <a:gd name="connsiteX1572" fmla="*/ 2472690 w 3006089"/>
                <a:gd name="connsiteY1572" fmla="*/ 922496 h 2297429"/>
                <a:gd name="connsiteX1573" fmla="*/ 2471261 w 3006089"/>
                <a:gd name="connsiteY1573" fmla="*/ 925354 h 2297429"/>
                <a:gd name="connsiteX1574" fmla="*/ 2471737 w 3006089"/>
                <a:gd name="connsiteY1574" fmla="*/ 926306 h 2297429"/>
                <a:gd name="connsiteX1575" fmla="*/ 2475548 w 3006089"/>
                <a:gd name="connsiteY1575" fmla="*/ 928211 h 2297429"/>
                <a:gd name="connsiteX1576" fmla="*/ 2475071 w 3006089"/>
                <a:gd name="connsiteY1576" fmla="*/ 929164 h 2297429"/>
                <a:gd name="connsiteX1577" fmla="*/ 2473643 w 3006089"/>
                <a:gd name="connsiteY1577" fmla="*/ 929164 h 2297429"/>
                <a:gd name="connsiteX1578" fmla="*/ 2470785 w 3006089"/>
                <a:gd name="connsiteY1578" fmla="*/ 930116 h 2297429"/>
                <a:gd name="connsiteX1579" fmla="*/ 2467451 w 3006089"/>
                <a:gd name="connsiteY1579" fmla="*/ 930593 h 2297429"/>
                <a:gd name="connsiteX1580" fmla="*/ 2464594 w 3006089"/>
                <a:gd name="connsiteY1580" fmla="*/ 932498 h 2297429"/>
                <a:gd name="connsiteX1581" fmla="*/ 2461736 w 3006089"/>
                <a:gd name="connsiteY1581" fmla="*/ 936308 h 2297429"/>
                <a:gd name="connsiteX1582" fmla="*/ 2458879 w 3006089"/>
                <a:gd name="connsiteY1582" fmla="*/ 937736 h 2297429"/>
                <a:gd name="connsiteX1583" fmla="*/ 2453640 w 3006089"/>
                <a:gd name="connsiteY1583" fmla="*/ 937260 h 2297429"/>
                <a:gd name="connsiteX1584" fmla="*/ 2449830 w 3006089"/>
                <a:gd name="connsiteY1584" fmla="*/ 935831 h 2297429"/>
                <a:gd name="connsiteX1585" fmla="*/ 2455545 w 3006089"/>
                <a:gd name="connsiteY1585" fmla="*/ 929640 h 2297429"/>
                <a:gd name="connsiteX1586" fmla="*/ 2457450 w 3006089"/>
                <a:gd name="connsiteY1586" fmla="*/ 928211 h 2297429"/>
                <a:gd name="connsiteX1587" fmla="*/ 2459355 w 3006089"/>
                <a:gd name="connsiteY1587" fmla="*/ 925354 h 2297429"/>
                <a:gd name="connsiteX1588" fmla="*/ 2458879 w 3006089"/>
                <a:gd name="connsiteY1588" fmla="*/ 923449 h 2297429"/>
                <a:gd name="connsiteX1589" fmla="*/ 2458403 w 3006089"/>
                <a:gd name="connsiteY1589" fmla="*/ 922496 h 2297429"/>
                <a:gd name="connsiteX1590" fmla="*/ 2457450 w 3006089"/>
                <a:gd name="connsiteY1590" fmla="*/ 922020 h 2297429"/>
                <a:gd name="connsiteX1591" fmla="*/ 2452687 w 3006089"/>
                <a:gd name="connsiteY1591" fmla="*/ 922020 h 2297429"/>
                <a:gd name="connsiteX1592" fmla="*/ 2441734 w 3006089"/>
                <a:gd name="connsiteY1592" fmla="*/ 923449 h 2297429"/>
                <a:gd name="connsiteX1593" fmla="*/ 2433637 w 3006089"/>
                <a:gd name="connsiteY1593" fmla="*/ 924878 h 2297429"/>
                <a:gd name="connsiteX1594" fmla="*/ 2428399 w 3006089"/>
                <a:gd name="connsiteY1594" fmla="*/ 926783 h 2297429"/>
                <a:gd name="connsiteX1595" fmla="*/ 2422684 w 3006089"/>
                <a:gd name="connsiteY1595" fmla="*/ 931545 h 2297429"/>
                <a:gd name="connsiteX1596" fmla="*/ 2418874 w 3006089"/>
                <a:gd name="connsiteY1596" fmla="*/ 932498 h 2297429"/>
                <a:gd name="connsiteX1597" fmla="*/ 2414111 w 3006089"/>
                <a:gd name="connsiteY1597" fmla="*/ 931545 h 2297429"/>
                <a:gd name="connsiteX1598" fmla="*/ 2414111 w 3006089"/>
                <a:gd name="connsiteY1598" fmla="*/ 929640 h 2297429"/>
                <a:gd name="connsiteX1599" fmla="*/ 2426494 w 3006089"/>
                <a:gd name="connsiteY1599" fmla="*/ 922496 h 2297429"/>
                <a:gd name="connsiteX1600" fmla="*/ 2435543 w 3006089"/>
                <a:gd name="connsiteY1600" fmla="*/ 918686 h 2297429"/>
                <a:gd name="connsiteX1601" fmla="*/ 2440305 w 3006089"/>
                <a:gd name="connsiteY1601" fmla="*/ 917258 h 2297429"/>
                <a:gd name="connsiteX1602" fmla="*/ 2447925 w 3006089"/>
                <a:gd name="connsiteY1602" fmla="*/ 916305 h 2297429"/>
                <a:gd name="connsiteX1603" fmla="*/ 2456021 w 3006089"/>
                <a:gd name="connsiteY1603" fmla="*/ 914876 h 2297429"/>
                <a:gd name="connsiteX1604" fmla="*/ 2457926 w 3006089"/>
                <a:gd name="connsiteY1604" fmla="*/ 914400 h 2297429"/>
                <a:gd name="connsiteX1605" fmla="*/ 2463165 w 3006089"/>
                <a:gd name="connsiteY1605" fmla="*/ 910590 h 2297429"/>
                <a:gd name="connsiteX1606" fmla="*/ 2466023 w 3006089"/>
                <a:gd name="connsiteY1606" fmla="*/ 909161 h 2297429"/>
                <a:gd name="connsiteX1607" fmla="*/ 2468880 w 3006089"/>
                <a:gd name="connsiteY1607" fmla="*/ 908685 h 2297429"/>
                <a:gd name="connsiteX1608" fmla="*/ 2471261 w 3006089"/>
                <a:gd name="connsiteY1608" fmla="*/ 907256 h 2297429"/>
                <a:gd name="connsiteX1609" fmla="*/ 2473166 w 3006089"/>
                <a:gd name="connsiteY1609" fmla="*/ 904875 h 2297429"/>
                <a:gd name="connsiteX1610" fmla="*/ 2473166 w 3006089"/>
                <a:gd name="connsiteY1610" fmla="*/ 902494 h 2297429"/>
                <a:gd name="connsiteX1611" fmla="*/ 2471737 w 3006089"/>
                <a:gd name="connsiteY1611" fmla="*/ 900113 h 2297429"/>
                <a:gd name="connsiteX1612" fmla="*/ 2470309 w 3006089"/>
                <a:gd name="connsiteY1612" fmla="*/ 898208 h 2297429"/>
                <a:gd name="connsiteX1613" fmla="*/ 2468880 w 3006089"/>
                <a:gd name="connsiteY1613" fmla="*/ 897255 h 2297429"/>
                <a:gd name="connsiteX1614" fmla="*/ 2455545 w 3006089"/>
                <a:gd name="connsiteY1614" fmla="*/ 892493 h 2297429"/>
                <a:gd name="connsiteX1615" fmla="*/ 2449354 w 3006089"/>
                <a:gd name="connsiteY1615" fmla="*/ 890111 h 2297429"/>
                <a:gd name="connsiteX1616" fmla="*/ 2446020 w 3006089"/>
                <a:gd name="connsiteY1616" fmla="*/ 887730 h 2297429"/>
                <a:gd name="connsiteX1617" fmla="*/ 2441734 w 3006089"/>
                <a:gd name="connsiteY1617" fmla="*/ 886778 h 2297429"/>
                <a:gd name="connsiteX1618" fmla="*/ 2437924 w 3006089"/>
                <a:gd name="connsiteY1618" fmla="*/ 886301 h 2297429"/>
                <a:gd name="connsiteX1619" fmla="*/ 2432209 w 3006089"/>
                <a:gd name="connsiteY1619" fmla="*/ 887254 h 2297429"/>
                <a:gd name="connsiteX1620" fmla="*/ 2427446 w 3006089"/>
                <a:gd name="connsiteY1620" fmla="*/ 886778 h 2297429"/>
                <a:gd name="connsiteX1621" fmla="*/ 2424112 w 3006089"/>
                <a:gd name="connsiteY1621" fmla="*/ 883920 h 2297429"/>
                <a:gd name="connsiteX1622" fmla="*/ 2418874 w 3006089"/>
                <a:gd name="connsiteY1622" fmla="*/ 883444 h 2297429"/>
                <a:gd name="connsiteX1623" fmla="*/ 2414111 w 3006089"/>
                <a:gd name="connsiteY1623" fmla="*/ 884396 h 2297429"/>
                <a:gd name="connsiteX1624" fmla="*/ 2405539 w 3006089"/>
                <a:gd name="connsiteY1624" fmla="*/ 886778 h 2297429"/>
                <a:gd name="connsiteX1625" fmla="*/ 2397919 w 3006089"/>
                <a:gd name="connsiteY1625" fmla="*/ 889635 h 2297429"/>
                <a:gd name="connsiteX1626" fmla="*/ 2387918 w 3006089"/>
                <a:gd name="connsiteY1626" fmla="*/ 895350 h 2297429"/>
                <a:gd name="connsiteX1627" fmla="*/ 2383631 w 3006089"/>
                <a:gd name="connsiteY1627" fmla="*/ 899160 h 2297429"/>
                <a:gd name="connsiteX1628" fmla="*/ 2381250 w 3006089"/>
                <a:gd name="connsiteY1628" fmla="*/ 902970 h 2297429"/>
                <a:gd name="connsiteX1629" fmla="*/ 2372201 w 3006089"/>
                <a:gd name="connsiteY1629" fmla="*/ 922020 h 2297429"/>
                <a:gd name="connsiteX1630" fmla="*/ 2368868 w 3006089"/>
                <a:gd name="connsiteY1630" fmla="*/ 926783 h 2297429"/>
                <a:gd name="connsiteX1631" fmla="*/ 2367915 w 3006089"/>
                <a:gd name="connsiteY1631" fmla="*/ 926783 h 2297429"/>
                <a:gd name="connsiteX1632" fmla="*/ 2373154 w 3006089"/>
                <a:gd name="connsiteY1632" fmla="*/ 908685 h 2297429"/>
                <a:gd name="connsiteX1633" fmla="*/ 2373154 w 3006089"/>
                <a:gd name="connsiteY1633" fmla="*/ 903923 h 2297429"/>
                <a:gd name="connsiteX1634" fmla="*/ 2371249 w 3006089"/>
                <a:gd name="connsiteY1634" fmla="*/ 902018 h 2297429"/>
                <a:gd name="connsiteX1635" fmla="*/ 2369344 w 3006089"/>
                <a:gd name="connsiteY1635" fmla="*/ 901065 h 2297429"/>
                <a:gd name="connsiteX1636" fmla="*/ 2367439 w 3006089"/>
                <a:gd name="connsiteY1636" fmla="*/ 901065 h 2297429"/>
                <a:gd name="connsiteX1637" fmla="*/ 2365534 w 3006089"/>
                <a:gd name="connsiteY1637" fmla="*/ 901541 h 2297429"/>
                <a:gd name="connsiteX1638" fmla="*/ 2362676 w 3006089"/>
                <a:gd name="connsiteY1638" fmla="*/ 903923 h 2297429"/>
                <a:gd name="connsiteX1639" fmla="*/ 2358866 w 3006089"/>
                <a:gd name="connsiteY1639" fmla="*/ 909161 h 2297429"/>
                <a:gd name="connsiteX1640" fmla="*/ 2357437 w 3006089"/>
                <a:gd name="connsiteY1640" fmla="*/ 910590 h 2297429"/>
                <a:gd name="connsiteX1641" fmla="*/ 2356009 w 3006089"/>
                <a:gd name="connsiteY1641" fmla="*/ 910590 h 2297429"/>
                <a:gd name="connsiteX1642" fmla="*/ 2352199 w 3006089"/>
                <a:gd name="connsiteY1642" fmla="*/ 908209 h 2297429"/>
                <a:gd name="connsiteX1643" fmla="*/ 2355056 w 3006089"/>
                <a:gd name="connsiteY1643" fmla="*/ 906780 h 2297429"/>
                <a:gd name="connsiteX1644" fmla="*/ 2357437 w 3006089"/>
                <a:gd name="connsiteY1644" fmla="*/ 904875 h 2297429"/>
                <a:gd name="connsiteX1645" fmla="*/ 2359819 w 3006089"/>
                <a:gd name="connsiteY1645" fmla="*/ 902018 h 2297429"/>
                <a:gd name="connsiteX1646" fmla="*/ 2362200 w 3006089"/>
                <a:gd name="connsiteY1646" fmla="*/ 900113 h 2297429"/>
                <a:gd name="connsiteX1647" fmla="*/ 2369344 w 3006089"/>
                <a:gd name="connsiteY1647" fmla="*/ 897731 h 2297429"/>
                <a:gd name="connsiteX1648" fmla="*/ 2375535 w 3006089"/>
                <a:gd name="connsiteY1648" fmla="*/ 896303 h 2297429"/>
                <a:gd name="connsiteX1649" fmla="*/ 2381250 w 3006089"/>
                <a:gd name="connsiteY1649" fmla="*/ 893445 h 2297429"/>
                <a:gd name="connsiteX1650" fmla="*/ 2390299 w 3006089"/>
                <a:gd name="connsiteY1650" fmla="*/ 886301 h 2297429"/>
                <a:gd name="connsiteX1651" fmla="*/ 2394109 w 3006089"/>
                <a:gd name="connsiteY1651" fmla="*/ 881539 h 2297429"/>
                <a:gd name="connsiteX1652" fmla="*/ 2394585 w 3006089"/>
                <a:gd name="connsiteY1652" fmla="*/ 879634 h 2297429"/>
                <a:gd name="connsiteX1653" fmla="*/ 2394585 w 3006089"/>
                <a:gd name="connsiteY1653" fmla="*/ 872966 h 2297429"/>
                <a:gd name="connsiteX1654" fmla="*/ 2393156 w 3006089"/>
                <a:gd name="connsiteY1654" fmla="*/ 870109 h 2297429"/>
                <a:gd name="connsiteX1655" fmla="*/ 2388870 w 3006089"/>
                <a:gd name="connsiteY1655" fmla="*/ 866775 h 2297429"/>
                <a:gd name="connsiteX1656" fmla="*/ 2387918 w 3006089"/>
                <a:gd name="connsiteY1656" fmla="*/ 866299 h 2297429"/>
                <a:gd name="connsiteX1657" fmla="*/ 2386012 w 3006089"/>
                <a:gd name="connsiteY1657" fmla="*/ 866775 h 2297429"/>
                <a:gd name="connsiteX1658" fmla="*/ 2380774 w 3006089"/>
                <a:gd name="connsiteY1658" fmla="*/ 869633 h 2297429"/>
                <a:gd name="connsiteX1659" fmla="*/ 2376011 w 3006089"/>
                <a:gd name="connsiteY1659" fmla="*/ 873919 h 2297429"/>
                <a:gd name="connsiteX1660" fmla="*/ 2369820 w 3006089"/>
                <a:gd name="connsiteY1660" fmla="*/ 873919 h 2297429"/>
                <a:gd name="connsiteX1661" fmla="*/ 2356961 w 3006089"/>
                <a:gd name="connsiteY1661" fmla="*/ 869633 h 2297429"/>
                <a:gd name="connsiteX1662" fmla="*/ 2347912 w 3006089"/>
                <a:gd name="connsiteY1662" fmla="*/ 871538 h 2297429"/>
                <a:gd name="connsiteX1663" fmla="*/ 2343150 w 3006089"/>
                <a:gd name="connsiteY1663" fmla="*/ 875824 h 2297429"/>
                <a:gd name="connsiteX1664" fmla="*/ 2340293 w 3006089"/>
                <a:gd name="connsiteY1664" fmla="*/ 881539 h 2297429"/>
                <a:gd name="connsiteX1665" fmla="*/ 2337435 w 3006089"/>
                <a:gd name="connsiteY1665" fmla="*/ 883920 h 2297429"/>
                <a:gd name="connsiteX1666" fmla="*/ 2326481 w 3006089"/>
                <a:gd name="connsiteY1666" fmla="*/ 883920 h 2297429"/>
                <a:gd name="connsiteX1667" fmla="*/ 2327434 w 3006089"/>
                <a:gd name="connsiteY1667" fmla="*/ 882968 h 2297429"/>
                <a:gd name="connsiteX1668" fmla="*/ 2332673 w 3006089"/>
                <a:gd name="connsiteY1668" fmla="*/ 880586 h 2297429"/>
                <a:gd name="connsiteX1669" fmla="*/ 2337911 w 3006089"/>
                <a:gd name="connsiteY1669" fmla="*/ 877253 h 2297429"/>
                <a:gd name="connsiteX1670" fmla="*/ 2347436 w 3006089"/>
                <a:gd name="connsiteY1670" fmla="*/ 869633 h 2297429"/>
                <a:gd name="connsiteX1671" fmla="*/ 2350294 w 3006089"/>
                <a:gd name="connsiteY1671" fmla="*/ 867728 h 2297429"/>
                <a:gd name="connsiteX1672" fmla="*/ 2353151 w 3006089"/>
                <a:gd name="connsiteY1672" fmla="*/ 867251 h 2297429"/>
                <a:gd name="connsiteX1673" fmla="*/ 2362200 w 3006089"/>
                <a:gd name="connsiteY1673" fmla="*/ 868204 h 2297429"/>
                <a:gd name="connsiteX1674" fmla="*/ 2365534 w 3006089"/>
                <a:gd name="connsiteY1674" fmla="*/ 867251 h 2297429"/>
                <a:gd name="connsiteX1675" fmla="*/ 2368868 w 3006089"/>
                <a:gd name="connsiteY1675" fmla="*/ 864870 h 2297429"/>
                <a:gd name="connsiteX1676" fmla="*/ 2375059 w 3006089"/>
                <a:gd name="connsiteY1676" fmla="*/ 859155 h 2297429"/>
                <a:gd name="connsiteX1677" fmla="*/ 2376011 w 3006089"/>
                <a:gd name="connsiteY1677" fmla="*/ 856774 h 2297429"/>
                <a:gd name="connsiteX1678" fmla="*/ 2374583 w 3006089"/>
                <a:gd name="connsiteY1678" fmla="*/ 852964 h 2297429"/>
                <a:gd name="connsiteX1679" fmla="*/ 2373630 w 3006089"/>
                <a:gd name="connsiteY1679" fmla="*/ 851535 h 2297429"/>
                <a:gd name="connsiteX1680" fmla="*/ 2371249 w 3006089"/>
                <a:gd name="connsiteY1680" fmla="*/ 849154 h 2297429"/>
                <a:gd name="connsiteX1681" fmla="*/ 2366962 w 3006089"/>
                <a:gd name="connsiteY1681" fmla="*/ 845344 h 2297429"/>
                <a:gd name="connsiteX1682" fmla="*/ 2360771 w 3006089"/>
                <a:gd name="connsiteY1682" fmla="*/ 842010 h 2297429"/>
                <a:gd name="connsiteX1683" fmla="*/ 2352675 w 3006089"/>
                <a:gd name="connsiteY1683" fmla="*/ 839153 h 2297429"/>
                <a:gd name="connsiteX1684" fmla="*/ 2344579 w 3006089"/>
                <a:gd name="connsiteY1684" fmla="*/ 837248 h 2297429"/>
                <a:gd name="connsiteX1685" fmla="*/ 2336006 w 3006089"/>
                <a:gd name="connsiteY1685" fmla="*/ 836295 h 2297429"/>
                <a:gd name="connsiteX1686" fmla="*/ 2330768 w 3006089"/>
                <a:gd name="connsiteY1686" fmla="*/ 835819 h 2297429"/>
                <a:gd name="connsiteX1687" fmla="*/ 2328862 w 3006089"/>
                <a:gd name="connsiteY1687" fmla="*/ 836295 h 2297429"/>
                <a:gd name="connsiteX1688" fmla="*/ 2324576 w 3006089"/>
                <a:gd name="connsiteY1688" fmla="*/ 834390 h 2297429"/>
                <a:gd name="connsiteX1689" fmla="*/ 2317909 w 3006089"/>
                <a:gd name="connsiteY1689" fmla="*/ 832009 h 2297429"/>
                <a:gd name="connsiteX1690" fmla="*/ 2308384 w 3006089"/>
                <a:gd name="connsiteY1690" fmla="*/ 839153 h 2297429"/>
                <a:gd name="connsiteX1691" fmla="*/ 2305050 w 3006089"/>
                <a:gd name="connsiteY1691" fmla="*/ 841058 h 2297429"/>
                <a:gd name="connsiteX1692" fmla="*/ 2304098 w 3006089"/>
                <a:gd name="connsiteY1692" fmla="*/ 844391 h 2297429"/>
                <a:gd name="connsiteX1693" fmla="*/ 2307908 w 3006089"/>
                <a:gd name="connsiteY1693" fmla="*/ 852964 h 2297429"/>
                <a:gd name="connsiteX1694" fmla="*/ 2308384 w 3006089"/>
                <a:gd name="connsiteY1694" fmla="*/ 857250 h 2297429"/>
                <a:gd name="connsiteX1695" fmla="*/ 2305526 w 3006089"/>
                <a:gd name="connsiteY1695" fmla="*/ 854869 h 2297429"/>
                <a:gd name="connsiteX1696" fmla="*/ 2300764 w 3006089"/>
                <a:gd name="connsiteY1696" fmla="*/ 851535 h 2297429"/>
                <a:gd name="connsiteX1697" fmla="*/ 2297430 w 3006089"/>
                <a:gd name="connsiteY1697" fmla="*/ 843439 h 2297429"/>
                <a:gd name="connsiteX1698" fmla="*/ 2292668 w 3006089"/>
                <a:gd name="connsiteY1698" fmla="*/ 840581 h 2297429"/>
                <a:gd name="connsiteX1699" fmla="*/ 2289334 w 3006089"/>
                <a:gd name="connsiteY1699" fmla="*/ 836771 h 2297429"/>
                <a:gd name="connsiteX1700" fmla="*/ 2284571 w 3006089"/>
                <a:gd name="connsiteY1700" fmla="*/ 841058 h 2297429"/>
                <a:gd name="connsiteX1701" fmla="*/ 2280285 w 3006089"/>
                <a:gd name="connsiteY1701" fmla="*/ 843915 h 2297429"/>
                <a:gd name="connsiteX1702" fmla="*/ 2277428 w 3006089"/>
                <a:gd name="connsiteY1702" fmla="*/ 846773 h 2297429"/>
                <a:gd name="connsiteX1703" fmla="*/ 2272665 w 3006089"/>
                <a:gd name="connsiteY1703" fmla="*/ 848201 h 2297429"/>
                <a:gd name="connsiteX1704" fmla="*/ 2283619 w 3006089"/>
                <a:gd name="connsiteY1704" fmla="*/ 835819 h 2297429"/>
                <a:gd name="connsiteX1705" fmla="*/ 2288858 w 3006089"/>
                <a:gd name="connsiteY1705" fmla="*/ 828199 h 2297429"/>
                <a:gd name="connsiteX1706" fmla="*/ 2288858 w 3006089"/>
                <a:gd name="connsiteY1706" fmla="*/ 826770 h 2297429"/>
                <a:gd name="connsiteX1707" fmla="*/ 2285048 w 3006089"/>
                <a:gd name="connsiteY1707" fmla="*/ 825341 h 2297429"/>
                <a:gd name="connsiteX1708" fmla="*/ 2283143 w 3006089"/>
                <a:gd name="connsiteY1708" fmla="*/ 825341 h 2297429"/>
                <a:gd name="connsiteX1709" fmla="*/ 2278856 w 3006089"/>
                <a:gd name="connsiteY1709" fmla="*/ 826770 h 2297429"/>
                <a:gd name="connsiteX1710" fmla="*/ 2273618 w 3006089"/>
                <a:gd name="connsiteY1710" fmla="*/ 831056 h 2297429"/>
                <a:gd name="connsiteX1711" fmla="*/ 2264569 w 3006089"/>
                <a:gd name="connsiteY1711" fmla="*/ 831533 h 2297429"/>
                <a:gd name="connsiteX1712" fmla="*/ 2261711 w 3006089"/>
                <a:gd name="connsiteY1712" fmla="*/ 832961 h 2297429"/>
                <a:gd name="connsiteX1713" fmla="*/ 2257901 w 3006089"/>
                <a:gd name="connsiteY1713" fmla="*/ 836771 h 2297429"/>
                <a:gd name="connsiteX1714" fmla="*/ 2254568 w 3006089"/>
                <a:gd name="connsiteY1714" fmla="*/ 843915 h 2297429"/>
                <a:gd name="connsiteX1715" fmla="*/ 2252186 w 3006089"/>
                <a:gd name="connsiteY1715" fmla="*/ 852011 h 2297429"/>
                <a:gd name="connsiteX1716" fmla="*/ 2244090 w 3006089"/>
                <a:gd name="connsiteY1716" fmla="*/ 859631 h 2297429"/>
                <a:gd name="connsiteX1717" fmla="*/ 2242661 w 3006089"/>
                <a:gd name="connsiteY1717" fmla="*/ 858679 h 2297429"/>
                <a:gd name="connsiteX1718" fmla="*/ 2245995 w 3006089"/>
                <a:gd name="connsiteY1718" fmla="*/ 853440 h 2297429"/>
                <a:gd name="connsiteX1719" fmla="*/ 2248853 w 3006089"/>
                <a:gd name="connsiteY1719" fmla="*/ 847725 h 2297429"/>
                <a:gd name="connsiteX1720" fmla="*/ 2248853 w 3006089"/>
                <a:gd name="connsiteY1720" fmla="*/ 844868 h 2297429"/>
                <a:gd name="connsiteX1721" fmla="*/ 2247900 w 3006089"/>
                <a:gd name="connsiteY1721" fmla="*/ 841534 h 2297429"/>
                <a:gd name="connsiteX1722" fmla="*/ 2249329 w 3006089"/>
                <a:gd name="connsiteY1722" fmla="*/ 837248 h 2297429"/>
                <a:gd name="connsiteX1723" fmla="*/ 2253615 w 3006089"/>
                <a:gd name="connsiteY1723" fmla="*/ 832485 h 2297429"/>
                <a:gd name="connsiteX1724" fmla="*/ 2253615 w 3006089"/>
                <a:gd name="connsiteY1724" fmla="*/ 830580 h 2297429"/>
                <a:gd name="connsiteX1725" fmla="*/ 2245043 w 3006089"/>
                <a:gd name="connsiteY1725" fmla="*/ 831056 h 2297429"/>
                <a:gd name="connsiteX1726" fmla="*/ 2236946 w 3006089"/>
                <a:gd name="connsiteY1726" fmla="*/ 829628 h 2297429"/>
                <a:gd name="connsiteX1727" fmla="*/ 2236470 w 3006089"/>
                <a:gd name="connsiteY1727" fmla="*/ 828675 h 2297429"/>
                <a:gd name="connsiteX1728" fmla="*/ 2246948 w 3006089"/>
                <a:gd name="connsiteY1728" fmla="*/ 827723 h 2297429"/>
                <a:gd name="connsiteX1729" fmla="*/ 2250281 w 3006089"/>
                <a:gd name="connsiteY1729" fmla="*/ 826770 h 2297429"/>
                <a:gd name="connsiteX1730" fmla="*/ 2255996 w 3006089"/>
                <a:gd name="connsiteY1730" fmla="*/ 823913 h 2297429"/>
                <a:gd name="connsiteX1731" fmla="*/ 2266474 w 3006089"/>
                <a:gd name="connsiteY1731" fmla="*/ 820579 h 2297429"/>
                <a:gd name="connsiteX1732" fmla="*/ 2268855 w 3006089"/>
                <a:gd name="connsiteY1732" fmla="*/ 817245 h 2297429"/>
                <a:gd name="connsiteX1733" fmla="*/ 2270284 w 3006089"/>
                <a:gd name="connsiteY1733" fmla="*/ 814388 h 2297429"/>
                <a:gd name="connsiteX1734" fmla="*/ 2270284 w 3006089"/>
                <a:gd name="connsiteY1734" fmla="*/ 812006 h 2297429"/>
                <a:gd name="connsiteX1735" fmla="*/ 2268379 w 3006089"/>
                <a:gd name="connsiteY1735" fmla="*/ 808196 h 2297429"/>
                <a:gd name="connsiteX1736" fmla="*/ 2267426 w 3006089"/>
                <a:gd name="connsiteY1736" fmla="*/ 807244 h 2297429"/>
                <a:gd name="connsiteX1737" fmla="*/ 2264569 w 3006089"/>
                <a:gd name="connsiteY1737" fmla="*/ 806291 h 2297429"/>
                <a:gd name="connsiteX1738" fmla="*/ 2259806 w 3006089"/>
                <a:gd name="connsiteY1738" fmla="*/ 804863 h 2297429"/>
                <a:gd name="connsiteX1739" fmla="*/ 2253615 w 3006089"/>
                <a:gd name="connsiteY1739" fmla="*/ 804386 h 2297429"/>
                <a:gd name="connsiteX1740" fmla="*/ 2246471 w 3006089"/>
                <a:gd name="connsiteY1740" fmla="*/ 804386 h 2297429"/>
                <a:gd name="connsiteX1741" fmla="*/ 2238375 w 3006089"/>
                <a:gd name="connsiteY1741" fmla="*/ 806768 h 2297429"/>
                <a:gd name="connsiteX1742" fmla="*/ 2228850 w 3006089"/>
                <a:gd name="connsiteY1742" fmla="*/ 811530 h 2297429"/>
                <a:gd name="connsiteX1743" fmla="*/ 2223135 w 3006089"/>
                <a:gd name="connsiteY1743" fmla="*/ 815816 h 2297429"/>
                <a:gd name="connsiteX1744" fmla="*/ 2219801 w 3006089"/>
                <a:gd name="connsiteY1744" fmla="*/ 821055 h 2297429"/>
                <a:gd name="connsiteX1745" fmla="*/ 2215515 w 3006089"/>
                <a:gd name="connsiteY1745" fmla="*/ 826770 h 2297429"/>
                <a:gd name="connsiteX1746" fmla="*/ 2213134 w 3006089"/>
                <a:gd name="connsiteY1746" fmla="*/ 828675 h 2297429"/>
                <a:gd name="connsiteX1747" fmla="*/ 2212181 w 3006089"/>
                <a:gd name="connsiteY1747" fmla="*/ 828675 h 2297429"/>
                <a:gd name="connsiteX1748" fmla="*/ 2212658 w 3006089"/>
                <a:gd name="connsiteY1748" fmla="*/ 827723 h 2297429"/>
                <a:gd name="connsiteX1749" fmla="*/ 2216944 w 3006089"/>
                <a:gd name="connsiteY1749" fmla="*/ 823436 h 2297429"/>
                <a:gd name="connsiteX1750" fmla="*/ 2221706 w 3006089"/>
                <a:gd name="connsiteY1750" fmla="*/ 814864 h 2297429"/>
                <a:gd name="connsiteX1751" fmla="*/ 2225040 w 3006089"/>
                <a:gd name="connsiteY1751" fmla="*/ 810578 h 2297429"/>
                <a:gd name="connsiteX1752" fmla="*/ 2230279 w 3006089"/>
                <a:gd name="connsiteY1752" fmla="*/ 808673 h 2297429"/>
                <a:gd name="connsiteX1753" fmla="*/ 2241709 w 3006089"/>
                <a:gd name="connsiteY1753" fmla="*/ 796766 h 2297429"/>
                <a:gd name="connsiteX1754" fmla="*/ 2242185 w 3006089"/>
                <a:gd name="connsiteY1754" fmla="*/ 793909 h 2297429"/>
                <a:gd name="connsiteX1755" fmla="*/ 2241233 w 3006089"/>
                <a:gd name="connsiteY1755" fmla="*/ 790575 h 2297429"/>
                <a:gd name="connsiteX1756" fmla="*/ 2239804 w 3006089"/>
                <a:gd name="connsiteY1756" fmla="*/ 787241 h 2297429"/>
                <a:gd name="connsiteX1757" fmla="*/ 2237423 w 3006089"/>
                <a:gd name="connsiteY1757" fmla="*/ 783431 h 2297429"/>
                <a:gd name="connsiteX1758" fmla="*/ 2233612 w 3006089"/>
                <a:gd name="connsiteY1758" fmla="*/ 780574 h 2297429"/>
                <a:gd name="connsiteX1759" fmla="*/ 2219801 w 3006089"/>
                <a:gd name="connsiteY1759" fmla="*/ 774859 h 2297429"/>
                <a:gd name="connsiteX1760" fmla="*/ 2215515 w 3006089"/>
                <a:gd name="connsiteY1760" fmla="*/ 774383 h 2297429"/>
                <a:gd name="connsiteX1761" fmla="*/ 2210753 w 3006089"/>
                <a:gd name="connsiteY1761" fmla="*/ 775335 h 2297429"/>
                <a:gd name="connsiteX1762" fmla="*/ 2206943 w 3006089"/>
                <a:gd name="connsiteY1762" fmla="*/ 775335 h 2297429"/>
                <a:gd name="connsiteX1763" fmla="*/ 2203609 w 3006089"/>
                <a:gd name="connsiteY1763" fmla="*/ 774859 h 2297429"/>
                <a:gd name="connsiteX1764" fmla="*/ 2194084 w 3006089"/>
                <a:gd name="connsiteY1764" fmla="*/ 771049 h 2297429"/>
                <a:gd name="connsiteX1765" fmla="*/ 2186464 w 3006089"/>
                <a:gd name="connsiteY1765" fmla="*/ 767239 h 2297429"/>
                <a:gd name="connsiteX1766" fmla="*/ 2179796 w 3006089"/>
                <a:gd name="connsiteY1766" fmla="*/ 765810 h 2297429"/>
                <a:gd name="connsiteX1767" fmla="*/ 2167414 w 3006089"/>
                <a:gd name="connsiteY1767" fmla="*/ 764858 h 2297429"/>
                <a:gd name="connsiteX1768" fmla="*/ 2156936 w 3006089"/>
                <a:gd name="connsiteY1768" fmla="*/ 764858 h 2297429"/>
                <a:gd name="connsiteX1769" fmla="*/ 2150745 w 3006089"/>
                <a:gd name="connsiteY1769" fmla="*/ 765810 h 2297429"/>
                <a:gd name="connsiteX1770" fmla="*/ 2142173 w 3006089"/>
                <a:gd name="connsiteY1770" fmla="*/ 768191 h 2297429"/>
                <a:gd name="connsiteX1771" fmla="*/ 2130266 w 3006089"/>
                <a:gd name="connsiteY1771" fmla="*/ 773906 h 2297429"/>
                <a:gd name="connsiteX1772" fmla="*/ 2127885 w 3006089"/>
                <a:gd name="connsiteY1772" fmla="*/ 775811 h 2297429"/>
                <a:gd name="connsiteX1773" fmla="*/ 2126456 w 3006089"/>
                <a:gd name="connsiteY1773" fmla="*/ 777716 h 2297429"/>
                <a:gd name="connsiteX1774" fmla="*/ 2125980 w 3006089"/>
                <a:gd name="connsiteY1774" fmla="*/ 780098 h 2297429"/>
                <a:gd name="connsiteX1775" fmla="*/ 2125980 w 3006089"/>
                <a:gd name="connsiteY1775" fmla="*/ 782479 h 2297429"/>
                <a:gd name="connsiteX1776" fmla="*/ 2126933 w 3006089"/>
                <a:gd name="connsiteY1776" fmla="*/ 784860 h 2297429"/>
                <a:gd name="connsiteX1777" fmla="*/ 2132648 w 3006089"/>
                <a:gd name="connsiteY1777" fmla="*/ 789623 h 2297429"/>
                <a:gd name="connsiteX1778" fmla="*/ 2145030 w 3006089"/>
                <a:gd name="connsiteY1778" fmla="*/ 793909 h 2297429"/>
                <a:gd name="connsiteX1779" fmla="*/ 2153126 w 3006089"/>
                <a:gd name="connsiteY1779" fmla="*/ 797243 h 2297429"/>
                <a:gd name="connsiteX1780" fmla="*/ 2158365 w 3006089"/>
                <a:gd name="connsiteY1780" fmla="*/ 798671 h 2297429"/>
                <a:gd name="connsiteX1781" fmla="*/ 2158841 w 3006089"/>
                <a:gd name="connsiteY1781" fmla="*/ 801053 h 2297429"/>
                <a:gd name="connsiteX1782" fmla="*/ 2151698 w 3006089"/>
                <a:gd name="connsiteY1782" fmla="*/ 801053 h 2297429"/>
                <a:gd name="connsiteX1783" fmla="*/ 2138362 w 3006089"/>
                <a:gd name="connsiteY1783" fmla="*/ 794861 h 2297429"/>
                <a:gd name="connsiteX1784" fmla="*/ 2131695 w 3006089"/>
                <a:gd name="connsiteY1784" fmla="*/ 795338 h 2297429"/>
                <a:gd name="connsiteX1785" fmla="*/ 2127409 w 3006089"/>
                <a:gd name="connsiteY1785" fmla="*/ 794861 h 2297429"/>
                <a:gd name="connsiteX1786" fmla="*/ 2122170 w 3006089"/>
                <a:gd name="connsiteY1786" fmla="*/ 791528 h 2297429"/>
                <a:gd name="connsiteX1787" fmla="*/ 2118360 w 3006089"/>
                <a:gd name="connsiteY1787" fmla="*/ 790099 h 2297429"/>
                <a:gd name="connsiteX1788" fmla="*/ 2114074 w 3006089"/>
                <a:gd name="connsiteY1788" fmla="*/ 795338 h 2297429"/>
                <a:gd name="connsiteX1789" fmla="*/ 2112645 w 3006089"/>
                <a:gd name="connsiteY1789" fmla="*/ 805815 h 2297429"/>
                <a:gd name="connsiteX1790" fmla="*/ 2115026 w 3006089"/>
                <a:gd name="connsiteY1790" fmla="*/ 810101 h 2297429"/>
                <a:gd name="connsiteX1791" fmla="*/ 2117884 w 3006089"/>
                <a:gd name="connsiteY1791" fmla="*/ 813911 h 2297429"/>
                <a:gd name="connsiteX1792" fmla="*/ 2120741 w 3006089"/>
                <a:gd name="connsiteY1792" fmla="*/ 816293 h 2297429"/>
                <a:gd name="connsiteX1793" fmla="*/ 2121694 w 3006089"/>
                <a:gd name="connsiteY1793" fmla="*/ 818674 h 2297429"/>
                <a:gd name="connsiteX1794" fmla="*/ 2121694 w 3006089"/>
                <a:gd name="connsiteY1794" fmla="*/ 819626 h 2297429"/>
                <a:gd name="connsiteX1795" fmla="*/ 2120741 w 3006089"/>
                <a:gd name="connsiteY1795" fmla="*/ 819626 h 2297429"/>
                <a:gd name="connsiteX1796" fmla="*/ 2115026 w 3006089"/>
                <a:gd name="connsiteY1796" fmla="*/ 816293 h 2297429"/>
                <a:gd name="connsiteX1797" fmla="*/ 2106930 w 3006089"/>
                <a:gd name="connsiteY1797" fmla="*/ 809149 h 2297429"/>
                <a:gd name="connsiteX1798" fmla="*/ 2106454 w 3006089"/>
                <a:gd name="connsiteY1798" fmla="*/ 805339 h 2297429"/>
                <a:gd name="connsiteX1799" fmla="*/ 2106454 w 3006089"/>
                <a:gd name="connsiteY1799" fmla="*/ 800100 h 2297429"/>
                <a:gd name="connsiteX1800" fmla="*/ 2106930 w 3006089"/>
                <a:gd name="connsiteY1800" fmla="*/ 794861 h 2297429"/>
                <a:gd name="connsiteX1801" fmla="*/ 2100262 w 3006089"/>
                <a:gd name="connsiteY1801" fmla="*/ 789623 h 2297429"/>
                <a:gd name="connsiteX1802" fmla="*/ 2095976 w 3006089"/>
                <a:gd name="connsiteY1802" fmla="*/ 787241 h 2297429"/>
                <a:gd name="connsiteX1803" fmla="*/ 2092643 w 3006089"/>
                <a:gd name="connsiteY1803" fmla="*/ 790575 h 2297429"/>
                <a:gd name="connsiteX1804" fmla="*/ 2087404 w 3006089"/>
                <a:gd name="connsiteY1804" fmla="*/ 792004 h 2297429"/>
                <a:gd name="connsiteX1805" fmla="*/ 2085023 w 3006089"/>
                <a:gd name="connsiteY1805" fmla="*/ 791051 h 2297429"/>
                <a:gd name="connsiteX1806" fmla="*/ 2083594 w 3006089"/>
                <a:gd name="connsiteY1806" fmla="*/ 788194 h 2297429"/>
                <a:gd name="connsiteX1807" fmla="*/ 2080736 w 3006089"/>
                <a:gd name="connsiteY1807" fmla="*/ 784384 h 2297429"/>
                <a:gd name="connsiteX1808" fmla="*/ 2078831 w 3006089"/>
                <a:gd name="connsiteY1808" fmla="*/ 783908 h 2297429"/>
                <a:gd name="connsiteX1809" fmla="*/ 2075498 w 3006089"/>
                <a:gd name="connsiteY1809" fmla="*/ 784860 h 2297429"/>
                <a:gd name="connsiteX1810" fmla="*/ 2071687 w 3006089"/>
                <a:gd name="connsiteY1810" fmla="*/ 787241 h 2297429"/>
                <a:gd name="connsiteX1811" fmla="*/ 2070735 w 3006089"/>
                <a:gd name="connsiteY1811" fmla="*/ 788194 h 2297429"/>
                <a:gd name="connsiteX1812" fmla="*/ 2069306 w 3006089"/>
                <a:gd name="connsiteY1812" fmla="*/ 791051 h 2297429"/>
                <a:gd name="connsiteX1813" fmla="*/ 2069783 w 3006089"/>
                <a:gd name="connsiteY1813" fmla="*/ 792956 h 2297429"/>
                <a:gd name="connsiteX1814" fmla="*/ 2076926 w 3006089"/>
                <a:gd name="connsiteY1814" fmla="*/ 801053 h 2297429"/>
                <a:gd name="connsiteX1815" fmla="*/ 2075498 w 3006089"/>
                <a:gd name="connsiteY1815" fmla="*/ 801053 h 2297429"/>
                <a:gd name="connsiteX1816" fmla="*/ 2069306 w 3006089"/>
                <a:gd name="connsiteY1816" fmla="*/ 798671 h 2297429"/>
                <a:gd name="connsiteX1817" fmla="*/ 2066925 w 3006089"/>
                <a:gd name="connsiteY1817" fmla="*/ 799148 h 2297429"/>
                <a:gd name="connsiteX1818" fmla="*/ 2059781 w 3006089"/>
                <a:gd name="connsiteY1818" fmla="*/ 802958 h 2297429"/>
                <a:gd name="connsiteX1819" fmla="*/ 2048827 w 3006089"/>
                <a:gd name="connsiteY1819" fmla="*/ 812959 h 2297429"/>
                <a:gd name="connsiteX1820" fmla="*/ 2045494 w 3006089"/>
                <a:gd name="connsiteY1820" fmla="*/ 816769 h 2297429"/>
                <a:gd name="connsiteX1821" fmla="*/ 2043589 w 3006089"/>
                <a:gd name="connsiteY1821" fmla="*/ 817721 h 2297429"/>
                <a:gd name="connsiteX1822" fmla="*/ 2041208 w 3006089"/>
                <a:gd name="connsiteY1822" fmla="*/ 818198 h 2297429"/>
                <a:gd name="connsiteX1823" fmla="*/ 2040255 w 3006089"/>
                <a:gd name="connsiteY1823" fmla="*/ 817721 h 2297429"/>
                <a:gd name="connsiteX1824" fmla="*/ 2041208 w 3006089"/>
                <a:gd name="connsiteY1824" fmla="*/ 816293 h 2297429"/>
                <a:gd name="connsiteX1825" fmla="*/ 2041208 w 3006089"/>
                <a:gd name="connsiteY1825" fmla="*/ 814388 h 2297429"/>
                <a:gd name="connsiteX1826" fmla="*/ 2040731 w 3006089"/>
                <a:gd name="connsiteY1826" fmla="*/ 811530 h 2297429"/>
                <a:gd name="connsiteX1827" fmla="*/ 2040731 w 3006089"/>
                <a:gd name="connsiteY1827" fmla="*/ 809149 h 2297429"/>
                <a:gd name="connsiteX1828" fmla="*/ 2041208 w 3006089"/>
                <a:gd name="connsiteY1828" fmla="*/ 807720 h 2297429"/>
                <a:gd name="connsiteX1829" fmla="*/ 2042160 w 3006089"/>
                <a:gd name="connsiteY1829" fmla="*/ 806768 h 2297429"/>
                <a:gd name="connsiteX1830" fmla="*/ 2043589 w 3006089"/>
                <a:gd name="connsiteY1830" fmla="*/ 806291 h 2297429"/>
                <a:gd name="connsiteX1831" fmla="*/ 2047399 w 3006089"/>
                <a:gd name="connsiteY1831" fmla="*/ 806768 h 2297429"/>
                <a:gd name="connsiteX1832" fmla="*/ 2048827 w 3006089"/>
                <a:gd name="connsiteY1832" fmla="*/ 805815 h 2297429"/>
                <a:gd name="connsiteX1833" fmla="*/ 2041208 w 3006089"/>
                <a:gd name="connsiteY1833" fmla="*/ 800100 h 2297429"/>
                <a:gd name="connsiteX1834" fmla="*/ 2040255 w 3006089"/>
                <a:gd name="connsiteY1834" fmla="*/ 798671 h 2297429"/>
                <a:gd name="connsiteX1835" fmla="*/ 2044541 w 3006089"/>
                <a:gd name="connsiteY1835" fmla="*/ 795338 h 2297429"/>
                <a:gd name="connsiteX1836" fmla="*/ 2048827 w 3006089"/>
                <a:gd name="connsiteY1836" fmla="*/ 790575 h 2297429"/>
                <a:gd name="connsiteX1837" fmla="*/ 2052161 w 3006089"/>
                <a:gd name="connsiteY1837" fmla="*/ 784860 h 2297429"/>
                <a:gd name="connsiteX1838" fmla="*/ 2052161 w 3006089"/>
                <a:gd name="connsiteY1838" fmla="*/ 783431 h 2297429"/>
                <a:gd name="connsiteX1839" fmla="*/ 2046923 w 3006089"/>
                <a:gd name="connsiteY1839" fmla="*/ 782955 h 2297429"/>
                <a:gd name="connsiteX1840" fmla="*/ 2030730 w 3006089"/>
                <a:gd name="connsiteY1840" fmla="*/ 794385 h 2297429"/>
                <a:gd name="connsiteX1841" fmla="*/ 2031206 w 3006089"/>
                <a:gd name="connsiteY1841" fmla="*/ 792004 h 2297429"/>
                <a:gd name="connsiteX1842" fmla="*/ 2038826 w 3006089"/>
                <a:gd name="connsiteY1842" fmla="*/ 784860 h 2297429"/>
                <a:gd name="connsiteX1843" fmla="*/ 2049780 w 3006089"/>
                <a:gd name="connsiteY1843" fmla="*/ 776288 h 2297429"/>
                <a:gd name="connsiteX1844" fmla="*/ 2058352 w 3006089"/>
                <a:gd name="connsiteY1844" fmla="*/ 768668 h 2297429"/>
                <a:gd name="connsiteX1845" fmla="*/ 2061686 w 3006089"/>
                <a:gd name="connsiteY1845" fmla="*/ 766286 h 2297429"/>
                <a:gd name="connsiteX1846" fmla="*/ 2063115 w 3006089"/>
                <a:gd name="connsiteY1846" fmla="*/ 764381 h 2297429"/>
                <a:gd name="connsiteX1847" fmla="*/ 2063115 w 3006089"/>
                <a:gd name="connsiteY1847" fmla="*/ 762953 h 2297429"/>
                <a:gd name="connsiteX1848" fmla="*/ 2057876 w 3006089"/>
                <a:gd name="connsiteY1848" fmla="*/ 760095 h 2297429"/>
                <a:gd name="connsiteX1849" fmla="*/ 2055495 w 3006089"/>
                <a:gd name="connsiteY1849" fmla="*/ 757714 h 2297429"/>
                <a:gd name="connsiteX1850" fmla="*/ 2052637 w 3006089"/>
                <a:gd name="connsiteY1850" fmla="*/ 752951 h 2297429"/>
                <a:gd name="connsiteX1851" fmla="*/ 2051685 w 3006089"/>
                <a:gd name="connsiteY1851" fmla="*/ 748665 h 2297429"/>
                <a:gd name="connsiteX1852" fmla="*/ 2053114 w 3006089"/>
                <a:gd name="connsiteY1852" fmla="*/ 744379 h 2297429"/>
                <a:gd name="connsiteX1853" fmla="*/ 2052637 w 3006089"/>
                <a:gd name="connsiteY1853" fmla="*/ 740569 h 2297429"/>
                <a:gd name="connsiteX1854" fmla="*/ 2049780 w 3006089"/>
                <a:gd name="connsiteY1854" fmla="*/ 737711 h 2297429"/>
                <a:gd name="connsiteX1855" fmla="*/ 2045018 w 3006089"/>
                <a:gd name="connsiteY1855" fmla="*/ 734854 h 2297429"/>
                <a:gd name="connsiteX1856" fmla="*/ 2037874 w 3006089"/>
                <a:gd name="connsiteY1856" fmla="*/ 732473 h 2297429"/>
                <a:gd name="connsiteX1857" fmla="*/ 2033587 w 3006089"/>
                <a:gd name="connsiteY1857" fmla="*/ 728186 h 2297429"/>
                <a:gd name="connsiteX1858" fmla="*/ 2030730 w 3006089"/>
                <a:gd name="connsiteY1858" fmla="*/ 717233 h 2297429"/>
                <a:gd name="connsiteX1859" fmla="*/ 2026920 w 3006089"/>
                <a:gd name="connsiteY1859" fmla="*/ 709613 h 2297429"/>
                <a:gd name="connsiteX1860" fmla="*/ 2025015 w 3006089"/>
                <a:gd name="connsiteY1860" fmla="*/ 707231 h 2297429"/>
                <a:gd name="connsiteX1861" fmla="*/ 2018348 w 3006089"/>
                <a:gd name="connsiteY1861" fmla="*/ 703421 h 2297429"/>
                <a:gd name="connsiteX1862" fmla="*/ 2006918 w 3006089"/>
                <a:gd name="connsiteY1862" fmla="*/ 701040 h 2297429"/>
                <a:gd name="connsiteX1863" fmla="*/ 1998345 w 3006089"/>
                <a:gd name="connsiteY1863" fmla="*/ 700564 h 2297429"/>
                <a:gd name="connsiteX1864" fmla="*/ 1982629 w 3006089"/>
                <a:gd name="connsiteY1864" fmla="*/ 701040 h 2297429"/>
                <a:gd name="connsiteX1865" fmla="*/ 1976437 w 3006089"/>
                <a:gd name="connsiteY1865" fmla="*/ 701993 h 2297429"/>
                <a:gd name="connsiteX1866" fmla="*/ 1973104 w 3006089"/>
                <a:gd name="connsiteY1866" fmla="*/ 702945 h 2297429"/>
                <a:gd name="connsiteX1867" fmla="*/ 1970246 w 3006089"/>
                <a:gd name="connsiteY1867" fmla="*/ 704374 h 2297429"/>
                <a:gd name="connsiteX1868" fmla="*/ 1956911 w 3006089"/>
                <a:gd name="connsiteY1868" fmla="*/ 707231 h 2297429"/>
                <a:gd name="connsiteX1869" fmla="*/ 1945958 w 3006089"/>
                <a:gd name="connsiteY1869" fmla="*/ 711041 h 2297429"/>
                <a:gd name="connsiteX1870" fmla="*/ 1940243 w 3006089"/>
                <a:gd name="connsiteY1870" fmla="*/ 714375 h 2297429"/>
                <a:gd name="connsiteX1871" fmla="*/ 1939766 w 3006089"/>
                <a:gd name="connsiteY1871" fmla="*/ 715804 h 2297429"/>
                <a:gd name="connsiteX1872" fmla="*/ 1944529 w 3006089"/>
                <a:gd name="connsiteY1872" fmla="*/ 721043 h 2297429"/>
                <a:gd name="connsiteX1873" fmla="*/ 1944529 w 3006089"/>
                <a:gd name="connsiteY1873" fmla="*/ 721995 h 2297429"/>
                <a:gd name="connsiteX1874" fmla="*/ 1934051 w 3006089"/>
                <a:gd name="connsiteY1874" fmla="*/ 719138 h 2297429"/>
                <a:gd name="connsiteX1875" fmla="*/ 1923098 w 3006089"/>
                <a:gd name="connsiteY1875" fmla="*/ 719138 h 2297429"/>
                <a:gd name="connsiteX1876" fmla="*/ 1916430 w 3006089"/>
                <a:gd name="connsiteY1876" fmla="*/ 723424 h 2297429"/>
                <a:gd name="connsiteX1877" fmla="*/ 1902619 w 3006089"/>
                <a:gd name="connsiteY1877" fmla="*/ 726758 h 2297429"/>
                <a:gd name="connsiteX1878" fmla="*/ 1887855 w 3006089"/>
                <a:gd name="connsiteY1878" fmla="*/ 741521 h 2297429"/>
                <a:gd name="connsiteX1879" fmla="*/ 1890236 w 3006089"/>
                <a:gd name="connsiteY1879" fmla="*/ 745331 h 2297429"/>
                <a:gd name="connsiteX1880" fmla="*/ 1900237 w 3006089"/>
                <a:gd name="connsiteY1880" fmla="*/ 748189 h 2297429"/>
                <a:gd name="connsiteX1881" fmla="*/ 1928336 w 3006089"/>
                <a:gd name="connsiteY1881" fmla="*/ 759143 h 2297429"/>
                <a:gd name="connsiteX1882" fmla="*/ 1928812 w 3006089"/>
                <a:gd name="connsiteY1882" fmla="*/ 761524 h 2297429"/>
                <a:gd name="connsiteX1883" fmla="*/ 1904048 w 3006089"/>
                <a:gd name="connsiteY1883" fmla="*/ 753428 h 2297429"/>
                <a:gd name="connsiteX1884" fmla="*/ 1894999 w 3006089"/>
                <a:gd name="connsiteY1884" fmla="*/ 751046 h 2297429"/>
                <a:gd name="connsiteX1885" fmla="*/ 1890712 w 3006089"/>
                <a:gd name="connsiteY1885" fmla="*/ 751523 h 2297429"/>
                <a:gd name="connsiteX1886" fmla="*/ 1888331 w 3006089"/>
                <a:gd name="connsiteY1886" fmla="*/ 752951 h 2297429"/>
                <a:gd name="connsiteX1887" fmla="*/ 1884045 w 3006089"/>
                <a:gd name="connsiteY1887" fmla="*/ 757238 h 2297429"/>
                <a:gd name="connsiteX1888" fmla="*/ 1882616 w 3006089"/>
                <a:gd name="connsiteY1888" fmla="*/ 759619 h 2297429"/>
                <a:gd name="connsiteX1889" fmla="*/ 1881664 w 3006089"/>
                <a:gd name="connsiteY1889" fmla="*/ 762476 h 2297429"/>
                <a:gd name="connsiteX1890" fmla="*/ 1881664 w 3006089"/>
                <a:gd name="connsiteY1890" fmla="*/ 765810 h 2297429"/>
                <a:gd name="connsiteX1891" fmla="*/ 1882140 w 3006089"/>
                <a:gd name="connsiteY1891" fmla="*/ 771525 h 2297429"/>
                <a:gd name="connsiteX1892" fmla="*/ 1883093 w 3006089"/>
                <a:gd name="connsiteY1892" fmla="*/ 773430 h 2297429"/>
                <a:gd name="connsiteX1893" fmla="*/ 1884998 w 3006089"/>
                <a:gd name="connsiteY1893" fmla="*/ 775811 h 2297429"/>
                <a:gd name="connsiteX1894" fmla="*/ 1886902 w 3006089"/>
                <a:gd name="connsiteY1894" fmla="*/ 779621 h 2297429"/>
                <a:gd name="connsiteX1895" fmla="*/ 1890712 w 3006089"/>
                <a:gd name="connsiteY1895" fmla="*/ 783908 h 2297429"/>
                <a:gd name="connsiteX1896" fmla="*/ 1892618 w 3006089"/>
                <a:gd name="connsiteY1896" fmla="*/ 785336 h 2297429"/>
                <a:gd name="connsiteX1897" fmla="*/ 1898809 w 3006089"/>
                <a:gd name="connsiteY1897" fmla="*/ 787718 h 2297429"/>
                <a:gd name="connsiteX1898" fmla="*/ 1902143 w 3006089"/>
                <a:gd name="connsiteY1898" fmla="*/ 787718 h 2297429"/>
                <a:gd name="connsiteX1899" fmla="*/ 1905476 w 3006089"/>
                <a:gd name="connsiteY1899" fmla="*/ 786289 h 2297429"/>
                <a:gd name="connsiteX1900" fmla="*/ 1909286 w 3006089"/>
                <a:gd name="connsiteY1900" fmla="*/ 786289 h 2297429"/>
                <a:gd name="connsiteX1901" fmla="*/ 1916906 w 3006089"/>
                <a:gd name="connsiteY1901" fmla="*/ 788194 h 2297429"/>
                <a:gd name="connsiteX1902" fmla="*/ 1915954 w 3006089"/>
                <a:gd name="connsiteY1902" fmla="*/ 789623 h 2297429"/>
                <a:gd name="connsiteX1903" fmla="*/ 1910239 w 3006089"/>
                <a:gd name="connsiteY1903" fmla="*/ 791051 h 2297429"/>
                <a:gd name="connsiteX1904" fmla="*/ 1909286 w 3006089"/>
                <a:gd name="connsiteY1904" fmla="*/ 792480 h 2297429"/>
                <a:gd name="connsiteX1905" fmla="*/ 1911668 w 3006089"/>
                <a:gd name="connsiteY1905" fmla="*/ 795814 h 2297429"/>
                <a:gd name="connsiteX1906" fmla="*/ 1916430 w 3006089"/>
                <a:gd name="connsiteY1906" fmla="*/ 800100 h 2297429"/>
                <a:gd name="connsiteX1907" fmla="*/ 1926431 w 3006089"/>
                <a:gd name="connsiteY1907" fmla="*/ 806291 h 2297429"/>
                <a:gd name="connsiteX1908" fmla="*/ 1928812 w 3006089"/>
                <a:gd name="connsiteY1908" fmla="*/ 808673 h 2297429"/>
                <a:gd name="connsiteX1909" fmla="*/ 1928812 w 3006089"/>
                <a:gd name="connsiteY1909" fmla="*/ 809625 h 2297429"/>
                <a:gd name="connsiteX1910" fmla="*/ 1926431 w 3006089"/>
                <a:gd name="connsiteY1910" fmla="*/ 809149 h 2297429"/>
                <a:gd name="connsiteX1911" fmla="*/ 1917859 w 3006089"/>
                <a:gd name="connsiteY1911" fmla="*/ 804386 h 2297429"/>
                <a:gd name="connsiteX1912" fmla="*/ 1904048 w 3006089"/>
                <a:gd name="connsiteY1912" fmla="*/ 798671 h 2297429"/>
                <a:gd name="connsiteX1913" fmla="*/ 1893570 w 3006089"/>
                <a:gd name="connsiteY1913" fmla="*/ 797719 h 2297429"/>
                <a:gd name="connsiteX1914" fmla="*/ 1890712 w 3006089"/>
                <a:gd name="connsiteY1914" fmla="*/ 798671 h 2297429"/>
                <a:gd name="connsiteX1915" fmla="*/ 1885950 w 3006089"/>
                <a:gd name="connsiteY1915" fmla="*/ 805815 h 2297429"/>
                <a:gd name="connsiteX1916" fmla="*/ 1881664 w 3006089"/>
                <a:gd name="connsiteY1916" fmla="*/ 808196 h 2297429"/>
                <a:gd name="connsiteX1917" fmla="*/ 1874996 w 3006089"/>
                <a:gd name="connsiteY1917" fmla="*/ 810578 h 2297429"/>
                <a:gd name="connsiteX1918" fmla="*/ 1873091 w 3006089"/>
                <a:gd name="connsiteY1918" fmla="*/ 812959 h 2297429"/>
                <a:gd name="connsiteX1919" fmla="*/ 1876425 w 3006089"/>
                <a:gd name="connsiteY1919" fmla="*/ 814864 h 2297429"/>
                <a:gd name="connsiteX1920" fmla="*/ 1884045 w 3006089"/>
                <a:gd name="connsiteY1920" fmla="*/ 820579 h 2297429"/>
                <a:gd name="connsiteX1921" fmla="*/ 1886902 w 3006089"/>
                <a:gd name="connsiteY1921" fmla="*/ 823913 h 2297429"/>
                <a:gd name="connsiteX1922" fmla="*/ 1890712 w 3006089"/>
                <a:gd name="connsiteY1922" fmla="*/ 829628 h 2297429"/>
                <a:gd name="connsiteX1923" fmla="*/ 1892618 w 3006089"/>
                <a:gd name="connsiteY1923" fmla="*/ 831533 h 2297429"/>
                <a:gd name="connsiteX1924" fmla="*/ 1895475 w 3006089"/>
                <a:gd name="connsiteY1924" fmla="*/ 832961 h 2297429"/>
                <a:gd name="connsiteX1925" fmla="*/ 1899761 w 3006089"/>
                <a:gd name="connsiteY1925" fmla="*/ 833914 h 2297429"/>
                <a:gd name="connsiteX1926" fmla="*/ 1903095 w 3006089"/>
                <a:gd name="connsiteY1926" fmla="*/ 834390 h 2297429"/>
                <a:gd name="connsiteX1927" fmla="*/ 1909762 w 3006089"/>
                <a:gd name="connsiteY1927" fmla="*/ 833914 h 2297429"/>
                <a:gd name="connsiteX1928" fmla="*/ 1914525 w 3006089"/>
                <a:gd name="connsiteY1928" fmla="*/ 835819 h 2297429"/>
                <a:gd name="connsiteX1929" fmla="*/ 1915954 w 3006089"/>
                <a:gd name="connsiteY1929" fmla="*/ 838676 h 2297429"/>
                <a:gd name="connsiteX1930" fmla="*/ 1915954 w 3006089"/>
                <a:gd name="connsiteY1930" fmla="*/ 842963 h 2297429"/>
                <a:gd name="connsiteX1931" fmla="*/ 1915477 w 3006089"/>
                <a:gd name="connsiteY1931" fmla="*/ 847725 h 2297429"/>
                <a:gd name="connsiteX1932" fmla="*/ 1914525 w 3006089"/>
                <a:gd name="connsiteY1932" fmla="*/ 852488 h 2297429"/>
                <a:gd name="connsiteX1933" fmla="*/ 1911668 w 3006089"/>
                <a:gd name="connsiteY1933" fmla="*/ 869156 h 2297429"/>
                <a:gd name="connsiteX1934" fmla="*/ 1910715 w 3006089"/>
                <a:gd name="connsiteY1934" fmla="*/ 872966 h 2297429"/>
                <a:gd name="connsiteX1935" fmla="*/ 1909286 w 3006089"/>
                <a:gd name="connsiteY1935" fmla="*/ 874395 h 2297429"/>
                <a:gd name="connsiteX1936" fmla="*/ 1905476 w 3006089"/>
                <a:gd name="connsiteY1936" fmla="*/ 872490 h 2297429"/>
                <a:gd name="connsiteX1937" fmla="*/ 1903571 w 3006089"/>
                <a:gd name="connsiteY1937" fmla="*/ 870585 h 2297429"/>
                <a:gd name="connsiteX1938" fmla="*/ 1903095 w 3006089"/>
                <a:gd name="connsiteY1938" fmla="*/ 869156 h 2297429"/>
                <a:gd name="connsiteX1939" fmla="*/ 1904048 w 3006089"/>
                <a:gd name="connsiteY1939" fmla="*/ 868204 h 2297429"/>
                <a:gd name="connsiteX1940" fmla="*/ 1905476 w 3006089"/>
                <a:gd name="connsiteY1940" fmla="*/ 865346 h 2297429"/>
                <a:gd name="connsiteX1941" fmla="*/ 1902143 w 3006089"/>
                <a:gd name="connsiteY1941" fmla="*/ 864394 h 2297429"/>
                <a:gd name="connsiteX1942" fmla="*/ 1883569 w 3006089"/>
                <a:gd name="connsiteY1942" fmla="*/ 864394 h 2297429"/>
                <a:gd name="connsiteX1943" fmla="*/ 1877377 w 3006089"/>
                <a:gd name="connsiteY1943" fmla="*/ 865823 h 2297429"/>
                <a:gd name="connsiteX1944" fmla="*/ 1866900 w 3006089"/>
                <a:gd name="connsiteY1944" fmla="*/ 870585 h 2297429"/>
                <a:gd name="connsiteX1945" fmla="*/ 1860233 w 3006089"/>
                <a:gd name="connsiteY1945" fmla="*/ 872490 h 2297429"/>
                <a:gd name="connsiteX1946" fmla="*/ 1852612 w 3006089"/>
                <a:gd name="connsiteY1946" fmla="*/ 874395 h 2297429"/>
                <a:gd name="connsiteX1947" fmla="*/ 1851184 w 3006089"/>
                <a:gd name="connsiteY1947" fmla="*/ 872966 h 2297429"/>
                <a:gd name="connsiteX1948" fmla="*/ 1854994 w 3006089"/>
                <a:gd name="connsiteY1948" fmla="*/ 871061 h 2297429"/>
                <a:gd name="connsiteX1949" fmla="*/ 1864995 w 3006089"/>
                <a:gd name="connsiteY1949" fmla="*/ 867728 h 2297429"/>
                <a:gd name="connsiteX1950" fmla="*/ 1873091 w 3006089"/>
                <a:gd name="connsiteY1950" fmla="*/ 863441 h 2297429"/>
                <a:gd name="connsiteX1951" fmla="*/ 1879283 w 3006089"/>
                <a:gd name="connsiteY1951" fmla="*/ 861536 h 2297429"/>
                <a:gd name="connsiteX1952" fmla="*/ 1891189 w 3006089"/>
                <a:gd name="connsiteY1952" fmla="*/ 859631 h 2297429"/>
                <a:gd name="connsiteX1953" fmla="*/ 1900237 w 3006089"/>
                <a:gd name="connsiteY1953" fmla="*/ 854869 h 2297429"/>
                <a:gd name="connsiteX1954" fmla="*/ 1904048 w 3006089"/>
                <a:gd name="connsiteY1954" fmla="*/ 851535 h 2297429"/>
                <a:gd name="connsiteX1955" fmla="*/ 1902143 w 3006089"/>
                <a:gd name="connsiteY1955" fmla="*/ 848678 h 2297429"/>
                <a:gd name="connsiteX1956" fmla="*/ 1893570 w 3006089"/>
                <a:gd name="connsiteY1956" fmla="*/ 842963 h 2297429"/>
                <a:gd name="connsiteX1957" fmla="*/ 1886426 w 3006089"/>
                <a:gd name="connsiteY1957" fmla="*/ 839153 h 2297429"/>
                <a:gd name="connsiteX1958" fmla="*/ 1879283 w 3006089"/>
                <a:gd name="connsiteY1958" fmla="*/ 833914 h 2297429"/>
                <a:gd name="connsiteX1959" fmla="*/ 1869758 w 3006089"/>
                <a:gd name="connsiteY1959" fmla="*/ 825818 h 2297429"/>
                <a:gd name="connsiteX1960" fmla="*/ 1863566 w 3006089"/>
                <a:gd name="connsiteY1960" fmla="*/ 817721 h 2297429"/>
                <a:gd name="connsiteX1961" fmla="*/ 1860709 w 3006089"/>
                <a:gd name="connsiteY1961" fmla="*/ 809625 h 2297429"/>
                <a:gd name="connsiteX1962" fmla="*/ 1859280 w 3006089"/>
                <a:gd name="connsiteY1962" fmla="*/ 803434 h 2297429"/>
                <a:gd name="connsiteX1963" fmla="*/ 1858804 w 3006089"/>
                <a:gd name="connsiteY1963" fmla="*/ 799148 h 2297429"/>
                <a:gd name="connsiteX1964" fmla="*/ 1858804 w 3006089"/>
                <a:gd name="connsiteY1964" fmla="*/ 794861 h 2297429"/>
                <a:gd name="connsiteX1965" fmla="*/ 1859756 w 3006089"/>
                <a:gd name="connsiteY1965" fmla="*/ 785813 h 2297429"/>
                <a:gd name="connsiteX1966" fmla="*/ 1859756 w 3006089"/>
                <a:gd name="connsiteY1966" fmla="*/ 782003 h 2297429"/>
                <a:gd name="connsiteX1967" fmla="*/ 1857851 w 3006089"/>
                <a:gd name="connsiteY1967" fmla="*/ 777716 h 2297429"/>
                <a:gd name="connsiteX1968" fmla="*/ 1850708 w 3006089"/>
                <a:gd name="connsiteY1968" fmla="*/ 769144 h 2297429"/>
                <a:gd name="connsiteX1969" fmla="*/ 1848802 w 3006089"/>
                <a:gd name="connsiteY1969" fmla="*/ 765334 h 2297429"/>
                <a:gd name="connsiteX1970" fmla="*/ 1848326 w 3006089"/>
                <a:gd name="connsiteY1970" fmla="*/ 762953 h 2297429"/>
                <a:gd name="connsiteX1971" fmla="*/ 1849755 w 3006089"/>
                <a:gd name="connsiteY1971" fmla="*/ 755809 h 2297429"/>
                <a:gd name="connsiteX1972" fmla="*/ 1851660 w 3006089"/>
                <a:gd name="connsiteY1972" fmla="*/ 753428 h 2297429"/>
                <a:gd name="connsiteX1973" fmla="*/ 1854994 w 3006089"/>
                <a:gd name="connsiteY1973" fmla="*/ 750094 h 2297429"/>
                <a:gd name="connsiteX1974" fmla="*/ 1868329 w 3006089"/>
                <a:gd name="connsiteY1974" fmla="*/ 730568 h 2297429"/>
                <a:gd name="connsiteX1975" fmla="*/ 1871186 w 3006089"/>
                <a:gd name="connsiteY1975" fmla="*/ 727234 h 2297429"/>
                <a:gd name="connsiteX1976" fmla="*/ 1882140 w 3006089"/>
                <a:gd name="connsiteY1976" fmla="*/ 717709 h 2297429"/>
                <a:gd name="connsiteX1977" fmla="*/ 1888331 w 3006089"/>
                <a:gd name="connsiteY1977" fmla="*/ 713423 h 2297429"/>
                <a:gd name="connsiteX1978" fmla="*/ 1898333 w 3006089"/>
                <a:gd name="connsiteY1978" fmla="*/ 708660 h 2297429"/>
                <a:gd name="connsiteX1979" fmla="*/ 1905952 w 3006089"/>
                <a:gd name="connsiteY1979" fmla="*/ 702469 h 2297429"/>
                <a:gd name="connsiteX1980" fmla="*/ 1906905 w 3006089"/>
                <a:gd name="connsiteY1980" fmla="*/ 700564 h 2297429"/>
                <a:gd name="connsiteX1981" fmla="*/ 1905476 w 3006089"/>
                <a:gd name="connsiteY1981" fmla="*/ 697706 h 2297429"/>
                <a:gd name="connsiteX1982" fmla="*/ 1904524 w 3006089"/>
                <a:gd name="connsiteY1982" fmla="*/ 696754 h 2297429"/>
                <a:gd name="connsiteX1983" fmla="*/ 1901190 w 3006089"/>
                <a:gd name="connsiteY1983" fmla="*/ 694849 h 2297429"/>
                <a:gd name="connsiteX1984" fmla="*/ 1872615 w 3006089"/>
                <a:gd name="connsiteY1984" fmla="*/ 691991 h 2297429"/>
                <a:gd name="connsiteX1985" fmla="*/ 1856899 w 3006089"/>
                <a:gd name="connsiteY1985" fmla="*/ 691515 h 2297429"/>
                <a:gd name="connsiteX1986" fmla="*/ 1844516 w 3006089"/>
                <a:gd name="connsiteY1986" fmla="*/ 692944 h 2297429"/>
                <a:gd name="connsiteX1987" fmla="*/ 1820704 w 3006089"/>
                <a:gd name="connsiteY1987" fmla="*/ 697706 h 2297429"/>
                <a:gd name="connsiteX1988" fmla="*/ 1812131 w 3006089"/>
                <a:gd name="connsiteY1988" fmla="*/ 700088 h 2297429"/>
                <a:gd name="connsiteX1989" fmla="*/ 1804987 w 3006089"/>
                <a:gd name="connsiteY1989" fmla="*/ 703421 h 2297429"/>
                <a:gd name="connsiteX1990" fmla="*/ 1796891 w 3006089"/>
                <a:gd name="connsiteY1990" fmla="*/ 708660 h 2297429"/>
                <a:gd name="connsiteX1991" fmla="*/ 1778794 w 3006089"/>
                <a:gd name="connsiteY1991" fmla="*/ 721043 h 2297429"/>
                <a:gd name="connsiteX1992" fmla="*/ 1777841 w 3006089"/>
                <a:gd name="connsiteY1992" fmla="*/ 721995 h 2297429"/>
                <a:gd name="connsiteX1993" fmla="*/ 1777365 w 3006089"/>
                <a:gd name="connsiteY1993" fmla="*/ 723424 h 2297429"/>
                <a:gd name="connsiteX1994" fmla="*/ 1777365 w 3006089"/>
                <a:gd name="connsiteY1994" fmla="*/ 725329 h 2297429"/>
                <a:gd name="connsiteX1995" fmla="*/ 1776889 w 3006089"/>
                <a:gd name="connsiteY1995" fmla="*/ 726758 h 2297429"/>
                <a:gd name="connsiteX1996" fmla="*/ 1769745 w 3006089"/>
                <a:gd name="connsiteY1996" fmla="*/ 730568 h 2297429"/>
                <a:gd name="connsiteX1997" fmla="*/ 1764983 w 3006089"/>
                <a:gd name="connsiteY1997" fmla="*/ 735330 h 2297429"/>
                <a:gd name="connsiteX1998" fmla="*/ 1761173 w 3006089"/>
                <a:gd name="connsiteY1998" fmla="*/ 740093 h 2297429"/>
                <a:gd name="connsiteX1999" fmla="*/ 1759744 w 3006089"/>
                <a:gd name="connsiteY1999" fmla="*/ 742474 h 2297429"/>
                <a:gd name="connsiteX2000" fmla="*/ 1758791 w 3006089"/>
                <a:gd name="connsiteY2000" fmla="*/ 745808 h 2297429"/>
                <a:gd name="connsiteX2001" fmla="*/ 1757839 w 3006089"/>
                <a:gd name="connsiteY2001" fmla="*/ 750570 h 2297429"/>
                <a:gd name="connsiteX2002" fmla="*/ 1757362 w 3006089"/>
                <a:gd name="connsiteY2002" fmla="*/ 757238 h 2297429"/>
                <a:gd name="connsiteX2003" fmla="*/ 1756410 w 3006089"/>
                <a:gd name="connsiteY2003" fmla="*/ 759619 h 2297429"/>
                <a:gd name="connsiteX2004" fmla="*/ 1750219 w 3006089"/>
                <a:gd name="connsiteY2004" fmla="*/ 766763 h 2297429"/>
                <a:gd name="connsiteX2005" fmla="*/ 1744504 w 3006089"/>
                <a:gd name="connsiteY2005" fmla="*/ 774383 h 2297429"/>
                <a:gd name="connsiteX2006" fmla="*/ 1740694 w 3006089"/>
                <a:gd name="connsiteY2006" fmla="*/ 780574 h 2297429"/>
                <a:gd name="connsiteX2007" fmla="*/ 1739265 w 3006089"/>
                <a:gd name="connsiteY2007" fmla="*/ 783908 h 2297429"/>
                <a:gd name="connsiteX2008" fmla="*/ 1738789 w 3006089"/>
                <a:gd name="connsiteY2008" fmla="*/ 786765 h 2297429"/>
                <a:gd name="connsiteX2009" fmla="*/ 1738789 w 3006089"/>
                <a:gd name="connsiteY2009" fmla="*/ 790099 h 2297429"/>
                <a:gd name="connsiteX2010" fmla="*/ 1739265 w 3006089"/>
                <a:gd name="connsiteY2010" fmla="*/ 794385 h 2297429"/>
                <a:gd name="connsiteX2011" fmla="*/ 1740694 w 3006089"/>
                <a:gd name="connsiteY2011" fmla="*/ 796766 h 2297429"/>
                <a:gd name="connsiteX2012" fmla="*/ 1744504 w 3006089"/>
                <a:gd name="connsiteY2012" fmla="*/ 798671 h 2297429"/>
                <a:gd name="connsiteX2013" fmla="*/ 1746409 w 3006089"/>
                <a:gd name="connsiteY2013" fmla="*/ 799148 h 2297429"/>
                <a:gd name="connsiteX2014" fmla="*/ 1746409 w 3006089"/>
                <a:gd name="connsiteY2014" fmla="*/ 800100 h 2297429"/>
                <a:gd name="connsiteX2015" fmla="*/ 1737360 w 3006089"/>
                <a:gd name="connsiteY2015" fmla="*/ 806768 h 2297429"/>
                <a:gd name="connsiteX2016" fmla="*/ 1734026 w 3006089"/>
                <a:gd name="connsiteY2016" fmla="*/ 812959 h 2297429"/>
                <a:gd name="connsiteX2017" fmla="*/ 1734026 w 3006089"/>
                <a:gd name="connsiteY2017" fmla="*/ 815816 h 2297429"/>
                <a:gd name="connsiteX2018" fmla="*/ 1735455 w 3006089"/>
                <a:gd name="connsiteY2018" fmla="*/ 819150 h 2297429"/>
                <a:gd name="connsiteX2019" fmla="*/ 1736884 w 3006089"/>
                <a:gd name="connsiteY2019" fmla="*/ 825818 h 2297429"/>
                <a:gd name="connsiteX2020" fmla="*/ 1738312 w 3006089"/>
                <a:gd name="connsiteY2020" fmla="*/ 835819 h 2297429"/>
                <a:gd name="connsiteX2021" fmla="*/ 1739741 w 3006089"/>
                <a:gd name="connsiteY2021" fmla="*/ 841534 h 2297429"/>
                <a:gd name="connsiteX2022" fmla="*/ 1741170 w 3006089"/>
                <a:gd name="connsiteY2022" fmla="*/ 843439 h 2297429"/>
                <a:gd name="connsiteX2023" fmla="*/ 1744980 w 3006089"/>
                <a:gd name="connsiteY2023" fmla="*/ 845820 h 2297429"/>
                <a:gd name="connsiteX2024" fmla="*/ 1754505 w 3006089"/>
                <a:gd name="connsiteY2024" fmla="*/ 850106 h 2297429"/>
                <a:gd name="connsiteX2025" fmla="*/ 1765935 w 3006089"/>
                <a:gd name="connsiteY2025" fmla="*/ 853916 h 2297429"/>
                <a:gd name="connsiteX2026" fmla="*/ 1782604 w 3006089"/>
                <a:gd name="connsiteY2026" fmla="*/ 856774 h 2297429"/>
                <a:gd name="connsiteX2027" fmla="*/ 1800701 w 3006089"/>
                <a:gd name="connsiteY2027" fmla="*/ 857726 h 2297429"/>
                <a:gd name="connsiteX2028" fmla="*/ 1806893 w 3006089"/>
                <a:gd name="connsiteY2028" fmla="*/ 858679 h 2297429"/>
                <a:gd name="connsiteX2029" fmla="*/ 1810702 w 3006089"/>
                <a:gd name="connsiteY2029" fmla="*/ 860584 h 2297429"/>
                <a:gd name="connsiteX2030" fmla="*/ 1816894 w 3006089"/>
                <a:gd name="connsiteY2030" fmla="*/ 864870 h 2297429"/>
                <a:gd name="connsiteX2031" fmla="*/ 1824037 w 3006089"/>
                <a:gd name="connsiteY2031" fmla="*/ 868204 h 2297429"/>
                <a:gd name="connsiteX2032" fmla="*/ 1831658 w 3006089"/>
                <a:gd name="connsiteY2032" fmla="*/ 870585 h 2297429"/>
                <a:gd name="connsiteX2033" fmla="*/ 1830229 w 3006089"/>
                <a:gd name="connsiteY2033" fmla="*/ 872014 h 2297429"/>
                <a:gd name="connsiteX2034" fmla="*/ 1818323 w 3006089"/>
                <a:gd name="connsiteY2034" fmla="*/ 873919 h 2297429"/>
                <a:gd name="connsiteX2035" fmla="*/ 1807845 w 3006089"/>
                <a:gd name="connsiteY2035" fmla="*/ 874871 h 2297429"/>
                <a:gd name="connsiteX2036" fmla="*/ 1801177 w 3006089"/>
                <a:gd name="connsiteY2036" fmla="*/ 874395 h 2297429"/>
                <a:gd name="connsiteX2037" fmla="*/ 1792129 w 3006089"/>
                <a:gd name="connsiteY2037" fmla="*/ 872490 h 2297429"/>
                <a:gd name="connsiteX2038" fmla="*/ 1784985 w 3006089"/>
                <a:gd name="connsiteY2038" fmla="*/ 869633 h 2297429"/>
                <a:gd name="connsiteX2039" fmla="*/ 1778794 w 3006089"/>
                <a:gd name="connsiteY2039" fmla="*/ 868680 h 2297429"/>
                <a:gd name="connsiteX2040" fmla="*/ 1767364 w 3006089"/>
                <a:gd name="connsiteY2040" fmla="*/ 868680 h 2297429"/>
                <a:gd name="connsiteX2041" fmla="*/ 1755934 w 3006089"/>
                <a:gd name="connsiteY2041" fmla="*/ 867251 h 2297429"/>
                <a:gd name="connsiteX2042" fmla="*/ 1753076 w 3006089"/>
                <a:gd name="connsiteY2042" fmla="*/ 867728 h 2297429"/>
                <a:gd name="connsiteX2043" fmla="*/ 1754505 w 3006089"/>
                <a:gd name="connsiteY2043" fmla="*/ 869156 h 2297429"/>
                <a:gd name="connsiteX2044" fmla="*/ 1755934 w 3006089"/>
                <a:gd name="connsiteY2044" fmla="*/ 871538 h 2297429"/>
                <a:gd name="connsiteX2045" fmla="*/ 1759744 w 3006089"/>
                <a:gd name="connsiteY2045" fmla="*/ 882968 h 2297429"/>
                <a:gd name="connsiteX2046" fmla="*/ 1761649 w 3006089"/>
                <a:gd name="connsiteY2046" fmla="*/ 886301 h 2297429"/>
                <a:gd name="connsiteX2047" fmla="*/ 1774031 w 3006089"/>
                <a:gd name="connsiteY2047" fmla="*/ 901065 h 2297429"/>
                <a:gd name="connsiteX2048" fmla="*/ 1776412 w 3006089"/>
                <a:gd name="connsiteY2048" fmla="*/ 902970 h 2297429"/>
                <a:gd name="connsiteX2049" fmla="*/ 1780699 w 3006089"/>
                <a:gd name="connsiteY2049" fmla="*/ 904399 h 2297429"/>
                <a:gd name="connsiteX2050" fmla="*/ 1789748 w 3006089"/>
                <a:gd name="connsiteY2050" fmla="*/ 906304 h 2297429"/>
                <a:gd name="connsiteX2051" fmla="*/ 1797368 w 3006089"/>
                <a:gd name="connsiteY2051" fmla="*/ 910590 h 2297429"/>
                <a:gd name="connsiteX2052" fmla="*/ 1806893 w 3006089"/>
                <a:gd name="connsiteY2052" fmla="*/ 917734 h 2297429"/>
                <a:gd name="connsiteX2053" fmla="*/ 1808798 w 3006089"/>
                <a:gd name="connsiteY2053" fmla="*/ 918210 h 2297429"/>
                <a:gd name="connsiteX2054" fmla="*/ 1810226 w 3006089"/>
                <a:gd name="connsiteY2054" fmla="*/ 917734 h 2297429"/>
                <a:gd name="connsiteX2055" fmla="*/ 1814512 w 3006089"/>
                <a:gd name="connsiteY2055" fmla="*/ 914400 h 2297429"/>
                <a:gd name="connsiteX2056" fmla="*/ 1816418 w 3006089"/>
                <a:gd name="connsiteY2056" fmla="*/ 913924 h 2297429"/>
                <a:gd name="connsiteX2057" fmla="*/ 1820227 w 3006089"/>
                <a:gd name="connsiteY2057" fmla="*/ 913448 h 2297429"/>
                <a:gd name="connsiteX2058" fmla="*/ 1829276 w 3006089"/>
                <a:gd name="connsiteY2058" fmla="*/ 914400 h 2297429"/>
                <a:gd name="connsiteX2059" fmla="*/ 1834991 w 3006089"/>
                <a:gd name="connsiteY2059" fmla="*/ 913448 h 2297429"/>
                <a:gd name="connsiteX2060" fmla="*/ 1834515 w 3006089"/>
                <a:gd name="connsiteY2060" fmla="*/ 912019 h 2297429"/>
                <a:gd name="connsiteX2061" fmla="*/ 1831658 w 3006089"/>
                <a:gd name="connsiteY2061" fmla="*/ 910114 h 2297429"/>
                <a:gd name="connsiteX2062" fmla="*/ 1831181 w 3006089"/>
                <a:gd name="connsiteY2062" fmla="*/ 908685 h 2297429"/>
                <a:gd name="connsiteX2063" fmla="*/ 1833086 w 3006089"/>
                <a:gd name="connsiteY2063" fmla="*/ 907733 h 2297429"/>
                <a:gd name="connsiteX2064" fmla="*/ 1843564 w 3006089"/>
                <a:gd name="connsiteY2064" fmla="*/ 909161 h 2297429"/>
                <a:gd name="connsiteX2065" fmla="*/ 1847374 w 3006089"/>
                <a:gd name="connsiteY2065" fmla="*/ 909161 h 2297429"/>
                <a:gd name="connsiteX2066" fmla="*/ 1850231 w 3006089"/>
                <a:gd name="connsiteY2066" fmla="*/ 908685 h 2297429"/>
                <a:gd name="connsiteX2067" fmla="*/ 1857851 w 3006089"/>
                <a:gd name="connsiteY2067" fmla="*/ 904875 h 2297429"/>
                <a:gd name="connsiteX2068" fmla="*/ 1856899 w 3006089"/>
                <a:gd name="connsiteY2068" fmla="*/ 906304 h 2297429"/>
                <a:gd name="connsiteX2069" fmla="*/ 1855946 w 3006089"/>
                <a:gd name="connsiteY2069" fmla="*/ 908685 h 2297429"/>
                <a:gd name="connsiteX2070" fmla="*/ 1854994 w 3006089"/>
                <a:gd name="connsiteY2070" fmla="*/ 912019 h 2297429"/>
                <a:gd name="connsiteX2071" fmla="*/ 1855470 w 3006089"/>
                <a:gd name="connsiteY2071" fmla="*/ 915829 h 2297429"/>
                <a:gd name="connsiteX2072" fmla="*/ 1859756 w 3006089"/>
                <a:gd name="connsiteY2072" fmla="*/ 922973 h 2297429"/>
                <a:gd name="connsiteX2073" fmla="*/ 1861185 w 3006089"/>
                <a:gd name="connsiteY2073" fmla="*/ 924878 h 2297429"/>
                <a:gd name="connsiteX2074" fmla="*/ 1865471 w 3006089"/>
                <a:gd name="connsiteY2074" fmla="*/ 927259 h 2297429"/>
                <a:gd name="connsiteX2075" fmla="*/ 1879759 w 3006089"/>
                <a:gd name="connsiteY2075" fmla="*/ 931545 h 2297429"/>
                <a:gd name="connsiteX2076" fmla="*/ 1891665 w 3006089"/>
                <a:gd name="connsiteY2076" fmla="*/ 926783 h 2297429"/>
                <a:gd name="connsiteX2077" fmla="*/ 1904524 w 3006089"/>
                <a:gd name="connsiteY2077" fmla="*/ 928688 h 2297429"/>
                <a:gd name="connsiteX2078" fmla="*/ 1909286 w 3006089"/>
                <a:gd name="connsiteY2078" fmla="*/ 928688 h 2297429"/>
                <a:gd name="connsiteX2079" fmla="*/ 1912144 w 3006089"/>
                <a:gd name="connsiteY2079" fmla="*/ 929640 h 2297429"/>
                <a:gd name="connsiteX2080" fmla="*/ 1914525 w 3006089"/>
                <a:gd name="connsiteY2080" fmla="*/ 931545 h 2297429"/>
                <a:gd name="connsiteX2081" fmla="*/ 1922621 w 3006089"/>
                <a:gd name="connsiteY2081" fmla="*/ 933450 h 2297429"/>
                <a:gd name="connsiteX2082" fmla="*/ 1945005 w 3006089"/>
                <a:gd name="connsiteY2082" fmla="*/ 935831 h 2297429"/>
                <a:gd name="connsiteX2083" fmla="*/ 1955959 w 3006089"/>
                <a:gd name="connsiteY2083" fmla="*/ 935831 h 2297429"/>
                <a:gd name="connsiteX2084" fmla="*/ 1968818 w 3006089"/>
                <a:gd name="connsiteY2084" fmla="*/ 932974 h 2297429"/>
                <a:gd name="connsiteX2085" fmla="*/ 1970723 w 3006089"/>
                <a:gd name="connsiteY2085" fmla="*/ 933450 h 2297429"/>
                <a:gd name="connsiteX2086" fmla="*/ 1976437 w 3006089"/>
                <a:gd name="connsiteY2086" fmla="*/ 935831 h 2297429"/>
                <a:gd name="connsiteX2087" fmla="*/ 1991201 w 3006089"/>
                <a:gd name="connsiteY2087" fmla="*/ 942023 h 2297429"/>
                <a:gd name="connsiteX2088" fmla="*/ 1997869 w 3006089"/>
                <a:gd name="connsiteY2088" fmla="*/ 943928 h 2297429"/>
                <a:gd name="connsiteX2089" fmla="*/ 2003108 w 3006089"/>
                <a:gd name="connsiteY2089" fmla="*/ 943451 h 2297429"/>
                <a:gd name="connsiteX2090" fmla="*/ 2009299 w 3006089"/>
                <a:gd name="connsiteY2090" fmla="*/ 942023 h 2297429"/>
                <a:gd name="connsiteX2091" fmla="*/ 2022634 w 3006089"/>
                <a:gd name="connsiteY2091" fmla="*/ 937736 h 2297429"/>
                <a:gd name="connsiteX2092" fmla="*/ 2044541 w 3006089"/>
                <a:gd name="connsiteY2092" fmla="*/ 950595 h 2297429"/>
                <a:gd name="connsiteX2093" fmla="*/ 2047399 w 3006089"/>
                <a:gd name="connsiteY2093" fmla="*/ 948214 h 2297429"/>
                <a:gd name="connsiteX2094" fmla="*/ 2047399 w 3006089"/>
                <a:gd name="connsiteY2094" fmla="*/ 946785 h 2297429"/>
                <a:gd name="connsiteX2095" fmla="*/ 2044541 w 3006089"/>
                <a:gd name="connsiteY2095" fmla="*/ 943451 h 2297429"/>
                <a:gd name="connsiteX2096" fmla="*/ 2041208 w 3006089"/>
                <a:gd name="connsiteY2096" fmla="*/ 940594 h 2297429"/>
                <a:gd name="connsiteX2097" fmla="*/ 2035493 w 3006089"/>
                <a:gd name="connsiteY2097" fmla="*/ 935355 h 2297429"/>
                <a:gd name="connsiteX2098" fmla="*/ 2031206 w 3006089"/>
                <a:gd name="connsiteY2098" fmla="*/ 932974 h 2297429"/>
                <a:gd name="connsiteX2099" fmla="*/ 2027873 w 3006089"/>
                <a:gd name="connsiteY2099" fmla="*/ 932974 h 2297429"/>
                <a:gd name="connsiteX2100" fmla="*/ 2024062 w 3006089"/>
                <a:gd name="connsiteY2100" fmla="*/ 931545 h 2297429"/>
                <a:gd name="connsiteX2101" fmla="*/ 2019776 w 3006089"/>
                <a:gd name="connsiteY2101" fmla="*/ 928688 h 2297429"/>
                <a:gd name="connsiteX2102" fmla="*/ 2023110 w 3006089"/>
                <a:gd name="connsiteY2102" fmla="*/ 927735 h 2297429"/>
                <a:gd name="connsiteX2103" fmla="*/ 2038826 w 3006089"/>
                <a:gd name="connsiteY2103" fmla="*/ 929164 h 2297429"/>
                <a:gd name="connsiteX2104" fmla="*/ 2047875 w 3006089"/>
                <a:gd name="connsiteY2104" fmla="*/ 931069 h 2297429"/>
                <a:gd name="connsiteX2105" fmla="*/ 2053114 w 3006089"/>
                <a:gd name="connsiteY2105" fmla="*/ 931545 h 2297429"/>
                <a:gd name="connsiteX2106" fmla="*/ 2062639 w 3006089"/>
                <a:gd name="connsiteY2106" fmla="*/ 933926 h 2297429"/>
                <a:gd name="connsiteX2107" fmla="*/ 2066925 w 3006089"/>
                <a:gd name="connsiteY2107" fmla="*/ 934879 h 2297429"/>
                <a:gd name="connsiteX2108" fmla="*/ 2070259 w 3006089"/>
                <a:gd name="connsiteY2108" fmla="*/ 934879 h 2297429"/>
                <a:gd name="connsiteX2109" fmla="*/ 2088833 w 3006089"/>
                <a:gd name="connsiteY2109" fmla="*/ 941070 h 2297429"/>
                <a:gd name="connsiteX2110" fmla="*/ 2092166 w 3006089"/>
                <a:gd name="connsiteY2110" fmla="*/ 941546 h 2297429"/>
                <a:gd name="connsiteX2111" fmla="*/ 2099310 w 3006089"/>
                <a:gd name="connsiteY2111" fmla="*/ 941070 h 2297429"/>
                <a:gd name="connsiteX2112" fmla="*/ 2106454 w 3006089"/>
                <a:gd name="connsiteY2112" fmla="*/ 939165 h 2297429"/>
                <a:gd name="connsiteX2113" fmla="*/ 2113598 w 3006089"/>
                <a:gd name="connsiteY2113" fmla="*/ 935831 h 2297429"/>
                <a:gd name="connsiteX2114" fmla="*/ 2115979 w 3006089"/>
                <a:gd name="connsiteY2114" fmla="*/ 933926 h 2297429"/>
                <a:gd name="connsiteX2115" fmla="*/ 2117408 w 3006089"/>
                <a:gd name="connsiteY2115" fmla="*/ 931545 h 2297429"/>
                <a:gd name="connsiteX2116" fmla="*/ 2117408 w 3006089"/>
                <a:gd name="connsiteY2116" fmla="*/ 928211 h 2297429"/>
                <a:gd name="connsiteX2117" fmla="*/ 2115979 w 3006089"/>
                <a:gd name="connsiteY2117" fmla="*/ 923449 h 2297429"/>
                <a:gd name="connsiteX2118" fmla="*/ 2114074 w 3006089"/>
                <a:gd name="connsiteY2118" fmla="*/ 919639 h 2297429"/>
                <a:gd name="connsiteX2119" fmla="*/ 2111693 w 3006089"/>
                <a:gd name="connsiteY2119" fmla="*/ 916305 h 2297429"/>
                <a:gd name="connsiteX2120" fmla="*/ 2108835 w 3006089"/>
                <a:gd name="connsiteY2120" fmla="*/ 914400 h 2297429"/>
                <a:gd name="connsiteX2121" fmla="*/ 2097405 w 3006089"/>
                <a:gd name="connsiteY2121" fmla="*/ 911543 h 2297429"/>
                <a:gd name="connsiteX2122" fmla="*/ 2095500 w 3006089"/>
                <a:gd name="connsiteY2122" fmla="*/ 909638 h 2297429"/>
                <a:gd name="connsiteX2123" fmla="*/ 2095976 w 3006089"/>
                <a:gd name="connsiteY2123" fmla="*/ 907256 h 2297429"/>
                <a:gd name="connsiteX2124" fmla="*/ 2097881 w 3006089"/>
                <a:gd name="connsiteY2124" fmla="*/ 904399 h 2297429"/>
                <a:gd name="connsiteX2125" fmla="*/ 2101215 w 3006089"/>
                <a:gd name="connsiteY2125" fmla="*/ 901065 h 2297429"/>
                <a:gd name="connsiteX2126" fmla="*/ 2104549 w 3006089"/>
                <a:gd name="connsiteY2126" fmla="*/ 898684 h 2297429"/>
                <a:gd name="connsiteX2127" fmla="*/ 2107883 w 3006089"/>
                <a:gd name="connsiteY2127" fmla="*/ 896779 h 2297429"/>
                <a:gd name="connsiteX2128" fmla="*/ 2110740 w 3006089"/>
                <a:gd name="connsiteY2128" fmla="*/ 898208 h 2297429"/>
                <a:gd name="connsiteX2129" fmla="*/ 2113598 w 3006089"/>
                <a:gd name="connsiteY2129" fmla="*/ 902494 h 2297429"/>
                <a:gd name="connsiteX2130" fmla="*/ 2115979 w 3006089"/>
                <a:gd name="connsiteY2130" fmla="*/ 905351 h 2297429"/>
                <a:gd name="connsiteX2131" fmla="*/ 2117884 w 3006089"/>
                <a:gd name="connsiteY2131" fmla="*/ 906304 h 2297429"/>
                <a:gd name="connsiteX2132" fmla="*/ 2123123 w 3006089"/>
                <a:gd name="connsiteY2132" fmla="*/ 912019 h 2297429"/>
                <a:gd name="connsiteX2133" fmla="*/ 2124551 w 3006089"/>
                <a:gd name="connsiteY2133" fmla="*/ 912495 h 2297429"/>
                <a:gd name="connsiteX2134" fmla="*/ 2127409 w 3006089"/>
                <a:gd name="connsiteY2134" fmla="*/ 914400 h 2297429"/>
                <a:gd name="connsiteX2135" fmla="*/ 2134553 w 3006089"/>
                <a:gd name="connsiteY2135" fmla="*/ 919639 h 2297429"/>
                <a:gd name="connsiteX2136" fmla="*/ 2136458 w 3006089"/>
                <a:gd name="connsiteY2136" fmla="*/ 920115 h 2297429"/>
                <a:gd name="connsiteX2137" fmla="*/ 2138839 w 3006089"/>
                <a:gd name="connsiteY2137" fmla="*/ 920115 h 2297429"/>
                <a:gd name="connsiteX2138" fmla="*/ 2149316 w 3006089"/>
                <a:gd name="connsiteY2138" fmla="*/ 918210 h 2297429"/>
                <a:gd name="connsiteX2139" fmla="*/ 2151698 w 3006089"/>
                <a:gd name="connsiteY2139" fmla="*/ 918686 h 2297429"/>
                <a:gd name="connsiteX2140" fmla="*/ 2153603 w 3006089"/>
                <a:gd name="connsiteY2140" fmla="*/ 922973 h 2297429"/>
                <a:gd name="connsiteX2141" fmla="*/ 2155031 w 3006089"/>
                <a:gd name="connsiteY2141" fmla="*/ 930593 h 2297429"/>
                <a:gd name="connsiteX2142" fmla="*/ 2155508 w 3006089"/>
                <a:gd name="connsiteY2142" fmla="*/ 935355 h 2297429"/>
                <a:gd name="connsiteX2143" fmla="*/ 2156460 w 3006089"/>
                <a:gd name="connsiteY2143" fmla="*/ 939165 h 2297429"/>
                <a:gd name="connsiteX2144" fmla="*/ 2157889 w 3006089"/>
                <a:gd name="connsiteY2144" fmla="*/ 942499 h 2297429"/>
                <a:gd name="connsiteX2145" fmla="*/ 2161223 w 3006089"/>
                <a:gd name="connsiteY2145" fmla="*/ 942975 h 2297429"/>
                <a:gd name="connsiteX2146" fmla="*/ 2170271 w 3006089"/>
                <a:gd name="connsiteY2146" fmla="*/ 942023 h 2297429"/>
                <a:gd name="connsiteX2147" fmla="*/ 2177415 w 3006089"/>
                <a:gd name="connsiteY2147" fmla="*/ 942975 h 2297429"/>
                <a:gd name="connsiteX2148" fmla="*/ 2179320 w 3006089"/>
                <a:gd name="connsiteY2148" fmla="*/ 943451 h 2297429"/>
                <a:gd name="connsiteX2149" fmla="*/ 2182654 w 3006089"/>
                <a:gd name="connsiteY2149" fmla="*/ 946309 h 2297429"/>
                <a:gd name="connsiteX2150" fmla="*/ 2182178 w 3006089"/>
                <a:gd name="connsiteY2150" fmla="*/ 948214 h 2297429"/>
                <a:gd name="connsiteX2151" fmla="*/ 2176939 w 3006089"/>
                <a:gd name="connsiteY2151" fmla="*/ 951548 h 2297429"/>
                <a:gd name="connsiteX2152" fmla="*/ 2174081 w 3006089"/>
                <a:gd name="connsiteY2152" fmla="*/ 952500 h 2297429"/>
                <a:gd name="connsiteX2153" fmla="*/ 2173129 w 3006089"/>
                <a:gd name="connsiteY2153" fmla="*/ 953453 h 2297429"/>
                <a:gd name="connsiteX2154" fmla="*/ 2174558 w 3006089"/>
                <a:gd name="connsiteY2154" fmla="*/ 954405 h 2297429"/>
                <a:gd name="connsiteX2155" fmla="*/ 2176939 w 3006089"/>
                <a:gd name="connsiteY2155" fmla="*/ 955358 h 2297429"/>
                <a:gd name="connsiteX2156" fmla="*/ 2180273 w 3006089"/>
                <a:gd name="connsiteY2156" fmla="*/ 955834 h 2297429"/>
                <a:gd name="connsiteX2157" fmla="*/ 2185987 w 3006089"/>
                <a:gd name="connsiteY2157" fmla="*/ 958215 h 2297429"/>
                <a:gd name="connsiteX2158" fmla="*/ 2187893 w 3006089"/>
                <a:gd name="connsiteY2158" fmla="*/ 957263 h 2297429"/>
                <a:gd name="connsiteX2159" fmla="*/ 2191226 w 3006089"/>
                <a:gd name="connsiteY2159" fmla="*/ 953453 h 2297429"/>
                <a:gd name="connsiteX2160" fmla="*/ 2193608 w 3006089"/>
                <a:gd name="connsiteY2160" fmla="*/ 952024 h 2297429"/>
                <a:gd name="connsiteX2161" fmla="*/ 2196465 w 3006089"/>
                <a:gd name="connsiteY2161" fmla="*/ 952024 h 2297429"/>
                <a:gd name="connsiteX2162" fmla="*/ 2203133 w 3006089"/>
                <a:gd name="connsiteY2162" fmla="*/ 953453 h 2297429"/>
                <a:gd name="connsiteX2163" fmla="*/ 2203133 w 3006089"/>
                <a:gd name="connsiteY2163" fmla="*/ 953929 h 2297429"/>
                <a:gd name="connsiteX2164" fmla="*/ 2195036 w 3006089"/>
                <a:gd name="connsiteY2164" fmla="*/ 955834 h 2297429"/>
                <a:gd name="connsiteX2165" fmla="*/ 2193131 w 3006089"/>
                <a:gd name="connsiteY2165" fmla="*/ 957739 h 2297429"/>
                <a:gd name="connsiteX2166" fmla="*/ 2192655 w 3006089"/>
                <a:gd name="connsiteY2166" fmla="*/ 960120 h 2297429"/>
                <a:gd name="connsiteX2167" fmla="*/ 2192655 w 3006089"/>
                <a:gd name="connsiteY2167" fmla="*/ 962025 h 2297429"/>
                <a:gd name="connsiteX2168" fmla="*/ 2194560 w 3006089"/>
                <a:gd name="connsiteY2168" fmla="*/ 964883 h 2297429"/>
                <a:gd name="connsiteX2169" fmla="*/ 2196465 w 3006089"/>
                <a:gd name="connsiteY2169" fmla="*/ 966788 h 2297429"/>
                <a:gd name="connsiteX2170" fmla="*/ 2199799 w 3006089"/>
                <a:gd name="connsiteY2170" fmla="*/ 967740 h 2297429"/>
                <a:gd name="connsiteX2171" fmla="*/ 2204085 w 3006089"/>
                <a:gd name="connsiteY2171" fmla="*/ 968216 h 2297429"/>
                <a:gd name="connsiteX2172" fmla="*/ 2208848 w 3006089"/>
                <a:gd name="connsiteY2172" fmla="*/ 969645 h 2297429"/>
                <a:gd name="connsiteX2173" fmla="*/ 2217896 w 3006089"/>
                <a:gd name="connsiteY2173" fmla="*/ 973455 h 2297429"/>
                <a:gd name="connsiteX2174" fmla="*/ 2219325 w 3006089"/>
                <a:gd name="connsiteY2174" fmla="*/ 974408 h 2297429"/>
                <a:gd name="connsiteX2175" fmla="*/ 2222659 w 3006089"/>
                <a:gd name="connsiteY2175" fmla="*/ 979646 h 2297429"/>
                <a:gd name="connsiteX2176" fmla="*/ 2222183 w 3006089"/>
                <a:gd name="connsiteY2176" fmla="*/ 982980 h 2297429"/>
                <a:gd name="connsiteX2177" fmla="*/ 2218849 w 3006089"/>
                <a:gd name="connsiteY2177" fmla="*/ 986314 h 2297429"/>
                <a:gd name="connsiteX2178" fmla="*/ 2215515 w 3006089"/>
                <a:gd name="connsiteY2178" fmla="*/ 988695 h 2297429"/>
                <a:gd name="connsiteX2179" fmla="*/ 2212181 w 3006089"/>
                <a:gd name="connsiteY2179" fmla="*/ 990600 h 2297429"/>
                <a:gd name="connsiteX2180" fmla="*/ 2207419 w 3006089"/>
                <a:gd name="connsiteY2180" fmla="*/ 991076 h 2297429"/>
                <a:gd name="connsiteX2181" fmla="*/ 2197418 w 3006089"/>
                <a:gd name="connsiteY2181" fmla="*/ 989648 h 2297429"/>
                <a:gd name="connsiteX2182" fmla="*/ 2193608 w 3006089"/>
                <a:gd name="connsiteY2182" fmla="*/ 991076 h 2297429"/>
                <a:gd name="connsiteX2183" fmla="*/ 2191703 w 3006089"/>
                <a:gd name="connsiteY2183" fmla="*/ 992505 h 2297429"/>
                <a:gd name="connsiteX2184" fmla="*/ 2190750 w 3006089"/>
                <a:gd name="connsiteY2184" fmla="*/ 994410 h 2297429"/>
                <a:gd name="connsiteX2185" fmla="*/ 2191226 w 3006089"/>
                <a:gd name="connsiteY2185" fmla="*/ 1002030 h 2297429"/>
                <a:gd name="connsiteX2186" fmla="*/ 2190750 w 3006089"/>
                <a:gd name="connsiteY2186" fmla="*/ 1003935 h 2297429"/>
                <a:gd name="connsiteX2187" fmla="*/ 2189798 w 3006089"/>
                <a:gd name="connsiteY2187" fmla="*/ 1005364 h 2297429"/>
                <a:gd name="connsiteX2188" fmla="*/ 2189321 w 3006089"/>
                <a:gd name="connsiteY2188" fmla="*/ 1007269 h 2297429"/>
                <a:gd name="connsiteX2189" fmla="*/ 2189321 w 3006089"/>
                <a:gd name="connsiteY2189" fmla="*/ 1009650 h 2297429"/>
                <a:gd name="connsiteX2190" fmla="*/ 2190274 w 3006089"/>
                <a:gd name="connsiteY2190" fmla="*/ 1011079 h 2297429"/>
                <a:gd name="connsiteX2191" fmla="*/ 2196465 w 3006089"/>
                <a:gd name="connsiteY2191" fmla="*/ 1011555 h 2297429"/>
                <a:gd name="connsiteX2192" fmla="*/ 2202180 w 3006089"/>
                <a:gd name="connsiteY2192" fmla="*/ 1009650 h 2297429"/>
                <a:gd name="connsiteX2193" fmla="*/ 2215515 w 3006089"/>
                <a:gd name="connsiteY2193" fmla="*/ 1002983 h 2297429"/>
                <a:gd name="connsiteX2194" fmla="*/ 2223135 w 3006089"/>
                <a:gd name="connsiteY2194" fmla="*/ 1000125 h 2297429"/>
                <a:gd name="connsiteX2195" fmla="*/ 2226469 w 3006089"/>
                <a:gd name="connsiteY2195" fmla="*/ 996315 h 2297429"/>
                <a:gd name="connsiteX2196" fmla="*/ 2228850 w 3006089"/>
                <a:gd name="connsiteY2196" fmla="*/ 995839 h 2297429"/>
                <a:gd name="connsiteX2197" fmla="*/ 2232184 w 3006089"/>
                <a:gd name="connsiteY2197" fmla="*/ 996791 h 2297429"/>
                <a:gd name="connsiteX2198" fmla="*/ 2237423 w 3006089"/>
                <a:gd name="connsiteY2198" fmla="*/ 999173 h 2297429"/>
                <a:gd name="connsiteX2199" fmla="*/ 2241233 w 3006089"/>
                <a:gd name="connsiteY2199" fmla="*/ 997268 h 2297429"/>
                <a:gd name="connsiteX2200" fmla="*/ 2246471 w 3006089"/>
                <a:gd name="connsiteY2200" fmla="*/ 992505 h 2297429"/>
                <a:gd name="connsiteX2201" fmla="*/ 2249805 w 3006089"/>
                <a:gd name="connsiteY2201" fmla="*/ 990124 h 2297429"/>
                <a:gd name="connsiteX2202" fmla="*/ 2251710 w 3006089"/>
                <a:gd name="connsiteY2202" fmla="*/ 990124 h 2297429"/>
                <a:gd name="connsiteX2203" fmla="*/ 2254568 w 3006089"/>
                <a:gd name="connsiteY2203" fmla="*/ 991076 h 2297429"/>
                <a:gd name="connsiteX2204" fmla="*/ 2252662 w 3006089"/>
                <a:gd name="connsiteY2204" fmla="*/ 992505 h 2297429"/>
                <a:gd name="connsiteX2205" fmla="*/ 2247424 w 3006089"/>
                <a:gd name="connsiteY2205" fmla="*/ 994886 h 2297429"/>
                <a:gd name="connsiteX2206" fmla="*/ 2245995 w 3006089"/>
                <a:gd name="connsiteY2206" fmla="*/ 996315 h 2297429"/>
                <a:gd name="connsiteX2207" fmla="*/ 2246948 w 3006089"/>
                <a:gd name="connsiteY2207" fmla="*/ 997744 h 2297429"/>
                <a:gd name="connsiteX2208" fmla="*/ 2250758 w 3006089"/>
                <a:gd name="connsiteY2208" fmla="*/ 998220 h 2297429"/>
                <a:gd name="connsiteX2209" fmla="*/ 2253139 w 3006089"/>
                <a:gd name="connsiteY2209" fmla="*/ 999649 h 2297429"/>
                <a:gd name="connsiteX2210" fmla="*/ 2252662 w 3006089"/>
                <a:gd name="connsiteY2210" fmla="*/ 1001078 h 2297429"/>
                <a:gd name="connsiteX2211" fmla="*/ 2247424 w 3006089"/>
                <a:gd name="connsiteY2211" fmla="*/ 1005364 h 2297429"/>
                <a:gd name="connsiteX2212" fmla="*/ 2247900 w 3006089"/>
                <a:gd name="connsiteY2212" fmla="*/ 1006316 h 2297429"/>
                <a:gd name="connsiteX2213" fmla="*/ 2250758 w 3006089"/>
                <a:gd name="connsiteY2213" fmla="*/ 1007269 h 2297429"/>
                <a:gd name="connsiteX2214" fmla="*/ 2252662 w 3006089"/>
                <a:gd name="connsiteY2214" fmla="*/ 1007269 h 2297429"/>
                <a:gd name="connsiteX2215" fmla="*/ 2254091 w 3006089"/>
                <a:gd name="connsiteY2215" fmla="*/ 1006793 h 2297429"/>
                <a:gd name="connsiteX2216" fmla="*/ 2254568 w 3006089"/>
                <a:gd name="connsiteY2216" fmla="*/ 1007745 h 2297429"/>
                <a:gd name="connsiteX2217" fmla="*/ 2254091 w 3006089"/>
                <a:gd name="connsiteY2217" fmla="*/ 1009650 h 2297429"/>
                <a:gd name="connsiteX2218" fmla="*/ 2255520 w 3006089"/>
                <a:gd name="connsiteY2218" fmla="*/ 1012508 h 2297429"/>
                <a:gd name="connsiteX2219" fmla="*/ 2263140 w 3006089"/>
                <a:gd name="connsiteY2219" fmla="*/ 1020128 h 2297429"/>
                <a:gd name="connsiteX2220" fmla="*/ 2265521 w 3006089"/>
                <a:gd name="connsiteY2220" fmla="*/ 1021556 h 2297429"/>
                <a:gd name="connsiteX2221" fmla="*/ 2268379 w 3006089"/>
                <a:gd name="connsiteY2221" fmla="*/ 1022509 h 2297429"/>
                <a:gd name="connsiteX2222" fmla="*/ 2271236 w 3006089"/>
                <a:gd name="connsiteY2222" fmla="*/ 1022985 h 2297429"/>
                <a:gd name="connsiteX2223" fmla="*/ 2277904 w 3006089"/>
                <a:gd name="connsiteY2223" fmla="*/ 1022033 h 2297429"/>
                <a:gd name="connsiteX2224" fmla="*/ 2278856 w 3006089"/>
                <a:gd name="connsiteY2224" fmla="*/ 1020128 h 2297429"/>
                <a:gd name="connsiteX2225" fmla="*/ 2273618 w 3006089"/>
                <a:gd name="connsiteY2225" fmla="*/ 1012984 h 2297429"/>
                <a:gd name="connsiteX2226" fmla="*/ 2275046 w 3006089"/>
                <a:gd name="connsiteY2226" fmla="*/ 1012031 h 2297429"/>
                <a:gd name="connsiteX2227" fmla="*/ 2279809 w 3006089"/>
                <a:gd name="connsiteY2227" fmla="*/ 1012031 h 2297429"/>
                <a:gd name="connsiteX2228" fmla="*/ 2282666 w 3006089"/>
                <a:gd name="connsiteY2228" fmla="*/ 1012508 h 2297429"/>
                <a:gd name="connsiteX2229" fmla="*/ 2283619 w 3006089"/>
                <a:gd name="connsiteY2229" fmla="*/ 1013460 h 2297429"/>
                <a:gd name="connsiteX2230" fmla="*/ 2284571 w 3006089"/>
                <a:gd name="connsiteY2230" fmla="*/ 1014889 h 2297429"/>
                <a:gd name="connsiteX2231" fmla="*/ 2285048 w 3006089"/>
                <a:gd name="connsiteY2231" fmla="*/ 1017270 h 2297429"/>
                <a:gd name="connsiteX2232" fmla="*/ 2285048 w 3006089"/>
                <a:gd name="connsiteY2232" fmla="*/ 1019651 h 2297429"/>
                <a:gd name="connsiteX2233" fmla="*/ 2283143 w 3006089"/>
                <a:gd name="connsiteY2233" fmla="*/ 1024414 h 2297429"/>
                <a:gd name="connsiteX2234" fmla="*/ 2281714 w 3006089"/>
                <a:gd name="connsiteY2234" fmla="*/ 1026319 h 2297429"/>
                <a:gd name="connsiteX2235" fmla="*/ 2281714 w 3006089"/>
                <a:gd name="connsiteY2235" fmla="*/ 1028224 h 2297429"/>
                <a:gd name="connsiteX2236" fmla="*/ 2283619 w 3006089"/>
                <a:gd name="connsiteY2236" fmla="*/ 1032034 h 2297429"/>
                <a:gd name="connsiteX2237" fmla="*/ 2286000 w 3006089"/>
                <a:gd name="connsiteY2237" fmla="*/ 1034415 h 2297429"/>
                <a:gd name="connsiteX2238" fmla="*/ 2289334 w 3006089"/>
                <a:gd name="connsiteY2238" fmla="*/ 1036320 h 2297429"/>
                <a:gd name="connsiteX2239" fmla="*/ 2291715 w 3006089"/>
                <a:gd name="connsiteY2239" fmla="*/ 1036320 h 2297429"/>
                <a:gd name="connsiteX2240" fmla="*/ 2301240 w 3006089"/>
                <a:gd name="connsiteY2240" fmla="*/ 1032034 h 2297429"/>
                <a:gd name="connsiteX2241" fmla="*/ 2302193 w 3006089"/>
                <a:gd name="connsiteY2241" fmla="*/ 1032510 h 2297429"/>
                <a:gd name="connsiteX2242" fmla="*/ 2300764 w 3006089"/>
                <a:gd name="connsiteY2242" fmla="*/ 1035368 h 2297429"/>
                <a:gd name="connsiteX2243" fmla="*/ 2300764 w 3006089"/>
                <a:gd name="connsiteY2243" fmla="*/ 1037749 h 2297429"/>
                <a:gd name="connsiteX2244" fmla="*/ 2309812 w 3006089"/>
                <a:gd name="connsiteY2244" fmla="*/ 1047274 h 2297429"/>
                <a:gd name="connsiteX2245" fmla="*/ 2315051 w 3006089"/>
                <a:gd name="connsiteY2245" fmla="*/ 1056799 h 2297429"/>
                <a:gd name="connsiteX2246" fmla="*/ 2321243 w 3006089"/>
                <a:gd name="connsiteY2246" fmla="*/ 1064419 h 2297429"/>
                <a:gd name="connsiteX2247" fmla="*/ 2326481 w 3006089"/>
                <a:gd name="connsiteY2247" fmla="*/ 1073468 h 2297429"/>
                <a:gd name="connsiteX2248" fmla="*/ 2334101 w 3006089"/>
                <a:gd name="connsiteY2248" fmla="*/ 1091565 h 2297429"/>
                <a:gd name="connsiteX2249" fmla="*/ 2336006 w 3006089"/>
                <a:gd name="connsiteY2249" fmla="*/ 1093470 h 2297429"/>
                <a:gd name="connsiteX2250" fmla="*/ 2338387 w 3006089"/>
                <a:gd name="connsiteY2250" fmla="*/ 1094899 h 2297429"/>
                <a:gd name="connsiteX2251" fmla="*/ 2338864 w 3006089"/>
                <a:gd name="connsiteY2251" fmla="*/ 1096804 h 2297429"/>
                <a:gd name="connsiteX2252" fmla="*/ 2334101 w 3006089"/>
                <a:gd name="connsiteY2252" fmla="*/ 1103948 h 2297429"/>
                <a:gd name="connsiteX2253" fmla="*/ 2329815 w 3006089"/>
                <a:gd name="connsiteY2253" fmla="*/ 1105853 h 2297429"/>
                <a:gd name="connsiteX2254" fmla="*/ 2323624 w 3006089"/>
                <a:gd name="connsiteY2254" fmla="*/ 1107281 h 2297429"/>
                <a:gd name="connsiteX2255" fmla="*/ 2319337 w 3006089"/>
                <a:gd name="connsiteY2255" fmla="*/ 1109663 h 2297429"/>
                <a:gd name="connsiteX2256" fmla="*/ 2314099 w 3006089"/>
                <a:gd name="connsiteY2256" fmla="*/ 1118235 h 2297429"/>
                <a:gd name="connsiteX2257" fmla="*/ 2313146 w 3006089"/>
                <a:gd name="connsiteY2257" fmla="*/ 1121569 h 2297429"/>
                <a:gd name="connsiteX2258" fmla="*/ 2312670 w 3006089"/>
                <a:gd name="connsiteY2258" fmla="*/ 1125379 h 2297429"/>
                <a:gd name="connsiteX2259" fmla="*/ 2311241 w 3006089"/>
                <a:gd name="connsiteY2259" fmla="*/ 1127284 h 2297429"/>
                <a:gd name="connsiteX2260" fmla="*/ 2305526 w 3006089"/>
                <a:gd name="connsiteY2260" fmla="*/ 1128713 h 2297429"/>
                <a:gd name="connsiteX2261" fmla="*/ 2302669 w 3006089"/>
                <a:gd name="connsiteY2261" fmla="*/ 1130141 h 2297429"/>
                <a:gd name="connsiteX2262" fmla="*/ 2300287 w 3006089"/>
                <a:gd name="connsiteY2262" fmla="*/ 1132523 h 2297429"/>
                <a:gd name="connsiteX2263" fmla="*/ 2297906 w 3006089"/>
                <a:gd name="connsiteY2263" fmla="*/ 1135380 h 2297429"/>
                <a:gd name="connsiteX2264" fmla="*/ 2292668 w 3006089"/>
                <a:gd name="connsiteY2264" fmla="*/ 1139666 h 2297429"/>
                <a:gd name="connsiteX2265" fmla="*/ 2280761 w 3006089"/>
                <a:gd name="connsiteY2265" fmla="*/ 1148239 h 2297429"/>
                <a:gd name="connsiteX2266" fmla="*/ 2265521 w 3006089"/>
                <a:gd name="connsiteY2266" fmla="*/ 1156811 h 2297429"/>
                <a:gd name="connsiteX2267" fmla="*/ 2264093 w 3006089"/>
                <a:gd name="connsiteY2267" fmla="*/ 1159193 h 2297429"/>
                <a:gd name="connsiteX2268" fmla="*/ 2263616 w 3006089"/>
                <a:gd name="connsiteY2268" fmla="*/ 1160621 h 2297429"/>
                <a:gd name="connsiteX2269" fmla="*/ 2264569 w 3006089"/>
                <a:gd name="connsiteY2269" fmla="*/ 1163003 h 2297429"/>
                <a:gd name="connsiteX2270" fmla="*/ 2268855 w 3006089"/>
                <a:gd name="connsiteY2270" fmla="*/ 1167765 h 2297429"/>
                <a:gd name="connsiteX2271" fmla="*/ 2276951 w 3006089"/>
                <a:gd name="connsiteY2271" fmla="*/ 1175385 h 2297429"/>
                <a:gd name="connsiteX2272" fmla="*/ 2284095 w 3006089"/>
                <a:gd name="connsiteY2272" fmla="*/ 1179195 h 2297429"/>
                <a:gd name="connsiteX2273" fmla="*/ 2286953 w 3006089"/>
                <a:gd name="connsiteY2273" fmla="*/ 1181576 h 2297429"/>
                <a:gd name="connsiteX2274" fmla="*/ 2290286 w 3006089"/>
                <a:gd name="connsiteY2274" fmla="*/ 1187768 h 2297429"/>
                <a:gd name="connsiteX2275" fmla="*/ 2293144 w 3006089"/>
                <a:gd name="connsiteY2275" fmla="*/ 1193959 h 2297429"/>
                <a:gd name="connsiteX2276" fmla="*/ 2293620 w 3006089"/>
                <a:gd name="connsiteY2276" fmla="*/ 1197293 h 2297429"/>
                <a:gd name="connsiteX2277" fmla="*/ 2289334 w 3006089"/>
                <a:gd name="connsiteY2277" fmla="*/ 1197293 h 2297429"/>
                <a:gd name="connsiteX2278" fmla="*/ 2282666 w 3006089"/>
                <a:gd name="connsiteY2278" fmla="*/ 1195388 h 2297429"/>
                <a:gd name="connsiteX2279" fmla="*/ 2278856 w 3006089"/>
                <a:gd name="connsiteY2279" fmla="*/ 1195388 h 2297429"/>
                <a:gd name="connsiteX2280" fmla="*/ 2273618 w 3006089"/>
                <a:gd name="connsiteY2280" fmla="*/ 1196340 h 2297429"/>
                <a:gd name="connsiteX2281" fmla="*/ 2270284 w 3006089"/>
                <a:gd name="connsiteY2281" fmla="*/ 1197293 h 2297429"/>
                <a:gd name="connsiteX2282" fmla="*/ 2265045 w 3006089"/>
                <a:gd name="connsiteY2282" fmla="*/ 1202055 h 2297429"/>
                <a:gd name="connsiteX2283" fmla="*/ 2261711 w 3006089"/>
                <a:gd name="connsiteY2283" fmla="*/ 1203484 h 2297429"/>
                <a:gd name="connsiteX2284" fmla="*/ 2258854 w 3006089"/>
                <a:gd name="connsiteY2284" fmla="*/ 1203960 h 2297429"/>
                <a:gd name="connsiteX2285" fmla="*/ 2255996 w 3006089"/>
                <a:gd name="connsiteY2285" fmla="*/ 1203960 h 2297429"/>
                <a:gd name="connsiteX2286" fmla="*/ 2249805 w 3006089"/>
                <a:gd name="connsiteY2286" fmla="*/ 1202531 h 2297429"/>
                <a:gd name="connsiteX2287" fmla="*/ 2245519 w 3006089"/>
                <a:gd name="connsiteY2287" fmla="*/ 1203008 h 2297429"/>
                <a:gd name="connsiteX2288" fmla="*/ 2243137 w 3006089"/>
                <a:gd name="connsiteY2288" fmla="*/ 1203960 h 2297429"/>
                <a:gd name="connsiteX2289" fmla="*/ 2241233 w 3006089"/>
                <a:gd name="connsiteY2289" fmla="*/ 1205865 h 2297429"/>
                <a:gd name="connsiteX2290" fmla="*/ 2239328 w 3006089"/>
                <a:gd name="connsiteY2290" fmla="*/ 1208723 h 2297429"/>
                <a:gd name="connsiteX2291" fmla="*/ 2234089 w 3006089"/>
                <a:gd name="connsiteY2291" fmla="*/ 1209199 h 2297429"/>
                <a:gd name="connsiteX2292" fmla="*/ 2220754 w 3006089"/>
                <a:gd name="connsiteY2292" fmla="*/ 1206818 h 2297429"/>
                <a:gd name="connsiteX2293" fmla="*/ 2217896 w 3006089"/>
                <a:gd name="connsiteY2293" fmla="*/ 1207770 h 2297429"/>
                <a:gd name="connsiteX2294" fmla="*/ 2218849 w 3006089"/>
                <a:gd name="connsiteY2294" fmla="*/ 1210151 h 2297429"/>
                <a:gd name="connsiteX2295" fmla="*/ 2227898 w 3006089"/>
                <a:gd name="connsiteY2295" fmla="*/ 1216819 h 2297429"/>
                <a:gd name="connsiteX2296" fmla="*/ 2229803 w 3006089"/>
                <a:gd name="connsiteY2296" fmla="*/ 1218724 h 2297429"/>
                <a:gd name="connsiteX2297" fmla="*/ 2231708 w 3006089"/>
                <a:gd name="connsiteY2297" fmla="*/ 1221105 h 2297429"/>
                <a:gd name="connsiteX2298" fmla="*/ 2233136 w 3006089"/>
                <a:gd name="connsiteY2298" fmla="*/ 1223963 h 2297429"/>
                <a:gd name="connsiteX2299" fmla="*/ 2233136 w 3006089"/>
                <a:gd name="connsiteY2299" fmla="*/ 1226344 h 2297429"/>
                <a:gd name="connsiteX2300" fmla="*/ 2231231 w 3006089"/>
                <a:gd name="connsiteY2300" fmla="*/ 1228249 h 2297429"/>
                <a:gd name="connsiteX2301" fmla="*/ 2230279 w 3006089"/>
                <a:gd name="connsiteY2301" fmla="*/ 1230154 h 2297429"/>
                <a:gd name="connsiteX2302" fmla="*/ 2230755 w 3006089"/>
                <a:gd name="connsiteY2302" fmla="*/ 1232535 h 2297429"/>
                <a:gd name="connsiteX2303" fmla="*/ 2229803 w 3006089"/>
                <a:gd name="connsiteY2303" fmla="*/ 1233488 h 2297429"/>
                <a:gd name="connsiteX2304" fmla="*/ 2226469 w 3006089"/>
                <a:gd name="connsiteY2304" fmla="*/ 1231583 h 2297429"/>
                <a:gd name="connsiteX2305" fmla="*/ 2225516 w 3006089"/>
                <a:gd name="connsiteY2305" fmla="*/ 1230154 h 2297429"/>
                <a:gd name="connsiteX2306" fmla="*/ 2225516 w 3006089"/>
                <a:gd name="connsiteY2306" fmla="*/ 1228725 h 2297429"/>
                <a:gd name="connsiteX2307" fmla="*/ 2226469 w 3006089"/>
                <a:gd name="connsiteY2307" fmla="*/ 1227773 h 2297429"/>
                <a:gd name="connsiteX2308" fmla="*/ 2228374 w 3006089"/>
                <a:gd name="connsiteY2308" fmla="*/ 1223963 h 2297429"/>
                <a:gd name="connsiteX2309" fmla="*/ 2227898 w 3006089"/>
                <a:gd name="connsiteY2309" fmla="*/ 1221581 h 2297429"/>
                <a:gd name="connsiteX2310" fmla="*/ 2223611 w 3006089"/>
                <a:gd name="connsiteY2310" fmla="*/ 1216819 h 2297429"/>
                <a:gd name="connsiteX2311" fmla="*/ 2217420 w 3006089"/>
                <a:gd name="connsiteY2311" fmla="*/ 1212056 h 2297429"/>
                <a:gd name="connsiteX2312" fmla="*/ 2209324 w 3006089"/>
                <a:gd name="connsiteY2312" fmla="*/ 1208723 h 2297429"/>
                <a:gd name="connsiteX2313" fmla="*/ 2195036 w 3006089"/>
                <a:gd name="connsiteY2313" fmla="*/ 1203960 h 2297429"/>
                <a:gd name="connsiteX2314" fmla="*/ 2185035 w 3006089"/>
                <a:gd name="connsiteY2314" fmla="*/ 1201579 h 2297429"/>
                <a:gd name="connsiteX2315" fmla="*/ 2178844 w 3006089"/>
                <a:gd name="connsiteY2315" fmla="*/ 1201579 h 2297429"/>
                <a:gd name="connsiteX2316" fmla="*/ 2174081 w 3006089"/>
                <a:gd name="connsiteY2316" fmla="*/ 1201103 h 2297429"/>
                <a:gd name="connsiteX2317" fmla="*/ 2168843 w 3006089"/>
                <a:gd name="connsiteY2317" fmla="*/ 1199198 h 2297429"/>
                <a:gd name="connsiteX2318" fmla="*/ 2166461 w 3006089"/>
                <a:gd name="connsiteY2318" fmla="*/ 1199674 h 2297429"/>
                <a:gd name="connsiteX2319" fmla="*/ 2165509 w 3006089"/>
                <a:gd name="connsiteY2319" fmla="*/ 1200626 h 2297429"/>
                <a:gd name="connsiteX2320" fmla="*/ 2163128 w 3006089"/>
                <a:gd name="connsiteY2320" fmla="*/ 1203960 h 2297429"/>
                <a:gd name="connsiteX2321" fmla="*/ 2162175 w 3006089"/>
                <a:gd name="connsiteY2321" fmla="*/ 1204913 h 2297429"/>
                <a:gd name="connsiteX2322" fmla="*/ 2162175 w 3006089"/>
                <a:gd name="connsiteY2322" fmla="*/ 1206341 h 2297429"/>
                <a:gd name="connsiteX2323" fmla="*/ 2165509 w 3006089"/>
                <a:gd name="connsiteY2323" fmla="*/ 1212533 h 2297429"/>
                <a:gd name="connsiteX2324" fmla="*/ 2165509 w 3006089"/>
                <a:gd name="connsiteY2324" fmla="*/ 1213961 h 2297429"/>
                <a:gd name="connsiteX2325" fmla="*/ 2162651 w 3006089"/>
                <a:gd name="connsiteY2325" fmla="*/ 1215866 h 2297429"/>
                <a:gd name="connsiteX2326" fmla="*/ 2147887 w 3006089"/>
                <a:gd name="connsiteY2326" fmla="*/ 1220629 h 2297429"/>
                <a:gd name="connsiteX2327" fmla="*/ 2144078 w 3006089"/>
                <a:gd name="connsiteY2327" fmla="*/ 1223486 h 2297429"/>
                <a:gd name="connsiteX2328" fmla="*/ 2142173 w 3006089"/>
                <a:gd name="connsiteY2328" fmla="*/ 1225868 h 2297429"/>
                <a:gd name="connsiteX2329" fmla="*/ 2140744 w 3006089"/>
                <a:gd name="connsiteY2329" fmla="*/ 1228249 h 2297429"/>
                <a:gd name="connsiteX2330" fmla="*/ 2138839 w 3006089"/>
                <a:gd name="connsiteY2330" fmla="*/ 1235393 h 2297429"/>
                <a:gd name="connsiteX2331" fmla="*/ 2137410 w 3006089"/>
                <a:gd name="connsiteY2331" fmla="*/ 1238250 h 2297429"/>
                <a:gd name="connsiteX2332" fmla="*/ 2136934 w 3006089"/>
                <a:gd name="connsiteY2332" fmla="*/ 1240155 h 2297429"/>
                <a:gd name="connsiteX2333" fmla="*/ 2136934 w 3006089"/>
                <a:gd name="connsiteY2333" fmla="*/ 1243013 h 2297429"/>
                <a:gd name="connsiteX2334" fmla="*/ 2137886 w 3006089"/>
                <a:gd name="connsiteY2334" fmla="*/ 1245394 h 2297429"/>
                <a:gd name="connsiteX2335" fmla="*/ 2142173 w 3006089"/>
                <a:gd name="connsiteY2335" fmla="*/ 1252061 h 2297429"/>
                <a:gd name="connsiteX2336" fmla="*/ 2144078 w 3006089"/>
                <a:gd name="connsiteY2336" fmla="*/ 1253966 h 2297429"/>
                <a:gd name="connsiteX2337" fmla="*/ 2150745 w 3006089"/>
                <a:gd name="connsiteY2337" fmla="*/ 1259205 h 2297429"/>
                <a:gd name="connsiteX2338" fmla="*/ 2151698 w 3006089"/>
                <a:gd name="connsiteY2338" fmla="*/ 1259681 h 2297429"/>
                <a:gd name="connsiteX2339" fmla="*/ 2155984 w 3006089"/>
                <a:gd name="connsiteY2339" fmla="*/ 1259681 h 2297429"/>
                <a:gd name="connsiteX2340" fmla="*/ 2159318 w 3006089"/>
                <a:gd name="connsiteY2340" fmla="*/ 1260634 h 2297429"/>
                <a:gd name="connsiteX2341" fmla="*/ 2163604 w 3006089"/>
                <a:gd name="connsiteY2341" fmla="*/ 1263015 h 2297429"/>
                <a:gd name="connsiteX2342" fmla="*/ 2167890 w 3006089"/>
                <a:gd name="connsiteY2342" fmla="*/ 1263968 h 2297429"/>
                <a:gd name="connsiteX2343" fmla="*/ 2171700 w 3006089"/>
                <a:gd name="connsiteY2343" fmla="*/ 1263491 h 2297429"/>
                <a:gd name="connsiteX2344" fmla="*/ 2176462 w 3006089"/>
                <a:gd name="connsiteY2344" fmla="*/ 1264444 h 2297429"/>
                <a:gd name="connsiteX2345" fmla="*/ 2182178 w 3006089"/>
                <a:gd name="connsiteY2345" fmla="*/ 1266349 h 2297429"/>
                <a:gd name="connsiteX2346" fmla="*/ 2186464 w 3006089"/>
                <a:gd name="connsiteY2346" fmla="*/ 1266349 h 2297429"/>
                <a:gd name="connsiteX2347" fmla="*/ 2189798 w 3006089"/>
                <a:gd name="connsiteY2347" fmla="*/ 1263968 h 2297429"/>
                <a:gd name="connsiteX2348" fmla="*/ 2192179 w 3006089"/>
                <a:gd name="connsiteY2348" fmla="*/ 1263015 h 2297429"/>
                <a:gd name="connsiteX2349" fmla="*/ 2194560 w 3006089"/>
                <a:gd name="connsiteY2349" fmla="*/ 1263491 h 2297429"/>
                <a:gd name="connsiteX2350" fmla="*/ 2197418 w 3006089"/>
                <a:gd name="connsiteY2350" fmla="*/ 1263015 h 2297429"/>
                <a:gd name="connsiteX2351" fmla="*/ 2207419 w 3006089"/>
                <a:gd name="connsiteY2351" fmla="*/ 1259205 h 2297429"/>
                <a:gd name="connsiteX2352" fmla="*/ 2210276 w 3006089"/>
                <a:gd name="connsiteY2352" fmla="*/ 1258729 h 2297429"/>
                <a:gd name="connsiteX2353" fmla="*/ 2217420 w 3006089"/>
                <a:gd name="connsiteY2353" fmla="*/ 1258729 h 2297429"/>
                <a:gd name="connsiteX2354" fmla="*/ 2218849 w 3006089"/>
                <a:gd name="connsiteY2354" fmla="*/ 1258253 h 2297429"/>
                <a:gd name="connsiteX2355" fmla="*/ 2220754 w 3006089"/>
                <a:gd name="connsiteY2355" fmla="*/ 1251109 h 2297429"/>
                <a:gd name="connsiteX2356" fmla="*/ 2228374 w 3006089"/>
                <a:gd name="connsiteY2356" fmla="*/ 1250156 h 2297429"/>
                <a:gd name="connsiteX2357" fmla="*/ 2233612 w 3006089"/>
                <a:gd name="connsiteY2357" fmla="*/ 1253014 h 2297429"/>
                <a:gd name="connsiteX2358" fmla="*/ 2237423 w 3006089"/>
                <a:gd name="connsiteY2358" fmla="*/ 1253966 h 2297429"/>
                <a:gd name="connsiteX2359" fmla="*/ 2242661 w 3006089"/>
                <a:gd name="connsiteY2359" fmla="*/ 1254443 h 2297429"/>
                <a:gd name="connsiteX2360" fmla="*/ 2248376 w 3006089"/>
                <a:gd name="connsiteY2360" fmla="*/ 1253966 h 2297429"/>
                <a:gd name="connsiteX2361" fmla="*/ 2255044 w 3006089"/>
                <a:gd name="connsiteY2361" fmla="*/ 1252061 h 2297429"/>
                <a:gd name="connsiteX2362" fmla="*/ 2256949 w 3006089"/>
                <a:gd name="connsiteY2362" fmla="*/ 1248728 h 2297429"/>
                <a:gd name="connsiteX2363" fmla="*/ 2254091 w 3006089"/>
                <a:gd name="connsiteY2363" fmla="*/ 1243965 h 2297429"/>
                <a:gd name="connsiteX2364" fmla="*/ 2250758 w 3006089"/>
                <a:gd name="connsiteY2364" fmla="*/ 1240155 h 2297429"/>
                <a:gd name="connsiteX2365" fmla="*/ 2247424 w 3006089"/>
                <a:gd name="connsiteY2365" fmla="*/ 1237298 h 2297429"/>
                <a:gd name="connsiteX2366" fmla="*/ 2247424 w 3006089"/>
                <a:gd name="connsiteY2366" fmla="*/ 1235869 h 2297429"/>
                <a:gd name="connsiteX2367" fmla="*/ 2250758 w 3006089"/>
                <a:gd name="connsiteY2367" fmla="*/ 1235869 h 2297429"/>
                <a:gd name="connsiteX2368" fmla="*/ 2253139 w 3006089"/>
                <a:gd name="connsiteY2368" fmla="*/ 1235393 h 2297429"/>
                <a:gd name="connsiteX2369" fmla="*/ 2254091 w 3006089"/>
                <a:gd name="connsiteY2369" fmla="*/ 1234440 h 2297429"/>
                <a:gd name="connsiteX2370" fmla="*/ 2255520 w 3006089"/>
                <a:gd name="connsiteY2370" fmla="*/ 1233964 h 2297429"/>
                <a:gd name="connsiteX2371" fmla="*/ 2256949 w 3006089"/>
                <a:gd name="connsiteY2371" fmla="*/ 1234440 h 2297429"/>
                <a:gd name="connsiteX2372" fmla="*/ 2258378 w 3006089"/>
                <a:gd name="connsiteY2372" fmla="*/ 1236345 h 2297429"/>
                <a:gd name="connsiteX2373" fmla="*/ 2259806 w 3006089"/>
                <a:gd name="connsiteY2373" fmla="*/ 1240155 h 2297429"/>
                <a:gd name="connsiteX2374" fmla="*/ 2261235 w 3006089"/>
                <a:gd name="connsiteY2374" fmla="*/ 1242536 h 2297429"/>
                <a:gd name="connsiteX2375" fmla="*/ 2263140 w 3006089"/>
                <a:gd name="connsiteY2375" fmla="*/ 1243965 h 2297429"/>
                <a:gd name="connsiteX2376" fmla="*/ 2264569 w 3006089"/>
                <a:gd name="connsiteY2376" fmla="*/ 1244441 h 2297429"/>
                <a:gd name="connsiteX2377" fmla="*/ 2271712 w 3006089"/>
                <a:gd name="connsiteY2377" fmla="*/ 1244918 h 2297429"/>
                <a:gd name="connsiteX2378" fmla="*/ 2274094 w 3006089"/>
                <a:gd name="connsiteY2378" fmla="*/ 1245870 h 2297429"/>
                <a:gd name="connsiteX2379" fmla="*/ 2275046 w 3006089"/>
                <a:gd name="connsiteY2379" fmla="*/ 1253490 h 2297429"/>
                <a:gd name="connsiteX2380" fmla="*/ 2275046 w 3006089"/>
                <a:gd name="connsiteY2380" fmla="*/ 1254919 h 2297429"/>
                <a:gd name="connsiteX2381" fmla="*/ 2275999 w 3006089"/>
                <a:gd name="connsiteY2381" fmla="*/ 1255871 h 2297429"/>
                <a:gd name="connsiteX2382" fmla="*/ 2277428 w 3006089"/>
                <a:gd name="connsiteY2382" fmla="*/ 1255871 h 2297429"/>
                <a:gd name="connsiteX2383" fmla="*/ 2278856 w 3006089"/>
                <a:gd name="connsiteY2383" fmla="*/ 1254919 h 2297429"/>
                <a:gd name="connsiteX2384" fmla="*/ 2279809 w 3006089"/>
                <a:gd name="connsiteY2384" fmla="*/ 1253490 h 2297429"/>
                <a:gd name="connsiteX2385" fmla="*/ 2281237 w 3006089"/>
                <a:gd name="connsiteY2385" fmla="*/ 1247299 h 2297429"/>
                <a:gd name="connsiteX2386" fmla="*/ 2282666 w 3006089"/>
                <a:gd name="connsiteY2386" fmla="*/ 1246823 h 2297429"/>
                <a:gd name="connsiteX2387" fmla="*/ 2285048 w 3006089"/>
                <a:gd name="connsiteY2387" fmla="*/ 1247775 h 2297429"/>
                <a:gd name="connsiteX2388" fmla="*/ 2287429 w 3006089"/>
                <a:gd name="connsiteY2388" fmla="*/ 1247775 h 2297429"/>
                <a:gd name="connsiteX2389" fmla="*/ 2290762 w 3006089"/>
                <a:gd name="connsiteY2389" fmla="*/ 1245870 h 2297429"/>
                <a:gd name="connsiteX2390" fmla="*/ 2297906 w 3006089"/>
                <a:gd name="connsiteY2390" fmla="*/ 1247299 h 2297429"/>
                <a:gd name="connsiteX2391" fmla="*/ 2302669 w 3006089"/>
                <a:gd name="connsiteY2391" fmla="*/ 1246823 h 2297429"/>
                <a:gd name="connsiteX2392" fmla="*/ 2302669 w 3006089"/>
                <a:gd name="connsiteY2392" fmla="*/ 1248251 h 2297429"/>
                <a:gd name="connsiteX2393" fmla="*/ 2296954 w 3006089"/>
                <a:gd name="connsiteY2393" fmla="*/ 1255871 h 2297429"/>
                <a:gd name="connsiteX2394" fmla="*/ 2296478 w 3006089"/>
                <a:gd name="connsiteY2394" fmla="*/ 1257300 h 2297429"/>
                <a:gd name="connsiteX2395" fmla="*/ 2299335 w 3006089"/>
                <a:gd name="connsiteY2395" fmla="*/ 1258253 h 2297429"/>
                <a:gd name="connsiteX2396" fmla="*/ 2303145 w 3006089"/>
                <a:gd name="connsiteY2396" fmla="*/ 1260634 h 2297429"/>
                <a:gd name="connsiteX2397" fmla="*/ 2306479 w 3006089"/>
                <a:gd name="connsiteY2397" fmla="*/ 1263491 h 2297429"/>
                <a:gd name="connsiteX2398" fmla="*/ 2315528 w 3006089"/>
                <a:gd name="connsiteY2398" fmla="*/ 1272540 h 2297429"/>
                <a:gd name="connsiteX2399" fmla="*/ 2321719 w 3006089"/>
                <a:gd name="connsiteY2399" fmla="*/ 1277303 h 2297429"/>
                <a:gd name="connsiteX2400" fmla="*/ 2323624 w 3006089"/>
                <a:gd name="connsiteY2400" fmla="*/ 1277779 h 2297429"/>
                <a:gd name="connsiteX2401" fmla="*/ 2325053 w 3006089"/>
                <a:gd name="connsiteY2401" fmla="*/ 1279684 h 2297429"/>
                <a:gd name="connsiteX2402" fmla="*/ 2326958 w 3006089"/>
                <a:gd name="connsiteY2402" fmla="*/ 1284446 h 2297429"/>
                <a:gd name="connsiteX2403" fmla="*/ 2329815 w 3006089"/>
                <a:gd name="connsiteY2403" fmla="*/ 1288733 h 2297429"/>
                <a:gd name="connsiteX2404" fmla="*/ 2331244 w 3006089"/>
                <a:gd name="connsiteY2404" fmla="*/ 1289209 h 2297429"/>
                <a:gd name="connsiteX2405" fmla="*/ 2338864 w 3006089"/>
                <a:gd name="connsiteY2405" fmla="*/ 1285399 h 2297429"/>
                <a:gd name="connsiteX2406" fmla="*/ 2340769 w 3006089"/>
                <a:gd name="connsiteY2406" fmla="*/ 1285399 h 2297429"/>
                <a:gd name="connsiteX2407" fmla="*/ 2341245 w 3006089"/>
                <a:gd name="connsiteY2407" fmla="*/ 1285399 h 2297429"/>
                <a:gd name="connsiteX2408" fmla="*/ 2340769 w 3006089"/>
                <a:gd name="connsiteY2408" fmla="*/ 1286351 h 2297429"/>
                <a:gd name="connsiteX2409" fmla="*/ 2339340 w 3006089"/>
                <a:gd name="connsiteY2409" fmla="*/ 1288256 h 2297429"/>
                <a:gd name="connsiteX2410" fmla="*/ 2336959 w 3006089"/>
                <a:gd name="connsiteY2410" fmla="*/ 1292543 h 2297429"/>
                <a:gd name="connsiteX2411" fmla="*/ 2336959 w 3006089"/>
                <a:gd name="connsiteY2411" fmla="*/ 1293971 h 2297429"/>
                <a:gd name="connsiteX2412" fmla="*/ 2339340 w 3006089"/>
                <a:gd name="connsiteY2412" fmla="*/ 1294924 h 2297429"/>
                <a:gd name="connsiteX2413" fmla="*/ 2352675 w 3006089"/>
                <a:gd name="connsiteY2413" fmla="*/ 1293971 h 2297429"/>
                <a:gd name="connsiteX2414" fmla="*/ 2356485 w 3006089"/>
                <a:gd name="connsiteY2414" fmla="*/ 1294924 h 2297429"/>
                <a:gd name="connsiteX2415" fmla="*/ 2359819 w 3006089"/>
                <a:gd name="connsiteY2415" fmla="*/ 1297305 h 2297429"/>
                <a:gd name="connsiteX2416" fmla="*/ 2361724 w 3006089"/>
                <a:gd name="connsiteY2416" fmla="*/ 1299210 h 2297429"/>
                <a:gd name="connsiteX2417" fmla="*/ 2362676 w 3006089"/>
                <a:gd name="connsiteY2417" fmla="*/ 1300639 h 2297429"/>
                <a:gd name="connsiteX2418" fmla="*/ 2363629 w 3006089"/>
                <a:gd name="connsiteY2418" fmla="*/ 1301115 h 2297429"/>
                <a:gd name="connsiteX2419" fmla="*/ 2367915 w 3006089"/>
                <a:gd name="connsiteY2419" fmla="*/ 1301591 h 2297429"/>
                <a:gd name="connsiteX2420" fmla="*/ 2367915 w 3006089"/>
                <a:gd name="connsiteY2420" fmla="*/ 1303020 h 2297429"/>
                <a:gd name="connsiteX2421" fmla="*/ 2365534 w 3006089"/>
                <a:gd name="connsiteY2421" fmla="*/ 1305401 h 2297429"/>
                <a:gd name="connsiteX2422" fmla="*/ 2360295 w 3006089"/>
                <a:gd name="connsiteY2422" fmla="*/ 1309211 h 2297429"/>
                <a:gd name="connsiteX2423" fmla="*/ 2357437 w 3006089"/>
                <a:gd name="connsiteY2423" fmla="*/ 1310164 h 2297429"/>
                <a:gd name="connsiteX2424" fmla="*/ 2353151 w 3006089"/>
                <a:gd name="connsiteY2424" fmla="*/ 1309688 h 2297429"/>
                <a:gd name="connsiteX2425" fmla="*/ 2347912 w 3006089"/>
                <a:gd name="connsiteY2425" fmla="*/ 1310164 h 2297429"/>
                <a:gd name="connsiteX2426" fmla="*/ 2347436 w 3006089"/>
                <a:gd name="connsiteY2426" fmla="*/ 1311116 h 2297429"/>
                <a:gd name="connsiteX2427" fmla="*/ 2352199 w 3006089"/>
                <a:gd name="connsiteY2427" fmla="*/ 1314450 h 2297429"/>
                <a:gd name="connsiteX2428" fmla="*/ 2360295 w 3006089"/>
                <a:gd name="connsiteY2428" fmla="*/ 1323499 h 2297429"/>
                <a:gd name="connsiteX2429" fmla="*/ 2364105 w 3006089"/>
                <a:gd name="connsiteY2429" fmla="*/ 1326833 h 2297429"/>
                <a:gd name="connsiteX2430" fmla="*/ 2369344 w 3006089"/>
                <a:gd name="connsiteY2430" fmla="*/ 1330166 h 2297429"/>
                <a:gd name="connsiteX2431" fmla="*/ 2372678 w 3006089"/>
                <a:gd name="connsiteY2431" fmla="*/ 1331595 h 2297429"/>
                <a:gd name="connsiteX2432" fmla="*/ 2381726 w 3006089"/>
                <a:gd name="connsiteY2432" fmla="*/ 1327309 h 2297429"/>
                <a:gd name="connsiteX2433" fmla="*/ 2383155 w 3006089"/>
                <a:gd name="connsiteY2433" fmla="*/ 1327309 h 2297429"/>
                <a:gd name="connsiteX2434" fmla="*/ 2377916 w 3006089"/>
                <a:gd name="connsiteY2434" fmla="*/ 1332548 h 2297429"/>
                <a:gd name="connsiteX2435" fmla="*/ 2377440 w 3006089"/>
                <a:gd name="connsiteY2435" fmla="*/ 1333500 h 2297429"/>
                <a:gd name="connsiteX2436" fmla="*/ 2380774 w 3006089"/>
                <a:gd name="connsiteY2436" fmla="*/ 1334929 h 2297429"/>
                <a:gd name="connsiteX2437" fmla="*/ 2387441 w 3006089"/>
                <a:gd name="connsiteY2437" fmla="*/ 1338739 h 2297429"/>
                <a:gd name="connsiteX2438" fmla="*/ 2395061 w 3006089"/>
                <a:gd name="connsiteY2438" fmla="*/ 1341120 h 2297429"/>
                <a:gd name="connsiteX2439" fmla="*/ 2402681 w 3006089"/>
                <a:gd name="connsiteY2439" fmla="*/ 1345406 h 2297429"/>
                <a:gd name="connsiteX2440" fmla="*/ 2406491 w 3006089"/>
                <a:gd name="connsiteY2440" fmla="*/ 1346835 h 2297429"/>
                <a:gd name="connsiteX2441" fmla="*/ 2412206 w 3006089"/>
                <a:gd name="connsiteY2441" fmla="*/ 1347311 h 2297429"/>
                <a:gd name="connsiteX2442" fmla="*/ 2416016 w 3006089"/>
                <a:gd name="connsiteY2442" fmla="*/ 1346359 h 2297429"/>
                <a:gd name="connsiteX2443" fmla="*/ 2421731 w 3006089"/>
                <a:gd name="connsiteY2443" fmla="*/ 1345406 h 2297429"/>
                <a:gd name="connsiteX2444" fmla="*/ 2428399 w 3006089"/>
                <a:gd name="connsiteY2444" fmla="*/ 1346835 h 2297429"/>
                <a:gd name="connsiteX2445" fmla="*/ 2430304 w 3006089"/>
                <a:gd name="connsiteY2445" fmla="*/ 1348264 h 2297429"/>
                <a:gd name="connsiteX2446" fmla="*/ 2436495 w 3006089"/>
                <a:gd name="connsiteY2446" fmla="*/ 1357313 h 2297429"/>
                <a:gd name="connsiteX2447" fmla="*/ 2444591 w 3006089"/>
                <a:gd name="connsiteY2447" fmla="*/ 1364933 h 2297429"/>
                <a:gd name="connsiteX2448" fmla="*/ 2446020 w 3006089"/>
                <a:gd name="connsiteY2448" fmla="*/ 1365885 h 2297429"/>
                <a:gd name="connsiteX2449" fmla="*/ 2458403 w 3006089"/>
                <a:gd name="connsiteY2449" fmla="*/ 1370648 h 2297429"/>
                <a:gd name="connsiteX2450" fmla="*/ 2461260 w 3006089"/>
                <a:gd name="connsiteY2450" fmla="*/ 1372553 h 2297429"/>
                <a:gd name="connsiteX2451" fmla="*/ 2464594 w 3006089"/>
                <a:gd name="connsiteY2451" fmla="*/ 1373981 h 2297429"/>
                <a:gd name="connsiteX2452" fmla="*/ 2469833 w 3006089"/>
                <a:gd name="connsiteY2452" fmla="*/ 1374934 h 2297429"/>
                <a:gd name="connsiteX2453" fmla="*/ 2501741 w 3006089"/>
                <a:gd name="connsiteY2453" fmla="*/ 1379220 h 2297429"/>
                <a:gd name="connsiteX2454" fmla="*/ 2504123 w 3006089"/>
                <a:gd name="connsiteY2454" fmla="*/ 1380173 h 2297429"/>
                <a:gd name="connsiteX2455" fmla="*/ 2505551 w 3006089"/>
                <a:gd name="connsiteY2455" fmla="*/ 1381601 h 2297429"/>
                <a:gd name="connsiteX2456" fmla="*/ 2510314 w 3006089"/>
                <a:gd name="connsiteY2456" fmla="*/ 1383506 h 2297429"/>
                <a:gd name="connsiteX2457" fmla="*/ 2523173 w 3006089"/>
                <a:gd name="connsiteY2457" fmla="*/ 1386840 h 2297429"/>
                <a:gd name="connsiteX2458" fmla="*/ 2531745 w 3006089"/>
                <a:gd name="connsiteY2458" fmla="*/ 1391603 h 2297429"/>
                <a:gd name="connsiteX2459" fmla="*/ 2536031 w 3006089"/>
                <a:gd name="connsiteY2459" fmla="*/ 1393508 h 2297429"/>
                <a:gd name="connsiteX2460" fmla="*/ 2539365 w 3006089"/>
                <a:gd name="connsiteY2460" fmla="*/ 1394460 h 2297429"/>
                <a:gd name="connsiteX2461" fmla="*/ 2541746 w 3006089"/>
                <a:gd name="connsiteY2461" fmla="*/ 1394460 h 2297429"/>
                <a:gd name="connsiteX2462" fmla="*/ 2546033 w 3006089"/>
                <a:gd name="connsiteY2462" fmla="*/ 1393031 h 2297429"/>
                <a:gd name="connsiteX2463" fmla="*/ 2548414 w 3006089"/>
                <a:gd name="connsiteY2463" fmla="*/ 1392079 h 2297429"/>
                <a:gd name="connsiteX2464" fmla="*/ 2548414 w 3006089"/>
                <a:gd name="connsiteY2464" fmla="*/ 1389221 h 2297429"/>
                <a:gd name="connsiteX2465" fmla="*/ 2546509 w 3006089"/>
                <a:gd name="connsiteY2465" fmla="*/ 1384935 h 2297429"/>
                <a:gd name="connsiteX2466" fmla="*/ 2546033 w 3006089"/>
                <a:gd name="connsiteY2466" fmla="*/ 1382554 h 2297429"/>
                <a:gd name="connsiteX2467" fmla="*/ 2549843 w 3006089"/>
                <a:gd name="connsiteY2467" fmla="*/ 1380649 h 2297429"/>
                <a:gd name="connsiteX2468" fmla="*/ 2550795 w 3006089"/>
                <a:gd name="connsiteY2468" fmla="*/ 1379696 h 2297429"/>
                <a:gd name="connsiteX2469" fmla="*/ 2551748 w 3006089"/>
                <a:gd name="connsiteY2469" fmla="*/ 1376839 h 2297429"/>
                <a:gd name="connsiteX2470" fmla="*/ 2550319 w 3006089"/>
                <a:gd name="connsiteY2470" fmla="*/ 1375886 h 2297429"/>
                <a:gd name="connsiteX2471" fmla="*/ 2547461 w 3006089"/>
                <a:gd name="connsiteY2471" fmla="*/ 1374934 h 2297429"/>
                <a:gd name="connsiteX2472" fmla="*/ 2541270 w 3006089"/>
                <a:gd name="connsiteY2472" fmla="*/ 1372076 h 2297429"/>
                <a:gd name="connsiteX2473" fmla="*/ 2538889 w 3006089"/>
                <a:gd name="connsiteY2473" fmla="*/ 1369695 h 2297429"/>
                <a:gd name="connsiteX2474" fmla="*/ 2535555 w 3006089"/>
                <a:gd name="connsiteY2474" fmla="*/ 1363980 h 2297429"/>
                <a:gd name="connsiteX2475" fmla="*/ 2533174 w 3006089"/>
                <a:gd name="connsiteY2475" fmla="*/ 1361599 h 2297429"/>
                <a:gd name="connsiteX2476" fmla="*/ 2529364 w 3006089"/>
                <a:gd name="connsiteY2476" fmla="*/ 1356836 h 2297429"/>
                <a:gd name="connsiteX2477" fmla="*/ 2526983 w 3006089"/>
                <a:gd name="connsiteY2477" fmla="*/ 1355408 h 2297429"/>
                <a:gd name="connsiteX2478" fmla="*/ 2519839 w 3006089"/>
                <a:gd name="connsiteY2478" fmla="*/ 1353026 h 2297429"/>
                <a:gd name="connsiteX2479" fmla="*/ 2517934 w 3006089"/>
                <a:gd name="connsiteY2479" fmla="*/ 1351598 h 2297429"/>
                <a:gd name="connsiteX2480" fmla="*/ 2509837 w 3006089"/>
                <a:gd name="connsiteY2480" fmla="*/ 1343978 h 2297429"/>
                <a:gd name="connsiteX2481" fmla="*/ 2507933 w 3006089"/>
                <a:gd name="connsiteY2481" fmla="*/ 1343025 h 2297429"/>
                <a:gd name="connsiteX2482" fmla="*/ 2504599 w 3006089"/>
                <a:gd name="connsiteY2482" fmla="*/ 1340168 h 2297429"/>
                <a:gd name="connsiteX2483" fmla="*/ 2501265 w 3006089"/>
                <a:gd name="connsiteY2483" fmla="*/ 1338263 h 2297429"/>
                <a:gd name="connsiteX2484" fmla="*/ 2492216 w 3006089"/>
                <a:gd name="connsiteY2484" fmla="*/ 1334929 h 2297429"/>
                <a:gd name="connsiteX2485" fmla="*/ 2492693 w 3006089"/>
                <a:gd name="connsiteY2485" fmla="*/ 1333500 h 2297429"/>
                <a:gd name="connsiteX2486" fmla="*/ 2494598 w 3006089"/>
                <a:gd name="connsiteY2486" fmla="*/ 1331595 h 2297429"/>
                <a:gd name="connsiteX2487" fmla="*/ 2494121 w 3006089"/>
                <a:gd name="connsiteY2487" fmla="*/ 1330643 h 2297429"/>
                <a:gd name="connsiteX2488" fmla="*/ 2489835 w 3006089"/>
                <a:gd name="connsiteY2488" fmla="*/ 1330166 h 2297429"/>
                <a:gd name="connsiteX2489" fmla="*/ 2486025 w 3006089"/>
                <a:gd name="connsiteY2489" fmla="*/ 1329214 h 2297429"/>
                <a:gd name="connsiteX2490" fmla="*/ 2478405 w 3006089"/>
                <a:gd name="connsiteY2490" fmla="*/ 1325880 h 2297429"/>
                <a:gd name="connsiteX2491" fmla="*/ 2476024 w 3006089"/>
                <a:gd name="connsiteY2491" fmla="*/ 1323499 h 2297429"/>
                <a:gd name="connsiteX2492" fmla="*/ 2470309 w 3006089"/>
                <a:gd name="connsiteY2492" fmla="*/ 1316355 h 2297429"/>
                <a:gd name="connsiteX2493" fmla="*/ 2464118 w 3006089"/>
                <a:gd name="connsiteY2493" fmla="*/ 1310640 h 2297429"/>
                <a:gd name="connsiteX2494" fmla="*/ 2460308 w 3006089"/>
                <a:gd name="connsiteY2494" fmla="*/ 1307783 h 2297429"/>
                <a:gd name="connsiteX2495" fmla="*/ 2456498 w 3006089"/>
                <a:gd name="connsiteY2495" fmla="*/ 1303496 h 2297429"/>
                <a:gd name="connsiteX2496" fmla="*/ 2452211 w 3006089"/>
                <a:gd name="connsiteY2496" fmla="*/ 1297781 h 2297429"/>
                <a:gd name="connsiteX2497" fmla="*/ 2454116 w 3006089"/>
                <a:gd name="connsiteY2497" fmla="*/ 1295400 h 2297429"/>
                <a:gd name="connsiteX2498" fmla="*/ 2461736 w 3006089"/>
                <a:gd name="connsiteY2498" fmla="*/ 1295876 h 2297429"/>
                <a:gd name="connsiteX2499" fmla="*/ 2466499 w 3006089"/>
                <a:gd name="connsiteY2499" fmla="*/ 1296829 h 2297429"/>
                <a:gd name="connsiteX2500" fmla="*/ 2475071 w 3006089"/>
                <a:gd name="connsiteY2500" fmla="*/ 1301591 h 2297429"/>
                <a:gd name="connsiteX2501" fmla="*/ 2488883 w 3006089"/>
                <a:gd name="connsiteY2501" fmla="*/ 1311593 h 2297429"/>
                <a:gd name="connsiteX2502" fmla="*/ 2491740 w 3006089"/>
                <a:gd name="connsiteY2502" fmla="*/ 1313021 h 2297429"/>
                <a:gd name="connsiteX2503" fmla="*/ 2493169 w 3006089"/>
                <a:gd name="connsiteY2503" fmla="*/ 1313021 h 2297429"/>
                <a:gd name="connsiteX2504" fmla="*/ 2492693 w 3006089"/>
                <a:gd name="connsiteY2504" fmla="*/ 1309688 h 2297429"/>
                <a:gd name="connsiteX2505" fmla="*/ 2489835 w 3006089"/>
                <a:gd name="connsiteY2505" fmla="*/ 1302068 h 2297429"/>
                <a:gd name="connsiteX2506" fmla="*/ 2487454 w 3006089"/>
                <a:gd name="connsiteY2506" fmla="*/ 1296829 h 2297429"/>
                <a:gd name="connsiteX2507" fmla="*/ 2488883 w 3006089"/>
                <a:gd name="connsiteY2507" fmla="*/ 1297781 h 2297429"/>
                <a:gd name="connsiteX2508" fmla="*/ 2493645 w 3006089"/>
                <a:gd name="connsiteY2508" fmla="*/ 1302068 h 2297429"/>
                <a:gd name="connsiteX2509" fmla="*/ 2500789 w 3006089"/>
                <a:gd name="connsiteY2509" fmla="*/ 1310164 h 2297429"/>
                <a:gd name="connsiteX2510" fmla="*/ 2508885 w 3006089"/>
                <a:gd name="connsiteY2510" fmla="*/ 1317784 h 2297429"/>
                <a:gd name="connsiteX2511" fmla="*/ 2511743 w 3006089"/>
                <a:gd name="connsiteY2511" fmla="*/ 1319689 h 2297429"/>
                <a:gd name="connsiteX2512" fmla="*/ 2517458 w 3006089"/>
                <a:gd name="connsiteY2512" fmla="*/ 1319213 h 2297429"/>
                <a:gd name="connsiteX2513" fmla="*/ 2517934 w 3006089"/>
                <a:gd name="connsiteY2513" fmla="*/ 1319689 h 2297429"/>
                <a:gd name="connsiteX2514" fmla="*/ 2518886 w 3006089"/>
                <a:gd name="connsiteY2514" fmla="*/ 1322546 h 2297429"/>
                <a:gd name="connsiteX2515" fmla="*/ 2520791 w 3006089"/>
                <a:gd name="connsiteY2515" fmla="*/ 1323975 h 2297429"/>
                <a:gd name="connsiteX2516" fmla="*/ 2524125 w 3006089"/>
                <a:gd name="connsiteY2516" fmla="*/ 1325404 h 2297429"/>
                <a:gd name="connsiteX2517" fmla="*/ 2526030 w 3006089"/>
                <a:gd name="connsiteY2517" fmla="*/ 1327309 h 2297429"/>
                <a:gd name="connsiteX2518" fmla="*/ 2526983 w 3006089"/>
                <a:gd name="connsiteY2518" fmla="*/ 1330166 h 2297429"/>
                <a:gd name="connsiteX2519" fmla="*/ 2527935 w 3006089"/>
                <a:gd name="connsiteY2519" fmla="*/ 1331595 h 2297429"/>
                <a:gd name="connsiteX2520" fmla="*/ 2528887 w 3006089"/>
                <a:gd name="connsiteY2520" fmla="*/ 1332071 h 2297429"/>
                <a:gd name="connsiteX2521" fmla="*/ 2530793 w 3006089"/>
                <a:gd name="connsiteY2521" fmla="*/ 1331595 h 2297429"/>
                <a:gd name="connsiteX2522" fmla="*/ 2530793 w 3006089"/>
                <a:gd name="connsiteY2522" fmla="*/ 1329690 h 2297429"/>
                <a:gd name="connsiteX2523" fmla="*/ 2529840 w 3006089"/>
                <a:gd name="connsiteY2523" fmla="*/ 1323499 h 2297429"/>
                <a:gd name="connsiteX2524" fmla="*/ 2529840 w 3006089"/>
                <a:gd name="connsiteY2524" fmla="*/ 1322070 h 2297429"/>
                <a:gd name="connsiteX2525" fmla="*/ 2531745 w 3006089"/>
                <a:gd name="connsiteY2525" fmla="*/ 1324451 h 2297429"/>
                <a:gd name="connsiteX2526" fmla="*/ 2535079 w 3006089"/>
                <a:gd name="connsiteY2526" fmla="*/ 1331119 h 2297429"/>
                <a:gd name="connsiteX2527" fmla="*/ 2537936 w 3006089"/>
                <a:gd name="connsiteY2527" fmla="*/ 1334929 h 2297429"/>
                <a:gd name="connsiteX2528" fmla="*/ 2542223 w 3006089"/>
                <a:gd name="connsiteY2528" fmla="*/ 1336358 h 2297429"/>
                <a:gd name="connsiteX2529" fmla="*/ 2544604 w 3006089"/>
                <a:gd name="connsiteY2529" fmla="*/ 1336834 h 2297429"/>
                <a:gd name="connsiteX2530" fmla="*/ 2545556 w 3006089"/>
                <a:gd name="connsiteY2530" fmla="*/ 1335881 h 2297429"/>
                <a:gd name="connsiteX2531" fmla="*/ 2544604 w 3006089"/>
                <a:gd name="connsiteY2531" fmla="*/ 1332071 h 2297429"/>
                <a:gd name="connsiteX2532" fmla="*/ 2543651 w 3006089"/>
                <a:gd name="connsiteY2532" fmla="*/ 1330166 h 2297429"/>
                <a:gd name="connsiteX2533" fmla="*/ 2544604 w 3006089"/>
                <a:gd name="connsiteY2533" fmla="*/ 1330166 h 2297429"/>
                <a:gd name="connsiteX2534" fmla="*/ 2553176 w 3006089"/>
                <a:gd name="connsiteY2534" fmla="*/ 1335881 h 2297429"/>
                <a:gd name="connsiteX2535" fmla="*/ 2555081 w 3006089"/>
                <a:gd name="connsiteY2535" fmla="*/ 1337786 h 2297429"/>
                <a:gd name="connsiteX2536" fmla="*/ 2556986 w 3006089"/>
                <a:gd name="connsiteY2536" fmla="*/ 1340168 h 2297429"/>
                <a:gd name="connsiteX2537" fmla="*/ 2557939 w 3006089"/>
                <a:gd name="connsiteY2537" fmla="*/ 1340644 h 2297429"/>
                <a:gd name="connsiteX2538" fmla="*/ 2558891 w 3006089"/>
                <a:gd name="connsiteY2538" fmla="*/ 1340644 h 2297429"/>
                <a:gd name="connsiteX2539" fmla="*/ 2559844 w 3006089"/>
                <a:gd name="connsiteY2539" fmla="*/ 1339691 h 2297429"/>
                <a:gd name="connsiteX2540" fmla="*/ 2561273 w 3006089"/>
                <a:gd name="connsiteY2540" fmla="*/ 1339691 h 2297429"/>
                <a:gd name="connsiteX2541" fmla="*/ 2566987 w 3006089"/>
                <a:gd name="connsiteY2541" fmla="*/ 1343025 h 2297429"/>
                <a:gd name="connsiteX2542" fmla="*/ 2573179 w 3006089"/>
                <a:gd name="connsiteY2542" fmla="*/ 1347311 h 2297429"/>
                <a:gd name="connsiteX2543" fmla="*/ 2577465 w 3006089"/>
                <a:gd name="connsiteY2543" fmla="*/ 1351121 h 2297429"/>
                <a:gd name="connsiteX2544" fmla="*/ 2580323 w 3006089"/>
                <a:gd name="connsiteY2544" fmla="*/ 1354455 h 2297429"/>
                <a:gd name="connsiteX2545" fmla="*/ 2582704 w 3006089"/>
                <a:gd name="connsiteY2545" fmla="*/ 1355884 h 2297429"/>
                <a:gd name="connsiteX2546" fmla="*/ 2584609 w 3006089"/>
                <a:gd name="connsiteY2546" fmla="*/ 1354931 h 2297429"/>
                <a:gd name="connsiteX2547" fmla="*/ 2584609 w 3006089"/>
                <a:gd name="connsiteY2547" fmla="*/ 1352074 h 2297429"/>
                <a:gd name="connsiteX2548" fmla="*/ 2580799 w 3006089"/>
                <a:gd name="connsiteY2548" fmla="*/ 1339691 h 2297429"/>
                <a:gd name="connsiteX2549" fmla="*/ 2581751 w 3006089"/>
                <a:gd name="connsiteY2549" fmla="*/ 1338739 h 2297429"/>
                <a:gd name="connsiteX2550" fmla="*/ 2588895 w 3006089"/>
                <a:gd name="connsiteY2550" fmla="*/ 1342073 h 2297429"/>
                <a:gd name="connsiteX2551" fmla="*/ 2590800 w 3006089"/>
                <a:gd name="connsiteY2551" fmla="*/ 1342549 h 2297429"/>
                <a:gd name="connsiteX2552" fmla="*/ 2594610 w 3006089"/>
                <a:gd name="connsiteY2552" fmla="*/ 1342073 h 2297429"/>
                <a:gd name="connsiteX2553" fmla="*/ 2596991 w 3006089"/>
                <a:gd name="connsiteY2553" fmla="*/ 1341120 h 2297429"/>
                <a:gd name="connsiteX2554" fmla="*/ 2597468 w 3006089"/>
                <a:gd name="connsiteY2554" fmla="*/ 1340168 h 2297429"/>
                <a:gd name="connsiteX2555" fmla="*/ 2596039 w 3006089"/>
                <a:gd name="connsiteY2555" fmla="*/ 1338739 h 2297429"/>
                <a:gd name="connsiteX2556" fmla="*/ 2594134 w 3006089"/>
                <a:gd name="connsiteY2556" fmla="*/ 1336358 h 2297429"/>
                <a:gd name="connsiteX2557" fmla="*/ 2592229 w 3006089"/>
                <a:gd name="connsiteY2557" fmla="*/ 1332548 h 2297429"/>
                <a:gd name="connsiteX2558" fmla="*/ 2589848 w 3006089"/>
                <a:gd name="connsiteY2558" fmla="*/ 1329214 h 2297429"/>
                <a:gd name="connsiteX2559" fmla="*/ 2584609 w 3006089"/>
                <a:gd name="connsiteY2559" fmla="*/ 1323499 h 2297429"/>
                <a:gd name="connsiteX2560" fmla="*/ 2584133 w 3006089"/>
                <a:gd name="connsiteY2560" fmla="*/ 1322070 h 2297429"/>
                <a:gd name="connsiteX2561" fmla="*/ 2584609 w 3006089"/>
                <a:gd name="connsiteY2561" fmla="*/ 1321118 h 2297429"/>
                <a:gd name="connsiteX2562" fmla="*/ 2586037 w 3006089"/>
                <a:gd name="connsiteY2562" fmla="*/ 1320641 h 2297429"/>
                <a:gd name="connsiteX2563" fmla="*/ 2586514 w 3006089"/>
                <a:gd name="connsiteY2563" fmla="*/ 1318260 h 2297429"/>
                <a:gd name="connsiteX2564" fmla="*/ 2585561 w 3006089"/>
                <a:gd name="connsiteY2564" fmla="*/ 1312545 h 2297429"/>
                <a:gd name="connsiteX2565" fmla="*/ 2583656 w 3006089"/>
                <a:gd name="connsiteY2565" fmla="*/ 1303496 h 2297429"/>
                <a:gd name="connsiteX2566" fmla="*/ 2582228 w 3006089"/>
                <a:gd name="connsiteY2566" fmla="*/ 1299210 h 2297429"/>
                <a:gd name="connsiteX2567" fmla="*/ 2580323 w 3006089"/>
                <a:gd name="connsiteY2567" fmla="*/ 1296353 h 2297429"/>
                <a:gd name="connsiteX2568" fmla="*/ 2579846 w 3006089"/>
                <a:gd name="connsiteY2568" fmla="*/ 1295400 h 2297429"/>
                <a:gd name="connsiteX2569" fmla="*/ 2586514 w 3006089"/>
                <a:gd name="connsiteY2569" fmla="*/ 1302068 h 2297429"/>
                <a:gd name="connsiteX2570" fmla="*/ 2588419 w 3006089"/>
                <a:gd name="connsiteY2570" fmla="*/ 1304449 h 2297429"/>
                <a:gd name="connsiteX2571" fmla="*/ 2589848 w 3006089"/>
                <a:gd name="connsiteY2571" fmla="*/ 1307306 h 2297429"/>
                <a:gd name="connsiteX2572" fmla="*/ 2596515 w 3006089"/>
                <a:gd name="connsiteY2572" fmla="*/ 1322070 h 2297429"/>
                <a:gd name="connsiteX2573" fmla="*/ 2597468 w 3006089"/>
                <a:gd name="connsiteY2573" fmla="*/ 1323499 h 2297429"/>
                <a:gd name="connsiteX2574" fmla="*/ 2600325 w 3006089"/>
                <a:gd name="connsiteY2574" fmla="*/ 1323499 h 2297429"/>
                <a:gd name="connsiteX2575" fmla="*/ 2602706 w 3006089"/>
                <a:gd name="connsiteY2575" fmla="*/ 1322546 h 2297429"/>
                <a:gd name="connsiteX2576" fmla="*/ 2603183 w 3006089"/>
                <a:gd name="connsiteY2576" fmla="*/ 1317784 h 2297429"/>
                <a:gd name="connsiteX2577" fmla="*/ 2603183 w 3006089"/>
                <a:gd name="connsiteY2577" fmla="*/ 1312069 h 2297429"/>
                <a:gd name="connsiteX2578" fmla="*/ 2601278 w 3006089"/>
                <a:gd name="connsiteY2578" fmla="*/ 1306354 h 2297429"/>
                <a:gd name="connsiteX2579" fmla="*/ 2600801 w 3006089"/>
                <a:gd name="connsiteY2579" fmla="*/ 1300639 h 2297429"/>
                <a:gd name="connsiteX2580" fmla="*/ 2603659 w 3006089"/>
                <a:gd name="connsiteY2580" fmla="*/ 1300163 h 2297429"/>
                <a:gd name="connsiteX2581" fmla="*/ 2606040 w 3006089"/>
                <a:gd name="connsiteY2581" fmla="*/ 1299210 h 2297429"/>
                <a:gd name="connsiteX2582" fmla="*/ 2603183 w 3006089"/>
                <a:gd name="connsiteY2582" fmla="*/ 1294924 h 2297429"/>
                <a:gd name="connsiteX2583" fmla="*/ 2600325 w 3006089"/>
                <a:gd name="connsiteY2583" fmla="*/ 1289209 h 2297429"/>
                <a:gd name="connsiteX2584" fmla="*/ 2598420 w 3006089"/>
                <a:gd name="connsiteY2584" fmla="*/ 1288256 h 2297429"/>
                <a:gd name="connsiteX2585" fmla="*/ 2594134 w 3006089"/>
                <a:gd name="connsiteY2585" fmla="*/ 1288733 h 2297429"/>
                <a:gd name="connsiteX2586" fmla="*/ 2593181 w 3006089"/>
                <a:gd name="connsiteY2586" fmla="*/ 1288256 h 2297429"/>
                <a:gd name="connsiteX2587" fmla="*/ 2596991 w 3006089"/>
                <a:gd name="connsiteY2587" fmla="*/ 1285875 h 2297429"/>
                <a:gd name="connsiteX2588" fmla="*/ 2597468 w 3006089"/>
                <a:gd name="connsiteY2588" fmla="*/ 1283018 h 2297429"/>
                <a:gd name="connsiteX2589" fmla="*/ 2596991 w 3006089"/>
                <a:gd name="connsiteY2589" fmla="*/ 1282065 h 2297429"/>
                <a:gd name="connsiteX2590" fmla="*/ 2593181 w 3006089"/>
                <a:gd name="connsiteY2590" fmla="*/ 1281589 h 2297429"/>
                <a:gd name="connsiteX2591" fmla="*/ 2588895 w 3006089"/>
                <a:gd name="connsiteY2591" fmla="*/ 1282065 h 2297429"/>
                <a:gd name="connsiteX2592" fmla="*/ 2585561 w 3006089"/>
                <a:gd name="connsiteY2592" fmla="*/ 1283018 h 2297429"/>
                <a:gd name="connsiteX2593" fmla="*/ 2580323 w 3006089"/>
                <a:gd name="connsiteY2593" fmla="*/ 1282065 h 2297429"/>
                <a:gd name="connsiteX2594" fmla="*/ 2579846 w 3006089"/>
                <a:gd name="connsiteY2594" fmla="*/ 1281589 h 2297429"/>
                <a:gd name="connsiteX2595" fmla="*/ 2581275 w 3006089"/>
                <a:gd name="connsiteY2595" fmla="*/ 1280160 h 2297429"/>
                <a:gd name="connsiteX2596" fmla="*/ 2581275 w 3006089"/>
                <a:gd name="connsiteY2596" fmla="*/ 1279208 h 2297429"/>
                <a:gd name="connsiteX2597" fmla="*/ 2579846 w 3006089"/>
                <a:gd name="connsiteY2597" fmla="*/ 1276826 h 2297429"/>
                <a:gd name="connsiteX2598" fmla="*/ 2576989 w 3006089"/>
                <a:gd name="connsiteY2598" fmla="*/ 1273969 h 2297429"/>
                <a:gd name="connsiteX2599" fmla="*/ 2574608 w 3006089"/>
                <a:gd name="connsiteY2599" fmla="*/ 1271111 h 2297429"/>
                <a:gd name="connsiteX2600" fmla="*/ 2566511 w 3006089"/>
                <a:gd name="connsiteY2600" fmla="*/ 1267778 h 2297429"/>
                <a:gd name="connsiteX2601" fmla="*/ 2566035 w 3006089"/>
                <a:gd name="connsiteY2601" fmla="*/ 1266825 h 2297429"/>
                <a:gd name="connsiteX2602" fmla="*/ 2568893 w 3006089"/>
                <a:gd name="connsiteY2602" fmla="*/ 1266349 h 2297429"/>
                <a:gd name="connsiteX2603" fmla="*/ 2574608 w 3006089"/>
                <a:gd name="connsiteY2603" fmla="*/ 1266349 h 2297429"/>
                <a:gd name="connsiteX2604" fmla="*/ 2578894 w 3006089"/>
                <a:gd name="connsiteY2604" fmla="*/ 1266825 h 2297429"/>
                <a:gd name="connsiteX2605" fmla="*/ 2583656 w 3006089"/>
                <a:gd name="connsiteY2605" fmla="*/ 1259681 h 2297429"/>
                <a:gd name="connsiteX2606" fmla="*/ 2583180 w 3006089"/>
                <a:gd name="connsiteY2606" fmla="*/ 1257300 h 2297429"/>
                <a:gd name="connsiteX2607" fmla="*/ 2580323 w 3006089"/>
                <a:gd name="connsiteY2607" fmla="*/ 1255871 h 2297429"/>
                <a:gd name="connsiteX2608" fmla="*/ 2569845 w 3006089"/>
                <a:gd name="connsiteY2608" fmla="*/ 1255871 h 2297429"/>
                <a:gd name="connsiteX2609" fmla="*/ 2568416 w 3006089"/>
                <a:gd name="connsiteY2609" fmla="*/ 1256348 h 2297429"/>
                <a:gd name="connsiteX2610" fmla="*/ 2568893 w 3006089"/>
                <a:gd name="connsiteY2610" fmla="*/ 1255395 h 2297429"/>
                <a:gd name="connsiteX2611" fmla="*/ 2574608 w 3006089"/>
                <a:gd name="connsiteY2611" fmla="*/ 1252061 h 2297429"/>
                <a:gd name="connsiteX2612" fmla="*/ 2576989 w 3006089"/>
                <a:gd name="connsiteY2612" fmla="*/ 1249680 h 2297429"/>
                <a:gd name="connsiteX2613" fmla="*/ 2571750 w 3006089"/>
                <a:gd name="connsiteY2613" fmla="*/ 1244441 h 2297429"/>
                <a:gd name="connsiteX2614" fmla="*/ 2568893 w 3006089"/>
                <a:gd name="connsiteY2614" fmla="*/ 1245394 h 2297429"/>
                <a:gd name="connsiteX2615" fmla="*/ 2565559 w 3006089"/>
                <a:gd name="connsiteY2615" fmla="*/ 1243489 h 2297429"/>
                <a:gd name="connsiteX2616" fmla="*/ 2564606 w 3006089"/>
                <a:gd name="connsiteY2616" fmla="*/ 1242060 h 2297429"/>
                <a:gd name="connsiteX2617" fmla="*/ 2559844 w 3006089"/>
                <a:gd name="connsiteY2617" fmla="*/ 1237298 h 2297429"/>
                <a:gd name="connsiteX2618" fmla="*/ 2554129 w 3006089"/>
                <a:gd name="connsiteY2618" fmla="*/ 1235393 h 2297429"/>
                <a:gd name="connsiteX2619" fmla="*/ 2550795 w 3006089"/>
                <a:gd name="connsiteY2619" fmla="*/ 1237774 h 2297429"/>
                <a:gd name="connsiteX2620" fmla="*/ 2547937 w 3006089"/>
                <a:gd name="connsiteY2620" fmla="*/ 1240631 h 2297429"/>
                <a:gd name="connsiteX2621" fmla="*/ 2546509 w 3006089"/>
                <a:gd name="connsiteY2621" fmla="*/ 1243489 h 2297429"/>
                <a:gd name="connsiteX2622" fmla="*/ 2544604 w 3006089"/>
                <a:gd name="connsiteY2622" fmla="*/ 1243965 h 2297429"/>
                <a:gd name="connsiteX2623" fmla="*/ 2542223 w 3006089"/>
                <a:gd name="connsiteY2623" fmla="*/ 1242060 h 2297429"/>
                <a:gd name="connsiteX2624" fmla="*/ 2541746 w 3006089"/>
                <a:gd name="connsiteY2624" fmla="*/ 1240631 h 2297429"/>
                <a:gd name="connsiteX2625" fmla="*/ 2545080 w 3006089"/>
                <a:gd name="connsiteY2625" fmla="*/ 1237774 h 2297429"/>
                <a:gd name="connsiteX2626" fmla="*/ 2544604 w 3006089"/>
                <a:gd name="connsiteY2626" fmla="*/ 1236345 h 2297429"/>
                <a:gd name="connsiteX2627" fmla="*/ 2540318 w 3006089"/>
                <a:gd name="connsiteY2627" fmla="*/ 1233488 h 2297429"/>
                <a:gd name="connsiteX2628" fmla="*/ 2534603 w 3006089"/>
                <a:gd name="connsiteY2628" fmla="*/ 1230154 h 2297429"/>
                <a:gd name="connsiteX2629" fmla="*/ 2530793 w 3006089"/>
                <a:gd name="connsiteY2629" fmla="*/ 1228725 h 2297429"/>
                <a:gd name="connsiteX2630" fmla="*/ 2529840 w 3006089"/>
                <a:gd name="connsiteY2630" fmla="*/ 1230154 h 2297429"/>
                <a:gd name="connsiteX2631" fmla="*/ 2529364 w 3006089"/>
                <a:gd name="connsiteY2631" fmla="*/ 1238726 h 2297429"/>
                <a:gd name="connsiteX2632" fmla="*/ 2528887 w 3006089"/>
                <a:gd name="connsiteY2632" fmla="*/ 1238726 h 2297429"/>
                <a:gd name="connsiteX2633" fmla="*/ 2527459 w 3006089"/>
                <a:gd name="connsiteY2633" fmla="*/ 1236345 h 2297429"/>
                <a:gd name="connsiteX2634" fmla="*/ 2525078 w 3006089"/>
                <a:gd name="connsiteY2634" fmla="*/ 1227773 h 2297429"/>
                <a:gd name="connsiteX2635" fmla="*/ 2524125 w 3006089"/>
                <a:gd name="connsiteY2635" fmla="*/ 1224915 h 2297429"/>
                <a:gd name="connsiteX2636" fmla="*/ 2523173 w 3006089"/>
                <a:gd name="connsiteY2636" fmla="*/ 1223963 h 2297429"/>
                <a:gd name="connsiteX2637" fmla="*/ 2522220 w 3006089"/>
                <a:gd name="connsiteY2637" fmla="*/ 1223963 h 2297429"/>
                <a:gd name="connsiteX2638" fmla="*/ 2521268 w 3006089"/>
                <a:gd name="connsiteY2638" fmla="*/ 1224439 h 2297429"/>
                <a:gd name="connsiteX2639" fmla="*/ 2519362 w 3006089"/>
                <a:gd name="connsiteY2639" fmla="*/ 1224439 h 2297429"/>
                <a:gd name="connsiteX2640" fmla="*/ 2518886 w 3006089"/>
                <a:gd name="connsiteY2640" fmla="*/ 1223486 h 2297429"/>
                <a:gd name="connsiteX2641" fmla="*/ 2518886 w 3006089"/>
                <a:gd name="connsiteY2641" fmla="*/ 1221581 h 2297429"/>
                <a:gd name="connsiteX2642" fmla="*/ 2518410 w 3006089"/>
                <a:gd name="connsiteY2642" fmla="*/ 1219676 h 2297429"/>
                <a:gd name="connsiteX2643" fmla="*/ 2516029 w 3006089"/>
                <a:gd name="connsiteY2643" fmla="*/ 1215866 h 2297429"/>
                <a:gd name="connsiteX2644" fmla="*/ 2512219 w 3006089"/>
                <a:gd name="connsiteY2644" fmla="*/ 1212533 h 2297429"/>
                <a:gd name="connsiteX2645" fmla="*/ 2507933 w 3006089"/>
                <a:gd name="connsiteY2645" fmla="*/ 1210628 h 2297429"/>
                <a:gd name="connsiteX2646" fmla="*/ 2506504 w 3006089"/>
                <a:gd name="connsiteY2646" fmla="*/ 1210151 h 2297429"/>
                <a:gd name="connsiteX2647" fmla="*/ 2506980 w 3006089"/>
                <a:gd name="connsiteY2647" fmla="*/ 1209675 h 2297429"/>
                <a:gd name="connsiteX2648" fmla="*/ 2513648 w 3006089"/>
                <a:gd name="connsiteY2648" fmla="*/ 1206341 h 2297429"/>
                <a:gd name="connsiteX2649" fmla="*/ 2514124 w 3006089"/>
                <a:gd name="connsiteY2649" fmla="*/ 1205389 h 2297429"/>
                <a:gd name="connsiteX2650" fmla="*/ 2507933 w 3006089"/>
                <a:gd name="connsiteY2650" fmla="*/ 1203008 h 2297429"/>
                <a:gd name="connsiteX2651" fmla="*/ 2506980 w 3006089"/>
                <a:gd name="connsiteY2651" fmla="*/ 1201579 h 2297429"/>
                <a:gd name="connsiteX2652" fmla="*/ 2506504 w 3006089"/>
                <a:gd name="connsiteY2652" fmla="*/ 1199198 h 2297429"/>
                <a:gd name="connsiteX2653" fmla="*/ 2504599 w 3006089"/>
                <a:gd name="connsiteY2653" fmla="*/ 1196816 h 2297429"/>
                <a:gd name="connsiteX2654" fmla="*/ 2501741 w 3006089"/>
                <a:gd name="connsiteY2654" fmla="*/ 1194911 h 2297429"/>
                <a:gd name="connsiteX2655" fmla="*/ 2498884 w 3006089"/>
                <a:gd name="connsiteY2655" fmla="*/ 1193959 h 2297429"/>
                <a:gd name="connsiteX2656" fmla="*/ 2496503 w 3006089"/>
                <a:gd name="connsiteY2656" fmla="*/ 1193959 h 2297429"/>
                <a:gd name="connsiteX2657" fmla="*/ 2493645 w 3006089"/>
                <a:gd name="connsiteY2657" fmla="*/ 1194911 h 2297429"/>
                <a:gd name="connsiteX2658" fmla="*/ 2487454 w 3006089"/>
                <a:gd name="connsiteY2658" fmla="*/ 1198245 h 2297429"/>
                <a:gd name="connsiteX2659" fmla="*/ 2486501 w 3006089"/>
                <a:gd name="connsiteY2659" fmla="*/ 1198245 h 2297429"/>
                <a:gd name="connsiteX2660" fmla="*/ 2485549 w 3006089"/>
                <a:gd name="connsiteY2660" fmla="*/ 1197293 h 2297429"/>
                <a:gd name="connsiteX2661" fmla="*/ 2486025 w 3006089"/>
                <a:gd name="connsiteY2661" fmla="*/ 1194911 h 2297429"/>
                <a:gd name="connsiteX2662" fmla="*/ 2488883 w 3006089"/>
                <a:gd name="connsiteY2662" fmla="*/ 1186339 h 2297429"/>
                <a:gd name="connsiteX2663" fmla="*/ 2487930 w 3006089"/>
                <a:gd name="connsiteY2663" fmla="*/ 1185386 h 2297429"/>
                <a:gd name="connsiteX2664" fmla="*/ 2485549 w 3006089"/>
                <a:gd name="connsiteY2664" fmla="*/ 1185386 h 2297429"/>
                <a:gd name="connsiteX2665" fmla="*/ 2480786 w 3006089"/>
                <a:gd name="connsiteY2665" fmla="*/ 1183481 h 2297429"/>
                <a:gd name="connsiteX2666" fmla="*/ 2478405 w 3006089"/>
                <a:gd name="connsiteY2666" fmla="*/ 1181100 h 2297429"/>
                <a:gd name="connsiteX2667" fmla="*/ 2476024 w 3006089"/>
                <a:gd name="connsiteY2667" fmla="*/ 1177290 h 2297429"/>
                <a:gd name="connsiteX2668" fmla="*/ 2476024 w 3006089"/>
                <a:gd name="connsiteY2668" fmla="*/ 1173956 h 2297429"/>
                <a:gd name="connsiteX2669" fmla="*/ 2477929 w 3006089"/>
                <a:gd name="connsiteY2669" fmla="*/ 1171575 h 2297429"/>
                <a:gd name="connsiteX2670" fmla="*/ 2477453 w 3006089"/>
                <a:gd name="connsiteY2670" fmla="*/ 1169194 h 2297429"/>
                <a:gd name="connsiteX2671" fmla="*/ 2468880 w 3006089"/>
                <a:gd name="connsiteY2671" fmla="*/ 1163955 h 2297429"/>
                <a:gd name="connsiteX2672" fmla="*/ 2465546 w 3006089"/>
                <a:gd name="connsiteY2672" fmla="*/ 1163003 h 2297429"/>
                <a:gd name="connsiteX2673" fmla="*/ 2460784 w 3006089"/>
                <a:gd name="connsiteY2673" fmla="*/ 1163003 h 2297429"/>
                <a:gd name="connsiteX2674" fmla="*/ 2459831 w 3006089"/>
                <a:gd name="connsiteY2674" fmla="*/ 1162526 h 2297429"/>
                <a:gd name="connsiteX2675" fmla="*/ 2467451 w 3006089"/>
                <a:gd name="connsiteY2675" fmla="*/ 1159669 h 2297429"/>
                <a:gd name="connsiteX2676" fmla="*/ 2469833 w 3006089"/>
                <a:gd name="connsiteY2676" fmla="*/ 1159669 h 2297429"/>
                <a:gd name="connsiteX2677" fmla="*/ 2480310 w 3006089"/>
                <a:gd name="connsiteY2677" fmla="*/ 1166336 h 2297429"/>
                <a:gd name="connsiteX2678" fmla="*/ 2486978 w 3006089"/>
                <a:gd name="connsiteY2678" fmla="*/ 1173004 h 2297429"/>
                <a:gd name="connsiteX2679" fmla="*/ 2491264 w 3006089"/>
                <a:gd name="connsiteY2679" fmla="*/ 1175861 h 2297429"/>
                <a:gd name="connsiteX2680" fmla="*/ 2500789 w 3006089"/>
                <a:gd name="connsiteY2680" fmla="*/ 1178243 h 2297429"/>
                <a:gd name="connsiteX2681" fmla="*/ 2506028 w 3006089"/>
                <a:gd name="connsiteY2681" fmla="*/ 1178243 h 2297429"/>
                <a:gd name="connsiteX2682" fmla="*/ 2507456 w 3006089"/>
                <a:gd name="connsiteY2682" fmla="*/ 1177766 h 2297429"/>
                <a:gd name="connsiteX2683" fmla="*/ 2510314 w 3006089"/>
                <a:gd name="connsiteY2683" fmla="*/ 1176338 h 2297429"/>
                <a:gd name="connsiteX2684" fmla="*/ 2513171 w 3006089"/>
                <a:gd name="connsiteY2684" fmla="*/ 1172051 h 2297429"/>
                <a:gd name="connsiteX2685" fmla="*/ 2509361 w 3006089"/>
                <a:gd name="connsiteY2685" fmla="*/ 1168718 h 2297429"/>
                <a:gd name="connsiteX2686" fmla="*/ 2500789 w 3006089"/>
                <a:gd name="connsiteY2686" fmla="*/ 1163479 h 2297429"/>
                <a:gd name="connsiteX2687" fmla="*/ 2495550 w 3006089"/>
                <a:gd name="connsiteY2687" fmla="*/ 1158716 h 2297429"/>
                <a:gd name="connsiteX2688" fmla="*/ 2492216 w 3006089"/>
                <a:gd name="connsiteY2688" fmla="*/ 1153001 h 2297429"/>
                <a:gd name="connsiteX2689" fmla="*/ 2489359 w 3006089"/>
                <a:gd name="connsiteY2689" fmla="*/ 1147286 h 2297429"/>
                <a:gd name="connsiteX2690" fmla="*/ 2489835 w 3006089"/>
                <a:gd name="connsiteY2690" fmla="*/ 1145858 h 2297429"/>
                <a:gd name="connsiteX2691" fmla="*/ 2494121 w 3006089"/>
                <a:gd name="connsiteY2691" fmla="*/ 1147763 h 2297429"/>
                <a:gd name="connsiteX2692" fmla="*/ 2500312 w 3006089"/>
                <a:gd name="connsiteY2692" fmla="*/ 1151096 h 2297429"/>
                <a:gd name="connsiteX2693" fmla="*/ 2506980 w 3006089"/>
                <a:gd name="connsiteY2693" fmla="*/ 1155859 h 2297429"/>
                <a:gd name="connsiteX2694" fmla="*/ 2508885 w 3006089"/>
                <a:gd name="connsiteY2694" fmla="*/ 1156811 h 2297429"/>
                <a:gd name="connsiteX2695" fmla="*/ 2511743 w 3006089"/>
                <a:gd name="connsiteY2695" fmla="*/ 1156335 h 2297429"/>
                <a:gd name="connsiteX2696" fmla="*/ 2513171 w 3006089"/>
                <a:gd name="connsiteY2696" fmla="*/ 1155859 h 2297429"/>
                <a:gd name="connsiteX2697" fmla="*/ 2513171 w 3006089"/>
                <a:gd name="connsiteY2697" fmla="*/ 1149668 h 2297429"/>
                <a:gd name="connsiteX2698" fmla="*/ 2508885 w 3006089"/>
                <a:gd name="connsiteY2698" fmla="*/ 1144905 h 2297429"/>
                <a:gd name="connsiteX2699" fmla="*/ 2509361 w 3006089"/>
                <a:gd name="connsiteY2699" fmla="*/ 1142048 h 2297429"/>
                <a:gd name="connsiteX2700" fmla="*/ 2513171 w 3006089"/>
                <a:gd name="connsiteY2700" fmla="*/ 1143953 h 2297429"/>
                <a:gd name="connsiteX2701" fmla="*/ 2516981 w 3006089"/>
                <a:gd name="connsiteY2701" fmla="*/ 1144429 h 2297429"/>
                <a:gd name="connsiteX2702" fmla="*/ 2520791 w 3006089"/>
                <a:gd name="connsiteY2702" fmla="*/ 1143000 h 2297429"/>
                <a:gd name="connsiteX2703" fmla="*/ 2520791 w 3006089"/>
                <a:gd name="connsiteY2703" fmla="*/ 1141095 h 2297429"/>
                <a:gd name="connsiteX2704" fmla="*/ 2519362 w 3006089"/>
                <a:gd name="connsiteY2704" fmla="*/ 1138714 h 2297429"/>
                <a:gd name="connsiteX2705" fmla="*/ 2520315 w 3006089"/>
                <a:gd name="connsiteY2705" fmla="*/ 1138238 h 2297429"/>
                <a:gd name="connsiteX2706" fmla="*/ 2524601 w 3006089"/>
                <a:gd name="connsiteY2706" fmla="*/ 1140143 h 2297429"/>
                <a:gd name="connsiteX2707" fmla="*/ 2526983 w 3006089"/>
                <a:gd name="connsiteY2707" fmla="*/ 1142524 h 2297429"/>
                <a:gd name="connsiteX2708" fmla="*/ 2527935 w 3006089"/>
                <a:gd name="connsiteY2708" fmla="*/ 1145381 h 2297429"/>
                <a:gd name="connsiteX2709" fmla="*/ 2529364 w 3006089"/>
                <a:gd name="connsiteY2709" fmla="*/ 1148239 h 2297429"/>
                <a:gd name="connsiteX2710" fmla="*/ 2537460 w 3006089"/>
                <a:gd name="connsiteY2710" fmla="*/ 1158240 h 2297429"/>
                <a:gd name="connsiteX2711" fmla="*/ 2539365 w 3006089"/>
                <a:gd name="connsiteY2711" fmla="*/ 1159669 h 2297429"/>
                <a:gd name="connsiteX2712" fmla="*/ 2544128 w 3006089"/>
                <a:gd name="connsiteY2712" fmla="*/ 1161098 h 2297429"/>
                <a:gd name="connsiteX2713" fmla="*/ 2546509 w 3006089"/>
                <a:gd name="connsiteY2713" fmla="*/ 1162526 h 2297429"/>
                <a:gd name="connsiteX2714" fmla="*/ 2551271 w 3006089"/>
                <a:gd name="connsiteY2714" fmla="*/ 1166813 h 2297429"/>
                <a:gd name="connsiteX2715" fmla="*/ 2555558 w 3006089"/>
                <a:gd name="connsiteY2715" fmla="*/ 1167289 h 2297429"/>
                <a:gd name="connsiteX2716" fmla="*/ 2558415 w 3006089"/>
                <a:gd name="connsiteY2716" fmla="*/ 1166336 h 2297429"/>
                <a:gd name="connsiteX2717" fmla="*/ 2561749 w 3006089"/>
                <a:gd name="connsiteY2717" fmla="*/ 1164908 h 2297429"/>
                <a:gd name="connsiteX2718" fmla="*/ 2564130 w 3006089"/>
                <a:gd name="connsiteY2718" fmla="*/ 1162526 h 2297429"/>
                <a:gd name="connsiteX2719" fmla="*/ 2565083 w 3006089"/>
                <a:gd name="connsiteY2719" fmla="*/ 1163003 h 2297429"/>
                <a:gd name="connsiteX2720" fmla="*/ 2558415 w 3006089"/>
                <a:gd name="connsiteY2720" fmla="*/ 1169670 h 2297429"/>
                <a:gd name="connsiteX2721" fmla="*/ 2557462 w 3006089"/>
                <a:gd name="connsiteY2721" fmla="*/ 1173480 h 2297429"/>
                <a:gd name="connsiteX2722" fmla="*/ 2559844 w 3006089"/>
                <a:gd name="connsiteY2722" fmla="*/ 1174909 h 2297429"/>
                <a:gd name="connsiteX2723" fmla="*/ 2569369 w 3006089"/>
                <a:gd name="connsiteY2723" fmla="*/ 1175385 h 2297429"/>
                <a:gd name="connsiteX2724" fmla="*/ 2573655 w 3006089"/>
                <a:gd name="connsiteY2724" fmla="*/ 1174909 h 2297429"/>
                <a:gd name="connsiteX2725" fmla="*/ 2577465 w 3006089"/>
                <a:gd name="connsiteY2725" fmla="*/ 1173956 h 2297429"/>
                <a:gd name="connsiteX2726" fmla="*/ 2587466 w 3006089"/>
                <a:gd name="connsiteY2726" fmla="*/ 1170146 h 2297429"/>
                <a:gd name="connsiteX2727" fmla="*/ 2591276 w 3006089"/>
                <a:gd name="connsiteY2727" fmla="*/ 1166813 h 2297429"/>
                <a:gd name="connsiteX2728" fmla="*/ 2595562 w 3006089"/>
                <a:gd name="connsiteY2728" fmla="*/ 1161574 h 2297429"/>
                <a:gd name="connsiteX2729" fmla="*/ 2599373 w 3006089"/>
                <a:gd name="connsiteY2729" fmla="*/ 1158240 h 2297429"/>
                <a:gd name="connsiteX2730" fmla="*/ 2604611 w 3006089"/>
                <a:gd name="connsiteY2730" fmla="*/ 1155859 h 2297429"/>
                <a:gd name="connsiteX2731" fmla="*/ 2606516 w 3006089"/>
                <a:gd name="connsiteY2731" fmla="*/ 1156335 h 2297429"/>
                <a:gd name="connsiteX2732" fmla="*/ 2602706 w 3006089"/>
                <a:gd name="connsiteY2732" fmla="*/ 1158716 h 2297429"/>
                <a:gd name="connsiteX2733" fmla="*/ 2598896 w 3006089"/>
                <a:gd name="connsiteY2733" fmla="*/ 1163003 h 2297429"/>
                <a:gd name="connsiteX2734" fmla="*/ 2595562 w 3006089"/>
                <a:gd name="connsiteY2734" fmla="*/ 1169194 h 2297429"/>
                <a:gd name="connsiteX2735" fmla="*/ 2592705 w 3006089"/>
                <a:gd name="connsiteY2735" fmla="*/ 1172528 h 2297429"/>
                <a:gd name="connsiteX2736" fmla="*/ 2586514 w 3006089"/>
                <a:gd name="connsiteY2736" fmla="*/ 1173956 h 2297429"/>
                <a:gd name="connsiteX2737" fmla="*/ 2581275 w 3006089"/>
                <a:gd name="connsiteY2737" fmla="*/ 1176814 h 2297429"/>
                <a:gd name="connsiteX2738" fmla="*/ 2577941 w 3006089"/>
                <a:gd name="connsiteY2738" fmla="*/ 1179671 h 2297429"/>
                <a:gd name="connsiteX2739" fmla="*/ 2574608 w 3006089"/>
                <a:gd name="connsiteY2739" fmla="*/ 1183481 h 2297429"/>
                <a:gd name="connsiteX2740" fmla="*/ 2573655 w 3006089"/>
                <a:gd name="connsiteY2740" fmla="*/ 1186815 h 2297429"/>
                <a:gd name="connsiteX2741" fmla="*/ 2576036 w 3006089"/>
                <a:gd name="connsiteY2741" fmla="*/ 1189673 h 2297429"/>
                <a:gd name="connsiteX2742" fmla="*/ 2576989 w 3006089"/>
                <a:gd name="connsiteY2742" fmla="*/ 1190149 h 2297429"/>
                <a:gd name="connsiteX2743" fmla="*/ 2577941 w 3006089"/>
                <a:gd name="connsiteY2743" fmla="*/ 1191578 h 2297429"/>
                <a:gd name="connsiteX2744" fmla="*/ 2580323 w 3006089"/>
                <a:gd name="connsiteY2744" fmla="*/ 1196340 h 2297429"/>
                <a:gd name="connsiteX2745" fmla="*/ 2581275 w 3006089"/>
                <a:gd name="connsiteY2745" fmla="*/ 1197769 h 2297429"/>
                <a:gd name="connsiteX2746" fmla="*/ 2583656 w 3006089"/>
                <a:gd name="connsiteY2746" fmla="*/ 1203484 h 2297429"/>
                <a:gd name="connsiteX2747" fmla="*/ 2587943 w 3006089"/>
                <a:gd name="connsiteY2747" fmla="*/ 1208246 h 2297429"/>
                <a:gd name="connsiteX2748" fmla="*/ 2592229 w 3006089"/>
                <a:gd name="connsiteY2748" fmla="*/ 1212533 h 2297429"/>
                <a:gd name="connsiteX2749" fmla="*/ 2595086 w 3006089"/>
                <a:gd name="connsiteY2749" fmla="*/ 1216343 h 2297429"/>
                <a:gd name="connsiteX2750" fmla="*/ 2598420 w 3006089"/>
                <a:gd name="connsiteY2750" fmla="*/ 1220153 h 2297429"/>
                <a:gd name="connsiteX2751" fmla="*/ 2602230 w 3006089"/>
                <a:gd name="connsiteY2751" fmla="*/ 1223010 h 2297429"/>
                <a:gd name="connsiteX2752" fmla="*/ 2605087 w 3006089"/>
                <a:gd name="connsiteY2752" fmla="*/ 1215390 h 2297429"/>
                <a:gd name="connsiteX2753" fmla="*/ 2609374 w 3006089"/>
                <a:gd name="connsiteY2753" fmla="*/ 1209199 h 2297429"/>
                <a:gd name="connsiteX2754" fmla="*/ 2611279 w 3006089"/>
                <a:gd name="connsiteY2754" fmla="*/ 1207294 h 2297429"/>
                <a:gd name="connsiteX2755" fmla="*/ 2611755 w 3006089"/>
                <a:gd name="connsiteY2755" fmla="*/ 1207294 h 2297429"/>
                <a:gd name="connsiteX2756" fmla="*/ 2610326 w 3006089"/>
                <a:gd name="connsiteY2756" fmla="*/ 1211580 h 2297429"/>
                <a:gd name="connsiteX2757" fmla="*/ 2608898 w 3006089"/>
                <a:gd name="connsiteY2757" fmla="*/ 1220153 h 2297429"/>
                <a:gd name="connsiteX2758" fmla="*/ 2612231 w 3006089"/>
                <a:gd name="connsiteY2758" fmla="*/ 1223486 h 2297429"/>
                <a:gd name="connsiteX2759" fmla="*/ 2615565 w 3006089"/>
                <a:gd name="connsiteY2759" fmla="*/ 1226344 h 2297429"/>
                <a:gd name="connsiteX2760" fmla="*/ 2618423 w 3006089"/>
                <a:gd name="connsiteY2760" fmla="*/ 1223486 h 2297429"/>
                <a:gd name="connsiteX2761" fmla="*/ 2621280 w 3006089"/>
                <a:gd name="connsiteY2761" fmla="*/ 1223486 h 2297429"/>
                <a:gd name="connsiteX2762" fmla="*/ 2624137 w 3006089"/>
                <a:gd name="connsiteY2762" fmla="*/ 1223963 h 2297429"/>
                <a:gd name="connsiteX2763" fmla="*/ 2626043 w 3006089"/>
                <a:gd name="connsiteY2763" fmla="*/ 1225391 h 2297429"/>
                <a:gd name="connsiteX2764" fmla="*/ 2627471 w 3006089"/>
                <a:gd name="connsiteY2764" fmla="*/ 1227296 h 2297429"/>
                <a:gd name="connsiteX2765" fmla="*/ 2629376 w 3006089"/>
                <a:gd name="connsiteY2765" fmla="*/ 1230630 h 2297429"/>
                <a:gd name="connsiteX2766" fmla="*/ 2633662 w 3006089"/>
                <a:gd name="connsiteY2766" fmla="*/ 1233964 h 2297429"/>
                <a:gd name="connsiteX2767" fmla="*/ 2637949 w 3006089"/>
                <a:gd name="connsiteY2767" fmla="*/ 1228725 h 2297429"/>
                <a:gd name="connsiteX2768" fmla="*/ 2640806 w 3006089"/>
                <a:gd name="connsiteY2768" fmla="*/ 1223486 h 2297429"/>
                <a:gd name="connsiteX2769" fmla="*/ 2642235 w 3006089"/>
                <a:gd name="connsiteY2769" fmla="*/ 1217295 h 2297429"/>
                <a:gd name="connsiteX2770" fmla="*/ 2642235 w 3006089"/>
                <a:gd name="connsiteY2770" fmla="*/ 1200150 h 2297429"/>
                <a:gd name="connsiteX2771" fmla="*/ 2643187 w 3006089"/>
                <a:gd name="connsiteY2771" fmla="*/ 1195864 h 2297429"/>
                <a:gd name="connsiteX2772" fmla="*/ 2637473 w 3006089"/>
                <a:gd name="connsiteY2772" fmla="*/ 1194911 h 2297429"/>
                <a:gd name="connsiteX2773" fmla="*/ 2632710 w 3006089"/>
                <a:gd name="connsiteY2773" fmla="*/ 1193483 h 2297429"/>
                <a:gd name="connsiteX2774" fmla="*/ 2632710 w 3006089"/>
                <a:gd name="connsiteY2774" fmla="*/ 1192530 h 2297429"/>
                <a:gd name="connsiteX2775" fmla="*/ 2640806 w 3006089"/>
                <a:gd name="connsiteY2775" fmla="*/ 1190625 h 2297429"/>
                <a:gd name="connsiteX2776" fmla="*/ 2641283 w 3006089"/>
                <a:gd name="connsiteY2776" fmla="*/ 1187768 h 2297429"/>
                <a:gd name="connsiteX2777" fmla="*/ 2639378 w 3006089"/>
                <a:gd name="connsiteY2777" fmla="*/ 1183481 h 2297429"/>
                <a:gd name="connsiteX2778" fmla="*/ 2639378 w 3006089"/>
                <a:gd name="connsiteY2778" fmla="*/ 1182529 h 2297429"/>
                <a:gd name="connsiteX2779" fmla="*/ 2646998 w 3006089"/>
                <a:gd name="connsiteY2779" fmla="*/ 1191101 h 2297429"/>
                <a:gd name="connsiteX2780" fmla="*/ 2649379 w 3006089"/>
                <a:gd name="connsiteY2780" fmla="*/ 1193006 h 2297429"/>
                <a:gd name="connsiteX2781" fmla="*/ 2656046 w 3006089"/>
                <a:gd name="connsiteY2781" fmla="*/ 1194911 h 2297429"/>
                <a:gd name="connsiteX2782" fmla="*/ 2661285 w 3006089"/>
                <a:gd name="connsiteY2782" fmla="*/ 1193483 h 2297429"/>
                <a:gd name="connsiteX2783" fmla="*/ 2662714 w 3006089"/>
                <a:gd name="connsiteY2783" fmla="*/ 1194435 h 2297429"/>
                <a:gd name="connsiteX2784" fmla="*/ 2666524 w 3006089"/>
                <a:gd name="connsiteY2784" fmla="*/ 1193959 h 2297429"/>
                <a:gd name="connsiteX2785" fmla="*/ 2667953 w 3006089"/>
                <a:gd name="connsiteY2785" fmla="*/ 1189196 h 2297429"/>
                <a:gd name="connsiteX2786" fmla="*/ 2672239 w 3006089"/>
                <a:gd name="connsiteY2786" fmla="*/ 1184910 h 2297429"/>
                <a:gd name="connsiteX2787" fmla="*/ 2675573 w 3006089"/>
                <a:gd name="connsiteY2787" fmla="*/ 1183481 h 2297429"/>
                <a:gd name="connsiteX2788" fmla="*/ 2675573 w 3006089"/>
                <a:gd name="connsiteY2788" fmla="*/ 1181576 h 2297429"/>
                <a:gd name="connsiteX2789" fmla="*/ 2674620 w 3006089"/>
                <a:gd name="connsiteY2789" fmla="*/ 1179671 h 2297429"/>
                <a:gd name="connsiteX2790" fmla="*/ 2673191 w 3006089"/>
                <a:gd name="connsiteY2790" fmla="*/ 1177290 h 2297429"/>
                <a:gd name="connsiteX2791" fmla="*/ 2671762 w 3006089"/>
                <a:gd name="connsiteY2791" fmla="*/ 1175861 h 2297429"/>
                <a:gd name="connsiteX2792" fmla="*/ 2667476 w 3006089"/>
                <a:gd name="connsiteY2792" fmla="*/ 1173480 h 2297429"/>
                <a:gd name="connsiteX2793" fmla="*/ 2668429 w 3006089"/>
                <a:gd name="connsiteY2793" fmla="*/ 1172528 h 2297429"/>
                <a:gd name="connsiteX2794" fmla="*/ 2672715 w 3006089"/>
                <a:gd name="connsiteY2794" fmla="*/ 1173480 h 2297429"/>
                <a:gd name="connsiteX2795" fmla="*/ 2680335 w 3006089"/>
                <a:gd name="connsiteY2795" fmla="*/ 1173956 h 2297429"/>
                <a:gd name="connsiteX2796" fmla="*/ 2684145 w 3006089"/>
                <a:gd name="connsiteY2796" fmla="*/ 1173480 h 2297429"/>
                <a:gd name="connsiteX2797" fmla="*/ 2689384 w 3006089"/>
                <a:gd name="connsiteY2797" fmla="*/ 1172051 h 2297429"/>
                <a:gd name="connsiteX2798" fmla="*/ 2688431 w 3006089"/>
                <a:gd name="connsiteY2798" fmla="*/ 1170146 h 2297429"/>
                <a:gd name="connsiteX2799" fmla="*/ 2680811 w 3006089"/>
                <a:gd name="connsiteY2799" fmla="*/ 1165860 h 2297429"/>
                <a:gd name="connsiteX2800" fmla="*/ 2670810 w 3006089"/>
                <a:gd name="connsiteY2800" fmla="*/ 1161574 h 2297429"/>
                <a:gd name="connsiteX2801" fmla="*/ 2672239 w 3006089"/>
                <a:gd name="connsiteY2801" fmla="*/ 1159193 h 2297429"/>
                <a:gd name="connsiteX2802" fmla="*/ 2674620 w 3006089"/>
                <a:gd name="connsiteY2802" fmla="*/ 1158240 h 2297429"/>
                <a:gd name="connsiteX2803" fmla="*/ 2675096 w 3006089"/>
                <a:gd name="connsiteY2803" fmla="*/ 1156811 h 2297429"/>
                <a:gd name="connsiteX2804" fmla="*/ 2669858 w 3006089"/>
                <a:gd name="connsiteY2804" fmla="*/ 1151573 h 2297429"/>
                <a:gd name="connsiteX2805" fmla="*/ 2671286 w 3006089"/>
                <a:gd name="connsiteY2805" fmla="*/ 1151096 h 2297429"/>
                <a:gd name="connsiteX2806" fmla="*/ 2676049 w 3006089"/>
                <a:gd name="connsiteY2806" fmla="*/ 1151573 h 2297429"/>
                <a:gd name="connsiteX2807" fmla="*/ 2679383 w 3006089"/>
                <a:gd name="connsiteY2807" fmla="*/ 1152525 h 2297429"/>
                <a:gd name="connsiteX2808" fmla="*/ 2683193 w 3006089"/>
                <a:gd name="connsiteY2808" fmla="*/ 1155383 h 2297429"/>
                <a:gd name="connsiteX2809" fmla="*/ 2689860 w 3006089"/>
                <a:gd name="connsiteY2809" fmla="*/ 1156811 h 2297429"/>
                <a:gd name="connsiteX2810" fmla="*/ 2693194 w 3006089"/>
                <a:gd name="connsiteY2810" fmla="*/ 1156811 h 2297429"/>
                <a:gd name="connsiteX2811" fmla="*/ 2703195 w 3006089"/>
                <a:gd name="connsiteY2811" fmla="*/ 1153478 h 2297429"/>
                <a:gd name="connsiteX2812" fmla="*/ 2703195 w 3006089"/>
                <a:gd name="connsiteY2812" fmla="*/ 1151096 h 2297429"/>
                <a:gd name="connsiteX2813" fmla="*/ 2700814 w 3006089"/>
                <a:gd name="connsiteY2813" fmla="*/ 1145858 h 2297429"/>
                <a:gd name="connsiteX2814" fmla="*/ 2686050 w 3006089"/>
                <a:gd name="connsiteY2814" fmla="*/ 1138714 h 2297429"/>
                <a:gd name="connsiteX2815" fmla="*/ 2685098 w 3006089"/>
                <a:gd name="connsiteY2815" fmla="*/ 1137761 h 2297429"/>
                <a:gd name="connsiteX2816" fmla="*/ 2688908 w 3006089"/>
                <a:gd name="connsiteY2816" fmla="*/ 1135856 h 2297429"/>
                <a:gd name="connsiteX2817" fmla="*/ 2691289 w 3006089"/>
                <a:gd name="connsiteY2817" fmla="*/ 1129189 h 2297429"/>
                <a:gd name="connsiteX2818" fmla="*/ 1691640 w 3006089"/>
                <a:gd name="connsiteY2818" fmla="*/ 128111 h 2297429"/>
                <a:gd name="connsiteX2819" fmla="*/ 1698308 w 3006089"/>
                <a:gd name="connsiteY2819" fmla="*/ 126206 h 2297429"/>
                <a:gd name="connsiteX2820" fmla="*/ 1707356 w 3006089"/>
                <a:gd name="connsiteY2820" fmla="*/ 122396 h 2297429"/>
                <a:gd name="connsiteX2821" fmla="*/ 1714500 w 3006089"/>
                <a:gd name="connsiteY2821" fmla="*/ 120968 h 2297429"/>
                <a:gd name="connsiteX2822" fmla="*/ 1719262 w 3006089"/>
                <a:gd name="connsiteY2822" fmla="*/ 122396 h 2297429"/>
                <a:gd name="connsiteX2823" fmla="*/ 1724501 w 3006089"/>
                <a:gd name="connsiteY2823" fmla="*/ 122873 h 2297429"/>
                <a:gd name="connsiteX2824" fmla="*/ 1741646 w 3006089"/>
                <a:gd name="connsiteY2824" fmla="*/ 122396 h 2297429"/>
                <a:gd name="connsiteX2825" fmla="*/ 1740694 w 3006089"/>
                <a:gd name="connsiteY2825" fmla="*/ 124301 h 2297429"/>
                <a:gd name="connsiteX2826" fmla="*/ 1716405 w 3006089"/>
                <a:gd name="connsiteY2826" fmla="*/ 136208 h 2297429"/>
                <a:gd name="connsiteX2827" fmla="*/ 1714500 w 3006089"/>
                <a:gd name="connsiteY2827" fmla="*/ 139065 h 2297429"/>
                <a:gd name="connsiteX2828" fmla="*/ 1721168 w 3006089"/>
                <a:gd name="connsiteY2828" fmla="*/ 140970 h 2297429"/>
                <a:gd name="connsiteX2829" fmla="*/ 1724977 w 3006089"/>
                <a:gd name="connsiteY2829" fmla="*/ 141446 h 2297429"/>
                <a:gd name="connsiteX2830" fmla="*/ 1770221 w 3006089"/>
                <a:gd name="connsiteY2830" fmla="*/ 130016 h 2297429"/>
                <a:gd name="connsiteX2831" fmla="*/ 1787366 w 3006089"/>
                <a:gd name="connsiteY2831" fmla="*/ 128111 h 2297429"/>
                <a:gd name="connsiteX2832" fmla="*/ 1800225 w 3006089"/>
                <a:gd name="connsiteY2832" fmla="*/ 128588 h 2297429"/>
                <a:gd name="connsiteX2833" fmla="*/ 1817370 w 3006089"/>
                <a:gd name="connsiteY2833" fmla="*/ 131445 h 2297429"/>
                <a:gd name="connsiteX2834" fmla="*/ 1816894 w 3006089"/>
                <a:gd name="connsiteY2834" fmla="*/ 132874 h 2297429"/>
                <a:gd name="connsiteX2835" fmla="*/ 1799749 w 3006089"/>
                <a:gd name="connsiteY2835" fmla="*/ 131921 h 2297429"/>
                <a:gd name="connsiteX2836" fmla="*/ 1783080 w 3006089"/>
                <a:gd name="connsiteY2836" fmla="*/ 133350 h 2297429"/>
                <a:gd name="connsiteX2837" fmla="*/ 1774031 w 3006089"/>
                <a:gd name="connsiteY2837" fmla="*/ 135731 h 2297429"/>
                <a:gd name="connsiteX2838" fmla="*/ 1755934 w 3006089"/>
                <a:gd name="connsiteY2838" fmla="*/ 142875 h 2297429"/>
                <a:gd name="connsiteX2839" fmla="*/ 1747361 w 3006089"/>
                <a:gd name="connsiteY2839" fmla="*/ 147638 h 2297429"/>
                <a:gd name="connsiteX2840" fmla="*/ 1748790 w 3006089"/>
                <a:gd name="connsiteY2840" fmla="*/ 149543 h 2297429"/>
                <a:gd name="connsiteX2841" fmla="*/ 1763554 w 3006089"/>
                <a:gd name="connsiteY2841" fmla="*/ 153829 h 2297429"/>
                <a:gd name="connsiteX2842" fmla="*/ 1761649 w 3006089"/>
                <a:gd name="connsiteY2842" fmla="*/ 154781 h 2297429"/>
                <a:gd name="connsiteX2843" fmla="*/ 1751648 w 3006089"/>
                <a:gd name="connsiteY2843" fmla="*/ 155734 h 2297429"/>
                <a:gd name="connsiteX2844" fmla="*/ 1738789 w 3006089"/>
                <a:gd name="connsiteY2844" fmla="*/ 160020 h 2297429"/>
                <a:gd name="connsiteX2845" fmla="*/ 1737836 w 3006089"/>
                <a:gd name="connsiteY2845" fmla="*/ 163830 h 2297429"/>
                <a:gd name="connsiteX2846" fmla="*/ 1744027 w 3006089"/>
                <a:gd name="connsiteY2846" fmla="*/ 168593 h 2297429"/>
                <a:gd name="connsiteX2847" fmla="*/ 1749743 w 3006089"/>
                <a:gd name="connsiteY2847" fmla="*/ 170974 h 2297429"/>
                <a:gd name="connsiteX2848" fmla="*/ 1757362 w 3006089"/>
                <a:gd name="connsiteY2848" fmla="*/ 171450 h 2297429"/>
                <a:gd name="connsiteX2849" fmla="*/ 1774984 w 3006089"/>
                <a:gd name="connsiteY2849" fmla="*/ 168593 h 2297429"/>
                <a:gd name="connsiteX2850" fmla="*/ 1829752 w 3006089"/>
                <a:gd name="connsiteY2850" fmla="*/ 166688 h 2297429"/>
                <a:gd name="connsiteX2851" fmla="*/ 1852136 w 3006089"/>
                <a:gd name="connsiteY2851" fmla="*/ 163354 h 2297429"/>
                <a:gd name="connsiteX2852" fmla="*/ 1877377 w 3006089"/>
                <a:gd name="connsiteY2852" fmla="*/ 153829 h 2297429"/>
                <a:gd name="connsiteX2853" fmla="*/ 1893570 w 3006089"/>
                <a:gd name="connsiteY2853" fmla="*/ 150495 h 2297429"/>
                <a:gd name="connsiteX2854" fmla="*/ 1900237 w 3006089"/>
                <a:gd name="connsiteY2854" fmla="*/ 149543 h 2297429"/>
                <a:gd name="connsiteX2855" fmla="*/ 1909286 w 3006089"/>
                <a:gd name="connsiteY2855" fmla="*/ 150019 h 2297429"/>
                <a:gd name="connsiteX2856" fmla="*/ 1904524 w 3006089"/>
                <a:gd name="connsiteY2856" fmla="*/ 153353 h 2297429"/>
                <a:gd name="connsiteX2857" fmla="*/ 1879759 w 3006089"/>
                <a:gd name="connsiteY2857" fmla="*/ 163354 h 2297429"/>
                <a:gd name="connsiteX2858" fmla="*/ 1856899 w 3006089"/>
                <a:gd name="connsiteY2858" fmla="*/ 170498 h 2297429"/>
                <a:gd name="connsiteX2859" fmla="*/ 1841659 w 3006089"/>
                <a:gd name="connsiteY2859" fmla="*/ 173355 h 2297429"/>
                <a:gd name="connsiteX2860" fmla="*/ 1825943 w 3006089"/>
                <a:gd name="connsiteY2860" fmla="*/ 174308 h 2297429"/>
                <a:gd name="connsiteX2861" fmla="*/ 1791176 w 3006089"/>
                <a:gd name="connsiteY2861" fmla="*/ 173355 h 2297429"/>
                <a:gd name="connsiteX2862" fmla="*/ 1765459 w 3006089"/>
                <a:gd name="connsiteY2862" fmla="*/ 178118 h 2297429"/>
                <a:gd name="connsiteX2863" fmla="*/ 1762125 w 3006089"/>
                <a:gd name="connsiteY2863" fmla="*/ 180499 h 2297429"/>
                <a:gd name="connsiteX2864" fmla="*/ 1764030 w 3006089"/>
                <a:gd name="connsiteY2864" fmla="*/ 182880 h 2297429"/>
                <a:gd name="connsiteX2865" fmla="*/ 1766411 w 3006089"/>
                <a:gd name="connsiteY2865" fmla="*/ 185261 h 2297429"/>
                <a:gd name="connsiteX2866" fmla="*/ 1769269 w 3006089"/>
                <a:gd name="connsiteY2866" fmla="*/ 187166 h 2297429"/>
                <a:gd name="connsiteX2867" fmla="*/ 1774031 w 3006089"/>
                <a:gd name="connsiteY2867" fmla="*/ 189071 h 2297429"/>
                <a:gd name="connsiteX2868" fmla="*/ 1784033 w 3006089"/>
                <a:gd name="connsiteY2868" fmla="*/ 191929 h 2297429"/>
                <a:gd name="connsiteX2869" fmla="*/ 1797368 w 3006089"/>
                <a:gd name="connsiteY2869" fmla="*/ 197168 h 2297429"/>
                <a:gd name="connsiteX2870" fmla="*/ 1804987 w 3006089"/>
                <a:gd name="connsiteY2870" fmla="*/ 199549 h 2297429"/>
                <a:gd name="connsiteX2871" fmla="*/ 1814989 w 3006089"/>
                <a:gd name="connsiteY2871" fmla="*/ 200978 h 2297429"/>
                <a:gd name="connsiteX2872" fmla="*/ 1827848 w 3006089"/>
                <a:gd name="connsiteY2872" fmla="*/ 200025 h 2297429"/>
                <a:gd name="connsiteX2873" fmla="*/ 1836420 w 3006089"/>
                <a:gd name="connsiteY2873" fmla="*/ 195739 h 2297429"/>
                <a:gd name="connsiteX2874" fmla="*/ 1864995 w 3006089"/>
                <a:gd name="connsiteY2874" fmla="*/ 178118 h 2297429"/>
                <a:gd name="connsiteX2875" fmla="*/ 1874044 w 3006089"/>
                <a:gd name="connsiteY2875" fmla="*/ 173355 h 2297429"/>
                <a:gd name="connsiteX2876" fmla="*/ 1880235 w 3006089"/>
                <a:gd name="connsiteY2876" fmla="*/ 171450 h 2297429"/>
                <a:gd name="connsiteX2877" fmla="*/ 1919287 w 3006089"/>
                <a:gd name="connsiteY2877" fmla="*/ 166211 h 2297429"/>
                <a:gd name="connsiteX2878" fmla="*/ 1964055 w 3006089"/>
                <a:gd name="connsiteY2878" fmla="*/ 162401 h 2297429"/>
                <a:gd name="connsiteX2879" fmla="*/ 1962150 w 3006089"/>
                <a:gd name="connsiteY2879" fmla="*/ 165735 h 2297429"/>
                <a:gd name="connsiteX2880" fmla="*/ 1916906 w 3006089"/>
                <a:gd name="connsiteY2880" fmla="*/ 170498 h 2297429"/>
                <a:gd name="connsiteX2881" fmla="*/ 1897856 w 3006089"/>
                <a:gd name="connsiteY2881" fmla="*/ 174784 h 2297429"/>
                <a:gd name="connsiteX2882" fmla="*/ 1884521 w 3006089"/>
                <a:gd name="connsiteY2882" fmla="*/ 180023 h 2297429"/>
                <a:gd name="connsiteX2883" fmla="*/ 1863566 w 3006089"/>
                <a:gd name="connsiteY2883" fmla="*/ 190976 h 2297429"/>
                <a:gd name="connsiteX2884" fmla="*/ 1857375 w 3006089"/>
                <a:gd name="connsiteY2884" fmla="*/ 195739 h 2297429"/>
                <a:gd name="connsiteX2885" fmla="*/ 1851660 w 3006089"/>
                <a:gd name="connsiteY2885" fmla="*/ 200978 h 2297429"/>
                <a:gd name="connsiteX2886" fmla="*/ 1851184 w 3006089"/>
                <a:gd name="connsiteY2886" fmla="*/ 203835 h 2297429"/>
                <a:gd name="connsiteX2887" fmla="*/ 1854041 w 3006089"/>
                <a:gd name="connsiteY2887" fmla="*/ 205740 h 2297429"/>
                <a:gd name="connsiteX2888" fmla="*/ 1863566 w 3006089"/>
                <a:gd name="connsiteY2888" fmla="*/ 208598 h 2297429"/>
                <a:gd name="connsiteX2889" fmla="*/ 1868805 w 3006089"/>
                <a:gd name="connsiteY2889" fmla="*/ 209074 h 2297429"/>
                <a:gd name="connsiteX2890" fmla="*/ 1881187 w 3006089"/>
                <a:gd name="connsiteY2890" fmla="*/ 207645 h 2297429"/>
                <a:gd name="connsiteX2891" fmla="*/ 1895475 w 3006089"/>
                <a:gd name="connsiteY2891" fmla="*/ 211931 h 2297429"/>
                <a:gd name="connsiteX2892" fmla="*/ 1901190 w 3006089"/>
                <a:gd name="connsiteY2892" fmla="*/ 212408 h 2297429"/>
                <a:gd name="connsiteX2893" fmla="*/ 1925955 w 3006089"/>
                <a:gd name="connsiteY2893" fmla="*/ 211931 h 2297429"/>
                <a:gd name="connsiteX2894" fmla="*/ 1932623 w 3006089"/>
                <a:gd name="connsiteY2894" fmla="*/ 210979 h 2297429"/>
                <a:gd name="connsiteX2895" fmla="*/ 1937385 w 3006089"/>
                <a:gd name="connsiteY2895" fmla="*/ 209550 h 2297429"/>
                <a:gd name="connsiteX2896" fmla="*/ 1944052 w 3006089"/>
                <a:gd name="connsiteY2896" fmla="*/ 205740 h 2297429"/>
                <a:gd name="connsiteX2897" fmla="*/ 1952149 w 3006089"/>
                <a:gd name="connsiteY2897" fmla="*/ 200025 h 2297429"/>
                <a:gd name="connsiteX2898" fmla="*/ 1960721 w 3006089"/>
                <a:gd name="connsiteY2898" fmla="*/ 196691 h 2297429"/>
                <a:gd name="connsiteX2899" fmla="*/ 1981676 w 3006089"/>
                <a:gd name="connsiteY2899" fmla="*/ 194786 h 2297429"/>
                <a:gd name="connsiteX2900" fmla="*/ 1991201 w 3006089"/>
                <a:gd name="connsiteY2900" fmla="*/ 192881 h 2297429"/>
                <a:gd name="connsiteX2901" fmla="*/ 2000726 w 3006089"/>
                <a:gd name="connsiteY2901" fmla="*/ 191929 h 2297429"/>
                <a:gd name="connsiteX2902" fmla="*/ 1996916 w 3006089"/>
                <a:gd name="connsiteY2902" fmla="*/ 195263 h 2297429"/>
                <a:gd name="connsiteX2903" fmla="*/ 1982152 w 3006089"/>
                <a:gd name="connsiteY2903" fmla="*/ 202883 h 2297429"/>
                <a:gd name="connsiteX2904" fmla="*/ 1978343 w 3006089"/>
                <a:gd name="connsiteY2904" fmla="*/ 207169 h 2297429"/>
                <a:gd name="connsiteX2905" fmla="*/ 1987391 w 3006089"/>
                <a:gd name="connsiteY2905" fmla="*/ 208598 h 2297429"/>
                <a:gd name="connsiteX2906" fmla="*/ 1995487 w 3006089"/>
                <a:gd name="connsiteY2906" fmla="*/ 208598 h 2297429"/>
                <a:gd name="connsiteX2907" fmla="*/ 2023110 w 3006089"/>
                <a:gd name="connsiteY2907" fmla="*/ 203835 h 2297429"/>
                <a:gd name="connsiteX2908" fmla="*/ 2031683 w 3006089"/>
                <a:gd name="connsiteY2908" fmla="*/ 203359 h 2297429"/>
                <a:gd name="connsiteX2909" fmla="*/ 2041684 w 3006089"/>
                <a:gd name="connsiteY2909" fmla="*/ 200978 h 2297429"/>
                <a:gd name="connsiteX2910" fmla="*/ 2071211 w 3006089"/>
                <a:gd name="connsiteY2910" fmla="*/ 192405 h 2297429"/>
                <a:gd name="connsiteX2911" fmla="*/ 2084070 w 3006089"/>
                <a:gd name="connsiteY2911" fmla="*/ 186214 h 2297429"/>
                <a:gd name="connsiteX2912" fmla="*/ 2089309 w 3006089"/>
                <a:gd name="connsiteY2912" fmla="*/ 182880 h 2297429"/>
                <a:gd name="connsiteX2913" fmla="*/ 2091214 w 3006089"/>
                <a:gd name="connsiteY2913" fmla="*/ 180499 h 2297429"/>
                <a:gd name="connsiteX2914" fmla="*/ 2093595 w 3006089"/>
                <a:gd name="connsiteY2914" fmla="*/ 176213 h 2297429"/>
                <a:gd name="connsiteX2915" fmla="*/ 2095976 w 3006089"/>
                <a:gd name="connsiteY2915" fmla="*/ 170021 h 2297429"/>
                <a:gd name="connsiteX2916" fmla="*/ 2099310 w 3006089"/>
                <a:gd name="connsiteY2916" fmla="*/ 165735 h 2297429"/>
                <a:gd name="connsiteX2917" fmla="*/ 2103120 w 3006089"/>
                <a:gd name="connsiteY2917" fmla="*/ 163354 h 2297429"/>
                <a:gd name="connsiteX2918" fmla="*/ 2107406 w 3006089"/>
                <a:gd name="connsiteY2918" fmla="*/ 162401 h 2297429"/>
                <a:gd name="connsiteX2919" fmla="*/ 2112169 w 3006089"/>
                <a:gd name="connsiteY2919" fmla="*/ 162878 h 2297429"/>
                <a:gd name="connsiteX2920" fmla="*/ 2118836 w 3006089"/>
                <a:gd name="connsiteY2920" fmla="*/ 160496 h 2297429"/>
                <a:gd name="connsiteX2921" fmla="*/ 2131695 w 3006089"/>
                <a:gd name="connsiteY2921" fmla="*/ 151924 h 2297429"/>
                <a:gd name="connsiteX2922" fmla="*/ 2144554 w 3006089"/>
                <a:gd name="connsiteY2922" fmla="*/ 146209 h 2297429"/>
                <a:gd name="connsiteX2923" fmla="*/ 2181701 w 3006089"/>
                <a:gd name="connsiteY2923" fmla="*/ 138113 h 2297429"/>
                <a:gd name="connsiteX2924" fmla="*/ 2176939 w 3006089"/>
                <a:gd name="connsiteY2924" fmla="*/ 141923 h 2297429"/>
                <a:gd name="connsiteX2925" fmla="*/ 2159794 w 3006089"/>
                <a:gd name="connsiteY2925" fmla="*/ 147161 h 2297429"/>
                <a:gd name="connsiteX2926" fmla="*/ 2134076 w 3006089"/>
                <a:gd name="connsiteY2926" fmla="*/ 159544 h 2297429"/>
                <a:gd name="connsiteX2927" fmla="*/ 2127885 w 3006089"/>
                <a:gd name="connsiteY2927" fmla="*/ 163830 h 2297429"/>
                <a:gd name="connsiteX2928" fmla="*/ 2122170 w 3006089"/>
                <a:gd name="connsiteY2928" fmla="*/ 169545 h 2297429"/>
                <a:gd name="connsiteX2929" fmla="*/ 2120265 w 3006089"/>
                <a:gd name="connsiteY2929" fmla="*/ 172879 h 2297429"/>
                <a:gd name="connsiteX2930" fmla="*/ 2119312 w 3006089"/>
                <a:gd name="connsiteY2930" fmla="*/ 176689 h 2297429"/>
                <a:gd name="connsiteX2931" fmla="*/ 2125028 w 3006089"/>
                <a:gd name="connsiteY2931" fmla="*/ 179070 h 2297429"/>
                <a:gd name="connsiteX2932" fmla="*/ 2143601 w 3006089"/>
                <a:gd name="connsiteY2932" fmla="*/ 180499 h 2297429"/>
                <a:gd name="connsiteX2933" fmla="*/ 2164556 w 3006089"/>
                <a:gd name="connsiteY2933" fmla="*/ 180499 h 2297429"/>
                <a:gd name="connsiteX2934" fmla="*/ 2173605 w 3006089"/>
                <a:gd name="connsiteY2934" fmla="*/ 180975 h 2297429"/>
                <a:gd name="connsiteX2935" fmla="*/ 2182654 w 3006089"/>
                <a:gd name="connsiteY2935" fmla="*/ 182404 h 2297429"/>
                <a:gd name="connsiteX2936" fmla="*/ 2182178 w 3006089"/>
                <a:gd name="connsiteY2936" fmla="*/ 183356 h 2297429"/>
                <a:gd name="connsiteX2937" fmla="*/ 2171700 w 3006089"/>
                <a:gd name="connsiteY2937" fmla="*/ 185261 h 2297429"/>
                <a:gd name="connsiteX2938" fmla="*/ 2160270 w 3006089"/>
                <a:gd name="connsiteY2938" fmla="*/ 185738 h 2297429"/>
                <a:gd name="connsiteX2939" fmla="*/ 2130266 w 3006089"/>
                <a:gd name="connsiteY2939" fmla="*/ 189548 h 2297429"/>
                <a:gd name="connsiteX2940" fmla="*/ 2087880 w 3006089"/>
                <a:gd name="connsiteY2940" fmla="*/ 200501 h 2297429"/>
                <a:gd name="connsiteX2941" fmla="*/ 2086451 w 3006089"/>
                <a:gd name="connsiteY2941" fmla="*/ 202406 h 2297429"/>
                <a:gd name="connsiteX2942" fmla="*/ 2073593 w 3006089"/>
                <a:gd name="connsiteY2942" fmla="*/ 210026 h 2297429"/>
                <a:gd name="connsiteX2943" fmla="*/ 2042160 w 3006089"/>
                <a:gd name="connsiteY2943" fmla="*/ 216694 h 2297429"/>
                <a:gd name="connsiteX2944" fmla="*/ 1989296 w 3006089"/>
                <a:gd name="connsiteY2944" fmla="*/ 221933 h 2297429"/>
                <a:gd name="connsiteX2945" fmla="*/ 1980724 w 3006089"/>
                <a:gd name="connsiteY2945" fmla="*/ 223838 h 2297429"/>
                <a:gd name="connsiteX2946" fmla="*/ 1974056 w 3006089"/>
                <a:gd name="connsiteY2946" fmla="*/ 226219 h 2297429"/>
                <a:gd name="connsiteX2947" fmla="*/ 1975009 w 3006089"/>
                <a:gd name="connsiteY2947" fmla="*/ 229553 h 2297429"/>
                <a:gd name="connsiteX2948" fmla="*/ 1984534 w 3006089"/>
                <a:gd name="connsiteY2948" fmla="*/ 237649 h 2297429"/>
                <a:gd name="connsiteX2949" fmla="*/ 1996440 w 3006089"/>
                <a:gd name="connsiteY2949" fmla="*/ 246221 h 2297429"/>
                <a:gd name="connsiteX2950" fmla="*/ 2012633 w 3006089"/>
                <a:gd name="connsiteY2950" fmla="*/ 254794 h 2297429"/>
                <a:gd name="connsiteX2951" fmla="*/ 2019776 w 3006089"/>
                <a:gd name="connsiteY2951" fmla="*/ 260033 h 2297429"/>
                <a:gd name="connsiteX2952" fmla="*/ 2029301 w 3006089"/>
                <a:gd name="connsiteY2952" fmla="*/ 268129 h 2297429"/>
                <a:gd name="connsiteX2953" fmla="*/ 2035493 w 3006089"/>
                <a:gd name="connsiteY2953" fmla="*/ 272415 h 2297429"/>
                <a:gd name="connsiteX2954" fmla="*/ 2041208 w 3006089"/>
                <a:gd name="connsiteY2954" fmla="*/ 275273 h 2297429"/>
                <a:gd name="connsiteX2955" fmla="*/ 2051209 w 3006089"/>
                <a:gd name="connsiteY2955" fmla="*/ 276701 h 2297429"/>
                <a:gd name="connsiteX2956" fmla="*/ 2065496 w 3006089"/>
                <a:gd name="connsiteY2956" fmla="*/ 276225 h 2297429"/>
                <a:gd name="connsiteX2957" fmla="*/ 2071211 w 3006089"/>
                <a:gd name="connsiteY2957" fmla="*/ 277178 h 2297429"/>
                <a:gd name="connsiteX2958" fmla="*/ 2066449 w 3006089"/>
                <a:gd name="connsiteY2958" fmla="*/ 280035 h 2297429"/>
                <a:gd name="connsiteX2959" fmla="*/ 2059305 w 3006089"/>
                <a:gd name="connsiteY2959" fmla="*/ 282416 h 2297429"/>
                <a:gd name="connsiteX2960" fmla="*/ 2052637 w 3006089"/>
                <a:gd name="connsiteY2960" fmla="*/ 282893 h 2297429"/>
                <a:gd name="connsiteX2961" fmla="*/ 2040255 w 3006089"/>
                <a:gd name="connsiteY2961" fmla="*/ 281940 h 2297429"/>
                <a:gd name="connsiteX2962" fmla="*/ 2025968 w 3006089"/>
                <a:gd name="connsiteY2962" fmla="*/ 279083 h 2297429"/>
                <a:gd name="connsiteX2963" fmla="*/ 2018348 w 3006089"/>
                <a:gd name="connsiteY2963" fmla="*/ 276701 h 2297429"/>
                <a:gd name="connsiteX2964" fmla="*/ 2012633 w 3006089"/>
                <a:gd name="connsiteY2964" fmla="*/ 273844 h 2297429"/>
                <a:gd name="connsiteX2965" fmla="*/ 2005965 w 3006089"/>
                <a:gd name="connsiteY2965" fmla="*/ 269081 h 2297429"/>
                <a:gd name="connsiteX2966" fmla="*/ 1995011 w 3006089"/>
                <a:gd name="connsiteY2966" fmla="*/ 259556 h 2297429"/>
                <a:gd name="connsiteX2967" fmla="*/ 1985010 w 3006089"/>
                <a:gd name="connsiteY2967" fmla="*/ 252889 h 2297429"/>
                <a:gd name="connsiteX2968" fmla="*/ 1974056 w 3006089"/>
                <a:gd name="connsiteY2968" fmla="*/ 248126 h 2297429"/>
                <a:gd name="connsiteX2969" fmla="*/ 1962626 w 3006089"/>
                <a:gd name="connsiteY2969" fmla="*/ 240983 h 2297429"/>
                <a:gd name="connsiteX2970" fmla="*/ 1949768 w 3006089"/>
                <a:gd name="connsiteY2970" fmla="*/ 234791 h 2297429"/>
                <a:gd name="connsiteX2971" fmla="*/ 1938337 w 3006089"/>
                <a:gd name="connsiteY2971" fmla="*/ 232410 h 2297429"/>
                <a:gd name="connsiteX2972" fmla="*/ 1917383 w 3006089"/>
                <a:gd name="connsiteY2972" fmla="*/ 230981 h 2297429"/>
                <a:gd name="connsiteX2973" fmla="*/ 1900714 w 3006089"/>
                <a:gd name="connsiteY2973" fmla="*/ 231458 h 2297429"/>
                <a:gd name="connsiteX2974" fmla="*/ 1861661 w 3006089"/>
                <a:gd name="connsiteY2974" fmla="*/ 227648 h 2297429"/>
                <a:gd name="connsiteX2975" fmla="*/ 1854994 w 3006089"/>
                <a:gd name="connsiteY2975" fmla="*/ 232410 h 2297429"/>
                <a:gd name="connsiteX2976" fmla="*/ 1851184 w 3006089"/>
                <a:gd name="connsiteY2976" fmla="*/ 242888 h 2297429"/>
                <a:gd name="connsiteX2977" fmla="*/ 1855470 w 3006089"/>
                <a:gd name="connsiteY2977" fmla="*/ 250984 h 2297429"/>
                <a:gd name="connsiteX2978" fmla="*/ 1857851 w 3006089"/>
                <a:gd name="connsiteY2978" fmla="*/ 264319 h 2297429"/>
                <a:gd name="connsiteX2979" fmla="*/ 1867376 w 3006089"/>
                <a:gd name="connsiteY2979" fmla="*/ 272415 h 2297429"/>
                <a:gd name="connsiteX2980" fmla="*/ 1871186 w 3006089"/>
                <a:gd name="connsiteY2980" fmla="*/ 273844 h 2297429"/>
                <a:gd name="connsiteX2981" fmla="*/ 1890712 w 3006089"/>
                <a:gd name="connsiteY2981" fmla="*/ 276225 h 2297429"/>
                <a:gd name="connsiteX2982" fmla="*/ 1896904 w 3006089"/>
                <a:gd name="connsiteY2982" fmla="*/ 278130 h 2297429"/>
                <a:gd name="connsiteX2983" fmla="*/ 1903095 w 3006089"/>
                <a:gd name="connsiteY2983" fmla="*/ 281940 h 2297429"/>
                <a:gd name="connsiteX2984" fmla="*/ 1911668 w 3006089"/>
                <a:gd name="connsiteY2984" fmla="*/ 290989 h 2297429"/>
                <a:gd name="connsiteX2985" fmla="*/ 1922145 w 3006089"/>
                <a:gd name="connsiteY2985" fmla="*/ 300038 h 2297429"/>
                <a:gd name="connsiteX2986" fmla="*/ 1926908 w 3006089"/>
                <a:gd name="connsiteY2986" fmla="*/ 305753 h 2297429"/>
                <a:gd name="connsiteX2987" fmla="*/ 1933099 w 3006089"/>
                <a:gd name="connsiteY2987" fmla="*/ 311468 h 2297429"/>
                <a:gd name="connsiteX2988" fmla="*/ 1940719 w 3006089"/>
                <a:gd name="connsiteY2988" fmla="*/ 316230 h 2297429"/>
                <a:gd name="connsiteX2989" fmla="*/ 1951673 w 3006089"/>
                <a:gd name="connsiteY2989" fmla="*/ 321945 h 2297429"/>
                <a:gd name="connsiteX2990" fmla="*/ 1954530 w 3006089"/>
                <a:gd name="connsiteY2990" fmla="*/ 324803 h 2297429"/>
                <a:gd name="connsiteX2991" fmla="*/ 1945958 w 3006089"/>
                <a:gd name="connsiteY2991" fmla="*/ 324326 h 2297429"/>
                <a:gd name="connsiteX2992" fmla="*/ 1938337 w 3006089"/>
                <a:gd name="connsiteY2992" fmla="*/ 321469 h 2297429"/>
                <a:gd name="connsiteX2993" fmla="*/ 1931194 w 3006089"/>
                <a:gd name="connsiteY2993" fmla="*/ 319564 h 2297429"/>
                <a:gd name="connsiteX2994" fmla="*/ 1926908 w 3006089"/>
                <a:gd name="connsiteY2994" fmla="*/ 320040 h 2297429"/>
                <a:gd name="connsiteX2995" fmla="*/ 1922145 w 3006089"/>
                <a:gd name="connsiteY2995" fmla="*/ 321469 h 2297429"/>
                <a:gd name="connsiteX2996" fmla="*/ 1920716 w 3006089"/>
                <a:gd name="connsiteY2996" fmla="*/ 323850 h 2297429"/>
                <a:gd name="connsiteX2997" fmla="*/ 1923098 w 3006089"/>
                <a:gd name="connsiteY2997" fmla="*/ 327184 h 2297429"/>
                <a:gd name="connsiteX2998" fmla="*/ 1925955 w 3006089"/>
                <a:gd name="connsiteY2998" fmla="*/ 329089 h 2297429"/>
                <a:gd name="connsiteX2999" fmla="*/ 1929289 w 3006089"/>
                <a:gd name="connsiteY2999" fmla="*/ 330518 h 2297429"/>
                <a:gd name="connsiteX3000" fmla="*/ 1935004 w 3006089"/>
                <a:gd name="connsiteY3000" fmla="*/ 331470 h 2297429"/>
                <a:gd name="connsiteX3001" fmla="*/ 1947386 w 3006089"/>
                <a:gd name="connsiteY3001" fmla="*/ 332423 h 2297429"/>
                <a:gd name="connsiteX3002" fmla="*/ 1971675 w 3006089"/>
                <a:gd name="connsiteY3002" fmla="*/ 332899 h 2297429"/>
                <a:gd name="connsiteX3003" fmla="*/ 1985962 w 3006089"/>
                <a:gd name="connsiteY3003" fmla="*/ 335280 h 2297429"/>
                <a:gd name="connsiteX3004" fmla="*/ 1993106 w 3006089"/>
                <a:gd name="connsiteY3004" fmla="*/ 335756 h 2297429"/>
                <a:gd name="connsiteX3005" fmla="*/ 1999774 w 3006089"/>
                <a:gd name="connsiteY3005" fmla="*/ 334328 h 2297429"/>
                <a:gd name="connsiteX3006" fmla="*/ 2006918 w 3006089"/>
                <a:gd name="connsiteY3006" fmla="*/ 331470 h 2297429"/>
                <a:gd name="connsiteX3007" fmla="*/ 2011680 w 3006089"/>
                <a:gd name="connsiteY3007" fmla="*/ 330518 h 2297429"/>
                <a:gd name="connsiteX3008" fmla="*/ 2016443 w 3006089"/>
                <a:gd name="connsiteY3008" fmla="*/ 330518 h 2297429"/>
                <a:gd name="connsiteX3009" fmla="*/ 2015490 w 3006089"/>
                <a:gd name="connsiteY3009" fmla="*/ 332423 h 2297429"/>
                <a:gd name="connsiteX3010" fmla="*/ 2008823 w 3006089"/>
                <a:gd name="connsiteY3010" fmla="*/ 336233 h 2297429"/>
                <a:gd name="connsiteX3011" fmla="*/ 2003108 w 3006089"/>
                <a:gd name="connsiteY3011" fmla="*/ 338614 h 2297429"/>
                <a:gd name="connsiteX3012" fmla="*/ 1998345 w 3006089"/>
                <a:gd name="connsiteY3012" fmla="*/ 340043 h 2297429"/>
                <a:gd name="connsiteX3013" fmla="*/ 1993106 w 3006089"/>
                <a:gd name="connsiteY3013" fmla="*/ 340519 h 2297429"/>
                <a:gd name="connsiteX3014" fmla="*/ 1974533 w 3006089"/>
                <a:gd name="connsiteY3014" fmla="*/ 340043 h 2297429"/>
                <a:gd name="connsiteX3015" fmla="*/ 1968818 w 3006089"/>
                <a:gd name="connsiteY3015" fmla="*/ 343376 h 2297429"/>
                <a:gd name="connsiteX3016" fmla="*/ 1964531 w 3006089"/>
                <a:gd name="connsiteY3016" fmla="*/ 346234 h 2297429"/>
                <a:gd name="connsiteX3017" fmla="*/ 1960721 w 3006089"/>
                <a:gd name="connsiteY3017" fmla="*/ 345758 h 2297429"/>
                <a:gd name="connsiteX3018" fmla="*/ 1955483 w 3006089"/>
                <a:gd name="connsiteY3018" fmla="*/ 343853 h 2297429"/>
                <a:gd name="connsiteX3019" fmla="*/ 1943100 w 3006089"/>
                <a:gd name="connsiteY3019" fmla="*/ 341471 h 2297429"/>
                <a:gd name="connsiteX3020" fmla="*/ 1913096 w 3006089"/>
                <a:gd name="connsiteY3020" fmla="*/ 338138 h 2297429"/>
                <a:gd name="connsiteX3021" fmla="*/ 1905952 w 3006089"/>
                <a:gd name="connsiteY3021" fmla="*/ 336233 h 2297429"/>
                <a:gd name="connsiteX3022" fmla="*/ 1898333 w 3006089"/>
                <a:gd name="connsiteY3022" fmla="*/ 337185 h 2297429"/>
                <a:gd name="connsiteX3023" fmla="*/ 1882616 w 3006089"/>
                <a:gd name="connsiteY3023" fmla="*/ 341471 h 2297429"/>
                <a:gd name="connsiteX3024" fmla="*/ 1864043 w 3006089"/>
                <a:gd name="connsiteY3024" fmla="*/ 342900 h 2297429"/>
                <a:gd name="connsiteX3025" fmla="*/ 1844993 w 3006089"/>
                <a:gd name="connsiteY3025" fmla="*/ 346710 h 2297429"/>
                <a:gd name="connsiteX3026" fmla="*/ 1840230 w 3006089"/>
                <a:gd name="connsiteY3026" fmla="*/ 354806 h 2297429"/>
                <a:gd name="connsiteX3027" fmla="*/ 1833086 w 3006089"/>
                <a:gd name="connsiteY3027" fmla="*/ 362903 h 2297429"/>
                <a:gd name="connsiteX3028" fmla="*/ 1826419 w 3006089"/>
                <a:gd name="connsiteY3028" fmla="*/ 368618 h 2297429"/>
                <a:gd name="connsiteX3029" fmla="*/ 1822133 w 3006089"/>
                <a:gd name="connsiteY3029" fmla="*/ 373380 h 2297429"/>
                <a:gd name="connsiteX3030" fmla="*/ 1822133 w 3006089"/>
                <a:gd name="connsiteY3030" fmla="*/ 383381 h 2297429"/>
                <a:gd name="connsiteX3031" fmla="*/ 1820227 w 3006089"/>
                <a:gd name="connsiteY3031" fmla="*/ 391478 h 2297429"/>
                <a:gd name="connsiteX3032" fmla="*/ 1827371 w 3006089"/>
                <a:gd name="connsiteY3032" fmla="*/ 394811 h 2297429"/>
                <a:gd name="connsiteX3033" fmla="*/ 1841659 w 3006089"/>
                <a:gd name="connsiteY3033" fmla="*/ 395288 h 2297429"/>
                <a:gd name="connsiteX3034" fmla="*/ 1849279 w 3006089"/>
                <a:gd name="connsiteY3034" fmla="*/ 393383 h 2297429"/>
                <a:gd name="connsiteX3035" fmla="*/ 1858327 w 3006089"/>
                <a:gd name="connsiteY3035" fmla="*/ 390049 h 2297429"/>
                <a:gd name="connsiteX3036" fmla="*/ 1870234 w 3006089"/>
                <a:gd name="connsiteY3036" fmla="*/ 383381 h 2297429"/>
                <a:gd name="connsiteX3037" fmla="*/ 1875473 w 3006089"/>
                <a:gd name="connsiteY3037" fmla="*/ 379095 h 2297429"/>
                <a:gd name="connsiteX3038" fmla="*/ 1870710 w 3006089"/>
                <a:gd name="connsiteY3038" fmla="*/ 390525 h 2297429"/>
                <a:gd name="connsiteX3039" fmla="*/ 1865471 w 3006089"/>
                <a:gd name="connsiteY3039" fmla="*/ 398145 h 2297429"/>
                <a:gd name="connsiteX3040" fmla="*/ 1886902 w 3006089"/>
                <a:gd name="connsiteY3040" fmla="*/ 396240 h 2297429"/>
                <a:gd name="connsiteX3041" fmla="*/ 1892618 w 3006089"/>
                <a:gd name="connsiteY3041" fmla="*/ 393859 h 2297429"/>
                <a:gd name="connsiteX3042" fmla="*/ 1897856 w 3006089"/>
                <a:gd name="connsiteY3042" fmla="*/ 389573 h 2297429"/>
                <a:gd name="connsiteX3043" fmla="*/ 1906429 w 3006089"/>
                <a:gd name="connsiteY3043" fmla="*/ 381476 h 2297429"/>
                <a:gd name="connsiteX3044" fmla="*/ 1914525 w 3006089"/>
                <a:gd name="connsiteY3044" fmla="*/ 365760 h 2297429"/>
                <a:gd name="connsiteX3045" fmla="*/ 1910239 w 3006089"/>
                <a:gd name="connsiteY3045" fmla="*/ 387191 h 2297429"/>
                <a:gd name="connsiteX3046" fmla="*/ 1922621 w 3006089"/>
                <a:gd name="connsiteY3046" fmla="*/ 386239 h 2297429"/>
                <a:gd name="connsiteX3047" fmla="*/ 1928336 w 3006089"/>
                <a:gd name="connsiteY3047" fmla="*/ 389573 h 2297429"/>
                <a:gd name="connsiteX3048" fmla="*/ 1934051 w 3006089"/>
                <a:gd name="connsiteY3048" fmla="*/ 391954 h 2297429"/>
                <a:gd name="connsiteX3049" fmla="*/ 1923574 w 3006089"/>
                <a:gd name="connsiteY3049" fmla="*/ 390525 h 2297429"/>
                <a:gd name="connsiteX3050" fmla="*/ 1920240 w 3006089"/>
                <a:gd name="connsiteY3050" fmla="*/ 390525 h 2297429"/>
                <a:gd name="connsiteX3051" fmla="*/ 1905952 w 3006089"/>
                <a:gd name="connsiteY3051" fmla="*/ 400526 h 2297429"/>
                <a:gd name="connsiteX3052" fmla="*/ 1897856 w 3006089"/>
                <a:gd name="connsiteY3052" fmla="*/ 404336 h 2297429"/>
                <a:gd name="connsiteX3053" fmla="*/ 1888331 w 3006089"/>
                <a:gd name="connsiteY3053" fmla="*/ 410528 h 2297429"/>
                <a:gd name="connsiteX3054" fmla="*/ 1896904 w 3006089"/>
                <a:gd name="connsiteY3054" fmla="*/ 422434 h 2297429"/>
                <a:gd name="connsiteX3055" fmla="*/ 1896904 w 3006089"/>
                <a:gd name="connsiteY3055" fmla="*/ 437198 h 2297429"/>
                <a:gd name="connsiteX3056" fmla="*/ 1903571 w 3006089"/>
                <a:gd name="connsiteY3056" fmla="*/ 440531 h 2297429"/>
                <a:gd name="connsiteX3057" fmla="*/ 1911191 w 3006089"/>
                <a:gd name="connsiteY3057" fmla="*/ 441484 h 2297429"/>
                <a:gd name="connsiteX3058" fmla="*/ 1924050 w 3006089"/>
                <a:gd name="connsiteY3058" fmla="*/ 437198 h 2297429"/>
                <a:gd name="connsiteX3059" fmla="*/ 1935004 w 3006089"/>
                <a:gd name="connsiteY3059" fmla="*/ 440055 h 2297429"/>
                <a:gd name="connsiteX3060" fmla="*/ 1943100 w 3006089"/>
                <a:gd name="connsiteY3060" fmla="*/ 440531 h 2297429"/>
                <a:gd name="connsiteX3061" fmla="*/ 1948339 w 3006089"/>
                <a:gd name="connsiteY3061" fmla="*/ 439579 h 2297429"/>
                <a:gd name="connsiteX3062" fmla="*/ 1960245 w 3006089"/>
                <a:gd name="connsiteY3062" fmla="*/ 433388 h 2297429"/>
                <a:gd name="connsiteX3063" fmla="*/ 1964531 w 3006089"/>
                <a:gd name="connsiteY3063" fmla="*/ 429578 h 2297429"/>
                <a:gd name="connsiteX3064" fmla="*/ 1985010 w 3006089"/>
                <a:gd name="connsiteY3064" fmla="*/ 408623 h 2297429"/>
                <a:gd name="connsiteX3065" fmla="*/ 1988820 w 3006089"/>
                <a:gd name="connsiteY3065" fmla="*/ 406241 h 2297429"/>
                <a:gd name="connsiteX3066" fmla="*/ 1987868 w 3006089"/>
                <a:gd name="connsiteY3066" fmla="*/ 410528 h 2297429"/>
                <a:gd name="connsiteX3067" fmla="*/ 1986439 w 3006089"/>
                <a:gd name="connsiteY3067" fmla="*/ 413861 h 2297429"/>
                <a:gd name="connsiteX3068" fmla="*/ 1985010 w 3006089"/>
                <a:gd name="connsiteY3068" fmla="*/ 416719 h 2297429"/>
                <a:gd name="connsiteX3069" fmla="*/ 1978343 w 3006089"/>
                <a:gd name="connsiteY3069" fmla="*/ 425291 h 2297429"/>
                <a:gd name="connsiteX3070" fmla="*/ 1966436 w 3006089"/>
                <a:gd name="connsiteY3070" fmla="*/ 436245 h 2297429"/>
                <a:gd name="connsiteX3071" fmla="*/ 1958816 w 3006089"/>
                <a:gd name="connsiteY3071" fmla="*/ 441484 h 2297429"/>
                <a:gd name="connsiteX3072" fmla="*/ 1956435 w 3006089"/>
                <a:gd name="connsiteY3072" fmla="*/ 443865 h 2297429"/>
                <a:gd name="connsiteX3073" fmla="*/ 1954530 w 3006089"/>
                <a:gd name="connsiteY3073" fmla="*/ 446723 h 2297429"/>
                <a:gd name="connsiteX3074" fmla="*/ 1950720 w 3006089"/>
                <a:gd name="connsiteY3074" fmla="*/ 448628 h 2297429"/>
                <a:gd name="connsiteX3075" fmla="*/ 1942148 w 3006089"/>
                <a:gd name="connsiteY3075" fmla="*/ 450533 h 2297429"/>
                <a:gd name="connsiteX3076" fmla="*/ 1924526 w 3006089"/>
                <a:gd name="connsiteY3076" fmla="*/ 451961 h 2297429"/>
                <a:gd name="connsiteX3077" fmla="*/ 1915954 w 3006089"/>
                <a:gd name="connsiteY3077" fmla="*/ 452438 h 2297429"/>
                <a:gd name="connsiteX3078" fmla="*/ 1908810 w 3006089"/>
                <a:gd name="connsiteY3078" fmla="*/ 451485 h 2297429"/>
                <a:gd name="connsiteX3079" fmla="*/ 1886902 w 3006089"/>
                <a:gd name="connsiteY3079" fmla="*/ 445294 h 2297429"/>
                <a:gd name="connsiteX3080" fmla="*/ 1882140 w 3006089"/>
                <a:gd name="connsiteY3080" fmla="*/ 441960 h 2297429"/>
                <a:gd name="connsiteX3081" fmla="*/ 1875949 w 3006089"/>
                <a:gd name="connsiteY3081" fmla="*/ 434340 h 2297429"/>
                <a:gd name="connsiteX3082" fmla="*/ 1866900 w 3006089"/>
                <a:gd name="connsiteY3082" fmla="*/ 424815 h 2297429"/>
                <a:gd name="connsiteX3083" fmla="*/ 1859756 w 3006089"/>
                <a:gd name="connsiteY3083" fmla="*/ 420053 h 2297429"/>
                <a:gd name="connsiteX3084" fmla="*/ 1847374 w 3006089"/>
                <a:gd name="connsiteY3084" fmla="*/ 416243 h 2297429"/>
                <a:gd name="connsiteX3085" fmla="*/ 1838325 w 3006089"/>
                <a:gd name="connsiteY3085" fmla="*/ 414338 h 2297429"/>
                <a:gd name="connsiteX3086" fmla="*/ 1830705 w 3006089"/>
                <a:gd name="connsiteY3086" fmla="*/ 414338 h 2297429"/>
                <a:gd name="connsiteX3087" fmla="*/ 1821656 w 3006089"/>
                <a:gd name="connsiteY3087" fmla="*/ 415766 h 2297429"/>
                <a:gd name="connsiteX3088" fmla="*/ 1812608 w 3006089"/>
                <a:gd name="connsiteY3088" fmla="*/ 418148 h 2297429"/>
                <a:gd name="connsiteX3089" fmla="*/ 1803559 w 3006089"/>
                <a:gd name="connsiteY3089" fmla="*/ 421958 h 2297429"/>
                <a:gd name="connsiteX3090" fmla="*/ 1800701 w 3006089"/>
                <a:gd name="connsiteY3090" fmla="*/ 426720 h 2297429"/>
                <a:gd name="connsiteX3091" fmla="*/ 1805940 w 3006089"/>
                <a:gd name="connsiteY3091" fmla="*/ 435293 h 2297429"/>
                <a:gd name="connsiteX3092" fmla="*/ 1811179 w 3006089"/>
                <a:gd name="connsiteY3092" fmla="*/ 442913 h 2297429"/>
                <a:gd name="connsiteX3093" fmla="*/ 1814512 w 3006089"/>
                <a:gd name="connsiteY3093" fmla="*/ 447199 h 2297429"/>
                <a:gd name="connsiteX3094" fmla="*/ 1817846 w 3006089"/>
                <a:gd name="connsiteY3094" fmla="*/ 450056 h 2297429"/>
                <a:gd name="connsiteX3095" fmla="*/ 1823085 w 3006089"/>
                <a:gd name="connsiteY3095" fmla="*/ 453390 h 2297429"/>
                <a:gd name="connsiteX3096" fmla="*/ 1828800 w 3006089"/>
                <a:gd name="connsiteY3096" fmla="*/ 453866 h 2297429"/>
                <a:gd name="connsiteX3097" fmla="*/ 1831658 w 3006089"/>
                <a:gd name="connsiteY3097" fmla="*/ 454819 h 2297429"/>
                <a:gd name="connsiteX3098" fmla="*/ 1834515 w 3006089"/>
                <a:gd name="connsiteY3098" fmla="*/ 456724 h 2297429"/>
                <a:gd name="connsiteX3099" fmla="*/ 1842135 w 3006089"/>
                <a:gd name="connsiteY3099" fmla="*/ 464344 h 2297429"/>
                <a:gd name="connsiteX3100" fmla="*/ 1844040 w 3006089"/>
                <a:gd name="connsiteY3100" fmla="*/ 465296 h 2297429"/>
                <a:gd name="connsiteX3101" fmla="*/ 1842611 w 3006089"/>
                <a:gd name="connsiteY3101" fmla="*/ 466249 h 2297429"/>
                <a:gd name="connsiteX3102" fmla="*/ 1835468 w 3006089"/>
                <a:gd name="connsiteY3102" fmla="*/ 466725 h 2297429"/>
                <a:gd name="connsiteX3103" fmla="*/ 1825466 w 3006089"/>
                <a:gd name="connsiteY3103" fmla="*/ 468630 h 2297429"/>
                <a:gd name="connsiteX3104" fmla="*/ 1816894 w 3006089"/>
                <a:gd name="connsiteY3104" fmla="*/ 469106 h 2297429"/>
                <a:gd name="connsiteX3105" fmla="*/ 1809274 w 3006089"/>
                <a:gd name="connsiteY3105" fmla="*/ 468630 h 2297429"/>
                <a:gd name="connsiteX3106" fmla="*/ 1798320 w 3006089"/>
                <a:gd name="connsiteY3106" fmla="*/ 469583 h 2297429"/>
                <a:gd name="connsiteX3107" fmla="*/ 1789748 w 3006089"/>
                <a:gd name="connsiteY3107" fmla="*/ 471011 h 2297429"/>
                <a:gd name="connsiteX3108" fmla="*/ 1784509 w 3006089"/>
                <a:gd name="connsiteY3108" fmla="*/ 473393 h 2297429"/>
                <a:gd name="connsiteX3109" fmla="*/ 1777365 w 3006089"/>
                <a:gd name="connsiteY3109" fmla="*/ 479108 h 2297429"/>
                <a:gd name="connsiteX3110" fmla="*/ 1752600 w 3006089"/>
                <a:gd name="connsiteY3110" fmla="*/ 491014 h 2297429"/>
                <a:gd name="connsiteX3111" fmla="*/ 1751171 w 3006089"/>
                <a:gd name="connsiteY3111" fmla="*/ 502920 h 2297429"/>
                <a:gd name="connsiteX3112" fmla="*/ 1750219 w 3006089"/>
                <a:gd name="connsiteY3112" fmla="*/ 514826 h 2297429"/>
                <a:gd name="connsiteX3113" fmla="*/ 1756886 w 3006089"/>
                <a:gd name="connsiteY3113" fmla="*/ 516255 h 2297429"/>
                <a:gd name="connsiteX3114" fmla="*/ 1775936 w 3006089"/>
                <a:gd name="connsiteY3114" fmla="*/ 517684 h 2297429"/>
                <a:gd name="connsiteX3115" fmla="*/ 1784509 w 3006089"/>
                <a:gd name="connsiteY3115" fmla="*/ 520065 h 2297429"/>
                <a:gd name="connsiteX3116" fmla="*/ 1784033 w 3006089"/>
                <a:gd name="connsiteY3116" fmla="*/ 511016 h 2297429"/>
                <a:gd name="connsiteX3117" fmla="*/ 1782127 w 3006089"/>
                <a:gd name="connsiteY3117" fmla="*/ 503873 h 2297429"/>
                <a:gd name="connsiteX3118" fmla="*/ 1785937 w 3006089"/>
                <a:gd name="connsiteY3118" fmla="*/ 495300 h 2297429"/>
                <a:gd name="connsiteX3119" fmla="*/ 1786414 w 3006089"/>
                <a:gd name="connsiteY3119" fmla="*/ 509111 h 2297429"/>
                <a:gd name="connsiteX3120" fmla="*/ 1789271 w 3006089"/>
                <a:gd name="connsiteY3120" fmla="*/ 521494 h 2297429"/>
                <a:gd name="connsiteX3121" fmla="*/ 1799273 w 3006089"/>
                <a:gd name="connsiteY3121" fmla="*/ 521018 h 2297429"/>
                <a:gd name="connsiteX3122" fmla="*/ 1819751 w 3006089"/>
                <a:gd name="connsiteY3122" fmla="*/ 522923 h 2297429"/>
                <a:gd name="connsiteX3123" fmla="*/ 1820227 w 3006089"/>
                <a:gd name="connsiteY3123" fmla="*/ 509111 h 2297429"/>
                <a:gd name="connsiteX3124" fmla="*/ 1824990 w 3006089"/>
                <a:gd name="connsiteY3124" fmla="*/ 518636 h 2297429"/>
                <a:gd name="connsiteX3125" fmla="*/ 1837849 w 3006089"/>
                <a:gd name="connsiteY3125" fmla="*/ 521018 h 2297429"/>
                <a:gd name="connsiteX3126" fmla="*/ 1847850 w 3006089"/>
                <a:gd name="connsiteY3126" fmla="*/ 523399 h 2297429"/>
                <a:gd name="connsiteX3127" fmla="*/ 1851660 w 3006089"/>
                <a:gd name="connsiteY3127" fmla="*/ 513398 h 2297429"/>
                <a:gd name="connsiteX3128" fmla="*/ 1855470 w 3006089"/>
                <a:gd name="connsiteY3128" fmla="*/ 508635 h 2297429"/>
                <a:gd name="connsiteX3129" fmla="*/ 1856423 w 3006089"/>
                <a:gd name="connsiteY3129" fmla="*/ 509111 h 2297429"/>
                <a:gd name="connsiteX3130" fmla="*/ 1858327 w 3006089"/>
                <a:gd name="connsiteY3130" fmla="*/ 511493 h 2297429"/>
                <a:gd name="connsiteX3131" fmla="*/ 1860709 w 3006089"/>
                <a:gd name="connsiteY3131" fmla="*/ 515303 h 2297429"/>
                <a:gd name="connsiteX3132" fmla="*/ 1866900 w 3006089"/>
                <a:gd name="connsiteY3132" fmla="*/ 519113 h 2297429"/>
                <a:gd name="connsiteX3133" fmla="*/ 1881664 w 3006089"/>
                <a:gd name="connsiteY3133" fmla="*/ 525304 h 2297429"/>
                <a:gd name="connsiteX3134" fmla="*/ 1893094 w 3006089"/>
                <a:gd name="connsiteY3134" fmla="*/ 527685 h 2297429"/>
                <a:gd name="connsiteX3135" fmla="*/ 1899761 w 3006089"/>
                <a:gd name="connsiteY3135" fmla="*/ 528161 h 2297429"/>
                <a:gd name="connsiteX3136" fmla="*/ 1929289 w 3006089"/>
                <a:gd name="connsiteY3136" fmla="*/ 524351 h 2297429"/>
                <a:gd name="connsiteX3137" fmla="*/ 1931194 w 3006089"/>
                <a:gd name="connsiteY3137" fmla="*/ 501968 h 2297429"/>
                <a:gd name="connsiteX3138" fmla="*/ 1939290 w 3006089"/>
                <a:gd name="connsiteY3138" fmla="*/ 514826 h 2297429"/>
                <a:gd name="connsiteX3139" fmla="*/ 1942624 w 3006089"/>
                <a:gd name="connsiteY3139" fmla="*/ 517684 h 2297429"/>
                <a:gd name="connsiteX3140" fmla="*/ 1959293 w 3006089"/>
                <a:gd name="connsiteY3140" fmla="*/ 518636 h 2297429"/>
                <a:gd name="connsiteX3141" fmla="*/ 1998821 w 3006089"/>
                <a:gd name="connsiteY3141" fmla="*/ 516731 h 2297429"/>
                <a:gd name="connsiteX3142" fmla="*/ 1999774 w 3006089"/>
                <a:gd name="connsiteY3142" fmla="*/ 513398 h 2297429"/>
                <a:gd name="connsiteX3143" fmla="*/ 1997869 w 3006089"/>
                <a:gd name="connsiteY3143" fmla="*/ 509111 h 2297429"/>
                <a:gd name="connsiteX3144" fmla="*/ 1994535 w 3006089"/>
                <a:gd name="connsiteY3144" fmla="*/ 504825 h 2297429"/>
                <a:gd name="connsiteX3145" fmla="*/ 1989773 w 3006089"/>
                <a:gd name="connsiteY3145" fmla="*/ 500539 h 2297429"/>
                <a:gd name="connsiteX3146" fmla="*/ 1988344 w 3006089"/>
                <a:gd name="connsiteY3146" fmla="*/ 498634 h 2297429"/>
                <a:gd name="connsiteX3147" fmla="*/ 1993106 w 3006089"/>
                <a:gd name="connsiteY3147" fmla="*/ 501015 h 2297429"/>
                <a:gd name="connsiteX3148" fmla="*/ 1995964 w 3006089"/>
                <a:gd name="connsiteY3148" fmla="*/ 503396 h 2297429"/>
                <a:gd name="connsiteX3149" fmla="*/ 1999298 w 3006089"/>
                <a:gd name="connsiteY3149" fmla="*/ 504349 h 2297429"/>
                <a:gd name="connsiteX3150" fmla="*/ 2002631 w 3006089"/>
                <a:gd name="connsiteY3150" fmla="*/ 503873 h 2297429"/>
                <a:gd name="connsiteX3151" fmla="*/ 2005489 w 3006089"/>
                <a:gd name="connsiteY3151" fmla="*/ 504825 h 2297429"/>
                <a:gd name="connsiteX3152" fmla="*/ 2012633 w 3006089"/>
                <a:gd name="connsiteY3152" fmla="*/ 512445 h 2297429"/>
                <a:gd name="connsiteX3153" fmla="*/ 2016443 w 3006089"/>
                <a:gd name="connsiteY3153" fmla="*/ 514350 h 2297429"/>
                <a:gd name="connsiteX3154" fmla="*/ 2020729 w 3006089"/>
                <a:gd name="connsiteY3154" fmla="*/ 515303 h 2297429"/>
                <a:gd name="connsiteX3155" fmla="*/ 2024539 w 3006089"/>
                <a:gd name="connsiteY3155" fmla="*/ 515303 h 2297429"/>
                <a:gd name="connsiteX3156" fmla="*/ 2028349 w 3006089"/>
                <a:gd name="connsiteY3156" fmla="*/ 514350 h 2297429"/>
                <a:gd name="connsiteX3157" fmla="*/ 2035016 w 3006089"/>
                <a:gd name="connsiteY3157" fmla="*/ 513874 h 2297429"/>
                <a:gd name="connsiteX3158" fmla="*/ 2038350 w 3006089"/>
                <a:gd name="connsiteY3158" fmla="*/ 514826 h 2297429"/>
                <a:gd name="connsiteX3159" fmla="*/ 2041684 w 3006089"/>
                <a:gd name="connsiteY3159" fmla="*/ 516731 h 2297429"/>
                <a:gd name="connsiteX3160" fmla="*/ 2046446 w 3006089"/>
                <a:gd name="connsiteY3160" fmla="*/ 521018 h 2297429"/>
                <a:gd name="connsiteX3161" fmla="*/ 2046446 w 3006089"/>
                <a:gd name="connsiteY3161" fmla="*/ 523875 h 2297429"/>
                <a:gd name="connsiteX3162" fmla="*/ 2044065 w 3006089"/>
                <a:gd name="connsiteY3162" fmla="*/ 527209 h 2297429"/>
                <a:gd name="connsiteX3163" fmla="*/ 2042160 w 3006089"/>
                <a:gd name="connsiteY3163" fmla="*/ 531019 h 2297429"/>
                <a:gd name="connsiteX3164" fmla="*/ 2040731 w 3006089"/>
                <a:gd name="connsiteY3164" fmla="*/ 534829 h 2297429"/>
                <a:gd name="connsiteX3165" fmla="*/ 2041684 w 3006089"/>
                <a:gd name="connsiteY3165" fmla="*/ 537210 h 2297429"/>
                <a:gd name="connsiteX3166" fmla="*/ 2047399 w 3006089"/>
                <a:gd name="connsiteY3166" fmla="*/ 538163 h 2297429"/>
                <a:gd name="connsiteX3167" fmla="*/ 2051209 w 3006089"/>
                <a:gd name="connsiteY3167" fmla="*/ 538163 h 2297429"/>
                <a:gd name="connsiteX3168" fmla="*/ 2068354 w 3006089"/>
                <a:gd name="connsiteY3168" fmla="*/ 533876 h 2297429"/>
                <a:gd name="connsiteX3169" fmla="*/ 2076450 w 3006089"/>
                <a:gd name="connsiteY3169" fmla="*/ 532924 h 2297429"/>
                <a:gd name="connsiteX3170" fmla="*/ 2091690 w 3006089"/>
                <a:gd name="connsiteY3170" fmla="*/ 528638 h 2297429"/>
                <a:gd name="connsiteX3171" fmla="*/ 2099310 w 3006089"/>
                <a:gd name="connsiteY3171" fmla="*/ 525304 h 2297429"/>
                <a:gd name="connsiteX3172" fmla="*/ 2104549 w 3006089"/>
                <a:gd name="connsiteY3172" fmla="*/ 521970 h 2297429"/>
                <a:gd name="connsiteX3173" fmla="*/ 2111216 w 3006089"/>
                <a:gd name="connsiteY3173" fmla="*/ 518636 h 2297429"/>
                <a:gd name="connsiteX3174" fmla="*/ 2133124 w 3006089"/>
                <a:gd name="connsiteY3174" fmla="*/ 510064 h 2297429"/>
                <a:gd name="connsiteX3175" fmla="*/ 2138839 w 3006089"/>
                <a:gd name="connsiteY3175" fmla="*/ 504825 h 2297429"/>
                <a:gd name="connsiteX3176" fmla="*/ 2143601 w 3006089"/>
                <a:gd name="connsiteY3176" fmla="*/ 497205 h 2297429"/>
                <a:gd name="connsiteX3177" fmla="*/ 2143125 w 3006089"/>
                <a:gd name="connsiteY3177" fmla="*/ 490538 h 2297429"/>
                <a:gd name="connsiteX3178" fmla="*/ 2137410 w 3006089"/>
                <a:gd name="connsiteY3178" fmla="*/ 484823 h 2297429"/>
                <a:gd name="connsiteX3179" fmla="*/ 2133124 w 3006089"/>
                <a:gd name="connsiteY3179" fmla="*/ 481965 h 2297429"/>
                <a:gd name="connsiteX3180" fmla="*/ 2130266 w 3006089"/>
                <a:gd name="connsiteY3180" fmla="*/ 481965 h 2297429"/>
                <a:gd name="connsiteX3181" fmla="*/ 2127409 w 3006089"/>
                <a:gd name="connsiteY3181" fmla="*/ 482918 h 2297429"/>
                <a:gd name="connsiteX3182" fmla="*/ 2120741 w 3006089"/>
                <a:gd name="connsiteY3182" fmla="*/ 487204 h 2297429"/>
                <a:gd name="connsiteX3183" fmla="*/ 2115979 w 3006089"/>
                <a:gd name="connsiteY3183" fmla="*/ 489109 h 2297429"/>
                <a:gd name="connsiteX3184" fmla="*/ 2109787 w 3006089"/>
                <a:gd name="connsiteY3184" fmla="*/ 488633 h 2297429"/>
                <a:gd name="connsiteX3185" fmla="*/ 2101691 w 3006089"/>
                <a:gd name="connsiteY3185" fmla="*/ 485775 h 2297429"/>
                <a:gd name="connsiteX3186" fmla="*/ 2098358 w 3006089"/>
                <a:gd name="connsiteY3186" fmla="*/ 482441 h 2297429"/>
                <a:gd name="connsiteX3187" fmla="*/ 2099786 w 3006089"/>
                <a:gd name="connsiteY3187" fmla="*/ 479108 h 2297429"/>
                <a:gd name="connsiteX3188" fmla="*/ 2099310 w 3006089"/>
                <a:gd name="connsiteY3188" fmla="*/ 474821 h 2297429"/>
                <a:gd name="connsiteX3189" fmla="*/ 2097405 w 3006089"/>
                <a:gd name="connsiteY3189" fmla="*/ 469583 h 2297429"/>
                <a:gd name="connsiteX3190" fmla="*/ 2092166 w 3006089"/>
                <a:gd name="connsiteY3190" fmla="*/ 466725 h 2297429"/>
                <a:gd name="connsiteX3191" fmla="*/ 2077879 w 3006089"/>
                <a:gd name="connsiteY3191" fmla="*/ 466725 h 2297429"/>
                <a:gd name="connsiteX3192" fmla="*/ 2067877 w 3006089"/>
                <a:gd name="connsiteY3192" fmla="*/ 470059 h 2297429"/>
                <a:gd name="connsiteX3193" fmla="*/ 2065973 w 3006089"/>
                <a:gd name="connsiteY3193" fmla="*/ 469583 h 2297429"/>
                <a:gd name="connsiteX3194" fmla="*/ 2052637 w 3006089"/>
                <a:gd name="connsiteY3194" fmla="*/ 462915 h 2297429"/>
                <a:gd name="connsiteX3195" fmla="*/ 2048351 w 3006089"/>
                <a:gd name="connsiteY3195" fmla="*/ 461963 h 2297429"/>
                <a:gd name="connsiteX3196" fmla="*/ 2037398 w 3006089"/>
                <a:gd name="connsiteY3196" fmla="*/ 461010 h 2297429"/>
                <a:gd name="connsiteX3197" fmla="*/ 2032159 w 3006089"/>
                <a:gd name="connsiteY3197" fmla="*/ 461963 h 2297429"/>
                <a:gd name="connsiteX3198" fmla="*/ 2023586 w 3006089"/>
                <a:gd name="connsiteY3198" fmla="*/ 464820 h 2297429"/>
                <a:gd name="connsiteX3199" fmla="*/ 2015966 w 3006089"/>
                <a:gd name="connsiteY3199" fmla="*/ 465773 h 2297429"/>
                <a:gd name="connsiteX3200" fmla="*/ 2013109 w 3006089"/>
                <a:gd name="connsiteY3200" fmla="*/ 464820 h 2297429"/>
                <a:gd name="connsiteX3201" fmla="*/ 2008823 w 3006089"/>
                <a:gd name="connsiteY3201" fmla="*/ 462439 h 2297429"/>
                <a:gd name="connsiteX3202" fmla="*/ 2005489 w 3006089"/>
                <a:gd name="connsiteY3202" fmla="*/ 460058 h 2297429"/>
                <a:gd name="connsiteX3203" fmla="*/ 2005965 w 3006089"/>
                <a:gd name="connsiteY3203" fmla="*/ 459105 h 2297429"/>
                <a:gd name="connsiteX3204" fmla="*/ 2015966 w 3006089"/>
                <a:gd name="connsiteY3204" fmla="*/ 459105 h 2297429"/>
                <a:gd name="connsiteX3205" fmla="*/ 2024062 w 3006089"/>
                <a:gd name="connsiteY3205" fmla="*/ 458153 h 2297429"/>
                <a:gd name="connsiteX3206" fmla="*/ 2031683 w 3006089"/>
                <a:gd name="connsiteY3206" fmla="*/ 455771 h 2297429"/>
                <a:gd name="connsiteX3207" fmla="*/ 2032635 w 3006089"/>
                <a:gd name="connsiteY3207" fmla="*/ 454343 h 2297429"/>
                <a:gd name="connsiteX3208" fmla="*/ 2029301 w 3006089"/>
                <a:gd name="connsiteY3208" fmla="*/ 452914 h 2297429"/>
                <a:gd name="connsiteX3209" fmla="*/ 2025015 w 3006089"/>
                <a:gd name="connsiteY3209" fmla="*/ 449580 h 2297429"/>
                <a:gd name="connsiteX3210" fmla="*/ 2019776 w 3006089"/>
                <a:gd name="connsiteY3210" fmla="*/ 444818 h 2297429"/>
                <a:gd name="connsiteX3211" fmla="*/ 2019776 w 3006089"/>
                <a:gd name="connsiteY3211" fmla="*/ 442913 h 2297429"/>
                <a:gd name="connsiteX3212" fmla="*/ 2024539 w 3006089"/>
                <a:gd name="connsiteY3212" fmla="*/ 443865 h 2297429"/>
                <a:gd name="connsiteX3213" fmla="*/ 2029301 w 3006089"/>
                <a:gd name="connsiteY3213" fmla="*/ 445770 h 2297429"/>
                <a:gd name="connsiteX3214" fmla="*/ 2046446 w 3006089"/>
                <a:gd name="connsiteY3214" fmla="*/ 454819 h 2297429"/>
                <a:gd name="connsiteX3215" fmla="*/ 2056924 w 3006089"/>
                <a:gd name="connsiteY3215" fmla="*/ 458153 h 2297429"/>
                <a:gd name="connsiteX3216" fmla="*/ 2066925 w 3006089"/>
                <a:gd name="connsiteY3216" fmla="*/ 459105 h 2297429"/>
                <a:gd name="connsiteX3217" fmla="*/ 2079784 w 3006089"/>
                <a:gd name="connsiteY3217" fmla="*/ 459105 h 2297429"/>
                <a:gd name="connsiteX3218" fmla="*/ 2105978 w 3006089"/>
                <a:gd name="connsiteY3218" fmla="*/ 456724 h 2297429"/>
                <a:gd name="connsiteX3219" fmla="*/ 2115026 w 3006089"/>
                <a:gd name="connsiteY3219" fmla="*/ 456724 h 2297429"/>
                <a:gd name="connsiteX3220" fmla="*/ 2120741 w 3006089"/>
                <a:gd name="connsiteY3220" fmla="*/ 456248 h 2297429"/>
                <a:gd name="connsiteX3221" fmla="*/ 2127885 w 3006089"/>
                <a:gd name="connsiteY3221" fmla="*/ 454343 h 2297429"/>
                <a:gd name="connsiteX3222" fmla="*/ 2135029 w 3006089"/>
                <a:gd name="connsiteY3222" fmla="*/ 451009 h 2297429"/>
                <a:gd name="connsiteX3223" fmla="*/ 2138839 w 3006089"/>
                <a:gd name="connsiteY3223" fmla="*/ 447675 h 2297429"/>
                <a:gd name="connsiteX3224" fmla="*/ 2142173 w 3006089"/>
                <a:gd name="connsiteY3224" fmla="*/ 443389 h 2297429"/>
                <a:gd name="connsiteX3225" fmla="*/ 2143125 w 3006089"/>
                <a:gd name="connsiteY3225" fmla="*/ 436245 h 2297429"/>
                <a:gd name="connsiteX3226" fmla="*/ 2142173 w 3006089"/>
                <a:gd name="connsiteY3226" fmla="*/ 426720 h 2297429"/>
                <a:gd name="connsiteX3227" fmla="*/ 2142173 w 3006089"/>
                <a:gd name="connsiteY3227" fmla="*/ 419576 h 2297429"/>
                <a:gd name="connsiteX3228" fmla="*/ 2143125 w 3006089"/>
                <a:gd name="connsiteY3228" fmla="*/ 414814 h 2297429"/>
                <a:gd name="connsiteX3229" fmla="*/ 2144554 w 3006089"/>
                <a:gd name="connsiteY3229" fmla="*/ 412433 h 2297429"/>
                <a:gd name="connsiteX3230" fmla="*/ 2163604 w 3006089"/>
                <a:gd name="connsiteY3230" fmla="*/ 412433 h 2297429"/>
                <a:gd name="connsiteX3231" fmla="*/ 2179796 w 3006089"/>
                <a:gd name="connsiteY3231" fmla="*/ 413861 h 2297429"/>
                <a:gd name="connsiteX3232" fmla="*/ 2188845 w 3006089"/>
                <a:gd name="connsiteY3232" fmla="*/ 412909 h 2297429"/>
                <a:gd name="connsiteX3233" fmla="*/ 2200751 w 3006089"/>
                <a:gd name="connsiteY3233" fmla="*/ 409099 h 2297429"/>
                <a:gd name="connsiteX3234" fmla="*/ 2210276 w 3006089"/>
                <a:gd name="connsiteY3234" fmla="*/ 409575 h 2297429"/>
                <a:gd name="connsiteX3235" fmla="*/ 2214086 w 3006089"/>
                <a:gd name="connsiteY3235" fmla="*/ 409099 h 2297429"/>
                <a:gd name="connsiteX3236" fmla="*/ 2217420 w 3006089"/>
                <a:gd name="connsiteY3236" fmla="*/ 407670 h 2297429"/>
                <a:gd name="connsiteX3237" fmla="*/ 2228374 w 3006089"/>
                <a:gd name="connsiteY3237" fmla="*/ 391954 h 2297429"/>
                <a:gd name="connsiteX3238" fmla="*/ 2240756 w 3006089"/>
                <a:gd name="connsiteY3238" fmla="*/ 383858 h 2297429"/>
                <a:gd name="connsiteX3239" fmla="*/ 2239328 w 3006089"/>
                <a:gd name="connsiteY3239" fmla="*/ 381953 h 2297429"/>
                <a:gd name="connsiteX3240" fmla="*/ 2230755 w 3006089"/>
                <a:gd name="connsiteY3240" fmla="*/ 378619 h 2297429"/>
                <a:gd name="connsiteX3241" fmla="*/ 2208848 w 3006089"/>
                <a:gd name="connsiteY3241" fmla="*/ 371951 h 2297429"/>
                <a:gd name="connsiteX3242" fmla="*/ 2199323 w 3006089"/>
                <a:gd name="connsiteY3242" fmla="*/ 370523 h 2297429"/>
                <a:gd name="connsiteX3243" fmla="*/ 2200751 w 3006089"/>
                <a:gd name="connsiteY3243" fmla="*/ 370046 h 2297429"/>
                <a:gd name="connsiteX3244" fmla="*/ 2214562 w 3006089"/>
                <a:gd name="connsiteY3244" fmla="*/ 369570 h 2297429"/>
                <a:gd name="connsiteX3245" fmla="*/ 2234089 w 3006089"/>
                <a:gd name="connsiteY3245" fmla="*/ 370046 h 2297429"/>
                <a:gd name="connsiteX3246" fmla="*/ 2251710 w 3006089"/>
                <a:gd name="connsiteY3246" fmla="*/ 368618 h 2297429"/>
                <a:gd name="connsiteX3247" fmla="*/ 2263140 w 3006089"/>
                <a:gd name="connsiteY3247" fmla="*/ 362903 h 2297429"/>
                <a:gd name="connsiteX3248" fmla="*/ 2263616 w 3006089"/>
                <a:gd name="connsiteY3248" fmla="*/ 360045 h 2297429"/>
                <a:gd name="connsiteX3249" fmla="*/ 2266950 w 3006089"/>
                <a:gd name="connsiteY3249" fmla="*/ 355283 h 2297429"/>
                <a:gd name="connsiteX3250" fmla="*/ 2265045 w 3006089"/>
                <a:gd name="connsiteY3250" fmla="*/ 353378 h 2297429"/>
                <a:gd name="connsiteX3251" fmla="*/ 2260759 w 3006089"/>
                <a:gd name="connsiteY3251" fmla="*/ 352901 h 2297429"/>
                <a:gd name="connsiteX3252" fmla="*/ 2244566 w 3006089"/>
                <a:gd name="connsiteY3252" fmla="*/ 345281 h 2297429"/>
                <a:gd name="connsiteX3253" fmla="*/ 2234089 w 3006089"/>
                <a:gd name="connsiteY3253" fmla="*/ 343376 h 2297429"/>
                <a:gd name="connsiteX3254" fmla="*/ 2220754 w 3006089"/>
                <a:gd name="connsiteY3254" fmla="*/ 342900 h 2297429"/>
                <a:gd name="connsiteX3255" fmla="*/ 2215515 w 3006089"/>
                <a:gd name="connsiteY3255" fmla="*/ 337661 h 2297429"/>
                <a:gd name="connsiteX3256" fmla="*/ 2211229 w 3006089"/>
                <a:gd name="connsiteY3256" fmla="*/ 335756 h 2297429"/>
                <a:gd name="connsiteX3257" fmla="*/ 2205037 w 3006089"/>
                <a:gd name="connsiteY3257" fmla="*/ 334328 h 2297429"/>
                <a:gd name="connsiteX3258" fmla="*/ 2195989 w 3006089"/>
                <a:gd name="connsiteY3258" fmla="*/ 332899 h 2297429"/>
                <a:gd name="connsiteX3259" fmla="*/ 2185987 w 3006089"/>
                <a:gd name="connsiteY3259" fmla="*/ 333375 h 2297429"/>
                <a:gd name="connsiteX3260" fmla="*/ 2162651 w 3006089"/>
                <a:gd name="connsiteY3260" fmla="*/ 336233 h 2297429"/>
                <a:gd name="connsiteX3261" fmla="*/ 2156460 w 3006089"/>
                <a:gd name="connsiteY3261" fmla="*/ 338138 h 2297429"/>
                <a:gd name="connsiteX3262" fmla="*/ 2150269 w 3006089"/>
                <a:gd name="connsiteY3262" fmla="*/ 339090 h 2297429"/>
                <a:gd name="connsiteX3263" fmla="*/ 2145030 w 3006089"/>
                <a:gd name="connsiteY3263" fmla="*/ 337661 h 2297429"/>
                <a:gd name="connsiteX3264" fmla="*/ 2138839 w 3006089"/>
                <a:gd name="connsiteY3264" fmla="*/ 333851 h 2297429"/>
                <a:gd name="connsiteX3265" fmla="*/ 2132171 w 3006089"/>
                <a:gd name="connsiteY3265" fmla="*/ 331470 h 2297429"/>
                <a:gd name="connsiteX3266" fmla="*/ 2127409 w 3006089"/>
                <a:gd name="connsiteY3266" fmla="*/ 330994 h 2297429"/>
                <a:gd name="connsiteX3267" fmla="*/ 2126456 w 3006089"/>
                <a:gd name="connsiteY3267" fmla="*/ 329565 h 2297429"/>
                <a:gd name="connsiteX3268" fmla="*/ 2137410 w 3006089"/>
                <a:gd name="connsiteY3268" fmla="*/ 329089 h 2297429"/>
                <a:gd name="connsiteX3269" fmla="*/ 2146935 w 3006089"/>
                <a:gd name="connsiteY3269" fmla="*/ 329565 h 2297429"/>
                <a:gd name="connsiteX3270" fmla="*/ 2155031 w 3006089"/>
                <a:gd name="connsiteY3270" fmla="*/ 330994 h 2297429"/>
                <a:gd name="connsiteX3271" fmla="*/ 2166461 w 3006089"/>
                <a:gd name="connsiteY3271" fmla="*/ 330994 h 2297429"/>
                <a:gd name="connsiteX3272" fmla="*/ 2187893 w 3006089"/>
                <a:gd name="connsiteY3272" fmla="*/ 328613 h 2297429"/>
                <a:gd name="connsiteX3273" fmla="*/ 2195989 w 3006089"/>
                <a:gd name="connsiteY3273" fmla="*/ 328613 h 2297429"/>
                <a:gd name="connsiteX3274" fmla="*/ 2201228 w 3006089"/>
                <a:gd name="connsiteY3274" fmla="*/ 327184 h 2297429"/>
                <a:gd name="connsiteX3275" fmla="*/ 2208848 w 3006089"/>
                <a:gd name="connsiteY3275" fmla="*/ 327660 h 2297429"/>
                <a:gd name="connsiteX3276" fmla="*/ 2217420 w 3006089"/>
                <a:gd name="connsiteY3276" fmla="*/ 326231 h 2297429"/>
                <a:gd name="connsiteX3277" fmla="*/ 2226469 w 3006089"/>
                <a:gd name="connsiteY3277" fmla="*/ 328613 h 2297429"/>
                <a:gd name="connsiteX3278" fmla="*/ 2230755 w 3006089"/>
                <a:gd name="connsiteY3278" fmla="*/ 330518 h 2297429"/>
                <a:gd name="connsiteX3279" fmla="*/ 2240280 w 3006089"/>
                <a:gd name="connsiteY3279" fmla="*/ 332423 h 2297429"/>
                <a:gd name="connsiteX3280" fmla="*/ 2260283 w 3006089"/>
                <a:gd name="connsiteY3280" fmla="*/ 332423 h 2297429"/>
                <a:gd name="connsiteX3281" fmla="*/ 2264093 w 3006089"/>
                <a:gd name="connsiteY3281" fmla="*/ 330994 h 2297429"/>
                <a:gd name="connsiteX3282" fmla="*/ 2265998 w 3006089"/>
                <a:gd name="connsiteY3282" fmla="*/ 317659 h 2297429"/>
                <a:gd name="connsiteX3283" fmla="*/ 2257425 w 3006089"/>
                <a:gd name="connsiteY3283" fmla="*/ 317183 h 2297429"/>
                <a:gd name="connsiteX3284" fmla="*/ 2245043 w 3006089"/>
                <a:gd name="connsiteY3284" fmla="*/ 319564 h 2297429"/>
                <a:gd name="connsiteX3285" fmla="*/ 2235994 w 3006089"/>
                <a:gd name="connsiteY3285" fmla="*/ 317659 h 2297429"/>
                <a:gd name="connsiteX3286" fmla="*/ 2227421 w 3006089"/>
                <a:gd name="connsiteY3286" fmla="*/ 316706 h 2297429"/>
                <a:gd name="connsiteX3287" fmla="*/ 2215515 w 3006089"/>
                <a:gd name="connsiteY3287" fmla="*/ 311468 h 2297429"/>
                <a:gd name="connsiteX3288" fmla="*/ 2209800 w 3006089"/>
                <a:gd name="connsiteY3288" fmla="*/ 310515 h 2297429"/>
                <a:gd name="connsiteX3289" fmla="*/ 2203609 w 3006089"/>
                <a:gd name="connsiteY3289" fmla="*/ 303848 h 2297429"/>
                <a:gd name="connsiteX3290" fmla="*/ 2190750 w 3006089"/>
                <a:gd name="connsiteY3290" fmla="*/ 299085 h 2297429"/>
                <a:gd name="connsiteX3291" fmla="*/ 2184559 w 3006089"/>
                <a:gd name="connsiteY3291" fmla="*/ 298133 h 2297429"/>
                <a:gd name="connsiteX3292" fmla="*/ 2183130 w 3006089"/>
                <a:gd name="connsiteY3292" fmla="*/ 296228 h 2297429"/>
                <a:gd name="connsiteX3293" fmla="*/ 2200751 w 3006089"/>
                <a:gd name="connsiteY3293" fmla="*/ 297656 h 2297429"/>
                <a:gd name="connsiteX3294" fmla="*/ 2211229 w 3006089"/>
                <a:gd name="connsiteY3294" fmla="*/ 299085 h 2297429"/>
                <a:gd name="connsiteX3295" fmla="*/ 2221230 w 3006089"/>
                <a:gd name="connsiteY3295" fmla="*/ 302419 h 2297429"/>
                <a:gd name="connsiteX3296" fmla="*/ 2230279 w 3006089"/>
                <a:gd name="connsiteY3296" fmla="*/ 303848 h 2297429"/>
                <a:gd name="connsiteX3297" fmla="*/ 2238375 w 3006089"/>
                <a:gd name="connsiteY3297" fmla="*/ 303371 h 2297429"/>
                <a:gd name="connsiteX3298" fmla="*/ 2254091 w 3006089"/>
                <a:gd name="connsiteY3298" fmla="*/ 300514 h 2297429"/>
                <a:gd name="connsiteX3299" fmla="*/ 2267426 w 3006089"/>
                <a:gd name="connsiteY3299" fmla="*/ 300990 h 2297429"/>
                <a:gd name="connsiteX3300" fmla="*/ 2275046 w 3006089"/>
                <a:gd name="connsiteY3300" fmla="*/ 300038 h 2297429"/>
                <a:gd name="connsiteX3301" fmla="*/ 2280761 w 3006089"/>
                <a:gd name="connsiteY3301" fmla="*/ 298133 h 2297429"/>
                <a:gd name="connsiteX3302" fmla="*/ 2286000 w 3006089"/>
                <a:gd name="connsiteY3302" fmla="*/ 297180 h 2297429"/>
                <a:gd name="connsiteX3303" fmla="*/ 2299811 w 3006089"/>
                <a:gd name="connsiteY3303" fmla="*/ 297656 h 2297429"/>
                <a:gd name="connsiteX3304" fmla="*/ 2303145 w 3006089"/>
                <a:gd name="connsiteY3304" fmla="*/ 297180 h 2297429"/>
                <a:gd name="connsiteX3305" fmla="*/ 2305526 w 3006089"/>
                <a:gd name="connsiteY3305" fmla="*/ 295751 h 2297429"/>
                <a:gd name="connsiteX3306" fmla="*/ 2307431 w 3006089"/>
                <a:gd name="connsiteY3306" fmla="*/ 293370 h 2297429"/>
                <a:gd name="connsiteX3307" fmla="*/ 2308860 w 3006089"/>
                <a:gd name="connsiteY3307" fmla="*/ 290036 h 2297429"/>
                <a:gd name="connsiteX3308" fmla="*/ 2307908 w 3006089"/>
                <a:gd name="connsiteY3308" fmla="*/ 286226 h 2297429"/>
                <a:gd name="connsiteX3309" fmla="*/ 2301716 w 3006089"/>
                <a:gd name="connsiteY3309" fmla="*/ 279559 h 2297429"/>
                <a:gd name="connsiteX3310" fmla="*/ 2299335 w 3006089"/>
                <a:gd name="connsiteY3310" fmla="*/ 277654 h 2297429"/>
                <a:gd name="connsiteX3311" fmla="*/ 2293620 w 3006089"/>
                <a:gd name="connsiteY3311" fmla="*/ 276701 h 2297429"/>
                <a:gd name="connsiteX3312" fmla="*/ 2279809 w 3006089"/>
                <a:gd name="connsiteY3312" fmla="*/ 276225 h 2297429"/>
                <a:gd name="connsiteX3313" fmla="*/ 2263140 w 3006089"/>
                <a:gd name="connsiteY3313" fmla="*/ 273368 h 2297429"/>
                <a:gd name="connsiteX3314" fmla="*/ 2258854 w 3006089"/>
                <a:gd name="connsiteY3314" fmla="*/ 271939 h 2297429"/>
                <a:gd name="connsiteX3315" fmla="*/ 2267903 w 3006089"/>
                <a:gd name="connsiteY3315" fmla="*/ 269081 h 2297429"/>
                <a:gd name="connsiteX3316" fmla="*/ 2276475 w 3006089"/>
                <a:gd name="connsiteY3316" fmla="*/ 268605 h 2297429"/>
                <a:gd name="connsiteX3317" fmla="*/ 2287905 w 3006089"/>
                <a:gd name="connsiteY3317" fmla="*/ 270986 h 2297429"/>
                <a:gd name="connsiteX3318" fmla="*/ 2299811 w 3006089"/>
                <a:gd name="connsiteY3318" fmla="*/ 272415 h 2297429"/>
                <a:gd name="connsiteX3319" fmla="*/ 2334101 w 3006089"/>
                <a:gd name="connsiteY3319" fmla="*/ 282416 h 2297429"/>
                <a:gd name="connsiteX3320" fmla="*/ 2341721 w 3006089"/>
                <a:gd name="connsiteY3320" fmla="*/ 282893 h 2297429"/>
                <a:gd name="connsiteX3321" fmla="*/ 2350294 w 3006089"/>
                <a:gd name="connsiteY3321" fmla="*/ 281940 h 2297429"/>
                <a:gd name="connsiteX3322" fmla="*/ 2369820 w 3006089"/>
                <a:gd name="connsiteY3322" fmla="*/ 277178 h 2297429"/>
                <a:gd name="connsiteX3323" fmla="*/ 2372678 w 3006089"/>
                <a:gd name="connsiteY3323" fmla="*/ 275749 h 2297429"/>
                <a:gd name="connsiteX3324" fmla="*/ 2378869 w 3006089"/>
                <a:gd name="connsiteY3324" fmla="*/ 270510 h 2297429"/>
                <a:gd name="connsiteX3325" fmla="*/ 2378869 w 3006089"/>
                <a:gd name="connsiteY3325" fmla="*/ 268605 h 2297429"/>
                <a:gd name="connsiteX3326" fmla="*/ 2373154 w 3006089"/>
                <a:gd name="connsiteY3326" fmla="*/ 266224 h 2297429"/>
                <a:gd name="connsiteX3327" fmla="*/ 2370296 w 3006089"/>
                <a:gd name="connsiteY3327" fmla="*/ 265748 h 2297429"/>
                <a:gd name="connsiteX3328" fmla="*/ 2390775 w 3006089"/>
                <a:gd name="connsiteY3328" fmla="*/ 259080 h 2297429"/>
                <a:gd name="connsiteX3329" fmla="*/ 2397443 w 3006089"/>
                <a:gd name="connsiteY3329" fmla="*/ 253365 h 2297429"/>
                <a:gd name="connsiteX3330" fmla="*/ 2396966 w 3006089"/>
                <a:gd name="connsiteY3330" fmla="*/ 251460 h 2297429"/>
                <a:gd name="connsiteX3331" fmla="*/ 2390299 w 3006089"/>
                <a:gd name="connsiteY3331" fmla="*/ 249555 h 2297429"/>
                <a:gd name="connsiteX3332" fmla="*/ 2386489 w 3006089"/>
                <a:gd name="connsiteY3332" fmla="*/ 249079 h 2297429"/>
                <a:gd name="connsiteX3333" fmla="*/ 2361248 w 3006089"/>
                <a:gd name="connsiteY3333" fmla="*/ 252889 h 2297429"/>
                <a:gd name="connsiteX3334" fmla="*/ 2349818 w 3006089"/>
                <a:gd name="connsiteY3334" fmla="*/ 251936 h 2297429"/>
                <a:gd name="connsiteX3335" fmla="*/ 2346008 w 3006089"/>
                <a:gd name="connsiteY3335" fmla="*/ 250508 h 2297429"/>
                <a:gd name="connsiteX3336" fmla="*/ 2346484 w 3006089"/>
                <a:gd name="connsiteY3336" fmla="*/ 249079 h 2297429"/>
                <a:gd name="connsiteX3337" fmla="*/ 2350770 w 3006089"/>
                <a:gd name="connsiteY3337" fmla="*/ 247650 h 2297429"/>
                <a:gd name="connsiteX3338" fmla="*/ 2355056 w 3006089"/>
                <a:gd name="connsiteY3338" fmla="*/ 247174 h 2297429"/>
                <a:gd name="connsiteX3339" fmla="*/ 2359819 w 3006089"/>
                <a:gd name="connsiteY3339" fmla="*/ 247650 h 2297429"/>
                <a:gd name="connsiteX3340" fmla="*/ 2366486 w 3006089"/>
                <a:gd name="connsiteY3340" fmla="*/ 246698 h 2297429"/>
                <a:gd name="connsiteX3341" fmla="*/ 2378869 w 3006089"/>
                <a:gd name="connsiteY3341" fmla="*/ 243364 h 2297429"/>
                <a:gd name="connsiteX3342" fmla="*/ 2407444 w 3006089"/>
                <a:gd name="connsiteY3342" fmla="*/ 239554 h 2297429"/>
                <a:gd name="connsiteX3343" fmla="*/ 2409349 w 3006089"/>
                <a:gd name="connsiteY3343" fmla="*/ 236220 h 2297429"/>
                <a:gd name="connsiteX3344" fmla="*/ 2393633 w 3006089"/>
                <a:gd name="connsiteY3344" fmla="*/ 218599 h 2297429"/>
                <a:gd name="connsiteX3345" fmla="*/ 2392204 w 3006089"/>
                <a:gd name="connsiteY3345" fmla="*/ 215741 h 2297429"/>
                <a:gd name="connsiteX3346" fmla="*/ 2394585 w 3006089"/>
                <a:gd name="connsiteY3346" fmla="*/ 216694 h 2297429"/>
                <a:gd name="connsiteX3347" fmla="*/ 2402681 w 3006089"/>
                <a:gd name="connsiteY3347" fmla="*/ 221933 h 2297429"/>
                <a:gd name="connsiteX3348" fmla="*/ 2411730 w 3006089"/>
                <a:gd name="connsiteY3348" fmla="*/ 226695 h 2297429"/>
                <a:gd name="connsiteX3349" fmla="*/ 2418398 w 3006089"/>
                <a:gd name="connsiteY3349" fmla="*/ 228600 h 2297429"/>
                <a:gd name="connsiteX3350" fmla="*/ 2425541 w 3006089"/>
                <a:gd name="connsiteY3350" fmla="*/ 229076 h 2297429"/>
                <a:gd name="connsiteX3351" fmla="*/ 2431733 w 3006089"/>
                <a:gd name="connsiteY3351" fmla="*/ 227648 h 2297429"/>
                <a:gd name="connsiteX3352" fmla="*/ 2436971 w 3006089"/>
                <a:gd name="connsiteY3352" fmla="*/ 224314 h 2297429"/>
                <a:gd name="connsiteX3353" fmla="*/ 2451735 w 3006089"/>
                <a:gd name="connsiteY3353" fmla="*/ 211455 h 2297429"/>
                <a:gd name="connsiteX3354" fmla="*/ 2463165 w 3006089"/>
                <a:gd name="connsiteY3354" fmla="*/ 204311 h 2297429"/>
                <a:gd name="connsiteX3355" fmla="*/ 2492216 w 3006089"/>
                <a:gd name="connsiteY3355" fmla="*/ 190024 h 2297429"/>
                <a:gd name="connsiteX3356" fmla="*/ 2527935 w 3006089"/>
                <a:gd name="connsiteY3356" fmla="*/ 175736 h 2297429"/>
                <a:gd name="connsiteX3357" fmla="*/ 2542223 w 3006089"/>
                <a:gd name="connsiteY3357" fmla="*/ 167164 h 2297429"/>
                <a:gd name="connsiteX3358" fmla="*/ 2570321 w 3006089"/>
                <a:gd name="connsiteY3358" fmla="*/ 156210 h 2297429"/>
                <a:gd name="connsiteX3359" fmla="*/ 2592705 w 3006089"/>
                <a:gd name="connsiteY3359" fmla="*/ 143828 h 2297429"/>
                <a:gd name="connsiteX3360" fmla="*/ 2594610 w 3006089"/>
                <a:gd name="connsiteY3360" fmla="*/ 139541 h 2297429"/>
                <a:gd name="connsiteX3361" fmla="*/ 2578894 w 3006089"/>
                <a:gd name="connsiteY3361" fmla="*/ 138113 h 2297429"/>
                <a:gd name="connsiteX3362" fmla="*/ 2562225 w 3006089"/>
                <a:gd name="connsiteY3362" fmla="*/ 139541 h 2297429"/>
                <a:gd name="connsiteX3363" fmla="*/ 2474595 w 3006089"/>
                <a:gd name="connsiteY3363" fmla="*/ 158115 h 2297429"/>
                <a:gd name="connsiteX3364" fmla="*/ 2466975 w 3006089"/>
                <a:gd name="connsiteY3364" fmla="*/ 159068 h 2297429"/>
                <a:gd name="connsiteX3365" fmla="*/ 2460784 w 3006089"/>
                <a:gd name="connsiteY3365" fmla="*/ 158115 h 2297429"/>
                <a:gd name="connsiteX3366" fmla="*/ 2461736 w 3006089"/>
                <a:gd name="connsiteY3366" fmla="*/ 155734 h 2297429"/>
                <a:gd name="connsiteX3367" fmla="*/ 2522220 w 3006089"/>
                <a:gd name="connsiteY3367" fmla="*/ 140494 h 2297429"/>
                <a:gd name="connsiteX3368" fmla="*/ 2524125 w 3006089"/>
                <a:gd name="connsiteY3368" fmla="*/ 139541 h 2297429"/>
                <a:gd name="connsiteX3369" fmla="*/ 2526030 w 3006089"/>
                <a:gd name="connsiteY3369" fmla="*/ 137160 h 2297429"/>
                <a:gd name="connsiteX3370" fmla="*/ 2526030 w 3006089"/>
                <a:gd name="connsiteY3370" fmla="*/ 129064 h 2297429"/>
                <a:gd name="connsiteX3371" fmla="*/ 2530793 w 3006089"/>
                <a:gd name="connsiteY3371" fmla="*/ 124777 h 2297429"/>
                <a:gd name="connsiteX3372" fmla="*/ 2551748 w 3006089"/>
                <a:gd name="connsiteY3372" fmla="*/ 123825 h 2297429"/>
                <a:gd name="connsiteX3373" fmla="*/ 2562225 w 3006089"/>
                <a:gd name="connsiteY3373" fmla="*/ 122396 h 2297429"/>
                <a:gd name="connsiteX3374" fmla="*/ 2569369 w 3006089"/>
                <a:gd name="connsiteY3374" fmla="*/ 120491 h 2297429"/>
                <a:gd name="connsiteX3375" fmla="*/ 2572703 w 3006089"/>
                <a:gd name="connsiteY3375" fmla="*/ 116681 h 2297429"/>
                <a:gd name="connsiteX3376" fmla="*/ 2578418 w 3006089"/>
                <a:gd name="connsiteY3376" fmla="*/ 114300 h 2297429"/>
                <a:gd name="connsiteX3377" fmla="*/ 2600801 w 3006089"/>
                <a:gd name="connsiteY3377" fmla="*/ 115252 h 2297429"/>
                <a:gd name="connsiteX3378" fmla="*/ 2605564 w 3006089"/>
                <a:gd name="connsiteY3378" fmla="*/ 114300 h 2297429"/>
                <a:gd name="connsiteX3379" fmla="*/ 2616041 w 3006089"/>
                <a:gd name="connsiteY3379" fmla="*/ 110014 h 2297429"/>
                <a:gd name="connsiteX3380" fmla="*/ 2634139 w 3006089"/>
                <a:gd name="connsiteY3380" fmla="*/ 105728 h 2297429"/>
                <a:gd name="connsiteX3381" fmla="*/ 2671286 w 3006089"/>
                <a:gd name="connsiteY3381" fmla="*/ 92393 h 2297429"/>
                <a:gd name="connsiteX3382" fmla="*/ 2682240 w 3006089"/>
                <a:gd name="connsiteY3382" fmla="*/ 89535 h 2297429"/>
                <a:gd name="connsiteX3383" fmla="*/ 2689384 w 3006089"/>
                <a:gd name="connsiteY3383" fmla="*/ 83820 h 2297429"/>
                <a:gd name="connsiteX3384" fmla="*/ 2701290 w 3006089"/>
                <a:gd name="connsiteY3384" fmla="*/ 77629 h 2297429"/>
                <a:gd name="connsiteX3385" fmla="*/ 2712720 w 3006089"/>
                <a:gd name="connsiteY3385" fmla="*/ 69533 h 2297429"/>
                <a:gd name="connsiteX3386" fmla="*/ 2715101 w 3006089"/>
                <a:gd name="connsiteY3386" fmla="*/ 64294 h 2297429"/>
                <a:gd name="connsiteX3387" fmla="*/ 2711768 w 3006089"/>
                <a:gd name="connsiteY3387" fmla="*/ 59531 h 2297429"/>
                <a:gd name="connsiteX3388" fmla="*/ 2708910 w 3006089"/>
                <a:gd name="connsiteY3388" fmla="*/ 56198 h 2297429"/>
                <a:gd name="connsiteX3389" fmla="*/ 2706053 w 3006089"/>
                <a:gd name="connsiteY3389" fmla="*/ 54293 h 2297429"/>
                <a:gd name="connsiteX3390" fmla="*/ 2698433 w 3006089"/>
                <a:gd name="connsiteY3390" fmla="*/ 52388 h 2297429"/>
                <a:gd name="connsiteX3391" fmla="*/ 2671762 w 3006089"/>
                <a:gd name="connsiteY3391" fmla="*/ 50006 h 2297429"/>
                <a:gd name="connsiteX3392" fmla="*/ 2645569 w 3006089"/>
                <a:gd name="connsiteY3392" fmla="*/ 55721 h 2297429"/>
                <a:gd name="connsiteX3393" fmla="*/ 2645569 w 3006089"/>
                <a:gd name="connsiteY3393" fmla="*/ 54293 h 2297429"/>
                <a:gd name="connsiteX3394" fmla="*/ 2651284 w 3006089"/>
                <a:gd name="connsiteY3394" fmla="*/ 48578 h 2297429"/>
                <a:gd name="connsiteX3395" fmla="*/ 2651284 w 3006089"/>
                <a:gd name="connsiteY3395" fmla="*/ 45720 h 2297429"/>
                <a:gd name="connsiteX3396" fmla="*/ 2641283 w 3006089"/>
                <a:gd name="connsiteY3396" fmla="*/ 38100 h 2297429"/>
                <a:gd name="connsiteX3397" fmla="*/ 2634139 w 3006089"/>
                <a:gd name="connsiteY3397" fmla="*/ 34766 h 2297429"/>
                <a:gd name="connsiteX3398" fmla="*/ 2632234 w 3006089"/>
                <a:gd name="connsiteY3398" fmla="*/ 33338 h 2297429"/>
                <a:gd name="connsiteX3399" fmla="*/ 2633186 w 3006089"/>
                <a:gd name="connsiteY3399" fmla="*/ 31909 h 2297429"/>
                <a:gd name="connsiteX3400" fmla="*/ 2635091 w 3006089"/>
                <a:gd name="connsiteY3400" fmla="*/ 30480 h 2297429"/>
                <a:gd name="connsiteX3401" fmla="*/ 2638425 w 3006089"/>
                <a:gd name="connsiteY3401" fmla="*/ 28575 h 2297429"/>
                <a:gd name="connsiteX3402" fmla="*/ 2637473 w 3006089"/>
                <a:gd name="connsiteY3402" fmla="*/ 26670 h 2297429"/>
                <a:gd name="connsiteX3403" fmla="*/ 2632710 w 3006089"/>
                <a:gd name="connsiteY3403" fmla="*/ 24765 h 2297429"/>
                <a:gd name="connsiteX3404" fmla="*/ 2621280 w 3006089"/>
                <a:gd name="connsiteY3404" fmla="*/ 23336 h 2297429"/>
                <a:gd name="connsiteX3405" fmla="*/ 2616041 w 3006089"/>
                <a:gd name="connsiteY3405" fmla="*/ 23813 h 2297429"/>
                <a:gd name="connsiteX3406" fmla="*/ 2606040 w 3006089"/>
                <a:gd name="connsiteY3406" fmla="*/ 27623 h 2297429"/>
                <a:gd name="connsiteX3407" fmla="*/ 2603659 w 3006089"/>
                <a:gd name="connsiteY3407" fmla="*/ 27623 h 2297429"/>
                <a:gd name="connsiteX3408" fmla="*/ 2599373 w 3006089"/>
                <a:gd name="connsiteY3408" fmla="*/ 24289 h 2297429"/>
                <a:gd name="connsiteX3409" fmla="*/ 2594610 w 3006089"/>
                <a:gd name="connsiteY3409" fmla="*/ 19526 h 2297429"/>
                <a:gd name="connsiteX3410" fmla="*/ 2590324 w 3006089"/>
                <a:gd name="connsiteY3410" fmla="*/ 17621 h 2297429"/>
                <a:gd name="connsiteX3411" fmla="*/ 2587466 w 3006089"/>
                <a:gd name="connsiteY3411" fmla="*/ 17621 h 2297429"/>
                <a:gd name="connsiteX3412" fmla="*/ 2583180 w 3006089"/>
                <a:gd name="connsiteY3412" fmla="*/ 18574 h 2297429"/>
                <a:gd name="connsiteX3413" fmla="*/ 2581275 w 3006089"/>
                <a:gd name="connsiteY3413" fmla="*/ 20003 h 2297429"/>
                <a:gd name="connsiteX3414" fmla="*/ 2578418 w 3006089"/>
                <a:gd name="connsiteY3414" fmla="*/ 24289 h 2297429"/>
                <a:gd name="connsiteX3415" fmla="*/ 2576512 w 3006089"/>
                <a:gd name="connsiteY3415" fmla="*/ 25718 h 2297429"/>
                <a:gd name="connsiteX3416" fmla="*/ 2573179 w 3006089"/>
                <a:gd name="connsiteY3416" fmla="*/ 25718 h 2297429"/>
                <a:gd name="connsiteX3417" fmla="*/ 2567940 w 3006089"/>
                <a:gd name="connsiteY3417" fmla="*/ 23813 h 2297429"/>
                <a:gd name="connsiteX3418" fmla="*/ 2561749 w 3006089"/>
                <a:gd name="connsiteY3418" fmla="*/ 22384 h 2297429"/>
                <a:gd name="connsiteX3419" fmla="*/ 2548414 w 3006089"/>
                <a:gd name="connsiteY3419" fmla="*/ 25241 h 2297429"/>
                <a:gd name="connsiteX3420" fmla="*/ 2531745 w 3006089"/>
                <a:gd name="connsiteY3420" fmla="*/ 30956 h 2297429"/>
                <a:gd name="connsiteX3421" fmla="*/ 2523173 w 3006089"/>
                <a:gd name="connsiteY3421" fmla="*/ 32861 h 2297429"/>
                <a:gd name="connsiteX3422" fmla="*/ 2518886 w 3006089"/>
                <a:gd name="connsiteY3422" fmla="*/ 32861 h 2297429"/>
                <a:gd name="connsiteX3423" fmla="*/ 2505075 w 3006089"/>
                <a:gd name="connsiteY3423" fmla="*/ 36671 h 2297429"/>
                <a:gd name="connsiteX3424" fmla="*/ 2493645 w 3006089"/>
                <a:gd name="connsiteY3424" fmla="*/ 38100 h 2297429"/>
                <a:gd name="connsiteX3425" fmla="*/ 2478881 w 3006089"/>
                <a:gd name="connsiteY3425" fmla="*/ 38576 h 2297429"/>
                <a:gd name="connsiteX3426" fmla="*/ 2468880 w 3006089"/>
                <a:gd name="connsiteY3426" fmla="*/ 38100 h 2297429"/>
                <a:gd name="connsiteX3427" fmla="*/ 2472690 w 3006089"/>
                <a:gd name="connsiteY3427" fmla="*/ 36195 h 2297429"/>
                <a:gd name="connsiteX3428" fmla="*/ 2524601 w 3006089"/>
                <a:gd name="connsiteY3428" fmla="*/ 24289 h 2297429"/>
                <a:gd name="connsiteX3429" fmla="*/ 2532698 w 3006089"/>
                <a:gd name="connsiteY3429" fmla="*/ 20479 h 2297429"/>
                <a:gd name="connsiteX3430" fmla="*/ 2538889 w 3006089"/>
                <a:gd name="connsiteY3430" fmla="*/ 16669 h 2297429"/>
                <a:gd name="connsiteX3431" fmla="*/ 2538889 w 3006089"/>
                <a:gd name="connsiteY3431" fmla="*/ 14764 h 2297429"/>
                <a:gd name="connsiteX3432" fmla="*/ 2533174 w 3006089"/>
                <a:gd name="connsiteY3432" fmla="*/ 13335 h 2297429"/>
                <a:gd name="connsiteX3433" fmla="*/ 2505551 w 3006089"/>
                <a:gd name="connsiteY3433" fmla="*/ 12383 h 2297429"/>
                <a:gd name="connsiteX3434" fmla="*/ 2497931 w 3006089"/>
                <a:gd name="connsiteY3434" fmla="*/ 11430 h 2297429"/>
                <a:gd name="connsiteX3435" fmla="*/ 2487930 w 3006089"/>
                <a:gd name="connsiteY3435" fmla="*/ 11906 h 2297429"/>
                <a:gd name="connsiteX3436" fmla="*/ 2481739 w 3006089"/>
                <a:gd name="connsiteY3436" fmla="*/ 11430 h 2297429"/>
                <a:gd name="connsiteX3437" fmla="*/ 2471261 w 3006089"/>
                <a:gd name="connsiteY3437" fmla="*/ 7620 h 2297429"/>
                <a:gd name="connsiteX3438" fmla="*/ 2462212 w 3006089"/>
                <a:gd name="connsiteY3438" fmla="*/ 8096 h 2297429"/>
                <a:gd name="connsiteX3439" fmla="*/ 2434590 w 3006089"/>
                <a:gd name="connsiteY3439" fmla="*/ 6668 h 2297429"/>
                <a:gd name="connsiteX3440" fmla="*/ 2431733 w 3006089"/>
                <a:gd name="connsiteY3440" fmla="*/ 6191 h 2297429"/>
                <a:gd name="connsiteX3441" fmla="*/ 2424589 w 3006089"/>
                <a:gd name="connsiteY3441" fmla="*/ 476 h 2297429"/>
                <a:gd name="connsiteX3442" fmla="*/ 2420779 w 3006089"/>
                <a:gd name="connsiteY3442" fmla="*/ 476 h 2297429"/>
                <a:gd name="connsiteX3443" fmla="*/ 2417445 w 3006089"/>
                <a:gd name="connsiteY3443" fmla="*/ 0 h 2297429"/>
                <a:gd name="connsiteX3444" fmla="*/ 2386965 w 3006089"/>
                <a:gd name="connsiteY3444" fmla="*/ 1429 h 2297429"/>
                <a:gd name="connsiteX3445" fmla="*/ 2379821 w 3006089"/>
                <a:gd name="connsiteY3445" fmla="*/ 2858 h 2297429"/>
                <a:gd name="connsiteX3446" fmla="*/ 2368391 w 3006089"/>
                <a:gd name="connsiteY3446" fmla="*/ 8096 h 2297429"/>
                <a:gd name="connsiteX3447" fmla="*/ 2369344 w 3006089"/>
                <a:gd name="connsiteY3447" fmla="*/ 10001 h 2297429"/>
                <a:gd name="connsiteX3448" fmla="*/ 2376487 w 3006089"/>
                <a:gd name="connsiteY3448" fmla="*/ 12859 h 2297429"/>
                <a:gd name="connsiteX3449" fmla="*/ 2385536 w 3006089"/>
                <a:gd name="connsiteY3449" fmla="*/ 17621 h 2297429"/>
                <a:gd name="connsiteX3450" fmla="*/ 2385060 w 3006089"/>
                <a:gd name="connsiteY3450" fmla="*/ 18574 h 2297429"/>
                <a:gd name="connsiteX3451" fmla="*/ 2378393 w 3006089"/>
                <a:gd name="connsiteY3451" fmla="*/ 16669 h 2297429"/>
                <a:gd name="connsiteX3452" fmla="*/ 2368868 w 3006089"/>
                <a:gd name="connsiteY3452" fmla="*/ 12383 h 2297429"/>
                <a:gd name="connsiteX3453" fmla="*/ 2349341 w 3006089"/>
                <a:gd name="connsiteY3453" fmla="*/ 1429 h 2297429"/>
                <a:gd name="connsiteX3454" fmla="*/ 2346484 w 3006089"/>
                <a:gd name="connsiteY3454" fmla="*/ 953 h 2297429"/>
                <a:gd name="connsiteX3455" fmla="*/ 2321243 w 3006089"/>
                <a:gd name="connsiteY3455" fmla="*/ 2858 h 2297429"/>
                <a:gd name="connsiteX3456" fmla="*/ 2303621 w 3006089"/>
                <a:gd name="connsiteY3456" fmla="*/ 10001 h 2297429"/>
                <a:gd name="connsiteX3457" fmla="*/ 2301240 w 3006089"/>
                <a:gd name="connsiteY3457" fmla="*/ 11906 h 2297429"/>
                <a:gd name="connsiteX3458" fmla="*/ 2299811 w 3006089"/>
                <a:gd name="connsiteY3458" fmla="*/ 14764 h 2297429"/>
                <a:gd name="connsiteX3459" fmla="*/ 2299811 w 3006089"/>
                <a:gd name="connsiteY3459" fmla="*/ 18098 h 2297429"/>
                <a:gd name="connsiteX3460" fmla="*/ 2306955 w 3006089"/>
                <a:gd name="connsiteY3460" fmla="*/ 23336 h 2297429"/>
                <a:gd name="connsiteX3461" fmla="*/ 2322671 w 3006089"/>
                <a:gd name="connsiteY3461" fmla="*/ 30956 h 2297429"/>
                <a:gd name="connsiteX3462" fmla="*/ 2326481 w 3006089"/>
                <a:gd name="connsiteY3462" fmla="*/ 33814 h 2297429"/>
                <a:gd name="connsiteX3463" fmla="*/ 2305526 w 3006089"/>
                <a:gd name="connsiteY3463" fmla="*/ 29528 h 2297429"/>
                <a:gd name="connsiteX3464" fmla="*/ 2290762 w 3006089"/>
                <a:gd name="connsiteY3464" fmla="*/ 22860 h 2297429"/>
                <a:gd name="connsiteX3465" fmla="*/ 2283619 w 3006089"/>
                <a:gd name="connsiteY3465" fmla="*/ 18574 h 2297429"/>
                <a:gd name="connsiteX3466" fmla="*/ 2278856 w 3006089"/>
                <a:gd name="connsiteY3466" fmla="*/ 14288 h 2297429"/>
                <a:gd name="connsiteX3467" fmla="*/ 2274094 w 3006089"/>
                <a:gd name="connsiteY3467" fmla="*/ 11430 h 2297429"/>
                <a:gd name="connsiteX3468" fmla="*/ 2266950 w 3006089"/>
                <a:gd name="connsiteY3468" fmla="*/ 9525 h 2297429"/>
                <a:gd name="connsiteX3469" fmla="*/ 2221706 w 3006089"/>
                <a:gd name="connsiteY3469" fmla="*/ 6668 h 2297429"/>
                <a:gd name="connsiteX3470" fmla="*/ 2174558 w 3006089"/>
                <a:gd name="connsiteY3470" fmla="*/ 10001 h 2297429"/>
                <a:gd name="connsiteX3471" fmla="*/ 2177415 w 3006089"/>
                <a:gd name="connsiteY3471" fmla="*/ 13335 h 2297429"/>
                <a:gd name="connsiteX3472" fmla="*/ 2181701 w 3006089"/>
                <a:gd name="connsiteY3472" fmla="*/ 17621 h 2297429"/>
                <a:gd name="connsiteX3473" fmla="*/ 2198846 w 3006089"/>
                <a:gd name="connsiteY3473" fmla="*/ 26194 h 2297429"/>
                <a:gd name="connsiteX3474" fmla="*/ 2206466 w 3006089"/>
                <a:gd name="connsiteY3474" fmla="*/ 30956 h 2297429"/>
                <a:gd name="connsiteX3475" fmla="*/ 2209800 w 3006089"/>
                <a:gd name="connsiteY3475" fmla="*/ 33814 h 2297429"/>
                <a:gd name="connsiteX3476" fmla="*/ 2225040 w 3006089"/>
                <a:gd name="connsiteY3476" fmla="*/ 40481 h 2297429"/>
                <a:gd name="connsiteX3477" fmla="*/ 2227898 w 3006089"/>
                <a:gd name="connsiteY3477" fmla="*/ 43339 h 2297429"/>
                <a:gd name="connsiteX3478" fmla="*/ 2221706 w 3006089"/>
                <a:gd name="connsiteY3478" fmla="*/ 46196 h 2297429"/>
                <a:gd name="connsiteX3479" fmla="*/ 2212658 w 3006089"/>
                <a:gd name="connsiteY3479" fmla="*/ 49530 h 2297429"/>
                <a:gd name="connsiteX3480" fmla="*/ 2207895 w 3006089"/>
                <a:gd name="connsiteY3480" fmla="*/ 48101 h 2297429"/>
                <a:gd name="connsiteX3481" fmla="*/ 2204561 w 3006089"/>
                <a:gd name="connsiteY3481" fmla="*/ 43339 h 2297429"/>
                <a:gd name="connsiteX3482" fmla="*/ 2201228 w 3006089"/>
                <a:gd name="connsiteY3482" fmla="*/ 40005 h 2297429"/>
                <a:gd name="connsiteX3483" fmla="*/ 2198370 w 3006089"/>
                <a:gd name="connsiteY3483" fmla="*/ 37624 h 2297429"/>
                <a:gd name="connsiteX3484" fmla="*/ 2171224 w 3006089"/>
                <a:gd name="connsiteY3484" fmla="*/ 23813 h 2297429"/>
                <a:gd name="connsiteX3485" fmla="*/ 2162651 w 3006089"/>
                <a:gd name="connsiteY3485" fmla="*/ 20003 h 2297429"/>
                <a:gd name="connsiteX3486" fmla="*/ 2157889 w 3006089"/>
                <a:gd name="connsiteY3486" fmla="*/ 19050 h 2297429"/>
                <a:gd name="connsiteX3487" fmla="*/ 2145983 w 3006089"/>
                <a:gd name="connsiteY3487" fmla="*/ 18098 h 2297429"/>
                <a:gd name="connsiteX3488" fmla="*/ 2126933 w 3006089"/>
                <a:gd name="connsiteY3488" fmla="*/ 19526 h 2297429"/>
                <a:gd name="connsiteX3489" fmla="*/ 2104549 w 3006089"/>
                <a:gd name="connsiteY3489" fmla="*/ 16193 h 2297429"/>
                <a:gd name="connsiteX3490" fmla="*/ 2080736 w 3006089"/>
                <a:gd name="connsiteY3490" fmla="*/ 15716 h 2297429"/>
                <a:gd name="connsiteX3491" fmla="*/ 2071687 w 3006089"/>
                <a:gd name="connsiteY3491" fmla="*/ 18098 h 2297429"/>
                <a:gd name="connsiteX3492" fmla="*/ 2072164 w 3006089"/>
                <a:gd name="connsiteY3492" fmla="*/ 19526 h 2297429"/>
                <a:gd name="connsiteX3493" fmla="*/ 2077879 w 3006089"/>
                <a:gd name="connsiteY3493" fmla="*/ 22384 h 2297429"/>
                <a:gd name="connsiteX3494" fmla="*/ 2082641 w 3006089"/>
                <a:gd name="connsiteY3494" fmla="*/ 26194 h 2297429"/>
                <a:gd name="connsiteX3495" fmla="*/ 2089309 w 3006089"/>
                <a:gd name="connsiteY3495" fmla="*/ 29051 h 2297429"/>
                <a:gd name="connsiteX3496" fmla="*/ 2104073 w 3006089"/>
                <a:gd name="connsiteY3496" fmla="*/ 33338 h 2297429"/>
                <a:gd name="connsiteX3497" fmla="*/ 2118360 w 3006089"/>
                <a:gd name="connsiteY3497" fmla="*/ 36671 h 2297429"/>
                <a:gd name="connsiteX3498" fmla="*/ 2119789 w 3006089"/>
                <a:gd name="connsiteY3498" fmla="*/ 38100 h 2297429"/>
                <a:gd name="connsiteX3499" fmla="*/ 2110264 w 3006089"/>
                <a:gd name="connsiteY3499" fmla="*/ 38576 h 2297429"/>
                <a:gd name="connsiteX3500" fmla="*/ 2075021 w 3006089"/>
                <a:gd name="connsiteY3500" fmla="*/ 35719 h 2297429"/>
                <a:gd name="connsiteX3501" fmla="*/ 2055019 w 3006089"/>
                <a:gd name="connsiteY3501" fmla="*/ 30480 h 2297429"/>
                <a:gd name="connsiteX3502" fmla="*/ 2043112 w 3006089"/>
                <a:gd name="connsiteY3502" fmla="*/ 29528 h 2297429"/>
                <a:gd name="connsiteX3503" fmla="*/ 2039302 w 3006089"/>
                <a:gd name="connsiteY3503" fmla="*/ 30956 h 2297429"/>
                <a:gd name="connsiteX3504" fmla="*/ 2037398 w 3006089"/>
                <a:gd name="connsiteY3504" fmla="*/ 32385 h 2297429"/>
                <a:gd name="connsiteX3505" fmla="*/ 2038350 w 3006089"/>
                <a:gd name="connsiteY3505" fmla="*/ 34766 h 2297429"/>
                <a:gd name="connsiteX3506" fmla="*/ 2049780 w 3006089"/>
                <a:gd name="connsiteY3506" fmla="*/ 45720 h 2297429"/>
                <a:gd name="connsiteX3507" fmla="*/ 2047875 w 3006089"/>
                <a:gd name="connsiteY3507" fmla="*/ 47149 h 2297429"/>
                <a:gd name="connsiteX3508" fmla="*/ 2036921 w 3006089"/>
                <a:gd name="connsiteY3508" fmla="*/ 45244 h 2297429"/>
                <a:gd name="connsiteX3509" fmla="*/ 2023586 w 3006089"/>
                <a:gd name="connsiteY3509" fmla="*/ 40958 h 2297429"/>
                <a:gd name="connsiteX3510" fmla="*/ 2016443 w 3006089"/>
                <a:gd name="connsiteY3510" fmla="*/ 40481 h 2297429"/>
                <a:gd name="connsiteX3511" fmla="*/ 2005012 w 3006089"/>
                <a:gd name="connsiteY3511" fmla="*/ 42386 h 2297429"/>
                <a:gd name="connsiteX3512" fmla="*/ 2005012 w 3006089"/>
                <a:gd name="connsiteY3512" fmla="*/ 44768 h 2297429"/>
                <a:gd name="connsiteX3513" fmla="*/ 2010727 w 3006089"/>
                <a:gd name="connsiteY3513" fmla="*/ 48101 h 2297429"/>
                <a:gd name="connsiteX3514" fmla="*/ 2020252 w 3006089"/>
                <a:gd name="connsiteY3514" fmla="*/ 51911 h 2297429"/>
                <a:gd name="connsiteX3515" fmla="*/ 2018824 w 3006089"/>
                <a:gd name="connsiteY3515" fmla="*/ 52864 h 2297429"/>
                <a:gd name="connsiteX3516" fmla="*/ 2008346 w 3006089"/>
                <a:gd name="connsiteY3516" fmla="*/ 53816 h 2297429"/>
                <a:gd name="connsiteX3517" fmla="*/ 1999774 w 3006089"/>
                <a:gd name="connsiteY3517" fmla="*/ 56198 h 2297429"/>
                <a:gd name="connsiteX3518" fmla="*/ 1993583 w 3006089"/>
                <a:gd name="connsiteY3518" fmla="*/ 59531 h 2297429"/>
                <a:gd name="connsiteX3519" fmla="*/ 1993583 w 3006089"/>
                <a:gd name="connsiteY3519" fmla="*/ 62389 h 2297429"/>
                <a:gd name="connsiteX3520" fmla="*/ 2000250 w 3006089"/>
                <a:gd name="connsiteY3520" fmla="*/ 67151 h 2297429"/>
                <a:gd name="connsiteX3521" fmla="*/ 2008823 w 3006089"/>
                <a:gd name="connsiteY3521" fmla="*/ 71914 h 2297429"/>
                <a:gd name="connsiteX3522" fmla="*/ 2026920 w 3006089"/>
                <a:gd name="connsiteY3522" fmla="*/ 79058 h 2297429"/>
                <a:gd name="connsiteX3523" fmla="*/ 2072640 w 3006089"/>
                <a:gd name="connsiteY3523" fmla="*/ 92393 h 2297429"/>
                <a:gd name="connsiteX3524" fmla="*/ 2089785 w 3006089"/>
                <a:gd name="connsiteY3524" fmla="*/ 100489 h 2297429"/>
                <a:gd name="connsiteX3525" fmla="*/ 2096929 w 3006089"/>
                <a:gd name="connsiteY3525" fmla="*/ 106680 h 2297429"/>
                <a:gd name="connsiteX3526" fmla="*/ 2095500 w 3006089"/>
                <a:gd name="connsiteY3526" fmla="*/ 107156 h 2297429"/>
                <a:gd name="connsiteX3527" fmla="*/ 2087880 w 3006089"/>
                <a:gd name="connsiteY3527" fmla="*/ 104299 h 2297429"/>
                <a:gd name="connsiteX3528" fmla="*/ 2080260 w 3006089"/>
                <a:gd name="connsiteY3528" fmla="*/ 100013 h 2297429"/>
                <a:gd name="connsiteX3529" fmla="*/ 2072164 w 3006089"/>
                <a:gd name="connsiteY3529" fmla="*/ 96679 h 2297429"/>
                <a:gd name="connsiteX3530" fmla="*/ 2058829 w 3006089"/>
                <a:gd name="connsiteY3530" fmla="*/ 94298 h 2297429"/>
                <a:gd name="connsiteX3531" fmla="*/ 2023586 w 3006089"/>
                <a:gd name="connsiteY3531" fmla="*/ 84773 h 2297429"/>
                <a:gd name="connsiteX3532" fmla="*/ 2000250 w 3006089"/>
                <a:gd name="connsiteY3532" fmla="*/ 76676 h 2297429"/>
                <a:gd name="connsiteX3533" fmla="*/ 1991201 w 3006089"/>
                <a:gd name="connsiteY3533" fmla="*/ 74295 h 2297429"/>
                <a:gd name="connsiteX3534" fmla="*/ 1987868 w 3006089"/>
                <a:gd name="connsiteY3534" fmla="*/ 74295 h 2297429"/>
                <a:gd name="connsiteX3535" fmla="*/ 1985486 w 3006089"/>
                <a:gd name="connsiteY3535" fmla="*/ 75724 h 2297429"/>
                <a:gd name="connsiteX3536" fmla="*/ 1984058 w 3006089"/>
                <a:gd name="connsiteY3536" fmla="*/ 78581 h 2297429"/>
                <a:gd name="connsiteX3537" fmla="*/ 1986915 w 3006089"/>
                <a:gd name="connsiteY3537" fmla="*/ 81915 h 2297429"/>
                <a:gd name="connsiteX3538" fmla="*/ 1998345 w 3006089"/>
                <a:gd name="connsiteY3538" fmla="*/ 87154 h 2297429"/>
                <a:gd name="connsiteX3539" fmla="*/ 1997393 w 3006089"/>
                <a:gd name="connsiteY3539" fmla="*/ 89535 h 2297429"/>
                <a:gd name="connsiteX3540" fmla="*/ 1987868 w 3006089"/>
                <a:gd name="connsiteY3540" fmla="*/ 88583 h 2297429"/>
                <a:gd name="connsiteX3541" fmla="*/ 1983105 w 3006089"/>
                <a:gd name="connsiteY3541" fmla="*/ 87154 h 2297429"/>
                <a:gd name="connsiteX3542" fmla="*/ 1973580 w 3006089"/>
                <a:gd name="connsiteY3542" fmla="*/ 81439 h 2297429"/>
                <a:gd name="connsiteX3543" fmla="*/ 1967865 w 3006089"/>
                <a:gd name="connsiteY3543" fmla="*/ 77629 h 2297429"/>
                <a:gd name="connsiteX3544" fmla="*/ 1953577 w 3006089"/>
                <a:gd name="connsiteY3544" fmla="*/ 66199 h 2297429"/>
                <a:gd name="connsiteX3545" fmla="*/ 1945481 w 3006089"/>
                <a:gd name="connsiteY3545" fmla="*/ 64294 h 2297429"/>
                <a:gd name="connsiteX3546" fmla="*/ 1926908 w 3006089"/>
                <a:gd name="connsiteY3546" fmla="*/ 62389 h 2297429"/>
                <a:gd name="connsiteX3547" fmla="*/ 1920716 w 3006089"/>
                <a:gd name="connsiteY3547" fmla="*/ 60484 h 2297429"/>
                <a:gd name="connsiteX3548" fmla="*/ 1914049 w 3006089"/>
                <a:gd name="connsiteY3548" fmla="*/ 57150 h 2297429"/>
                <a:gd name="connsiteX3549" fmla="*/ 1908810 w 3006089"/>
                <a:gd name="connsiteY3549" fmla="*/ 56198 h 2297429"/>
                <a:gd name="connsiteX3550" fmla="*/ 1895951 w 3006089"/>
                <a:gd name="connsiteY3550" fmla="*/ 60008 h 2297429"/>
                <a:gd name="connsiteX3551" fmla="*/ 1888808 w 3006089"/>
                <a:gd name="connsiteY3551" fmla="*/ 63341 h 2297429"/>
                <a:gd name="connsiteX3552" fmla="*/ 1878330 w 3006089"/>
                <a:gd name="connsiteY3552" fmla="*/ 69533 h 2297429"/>
                <a:gd name="connsiteX3553" fmla="*/ 1874044 w 3006089"/>
                <a:gd name="connsiteY3553" fmla="*/ 70009 h 2297429"/>
                <a:gd name="connsiteX3554" fmla="*/ 1864995 w 3006089"/>
                <a:gd name="connsiteY3554" fmla="*/ 72866 h 2297429"/>
                <a:gd name="connsiteX3555" fmla="*/ 1850231 w 3006089"/>
                <a:gd name="connsiteY3555" fmla="*/ 75248 h 2297429"/>
                <a:gd name="connsiteX3556" fmla="*/ 1851660 w 3006089"/>
                <a:gd name="connsiteY3556" fmla="*/ 77629 h 2297429"/>
                <a:gd name="connsiteX3557" fmla="*/ 1894999 w 3006089"/>
                <a:gd name="connsiteY3557" fmla="*/ 89535 h 2297429"/>
                <a:gd name="connsiteX3558" fmla="*/ 1899761 w 3006089"/>
                <a:gd name="connsiteY3558" fmla="*/ 91440 h 2297429"/>
                <a:gd name="connsiteX3559" fmla="*/ 1903571 w 3006089"/>
                <a:gd name="connsiteY3559" fmla="*/ 93821 h 2297429"/>
                <a:gd name="connsiteX3560" fmla="*/ 1904048 w 3006089"/>
                <a:gd name="connsiteY3560" fmla="*/ 94774 h 2297429"/>
                <a:gd name="connsiteX3561" fmla="*/ 1891665 w 3006089"/>
                <a:gd name="connsiteY3561" fmla="*/ 94774 h 2297429"/>
                <a:gd name="connsiteX3562" fmla="*/ 1886902 w 3006089"/>
                <a:gd name="connsiteY3562" fmla="*/ 97155 h 2297429"/>
                <a:gd name="connsiteX3563" fmla="*/ 1883093 w 3006089"/>
                <a:gd name="connsiteY3563" fmla="*/ 97155 h 2297429"/>
                <a:gd name="connsiteX3564" fmla="*/ 1875473 w 3006089"/>
                <a:gd name="connsiteY3564" fmla="*/ 95250 h 2297429"/>
                <a:gd name="connsiteX3565" fmla="*/ 1865948 w 3006089"/>
                <a:gd name="connsiteY3565" fmla="*/ 90964 h 2297429"/>
                <a:gd name="connsiteX3566" fmla="*/ 1858327 w 3006089"/>
                <a:gd name="connsiteY3566" fmla="*/ 89535 h 2297429"/>
                <a:gd name="connsiteX3567" fmla="*/ 1849755 w 3006089"/>
                <a:gd name="connsiteY3567" fmla="*/ 89059 h 2297429"/>
                <a:gd name="connsiteX3568" fmla="*/ 1842611 w 3006089"/>
                <a:gd name="connsiteY3568" fmla="*/ 90488 h 2297429"/>
                <a:gd name="connsiteX3569" fmla="*/ 1836896 w 3006089"/>
                <a:gd name="connsiteY3569" fmla="*/ 93821 h 2297429"/>
                <a:gd name="connsiteX3570" fmla="*/ 1836420 w 3006089"/>
                <a:gd name="connsiteY3570" fmla="*/ 96679 h 2297429"/>
                <a:gd name="connsiteX3571" fmla="*/ 1829752 w 3006089"/>
                <a:gd name="connsiteY3571" fmla="*/ 93345 h 2297429"/>
                <a:gd name="connsiteX3572" fmla="*/ 1823561 w 3006089"/>
                <a:gd name="connsiteY3572" fmla="*/ 89059 h 2297429"/>
                <a:gd name="connsiteX3573" fmla="*/ 1815465 w 3006089"/>
                <a:gd name="connsiteY3573" fmla="*/ 86678 h 2297429"/>
                <a:gd name="connsiteX3574" fmla="*/ 1801177 w 3006089"/>
                <a:gd name="connsiteY3574" fmla="*/ 85725 h 2297429"/>
                <a:gd name="connsiteX3575" fmla="*/ 1784033 w 3006089"/>
                <a:gd name="connsiteY3575" fmla="*/ 88583 h 2297429"/>
                <a:gd name="connsiteX3576" fmla="*/ 1773555 w 3006089"/>
                <a:gd name="connsiteY3576" fmla="*/ 91916 h 2297429"/>
                <a:gd name="connsiteX3577" fmla="*/ 1764030 w 3006089"/>
                <a:gd name="connsiteY3577" fmla="*/ 97155 h 2297429"/>
                <a:gd name="connsiteX3578" fmla="*/ 1756410 w 3006089"/>
                <a:gd name="connsiteY3578" fmla="*/ 100489 h 2297429"/>
                <a:gd name="connsiteX3579" fmla="*/ 1747837 w 3006089"/>
                <a:gd name="connsiteY3579" fmla="*/ 102394 h 2297429"/>
                <a:gd name="connsiteX3580" fmla="*/ 1729740 w 3006089"/>
                <a:gd name="connsiteY3580" fmla="*/ 102394 h 2297429"/>
                <a:gd name="connsiteX3581" fmla="*/ 1718786 w 3006089"/>
                <a:gd name="connsiteY3581" fmla="*/ 103823 h 2297429"/>
                <a:gd name="connsiteX3582" fmla="*/ 1703546 w 3006089"/>
                <a:gd name="connsiteY3582" fmla="*/ 108109 h 2297429"/>
                <a:gd name="connsiteX3583" fmla="*/ 1694021 w 3006089"/>
                <a:gd name="connsiteY3583" fmla="*/ 111443 h 2297429"/>
                <a:gd name="connsiteX3584" fmla="*/ 1686877 w 3006089"/>
                <a:gd name="connsiteY3584" fmla="*/ 114776 h 2297429"/>
                <a:gd name="connsiteX3585" fmla="*/ 1679258 w 3006089"/>
                <a:gd name="connsiteY3585" fmla="*/ 119539 h 2297429"/>
                <a:gd name="connsiteX3586" fmla="*/ 1677829 w 3006089"/>
                <a:gd name="connsiteY3586" fmla="*/ 123349 h 2297429"/>
                <a:gd name="connsiteX3587" fmla="*/ 1687354 w 3006089"/>
                <a:gd name="connsiteY3587" fmla="*/ 128111 h 2297429"/>
                <a:gd name="connsiteX3588" fmla="*/ 1691640 w 3006089"/>
                <a:gd name="connsiteY3588" fmla="*/ 128111 h 2297429"/>
                <a:gd name="connsiteX3589" fmla="*/ 2065496 w 3006089"/>
                <a:gd name="connsiteY3589" fmla="*/ 1290161 h 2297429"/>
                <a:gd name="connsiteX3590" fmla="*/ 2066925 w 3006089"/>
                <a:gd name="connsiteY3590" fmla="*/ 1288256 h 2297429"/>
                <a:gd name="connsiteX3591" fmla="*/ 2060258 w 3006089"/>
                <a:gd name="connsiteY3591" fmla="*/ 1284923 h 2297429"/>
                <a:gd name="connsiteX3592" fmla="*/ 2052637 w 3006089"/>
                <a:gd name="connsiteY3592" fmla="*/ 1283018 h 2297429"/>
                <a:gd name="connsiteX3593" fmla="*/ 2055495 w 3006089"/>
                <a:gd name="connsiteY3593" fmla="*/ 1282541 h 2297429"/>
                <a:gd name="connsiteX3594" fmla="*/ 2055971 w 3006089"/>
                <a:gd name="connsiteY3594" fmla="*/ 1281113 h 2297429"/>
                <a:gd name="connsiteX3595" fmla="*/ 2054543 w 3006089"/>
                <a:gd name="connsiteY3595" fmla="*/ 1278731 h 2297429"/>
                <a:gd name="connsiteX3596" fmla="*/ 2051685 w 3006089"/>
                <a:gd name="connsiteY3596" fmla="*/ 1275874 h 2297429"/>
                <a:gd name="connsiteX3597" fmla="*/ 2046923 w 3006089"/>
                <a:gd name="connsiteY3597" fmla="*/ 1272540 h 2297429"/>
                <a:gd name="connsiteX3598" fmla="*/ 2043589 w 3006089"/>
                <a:gd name="connsiteY3598" fmla="*/ 1272064 h 2297429"/>
                <a:gd name="connsiteX3599" fmla="*/ 2040731 w 3006089"/>
                <a:gd name="connsiteY3599" fmla="*/ 1275874 h 2297429"/>
                <a:gd name="connsiteX3600" fmla="*/ 2040255 w 3006089"/>
                <a:gd name="connsiteY3600" fmla="*/ 1275874 h 2297429"/>
                <a:gd name="connsiteX3601" fmla="*/ 2037398 w 3006089"/>
                <a:gd name="connsiteY3601" fmla="*/ 1275398 h 2297429"/>
                <a:gd name="connsiteX3602" fmla="*/ 2029301 w 3006089"/>
                <a:gd name="connsiteY3602" fmla="*/ 1273493 h 2297429"/>
                <a:gd name="connsiteX3603" fmla="*/ 2016443 w 3006089"/>
                <a:gd name="connsiteY3603" fmla="*/ 1276350 h 2297429"/>
                <a:gd name="connsiteX3604" fmla="*/ 2010727 w 3006089"/>
                <a:gd name="connsiteY3604" fmla="*/ 1276826 h 2297429"/>
                <a:gd name="connsiteX3605" fmla="*/ 2010251 w 3006089"/>
                <a:gd name="connsiteY3605" fmla="*/ 1275874 h 2297429"/>
                <a:gd name="connsiteX3606" fmla="*/ 2016443 w 3006089"/>
                <a:gd name="connsiteY3606" fmla="*/ 1271111 h 2297429"/>
                <a:gd name="connsiteX3607" fmla="*/ 2017871 w 3006089"/>
                <a:gd name="connsiteY3607" fmla="*/ 1269683 h 2297429"/>
                <a:gd name="connsiteX3608" fmla="*/ 2018348 w 3006089"/>
                <a:gd name="connsiteY3608" fmla="*/ 1268254 h 2297429"/>
                <a:gd name="connsiteX3609" fmla="*/ 2017871 w 3006089"/>
                <a:gd name="connsiteY3609" fmla="*/ 1265873 h 2297429"/>
                <a:gd name="connsiteX3610" fmla="*/ 2014061 w 3006089"/>
                <a:gd name="connsiteY3610" fmla="*/ 1254443 h 2297429"/>
                <a:gd name="connsiteX3611" fmla="*/ 2009299 w 3006089"/>
                <a:gd name="connsiteY3611" fmla="*/ 1247299 h 2297429"/>
                <a:gd name="connsiteX3612" fmla="*/ 2005012 w 3006089"/>
                <a:gd name="connsiteY3612" fmla="*/ 1242536 h 2297429"/>
                <a:gd name="connsiteX3613" fmla="*/ 2001202 w 3006089"/>
                <a:gd name="connsiteY3613" fmla="*/ 1240155 h 2297429"/>
                <a:gd name="connsiteX3614" fmla="*/ 1997393 w 3006089"/>
                <a:gd name="connsiteY3614" fmla="*/ 1238726 h 2297429"/>
                <a:gd name="connsiteX3615" fmla="*/ 1986915 w 3006089"/>
                <a:gd name="connsiteY3615" fmla="*/ 1236345 h 2297429"/>
                <a:gd name="connsiteX3616" fmla="*/ 1984058 w 3006089"/>
                <a:gd name="connsiteY3616" fmla="*/ 1235393 h 2297429"/>
                <a:gd name="connsiteX3617" fmla="*/ 1973104 w 3006089"/>
                <a:gd name="connsiteY3617" fmla="*/ 1228725 h 2297429"/>
                <a:gd name="connsiteX3618" fmla="*/ 1965960 w 3006089"/>
                <a:gd name="connsiteY3618" fmla="*/ 1225868 h 2297429"/>
                <a:gd name="connsiteX3619" fmla="*/ 1965008 w 3006089"/>
                <a:gd name="connsiteY3619" fmla="*/ 1225391 h 2297429"/>
                <a:gd name="connsiteX3620" fmla="*/ 1958816 w 3006089"/>
                <a:gd name="connsiteY3620" fmla="*/ 1217771 h 2297429"/>
                <a:gd name="connsiteX3621" fmla="*/ 1955959 w 3006089"/>
                <a:gd name="connsiteY3621" fmla="*/ 1216343 h 2297429"/>
                <a:gd name="connsiteX3622" fmla="*/ 1947862 w 3006089"/>
                <a:gd name="connsiteY3622" fmla="*/ 1214438 h 2297429"/>
                <a:gd name="connsiteX3623" fmla="*/ 1941671 w 3006089"/>
                <a:gd name="connsiteY3623" fmla="*/ 1213961 h 2297429"/>
                <a:gd name="connsiteX3624" fmla="*/ 1935480 w 3006089"/>
                <a:gd name="connsiteY3624" fmla="*/ 1212056 h 2297429"/>
                <a:gd name="connsiteX3625" fmla="*/ 1934051 w 3006089"/>
                <a:gd name="connsiteY3625" fmla="*/ 1210628 h 2297429"/>
                <a:gd name="connsiteX3626" fmla="*/ 1932623 w 3006089"/>
                <a:gd name="connsiteY3626" fmla="*/ 1206818 h 2297429"/>
                <a:gd name="connsiteX3627" fmla="*/ 1929765 w 3006089"/>
                <a:gd name="connsiteY3627" fmla="*/ 1203960 h 2297429"/>
                <a:gd name="connsiteX3628" fmla="*/ 1921669 w 3006089"/>
                <a:gd name="connsiteY3628" fmla="*/ 1198721 h 2297429"/>
                <a:gd name="connsiteX3629" fmla="*/ 1919287 w 3006089"/>
                <a:gd name="connsiteY3629" fmla="*/ 1198721 h 2297429"/>
                <a:gd name="connsiteX3630" fmla="*/ 1917859 w 3006089"/>
                <a:gd name="connsiteY3630" fmla="*/ 1199674 h 2297429"/>
                <a:gd name="connsiteX3631" fmla="*/ 1912620 w 3006089"/>
                <a:gd name="connsiteY3631" fmla="*/ 1207770 h 2297429"/>
                <a:gd name="connsiteX3632" fmla="*/ 1910239 w 3006089"/>
                <a:gd name="connsiteY3632" fmla="*/ 1210628 h 2297429"/>
                <a:gd name="connsiteX3633" fmla="*/ 1908810 w 3006089"/>
                <a:gd name="connsiteY3633" fmla="*/ 1211104 h 2297429"/>
                <a:gd name="connsiteX3634" fmla="*/ 1907858 w 3006089"/>
                <a:gd name="connsiteY3634" fmla="*/ 1210628 h 2297429"/>
                <a:gd name="connsiteX3635" fmla="*/ 1903095 w 3006089"/>
                <a:gd name="connsiteY3635" fmla="*/ 1201103 h 2297429"/>
                <a:gd name="connsiteX3636" fmla="*/ 1896904 w 3006089"/>
                <a:gd name="connsiteY3636" fmla="*/ 1197293 h 2297429"/>
                <a:gd name="connsiteX3637" fmla="*/ 1896904 w 3006089"/>
                <a:gd name="connsiteY3637" fmla="*/ 1196340 h 2297429"/>
                <a:gd name="connsiteX3638" fmla="*/ 1897380 w 3006089"/>
                <a:gd name="connsiteY3638" fmla="*/ 1195388 h 2297429"/>
                <a:gd name="connsiteX3639" fmla="*/ 1900714 w 3006089"/>
                <a:gd name="connsiteY3639" fmla="*/ 1193006 h 2297429"/>
                <a:gd name="connsiteX3640" fmla="*/ 1901666 w 3006089"/>
                <a:gd name="connsiteY3640" fmla="*/ 1191101 h 2297429"/>
                <a:gd name="connsiteX3641" fmla="*/ 1900714 w 3006089"/>
                <a:gd name="connsiteY3641" fmla="*/ 1187291 h 2297429"/>
                <a:gd name="connsiteX3642" fmla="*/ 1899285 w 3006089"/>
                <a:gd name="connsiteY3642" fmla="*/ 1184434 h 2297429"/>
                <a:gd name="connsiteX3643" fmla="*/ 1896904 w 3006089"/>
                <a:gd name="connsiteY3643" fmla="*/ 1181576 h 2297429"/>
                <a:gd name="connsiteX3644" fmla="*/ 1890236 w 3006089"/>
                <a:gd name="connsiteY3644" fmla="*/ 1178719 h 2297429"/>
                <a:gd name="connsiteX3645" fmla="*/ 1888331 w 3006089"/>
                <a:gd name="connsiteY3645" fmla="*/ 1175861 h 2297429"/>
                <a:gd name="connsiteX3646" fmla="*/ 1887855 w 3006089"/>
                <a:gd name="connsiteY3646" fmla="*/ 1172051 h 2297429"/>
                <a:gd name="connsiteX3647" fmla="*/ 1886902 w 3006089"/>
                <a:gd name="connsiteY3647" fmla="*/ 1172051 h 2297429"/>
                <a:gd name="connsiteX3648" fmla="*/ 1882140 w 3006089"/>
                <a:gd name="connsiteY3648" fmla="*/ 1173956 h 2297429"/>
                <a:gd name="connsiteX3649" fmla="*/ 1878330 w 3006089"/>
                <a:gd name="connsiteY3649" fmla="*/ 1176814 h 2297429"/>
                <a:gd name="connsiteX3650" fmla="*/ 1873091 w 3006089"/>
                <a:gd name="connsiteY3650" fmla="*/ 1183958 h 2297429"/>
                <a:gd name="connsiteX3651" fmla="*/ 1871186 w 3006089"/>
                <a:gd name="connsiteY3651" fmla="*/ 1187291 h 2297429"/>
                <a:gd name="connsiteX3652" fmla="*/ 1869281 w 3006089"/>
                <a:gd name="connsiteY3652" fmla="*/ 1193006 h 2297429"/>
                <a:gd name="connsiteX3653" fmla="*/ 1867852 w 3006089"/>
                <a:gd name="connsiteY3653" fmla="*/ 1199674 h 2297429"/>
                <a:gd name="connsiteX3654" fmla="*/ 1865471 w 3006089"/>
                <a:gd name="connsiteY3654" fmla="*/ 1222058 h 2297429"/>
                <a:gd name="connsiteX3655" fmla="*/ 1864043 w 3006089"/>
                <a:gd name="connsiteY3655" fmla="*/ 1228249 h 2297429"/>
                <a:gd name="connsiteX3656" fmla="*/ 1860233 w 3006089"/>
                <a:gd name="connsiteY3656" fmla="*/ 1241108 h 2297429"/>
                <a:gd name="connsiteX3657" fmla="*/ 1859280 w 3006089"/>
                <a:gd name="connsiteY3657" fmla="*/ 1246346 h 2297429"/>
                <a:gd name="connsiteX3658" fmla="*/ 1859280 w 3006089"/>
                <a:gd name="connsiteY3658" fmla="*/ 1249680 h 2297429"/>
                <a:gd name="connsiteX3659" fmla="*/ 1859756 w 3006089"/>
                <a:gd name="connsiteY3659" fmla="*/ 1256348 h 2297429"/>
                <a:gd name="connsiteX3660" fmla="*/ 1862614 w 3006089"/>
                <a:gd name="connsiteY3660" fmla="*/ 1263968 h 2297429"/>
                <a:gd name="connsiteX3661" fmla="*/ 1863566 w 3006089"/>
                <a:gd name="connsiteY3661" fmla="*/ 1266825 h 2297429"/>
                <a:gd name="connsiteX3662" fmla="*/ 1863566 w 3006089"/>
                <a:gd name="connsiteY3662" fmla="*/ 1269206 h 2297429"/>
                <a:gd name="connsiteX3663" fmla="*/ 1861661 w 3006089"/>
                <a:gd name="connsiteY3663" fmla="*/ 1271588 h 2297429"/>
                <a:gd name="connsiteX3664" fmla="*/ 1857851 w 3006089"/>
                <a:gd name="connsiteY3664" fmla="*/ 1273969 h 2297429"/>
                <a:gd name="connsiteX3665" fmla="*/ 1842135 w 3006089"/>
                <a:gd name="connsiteY3665" fmla="*/ 1280636 h 2297429"/>
                <a:gd name="connsiteX3666" fmla="*/ 1840706 w 3006089"/>
                <a:gd name="connsiteY3666" fmla="*/ 1282065 h 2297429"/>
                <a:gd name="connsiteX3667" fmla="*/ 1837373 w 3006089"/>
                <a:gd name="connsiteY3667" fmla="*/ 1285875 h 2297429"/>
                <a:gd name="connsiteX3668" fmla="*/ 1833086 w 3006089"/>
                <a:gd name="connsiteY3668" fmla="*/ 1292066 h 2297429"/>
                <a:gd name="connsiteX3669" fmla="*/ 1832134 w 3006089"/>
                <a:gd name="connsiteY3669" fmla="*/ 1294448 h 2297429"/>
                <a:gd name="connsiteX3670" fmla="*/ 1832134 w 3006089"/>
                <a:gd name="connsiteY3670" fmla="*/ 1296353 h 2297429"/>
                <a:gd name="connsiteX3671" fmla="*/ 1832610 w 3006089"/>
                <a:gd name="connsiteY3671" fmla="*/ 1298258 h 2297429"/>
                <a:gd name="connsiteX3672" fmla="*/ 1833562 w 3006089"/>
                <a:gd name="connsiteY3672" fmla="*/ 1298734 h 2297429"/>
                <a:gd name="connsiteX3673" fmla="*/ 1836896 w 3006089"/>
                <a:gd name="connsiteY3673" fmla="*/ 1299686 h 2297429"/>
                <a:gd name="connsiteX3674" fmla="*/ 1841659 w 3006089"/>
                <a:gd name="connsiteY3674" fmla="*/ 1299686 h 2297429"/>
                <a:gd name="connsiteX3675" fmla="*/ 1844040 w 3006089"/>
                <a:gd name="connsiteY3675" fmla="*/ 1299210 h 2297429"/>
                <a:gd name="connsiteX3676" fmla="*/ 1853089 w 3006089"/>
                <a:gd name="connsiteY3676" fmla="*/ 1294448 h 2297429"/>
                <a:gd name="connsiteX3677" fmla="*/ 1862614 w 3006089"/>
                <a:gd name="connsiteY3677" fmla="*/ 1294924 h 2297429"/>
                <a:gd name="connsiteX3678" fmla="*/ 1879283 w 3006089"/>
                <a:gd name="connsiteY3678" fmla="*/ 1292066 h 2297429"/>
                <a:gd name="connsiteX3679" fmla="*/ 1880711 w 3006089"/>
                <a:gd name="connsiteY3679" fmla="*/ 1292543 h 2297429"/>
                <a:gd name="connsiteX3680" fmla="*/ 1881664 w 3006089"/>
                <a:gd name="connsiteY3680" fmla="*/ 1293495 h 2297429"/>
                <a:gd name="connsiteX3681" fmla="*/ 1882616 w 3006089"/>
                <a:gd name="connsiteY3681" fmla="*/ 1294924 h 2297429"/>
                <a:gd name="connsiteX3682" fmla="*/ 1887855 w 3006089"/>
                <a:gd name="connsiteY3682" fmla="*/ 1315403 h 2297429"/>
                <a:gd name="connsiteX3683" fmla="*/ 1890236 w 3006089"/>
                <a:gd name="connsiteY3683" fmla="*/ 1322546 h 2297429"/>
                <a:gd name="connsiteX3684" fmla="*/ 1893570 w 3006089"/>
                <a:gd name="connsiteY3684" fmla="*/ 1323499 h 2297429"/>
                <a:gd name="connsiteX3685" fmla="*/ 1898809 w 3006089"/>
                <a:gd name="connsiteY3685" fmla="*/ 1322546 h 2297429"/>
                <a:gd name="connsiteX3686" fmla="*/ 1908334 w 3006089"/>
                <a:gd name="connsiteY3686" fmla="*/ 1319689 h 2297429"/>
                <a:gd name="connsiteX3687" fmla="*/ 1914049 w 3006089"/>
                <a:gd name="connsiteY3687" fmla="*/ 1316831 h 2297429"/>
                <a:gd name="connsiteX3688" fmla="*/ 1919764 w 3006089"/>
                <a:gd name="connsiteY3688" fmla="*/ 1313498 h 2297429"/>
                <a:gd name="connsiteX3689" fmla="*/ 1922621 w 3006089"/>
                <a:gd name="connsiteY3689" fmla="*/ 1311116 h 2297429"/>
                <a:gd name="connsiteX3690" fmla="*/ 1924050 w 3006089"/>
                <a:gd name="connsiteY3690" fmla="*/ 1309211 h 2297429"/>
                <a:gd name="connsiteX3691" fmla="*/ 1927860 w 3006089"/>
                <a:gd name="connsiteY3691" fmla="*/ 1301591 h 2297429"/>
                <a:gd name="connsiteX3692" fmla="*/ 1930718 w 3006089"/>
                <a:gd name="connsiteY3692" fmla="*/ 1298734 h 2297429"/>
                <a:gd name="connsiteX3693" fmla="*/ 1932146 w 3006089"/>
                <a:gd name="connsiteY3693" fmla="*/ 1297781 h 2297429"/>
                <a:gd name="connsiteX3694" fmla="*/ 1935956 w 3006089"/>
                <a:gd name="connsiteY3694" fmla="*/ 1297305 h 2297429"/>
                <a:gd name="connsiteX3695" fmla="*/ 1940243 w 3006089"/>
                <a:gd name="connsiteY3695" fmla="*/ 1294924 h 2297429"/>
                <a:gd name="connsiteX3696" fmla="*/ 1950244 w 3006089"/>
                <a:gd name="connsiteY3696" fmla="*/ 1286828 h 2297429"/>
                <a:gd name="connsiteX3697" fmla="*/ 1952625 w 3006089"/>
                <a:gd name="connsiteY3697" fmla="*/ 1283494 h 2297429"/>
                <a:gd name="connsiteX3698" fmla="*/ 1953577 w 3006089"/>
                <a:gd name="connsiteY3698" fmla="*/ 1281113 h 2297429"/>
                <a:gd name="connsiteX3699" fmla="*/ 1954054 w 3006089"/>
                <a:gd name="connsiteY3699" fmla="*/ 1275874 h 2297429"/>
                <a:gd name="connsiteX3700" fmla="*/ 1955006 w 3006089"/>
                <a:gd name="connsiteY3700" fmla="*/ 1273493 h 2297429"/>
                <a:gd name="connsiteX3701" fmla="*/ 1957864 w 3006089"/>
                <a:gd name="connsiteY3701" fmla="*/ 1271111 h 2297429"/>
                <a:gd name="connsiteX3702" fmla="*/ 1964531 w 3006089"/>
                <a:gd name="connsiteY3702" fmla="*/ 1268730 h 2297429"/>
                <a:gd name="connsiteX3703" fmla="*/ 1968341 w 3006089"/>
                <a:gd name="connsiteY3703" fmla="*/ 1267778 h 2297429"/>
                <a:gd name="connsiteX3704" fmla="*/ 1972627 w 3006089"/>
                <a:gd name="connsiteY3704" fmla="*/ 1267778 h 2297429"/>
                <a:gd name="connsiteX3705" fmla="*/ 1974533 w 3006089"/>
                <a:gd name="connsiteY3705" fmla="*/ 1269683 h 2297429"/>
                <a:gd name="connsiteX3706" fmla="*/ 1973580 w 3006089"/>
                <a:gd name="connsiteY3706" fmla="*/ 1273016 h 2297429"/>
                <a:gd name="connsiteX3707" fmla="*/ 1973580 w 3006089"/>
                <a:gd name="connsiteY3707" fmla="*/ 1274921 h 2297429"/>
                <a:gd name="connsiteX3708" fmla="*/ 1976914 w 3006089"/>
                <a:gd name="connsiteY3708" fmla="*/ 1276350 h 2297429"/>
                <a:gd name="connsiteX3709" fmla="*/ 1989296 w 3006089"/>
                <a:gd name="connsiteY3709" fmla="*/ 1278731 h 2297429"/>
                <a:gd name="connsiteX3710" fmla="*/ 1992630 w 3006089"/>
                <a:gd name="connsiteY3710" fmla="*/ 1280636 h 2297429"/>
                <a:gd name="connsiteX3711" fmla="*/ 1994535 w 3006089"/>
                <a:gd name="connsiteY3711" fmla="*/ 1291114 h 2297429"/>
                <a:gd name="connsiteX3712" fmla="*/ 1995487 w 3006089"/>
                <a:gd name="connsiteY3712" fmla="*/ 1292543 h 2297429"/>
                <a:gd name="connsiteX3713" fmla="*/ 2003584 w 3006089"/>
                <a:gd name="connsiteY3713" fmla="*/ 1293495 h 2297429"/>
                <a:gd name="connsiteX3714" fmla="*/ 2009775 w 3006089"/>
                <a:gd name="connsiteY3714" fmla="*/ 1294924 h 2297429"/>
                <a:gd name="connsiteX3715" fmla="*/ 2029777 w 3006089"/>
                <a:gd name="connsiteY3715" fmla="*/ 1301591 h 2297429"/>
                <a:gd name="connsiteX3716" fmla="*/ 2036445 w 3006089"/>
                <a:gd name="connsiteY3716" fmla="*/ 1304449 h 2297429"/>
                <a:gd name="connsiteX3717" fmla="*/ 2041208 w 3006089"/>
                <a:gd name="connsiteY3717" fmla="*/ 1305401 h 2297429"/>
                <a:gd name="connsiteX3718" fmla="*/ 2042160 w 3006089"/>
                <a:gd name="connsiteY3718" fmla="*/ 1305401 h 2297429"/>
                <a:gd name="connsiteX3719" fmla="*/ 2044065 w 3006089"/>
                <a:gd name="connsiteY3719" fmla="*/ 1304449 h 2297429"/>
                <a:gd name="connsiteX3720" fmla="*/ 2052161 w 3006089"/>
                <a:gd name="connsiteY3720" fmla="*/ 1298258 h 2297429"/>
                <a:gd name="connsiteX3721" fmla="*/ 2059305 w 3006089"/>
                <a:gd name="connsiteY3721" fmla="*/ 1293971 h 2297429"/>
                <a:gd name="connsiteX3722" fmla="*/ 2065496 w 3006089"/>
                <a:gd name="connsiteY3722" fmla="*/ 1290161 h 2297429"/>
                <a:gd name="connsiteX3723" fmla="*/ 2755583 w 3006089"/>
                <a:gd name="connsiteY3723" fmla="*/ 2134076 h 2297429"/>
                <a:gd name="connsiteX3724" fmla="*/ 2761298 w 3006089"/>
                <a:gd name="connsiteY3724" fmla="*/ 2131695 h 2297429"/>
                <a:gd name="connsiteX3725" fmla="*/ 2761774 w 3006089"/>
                <a:gd name="connsiteY3725" fmla="*/ 2130743 h 2297429"/>
                <a:gd name="connsiteX3726" fmla="*/ 2757964 w 3006089"/>
                <a:gd name="connsiteY3726" fmla="*/ 2128361 h 2297429"/>
                <a:gd name="connsiteX3727" fmla="*/ 2759869 w 3006089"/>
                <a:gd name="connsiteY3727" fmla="*/ 2126456 h 2297429"/>
                <a:gd name="connsiteX3728" fmla="*/ 2760821 w 3006089"/>
                <a:gd name="connsiteY3728" fmla="*/ 2124075 h 2297429"/>
                <a:gd name="connsiteX3729" fmla="*/ 2760821 w 3006089"/>
                <a:gd name="connsiteY3729" fmla="*/ 2122646 h 2297429"/>
                <a:gd name="connsiteX3730" fmla="*/ 2760345 w 3006089"/>
                <a:gd name="connsiteY3730" fmla="*/ 2121694 h 2297429"/>
                <a:gd name="connsiteX3731" fmla="*/ 2757011 w 3006089"/>
                <a:gd name="connsiteY3731" fmla="*/ 2120265 h 2297429"/>
                <a:gd name="connsiteX3732" fmla="*/ 2752725 w 3006089"/>
                <a:gd name="connsiteY3732" fmla="*/ 2119789 h 2297429"/>
                <a:gd name="connsiteX3733" fmla="*/ 2747962 w 3006089"/>
                <a:gd name="connsiteY3733" fmla="*/ 2120265 h 2297429"/>
                <a:gd name="connsiteX3734" fmla="*/ 2747486 w 3006089"/>
                <a:gd name="connsiteY3734" fmla="*/ 2116931 h 2297429"/>
                <a:gd name="connsiteX3735" fmla="*/ 2745581 w 3006089"/>
                <a:gd name="connsiteY3735" fmla="*/ 2115026 h 2297429"/>
                <a:gd name="connsiteX3736" fmla="*/ 2742724 w 3006089"/>
                <a:gd name="connsiteY3736" fmla="*/ 2115979 h 2297429"/>
                <a:gd name="connsiteX3737" fmla="*/ 2740819 w 3006089"/>
                <a:gd name="connsiteY3737" fmla="*/ 2117408 h 2297429"/>
                <a:gd name="connsiteX3738" fmla="*/ 2738437 w 3006089"/>
                <a:gd name="connsiteY3738" fmla="*/ 2119789 h 2297429"/>
                <a:gd name="connsiteX3739" fmla="*/ 2735580 w 3006089"/>
                <a:gd name="connsiteY3739" fmla="*/ 2123599 h 2297429"/>
                <a:gd name="connsiteX3740" fmla="*/ 2736056 w 3006089"/>
                <a:gd name="connsiteY3740" fmla="*/ 2125980 h 2297429"/>
                <a:gd name="connsiteX3741" fmla="*/ 2730818 w 3006089"/>
                <a:gd name="connsiteY3741" fmla="*/ 2130266 h 2297429"/>
                <a:gd name="connsiteX3742" fmla="*/ 2731770 w 3006089"/>
                <a:gd name="connsiteY3742" fmla="*/ 2131219 h 2297429"/>
                <a:gd name="connsiteX3743" fmla="*/ 2739866 w 3006089"/>
                <a:gd name="connsiteY3743" fmla="*/ 2129790 h 2297429"/>
                <a:gd name="connsiteX3744" fmla="*/ 2739390 w 3006089"/>
                <a:gd name="connsiteY3744" fmla="*/ 2130743 h 2297429"/>
                <a:gd name="connsiteX3745" fmla="*/ 2731770 w 3006089"/>
                <a:gd name="connsiteY3745" fmla="*/ 2137886 h 2297429"/>
                <a:gd name="connsiteX3746" fmla="*/ 2730341 w 3006089"/>
                <a:gd name="connsiteY3746" fmla="*/ 2138839 h 2297429"/>
                <a:gd name="connsiteX3747" fmla="*/ 2727960 w 3006089"/>
                <a:gd name="connsiteY3747" fmla="*/ 2139315 h 2297429"/>
                <a:gd name="connsiteX3748" fmla="*/ 2725579 w 3006089"/>
                <a:gd name="connsiteY3748" fmla="*/ 2138839 h 2297429"/>
                <a:gd name="connsiteX3749" fmla="*/ 2723674 w 3006089"/>
                <a:gd name="connsiteY3749" fmla="*/ 2138839 h 2297429"/>
                <a:gd name="connsiteX3750" fmla="*/ 2719387 w 3006089"/>
                <a:gd name="connsiteY3750" fmla="*/ 2140744 h 2297429"/>
                <a:gd name="connsiteX3751" fmla="*/ 2718435 w 3006089"/>
                <a:gd name="connsiteY3751" fmla="*/ 2138839 h 2297429"/>
                <a:gd name="connsiteX3752" fmla="*/ 2719864 w 3006089"/>
                <a:gd name="connsiteY3752" fmla="*/ 2136934 h 2297429"/>
                <a:gd name="connsiteX3753" fmla="*/ 2722721 w 3006089"/>
                <a:gd name="connsiteY3753" fmla="*/ 2135029 h 2297429"/>
                <a:gd name="connsiteX3754" fmla="*/ 2722721 w 3006089"/>
                <a:gd name="connsiteY3754" fmla="*/ 2134076 h 2297429"/>
                <a:gd name="connsiteX3755" fmla="*/ 2720340 w 3006089"/>
                <a:gd name="connsiteY3755" fmla="*/ 2133124 h 2297429"/>
                <a:gd name="connsiteX3756" fmla="*/ 2722245 w 3006089"/>
                <a:gd name="connsiteY3756" fmla="*/ 2131695 h 2297429"/>
                <a:gd name="connsiteX3757" fmla="*/ 2726055 w 3006089"/>
                <a:gd name="connsiteY3757" fmla="*/ 2130266 h 2297429"/>
                <a:gd name="connsiteX3758" fmla="*/ 2726055 w 3006089"/>
                <a:gd name="connsiteY3758" fmla="*/ 2128838 h 2297429"/>
                <a:gd name="connsiteX3759" fmla="*/ 2723674 w 3006089"/>
                <a:gd name="connsiteY3759" fmla="*/ 2128838 h 2297429"/>
                <a:gd name="connsiteX3760" fmla="*/ 2718911 w 3006089"/>
                <a:gd name="connsiteY3760" fmla="*/ 2130743 h 2297429"/>
                <a:gd name="connsiteX3761" fmla="*/ 2717959 w 3006089"/>
                <a:gd name="connsiteY3761" fmla="*/ 2130266 h 2297429"/>
                <a:gd name="connsiteX3762" fmla="*/ 2724626 w 3006089"/>
                <a:gd name="connsiteY3762" fmla="*/ 2125980 h 2297429"/>
                <a:gd name="connsiteX3763" fmla="*/ 2727484 w 3006089"/>
                <a:gd name="connsiteY3763" fmla="*/ 2124551 h 2297429"/>
                <a:gd name="connsiteX3764" fmla="*/ 2730341 w 3006089"/>
                <a:gd name="connsiteY3764" fmla="*/ 2123599 h 2297429"/>
                <a:gd name="connsiteX3765" fmla="*/ 2736056 w 3006089"/>
                <a:gd name="connsiteY3765" fmla="*/ 2120265 h 2297429"/>
                <a:gd name="connsiteX3766" fmla="*/ 2737485 w 3006089"/>
                <a:gd name="connsiteY3766" fmla="*/ 2118360 h 2297429"/>
                <a:gd name="connsiteX3767" fmla="*/ 2738914 w 3006089"/>
                <a:gd name="connsiteY3767" fmla="*/ 2115979 h 2297429"/>
                <a:gd name="connsiteX3768" fmla="*/ 2738437 w 3006089"/>
                <a:gd name="connsiteY3768" fmla="*/ 2114550 h 2297429"/>
                <a:gd name="connsiteX3769" fmla="*/ 2739390 w 3006089"/>
                <a:gd name="connsiteY3769" fmla="*/ 2109788 h 2297429"/>
                <a:gd name="connsiteX3770" fmla="*/ 2742724 w 3006089"/>
                <a:gd name="connsiteY3770" fmla="*/ 2101215 h 2297429"/>
                <a:gd name="connsiteX3771" fmla="*/ 2744629 w 3006089"/>
                <a:gd name="connsiteY3771" fmla="*/ 2095976 h 2297429"/>
                <a:gd name="connsiteX3772" fmla="*/ 2744629 w 3006089"/>
                <a:gd name="connsiteY3772" fmla="*/ 2094548 h 2297429"/>
                <a:gd name="connsiteX3773" fmla="*/ 2741295 w 3006089"/>
                <a:gd name="connsiteY3773" fmla="*/ 2087880 h 2297429"/>
                <a:gd name="connsiteX3774" fmla="*/ 2741295 w 3006089"/>
                <a:gd name="connsiteY3774" fmla="*/ 2085975 h 2297429"/>
                <a:gd name="connsiteX3775" fmla="*/ 2742248 w 3006089"/>
                <a:gd name="connsiteY3775" fmla="*/ 2084070 h 2297429"/>
                <a:gd name="connsiteX3776" fmla="*/ 2739390 w 3006089"/>
                <a:gd name="connsiteY3776" fmla="*/ 2083594 h 2297429"/>
                <a:gd name="connsiteX3777" fmla="*/ 2736533 w 3006089"/>
                <a:gd name="connsiteY3777" fmla="*/ 2084070 h 2297429"/>
                <a:gd name="connsiteX3778" fmla="*/ 2735104 w 3006089"/>
                <a:gd name="connsiteY3778" fmla="*/ 2085023 h 2297429"/>
                <a:gd name="connsiteX3779" fmla="*/ 2730341 w 3006089"/>
                <a:gd name="connsiteY3779" fmla="*/ 2089785 h 2297429"/>
                <a:gd name="connsiteX3780" fmla="*/ 2726531 w 3006089"/>
                <a:gd name="connsiteY3780" fmla="*/ 2092643 h 2297429"/>
                <a:gd name="connsiteX3781" fmla="*/ 2724626 w 3006089"/>
                <a:gd name="connsiteY3781" fmla="*/ 2095500 h 2297429"/>
                <a:gd name="connsiteX3782" fmla="*/ 2722721 w 3006089"/>
                <a:gd name="connsiteY3782" fmla="*/ 2098834 h 2297429"/>
                <a:gd name="connsiteX3783" fmla="*/ 2714149 w 3006089"/>
                <a:gd name="connsiteY3783" fmla="*/ 2113598 h 2297429"/>
                <a:gd name="connsiteX3784" fmla="*/ 2712244 w 3006089"/>
                <a:gd name="connsiteY3784" fmla="*/ 2115979 h 2297429"/>
                <a:gd name="connsiteX3785" fmla="*/ 2708434 w 3006089"/>
                <a:gd name="connsiteY3785" fmla="*/ 2119313 h 2297429"/>
                <a:gd name="connsiteX3786" fmla="*/ 2706053 w 3006089"/>
                <a:gd name="connsiteY3786" fmla="*/ 2124075 h 2297429"/>
                <a:gd name="connsiteX3787" fmla="*/ 2705576 w 3006089"/>
                <a:gd name="connsiteY3787" fmla="*/ 2128838 h 2297429"/>
                <a:gd name="connsiteX3788" fmla="*/ 2707005 w 3006089"/>
                <a:gd name="connsiteY3788" fmla="*/ 2138363 h 2297429"/>
                <a:gd name="connsiteX3789" fmla="*/ 2708434 w 3006089"/>
                <a:gd name="connsiteY3789" fmla="*/ 2140268 h 2297429"/>
                <a:gd name="connsiteX3790" fmla="*/ 2711291 w 3006089"/>
                <a:gd name="connsiteY3790" fmla="*/ 2143125 h 2297429"/>
                <a:gd name="connsiteX3791" fmla="*/ 2712720 w 3006089"/>
                <a:gd name="connsiteY3791" fmla="*/ 2144078 h 2297429"/>
                <a:gd name="connsiteX3792" fmla="*/ 2714149 w 3006089"/>
                <a:gd name="connsiteY3792" fmla="*/ 2144078 h 2297429"/>
                <a:gd name="connsiteX3793" fmla="*/ 2716054 w 3006089"/>
                <a:gd name="connsiteY3793" fmla="*/ 2143601 h 2297429"/>
                <a:gd name="connsiteX3794" fmla="*/ 2719387 w 3006089"/>
                <a:gd name="connsiteY3794" fmla="*/ 2143601 h 2297429"/>
                <a:gd name="connsiteX3795" fmla="*/ 2723198 w 3006089"/>
                <a:gd name="connsiteY3795" fmla="*/ 2142649 h 2297429"/>
                <a:gd name="connsiteX3796" fmla="*/ 2727008 w 3006089"/>
                <a:gd name="connsiteY3796" fmla="*/ 2142649 h 2297429"/>
                <a:gd name="connsiteX3797" fmla="*/ 2730818 w 3006089"/>
                <a:gd name="connsiteY3797" fmla="*/ 2143601 h 2297429"/>
                <a:gd name="connsiteX3798" fmla="*/ 2733675 w 3006089"/>
                <a:gd name="connsiteY3798" fmla="*/ 2143601 h 2297429"/>
                <a:gd name="connsiteX3799" fmla="*/ 2743200 w 3006089"/>
                <a:gd name="connsiteY3799" fmla="*/ 2140744 h 2297429"/>
                <a:gd name="connsiteX3800" fmla="*/ 2749391 w 3006089"/>
                <a:gd name="connsiteY3800" fmla="*/ 2136934 h 2297429"/>
                <a:gd name="connsiteX3801" fmla="*/ 2752249 w 3006089"/>
                <a:gd name="connsiteY3801" fmla="*/ 2133600 h 2297429"/>
                <a:gd name="connsiteX3802" fmla="*/ 2755583 w 3006089"/>
                <a:gd name="connsiteY3802" fmla="*/ 2134076 h 2297429"/>
                <a:gd name="connsiteX3803" fmla="*/ 1626870 w 3006089"/>
                <a:gd name="connsiteY3803" fmla="*/ 1387793 h 2297429"/>
                <a:gd name="connsiteX3804" fmla="*/ 1627346 w 3006089"/>
                <a:gd name="connsiteY3804" fmla="*/ 1389221 h 2297429"/>
                <a:gd name="connsiteX3805" fmla="*/ 1630680 w 3006089"/>
                <a:gd name="connsiteY3805" fmla="*/ 1392079 h 2297429"/>
                <a:gd name="connsiteX3806" fmla="*/ 1632109 w 3006089"/>
                <a:gd name="connsiteY3806" fmla="*/ 1392079 h 2297429"/>
                <a:gd name="connsiteX3807" fmla="*/ 1633537 w 3006089"/>
                <a:gd name="connsiteY3807" fmla="*/ 1390650 h 2297429"/>
                <a:gd name="connsiteX3808" fmla="*/ 1633537 w 3006089"/>
                <a:gd name="connsiteY3808" fmla="*/ 1389698 h 2297429"/>
                <a:gd name="connsiteX3809" fmla="*/ 1630680 w 3006089"/>
                <a:gd name="connsiteY3809" fmla="*/ 1387316 h 2297429"/>
                <a:gd name="connsiteX3810" fmla="*/ 1626870 w 3006089"/>
                <a:gd name="connsiteY3810" fmla="*/ 1387793 h 2297429"/>
                <a:gd name="connsiteX3811" fmla="*/ 3005614 w 3006089"/>
                <a:gd name="connsiteY3811" fmla="*/ 2060258 h 2297429"/>
                <a:gd name="connsiteX3812" fmla="*/ 3004661 w 3006089"/>
                <a:gd name="connsiteY3812" fmla="*/ 2057400 h 2297429"/>
                <a:gd name="connsiteX3813" fmla="*/ 3004185 w 3006089"/>
                <a:gd name="connsiteY3813" fmla="*/ 2055019 h 2297429"/>
                <a:gd name="connsiteX3814" fmla="*/ 3003233 w 3006089"/>
                <a:gd name="connsiteY3814" fmla="*/ 2054066 h 2297429"/>
                <a:gd name="connsiteX3815" fmla="*/ 3001804 w 3006089"/>
                <a:gd name="connsiteY3815" fmla="*/ 2054066 h 2297429"/>
                <a:gd name="connsiteX3816" fmla="*/ 3000851 w 3006089"/>
                <a:gd name="connsiteY3816" fmla="*/ 2055971 h 2297429"/>
                <a:gd name="connsiteX3817" fmla="*/ 2998946 w 3006089"/>
                <a:gd name="connsiteY3817" fmla="*/ 2060734 h 2297429"/>
                <a:gd name="connsiteX3818" fmla="*/ 2996565 w 3006089"/>
                <a:gd name="connsiteY3818" fmla="*/ 2063591 h 2297429"/>
                <a:gd name="connsiteX3819" fmla="*/ 2992755 w 3006089"/>
                <a:gd name="connsiteY3819" fmla="*/ 2066449 h 2297429"/>
                <a:gd name="connsiteX3820" fmla="*/ 2990374 w 3006089"/>
                <a:gd name="connsiteY3820" fmla="*/ 2067878 h 2297429"/>
                <a:gd name="connsiteX3821" fmla="*/ 2988945 w 3006089"/>
                <a:gd name="connsiteY3821" fmla="*/ 2066449 h 2297429"/>
                <a:gd name="connsiteX3822" fmla="*/ 2988469 w 3006089"/>
                <a:gd name="connsiteY3822" fmla="*/ 2065496 h 2297429"/>
                <a:gd name="connsiteX3823" fmla="*/ 2988469 w 3006089"/>
                <a:gd name="connsiteY3823" fmla="*/ 2059305 h 2297429"/>
                <a:gd name="connsiteX3824" fmla="*/ 2989421 w 3006089"/>
                <a:gd name="connsiteY3824" fmla="*/ 2055971 h 2297429"/>
                <a:gd name="connsiteX3825" fmla="*/ 2990850 w 3006089"/>
                <a:gd name="connsiteY3825" fmla="*/ 2052638 h 2297429"/>
                <a:gd name="connsiteX3826" fmla="*/ 2994660 w 3006089"/>
                <a:gd name="connsiteY3826" fmla="*/ 2045494 h 2297429"/>
                <a:gd name="connsiteX3827" fmla="*/ 2996089 w 3006089"/>
                <a:gd name="connsiteY3827" fmla="*/ 2043113 h 2297429"/>
                <a:gd name="connsiteX3828" fmla="*/ 2998946 w 3006089"/>
                <a:gd name="connsiteY3828" fmla="*/ 2040255 h 2297429"/>
                <a:gd name="connsiteX3829" fmla="*/ 2998946 w 3006089"/>
                <a:gd name="connsiteY3829" fmla="*/ 2039303 h 2297429"/>
                <a:gd name="connsiteX3830" fmla="*/ 2998470 w 3006089"/>
                <a:gd name="connsiteY3830" fmla="*/ 2038350 h 2297429"/>
                <a:gd name="connsiteX3831" fmla="*/ 2997041 w 3006089"/>
                <a:gd name="connsiteY3831" fmla="*/ 2037874 h 2297429"/>
                <a:gd name="connsiteX3832" fmla="*/ 2991326 w 3006089"/>
                <a:gd name="connsiteY3832" fmla="*/ 2041208 h 2297429"/>
                <a:gd name="connsiteX3833" fmla="*/ 2984659 w 3006089"/>
                <a:gd name="connsiteY3833" fmla="*/ 2044065 h 2297429"/>
                <a:gd name="connsiteX3834" fmla="*/ 2977039 w 3006089"/>
                <a:gd name="connsiteY3834" fmla="*/ 2055019 h 2297429"/>
                <a:gd name="connsiteX3835" fmla="*/ 2973705 w 3006089"/>
                <a:gd name="connsiteY3835" fmla="*/ 2058353 h 2297429"/>
                <a:gd name="connsiteX3836" fmla="*/ 2971324 w 3006089"/>
                <a:gd name="connsiteY3836" fmla="*/ 2058829 h 2297429"/>
                <a:gd name="connsiteX3837" fmla="*/ 2967990 w 3006089"/>
                <a:gd name="connsiteY3837" fmla="*/ 2058829 h 2297429"/>
                <a:gd name="connsiteX3838" fmla="*/ 2966561 w 3006089"/>
                <a:gd name="connsiteY3838" fmla="*/ 2057400 h 2297429"/>
                <a:gd name="connsiteX3839" fmla="*/ 2965609 w 3006089"/>
                <a:gd name="connsiteY3839" fmla="*/ 2055495 h 2297429"/>
                <a:gd name="connsiteX3840" fmla="*/ 2964656 w 3006089"/>
                <a:gd name="connsiteY3840" fmla="*/ 2053114 h 2297429"/>
                <a:gd name="connsiteX3841" fmla="*/ 2964656 w 3006089"/>
                <a:gd name="connsiteY3841" fmla="*/ 2052638 h 2297429"/>
                <a:gd name="connsiteX3842" fmla="*/ 2970371 w 3006089"/>
                <a:gd name="connsiteY3842" fmla="*/ 2047399 h 2297429"/>
                <a:gd name="connsiteX3843" fmla="*/ 2971800 w 3006089"/>
                <a:gd name="connsiteY3843" fmla="*/ 2045494 h 2297429"/>
                <a:gd name="connsiteX3844" fmla="*/ 2972276 w 3006089"/>
                <a:gd name="connsiteY3844" fmla="*/ 2043589 h 2297429"/>
                <a:gd name="connsiteX3845" fmla="*/ 2971800 w 3006089"/>
                <a:gd name="connsiteY3845" fmla="*/ 2043113 h 2297429"/>
                <a:gd name="connsiteX3846" fmla="*/ 2967037 w 3006089"/>
                <a:gd name="connsiteY3846" fmla="*/ 2043589 h 2297429"/>
                <a:gd name="connsiteX3847" fmla="*/ 2964656 w 3006089"/>
                <a:gd name="connsiteY3847" fmla="*/ 2043113 h 2297429"/>
                <a:gd name="connsiteX3848" fmla="*/ 2968466 w 3006089"/>
                <a:gd name="connsiteY3848" fmla="*/ 2042160 h 2297429"/>
                <a:gd name="connsiteX3849" fmla="*/ 2969895 w 3006089"/>
                <a:gd name="connsiteY3849" fmla="*/ 2041684 h 2297429"/>
                <a:gd name="connsiteX3850" fmla="*/ 2969895 w 3006089"/>
                <a:gd name="connsiteY3850" fmla="*/ 2041208 h 2297429"/>
                <a:gd name="connsiteX3851" fmla="*/ 2974658 w 3006089"/>
                <a:gd name="connsiteY3851" fmla="*/ 2040255 h 2297429"/>
                <a:gd name="connsiteX3852" fmla="*/ 2975610 w 3006089"/>
                <a:gd name="connsiteY3852" fmla="*/ 2039303 h 2297429"/>
                <a:gd name="connsiteX3853" fmla="*/ 2975134 w 3006089"/>
                <a:gd name="connsiteY3853" fmla="*/ 2036445 h 2297429"/>
                <a:gd name="connsiteX3854" fmla="*/ 2973229 w 3006089"/>
                <a:gd name="connsiteY3854" fmla="*/ 2035016 h 2297429"/>
                <a:gd name="connsiteX3855" fmla="*/ 2976086 w 3006089"/>
                <a:gd name="connsiteY3855" fmla="*/ 2034064 h 2297429"/>
                <a:gd name="connsiteX3856" fmla="*/ 2980373 w 3006089"/>
                <a:gd name="connsiteY3856" fmla="*/ 2031206 h 2297429"/>
                <a:gd name="connsiteX3857" fmla="*/ 2982754 w 3006089"/>
                <a:gd name="connsiteY3857" fmla="*/ 2028349 h 2297429"/>
                <a:gd name="connsiteX3858" fmla="*/ 2983706 w 3006089"/>
                <a:gd name="connsiteY3858" fmla="*/ 2027873 h 2297429"/>
                <a:gd name="connsiteX3859" fmla="*/ 2986087 w 3006089"/>
                <a:gd name="connsiteY3859" fmla="*/ 2027873 h 2297429"/>
                <a:gd name="connsiteX3860" fmla="*/ 2987516 w 3006089"/>
                <a:gd name="connsiteY3860" fmla="*/ 2027396 h 2297429"/>
                <a:gd name="connsiteX3861" fmla="*/ 2988945 w 3006089"/>
                <a:gd name="connsiteY3861" fmla="*/ 2026444 h 2297429"/>
                <a:gd name="connsiteX3862" fmla="*/ 2991326 w 3006089"/>
                <a:gd name="connsiteY3862" fmla="*/ 2023110 h 2297429"/>
                <a:gd name="connsiteX3863" fmla="*/ 2992279 w 3006089"/>
                <a:gd name="connsiteY3863" fmla="*/ 2021681 h 2297429"/>
                <a:gd name="connsiteX3864" fmla="*/ 2992755 w 3006089"/>
                <a:gd name="connsiteY3864" fmla="*/ 2019300 h 2297429"/>
                <a:gd name="connsiteX3865" fmla="*/ 2992755 w 3006089"/>
                <a:gd name="connsiteY3865" fmla="*/ 2016443 h 2297429"/>
                <a:gd name="connsiteX3866" fmla="*/ 2992279 w 3006089"/>
                <a:gd name="connsiteY3866" fmla="*/ 2015490 h 2297429"/>
                <a:gd name="connsiteX3867" fmla="*/ 2991803 w 3006089"/>
                <a:gd name="connsiteY3867" fmla="*/ 2015490 h 2297429"/>
                <a:gd name="connsiteX3868" fmla="*/ 2989421 w 3006089"/>
                <a:gd name="connsiteY3868" fmla="*/ 2016443 h 2297429"/>
                <a:gd name="connsiteX3869" fmla="*/ 2986087 w 3006089"/>
                <a:gd name="connsiteY3869" fmla="*/ 2018824 h 2297429"/>
                <a:gd name="connsiteX3870" fmla="*/ 2984183 w 3006089"/>
                <a:gd name="connsiteY3870" fmla="*/ 2019300 h 2297429"/>
                <a:gd name="connsiteX3871" fmla="*/ 2981325 w 3006089"/>
                <a:gd name="connsiteY3871" fmla="*/ 2018824 h 2297429"/>
                <a:gd name="connsiteX3872" fmla="*/ 2979420 w 3006089"/>
                <a:gd name="connsiteY3872" fmla="*/ 2019300 h 2297429"/>
                <a:gd name="connsiteX3873" fmla="*/ 2974658 w 3006089"/>
                <a:gd name="connsiteY3873" fmla="*/ 2022634 h 2297429"/>
                <a:gd name="connsiteX3874" fmla="*/ 2971324 w 3006089"/>
                <a:gd name="connsiteY3874" fmla="*/ 2021205 h 2297429"/>
                <a:gd name="connsiteX3875" fmla="*/ 2967990 w 3006089"/>
                <a:gd name="connsiteY3875" fmla="*/ 2021681 h 2297429"/>
                <a:gd name="connsiteX3876" fmla="*/ 2966085 w 3006089"/>
                <a:gd name="connsiteY3876" fmla="*/ 2023586 h 2297429"/>
                <a:gd name="connsiteX3877" fmla="*/ 2964180 w 3006089"/>
                <a:gd name="connsiteY3877" fmla="*/ 2023586 h 2297429"/>
                <a:gd name="connsiteX3878" fmla="*/ 2961323 w 3006089"/>
                <a:gd name="connsiteY3878" fmla="*/ 2024063 h 2297429"/>
                <a:gd name="connsiteX3879" fmla="*/ 2955608 w 3006089"/>
                <a:gd name="connsiteY3879" fmla="*/ 2025968 h 2297429"/>
                <a:gd name="connsiteX3880" fmla="*/ 2955131 w 3006089"/>
                <a:gd name="connsiteY3880" fmla="*/ 2025968 h 2297429"/>
                <a:gd name="connsiteX3881" fmla="*/ 2956560 w 3006089"/>
                <a:gd name="connsiteY3881" fmla="*/ 2025015 h 2297429"/>
                <a:gd name="connsiteX3882" fmla="*/ 2962751 w 3006089"/>
                <a:gd name="connsiteY3882" fmla="*/ 2022158 h 2297429"/>
                <a:gd name="connsiteX3883" fmla="*/ 2965609 w 3006089"/>
                <a:gd name="connsiteY3883" fmla="*/ 2020253 h 2297429"/>
                <a:gd name="connsiteX3884" fmla="*/ 2966085 w 3006089"/>
                <a:gd name="connsiteY3884" fmla="*/ 2017871 h 2297429"/>
                <a:gd name="connsiteX3885" fmla="*/ 2968466 w 3006089"/>
                <a:gd name="connsiteY3885" fmla="*/ 2014538 h 2297429"/>
                <a:gd name="connsiteX3886" fmla="*/ 2968943 w 3006089"/>
                <a:gd name="connsiteY3886" fmla="*/ 2013585 h 2297429"/>
                <a:gd name="connsiteX3887" fmla="*/ 2966085 w 3006089"/>
                <a:gd name="connsiteY3887" fmla="*/ 2013109 h 2297429"/>
                <a:gd name="connsiteX3888" fmla="*/ 2962751 w 3006089"/>
                <a:gd name="connsiteY3888" fmla="*/ 2013585 h 2297429"/>
                <a:gd name="connsiteX3889" fmla="*/ 2959894 w 3006089"/>
                <a:gd name="connsiteY3889" fmla="*/ 2012633 h 2297429"/>
                <a:gd name="connsiteX3890" fmla="*/ 2959894 w 3006089"/>
                <a:gd name="connsiteY3890" fmla="*/ 2011680 h 2297429"/>
                <a:gd name="connsiteX3891" fmla="*/ 2960370 w 3006089"/>
                <a:gd name="connsiteY3891" fmla="*/ 2011204 h 2297429"/>
                <a:gd name="connsiteX3892" fmla="*/ 2962751 w 3006089"/>
                <a:gd name="connsiteY3892" fmla="*/ 2009775 h 2297429"/>
                <a:gd name="connsiteX3893" fmla="*/ 2964180 w 3006089"/>
                <a:gd name="connsiteY3893" fmla="*/ 2008346 h 2297429"/>
                <a:gd name="connsiteX3894" fmla="*/ 2964180 w 3006089"/>
                <a:gd name="connsiteY3894" fmla="*/ 2007870 h 2297429"/>
                <a:gd name="connsiteX3895" fmla="*/ 2960846 w 3006089"/>
                <a:gd name="connsiteY3895" fmla="*/ 2007870 h 2297429"/>
                <a:gd name="connsiteX3896" fmla="*/ 2955608 w 3006089"/>
                <a:gd name="connsiteY3896" fmla="*/ 2008823 h 2297429"/>
                <a:gd name="connsiteX3897" fmla="*/ 2953703 w 3006089"/>
                <a:gd name="connsiteY3897" fmla="*/ 2008823 h 2297429"/>
                <a:gd name="connsiteX3898" fmla="*/ 2962275 w 3006089"/>
                <a:gd name="connsiteY3898" fmla="*/ 2004536 h 2297429"/>
                <a:gd name="connsiteX3899" fmla="*/ 2964180 w 3006089"/>
                <a:gd name="connsiteY3899" fmla="*/ 2003108 h 2297429"/>
                <a:gd name="connsiteX3900" fmla="*/ 2964656 w 3006089"/>
                <a:gd name="connsiteY3900" fmla="*/ 2002155 h 2297429"/>
                <a:gd name="connsiteX3901" fmla="*/ 2965133 w 3006089"/>
                <a:gd name="connsiteY3901" fmla="*/ 2000250 h 2297429"/>
                <a:gd name="connsiteX3902" fmla="*/ 2967037 w 3006089"/>
                <a:gd name="connsiteY3902" fmla="*/ 1998345 h 2297429"/>
                <a:gd name="connsiteX3903" fmla="*/ 2969895 w 3006089"/>
                <a:gd name="connsiteY3903" fmla="*/ 1996440 h 2297429"/>
                <a:gd name="connsiteX3904" fmla="*/ 2973229 w 3006089"/>
                <a:gd name="connsiteY3904" fmla="*/ 1993583 h 2297429"/>
                <a:gd name="connsiteX3905" fmla="*/ 2973705 w 3006089"/>
                <a:gd name="connsiteY3905" fmla="*/ 1991201 h 2297429"/>
                <a:gd name="connsiteX3906" fmla="*/ 2973229 w 3006089"/>
                <a:gd name="connsiteY3906" fmla="*/ 1987868 h 2297429"/>
                <a:gd name="connsiteX3907" fmla="*/ 2971324 w 3006089"/>
                <a:gd name="connsiteY3907" fmla="*/ 1985486 h 2297429"/>
                <a:gd name="connsiteX3908" fmla="*/ 2966561 w 3006089"/>
                <a:gd name="connsiteY3908" fmla="*/ 1982629 h 2297429"/>
                <a:gd name="connsiteX3909" fmla="*/ 2962751 w 3006089"/>
                <a:gd name="connsiteY3909" fmla="*/ 1980724 h 2297429"/>
                <a:gd name="connsiteX3910" fmla="*/ 2959418 w 3006089"/>
                <a:gd name="connsiteY3910" fmla="*/ 1980248 h 2297429"/>
                <a:gd name="connsiteX3911" fmla="*/ 2948940 w 3006089"/>
                <a:gd name="connsiteY3911" fmla="*/ 1981200 h 2297429"/>
                <a:gd name="connsiteX3912" fmla="*/ 2947511 w 3006089"/>
                <a:gd name="connsiteY3912" fmla="*/ 1981200 h 2297429"/>
                <a:gd name="connsiteX3913" fmla="*/ 2946083 w 3006089"/>
                <a:gd name="connsiteY3913" fmla="*/ 1981676 h 2297429"/>
                <a:gd name="connsiteX3914" fmla="*/ 2945130 w 3006089"/>
                <a:gd name="connsiteY3914" fmla="*/ 1982629 h 2297429"/>
                <a:gd name="connsiteX3915" fmla="*/ 2945130 w 3006089"/>
                <a:gd name="connsiteY3915" fmla="*/ 1986439 h 2297429"/>
                <a:gd name="connsiteX3916" fmla="*/ 2944654 w 3006089"/>
                <a:gd name="connsiteY3916" fmla="*/ 1985963 h 2297429"/>
                <a:gd name="connsiteX3917" fmla="*/ 2944654 w 3006089"/>
                <a:gd name="connsiteY3917" fmla="*/ 1983581 h 2297429"/>
                <a:gd name="connsiteX3918" fmla="*/ 2944178 w 3006089"/>
                <a:gd name="connsiteY3918" fmla="*/ 1980724 h 2297429"/>
                <a:gd name="connsiteX3919" fmla="*/ 2944654 w 3006089"/>
                <a:gd name="connsiteY3919" fmla="*/ 1977866 h 2297429"/>
                <a:gd name="connsiteX3920" fmla="*/ 2943701 w 3006089"/>
                <a:gd name="connsiteY3920" fmla="*/ 1977866 h 2297429"/>
                <a:gd name="connsiteX3921" fmla="*/ 2941320 w 3006089"/>
                <a:gd name="connsiteY3921" fmla="*/ 1979295 h 2297429"/>
                <a:gd name="connsiteX3922" fmla="*/ 2938939 w 3006089"/>
                <a:gd name="connsiteY3922" fmla="*/ 1981200 h 2297429"/>
                <a:gd name="connsiteX3923" fmla="*/ 2936558 w 3006089"/>
                <a:gd name="connsiteY3923" fmla="*/ 1983581 h 2297429"/>
                <a:gd name="connsiteX3924" fmla="*/ 2934176 w 3006089"/>
                <a:gd name="connsiteY3924" fmla="*/ 1985010 h 2297429"/>
                <a:gd name="connsiteX3925" fmla="*/ 2932271 w 3006089"/>
                <a:gd name="connsiteY3925" fmla="*/ 1985486 h 2297429"/>
                <a:gd name="connsiteX3926" fmla="*/ 2929890 w 3006089"/>
                <a:gd name="connsiteY3926" fmla="*/ 1986915 h 2297429"/>
                <a:gd name="connsiteX3927" fmla="*/ 2927509 w 3006089"/>
                <a:gd name="connsiteY3927" fmla="*/ 1988820 h 2297429"/>
                <a:gd name="connsiteX3928" fmla="*/ 2926556 w 3006089"/>
                <a:gd name="connsiteY3928" fmla="*/ 1989296 h 2297429"/>
                <a:gd name="connsiteX3929" fmla="*/ 2926556 w 3006089"/>
                <a:gd name="connsiteY3929" fmla="*/ 1987868 h 2297429"/>
                <a:gd name="connsiteX3930" fmla="*/ 2926080 w 3006089"/>
                <a:gd name="connsiteY3930" fmla="*/ 1987391 h 2297429"/>
                <a:gd name="connsiteX3931" fmla="*/ 2924651 w 3006089"/>
                <a:gd name="connsiteY3931" fmla="*/ 1987868 h 2297429"/>
                <a:gd name="connsiteX3932" fmla="*/ 2920841 w 3006089"/>
                <a:gd name="connsiteY3932" fmla="*/ 1990249 h 2297429"/>
                <a:gd name="connsiteX3933" fmla="*/ 2918460 w 3006089"/>
                <a:gd name="connsiteY3933" fmla="*/ 1992154 h 2297429"/>
                <a:gd name="connsiteX3934" fmla="*/ 2917984 w 3006089"/>
                <a:gd name="connsiteY3934" fmla="*/ 1993106 h 2297429"/>
                <a:gd name="connsiteX3935" fmla="*/ 2917984 w 3006089"/>
                <a:gd name="connsiteY3935" fmla="*/ 1995011 h 2297429"/>
                <a:gd name="connsiteX3936" fmla="*/ 2917984 w 3006089"/>
                <a:gd name="connsiteY3936" fmla="*/ 1995964 h 2297429"/>
                <a:gd name="connsiteX3937" fmla="*/ 2915126 w 3006089"/>
                <a:gd name="connsiteY3937" fmla="*/ 1997869 h 2297429"/>
                <a:gd name="connsiteX3938" fmla="*/ 2914650 w 3006089"/>
                <a:gd name="connsiteY3938" fmla="*/ 1997869 h 2297429"/>
                <a:gd name="connsiteX3939" fmla="*/ 2915603 w 3006089"/>
                <a:gd name="connsiteY3939" fmla="*/ 1995964 h 2297429"/>
                <a:gd name="connsiteX3940" fmla="*/ 2915126 w 3006089"/>
                <a:gd name="connsiteY3940" fmla="*/ 1994059 h 2297429"/>
                <a:gd name="connsiteX3941" fmla="*/ 2917984 w 3006089"/>
                <a:gd name="connsiteY3941" fmla="*/ 1989773 h 2297429"/>
                <a:gd name="connsiteX3942" fmla="*/ 2918936 w 3006089"/>
                <a:gd name="connsiteY3942" fmla="*/ 1986915 h 2297429"/>
                <a:gd name="connsiteX3943" fmla="*/ 2919889 w 3006089"/>
                <a:gd name="connsiteY3943" fmla="*/ 1983581 h 2297429"/>
                <a:gd name="connsiteX3944" fmla="*/ 2919889 w 3006089"/>
                <a:gd name="connsiteY3944" fmla="*/ 1980248 h 2297429"/>
                <a:gd name="connsiteX3945" fmla="*/ 2918936 w 3006089"/>
                <a:gd name="connsiteY3945" fmla="*/ 1979295 h 2297429"/>
                <a:gd name="connsiteX3946" fmla="*/ 2917508 w 3006089"/>
                <a:gd name="connsiteY3946" fmla="*/ 1978819 h 2297429"/>
                <a:gd name="connsiteX3947" fmla="*/ 2917031 w 3006089"/>
                <a:gd name="connsiteY3947" fmla="*/ 1979295 h 2297429"/>
                <a:gd name="connsiteX3948" fmla="*/ 2917031 w 3006089"/>
                <a:gd name="connsiteY3948" fmla="*/ 1983581 h 2297429"/>
                <a:gd name="connsiteX3949" fmla="*/ 2916555 w 3006089"/>
                <a:gd name="connsiteY3949" fmla="*/ 1984534 h 2297429"/>
                <a:gd name="connsiteX3950" fmla="*/ 2914650 w 3006089"/>
                <a:gd name="connsiteY3950" fmla="*/ 1985486 h 2297429"/>
                <a:gd name="connsiteX3951" fmla="*/ 2914174 w 3006089"/>
                <a:gd name="connsiteY3951" fmla="*/ 1985010 h 2297429"/>
                <a:gd name="connsiteX3952" fmla="*/ 2914174 w 3006089"/>
                <a:gd name="connsiteY3952" fmla="*/ 1982629 h 2297429"/>
                <a:gd name="connsiteX3953" fmla="*/ 2913221 w 3006089"/>
                <a:gd name="connsiteY3953" fmla="*/ 1981200 h 2297429"/>
                <a:gd name="connsiteX3954" fmla="*/ 2913221 w 3006089"/>
                <a:gd name="connsiteY3954" fmla="*/ 1980248 h 2297429"/>
                <a:gd name="connsiteX3955" fmla="*/ 2909411 w 3006089"/>
                <a:gd name="connsiteY3955" fmla="*/ 1981676 h 2297429"/>
                <a:gd name="connsiteX3956" fmla="*/ 2903220 w 3006089"/>
                <a:gd name="connsiteY3956" fmla="*/ 1983105 h 2297429"/>
                <a:gd name="connsiteX3957" fmla="*/ 2898458 w 3006089"/>
                <a:gd name="connsiteY3957" fmla="*/ 1979771 h 2297429"/>
                <a:gd name="connsiteX3958" fmla="*/ 2890837 w 3006089"/>
                <a:gd name="connsiteY3958" fmla="*/ 1982153 h 2297429"/>
                <a:gd name="connsiteX3959" fmla="*/ 2889409 w 3006089"/>
                <a:gd name="connsiteY3959" fmla="*/ 1982153 h 2297429"/>
                <a:gd name="connsiteX3960" fmla="*/ 2896076 w 3006089"/>
                <a:gd name="connsiteY3960" fmla="*/ 1976438 h 2297429"/>
                <a:gd name="connsiteX3961" fmla="*/ 2896553 w 3006089"/>
                <a:gd name="connsiteY3961" fmla="*/ 1973580 h 2297429"/>
                <a:gd name="connsiteX3962" fmla="*/ 2897029 w 3006089"/>
                <a:gd name="connsiteY3962" fmla="*/ 1972628 h 2297429"/>
                <a:gd name="connsiteX3963" fmla="*/ 2896076 w 3006089"/>
                <a:gd name="connsiteY3963" fmla="*/ 1972151 h 2297429"/>
                <a:gd name="connsiteX3964" fmla="*/ 2893695 w 3006089"/>
                <a:gd name="connsiteY3964" fmla="*/ 1972151 h 2297429"/>
                <a:gd name="connsiteX3965" fmla="*/ 2891314 w 3006089"/>
                <a:gd name="connsiteY3965" fmla="*/ 1973104 h 2297429"/>
                <a:gd name="connsiteX3966" fmla="*/ 2888933 w 3006089"/>
                <a:gd name="connsiteY3966" fmla="*/ 1974533 h 2297429"/>
                <a:gd name="connsiteX3967" fmla="*/ 2888456 w 3006089"/>
                <a:gd name="connsiteY3967" fmla="*/ 1974533 h 2297429"/>
                <a:gd name="connsiteX3968" fmla="*/ 2891790 w 3006089"/>
                <a:gd name="connsiteY3968" fmla="*/ 1970723 h 2297429"/>
                <a:gd name="connsiteX3969" fmla="*/ 2902744 w 3006089"/>
                <a:gd name="connsiteY3969" fmla="*/ 1965484 h 2297429"/>
                <a:gd name="connsiteX3970" fmla="*/ 2907506 w 3006089"/>
                <a:gd name="connsiteY3970" fmla="*/ 1962626 h 2297429"/>
                <a:gd name="connsiteX3971" fmla="*/ 2909411 w 3006089"/>
                <a:gd name="connsiteY3971" fmla="*/ 1960721 h 2297429"/>
                <a:gd name="connsiteX3972" fmla="*/ 2910364 w 3006089"/>
                <a:gd name="connsiteY3972" fmla="*/ 1958816 h 2297429"/>
                <a:gd name="connsiteX3973" fmla="*/ 2909411 w 3006089"/>
                <a:gd name="connsiteY3973" fmla="*/ 1958340 h 2297429"/>
                <a:gd name="connsiteX3974" fmla="*/ 2904649 w 3006089"/>
                <a:gd name="connsiteY3974" fmla="*/ 1959769 h 2297429"/>
                <a:gd name="connsiteX3975" fmla="*/ 2901791 w 3006089"/>
                <a:gd name="connsiteY3975" fmla="*/ 1960245 h 2297429"/>
                <a:gd name="connsiteX3976" fmla="*/ 2897981 w 3006089"/>
                <a:gd name="connsiteY3976" fmla="*/ 1957864 h 2297429"/>
                <a:gd name="connsiteX3977" fmla="*/ 2896076 w 3006089"/>
                <a:gd name="connsiteY3977" fmla="*/ 1957864 h 2297429"/>
                <a:gd name="connsiteX3978" fmla="*/ 2890837 w 3006089"/>
                <a:gd name="connsiteY3978" fmla="*/ 1959293 h 2297429"/>
                <a:gd name="connsiteX3979" fmla="*/ 2887980 w 3006089"/>
                <a:gd name="connsiteY3979" fmla="*/ 1961198 h 2297429"/>
                <a:gd name="connsiteX3980" fmla="*/ 2887980 w 3006089"/>
                <a:gd name="connsiteY3980" fmla="*/ 1960245 h 2297429"/>
                <a:gd name="connsiteX3981" fmla="*/ 2889409 w 3006089"/>
                <a:gd name="connsiteY3981" fmla="*/ 1957864 h 2297429"/>
                <a:gd name="connsiteX3982" fmla="*/ 2889409 w 3006089"/>
                <a:gd name="connsiteY3982" fmla="*/ 1955959 h 2297429"/>
                <a:gd name="connsiteX3983" fmla="*/ 2888456 w 3006089"/>
                <a:gd name="connsiteY3983" fmla="*/ 1954530 h 2297429"/>
                <a:gd name="connsiteX3984" fmla="*/ 2887504 w 3006089"/>
                <a:gd name="connsiteY3984" fmla="*/ 1954054 h 2297429"/>
                <a:gd name="connsiteX3985" fmla="*/ 2885123 w 3006089"/>
                <a:gd name="connsiteY3985" fmla="*/ 1955006 h 2297429"/>
                <a:gd name="connsiteX3986" fmla="*/ 2882741 w 3006089"/>
                <a:gd name="connsiteY3986" fmla="*/ 1958340 h 2297429"/>
                <a:gd name="connsiteX3987" fmla="*/ 2880836 w 3006089"/>
                <a:gd name="connsiteY3987" fmla="*/ 1961674 h 2297429"/>
                <a:gd name="connsiteX3988" fmla="*/ 2878931 w 3006089"/>
                <a:gd name="connsiteY3988" fmla="*/ 1963103 h 2297429"/>
                <a:gd name="connsiteX3989" fmla="*/ 2876550 w 3006089"/>
                <a:gd name="connsiteY3989" fmla="*/ 1964531 h 2297429"/>
                <a:gd name="connsiteX3990" fmla="*/ 2872740 w 3006089"/>
                <a:gd name="connsiteY3990" fmla="*/ 1968341 h 2297429"/>
                <a:gd name="connsiteX3991" fmla="*/ 2867978 w 3006089"/>
                <a:gd name="connsiteY3991" fmla="*/ 1974533 h 2297429"/>
                <a:gd name="connsiteX3992" fmla="*/ 2865596 w 3006089"/>
                <a:gd name="connsiteY3992" fmla="*/ 1976438 h 2297429"/>
                <a:gd name="connsiteX3993" fmla="*/ 2866073 w 3006089"/>
                <a:gd name="connsiteY3993" fmla="*/ 1973580 h 2297429"/>
                <a:gd name="connsiteX3994" fmla="*/ 2866073 w 3006089"/>
                <a:gd name="connsiteY3994" fmla="*/ 1972151 h 2297429"/>
                <a:gd name="connsiteX3995" fmla="*/ 2865596 w 3006089"/>
                <a:gd name="connsiteY3995" fmla="*/ 1971675 h 2297429"/>
                <a:gd name="connsiteX3996" fmla="*/ 2865120 w 3006089"/>
                <a:gd name="connsiteY3996" fmla="*/ 1969770 h 2297429"/>
                <a:gd name="connsiteX3997" fmla="*/ 2865596 w 3006089"/>
                <a:gd name="connsiteY3997" fmla="*/ 1968818 h 2297429"/>
                <a:gd name="connsiteX3998" fmla="*/ 2867501 w 3006089"/>
                <a:gd name="connsiteY3998" fmla="*/ 1966913 h 2297429"/>
                <a:gd name="connsiteX3999" fmla="*/ 2868930 w 3006089"/>
                <a:gd name="connsiteY3999" fmla="*/ 1964531 h 2297429"/>
                <a:gd name="connsiteX4000" fmla="*/ 2868930 w 3006089"/>
                <a:gd name="connsiteY4000" fmla="*/ 1963579 h 2297429"/>
                <a:gd name="connsiteX4001" fmla="*/ 2868930 w 3006089"/>
                <a:gd name="connsiteY4001" fmla="*/ 1961198 h 2297429"/>
                <a:gd name="connsiteX4002" fmla="*/ 2869406 w 3006089"/>
                <a:gd name="connsiteY4002" fmla="*/ 1959293 h 2297429"/>
                <a:gd name="connsiteX4003" fmla="*/ 2870835 w 3006089"/>
                <a:gd name="connsiteY4003" fmla="*/ 1956911 h 2297429"/>
                <a:gd name="connsiteX4004" fmla="*/ 2876074 w 3006089"/>
                <a:gd name="connsiteY4004" fmla="*/ 1950244 h 2297429"/>
                <a:gd name="connsiteX4005" fmla="*/ 2877979 w 3006089"/>
                <a:gd name="connsiteY4005" fmla="*/ 1947386 h 2297429"/>
                <a:gd name="connsiteX4006" fmla="*/ 2878931 w 3006089"/>
                <a:gd name="connsiteY4006" fmla="*/ 1944053 h 2297429"/>
                <a:gd name="connsiteX4007" fmla="*/ 2878931 w 3006089"/>
                <a:gd name="connsiteY4007" fmla="*/ 1942624 h 2297429"/>
                <a:gd name="connsiteX4008" fmla="*/ 2881312 w 3006089"/>
                <a:gd name="connsiteY4008" fmla="*/ 1941195 h 2297429"/>
                <a:gd name="connsiteX4009" fmla="*/ 2887504 w 3006089"/>
                <a:gd name="connsiteY4009" fmla="*/ 1933575 h 2297429"/>
                <a:gd name="connsiteX4010" fmla="*/ 2889409 w 3006089"/>
                <a:gd name="connsiteY4010" fmla="*/ 1930718 h 2297429"/>
                <a:gd name="connsiteX4011" fmla="*/ 2889885 w 3006089"/>
                <a:gd name="connsiteY4011" fmla="*/ 1926908 h 2297429"/>
                <a:gd name="connsiteX4012" fmla="*/ 2890361 w 3006089"/>
                <a:gd name="connsiteY4012" fmla="*/ 1925955 h 2297429"/>
                <a:gd name="connsiteX4013" fmla="*/ 2891314 w 3006089"/>
                <a:gd name="connsiteY4013" fmla="*/ 1925003 h 2297429"/>
                <a:gd name="connsiteX4014" fmla="*/ 2895124 w 3006089"/>
                <a:gd name="connsiteY4014" fmla="*/ 1922621 h 2297429"/>
                <a:gd name="connsiteX4015" fmla="*/ 2897981 w 3006089"/>
                <a:gd name="connsiteY4015" fmla="*/ 1919288 h 2297429"/>
                <a:gd name="connsiteX4016" fmla="*/ 2900362 w 3006089"/>
                <a:gd name="connsiteY4016" fmla="*/ 1913573 h 2297429"/>
                <a:gd name="connsiteX4017" fmla="*/ 2900839 w 3006089"/>
                <a:gd name="connsiteY4017" fmla="*/ 1911191 h 2297429"/>
                <a:gd name="connsiteX4018" fmla="*/ 2900839 w 3006089"/>
                <a:gd name="connsiteY4018" fmla="*/ 1909286 h 2297429"/>
                <a:gd name="connsiteX4019" fmla="*/ 2900362 w 3006089"/>
                <a:gd name="connsiteY4019" fmla="*/ 1907858 h 2297429"/>
                <a:gd name="connsiteX4020" fmla="*/ 2899886 w 3006089"/>
                <a:gd name="connsiteY4020" fmla="*/ 1906905 h 2297429"/>
                <a:gd name="connsiteX4021" fmla="*/ 2898934 w 3006089"/>
                <a:gd name="connsiteY4021" fmla="*/ 1906429 h 2297429"/>
                <a:gd name="connsiteX4022" fmla="*/ 2897981 w 3006089"/>
                <a:gd name="connsiteY4022" fmla="*/ 1906429 h 2297429"/>
                <a:gd name="connsiteX4023" fmla="*/ 2895124 w 3006089"/>
                <a:gd name="connsiteY4023" fmla="*/ 1907381 h 2297429"/>
                <a:gd name="connsiteX4024" fmla="*/ 2893695 w 3006089"/>
                <a:gd name="connsiteY4024" fmla="*/ 1906905 h 2297429"/>
                <a:gd name="connsiteX4025" fmla="*/ 2892743 w 3006089"/>
                <a:gd name="connsiteY4025" fmla="*/ 1905476 h 2297429"/>
                <a:gd name="connsiteX4026" fmla="*/ 2892266 w 3006089"/>
                <a:gd name="connsiteY4026" fmla="*/ 1904048 h 2297429"/>
                <a:gd name="connsiteX4027" fmla="*/ 2892743 w 3006089"/>
                <a:gd name="connsiteY4027" fmla="*/ 1901190 h 2297429"/>
                <a:gd name="connsiteX4028" fmla="*/ 2895600 w 3006089"/>
                <a:gd name="connsiteY4028" fmla="*/ 1900714 h 2297429"/>
                <a:gd name="connsiteX4029" fmla="*/ 2902744 w 3006089"/>
                <a:gd name="connsiteY4029" fmla="*/ 1900238 h 2297429"/>
                <a:gd name="connsiteX4030" fmla="*/ 2906078 w 3006089"/>
                <a:gd name="connsiteY4030" fmla="*/ 1899761 h 2297429"/>
                <a:gd name="connsiteX4031" fmla="*/ 2907506 w 3006089"/>
                <a:gd name="connsiteY4031" fmla="*/ 1899285 h 2297429"/>
                <a:gd name="connsiteX4032" fmla="*/ 2909411 w 3006089"/>
                <a:gd name="connsiteY4032" fmla="*/ 1896904 h 2297429"/>
                <a:gd name="connsiteX4033" fmla="*/ 2911793 w 3006089"/>
                <a:gd name="connsiteY4033" fmla="*/ 1892618 h 2297429"/>
                <a:gd name="connsiteX4034" fmla="*/ 2911793 w 3006089"/>
                <a:gd name="connsiteY4034" fmla="*/ 1891665 h 2297429"/>
                <a:gd name="connsiteX4035" fmla="*/ 2910364 w 3006089"/>
                <a:gd name="connsiteY4035" fmla="*/ 1890236 h 2297429"/>
                <a:gd name="connsiteX4036" fmla="*/ 2909411 w 3006089"/>
                <a:gd name="connsiteY4036" fmla="*/ 1889760 h 2297429"/>
                <a:gd name="connsiteX4037" fmla="*/ 2904649 w 3006089"/>
                <a:gd name="connsiteY4037" fmla="*/ 1890713 h 2297429"/>
                <a:gd name="connsiteX4038" fmla="*/ 2903696 w 3006089"/>
                <a:gd name="connsiteY4038" fmla="*/ 1891665 h 2297429"/>
                <a:gd name="connsiteX4039" fmla="*/ 2905125 w 3006089"/>
                <a:gd name="connsiteY4039" fmla="*/ 1894046 h 2297429"/>
                <a:gd name="connsiteX4040" fmla="*/ 2904173 w 3006089"/>
                <a:gd name="connsiteY4040" fmla="*/ 1895951 h 2297429"/>
                <a:gd name="connsiteX4041" fmla="*/ 2897981 w 3006089"/>
                <a:gd name="connsiteY4041" fmla="*/ 1894523 h 2297429"/>
                <a:gd name="connsiteX4042" fmla="*/ 2896553 w 3006089"/>
                <a:gd name="connsiteY4042" fmla="*/ 1892141 h 2297429"/>
                <a:gd name="connsiteX4043" fmla="*/ 2892266 w 3006089"/>
                <a:gd name="connsiteY4043" fmla="*/ 1892141 h 2297429"/>
                <a:gd name="connsiteX4044" fmla="*/ 2886075 w 3006089"/>
                <a:gd name="connsiteY4044" fmla="*/ 1895951 h 2297429"/>
                <a:gd name="connsiteX4045" fmla="*/ 2875598 w 3006089"/>
                <a:gd name="connsiteY4045" fmla="*/ 1899761 h 2297429"/>
                <a:gd name="connsiteX4046" fmla="*/ 2872264 w 3006089"/>
                <a:gd name="connsiteY4046" fmla="*/ 1901190 h 2297429"/>
                <a:gd name="connsiteX4047" fmla="*/ 2869883 w 3006089"/>
                <a:gd name="connsiteY4047" fmla="*/ 1902619 h 2297429"/>
                <a:gd name="connsiteX4048" fmla="*/ 2867501 w 3006089"/>
                <a:gd name="connsiteY4048" fmla="*/ 1905000 h 2297429"/>
                <a:gd name="connsiteX4049" fmla="*/ 2865596 w 3006089"/>
                <a:gd name="connsiteY4049" fmla="*/ 1910715 h 2297429"/>
                <a:gd name="connsiteX4050" fmla="*/ 2865120 w 3006089"/>
                <a:gd name="connsiteY4050" fmla="*/ 1911668 h 2297429"/>
                <a:gd name="connsiteX4051" fmla="*/ 2859881 w 3006089"/>
                <a:gd name="connsiteY4051" fmla="*/ 1915954 h 2297429"/>
                <a:gd name="connsiteX4052" fmla="*/ 2857976 w 3006089"/>
                <a:gd name="connsiteY4052" fmla="*/ 1916906 h 2297429"/>
                <a:gd name="connsiteX4053" fmla="*/ 2857976 w 3006089"/>
                <a:gd name="connsiteY4053" fmla="*/ 1917383 h 2297429"/>
                <a:gd name="connsiteX4054" fmla="*/ 2858929 w 3006089"/>
                <a:gd name="connsiteY4054" fmla="*/ 1918811 h 2297429"/>
                <a:gd name="connsiteX4055" fmla="*/ 2859405 w 3006089"/>
                <a:gd name="connsiteY4055" fmla="*/ 1920240 h 2297429"/>
                <a:gd name="connsiteX4056" fmla="*/ 2857976 w 3006089"/>
                <a:gd name="connsiteY4056" fmla="*/ 1924050 h 2297429"/>
                <a:gd name="connsiteX4057" fmla="*/ 2855119 w 3006089"/>
                <a:gd name="connsiteY4057" fmla="*/ 1927384 h 2297429"/>
                <a:gd name="connsiteX4058" fmla="*/ 2851309 w 3006089"/>
                <a:gd name="connsiteY4058" fmla="*/ 1929289 h 2297429"/>
                <a:gd name="connsiteX4059" fmla="*/ 2850356 w 3006089"/>
                <a:gd name="connsiteY4059" fmla="*/ 1930241 h 2297429"/>
                <a:gd name="connsiteX4060" fmla="*/ 2849404 w 3006089"/>
                <a:gd name="connsiteY4060" fmla="*/ 1931194 h 2297429"/>
                <a:gd name="connsiteX4061" fmla="*/ 2849404 w 3006089"/>
                <a:gd name="connsiteY4061" fmla="*/ 1932146 h 2297429"/>
                <a:gd name="connsiteX4062" fmla="*/ 2850356 w 3006089"/>
                <a:gd name="connsiteY4062" fmla="*/ 1933099 h 2297429"/>
                <a:gd name="connsiteX4063" fmla="*/ 2853214 w 3006089"/>
                <a:gd name="connsiteY4063" fmla="*/ 1934528 h 2297429"/>
                <a:gd name="connsiteX4064" fmla="*/ 2851309 w 3006089"/>
                <a:gd name="connsiteY4064" fmla="*/ 1935004 h 2297429"/>
                <a:gd name="connsiteX4065" fmla="*/ 2847975 w 3006089"/>
                <a:gd name="connsiteY4065" fmla="*/ 1935004 h 2297429"/>
                <a:gd name="connsiteX4066" fmla="*/ 2847023 w 3006089"/>
                <a:gd name="connsiteY4066" fmla="*/ 1935956 h 2297429"/>
                <a:gd name="connsiteX4067" fmla="*/ 2844641 w 3006089"/>
                <a:gd name="connsiteY4067" fmla="*/ 1939290 h 2297429"/>
                <a:gd name="connsiteX4068" fmla="*/ 2843689 w 3006089"/>
                <a:gd name="connsiteY4068" fmla="*/ 1941195 h 2297429"/>
                <a:gd name="connsiteX4069" fmla="*/ 2838926 w 3006089"/>
                <a:gd name="connsiteY4069" fmla="*/ 1953101 h 2297429"/>
                <a:gd name="connsiteX4070" fmla="*/ 2835593 w 3006089"/>
                <a:gd name="connsiteY4070" fmla="*/ 1960721 h 2297429"/>
                <a:gd name="connsiteX4071" fmla="*/ 2828449 w 3006089"/>
                <a:gd name="connsiteY4071" fmla="*/ 1975009 h 2297429"/>
                <a:gd name="connsiteX4072" fmla="*/ 2828449 w 3006089"/>
                <a:gd name="connsiteY4072" fmla="*/ 1976438 h 2297429"/>
                <a:gd name="connsiteX4073" fmla="*/ 2829401 w 3006089"/>
                <a:gd name="connsiteY4073" fmla="*/ 1979295 h 2297429"/>
                <a:gd name="connsiteX4074" fmla="*/ 2832735 w 3006089"/>
                <a:gd name="connsiteY4074" fmla="*/ 1983105 h 2297429"/>
                <a:gd name="connsiteX4075" fmla="*/ 2833211 w 3006089"/>
                <a:gd name="connsiteY4075" fmla="*/ 1984058 h 2297429"/>
                <a:gd name="connsiteX4076" fmla="*/ 2830830 w 3006089"/>
                <a:gd name="connsiteY4076" fmla="*/ 1984534 h 2297429"/>
                <a:gd name="connsiteX4077" fmla="*/ 2827020 w 3006089"/>
                <a:gd name="connsiteY4077" fmla="*/ 1982153 h 2297429"/>
                <a:gd name="connsiteX4078" fmla="*/ 2825115 w 3006089"/>
                <a:gd name="connsiteY4078" fmla="*/ 1981676 h 2297429"/>
                <a:gd name="connsiteX4079" fmla="*/ 2821781 w 3006089"/>
                <a:gd name="connsiteY4079" fmla="*/ 1983581 h 2297429"/>
                <a:gd name="connsiteX4080" fmla="*/ 2819400 w 3006089"/>
                <a:gd name="connsiteY4080" fmla="*/ 1986439 h 2297429"/>
                <a:gd name="connsiteX4081" fmla="*/ 2818448 w 3006089"/>
                <a:gd name="connsiteY4081" fmla="*/ 1988344 h 2297429"/>
                <a:gd name="connsiteX4082" fmla="*/ 2818448 w 3006089"/>
                <a:gd name="connsiteY4082" fmla="*/ 1991678 h 2297429"/>
                <a:gd name="connsiteX4083" fmla="*/ 2819400 w 3006089"/>
                <a:gd name="connsiteY4083" fmla="*/ 1993583 h 2297429"/>
                <a:gd name="connsiteX4084" fmla="*/ 2822734 w 3006089"/>
                <a:gd name="connsiteY4084" fmla="*/ 1995011 h 2297429"/>
                <a:gd name="connsiteX4085" fmla="*/ 2826544 w 3006089"/>
                <a:gd name="connsiteY4085" fmla="*/ 1995011 h 2297429"/>
                <a:gd name="connsiteX4086" fmla="*/ 2826068 w 3006089"/>
                <a:gd name="connsiteY4086" fmla="*/ 1995964 h 2297429"/>
                <a:gd name="connsiteX4087" fmla="*/ 2824162 w 3006089"/>
                <a:gd name="connsiteY4087" fmla="*/ 1997393 h 2297429"/>
                <a:gd name="connsiteX4088" fmla="*/ 2822258 w 3006089"/>
                <a:gd name="connsiteY4088" fmla="*/ 2001679 h 2297429"/>
                <a:gd name="connsiteX4089" fmla="*/ 2822734 w 3006089"/>
                <a:gd name="connsiteY4089" fmla="*/ 2003108 h 2297429"/>
                <a:gd name="connsiteX4090" fmla="*/ 2824162 w 3006089"/>
                <a:gd name="connsiteY4090" fmla="*/ 2004536 h 2297429"/>
                <a:gd name="connsiteX4091" fmla="*/ 2826068 w 3006089"/>
                <a:gd name="connsiteY4091" fmla="*/ 2005489 h 2297429"/>
                <a:gd name="connsiteX4092" fmla="*/ 2825591 w 3006089"/>
                <a:gd name="connsiteY4092" fmla="*/ 2005965 h 2297429"/>
                <a:gd name="connsiteX4093" fmla="*/ 2824162 w 3006089"/>
                <a:gd name="connsiteY4093" fmla="*/ 2005489 h 2297429"/>
                <a:gd name="connsiteX4094" fmla="*/ 2819400 w 3006089"/>
                <a:gd name="connsiteY4094" fmla="*/ 2002155 h 2297429"/>
                <a:gd name="connsiteX4095" fmla="*/ 2815114 w 3006089"/>
                <a:gd name="connsiteY4095" fmla="*/ 2001203 h 2297429"/>
                <a:gd name="connsiteX4096" fmla="*/ 2813685 w 3006089"/>
                <a:gd name="connsiteY4096" fmla="*/ 2000726 h 2297429"/>
                <a:gd name="connsiteX4097" fmla="*/ 2812256 w 3006089"/>
                <a:gd name="connsiteY4097" fmla="*/ 2001203 h 2297429"/>
                <a:gd name="connsiteX4098" fmla="*/ 2809399 w 3006089"/>
                <a:gd name="connsiteY4098" fmla="*/ 2004536 h 2297429"/>
                <a:gd name="connsiteX4099" fmla="*/ 2807494 w 3006089"/>
                <a:gd name="connsiteY4099" fmla="*/ 2009299 h 2297429"/>
                <a:gd name="connsiteX4100" fmla="*/ 2804160 w 3006089"/>
                <a:gd name="connsiteY4100" fmla="*/ 2015490 h 2297429"/>
                <a:gd name="connsiteX4101" fmla="*/ 2802731 w 3006089"/>
                <a:gd name="connsiteY4101" fmla="*/ 2021205 h 2297429"/>
                <a:gd name="connsiteX4102" fmla="*/ 2801779 w 3006089"/>
                <a:gd name="connsiteY4102" fmla="*/ 2022158 h 2297429"/>
                <a:gd name="connsiteX4103" fmla="*/ 2797493 w 3006089"/>
                <a:gd name="connsiteY4103" fmla="*/ 2021681 h 2297429"/>
                <a:gd name="connsiteX4104" fmla="*/ 2796540 w 3006089"/>
                <a:gd name="connsiteY4104" fmla="*/ 2020729 h 2297429"/>
                <a:gd name="connsiteX4105" fmla="*/ 2795587 w 3006089"/>
                <a:gd name="connsiteY4105" fmla="*/ 2019300 h 2297429"/>
                <a:gd name="connsiteX4106" fmla="*/ 2796064 w 3006089"/>
                <a:gd name="connsiteY4106" fmla="*/ 2017395 h 2297429"/>
                <a:gd name="connsiteX4107" fmla="*/ 2798445 w 3006089"/>
                <a:gd name="connsiteY4107" fmla="*/ 2015014 h 2297429"/>
                <a:gd name="connsiteX4108" fmla="*/ 2797493 w 3006089"/>
                <a:gd name="connsiteY4108" fmla="*/ 2015014 h 2297429"/>
                <a:gd name="connsiteX4109" fmla="*/ 2789873 w 3006089"/>
                <a:gd name="connsiteY4109" fmla="*/ 2020253 h 2297429"/>
                <a:gd name="connsiteX4110" fmla="*/ 2786539 w 3006089"/>
                <a:gd name="connsiteY4110" fmla="*/ 2023110 h 2297429"/>
                <a:gd name="connsiteX4111" fmla="*/ 2786539 w 3006089"/>
                <a:gd name="connsiteY4111" fmla="*/ 2024539 h 2297429"/>
                <a:gd name="connsiteX4112" fmla="*/ 2794159 w 3006089"/>
                <a:gd name="connsiteY4112" fmla="*/ 2024539 h 2297429"/>
                <a:gd name="connsiteX4113" fmla="*/ 2801779 w 3006089"/>
                <a:gd name="connsiteY4113" fmla="*/ 2023586 h 2297429"/>
                <a:gd name="connsiteX4114" fmla="*/ 2805589 w 3006089"/>
                <a:gd name="connsiteY4114" fmla="*/ 2024063 h 2297429"/>
                <a:gd name="connsiteX4115" fmla="*/ 2809399 w 3006089"/>
                <a:gd name="connsiteY4115" fmla="*/ 2025015 h 2297429"/>
                <a:gd name="connsiteX4116" fmla="*/ 2815114 w 3006089"/>
                <a:gd name="connsiteY4116" fmla="*/ 2024539 h 2297429"/>
                <a:gd name="connsiteX4117" fmla="*/ 2815114 w 3006089"/>
                <a:gd name="connsiteY4117" fmla="*/ 2025015 h 2297429"/>
                <a:gd name="connsiteX4118" fmla="*/ 2809399 w 3006089"/>
                <a:gd name="connsiteY4118" fmla="*/ 2028349 h 2297429"/>
                <a:gd name="connsiteX4119" fmla="*/ 2806065 w 3006089"/>
                <a:gd name="connsiteY4119" fmla="*/ 2029778 h 2297429"/>
                <a:gd name="connsiteX4120" fmla="*/ 2802255 w 3006089"/>
                <a:gd name="connsiteY4120" fmla="*/ 2033588 h 2297429"/>
                <a:gd name="connsiteX4121" fmla="*/ 2793683 w 3006089"/>
                <a:gd name="connsiteY4121" fmla="*/ 2040731 h 2297429"/>
                <a:gd name="connsiteX4122" fmla="*/ 2783205 w 3006089"/>
                <a:gd name="connsiteY4122" fmla="*/ 2047875 h 2297429"/>
                <a:gd name="connsiteX4123" fmla="*/ 2780824 w 3006089"/>
                <a:gd name="connsiteY4123" fmla="*/ 2050733 h 2297429"/>
                <a:gd name="connsiteX4124" fmla="*/ 2779871 w 3006089"/>
                <a:gd name="connsiteY4124" fmla="*/ 2052638 h 2297429"/>
                <a:gd name="connsiteX4125" fmla="*/ 2779871 w 3006089"/>
                <a:gd name="connsiteY4125" fmla="*/ 2053590 h 2297429"/>
                <a:gd name="connsiteX4126" fmla="*/ 2781300 w 3006089"/>
                <a:gd name="connsiteY4126" fmla="*/ 2059305 h 2297429"/>
                <a:gd name="connsiteX4127" fmla="*/ 2783205 w 3006089"/>
                <a:gd name="connsiteY4127" fmla="*/ 2063591 h 2297429"/>
                <a:gd name="connsiteX4128" fmla="*/ 2784634 w 3006089"/>
                <a:gd name="connsiteY4128" fmla="*/ 2065020 h 2297429"/>
                <a:gd name="connsiteX4129" fmla="*/ 2787968 w 3006089"/>
                <a:gd name="connsiteY4129" fmla="*/ 2066449 h 2297429"/>
                <a:gd name="connsiteX4130" fmla="*/ 2794159 w 3006089"/>
                <a:gd name="connsiteY4130" fmla="*/ 2065973 h 2297429"/>
                <a:gd name="connsiteX4131" fmla="*/ 2805112 w 3006089"/>
                <a:gd name="connsiteY4131" fmla="*/ 2064068 h 2297429"/>
                <a:gd name="connsiteX4132" fmla="*/ 2808446 w 3006089"/>
                <a:gd name="connsiteY4132" fmla="*/ 2063115 h 2297429"/>
                <a:gd name="connsiteX4133" fmla="*/ 2811304 w 3006089"/>
                <a:gd name="connsiteY4133" fmla="*/ 2061686 h 2297429"/>
                <a:gd name="connsiteX4134" fmla="*/ 2814637 w 3006089"/>
                <a:gd name="connsiteY4134" fmla="*/ 2059781 h 2297429"/>
                <a:gd name="connsiteX4135" fmla="*/ 2815114 w 3006089"/>
                <a:gd name="connsiteY4135" fmla="*/ 2060258 h 2297429"/>
                <a:gd name="connsiteX4136" fmla="*/ 2815114 w 3006089"/>
                <a:gd name="connsiteY4136" fmla="*/ 2062163 h 2297429"/>
                <a:gd name="connsiteX4137" fmla="*/ 2818448 w 3006089"/>
                <a:gd name="connsiteY4137" fmla="*/ 2062639 h 2297429"/>
                <a:gd name="connsiteX4138" fmla="*/ 2828925 w 3006089"/>
                <a:gd name="connsiteY4138" fmla="*/ 2062163 h 2297429"/>
                <a:gd name="connsiteX4139" fmla="*/ 2830354 w 3006089"/>
                <a:gd name="connsiteY4139" fmla="*/ 2062639 h 2297429"/>
                <a:gd name="connsiteX4140" fmla="*/ 2837974 w 3006089"/>
                <a:gd name="connsiteY4140" fmla="*/ 2064068 h 2297429"/>
                <a:gd name="connsiteX4141" fmla="*/ 2844165 w 3006089"/>
                <a:gd name="connsiteY4141" fmla="*/ 2063591 h 2297429"/>
                <a:gd name="connsiteX4142" fmla="*/ 2861786 w 3006089"/>
                <a:gd name="connsiteY4142" fmla="*/ 2065973 h 2297429"/>
                <a:gd name="connsiteX4143" fmla="*/ 2867978 w 3006089"/>
                <a:gd name="connsiteY4143" fmla="*/ 2066449 h 2297429"/>
                <a:gd name="connsiteX4144" fmla="*/ 2869883 w 3006089"/>
                <a:gd name="connsiteY4144" fmla="*/ 2065496 h 2297429"/>
                <a:gd name="connsiteX4145" fmla="*/ 2878931 w 3006089"/>
                <a:gd name="connsiteY4145" fmla="*/ 2064544 h 2297429"/>
                <a:gd name="connsiteX4146" fmla="*/ 2883694 w 3006089"/>
                <a:gd name="connsiteY4146" fmla="*/ 2063115 h 2297429"/>
                <a:gd name="connsiteX4147" fmla="*/ 2885599 w 3006089"/>
                <a:gd name="connsiteY4147" fmla="*/ 2063115 h 2297429"/>
                <a:gd name="connsiteX4148" fmla="*/ 2887028 w 3006089"/>
                <a:gd name="connsiteY4148" fmla="*/ 2062639 h 2297429"/>
                <a:gd name="connsiteX4149" fmla="*/ 2889409 w 3006089"/>
                <a:gd name="connsiteY4149" fmla="*/ 2058353 h 2297429"/>
                <a:gd name="connsiteX4150" fmla="*/ 2890361 w 3006089"/>
                <a:gd name="connsiteY4150" fmla="*/ 2057876 h 2297429"/>
                <a:gd name="connsiteX4151" fmla="*/ 2891314 w 3006089"/>
                <a:gd name="connsiteY4151" fmla="*/ 2058829 h 2297429"/>
                <a:gd name="connsiteX4152" fmla="*/ 2893695 w 3006089"/>
                <a:gd name="connsiteY4152" fmla="*/ 2059305 h 2297429"/>
                <a:gd name="connsiteX4153" fmla="*/ 2897029 w 3006089"/>
                <a:gd name="connsiteY4153" fmla="*/ 2057876 h 2297429"/>
                <a:gd name="connsiteX4154" fmla="*/ 2898934 w 3006089"/>
                <a:gd name="connsiteY4154" fmla="*/ 2056924 h 2297429"/>
                <a:gd name="connsiteX4155" fmla="*/ 2899410 w 3006089"/>
                <a:gd name="connsiteY4155" fmla="*/ 2058353 h 2297429"/>
                <a:gd name="connsiteX4156" fmla="*/ 2898458 w 3006089"/>
                <a:gd name="connsiteY4156" fmla="*/ 2066925 h 2297429"/>
                <a:gd name="connsiteX4157" fmla="*/ 2891314 w 3006089"/>
                <a:gd name="connsiteY4157" fmla="*/ 2069783 h 2297429"/>
                <a:gd name="connsiteX4158" fmla="*/ 2889885 w 3006089"/>
                <a:gd name="connsiteY4158" fmla="*/ 2070735 h 2297429"/>
                <a:gd name="connsiteX4159" fmla="*/ 2891314 w 3006089"/>
                <a:gd name="connsiteY4159" fmla="*/ 2070735 h 2297429"/>
                <a:gd name="connsiteX4160" fmla="*/ 2898934 w 3006089"/>
                <a:gd name="connsiteY4160" fmla="*/ 2069306 h 2297429"/>
                <a:gd name="connsiteX4161" fmla="*/ 2900839 w 3006089"/>
                <a:gd name="connsiteY4161" fmla="*/ 2069783 h 2297429"/>
                <a:gd name="connsiteX4162" fmla="*/ 2902268 w 3006089"/>
                <a:gd name="connsiteY4162" fmla="*/ 2070735 h 2297429"/>
                <a:gd name="connsiteX4163" fmla="*/ 2908935 w 3006089"/>
                <a:gd name="connsiteY4163" fmla="*/ 2072164 h 2297429"/>
                <a:gd name="connsiteX4164" fmla="*/ 2911793 w 3006089"/>
                <a:gd name="connsiteY4164" fmla="*/ 2071688 h 2297429"/>
                <a:gd name="connsiteX4165" fmla="*/ 2913221 w 3006089"/>
                <a:gd name="connsiteY4165" fmla="*/ 2071211 h 2297429"/>
                <a:gd name="connsiteX4166" fmla="*/ 2914174 w 3006089"/>
                <a:gd name="connsiteY4166" fmla="*/ 2070735 h 2297429"/>
                <a:gd name="connsiteX4167" fmla="*/ 2915126 w 3006089"/>
                <a:gd name="connsiteY4167" fmla="*/ 2068830 h 2297429"/>
                <a:gd name="connsiteX4168" fmla="*/ 2916079 w 3006089"/>
                <a:gd name="connsiteY4168" fmla="*/ 2065020 h 2297429"/>
                <a:gd name="connsiteX4169" fmla="*/ 2917031 w 3006089"/>
                <a:gd name="connsiteY4169" fmla="*/ 2064068 h 2297429"/>
                <a:gd name="connsiteX4170" fmla="*/ 2922746 w 3006089"/>
                <a:gd name="connsiteY4170" fmla="*/ 2064544 h 2297429"/>
                <a:gd name="connsiteX4171" fmla="*/ 2927033 w 3006089"/>
                <a:gd name="connsiteY4171" fmla="*/ 2064068 h 2297429"/>
                <a:gd name="connsiteX4172" fmla="*/ 2928461 w 3006089"/>
                <a:gd name="connsiteY4172" fmla="*/ 2065020 h 2297429"/>
                <a:gd name="connsiteX4173" fmla="*/ 2931319 w 3006089"/>
                <a:gd name="connsiteY4173" fmla="*/ 2065496 h 2297429"/>
                <a:gd name="connsiteX4174" fmla="*/ 2933224 w 3006089"/>
                <a:gd name="connsiteY4174" fmla="*/ 2065020 h 2297429"/>
                <a:gd name="connsiteX4175" fmla="*/ 2937034 w 3006089"/>
                <a:gd name="connsiteY4175" fmla="*/ 2063591 h 2297429"/>
                <a:gd name="connsiteX4176" fmla="*/ 2936558 w 3006089"/>
                <a:gd name="connsiteY4176" fmla="*/ 2064544 h 2297429"/>
                <a:gd name="connsiteX4177" fmla="*/ 2930843 w 3006089"/>
                <a:gd name="connsiteY4177" fmla="*/ 2062639 h 2297429"/>
                <a:gd name="connsiteX4178" fmla="*/ 2927033 w 3006089"/>
                <a:gd name="connsiteY4178" fmla="*/ 2065020 h 2297429"/>
                <a:gd name="connsiteX4179" fmla="*/ 2919889 w 3006089"/>
                <a:gd name="connsiteY4179" fmla="*/ 2067878 h 2297429"/>
                <a:gd name="connsiteX4180" fmla="*/ 2914174 w 3006089"/>
                <a:gd name="connsiteY4180" fmla="*/ 2075974 h 2297429"/>
                <a:gd name="connsiteX4181" fmla="*/ 2912745 w 3006089"/>
                <a:gd name="connsiteY4181" fmla="*/ 2077403 h 2297429"/>
                <a:gd name="connsiteX4182" fmla="*/ 2909887 w 3006089"/>
                <a:gd name="connsiteY4182" fmla="*/ 2079784 h 2297429"/>
                <a:gd name="connsiteX4183" fmla="*/ 2906078 w 3006089"/>
                <a:gd name="connsiteY4183" fmla="*/ 2081689 h 2297429"/>
                <a:gd name="connsiteX4184" fmla="*/ 2900362 w 3006089"/>
                <a:gd name="connsiteY4184" fmla="*/ 2082641 h 2297429"/>
                <a:gd name="connsiteX4185" fmla="*/ 2897981 w 3006089"/>
                <a:gd name="connsiteY4185" fmla="*/ 2083594 h 2297429"/>
                <a:gd name="connsiteX4186" fmla="*/ 2895124 w 3006089"/>
                <a:gd name="connsiteY4186" fmla="*/ 2085975 h 2297429"/>
                <a:gd name="connsiteX4187" fmla="*/ 2893695 w 3006089"/>
                <a:gd name="connsiteY4187" fmla="*/ 2087880 h 2297429"/>
                <a:gd name="connsiteX4188" fmla="*/ 2893695 w 3006089"/>
                <a:gd name="connsiteY4188" fmla="*/ 2088356 h 2297429"/>
                <a:gd name="connsiteX4189" fmla="*/ 2894171 w 3006089"/>
                <a:gd name="connsiteY4189" fmla="*/ 2089785 h 2297429"/>
                <a:gd name="connsiteX4190" fmla="*/ 2896553 w 3006089"/>
                <a:gd name="connsiteY4190" fmla="*/ 2091690 h 2297429"/>
                <a:gd name="connsiteX4191" fmla="*/ 2897981 w 3006089"/>
                <a:gd name="connsiteY4191" fmla="*/ 2092166 h 2297429"/>
                <a:gd name="connsiteX4192" fmla="*/ 2899886 w 3006089"/>
                <a:gd name="connsiteY4192" fmla="*/ 2092643 h 2297429"/>
                <a:gd name="connsiteX4193" fmla="*/ 2904649 w 3006089"/>
                <a:gd name="connsiteY4193" fmla="*/ 2092166 h 2297429"/>
                <a:gd name="connsiteX4194" fmla="*/ 2908935 w 3006089"/>
                <a:gd name="connsiteY4194" fmla="*/ 2090738 h 2297429"/>
                <a:gd name="connsiteX4195" fmla="*/ 2910840 w 3006089"/>
                <a:gd name="connsiteY4195" fmla="*/ 2090738 h 2297429"/>
                <a:gd name="connsiteX4196" fmla="*/ 2913698 w 3006089"/>
                <a:gd name="connsiteY4196" fmla="*/ 2091690 h 2297429"/>
                <a:gd name="connsiteX4197" fmla="*/ 2916555 w 3006089"/>
                <a:gd name="connsiteY4197" fmla="*/ 2091214 h 2297429"/>
                <a:gd name="connsiteX4198" fmla="*/ 2918460 w 3006089"/>
                <a:gd name="connsiteY4198" fmla="*/ 2089785 h 2297429"/>
                <a:gd name="connsiteX4199" fmla="*/ 2922270 w 3006089"/>
                <a:gd name="connsiteY4199" fmla="*/ 2085499 h 2297429"/>
                <a:gd name="connsiteX4200" fmla="*/ 2923699 w 3006089"/>
                <a:gd name="connsiteY4200" fmla="*/ 2083118 h 2297429"/>
                <a:gd name="connsiteX4201" fmla="*/ 2924175 w 3006089"/>
                <a:gd name="connsiteY4201" fmla="*/ 2080260 h 2297429"/>
                <a:gd name="connsiteX4202" fmla="*/ 2932271 w 3006089"/>
                <a:gd name="connsiteY4202" fmla="*/ 2071211 h 2297429"/>
                <a:gd name="connsiteX4203" fmla="*/ 2934176 w 3006089"/>
                <a:gd name="connsiteY4203" fmla="*/ 2070735 h 2297429"/>
                <a:gd name="connsiteX4204" fmla="*/ 2936081 w 3006089"/>
                <a:gd name="connsiteY4204" fmla="*/ 2070735 h 2297429"/>
                <a:gd name="connsiteX4205" fmla="*/ 2939415 w 3006089"/>
                <a:gd name="connsiteY4205" fmla="*/ 2070259 h 2297429"/>
                <a:gd name="connsiteX4206" fmla="*/ 2941796 w 3006089"/>
                <a:gd name="connsiteY4206" fmla="*/ 2068354 h 2297429"/>
                <a:gd name="connsiteX4207" fmla="*/ 2945130 w 3006089"/>
                <a:gd name="connsiteY4207" fmla="*/ 2064544 h 2297429"/>
                <a:gd name="connsiteX4208" fmla="*/ 2945606 w 3006089"/>
                <a:gd name="connsiteY4208" fmla="*/ 2065020 h 2297429"/>
                <a:gd name="connsiteX4209" fmla="*/ 2942749 w 3006089"/>
                <a:gd name="connsiteY4209" fmla="*/ 2069783 h 2297429"/>
                <a:gd name="connsiteX4210" fmla="*/ 2942273 w 3006089"/>
                <a:gd name="connsiteY4210" fmla="*/ 2071688 h 2297429"/>
                <a:gd name="connsiteX4211" fmla="*/ 2944654 w 3006089"/>
                <a:gd name="connsiteY4211" fmla="*/ 2070259 h 2297429"/>
                <a:gd name="connsiteX4212" fmla="*/ 2945606 w 3006089"/>
                <a:gd name="connsiteY4212" fmla="*/ 2069306 h 2297429"/>
                <a:gd name="connsiteX4213" fmla="*/ 2946559 w 3006089"/>
                <a:gd name="connsiteY4213" fmla="*/ 2067878 h 2297429"/>
                <a:gd name="connsiteX4214" fmla="*/ 2947511 w 3006089"/>
                <a:gd name="connsiteY4214" fmla="*/ 2064068 h 2297429"/>
                <a:gd name="connsiteX4215" fmla="*/ 2953226 w 3006089"/>
                <a:gd name="connsiteY4215" fmla="*/ 2055019 h 2297429"/>
                <a:gd name="connsiteX4216" fmla="*/ 2953703 w 3006089"/>
                <a:gd name="connsiteY4216" fmla="*/ 2051685 h 2297429"/>
                <a:gd name="connsiteX4217" fmla="*/ 2954655 w 3006089"/>
                <a:gd name="connsiteY4217" fmla="*/ 2051209 h 2297429"/>
                <a:gd name="connsiteX4218" fmla="*/ 2959418 w 3006089"/>
                <a:gd name="connsiteY4218" fmla="*/ 2053590 h 2297429"/>
                <a:gd name="connsiteX4219" fmla="*/ 2961323 w 3006089"/>
                <a:gd name="connsiteY4219" fmla="*/ 2055495 h 2297429"/>
                <a:gd name="connsiteX4220" fmla="*/ 2963228 w 3006089"/>
                <a:gd name="connsiteY4220" fmla="*/ 2060258 h 2297429"/>
                <a:gd name="connsiteX4221" fmla="*/ 2964656 w 3006089"/>
                <a:gd name="connsiteY4221" fmla="*/ 2065973 h 2297429"/>
                <a:gd name="connsiteX4222" fmla="*/ 2965609 w 3006089"/>
                <a:gd name="connsiteY4222" fmla="*/ 2067878 h 2297429"/>
                <a:gd name="connsiteX4223" fmla="*/ 2966561 w 3006089"/>
                <a:gd name="connsiteY4223" fmla="*/ 2068830 h 2297429"/>
                <a:gd name="connsiteX4224" fmla="*/ 2966085 w 3006089"/>
                <a:gd name="connsiteY4224" fmla="*/ 2071211 h 2297429"/>
                <a:gd name="connsiteX4225" fmla="*/ 2962751 w 3006089"/>
                <a:gd name="connsiteY4225" fmla="*/ 2076450 h 2297429"/>
                <a:gd name="connsiteX4226" fmla="*/ 2958465 w 3006089"/>
                <a:gd name="connsiteY4226" fmla="*/ 2084070 h 2297429"/>
                <a:gd name="connsiteX4227" fmla="*/ 2956560 w 3006089"/>
                <a:gd name="connsiteY4227" fmla="*/ 2089309 h 2297429"/>
                <a:gd name="connsiteX4228" fmla="*/ 2956084 w 3006089"/>
                <a:gd name="connsiteY4228" fmla="*/ 2091214 h 2297429"/>
                <a:gd name="connsiteX4229" fmla="*/ 2956084 w 3006089"/>
                <a:gd name="connsiteY4229" fmla="*/ 2092643 h 2297429"/>
                <a:gd name="connsiteX4230" fmla="*/ 2957512 w 3006089"/>
                <a:gd name="connsiteY4230" fmla="*/ 2094548 h 2297429"/>
                <a:gd name="connsiteX4231" fmla="*/ 2958465 w 3006089"/>
                <a:gd name="connsiteY4231" fmla="*/ 2095024 h 2297429"/>
                <a:gd name="connsiteX4232" fmla="*/ 2959418 w 3006089"/>
                <a:gd name="connsiteY4232" fmla="*/ 2095024 h 2297429"/>
                <a:gd name="connsiteX4233" fmla="*/ 2961799 w 3006089"/>
                <a:gd name="connsiteY4233" fmla="*/ 2094071 h 2297429"/>
                <a:gd name="connsiteX4234" fmla="*/ 2967037 w 3006089"/>
                <a:gd name="connsiteY4234" fmla="*/ 2089785 h 2297429"/>
                <a:gd name="connsiteX4235" fmla="*/ 2969895 w 3006089"/>
                <a:gd name="connsiteY4235" fmla="*/ 2086928 h 2297429"/>
                <a:gd name="connsiteX4236" fmla="*/ 2972753 w 3006089"/>
                <a:gd name="connsiteY4236" fmla="*/ 2083594 h 2297429"/>
                <a:gd name="connsiteX4237" fmla="*/ 2974658 w 3006089"/>
                <a:gd name="connsiteY4237" fmla="*/ 2081689 h 2297429"/>
                <a:gd name="connsiteX4238" fmla="*/ 2976086 w 3006089"/>
                <a:gd name="connsiteY4238" fmla="*/ 2081213 h 2297429"/>
                <a:gd name="connsiteX4239" fmla="*/ 2976562 w 3006089"/>
                <a:gd name="connsiteY4239" fmla="*/ 2081689 h 2297429"/>
                <a:gd name="connsiteX4240" fmla="*/ 2976562 w 3006089"/>
                <a:gd name="connsiteY4240" fmla="*/ 2083118 h 2297429"/>
                <a:gd name="connsiteX4241" fmla="*/ 2973705 w 3006089"/>
                <a:gd name="connsiteY4241" fmla="*/ 2086451 h 2297429"/>
                <a:gd name="connsiteX4242" fmla="*/ 2974658 w 3006089"/>
                <a:gd name="connsiteY4242" fmla="*/ 2088833 h 2297429"/>
                <a:gd name="connsiteX4243" fmla="*/ 2974181 w 3006089"/>
                <a:gd name="connsiteY4243" fmla="*/ 2091690 h 2297429"/>
                <a:gd name="connsiteX4244" fmla="*/ 2973229 w 3006089"/>
                <a:gd name="connsiteY4244" fmla="*/ 2100739 h 2297429"/>
                <a:gd name="connsiteX4245" fmla="*/ 2974181 w 3006089"/>
                <a:gd name="connsiteY4245" fmla="*/ 2102644 h 2297429"/>
                <a:gd name="connsiteX4246" fmla="*/ 2975134 w 3006089"/>
                <a:gd name="connsiteY4246" fmla="*/ 2103120 h 2297429"/>
                <a:gd name="connsiteX4247" fmla="*/ 2976086 w 3006089"/>
                <a:gd name="connsiteY4247" fmla="*/ 2103120 h 2297429"/>
                <a:gd name="connsiteX4248" fmla="*/ 2981325 w 3006089"/>
                <a:gd name="connsiteY4248" fmla="*/ 2099786 h 2297429"/>
                <a:gd name="connsiteX4249" fmla="*/ 2983230 w 3006089"/>
                <a:gd name="connsiteY4249" fmla="*/ 2099310 h 2297429"/>
                <a:gd name="connsiteX4250" fmla="*/ 2984183 w 3006089"/>
                <a:gd name="connsiteY4250" fmla="*/ 2099310 h 2297429"/>
                <a:gd name="connsiteX4251" fmla="*/ 2985611 w 3006089"/>
                <a:gd name="connsiteY4251" fmla="*/ 2100263 h 2297429"/>
                <a:gd name="connsiteX4252" fmla="*/ 2987040 w 3006089"/>
                <a:gd name="connsiteY4252" fmla="*/ 2101691 h 2297429"/>
                <a:gd name="connsiteX4253" fmla="*/ 2988469 w 3006089"/>
                <a:gd name="connsiteY4253" fmla="*/ 2102168 h 2297429"/>
                <a:gd name="connsiteX4254" fmla="*/ 2990374 w 3006089"/>
                <a:gd name="connsiteY4254" fmla="*/ 2101691 h 2297429"/>
                <a:gd name="connsiteX4255" fmla="*/ 2991803 w 3006089"/>
                <a:gd name="connsiteY4255" fmla="*/ 2100739 h 2297429"/>
                <a:gd name="connsiteX4256" fmla="*/ 2993231 w 3006089"/>
                <a:gd name="connsiteY4256" fmla="*/ 2098834 h 2297429"/>
                <a:gd name="connsiteX4257" fmla="*/ 2995612 w 3006089"/>
                <a:gd name="connsiteY4257" fmla="*/ 2094548 h 2297429"/>
                <a:gd name="connsiteX4258" fmla="*/ 2997994 w 3006089"/>
                <a:gd name="connsiteY4258" fmla="*/ 2087880 h 2297429"/>
                <a:gd name="connsiteX4259" fmla="*/ 2998470 w 3006089"/>
                <a:gd name="connsiteY4259" fmla="*/ 2086451 h 2297429"/>
                <a:gd name="connsiteX4260" fmla="*/ 2998470 w 3006089"/>
                <a:gd name="connsiteY4260" fmla="*/ 2085023 h 2297429"/>
                <a:gd name="connsiteX4261" fmla="*/ 2997518 w 3006089"/>
                <a:gd name="connsiteY4261" fmla="*/ 2082641 h 2297429"/>
                <a:gd name="connsiteX4262" fmla="*/ 3005137 w 3006089"/>
                <a:gd name="connsiteY4262" fmla="*/ 2068830 h 2297429"/>
                <a:gd name="connsiteX4263" fmla="*/ 3005614 w 3006089"/>
                <a:gd name="connsiteY4263" fmla="*/ 2066925 h 2297429"/>
                <a:gd name="connsiteX4264" fmla="*/ 3006090 w 3006089"/>
                <a:gd name="connsiteY4264" fmla="*/ 2063591 h 2297429"/>
                <a:gd name="connsiteX4265" fmla="*/ 3005614 w 3006089"/>
                <a:gd name="connsiteY4265" fmla="*/ 2060258 h 2297429"/>
                <a:gd name="connsiteX4266" fmla="*/ 2697004 w 3006089"/>
                <a:gd name="connsiteY4266" fmla="*/ 1995964 h 2297429"/>
                <a:gd name="connsiteX4267" fmla="*/ 2698909 w 3006089"/>
                <a:gd name="connsiteY4267" fmla="*/ 1994535 h 2297429"/>
                <a:gd name="connsiteX4268" fmla="*/ 2697480 w 3006089"/>
                <a:gd name="connsiteY4268" fmla="*/ 1991678 h 2297429"/>
                <a:gd name="connsiteX4269" fmla="*/ 2694623 w 3006089"/>
                <a:gd name="connsiteY4269" fmla="*/ 1988344 h 2297429"/>
                <a:gd name="connsiteX4270" fmla="*/ 2687003 w 3006089"/>
                <a:gd name="connsiteY4270" fmla="*/ 1983581 h 2297429"/>
                <a:gd name="connsiteX4271" fmla="*/ 2684145 w 3006089"/>
                <a:gd name="connsiteY4271" fmla="*/ 1982629 h 2297429"/>
                <a:gd name="connsiteX4272" fmla="*/ 2667000 w 3006089"/>
                <a:gd name="connsiteY4272" fmla="*/ 1973104 h 2297429"/>
                <a:gd name="connsiteX4273" fmla="*/ 2659380 w 3006089"/>
                <a:gd name="connsiteY4273" fmla="*/ 1969294 h 2297429"/>
                <a:gd name="connsiteX4274" fmla="*/ 2651760 w 3006089"/>
                <a:gd name="connsiteY4274" fmla="*/ 1966436 h 2297429"/>
                <a:gd name="connsiteX4275" fmla="*/ 2644616 w 3006089"/>
                <a:gd name="connsiteY4275" fmla="*/ 1964531 h 2297429"/>
                <a:gd name="connsiteX4276" fmla="*/ 2628900 w 3006089"/>
                <a:gd name="connsiteY4276" fmla="*/ 1962150 h 2297429"/>
                <a:gd name="connsiteX4277" fmla="*/ 2616041 w 3006089"/>
                <a:gd name="connsiteY4277" fmla="*/ 1959293 h 2297429"/>
                <a:gd name="connsiteX4278" fmla="*/ 2612231 w 3006089"/>
                <a:gd name="connsiteY4278" fmla="*/ 1959293 h 2297429"/>
                <a:gd name="connsiteX4279" fmla="*/ 2607945 w 3006089"/>
                <a:gd name="connsiteY4279" fmla="*/ 1960245 h 2297429"/>
                <a:gd name="connsiteX4280" fmla="*/ 2604135 w 3006089"/>
                <a:gd name="connsiteY4280" fmla="*/ 1962150 h 2297429"/>
                <a:gd name="connsiteX4281" fmla="*/ 2605564 w 3006089"/>
                <a:gd name="connsiteY4281" fmla="*/ 1964531 h 2297429"/>
                <a:gd name="connsiteX4282" fmla="*/ 2624614 w 3006089"/>
                <a:gd name="connsiteY4282" fmla="*/ 1972151 h 2297429"/>
                <a:gd name="connsiteX4283" fmla="*/ 2628424 w 3006089"/>
                <a:gd name="connsiteY4283" fmla="*/ 1974533 h 2297429"/>
                <a:gd name="connsiteX4284" fmla="*/ 2631758 w 3006089"/>
                <a:gd name="connsiteY4284" fmla="*/ 1977390 h 2297429"/>
                <a:gd name="connsiteX4285" fmla="*/ 2633662 w 3006089"/>
                <a:gd name="connsiteY4285" fmla="*/ 1980724 h 2297429"/>
                <a:gd name="connsiteX4286" fmla="*/ 2635568 w 3006089"/>
                <a:gd name="connsiteY4286" fmla="*/ 1983581 h 2297429"/>
                <a:gd name="connsiteX4287" fmla="*/ 2653189 w 3006089"/>
                <a:gd name="connsiteY4287" fmla="*/ 1991201 h 2297429"/>
                <a:gd name="connsiteX4288" fmla="*/ 2661285 w 3006089"/>
                <a:gd name="connsiteY4288" fmla="*/ 1993583 h 2297429"/>
                <a:gd name="connsiteX4289" fmla="*/ 2669858 w 3006089"/>
                <a:gd name="connsiteY4289" fmla="*/ 1995011 h 2297429"/>
                <a:gd name="connsiteX4290" fmla="*/ 2681287 w 3006089"/>
                <a:gd name="connsiteY4290" fmla="*/ 1997869 h 2297429"/>
                <a:gd name="connsiteX4291" fmla="*/ 2695575 w 3006089"/>
                <a:gd name="connsiteY4291" fmla="*/ 1997393 h 2297429"/>
                <a:gd name="connsiteX4292" fmla="*/ 2697004 w 3006089"/>
                <a:gd name="connsiteY4292" fmla="*/ 1995964 h 2297429"/>
                <a:gd name="connsiteX4293" fmla="*/ 2265521 w 3006089"/>
                <a:gd name="connsiteY4293" fmla="*/ 2170748 h 2297429"/>
                <a:gd name="connsiteX4294" fmla="*/ 2293620 w 3006089"/>
                <a:gd name="connsiteY4294" fmla="*/ 2170748 h 2297429"/>
                <a:gd name="connsiteX4295" fmla="*/ 2307908 w 3006089"/>
                <a:gd name="connsiteY4295" fmla="*/ 2170748 h 2297429"/>
                <a:gd name="connsiteX4296" fmla="*/ 2322195 w 3006089"/>
                <a:gd name="connsiteY4296" fmla="*/ 2170748 h 2297429"/>
                <a:gd name="connsiteX4297" fmla="*/ 2336483 w 3006089"/>
                <a:gd name="connsiteY4297" fmla="*/ 2170748 h 2297429"/>
                <a:gd name="connsiteX4298" fmla="*/ 2350770 w 3006089"/>
                <a:gd name="connsiteY4298" fmla="*/ 2170748 h 2297429"/>
                <a:gd name="connsiteX4299" fmla="*/ 2365058 w 3006089"/>
                <a:gd name="connsiteY4299" fmla="*/ 2170748 h 2297429"/>
                <a:gd name="connsiteX4300" fmla="*/ 2368391 w 3006089"/>
                <a:gd name="connsiteY4300" fmla="*/ 2162651 h 2297429"/>
                <a:gd name="connsiteX4301" fmla="*/ 2371725 w 3006089"/>
                <a:gd name="connsiteY4301" fmla="*/ 2158841 h 2297429"/>
                <a:gd name="connsiteX4302" fmla="*/ 2376011 w 3006089"/>
                <a:gd name="connsiteY4302" fmla="*/ 2160270 h 2297429"/>
                <a:gd name="connsiteX4303" fmla="*/ 2378393 w 3006089"/>
                <a:gd name="connsiteY4303" fmla="*/ 2160270 h 2297429"/>
                <a:gd name="connsiteX4304" fmla="*/ 2380774 w 3006089"/>
                <a:gd name="connsiteY4304" fmla="*/ 2158365 h 2297429"/>
                <a:gd name="connsiteX4305" fmla="*/ 2382679 w 3006089"/>
                <a:gd name="connsiteY4305" fmla="*/ 2157413 h 2297429"/>
                <a:gd name="connsiteX4306" fmla="*/ 2384108 w 3006089"/>
                <a:gd name="connsiteY4306" fmla="*/ 2157413 h 2297429"/>
                <a:gd name="connsiteX4307" fmla="*/ 2385060 w 3006089"/>
                <a:gd name="connsiteY4307" fmla="*/ 2159318 h 2297429"/>
                <a:gd name="connsiteX4308" fmla="*/ 2386012 w 3006089"/>
                <a:gd name="connsiteY4308" fmla="*/ 2160270 h 2297429"/>
                <a:gd name="connsiteX4309" fmla="*/ 2386965 w 3006089"/>
                <a:gd name="connsiteY4309" fmla="*/ 2159794 h 2297429"/>
                <a:gd name="connsiteX4310" fmla="*/ 2387918 w 3006089"/>
                <a:gd name="connsiteY4310" fmla="*/ 2157889 h 2297429"/>
                <a:gd name="connsiteX4311" fmla="*/ 2387918 w 3006089"/>
                <a:gd name="connsiteY4311" fmla="*/ 2155508 h 2297429"/>
                <a:gd name="connsiteX4312" fmla="*/ 2389346 w 3006089"/>
                <a:gd name="connsiteY4312" fmla="*/ 2154079 h 2297429"/>
                <a:gd name="connsiteX4313" fmla="*/ 2390775 w 3006089"/>
                <a:gd name="connsiteY4313" fmla="*/ 2153603 h 2297429"/>
                <a:gd name="connsiteX4314" fmla="*/ 2392204 w 3006089"/>
                <a:gd name="connsiteY4314" fmla="*/ 2153603 h 2297429"/>
                <a:gd name="connsiteX4315" fmla="*/ 2393156 w 3006089"/>
                <a:gd name="connsiteY4315" fmla="*/ 2152650 h 2297429"/>
                <a:gd name="connsiteX4316" fmla="*/ 2393156 w 3006089"/>
                <a:gd name="connsiteY4316" fmla="*/ 2151698 h 2297429"/>
                <a:gd name="connsiteX4317" fmla="*/ 2392680 w 3006089"/>
                <a:gd name="connsiteY4317" fmla="*/ 2149793 h 2297429"/>
                <a:gd name="connsiteX4318" fmla="*/ 2392680 w 3006089"/>
                <a:gd name="connsiteY4318" fmla="*/ 2147411 h 2297429"/>
                <a:gd name="connsiteX4319" fmla="*/ 2396490 w 3006089"/>
                <a:gd name="connsiteY4319" fmla="*/ 2143601 h 2297429"/>
                <a:gd name="connsiteX4320" fmla="*/ 2400776 w 3006089"/>
                <a:gd name="connsiteY4320" fmla="*/ 2140744 h 2297429"/>
                <a:gd name="connsiteX4321" fmla="*/ 2402205 w 3006089"/>
                <a:gd name="connsiteY4321" fmla="*/ 2139315 h 2297429"/>
                <a:gd name="connsiteX4322" fmla="*/ 2402681 w 3006089"/>
                <a:gd name="connsiteY4322" fmla="*/ 2136458 h 2297429"/>
                <a:gd name="connsiteX4323" fmla="*/ 2405062 w 3006089"/>
                <a:gd name="connsiteY4323" fmla="*/ 2133600 h 2297429"/>
                <a:gd name="connsiteX4324" fmla="*/ 2406491 w 3006089"/>
                <a:gd name="connsiteY4324" fmla="*/ 2132171 h 2297429"/>
                <a:gd name="connsiteX4325" fmla="*/ 2406968 w 3006089"/>
                <a:gd name="connsiteY4325" fmla="*/ 2130743 h 2297429"/>
                <a:gd name="connsiteX4326" fmla="*/ 2406491 w 3006089"/>
                <a:gd name="connsiteY4326" fmla="*/ 2128838 h 2297429"/>
                <a:gd name="connsiteX4327" fmla="*/ 2406491 w 3006089"/>
                <a:gd name="connsiteY4327" fmla="*/ 2125504 h 2297429"/>
                <a:gd name="connsiteX4328" fmla="*/ 2407444 w 3006089"/>
                <a:gd name="connsiteY4328" fmla="*/ 2121694 h 2297429"/>
                <a:gd name="connsiteX4329" fmla="*/ 2408396 w 3006089"/>
                <a:gd name="connsiteY4329" fmla="*/ 2117408 h 2297429"/>
                <a:gd name="connsiteX4330" fmla="*/ 2410778 w 3006089"/>
                <a:gd name="connsiteY4330" fmla="*/ 2113598 h 2297429"/>
                <a:gd name="connsiteX4331" fmla="*/ 2414587 w 3006089"/>
                <a:gd name="connsiteY4331" fmla="*/ 2109311 h 2297429"/>
                <a:gd name="connsiteX4332" fmla="*/ 2415540 w 3006089"/>
                <a:gd name="connsiteY4332" fmla="*/ 2103596 h 2297429"/>
                <a:gd name="connsiteX4333" fmla="*/ 2416493 w 3006089"/>
                <a:gd name="connsiteY4333" fmla="*/ 2097881 h 2297429"/>
                <a:gd name="connsiteX4334" fmla="*/ 2421255 w 3006089"/>
                <a:gd name="connsiteY4334" fmla="*/ 2092166 h 2297429"/>
                <a:gd name="connsiteX4335" fmla="*/ 2426494 w 3006089"/>
                <a:gd name="connsiteY4335" fmla="*/ 2085499 h 2297429"/>
                <a:gd name="connsiteX4336" fmla="*/ 2429351 w 3006089"/>
                <a:gd name="connsiteY4336" fmla="*/ 2081689 h 2297429"/>
                <a:gd name="connsiteX4337" fmla="*/ 2434590 w 3006089"/>
                <a:gd name="connsiteY4337" fmla="*/ 2075021 h 2297429"/>
                <a:gd name="connsiteX4338" fmla="*/ 2438400 w 3006089"/>
                <a:gd name="connsiteY4338" fmla="*/ 2070259 h 2297429"/>
                <a:gd name="connsiteX4339" fmla="*/ 2440305 w 3006089"/>
                <a:gd name="connsiteY4339" fmla="*/ 2067878 h 2297429"/>
                <a:gd name="connsiteX4340" fmla="*/ 2442210 w 3006089"/>
                <a:gd name="connsiteY4340" fmla="*/ 2065496 h 2297429"/>
                <a:gd name="connsiteX4341" fmla="*/ 2445544 w 3006089"/>
                <a:gd name="connsiteY4341" fmla="*/ 2066449 h 2297429"/>
                <a:gd name="connsiteX4342" fmla="*/ 2448878 w 3006089"/>
                <a:gd name="connsiteY4342" fmla="*/ 2067401 h 2297429"/>
                <a:gd name="connsiteX4343" fmla="*/ 2448401 w 3006089"/>
                <a:gd name="connsiteY4343" fmla="*/ 2071211 h 2297429"/>
                <a:gd name="connsiteX4344" fmla="*/ 2448878 w 3006089"/>
                <a:gd name="connsiteY4344" fmla="*/ 2074069 h 2297429"/>
                <a:gd name="connsiteX4345" fmla="*/ 2450306 w 3006089"/>
                <a:gd name="connsiteY4345" fmla="*/ 2075498 h 2297429"/>
                <a:gd name="connsiteX4346" fmla="*/ 2452687 w 3006089"/>
                <a:gd name="connsiteY4346" fmla="*/ 2076450 h 2297429"/>
                <a:gd name="connsiteX4347" fmla="*/ 2454593 w 3006089"/>
                <a:gd name="connsiteY4347" fmla="*/ 2076926 h 2297429"/>
                <a:gd name="connsiteX4348" fmla="*/ 2456498 w 3006089"/>
                <a:gd name="connsiteY4348" fmla="*/ 2076926 h 2297429"/>
                <a:gd name="connsiteX4349" fmla="*/ 2461736 w 3006089"/>
                <a:gd name="connsiteY4349" fmla="*/ 2075021 h 2297429"/>
                <a:gd name="connsiteX4350" fmla="*/ 2467928 w 3006089"/>
                <a:gd name="connsiteY4350" fmla="*/ 2073593 h 2297429"/>
                <a:gd name="connsiteX4351" fmla="*/ 2471261 w 3006089"/>
                <a:gd name="connsiteY4351" fmla="*/ 2072164 h 2297429"/>
                <a:gd name="connsiteX4352" fmla="*/ 2471737 w 3006089"/>
                <a:gd name="connsiteY4352" fmla="*/ 2070735 h 2297429"/>
                <a:gd name="connsiteX4353" fmla="*/ 2473166 w 3006089"/>
                <a:gd name="connsiteY4353" fmla="*/ 2070259 h 2297429"/>
                <a:gd name="connsiteX4354" fmla="*/ 2475548 w 3006089"/>
                <a:gd name="connsiteY4354" fmla="*/ 2070735 h 2297429"/>
                <a:gd name="connsiteX4355" fmla="*/ 2480310 w 3006089"/>
                <a:gd name="connsiteY4355" fmla="*/ 2073593 h 2297429"/>
                <a:gd name="connsiteX4356" fmla="*/ 2486025 w 3006089"/>
                <a:gd name="connsiteY4356" fmla="*/ 2078355 h 2297429"/>
                <a:gd name="connsiteX4357" fmla="*/ 2490311 w 3006089"/>
                <a:gd name="connsiteY4357" fmla="*/ 2082165 h 2297429"/>
                <a:gd name="connsiteX4358" fmla="*/ 2490311 w 3006089"/>
                <a:gd name="connsiteY4358" fmla="*/ 2088356 h 2297429"/>
                <a:gd name="connsiteX4359" fmla="*/ 2490311 w 3006089"/>
                <a:gd name="connsiteY4359" fmla="*/ 2095024 h 2297429"/>
                <a:gd name="connsiteX4360" fmla="*/ 2490311 w 3006089"/>
                <a:gd name="connsiteY4360" fmla="*/ 2102168 h 2297429"/>
                <a:gd name="connsiteX4361" fmla="*/ 2490311 w 3006089"/>
                <a:gd name="connsiteY4361" fmla="*/ 2106930 h 2297429"/>
                <a:gd name="connsiteX4362" fmla="*/ 2490311 w 3006089"/>
                <a:gd name="connsiteY4362" fmla="*/ 2113598 h 2297429"/>
                <a:gd name="connsiteX4363" fmla="*/ 2490311 w 3006089"/>
                <a:gd name="connsiteY4363" fmla="*/ 2118836 h 2297429"/>
                <a:gd name="connsiteX4364" fmla="*/ 2490311 w 3006089"/>
                <a:gd name="connsiteY4364" fmla="*/ 2125980 h 2297429"/>
                <a:gd name="connsiteX4365" fmla="*/ 2490311 w 3006089"/>
                <a:gd name="connsiteY4365" fmla="*/ 2129790 h 2297429"/>
                <a:gd name="connsiteX4366" fmla="*/ 2490787 w 3006089"/>
                <a:gd name="connsiteY4366" fmla="*/ 2130743 h 2297429"/>
                <a:gd name="connsiteX4367" fmla="*/ 2490311 w 3006089"/>
                <a:gd name="connsiteY4367" fmla="*/ 2132171 h 2297429"/>
                <a:gd name="connsiteX4368" fmla="*/ 2490311 w 3006089"/>
                <a:gd name="connsiteY4368" fmla="*/ 2133124 h 2297429"/>
                <a:gd name="connsiteX4369" fmla="*/ 2490311 w 3006089"/>
                <a:gd name="connsiteY4369" fmla="*/ 2133600 h 2297429"/>
                <a:gd name="connsiteX4370" fmla="*/ 2490311 w 3006089"/>
                <a:gd name="connsiteY4370" fmla="*/ 2134553 h 2297429"/>
                <a:gd name="connsiteX4371" fmla="*/ 2490311 w 3006089"/>
                <a:gd name="connsiteY4371" fmla="*/ 2135505 h 2297429"/>
                <a:gd name="connsiteX4372" fmla="*/ 2489835 w 3006089"/>
                <a:gd name="connsiteY4372" fmla="*/ 2136458 h 2297429"/>
                <a:gd name="connsiteX4373" fmla="*/ 2489359 w 3006089"/>
                <a:gd name="connsiteY4373" fmla="*/ 2137410 h 2297429"/>
                <a:gd name="connsiteX4374" fmla="*/ 2489359 w 3006089"/>
                <a:gd name="connsiteY4374" fmla="*/ 2137886 h 2297429"/>
                <a:gd name="connsiteX4375" fmla="*/ 2489835 w 3006089"/>
                <a:gd name="connsiteY4375" fmla="*/ 2137886 h 2297429"/>
                <a:gd name="connsiteX4376" fmla="*/ 2492693 w 3006089"/>
                <a:gd name="connsiteY4376" fmla="*/ 2140744 h 2297429"/>
                <a:gd name="connsiteX4377" fmla="*/ 2496503 w 3006089"/>
                <a:gd name="connsiteY4377" fmla="*/ 2143125 h 2297429"/>
                <a:gd name="connsiteX4378" fmla="*/ 2498884 w 3006089"/>
                <a:gd name="connsiteY4378" fmla="*/ 2143125 h 2297429"/>
                <a:gd name="connsiteX4379" fmla="*/ 2500789 w 3006089"/>
                <a:gd name="connsiteY4379" fmla="*/ 2141220 h 2297429"/>
                <a:gd name="connsiteX4380" fmla="*/ 2501265 w 3006089"/>
                <a:gd name="connsiteY4380" fmla="*/ 2143125 h 2297429"/>
                <a:gd name="connsiteX4381" fmla="*/ 2501741 w 3006089"/>
                <a:gd name="connsiteY4381" fmla="*/ 2144554 h 2297429"/>
                <a:gd name="connsiteX4382" fmla="*/ 2502218 w 3006089"/>
                <a:gd name="connsiteY4382" fmla="*/ 2144554 h 2297429"/>
                <a:gd name="connsiteX4383" fmla="*/ 2502694 w 3006089"/>
                <a:gd name="connsiteY4383" fmla="*/ 2145983 h 2297429"/>
                <a:gd name="connsiteX4384" fmla="*/ 2502218 w 3006089"/>
                <a:gd name="connsiteY4384" fmla="*/ 2147411 h 2297429"/>
                <a:gd name="connsiteX4385" fmla="*/ 2501265 w 3006089"/>
                <a:gd name="connsiteY4385" fmla="*/ 2147888 h 2297429"/>
                <a:gd name="connsiteX4386" fmla="*/ 2500312 w 3006089"/>
                <a:gd name="connsiteY4386" fmla="*/ 2148364 h 2297429"/>
                <a:gd name="connsiteX4387" fmla="*/ 2500312 w 3006089"/>
                <a:gd name="connsiteY4387" fmla="*/ 2149316 h 2297429"/>
                <a:gd name="connsiteX4388" fmla="*/ 2500789 w 3006089"/>
                <a:gd name="connsiteY4388" fmla="*/ 2150269 h 2297429"/>
                <a:gd name="connsiteX4389" fmla="*/ 2501741 w 3006089"/>
                <a:gd name="connsiteY4389" fmla="*/ 2151221 h 2297429"/>
                <a:gd name="connsiteX4390" fmla="*/ 2502694 w 3006089"/>
                <a:gd name="connsiteY4390" fmla="*/ 2153126 h 2297429"/>
                <a:gd name="connsiteX4391" fmla="*/ 2502218 w 3006089"/>
                <a:gd name="connsiteY4391" fmla="*/ 2154555 h 2297429"/>
                <a:gd name="connsiteX4392" fmla="*/ 2501265 w 3006089"/>
                <a:gd name="connsiteY4392" fmla="*/ 2155984 h 2297429"/>
                <a:gd name="connsiteX4393" fmla="*/ 2500789 w 3006089"/>
                <a:gd name="connsiteY4393" fmla="*/ 2157413 h 2297429"/>
                <a:gd name="connsiteX4394" fmla="*/ 2501265 w 3006089"/>
                <a:gd name="connsiteY4394" fmla="*/ 2158365 h 2297429"/>
                <a:gd name="connsiteX4395" fmla="*/ 2503170 w 3006089"/>
                <a:gd name="connsiteY4395" fmla="*/ 2159794 h 2297429"/>
                <a:gd name="connsiteX4396" fmla="*/ 2504123 w 3006089"/>
                <a:gd name="connsiteY4396" fmla="*/ 2161223 h 2297429"/>
                <a:gd name="connsiteX4397" fmla="*/ 2506028 w 3006089"/>
                <a:gd name="connsiteY4397" fmla="*/ 2162175 h 2297429"/>
                <a:gd name="connsiteX4398" fmla="*/ 2506980 w 3006089"/>
                <a:gd name="connsiteY4398" fmla="*/ 2161699 h 2297429"/>
                <a:gd name="connsiteX4399" fmla="*/ 2507456 w 3006089"/>
                <a:gd name="connsiteY4399" fmla="*/ 2160746 h 2297429"/>
                <a:gd name="connsiteX4400" fmla="*/ 2508409 w 3006089"/>
                <a:gd name="connsiteY4400" fmla="*/ 2160270 h 2297429"/>
                <a:gd name="connsiteX4401" fmla="*/ 2509837 w 3006089"/>
                <a:gd name="connsiteY4401" fmla="*/ 2160746 h 2297429"/>
                <a:gd name="connsiteX4402" fmla="*/ 2511266 w 3006089"/>
                <a:gd name="connsiteY4402" fmla="*/ 2161223 h 2297429"/>
                <a:gd name="connsiteX4403" fmla="*/ 2512695 w 3006089"/>
                <a:gd name="connsiteY4403" fmla="*/ 2161699 h 2297429"/>
                <a:gd name="connsiteX4404" fmla="*/ 2514124 w 3006089"/>
                <a:gd name="connsiteY4404" fmla="*/ 2162651 h 2297429"/>
                <a:gd name="connsiteX4405" fmla="*/ 2517934 w 3006089"/>
                <a:gd name="connsiteY4405" fmla="*/ 2162175 h 2297429"/>
                <a:gd name="connsiteX4406" fmla="*/ 2519839 w 3006089"/>
                <a:gd name="connsiteY4406" fmla="*/ 2162651 h 2297429"/>
                <a:gd name="connsiteX4407" fmla="*/ 2520315 w 3006089"/>
                <a:gd name="connsiteY4407" fmla="*/ 2164556 h 2297429"/>
                <a:gd name="connsiteX4408" fmla="*/ 2521744 w 3006089"/>
                <a:gd name="connsiteY4408" fmla="*/ 2165985 h 2297429"/>
                <a:gd name="connsiteX4409" fmla="*/ 2527459 w 3006089"/>
                <a:gd name="connsiteY4409" fmla="*/ 2165509 h 2297429"/>
                <a:gd name="connsiteX4410" fmla="*/ 2534126 w 3006089"/>
                <a:gd name="connsiteY4410" fmla="*/ 2163128 h 2297429"/>
                <a:gd name="connsiteX4411" fmla="*/ 2536508 w 3006089"/>
                <a:gd name="connsiteY4411" fmla="*/ 2165033 h 2297429"/>
                <a:gd name="connsiteX4412" fmla="*/ 2539365 w 3006089"/>
                <a:gd name="connsiteY4412" fmla="*/ 2163604 h 2297429"/>
                <a:gd name="connsiteX4413" fmla="*/ 2542699 w 3006089"/>
                <a:gd name="connsiteY4413" fmla="*/ 2161223 h 2297429"/>
                <a:gd name="connsiteX4414" fmla="*/ 2546509 w 3006089"/>
                <a:gd name="connsiteY4414" fmla="*/ 2159794 h 2297429"/>
                <a:gd name="connsiteX4415" fmla="*/ 2547937 w 3006089"/>
                <a:gd name="connsiteY4415" fmla="*/ 2158365 h 2297429"/>
                <a:gd name="connsiteX4416" fmla="*/ 2545556 w 3006089"/>
                <a:gd name="connsiteY4416" fmla="*/ 2155031 h 2297429"/>
                <a:gd name="connsiteX4417" fmla="*/ 2548890 w 3006089"/>
                <a:gd name="connsiteY4417" fmla="*/ 2153126 h 2297429"/>
                <a:gd name="connsiteX4418" fmla="*/ 2549843 w 3006089"/>
                <a:gd name="connsiteY4418" fmla="*/ 2152174 h 2297429"/>
                <a:gd name="connsiteX4419" fmla="*/ 2551271 w 3006089"/>
                <a:gd name="connsiteY4419" fmla="*/ 2151698 h 2297429"/>
                <a:gd name="connsiteX4420" fmla="*/ 2549843 w 3006089"/>
                <a:gd name="connsiteY4420" fmla="*/ 2154079 h 2297429"/>
                <a:gd name="connsiteX4421" fmla="*/ 2548414 w 3006089"/>
                <a:gd name="connsiteY4421" fmla="*/ 2155984 h 2297429"/>
                <a:gd name="connsiteX4422" fmla="*/ 2553653 w 3006089"/>
                <a:gd name="connsiteY4422" fmla="*/ 2159794 h 2297429"/>
                <a:gd name="connsiteX4423" fmla="*/ 2556034 w 3006089"/>
                <a:gd name="connsiteY4423" fmla="*/ 2159794 h 2297429"/>
                <a:gd name="connsiteX4424" fmla="*/ 2567464 w 3006089"/>
                <a:gd name="connsiteY4424" fmla="*/ 2155031 h 2297429"/>
                <a:gd name="connsiteX4425" fmla="*/ 2576512 w 3006089"/>
                <a:gd name="connsiteY4425" fmla="*/ 2149316 h 2297429"/>
                <a:gd name="connsiteX4426" fmla="*/ 2584133 w 3006089"/>
                <a:gd name="connsiteY4426" fmla="*/ 2146459 h 2297429"/>
                <a:gd name="connsiteX4427" fmla="*/ 2589371 w 3006089"/>
                <a:gd name="connsiteY4427" fmla="*/ 2143125 h 2297429"/>
                <a:gd name="connsiteX4428" fmla="*/ 2593658 w 3006089"/>
                <a:gd name="connsiteY4428" fmla="*/ 2142649 h 2297429"/>
                <a:gd name="connsiteX4429" fmla="*/ 2599849 w 3006089"/>
                <a:gd name="connsiteY4429" fmla="*/ 2135505 h 2297429"/>
                <a:gd name="connsiteX4430" fmla="*/ 2598420 w 3006089"/>
                <a:gd name="connsiteY4430" fmla="*/ 2131219 h 2297429"/>
                <a:gd name="connsiteX4431" fmla="*/ 2598896 w 3006089"/>
                <a:gd name="connsiteY4431" fmla="*/ 2129790 h 2297429"/>
                <a:gd name="connsiteX4432" fmla="*/ 2602230 w 3006089"/>
                <a:gd name="connsiteY4432" fmla="*/ 2133124 h 2297429"/>
                <a:gd name="connsiteX4433" fmla="*/ 2604135 w 3006089"/>
                <a:gd name="connsiteY4433" fmla="*/ 2135505 h 2297429"/>
                <a:gd name="connsiteX4434" fmla="*/ 2606993 w 3006089"/>
                <a:gd name="connsiteY4434" fmla="*/ 2134553 h 2297429"/>
                <a:gd name="connsiteX4435" fmla="*/ 2609850 w 3006089"/>
                <a:gd name="connsiteY4435" fmla="*/ 2134076 h 2297429"/>
                <a:gd name="connsiteX4436" fmla="*/ 2608421 w 3006089"/>
                <a:gd name="connsiteY4436" fmla="*/ 2136458 h 2297429"/>
                <a:gd name="connsiteX4437" fmla="*/ 2606993 w 3006089"/>
                <a:gd name="connsiteY4437" fmla="*/ 2137410 h 2297429"/>
                <a:gd name="connsiteX4438" fmla="*/ 2601278 w 3006089"/>
                <a:gd name="connsiteY4438" fmla="*/ 2142649 h 2297429"/>
                <a:gd name="connsiteX4439" fmla="*/ 2592229 w 3006089"/>
                <a:gd name="connsiteY4439" fmla="*/ 2148840 h 2297429"/>
                <a:gd name="connsiteX4440" fmla="*/ 2589371 w 3006089"/>
                <a:gd name="connsiteY4440" fmla="*/ 2153126 h 2297429"/>
                <a:gd name="connsiteX4441" fmla="*/ 2590800 w 3006089"/>
                <a:gd name="connsiteY4441" fmla="*/ 2154079 h 2297429"/>
                <a:gd name="connsiteX4442" fmla="*/ 2592229 w 3006089"/>
                <a:gd name="connsiteY4442" fmla="*/ 2154079 h 2297429"/>
                <a:gd name="connsiteX4443" fmla="*/ 2595086 w 3006089"/>
                <a:gd name="connsiteY4443" fmla="*/ 2155031 h 2297429"/>
                <a:gd name="connsiteX4444" fmla="*/ 2597468 w 3006089"/>
                <a:gd name="connsiteY4444" fmla="*/ 2152650 h 2297429"/>
                <a:gd name="connsiteX4445" fmla="*/ 2600325 w 3006089"/>
                <a:gd name="connsiteY4445" fmla="*/ 2151698 h 2297429"/>
                <a:gd name="connsiteX4446" fmla="*/ 2609374 w 3006089"/>
                <a:gd name="connsiteY4446" fmla="*/ 2152650 h 2297429"/>
                <a:gd name="connsiteX4447" fmla="*/ 2617946 w 3006089"/>
                <a:gd name="connsiteY4447" fmla="*/ 2151698 h 2297429"/>
                <a:gd name="connsiteX4448" fmla="*/ 2624137 w 3006089"/>
                <a:gd name="connsiteY4448" fmla="*/ 2153126 h 2297429"/>
                <a:gd name="connsiteX4449" fmla="*/ 2634139 w 3006089"/>
                <a:gd name="connsiteY4449" fmla="*/ 2152650 h 2297429"/>
                <a:gd name="connsiteX4450" fmla="*/ 2642711 w 3006089"/>
                <a:gd name="connsiteY4450" fmla="*/ 2154079 h 2297429"/>
                <a:gd name="connsiteX4451" fmla="*/ 2639378 w 3006089"/>
                <a:gd name="connsiteY4451" fmla="*/ 2155984 h 2297429"/>
                <a:gd name="connsiteX4452" fmla="*/ 2629376 w 3006089"/>
                <a:gd name="connsiteY4452" fmla="*/ 2156460 h 2297429"/>
                <a:gd name="connsiteX4453" fmla="*/ 2617470 w 3006089"/>
                <a:gd name="connsiteY4453" fmla="*/ 2160270 h 2297429"/>
                <a:gd name="connsiteX4454" fmla="*/ 2614612 w 3006089"/>
                <a:gd name="connsiteY4454" fmla="*/ 2163128 h 2297429"/>
                <a:gd name="connsiteX4455" fmla="*/ 2616041 w 3006089"/>
                <a:gd name="connsiteY4455" fmla="*/ 2168366 h 2297429"/>
                <a:gd name="connsiteX4456" fmla="*/ 2612708 w 3006089"/>
                <a:gd name="connsiteY4456" fmla="*/ 2164556 h 2297429"/>
                <a:gd name="connsiteX4457" fmla="*/ 2608421 w 3006089"/>
                <a:gd name="connsiteY4457" fmla="*/ 2163604 h 2297429"/>
                <a:gd name="connsiteX4458" fmla="*/ 2607945 w 3006089"/>
                <a:gd name="connsiteY4458" fmla="*/ 2161699 h 2297429"/>
                <a:gd name="connsiteX4459" fmla="*/ 2607945 w 3006089"/>
                <a:gd name="connsiteY4459" fmla="*/ 2159794 h 2297429"/>
                <a:gd name="connsiteX4460" fmla="*/ 2608421 w 3006089"/>
                <a:gd name="connsiteY4460" fmla="*/ 2158365 h 2297429"/>
                <a:gd name="connsiteX4461" fmla="*/ 2608898 w 3006089"/>
                <a:gd name="connsiteY4461" fmla="*/ 2156460 h 2297429"/>
                <a:gd name="connsiteX4462" fmla="*/ 2605087 w 3006089"/>
                <a:gd name="connsiteY4462" fmla="*/ 2155508 h 2297429"/>
                <a:gd name="connsiteX4463" fmla="*/ 2606516 w 3006089"/>
                <a:gd name="connsiteY4463" fmla="*/ 2156936 h 2297429"/>
                <a:gd name="connsiteX4464" fmla="*/ 2605087 w 3006089"/>
                <a:gd name="connsiteY4464" fmla="*/ 2158841 h 2297429"/>
                <a:gd name="connsiteX4465" fmla="*/ 2594610 w 3006089"/>
                <a:gd name="connsiteY4465" fmla="*/ 2162175 h 2297429"/>
                <a:gd name="connsiteX4466" fmla="*/ 2589371 w 3006089"/>
                <a:gd name="connsiteY4466" fmla="*/ 2164556 h 2297429"/>
                <a:gd name="connsiteX4467" fmla="*/ 2563654 w 3006089"/>
                <a:gd name="connsiteY4467" fmla="*/ 2179796 h 2297429"/>
                <a:gd name="connsiteX4468" fmla="*/ 2562225 w 3006089"/>
                <a:gd name="connsiteY4468" fmla="*/ 2180749 h 2297429"/>
                <a:gd name="connsiteX4469" fmla="*/ 2560796 w 3006089"/>
                <a:gd name="connsiteY4469" fmla="*/ 2182654 h 2297429"/>
                <a:gd name="connsiteX4470" fmla="*/ 2565559 w 3006089"/>
                <a:gd name="connsiteY4470" fmla="*/ 2181225 h 2297429"/>
                <a:gd name="connsiteX4471" fmla="*/ 2568416 w 3006089"/>
                <a:gd name="connsiteY4471" fmla="*/ 2179796 h 2297429"/>
                <a:gd name="connsiteX4472" fmla="*/ 2567940 w 3006089"/>
                <a:gd name="connsiteY4472" fmla="*/ 2180749 h 2297429"/>
                <a:gd name="connsiteX4473" fmla="*/ 2564606 w 3006089"/>
                <a:gd name="connsiteY4473" fmla="*/ 2183130 h 2297429"/>
                <a:gd name="connsiteX4474" fmla="*/ 2562225 w 3006089"/>
                <a:gd name="connsiteY4474" fmla="*/ 2184559 h 2297429"/>
                <a:gd name="connsiteX4475" fmla="*/ 2558891 w 3006089"/>
                <a:gd name="connsiteY4475" fmla="*/ 2184559 h 2297429"/>
                <a:gd name="connsiteX4476" fmla="*/ 2554129 w 3006089"/>
                <a:gd name="connsiteY4476" fmla="*/ 2185988 h 2297429"/>
                <a:gd name="connsiteX4477" fmla="*/ 2550795 w 3006089"/>
                <a:gd name="connsiteY4477" fmla="*/ 2188369 h 2297429"/>
                <a:gd name="connsiteX4478" fmla="*/ 2548414 w 3006089"/>
                <a:gd name="connsiteY4478" fmla="*/ 2190750 h 2297429"/>
                <a:gd name="connsiteX4479" fmla="*/ 2547461 w 3006089"/>
                <a:gd name="connsiteY4479" fmla="*/ 2192179 h 2297429"/>
                <a:gd name="connsiteX4480" fmla="*/ 2546509 w 3006089"/>
                <a:gd name="connsiteY4480" fmla="*/ 2193608 h 2297429"/>
                <a:gd name="connsiteX4481" fmla="*/ 2553653 w 3006089"/>
                <a:gd name="connsiteY4481" fmla="*/ 2187893 h 2297429"/>
                <a:gd name="connsiteX4482" fmla="*/ 2556034 w 3006089"/>
                <a:gd name="connsiteY4482" fmla="*/ 2188369 h 2297429"/>
                <a:gd name="connsiteX4483" fmla="*/ 2547937 w 3006089"/>
                <a:gd name="connsiteY4483" fmla="*/ 2196941 h 2297429"/>
                <a:gd name="connsiteX4484" fmla="*/ 2544604 w 3006089"/>
                <a:gd name="connsiteY4484" fmla="*/ 2205990 h 2297429"/>
                <a:gd name="connsiteX4485" fmla="*/ 2544604 w 3006089"/>
                <a:gd name="connsiteY4485" fmla="*/ 2208848 h 2297429"/>
                <a:gd name="connsiteX4486" fmla="*/ 2546985 w 3006089"/>
                <a:gd name="connsiteY4486" fmla="*/ 2219801 h 2297429"/>
                <a:gd name="connsiteX4487" fmla="*/ 2549843 w 3006089"/>
                <a:gd name="connsiteY4487" fmla="*/ 2222659 h 2297429"/>
                <a:gd name="connsiteX4488" fmla="*/ 2551271 w 3006089"/>
                <a:gd name="connsiteY4488" fmla="*/ 2221230 h 2297429"/>
                <a:gd name="connsiteX4489" fmla="*/ 2552224 w 3006089"/>
                <a:gd name="connsiteY4489" fmla="*/ 2219801 h 2297429"/>
                <a:gd name="connsiteX4490" fmla="*/ 2555558 w 3006089"/>
                <a:gd name="connsiteY4490" fmla="*/ 2220754 h 2297429"/>
                <a:gd name="connsiteX4491" fmla="*/ 2557462 w 3006089"/>
                <a:gd name="connsiteY4491" fmla="*/ 2223135 h 2297429"/>
                <a:gd name="connsiteX4492" fmla="*/ 2560796 w 3006089"/>
                <a:gd name="connsiteY4492" fmla="*/ 2230279 h 2297429"/>
                <a:gd name="connsiteX4493" fmla="*/ 2563178 w 3006089"/>
                <a:gd name="connsiteY4493" fmla="*/ 2231231 h 2297429"/>
                <a:gd name="connsiteX4494" fmla="*/ 2566511 w 3006089"/>
                <a:gd name="connsiteY4494" fmla="*/ 2230279 h 2297429"/>
                <a:gd name="connsiteX4495" fmla="*/ 2569369 w 3006089"/>
                <a:gd name="connsiteY4495" fmla="*/ 2231708 h 2297429"/>
                <a:gd name="connsiteX4496" fmla="*/ 2570321 w 3006089"/>
                <a:gd name="connsiteY4496" fmla="*/ 2231231 h 2297429"/>
                <a:gd name="connsiteX4497" fmla="*/ 2571274 w 3006089"/>
                <a:gd name="connsiteY4497" fmla="*/ 2229803 h 2297429"/>
                <a:gd name="connsiteX4498" fmla="*/ 2572703 w 3006089"/>
                <a:gd name="connsiteY4498" fmla="*/ 2229803 h 2297429"/>
                <a:gd name="connsiteX4499" fmla="*/ 2574131 w 3006089"/>
                <a:gd name="connsiteY4499" fmla="*/ 2230279 h 2297429"/>
                <a:gd name="connsiteX4500" fmla="*/ 2574608 w 3006089"/>
                <a:gd name="connsiteY4500" fmla="*/ 2225516 h 2297429"/>
                <a:gd name="connsiteX4501" fmla="*/ 2577941 w 3006089"/>
                <a:gd name="connsiteY4501" fmla="*/ 2223135 h 2297429"/>
                <a:gd name="connsiteX4502" fmla="*/ 2579846 w 3006089"/>
                <a:gd name="connsiteY4502" fmla="*/ 2223135 h 2297429"/>
                <a:gd name="connsiteX4503" fmla="*/ 2582704 w 3006089"/>
                <a:gd name="connsiteY4503" fmla="*/ 2223135 h 2297429"/>
                <a:gd name="connsiteX4504" fmla="*/ 2590324 w 3006089"/>
                <a:gd name="connsiteY4504" fmla="*/ 2217420 h 2297429"/>
                <a:gd name="connsiteX4505" fmla="*/ 2591753 w 3006089"/>
                <a:gd name="connsiteY4505" fmla="*/ 2215039 h 2297429"/>
                <a:gd name="connsiteX4506" fmla="*/ 2596515 w 3006089"/>
                <a:gd name="connsiteY4506" fmla="*/ 2211229 h 2297429"/>
                <a:gd name="connsiteX4507" fmla="*/ 2600325 w 3006089"/>
                <a:gd name="connsiteY4507" fmla="*/ 2206466 h 2297429"/>
                <a:gd name="connsiteX4508" fmla="*/ 2604135 w 3006089"/>
                <a:gd name="connsiteY4508" fmla="*/ 2204561 h 2297429"/>
                <a:gd name="connsiteX4509" fmla="*/ 2606993 w 3006089"/>
                <a:gd name="connsiteY4509" fmla="*/ 2199799 h 2297429"/>
                <a:gd name="connsiteX4510" fmla="*/ 2608421 w 3006089"/>
                <a:gd name="connsiteY4510" fmla="*/ 2200275 h 2297429"/>
                <a:gd name="connsiteX4511" fmla="*/ 2610326 w 3006089"/>
                <a:gd name="connsiteY4511" fmla="*/ 2198370 h 2297429"/>
                <a:gd name="connsiteX4512" fmla="*/ 2608898 w 3006089"/>
                <a:gd name="connsiteY4512" fmla="*/ 2195036 h 2297429"/>
                <a:gd name="connsiteX4513" fmla="*/ 2607945 w 3006089"/>
                <a:gd name="connsiteY4513" fmla="*/ 2193608 h 2297429"/>
                <a:gd name="connsiteX4514" fmla="*/ 2609850 w 3006089"/>
                <a:gd name="connsiteY4514" fmla="*/ 2189321 h 2297429"/>
                <a:gd name="connsiteX4515" fmla="*/ 2614136 w 3006089"/>
                <a:gd name="connsiteY4515" fmla="*/ 2187893 h 2297429"/>
                <a:gd name="connsiteX4516" fmla="*/ 2616518 w 3006089"/>
                <a:gd name="connsiteY4516" fmla="*/ 2192179 h 2297429"/>
                <a:gd name="connsiteX4517" fmla="*/ 2618423 w 3006089"/>
                <a:gd name="connsiteY4517" fmla="*/ 2189798 h 2297429"/>
                <a:gd name="connsiteX4518" fmla="*/ 2618423 w 3006089"/>
                <a:gd name="connsiteY4518" fmla="*/ 2187893 h 2297429"/>
                <a:gd name="connsiteX4519" fmla="*/ 2619851 w 3006089"/>
                <a:gd name="connsiteY4519" fmla="*/ 2185511 h 2297429"/>
                <a:gd name="connsiteX4520" fmla="*/ 2622233 w 3006089"/>
                <a:gd name="connsiteY4520" fmla="*/ 2187416 h 2297429"/>
                <a:gd name="connsiteX4521" fmla="*/ 2623185 w 3006089"/>
                <a:gd name="connsiteY4521" fmla="*/ 2189798 h 2297429"/>
                <a:gd name="connsiteX4522" fmla="*/ 2625566 w 3006089"/>
                <a:gd name="connsiteY4522" fmla="*/ 2191226 h 2297429"/>
                <a:gd name="connsiteX4523" fmla="*/ 2627471 w 3006089"/>
                <a:gd name="connsiteY4523" fmla="*/ 2192179 h 2297429"/>
                <a:gd name="connsiteX4524" fmla="*/ 2632710 w 3006089"/>
                <a:gd name="connsiteY4524" fmla="*/ 2192655 h 2297429"/>
                <a:gd name="connsiteX4525" fmla="*/ 2634139 w 3006089"/>
                <a:gd name="connsiteY4525" fmla="*/ 2191226 h 2297429"/>
                <a:gd name="connsiteX4526" fmla="*/ 2635091 w 3006089"/>
                <a:gd name="connsiteY4526" fmla="*/ 2189798 h 2297429"/>
                <a:gd name="connsiteX4527" fmla="*/ 2634615 w 3006089"/>
                <a:gd name="connsiteY4527" fmla="*/ 2186940 h 2297429"/>
                <a:gd name="connsiteX4528" fmla="*/ 2633186 w 3006089"/>
                <a:gd name="connsiteY4528" fmla="*/ 2184083 h 2297429"/>
                <a:gd name="connsiteX4529" fmla="*/ 2635091 w 3006089"/>
                <a:gd name="connsiteY4529" fmla="*/ 2185035 h 2297429"/>
                <a:gd name="connsiteX4530" fmla="*/ 2637949 w 3006089"/>
                <a:gd name="connsiteY4530" fmla="*/ 2185511 h 2297429"/>
                <a:gd name="connsiteX4531" fmla="*/ 2640330 w 3006089"/>
                <a:gd name="connsiteY4531" fmla="*/ 2185035 h 2297429"/>
                <a:gd name="connsiteX4532" fmla="*/ 2642711 w 3006089"/>
                <a:gd name="connsiteY4532" fmla="*/ 2185511 h 2297429"/>
                <a:gd name="connsiteX4533" fmla="*/ 2647950 w 3006089"/>
                <a:gd name="connsiteY4533" fmla="*/ 2182654 h 2297429"/>
                <a:gd name="connsiteX4534" fmla="*/ 2650331 w 3006089"/>
                <a:gd name="connsiteY4534" fmla="*/ 2182654 h 2297429"/>
                <a:gd name="connsiteX4535" fmla="*/ 2652236 w 3006089"/>
                <a:gd name="connsiteY4535" fmla="*/ 2182178 h 2297429"/>
                <a:gd name="connsiteX4536" fmla="*/ 2661285 w 3006089"/>
                <a:gd name="connsiteY4536" fmla="*/ 2179320 h 2297429"/>
                <a:gd name="connsiteX4537" fmla="*/ 2669858 w 3006089"/>
                <a:gd name="connsiteY4537" fmla="*/ 2176939 h 2297429"/>
                <a:gd name="connsiteX4538" fmla="*/ 2678430 w 3006089"/>
                <a:gd name="connsiteY4538" fmla="*/ 2173129 h 2297429"/>
                <a:gd name="connsiteX4539" fmla="*/ 2686526 w 3006089"/>
                <a:gd name="connsiteY4539" fmla="*/ 2170748 h 2297429"/>
                <a:gd name="connsiteX4540" fmla="*/ 2694623 w 3006089"/>
                <a:gd name="connsiteY4540" fmla="*/ 2166938 h 2297429"/>
                <a:gd name="connsiteX4541" fmla="*/ 2697004 w 3006089"/>
                <a:gd name="connsiteY4541" fmla="*/ 2166461 h 2297429"/>
                <a:gd name="connsiteX4542" fmla="*/ 2699385 w 3006089"/>
                <a:gd name="connsiteY4542" fmla="*/ 2165033 h 2297429"/>
                <a:gd name="connsiteX4543" fmla="*/ 2702243 w 3006089"/>
                <a:gd name="connsiteY4543" fmla="*/ 2164080 h 2297429"/>
                <a:gd name="connsiteX4544" fmla="*/ 2704624 w 3006089"/>
                <a:gd name="connsiteY4544" fmla="*/ 2164080 h 2297429"/>
                <a:gd name="connsiteX4545" fmla="*/ 2708434 w 3006089"/>
                <a:gd name="connsiteY4545" fmla="*/ 2163128 h 2297429"/>
                <a:gd name="connsiteX4546" fmla="*/ 2711768 w 3006089"/>
                <a:gd name="connsiteY4546" fmla="*/ 2161223 h 2297429"/>
                <a:gd name="connsiteX4547" fmla="*/ 2715578 w 3006089"/>
                <a:gd name="connsiteY4547" fmla="*/ 2160270 h 2297429"/>
                <a:gd name="connsiteX4548" fmla="*/ 2717959 w 3006089"/>
                <a:gd name="connsiteY4548" fmla="*/ 2161223 h 2297429"/>
                <a:gd name="connsiteX4549" fmla="*/ 2718911 w 3006089"/>
                <a:gd name="connsiteY4549" fmla="*/ 2160270 h 2297429"/>
                <a:gd name="connsiteX4550" fmla="*/ 2720340 w 3006089"/>
                <a:gd name="connsiteY4550" fmla="*/ 2158841 h 2297429"/>
                <a:gd name="connsiteX4551" fmla="*/ 2718911 w 3006089"/>
                <a:gd name="connsiteY4551" fmla="*/ 2157413 h 2297429"/>
                <a:gd name="connsiteX4552" fmla="*/ 2717483 w 3006089"/>
                <a:gd name="connsiteY4552" fmla="*/ 2156460 h 2297429"/>
                <a:gd name="connsiteX4553" fmla="*/ 2705576 w 3006089"/>
                <a:gd name="connsiteY4553" fmla="*/ 2155508 h 2297429"/>
                <a:gd name="connsiteX4554" fmla="*/ 2708434 w 3006089"/>
                <a:gd name="connsiteY4554" fmla="*/ 2153603 h 2297429"/>
                <a:gd name="connsiteX4555" fmla="*/ 2711768 w 3006089"/>
                <a:gd name="connsiteY4555" fmla="*/ 2152174 h 2297429"/>
                <a:gd name="connsiteX4556" fmla="*/ 2711768 w 3006089"/>
                <a:gd name="connsiteY4556" fmla="*/ 2150745 h 2297429"/>
                <a:gd name="connsiteX4557" fmla="*/ 2709386 w 3006089"/>
                <a:gd name="connsiteY4557" fmla="*/ 2146459 h 2297429"/>
                <a:gd name="connsiteX4558" fmla="*/ 2706529 w 3006089"/>
                <a:gd name="connsiteY4558" fmla="*/ 2143125 h 2297429"/>
                <a:gd name="connsiteX4559" fmla="*/ 2704148 w 3006089"/>
                <a:gd name="connsiteY4559" fmla="*/ 2141696 h 2297429"/>
                <a:gd name="connsiteX4560" fmla="*/ 2698433 w 3006089"/>
                <a:gd name="connsiteY4560" fmla="*/ 2143601 h 2297429"/>
                <a:gd name="connsiteX4561" fmla="*/ 2694146 w 3006089"/>
                <a:gd name="connsiteY4561" fmla="*/ 2143125 h 2297429"/>
                <a:gd name="connsiteX4562" fmla="*/ 2690812 w 3006089"/>
                <a:gd name="connsiteY4562" fmla="*/ 2140744 h 2297429"/>
                <a:gd name="connsiteX4563" fmla="*/ 2689860 w 3006089"/>
                <a:gd name="connsiteY4563" fmla="*/ 2137410 h 2297429"/>
                <a:gd name="connsiteX4564" fmla="*/ 2689384 w 3006089"/>
                <a:gd name="connsiteY4564" fmla="*/ 2135029 h 2297429"/>
                <a:gd name="connsiteX4565" fmla="*/ 2688431 w 3006089"/>
                <a:gd name="connsiteY4565" fmla="*/ 2134076 h 2297429"/>
                <a:gd name="connsiteX4566" fmla="*/ 2679383 w 3006089"/>
                <a:gd name="connsiteY4566" fmla="*/ 2139791 h 2297429"/>
                <a:gd name="connsiteX4567" fmla="*/ 2672239 w 3006089"/>
                <a:gd name="connsiteY4567" fmla="*/ 2142649 h 2297429"/>
                <a:gd name="connsiteX4568" fmla="*/ 2671286 w 3006089"/>
                <a:gd name="connsiteY4568" fmla="*/ 2143601 h 2297429"/>
                <a:gd name="connsiteX4569" fmla="*/ 2669858 w 3006089"/>
                <a:gd name="connsiteY4569" fmla="*/ 2144554 h 2297429"/>
                <a:gd name="connsiteX4570" fmla="*/ 2666524 w 3006089"/>
                <a:gd name="connsiteY4570" fmla="*/ 2143125 h 2297429"/>
                <a:gd name="connsiteX4571" fmla="*/ 2660809 w 3006089"/>
                <a:gd name="connsiteY4571" fmla="*/ 2143601 h 2297429"/>
                <a:gd name="connsiteX4572" fmla="*/ 2661761 w 3006089"/>
                <a:gd name="connsiteY4572" fmla="*/ 2142173 h 2297429"/>
                <a:gd name="connsiteX4573" fmla="*/ 2662237 w 3006089"/>
                <a:gd name="connsiteY4573" fmla="*/ 2139791 h 2297429"/>
                <a:gd name="connsiteX4574" fmla="*/ 2655094 w 3006089"/>
                <a:gd name="connsiteY4574" fmla="*/ 2138363 h 2297429"/>
                <a:gd name="connsiteX4575" fmla="*/ 2648426 w 3006089"/>
                <a:gd name="connsiteY4575" fmla="*/ 2137886 h 2297429"/>
                <a:gd name="connsiteX4576" fmla="*/ 2644616 w 3006089"/>
                <a:gd name="connsiteY4576" fmla="*/ 2138839 h 2297429"/>
                <a:gd name="connsiteX4577" fmla="*/ 2642235 w 3006089"/>
                <a:gd name="connsiteY4577" fmla="*/ 2139315 h 2297429"/>
                <a:gd name="connsiteX4578" fmla="*/ 2641283 w 3006089"/>
                <a:gd name="connsiteY4578" fmla="*/ 2138363 h 2297429"/>
                <a:gd name="connsiteX4579" fmla="*/ 2639854 w 3006089"/>
                <a:gd name="connsiteY4579" fmla="*/ 2136934 h 2297429"/>
                <a:gd name="connsiteX4580" fmla="*/ 2634615 w 3006089"/>
                <a:gd name="connsiteY4580" fmla="*/ 2134076 h 2297429"/>
                <a:gd name="connsiteX4581" fmla="*/ 2632710 w 3006089"/>
                <a:gd name="connsiteY4581" fmla="*/ 2134076 h 2297429"/>
                <a:gd name="connsiteX4582" fmla="*/ 2627948 w 3006089"/>
                <a:gd name="connsiteY4582" fmla="*/ 2135029 h 2297429"/>
                <a:gd name="connsiteX4583" fmla="*/ 2622233 w 3006089"/>
                <a:gd name="connsiteY4583" fmla="*/ 2130743 h 2297429"/>
                <a:gd name="connsiteX4584" fmla="*/ 2616041 w 3006089"/>
                <a:gd name="connsiteY4584" fmla="*/ 2128361 h 2297429"/>
                <a:gd name="connsiteX4585" fmla="*/ 2623661 w 3006089"/>
                <a:gd name="connsiteY4585" fmla="*/ 2124551 h 2297429"/>
                <a:gd name="connsiteX4586" fmla="*/ 2622233 w 3006089"/>
                <a:gd name="connsiteY4586" fmla="*/ 2123123 h 2297429"/>
                <a:gd name="connsiteX4587" fmla="*/ 2620804 w 3006089"/>
                <a:gd name="connsiteY4587" fmla="*/ 2122170 h 2297429"/>
                <a:gd name="connsiteX4588" fmla="*/ 2613184 w 3006089"/>
                <a:gd name="connsiteY4588" fmla="*/ 2121218 h 2297429"/>
                <a:gd name="connsiteX4589" fmla="*/ 2610803 w 3006089"/>
                <a:gd name="connsiteY4589" fmla="*/ 2120265 h 2297429"/>
                <a:gd name="connsiteX4590" fmla="*/ 2599373 w 3006089"/>
                <a:gd name="connsiteY4590" fmla="*/ 2119313 h 2297429"/>
                <a:gd name="connsiteX4591" fmla="*/ 2598896 w 3006089"/>
                <a:gd name="connsiteY4591" fmla="*/ 2116455 h 2297429"/>
                <a:gd name="connsiteX4592" fmla="*/ 2596039 w 3006089"/>
                <a:gd name="connsiteY4592" fmla="*/ 2114550 h 2297429"/>
                <a:gd name="connsiteX4593" fmla="*/ 2596039 w 3006089"/>
                <a:gd name="connsiteY4593" fmla="*/ 2111693 h 2297429"/>
                <a:gd name="connsiteX4594" fmla="*/ 2594610 w 3006089"/>
                <a:gd name="connsiteY4594" fmla="*/ 2107883 h 2297429"/>
                <a:gd name="connsiteX4595" fmla="*/ 2593181 w 3006089"/>
                <a:gd name="connsiteY4595" fmla="*/ 2101215 h 2297429"/>
                <a:gd name="connsiteX4596" fmla="*/ 2590324 w 3006089"/>
                <a:gd name="connsiteY4596" fmla="*/ 2100263 h 2297429"/>
                <a:gd name="connsiteX4597" fmla="*/ 2587943 w 3006089"/>
                <a:gd name="connsiteY4597" fmla="*/ 2095024 h 2297429"/>
                <a:gd name="connsiteX4598" fmla="*/ 2586990 w 3006089"/>
                <a:gd name="connsiteY4598" fmla="*/ 2092166 h 2297429"/>
                <a:gd name="connsiteX4599" fmla="*/ 2588419 w 3006089"/>
                <a:gd name="connsiteY4599" fmla="*/ 2089309 h 2297429"/>
                <a:gd name="connsiteX4600" fmla="*/ 2589371 w 3006089"/>
                <a:gd name="connsiteY4600" fmla="*/ 2085023 h 2297429"/>
                <a:gd name="connsiteX4601" fmla="*/ 2585561 w 3006089"/>
                <a:gd name="connsiteY4601" fmla="*/ 2084070 h 2297429"/>
                <a:gd name="connsiteX4602" fmla="*/ 2582228 w 3006089"/>
                <a:gd name="connsiteY4602" fmla="*/ 2084070 h 2297429"/>
                <a:gd name="connsiteX4603" fmla="*/ 2576989 w 3006089"/>
                <a:gd name="connsiteY4603" fmla="*/ 2085975 h 2297429"/>
                <a:gd name="connsiteX4604" fmla="*/ 2574608 w 3006089"/>
                <a:gd name="connsiteY4604" fmla="*/ 2085023 h 2297429"/>
                <a:gd name="connsiteX4605" fmla="*/ 2572703 w 3006089"/>
                <a:gd name="connsiteY4605" fmla="*/ 2083594 h 2297429"/>
                <a:gd name="connsiteX4606" fmla="*/ 2580799 w 3006089"/>
                <a:gd name="connsiteY4606" fmla="*/ 2077879 h 2297429"/>
                <a:gd name="connsiteX4607" fmla="*/ 2586514 w 3006089"/>
                <a:gd name="connsiteY4607" fmla="*/ 2072164 h 2297429"/>
                <a:gd name="connsiteX4608" fmla="*/ 2588419 w 3006089"/>
                <a:gd name="connsiteY4608" fmla="*/ 2063591 h 2297429"/>
                <a:gd name="connsiteX4609" fmla="*/ 2591276 w 3006089"/>
                <a:gd name="connsiteY4609" fmla="*/ 2059305 h 2297429"/>
                <a:gd name="connsiteX4610" fmla="*/ 2593658 w 3006089"/>
                <a:gd name="connsiteY4610" fmla="*/ 2056924 h 2297429"/>
                <a:gd name="connsiteX4611" fmla="*/ 2587943 w 3006089"/>
                <a:gd name="connsiteY4611" fmla="*/ 2053590 h 2297429"/>
                <a:gd name="connsiteX4612" fmla="*/ 2582228 w 3006089"/>
                <a:gd name="connsiteY4612" fmla="*/ 2053590 h 2297429"/>
                <a:gd name="connsiteX4613" fmla="*/ 2583656 w 3006089"/>
                <a:gd name="connsiteY4613" fmla="*/ 2051209 h 2297429"/>
                <a:gd name="connsiteX4614" fmla="*/ 2576036 w 3006089"/>
                <a:gd name="connsiteY4614" fmla="*/ 2052638 h 2297429"/>
                <a:gd name="connsiteX4615" fmla="*/ 2572226 w 3006089"/>
                <a:gd name="connsiteY4615" fmla="*/ 2054543 h 2297429"/>
                <a:gd name="connsiteX4616" fmla="*/ 2567464 w 3006089"/>
                <a:gd name="connsiteY4616" fmla="*/ 2057876 h 2297429"/>
                <a:gd name="connsiteX4617" fmla="*/ 2563178 w 3006089"/>
                <a:gd name="connsiteY4617" fmla="*/ 2058829 h 2297429"/>
                <a:gd name="connsiteX4618" fmla="*/ 2561273 w 3006089"/>
                <a:gd name="connsiteY4618" fmla="*/ 2057876 h 2297429"/>
                <a:gd name="connsiteX4619" fmla="*/ 2558415 w 3006089"/>
                <a:gd name="connsiteY4619" fmla="*/ 2050733 h 2297429"/>
                <a:gd name="connsiteX4620" fmla="*/ 2555081 w 3006089"/>
                <a:gd name="connsiteY4620" fmla="*/ 2048351 h 2297429"/>
                <a:gd name="connsiteX4621" fmla="*/ 2542699 w 3006089"/>
                <a:gd name="connsiteY4621" fmla="*/ 2045018 h 2297429"/>
                <a:gd name="connsiteX4622" fmla="*/ 2537460 w 3006089"/>
                <a:gd name="connsiteY4622" fmla="*/ 2041684 h 2297429"/>
                <a:gd name="connsiteX4623" fmla="*/ 2535079 w 3006089"/>
                <a:gd name="connsiteY4623" fmla="*/ 2041208 h 2297429"/>
                <a:gd name="connsiteX4624" fmla="*/ 2530793 w 3006089"/>
                <a:gd name="connsiteY4624" fmla="*/ 2043589 h 2297429"/>
                <a:gd name="connsiteX4625" fmla="*/ 2528411 w 3006089"/>
                <a:gd name="connsiteY4625" fmla="*/ 2043113 h 2297429"/>
                <a:gd name="connsiteX4626" fmla="*/ 2536984 w 3006089"/>
                <a:gd name="connsiteY4626" fmla="*/ 2038826 h 2297429"/>
                <a:gd name="connsiteX4627" fmla="*/ 2541270 w 3006089"/>
                <a:gd name="connsiteY4627" fmla="*/ 2039779 h 2297429"/>
                <a:gd name="connsiteX4628" fmla="*/ 2543651 w 3006089"/>
                <a:gd name="connsiteY4628" fmla="*/ 2038826 h 2297429"/>
                <a:gd name="connsiteX4629" fmla="*/ 2549366 w 3006089"/>
                <a:gd name="connsiteY4629" fmla="*/ 2039303 h 2297429"/>
                <a:gd name="connsiteX4630" fmla="*/ 2551748 w 3006089"/>
                <a:gd name="connsiteY4630" fmla="*/ 2037398 h 2297429"/>
                <a:gd name="connsiteX4631" fmla="*/ 2554605 w 3006089"/>
                <a:gd name="connsiteY4631" fmla="*/ 2035493 h 2297429"/>
                <a:gd name="connsiteX4632" fmla="*/ 2560320 w 3006089"/>
                <a:gd name="connsiteY4632" fmla="*/ 2038826 h 2297429"/>
                <a:gd name="connsiteX4633" fmla="*/ 2569845 w 3006089"/>
                <a:gd name="connsiteY4633" fmla="*/ 2042160 h 2297429"/>
                <a:gd name="connsiteX4634" fmla="*/ 2573655 w 3006089"/>
                <a:gd name="connsiteY4634" fmla="*/ 2043113 h 2297429"/>
                <a:gd name="connsiteX4635" fmla="*/ 2576989 w 3006089"/>
                <a:gd name="connsiteY4635" fmla="*/ 2042636 h 2297429"/>
                <a:gd name="connsiteX4636" fmla="*/ 2584609 w 3006089"/>
                <a:gd name="connsiteY4636" fmla="*/ 2038826 h 2297429"/>
                <a:gd name="connsiteX4637" fmla="*/ 2586990 w 3006089"/>
                <a:gd name="connsiteY4637" fmla="*/ 2036445 h 2297429"/>
                <a:gd name="connsiteX4638" fmla="*/ 2591753 w 3006089"/>
                <a:gd name="connsiteY4638" fmla="*/ 2035016 h 2297429"/>
                <a:gd name="connsiteX4639" fmla="*/ 2593658 w 3006089"/>
                <a:gd name="connsiteY4639" fmla="*/ 2033588 h 2297429"/>
                <a:gd name="connsiteX4640" fmla="*/ 2595562 w 3006089"/>
                <a:gd name="connsiteY4640" fmla="*/ 2030254 h 2297429"/>
                <a:gd name="connsiteX4641" fmla="*/ 2597944 w 3006089"/>
                <a:gd name="connsiteY4641" fmla="*/ 2027873 h 2297429"/>
                <a:gd name="connsiteX4642" fmla="*/ 2607469 w 3006089"/>
                <a:gd name="connsiteY4642" fmla="*/ 2025015 h 2297429"/>
                <a:gd name="connsiteX4643" fmla="*/ 2610803 w 3006089"/>
                <a:gd name="connsiteY4643" fmla="*/ 2019300 h 2297429"/>
                <a:gd name="connsiteX4644" fmla="*/ 2611279 w 3006089"/>
                <a:gd name="connsiteY4644" fmla="*/ 2013109 h 2297429"/>
                <a:gd name="connsiteX4645" fmla="*/ 2605564 w 3006089"/>
                <a:gd name="connsiteY4645" fmla="*/ 2008346 h 2297429"/>
                <a:gd name="connsiteX4646" fmla="*/ 2602230 w 3006089"/>
                <a:gd name="connsiteY4646" fmla="*/ 2006918 h 2297429"/>
                <a:gd name="connsiteX4647" fmla="*/ 2606993 w 3006089"/>
                <a:gd name="connsiteY4647" fmla="*/ 2006918 h 2297429"/>
                <a:gd name="connsiteX4648" fmla="*/ 2612708 w 3006089"/>
                <a:gd name="connsiteY4648" fmla="*/ 2008346 h 2297429"/>
                <a:gd name="connsiteX4649" fmla="*/ 2612231 w 3006089"/>
                <a:gd name="connsiteY4649" fmla="*/ 2005489 h 2297429"/>
                <a:gd name="connsiteX4650" fmla="*/ 2610803 w 3006089"/>
                <a:gd name="connsiteY4650" fmla="*/ 2003584 h 2297429"/>
                <a:gd name="connsiteX4651" fmla="*/ 2600325 w 3006089"/>
                <a:gd name="connsiteY4651" fmla="*/ 1995488 h 2297429"/>
                <a:gd name="connsiteX4652" fmla="*/ 2591276 w 3006089"/>
                <a:gd name="connsiteY4652" fmla="*/ 1991678 h 2297429"/>
                <a:gd name="connsiteX4653" fmla="*/ 2572226 w 3006089"/>
                <a:gd name="connsiteY4653" fmla="*/ 1988820 h 2297429"/>
                <a:gd name="connsiteX4654" fmla="*/ 2567940 w 3006089"/>
                <a:gd name="connsiteY4654" fmla="*/ 1988820 h 2297429"/>
                <a:gd name="connsiteX4655" fmla="*/ 2555558 w 3006089"/>
                <a:gd name="connsiteY4655" fmla="*/ 1990725 h 2297429"/>
                <a:gd name="connsiteX4656" fmla="*/ 2545556 w 3006089"/>
                <a:gd name="connsiteY4656" fmla="*/ 1991201 h 2297429"/>
                <a:gd name="connsiteX4657" fmla="*/ 2531269 w 3006089"/>
                <a:gd name="connsiteY4657" fmla="*/ 1995011 h 2297429"/>
                <a:gd name="connsiteX4658" fmla="*/ 2513648 w 3006089"/>
                <a:gd name="connsiteY4658" fmla="*/ 2002155 h 2297429"/>
                <a:gd name="connsiteX4659" fmla="*/ 2498408 w 3006089"/>
                <a:gd name="connsiteY4659" fmla="*/ 2006918 h 2297429"/>
                <a:gd name="connsiteX4660" fmla="*/ 2487454 w 3006089"/>
                <a:gd name="connsiteY4660" fmla="*/ 2012156 h 2297429"/>
                <a:gd name="connsiteX4661" fmla="*/ 2475548 w 3006089"/>
                <a:gd name="connsiteY4661" fmla="*/ 2016919 h 2297429"/>
                <a:gd name="connsiteX4662" fmla="*/ 2468880 w 3006089"/>
                <a:gd name="connsiteY4662" fmla="*/ 2020729 h 2297429"/>
                <a:gd name="connsiteX4663" fmla="*/ 2464594 w 3006089"/>
                <a:gd name="connsiteY4663" fmla="*/ 2024539 h 2297429"/>
                <a:gd name="connsiteX4664" fmla="*/ 2457926 w 3006089"/>
                <a:gd name="connsiteY4664" fmla="*/ 2027873 h 2297429"/>
                <a:gd name="connsiteX4665" fmla="*/ 2455545 w 3006089"/>
                <a:gd name="connsiteY4665" fmla="*/ 2028349 h 2297429"/>
                <a:gd name="connsiteX4666" fmla="*/ 2449830 w 3006089"/>
                <a:gd name="connsiteY4666" fmla="*/ 2032159 h 2297429"/>
                <a:gd name="connsiteX4667" fmla="*/ 2438876 w 3006089"/>
                <a:gd name="connsiteY4667" fmla="*/ 2042160 h 2297429"/>
                <a:gd name="connsiteX4668" fmla="*/ 2433161 w 3006089"/>
                <a:gd name="connsiteY4668" fmla="*/ 2045494 h 2297429"/>
                <a:gd name="connsiteX4669" fmla="*/ 2429351 w 3006089"/>
                <a:gd name="connsiteY4669" fmla="*/ 2051685 h 2297429"/>
                <a:gd name="connsiteX4670" fmla="*/ 2421731 w 3006089"/>
                <a:gd name="connsiteY4670" fmla="*/ 2060258 h 2297429"/>
                <a:gd name="connsiteX4671" fmla="*/ 2414587 w 3006089"/>
                <a:gd name="connsiteY4671" fmla="*/ 2066925 h 2297429"/>
                <a:gd name="connsiteX4672" fmla="*/ 2412683 w 3006089"/>
                <a:gd name="connsiteY4672" fmla="*/ 2070735 h 2297429"/>
                <a:gd name="connsiteX4673" fmla="*/ 2407444 w 3006089"/>
                <a:gd name="connsiteY4673" fmla="*/ 2074545 h 2297429"/>
                <a:gd name="connsiteX4674" fmla="*/ 2401729 w 3006089"/>
                <a:gd name="connsiteY4674" fmla="*/ 2081689 h 2297429"/>
                <a:gd name="connsiteX4675" fmla="*/ 2397443 w 3006089"/>
                <a:gd name="connsiteY4675" fmla="*/ 2085499 h 2297429"/>
                <a:gd name="connsiteX4676" fmla="*/ 2381250 w 3006089"/>
                <a:gd name="connsiteY4676" fmla="*/ 2093119 h 2297429"/>
                <a:gd name="connsiteX4677" fmla="*/ 2376011 w 3006089"/>
                <a:gd name="connsiteY4677" fmla="*/ 2094548 h 2297429"/>
                <a:gd name="connsiteX4678" fmla="*/ 2372201 w 3006089"/>
                <a:gd name="connsiteY4678" fmla="*/ 2097405 h 2297429"/>
                <a:gd name="connsiteX4679" fmla="*/ 2366010 w 3006089"/>
                <a:gd name="connsiteY4679" fmla="*/ 2098834 h 2297429"/>
                <a:gd name="connsiteX4680" fmla="*/ 2357914 w 3006089"/>
                <a:gd name="connsiteY4680" fmla="*/ 2101691 h 2297429"/>
                <a:gd name="connsiteX4681" fmla="*/ 2350294 w 3006089"/>
                <a:gd name="connsiteY4681" fmla="*/ 2102644 h 2297429"/>
                <a:gd name="connsiteX4682" fmla="*/ 2343150 w 3006089"/>
                <a:gd name="connsiteY4682" fmla="*/ 2105978 h 2297429"/>
                <a:gd name="connsiteX4683" fmla="*/ 2340293 w 3006089"/>
                <a:gd name="connsiteY4683" fmla="*/ 2107883 h 2297429"/>
                <a:gd name="connsiteX4684" fmla="*/ 2338387 w 3006089"/>
                <a:gd name="connsiteY4684" fmla="*/ 2110740 h 2297429"/>
                <a:gd name="connsiteX4685" fmla="*/ 2334101 w 3006089"/>
                <a:gd name="connsiteY4685" fmla="*/ 2112169 h 2297429"/>
                <a:gd name="connsiteX4686" fmla="*/ 2329815 w 3006089"/>
                <a:gd name="connsiteY4686" fmla="*/ 2114550 h 2297429"/>
                <a:gd name="connsiteX4687" fmla="*/ 2321719 w 3006089"/>
                <a:gd name="connsiteY4687" fmla="*/ 2121694 h 2297429"/>
                <a:gd name="connsiteX4688" fmla="*/ 2313146 w 3006089"/>
                <a:gd name="connsiteY4688" fmla="*/ 2125028 h 2297429"/>
                <a:gd name="connsiteX4689" fmla="*/ 2307431 w 3006089"/>
                <a:gd name="connsiteY4689" fmla="*/ 2128838 h 2297429"/>
                <a:gd name="connsiteX4690" fmla="*/ 2304098 w 3006089"/>
                <a:gd name="connsiteY4690" fmla="*/ 2135029 h 2297429"/>
                <a:gd name="connsiteX4691" fmla="*/ 2300287 w 3006089"/>
                <a:gd name="connsiteY4691" fmla="*/ 2139315 h 2297429"/>
                <a:gd name="connsiteX4692" fmla="*/ 2296954 w 3006089"/>
                <a:gd name="connsiteY4692" fmla="*/ 2144554 h 2297429"/>
                <a:gd name="connsiteX4693" fmla="*/ 2296478 w 3006089"/>
                <a:gd name="connsiteY4693" fmla="*/ 2146459 h 2297429"/>
                <a:gd name="connsiteX4694" fmla="*/ 2295525 w 3006089"/>
                <a:gd name="connsiteY4694" fmla="*/ 2151698 h 2297429"/>
                <a:gd name="connsiteX4695" fmla="*/ 2294096 w 3006089"/>
                <a:gd name="connsiteY4695" fmla="*/ 2153126 h 2297429"/>
                <a:gd name="connsiteX4696" fmla="*/ 2286953 w 3006089"/>
                <a:gd name="connsiteY4696" fmla="*/ 2154555 h 2297429"/>
                <a:gd name="connsiteX4697" fmla="*/ 2277428 w 3006089"/>
                <a:gd name="connsiteY4697" fmla="*/ 2161223 h 2297429"/>
                <a:gd name="connsiteX4698" fmla="*/ 2269808 w 3006089"/>
                <a:gd name="connsiteY4698" fmla="*/ 2163604 h 2297429"/>
                <a:gd name="connsiteX4699" fmla="*/ 2259806 w 3006089"/>
                <a:gd name="connsiteY4699" fmla="*/ 2169795 h 2297429"/>
                <a:gd name="connsiteX4700" fmla="*/ 2255044 w 3006089"/>
                <a:gd name="connsiteY4700" fmla="*/ 2171224 h 2297429"/>
                <a:gd name="connsiteX4701" fmla="*/ 2256473 w 3006089"/>
                <a:gd name="connsiteY4701" fmla="*/ 2171224 h 2297429"/>
                <a:gd name="connsiteX4702" fmla="*/ 2265521 w 3006089"/>
                <a:gd name="connsiteY4702" fmla="*/ 2170748 h 2297429"/>
                <a:gd name="connsiteX4703" fmla="*/ 2677478 w 3006089"/>
                <a:gd name="connsiteY4703" fmla="*/ 2117408 h 2297429"/>
                <a:gd name="connsiteX4704" fmla="*/ 2682716 w 3006089"/>
                <a:gd name="connsiteY4704" fmla="*/ 2114074 h 2297429"/>
                <a:gd name="connsiteX4705" fmla="*/ 2687955 w 3006089"/>
                <a:gd name="connsiteY4705" fmla="*/ 2111216 h 2297429"/>
                <a:gd name="connsiteX4706" fmla="*/ 2687479 w 3006089"/>
                <a:gd name="connsiteY4706" fmla="*/ 2110264 h 2297429"/>
                <a:gd name="connsiteX4707" fmla="*/ 2686526 w 3006089"/>
                <a:gd name="connsiteY4707" fmla="*/ 2109311 h 2297429"/>
                <a:gd name="connsiteX4708" fmla="*/ 2683669 w 3006089"/>
                <a:gd name="connsiteY4708" fmla="*/ 2108359 h 2297429"/>
                <a:gd name="connsiteX4709" fmla="*/ 2674620 w 3006089"/>
                <a:gd name="connsiteY4709" fmla="*/ 2108835 h 2297429"/>
                <a:gd name="connsiteX4710" fmla="*/ 2666048 w 3006089"/>
                <a:gd name="connsiteY4710" fmla="*/ 2109788 h 2297429"/>
                <a:gd name="connsiteX4711" fmla="*/ 2664143 w 3006089"/>
                <a:gd name="connsiteY4711" fmla="*/ 2110264 h 2297429"/>
                <a:gd name="connsiteX4712" fmla="*/ 2655570 w 3006089"/>
                <a:gd name="connsiteY4712" fmla="*/ 2111216 h 2297429"/>
                <a:gd name="connsiteX4713" fmla="*/ 2649855 w 3006089"/>
                <a:gd name="connsiteY4713" fmla="*/ 2111216 h 2297429"/>
                <a:gd name="connsiteX4714" fmla="*/ 2644616 w 3006089"/>
                <a:gd name="connsiteY4714" fmla="*/ 2109788 h 2297429"/>
                <a:gd name="connsiteX4715" fmla="*/ 2641759 w 3006089"/>
                <a:gd name="connsiteY4715" fmla="*/ 2107883 h 2297429"/>
                <a:gd name="connsiteX4716" fmla="*/ 2640330 w 3006089"/>
                <a:gd name="connsiteY4716" fmla="*/ 2107883 h 2297429"/>
                <a:gd name="connsiteX4717" fmla="*/ 2638901 w 3006089"/>
                <a:gd name="connsiteY4717" fmla="*/ 2108359 h 2297429"/>
                <a:gd name="connsiteX4718" fmla="*/ 2636044 w 3006089"/>
                <a:gd name="connsiteY4718" fmla="*/ 2106930 h 2297429"/>
                <a:gd name="connsiteX4719" fmla="*/ 2630805 w 3006089"/>
                <a:gd name="connsiteY4719" fmla="*/ 2105501 h 2297429"/>
                <a:gd name="connsiteX4720" fmla="*/ 2628900 w 3006089"/>
                <a:gd name="connsiteY4720" fmla="*/ 2108835 h 2297429"/>
                <a:gd name="connsiteX4721" fmla="*/ 2627471 w 3006089"/>
                <a:gd name="connsiteY4721" fmla="*/ 2109788 h 2297429"/>
                <a:gd name="connsiteX4722" fmla="*/ 2626519 w 3006089"/>
                <a:gd name="connsiteY4722" fmla="*/ 2109311 h 2297429"/>
                <a:gd name="connsiteX4723" fmla="*/ 2625566 w 3006089"/>
                <a:gd name="connsiteY4723" fmla="*/ 2108359 h 2297429"/>
                <a:gd name="connsiteX4724" fmla="*/ 2623185 w 3006089"/>
                <a:gd name="connsiteY4724" fmla="*/ 2107883 h 2297429"/>
                <a:gd name="connsiteX4725" fmla="*/ 2624137 w 3006089"/>
                <a:gd name="connsiteY4725" fmla="*/ 2106454 h 2297429"/>
                <a:gd name="connsiteX4726" fmla="*/ 2624614 w 3006089"/>
                <a:gd name="connsiteY4726" fmla="*/ 2105025 h 2297429"/>
                <a:gd name="connsiteX4727" fmla="*/ 2624137 w 3006089"/>
                <a:gd name="connsiteY4727" fmla="*/ 2103596 h 2297429"/>
                <a:gd name="connsiteX4728" fmla="*/ 2623185 w 3006089"/>
                <a:gd name="connsiteY4728" fmla="*/ 2102168 h 2297429"/>
                <a:gd name="connsiteX4729" fmla="*/ 2616994 w 3006089"/>
                <a:gd name="connsiteY4729" fmla="*/ 2096453 h 2297429"/>
                <a:gd name="connsiteX4730" fmla="*/ 2620804 w 3006089"/>
                <a:gd name="connsiteY4730" fmla="*/ 2090738 h 2297429"/>
                <a:gd name="connsiteX4731" fmla="*/ 2620328 w 3006089"/>
                <a:gd name="connsiteY4731" fmla="*/ 2087880 h 2297429"/>
                <a:gd name="connsiteX4732" fmla="*/ 2620328 w 3006089"/>
                <a:gd name="connsiteY4732" fmla="*/ 2084546 h 2297429"/>
                <a:gd name="connsiteX4733" fmla="*/ 2614612 w 3006089"/>
                <a:gd name="connsiteY4733" fmla="*/ 2089309 h 2297429"/>
                <a:gd name="connsiteX4734" fmla="*/ 2612231 w 3006089"/>
                <a:gd name="connsiteY4734" fmla="*/ 2091690 h 2297429"/>
                <a:gd name="connsiteX4735" fmla="*/ 2610326 w 3006089"/>
                <a:gd name="connsiteY4735" fmla="*/ 2094548 h 2297429"/>
                <a:gd name="connsiteX4736" fmla="*/ 2607945 w 3006089"/>
                <a:gd name="connsiteY4736" fmla="*/ 2097405 h 2297429"/>
                <a:gd name="connsiteX4737" fmla="*/ 2606516 w 3006089"/>
                <a:gd name="connsiteY4737" fmla="*/ 2100739 h 2297429"/>
                <a:gd name="connsiteX4738" fmla="*/ 2606993 w 3006089"/>
                <a:gd name="connsiteY4738" fmla="*/ 2103120 h 2297429"/>
                <a:gd name="connsiteX4739" fmla="*/ 2612231 w 3006089"/>
                <a:gd name="connsiteY4739" fmla="*/ 2103596 h 2297429"/>
                <a:gd name="connsiteX4740" fmla="*/ 2615565 w 3006089"/>
                <a:gd name="connsiteY4740" fmla="*/ 2105025 h 2297429"/>
                <a:gd name="connsiteX4741" fmla="*/ 2616518 w 3006089"/>
                <a:gd name="connsiteY4741" fmla="*/ 2106454 h 2297429"/>
                <a:gd name="connsiteX4742" fmla="*/ 2616518 w 3006089"/>
                <a:gd name="connsiteY4742" fmla="*/ 2112169 h 2297429"/>
                <a:gd name="connsiteX4743" fmla="*/ 2619851 w 3006089"/>
                <a:gd name="connsiteY4743" fmla="*/ 2113121 h 2297429"/>
                <a:gd name="connsiteX4744" fmla="*/ 2625090 w 3006089"/>
                <a:gd name="connsiteY4744" fmla="*/ 2113121 h 2297429"/>
                <a:gd name="connsiteX4745" fmla="*/ 2628424 w 3006089"/>
                <a:gd name="connsiteY4745" fmla="*/ 2113598 h 2297429"/>
                <a:gd name="connsiteX4746" fmla="*/ 2628900 w 3006089"/>
                <a:gd name="connsiteY4746" fmla="*/ 2114074 h 2297429"/>
                <a:gd name="connsiteX4747" fmla="*/ 2628424 w 3006089"/>
                <a:gd name="connsiteY4747" fmla="*/ 2114550 h 2297429"/>
                <a:gd name="connsiteX4748" fmla="*/ 2626995 w 3006089"/>
                <a:gd name="connsiteY4748" fmla="*/ 2114550 h 2297429"/>
                <a:gd name="connsiteX4749" fmla="*/ 2629376 w 3006089"/>
                <a:gd name="connsiteY4749" fmla="*/ 2117884 h 2297429"/>
                <a:gd name="connsiteX4750" fmla="*/ 2632234 w 3006089"/>
                <a:gd name="connsiteY4750" fmla="*/ 2120265 h 2297429"/>
                <a:gd name="connsiteX4751" fmla="*/ 2634615 w 3006089"/>
                <a:gd name="connsiteY4751" fmla="*/ 2121218 h 2297429"/>
                <a:gd name="connsiteX4752" fmla="*/ 2644616 w 3006089"/>
                <a:gd name="connsiteY4752" fmla="*/ 2123599 h 2297429"/>
                <a:gd name="connsiteX4753" fmla="*/ 2646998 w 3006089"/>
                <a:gd name="connsiteY4753" fmla="*/ 2123123 h 2297429"/>
                <a:gd name="connsiteX4754" fmla="*/ 2648903 w 3006089"/>
                <a:gd name="connsiteY4754" fmla="*/ 2121694 h 2297429"/>
                <a:gd name="connsiteX4755" fmla="*/ 2645093 w 3006089"/>
                <a:gd name="connsiteY4755" fmla="*/ 2121218 h 2297429"/>
                <a:gd name="connsiteX4756" fmla="*/ 2647474 w 3006089"/>
                <a:gd name="connsiteY4756" fmla="*/ 2119789 h 2297429"/>
                <a:gd name="connsiteX4757" fmla="*/ 2650331 w 3006089"/>
                <a:gd name="connsiteY4757" fmla="*/ 2119313 h 2297429"/>
                <a:gd name="connsiteX4758" fmla="*/ 2652236 w 3006089"/>
                <a:gd name="connsiteY4758" fmla="*/ 2117408 h 2297429"/>
                <a:gd name="connsiteX4759" fmla="*/ 2655094 w 3006089"/>
                <a:gd name="connsiteY4759" fmla="*/ 2116455 h 2297429"/>
                <a:gd name="connsiteX4760" fmla="*/ 2654618 w 3006089"/>
                <a:gd name="connsiteY4760" fmla="*/ 2117408 h 2297429"/>
                <a:gd name="connsiteX4761" fmla="*/ 2652712 w 3006089"/>
                <a:gd name="connsiteY4761" fmla="*/ 2118360 h 2297429"/>
                <a:gd name="connsiteX4762" fmla="*/ 2652712 w 3006089"/>
                <a:gd name="connsiteY4762" fmla="*/ 2120265 h 2297429"/>
                <a:gd name="connsiteX4763" fmla="*/ 2654141 w 3006089"/>
                <a:gd name="connsiteY4763" fmla="*/ 2121694 h 2297429"/>
                <a:gd name="connsiteX4764" fmla="*/ 2656046 w 3006089"/>
                <a:gd name="connsiteY4764" fmla="*/ 2121694 h 2297429"/>
                <a:gd name="connsiteX4765" fmla="*/ 2657951 w 3006089"/>
                <a:gd name="connsiteY4765" fmla="*/ 2124551 h 2297429"/>
                <a:gd name="connsiteX4766" fmla="*/ 2653665 w 3006089"/>
                <a:gd name="connsiteY4766" fmla="*/ 2126933 h 2297429"/>
                <a:gd name="connsiteX4767" fmla="*/ 2654618 w 3006089"/>
                <a:gd name="connsiteY4767" fmla="*/ 2127409 h 2297429"/>
                <a:gd name="connsiteX4768" fmla="*/ 2657951 w 3006089"/>
                <a:gd name="connsiteY4768" fmla="*/ 2126933 h 2297429"/>
                <a:gd name="connsiteX4769" fmla="*/ 2658904 w 3006089"/>
                <a:gd name="connsiteY4769" fmla="*/ 2129790 h 2297429"/>
                <a:gd name="connsiteX4770" fmla="*/ 2661285 w 3006089"/>
                <a:gd name="connsiteY4770" fmla="*/ 2130743 h 2297429"/>
                <a:gd name="connsiteX4771" fmla="*/ 2663190 w 3006089"/>
                <a:gd name="connsiteY4771" fmla="*/ 2131219 h 2297429"/>
                <a:gd name="connsiteX4772" fmla="*/ 2670334 w 3006089"/>
                <a:gd name="connsiteY4772" fmla="*/ 2130743 h 2297429"/>
                <a:gd name="connsiteX4773" fmla="*/ 2672239 w 3006089"/>
                <a:gd name="connsiteY4773" fmla="*/ 2129790 h 2297429"/>
                <a:gd name="connsiteX4774" fmla="*/ 2671286 w 3006089"/>
                <a:gd name="connsiteY4774" fmla="*/ 2128838 h 2297429"/>
                <a:gd name="connsiteX4775" fmla="*/ 2669858 w 3006089"/>
                <a:gd name="connsiteY4775" fmla="*/ 2128361 h 2297429"/>
                <a:gd name="connsiteX4776" fmla="*/ 2669858 w 3006089"/>
                <a:gd name="connsiteY4776" fmla="*/ 2125504 h 2297429"/>
                <a:gd name="connsiteX4777" fmla="*/ 2669381 w 3006089"/>
                <a:gd name="connsiteY4777" fmla="*/ 2122646 h 2297429"/>
                <a:gd name="connsiteX4778" fmla="*/ 2670334 w 3006089"/>
                <a:gd name="connsiteY4778" fmla="*/ 2121218 h 2297429"/>
                <a:gd name="connsiteX4779" fmla="*/ 2677478 w 3006089"/>
                <a:gd name="connsiteY4779" fmla="*/ 2117408 h 2297429"/>
                <a:gd name="connsiteX4780" fmla="*/ 2378869 w 3006089"/>
                <a:gd name="connsiteY4780" fmla="*/ 2091214 h 2297429"/>
                <a:gd name="connsiteX4781" fmla="*/ 2377916 w 3006089"/>
                <a:gd name="connsiteY4781" fmla="*/ 2092643 h 2297429"/>
                <a:gd name="connsiteX4782" fmla="*/ 2380774 w 3006089"/>
                <a:gd name="connsiteY4782" fmla="*/ 2092166 h 2297429"/>
                <a:gd name="connsiteX4783" fmla="*/ 2384584 w 3006089"/>
                <a:gd name="connsiteY4783" fmla="*/ 2090261 h 2297429"/>
                <a:gd name="connsiteX4784" fmla="*/ 2387441 w 3006089"/>
                <a:gd name="connsiteY4784" fmla="*/ 2086928 h 2297429"/>
                <a:gd name="connsiteX4785" fmla="*/ 2385536 w 3006089"/>
                <a:gd name="connsiteY4785" fmla="*/ 2086928 h 2297429"/>
                <a:gd name="connsiteX4786" fmla="*/ 2382203 w 3006089"/>
                <a:gd name="connsiteY4786" fmla="*/ 2088356 h 2297429"/>
                <a:gd name="connsiteX4787" fmla="*/ 2378869 w 3006089"/>
                <a:gd name="connsiteY4787" fmla="*/ 2091214 h 2297429"/>
                <a:gd name="connsiteX4788" fmla="*/ 2788444 w 3006089"/>
                <a:gd name="connsiteY4788" fmla="*/ 1917859 h 2297429"/>
                <a:gd name="connsiteX4789" fmla="*/ 2802731 w 3006089"/>
                <a:gd name="connsiteY4789" fmla="*/ 1905000 h 2297429"/>
                <a:gd name="connsiteX4790" fmla="*/ 2803684 w 3006089"/>
                <a:gd name="connsiteY4790" fmla="*/ 1902143 h 2297429"/>
                <a:gd name="connsiteX4791" fmla="*/ 2804636 w 3006089"/>
                <a:gd name="connsiteY4791" fmla="*/ 1901190 h 2297429"/>
                <a:gd name="connsiteX4792" fmla="*/ 2807494 w 3006089"/>
                <a:gd name="connsiteY4792" fmla="*/ 1899285 h 2297429"/>
                <a:gd name="connsiteX4793" fmla="*/ 2809875 w 3006089"/>
                <a:gd name="connsiteY4793" fmla="*/ 1898809 h 2297429"/>
                <a:gd name="connsiteX4794" fmla="*/ 2815590 w 3006089"/>
                <a:gd name="connsiteY4794" fmla="*/ 1899285 h 2297429"/>
                <a:gd name="connsiteX4795" fmla="*/ 2821781 w 3006089"/>
                <a:gd name="connsiteY4795" fmla="*/ 1898809 h 2297429"/>
                <a:gd name="connsiteX4796" fmla="*/ 2824162 w 3006089"/>
                <a:gd name="connsiteY4796" fmla="*/ 1898333 h 2297429"/>
                <a:gd name="connsiteX4797" fmla="*/ 2829878 w 3006089"/>
                <a:gd name="connsiteY4797" fmla="*/ 1894999 h 2297429"/>
                <a:gd name="connsiteX4798" fmla="*/ 2832735 w 3006089"/>
                <a:gd name="connsiteY4798" fmla="*/ 1894046 h 2297429"/>
                <a:gd name="connsiteX4799" fmla="*/ 2843212 w 3006089"/>
                <a:gd name="connsiteY4799" fmla="*/ 1892141 h 2297429"/>
                <a:gd name="connsiteX4800" fmla="*/ 2848928 w 3006089"/>
                <a:gd name="connsiteY4800" fmla="*/ 1891665 h 2297429"/>
                <a:gd name="connsiteX4801" fmla="*/ 2856071 w 3006089"/>
                <a:gd name="connsiteY4801" fmla="*/ 1893094 h 2297429"/>
                <a:gd name="connsiteX4802" fmla="*/ 2858929 w 3006089"/>
                <a:gd name="connsiteY4802" fmla="*/ 1893094 h 2297429"/>
                <a:gd name="connsiteX4803" fmla="*/ 2860358 w 3006089"/>
                <a:gd name="connsiteY4803" fmla="*/ 1892618 h 2297429"/>
                <a:gd name="connsiteX4804" fmla="*/ 2875121 w 3006089"/>
                <a:gd name="connsiteY4804" fmla="*/ 1882616 h 2297429"/>
                <a:gd name="connsiteX4805" fmla="*/ 2884170 w 3006089"/>
                <a:gd name="connsiteY4805" fmla="*/ 1877378 h 2297429"/>
                <a:gd name="connsiteX4806" fmla="*/ 2893219 w 3006089"/>
                <a:gd name="connsiteY4806" fmla="*/ 1871186 h 2297429"/>
                <a:gd name="connsiteX4807" fmla="*/ 2904173 w 3006089"/>
                <a:gd name="connsiteY4807" fmla="*/ 1861661 h 2297429"/>
                <a:gd name="connsiteX4808" fmla="*/ 2905125 w 3006089"/>
                <a:gd name="connsiteY4808" fmla="*/ 1859280 h 2297429"/>
                <a:gd name="connsiteX4809" fmla="*/ 2904649 w 3006089"/>
                <a:gd name="connsiteY4809" fmla="*/ 1856899 h 2297429"/>
                <a:gd name="connsiteX4810" fmla="*/ 2901315 w 3006089"/>
                <a:gd name="connsiteY4810" fmla="*/ 1854994 h 2297429"/>
                <a:gd name="connsiteX4811" fmla="*/ 2899410 w 3006089"/>
                <a:gd name="connsiteY4811" fmla="*/ 1853565 h 2297429"/>
                <a:gd name="connsiteX4812" fmla="*/ 2893695 w 3006089"/>
                <a:gd name="connsiteY4812" fmla="*/ 1850708 h 2297429"/>
                <a:gd name="connsiteX4813" fmla="*/ 2893219 w 3006089"/>
                <a:gd name="connsiteY4813" fmla="*/ 1849755 h 2297429"/>
                <a:gd name="connsiteX4814" fmla="*/ 2897029 w 3006089"/>
                <a:gd name="connsiteY4814" fmla="*/ 1850708 h 2297429"/>
                <a:gd name="connsiteX4815" fmla="*/ 2901315 w 3006089"/>
                <a:gd name="connsiteY4815" fmla="*/ 1851184 h 2297429"/>
                <a:gd name="connsiteX4816" fmla="*/ 2903220 w 3006089"/>
                <a:gd name="connsiteY4816" fmla="*/ 1849755 h 2297429"/>
                <a:gd name="connsiteX4817" fmla="*/ 2903696 w 3006089"/>
                <a:gd name="connsiteY4817" fmla="*/ 1847850 h 2297429"/>
                <a:gd name="connsiteX4818" fmla="*/ 2902268 w 3006089"/>
                <a:gd name="connsiteY4818" fmla="*/ 1845945 h 2297429"/>
                <a:gd name="connsiteX4819" fmla="*/ 2898934 w 3006089"/>
                <a:gd name="connsiteY4819" fmla="*/ 1844516 h 2297429"/>
                <a:gd name="connsiteX4820" fmla="*/ 2891790 w 3006089"/>
                <a:gd name="connsiteY4820" fmla="*/ 1843088 h 2297429"/>
                <a:gd name="connsiteX4821" fmla="*/ 2885599 w 3006089"/>
                <a:gd name="connsiteY4821" fmla="*/ 1843088 h 2297429"/>
                <a:gd name="connsiteX4822" fmla="*/ 2882265 w 3006089"/>
                <a:gd name="connsiteY4822" fmla="*/ 1842611 h 2297429"/>
                <a:gd name="connsiteX4823" fmla="*/ 2883218 w 3006089"/>
                <a:gd name="connsiteY4823" fmla="*/ 1841183 h 2297429"/>
                <a:gd name="connsiteX4824" fmla="*/ 2887504 w 3006089"/>
                <a:gd name="connsiteY4824" fmla="*/ 1841183 h 2297429"/>
                <a:gd name="connsiteX4825" fmla="*/ 2898458 w 3006089"/>
                <a:gd name="connsiteY4825" fmla="*/ 1838801 h 2297429"/>
                <a:gd name="connsiteX4826" fmla="*/ 2899886 w 3006089"/>
                <a:gd name="connsiteY4826" fmla="*/ 1837849 h 2297429"/>
                <a:gd name="connsiteX4827" fmla="*/ 2899410 w 3006089"/>
                <a:gd name="connsiteY4827" fmla="*/ 1836420 h 2297429"/>
                <a:gd name="connsiteX4828" fmla="*/ 2897505 w 3006089"/>
                <a:gd name="connsiteY4828" fmla="*/ 1833563 h 2297429"/>
                <a:gd name="connsiteX4829" fmla="*/ 2897981 w 3006089"/>
                <a:gd name="connsiteY4829" fmla="*/ 1829753 h 2297429"/>
                <a:gd name="connsiteX4830" fmla="*/ 2898934 w 3006089"/>
                <a:gd name="connsiteY4830" fmla="*/ 1827371 h 2297429"/>
                <a:gd name="connsiteX4831" fmla="*/ 2897029 w 3006089"/>
                <a:gd name="connsiteY4831" fmla="*/ 1821656 h 2297429"/>
                <a:gd name="connsiteX4832" fmla="*/ 2899886 w 3006089"/>
                <a:gd name="connsiteY4832" fmla="*/ 1815465 h 2297429"/>
                <a:gd name="connsiteX4833" fmla="*/ 2900362 w 3006089"/>
                <a:gd name="connsiteY4833" fmla="*/ 1812131 h 2297429"/>
                <a:gd name="connsiteX4834" fmla="*/ 2899886 w 3006089"/>
                <a:gd name="connsiteY4834" fmla="*/ 1810703 h 2297429"/>
                <a:gd name="connsiteX4835" fmla="*/ 2898458 w 3006089"/>
                <a:gd name="connsiteY4835" fmla="*/ 1808798 h 2297429"/>
                <a:gd name="connsiteX4836" fmla="*/ 2897981 w 3006089"/>
                <a:gd name="connsiteY4836" fmla="*/ 1807369 h 2297429"/>
                <a:gd name="connsiteX4837" fmla="*/ 2897981 w 3006089"/>
                <a:gd name="connsiteY4837" fmla="*/ 1805940 h 2297429"/>
                <a:gd name="connsiteX4838" fmla="*/ 2896076 w 3006089"/>
                <a:gd name="connsiteY4838" fmla="*/ 1803559 h 2297429"/>
                <a:gd name="connsiteX4839" fmla="*/ 2894171 w 3006089"/>
                <a:gd name="connsiteY4839" fmla="*/ 1799749 h 2297429"/>
                <a:gd name="connsiteX4840" fmla="*/ 2889409 w 3006089"/>
                <a:gd name="connsiteY4840" fmla="*/ 1794510 h 2297429"/>
                <a:gd name="connsiteX4841" fmla="*/ 2884170 w 3006089"/>
                <a:gd name="connsiteY4841" fmla="*/ 1794034 h 2297429"/>
                <a:gd name="connsiteX4842" fmla="*/ 2881312 w 3006089"/>
                <a:gd name="connsiteY4842" fmla="*/ 1793081 h 2297429"/>
                <a:gd name="connsiteX4843" fmla="*/ 2878455 w 3006089"/>
                <a:gd name="connsiteY4843" fmla="*/ 1788795 h 2297429"/>
                <a:gd name="connsiteX4844" fmla="*/ 2877979 w 3006089"/>
                <a:gd name="connsiteY4844" fmla="*/ 1786414 h 2297429"/>
                <a:gd name="connsiteX4845" fmla="*/ 2876074 w 3006089"/>
                <a:gd name="connsiteY4845" fmla="*/ 1786414 h 2297429"/>
                <a:gd name="connsiteX4846" fmla="*/ 2870359 w 3006089"/>
                <a:gd name="connsiteY4846" fmla="*/ 1786890 h 2297429"/>
                <a:gd name="connsiteX4847" fmla="*/ 2865596 w 3006089"/>
                <a:gd name="connsiteY4847" fmla="*/ 1787843 h 2297429"/>
                <a:gd name="connsiteX4848" fmla="*/ 2859881 w 3006089"/>
                <a:gd name="connsiteY4848" fmla="*/ 1790700 h 2297429"/>
                <a:gd name="connsiteX4849" fmla="*/ 2852737 w 3006089"/>
                <a:gd name="connsiteY4849" fmla="*/ 1797368 h 2297429"/>
                <a:gd name="connsiteX4850" fmla="*/ 2848928 w 3006089"/>
                <a:gd name="connsiteY4850" fmla="*/ 1800225 h 2297429"/>
                <a:gd name="connsiteX4851" fmla="*/ 2847023 w 3006089"/>
                <a:gd name="connsiteY4851" fmla="*/ 1795939 h 2297429"/>
                <a:gd name="connsiteX4852" fmla="*/ 2846070 w 3006089"/>
                <a:gd name="connsiteY4852" fmla="*/ 1794986 h 2297429"/>
                <a:gd name="connsiteX4853" fmla="*/ 2842260 w 3006089"/>
                <a:gd name="connsiteY4853" fmla="*/ 1794034 h 2297429"/>
                <a:gd name="connsiteX4854" fmla="*/ 2842260 w 3006089"/>
                <a:gd name="connsiteY4854" fmla="*/ 1793558 h 2297429"/>
                <a:gd name="connsiteX4855" fmla="*/ 2843212 w 3006089"/>
                <a:gd name="connsiteY4855" fmla="*/ 1792605 h 2297429"/>
                <a:gd name="connsiteX4856" fmla="*/ 2851785 w 3006089"/>
                <a:gd name="connsiteY4856" fmla="*/ 1788795 h 2297429"/>
                <a:gd name="connsiteX4857" fmla="*/ 2854643 w 3006089"/>
                <a:gd name="connsiteY4857" fmla="*/ 1786890 h 2297429"/>
                <a:gd name="connsiteX4858" fmla="*/ 2855595 w 3006089"/>
                <a:gd name="connsiteY4858" fmla="*/ 1785461 h 2297429"/>
                <a:gd name="connsiteX4859" fmla="*/ 2855119 w 3006089"/>
                <a:gd name="connsiteY4859" fmla="*/ 1783080 h 2297429"/>
                <a:gd name="connsiteX4860" fmla="*/ 2853214 w 3006089"/>
                <a:gd name="connsiteY4860" fmla="*/ 1779746 h 2297429"/>
                <a:gd name="connsiteX4861" fmla="*/ 2845594 w 3006089"/>
                <a:gd name="connsiteY4861" fmla="*/ 1768793 h 2297429"/>
                <a:gd name="connsiteX4862" fmla="*/ 2838926 w 3006089"/>
                <a:gd name="connsiteY4862" fmla="*/ 1767364 h 2297429"/>
                <a:gd name="connsiteX4863" fmla="*/ 2819400 w 3006089"/>
                <a:gd name="connsiteY4863" fmla="*/ 1765459 h 2297429"/>
                <a:gd name="connsiteX4864" fmla="*/ 2815590 w 3006089"/>
                <a:gd name="connsiteY4864" fmla="*/ 1766888 h 2297429"/>
                <a:gd name="connsiteX4865" fmla="*/ 2814161 w 3006089"/>
                <a:gd name="connsiteY4865" fmla="*/ 1768316 h 2297429"/>
                <a:gd name="connsiteX4866" fmla="*/ 2814161 w 3006089"/>
                <a:gd name="connsiteY4866" fmla="*/ 1769269 h 2297429"/>
                <a:gd name="connsiteX4867" fmla="*/ 2815590 w 3006089"/>
                <a:gd name="connsiteY4867" fmla="*/ 1771174 h 2297429"/>
                <a:gd name="connsiteX4868" fmla="*/ 2820353 w 3006089"/>
                <a:gd name="connsiteY4868" fmla="*/ 1770221 h 2297429"/>
                <a:gd name="connsiteX4869" fmla="*/ 2824162 w 3006089"/>
                <a:gd name="connsiteY4869" fmla="*/ 1770221 h 2297429"/>
                <a:gd name="connsiteX4870" fmla="*/ 2828925 w 3006089"/>
                <a:gd name="connsiteY4870" fmla="*/ 1771174 h 2297429"/>
                <a:gd name="connsiteX4871" fmla="*/ 2828449 w 3006089"/>
                <a:gd name="connsiteY4871" fmla="*/ 1771650 h 2297429"/>
                <a:gd name="connsiteX4872" fmla="*/ 2823210 w 3006089"/>
                <a:gd name="connsiteY4872" fmla="*/ 1771650 h 2297429"/>
                <a:gd name="connsiteX4873" fmla="*/ 2815114 w 3006089"/>
                <a:gd name="connsiteY4873" fmla="*/ 1773555 h 2297429"/>
                <a:gd name="connsiteX4874" fmla="*/ 2804160 w 3006089"/>
                <a:gd name="connsiteY4874" fmla="*/ 1776889 h 2297429"/>
                <a:gd name="connsiteX4875" fmla="*/ 2795111 w 3006089"/>
                <a:gd name="connsiteY4875" fmla="*/ 1781651 h 2297429"/>
                <a:gd name="connsiteX4876" fmla="*/ 2787968 w 3006089"/>
                <a:gd name="connsiteY4876" fmla="*/ 1787843 h 2297429"/>
                <a:gd name="connsiteX4877" fmla="*/ 2781300 w 3006089"/>
                <a:gd name="connsiteY4877" fmla="*/ 1792605 h 2297429"/>
                <a:gd name="connsiteX4878" fmla="*/ 2775109 w 3006089"/>
                <a:gd name="connsiteY4878" fmla="*/ 1795939 h 2297429"/>
                <a:gd name="connsiteX4879" fmla="*/ 2770823 w 3006089"/>
                <a:gd name="connsiteY4879" fmla="*/ 1797844 h 2297429"/>
                <a:gd name="connsiteX4880" fmla="*/ 2763679 w 3006089"/>
                <a:gd name="connsiteY4880" fmla="*/ 1799273 h 2297429"/>
                <a:gd name="connsiteX4881" fmla="*/ 2761774 w 3006089"/>
                <a:gd name="connsiteY4881" fmla="*/ 1800225 h 2297429"/>
                <a:gd name="connsiteX4882" fmla="*/ 2757964 w 3006089"/>
                <a:gd name="connsiteY4882" fmla="*/ 1804035 h 2297429"/>
                <a:gd name="connsiteX4883" fmla="*/ 2752249 w 3006089"/>
                <a:gd name="connsiteY4883" fmla="*/ 1807845 h 2297429"/>
                <a:gd name="connsiteX4884" fmla="*/ 2745105 w 3006089"/>
                <a:gd name="connsiteY4884" fmla="*/ 1810226 h 2297429"/>
                <a:gd name="connsiteX4885" fmla="*/ 2744629 w 3006089"/>
                <a:gd name="connsiteY4885" fmla="*/ 1809750 h 2297429"/>
                <a:gd name="connsiteX4886" fmla="*/ 2744153 w 3006089"/>
                <a:gd name="connsiteY4886" fmla="*/ 1809274 h 2297429"/>
                <a:gd name="connsiteX4887" fmla="*/ 2746534 w 3006089"/>
                <a:gd name="connsiteY4887" fmla="*/ 1807845 h 2297429"/>
                <a:gd name="connsiteX4888" fmla="*/ 2747486 w 3006089"/>
                <a:gd name="connsiteY4888" fmla="*/ 1806416 h 2297429"/>
                <a:gd name="connsiteX4889" fmla="*/ 2745581 w 3006089"/>
                <a:gd name="connsiteY4889" fmla="*/ 1805464 h 2297429"/>
                <a:gd name="connsiteX4890" fmla="*/ 2746058 w 3006089"/>
                <a:gd name="connsiteY4890" fmla="*/ 1804035 h 2297429"/>
                <a:gd name="connsiteX4891" fmla="*/ 2750820 w 3006089"/>
                <a:gd name="connsiteY4891" fmla="*/ 1801178 h 2297429"/>
                <a:gd name="connsiteX4892" fmla="*/ 2752725 w 3006089"/>
                <a:gd name="connsiteY4892" fmla="*/ 1799273 h 2297429"/>
                <a:gd name="connsiteX4893" fmla="*/ 2750820 w 3006089"/>
                <a:gd name="connsiteY4893" fmla="*/ 1797368 h 2297429"/>
                <a:gd name="connsiteX4894" fmla="*/ 2743676 w 3006089"/>
                <a:gd name="connsiteY4894" fmla="*/ 1794034 h 2297429"/>
                <a:gd name="connsiteX4895" fmla="*/ 2742724 w 3006089"/>
                <a:gd name="connsiteY4895" fmla="*/ 1792129 h 2297429"/>
                <a:gd name="connsiteX4896" fmla="*/ 2747010 w 3006089"/>
                <a:gd name="connsiteY4896" fmla="*/ 1794034 h 2297429"/>
                <a:gd name="connsiteX4897" fmla="*/ 2750820 w 3006089"/>
                <a:gd name="connsiteY4897" fmla="*/ 1794510 h 2297429"/>
                <a:gd name="connsiteX4898" fmla="*/ 2751773 w 3006089"/>
                <a:gd name="connsiteY4898" fmla="*/ 1794034 h 2297429"/>
                <a:gd name="connsiteX4899" fmla="*/ 2752249 w 3006089"/>
                <a:gd name="connsiteY4899" fmla="*/ 1793081 h 2297429"/>
                <a:gd name="connsiteX4900" fmla="*/ 2752725 w 3006089"/>
                <a:gd name="connsiteY4900" fmla="*/ 1790224 h 2297429"/>
                <a:gd name="connsiteX4901" fmla="*/ 2753678 w 3006089"/>
                <a:gd name="connsiteY4901" fmla="*/ 1788795 h 2297429"/>
                <a:gd name="connsiteX4902" fmla="*/ 2755106 w 3006089"/>
                <a:gd name="connsiteY4902" fmla="*/ 1787366 h 2297429"/>
                <a:gd name="connsiteX4903" fmla="*/ 2759869 w 3006089"/>
                <a:gd name="connsiteY4903" fmla="*/ 1785461 h 2297429"/>
                <a:gd name="connsiteX4904" fmla="*/ 2761774 w 3006089"/>
                <a:gd name="connsiteY4904" fmla="*/ 1784033 h 2297429"/>
                <a:gd name="connsiteX4905" fmla="*/ 2764155 w 3006089"/>
                <a:gd name="connsiteY4905" fmla="*/ 1783556 h 2297429"/>
                <a:gd name="connsiteX4906" fmla="*/ 2767489 w 3006089"/>
                <a:gd name="connsiteY4906" fmla="*/ 1784033 h 2297429"/>
                <a:gd name="connsiteX4907" fmla="*/ 2772728 w 3006089"/>
                <a:gd name="connsiteY4907" fmla="*/ 1784033 h 2297429"/>
                <a:gd name="connsiteX4908" fmla="*/ 2782729 w 3006089"/>
                <a:gd name="connsiteY4908" fmla="*/ 1779746 h 2297429"/>
                <a:gd name="connsiteX4909" fmla="*/ 2788444 w 3006089"/>
                <a:gd name="connsiteY4909" fmla="*/ 1778318 h 2297429"/>
                <a:gd name="connsiteX4910" fmla="*/ 2789396 w 3006089"/>
                <a:gd name="connsiteY4910" fmla="*/ 1777841 h 2297429"/>
                <a:gd name="connsiteX4911" fmla="*/ 2790349 w 3006089"/>
                <a:gd name="connsiteY4911" fmla="*/ 1776413 h 2297429"/>
                <a:gd name="connsiteX4912" fmla="*/ 2792254 w 3006089"/>
                <a:gd name="connsiteY4912" fmla="*/ 1775460 h 2297429"/>
                <a:gd name="connsiteX4913" fmla="*/ 2795111 w 3006089"/>
                <a:gd name="connsiteY4913" fmla="*/ 1774984 h 2297429"/>
                <a:gd name="connsiteX4914" fmla="*/ 2799398 w 3006089"/>
                <a:gd name="connsiteY4914" fmla="*/ 1774984 h 2297429"/>
                <a:gd name="connsiteX4915" fmla="*/ 2802255 w 3006089"/>
                <a:gd name="connsiteY4915" fmla="*/ 1774508 h 2297429"/>
                <a:gd name="connsiteX4916" fmla="*/ 2804636 w 3006089"/>
                <a:gd name="connsiteY4916" fmla="*/ 1772126 h 2297429"/>
                <a:gd name="connsiteX4917" fmla="*/ 2808923 w 3006089"/>
                <a:gd name="connsiteY4917" fmla="*/ 1766411 h 2297429"/>
                <a:gd name="connsiteX4918" fmla="*/ 2811304 w 3006089"/>
                <a:gd name="connsiteY4918" fmla="*/ 1765459 h 2297429"/>
                <a:gd name="connsiteX4919" fmla="*/ 2816066 w 3006089"/>
                <a:gd name="connsiteY4919" fmla="*/ 1764030 h 2297429"/>
                <a:gd name="connsiteX4920" fmla="*/ 2817971 w 3006089"/>
                <a:gd name="connsiteY4920" fmla="*/ 1762601 h 2297429"/>
                <a:gd name="connsiteX4921" fmla="*/ 2818448 w 3006089"/>
                <a:gd name="connsiteY4921" fmla="*/ 1761173 h 2297429"/>
                <a:gd name="connsiteX4922" fmla="*/ 2827496 w 3006089"/>
                <a:gd name="connsiteY4922" fmla="*/ 1759744 h 2297429"/>
                <a:gd name="connsiteX4923" fmla="*/ 2834164 w 3006089"/>
                <a:gd name="connsiteY4923" fmla="*/ 1759744 h 2297429"/>
                <a:gd name="connsiteX4924" fmla="*/ 2838926 w 3006089"/>
                <a:gd name="connsiteY4924" fmla="*/ 1757363 h 2297429"/>
                <a:gd name="connsiteX4925" fmla="*/ 2841784 w 3006089"/>
                <a:gd name="connsiteY4925" fmla="*/ 1753553 h 2297429"/>
                <a:gd name="connsiteX4926" fmla="*/ 2844641 w 3006089"/>
                <a:gd name="connsiteY4926" fmla="*/ 1751171 h 2297429"/>
                <a:gd name="connsiteX4927" fmla="*/ 2844641 w 3006089"/>
                <a:gd name="connsiteY4927" fmla="*/ 1750219 h 2297429"/>
                <a:gd name="connsiteX4928" fmla="*/ 2841784 w 3006089"/>
                <a:gd name="connsiteY4928" fmla="*/ 1747838 h 2297429"/>
                <a:gd name="connsiteX4929" fmla="*/ 2837021 w 3006089"/>
                <a:gd name="connsiteY4929" fmla="*/ 1747361 h 2297429"/>
                <a:gd name="connsiteX4930" fmla="*/ 2833687 w 3006089"/>
                <a:gd name="connsiteY4930" fmla="*/ 1746409 h 2297429"/>
                <a:gd name="connsiteX4931" fmla="*/ 2830354 w 3006089"/>
                <a:gd name="connsiteY4931" fmla="*/ 1744504 h 2297429"/>
                <a:gd name="connsiteX4932" fmla="*/ 2827020 w 3006089"/>
                <a:gd name="connsiteY4932" fmla="*/ 1742123 h 2297429"/>
                <a:gd name="connsiteX4933" fmla="*/ 2826068 w 3006089"/>
                <a:gd name="connsiteY4933" fmla="*/ 1737360 h 2297429"/>
                <a:gd name="connsiteX4934" fmla="*/ 2822734 w 3006089"/>
                <a:gd name="connsiteY4934" fmla="*/ 1736884 h 2297429"/>
                <a:gd name="connsiteX4935" fmla="*/ 2817971 w 3006089"/>
                <a:gd name="connsiteY4935" fmla="*/ 1737836 h 2297429"/>
                <a:gd name="connsiteX4936" fmla="*/ 2817019 w 3006089"/>
                <a:gd name="connsiteY4936" fmla="*/ 1740218 h 2297429"/>
                <a:gd name="connsiteX4937" fmla="*/ 2810828 w 3006089"/>
                <a:gd name="connsiteY4937" fmla="*/ 1742123 h 2297429"/>
                <a:gd name="connsiteX4938" fmla="*/ 2807494 w 3006089"/>
                <a:gd name="connsiteY4938" fmla="*/ 1741646 h 2297429"/>
                <a:gd name="connsiteX4939" fmla="*/ 2797969 w 3006089"/>
                <a:gd name="connsiteY4939" fmla="*/ 1739265 h 2297429"/>
                <a:gd name="connsiteX4940" fmla="*/ 2794159 w 3006089"/>
                <a:gd name="connsiteY4940" fmla="*/ 1734026 h 2297429"/>
                <a:gd name="connsiteX4941" fmla="*/ 2791778 w 3006089"/>
                <a:gd name="connsiteY4941" fmla="*/ 1729264 h 2297429"/>
                <a:gd name="connsiteX4942" fmla="*/ 2790349 w 3006089"/>
                <a:gd name="connsiteY4942" fmla="*/ 1724978 h 2297429"/>
                <a:gd name="connsiteX4943" fmla="*/ 2787491 w 3006089"/>
                <a:gd name="connsiteY4943" fmla="*/ 1723549 h 2297429"/>
                <a:gd name="connsiteX4944" fmla="*/ 2781776 w 3006089"/>
                <a:gd name="connsiteY4944" fmla="*/ 1722596 h 2297429"/>
                <a:gd name="connsiteX4945" fmla="*/ 2779395 w 3006089"/>
                <a:gd name="connsiteY4945" fmla="*/ 1724978 h 2297429"/>
                <a:gd name="connsiteX4946" fmla="*/ 2777014 w 3006089"/>
                <a:gd name="connsiteY4946" fmla="*/ 1728311 h 2297429"/>
                <a:gd name="connsiteX4947" fmla="*/ 2776061 w 3006089"/>
                <a:gd name="connsiteY4947" fmla="*/ 1729264 h 2297429"/>
                <a:gd name="connsiteX4948" fmla="*/ 2765108 w 3006089"/>
                <a:gd name="connsiteY4948" fmla="*/ 1737360 h 2297429"/>
                <a:gd name="connsiteX4949" fmla="*/ 2762250 w 3006089"/>
                <a:gd name="connsiteY4949" fmla="*/ 1740694 h 2297429"/>
                <a:gd name="connsiteX4950" fmla="*/ 2763203 w 3006089"/>
                <a:gd name="connsiteY4950" fmla="*/ 1738313 h 2297429"/>
                <a:gd name="connsiteX4951" fmla="*/ 2765584 w 3006089"/>
                <a:gd name="connsiteY4951" fmla="*/ 1734979 h 2297429"/>
                <a:gd name="connsiteX4952" fmla="*/ 2774156 w 3006089"/>
                <a:gd name="connsiteY4952" fmla="*/ 1725930 h 2297429"/>
                <a:gd name="connsiteX4953" fmla="*/ 2775585 w 3006089"/>
                <a:gd name="connsiteY4953" fmla="*/ 1723549 h 2297429"/>
                <a:gd name="connsiteX4954" fmla="*/ 2772728 w 3006089"/>
                <a:gd name="connsiteY4954" fmla="*/ 1722596 h 2297429"/>
                <a:gd name="connsiteX4955" fmla="*/ 2769870 w 3006089"/>
                <a:gd name="connsiteY4955" fmla="*/ 1723549 h 2297429"/>
                <a:gd name="connsiteX4956" fmla="*/ 2767012 w 3006089"/>
                <a:gd name="connsiteY4956" fmla="*/ 1722596 h 2297429"/>
                <a:gd name="connsiteX4957" fmla="*/ 2767012 w 3006089"/>
                <a:gd name="connsiteY4957" fmla="*/ 1719263 h 2297429"/>
                <a:gd name="connsiteX4958" fmla="*/ 2764631 w 3006089"/>
                <a:gd name="connsiteY4958" fmla="*/ 1717358 h 2297429"/>
                <a:gd name="connsiteX4959" fmla="*/ 2761298 w 3006089"/>
                <a:gd name="connsiteY4959" fmla="*/ 1717834 h 2297429"/>
                <a:gd name="connsiteX4960" fmla="*/ 2758916 w 3006089"/>
                <a:gd name="connsiteY4960" fmla="*/ 1719739 h 2297429"/>
                <a:gd name="connsiteX4961" fmla="*/ 2749391 w 3006089"/>
                <a:gd name="connsiteY4961" fmla="*/ 1720691 h 2297429"/>
                <a:gd name="connsiteX4962" fmla="*/ 2745105 w 3006089"/>
                <a:gd name="connsiteY4962" fmla="*/ 1722596 h 2297429"/>
                <a:gd name="connsiteX4963" fmla="*/ 2737961 w 3006089"/>
                <a:gd name="connsiteY4963" fmla="*/ 1728311 h 2297429"/>
                <a:gd name="connsiteX4964" fmla="*/ 2736056 w 3006089"/>
                <a:gd name="connsiteY4964" fmla="*/ 1728788 h 2297429"/>
                <a:gd name="connsiteX4965" fmla="*/ 2739390 w 3006089"/>
                <a:gd name="connsiteY4965" fmla="*/ 1725454 h 2297429"/>
                <a:gd name="connsiteX4966" fmla="*/ 2741771 w 3006089"/>
                <a:gd name="connsiteY4966" fmla="*/ 1722120 h 2297429"/>
                <a:gd name="connsiteX4967" fmla="*/ 2742248 w 3006089"/>
                <a:gd name="connsiteY4967" fmla="*/ 1720215 h 2297429"/>
                <a:gd name="connsiteX4968" fmla="*/ 2744629 w 3006089"/>
                <a:gd name="connsiteY4968" fmla="*/ 1714500 h 2297429"/>
                <a:gd name="connsiteX4969" fmla="*/ 2749391 w 3006089"/>
                <a:gd name="connsiteY4969" fmla="*/ 1710690 h 2297429"/>
                <a:gd name="connsiteX4970" fmla="*/ 2750344 w 3006089"/>
                <a:gd name="connsiteY4970" fmla="*/ 1708785 h 2297429"/>
                <a:gd name="connsiteX4971" fmla="*/ 2746534 w 3006089"/>
                <a:gd name="connsiteY4971" fmla="*/ 1704975 h 2297429"/>
                <a:gd name="connsiteX4972" fmla="*/ 2745105 w 3006089"/>
                <a:gd name="connsiteY4972" fmla="*/ 1702118 h 2297429"/>
                <a:gd name="connsiteX4973" fmla="*/ 2743200 w 3006089"/>
                <a:gd name="connsiteY4973" fmla="*/ 1700213 h 2297429"/>
                <a:gd name="connsiteX4974" fmla="*/ 2744629 w 3006089"/>
                <a:gd name="connsiteY4974" fmla="*/ 1697355 h 2297429"/>
                <a:gd name="connsiteX4975" fmla="*/ 2745581 w 3006089"/>
                <a:gd name="connsiteY4975" fmla="*/ 1693545 h 2297429"/>
                <a:gd name="connsiteX4976" fmla="*/ 2743200 w 3006089"/>
                <a:gd name="connsiteY4976" fmla="*/ 1693545 h 2297429"/>
                <a:gd name="connsiteX4977" fmla="*/ 2740819 w 3006089"/>
                <a:gd name="connsiteY4977" fmla="*/ 1692593 h 2297429"/>
                <a:gd name="connsiteX4978" fmla="*/ 2737961 w 3006089"/>
                <a:gd name="connsiteY4978" fmla="*/ 1696403 h 2297429"/>
                <a:gd name="connsiteX4979" fmla="*/ 2737009 w 3006089"/>
                <a:gd name="connsiteY4979" fmla="*/ 1692116 h 2297429"/>
                <a:gd name="connsiteX4980" fmla="*/ 2735580 w 3006089"/>
                <a:gd name="connsiteY4980" fmla="*/ 1691640 h 2297429"/>
                <a:gd name="connsiteX4981" fmla="*/ 2731770 w 3006089"/>
                <a:gd name="connsiteY4981" fmla="*/ 1688783 h 2297429"/>
                <a:gd name="connsiteX4982" fmla="*/ 2731770 w 3006089"/>
                <a:gd name="connsiteY4982" fmla="*/ 1686401 h 2297429"/>
                <a:gd name="connsiteX4983" fmla="*/ 2728912 w 3006089"/>
                <a:gd name="connsiteY4983" fmla="*/ 1685449 h 2297429"/>
                <a:gd name="connsiteX4984" fmla="*/ 2726055 w 3006089"/>
                <a:gd name="connsiteY4984" fmla="*/ 1686401 h 2297429"/>
                <a:gd name="connsiteX4985" fmla="*/ 2722721 w 3006089"/>
                <a:gd name="connsiteY4985" fmla="*/ 1688783 h 2297429"/>
                <a:gd name="connsiteX4986" fmla="*/ 2719387 w 3006089"/>
                <a:gd name="connsiteY4986" fmla="*/ 1688783 h 2297429"/>
                <a:gd name="connsiteX4987" fmla="*/ 2718435 w 3006089"/>
                <a:gd name="connsiteY4987" fmla="*/ 1687830 h 2297429"/>
                <a:gd name="connsiteX4988" fmla="*/ 2717959 w 3006089"/>
                <a:gd name="connsiteY4988" fmla="*/ 1685925 h 2297429"/>
                <a:gd name="connsiteX4989" fmla="*/ 2716054 w 3006089"/>
                <a:gd name="connsiteY4989" fmla="*/ 1684496 h 2297429"/>
                <a:gd name="connsiteX4990" fmla="*/ 2710339 w 3006089"/>
                <a:gd name="connsiteY4990" fmla="*/ 1683544 h 2297429"/>
                <a:gd name="connsiteX4991" fmla="*/ 2707005 w 3006089"/>
                <a:gd name="connsiteY4991" fmla="*/ 1682591 h 2297429"/>
                <a:gd name="connsiteX4992" fmla="*/ 2707005 w 3006089"/>
                <a:gd name="connsiteY4992" fmla="*/ 1681163 h 2297429"/>
                <a:gd name="connsiteX4993" fmla="*/ 2712244 w 3006089"/>
                <a:gd name="connsiteY4993" fmla="*/ 1680210 h 2297429"/>
                <a:gd name="connsiteX4994" fmla="*/ 2711291 w 3006089"/>
                <a:gd name="connsiteY4994" fmla="*/ 1678781 h 2297429"/>
                <a:gd name="connsiteX4995" fmla="*/ 2709862 w 3006089"/>
                <a:gd name="connsiteY4995" fmla="*/ 1672114 h 2297429"/>
                <a:gd name="connsiteX4996" fmla="*/ 2707958 w 3006089"/>
                <a:gd name="connsiteY4996" fmla="*/ 1671638 h 2297429"/>
                <a:gd name="connsiteX4997" fmla="*/ 2703195 w 3006089"/>
                <a:gd name="connsiteY4997" fmla="*/ 1672114 h 2297429"/>
                <a:gd name="connsiteX4998" fmla="*/ 2697956 w 3006089"/>
                <a:gd name="connsiteY4998" fmla="*/ 1671161 h 2297429"/>
                <a:gd name="connsiteX4999" fmla="*/ 2697956 w 3006089"/>
                <a:gd name="connsiteY4999" fmla="*/ 1668304 h 2297429"/>
                <a:gd name="connsiteX5000" fmla="*/ 2705100 w 3006089"/>
                <a:gd name="connsiteY5000" fmla="*/ 1666399 h 2297429"/>
                <a:gd name="connsiteX5001" fmla="*/ 2707481 w 3006089"/>
                <a:gd name="connsiteY5001" fmla="*/ 1664970 h 2297429"/>
                <a:gd name="connsiteX5002" fmla="*/ 2704624 w 3006089"/>
                <a:gd name="connsiteY5002" fmla="*/ 1663541 h 2297429"/>
                <a:gd name="connsiteX5003" fmla="*/ 2698433 w 3006089"/>
                <a:gd name="connsiteY5003" fmla="*/ 1663065 h 2297429"/>
                <a:gd name="connsiteX5004" fmla="*/ 2689860 w 3006089"/>
                <a:gd name="connsiteY5004" fmla="*/ 1661636 h 2297429"/>
                <a:gd name="connsiteX5005" fmla="*/ 2687479 w 3006089"/>
                <a:gd name="connsiteY5005" fmla="*/ 1660208 h 2297429"/>
                <a:gd name="connsiteX5006" fmla="*/ 2691289 w 3006089"/>
                <a:gd name="connsiteY5006" fmla="*/ 1657826 h 2297429"/>
                <a:gd name="connsiteX5007" fmla="*/ 2696051 w 3006089"/>
                <a:gd name="connsiteY5007" fmla="*/ 1657350 h 2297429"/>
                <a:gd name="connsiteX5008" fmla="*/ 2697004 w 3006089"/>
                <a:gd name="connsiteY5008" fmla="*/ 1656398 h 2297429"/>
                <a:gd name="connsiteX5009" fmla="*/ 2694623 w 3006089"/>
                <a:gd name="connsiteY5009" fmla="*/ 1654493 h 2297429"/>
                <a:gd name="connsiteX5010" fmla="*/ 2693194 w 3006089"/>
                <a:gd name="connsiteY5010" fmla="*/ 1654016 h 2297429"/>
                <a:gd name="connsiteX5011" fmla="*/ 2688431 w 3006089"/>
                <a:gd name="connsiteY5011" fmla="*/ 1653540 h 2297429"/>
                <a:gd name="connsiteX5012" fmla="*/ 2684145 w 3006089"/>
                <a:gd name="connsiteY5012" fmla="*/ 1649730 h 2297429"/>
                <a:gd name="connsiteX5013" fmla="*/ 2674620 w 3006089"/>
                <a:gd name="connsiteY5013" fmla="*/ 1646873 h 2297429"/>
                <a:gd name="connsiteX5014" fmla="*/ 2671286 w 3006089"/>
                <a:gd name="connsiteY5014" fmla="*/ 1643539 h 2297429"/>
                <a:gd name="connsiteX5015" fmla="*/ 2672715 w 3006089"/>
                <a:gd name="connsiteY5015" fmla="*/ 1642586 h 2297429"/>
                <a:gd name="connsiteX5016" fmla="*/ 2675573 w 3006089"/>
                <a:gd name="connsiteY5016" fmla="*/ 1641634 h 2297429"/>
                <a:gd name="connsiteX5017" fmla="*/ 2677954 w 3006089"/>
                <a:gd name="connsiteY5017" fmla="*/ 1641634 h 2297429"/>
                <a:gd name="connsiteX5018" fmla="*/ 2675096 w 3006089"/>
                <a:gd name="connsiteY5018" fmla="*/ 1644015 h 2297429"/>
                <a:gd name="connsiteX5019" fmla="*/ 2675573 w 3006089"/>
                <a:gd name="connsiteY5019" fmla="*/ 1644968 h 2297429"/>
                <a:gd name="connsiteX5020" fmla="*/ 2686050 w 3006089"/>
                <a:gd name="connsiteY5020" fmla="*/ 1648301 h 2297429"/>
                <a:gd name="connsiteX5021" fmla="*/ 2704148 w 3006089"/>
                <a:gd name="connsiteY5021" fmla="*/ 1650206 h 2297429"/>
                <a:gd name="connsiteX5022" fmla="*/ 2709386 w 3006089"/>
                <a:gd name="connsiteY5022" fmla="*/ 1648778 h 2297429"/>
                <a:gd name="connsiteX5023" fmla="*/ 2709386 w 3006089"/>
                <a:gd name="connsiteY5023" fmla="*/ 1644015 h 2297429"/>
                <a:gd name="connsiteX5024" fmla="*/ 2708910 w 3006089"/>
                <a:gd name="connsiteY5024" fmla="*/ 1640205 h 2297429"/>
                <a:gd name="connsiteX5025" fmla="*/ 2710339 w 3006089"/>
                <a:gd name="connsiteY5025" fmla="*/ 1636871 h 2297429"/>
                <a:gd name="connsiteX5026" fmla="*/ 2710815 w 3006089"/>
                <a:gd name="connsiteY5026" fmla="*/ 1632585 h 2297429"/>
                <a:gd name="connsiteX5027" fmla="*/ 2700814 w 3006089"/>
                <a:gd name="connsiteY5027" fmla="*/ 1624013 h 2297429"/>
                <a:gd name="connsiteX5028" fmla="*/ 2697956 w 3006089"/>
                <a:gd name="connsiteY5028" fmla="*/ 1623536 h 2297429"/>
                <a:gd name="connsiteX5029" fmla="*/ 2695099 w 3006089"/>
                <a:gd name="connsiteY5029" fmla="*/ 1624013 h 2297429"/>
                <a:gd name="connsiteX5030" fmla="*/ 2693194 w 3006089"/>
                <a:gd name="connsiteY5030" fmla="*/ 1623536 h 2297429"/>
                <a:gd name="connsiteX5031" fmla="*/ 2690336 w 3006089"/>
                <a:gd name="connsiteY5031" fmla="*/ 1622108 h 2297429"/>
                <a:gd name="connsiteX5032" fmla="*/ 2689384 w 3006089"/>
                <a:gd name="connsiteY5032" fmla="*/ 1621155 h 2297429"/>
                <a:gd name="connsiteX5033" fmla="*/ 2690812 w 3006089"/>
                <a:gd name="connsiteY5033" fmla="*/ 1619726 h 2297429"/>
                <a:gd name="connsiteX5034" fmla="*/ 2692718 w 3006089"/>
                <a:gd name="connsiteY5034" fmla="*/ 1616393 h 2297429"/>
                <a:gd name="connsiteX5035" fmla="*/ 2694146 w 3006089"/>
                <a:gd name="connsiteY5035" fmla="*/ 1615440 h 2297429"/>
                <a:gd name="connsiteX5036" fmla="*/ 2694146 w 3006089"/>
                <a:gd name="connsiteY5036" fmla="*/ 1614964 h 2297429"/>
                <a:gd name="connsiteX5037" fmla="*/ 2691765 w 3006089"/>
                <a:gd name="connsiteY5037" fmla="*/ 1613059 h 2297429"/>
                <a:gd name="connsiteX5038" fmla="*/ 2686050 w 3006089"/>
                <a:gd name="connsiteY5038" fmla="*/ 1611630 h 2297429"/>
                <a:gd name="connsiteX5039" fmla="*/ 2682240 w 3006089"/>
                <a:gd name="connsiteY5039" fmla="*/ 1611630 h 2297429"/>
                <a:gd name="connsiteX5040" fmla="*/ 2678430 w 3006089"/>
                <a:gd name="connsiteY5040" fmla="*/ 1612106 h 2297429"/>
                <a:gd name="connsiteX5041" fmla="*/ 2675096 w 3006089"/>
                <a:gd name="connsiteY5041" fmla="*/ 1611630 h 2297429"/>
                <a:gd name="connsiteX5042" fmla="*/ 2673191 w 3006089"/>
                <a:gd name="connsiteY5042" fmla="*/ 1611154 h 2297429"/>
                <a:gd name="connsiteX5043" fmla="*/ 2671762 w 3006089"/>
                <a:gd name="connsiteY5043" fmla="*/ 1609725 h 2297429"/>
                <a:gd name="connsiteX5044" fmla="*/ 2675573 w 3006089"/>
                <a:gd name="connsiteY5044" fmla="*/ 1610201 h 2297429"/>
                <a:gd name="connsiteX5045" fmla="*/ 2677001 w 3006089"/>
                <a:gd name="connsiteY5045" fmla="*/ 1609725 h 2297429"/>
                <a:gd name="connsiteX5046" fmla="*/ 2679859 w 3006089"/>
                <a:gd name="connsiteY5046" fmla="*/ 1607344 h 2297429"/>
                <a:gd name="connsiteX5047" fmla="*/ 2682716 w 3006089"/>
                <a:gd name="connsiteY5047" fmla="*/ 1606868 h 2297429"/>
                <a:gd name="connsiteX5048" fmla="*/ 2685574 w 3006089"/>
                <a:gd name="connsiteY5048" fmla="*/ 1605439 h 2297429"/>
                <a:gd name="connsiteX5049" fmla="*/ 2689384 w 3006089"/>
                <a:gd name="connsiteY5049" fmla="*/ 1603058 h 2297429"/>
                <a:gd name="connsiteX5050" fmla="*/ 2690812 w 3006089"/>
                <a:gd name="connsiteY5050" fmla="*/ 1600200 h 2297429"/>
                <a:gd name="connsiteX5051" fmla="*/ 2688431 w 3006089"/>
                <a:gd name="connsiteY5051" fmla="*/ 1595438 h 2297429"/>
                <a:gd name="connsiteX5052" fmla="*/ 2689384 w 3006089"/>
                <a:gd name="connsiteY5052" fmla="*/ 1594009 h 2297429"/>
                <a:gd name="connsiteX5053" fmla="*/ 2691289 w 3006089"/>
                <a:gd name="connsiteY5053" fmla="*/ 1593056 h 2297429"/>
                <a:gd name="connsiteX5054" fmla="*/ 2691765 w 3006089"/>
                <a:gd name="connsiteY5054" fmla="*/ 1591151 h 2297429"/>
                <a:gd name="connsiteX5055" fmla="*/ 2689860 w 3006089"/>
                <a:gd name="connsiteY5055" fmla="*/ 1588770 h 2297429"/>
                <a:gd name="connsiteX5056" fmla="*/ 2684621 w 3006089"/>
                <a:gd name="connsiteY5056" fmla="*/ 1586389 h 2297429"/>
                <a:gd name="connsiteX5057" fmla="*/ 2681764 w 3006089"/>
                <a:gd name="connsiteY5057" fmla="*/ 1586865 h 2297429"/>
                <a:gd name="connsiteX5058" fmla="*/ 2678430 w 3006089"/>
                <a:gd name="connsiteY5058" fmla="*/ 1585913 h 2297429"/>
                <a:gd name="connsiteX5059" fmla="*/ 2672239 w 3006089"/>
                <a:gd name="connsiteY5059" fmla="*/ 1576864 h 2297429"/>
                <a:gd name="connsiteX5060" fmla="*/ 2668905 w 3006089"/>
                <a:gd name="connsiteY5060" fmla="*/ 1576864 h 2297429"/>
                <a:gd name="connsiteX5061" fmla="*/ 2661285 w 3006089"/>
                <a:gd name="connsiteY5061" fmla="*/ 1578293 h 2297429"/>
                <a:gd name="connsiteX5062" fmla="*/ 2655570 w 3006089"/>
                <a:gd name="connsiteY5062" fmla="*/ 1580198 h 2297429"/>
                <a:gd name="connsiteX5063" fmla="*/ 2647474 w 3006089"/>
                <a:gd name="connsiteY5063" fmla="*/ 1584484 h 2297429"/>
                <a:gd name="connsiteX5064" fmla="*/ 2646045 w 3006089"/>
                <a:gd name="connsiteY5064" fmla="*/ 1584008 h 2297429"/>
                <a:gd name="connsiteX5065" fmla="*/ 2649855 w 3006089"/>
                <a:gd name="connsiteY5065" fmla="*/ 1580674 h 2297429"/>
                <a:gd name="connsiteX5066" fmla="*/ 2652712 w 3006089"/>
                <a:gd name="connsiteY5066" fmla="*/ 1578769 h 2297429"/>
                <a:gd name="connsiteX5067" fmla="*/ 2661285 w 3006089"/>
                <a:gd name="connsiteY5067" fmla="*/ 1574959 h 2297429"/>
                <a:gd name="connsiteX5068" fmla="*/ 2666048 w 3006089"/>
                <a:gd name="connsiteY5068" fmla="*/ 1569244 h 2297429"/>
                <a:gd name="connsiteX5069" fmla="*/ 2668905 w 3006089"/>
                <a:gd name="connsiteY5069" fmla="*/ 1561624 h 2297429"/>
                <a:gd name="connsiteX5070" fmla="*/ 2668429 w 3006089"/>
                <a:gd name="connsiteY5070" fmla="*/ 1560671 h 2297429"/>
                <a:gd name="connsiteX5071" fmla="*/ 2664143 w 3006089"/>
                <a:gd name="connsiteY5071" fmla="*/ 1560671 h 2297429"/>
                <a:gd name="connsiteX5072" fmla="*/ 2660809 w 3006089"/>
                <a:gd name="connsiteY5072" fmla="*/ 1561148 h 2297429"/>
                <a:gd name="connsiteX5073" fmla="*/ 2652712 w 3006089"/>
                <a:gd name="connsiteY5073" fmla="*/ 1564481 h 2297429"/>
                <a:gd name="connsiteX5074" fmla="*/ 2650808 w 3006089"/>
                <a:gd name="connsiteY5074" fmla="*/ 1564481 h 2297429"/>
                <a:gd name="connsiteX5075" fmla="*/ 2651284 w 3006089"/>
                <a:gd name="connsiteY5075" fmla="*/ 1563053 h 2297429"/>
                <a:gd name="connsiteX5076" fmla="*/ 2650331 w 3006089"/>
                <a:gd name="connsiteY5076" fmla="*/ 1562100 h 2297429"/>
                <a:gd name="connsiteX5077" fmla="*/ 2647950 w 3006089"/>
                <a:gd name="connsiteY5077" fmla="*/ 1561624 h 2297429"/>
                <a:gd name="connsiteX5078" fmla="*/ 2645093 w 3006089"/>
                <a:gd name="connsiteY5078" fmla="*/ 1563053 h 2297429"/>
                <a:gd name="connsiteX5079" fmla="*/ 2638901 w 3006089"/>
                <a:gd name="connsiteY5079" fmla="*/ 1568291 h 2297429"/>
                <a:gd name="connsiteX5080" fmla="*/ 2636520 w 3006089"/>
                <a:gd name="connsiteY5080" fmla="*/ 1568291 h 2297429"/>
                <a:gd name="connsiteX5081" fmla="*/ 2639854 w 3006089"/>
                <a:gd name="connsiteY5081" fmla="*/ 1564958 h 2297429"/>
                <a:gd name="connsiteX5082" fmla="*/ 2641283 w 3006089"/>
                <a:gd name="connsiteY5082" fmla="*/ 1562100 h 2297429"/>
                <a:gd name="connsiteX5083" fmla="*/ 2646998 w 3006089"/>
                <a:gd name="connsiteY5083" fmla="*/ 1558766 h 2297429"/>
                <a:gd name="connsiteX5084" fmla="*/ 2650808 w 3006089"/>
                <a:gd name="connsiteY5084" fmla="*/ 1557338 h 2297429"/>
                <a:gd name="connsiteX5085" fmla="*/ 2658428 w 3006089"/>
                <a:gd name="connsiteY5085" fmla="*/ 1551146 h 2297429"/>
                <a:gd name="connsiteX5086" fmla="*/ 2656523 w 3006089"/>
                <a:gd name="connsiteY5086" fmla="*/ 1546384 h 2297429"/>
                <a:gd name="connsiteX5087" fmla="*/ 2653665 w 3006089"/>
                <a:gd name="connsiteY5087" fmla="*/ 1542098 h 2297429"/>
                <a:gd name="connsiteX5088" fmla="*/ 2652236 w 3006089"/>
                <a:gd name="connsiteY5088" fmla="*/ 1541145 h 2297429"/>
                <a:gd name="connsiteX5089" fmla="*/ 2647474 w 3006089"/>
                <a:gd name="connsiteY5089" fmla="*/ 1542098 h 2297429"/>
                <a:gd name="connsiteX5090" fmla="*/ 2644140 w 3006089"/>
                <a:gd name="connsiteY5090" fmla="*/ 1541621 h 2297429"/>
                <a:gd name="connsiteX5091" fmla="*/ 2646045 w 3006089"/>
                <a:gd name="connsiteY5091" fmla="*/ 1539240 h 2297429"/>
                <a:gd name="connsiteX5092" fmla="*/ 2646045 w 3006089"/>
                <a:gd name="connsiteY5092" fmla="*/ 1538288 h 2297429"/>
                <a:gd name="connsiteX5093" fmla="*/ 2644140 w 3006089"/>
                <a:gd name="connsiteY5093" fmla="*/ 1534478 h 2297429"/>
                <a:gd name="connsiteX5094" fmla="*/ 2643187 w 3006089"/>
                <a:gd name="connsiteY5094" fmla="*/ 1533525 h 2297429"/>
                <a:gd name="connsiteX5095" fmla="*/ 2643187 w 3006089"/>
                <a:gd name="connsiteY5095" fmla="*/ 1533049 h 2297429"/>
                <a:gd name="connsiteX5096" fmla="*/ 2646045 w 3006089"/>
                <a:gd name="connsiteY5096" fmla="*/ 1532096 h 2297429"/>
                <a:gd name="connsiteX5097" fmla="*/ 2645093 w 3006089"/>
                <a:gd name="connsiteY5097" fmla="*/ 1531620 h 2297429"/>
                <a:gd name="connsiteX5098" fmla="*/ 2642235 w 3006089"/>
                <a:gd name="connsiteY5098" fmla="*/ 1531144 h 2297429"/>
                <a:gd name="connsiteX5099" fmla="*/ 2639854 w 3006089"/>
                <a:gd name="connsiteY5099" fmla="*/ 1531144 h 2297429"/>
                <a:gd name="connsiteX5100" fmla="*/ 2634139 w 3006089"/>
                <a:gd name="connsiteY5100" fmla="*/ 1532573 h 2297429"/>
                <a:gd name="connsiteX5101" fmla="*/ 2626519 w 3006089"/>
                <a:gd name="connsiteY5101" fmla="*/ 1533525 h 2297429"/>
                <a:gd name="connsiteX5102" fmla="*/ 2621280 w 3006089"/>
                <a:gd name="connsiteY5102" fmla="*/ 1533525 h 2297429"/>
                <a:gd name="connsiteX5103" fmla="*/ 2620328 w 3006089"/>
                <a:gd name="connsiteY5103" fmla="*/ 1532096 h 2297429"/>
                <a:gd name="connsiteX5104" fmla="*/ 2622233 w 3006089"/>
                <a:gd name="connsiteY5104" fmla="*/ 1531620 h 2297429"/>
                <a:gd name="connsiteX5105" fmla="*/ 2627471 w 3006089"/>
                <a:gd name="connsiteY5105" fmla="*/ 1531620 h 2297429"/>
                <a:gd name="connsiteX5106" fmla="*/ 2631281 w 3006089"/>
                <a:gd name="connsiteY5106" fmla="*/ 1530668 h 2297429"/>
                <a:gd name="connsiteX5107" fmla="*/ 2636044 w 3006089"/>
                <a:gd name="connsiteY5107" fmla="*/ 1528763 h 2297429"/>
                <a:gd name="connsiteX5108" fmla="*/ 2639378 w 3006089"/>
                <a:gd name="connsiteY5108" fmla="*/ 1524953 h 2297429"/>
                <a:gd name="connsiteX5109" fmla="*/ 2635091 w 3006089"/>
                <a:gd name="connsiteY5109" fmla="*/ 1517809 h 2297429"/>
                <a:gd name="connsiteX5110" fmla="*/ 2631758 w 3006089"/>
                <a:gd name="connsiteY5110" fmla="*/ 1517333 h 2297429"/>
                <a:gd name="connsiteX5111" fmla="*/ 2627948 w 3006089"/>
                <a:gd name="connsiteY5111" fmla="*/ 1520666 h 2297429"/>
                <a:gd name="connsiteX5112" fmla="*/ 2626995 w 3006089"/>
                <a:gd name="connsiteY5112" fmla="*/ 1520666 h 2297429"/>
                <a:gd name="connsiteX5113" fmla="*/ 2627471 w 3006089"/>
                <a:gd name="connsiteY5113" fmla="*/ 1518761 h 2297429"/>
                <a:gd name="connsiteX5114" fmla="*/ 2626519 w 3006089"/>
                <a:gd name="connsiteY5114" fmla="*/ 1517333 h 2297429"/>
                <a:gd name="connsiteX5115" fmla="*/ 2620804 w 3006089"/>
                <a:gd name="connsiteY5115" fmla="*/ 1515904 h 2297429"/>
                <a:gd name="connsiteX5116" fmla="*/ 2619851 w 3006089"/>
                <a:gd name="connsiteY5116" fmla="*/ 1514475 h 2297429"/>
                <a:gd name="connsiteX5117" fmla="*/ 2624137 w 3006089"/>
                <a:gd name="connsiteY5117" fmla="*/ 1512570 h 2297429"/>
                <a:gd name="connsiteX5118" fmla="*/ 2627471 w 3006089"/>
                <a:gd name="connsiteY5118" fmla="*/ 1509236 h 2297429"/>
                <a:gd name="connsiteX5119" fmla="*/ 2624137 w 3006089"/>
                <a:gd name="connsiteY5119" fmla="*/ 1505903 h 2297429"/>
                <a:gd name="connsiteX5120" fmla="*/ 2621280 w 3006089"/>
                <a:gd name="connsiteY5120" fmla="*/ 1502569 h 2297429"/>
                <a:gd name="connsiteX5121" fmla="*/ 2619851 w 3006089"/>
                <a:gd name="connsiteY5121" fmla="*/ 1499711 h 2297429"/>
                <a:gd name="connsiteX5122" fmla="*/ 2619375 w 3006089"/>
                <a:gd name="connsiteY5122" fmla="*/ 1496854 h 2297429"/>
                <a:gd name="connsiteX5123" fmla="*/ 2616518 w 3006089"/>
                <a:gd name="connsiteY5123" fmla="*/ 1493520 h 2297429"/>
                <a:gd name="connsiteX5124" fmla="*/ 2613184 w 3006089"/>
                <a:gd name="connsiteY5124" fmla="*/ 1494949 h 2297429"/>
                <a:gd name="connsiteX5125" fmla="*/ 2610803 w 3006089"/>
                <a:gd name="connsiteY5125" fmla="*/ 1497806 h 2297429"/>
                <a:gd name="connsiteX5126" fmla="*/ 2612708 w 3006089"/>
                <a:gd name="connsiteY5126" fmla="*/ 1492568 h 2297429"/>
                <a:gd name="connsiteX5127" fmla="*/ 2612231 w 3006089"/>
                <a:gd name="connsiteY5127" fmla="*/ 1486376 h 2297429"/>
                <a:gd name="connsiteX5128" fmla="*/ 2608898 w 3006089"/>
                <a:gd name="connsiteY5128" fmla="*/ 1481614 h 2297429"/>
                <a:gd name="connsiteX5129" fmla="*/ 2604611 w 3006089"/>
                <a:gd name="connsiteY5129" fmla="*/ 1481614 h 2297429"/>
                <a:gd name="connsiteX5130" fmla="*/ 2599373 w 3006089"/>
                <a:gd name="connsiteY5130" fmla="*/ 1482566 h 2297429"/>
                <a:gd name="connsiteX5131" fmla="*/ 2593658 w 3006089"/>
                <a:gd name="connsiteY5131" fmla="*/ 1484948 h 2297429"/>
                <a:gd name="connsiteX5132" fmla="*/ 2592229 w 3006089"/>
                <a:gd name="connsiteY5132" fmla="*/ 1483995 h 2297429"/>
                <a:gd name="connsiteX5133" fmla="*/ 2594134 w 3006089"/>
                <a:gd name="connsiteY5133" fmla="*/ 1482566 h 2297429"/>
                <a:gd name="connsiteX5134" fmla="*/ 2600325 w 3006089"/>
                <a:gd name="connsiteY5134" fmla="*/ 1479709 h 2297429"/>
                <a:gd name="connsiteX5135" fmla="*/ 2604135 w 3006089"/>
                <a:gd name="connsiteY5135" fmla="*/ 1475899 h 2297429"/>
                <a:gd name="connsiteX5136" fmla="*/ 2603659 w 3006089"/>
                <a:gd name="connsiteY5136" fmla="*/ 1473041 h 2297429"/>
                <a:gd name="connsiteX5137" fmla="*/ 2601278 w 3006089"/>
                <a:gd name="connsiteY5137" fmla="*/ 1471136 h 2297429"/>
                <a:gd name="connsiteX5138" fmla="*/ 2594134 w 3006089"/>
                <a:gd name="connsiteY5138" fmla="*/ 1467803 h 2297429"/>
                <a:gd name="connsiteX5139" fmla="*/ 2590324 w 3006089"/>
                <a:gd name="connsiteY5139" fmla="*/ 1468279 h 2297429"/>
                <a:gd name="connsiteX5140" fmla="*/ 2589371 w 3006089"/>
                <a:gd name="connsiteY5140" fmla="*/ 1469231 h 2297429"/>
                <a:gd name="connsiteX5141" fmla="*/ 2587943 w 3006089"/>
                <a:gd name="connsiteY5141" fmla="*/ 1470184 h 2297429"/>
                <a:gd name="connsiteX5142" fmla="*/ 2586514 w 3006089"/>
                <a:gd name="connsiteY5142" fmla="*/ 1472089 h 2297429"/>
                <a:gd name="connsiteX5143" fmla="*/ 2581751 w 3006089"/>
                <a:gd name="connsiteY5143" fmla="*/ 1481614 h 2297429"/>
                <a:gd name="connsiteX5144" fmla="*/ 2580799 w 3006089"/>
                <a:gd name="connsiteY5144" fmla="*/ 1484948 h 2297429"/>
                <a:gd name="connsiteX5145" fmla="*/ 2578418 w 3006089"/>
                <a:gd name="connsiteY5145" fmla="*/ 1489234 h 2297429"/>
                <a:gd name="connsiteX5146" fmla="*/ 2577941 w 3006089"/>
                <a:gd name="connsiteY5146" fmla="*/ 1491139 h 2297429"/>
                <a:gd name="connsiteX5147" fmla="*/ 2578894 w 3006089"/>
                <a:gd name="connsiteY5147" fmla="*/ 1493044 h 2297429"/>
                <a:gd name="connsiteX5148" fmla="*/ 2580323 w 3006089"/>
                <a:gd name="connsiteY5148" fmla="*/ 1494473 h 2297429"/>
                <a:gd name="connsiteX5149" fmla="*/ 2583180 w 3006089"/>
                <a:gd name="connsiteY5149" fmla="*/ 1495901 h 2297429"/>
                <a:gd name="connsiteX5150" fmla="*/ 2582228 w 3006089"/>
                <a:gd name="connsiteY5150" fmla="*/ 1496854 h 2297429"/>
                <a:gd name="connsiteX5151" fmla="*/ 2576989 w 3006089"/>
                <a:gd name="connsiteY5151" fmla="*/ 1493996 h 2297429"/>
                <a:gd name="connsiteX5152" fmla="*/ 2574608 w 3006089"/>
                <a:gd name="connsiteY5152" fmla="*/ 1493520 h 2297429"/>
                <a:gd name="connsiteX5153" fmla="*/ 2572226 w 3006089"/>
                <a:gd name="connsiteY5153" fmla="*/ 1493996 h 2297429"/>
                <a:gd name="connsiteX5154" fmla="*/ 2570798 w 3006089"/>
                <a:gd name="connsiteY5154" fmla="*/ 1494473 h 2297429"/>
                <a:gd name="connsiteX5155" fmla="*/ 2569845 w 3006089"/>
                <a:gd name="connsiteY5155" fmla="*/ 1495425 h 2297429"/>
                <a:gd name="connsiteX5156" fmla="*/ 2568416 w 3006089"/>
                <a:gd name="connsiteY5156" fmla="*/ 1499711 h 2297429"/>
                <a:gd name="connsiteX5157" fmla="*/ 2568416 w 3006089"/>
                <a:gd name="connsiteY5157" fmla="*/ 1501616 h 2297429"/>
                <a:gd name="connsiteX5158" fmla="*/ 2568893 w 3006089"/>
                <a:gd name="connsiteY5158" fmla="*/ 1503045 h 2297429"/>
                <a:gd name="connsiteX5159" fmla="*/ 2571274 w 3006089"/>
                <a:gd name="connsiteY5159" fmla="*/ 1506855 h 2297429"/>
                <a:gd name="connsiteX5160" fmla="*/ 2573179 w 3006089"/>
                <a:gd name="connsiteY5160" fmla="*/ 1508284 h 2297429"/>
                <a:gd name="connsiteX5161" fmla="*/ 2576036 w 3006089"/>
                <a:gd name="connsiteY5161" fmla="*/ 1509236 h 2297429"/>
                <a:gd name="connsiteX5162" fmla="*/ 2579370 w 3006089"/>
                <a:gd name="connsiteY5162" fmla="*/ 1510665 h 2297429"/>
                <a:gd name="connsiteX5163" fmla="*/ 2582704 w 3006089"/>
                <a:gd name="connsiteY5163" fmla="*/ 1513046 h 2297429"/>
                <a:gd name="connsiteX5164" fmla="*/ 2583656 w 3006089"/>
                <a:gd name="connsiteY5164" fmla="*/ 1513999 h 2297429"/>
                <a:gd name="connsiteX5165" fmla="*/ 2582228 w 3006089"/>
                <a:gd name="connsiteY5165" fmla="*/ 1514475 h 2297429"/>
                <a:gd name="connsiteX5166" fmla="*/ 2575560 w 3006089"/>
                <a:gd name="connsiteY5166" fmla="*/ 1510189 h 2297429"/>
                <a:gd name="connsiteX5167" fmla="*/ 2573179 w 3006089"/>
                <a:gd name="connsiteY5167" fmla="*/ 1509236 h 2297429"/>
                <a:gd name="connsiteX5168" fmla="*/ 2568893 w 3006089"/>
                <a:gd name="connsiteY5168" fmla="*/ 1509713 h 2297429"/>
                <a:gd name="connsiteX5169" fmla="*/ 2568416 w 3006089"/>
                <a:gd name="connsiteY5169" fmla="*/ 1510665 h 2297429"/>
                <a:gd name="connsiteX5170" fmla="*/ 2571274 w 3006089"/>
                <a:gd name="connsiteY5170" fmla="*/ 1516380 h 2297429"/>
                <a:gd name="connsiteX5171" fmla="*/ 2571274 w 3006089"/>
                <a:gd name="connsiteY5171" fmla="*/ 1517333 h 2297429"/>
                <a:gd name="connsiteX5172" fmla="*/ 2567940 w 3006089"/>
                <a:gd name="connsiteY5172" fmla="*/ 1515428 h 2297429"/>
                <a:gd name="connsiteX5173" fmla="*/ 2566987 w 3006089"/>
                <a:gd name="connsiteY5173" fmla="*/ 1516856 h 2297429"/>
                <a:gd name="connsiteX5174" fmla="*/ 2566035 w 3006089"/>
                <a:gd name="connsiteY5174" fmla="*/ 1520666 h 2297429"/>
                <a:gd name="connsiteX5175" fmla="*/ 2565083 w 3006089"/>
                <a:gd name="connsiteY5175" fmla="*/ 1522095 h 2297429"/>
                <a:gd name="connsiteX5176" fmla="*/ 2563178 w 3006089"/>
                <a:gd name="connsiteY5176" fmla="*/ 1521143 h 2297429"/>
                <a:gd name="connsiteX5177" fmla="*/ 2562225 w 3006089"/>
                <a:gd name="connsiteY5177" fmla="*/ 1521143 h 2297429"/>
                <a:gd name="connsiteX5178" fmla="*/ 2561749 w 3006089"/>
                <a:gd name="connsiteY5178" fmla="*/ 1522095 h 2297429"/>
                <a:gd name="connsiteX5179" fmla="*/ 2562701 w 3006089"/>
                <a:gd name="connsiteY5179" fmla="*/ 1524953 h 2297429"/>
                <a:gd name="connsiteX5180" fmla="*/ 2563654 w 3006089"/>
                <a:gd name="connsiteY5180" fmla="*/ 1526381 h 2297429"/>
                <a:gd name="connsiteX5181" fmla="*/ 2564606 w 3006089"/>
                <a:gd name="connsiteY5181" fmla="*/ 1527334 h 2297429"/>
                <a:gd name="connsiteX5182" fmla="*/ 2568416 w 3006089"/>
                <a:gd name="connsiteY5182" fmla="*/ 1528286 h 2297429"/>
                <a:gd name="connsiteX5183" fmla="*/ 2572226 w 3006089"/>
                <a:gd name="connsiteY5183" fmla="*/ 1529715 h 2297429"/>
                <a:gd name="connsiteX5184" fmla="*/ 2571750 w 3006089"/>
                <a:gd name="connsiteY5184" fmla="*/ 1530668 h 2297429"/>
                <a:gd name="connsiteX5185" fmla="*/ 2567464 w 3006089"/>
                <a:gd name="connsiteY5185" fmla="*/ 1530668 h 2297429"/>
                <a:gd name="connsiteX5186" fmla="*/ 2566987 w 3006089"/>
                <a:gd name="connsiteY5186" fmla="*/ 1532096 h 2297429"/>
                <a:gd name="connsiteX5187" fmla="*/ 2561749 w 3006089"/>
                <a:gd name="connsiteY5187" fmla="*/ 1531144 h 2297429"/>
                <a:gd name="connsiteX5188" fmla="*/ 2560796 w 3006089"/>
                <a:gd name="connsiteY5188" fmla="*/ 1531620 h 2297429"/>
                <a:gd name="connsiteX5189" fmla="*/ 2560796 w 3006089"/>
                <a:gd name="connsiteY5189" fmla="*/ 1532573 h 2297429"/>
                <a:gd name="connsiteX5190" fmla="*/ 2561273 w 3006089"/>
                <a:gd name="connsiteY5190" fmla="*/ 1534001 h 2297429"/>
                <a:gd name="connsiteX5191" fmla="*/ 2557939 w 3006089"/>
                <a:gd name="connsiteY5191" fmla="*/ 1533525 h 2297429"/>
                <a:gd name="connsiteX5192" fmla="*/ 2556510 w 3006089"/>
                <a:gd name="connsiteY5192" fmla="*/ 1533525 h 2297429"/>
                <a:gd name="connsiteX5193" fmla="*/ 2553653 w 3006089"/>
                <a:gd name="connsiteY5193" fmla="*/ 1536859 h 2297429"/>
                <a:gd name="connsiteX5194" fmla="*/ 2553653 w 3006089"/>
                <a:gd name="connsiteY5194" fmla="*/ 1537811 h 2297429"/>
                <a:gd name="connsiteX5195" fmla="*/ 2556510 w 3006089"/>
                <a:gd name="connsiteY5195" fmla="*/ 1539716 h 2297429"/>
                <a:gd name="connsiteX5196" fmla="*/ 2556034 w 3006089"/>
                <a:gd name="connsiteY5196" fmla="*/ 1540193 h 2297429"/>
                <a:gd name="connsiteX5197" fmla="*/ 2552224 w 3006089"/>
                <a:gd name="connsiteY5197" fmla="*/ 1540669 h 2297429"/>
                <a:gd name="connsiteX5198" fmla="*/ 2549843 w 3006089"/>
                <a:gd name="connsiteY5198" fmla="*/ 1541621 h 2297429"/>
                <a:gd name="connsiteX5199" fmla="*/ 2549843 w 3006089"/>
                <a:gd name="connsiteY5199" fmla="*/ 1543050 h 2297429"/>
                <a:gd name="connsiteX5200" fmla="*/ 2550795 w 3006089"/>
                <a:gd name="connsiteY5200" fmla="*/ 1545908 h 2297429"/>
                <a:gd name="connsiteX5201" fmla="*/ 2553176 w 3006089"/>
                <a:gd name="connsiteY5201" fmla="*/ 1550194 h 2297429"/>
                <a:gd name="connsiteX5202" fmla="*/ 2554129 w 3006089"/>
                <a:gd name="connsiteY5202" fmla="*/ 1552099 h 2297429"/>
                <a:gd name="connsiteX5203" fmla="*/ 2554129 w 3006089"/>
                <a:gd name="connsiteY5203" fmla="*/ 1554004 h 2297429"/>
                <a:gd name="connsiteX5204" fmla="*/ 2553653 w 3006089"/>
                <a:gd name="connsiteY5204" fmla="*/ 1555909 h 2297429"/>
                <a:gd name="connsiteX5205" fmla="*/ 2551271 w 3006089"/>
                <a:gd name="connsiteY5205" fmla="*/ 1561148 h 2297429"/>
                <a:gd name="connsiteX5206" fmla="*/ 2550795 w 3006089"/>
                <a:gd name="connsiteY5206" fmla="*/ 1561148 h 2297429"/>
                <a:gd name="connsiteX5207" fmla="*/ 2550319 w 3006089"/>
                <a:gd name="connsiteY5207" fmla="*/ 1554480 h 2297429"/>
                <a:gd name="connsiteX5208" fmla="*/ 2549843 w 3006089"/>
                <a:gd name="connsiteY5208" fmla="*/ 1552575 h 2297429"/>
                <a:gd name="connsiteX5209" fmla="*/ 2548414 w 3006089"/>
                <a:gd name="connsiteY5209" fmla="*/ 1549718 h 2297429"/>
                <a:gd name="connsiteX5210" fmla="*/ 2545556 w 3006089"/>
                <a:gd name="connsiteY5210" fmla="*/ 1546384 h 2297429"/>
                <a:gd name="connsiteX5211" fmla="*/ 2543175 w 3006089"/>
                <a:gd name="connsiteY5211" fmla="*/ 1544003 h 2297429"/>
                <a:gd name="connsiteX5212" fmla="*/ 2541270 w 3006089"/>
                <a:gd name="connsiteY5212" fmla="*/ 1543050 h 2297429"/>
                <a:gd name="connsiteX5213" fmla="*/ 2538889 w 3006089"/>
                <a:gd name="connsiteY5213" fmla="*/ 1543050 h 2297429"/>
                <a:gd name="connsiteX5214" fmla="*/ 2535079 w 3006089"/>
                <a:gd name="connsiteY5214" fmla="*/ 1545908 h 2297429"/>
                <a:gd name="connsiteX5215" fmla="*/ 2533650 w 3006089"/>
                <a:gd name="connsiteY5215" fmla="*/ 1547336 h 2297429"/>
                <a:gd name="connsiteX5216" fmla="*/ 2532221 w 3006089"/>
                <a:gd name="connsiteY5216" fmla="*/ 1550194 h 2297429"/>
                <a:gd name="connsiteX5217" fmla="*/ 2530316 w 3006089"/>
                <a:gd name="connsiteY5217" fmla="*/ 1554480 h 2297429"/>
                <a:gd name="connsiteX5218" fmla="*/ 2526506 w 3006089"/>
                <a:gd name="connsiteY5218" fmla="*/ 1557338 h 2297429"/>
                <a:gd name="connsiteX5219" fmla="*/ 2520315 w 3006089"/>
                <a:gd name="connsiteY5219" fmla="*/ 1558766 h 2297429"/>
                <a:gd name="connsiteX5220" fmla="*/ 2516029 w 3006089"/>
                <a:gd name="connsiteY5220" fmla="*/ 1560195 h 2297429"/>
                <a:gd name="connsiteX5221" fmla="*/ 2511266 w 3006089"/>
                <a:gd name="connsiteY5221" fmla="*/ 1563053 h 2297429"/>
                <a:gd name="connsiteX5222" fmla="*/ 2503646 w 3006089"/>
                <a:gd name="connsiteY5222" fmla="*/ 1566386 h 2297429"/>
                <a:gd name="connsiteX5223" fmla="*/ 2497455 w 3006089"/>
                <a:gd name="connsiteY5223" fmla="*/ 1570673 h 2297429"/>
                <a:gd name="connsiteX5224" fmla="*/ 2496503 w 3006089"/>
                <a:gd name="connsiteY5224" fmla="*/ 1572101 h 2297429"/>
                <a:gd name="connsiteX5225" fmla="*/ 2496026 w 3006089"/>
                <a:gd name="connsiteY5225" fmla="*/ 1574483 h 2297429"/>
                <a:gd name="connsiteX5226" fmla="*/ 2495550 w 3006089"/>
                <a:gd name="connsiteY5226" fmla="*/ 1577816 h 2297429"/>
                <a:gd name="connsiteX5227" fmla="*/ 2494121 w 3006089"/>
                <a:gd name="connsiteY5227" fmla="*/ 1582103 h 2297429"/>
                <a:gd name="connsiteX5228" fmla="*/ 2493645 w 3006089"/>
                <a:gd name="connsiteY5228" fmla="*/ 1581150 h 2297429"/>
                <a:gd name="connsiteX5229" fmla="*/ 2494121 w 3006089"/>
                <a:gd name="connsiteY5229" fmla="*/ 1576388 h 2297429"/>
                <a:gd name="connsiteX5230" fmla="*/ 2493645 w 3006089"/>
                <a:gd name="connsiteY5230" fmla="*/ 1574959 h 2297429"/>
                <a:gd name="connsiteX5231" fmla="*/ 2493645 w 3006089"/>
                <a:gd name="connsiteY5231" fmla="*/ 1569720 h 2297429"/>
                <a:gd name="connsiteX5232" fmla="*/ 2492216 w 3006089"/>
                <a:gd name="connsiteY5232" fmla="*/ 1562576 h 2297429"/>
                <a:gd name="connsiteX5233" fmla="*/ 2491740 w 3006089"/>
                <a:gd name="connsiteY5233" fmla="*/ 1561624 h 2297429"/>
                <a:gd name="connsiteX5234" fmla="*/ 2489835 w 3006089"/>
                <a:gd name="connsiteY5234" fmla="*/ 1563529 h 2297429"/>
                <a:gd name="connsiteX5235" fmla="*/ 2489359 w 3006089"/>
                <a:gd name="connsiteY5235" fmla="*/ 1566386 h 2297429"/>
                <a:gd name="connsiteX5236" fmla="*/ 2488406 w 3006089"/>
                <a:gd name="connsiteY5236" fmla="*/ 1568291 h 2297429"/>
                <a:gd name="connsiteX5237" fmla="*/ 2483168 w 3006089"/>
                <a:gd name="connsiteY5237" fmla="*/ 1574006 h 2297429"/>
                <a:gd name="connsiteX5238" fmla="*/ 2481262 w 3006089"/>
                <a:gd name="connsiteY5238" fmla="*/ 1574483 h 2297429"/>
                <a:gd name="connsiteX5239" fmla="*/ 2486501 w 3006089"/>
                <a:gd name="connsiteY5239" fmla="*/ 1568291 h 2297429"/>
                <a:gd name="connsiteX5240" fmla="*/ 2487454 w 3006089"/>
                <a:gd name="connsiteY5240" fmla="*/ 1566863 h 2297429"/>
                <a:gd name="connsiteX5241" fmla="*/ 2487454 w 3006089"/>
                <a:gd name="connsiteY5241" fmla="*/ 1565434 h 2297429"/>
                <a:gd name="connsiteX5242" fmla="*/ 2484120 w 3006089"/>
                <a:gd name="connsiteY5242" fmla="*/ 1558766 h 2297429"/>
                <a:gd name="connsiteX5243" fmla="*/ 2482691 w 3006089"/>
                <a:gd name="connsiteY5243" fmla="*/ 1557338 h 2297429"/>
                <a:gd name="connsiteX5244" fmla="*/ 2479834 w 3006089"/>
                <a:gd name="connsiteY5244" fmla="*/ 1557814 h 2297429"/>
                <a:gd name="connsiteX5245" fmla="*/ 2477453 w 3006089"/>
                <a:gd name="connsiteY5245" fmla="*/ 1561148 h 2297429"/>
                <a:gd name="connsiteX5246" fmla="*/ 2473643 w 3006089"/>
                <a:gd name="connsiteY5246" fmla="*/ 1572101 h 2297429"/>
                <a:gd name="connsiteX5247" fmla="*/ 2471737 w 3006089"/>
                <a:gd name="connsiteY5247" fmla="*/ 1576388 h 2297429"/>
                <a:gd name="connsiteX5248" fmla="*/ 2469833 w 3006089"/>
                <a:gd name="connsiteY5248" fmla="*/ 1578293 h 2297429"/>
                <a:gd name="connsiteX5249" fmla="*/ 2466975 w 3006089"/>
                <a:gd name="connsiteY5249" fmla="*/ 1580198 h 2297429"/>
                <a:gd name="connsiteX5250" fmla="*/ 2457450 w 3006089"/>
                <a:gd name="connsiteY5250" fmla="*/ 1582103 h 2297429"/>
                <a:gd name="connsiteX5251" fmla="*/ 2448401 w 3006089"/>
                <a:gd name="connsiteY5251" fmla="*/ 1585913 h 2297429"/>
                <a:gd name="connsiteX5252" fmla="*/ 2448401 w 3006089"/>
                <a:gd name="connsiteY5252" fmla="*/ 1584960 h 2297429"/>
                <a:gd name="connsiteX5253" fmla="*/ 2451259 w 3006089"/>
                <a:gd name="connsiteY5253" fmla="*/ 1583055 h 2297429"/>
                <a:gd name="connsiteX5254" fmla="*/ 2455545 w 3006089"/>
                <a:gd name="connsiteY5254" fmla="*/ 1581626 h 2297429"/>
                <a:gd name="connsiteX5255" fmla="*/ 2463165 w 3006089"/>
                <a:gd name="connsiteY5255" fmla="*/ 1579721 h 2297429"/>
                <a:gd name="connsiteX5256" fmla="*/ 2467451 w 3006089"/>
                <a:gd name="connsiteY5256" fmla="*/ 1577816 h 2297429"/>
                <a:gd name="connsiteX5257" fmla="*/ 2471261 w 3006089"/>
                <a:gd name="connsiteY5257" fmla="*/ 1573530 h 2297429"/>
                <a:gd name="connsiteX5258" fmla="*/ 2472690 w 3006089"/>
                <a:gd name="connsiteY5258" fmla="*/ 1570196 h 2297429"/>
                <a:gd name="connsiteX5259" fmla="*/ 2475548 w 3006089"/>
                <a:gd name="connsiteY5259" fmla="*/ 1561624 h 2297429"/>
                <a:gd name="connsiteX5260" fmla="*/ 2475548 w 3006089"/>
                <a:gd name="connsiteY5260" fmla="*/ 1557338 h 2297429"/>
                <a:gd name="connsiteX5261" fmla="*/ 2475548 w 3006089"/>
                <a:gd name="connsiteY5261" fmla="*/ 1554956 h 2297429"/>
                <a:gd name="connsiteX5262" fmla="*/ 2475071 w 3006089"/>
                <a:gd name="connsiteY5262" fmla="*/ 1553528 h 2297429"/>
                <a:gd name="connsiteX5263" fmla="*/ 2472690 w 3006089"/>
                <a:gd name="connsiteY5263" fmla="*/ 1551623 h 2297429"/>
                <a:gd name="connsiteX5264" fmla="*/ 2470785 w 3006089"/>
                <a:gd name="connsiteY5264" fmla="*/ 1544479 h 2297429"/>
                <a:gd name="connsiteX5265" fmla="*/ 2469833 w 3006089"/>
                <a:gd name="connsiteY5265" fmla="*/ 1542574 h 2297429"/>
                <a:gd name="connsiteX5266" fmla="*/ 2467928 w 3006089"/>
                <a:gd name="connsiteY5266" fmla="*/ 1540669 h 2297429"/>
                <a:gd name="connsiteX5267" fmla="*/ 2465070 w 3006089"/>
                <a:gd name="connsiteY5267" fmla="*/ 1538764 h 2297429"/>
                <a:gd name="connsiteX5268" fmla="*/ 2462689 w 3006089"/>
                <a:gd name="connsiteY5268" fmla="*/ 1537335 h 2297429"/>
                <a:gd name="connsiteX5269" fmla="*/ 2460784 w 3006089"/>
                <a:gd name="connsiteY5269" fmla="*/ 1536859 h 2297429"/>
                <a:gd name="connsiteX5270" fmla="*/ 2452687 w 3006089"/>
                <a:gd name="connsiteY5270" fmla="*/ 1537811 h 2297429"/>
                <a:gd name="connsiteX5271" fmla="*/ 2448401 w 3006089"/>
                <a:gd name="connsiteY5271" fmla="*/ 1537335 h 2297429"/>
                <a:gd name="connsiteX5272" fmla="*/ 2444591 w 3006089"/>
                <a:gd name="connsiteY5272" fmla="*/ 1537335 h 2297429"/>
                <a:gd name="connsiteX5273" fmla="*/ 2441258 w 3006089"/>
                <a:gd name="connsiteY5273" fmla="*/ 1537811 h 2297429"/>
                <a:gd name="connsiteX5274" fmla="*/ 2437448 w 3006089"/>
                <a:gd name="connsiteY5274" fmla="*/ 1539240 h 2297429"/>
                <a:gd name="connsiteX5275" fmla="*/ 2428399 w 3006089"/>
                <a:gd name="connsiteY5275" fmla="*/ 1545431 h 2297429"/>
                <a:gd name="connsiteX5276" fmla="*/ 2423636 w 3006089"/>
                <a:gd name="connsiteY5276" fmla="*/ 1547336 h 2297429"/>
                <a:gd name="connsiteX5277" fmla="*/ 2420779 w 3006089"/>
                <a:gd name="connsiteY5277" fmla="*/ 1546860 h 2297429"/>
                <a:gd name="connsiteX5278" fmla="*/ 2415540 w 3006089"/>
                <a:gd name="connsiteY5278" fmla="*/ 1544479 h 2297429"/>
                <a:gd name="connsiteX5279" fmla="*/ 2411254 w 3006089"/>
                <a:gd name="connsiteY5279" fmla="*/ 1543526 h 2297429"/>
                <a:gd name="connsiteX5280" fmla="*/ 2411254 w 3006089"/>
                <a:gd name="connsiteY5280" fmla="*/ 1542098 h 2297429"/>
                <a:gd name="connsiteX5281" fmla="*/ 2417445 w 3006089"/>
                <a:gd name="connsiteY5281" fmla="*/ 1540669 h 2297429"/>
                <a:gd name="connsiteX5282" fmla="*/ 2421255 w 3006089"/>
                <a:gd name="connsiteY5282" fmla="*/ 1538764 h 2297429"/>
                <a:gd name="connsiteX5283" fmla="*/ 2422208 w 3006089"/>
                <a:gd name="connsiteY5283" fmla="*/ 1537335 h 2297429"/>
                <a:gd name="connsiteX5284" fmla="*/ 2422684 w 3006089"/>
                <a:gd name="connsiteY5284" fmla="*/ 1535906 h 2297429"/>
                <a:gd name="connsiteX5285" fmla="*/ 2422684 w 3006089"/>
                <a:gd name="connsiteY5285" fmla="*/ 1534954 h 2297429"/>
                <a:gd name="connsiteX5286" fmla="*/ 2423160 w 3006089"/>
                <a:gd name="connsiteY5286" fmla="*/ 1534001 h 2297429"/>
                <a:gd name="connsiteX5287" fmla="*/ 2424112 w 3006089"/>
                <a:gd name="connsiteY5287" fmla="*/ 1533525 h 2297429"/>
                <a:gd name="connsiteX5288" fmla="*/ 2425065 w 3006089"/>
                <a:gd name="connsiteY5288" fmla="*/ 1534478 h 2297429"/>
                <a:gd name="connsiteX5289" fmla="*/ 2427446 w 3006089"/>
                <a:gd name="connsiteY5289" fmla="*/ 1539716 h 2297429"/>
                <a:gd name="connsiteX5290" fmla="*/ 2428399 w 3006089"/>
                <a:gd name="connsiteY5290" fmla="*/ 1540193 h 2297429"/>
                <a:gd name="connsiteX5291" fmla="*/ 2429828 w 3006089"/>
                <a:gd name="connsiteY5291" fmla="*/ 1539716 h 2297429"/>
                <a:gd name="connsiteX5292" fmla="*/ 2432209 w 3006089"/>
                <a:gd name="connsiteY5292" fmla="*/ 1537811 h 2297429"/>
                <a:gd name="connsiteX5293" fmla="*/ 2433161 w 3006089"/>
                <a:gd name="connsiteY5293" fmla="*/ 1535430 h 2297429"/>
                <a:gd name="connsiteX5294" fmla="*/ 2434114 w 3006089"/>
                <a:gd name="connsiteY5294" fmla="*/ 1531620 h 2297429"/>
                <a:gd name="connsiteX5295" fmla="*/ 2435066 w 3006089"/>
                <a:gd name="connsiteY5295" fmla="*/ 1529239 h 2297429"/>
                <a:gd name="connsiteX5296" fmla="*/ 2436019 w 3006089"/>
                <a:gd name="connsiteY5296" fmla="*/ 1528286 h 2297429"/>
                <a:gd name="connsiteX5297" fmla="*/ 2436019 w 3006089"/>
                <a:gd name="connsiteY5297" fmla="*/ 1527334 h 2297429"/>
                <a:gd name="connsiteX5298" fmla="*/ 2434590 w 3006089"/>
                <a:gd name="connsiteY5298" fmla="*/ 1524000 h 2297429"/>
                <a:gd name="connsiteX5299" fmla="*/ 2435066 w 3006089"/>
                <a:gd name="connsiteY5299" fmla="*/ 1522571 h 2297429"/>
                <a:gd name="connsiteX5300" fmla="*/ 2438400 w 3006089"/>
                <a:gd name="connsiteY5300" fmla="*/ 1517809 h 2297429"/>
                <a:gd name="connsiteX5301" fmla="*/ 2438400 w 3006089"/>
                <a:gd name="connsiteY5301" fmla="*/ 1516380 h 2297429"/>
                <a:gd name="connsiteX5302" fmla="*/ 2436495 w 3006089"/>
                <a:gd name="connsiteY5302" fmla="*/ 1514475 h 2297429"/>
                <a:gd name="connsiteX5303" fmla="*/ 2426970 w 3006089"/>
                <a:gd name="connsiteY5303" fmla="*/ 1514475 h 2297429"/>
                <a:gd name="connsiteX5304" fmla="*/ 2426018 w 3006089"/>
                <a:gd name="connsiteY5304" fmla="*/ 1512094 h 2297429"/>
                <a:gd name="connsiteX5305" fmla="*/ 2426494 w 3006089"/>
                <a:gd name="connsiteY5305" fmla="*/ 1507331 h 2297429"/>
                <a:gd name="connsiteX5306" fmla="*/ 2427923 w 3006089"/>
                <a:gd name="connsiteY5306" fmla="*/ 1503521 h 2297429"/>
                <a:gd name="connsiteX5307" fmla="*/ 2429828 w 3006089"/>
                <a:gd name="connsiteY5307" fmla="*/ 1500664 h 2297429"/>
                <a:gd name="connsiteX5308" fmla="*/ 2430780 w 3006089"/>
                <a:gd name="connsiteY5308" fmla="*/ 1497806 h 2297429"/>
                <a:gd name="connsiteX5309" fmla="*/ 2430304 w 3006089"/>
                <a:gd name="connsiteY5309" fmla="*/ 1495425 h 2297429"/>
                <a:gd name="connsiteX5310" fmla="*/ 2428875 w 3006089"/>
                <a:gd name="connsiteY5310" fmla="*/ 1490186 h 2297429"/>
                <a:gd name="connsiteX5311" fmla="*/ 2427446 w 3006089"/>
                <a:gd name="connsiteY5311" fmla="*/ 1487805 h 2297429"/>
                <a:gd name="connsiteX5312" fmla="*/ 2425541 w 3006089"/>
                <a:gd name="connsiteY5312" fmla="*/ 1485424 h 2297429"/>
                <a:gd name="connsiteX5313" fmla="*/ 2423160 w 3006089"/>
                <a:gd name="connsiteY5313" fmla="*/ 1483995 h 2297429"/>
                <a:gd name="connsiteX5314" fmla="*/ 2405539 w 3006089"/>
                <a:gd name="connsiteY5314" fmla="*/ 1482566 h 2297429"/>
                <a:gd name="connsiteX5315" fmla="*/ 2400776 w 3006089"/>
                <a:gd name="connsiteY5315" fmla="*/ 1482566 h 2297429"/>
                <a:gd name="connsiteX5316" fmla="*/ 2395537 w 3006089"/>
                <a:gd name="connsiteY5316" fmla="*/ 1482090 h 2297429"/>
                <a:gd name="connsiteX5317" fmla="*/ 2394109 w 3006089"/>
                <a:gd name="connsiteY5317" fmla="*/ 1480185 h 2297429"/>
                <a:gd name="connsiteX5318" fmla="*/ 2398871 w 3006089"/>
                <a:gd name="connsiteY5318" fmla="*/ 1480661 h 2297429"/>
                <a:gd name="connsiteX5319" fmla="*/ 2417445 w 3006089"/>
                <a:gd name="connsiteY5319" fmla="*/ 1480661 h 2297429"/>
                <a:gd name="connsiteX5320" fmla="*/ 2423160 w 3006089"/>
                <a:gd name="connsiteY5320" fmla="*/ 1480185 h 2297429"/>
                <a:gd name="connsiteX5321" fmla="*/ 2427446 w 3006089"/>
                <a:gd name="connsiteY5321" fmla="*/ 1477804 h 2297429"/>
                <a:gd name="connsiteX5322" fmla="*/ 2428875 w 3006089"/>
                <a:gd name="connsiteY5322" fmla="*/ 1475423 h 2297429"/>
                <a:gd name="connsiteX5323" fmla="*/ 2428875 w 3006089"/>
                <a:gd name="connsiteY5323" fmla="*/ 1474470 h 2297429"/>
                <a:gd name="connsiteX5324" fmla="*/ 2428875 w 3006089"/>
                <a:gd name="connsiteY5324" fmla="*/ 1471613 h 2297429"/>
                <a:gd name="connsiteX5325" fmla="*/ 2428875 w 3006089"/>
                <a:gd name="connsiteY5325" fmla="*/ 1470660 h 2297429"/>
                <a:gd name="connsiteX5326" fmla="*/ 2426494 w 3006089"/>
                <a:gd name="connsiteY5326" fmla="*/ 1467326 h 2297429"/>
                <a:gd name="connsiteX5327" fmla="*/ 2425541 w 3006089"/>
                <a:gd name="connsiteY5327" fmla="*/ 1464945 h 2297429"/>
                <a:gd name="connsiteX5328" fmla="*/ 2425065 w 3006089"/>
                <a:gd name="connsiteY5328" fmla="*/ 1462088 h 2297429"/>
                <a:gd name="connsiteX5329" fmla="*/ 2425065 w 3006089"/>
                <a:gd name="connsiteY5329" fmla="*/ 1459230 h 2297429"/>
                <a:gd name="connsiteX5330" fmla="*/ 2425541 w 3006089"/>
                <a:gd name="connsiteY5330" fmla="*/ 1456849 h 2297429"/>
                <a:gd name="connsiteX5331" fmla="*/ 2426494 w 3006089"/>
                <a:gd name="connsiteY5331" fmla="*/ 1452563 h 2297429"/>
                <a:gd name="connsiteX5332" fmla="*/ 2429351 w 3006089"/>
                <a:gd name="connsiteY5332" fmla="*/ 1446371 h 2297429"/>
                <a:gd name="connsiteX5333" fmla="*/ 2431733 w 3006089"/>
                <a:gd name="connsiteY5333" fmla="*/ 1443514 h 2297429"/>
                <a:gd name="connsiteX5334" fmla="*/ 2434590 w 3006089"/>
                <a:gd name="connsiteY5334" fmla="*/ 1441609 h 2297429"/>
                <a:gd name="connsiteX5335" fmla="*/ 2436495 w 3006089"/>
                <a:gd name="connsiteY5335" fmla="*/ 1439704 h 2297429"/>
                <a:gd name="connsiteX5336" fmla="*/ 2437448 w 3006089"/>
                <a:gd name="connsiteY5336" fmla="*/ 1438275 h 2297429"/>
                <a:gd name="connsiteX5337" fmla="*/ 2437448 w 3006089"/>
                <a:gd name="connsiteY5337" fmla="*/ 1436370 h 2297429"/>
                <a:gd name="connsiteX5338" fmla="*/ 2436971 w 3006089"/>
                <a:gd name="connsiteY5338" fmla="*/ 1434465 h 2297429"/>
                <a:gd name="connsiteX5339" fmla="*/ 2435066 w 3006089"/>
                <a:gd name="connsiteY5339" fmla="*/ 1429703 h 2297429"/>
                <a:gd name="connsiteX5340" fmla="*/ 2434114 w 3006089"/>
                <a:gd name="connsiteY5340" fmla="*/ 1428274 h 2297429"/>
                <a:gd name="connsiteX5341" fmla="*/ 2432209 w 3006089"/>
                <a:gd name="connsiteY5341" fmla="*/ 1427321 h 2297429"/>
                <a:gd name="connsiteX5342" fmla="*/ 2429828 w 3006089"/>
                <a:gd name="connsiteY5342" fmla="*/ 1427798 h 2297429"/>
                <a:gd name="connsiteX5343" fmla="*/ 2428875 w 3006089"/>
                <a:gd name="connsiteY5343" fmla="*/ 1429703 h 2297429"/>
                <a:gd name="connsiteX5344" fmla="*/ 2427923 w 3006089"/>
                <a:gd name="connsiteY5344" fmla="*/ 1433036 h 2297429"/>
                <a:gd name="connsiteX5345" fmla="*/ 2426970 w 3006089"/>
                <a:gd name="connsiteY5345" fmla="*/ 1434941 h 2297429"/>
                <a:gd name="connsiteX5346" fmla="*/ 2423636 w 3006089"/>
                <a:gd name="connsiteY5346" fmla="*/ 1435418 h 2297429"/>
                <a:gd name="connsiteX5347" fmla="*/ 2419826 w 3006089"/>
                <a:gd name="connsiteY5347" fmla="*/ 1437799 h 2297429"/>
                <a:gd name="connsiteX5348" fmla="*/ 2416969 w 3006089"/>
                <a:gd name="connsiteY5348" fmla="*/ 1437799 h 2297429"/>
                <a:gd name="connsiteX5349" fmla="*/ 2413635 w 3006089"/>
                <a:gd name="connsiteY5349" fmla="*/ 1436370 h 2297429"/>
                <a:gd name="connsiteX5350" fmla="*/ 2411730 w 3006089"/>
                <a:gd name="connsiteY5350" fmla="*/ 1434465 h 2297429"/>
                <a:gd name="connsiteX5351" fmla="*/ 2411730 w 3006089"/>
                <a:gd name="connsiteY5351" fmla="*/ 1431608 h 2297429"/>
                <a:gd name="connsiteX5352" fmla="*/ 2411254 w 3006089"/>
                <a:gd name="connsiteY5352" fmla="*/ 1429703 h 2297429"/>
                <a:gd name="connsiteX5353" fmla="*/ 2410301 w 3006089"/>
                <a:gd name="connsiteY5353" fmla="*/ 1428750 h 2297429"/>
                <a:gd name="connsiteX5354" fmla="*/ 2406968 w 3006089"/>
                <a:gd name="connsiteY5354" fmla="*/ 1427321 h 2297429"/>
                <a:gd name="connsiteX5355" fmla="*/ 2403634 w 3006089"/>
                <a:gd name="connsiteY5355" fmla="*/ 1427798 h 2297429"/>
                <a:gd name="connsiteX5356" fmla="*/ 2398395 w 3006089"/>
                <a:gd name="connsiteY5356" fmla="*/ 1428750 h 2297429"/>
                <a:gd name="connsiteX5357" fmla="*/ 2392204 w 3006089"/>
                <a:gd name="connsiteY5357" fmla="*/ 1428274 h 2297429"/>
                <a:gd name="connsiteX5358" fmla="*/ 2381726 w 3006089"/>
                <a:gd name="connsiteY5358" fmla="*/ 1424464 h 2297429"/>
                <a:gd name="connsiteX5359" fmla="*/ 2376964 w 3006089"/>
                <a:gd name="connsiteY5359" fmla="*/ 1423511 h 2297429"/>
                <a:gd name="connsiteX5360" fmla="*/ 2371249 w 3006089"/>
                <a:gd name="connsiteY5360" fmla="*/ 1423511 h 2297429"/>
                <a:gd name="connsiteX5361" fmla="*/ 2368868 w 3006089"/>
                <a:gd name="connsiteY5361" fmla="*/ 1423035 h 2297429"/>
                <a:gd name="connsiteX5362" fmla="*/ 2364581 w 3006089"/>
                <a:gd name="connsiteY5362" fmla="*/ 1420178 h 2297429"/>
                <a:gd name="connsiteX5363" fmla="*/ 2357914 w 3006089"/>
                <a:gd name="connsiteY5363" fmla="*/ 1413986 h 2297429"/>
                <a:gd name="connsiteX5364" fmla="*/ 2358390 w 3006089"/>
                <a:gd name="connsiteY5364" fmla="*/ 1412081 h 2297429"/>
                <a:gd name="connsiteX5365" fmla="*/ 2361248 w 3006089"/>
                <a:gd name="connsiteY5365" fmla="*/ 1410653 h 2297429"/>
                <a:gd name="connsiteX5366" fmla="*/ 2361248 w 3006089"/>
                <a:gd name="connsiteY5366" fmla="*/ 1409700 h 2297429"/>
                <a:gd name="connsiteX5367" fmla="*/ 2356009 w 3006089"/>
                <a:gd name="connsiteY5367" fmla="*/ 1409224 h 2297429"/>
                <a:gd name="connsiteX5368" fmla="*/ 2354104 w 3006089"/>
                <a:gd name="connsiteY5368" fmla="*/ 1408271 h 2297429"/>
                <a:gd name="connsiteX5369" fmla="*/ 2354580 w 3006089"/>
                <a:gd name="connsiteY5369" fmla="*/ 1406843 h 2297429"/>
                <a:gd name="connsiteX5370" fmla="*/ 2357437 w 3006089"/>
                <a:gd name="connsiteY5370" fmla="*/ 1403509 h 2297429"/>
                <a:gd name="connsiteX5371" fmla="*/ 2360771 w 3006089"/>
                <a:gd name="connsiteY5371" fmla="*/ 1402080 h 2297429"/>
                <a:gd name="connsiteX5372" fmla="*/ 2362200 w 3006089"/>
                <a:gd name="connsiteY5372" fmla="*/ 1401128 h 2297429"/>
                <a:gd name="connsiteX5373" fmla="*/ 2362676 w 3006089"/>
                <a:gd name="connsiteY5373" fmla="*/ 1400175 h 2297429"/>
                <a:gd name="connsiteX5374" fmla="*/ 2361724 w 3006089"/>
                <a:gd name="connsiteY5374" fmla="*/ 1398746 h 2297429"/>
                <a:gd name="connsiteX5375" fmla="*/ 2354104 w 3006089"/>
                <a:gd name="connsiteY5375" fmla="*/ 1394936 h 2297429"/>
                <a:gd name="connsiteX5376" fmla="*/ 2352199 w 3006089"/>
                <a:gd name="connsiteY5376" fmla="*/ 1395413 h 2297429"/>
                <a:gd name="connsiteX5377" fmla="*/ 2350770 w 3006089"/>
                <a:gd name="connsiteY5377" fmla="*/ 1397318 h 2297429"/>
                <a:gd name="connsiteX5378" fmla="*/ 2348865 w 3006089"/>
                <a:gd name="connsiteY5378" fmla="*/ 1398746 h 2297429"/>
                <a:gd name="connsiteX5379" fmla="*/ 2342198 w 3006089"/>
                <a:gd name="connsiteY5379" fmla="*/ 1400175 h 2297429"/>
                <a:gd name="connsiteX5380" fmla="*/ 2341245 w 3006089"/>
                <a:gd name="connsiteY5380" fmla="*/ 1399223 h 2297429"/>
                <a:gd name="connsiteX5381" fmla="*/ 2346960 w 3006089"/>
                <a:gd name="connsiteY5381" fmla="*/ 1397318 h 2297429"/>
                <a:gd name="connsiteX5382" fmla="*/ 2348389 w 3006089"/>
                <a:gd name="connsiteY5382" fmla="*/ 1395889 h 2297429"/>
                <a:gd name="connsiteX5383" fmla="*/ 2348389 w 3006089"/>
                <a:gd name="connsiteY5383" fmla="*/ 1394936 h 2297429"/>
                <a:gd name="connsiteX5384" fmla="*/ 2346960 w 3006089"/>
                <a:gd name="connsiteY5384" fmla="*/ 1392555 h 2297429"/>
                <a:gd name="connsiteX5385" fmla="*/ 2345531 w 3006089"/>
                <a:gd name="connsiteY5385" fmla="*/ 1391126 h 2297429"/>
                <a:gd name="connsiteX5386" fmla="*/ 2343626 w 3006089"/>
                <a:gd name="connsiteY5386" fmla="*/ 1388745 h 2297429"/>
                <a:gd name="connsiteX5387" fmla="*/ 2342198 w 3006089"/>
                <a:gd name="connsiteY5387" fmla="*/ 1387316 h 2297429"/>
                <a:gd name="connsiteX5388" fmla="*/ 2337435 w 3006089"/>
                <a:gd name="connsiteY5388" fmla="*/ 1384459 h 2297429"/>
                <a:gd name="connsiteX5389" fmla="*/ 2332673 w 3006089"/>
                <a:gd name="connsiteY5389" fmla="*/ 1382554 h 2297429"/>
                <a:gd name="connsiteX5390" fmla="*/ 2330291 w 3006089"/>
                <a:gd name="connsiteY5390" fmla="*/ 1383506 h 2297429"/>
                <a:gd name="connsiteX5391" fmla="*/ 2327434 w 3006089"/>
                <a:gd name="connsiteY5391" fmla="*/ 1385888 h 2297429"/>
                <a:gd name="connsiteX5392" fmla="*/ 2325053 w 3006089"/>
                <a:gd name="connsiteY5392" fmla="*/ 1387316 h 2297429"/>
                <a:gd name="connsiteX5393" fmla="*/ 2323624 w 3006089"/>
                <a:gd name="connsiteY5393" fmla="*/ 1387316 h 2297429"/>
                <a:gd name="connsiteX5394" fmla="*/ 2327434 w 3006089"/>
                <a:gd name="connsiteY5394" fmla="*/ 1381125 h 2297429"/>
                <a:gd name="connsiteX5395" fmla="*/ 2328386 w 3006089"/>
                <a:gd name="connsiteY5395" fmla="*/ 1377315 h 2297429"/>
                <a:gd name="connsiteX5396" fmla="*/ 2328386 w 3006089"/>
                <a:gd name="connsiteY5396" fmla="*/ 1375886 h 2297429"/>
                <a:gd name="connsiteX5397" fmla="*/ 2327910 w 3006089"/>
                <a:gd name="connsiteY5397" fmla="*/ 1374458 h 2297429"/>
                <a:gd name="connsiteX5398" fmla="*/ 2326958 w 3006089"/>
                <a:gd name="connsiteY5398" fmla="*/ 1372553 h 2297429"/>
                <a:gd name="connsiteX5399" fmla="*/ 2326481 w 3006089"/>
                <a:gd name="connsiteY5399" fmla="*/ 1372076 h 2297429"/>
                <a:gd name="connsiteX5400" fmla="*/ 2325053 w 3006089"/>
                <a:gd name="connsiteY5400" fmla="*/ 1371600 h 2297429"/>
                <a:gd name="connsiteX5401" fmla="*/ 2320290 w 3006089"/>
                <a:gd name="connsiteY5401" fmla="*/ 1372076 h 2297429"/>
                <a:gd name="connsiteX5402" fmla="*/ 2316480 w 3006089"/>
                <a:gd name="connsiteY5402" fmla="*/ 1369219 h 2297429"/>
                <a:gd name="connsiteX5403" fmla="*/ 2314575 w 3006089"/>
                <a:gd name="connsiteY5403" fmla="*/ 1368266 h 2297429"/>
                <a:gd name="connsiteX5404" fmla="*/ 2309812 w 3006089"/>
                <a:gd name="connsiteY5404" fmla="*/ 1363980 h 2297429"/>
                <a:gd name="connsiteX5405" fmla="*/ 2306479 w 3006089"/>
                <a:gd name="connsiteY5405" fmla="*/ 1361599 h 2297429"/>
                <a:gd name="connsiteX5406" fmla="*/ 2302193 w 3006089"/>
                <a:gd name="connsiteY5406" fmla="*/ 1359218 h 2297429"/>
                <a:gd name="connsiteX5407" fmla="*/ 2295525 w 3006089"/>
                <a:gd name="connsiteY5407" fmla="*/ 1354931 h 2297429"/>
                <a:gd name="connsiteX5408" fmla="*/ 2293144 w 3006089"/>
                <a:gd name="connsiteY5408" fmla="*/ 1353979 h 2297429"/>
                <a:gd name="connsiteX5409" fmla="*/ 2291239 w 3006089"/>
                <a:gd name="connsiteY5409" fmla="*/ 1353979 h 2297429"/>
                <a:gd name="connsiteX5410" fmla="*/ 2287429 w 3006089"/>
                <a:gd name="connsiteY5410" fmla="*/ 1355884 h 2297429"/>
                <a:gd name="connsiteX5411" fmla="*/ 2281714 w 3006089"/>
                <a:gd name="connsiteY5411" fmla="*/ 1359218 h 2297429"/>
                <a:gd name="connsiteX5412" fmla="*/ 2276475 w 3006089"/>
                <a:gd name="connsiteY5412" fmla="*/ 1361599 h 2297429"/>
                <a:gd name="connsiteX5413" fmla="*/ 2268855 w 3006089"/>
                <a:gd name="connsiteY5413" fmla="*/ 1363980 h 2297429"/>
                <a:gd name="connsiteX5414" fmla="*/ 2261711 w 3006089"/>
                <a:gd name="connsiteY5414" fmla="*/ 1367314 h 2297429"/>
                <a:gd name="connsiteX5415" fmla="*/ 2260283 w 3006089"/>
                <a:gd name="connsiteY5415" fmla="*/ 1368743 h 2297429"/>
                <a:gd name="connsiteX5416" fmla="*/ 2263140 w 3006089"/>
                <a:gd name="connsiteY5416" fmla="*/ 1371600 h 2297429"/>
                <a:gd name="connsiteX5417" fmla="*/ 2262664 w 3006089"/>
                <a:gd name="connsiteY5417" fmla="*/ 1372076 h 2297429"/>
                <a:gd name="connsiteX5418" fmla="*/ 2253139 w 3006089"/>
                <a:gd name="connsiteY5418" fmla="*/ 1365885 h 2297429"/>
                <a:gd name="connsiteX5419" fmla="*/ 2249329 w 3006089"/>
                <a:gd name="connsiteY5419" fmla="*/ 1363980 h 2297429"/>
                <a:gd name="connsiteX5420" fmla="*/ 2245995 w 3006089"/>
                <a:gd name="connsiteY5420" fmla="*/ 1363504 h 2297429"/>
                <a:gd name="connsiteX5421" fmla="*/ 2238375 w 3006089"/>
                <a:gd name="connsiteY5421" fmla="*/ 1361123 h 2297429"/>
                <a:gd name="connsiteX5422" fmla="*/ 2235994 w 3006089"/>
                <a:gd name="connsiteY5422" fmla="*/ 1361599 h 2297429"/>
                <a:gd name="connsiteX5423" fmla="*/ 2233136 w 3006089"/>
                <a:gd name="connsiteY5423" fmla="*/ 1362551 h 2297429"/>
                <a:gd name="connsiteX5424" fmla="*/ 2222659 w 3006089"/>
                <a:gd name="connsiteY5424" fmla="*/ 1368266 h 2297429"/>
                <a:gd name="connsiteX5425" fmla="*/ 2222183 w 3006089"/>
                <a:gd name="connsiteY5425" fmla="*/ 1367314 h 2297429"/>
                <a:gd name="connsiteX5426" fmla="*/ 2226945 w 3006089"/>
                <a:gd name="connsiteY5426" fmla="*/ 1364456 h 2297429"/>
                <a:gd name="connsiteX5427" fmla="*/ 2222183 w 3006089"/>
                <a:gd name="connsiteY5427" fmla="*/ 1361123 h 2297429"/>
                <a:gd name="connsiteX5428" fmla="*/ 2195036 w 3006089"/>
                <a:gd name="connsiteY5428" fmla="*/ 1353026 h 2297429"/>
                <a:gd name="connsiteX5429" fmla="*/ 2185987 w 3006089"/>
                <a:gd name="connsiteY5429" fmla="*/ 1349693 h 2297429"/>
                <a:gd name="connsiteX5430" fmla="*/ 2175034 w 3006089"/>
                <a:gd name="connsiteY5430" fmla="*/ 1348264 h 2297429"/>
                <a:gd name="connsiteX5431" fmla="*/ 2169319 w 3006089"/>
                <a:gd name="connsiteY5431" fmla="*/ 1347311 h 2297429"/>
                <a:gd name="connsiteX5432" fmla="*/ 2161223 w 3006089"/>
                <a:gd name="connsiteY5432" fmla="*/ 1349693 h 2297429"/>
                <a:gd name="connsiteX5433" fmla="*/ 2151221 w 3006089"/>
                <a:gd name="connsiteY5433" fmla="*/ 1355408 h 2297429"/>
                <a:gd name="connsiteX5434" fmla="*/ 2145506 w 3006089"/>
                <a:gd name="connsiteY5434" fmla="*/ 1359218 h 2297429"/>
                <a:gd name="connsiteX5435" fmla="*/ 2144078 w 3006089"/>
                <a:gd name="connsiteY5435" fmla="*/ 1361123 h 2297429"/>
                <a:gd name="connsiteX5436" fmla="*/ 2143125 w 3006089"/>
                <a:gd name="connsiteY5436" fmla="*/ 1363028 h 2297429"/>
                <a:gd name="connsiteX5437" fmla="*/ 2142649 w 3006089"/>
                <a:gd name="connsiteY5437" fmla="*/ 1366838 h 2297429"/>
                <a:gd name="connsiteX5438" fmla="*/ 2143125 w 3006089"/>
                <a:gd name="connsiteY5438" fmla="*/ 1372076 h 2297429"/>
                <a:gd name="connsiteX5439" fmla="*/ 2145030 w 3006089"/>
                <a:gd name="connsiteY5439" fmla="*/ 1381601 h 2297429"/>
                <a:gd name="connsiteX5440" fmla="*/ 2146935 w 3006089"/>
                <a:gd name="connsiteY5440" fmla="*/ 1386364 h 2297429"/>
                <a:gd name="connsiteX5441" fmla="*/ 2149316 w 3006089"/>
                <a:gd name="connsiteY5441" fmla="*/ 1390174 h 2297429"/>
                <a:gd name="connsiteX5442" fmla="*/ 2151221 w 3006089"/>
                <a:gd name="connsiteY5442" fmla="*/ 1392079 h 2297429"/>
                <a:gd name="connsiteX5443" fmla="*/ 2153603 w 3006089"/>
                <a:gd name="connsiteY5443" fmla="*/ 1393984 h 2297429"/>
                <a:gd name="connsiteX5444" fmla="*/ 2157412 w 3006089"/>
                <a:gd name="connsiteY5444" fmla="*/ 1397318 h 2297429"/>
                <a:gd name="connsiteX5445" fmla="*/ 2163604 w 3006089"/>
                <a:gd name="connsiteY5445" fmla="*/ 1401128 h 2297429"/>
                <a:gd name="connsiteX5446" fmla="*/ 2158841 w 3006089"/>
                <a:gd name="connsiteY5446" fmla="*/ 1404938 h 2297429"/>
                <a:gd name="connsiteX5447" fmla="*/ 2155984 w 3006089"/>
                <a:gd name="connsiteY5447" fmla="*/ 1406843 h 2297429"/>
                <a:gd name="connsiteX5448" fmla="*/ 2155508 w 3006089"/>
                <a:gd name="connsiteY5448" fmla="*/ 1409224 h 2297429"/>
                <a:gd name="connsiteX5449" fmla="*/ 2156460 w 3006089"/>
                <a:gd name="connsiteY5449" fmla="*/ 1417796 h 2297429"/>
                <a:gd name="connsiteX5450" fmla="*/ 2156460 w 3006089"/>
                <a:gd name="connsiteY5450" fmla="*/ 1419225 h 2297429"/>
                <a:gd name="connsiteX5451" fmla="*/ 2155508 w 3006089"/>
                <a:gd name="connsiteY5451" fmla="*/ 1421606 h 2297429"/>
                <a:gd name="connsiteX5452" fmla="*/ 2153126 w 3006089"/>
                <a:gd name="connsiteY5452" fmla="*/ 1425416 h 2297429"/>
                <a:gd name="connsiteX5453" fmla="*/ 2149793 w 3006089"/>
                <a:gd name="connsiteY5453" fmla="*/ 1429703 h 2297429"/>
                <a:gd name="connsiteX5454" fmla="*/ 2142173 w 3006089"/>
                <a:gd name="connsiteY5454" fmla="*/ 1437323 h 2297429"/>
                <a:gd name="connsiteX5455" fmla="*/ 2141220 w 3006089"/>
                <a:gd name="connsiteY5455" fmla="*/ 1439228 h 2297429"/>
                <a:gd name="connsiteX5456" fmla="*/ 2143125 w 3006089"/>
                <a:gd name="connsiteY5456" fmla="*/ 1439704 h 2297429"/>
                <a:gd name="connsiteX5457" fmla="*/ 2147411 w 3006089"/>
                <a:gd name="connsiteY5457" fmla="*/ 1439228 h 2297429"/>
                <a:gd name="connsiteX5458" fmla="*/ 2151698 w 3006089"/>
                <a:gd name="connsiteY5458" fmla="*/ 1440656 h 2297429"/>
                <a:gd name="connsiteX5459" fmla="*/ 2160746 w 3006089"/>
                <a:gd name="connsiteY5459" fmla="*/ 1438751 h 2297429"/>
                <a:gd name="connsiteX5460" fmla="*/ 2161223 w 3006089"/>
                <a:gd name="connsiteY5460" fmla="*/ 1439704 h 2297429"/>
                <a:gd name="connsiteX5461" fmla="*/ 2158841 w 3006089"/>
                <a:gd name="connsiteY5461" fmla="*/ 1440656 h 2297429"/>
                <a:gd name="connsiteX5462" fmla="*/ 2156460 w 3006089"/>
                <a:gd name="connsiteY5462" fmla="*/ 1445419 h 2297429"/>
                <a:gd name="connsiteX5463" fmla="*/ 2155508 w 3006089"/>
                <a:gd name="connsiteY5463" fmla="*/ 1446371 h 2297429"/>
                <a:gd name="connsiteX5464" fmla="*/ 2154555 w 3006089"/>
                <a:gd name="connsiteY5464" fmla="*/ 1448276 h 2297429"/>
                <a:gd name="connsiteX5465" fmla="*/ 2156936 w 3006089"/>
                <a:gd name="connsiteY5465" fmla="*/ 1451610 h 2297429"/>
                <a:gd name="connsiteX5466" fmla="*/ 2159318 w 3006089"/>
                <a:gd name="connsiteY5466" fmla="*/ 1452086 h 2297429"/>
                <a:gd name="connsiteX5467" fmla="*/ 2163604 w 3006089"/>
                <a:gd name="connsiteY5467" fmla="*/ 1452086 h 2297429"/>
                <a:gd name="connsiteX5468" fmla="*/ 2164080 w 3006089"/>
                <a:gd name="connsiteY5468" fmla="*/ 1453039 h 2297429"/>
                <a:gd name="connsiteX5469" fmla="*/ 2160746 w 3006089"/>
                <a:gd name="connsiteY5469" fmla="*/ 1454944 h 2297429"/>
                <a:gd name="connsiteX5470" fmla="*/ 2157889 w 3006089"/>
                <a:gd name="connsiteY5470" fmla="*/ 1459230 h 2297429"/>
                <a:gd name="connsiteX5471" fmla="*/ 2158841 w 3006089"/>
                <a:gd name="connsiteY5471" fmla="*/ 1462564 h 2297429"/>
                <a:gd name="connsiteX5472" fmla="*/ 2165509 w 3006089"/>
                <a:gd name="connsiteY5472" fmla="*/ 1473518 h 2297429"/>
                <a:gd name="connsiteX5473" fmla="*/ 2165033 w 3006089"/>
                <a:gd name="connsiteY5473" fmla="*/ 1473994 h 2297429"/>
                <a:gd name="connsiteX5474" fmla="*/ 2161223 w 3006089"/>
                <a:gd name="connsiteY5474" fmla="*/ 1475423 h 2297429"/>
                <a:gd name="connsiteX5475" fmla="*/ 2160746 w 3006089"/>
                <a:gd name="connsiteY5475" fmla="*/ 1475899 h 2297429"/>
                <a:gd name="connsiteX5476" fmla="*/ 2162175 w 3006089"/>
                <a:gd name="connsiteY5476" fmla="*/ 1477328 h 2297429"/>
                <a:gd name="connsiteX5477" fmla="*/ 2170271 w 3006089"/>
                <a:gd name="connsiteY5477" fmla="*/ 1478280 h 2297429"/>
                <a:gd name="connsiteX5478" fmla="*/ 2171224 w 3006089"/>
                <a:gd name="connsiteY5478" fmla="*/ 1479233 h 2297429"/>
                <a:gd name="connsiteX5479" fmla="*/ 2168366 w 3006089"/>
                <a:gd name="connsiteY5479" fmla="*/ 1483995 h 2297429"/>
                <a:gd name="connsiteX5480" fmla="*/ 2168366 w 3006089"/>
                <a:gd name="connsiteY5480" fmla="*/ 1485900 h 2297429"/>
                <a:gd name="connsiteX5481" fmla="*/ 2169795 w 3006089"/>
                <a:gd name="connsiteY5481" fmla="*/ 1488281 h 2297429"/>
                <a:gd name="connsiteX5482" fmla="*/ 2169795 w 3006089"/>
                <a:gd name="connsiteY5482" fmla="*/ 1490186 h 2297429"/>
                <a:gd name="connsiteX5483" fmla="*/ 2165033 w 3006089"/>
                <a:gd name="connsiteY5483" fmla="*/ 1494473 h 2297429"/>
                <a:gd name="connsiteX5484" fmla="*/ 2164556 w 3006089"/>
                <a:gd name="connsiteY5484" fmla="*/ 1495901 h 2297429"/>
                <a:gd name="connsiteX5485" fmla="*/ 2166937 w 3006089"/>
                <a:gd name="connsiteY5485" fmla="*/ 1499711 h 2297429"/>
                <a:gd name="connsiteX5486" fmla="*/ 2168843 w 3006089"/>
                <a:gd name="connsiteY5486" fmla="*/ 1501140 h 2297429"/>
                <a:gd name="connsiteX5487" fmla="*/ 2167414 w 3006089"/>
                <a:gd name="connsiteY5487" fmla="*/ 1501616 h 2297429"/>
                <a:gd name="connsiteX5488" fmla="*/ 2160746 w 3006089"/>
                <a:gd name="connsiteY5488" fmla="*/ 1495901 h 2297429"/>
                <a:gd name="connsiteX5489" fmla="*/ 2155984 w 3006089"/>
                <a:gd name="connsiteY5489" fmla="*/ 1495901 h 2297429"/>
                <a:gd name="connsiteX5490" fmla="*/ 2155031 w 3006089"/>
                <a:gd name="connsiteY5490" fmla="*/ 1496854 h 2297429"/>
                <a:gd name="connsiteX5491" fmla="*/ 2155508 w 3006089"/>
                <a:gd name="connsiteY5491" fmla="*/ 1500664 h 2297429"/>
                <a:gd name="connsiteX5492" fmla="*/ 2155031 w 3006089"/>
                <a:gd name="connsiteY5492" fmla="*/ 1501616 h 2297429"/>
                <a:gd name="connsiteX5493" fmla="*/ 2151221 w 3006089"/>
                <a:gd name="connsiteY5493" fmla="*/ 1505903 h 2297429"/>
                <a:gd name="connsiteX5494" fmla="*/ 2151698 w 3006089"/>
                <a:gd name="connsiteY5494" fmla="*/ 1507331 h 2297429"/>
                <a:gd name="connsiteX5495" fmla="*/ 2154079 w 3006089"/>
                <a:gd name="connsiteY5495" fmla="*/ 1508760 h 2297429"/>
                <a:gd name="connsiteX5496" fmla="*/ 2154555 w 3006089"/>
                <a:gd name="connsiteY5496" fmla="*/ 1510189 h 2297429"/>
                <a:gd name="connsiteX5497" fmla="*/ 2151698 w 3006089"/>
                <a:gd name="connsiteY5497" fmla="*/ 1513999 h 2297429"/>
                <a:gd name="connsiteX5498" fmla="*/ 2146935 w 3006089"/>
                <a:gd name="connsiteY5498" fmla="*/ 1516856 h 2297429"/>
                <a:gd name="connsiteX5499" fmla="*/ 2144078 w 3006089"/>
                <a:gd name="connsiteY5499" fmla="*/ 1519238 h 2297429"/>
                <a:gd name="connsiteX5500" fmla="*/ 2141696 w 3006089"/>
                <a:gd name="connsiteY5500" fmla="*/ 1522095 h 2297429"/>
                <a:gd name="connsiteX5501" fmla="*/ 2138362 w 3006089"/>
                <a:gd name="connsiteY5501" fmla="*/ 1527334 h 2297429"/>
                <a:gd name="connsiteX5502" fmla="*/ 2132171 w 3006089"/>
                <a:gd name="connsiteY5502" fmla="*/ 1534001 h 2297429"/>
                <a:gd name="connsiteX5503" fmla="*/ 2131219 w 3006089"/>
                <a:gd name="connsiteY5503" fmla="*/ 1535430 h 2297429"/>
                <a:gd name="connsiteX5504" fmla="*/ 2130266 w 3006089"/>
                <a:gd name="connsiteY5504" fmla="*/ 1537811 h 2297429"/>
                <a:gd name="connsiteX5505" fmla="*/ 2129790 w 3006089"/>
                <a:gd name="connsiteY5505" fmla="*/ 1540669 h 2297429"/>
                <a:gd name="connsiteX5506" fmla="*/ 2129314 w 3006089"/>
                <a:gd name="connsiteY5506" fmla="*/ 1544955 h 2297429"/>
                <a:gd name="connsiteX5507" fmla="*/ 2129790 w 3006089"/>
                <a:gd name="connsiteY5507" fmla="*/ 1546384 h 2297429"/>
                <a:gd name="connsiteX5508" fmla="*/ 2131219 w 3006089"/>
                <a:gd name="connsiteY5508" fmla="*/ 1548765 h 2297429"/>
                <a:gd name="connsiteX5509" fmla="*/ 2135029 w 3006089"/>
                <a:gd name="connsiteY5509" fmla="*/ 1549718 h 2297429"/>
                <a:gd name="connsiteX5510" fmla="*/ 2146459 w 3006089"/>
                <a:gd name="connsiteY5510" fmla="*/ 1558766 h 2297429"/>
                <a:gd name="connsiteX5511" fmla="*/ 2150745 w 3006089"/>
                <a:gd name="connsiteY5511" fmla="*/ 1561148 h 2297429"/>
                <a:gd name="connsiteX5512" fmla="*/ 2157412 w 3006089"/>
                <a:gd name="connsiteY5512" fmla="*/ 1564005 h 2297429"/>
                <a:gd name="connsiteX5513" fmla="*/ 2161699 w 3006089"/>
                <a:gd name="connsiteY5513" fmla="*/ 1566386 h 2297429"/>
                <a:gd name="connsiteX5514" fmla="*/ 2164080 w 3006089"/>
                <a:gd name="connsiteY5514" fmla="*/ 1568768 h 2297429"/>
                <a:gd name="connsiteX5515" fmla="*/ 2175510 w 3006089"/>
                <a:gd name="connsiteY5515" fmla="*/ 1577340 h 2297429"/>
                <a:gd name="connsiteX5516" fmla="*/ 2184559 w 3006089"/>
                <a:gd name="connsiteY5516" fmla="*/ 1590199 h 2297429"/>
                <a:gd name="connsiteX5517" fmla="*/ 2187416 w 3006089"/>
                <a:gd name="connsiteY5517" fmla="*/ 1594961 h 2297429"/>
                <a:gd name="connsiteX5518" fmla="*/ 2188369 w 3006089"/>
                <a:gd name="connsiteY5518" fmla="*/ 1597819 h 2297429"/>
                <a:gd name="connsiteX5519" fmla="*/ 2192655 w 3006089"/>
                <a:gd name="connsiteY5519" fmla="*/ 1608296 h 2297429"/>
                <a:gd name="connsiteX5520" fmla="*/ 2194560 w 3006089"/>
                <a:gd name="connsiteY5520" fmla="*/ 1613535 h 2297429"/>
                <a:gd name="connsiteX5521" fmla="*/ 2195512 w 3006089"/>
                <a:gd name="connsiteY5521" fmla="*/ 1617821 h 2297429"/>
                <a:gd name="connsiteX5522" fmla="*/ 2196941 w 3006089"/>
                <a:gd name="connsiteY5522" fmla="*/ 1631633 h 2297429"/>
                <a:gd name="connsiteX5523" fmla="*/ 2196941 w 3006089"/>
                <a:gd name="connsiteY5523" fmla="*/ 1640681 h 2297429"/>
                <a:gd name="connsiteX5524" fmla="*/ 2196465 w 3006089"/>
                <a:gd name="connsiteY5524" fmla="*/ 1650683 h 2297429"/>
                <a:gd name="connsiteX5525" fmla="*/ 2195989 w 3006089"/>
                <a:gd name="connsiteY5525" fmla="*/ 1657350 h 2297429"/>
                <a:gd name="connsiteX5526" fmla="*/ 2194084 w 3006089"/>
                <a:gd name="connsiteY5526" fmla="*/ 1664970 h 2297429"/>
                <a:gd name="connsiteX5527" fmla="*/ 2192655 w 3006089"/>
                <a:gd name="connsiteY5527" fmla="*/ 1669256 h 2297429"/>
                <a:gd name="connsiteX5528" fmla="*/ 2188845 w 3006089"/>
                <a:gd name="connsiteY5528" fmla="*/ 1674495 h 2297429"/>
                <a:gd name="connsiteX5529" fmla="*/ 2182654 w 3006089"/>
                <a:gd name="connsiteY5529" fmla="*/ 1680686 h 2297429"/>
                <a:gd name="connsiteX5530" fmla="*/ 2177891 w 3006089"/>
                <a:gd name="connsiteY5530" fmla="*/ 1685925 h 2297429"/>
                <a:gd name="connsiteX5531" fmla="*/ 2174558 w 3006089"/>
                <a:gd name="connsiteY5531" fmla="*/ 1690211 h 2297429"/>
                <a:gd name="connsiteX5532" fmla="*/ 2169319 w 3006089"/>
                <a:gd name="connsiteY5532" fmla="*/ 1695450 h 2297429"/>
                <a:gd name="connsiteX5533" fmla="*/ 2156460 w 3006089"/>
                <a:gd name="connsiteY5533" fmla="*/ 1705451 h 2297429"/>
                <a:gd name="connsiteX5534" fmla="*/ 2154079 w 3006089"/>
                <a:gd name="connsiteY5534" fmla="*/ 1707833 h 2297429"/>
                <a:gd name="connsiteX5535" fmla="*/ 2150269 w 3006089"/>
                <a:gd name="connsiteY5535" fmla="*/ 1710214 h 2297429"/>
                <a:gd name="connsiteX5536" fmla="*/ 2142173 w 3006089"/>
                <a:gd name="connsiteY5536" fmla="*/ 1714024 h 2297429"/>
                <a:gd name="connsiteX5537" fmla="*/ 2136458 w 3006089"/>
                <a:gd name="connsiteY5537" fmla="*/ 1717834 h 2297429"/>
                <a:gd name="connsiteX5538" fmla="*/ 2130743 w 3006089"/>
                <a:gd name="connsiteY5538" fmla="*/ 1720691 h 2297429"/>
                <a:gd name="connsiteX5539" fmla="*/ 2117884 w 3006089"/>
                <a:gd name="connsiteY5539" fmla="*/ 1725454 h 2297429"/>
                <a:gd name="connsiteX5540" fmla="*/ 2115979 w 3006089"/>
                <a:gd name="connsiteY5540" fmla="*/ 1726883 h 2297429"/>
                <a:gd name="connsiteX5541" fmla="*/ 2090261 w 3006089"/>
                <a:gd name="connsiteY5541" fmla="*/ 1735455 h 2297429"/>
                <a:gd name="connsiteX5542" fmla="*/ 2088833 w 3006089"/>
                <a:gd name="connsiteY5542" fmla="*/ 1736884 h 2297429"/>
                <a:gd name="connsiteX5543" fmla="*/ 2088833 w 3006089"/>
                <a:gd name="connsiteY5543" fmla="*/ 1737836 h 2297429"/>
                <a:gd name="connsiteX5544" fmla="*/ 2090261 w 3006089"/>
                <a:gd name="connsiteY5544" fmla="*/ 1738313 h 2297429"/>
                <a:gd name="connsiteX5545" fmla="*/ 2091690 w 3006089"/>
                <a:gd name="connsiteY5545" fmla="*/ 1739265 h 2297429"/>
                <a:gd name="connsiteX5546" fmla="*/ 2092643 w 3006089"/>
                <a:gd name="connsiteY5546" fmla="*/ 1740694 h 2297429"/>
                <a:gd name="connsiteX5547" fmla="*/ 2095500 w 3006089"/>
                <a:gd name="connsiteY5547" fmla="*/ 1745933 h 2297429"/>
                <a:gd name="connsiteX5548" fmla="*/ 2096929 w 3006089"/>
                <a:gd name="connsiteY5548" fmla="*/ 1750219 h 2297429"/>
                <a:gd name="connsiteX5549" fmla="*/ 2098358 w 3006089"/>
                <a:gd name="connsiteY5549" fmla="*/ 1753076 h 2297429"/>
                <a:gd name="connsiteX5550" fmla="*/ 2100739 w 3006089"/>
                <a:gd name="connsiteY5550" fmla="*/ 1756410 h 2297429"/>
                <a:gd name="connsiteX5551" fmla="*/ 2102644 w 3006089"/>
                <a:gd name="connsiteY5551" fmla="*/ 1758791 h 2297429"/>
                <a:gd name="connsiteX5552" fmla="*/ 2105501 w 3006089"/>
                <a:gd name="connsiteY5552" fmla="*/ 1760220 h 2297429"/>
                <a:gd name="connsiteX5553" fmla="*/ 2107883 w 3006089"/>
                <a:gd name="connsiteY5553" fmla="*/ 1761173 h 2297429"/>
                <a:gd name="connsiteX5554" fmla="*/ 2108359 w 3006089"/>
                <a:gd name="connsiteY5554" fmla="*/ 1761649 h 2297429"/>
                <a:gd name="connsiteX5555" fmla="*/ 2106930 w 3006089"/>
                <a:gd name="connsiteY5555" fmla="*/ 1763554 h 2297429"/>
                <a:gd name="connsiteX5556" fmla="*/ 2105025 w 3006089"/>
                <a:gd name="connsiteY5556" fmla="*/ 1764506 h 2297429"/>
                <a:gd name="connsiteX5557" fmla="*/ 2110740 w 3006089"/>
                <a:gd name="connsiteY5557" fmla="*/ 1766888 h 2297429"/>
                <a:gd name="connsiteX5558" fmla="*/ 2112645 w 3006089"/>
                <a:gd name="connsiteY5558" fmla="*/ 1768316 h 2297429"/>
                <a:gd name="connsiteX5559" fmla="*/ 2113121 w 3006089"/>
                <a:gd name="connsiteY5559" fmla="*/ 1769269 h 2297429"/>
                <a:gd name="connsiteX5560" fmla="*/ 2110264 w 3006089"/>
                <a:gd name="connsiteY5560" fmla="*/ 1771650 h 2297429"/>
                <a:gd name="connsiteX5561" fmla="*/ 2110264 w 3006089"/>
                <a:gd name="connsiteY5561" fmla="*/ 1772603 h 2297429"/>
                <a:gd name="connsiteX5562" fmla="*/ 2111693 w 3006089"/>
                <a:gd name="connsiteY5562" fmla="*/ 1774984 h 2297429"/>
                <a:gd name="connsiteX5563" fmla="*/ 2114550 w 3006089"/>
                <a:gd name="connsiteY5563" fmla="*/ 1776889 h 2297429"/>
                <a:gd name="connsiteX5564" fmla="*/ 2114550 w 3006089"/>
                <a:gd name="connsiteY5564" fmla="*/ 1777365 h 2297429"/>
                <a:gd name="connsiteX5565" fmla="*/ 2112645 w 3006089"/>
                <a:gd name="connsiteY5565" fmla="*/ 1777365 h 2297429"/>
                <a:gd name="connsiteX5566" fmla="*/ 2111216 w 3006089"/>
                <a:gd name="connsiteY5566" fmla="*/ 1778318 h 2297429"/>
                <a:gd name="connsiteX5567" fmla="*/ 2109787 w 3006089"/>
                <a:gd name="connsiteY5567" fmla="*/ 1781651 h 2297429"/>
                <a:gd name="connsiteX5568" fmla="*/ 2108835 w 3006089"/>
                <a:gd name="connsiteY5568" fmla="*/ 1782604 h 2297429"/>
                <a:gd name="connsiteX5569" fmla="*/ 2109311 w 3006089"/>
                <a:gd name="connsiteY5569" fmla="*/ 1785461 h 2297429"/>
                <a:gd name="connsiteX5570" fmla="*/ 2111216 w 3006089"/>
                <a:gd name="connsiteY5570" fmla="*/ 1789748 h 2297429"/>
                <a:gd name="connsiteX5571" fmla="*/ 2113121 w 3006089"/>
                <a:gd name="connsiteY5571" fmla="*/ 1796891 h 2297429"/>
                <a:gd name="connsiteX5572" fmla="*/ 2114550 w 3006089"/>
                <a:gd name="connsiteY5572" fmla="*/ 1806416 h 2297429"/>
                <a:gd name="connsiteX5573" fmla="*/ 2115979 w 3006089"/>
                <a:gd name="connsiteY5573" fmla="*/ 1814036 h 2297429"/>
                <a:gd name="connsiteX5574" fmla="*/ 2117408 w 3006089"/>
                <a:gd name="connsiteY5574" fmla="*/ 1816894 h 2297429"/>
                <a:gd name="connsiteX5575" fmla="*/ 2121218 w 3006089"/>
                <a:gd name="connsiteY5575" fmla="*/ 1820228 h 2297429"/>
                <a:gd name="connsiteX5576" fmla="*/ 2121694 w 3006089"/>
                <a:gd name="connsiteY5576" fmla="*/ 1822133 h 2297429"/>
                <a:gd name="connsiteX5577" fmla="*/ 2120741 w 3006089"/>
                <a:gd name="connsiteY5577" fmla="*/ 1824038 h 2297429"/>
                <a:gd name="connsiteX5578" fmla="*/ 2120265 w 3006089"/>
                <a:gd name="connsiteY5578" fmla="*/ 1826419 h 2297429"/>
                <a:gd name="connsiteX5579" fmla="*/ 2121218 w 3006089"/>
                <a:gd name="connsiteY5579" fmla="*/ 1831181 h 2297429"/>
                <a:gd name="connsiteX5580" fmla="*/ 2121694 w 3006089"/>
                <a:gd name="connsiteY5580" fmla="*/ 1832610 h 2297429"/>
                <a:gd name="connsiteX5581" fmla="*/ 2125980 w 3006089"/>
                <a:gd name="connsiteY5581" fmla="*/ 1836896 h 2297429"/>
                <a:gd name="connsiteX5582" fmla="*/ 2127409 w 3006089"/>
                <a:gd name="connsiteY5582" fmla="*/ 1838801 h 2297429"/>
                <a:gd name="connsiteX5583" fmla="*/ 2128361 w 3006089"/>
                <a:gd name="connsiteY5583" fmla="*/ 1843088 h 2297429"/>
                <a:gd name="connsiteX5584" fmla="*/ 2128361 w 3006089"/>
                <a:gd name="connsiteY5584" fmla="*/ 1846898 h 2297429"/>
                <a:gd name="connsiteX5585" fmla="*/ 2128837 w 3006089"/>
                <a:gd name="connsiteY5585" fmla="*/ 1847850 h 2297429"/>
                <a:gd name="connsiteX5586" fmla="*/ 2131219 w 3006089"/>
                <a:gd name="connsiteY5586" fmla="*/ 1849279 h 2297429"/>
                <a:gd name="connsiteX5587" fmla="*/ 2129790 w 3006089"/>
                <a:gd name="connsiteY5587" fmla="*/ 1849755 h 2297429"/>
                <a:gd name="connsiteX5588" fmla="*/ 2128361 w 3006089"/>
                <a:gd name="connsiteY5588" fmla="*/ 1851660 h 2297429"/>
                <a:gd name="connsiteX5589" fmla="*/ 2126456 w 3006089"/>
                <a:gd name="connsiteY5589" fmla="*/ 1854994 h 2297429"/>
                <a:gd name="connsiteX5590" fmla="*/ 2122646 w 3006089"/>
                <a:gd name="connsiteY5590" fmla="*/ 1859756 h 2297429"/>
                <a:gd name="connsiteX5591" fmla="*/ 2118360 w 3006089"/>
                <a:gd name="connsiteY5591" fmla="*/ 1863090 h 2297429"/>
                <a:gd name="connsiteX5592" fmla="*/ 2116931 w 3006089"/>
                <a:gd name="connsiteY5592" fmla="*/ 1865471 h 2297429"/>
                <a:gd name="connsiteX5593" fmla="*/ 2116455 w 3006089"/>
                <a:gd name="connsiteY5593" fmla="*/ 1868329 h 2297429"/>
                <a:gd name="connsiteX5594" fmla="*/ 2115026 w 3006089"/>
                <a:gd name="connsiteY5594" fmla="*/ 1870234 h 2297429"/>
                <a:gd name="connsiteX5595" fmla="*/ 2113121 w 3006089"/>
                <a:gd name="connsiteY5595" fmla="*/ 1871186 h 2297429"/>
                <a:gd name="connsiteX5596" fmla="*/ 2113121 w 3006089"/>
                <a:gd name="connsiteY5596" fmla="*/ 1873091 h 2297429"/>
                <a:gd name="connsiteX5597" fmla="*/ 2119789 w 3006089"/>
                <a:gd name="connsiteY5597" fmla="*/ 1880711 h 2297429"/>
                <a:gd name="connsiteX5598" fmla="*/ 2121218 w 3006089"/>
                <a:gd name="connsiteY5598" fmla="*/ 1882616 h 2297429"/>
                <a:gd name="connsiteX5599" fmla="*/ 2121218 w 3006089"/>
                <a:gd name="connsiteY5599" fmla="*/ 1884045 h 2297429"/>
                <a:gd name="connsiteX5600" fmla="*/ 2117884 w 3006089"/>
                <a:gd name="connsiteY5600" fmla="*/ 1886903 h 2297429"/>
                <a:gd name="connsiteX5601" fmla="*/ 2116931 w 3006089"/>
                <a:gd name="connsiteY5601" fmla="*/ 1888808 h 2297429"/>
                <a:gd name="connsiteX5602" fmla="*/ 2115503 w 3006089"/>
                <a:gd name="connsiteY5602" fmla="*/ 1894046 h 2297429"/>
                <a:gd name="connsiteX5603" fmla="*/ 2115503 w 3006089"/>
                <a:gd name="connsiteY5603" fmla="*/ 1897380 h 2297429"/>
                <a:gd name="connsiteX5604" fmla="*/ 2114550 w 3006089"/>
                <a:gd name="connsiteY5604" fmla="*/ 1894523 h 2297429"/>
                <a:gd name="connsiteX5605" fmla="*/ 2113121 w 3006089"/>
                <a:gd name="connsiteY5605" fmla="*/ 1888808 h 2297429"/>
                <a:gd name="connsiteX5606" fmla="*/ 2112645 w 3006089"/>
                <a:gd name="connsiteY5606" fmla="*/ 1886903 h 2297429"/>
                <a:gd name="connsiteX5607" fmla="*/ 2111216 w 3006089"/>
                <a:gd name="connsiteY5607" fmla="*/ 1884998 h 2297429"/>
                <a:gd name="connsiteX5608" fmla="*/ 2109311 w 3006089"/>
                <a:gd name="connsiteY5608" fmla="*/ 1883093 h 2297429"/>
                <a:gd name="connsiteX5609" fmla="*/ 2107406 w 3006089"/>
                <a:gd name="connsiteY5609" fmla="*/ 1882140 h 2297429"/>
                <a:gd name="connsiteX5610" fmla="*/ 2105025 w 3006089"/>
                <a:gd name="connsiteY5610" fmla="*/ 1881664 h 2297429"/>
                <a:gd name="connsiteX5611" fmla="*/ 2103596 w 3006089"/>
                <a:gd name="connsiteY5611" fmla="*/ 1881188 h 2297429"/>
                <a:gd name="connsiteX5612" fmla="*/ 2102644 w 3006089"/>
                <a:gd name="connsiteY5612" fmla="*/ 1877854 h 2297429"/>
                <a:gd name="connsiteX5613" fmla="*/ 2101215 w 3006089"/>
                <a:gd name="connsiteY5613" fmla="*/ 1877378 h 2297429"/>
                <a:gd name="connsiteX5614" fmla="*/ 2095976 w 3006089"/>
                <a:gd name="connsiteY5614" fmla="*/ 1879759 h 2297429"/>
                <a:gd name="connsiteX5615" fmla="*/ 2095024 w 3006089"/>
                <a:gd name="connsiteY5615" fmla="*/ 1881188 h 2297429"/>
                <a:gd name="connsiteX5616" fmla="*/ 2094548 w 3006089"/>
                <a:gd name="connsiteY5616" fmla="*/ 1883093 h 2297429"/>
                <a:gd name="connsiteX5617" fmla="*/ 2093119 w 3006089"/>
                <a:gd name="connsiteY5617" fmla="*/ 1884998 h 2297429"/>
                <a:gd name="connsiteX5618" fmla="*/ 2091214 w 3006089"/>
                <a:gd name="connsiteY5618" fmla="*/ 1886903 h 2297429"/>
                <a:gd name="connsiteX5619" fmla="*/ 2089785 w 3006089"/>
                <a:gd name="connsiteY5619" fmla="*/ 1889760 h 2297429"/>
                <a:gd name="connsiteX5620" fmla="*/ 2088833 w 3006089"/>
                <a:gd name="connsiteY5620" fmla="*/ 1894046 h 2297429"/>
                <a:gd name="connsiteX5621" fmla="*/ 2088356 w 3006089"/>
                <a:gd name="connsiteY5621" fmla="*/ 1896904 h 2297429"/>
                <a:gd name="connsiteX5622" fmla="*/ 2088356 w 3006089"/>
                <a:gd name="connsiteY5622" fmla="*/ 1898333 h 2297429"/>
                <a:gd name="connsiteX5623" fmla="*/ 2088833 w 3006089"/>
                <a:gd name="connsiteY5623" fmla="*/ 1899761 h 2297429"/>
                <a:gd name="connsiteX5624" fmla="*/ 2091690 w 3006089"/>
                <a:gd name="connsiteY5624" fmla="*/ 1902619 h 2297429"/>
                <a:gd name="connsiteX5625" fmla="*/ 2097881 w 3006089"/>
                <a:gd name="connsiteY5625" fmla="*/ 1908334 h 2297429"/>
                <a:gd name="connsiteX5626" fmla="*/ 2100262 w 3006089"/>
                <a:gd name="connsiteY5626" fmla="*/ 1912144 h 2297429"/>
                <a:gd name="connsiteX5627" fmla="*/ 2101215 w 3006089"/>
                <a:gd name="connsiteY5627" fmla="*/ 1915478 h 2297429"/>
                <a:gd name="connsiteX5628" fmla="*/ 2097405 w 3006089"/>
                <a:gd name="connsiteY5628" fmla="*/ 1910239 h 2297429"/>
                <a:gd name="connsiteX5629" fmla="*/ 2090737 w 3006089"/>
                <a:gd name="connsiteY5629" fmla="*/ 1904524 h 2297429"/>
                <a:gd name="connsiteX5630" fmla="*/ 2084546 w 3006089"/>
                <a:gd name="connsiteY5630" fmla="*/ 1896904 h 2297429"/>
                <a:gd name="connsiteX5631" fmla="*/ 2080260 w 3006089"/>
                <a:gd name="connsiteY5631" fmla="*/ 1894046 h 2297429"/>
                <a:gd name="connsiteX5632" fmla="*/ 2075498 w 3006089"/>
                <a:gd name="connsiteY5632" fmla="*/ 1892141 h 2297429"/>
                <a:gd name="connsiteX5633" fmla="*/ 2069783 w 3006089"/>
                <a:gd name="connsiteY5633" fmla="*/ 1890713 h 2297429"/>
                <a:gd name="connsiteX5634" fmla="*/ 2066449 w 3006089"/>
                <a:gd name="connsiteY5634" fmla="*/ 1890236 h 2297429"/>
                <a:gd name="connsiteX5635" fmla="*/ 2062639 w 3006089"/>
                <a:gd name="connsiteY5635" fmla="*/ 1891189 h 2297429"/>
                <a:gd name="connsiteX5636" fmla="*/ 2055971 w 3006089"/>
                <a:gd name="connsiteY5636" fmla="*/ 1896428 h 2297429"/>
                <a:gd name="connsiteX5637" fmla="*/ 2052161 w 3006089"/>
                <a:gd name="connsiteY5637" fmla="*/ 1899285 h 2297429"/>
                <a:gd name="connsiteX5638" fmla="*/ 2050256 w 3006089"/>
                <a:gd name="connsiteY5638" fmla="*/ 1899761 h 2297429"/>
                <a:gd name="connsiteX5639" fmla="*/ 2056448 w 3006089"/>
                <a:gd name="connsiteY5639" fmla="*/ 1893570 h 2297429"/>
                <a:gd name="connsiteX5640" fmla="*/ 2062639 w 3006089"/>
                <a:gd name="connsiteY5640" fmla="*/ 1889760 h 2297429"/>
                <a:gd name="connsiteX5641" fmla="*/ 2064544 w 3006089"/>
                <a:gd name="connsiteY5641" fmla="*/ 1887855 h 2297429"/>
                <a:gd name="connsiteX5642" fmla="*/ 2064544 w 3006089"/>
                <a:gd name="connsiteY5642" fmla="*/ 1885950 h 2297429"/>
                <a:gd name="connsiteX5643" fmla="*/ 2063115 w 3006089"/>
                <a:gd name="connsiteY5643" fmla="*/ 1881664 h 2297429"/>
                <a:gd name="connsiteX5644" fmla="*/ 2059781 w 3006089"/>
                <a:gd name="connsiteY5644" fmla="*/ 1875473 h 2297429"/>
                <a:gd name="connsiteX5645" fmla="*/ 2057400 w 3006089"/>
                <a:gd name="connsiteY5645" fmla="*/ 1871186 h 2297429"/>
                <a:gd name="connsiteX5646" fmla="*/ 2055971 w 3006089"/>
                <a:gd name="connsiteY5646" fmla="*/ 1869281 h 2297429"/>
                <a:gd name="connsiteX5647" fmla="*/ 2046923 w 3006089"/>
                <a:gd name="connsiteY5647" fmla="*/ 1861661 h 2297429"/>
                <a:gd name="connsiteX5648" fmla="*/ 2041684 w 3006089"/>
                <a:gd name="connsiteY5648" fmla="*/ 1858328 h 2297429"/>
                <a:gd name="connsiteX5649" fmla="*/ 2036445 w 3006089"/>
                <a:gd name="connsiteY5649" fmla="*/ 1856423 h 2297429"/>
                <a:gd name="connsiteX5650" fmla="*/ 2032635 w 3006089"/>
                <a:gd name="connsiteY5650" fmla="*/ 1854041 h 2297429"/>
                <a:gd name="connsiteX5651" fmla="*/ 2030254 w 3006089"/>
                <a:gd name="connsiteY5651" fmla="*/ 1851184 h 2297429"/>
                <a:gd name="connsiteX5652" fmla="*/ 2027396 w 3006089"/>
                <a:gd name="connsiteY5652" fmla="*/ 1849755 h 2297429"/>
                <a:gd name="connsiteX5653" fmla="*/ 2024062 w 3006089"/>
                <a:gd name="connsiteY5653" fmla="*/ 1849755 h 2297429"/>
                <a:gd name="connsiteX5654" fmla="*/ 2018348 w 3006089"/>
                <a:gd name="connsiteY5654" fmla="*/ 1850708 h 2297429"/>
                <a:gd name="connsiteX5655" fmla="*/ 2017871 w 3006089"/>
                <a:gd name="connsiteY5655" fmla="*/ 1850231 h 2297429"/>
                <a:gd name="connsiteX5656" fmla="*/ 2019776 w 3006089"/>
                <a:gd name="connsiteY5656" fmla="*/ 1848803 h 2297429"/>
                <a:gd name="connsiteX5657" fmla="*/ 2023586 w 3006089"/>
                <a:gd name="connsiteY5657" fmla="*/ 1846898 h 2297429"/>
                <a:gd name="connsiteX5658" fmla="*/ 2025491 w 3006089"/>
                <a:gd name="connsiteY5658" fmla="*/ 1845469 h 2297429"/>
                <a:gd name="connsiteX5659" fmla="*/ 2026920 w 3006089"/>
                <a:gd name="connsiteY5659" fmla="*/ 1843564 h 2297429"/>
                <a:gd name="connsiteX5660" fmla="*/ 2021205 w 3006089"/>
                <a:gd name="connsiteY5660" fmla="*/ 1848326 h 2297429"/>
                <a:gd name="connsiteX5661" fmla="*/ 2016443 w 3006089"/>
                <a:gd name="connsiteY5661" fmla="*/ 1842611 h 2297429"/>
                <a:gd name="connsiteX5662" fmla="*/ 2012633 w 3006089"/>
                <a:gd name="connsiteY5662" fmla="*/ 1838801 h 2297429"/>
                <a:gd name="connsiteX5663" fmla="*/ 2007394 w 3006089"/>
                <a:gd name="connsiteY5663" fmla="*/ 1831658 h 2297429"/>
                <a:gd name="connsiteX5664" fmla="*/ 2004536 w 3006089"/>
                <a:gd name="connsiteY5664" fmla="*/ 1828800 h 2297429"/>
                <a:gd name="connsiteX5665" fmla="*/ 2001202 w 3006089"/>
                <a:gd name="connsiteY5665" fmla="*/ 1826895 h 2297429"/>
                <a:gd name="connsiteX5666" fmla="*/ 1999298 w 3006089"/>
                <a:gd name="connsiteY5666" fmla="*/ 1824990 h 2297429"/>
                <a:gd name="connsiteX5667" fmla="*/ 1998345 w 3006089"/>
                <a:gd name="connsiteY5667" fmla="*/ 1821656 h 2297429"/>
                <a:gd name="connsiteX5668" fmla="*/ 1998345 w 3006089"/>
                <a:gd name="connsiteY5668" fmla="*/ 1820228 h 2297429"/>
                <a:gd name="connsiteX5669" fmla="*/ 1999298 w 3006089"/>
                <a:gd name="connsiteY5669" fmla="*/ 1815941 h 2297429"/>
                <a:gd name="connsiteX5670" fmla="*/ 2000726 w 3006089"/>
                <a:gd name="connsiteY5670" fmla="*/ 1813560 h 2297429"/>
                <a:gd name="connsiteX5671" fmla="*/ 2002631 w 3006089"/>
                <a:gd name="connsiteY5671" fmla="*/ 1811179 h 2297429"/>
                <a:gd name="connsiteX5672" fmla="*/ 2003108 w 3006089"/>
                <a:gd name="connsiteY5672" fmla="*/ 1806416 h 2297429"/>
                <a:gd name="connsiteX5673" fmla="*/ 2002155 w 3006089"/>
                <a:gd name="connsiteY5673" fmla="*/ 1799749 h 2297429"/>
                <a:gd name="connsiteX5674" fmla="*/ 2001679 w 3006089"/>
                <a:gd name="connsiteY5674" fmla="*/ 1795463 h 2297429"/>
                <a:gd name="connsiteX5675" fmla="*/ 2003108 w 3006089"/>
                <a:gd name="connsiteY5675" fmla="*/ 1789748 h 2297429"/>
                <a:gd name="connsiteX5676" fmla="*/ 2003584 w 3006089"/>
                <a:gd name="connsiteY5676" fmla="*/ 1785938 h 2297429"/>
                <a:gd name="connsiteX5677" fmla="*/ 2002155 w 3006089"/>
                <a:gd name="connsiteY5677" fmla="*/ 1781651 h 2297429"/>
                <a:gd name="connsiteX5678" fmla="*/ 1999298 w 3006089"/>
                <a:gd name="connsiteY5678" fmla="*/ 1774508 h 2297429"/>
                <a:gd name="connsiteX5679" fmla="*/ 1998345 w 3006089"/>
                <a:gd name="connsiteY5679" fmla="*/ 1773079 h 2297429"/>
                <a:gd name="connsiteX5680" fmla="*/ 1994059 w 3006089"/>
                <a:gd name="connsiteY5680" fmla="*/ 1768316 h 2297429"/>
                <a:gd name="connsiteX5681" fmla="*/ 1993106 w 3006089"/>
                <a:gd name="connsiteY5681" fmla="*/ 1765459 h 2297429"/>
                <a:gd name="connsiteX5682" fmla="*/ 1993106 w 3006089"/>
                <a:gd name="connsiteY5682" fmla="*/ 1760220 h 2297429"/>
                <a:gd name="connsiteX5683" fmla="*/ 1994535 w 3006089"/>
                <a:gd name="connsiteY5683" fmla="*/ 1754505 h 2297429"/>
                <a:gd name="connsiteX5684" fmla="*/ 1999774 w 3006089"/>
                <a:gd name="connsiteY5684" fmla="*/ 1739265 h 2297429"/>
                <a:gd name="connsiteX5685" fmla="*/ 1999298 w 3006089"/>
                <a:gd name="connsiteY5685" fmla="*/ 1737360 h 2297429"/>
                <a:gd name="connsiteX5686" fmla="*/ 1996440 w 3006089"/>
                <a:gd name="connsiteY5686" fmla="*/ 1730693 h 2297429"/>
                <a:gd name="connsiteX5687" fmla="*/ 1993583 w 3006089"/>
                <a:gd name="connsiteY5687" fmla="*/ 1727359 h 2297429"/>
                <a:gd name="connsiteX5688" fmla="*/ 1987391 w 3006089"/>
                <a:gd name="connsiteY5688" fmla="*/ 1723549 h 2297429"/>
                <a:gd name="connsiteX5689" fmla="*/ 1983581 w 3006089"/>
                <a:gd name="connsiteY5689" fmla="*/ 1722596 h 2297429"/>
                <a:gd name="connsiteX5690" fmla="*/ 1979771 w 3006089"/>
                <a:gd name="connsiteY5690" fmla="*/ 1723073 h 2297429"/>
                <a:gd name="connsiteX5691" fmla="*/ 1977390 w 3006089"/>
                <a:gd name="connsiteY5691" fmla="*/ 1723073 h 2297429"/>
                <a:gd name="connsiteX5692" fmla="*/ 1974533 w 3006089"/>
                <a:gd name="connsiteY5692" fmla="*/ 1720215 h 2297429"/>
                <a:gd name="connsiteX5693" fmla="*/ 1973104 w 3006089"/>
                <a:gd name="connsiteY5693" fmla="*/ 1719739 h 2297429"/>
                <a:gd name="connsiteX5694" fmla="*/ 1965484 w 3006089"/>
                <a:gd name="connsiteY5694" fmla="*/ 1720691 h 2297429"/>
                <a:gd name="connsiteX5695" fmla="*/ 1953577 w 3006089"/>
                <a:gd name="connsiteY5695" fmla="*/ 1718310 h 2297429"/>
                <a:gd name="connsiteX5696" fmla="*/ 1950244 w 3006089"/>
                <a:gd name="connsiteY5696" fmla="*/ 1718310 h 2297429"/>
                <a:gd name="connsiteX5697" fmla="*/ 1942148 w 3006089"/>
                <a:gd name="connsiteY5697" fmla="*/ 1715929 h 2297429"/>
                <a:gd name="connsiteX5698" fmla="*/ 1940243 w 3006089"/>
                <a:gd name="connsiteY5698" fmla="*/ 1715929 h 2297429"/>
                <a:gd name="connsiteX5699" fmla="*/ 1938337 w 3006089"/>
                <a:gd name="connsiteY5699" fmla="*/ 1716881 h 2297429"/>
                <a:gd name="connsiteX5700" fmla="*/ 1935480 w 3006089"/>
                <a:gd name="connsiteY5700" fmla="*/ 1717358 h 2297429"/>
                <a:gd name="connsiteX5701" fmla="*/ 1931670 w 3006089"/>
                <a:gd name="connsiteY5701" fmla="*/ 1717358 h 2297429"/>
                <a:gd name="connsiteX5702" fmla="*/ 1926908 w 3006089"/>
                <a:gd name="connsiteY5702" fmla="*/ 1717834 h 2297429"/>
                <a:gd name="connsiteX5703" fmla="*/ 1921193 w 3006089"/>
                <a:gd name="connsiteY5703" fmla="*/ 1718786 h 2297429"/>
                <a:gd name="connsiteX5704" fmla="*/ 1915001 w 3006089"/>
                <a:gd name="connsiteY5704" fmla="*/ 1718786 h 2297429"/>
                <a:gd name="connsiteX5705" fmla="*/ 1907858 w 3006089"/>
                <a:gd name="connsiteY5705" fmla="*/ 1717834 h 2297429"/>
                <a:gd name="connsiteX5706" fmla="*/ 1903095 w 3006089"/>
                <a:gd name="connsiteY5706" fmla="*/ 1717834 h 2297429"/>
                <a:gd name="connsiteX5707" fmla="*/ 1900714 w 3006089"/>
                <a:gd name="connsiteY5707" fmla="*/ 1718786 h 2297429"/>
                <a:gd name="connsiteX5708" fmla="*/ 1897856 w 3006089"/>
                <a:gd name="connsiteY5708" fmla="*/ 1720691 h 2297429"/>
                <a:gd name="connsiteX5709" fmla="*/ 1892618 w 3006089"/>
                <a:gd name="connsiteY5709" fmla="*/ 1727359 h 2297429"/>
                <a:gd name="connsiteX5710" fmla="*/ 1892618 w 3006089"/>
                <a:gd name="connsiteY5710" fmla="*/ 1726406 h 2297429"/>
                <a:gd name="connsiteX5711" fmla="*/ 1897856 w 3006089"/>
                <a:gd name="connsiteY5711" fmla="*/ 1716881 h 2297429"/>
                <a:gd name="connsiteX5712" fmla="*/ 1897856 w 3006089"/>
                <a:gd name="connsiteY5712" fmla="*/ 1714500 h 2297429"/>
                <a:gd name="connsiteX5713" fmla="*/ 1895475 w 3006089"/>
                <a:gd name="connsiteY5713" fmla="*/ 1713071 h 2297429"/>
                <a:gd name="connsiteX5714" fmla="*/ 1891189 w 3006089"/>
                <a:gd name="connsiteY5714" fmla="*/ 1710690 h 2297429"/>
                <a:gd name="connsiteX5715" fmla="*/ 1888808 w 3006089"/>
                <a:gd name="connsiteY5715" fmla="*/ 1708785 h 2297429"/>
                <a:gd name="connsiteX5716" fmla="*/ 1885950 w 3006089"/>
                <a:gd name="connsiteY5716" fmla="*/ 1705451 h 2297429"/>
                <a:gd name="connsiteX5717" fmla="*/ 1882140 w 3006089"/>
                <a:gd name="connsiteY5717" fmla="*/ 1702594 h 2297429"/>
                <a:gd name="connsiteX5718" fmla="*/ 1876901 w 3006089"/>
                <a:gd name="connsiteY5718" fmla="*/ 1699736 h 2297429"/>
                <a:gd name="connsiteX5719" fmla="*/ 1871662 w 3006089"/>
                <a:gd name="connsiteY5719" fmla="*/ 1697831 h 2297429"/>
                <a:gd name="connsiteX5720" fmla="*/ 1866424 w 3006089"/>
                <a:gd name="connsiteY5720" fmla="*/ 1696879 h 2297429"/>
                <a:gd name="connsiteX5721" fmla="*/ 1858327 w 3006089"/>
                <a:gd name="connsiteY5721" fmla="*/ 1694021 h 2297429"/>
                <a:gd name="connsiteX5722" fmla="*/ 1840230 w 3006089"/>
                <a:gd name="connsiteY5722" fmla="*/ 1686401 h 2297429"/>
                <a:gd name="connsiteX5723" fmla="*/ 1827848 w 3006089"/>
                <a:gd name="connsiteY5723" fmla="*/ 1683544 h 2297429"/>
                <a:gd name="connsiteX5724" fmla="*/ 1821180 w 3006089"/>
                <a:gd name="connsiteY5724" fmla="*/ 1681163 h 2297429"/>
                <a:gd name="connsiteX5725" fmla="*/ 1818323 w 3006089"/>
                <a:gd name="connsiteY5725" fmla="*/ 1679258 h 2297429"/>
                <a:gd name="connsiteX5726" fmla="*/ 1807369 w 3006089"/>
                <a:gd name="connsiteY5726" fmla="*/ 1665446 h 2297429"/>
                <a:gd name="connsiteX5727" fmla="*/ 1800701 w 3006089"/>
                <a:gd name="connsiteY5727" fmla="*/ 1659255 h 2297429"/>
                <a:gd name="connsiteX5728" fmla="*/ 1794034 w 3006089"/>
                <a:gd name="connsiteY5728" fmla="*/ 1655921 h 2297429"/>
                <a:gd name="connsiteX5729" fmla="*/ 1787843 w 3006089"/>
                <a:gd name="connsiteY5729" fmla="*/ 1652588 h 2297429"/>
                <a:gd name="connsiteX5730" fmla="*/ 1779746 w 3006089"/>
                <a:gd name="connsiteY5730" fmla="*/ 1646873 h 2297429"/>
                <a:gd name="connsiteX5731" fmla="*/ 1774984 w 3006089"/>
                <a:gd name="connsiteY5731" fmla="*/ 1642586 h 2297429"/>
                <a:gd name="connsiteX5732" fmla="*/ 1770698 w 3006089"/>
                <a:gd name="connsiteY5732" fmla="*/ 1640681 h 2297429"/>
                <a:gd name="connsiteX5733" fmla="*/ 1761649 w 3006089"/>
                <a:gd name="connsiteY5733" fmla="*/ 1639253 h 2297429"/>
                <a:gd name="connsiteX5734" fmla="*/ 1757362 w 3006089"/>
                <a:gd name="connsiteY5734" fmla="*/ 1637824 h 2297429"/>
                <a:gd name="connsiteX5735" fmla="*/ 1742123 w 3006089"/>
                <a:gd name="connsiteY5735" fmla="*/ 1634490 h 2297429"/>
                <a:gd name="connsiteX5736" fmla="*/ 1732598 w 3006089"/>
                <a:gd name="connsiteY5736" fmla="*/ 1631156 h 2297429"/>
                <a:gd name="connsiteX5737" fmla="*/ 1723549 w 3006089"/>
                <a:gd name="connsiteY5737" fmla="*/ 1626394 h 2297429"/>
                <a:gd name="connsiteX5738" fmla="*/ 1714976 w 3006089"/>
                <a:gd name="connsiteY5738" fmla="*/ 1622584 h 2297429"/>
                <a:gd name="connsiteX5739" fmla="*/ 1704499 w 3006089"/>
                <a:gd name="connsiteY5739" fmla="*/ 1621155 h 2297429"/>
                <a:gd name="connsiteX5740" fmla="*/ 1697355 w 3006089"/>
                <a:gd name="connsiteY5740" fmla="*/ 1622108 h 2297429"/>
                <a:gd name="connsiteX5741" fmla="*/ 1666399 w 3006089"/>
                <a:gd name="connsiteY5741" fmla="*/ 1630680 h 2297429"/>
                <a:gd name="connsiteX5742" fmla="*/ 1659255 w 3006089"/>
                <a:gd name="connsiteY5742" fmla="*/ 1634014 h 2297429"/>
                <a:gd name="connsiteX5743" fmla="*/ 1655445 w 3006089"/>
                <a:gd name="connsiteY5743" fmla="*/ 1635919 h 2297429"/>
                <a:gd name="connsiteX5744" fmla="*/ 1654969 w 3006089"/>
                <a:gd name="connsiteY5744" fmla="*/ 1635919 h 2297429"/>
                <a:gd name="connsiteX5745" fmla="*/ 1657350 w 3006089"/>
                <a:gd name="connsiteY5745" fmla="*/ 1633538 h 2297429"/>
                <a:gd name="connsiteX5746" fmla="*/ 1657350 w 3006089"/>
                <a:gd name="connsiteY5746" fmla="*/ 1632585 h 2297429"/>
                <a:gd name="connsiteX5747" fmla="*/ 1652111 w 3006089"/>
                <a:gd name="connsiteY5747" fmla="*/ 1633061 h 2297429"/>
                <a:gd name="connsiteX5748" fmla="*/ 1650206 w 3006089"/>
                <a:gd name="connsiteY5748" fmla="*/ 1633538 h 2297429"/>
                <a:gd name="connsiteX5749" fmla="*/ 1645444 w 3006089"/>
                <a:gd name="connsiteY5749" fmla="*/ 1636395 h 2297429"/>
                <a:gd name="connsiteX5750" fmla="*/ 1643062 w 3006089"/>
                <a:gd name="connsiteY5750" fmla="*/ 1637824 h 2297429"/>
                <a:gd name="connsiteX5751" fmla="*/ 1640681 w 3006089"/>
                <a:gd name="connsiteY5751" fmla="*/ 1638300 h 2297429"/>
                <a:gd name="connsiteX5752" fmla="*/ 1640681 w 3006089"/>
                <a:gd name="connsiteY5752" fmla="*/ 1637824 h 2297429"/>
                <a:gd name="connsiteX5753" fmla="*/ 1643062 w 3006089"/>
                <a:gd name="connsiteY5753" fmla="*/ 1636871 h 2297429"/>
                <a:gd name="connsiteX5754" fmla="*/ 1644968 w 3006089"/>
                <a:gd name="connsiteY5754" fmla="*/ 1634966 h 2297429"/>
                <a:gd name="connsiteX5755" fmla="*/ 1646873 w 3006089"/>
                <a:gd name="connsiteY5755" fmla="*/ 1632585 h 2297429"/>
                <a:gd name="connsiteX5756" fmla="*/ 1649254 w 3006089"/>
                <a:gd name="connsiteY5756" fmla="*/ 1629251 h 2297429"/>
                <a:gd name="connsiteX5757" fmla="*/ 1651635 w 3006089"/>
                <a:gd name="connsiteY5757" fmla="*/ 1624489 h 2297429"/>
                <a:gd name="connsiteX5758" fmla="*/ 1653064 w 3006089"/>
                <a:gd name="connsiteY5758" fmla="*/ 1621155 h 2297429"/>
                <a:gd name="connsiteX5759" fmla="*/ 1653540 w 3006089"/>
                <a:gd name="connsiteY5759" fmla="*/ 1618774 h 2297429"/>
                <a:gd name="connsiteX5760" fmla="*/ 1653064 w 3006089"/>
                <a:gd name="connsiteY5760" fmla="*/ 1615440 h 2297429"/>
                <a:gd name="connsiteX5761" fmla="*/ 1651635 w 3006089"/>
                <a:gd name="connsiteY5761" fmla="*/ 1611154 h 2297429"/>
                <a:gd name="connsiteX5762" fmla="*/ 1644491 w 3006089"/>
                <a:gd name="connsiteY5762" fmla="*/ 1595914 h 2297429"/>
                <a:gd name="connsiteX5763" fmla="*/ 1643062 w 3006089"/>
                <a:gd name="connsiteY5763" fmla="*/ 1592580 h 2297429"/>
                <a:gd name="connsiteX5764" fmla="*/ 1639729 w 3006089"/>
                <a:gd name="connsiteY5764" fmla="*/ 1581150 h 2297429"/>
                <a:gd name="connsiteX5765" fmla="*/ 1636871 w 3006089"/>
                <a:gd name="connsiteY5765" fmla="*/ 1574006 h 2297429"/>
                <a:gd name="connsiteX5766" fmla="*/ 1630680 w 3006089"/>
                <a:gd name="connsiteY5766" fmla="*/ 1561148 h 2297429"/>
                <a:gd name="connsiteX5767" fmla="*/ 1629727 w 3006089"/>
                <a:gd name="connsiteY5767" fmla="*/ 1557338 h 2297429"/>
                <a:gd name="connsiteX5768" fmla="*/ 1628775 w 3006089"/>
                <a:gd name="connsiteY5768" fmla="*/ 1550670 h 2297429"/>
                <a:gd name="connsiteX5769" fmla="*/ 1627823 w 3006089"/>
                <a:gd name="connsiteY5769" fmla="*/ 1549241 h 2297429"/>
                <a:gd name="connsiteX5770" fmla="*/ 1624489 w 3006089"/>
                <a:gd name="connsiteY5770" fmla="*/ 1547813 h 2297429"/>
                <a:gd name="connsiteX5771" fmla="*/ 1621155 w 3006089"/>
                <a:gd name="connsiteY5771" fmla="*/ 1548765 h 2297429"/>
                <a:gd name="connsiteX5772" fmla="*/ 1617345 w 3006089"/>
                <a:gd name="connsiteY5772" fmla="*/ 1548765 h 2297429"/>
                <a:gd name="connsiteX5773" fmla="*/ 1607344 w 3006089"/>
                <a:gd name="connsiteY5773" fmla="*/ 1547336 h 2297429"/>
                <a:gd name="connsiteX5774" fmla="*/ 1597819 w 3006089"/>
                <a:gd name="connsiteY5774" fmla="*/ 1547813 h 2297429"/>
                <a:gd name="connsiteX5775" fmla="*/ 1595437 w 3006089"/>
                <a:gd name="connsiteY5775" fmla="*/ 1548765 h 2297429"/>
                <a:gd name="connsiteX5776" fmla="*/ 1592580 w 3006089"/>
                <a:gd name="connsiteY5776" fmla="*/ 1554004 h 2297429"/>
                <a:gd name="connsiteX5777" fmla="*/ 1590199 w 3006089"/>
                <a:gd name="connsiteY5777" fmla="*/ 1566386 h 2297429"/>
                <a:gd name="connsiteX5778" fmla="*/ 1588294 w 3006089"/>
                <a:gd name="connsiteY5778" fmla="*/ 1570196 h 2297429"/>
                <a:gd name="connsiteX5779" fmla="*/ 1588294 w 3006089"/>
                <a:gd name="connsiteY5779" fmla="*/ 1568291 h 2297429"/>
                <a:gd name="connsiteX5780" fmla="*/ 1590199 w 3006089"/>
                <a:gd name="connsiteY5780" fmla="*/ 1552575 h 2297429"/>
                <a:gd name="connsiteX5781" fmla="*/ 1590199 w 3006089"/>
                <a:gd name="connsiteY5781" fmla="*/ 1549718 h 2297429"/>
                <a:gd name="connsiteX5782" fmla="*/ 1585912 w 3006089"/>
                <a:gd name="connsiteY5782" fmla="*/ 1548289 h 2297429"/>
                <a:gd name="connsiteX5783" fmla="*/ 1581626 w 3006089"/>
                <a:gd name="connsiteY5783" fmla="*/ 1543050 h 2297429"/>
                <a:gd name="connsiteX5784" fmla="*/ 1580198 w 3006089"/>
                <a:gd name="connsiteY5784" fmla="*/ 1542098 h 2297429"/>
                <a:gd name="connsiteX5785" fmla="*/ 1578769 w 3006089"/>
                <a:gd name="connsiteY5785" fmla="*/ 1541621 h 2297429"/>
                <a:gd name="connsiteX5786" fmla="*/ 1576864 w 3006089"/>
                <a:gd name="connsiteY5786" fmla="*/ 1542098 h 2297429"/>
                <a:gd name="connsiteX5787" fmla="*/ 1575435 w 3006089"/>
                <a:gd name="connsiteY5787" fmla="*/ 1540669 h 2297429"/>
                <a:gd name="connsiteX5788" fmla="*/ 1574483 w 3006089"/>
                <a:gd name="connsiteY5788" fmla="*/ 1536859 h 2297429"/>
                <a:gd name="connsiteX5789" fmla="*/ 1573530 w 3006089"/>
                <a:gd name="connsiteY5789" fmla="*/ 1534478 h 2297429"/>
                <a:gd name="connsiteX5790" fmla="*/ 1571149 w 3006089"/>
                <a:gd name="connsiteY5790" fmla="*/ 1533049 h 2297429"/>
                <a:gd name="connsiteX5791" fmla="*/ 1567339 w 3006089"/>
                <a:gd name="connsiteY5791" fmla="*/ 1532096 h 2297429"/>
                <a:gd name="connsiteX5792" fmla="*/ 1570196 w 3006089"/>
                <a:gd name="connsiteY5792" fmla="*/ 1531144 h 2297429"/>
                <a:gd name="connsiteX5793" fmla="*/ 1572101 w 3006089"/>
                <a:gd name="connsiteY5793" fmla="*/ 1527810 h 2297429"/>
                <a:gd name="connsiteX5794" fmla="*/ 1573054 w 3006089"/>
                <a:gd name="connsiteY5794" fmla="*/ 1522095 h 2297429"/>
                <a:gd name="connsiteX5795" fmla="*/ 1573530 w 3006089"/>
                <a:gd name="connsiteY5795" fmla="*/ 1511618 h 2297429"/>
                <a:gd name="connsiteX5796" fmla="*/ 1573054 w 3006089"/>
                <a:gd name="connsiteY5796" fmla="*/ 1487805 h 2297429"/>
                <a:gd name="connsiteX5797" fmla="*/ 1574483 w 3006089"/>
                <a:gd name="connsiteY5797" fmla="*/ 1480185 h 2297429"/>
                <a:gd name="connsiteX5798" fmla="*/ 1576864 w 3006089"/>
                <a:gd name="connsiteY5798" fmla="*/ 1470184 h 2297429"/>
                <a:gd name="connsiteX5799" fmla="*/ 1577816 w 3006089"/>
                <a:gd name="connsiteY5799" fmla="*/ 1464469 h 2297429"/>
                <a:gd name="connsiteX5800" fmla="*/ 1576864 w 3006089"/>
                <a:gd name="connsiteY5800" fmla="*/ 1462564 h 2297429"/>
                <a:gd name="connsiteX5801" fmla="*/ 1575911 w 3006089"/>
                <a:gd name="connsiteY5801" fmla="*/ 1461135 h 2297429"/>
                <a:gd name="connsiteX5802" fmla="*/ 1574006 w 3006089"/>
                <a:gd name="connsiteY5802" fmla="*/ 1460183 h 2297429"/>
                <a:gd name="connsiteX5803" fmla="*/ 1576864 w 3006089"/>
                <a:gd name="connsiteY5803" fmla="*/ 1458278 h 2297429"/>
                <a:gd name="connsiteX5804" fmla="*/ 1580674 w 3006089"/>
                <a:gd name="connsiteY5804" fmla="*/ 1458278 h 2297429"/>
                <a:gd name="connsiteX5805" fmla="*/ 1582579 w 3006089"/>
                <a:gd name="connsiteY5805" fmla="*/ 1454944 h 2297429"/>
                <a:gd name="connsiteX5806" fmla="*/ 1585436 w 3006089"/>
                <a:gd name="connsiteY5806" fmla="*/ 1448276 h 2297429"/>
                <a:gd name="connsiteX5807" fmla="*/ 1589246 w 3006089"/>
                <a:gd name="connsiteY5807" fmla="*/ 1441133 h 2297429"/>
                <a:gd name="connsiteX5808" fmla="*/ 1594485 w 3006089"/>
                <a:gd name="connsiteY5808" fmla="*/ 1433036 h 2297429"/>
                <a:gd name="connsiteX5809" fmla="*/ 1597343 w 3006089"/>
                <a:gd name="connsiteY5809" fmla="*/ 1427321 h 2297429"/>
                <a:gd name="connsiteX5810" fmla="*/ 1597819 w 3006089"/>
                <a:gd name="connsiteY5810" fmla="*/ 1423511 h 2297429"/>
                <a:gd name="connsiteX5811" fmla="*/ 1597819 w 3006089"/>
                <a:gd name="connsiteY5811" fmla="*/ 1420654 h 2297429"/>
                <a:gd name="connsiteX5812" fmla="*/ 1596866 w 3006089"/>
                <a:gd name="connsiteY5812" fmla="*/ 1418749 h 2297429"/>
                <a:gd name="connsiteX5813" fmla="*/ 1597819 w 3006089"/>
                <a:gd name="connsiteY5813" fmla="*/ 1417796 h 2297429"/>
                <a:gd name="connsiteX5814" fmla="*/ 1601629 w 3006089"/>
                <a:gd name="connsiteY5814" fmla="*/ 1418273 h 2297429"/>
                <a:gd name="connsiteX5815" fmla="*/ 1603534 w 3006089"/>
                <a:gd name="connsiteY5815" fmla="*/ 1416368 h 2297429"/>
                <a:gd name="connsiteX5816" fmla="*/ 1603534 w 3006089"/>
                <a:gd name="connsiteY5816" fmla="*/ 1415415 h 2297429"/>
                <a:gd name="connsiteX5817" fmla="*/ 1601629 w 3006089"/>
                <a:gd name="connsiteY5817" fmla="*/ 1411129 h 2297429"/>
                <a:gd name="connsiteX5818" fmla="*/ 1602581 w 3006089"/>
                <a:gd name="connsiteY5818" fmla="*/ 1409224 h 2297429"/>
                <a:gd name="connsiteX5819" fmla="*/ 1609725 w 3006089"/>
                <a:gd name="connsiteY5819" fmla="*/ 1403033 h 2297429"/>
                <a:gd name="connsiteX5820" fmla="*/ 1619726 w 3006089"/>
                <a:gd name="connsiteY5820" fmla="*/ 1397794 h 2297429"/>
                <a:gd name="connsiteX5821" fmla="*/ 1622108 w 3006089"/>
                <a:gd name="connsiteY5821" fmla="*/ 1395889 h 2297429"/>
                <a:gd name="connsiteX5822" fmla="*/ 1623536 w 3006089"/>
                <a:gd name="connsiteY5822" fmla="*/ 1394460 h 2297429"/>
                <a:gd name="connsiteX5823" fmla="*/ 1623536 w 3006089"/>
                <a:gd name="connsiteY5823" fmla="*/ 1393984 h 2297429"/>
                <a:gd name="connsiteX5824" fmla="*/ 1619726 w 3006089"/>
                <a:gd name="connsiteY5824" fmla="*/ 1392079 h 2297429"/>
                <a:gd name="connsiteX5825" fmla="*/ 1617345 w 3006089"/>
                <a:gd name="connsiteY5825" fmla="*/ 1390174 h 2297429"/>
                <a:gd name="connsiteX5826" fmla="*/ 1616393 w 3006089"/>
                <a:gd name="connsiteY5826" fmla="*/ 1388745 h 2297429"/>
                <a:gd name="connsiteX5827" fmla="*/ 1614487 w 3006089"/>
                <a:gd name="connsiteY5827" fmla="*/ 1384935 h 2297429"/>
                <a:gd name="connsiteX5828" fmla="*/ 1621631 w 3006089"/>
                <a:gd name="connsiteY5828" fmla="*/ 1385411 h 2297429"/>
                <a:gd name="connsiteX5829" fmla="*/ 1623060 w 3006089"/>
                <a:gd name="connsiteY5829" fmla="*/ 1385411 h 2297429"/>
                <a:gd name="connsiteX5830" fmla="*/ 1624965 w 3006089"/>
                <a:gd name="connsiteY5830" fmla="*/ 1383983 h 2297429"/>
                <a:gd name="connsiteX5831" fmla="*/ 1624012 w 3006089"/>
                <a:gd name="connsiteY5831" fmla="*/ 1383030 h 2297429"/>
                <a:gd name="connsiteX5832" fmla="*/ 1621631 w 3006089"/>
                <a:gd name="connsiteY5832" fmla="*/ 1381125 h 2297429"/>
                <a:gd name="connsiteX5833" fmla="*/ 1622108 w 3006089"/>
                <a:gd name="connsiteY5833" fmla="*/ 1380173 h 2297429"/>
                <a:gd name="connsiteX5834" fmla="*/ 1628299 w 3006089"/>
                <a:gd name="connsiteY5834" fmla="*/ 1380173 h 2297429"/>
                <a:gd name="connsiteX5835" fmla="*/ 1631633 w 3006089"/>
                <a:gd name="connsiteY5835" fmla="*/ 1378744 h 2297429"/>
                <a:gd name="connsiteX5836" fmla="*/ 1633537 w 3006089"/>
                <a:gd name="connsiteY5836" fmla="*/ 1376839 h 2297429"/>
                <a:gd name="connsiteX5837" fmla="*/ 1633061 w 3006089"/>
                <a:gd name="connsiteY5837" fmla="*/ 1375886 h 2297429"/>
                <a:gd name="connsiteX5838" fmla="*/ 1631633 w 3006089"/>
                <a:gd name="connsiteY5838" fmla="*/ 1374934 h 2297429"/>
                <a:gd name="connsiteX5839" fmla="*/ 1631633 w 3006089"/>
                <a:gd name="connsiteY5839" fmla="*/ 1373981 h 2297429"/>
                <a:gd name="connsiteX5840" fmla="*/ 1636871 w 3006089"/>
                <a:gd name="connsiteY5840" fmla="*/ 1370648 h 2297429"/>
                <a:gd name="connsiteX5841" fmla="*/ 1636395 w 3006089"/>
                <a:gd name="connsiteY5841" fmla="*/ 1369219 h 2297429"/>
                <a:gd name="connsiteX5842" fmla="*/ 1634014 w 3006089"/>
                <a:gd name="connsiteY5842" fmla="*/ 1366838 h 2297429"/>
                <a:gd name="connsiteX5843" fmla="*/ 1627346 w 3006089"/>
                <a:gd name="connsiteY5843" fmla="*/ 1363504 h 2297429"/>
                <a:gd name="connsiteX5844" fmla="*/ 1626394 w 3006089"/>
                <a:gd name="connsiteY5844" fmla="*/ 1362551 h 2297429"/>
                <a:gd name="connsiteX5845" fmla="*/ 1628299 w 3006089"/>
                <a:gd name="connsiteY5845" fmla="*/ 1362551 h 2297429"/>
                <a:gd name="connsiteX5846" fmla="*/ 1638300 w 3006089"/>
                <a:gd name="connsiteY5846" fmla="*/ 1365885 h 2297429"/>
                <a:gd name="connsiteX5847" fmla="*/ 1642586 w 3006089"/>
                <a:gd name="connsiteY5847" fmla="*/ 1368266 h 2297429"/>
                <a:gd name="connsiteX5848" fmla="*/ 1645444 w 3006089"/>
                <a:gd name="connsiteY5848" fmla="*/ 1371124 h 2297429"/>
                <a:gd name="connsiteX5849" fmla="*/ 1647825 w 3006089"/>
                <a:gd name="connsiteY5849" fmla="*/ 1372553 h 2297429"/>
                <a:gd name="connsiteX5850" fmla="*/ 1649730 w 3006089"/>
                <a:gd name="connsiteY5850" fmla="*/ 1373029 h 2297429"/>
                <a:gd name="connsiteX5851" fmla="*/ 1649254 w 3006089"/>
                <a:gd name="connsiteY5851" fmla="*/ 1371124 h 2297429"/>
                <a:gd name="connsiteX5852" fmla="*/ 1646396 w 3006089"/>
                <a:gd name="connsiteY5852" fmla="*/ 1367314 h 2297429"/>
                <a:gd name="connsiteX5853" fmla="*/ 1644015 w 3006089"/>
                <a:gd name="connsiteY5853" fmla="*/ 1364933 h 2297429"/>
                <a:gd name="connsiteX5854" fmla="*/ 1641634 w 3006089"/>
                <a:gd name="connsiteY5854" fmla="*/ 1363980 h 2297429"/>
                <a:gd name="connsiteX5855" fmla="*/ 1641634 w 3006089"/>
                <a:gd name="connsiteY5855" fmla="*/ 1362551 h 2297429"/>
                <a:gd name="connsiteX5856" fmla="*/ 1643539 w 3006089"/>
                <a:gd name="connsiteY5856" fmla="*/ 1360646 h 2297429"/>
                <a:gd name="connsiteX5857" fmla="*/ 1647349 w 3006089"/>
                <a:gd name="connsiteY5857" fmla="*/ 1357789 h 2297429"/>
                <a:gd name="connsiteX5858" fmla="*/ 1648301 w 3006089"/>
                <a:gd name="connsiteY5858" fmla="*/ 1355884 h 2297429"/>
                <a:gd name="connsiteX5859" fmla="*/ 1648777 w 3006089"/>
                <a:gd name="connsiteY5859" fmla="*/ 1353503 h 2297429"/>
                <a:gd name="connsiteX5860" fmla="*/ 1650683 w 3006089"/>
                <a:gd name="connsiteY5860" fmla="*/ 1352550 h 2297429"/>
                <a:gd name="connsiteX5861" fmla="*/ 1654016 w 3006089"/>
                <a:gd name="connsiteY5861" fmla="*/ 1353026 h 2297429"/>
                <a:gd name="connsiteX5862" fmla="*/ 1656398 w 3006089"/>
                <a:gd name="connsiteY5862" fmla="*/ 1352550 h 2297429"/>
                <a:gd name="connsiteX5863" fmla="*/ 1658302 w 3006089"/>
                <a:gd name="connsiteY5863" fmla="*/ 1351598 h 2297429"/>
                <a:gd name="connsiteX5864" fmla="*/ 1660208 w 3006089"/>
                <a:gd name="connsiteY5864" fmla="*/ 1351598 h 2297429"/>
                <a:gd name="connsiteX5865" fmla="*/ 1664494 w 3006089"/>
                <a:gd name="connsiteY5865" fmla="*/ 1353979 h 2297429"/>
                <a:gd name="connsiteX5866" fmla="*/ 1666875 w 3006089"/>
                <a:gd name="connsiteY5866" fmla="*/ 1353979 h 2297429"/>
                <a:gd name="connsiteX5867" fmla="*/ 1669256 w 3006089"/>
                <a:gd name="connsiteY5867" fmla="*/ 1352074 h 2297429"/>
                <a:gd name="connsiteX5868" fmla="*/ 1669733 w 3006089"/>
                <a:gd name="connsiteY5868" fmla="*/ 1351121 h 2297429"/>
                <a:gd name="connsiteX5869" fmla="*/ 1669256 w 3006089"/>
                <a:gd name="connsiteY5869" fmla="*/ 1348264 h 2297429"/>
                <a:gd name="connsiteX5870" fmla="*/ 1662589 w 3006089"/>
                <a:gd name="connsiteY5870" fmla="*/ 1347311 h 2297429"/>
                <a:gd name="connsiteX5871" fmla="*/ 1659255 w 3006089"/>
                <a:gd name="connsiteY5871" fmla="*/ 1346359 h 2297429"/>
                <a:gd name="connsiteX5872" fmla="*/ 1657350 w 3006089"/>
                <a:gd name="connsiteY5872" fmla="*/ 1344930 h 2297429"/>
                <a:gd name="connsiteX5873" fmla="*/ 1655921 w 3006089"/>
                <a:gd name="connsiteY5873" fmla="*/ 1343978 h 2297429"/>
                <a:gd name="connsiteX5874" fmla="*/ 1654969 w 3006089"/>
                <a:gd name="connsiteY5874" fmla="*/ 1342073 h 2297429"/>
                <a:gd name="connsiteX5875" fmla="*/ 1654493 w 3006089"/>
                <a:gd name="connsiteY5875" fmla="*/ 1340644 h 2297429"/>
                <a:gd name="connsiteX5876" fmla="*/ 1655445 w 3006089"/>
                <a:gd name="connsiteY5876" fmla="*/ 1339691 h 2297429"/>
                <a:gd name="connsiteX5877" fmla="*/ 1661160 w 3006089"/>
                <a:gd name="connsiteY5877" fmla="*/ 1339215 h 2297429"/>
                <a:gd name="connsiteX5878" fmla="*/ 1662589 w 3006089"/>
                <a:gd name="connsiteY5878" fmla="*/ 1338739 h 2297429"/>
                <a:gd name="connsiteX5879" fmla="*/ 1664018 w 3006089"/>
                <a:gd name="connsiteY5879" fmla="*/ 1337310 h 2297429"/>
                <a:gd name="connsiteX5880" fmla="*/ 1666399 w 3006089"/>
                <a:gd name="connsiteY5880" fmla="*/ 1337310 h 2297429"/>
                <a:gd name="connsiteX5881" fmla="*/ 1672114 w 3006089"/>
                <a:gd name="connsiteY5881" fmla="*/ 1338739 h 2297429"/>
                <a:gd name="connsiteX5882" fmla="*/ 1686401 w 3006089"/>
                <a:gd name="connsiteY5882" fmla="*/ 1340168 h 2297429"/>
                <a:gd name="connsiteX5883" fmla="*/ 1689735 w 3006089"/>
                <a:gd name="connsiteY5883" fmla="*/ 1339215 h 2297429"/>
                <a:gd name="connsiteX5884" fmla="*/ 1697831 w 3006089"/>
                <a:gd name="connsiteY5884" fmla="*/ 1333976 h 2297429"/>
                <a:gd name="connsiteX5885" fmla="*/ 1701641 w 3006089"/>
                <a:gd name="connsiteY5885" fmla="*/ 1333024 h 2297429"/>
                <a:gd name="connsiteX5886" fmla="*/ 1706404 w 3006089"/>
                <a:gd name="connsiteY5886" fmla="*/ 1332548 h 2297429"/>
                <a:gd name="connsiteX5887" fmla="*/ 1709737 w 3006089"/>
                <a:gd name="connsiteY5887" fmla="*/ 1331119 h 2297429"/>
                <a:gd name="connsiteX5888" fmla="*/ 1711643 w 3006089"/>
                <a:gd name="connsiteY5888" fmla="*/ 1328738 h 2297429"/>
                <a:gd name="connsiteX5889" fmla="*/ 1712595 w 3006089"/>
                <a:gd name="connsiteY5889" fmla="*/ 1326356 h 2297429"/>
                <a:gd name="connsiteX5890" fmla="*/ 1713071 w 3006089"/>
                <a:gd name="connsiteY5890" fmla="*/ 1323975 h 2297429"/>
                <a:gd name="connsiteX5891" fmla="*/ 1711643 w 3006089"/>
                <a:gd name="connsiteY5891" fmla="*/ 1314926 h 2297429"/>
                <a:gd name="connsiteX5892" fmla="*/ 1710214 w 3006089"/>
                <a:gd name="connsiteY5892" fmla="*/ 1312545 h 2297429"/>
                <a:gd name="connsiteX5893" fmla="*/ 1702594 w 3006089"/>
                <a:gd name="connsiteY5893" fmla="*/ 1307783 h 2297429"/>
                <a:gd name="connsiteX5894" fmla="*/ 1697831 w 3006089"/>
                <a:gd name="connsiteY5894" fmla="*/ 1305878 h 2297429"/>
                <a:gd name="connsiteX5895" fmla="*/ 1690211 w 3006089"/>
                <a:gd name="connsiteY5895" fmla="*/ 1304449 h 2297429"/>
                <a:gd name="connsiteX5896" fmla="*/ 1684973 w 3006089"/>
                <a:gd name="connsiteY5896" fmla="*/ 1301591 h 2297429"/>
                <a:gd name="connsiteX5897" fmla="*/ 1678305 w 3006089"/>
                <a:gd name="connsiteY5897" fmla="*/ 1295876 h 2297429"/>
                <a:gd name="connsiteX5898" fmla="*/ 1673066 w 3006089"/>
                <a:gd name="connsiteY5898" fmla="*/ 1293971 h 2297429"/>
                <a:gd name="connsiteX5899" fmla="*/ 1669256 w 3006089"/>
                <a:gd name="connsiteY5899" fmla="*/ 1294924 h 2297429"/>
                <a:gd name="connsiteX5900" fmla="*/ 1664970 w 3006089"/>
                <a:gd name="connsiteY5900" fmla="*/ 1296829 h 2297429"/>
                <a:gd name="connsiteX5901" fmla="*/ 1657826 w 3006089"/>
                <a:gd name="connsiteY5901" fmla="*/ 1301115 h 2297429"/>
                <a:gd name="connsiteX5902" fmla="*/ 1651635 w 3006089"/>
                <a:gd name="connsiteY5902" fmla="*/ 1301591 h 2297429"/>
                <a:gd name="connsiteX5903" fmla="*/ 1651635 w 3006089"/>
                <a:gd name="connsiteY5903" fmla="*/ 1300639 h 2297429"/>
                <a:gd name="connsiteX5904" fmla="*/ 1660208 w 3006089"/>
                <a:gd name="connsiteY5904" fmla="*/ 1295876 h 2297429"/>
                <a:gd name="connsiteX5905" fmla="*/ 1661636 w 3006089"/>
                <a:gd name="connsiteY5905" fmla="*/ 1293971 h 2297429"/>
                <a:gd name="connsiteX5906" fmla="*/ 1660208 w 3006089"/>
                <a:gd name="connsiteY5906" fmla="*/ 1293019 h 2297429"/>
                <a:gd name="connsiteX5907" fmla="*/ 1655445 w 3006089"/>
                <a:gd name="connsiteY5907" fmla="*/ 1291590 h 2297429"/>
                <a:gd name="connsiteX5908" fmla="*/ 1648777 w 3006089"/>
                <a:gd name="connsiteY5908" fmla="*/ 1290161 h 2297429"/>
                <a:gd name="connsiteX5909" fmla="*/ 1627346 w 3006089"/>
                <a:gd name="connsiteY5909" fmla="*/ 1282541 h 2297429"/>
                <a:gd name="connsiteX5910" fmla="*/ 1624489 w 3006089"/>
                <a:gd name="connsiteY5910" fmla="*/ 1281113 h 2297429"/>
                <a:gd name="connsiteX5911" fmla="*/ 1620202 w 3006089"/>
                <a:gd name="connsiteY5911" fmla="*/ 1280160 h 2297429"/>
                <a:gd name="connsiteX5912" fmla="*/ 1619250 w 3006089"/>
                <a:gd name="connsiteY5912" fmla="*/ 1280636 h 2297429"/>
                <a:gd name="connsiteX5913" fmla="*/ 1620202 w 3006089"/>
                <a:gd name="connsiteY5913" fmla="*/ 1283018 h 2297429"/>
                <a:gd name="connsiteX5914" fmla="*/ 1622108 w 3006089"/>
                <a:gd name="connsiteY5914" fmla="*/ 1284446 h 2297429"/>
                <a:gd name="connsiteX5915" fmla="*/ 1624012 w 3006089"/>
                <a:gd name="connsiteY5915" fmla="*/ 1285399 h 2297429"/>
                <a:gd name="connsiteX5916" fmla="*/ 1624012 w 3006089"/>
                <a:gd name="connsiteY5916" fmla="*/ 1285875 h 2297429"/>
                <a:gd name="connsiteX5917" fmla="*/ 1619250 w 3006089"/>
                <a:gd name="connsiteY5917" fmla="*/ 1285875 h 2297429"/>
                <a:gd name="connsiteX5918" fmla="*/ 1614487 w 3006089"/>
                <a:gd name="connsiteY5918" fmla="*/ 1284446 h 2297429"/>
                <a:gd name="connsiteX5919" fmla="*/ 1611154 w 3006089"/>
                <a:gd name="connsiteY5919" fmla="*/ 1280160 h 2297429"/>
                <a:gd name="connsiteX5920" fmla="*/ 1611630 w 3006089"/>
                <a:gd name="connsiteY5920" fmla="*/ 1278255 h 2297429"/>
                <a:gd name="connsiteX5921" fmla="*/ 1613535 w 3006089"/>
                <a:gd name="connsiteY5921" fmla="*/ 1276350 h 2297429"/>
                <a:gd name="connsiteX5922" fmla="*/ 1614011 w 3006089"/>
                <a:gd name="connsiteY5922" fmla="*/ 1274445 h 2297429"/>
                <a:gd name="connsiteX5923" fmla="*/ 1610677 w 3006089"/>
                <a:gd name="connsiteY5923" fmla="*/ 1268730 h 2297429"/>
                <a:gd name="connsiteX5924" fmla="*/ 1619726 w 3006089"/>
                <a:gd name="connsiteY5924" fmla="*/ 1274921 h 2297429"/>
                <a:gd name="connsiteX5925" fmla="*/ 1635443 w 3006089"/>
                <a:gd name="connsiteY5925" fmla="*/ 1279684 h 2297429"/>
                <a:gd name="connsiteX5926" fmla="*/ 1649730 w 3006089"/>
                <a:gd name="connsiteY5926" fmla="*/ 1285399 h 2297429"/>
                <a:gd name="connsiteX5927" fmla="*/ 1656874 w 3006089"/>
                <a:gd name="connsiteY5927" fmla="*/ 1287780 h 2297429"/>
                <a:gd name="connsiteX5928" fmla="*/ 1661636 w 3006089"/>
                <a:gd name="connsiteY5928" fmla="*/ 1288256 h 2297429"/>
                <a:gd name="connsiteX5929" fmla="*/ 1664970 w 3006089"/>
                <a:gd name="connsiteY5929" fmla="*/ 1287780 h 2297429"/>
                <a:gd name="connsiteX5930" fmla="*/ 1666875 w 3006089"/>
                <a:gd name="connsiteY5930" fmla="*/ 1286351 h 2297429"/>
                <a:gd name="connsiteX5931" fmla="*/ 1668780 w 3006089"/>
                <a:gd name="connsiteY5931" fmla="*/ 1285875 h 2297429"/>
                <a:gd name="connsiteX5932" fmla="*/ 1670685 w 3006089"/>
                <a:gd name="connsiteY5932" fmla="*/ 1286351 h 2297429"/>
                <a:gd name="connsiteX5933" fmla="*/ 1671161 w 3006089"/>
                <a:gd name="connsiteY5933" fmla="*/ 1286828 h 2297429"/>
                <a:gd name="connsiteX5934" fmla="*/ 1670209 w 3006089"/>
                <a:gd name="connsiteY5934" fmla="*/ 1287780 h 2297429"/>
                <a:gd name="connsiteX5935" fmla="*/ 1670209 w 3006089"/>
                <a:gd name="connsiteY5935" fmla="*/ 1288733 h 2297429"/>
                <a:gd name="connsiteX5936" fmla="*/ 1671161 w 3006089"/>
                <a:gd name="connsiteY5936" fmla="*/ 1289685 h 2297429"/>
                <a:gd name="connsiteX5937" fmla="*/ 1679734 w 3006089"/>
                <a:gd name="connsiteY5937" fmla="*/ 1290638 h 2297429"/>
                <a:gd name="connsiteX5938" fmla="*/ 1684496 w 3006089"/>
                <a:gd name="connsiteY5938" fmla="*/ 1291590 h 2297429"/>
                <a:gd name="connsiteX5939" fmla="*/ 1699260 w 3006089"/>
                <a:gd name="connsiteY5939" fmla="*/ 1297305 h 2297429"/>
                <a:gd name="connsiteX5940" fmla="*/ 1704975 w 3006089"/>
                <a:gd name="connsiteY5940" fmla="*/ 1298734 h 2297429"/>
                <a:gd name="connsiteX5941" fmla="*/ 1709737 w 3006089"/>
                <a:gd name="connsiteY5941" fmla="*/ 1299210 h 2297429"/>
                <a:gd name="connsiteX5942" fmla="*/ 1713548 w 3006089"/>
                <a:gd name="connsiteY5942" fmla="*/ 1298258 h 2297429"/>
                <a:gd name="connsiteX5943" fmla="*/ 1715929 w 3006089"/>
                <a:gd name="connsiteY5943" fmla="*/ 1296829 h 2297429"/>
                <a:gd name="connsiteX5944" fmla="*/ 1717358 w 3006089"/>
                <a:gd name="connsiteY5944" fmla="*/ 1294924 h 2297429"/>
                <a:gd name="connsiteX5945" fmla="*/ 1719262 w 3006089"/>
                <a:gd name="connsiteY5945" fmla="*/ 1294924 h 2297429"/>
                <a:gd name="connsiteX5946" fmla="*/ 1722120 w 3006089"/>
                <a:gd name="connsiteY5946" fmla="*/ 1296353 h 2297429"/>
                <a:gd name="connsiteX5947" fmla="*/ 1724977 w 3006089"/>
                <a:gd name="connsiteY5947" fmla="*/ 1296829 h 2297429"/>
                <a:gd name="connsiteX5948" fmla="*/ 1729264 w 3006089"/>
                <a:gd name="connsiteY5948" fmla="*/ 1295876 h 2297429"/>
                <a:gd name="connsiteX5949" fmla="*/ 1732121 w 3006089"/>
                <a:gd name="connsiteY5949" fmla="*/ 1293495 h 2297429"/>
                <a:gd name="connsiteX5950" fmla="*/ 1736884 w 3006089"/>
                <a:gd name="connsiteY5950" fmla="*/ 1287304 h 2297429"/>
                <a:gd name="connsiteX5951" fmla="*/ 1736884 w 3006089"/>
                <a:gd name="connsiteY5951" fmla="*/ 1285875 h 2297429"/>
                <a:gd name="connsiteX5952" fmla="*/ 1735455 w 3006089"/>
                <a:gd name="connsiteY5952" fmla="*/ 1283494 h 2297429"/>
                <a:gd name="connsiteX5953" fmla="*/ 1731645 w 3006089"/>
                <a:gd name="connsiteY5953" fmla="*/ 1278255 h 2297429"/>
                <a:gd name="connsiteX5954" fmla="*/ 1732598 w 3006089"/>
                <a:gd name="connsiteY5954" fmla="*/ 1278255 h 2297429"/>
                <a:gd name="connsiteX5955" fmla="*/ 1740218 w 3006089"/>
                <a:gd name="connsiteY5955" fmla="*/ 1280160 h 2297429"/>
                <a:gd name="connsiteX5956" fmla="*/ 1742599 w 3006089"/>
                <a:gd name="connsiteY5956" fmla="*/ 1279208 h 2297429"/>
                <a:gd name="connsiteX5957" fmla="*/ 1742599 w 3006089"/>
                <a:gd name="connsiteY5957" fmla="*/ 1278255 h 2297429"/>
                <a:gd name="connsiteX5958" fmla="*/ 1739265 w 3006089"/>
                <a:gd name="connsiteY5958" fmla="*/ 1272540 h 2297429"/>
                <a:gd name="connsiteX5959" fmla="*/ 1738312 w 3006089"/>
                <a:gd name="connsiteY5959" fmla="*/ 1271588 h 2297429"/>
                <a:gd name="connsiteX5960" fmla="*/ 1734979 w 3006089"/>
                <a:gd name="connsiteY5960" fmla="*/ 1270159 h 2297429"/>
                <a:gd name="connsiteX5961" fmla="*/ 1736408 w 3006089"/>
                <a:gd name="connsiteY5961" fmla="*/ 1269683 h 2297429"/>
                <a:gd name="connsiteX5962" fmla="*/ 1744027 w 3006089"/>
                <a:gd name="connsiteY5962" fmla="*/ 1267301 h 2297429"/>
                <a:gd name="connsiteX5963" fmla="*/ 1744504 w 3006089"/>
                <a:gd name="connsiteY5963" fmla="*/ 1267778 h 2297429"/>
                <a:gd name="connsiteX5964" fmla="*/ 1745456 w 3006089"/>
                <a:gd name="connsiteY5964" fmla="*/ 1271588 h 2297429"/>
                <a:gd name="connsiteX5965" fmla="*/ 1746409 w 3006089"/>
                <a:gd name="connsiteY5965" fmla="*/ 1273016 h 2297429"/>
                <a:gd name="connsiteX5966" fmla="*/ 1750219 w 3006089"/>
                <a:gd name="connsiteY5966" fmla="*/ 1275398 h 2297429"/>
                <a:gd name="connsiteX5967" fmla="*/ 1752600 w 3006089"/>
                <a:gd name="connsiteY5967" fmla="*/ 1276350 h 2297429"/>
                <a:gd name="connsiteX5968" fmla="*/ 1754505 w 3006089"/>
                <a:gd name="connsiteY5968" fmla="*/ 1276350 h 2297429"/>
                <a:gd name="connsiteX5969" fmla="*/ 1755934 w 3006089"/>
                <a:gd name="connsiteY5969" fmla="*/ 1275398 h 2297429"/>
                <a:gd name="connsiteX5970" fmla="*/ 1757839 w 3006089"/>
                <a:gd name="connsiteY5970" fmla="*/ 1274921 h 2297429"/>
                <a:gd name="connsiteX5971" fmla="*/ 1764030 w 3006089"/>
                <a:gd name="connsiteY5971" fmla="*/ 1277779 h 2297429"/>
                <a:gd name="connsiteX5972" fmla="*/ 1766887 w 3006089"/>
                <a:gd name="connsiteY5972" fmla="*/ 1278731 h 2297429"/>
                <a:gd name="connsiteX5973" fmla="*/ 1767840 w 3006089"/>
                <a:gd name="connsiteY5973" fmla="*/ 1278255 h 2297429"/>
                <a:gd name="connsiteX5974" fmla="*/ 1764506 w 3006089"/>
                <a:gd name="connsiteY5974" fmla="*/ 1271588 h 2297429"/>
                <a:gd name="connsiteX5975" fmla="*/ 1764983 w 3006089"/>
                <a:gd name="connsiteY5975" fmla="*/ 1271111 h 2297429"/>
                <a:gd name="connsiteX5976" fmla="*/ 1769745 w 3006089"/>
                <a:gd name="connsiteY5976" fmla="*/ 1275398 h 2297429"/>
                <a:gd name="connsiteX5977" fmla="*/ 1773079 w 3006089"/>
                <a:gd name="connsiteY5977" fmla="*/ 1276826 h 2297429"/>
                <a:gd name="connsiteX5978" fmla="*/ 1777841 w 3006089"/>
                <a:gd name="connsiteY5978" fmla="*/ 1277779 h 2297429"/>
                <a:gd name="connsiteX5979" fmla="*/ 1783556 w 3006089"/>
                <a:gd name="connsiteY5979" fmla="*/ 1276826 h 2297429"/>
                <a:gd name="connsiteX5980" fmla="*/ 1793081 w 3006089"/>
                <a:gd name="connsiteY5980" fmla="*/ 1272540 h 2297429"/>
                <a:gd name="connsiteX5981" fmla="*/ 1802606 w 3006089"/>
                <a:gd name="connsiteY5981" fmla="*/ 1267301 h 2297429"/>
                <a:gd name="connsiteX5982" fmla="*/ 1806416 w 3006089"/>
                <a:gd name="connsiteY5982" fmla="*/ 1263968 h 2297429"/>
                <a:gd name="connsiteX5983" fmla="*/ 1807369 w 3006089"/>
                <a:gd name="connsiteY5983" fmla="*/ 1260634 h 2297429"/>
                <a:gd name="connsiteX5984" fmla="*/ 1810226 w 3006089"/>
                <a:gd name="connsiteY5984" fmla="*/ 1255395 h 2297429"/>
                <a:gd name="connsiteX5985" fmla="*/ 1830705 w 3006089"/>
                <a:gd name="connsiteY5985" fmla="*/ 1232059 h 2297429"/>
                <a:gd name="connsiteX5986" fmla="*/ 1834039 w 3006089"/>
                <a:gd name="connsiteY5986" fmla="*/ 1226344 h 2297429"/>
                <a:gd name="connsiteX5987" fmla="*/ 1839277 w 3006089"/>
                <a:gd name="connsiteY5987" fmla="*/ 1218724 h 2297429"/>
                <a:gd name="connsiteX5988" fmla="*/ 1840230 w 3006089"/>
                <a:gd name="connsiteY5988" fmla="*/ 1216343 h 2297429"/>
                <a:gd name="connsiteX5989" fmla="*/ 1839277 w 3006089"/>
                <a:gd name="connsiteY5989" fmla="*/ 1211580 h 2297429"/>
                <a:gd name="connsiteX5990" fmla="*/ 1836420 w 3006089"/>
                <a:gd name="connsiteY5990" fmla="*/ 1210151 h 2297429"/>
                <a:gd name="connsiteX5991" fmla="*/ 1826895 w 3006089"/>
                <a:gd name="connsiteY5991" fmla="*/ 1208246 h 2297429"/>
                <a:gd name="connsiteX5992" fmla="*/ 1808798 w 3006089"/>
                <a:gd name="connsiteY5992" fmla="*/ 1207294 h 2297429"/>
                <a:gd name="connsiteX5993" fmla="*/ 1799749 w 3006089"/>
                <a:gd name="connsiteY5993" fmla="*/ 1207294 h 2297429"/>
                <a:gd name="connsiteX5994" fmla="*/ 1773555 w 3006089"/>
                <a:gd name="connsiteY5994" fmla="*/ 1203484 h 2297429"/>
                <a:gd name="connsiteX5995" fmla="*/ 1768316 w 3006089"/>
                <a:gd name="connsiteY5995" fmla="*/ 1201103 h 2297429"/>
                <a:gd name="connsiteX5996" fmla="*/ 1764506 w 3006089"/>
                <a:gd name="connsiteY5996" fmla="*/ 1198245 h 2297429"/>
                <a:gd name="connsiteX5997" fmla="*/ 1752124 w 3006089"/>
                <a:gd name="connsiteY5997" fmla="*/ 1187291 h 2297429"/>
                <a:gd name="connsiteX5998" fmla="*/ 1745933 w 3006089"/>
                <a:gd name="connsiteY5998" fmla="*/ 1182529 h 2297429"/>
                <a:gd name="connsiteX5999" fmla="*/ 1741170 w 3006089"/>
                <a:gd name="connsiteY5999" fmla="*/ 1180148 h 2297429"/>
                <a:gd name="connsiteX6000" fmla="*/ 1736884 w 3006089"/>
                <a:gd name="connsiteY6000" fmla="*/ 1178719 h 2297429"/>
                <a:gd name="connsiteX6001" fmla="*/ 1733074 w 3006089"/>
                <a:gd name="connsiteY6001" fmla="*/ 1178243 h 2297429"/>
                <a:gd name="connsiteX6002" fmla="*/ 1718310 w 3006089"/>
                <a:gd name="connsiteY6002" fmla="*/ 1174433 h 2297429"/>
                <a:gd name="connsiteX6003" fmla="*/ 1702118 w 3006089"/>
                <a:gd name="connsiteY6003" fmla="*/ 1172051 h 2297429"/>
                <a:gd name="connsiteX6004" fmla="*/ 1699260 w 3006089"/>
                <a:gd name="connsiteY6004" fmla="*/ 1173004 h 2297429"/>
                <a:gd name="connsiteX6005" fmla="*/ 1698784 w 3006089"/>
                <a:gd name="connsiteY6005" fmla="*/ 1173956 h 2297429"/>
                <a:gd name="connsiteX6006" fmla="*/ 1699736 w 3006089"/>
                <a:gd name="connsiteY6006" fmla="*/ 1177290 h 2297429"/>
                <a:gd name="connsiteX6007" fmla="*/ 1691640 w 3006089"/>
                <a:gd name="connsiteY6007" fmla="*/ 1173480 h 2297429"/>
                <a:gd name="connsiteX6008" fmla="*/ 1686877 w 3006089"/>
                <a:gd name="connsiteY6008" fmla="*/ 1170623 h 2297429"/>
                <a:gd name="connsiteX6009" fmla="*/ 1687354 w 3006089"/>
                <a:gd name="connsiteY6009" fmla="*/ 1170146 h 2297429"/>
                <a:gd name="connsiteX6010" fmla="*/ 1691164 w 3006089"/>
                <a:gd name="connsiteY6010" fmla="*/ 1169670 h 2297429"/>
                <a:gd name="connsiteX6011" fmla="*/ 1701165 w 3006089"/>
                <a:gd name="connsiteY6011" fmla="*/ 1169670 h 2297429"/>
                <a:gd name="connsiteX6012" fmla="*/ 1707356 w 3006089"/>
                <a:gd name="connsiteY6012" fmla="*/ 1170146 h 2297429"/>
                <a:gd name="connsiteX6013" fmla="*/ 1713071 w 3006089"/>
                <a:gd name="connsiteY6013" fmla="*/ 1171575 h 2297429"/>
                <a:gd name="connsiteX6014" fmla="*/ 1717834 w 3006089"/>
                <a:gd name="connsiteY6014" fmla="*/ 1172051 h 2297429"/>
                <a:gd name="connsiteX6015" fmla="*/ 1724501 w 3006089"/>
                <a:gd name="connsiteY6015" fmla="*/ 1171575 h 2297429"/>
                <a:gd name="connsiteX6016" fmla="*/ 1731169 w 3006089"/>
                <a:gd name="connsiteY6016" fmla="*/ 1173956 h 2297429"/>
                <a:gd name="connsiteX6017" fmla="*/ 1734979 w 3006089"/>
                <a:gd name="connsiteY6017" fmla="*/ 1173956 h 2297429"/>
                <a:gd name="connsiteX6018" fmla="*/ 1738789 w 3006089"/>
                <a:gd name="connsiteY6018" fmla="*/ 1174909 h 2297429"/>
                <a:gd name="connsiteX6019" fmla="*/ 1740218 w 3006089"/>
                <a:gd name="connsiteY6019" fmla="*/ 1174909 h 2297429"/>
                <a:gd name="connsiteX6020" fmla="*/ 1736884 w 3006089"/>
                <a:gd name="connsiteY6020" fmla="*/ 1171575 h 2297429"/>
                <a:gd name="connsiteX6021" fmla="*/ 1738789 w 3006089"/>
                <a:gd name="connsiteY6021" fmla="*/ 1171099 h 2297429"/>
                <a:gd name="connsiteX6022" fmla="*/ 1743551 w 3006089"/>
                <a:gd name="connsiteY6022" fmla="*/ 1171575 h 2297429"/>
                <a:gd name="connsiteX6023" fmla="*/ 1748790 w 3006089"/>
                <a:gd name="connsiteY6023" fmla="*/ 1173004 h 2297429"/>
                <a:gd name="connsiteX6024" fmla="*/ 1754505 w 3006089"/>
                <a:gd name="connsiteY6024" fmla="*/ 1175861 h 2297429"/>
                <a:gd name="connsiteX6025" fmla="*/ 1765935 w 3006089"/>
                <a:gd name="connsiteY6025" fmla="*/ 1182529 h 2297429"/>
                <a:gd name="connsiteX6026" fmla="*/ 1770698 w 3006089"/>
                <a:gd name="connsiteY6026" fmla="*/ 1184434 h 2297429"/>
                <a:gd name="connsiteX6027" fmla="*/ 1775460 w 3006089"/>
                <a:gd name="connsiteY6027" fmla="*/ 1184910 h 2297429"/>
                <a:gd name="connsiteX6028" fmla="*/ 1777841 w 3006089"/>
                <a:gd name="connsiteY6028" fmla="*/ 1185863 h 2297429"/>
                <a:gd name="connsiteX6029" fmla="*/ 1780223 w 3006089"/>
                <a:gd name="connsiteY6029" fmla="*/ 1189673 h 2297429"/>
                <a:gd name="connsiteX6030" fmla="*/ 1783080 w 3006089"/>
                <a:gd name="connsiteY6030" fmla="*/ 1191101 h 2297429"/>
                <a:gd name="connsiteX6031" fmla="*/ 1789748 w 3006089"/>
                <a:gd name="connsiteY6031" fmla="*/ 1194911 h 2297429"/>
                <a:gd name="connsiteX6032" fmla="*/ 1799273 w 3006089"/>
                <a:gd name="connsiteY6032" fmla="*/ 1201579 h 2297429"/>
                <a:gd name="connsiteX6033" fmla="*/ 1804511 w 3006089"/>
                <a:gd name="connsiteY6033" fmla="*/ 1203960 h 2297429"/>
                <a:gd name="connsiteX6034" fmla="*/ 1814512 w 3006089"/>
                <a:gd name="connsiteY6034" fmla="*/ 1204913 h 2297429"/>
                <a:gd name="connsiteX6035" fmla="*/ 1822133 w 3006089"/>
                <a:gd name="connsiteY6035" fmla="*/ 1204913 h 2297429"/>
                <a:gd name="connsiteX6036" fmla="*/ 1827848 w 3006089"/>
                <a:gd name="connsiteY6036" fmla="*/ 1203960 h 2297429"/>
                <a:gd name="connsiteX6037" fmla="*/ 1831181 w 3006089"/>
                <a:gd name="connsiteY6037" fmla="*/ 1202531 h 2297429"/>
                <a:gd name="connsiteX6038" fmla="*/ 1834991 w 3006089"/>
                <a:gd name="connsiteY6038" fmla="*/ 1199198 h 2297429"/>
                <a:gd name="connsiteX6039" fmla="*/ 1839277 w 3006089"/>
                <a:gd name="connsiteY6039" fmla="*/ 1194435 h 2297429"/>
                <a:gd name="connsiteX6040" fmla="*/ 1847850 w 3006089"/>
                <a:gd name="connsiteY6040" fmla="*/ 1186339 h 2297429"/>
                <a:gd name="connsiteX6041" fmla="*/ 1870234 w 3006089"/>
                <a:gd name="connsiteY6041" fmla="*/ 1166813 h 2297429"/>
                <a:gd name="connsiteX6042" fmla="*/ 1871186 w 3006089"/>
                <a:gd name="connsiteY6042" fmla="*/ 1165384 h 2297429"/>
                <a:gd name="connsiteX6043" fmla="*/ 1873091 w 3006089"/>
                <a:gd name="connsiteY6043" fmla="*/ 1161574 h 2297429"/>
                <a:gd name="connsiteX6044" fmla="*/ 1873091 w 3006089"/>
                <a:gd name="connsiteY6044" fmla="*/ 1159669 h 2297429"/>
                <a:gd name="connsiteX6045" fmla="*/ 1871662 w 3006089"/>
                <a:gd name="connsiteY6045" fmla="*/ 1157764 h 2297429"/>
                <a:gd name="connsiteX6046" fmla="*/ 1867852 w 3006089"/>
                <a:gd name="connsiteY6046" fmla="*/ 1155383 h 2297429"/>
                <a:gd name="connsiteX6047" fmla="*/ 1861661 w 3006089"/>
                <a:gd name="connsiteY6047" fmla="*/ 1153001 h 2297429"/>
                <a:gd name="connsiteX6048" fmla="*/ 1852136 w 3006089"/>
                <a:gd name="connsiteY6048" fmla="*/ 1150144 h 2297429"/>
                <a:gd name="connsiteX6049" fmla="*/ 1848802 w 3006089"/>
                <a:gd name="connsiteY6049" fmla="*/ 1147763 h 2297429"/>
                <a:gd name="connsiteX6050" fmla="*/ 1846898 w 3006089"/>
                <a:gd name="connsiteY6050" fmla="*/ 1144429 h 2297429"/>
                <a:gd name="connsiteX6051" fmla="*/ 1847374 w 3006089"/>
                <a:gd name="connsiteY6051" fmla="*/ 1143476 h 2297429"/>
                <a:gd name="connsiteX6052" fmla="*/ 1848802 w 3006089"/>
                <a:gd name="connsiteY6052" fmla="*/ 1143000 h 2297429"/>
                <a:gd name="connsiteX6053" fmla="*/ 1849279 w 3006089"/>
                <a:gd name="connsiteY6053" fmla="*/ 1142048 h 2297429"/>
                <a:gd name="connsiteX6054" fmla="*/ 1847850 w 3006089"/>
                <a:gd name="connsiteY6054" fmla="*/ 1139190 h 2297429"/>
                <a:gd name="connsiteX6055" fmla="*/ 1848802 w 3006089"/>
                <a:gd name="connsiteY6055" fmla="*/ 1138714 h 2297429"/>
                <a:gd name="connsiteX6056" fmla="*/ 1851184 w 3006089"/>
                <a:gd name="connsiteY6056" fmla="*/ 1138238 h 2297429"/>
                <a:gd name="connsiteX6057" fmla="*/ 1870710 w 3006089"/>
                <a:gd name="connsiteY6057" fmla="*/ 1138714 h 2297429"/>
                <a:gd name="connsiteX6058" fmla="*/ 1879759 w 3006089"/>
                <a:gd name="connsiteY6058" fmla="*/ 1138238 h 2297429"/>
                <a:gd name="connsiteX6059" fmla="*/ 1885950 w 3006089"/>
                <a:gd name="connsiteY6059" fmla="*/ 1136333 h 2297429"/>
                <a:gd name="connsiteX6060" fmla="*/ 1891665 w 3006089"/>
                <a:gd name="connsiteY6060" fmla="*/ 1138238 h 2297429"/>
                <a:gd name="connsiteX6061" fmla="*/ 1896427 w 3006089"/>
                <a:gd name="connsiteY6061" fmla="*/ 1143953 h 2297429"/>
                <a:gd name="connsiteX6062" fmla="*/ 1900237 w 3006089"/>
                <a:gd name="connsiteY6062" fmla="*/ 1147763 h 2297429"/>
                <a:gd name="connsiteX6063" fmla="*/ 1903571 w 3006089"/>
                <a:gd name="connsiteY6063" fmla="*/ 1150144 h 2297429"/>
                <a:gd name="connsiteX6064" fmla="*/ 1909762 w 3006089"/>
                <a:gd name="connsiteY6064" fmla="*/ 1153001 h 2297429"/>
                <a:gd name="connsiteX6065" fmla="*/ 1919287 w 3006089"/>
                <a:gd name="connsiteY6065" fmla="*/ 1156811 h 2297429"/>
                <a:gd name="connsiteX6066" fmla="*/ 1924526 w 3006089"/>
                <a:gd name="connsiteY6066" fmla="*/ 1158240 h 2297429"/>
                <a:gd name="connsiteX6067" fmla="*/ 1925002 w 3006089"/>
                <a:gd name="connsiteY6067" fmla="*/ 1157764 h 2297429"/>
                <a:gd name="connsiteX6068" fmla="*/ 1926908 w 3006089"/>
                <a:gd name="connsiteY6068" fmla="*/ 1153478 h 2297429"/>
                <a:gd name="connsiteX6069" fmla="*/ 1929289 w 3006089"/>
                <a:gd name="connsiteY6069" fmla="*/ 1151573 h 2297429"/>
                <a:gd name="connsiteX6070" fmla="*/ 1930241 w 3006089"/>
                <a:gd name="connsiteY6070" fmla="*/ 1151573 h 2297429"/>
                <a:gd name="connsiteX6071" fmla="*/ 1939766 w 3006089"/>
                <a:gd name="connsiteY6071" fmla="*/ 1154906 h 2297429"/>
                <a:gd name="connsiteX6072" fmla="*/ 1943576 w 3006089"/>
                <a:gd name="connsiteY6072" fmla="*/ 1155859 h 2297429"/>
                <a:gd name="connsiteX6073" fmla="*/ 1945005 w 3006089"/>
                <a:gd name="connsiteY6073" fmla="*/ 1155859 h 2297429"/>
                <a:gd name="connsiteX6074" fmla="*/ 1947386 w 3006089"/>
                <a:gd name="connsiteY6074" fmla="*/ 1154430 h 2297429"/>
                <a:gd name="connsiteX6075" fmla="*/ 1946434 w 3006089"/>
                <a:gd name="connsiteY6075" fmla="*/ 1151573 h 2297429"/>
                <a:gd name="connsiteX6076" fmla="*/ 1941671 w 3006089"/>
                <a:gd name="connsiteY6076" fmla="*/ 1144429 h 2297429"/>
                <a:gd name="connsiteX6077" fmla="*/ 1937385 w 3006089"/>
                <a:gd name="connsiteY6077" fmla="*/ 1138238 h 2297429"/>
                <a:gd name="connsiteX6078" fmla="*/ 1935480 w 3006089"/>
                <a:gd name="connsiteY6078" fmla="*/ 1134428 h 2297429"/>
                <a:gd name="connsiteX6079" fmla="*/ 1934527 w 3006089"/>
                <a:gd name="connsiteY6079" fmla="*/ 1131094 h 2297429"/>
                <a:gd name="connsiteX6080" fmla="*/ 1933099 w 3006089"/>
                <a:gd name="connsiteY6080" fmla="*/ 1129189 h 2297429"/>
                <a:gd name="connsiteX6081" fmla="*/ 1929765 w 3006089"/>
                <a:gd name="connsiteY6081" fmla="*/ 1127760 h 2297429"/>
                <a:gd name="connsiteX6082" fmla="*/ 1920716 w 3006089"/>
                <a:gd name="connsiteY6082" fmla="*/ 1119664 h 2297429"/>
                <a:gd name="connsiteX6083" fmla="*/ 1920240 w 3006089"/>
                <a:gd name="connsiteY6083" fmla="*/ 1118711 h 2297429"/>
                <a:gd name="connsiteX6084" fmla="*/ 1918811 w 3006089"/>
                <a:gd name="connsiteY6084" fmla="*/ 1117283 h 2297429"/>
                <a:gd name="connsiteX6085" fmla="*/ 1915477 w 3006089"/>
                <a:gd name="connsiteY6085" fmla="*/ 1115378 h 2297429"/>
                <a:gd name="connsiteX6086" fmla="*/ 1911191 w 3006089"/>
                <a:gd name="connsiteY6086" fmla="*/ 1114901 h 2297429"/>
                <a:gd name="connsiteX6087" fmla="*/ 1909762 w 3006089"/>
                <a:gd name="connsiteY6087" fmla="*/ 1115854 h 2297429"/>
                <a:gd name="connsiteX6088" fmla="*/ 1906905 w 3006089"/>
                <a:gd name="connsiteY6088" fmla="*/ 1118235 h 2297429"/>
                <a:gd name="connsiteX6089" fmla="*/ 1905476 w 3006089"/>
                <a:gd name="connsiteY6089" fmla="*/ 1118711 h 2297429"/>
                <a:gd name="connsiteX6090" fmla="*/ 1902143 w 3006089"/>
                <a:gd name="connsiteY6090" fmla="*/ 1117759 h 2297429"/>
                <a:gd name="connsiteX6091" fmla="*/ 1902143 w 3006089"/>
                <a:gd name="connsiteY6091" fmla="*/ 1116806 h 2297429"/>
                <a:gd name="connsiteX6092" fmla="*/ 1904524 w 3006089"/>
                <a:gd name="connsiteY6092" fmla="*/ 1113949 h 2297429"/>
                <a:gd name="connsiteX6093" fmla="*/ 1911191 w 3006089"/>
                <a:gd name="connsiteY6093" fmla="*/ 1109663 h 2297429"/>
                <a:gd name="connsiteX6094" fmla="*/ 1916430 w 3006089"/>
                <a:gd name="connsiteY6094" fmla="*/ 1110139 h 2297429"/>
                <a:gd name="connsiteX6095" fmla="*/ 1921669 w 3006089"/>
                <a:gd name="connsiteY6095" fmla="*/ 1112520 h 2297429"/>
                <a:gd name="connsiteX6096" fmla="*/ 1922145 w 3006089"/>
                <a:gd name="connsiteY6096" fmla="*/ 1112996 h 2297429"/>
                <a:gd name="connsiteX6097" fmla="*/ 1924526 w 3006089"/>
                <a:gd name="connsiteY6097" fmla="*/ 1114901 h 2297429"/>
                <a:gd name="connsiteX6098" fmla="*/ 1929765 w 3006089"/>
                <a:gd name="connsiteY6098" fmla="*/ 1118711 h 2297429"/>
                <a:gd name="connsiteX6099" fmla="*/ 1931194 w 3006089"/>
                <a:gd name="connsiteY6099" fmla="*/ 1120140 h 2297429"/>
                <a:gd name="connsiteX6100" fmla="*/ 1928336 w 3006089"/>
                <a:gd name="connsiteY6100" fmla="*/ 1121093 h 2297429"/>
                <a:gd name="connsiteX6101" fmla="*/ 1928336 w 3006089"/>
                <a:gd name="connsiteY6101" fmla="*/ 1121569 h 2297429"/>
                <a:gd name="connsiteX6102" fmla="*/ 1929765 w 3006089"/>
                <a:gd name="connsiteY6102" fmla="*/ 1123474 h 2297429"/>
                <a:gd name="connsiteX6103" fmla="*/ 1933575 w 3006089"/>
                <a:gd name="connsiteY6103" fmla="*/ 1125855 h 2297429"/>
                <a:gd name="connsiteX6104" fmla="*/ 1935480 w 3006089"/>
                <a:gd name="connsiteY6104" fmla="*/ 1126331 h 2297429"/>
                <a:gd name="connsiteX6105" fmla="*/ 1938814 w 3006089"/>
                <a:gd name="connsiteY6105" fmla="*/ 1125855 h 2297429"/>
                <a:gd name="connsiteX6106" fmla="*/ 1940719 w 3006089"/>
                <a:gd name="connsiteY6106" fmla="*/ 1126331 h 2297429"/>
                <a:gd name="connsiteX6107" fmla="*/ 1943576 w 3006089"/>
                <a:gd name="connsiteY6107" fmla="*/ 1129189 h 2297429"/>
                <a:gd name="connsiteX6108" fmla="*/ 1949768 w 3006089"/>
                <a:gd name="connsiteY6108" fmla="*/ 1137285 h 2297429"/>
                <a:gd name="connsiteX6109" fmla="*/ 1952625 w 3006089"/>
                <a:gd name="connsiteY6109" fmla="*/ 1140143 h 2297429"/>
                <a:gd name="connsiteX6110" fmla="*/ 1953577 w 3006089"/>
                <a:gd name="connsiteY6110" fmla="*/ 1141571 h 2297429"/>
                <a:gd name="connsiteX6111" fmla="*/ 1955006 w 3006089"/>
                <a:gd name="connsiteY6111" fmla="*/ 1145858 h 2297429"/>
                <a:gd name="connsiteX6112" fmla="*/ 1957387 w 3006089"/>
                <a:gd name="connsiteY6112" fmla="*/ 1146810 h 2297429"/>
                <a:gd name="connsiteX6113" fmla="*/ 1961198 w 3006089"/>
                <a:gd name="connsiteY6113" fmla="*/ 1146810 h 2297429"/>
                <a:gd name="connsiteX6114" fmla="*/ 1965008 w 3006089"/>
                <a:gd name="connsiteY6114" fmla="*/ 1145858 h 2297429"/>
                <a:gd name="connsiteX6115" fmla="*/ 1968341 w 3006089"/>
                <a:gd name="connsiteY6115" fmla="*/ 1143476 h 2297429"/>
                <a:gd name="connsiteX6116" fmla="*/ 1976914 w 3006089"/>
                <a:gd name="connsiteY6116" fmla="*/ 1136809 h 2297429"/>
                <a:gd name="connsiteX6117" fmla="*/ 1987391 w 3006089"/>
                <a:gd name="connsiteY6117" fmla="*/ 1134904 h 2297429"/>
                <a:gd name="connsiteX6118" fmla="*/ 1990249 w 3006089"/>
                <a:gd name="connsiteY6118" fmla="*/ 1132999 h 2297429"/>
                <a:gd name="connsiteX6119" fmla="*/ 1996440 w 3006089"/>
                <a:gd name="connsiteY6119" fmla="*/ 1128236 h 2297429"/>
                <a:gd name="connsiteX6120" fmla="*/ 2000250 w 3006089"/>
                <a:gd name="connsiteY6120" fmla="*/ 1126331 h 2297429"/>
                <a:gd name="connsiteX6121" fmla="*/ 2002155 w 3006089"/>
                <a:gd name="connsiteY6121" fmla="*/ 1124903 h 2297429"/>
                <a:gd name="connsiteX6122" fmla="*/ 2005012 w 3006089"/>
                <a:gd name="connsiteY6122" fmla="*/ 1121569 h 2297429"/>
                <a:gd name="connsiteX6123" fmla="*/ 2008823 w 3006089"/>
                <a:gd name="connsiteY6123" fmla="*/ 1116330 h 2297429"/>
                <a:gd name="connsiteX6124" fmla="*/ 2011680 w 3006089"/>
                <a:gd name="connsiteY6124" fmla="*/ 1113473 h 2297429"/>
                <a:gd name="connsiteX6125" fmla="*/ 2013585 w 3006089"/>
                <a:gd name="connsiteY6125" fmla="*/ 1112520 h 2297429"/>
                <a:gd name="connsiteX6126" fmla="*/ 2018824 w 3006089"/>
                <a:gd name="connsiteY6126" fmla="*/ 1112520 h 2297429"/>
                <a:gd name="connsiteX6127" fmla="*/ 2022158 w 3006089"/>
                <a:gd name="connsiteY6127" fmla="*/ 1111568 h 2297429"/>
                <a:gd name="connsiteX6128" fmla="*/ 2027873 w 3006089"/>
                <a:gd name="connsiteY6128" fmla="*/ 1107758 h 2297429"/>
                <a:gd name="connsiteX6129" fmla="*/ 2028825 w 3006089"/>
                <a:gd name="connsiteY6129" fmla="*/ 1106329 h 2297429"/>
                <a:gd name="connsiteX6130" fmla="*/ 2030730 w 3006089"/>
                <a:gd name="connsiteY6130" fmla="*/ 1101090 h 2297429"/>
                <a:gd name="connsiteX6131" fmla="*/ 2033587 w 3006089"/>
                <a:gd name="connsiteY6131" fmla="*/ 1091565 h 2297429"/>
                <a:gd name="connsiteX6132" fmla="*/ 2034540 w 3006089"/>
                <a:gd name="connsiteY6132" fmla="*/ 1085850 h 2297429"/>
                <a:gd name="connsiteX6133" fmla="*/ 2033587 w 3006089"/>
                <a:gd name="connsiteY6133" fmla="*/ 1083469 h 2297429"/>
                <a:gd name="connsiteX6134" fmla="*/ 2029777 w 3006089"/>
                <a:gd name="connsiteY6134" fmla="*/ 1077754 h 2297429"/>
                <a:gd name="connsiteX6135" fmla="*/ 2026920 w 3006089"/>
                <a:gd name="connsiteY6135" fmla="*/ 1075373 h 2297429"/>
                <a:gd name="connsiteX6136" fmla="*/ 2019776 w 3006089"/>
                <a:gd name="connsiteY6136" fmla="*/ 1070610 h 2297429"/>
                <a:gd name="connsiteX6137" fmla="*/ 2014537 w 3006089"/>
                <a:gd name="connsiteY6137" fmla="*/ 1065848 h 2297429"/>
                <a:gd name="connsiteX6138" fmla="*/ 2010727 w 3006089"/>
                <a:gd name="connsiteY6138" fmla="*/ 1062514 h 2297429"/>
                <a:gd name="connsiteX6139" fmla="*/ 2007870 w 3006089"/>
                <a:gd name="connsiteY6139" fmla="*/ 1058704 h 2297429"/>
                <a:gd name="connsiteX6140" fmla="*/ 2006441 w 3006089"/>
                <a:gd name="connsiteY6140" fmla="*/ 1054894 h 2297429"/>
                <a:gd name="connsiteX6141" fmla="*/ 2006441 w 3006089"/>
                <a:gd name="connsiteY6141" fmla="*/ 1052989 h 2297429"/>
                <a:gd name="connsiteX6142" fmla="*/ 2006918 w 3006089"/>
                <a:gd name="connsiteY6142" fmla="*/ 1051084 h 2297429"/>
                <a:gd name="connsiteX6143" fmla="*/ 2009775 w 3006089"/>
                <a:gd name="connsiteY6143" fmla="*/ 1043940 h 2297429"/>
                <a:gd name="connsiteX6144" fmla="*/ 2009775 w 3006089"/>
                <a:gd name="connsiteY6144" fmla="*/ 1042511 h 2297429"/>
                <a:gd name="connsiteX6145" fmla="*/ 2008823 w 3006089"/>
                <a:gd name="connsiteY6145" fmla="*/ 1042511 h 2297429"/>
                <a:gd name="connsiteX6146" fmla="*/ 2007394 w 3006089"/>
                <a:gd name="connsiteY6146" fmla="*/ 1043464 h 2297429"/>
                <a:gd name="connsiteX6147" fmla="*/ 2005012 w 3006089"/>
                <a:gd name="connsiteY6147" fmla="*/ 1045845 h 2297429"/>
                <a:gd name="connsiteX6148" fmla="*/ 2003584 w 3006089"/>
                <a:gd name="connsiteY6148" fmla="*/ 1046321 h 2297429"/>
                <a:gd name="connsiteX6149" fmla="*/ 2002155 w 3006089"/>
                <a:gd name="connsiteY6149" fmla="*/ 1045845 h 2297429"/>
                <a:gd name="connsiteX6150" fmla="*/ 1996440 w 3006089"/>
                <a:gd name="connsiteY6150" fmla="*/ 1037749 h 2297429"/>
                <a:gd name="connsiteX6151" fmla="*/ 1995487 w 3006089"/>
                <a:gd name="connsiteY6151" fmla="*/ 1037273 h 2297429"/>
                <a:gd name="connsiteX6152" fmla="*/ 1995011 w 3006089"/>
                <a:gd name="connsiteY6152" fmla="*/ 1036796 h 2297429"/>
                <a:gd name="connsiteX6153" fmla="*/ 1996440 w 3006089"/>
                <a:gd name="connsiteY6153" fmla="*/ 1034891 h 2297429"/>
                <a:gd name="connsiteX6154" fmla="*/ 1995964 w 3006089"/>
                <a:gd name="connsiteY6154" fmla="*/ 1033939 h 2297429"/>
                <a:gd name="connsiteX6155" fmla="*/ 1994059 w 3006089"/>
                <a:gd name="connsiteY6155" fmla="*/ 1032510 h 2297429"/>
                <a:gd name="connsiteX6156" fmla="*/ 1991201 w 3006089"/>
                <a:gd name="connsiteY6156" fmla="*/ 1028700 h 2297429"/>
                <a:gd name="connsiteX6157" fmla="*/ 1991201 w 3006089"/>
                <a:gd name="connsiteY6157" fmla="*/ 1027271 h 2297429"/>
                <a:gd name="connsiteX6158" fmla="*/ 1993106 w 3006089"/>
                <a:gd name="connsiteY6158" fmla="*/ 1026795 h 2297429"/>
                <a:gd name="connsiteX6159" fmla="*/ 1996440 w 3006089"/>
                <a:gd name="connsiteY6159" fmla="*/ 1026795 h 2297429"/>
                <a:gd name="connsiteX6160" fmla="*/ 2002631 w 3006089"/>
                <a:gd name="connsiteY6160" fmla="*/ 1024890 h 2297429"/>
                <a:gd name="connsiteX6161" fmla="*/ 2005965 w 3006089"/>
                <a:gd name="connsiteY6161" fmla="*/ 1025366 h 2297429"/>
                <a:gd name="connsiteX6162" fmla="*/ 2009299 w 3006089"/>
                <a:gd name="connsiteY6162" fmla="*/ 1027271 h 2297429"/>
                <a:gd name="connsiteX6163" fmla="*/ 2012633 w 3006089"/>
                <a:gd name="connsiteY6163" fmla="*/ 1027271 h 2297429"/>
                <a:gd name="connsiteX6164" fmla="*/ 2015490 w 3006089"/>
                <a:gd name="connsiteY6164" fmla="*/ 1025843 h 2297429"/>
                <a:gd name="connsiteX6165" fmla="*/ 2022158 w 3006089"/>
                <a:gd name="connsiteY6165" fmla="*/ 1023461 h 2297429"/>
                <a:gd name="connsiteX6166" fmla="*/ 2025968 w 3006089"/>
                <a:gd name="connsiteY6166" fmla="*/ 1021556 h 2297429"/>
                <a:gd name="connsiteX6167" fmla="*/ 2034540 w 3006089"/>
                <a:gd name="connsiteY6167" fmla="*/ 1015365 h 2297429"/>
                <a:gd name="connsiteX6168" fmla="*/ 2035493 w 3006089"/>
                <a:gd name="connsiteY6168" fmla="*/ 1013460 h 2297429"/>
                <a:gd name="connsiteX6169" fmla="*/ 2035493 w 3006089"/>
                <a:gd name="connsiteY6169" fmla="*/ 1010603 h 2297429"/>
                <a:gd name="connsiteX6170" fmla="*/ 2035016 w 3006089"/>
                <a:gd name="connsiteY6170" fmla="*/ 1008221 h 2297429"/>
                <a:gd name="connsiteX6171" fmla="*/ 2032635 w 3006089"/>
                <a:gd name="connsiteY6171" fmla="*/ 1005364 h 2297429"/>
                <a:gd name="connsiteX6172" fmla="*/ 2030730 w 3006089"/>
                <a:gd name="connsiteY6172" fmla="*/ 1003935 h 2297429"/>
                <a:gd name="connsiteX6173" fmla="*/ 2027396 w 3006089"/>
                <a:gd name="connsiteY6173" fmla="*/ 1002983 h 2297429"/>
                <a:gd name="connsiteX6174" fmla="*/ 2020252 w 3006089"/>
                <a:gd name="connsiteY6174" fmla="*/ 1002030 h 2297429"/>
                <a:gd name="connsiteX6175" fmla="*/ 2011204 w 3006089"/>
                <a:gd name="connsiteY6175" fmla="*/ 1001554 h 2297429"/>
                <a:gd name="connsiteX6176" fmla="*/ 2011204 w 3006089"/>
                <a:gd name="connsiteY6176" fmla="*/ 1000125 h 2297429"/>
                <a:gd name="connsiteX6177" fmla="*/ 2017871 w 3006089"/>
                <a:gd name="connsiteY6177" fmla="*/ 997268 h 2297429"/>
                <a:gd name="connsiteX6178" fmla="*/ 2022634 w 3006089"/>
                <a:gd name="connsiteY6178" fmla="*/ 994410 h 2297429"/>
                <a:gd name="connsiteX6179" fmla="*/ 2032159 w 3006089"/>
                <a:gd name="connsiteY6179" fmla="*/ 987266 h 2297429"/>
                <a:gd name="connsiteX6180" fmla="*/ 2032635 w 3006089"/>
                <a:gd name="connsiteY6180" fmla="*/ 986314 h 2297429"/>
                <a:gd name="connsiteX6181" fmla="*/ 2030730 w 3006089"/>
                <a:gd name="connsiteY6181" fmla="*/ 983456 h 2297429"/>
                <a:gd name="connsiteX6182" fmla="*/ 2029777 w 3006089"/>
                <a:gd name="connsiteY6182" fmla="*/ 982504 h 2297429"/>
                <a:gd name="connsiteX6183" fmla="*/ 2018824 w 3006089"/>
                <a:gd name="connsiteY6183" fmla="*/ 978694 h 2297429"/>
                <a:gd name="connsiteX6184" fmla="*/ 2011204 w 3006089"/>
                <a:gd name="connsiteY6184" fmla="*/ 977741 h 2297429"/>
                <a:gd name="connsiteX6185" fmla="*/ 2004536 w 3006089"/>
                <a:gd name="connsiteY6185" fmla="*/ 979170 h 2297429"/>
                <a:gd name="connsiteX6186" fmla="*/ 2002155 w 3006089"/>
                <a:gd name="connsiteY6186" fmla="*/ 979170 h 2297429"/>
                <a:gd name="connsiteX6187" fmla="*/ 2001679 w 3006089"/>
                <a:gd name="connsiteY6187" fmla="*/ 978218 h 2297429"/>
                <a:gd name="connsiteX6188" fmla="*/ 2003108 w 3006089"/>
                <a:gd name="connsiteY6188" fmla="*/ 976313 h 2297429"/>
                <a:gd name="connsiteX6189" fmla="*/ 2002155 w 3006089"/>
                <a:gd name="connsiteY6189" fmla="*/ 974408 h 2297429"/>
                <a:gd name="connsiteX6190" fmla="*/ 1999298 w 3006089"/>
                <a:gd name="connsiteY6190" fmla="*/ 969645 h 2297429"/>
                <a:gd name="connsiteX6191" fmla="*/ 1987868 w 3006089"/>
                <a:gd name="connsiteY6191" fmla="*/ 966788 h 2297429"/>
                <a:gd name="connsiteX6192" fmla="*/ 1984058 w 3006089"/>
                <a:gd name="connsiteY6192" fmla="*/ 964406 h 2297429"/>
                <a:gd name="connsiteX6193" fmla="*/ 1988344 w 3006089"/>
                <a:gd name="connsiteY6193" fmla="*/ 962978 h 2297429"/>
                <a:gd name="connsiteX6194" fmla="*/ 1993106 w 3006089"/>
                <a:gd name="connsiteY6194" fmla="*/ 962025 h 2297429"/>
                <a:gd name="connsiteX6195" fmla="*/ 1996916 w 3006089"/>
                <a:gd name="connsiteY6195" fmla="*/ 957739 h 2297429"/>
                <a:gd name="connsiteX6196" fmla="*/ 1997393 w 3006089"/>
                <a:gd name="connsiteY6196" fmla="*/ 955358 h 2297429"/>
                <a:gd name="connsiteX6197" fmla="*/ 1989296 w 3006089"/>
                <a:gd name="connsiteY6197" fmla="*/ 952500 h 2297429"/>
                <a:gd name="connsiteX6198" fmla="*/ 1985010 w 3006089"/>
                <a:gd name="connsiteY6198" fmla="*/ 952024 h 2297429"/>
                <a:gd name="connsiteX6199" fmla="*/ 1976437 w 3006089"/>
                <a:gd name="connsiteY6199" fmla="*/ 952500 h 2297429"/>
                <a:gd name="connsiteX6200" fmla="*/ 1957387 w 3006089"/>
                <a:gd name="connsiteY6200" fmla="*/ 951548 h 2297429"/>
                <a:gd name="connsiteX6201" fmla="*/ 1953577 w 3006089"/>
                <a:gd name="connsiteY6201" fmla="*/ 952024 h 2297429"/>
                <a:gd name="connsiteX6202" fmla="*/ 1945005 w 3006089"/>
                <a:gd name="connsiteY6202" fmla="*/ 949166 h 2297429"/>
                <a:gd name="connsiteX6203" fmla="*/ 1934051 w 3006089"/>
                <a:gd name="connsiteY6203" fmla="*/ 943928 h 2297429"/>
                <a:gd name="connsiteX6204" fmla="*/ 1931194 w 3006089"/>
                <a:gd name="connsiteY6204" fmla="*/ 943451 h 2297429"/>
                <a:gd name="connsiteX6205" fmla="*/ 1920240 w 3006089"/>
                <a:gd name="connsiteY6205" fmla="*/ 942975 h 2297429"/>
                <a:gd name="connsiteX6206" fmla="*/ 1914049 w 3006089"/>
                <a:gd name="connsiteY6206" fmla="*/ 943928 h 2297429"/>
                <a:gd name="connsiteX6207" fmla="*/ 1907858 w 3006089"/>
                <a:gd name="connsiteY6207" fmla="*/ 945833 h 2297429"/>
                <a:gd name="connsiteX6208" fmla="*/ 1902619 w 3006089"/>
                <a:gd name="connsiteY6208" fmla="*/ 945833 h 2297429"/>
                <a:gd name="connsiteX6209" fmla="*/ 1898333 w 3006089"/>
                <a:gd name="connsiteY6209" fmla="*/ 943928 h 2297429"/>
                <a:gd name="connsiteX6210" fmla="*/ 1894523 w 3006089"/>
                <a:gd name="connsiteY6210" fmla="*/ 942975 h 2297429"/>
                <a:gd name="connsiteX6211" fmla="*/ 1891189 w 3006089"/>
                <a:gd name="connsiteY6211" fmla="*/ 943451 h 2297429"/>
                <a:gd name="connsiteX6212" fmla="*/ 1890236 w 3006089"/>
                <a:gd name="connsiteY6212" fmla="*/ 943928 h 2297429"/>
                <a:gd name="connsiteX6213" fmla="*/ 1891665 w 3006089"/>
                <a:gd name="connsiteY6213" fmla="*/ 944880 h 2297429"/>
                <a:gd name="connsiteX6214" fmla="*/ 1893570 w 3006089"/>
                <a:gd name="connsiteY6214" fmla="*/ 947261 h 2297429"/>
                <a:gd name="connsiteX6215" fmla="*/ 1893570 w 3006089"/>
                <a:gd name="connsiteY6215" fmla="*/ 949166 h 2297429"/>
                <a:gd name="connsiteX6216" fmla="*/ 1891665 w 3006089"/>
                <a:gd name="connsiteY6216" fmla="*/ 954881 h 2297429"/>
                <a:gd name="connsiteX6217" fmla="*/ 1892141 w 3006089"/>
                <a:gd name="connsiteY6217" fmla="*/ 956786 h 2297429"/>
                <a:gd name="connsiteX6218" fmla="*/ 1894046 w 3006089"/>
                <a:gd name="connsiteY6218" fmla="*/ 959168 h 2297429"/>
                <a:gd name="connsiteX6219" fmla="*/ 1894523 w 3006089"/>
                <a:gd name="connsiteY6219" fmla="*/ 961073 h 2297429"/>
                <a:gd name="connsiteX6220" fmla="*/ 1893570 w 3006089"/>
                <a:gd name="connsiteY6220" fmla="*/ 962978 h 2297429"/>
                <a:gd name="connsiteX6221" fmla="*/ 1893570 w 3006089"/>
                <a:gd name="connsiteY6221" fmla="*/ 964883 h 2297429"/>
                <a:gd name="connsiteX6222" fmla="*/ 1894523 w 3006089"/>
                <a:gd name="connsiteY6222" fmla="*/ 966788 h 2297429"/>
                <a:gd name="connsiteX6223" fmla="*/ 1894999 w 3006089"/>
                <a:gd name="connsiteY6223" fmla="*/ 968216 h 2297429"/>
                <a:gd name="connsiteX6224" fmla="*/ 1894523 w 3006089"/>
                <a:gd name="connsiteY6224" fmla="*/ 969169 h 2297429"/>
                <a:gd name="connsiteX6225" fmla="*/ 1894046 w 3006089"/>
                <a:gd name="connsiteY6225" fmla="*/ 972503 h 2297429"/>
                <a:gd name="connsiteX6226" fmla="*/ 1894046 w 3006089"/>
                <a:gd name="connsiteY6226" fmla="*/ 974408 h 2297429"/>
                <a:gd name="connsiteX6227" fmla="*/ 1895475 w 3006089"/>
                <a:gd name="connsiteY6227" fmla="*/ 979646 h 2297429"/>
                <a:gd name="connsiteX6228" fmla="*/ 1899285 w 3006089"/>
                <a:gd name="connsiteY6228" fmla="*/ 982980 h 2297429"/>
                <a:gd name="connsiteX6229" fmla="*/ 1900237 w 3006089"/>
                <a:gd name="connsiteY6229" fmla="*/ 983456 h 2297429"/>
                <a:gd name="connsiteX6230" fmla="*/ 1904524 w 3006089"/>
                <a:gd name="connsiteY6230" fmla="*/ 983456 h 2297429"/>
                <a:gd name="connsiteX6231" fmla="*/ 1912144 w 3006089"/>
                <a:gd name="connsiteY6231" fmla="*/ 987743 h 2297429"/>
                <a:gd name="connsiteX6232" fmla="*/ 1913096 w 3006089"/>
                <a:gd name="connsiteY6232" fmla="*/ 988695 h 2297429"/>
                <a:gd name="connsiteX6233" fmla="*/ 1912144 w 3006089"/>
                <a:gd name="connsiteY6233" fmla="*/ 992029 h 2297429"/>
                <a:gd name="connsiteX6234" fmla="*/ 1912144 w 3006089"/>
                <a:gd name="connsiteY6234" fmla="*/ 993934 h 2297429"/>
                <a:gd name="connsiteX6235" fmla="*/ 1911668 w 3006089"/>
                <a:gd name="connsiteY6235" fmla="*/ 995363 h 2297429"/>
                <a:gd name="connsiteX6236" fmla="*/ 1908334 w 3006089"/>
                <a:gd name="connsiteY6236" fmla="*/ 996315 h 2297429"/>
                <a:gd name="connsiteX6237" fmla="*/ 1905952 w 3006089"/>
                <a:gd name="connsiteY6237" fmla="*/ 998696 h 2297429"/>
                <a:gd name="connsiteX6238" fmla="*/ 1905476 w 3006089"/>
                <a:gd name="connsiteY6238" fmla="*/ 1001078 h 2297429"/>
                <a:gd name="connsiteX6239" fmla="*/ 1905476 w 3006089"/>
                <a:gd name="connsiteY6239" fmla="*/ 1002506 h 2297429"/>
                <a:gd name="connsiteX6240" fmla="*/ 1913573 w 3006089"/>
                <a:gd name="connsiteY6240" fmla="*/ 1005840 h 2297429"/>
                <a:gd name="connsiteX6241" fmla="*/ 1913573 w 3006089"/>
                <a:gd name="connsiteY6241" fmla="*/ 1006793 h 2297429"/>
                <a:gd name="connsiteX6242" fmla="*/ 1899761 w 3006089"/>
                <a:gd name="connsiteY6242" fmla="*/ 1008698 h 2297429"/>
                <a:gd name="connsiteX6243" fmla="*/ 1897380 w 3006089"/>
                <a:gd name="connsiteY6243" fmla="*/ 1008221 h 2297429"/>
                <a:gd name="connsiteX6244" fmla="*/ 1894523 w 3006089"/>
                <a:gd name="connsiteY6244" fmla="*/ 1006793 h 2297429"/>
                <a:gd name="connsiteX6245" fmla="*/ 1892141 w 3006089"/>
                <a:gd name="connsiteY6245" fmla="*/ 1006793 h 2297429"/>
                <a:gd name="connsiteX6246" fmla="*/ 1891189 w 3006089"/>
                <a:gd name="connsiteY6246" fmla="*/ 1007269 h 2297429"/>
                <a:gd name="connsiteX6247" fmla="*/ 1889760 w 3006089"/>
                <a:gd name="connsiteY6247" fmla="*/ 1009650 h 2297429"/>
                <a:gd name="connsiteX6248" fmla="*/ 1886902 w 3006089"/>
                <a:gd name="connsiteY6248" fmla="*/ 1011555 h 2297429"/>
                <a:gd name="connsiteX6249" fmla="*/ 1885474 w 3006089"/>
                <a:gd name="connsiteY6249" fmla="*/ 1013460 h 2297429"/>
                <a:gd name="connsiteX6250" fmla="*/ 1884045 w 3006089"/>
                <a:gd name="connsiteY6250" fmla="*/ 1015841 h 2297429"/>
                <a:gd name="connsiteX6251" fmla="*/ 1883569 w 3006089"/>
                <a:gd name="connsiteY6251" fmla="*/ 1018699 h 2297429"/>
                <a:gd name="connsiteX6252" fmla="*/ 1884521 w 3006089"/>
                <a:gd name="connsiteY6252" fmla="*/ 1022509 h 2297429"/>
                <a:gd name="connsiteX6253" fmla="*/ 1884045 w 3006089"/>
                <a:gd name="connsiteY6253" fmla="*/ 1026795 h 2297429"/>
                <a:gd name="connsiteX6254" fmla="*/ 1882140 w 3006089"/>
                <a:gd name="connsiteY6254" fmla="*/ 1033463 h 2297429"/>
                <a:gd name="connsiteX6255" fmla="*/ 1876425 w 3006089"/>
                <a:gd name="connsiteY6255" fmla="*/ 1048226 h 2297429"/>
                <a:gd name="connsiteX6256" fmla="*/ 1875473 w 3006089"/>
                <a:gd name="connsiteY6256" fmla="*/ 1049655 h 2297429"/>
                <a:gd name="connsiteX6257" fmla="*/ 1862137 w 3006089"/>
                <a:gd name="connsiteY6257" fmla="*/ 1062514 h 2297429"/>
                <a:gd name="connsiteX6258" fmla="*/ 1861185 w 3006089"/>
                <a:gd name="connsiteY6258" fmla="*/ 1063943 h 2297429"/>
                <a:gd name="connsiteX6259" fmla="*/ 1858327 w 3006089"/>
                <a:gd name="connsiteY6259" fmla="*/ 1069181 h 2297429"/>
                <a:gd name="connsiteX6260" fmla="*/ 1857375 w 3006089"/>
                <a:gd name="connsiteY6260" fmla="*/ 1072991 h 2297429"/>
                <a:gd name="connsiteX6261" fmla="*/ 1856423 w 3006089"/>
                <a:gd name="connsiteY6261" fmla="*/ 1080611 h 2297429"/>
                <a:gd name="connsiteX6262" fmla="*/ 1855470 w 3006089"/>
                <a:gd name="connsiteY6262" fmla="*/ 1082516 h 2297429"/>
                <a:gd name="connsiteX6263" fmla="*/ 1854041 w 3006089"/>
                <a:gd name="connsiteY6263" fmla="*/ 1084421 h 2297429"/>
                <a:gd name="connsiteX6264" fmla="*/ 1851660 w 3006089"/>
                <a:gd name="connsiteY6264" fmla="*/ 1085850 h 2297429"/>
                <a:gd name="connsiteX6265" fmla="*/ 1849279 w 3006089"/>
                <a:gd name="connsiteY6265" fmla="*/ 1086803 h 2297429"/>
                <a:gd name="connsiteX6266" fmla="*/ 1847374 w 3006089"/>
                <a:gd name="connsiteY6266" fmla="*/ 1086803 h 2297429"/>
                <a:gd name="connsiteX6267" fmla="*/ 1843564 w 3006089"/>
                <a:gd name="connsiteY6267" fmla="*/ 1089660 h 2297429"/>
                <a:gd name="connsiteX6268" fmla="*/ 1838325 w 3006089"/>
                <a:gd name="connsiteY6268" fmla="*/ 1094899 h 2297429"/>
                <a:gd name="connsiteX6269" fmla="*/ 1832134 w 3006089"/>
                <a:gd name="connsiteY6269" fmla="*/ 1099661 h 2297429"/>
                <a:gd name="connsiteX6270" fmla="*/ 1830229 w 3006089"/>
                <a:gd name="connsiteY6270" fmla="*/ 1100138 h 2297429"/>
                <a:gd name="connsiteX6271" fmla="*/ 1828800 w 3006089"/>
                <a:gd name="connsiteY6271" fmla="*/ 1099661 h 2297429"/>
                <a:gd name="connsiteX6272" fmla="*/ 1827848 w 3006089"/>
                <a:gd name="connsiteY6272" fmla="*/ 1098709 h 2297429"/>
                <a:gd name="connsiteX6273" fmla="*/ 1826895 w 3006089"/>
                <a:gd name="connsiteY6273" fmla="*/ 1097280 h 2297429"/>
                <a:gd name="connsiteX6274" fmla="*/ 1824990 w 3006089"/>
                <a:gd name="connsiteY6274" fmla="*/ 1091089 h 2297429"/>
                <a:gd name="connsiteX6275" fmla="*/ 1824037 w 3006089"/>
                <a:gd name="connsiteY6275" fmla="*/ 1089184 h 2297429"/>
                <a:gd name="connsiteX6276" fmla="*/ 1806893 w 3006089"/>
                <a:gd name="connsiteY6276" fmla="*/ 1073468 h 2297429"/>
                <a:gd name="connsiteX6277" fmla="*/ 1800225 w 3006089"/>
                <a:gd name="connsiteY6277" fmla="*/ 1065371 h 2297429"/>
                <a:gd name="connsiteX6278" fmla="*/ 1796415 w 3006089"/>
                <a:gd name="connsiteY6278" fmla="*/ 1054894 h 2297429"/>
                <a:gd name="connsiteX6279" fmla="*/ 1795939 w 3006089"/>
                <a:gd name="connsiteY6279" fmla="*/ 1052513 h 2297429"/>
                <a:gd name="connsiteX6280" fmla="*/ 1795939 w 3006089"/>
                <a:gd name="connsiteY6280" fmla="*/ 1042035 h 2297429"/>
                <a:gd name="connsiteX6281" fmla="*/ 1794510 w 3006089"/>
                <a:gd name="connsiteY6281" fmla="*/ 1036320 h 2297429"/>
                <a:gd name="connsiteX6282" fmla="*/ 1794986 w 3006089"/>
                <a:gd name="connsiteY6282" fmla="*/ 1034891 h 2297429"/>
                <a:gd name="connsiteX6283" fmla="*/ 1798796 w 3006089"/>
                <a:gd name="connsiteY6283" fmla="*/ 1032034 h 2297429"/>
                <a:gd name="connsiteX6284" fmla="*/ 1799749 w 3006089"/>
                <a:gd name="connsiteY6284" fmla="*/ 1032510 h 2297429"/>
                <a:gd name="connsiteX6285" fmla="*/ 1802130 w 3006089"/>
                <a:gd name="connsiteY6285" fmla="*/ 1036320 h 2297429"/>
                <a:gd name="connsiteX6286" fmla="*/ 1803083 w 3006089"/>
                <a:gd name="connsiteY6286" fmla="*/ 1037273 h 2297429"/>
                <a:gd name="connsiteX6287" fmla="*/ 1807369 w 3006089"/>
                <a:gd name="connsiteY6287" fmla="*/ 1037749 h 2297429"/>
                <a:gd name="connsiteX6288" fmla="*/ 1810702 w 3006089"/>
                <a:gd name="connsiteY6288" fmla="*/ 1037273 h 2297429"/>
                <a:gd name="connsiteX6289" fmla="*/ 1812131 w 3006089"/>
                <a:gd name="connsiteY6289" fmla="*/ 1036320 h 2297429"/>
                <a:gd name="connsiteX6290" fmla="*/ 1813084 w 3006089"/>
                <a:gd name="connsiteY6290" fmla="*/ 1034415 h 2297429"/>
                <a:gd name="connsiteX6291" fmla="*/ 1813560 w 3006089"/>
                <a:gd name="connsiteY6291" fmla="*/ 1031558 h 2297429"/>
                <a:gd name="connsiteX6292" fmla="*/ 1813560 w 3006089"/>
                <a:gd name="connsiteY6292" fmla="*/ 1028224 h 2297429"/>
                <a:gd name="connsiteX6293" fmla="*/ 1813084 w 3006089"/>
                <a:gd name="connsiteY6293" fmla="*/ 1025843 h 2297429"/>
                <a:gd name="connsiteX6294" fmla="*/ 1811655 w 3006089"/>
                <a:gd name="connsiteY6294" fmla="*/ 1023938 h 2297429"/>
                <a:gd name="connsiteX6295" fmla="*/ 1810226 w 3006089"/>
                <a:gd name="connsiteY6295" fmla="*/ 1018699 h 2297429"/>
                <a:gd name="connsiteX6296" fmla="*/ 1808321 w 3006089"/>
                <a:gd name="connsiteY6296" fmla="*/ 1010126 h 2297429"/>
                <a:gd name="connsiteX6297" fmla="*/ 1805464 w 3006089"/>
                <a:gd name="connsiteY6297" fmla="*/ 1003935 h 2297429"/>
                <a:gd name="connsiteX6298" fmla="*/ 1799273 w 3006089"/>
                <a:gd name="connsiteY6298" fmla="*/ 997744 h 2297429"/>
                <a:gd name="connsiteX6299" fmla="*/ 1795939 w 3006089"/>
                <a:gd name="connsiteY6299" fmla="*/ 995363 h 2297429"/>
                <a:gd name="connsiteX6300" fmla="*/ 1784985 w 3006089"/>
                <a:gd name="connsiteY6300" fmla="*/ 989171 h 2297429"/>
                <a:gd name="connsiteX6301" fmla="*/ 1778794 w 3006089"/>
                <a:gd name="connsiteY6301" fmla="*/ 984409 h 2297429"/>
                <a:gd name="connsiteX6302" fmla="*/ 1774031 w 3006089"/>
                <a:gd name="connsiteY6302" fmla="*/ 979170 h 2297429"/>
                <a:gd name="connsiteX6303" fmla="*/ 1770698 w 3006089"/>
                <a:gd name="connsiteY6303" fmla="*/ 976313 h 2297429"/>
                <a:gd name="connsiteX6304" fmla="*/ 1765935 w 3006089"/>
                <a:gd name="connsiteY6304" fmla="*/ 976313 h 2297429"/>
                <a:gd name="connsiteX6305" fmla="*/ 1763077 w 3006089"/>
                <a:gd name="connsiteY6305" fmla="*/ 977265 h 2297429"/>
                <a:gd name="connsiteX6306" fmla="*/ 1760696 w 3006089"/>
                <a:gd name="connsiteY6306" fmla="*/ 979170 h 2297429"/>
                <a:gd name="connsiteX6307" fmla="*/ 1754029 w 3006089"/>
                <a:gd name="connsiteY6307" fmla="*/ 987743 h 2297429"/>
                <a:gd name="connsiteX6308" fmla="*/ 1750219 w 3006089"/>
                <a:gd name="connsiteY6308" fmla="*/ 992029 h 2297429"/>
                <a:gd name="connsiteX6309" fmla="*/ 1748314 w 3006089"/>
                <a:gd name="connsiteY6309" fmla="*/ 996791 h 2297429"/>
                <a:gd name="connsiteX6310" fmla="*/ 1747361 w 3006089"/>
                <a:gd name="connsiteY6310" fmla="*/ 1003935 h 2297429"/>
                <a:gd name="connsiteX6311" fmla="*/ 1746409 w 3006089"/>
                <a:gd name="connsiteY6311" fmla="*/ 1008221 h 2297429"/>
                <a:gd name="connsiteX6312" fmla="*/ 1743075 w 3006089"/>
                <a:gd name="connsiteY6312" fmla="*/ 1014889 h 2297429"/>
                <a:gd name="connsiteX6313" fmla="*/ 1742599 w 3006089"/>
                <a:gd name="connsiteY6313" fmla="*/ 1016794 h 2297429"/>
                <a:gd name="connsiteX6314" fmla="*/ 1743075 w 3006089"/>
                <a:gd name="connsiteY6314" fmla="*/ 1021080 h 2297429"/>
                <a:gd name="connsiteX6315" fmla="*/ 1742599 w 3006089"/>
                <a:gd name="connsiteY6315" fmla="*/ 1022985 h 2297429"/>
                <a:gd name="connsiteX6316" fmla="*/ 1738789 w 3006089"/>
                <a:gd name="connsiteY6316" fmla="*/ 1028224 h 2297429"/>
                <a:gd name="connsiteX6317" fmla="*/ 1734979 w 3006089"/>
                <a:gd name="connsiteY6317" fmla="*/ 1031558 h 2297429"/>
                <a:gd name="connsiteX6318" fmla="*/ 1733550 w 3006089"/>
                <a:gd name="connsiteY6318" fmla="*/ 1033463 h 2297429"/>
                <a:gd name="connsiteX6319" fmla="*/ 1733074 w 3006089"/>
                <a:gd name="connsiteY6319" fmla="*/ 1035368 h 2297429"/>
                <a:gd name="connsiteX6320" fmla="*/ 1732121 w 3006089"/>
                <a:gd name="connsiteY6320" fmla="*/ 1036320 h 2297429"/>
                <a:gd name="connsiteX6321" fmla="*/ 1730693 w 3006089"/>
                <a:gd name="connsiteY6321" fmla="*/ 1035844 h 2297429"/>
                <a:gd name="connsiteX6322" fmla="*/ 1729264 w 3006089"/>
                <a:gd name="connsiteY6322" fmla="*/ 1034415 h 2297429"/>
                <a:gd name="connsiteX6323" fmla="*/ 1728311 w 3006089"/>
                <a:gd name="connsiteY6323" fmla="*/ 1032034 h 2297429"/>
                <a:gd name="connsiteX6324" fmla="*/ 1726883 w 3006089"/>
                <a:gd name="connsiteY6324" fmla="*/ 1031081 h 2297429"/>
                <a:gd name="connsiteX6325" fmla="*/ 1724977 w 3006089"/>
                <a:gd name="connsiteY6325" fmla="*/ 1028224 h 2297429"/>
                <a:gd name="connsiteX6326" fmla="*/ 1721168 w 3006089"/>
                <a:gd name="connsiteY6326" fmla="*/ 1025843 h 2297429"/>
                <a:gd name="connsiteX6327" fmla="*/ 1719739 w 3006089"/>
                <a:gd name="connsiteY6327" fmla="*/ 1023461 h 2297429"/>
                <a:gd name="connsiteX6328" fmla="*/ 1721168 w 3006089"/>
                <a:gd name="connsiteY6328" fmla="*/ 1015365 h 2297429"/>
                <a:gd name="connsiteX6329" fmla="*/ 1721644 w 3006089"/>
                <a:gd name="connsiteY6329" fmla="*/ 1010603 h 2297429"/>
                <a:gd name="connsiteX6330" fmla="*/ 1720691 w 3006089"/>
                <a:gd name="connsiteY6330" fmla="*/ 1004888 h 2297429"/>
                <a:gd name="connsiteX6331" fmla="*/ 1720691 w 3006089"/>
                <a:gd name="connsiteY6331" fmla="*/ 1002983 h 2297429"/>
                <a:gd name="connsiteX6332" fmla="*/ 1723073 w 3006089"/>
                <a:gd name="connsiteY6332" fmla="*/ 1000601 h 2297429"/>
                <a:gd name="connsiteX6333" fmla="*/ 1722596 w 3006089"/>
                <a:gd name="connsiteY6333" fmla="*/ 999649 h 2297429"/>
                <a:gd name="connsiteX6334" fmla="*/ 1718786 w 3006089"/>
                <a:gd name="connsiteY6334" fmla="*/ 995839 h 2297429"/>
                <a:gd name="connsiteX6335" fmla="*/ 1713548 w 3006089"/>
                <a:gd name="connsiteY6335" fmla="*/ 986314 h 2297429"/>
                <a:gd name="connsiteX6336" fmla="*/ 1696879 w 3006089"/>
                <a:gd name="connsiteY6336" fmla="*/ 975836 h 2297429"/>
                <a:gd name="connsiteX6337" fmla="*/ 1697355 w 3006089"/>
                <a:gd name="connsiteY6337" fmla="*/ 974884 h 2297429"/>
                <a:gd name="connsiteX6338" fmla="*/ 1699736 w 3006089"/>
                <a:gd name="connsiteY6338" fmla="*/ 974884 h 2297429"/>
                <a:gd name="connsiteX6339" fmla="*/ 1702594 w 3006089"/>
                <a:gd name="connsiteY6339" fmla="*/ 973931 h 2297429"/>
                <a:gd name="connsiteX6340" fmla="*/ 1703546 w 3006089"/>
                <a:gd name="connsiteY6340" fmla="*/ 973931 h 2297429"/>
                <a:gd name="connsiteX6341" fmla="*/ 1702594 w 3006089"/>
                <a:gd name="connsiteY6341" fmla="*/ 975360 h 2297429"/>
                <a:gd name="connsiteX6342" fmla="*/ 1704023 w 3006089"/>
                <a:gd name="connsiteY6342" fmla="*/ 976313 h 2297429"/>
                <a:gd name="connsiteX6343" fmla="*/ 1707833 w 3006089"/>
                <a:gd name="connsiteY6343" fmla="*/ 976789 h 2297429"/>
                <a:gd name="connsiteX6344" fmla="*/ 1710214 w 3006089"/>
                <a:gd name="connsiteY6344" fmla="*/ 975360 h 2297429"/>
                <a:gd name="connsiteX6345" fmla="*/ 1711166 w 3006089"/>
                <a:gd name="connsiteY6345" fmla="*/ 972026 h 2297429"/>
                <a:gd name="connsiteX6346" fmla="*/ 1712595 w 3006089"/>
                <a:gd name="connsiteY6346" fmla="*/ 969169 h 2297429"/>
                <a:gd name="connsiteX6347" fmla="*/ 1714976 w 3006089"/>
                <a:gd name="connsiteY6347" fmla="*/ 967264 h 2297429"/>
                <a:gd name="connsiteX6348" fmla="*/ 1717834 w 3006089"/>
                <a:gd name="connsiteY6348" fmla="*/ 966311 h 2297429"/>
                <a:gd name="connsiteX6349" fmla="*/ 1721168 w 3006089"/>
                <a:gd name="connsiteY6349" fmla="*/ 966311 h 2297429"/>
                <a:gd name="connsiteX6350" fmla="*/ 1724501 w 3006089"/>
                <a:gd name="connsiteY6350" fmla="*/ 965835 h 2297429"/>
                <a:gd name="connsiteX6351" fmla="*/ 1723549 w 3006089"/>
                <a:gd name="connsiteY6351" fmla="*/ 964883 h 2297429"/>
                <a:gd name="connsiteX6352" fmla="*/ 1720215 w 3006089"/>
                <a:gd name="connsiteY6352" fmla="*/ 962978 h 2297429"/>
                <a:gd name="connsiteX6353" fmla="*/ 1716405 w 3006089"/>
                <a:gd name="connsiteY6353" fmla="*/ 962501 h 2297429"/>
                <a:gd name="connsiteX6354" fmla="*/ 1712119 w 3006089"/>
                <a:gd name="connsiteY6354" fmla="*/ 962978 h 2297429"/>
                <a:gd name="connsiteX6355" fmla="*/ 1706404 w 3006089"/>
                <a:gd name="connsiteY6355" fmla="*/ 962501 h 2297429"/>
                <a:gd name="connsiteX6356" fmla="*/ 1694974 w 3006089"/>
                <a:gd name="connsiteY6356" fmla="*/ 961073 h 2297429"/>
                <a:gd name="connsiteX6357" fmla="*/ 1689735 w 3006089"/>
                <a:gd name="connsiteY6357" fmla="*/ 962025 h 2297429"/>
                <a:gd name="connsiteX6358" fmla="*/ 1690211 w 3006089"/>
                <a:gd name="connsiteY6358" fmla="*/ 961073 h 2297429"/>
                <a:gd name="connsiteX6359" fmla="*/ 1694498 w 3006089"/>
                <a:gd name="connsiteY6359" fmla="*/ 958691 h 2297429"/>
                <a:gd name="connsiteX6360" fmla="*/ 1699260 w 3006089"/>
                <a:gd name="connsiteY6360" fmla="*/ 956310 h 2297429"/>
                <a:gd name="connsiteX6361" fmla="*/ 1699736 w 3006089"/>
                <a:gd name="connsiteY6361" fmla="*/ 955358 h 2297429"/>
                <a:gd name="connsiteX6362" fmla="*/ 1697831 w 3006089"/>
                <a:gd name="connsiteY6362" fmla="*/ 954881 h 2297429"/>
                <a:gd name="connsiteX6363" fmla="*/ 1691640 w 3006089"/>
                <a:gd name="connsiteY6363" fmla="*/ 954405 h 2297429"/>
                <a:gd name="connsiteX6364" fmla="*/ 1686401 w 3006089"/>
                <a:gd name="connsiteY6364" fmla="*/ 956310 h 2297429"/>
                <a:gd name="connsiteX6365" fmla="*/ 1679734 w 3006089"/>
                <a:gd name="connsiteY6365" fmla="*/ 960596 h 2297429"/>
                <a:gd name="connsiteX6366" fmla="*/ 1673543 w 3006089"/>
                <a:gd name="connsiteY6366" fmla="*/ 961549 h 2297429"/>
                <a:gd name="connsiteX6367" fmla="*/ 1663541 w 3006089"/>
                <a:gd name="connsiteY6367" fmla="*/ 957263 h 2297429"/>
                <a:gd name="connsiteX6368" fmla="*/ 1661636 w 3006089"/>
                <a:gd name="connsiteY6368" fmla="*/ 955358 h 2297429"/>
                <a:gd name="connsiteX6369" fmla="*/ 1662589 w 3006089"/>
                <a:gd name="connsiteY6369" fmla="*/ 954405 h 2297429"/>
                <a:gd name="connsiteX6370" fmla="*/ 1659731 w 3006089"/>
                <a:gd name="connsiteY6370" fmla="*/ 953453 h 2297429"/>
                <a:gd name="connsiteX6371" fmla="*/ 1653540 w 3006089"/>
                <a:gd name="connsiteY6371" fmla="*/ 952976 h 2297429"/>
                <a:gd name="connsiteX6372" fmla="*/ 1648301 w 3006089"/>
                <a:gd name="connsiteY6372" fmla="*/ 954405 h 2297429"/>
                <a:gd name="connsiteX6373" fmla="*/ 1643062 w 3006089"/>
                <a:gd name="connsiteY6373" fmla="*/ 954881 h 2297429"/>
                <a:gd name="connsiteX6374" fmla="*/ 1641158 w 3006089"/>
                <a:gd name="connsiteY6374" fmla="*/ 954881 h 2297429"/>
                <a:gd name="connsiteX6375" fmla="*/ 1640205 w 3006089"/>
                <a:gd name="connsiteY6375" fmla="*/ 953929 h 2297429"/>
                <a:gd name="connsiteX6376" fmla="*/ 1644968 w 3006089"/>
                <a:gd name="connsiteY6376" fmla="*/ 951071 h 2297429"/>
                <a:gd name="connsiteX6377" fmla="*/ 1660684 w 3006089"/>
                <a:gd name="connsiteY6377" fmla="*/ 940118 h 2297429"/>
                <a:gd name="connsiteX6378" fmla="*/ 1667827 w 3006089"/>
                <a:gd name="connsiteY6378" fmla="*/ 934403 h 2297429"/>
                <a:gd name="connsiteX6379" fmla="*/ 1671161 w 3006089"/>
                <a:gd name="connsiteY6379" fmla="*/ 931069 h 2297429"/>
                <a:gd name="connsiteX6380" fmla="*/ 1668304 w 3006089"/>
                <a:gd name="connsiteY6380" fmla="*/ 929164 h 2297429"/>
                <a:gd name="connsiteX6381" fmla="*/ 1665923 w 3006089"/>
                <a:gd name="connsiteY6381" fmla="*/ 928211 h 2297429"/>
                <a:gd name="connsiteX6382" fmla="*/ 1654969 w 3006089"/>
                <a:gd name="connsiteY6382" fmla="*/ 928211 h 2297429"/>
                <a:gd name="connsiteX6383" fmla="*/ 1652587 w 3006089"/>
                <a:gd name="connsiteY6383" fmla="*/ 926783 h 2297429"/>
                <a:gd name="connsiteX6384" fmla="*/ 1654493 w 3006089"/>
                <a:gd name="connsiteY6384" fmla="*/ 923925 h 2297429"/>
                <a:gd name="connsiteX6385" fmla="*/ 1657826 w 3006089"/>
                <a:gd name="connsiteY6385" fmla="*/ 921068 h 2297429"/>
                <a:gd name="connsiteX6386" fmla="*/ 1659255 w 3006089"/>
                <a:gd name="connsiteY6386" fmla="*/ 919163 h 2297429"/>
                <a:gd name="connsiteX6387" fmla="*/ 1660208 w 3006089"/>
                <a:gd name="connsiteY6387" fmla="*/ 918686 h 2297429"/>
                <a:gd name="connsiteX6388" fmla="*/ 1663065 w 3006089"/>
                <a:gd name="connsiteY6388" fmla="*/ 921068 h 2297429"/>
                <a:gd name="connsiteX6389" fmla="*/ 1665923 w 3006089"/>
                <a:gd name="connsiteY6389" fmla="*/ 922973 h 2297429"/>
                <a:gd name="connsiteX6390" fmla="*/ 1670209 w 3006089"/>
                <a:gd name="connsiteY6390" fmla="*/ 924401 h 2297429"/>
                <a:gd name="connsiteX6391" fmla="*/ 1674971 w 3006089"/>
                <a:gd name="connsiteY6391" fmla="*/ 924878 h 2297429"/>
                <a:gd name="connsiteX6392" fmla="*/ 1683068 w 3006089"/>
                <a:gd name="connsiteY6392" fmla="*/ 923925 h 2297429"/>
                <a:gd name="connsiteX6393" fmla="*/ 1684496 w 3006089"/>
                <a:gd name="connsiteY6393" fmla="*/ 922973 h 2297429"/>
                <a:gd name="connsiteX6394" fmla="*/ 1684973 w 3006089"/>
                <a:gd name="connsiteY6394" fmla="*/ 922020 h 2297429"/>
                <a:gd name="connsiteX6395" fmla="*/ 1682115 w 3006089"/>
                <a:gd name="connsiteY6395" fmla="*/ 918686 h 2297429"/>
                <a:gd name="connsiteX6396" fmla="*/ 1680210 w 3006089"/>
                <a:gd name="connsiteY6396" fmla="*/ 914876 h 2297429"/>
                <a:gd name="connsiteX6397" fmla="*/ 1678781 w 3006089"/>
                <a:gd name="connsiteY6397" fmla="*/ 913448 h 2297429"/>
                <a:gd name="connsiteX6398" fmla="*/ 1676876 w 3006089"/>
                <a:gd name="connsiteY6398" fmla="*/ 912495 h 2297429"/>
                <a:gd name="connsiteX6399" fmla="*/ 1674971 w 3006089"/>
                <a:gd name="connsiteY6399" fmla="*/ 912971 h 2297429"/>
                <a:gd name="connsiteX6400" fmla="*/ 1673066 w 3006089"/>
                <a:gd name="connsiteY6400" fmla="*/ 915353 h 2297429"/>
                <a:gd name="connsiteX6401" fmla="*/ 1671161 w 3006089"/>
                <a:gd name="connsiteY6401" fmla="*/ 915829 h 2297429"/>
                <a:gd name="connsiteX6402" fmla="*/ 1668780 w 3006089"/>
                <a:gd name="connsiteY6402" fmla="*/ 914876 h 2297429"/>
                <a:gd name="connsiteX6403" fmla="*/ 1667827 w 3006089"/>
                <a:gd name="connsiteY6403" fmla="*/ 913924 h 2297429"/>
                <a:gd name="connsiteX6404" fmla="*/ 1669256 w 3006089"/>
                <a:gd name="connsiteY6404" fmla="*/ 911066 h 2297429"/>
                <a:gd name="connsiteX6405" fmla="*/ 1668780 w 3006089"/>
                <a:gd name="connsiteY6405" fmla="*/ 909638 h 2297429"/>
                <a:gd name="connsiteX6406" fmla="*/ 1663065 w 3006089"/>
                <a:gd name="connsiteY6406" fmla="*/ 903446 h 2297429"/>
                <a:gd name="connsiteX6407" fmla="*/ 1659731 w 3006089"/>
                <a:gd name="connsiteY6407" fmla="*/ 896303 h 2297429"/>
                <a:gd name="connsiteX6408" fmla="*/ 1658302 w 3006089"/>
                <a:gd name="connsiteY6408" fmla="*/ 894874 h 2297429"/>
                <a:gd name="connsiteX6409" fmla="*/ 1657350 w 3006089"/>
                <a:gd name="connsiteY6409" fmla="*/ 893921 h 2297429"/>
                <a:gd name="connsiteX6410" fmla="*/ 1651159 w 3006089"/>
                <a:gd name="connsiteY6410" fmla="*/ 891064 h 2297429"/>
                <a:gd name="connsiteX6411" fmla="*/ 1648777 w 3006089"/>
                <a:gd name="connsiteY6411" fmla="*/ 889635 h 2297429"/>
                <a:gd name="connsiteX6412" fmla="*/ 1644015 w 3006089"/>
                <a:gd name="connsiteY6412" fmla="*/ 884873 h 2297429"/>
                <a:gd name="connsiteX6413" fmla="*/ 1637824 w 3006089"/>
                <a:gd name="connsiteY6413" fmla="*/ 882491 h 2297429"/>
                <a:gd name="connsiteX6414" fmla="*/ 1637348 w 3006089"/>
                <a:gd name="connsiteY6414" fmla="*/ 881539 h 2297429"/>
                <a:gd name="connsiteX6415" fmla="*/ 1639252 w 3006089"/>
                <a:gd name="connsiteY6415" fmla="*/ 879158 h 2297429"/>
                <a:gd name="connsiteX6416" fmla="*/ 1639729 w 3006089"/>
                <a:gd name="connsiteY6416" fmla="*/ 877253 h 2297429"/>
                <a:gd name="connsiteX6417" fmla="*/ 1640681 w 3006089"/>
                <a:gd name="connsiteY6417" fmla="*/ 867728 h 2297429"/>
                <a:gd name="connsiteX6418" fmla="*/ 1640205 w 3006089"/>
                <a:gd name="connsiteY6418" fmla="*/ 864394 h 2297429"/>
                <a:gd name="connsiteX6419" fmla="*/ 1638300 w 3006089"/>
                <a:gd name="connsiteY6419" fmla="*/ 855821 h 2297429"/>
                <a:gd name="connsiteX6420" fmla="*/ 1637348 w 3006089"/>
                <a:gd name="connsiteY6420" fmla="*/ 853440 h 2297429"/>
                <a:gd name="connsiteX6421" fmla="*/ 1635919 w 3006089"/>
                <a:gd name="connsiteY6421" fmla="*/ 851059 h 2297429"/>
                <a:gd name="connsiteX6422" fmla="*/ 1628299 w 3006089"/>
                <a:gd name="connsiteY6422" fmla="*/ 843439 h 2297429"/>
                <a:gd name="connsiteX6423" fmla="*/ 1623060 w 3006089"/>
                <a:gd name="connsiteY6423" fmla="*/ 839629 h 2297429"/>
                <a:gd name="connsiteX6424" fmla="*/ 1617345 w 3006089"/>
                <a:gd name="connsiteY6424" fmla="*/ 836771 h 2297429"/>
                <a:gd name="connsiteX6425" fmla="*/ 1611154 w 3006089"/>
                <a:gd name="connsiteY6425" fmla="*/ 832485 h 2297429"/>
                <a:gd name="connsiteX6426" fmla="*/ 1610677 w 3006089"/>
                <a:gd name="connsiteY6426" fmla="*/ 830104 h 2297429"/>
                <a:gd name="connsiteX6427" fmla="*/ 1611630 w 3006089"/>
                <a:gd name="connsiteY6427" fmla="*/ 827246 h 2297429"/>
                <a:gd name="connsiteX6428" fmla="*/ 1611630 w 3006089"/>
                <a:gd name="connsiteY6428" fmla="*/ 825818 h 2297429"/>
                <a:gd name="connsiteX6429" fmla="*/ 1609249 w 3006089"/>
                <a:gd name="connsiteY6429" fmla="*/ 824389 h 2297429"/>
                <a:gd name="connsiteX6430" fmla="*/ 1599724 w 3006089"/>
                <a:gd name="connsiteY6430" fmla="*/ 823913 h 2297429"/>
                <a:gd name="connsiteX6431" fmla="*/ 1596866 w 3006089"/>
                <a:gd name="connsiteY6431" fmla="*/ 824865 h 2297429"/>
                <a:gd name="connsiteX6432" fmla="*/ 1592104 w 3006089"/>
                <a:gd name="connsiteY6432" fmla="*/ 824389 h 2297429"/>
                <a:gd name="connsiteX6433" fmla="*/ 1586389 w 3006089"/>
                <a:gd name="connsiteY6433" fmla="*/ 819150 h 2297429"/>
                <a:gd name="connsiteX6434" fmla="*/ 1585912 w 3006089"/>
                <a:gd name="connsiteY6434" fmla="*/ 814864 h 2297429"/>
                <a:gd name="connsiteX6435" fmla="*/ 1583531 w 3006089"/>
                <a:gd name="connsiteY6435" fmla="*/ 811054 h 2297429"/>
                <a:gd name="connsiteX6436" fmla="*/ 1581626 w 3006089"/>
                <a:gd name="connsiteY6436" fmla="*/ 810578 h 2297429"/>
                <a:gd name="connsiteX6437" fmla="*/ 1577340 w 3006089"/>
                <a:gd name="connsiteY6437" fmla="*/ 811054 h 2297429"/>
                <a:gd name="connsiteX6438" fmla="*/ 1572101 w 3006089"/>
                <a:gd name="connsiteY6438" fmla="*/ 812483 h 2297429"/>
                <a:gd name="connsiteX6439" fmla="*/ 1561624 w 3006089"/>
                <a:gd name="connsiteY6439" fmla="*/ 816293 h 2297429"/>
                <a:gd name="connsiteX6440" fmla="*/ 1551146 w 3006089"/>
                <a:gd name="connsiteY6440" fmla="*/ 824389 h 2297429"/>
                <a:gd name="connsiteX6441" fmla="*/ 1547812 w 3006089"/>
                <a:gd name="connsiteY6441" fmla="*/ 830104 h 2297429"/>
                <a:gd name="connsiteX6442" fmla="*/ 1540193 w 3006089"/>
                <a:gd name="connsiteY6442" fmla="*/ 835343 h 2297429"/>
                <a:gd name="connsiteX6443" fmla="*/ 1539240 w 3006089"/>
                <a:gd name="connsiteY6443" fmla="*/ 836771 h 2297429"/>
                <a:gd name="connsiteX6444" fmla="*/ 1540669 w 3006089"/>
                <a:gd name="connsiteY6444" fmla="*/ 839629 h 2297429"/>
                <a:gd name="connsiteX6445" fmla="*/ 1542574 w 3006089"/>
                <a:gd name="connsiteY6445" fmla="*/ 840581 h 2297429"/>
                <a:gd name="connsiteX6446" fmla="*/ 1545908 w 3006089"/>
                <a:gd name="connsiteY6446" fmla="*/ 841058 h 2297429"/>
                <a:gd name="connsiteX6447" fmla="*/ 1553527 w 3006089"/>
                <a:gd name="connsiteY6447" fmla="*/ 841058 h 2297429"/>
                <a:gd name="connsiteX6448" fmla="*/ 1554956 w 3006089"/>
                <a:gd name="connsiteY6448" fmla="*/ 842010 h 2297429"/>
                <a:gd name="connsiteX6449" fmla="*/ 1553527 w 3006089"/>
                <a:gd name="connsiteY6449" fmla="*/ 843915 h 2297429"/>
                <a:gd name="connsiteX6450" fmla="*/ 1549718 w 3006089"/>
                <a:gd name="connsiteY6450" fmla="*/ 851535 h 2297429"/>
                <a:gd name="connsiteX6451" fmla="*/ 1547336 w 3006089"/>
                <a:gd name="connsiteY6451" fmla="*/ 852488 h 2297429"/>
                <a:gd name="connsiteX6452" fmla="*/ 1544002 w 3006089"/>
                <a:gd name="connsiteY6452" fmla="*/ 852011 h 2297429"/>
                <a:gd name="connsiteX6453" fmla="*/ 1539716 w 3006089"/>
                <a:gd name="connsiteY6453" fmla="*/ 850106 h 2297429"/>
                <a:gd name="connsiteX6454" fmla="*/ 1537335 w 3006089"/>
                <a:gd name="connsiteY6454" fmla="*/ 848201 h 2297429"/>
                <a:gd name="connsiteX6455" fmla="*/ 1534954 w 3006089"/>
                <a:gd name="connsiteY6455" fmla="*/ 847249 h 2297429"/>
                <a:gd name="connsiteX6456" fmla="*/ 1532573 w 3006089"/>
                <a:gd name="connsiteY6456" fmla="*/ 847249 h 2297429"/>
                <a:gd name="connsiteX6457" fmla="*/ 1529715 w 3006089"/>
                <a:gd name="connsiteY6457" fmla="*/ 848201 h 2297429"/>
                <a:gd name="connsiteX6458" fmla="*/ 1525429 w 3006089"/>
                <a:gd name="connsiteY6458" fmla="*/ 852011 h 2297429"/>
                <a:gd name="connsiteX6459" fmla="*/ 1520666 w 3006089"/>
                <a:gd name="connsiteY6459" fmla="*/ 856298 h 2297429"/>
                <a:gd name="connsiteX6460" fmla="*/ 1519237 w 3006089"/>
                <a:gd name="connsiteY6460" fmla="*/ 858203 h 2297429"/>
                <a:gd name="connsiteX6461" fmla="*/ 1520190 w 3006089"/>
                <a:gd name="connsiteY6461" fmla="*/ 862013 h 2297429"/>
                <a:gd name="connsiteX6462" fmla="*/ 1519237 w 3006089"/>
                <a:gd name="connsiteY6462" fmla="*/ 862965 h 2297429"/>
                <a:gd name="connsiteX6463" fmla="*/ 1517333 w 3006089"/>
                <a:gd name="connsiteY6463" fmla="*/ 863918 h 2297429"/>
                <a:gd name="connsiteX6464" fmla="*/ 1516856 w 3006089"/>
                <a:gd name="connsiteY6464" fmla="*/ 864870 h 2297429"/>
                <a:gd name="connsiteX6465" fmla="*/ 1518761 w 3006089"/>
                <a:gd name="connsiteY6465" fmla="*/ 868204 h 2297429"/>
                <a:gd name="connsiteX6466" fmla="*/ 1518285 w 3006089"/>
                <a:gd name="connsiteY6466" fmla="*/ 872490 h 2297429"/>
                <a:gd name="connsiteX6467" fmla="*/ 1516380 w 3006089"/>
                <a:gd name="connsiteY6467" fmla="*/ 879634 h 2297429"/>
                <a:gd name="connsiteX6468" fmla="*/ 1516380 w 3006089"/>
                <a:gd name="connsiteY6468" fmla="*/ 884396 h 2297429"/>
                <a:gd name="connsiteX6469" fmla="*/ 1523048 w 3006089"/>
                <a:gd name="connsiteY6469" fmla="*/ 892493 h 2297429"/>
                <a:gd name="connsiteX6470" fmla="*/ 1526381 w 3006089"/>
                <a:gd name="connsiteY6470" fmla="*/ 894874 h 2297429"/>
                <a:gd name="connsiteX6471" fmla="*/ 1528762 w 3006089"/>
                <a:gd name="connsiteY6471" fmla="*/ 895350 h 2297429"/>
                <a:gd name="connsiteX6472" fmla="*/ 1538287 w 3006089"/>
                <a:gd name="connsiteY6472" fmla="*/ 891540 h 2297429"/>
                <a:gd name="connsiteX6473" fmla="*/ 1538764 w 3006089"/>
                <a:gd name="connsiteY6473" fmla="*/ 891540 h 2297429"/>
                <a:gd name="connsiteX6474" fmla="*/ 1535430 w 3006089"/>
                <a:gd name="connsiteY6474" fmla="*/ 896303 h 2297429"/>
                <a:gd name="connsiteX6475" fmla="*/ 1535906 w 3006089"/>
                <a:gd name="connsiteY6475" fmla="*/ 897731 h 2297429"/>
                <a:gd name="connsiteX6476" fmla="*/ 1539240 w 3006089"/>
                <a:gd name="connsiteY6476" fmla="*/ 900589 h 2297429"/>
                <a:gd name="connsiteX6477" fmla="*/ 1533525 w 3006089"/>
                <a:gd name="connsiteY6477" fmla="*/ 899636 h 2297429"/>
                <a:gd name="connsiteX6478" fmla="*/ 1531144 w 3006089"/>
                <a:gd name="connsiteY6478" fmla="*/ 900113 h 2297429"/>
                <a:gd name="connsiteX6479" fmla="*/ 1527810 w 3006089"/>
                <a:gd name="connsiteY6479" fmla="*/ 901541 h 2297429"/>
                <a:gd name="connsiteX6480" fmla="*/ 1525429 w 3006089"/>
                <a:gd name="connsiteY6480" fmla="*/ 903446 h 2297429"/>
                <a:gd name="connsiteX6481" fmla="*/ 1524000 w 3006089"/>
                <a:gd name="connsiteY6481" fmla="*/ 905828 h 2297429"/>
                <a:gd name="connsiteX6482" fmla="*/ 1516856 w 3006089"/>
                <a:gd name="connsiteY6482" fmla="*/ 914400 h 2297429"/>
                <a:gd name="connsiteX6483" fmla="*/ 1516380 w 3006089"/>
                <a:gd name="connsiteY6483" fmla="*/ 919639 h 2297429"/>
                <a:gd name="connsiteX6484" fmla="*/ 1516856 w 3006089"/>
                <a:gd name="connsiteY6484" fmla="*/ 921544 h 2297429"/>
                <a:gd name="connsiteX6485" fmla="*/ 1518761 w 3006089"/>
                <a:gd name="connsiteY6485" fmla="*/ 926783 h 2297429"/>
                <a:gd name="connsiteX6486" fmla="*/ 1526381 w 3006089"/>
                <a:gd name="connsiteY6486" fmla="*/ 934879 h 2297429"/>
                <a:gd name="connsiteX6487" fmla="*/ 1529715 w 3006089"/>
                <a:gd name="connsiteY6487" fmla="*/ 938689 h 2297429"/>
                <a:gd name="connsiteX6488" fmla="*/ 1531620 w 3006089"/>
                <a:gd name="connsiteY6488" fmla="*/ 942023 h 2297429"/>
                <a:gd name="connsiteX6489" fmla="*/ 1534001 w 3006089"/>
                <a:gd name="connsiteY6489" fmla="*/ 944404 h 2297429"/>
                <a:gd name="connsiteX6490" fmla="*/ 1536859 w 3006089"/>
                <a:gd name="connsiteY6490" fmla="*/ 946309 h 2297429"/>
                <a:gd name="connsiteX6491" fmla="*/ 1540669 w 3006089"/>
                <a:gd name="connsiteY6491" fmla="*/ 947261 h 2297429"/>
                <a:gd name="connsiteX6492" fmla="*/ 1545431 w 3006089"/>
                <a:gd name="connsiteY6492" fmla="*/ 947738 h 2297429"/>
                <a:gd name="connsiteX6493" fmla="*/ 1549718 w 3006089"/>
                <a:gd name="connsiteY6493" fmla="*/ 949166 h 2297429"/>
                <a:gd name="connsiteX6494" fmla="*/ 1553051 w 3006089"/>
                <a:gd name="connsiteY6494" fmla="*/ 951548 h 2297429"/>
                <a:gd name="connsiteX6495" fmla="*/ 1559719 w 3006089"/>
                <a:gd name="connsiteY6495" fmla="*/ 954405 h 2297429"/>
                <a:gd name="connsiteX6496" fmla="*/ 1575911 w 3006089"/>
                <a:gd name="connsiteY6496" fmla="*/ 959644 h 2297429"/>
                <a:gd name="connsiteX6497" fmla="*/ 1576864 w 3006089"/>
                <a:gd name="connsiteY6497" fmla="*/ 959168 h 2297429"/>
                <a:gd name="connsiteX6498" fmla="*/ 1579245 w 3006089"/>
                <a:gd name="connsiteY6498" fmla="*/ 955358 h 2297429"/>
                <a:gd name="connsiteX6499" fmla="*/ 1580674 w 3006089"/>
                <a:gd name="connsiteY6499" fmla="*/ 954881 h 2297429"/>
                <a:gd name="connsiteX6500" fmla="*/ 1582102 w 3006089"/>
                <a:gd name="connsiteY6500" fmla="*/ 955358 h 2297429"/>
                <a:gd name="connsiteX6501" fmla="*/ 1586389 w 3006089"/>
                <a:gd name="connsiteY6501" fmla="*/ 959168 h 2297429"/>
                <a:gd name="connsiteX6502" fmla="*/ 1589723 w 3006089"/>
                <a:gd name="connsiteY6502" fmla="*/ 962978 h 2297429"/>
                <a:gd name="connsiteX6503" fmla="*/ 1592580 w 3006089"/>
                <a:gd name="connsiteY6503" fmla="*/ 965359 h 2297429"/>
                <a:gd name="connsiteX6504" fmla="*/ 1594961 w 3006089"/>
                <a:gd name="connsiteY6504" fmla="*/ 966311 h 2297429"/>
                <a:gd name="connsiteX6505" fmla="*/ 1598771 w 3006089"/>
                <a:gd name="connsiteY6505" fmla="*/ 966788 h 2297429"/>
                <a:gd name="connsiteX6506" fmla="*/ 1604010 w 3006089"/>
                <a:gd name="connsiteY6506" fmla="*/ 966788 h 2297429"/>
                <a:gd name="connsiteX6507" fmla="*/ 1607344 w 3006089"/>
                <a:gd name="connsiteY6507" fmla="*/ 966311 h 2297429"/>
                <a:gd name="connsiteX6508" fmla="*/ 1611630 w 3006089"/>
                <a:gd name="connsiteY6508" fmla="*/ 963930 h 2297429"/>
                <a:gd name="connsiteX6509" fmla="*/ 1616393 w 3006089"/>
                <a:gd name="connsiteY6509" fmla="*/ 962501 h 2297429"/>
                <a:gd name="connsiteX6510" fmla="*/ 1620202 w 3006089"/>
                <a:gd name="connsiteY6510" fmla="*/ 964883 h 2297429"/>
                <a:gd name="connsiteX6511" fmla="*/ 1620679 w 3006089"/>
                <a:gd name="connsiteY6511" fmla="*/ 966788 h 2297429"/>
                <a:gd name="connsiteX6512" fmla="*/ 1620202 w 3006089"/>
                <a:gd name="connsiteY6512" fmla="*/ 969645 h 2297429"/>
                <a:gd name="connsiteX6513" fmla="*/ 1620202 w 3006089"/>
                <a:gd name="connsiteY6513" fmla="*/ 971074 h 2297429"/>
                <a:gd name="connsiteX6514" fmla="*/ 1624012 w 3006089"/>
                <a:gd name="connsiteY6514" fmla="*/ 971550 h 2297429"/>
                <a:gd name="connsiteX6515" fmla="*/ 1623536 w 3006089"/>
                <a:gd name="connsiteY6515" fmla="*/ 972503 h 2297429"/>
                <a:gd name="connsiteX6516" fmla="*/ 1619726 w 3006089"/>
                <a:gd name="connsiteY6516" fmla="*/ 975836 h 2297429"/>
                <a:gd name="connsiteX6517" fmla="*/ 1613535 w 3006089"/>
                <a:gd name="connsiteY6517" fmla="*/ 980123 h 2297429"/>
                <a:gd name="connsiteX6518" fmla="*/ 1611154 w 3006089"/>
                <a:gd name="connsiteY6518" fmla="*/ 978694 h 2297429"/>
                <a:gd name="connsiteX6519" fmla="*/ 1611630 w 3006089"/>
                <a:gd name="connsiteY6519" fmla="*/ 976789 h 2297429"/>
                <a:gd name="connsiteX6520" fmla="*/ 1617821 w 3006089"/>
                <a:gd name="connsiteY6520" fmla="*/ 969645 h 2297429"/>
                <a:gd name="connsiteX6521" fmla="*/ 1617821 w 3006089"/>
                <a:gd name="connsiteY6521" fmla="*/ 968693 h 2297429"/>
                <a:gd name="connsiteX6522" fmla="*/ 1609725 w 3006089"/>
                <a:gd name="connsiteY6522" fmla="*/ 971074 h 2297429"/>
                <a:gd name="connsiteX6523" fmla="*/ 1599248 w 3006089"/>
                <a:gd name="connsiteY6523" fmla="*/ 972979 h 2297429"/>
                <a:gd name="connsiteX6524" fmla="*/ 1595914 w 3006089"/>
                <a:gd name="connsiteY6524" fmla="*/ 974884 h 2297429"/>
                <a:gd name="connsiteX6525" fmla="*/ 1594961 w 3006089"/>
                <a:gd name="connsiteY6525" fmla="*/ 977265 h 2297429"/>
                <a:gd name="connsiteX6526" fmla="*/ 1594485 w 3006089"/>
                <a:gd name="connsiteY6526" fmla="*/ 979170 h 2297429"/>
                <a:gd name="connsiteX6527" fmla="*/ 1595437 w 3006089"/>
                <a:gd name="connsiteY6527" fmla="*/ 984409 h 2297429"/>
                <a:gd name="connsiteX6528" fmla="*/ 1596390 w 3006089"/>
                <a:gd name="connsiteY6528" fmla="*/ 985361 h 2297429"/>
                <a:gd name="connsiteX6529" fmla="*/ 1601152 w 3006089"/>
                <a:gd name="connsiteY6529" fmla="*/ 985361 h 2297429"/>
                <a:gd name="connsiteX6530" fmla="*/ 1601152 w 3006089"/>
                <a:gd name="connsiteY6530" fmla="*/ 986314 h 2297429"/>
                <a:gd name="connsiteX6531" fmla="*/ 1595914 w 3006089"/>
                <a:gd name="connsiteY6531" fmla="*/ 990600 h 2297429"/>
                <a:gd name="connsiteX6532" fmla="*/ 1587818 w 3006089"/>
                <a:gd name="connsiteY6532" fmla="*/ 995839 h 2297429"/>
                <a:gd name="connsiteX6533" fmla="*/ 1584960 w 3006089"/>
                <a:gd name="connsiteY6533" fmla="*/ 998696 h 2297429"/>
                <a:gd name="connsiteX6534" fmla="*/ 1583531 w 3006089"/>
                <a:gd name="connsiteY6534" fmla="*/ 1004888 h 2297429"/>
                <a:gd name="connsiteX6535" fmla="*/ 1584008 w 3006089"/>
                <a:gd name="connsiteY6535" fmla="*/ 1006316 h 2297429"/>
                <a:gd name="connsiteX6536" fmla="*/ 1587818 w 3006089"/>
                <a:gd name="connsiteY6536" fmla="*/ 1008221 h 2297429"/>
                <a:gd name="connsiteX6537" fmla="*/ 1596866 w 3006089"/>
                <a:gd name="connsiteY6537" fmla="*/ 1007269 h 2297429"/>
                <a:gd name="connsiteX6538" fmla="*/ 1602105 w 3006089"/>
                <a:gd name="connsiteY6538" fmla="*/ 1005840 h 2297429"/>
                <a:gd name="connsiteX6539" fmla="*/ 1604486 w 3006089"/>
                <a:gd name="connsiteY6539" fmla="*/ 1003935 h 2297429"/>
                <a:gd name="connsiteX6540" fmla="*/ 1606391 w 3006089"/>
                <a:gd name="connsiteY6540" fmla="*/ 999649 h 2297429"/>
                <a:gd name="connsiteX6541" fmla="*/ 1607820 w 3006089"/>
                <a:gd name="connsiteY6541" fmla="*/ 993934 h 2297429"/>
                <a:gd name="connsiteX6542" fmla="*/ 1608296 w 3006089"/>
                <a:gd name="connsiteY6542" fmla="*/ 992981 h 2297429"/>
                <a:gd name="connsiteX6543" fmla="*/ 1609249 w 3006089"/>
                <a:gd name="connsiteY6543" fmla="*/ 992981 h 2297429"/>
                <a:gd name="connsiteX6544" fmla="*/ 1610677 w 3006089"/>
                <a:gd name="connsiteY6544" fmla="*/ 993458 h 2297429"/>
                <a:gd name="connsiteX6545" fmla="*/ 1612106 w 3006089"/>
                <a:gd name="connsiteY6545" fmla="*/ 994886 h 2297429"/>
                <a:gd name="connsiteX6546" fmla="*/ 1614011 w 3006089"/>
                <a:gd name="connsiteY6546" fmla="*/ 997268 h 2297429"/>
                <a:gd name="connsiteX6547" fmla="*/ 1614964 w 3006089"/>
                <a:gd name="connsiteY6547" fmla="*/ 999649 h 2297429"/>
                <a:gd name="connsiteX6548" fmla="*/ 1615440 w 3006089"/>
                <a:gd name="connsiteY6548" fmla="*/ 1002506 h 2297429"/>
                <a:gd name="connsiteX6549" fmla="*/ 1615440 w 3006089"/>
                <a:gd name="connsiteY6549" fmla="*/ 1005840 h 2297429"/>
                <a:gd name="connsiteX6550" fmla="*/ 1614964 w 3006089"/>
                <a:gd name="connsiteY6550" fmla="*/ 1011555 h 2297429"/>
                <a:gd name="connsiteX6551" fmla="*/ 1615916 w 3006089"/>
                <a:gd name="connsiteY6551" fmla="*/ 1014889 h 2297429"/>
                <a:gd name="connsiteX6552" fmla="*/ 1617345 w 3006089"/>
                <a:gd name="connsiteY6552" fmla="*/ 1015365 h 2297429"/>
                <a:gd name="connsiteX6553" fmla="*/ 1622584 w 3006089"/>
                <a:gd name="connsiteY6553" fmla="*/ 1015841 h 2297429"/>
                <a:gd name="connsiteX6554" fmla="*/ 1621631 w 3006089"/>
                <a:gd name="connsiteY6554" fmla="*/ 1016794 h 2297429"/>
                <a:gd name="connsiteX6555" fmla="*/ 1615916 w 3006089"/>
                <a:gd name="connsiteY6555" fmla="*/ 1020128 h 2297429"/>
                <a:gd name="connsiteX6556" fmla="*/ 1606391 w 3006089"/>
                <a:gd name="connsiteY6556" fmla="*/ 1024414 h 2297429"/>
                <a:gd name="connsiteX6557" fmla="*/ 1600676 w 3006089"/>
                <a:gd name="connsiteY6557" fmla="*/ 1028700 h 2297429"/>
                <a:gd name="connsiteX6558" fmla="*/ 1595437 w 3006089"/>
                <a:gd name="connsiteY6558" fmla="*/ 1034891 h 2297429"/>
                <a:gd name="connsiteX6559" fmla="*/ 1591151 w 3006089"/>
                <a:gd name="connsiteY6559" fmla="*/ 1039178 h 2297429"/>
                <a:gd name="connsiteX6560" fmla="*/ 1587818 w 3006089"/>
                <a:gd name="connsiteY6560" fmla="*/ 1041559 h 2297429"/>
                <a:gd name="connsiteX6561" fmla="*/ 1578769 w 3006089"/>
                <a:gd name="connsiteY6561" fmla="*/ 1048703 h 2297429"/>
                <a:gd name="connsiteX6562" fmla="*/ 1574959 w 3006089"/>
                <a:gd name="connsiteY6562" fmla="*/ 1050608 h 2297429"/>
                <a:gd name="connsiteX6563" fmla="*/ 1571625 w 3006089"/>
                <a:gd name="connsiteY6563" fmla="*/ 1050131 h 2297429"/>
                <a:gd name="connsiteX6564" fmla="*/ 1565910 w 3006089"/>
                <a:gd name="connsiteY6564" fmla="*/ 1048226 h 2297429"/>
                <a:gd name="connsiteX6565" fmla="*/ 1562100 w 3006089"/>
                <a:gd name="connsiteY6565" fmla="*/ 1049655 h 2297429"/>
                <a:gd name="connsiteX6566" fmla="*/ 1556861 w 3006089"/>
                <a:gd name="connsiteY6566" fmla="*/ 1050131 h 2297429"/>
                <a:gd name="connsiteX6567" fmla="*/ 1555433 w 3006089"/>
                <a:gd name="connsiteY6567" fmla="*/ 1050608 h 2297429"/>
                <a:gd name="connsiteX6568" fmla="*/ 1554480 w 3006089"/>
                <a:gd name="connsiteY6568" fmla="*/ 1052036 h 2297429"/>
                <a:gd name="connsiteX6569" fmla="*/ 1547812 w 3006089"/>
                <a:gd name="connsiteY6569" fmla="*/ 1068705 h 2297429"/>
                <a:gd name="connsiteX6570" fmla="*/ 1548289 w 3006089"/>
                <a:gd name="connsiteY6570" fmla="*/ 1070610 h 2297429"/>
                <a:gd name="connsiteX6571" fmla="*/ 1554004 w 3006089"/>
                <a:gd name="connsiteY6571" fmla="*/ 1075849 h 2297429"/>
                <a:gd name="connsiteX6572" fmla="*/ 1556385 w 3006089"/>
                <a:gd name="connsiteY6572" fmla="*/ 1081088 h 2297429"/>
                <a:gd name="connsiteX6573" fmla="*/ 1559719 w 3006089"/>
                <a:gd name="connsiteY6573" fmla="*/ 1090136 h 2297429"/>
                <a:gd name="connsiteX6574" fmla="*/ 1561148 w 3006089"/>
                <a:gd name="connsiteY6574" fmla="*/ 1095851 h 2297429"/>
                <a:gd name="connsiteX6575" fmla="*/ 1559243 w 3006089"/>
                <a:gd name="connsiteY6575" fmla="*/ 1102043 h 2297429"/>
                <a:gd name="connsiteX6576" fmla="*/ 1558290 w 3006089"/>
                <a:gd name="connsiteY6576" fmla="*/ 1112044 h 2297429"/>
                <a:gd name="connsiteX6577" fmla="*/ 1556861 w 3006089"/>
                <a:gd name="connsiteY6577" fmla="*/ 1113949 h 2297429"/>
                <a:gd name="connsiteX6578" fmla="*/ 1554004 w 3006089"/>
                <a:gd name="connsiteY6578" fmla="*/ 1115378 h 2297429"/>
                <a:gd name="connsiteX6579" fmla="*/ 1549241 w 3006089"/>
                <a:gd name="connsiteY6579" fmla="*/ 1115854 h 2297429"/>
                <a:gd name="connsiteX6580" fmla="*/ 1537335 w 3006089"/>
                <a:gd name="connsiteY6580" fmla="*/ 1113949 h 2297429"/>
                <a:gd name="connsiteX6581" fmla="*/ 1534954 w 3006089"/>
                <a:gd name="connsiteY6581" fmla="*/ 1114901 h 2297429"/>
                <a:gd name="connsiteX6582" fmla="*/ 1534477 w 3006089"/>
                <a:gd name="connsiteY6582" fmla="*/ 1115854 h 2297429"/>
                <a:gd name="connsiteX6583" fmla="*/ 1535430 w 3006089"/>
                <a:gd name="connsiteY6583" fmla="*/ 1118711 h 2297429"/>
                <a:gd name="connsiteX6584" fmla="*/ 1543526 w 3006089"/>
                <a:gd name="connsiteY6584" fmla="*/ 1126808 h 2297429"/>
                <a:gd name="connsiteX6585" fmla="*/ 1544479 w 3006089"/>
                <a:gd name="connsiteY6585" fmla="*/ 1128713 h 2297429"/>
                <a:gd name="connsiteX6586" fmla="*/ 1543050 w 3006089"/>
                <a:gd name="connsiteY6586" fmla="*/ 1132999 h 2297429"/>
                <a:gd name="connsiteX6587" fmla="*/ 1542574 w 3006089"/>
                <a:gd name="connsiteY6587" fmla="*/ 1132999 h 2297429"/>
                <a:gd name="connsiteX6588" fmla="*/ 1542098 w 3006089"/>
                <a:gd name="connsiteY6588" fmla="*/ 1128713 h 2297429"/>
                <a:gd name="connsiteX6589" fmla="*/ 1539716 w 3006089"/>
                <a:gd name="connsiteY6589" fmla="*/ 1125855 h 2297429"/>
                <a:gd name="connsiteX6590" fmla="*/ 1523524 w 3006089"/>
                <a:gd name="connsiteY6590" fmla="*/ 1111568 h 2297429"/>
                <a:gd name="connsiteX6591" fmla="*/ 1521619 w 3006089"/>
                <a:gd name="connsiteY6591" fmla="*/ 1108710 h 2297429"/>
                <a:gd name="connsiteX6592" fmla="*/ 1521619 w 3006089"/>
                <a:gd name="connsiteY6592" fmla="*/ 1107758 h 2297429"/>
                <a:gd name="connsiteX6593" fmla="*/ 1522095 w 3006089"/>
                <a:gd name="connsiteY6593" fmla="*/ 1107281 h 2297429"/>
                <a:gd name="connsiteX6594" fmla="*/ 1524000 w 3006089"/>
                <a:gd name="connsiteY6594" fmla="*/ 1106805 h 2297429"/>
                <a:gd name="connsiteX6595" fmla="*/ 1528762 w 3006089"/>
                <a:gd name="connsiteY6595" fmla="*/ 1111091 h 2297429"/>
                <a:gd name="connsiteX6596" fmla="*/ 1533049 w 3006089"/>
                <a:gd name="connsiteY6596" fmla="*/ 1111091 h 2297429"/>
                <a:gd name="connsiteX6597" fmla="*/ 1535430 w 3006089"/>
                <a:gd name="connsiteY6597" fmla="*/ 1109663 h 2297429"/>
                <a:gd name="connsiteX6598" fmla="*/ 1537811 w 3006089"/>
                <a:gd name="connsiteY6598" fmla="*/ 1110139 h 2297429"/>
                <a:gd name="connsiteX6599" fmla="*/ 1541145 w 3006089"/>
                <a:gd name="connsiteY6599" fmla="*/ 1112044 h 2297429"/>
                <a:gd name="connsiteX6600" fmla="*/ 1544479 w 3006089"/>
                <a:gd name="connsiteY6600" fmla="*/ 1112520 h 2297429"/>
                <a:gd name="connsiteX6601" fmla="*/ 1549718 w 3006089"/>
                <a:gd name="connsiteY6601" fmla="*/ 1112044 h 2297429"/>
                <a:gd name="connsiteX6602" fmla="*/ 1551623 w 3006089"/>
                <a:gd name="connsiteY6602" fmla="*/ 1112044 h 2297429"/>
                <a:gd name="connsiteX6603" fmla="*/ 1553527 w 3006089"/>
                <a:gd name="connsiteY6603" fmla="*/ 1111568 h 2297429"/>
                <a:gd name="connsiteX6604" fmla="*/ 1554956 w 3006089"/>
                <a:gd name="connsiteY6604" fmla="*/ 1111091 h 2297429"/>
                <a:gd name="connsiteX6605" fmla="*/ 1556385 w 3006089"/>
                <a:gd name="connsiteY6605" fmla="*/ 1109663 h 2297429"/>
                <a:gd name="connsiteX6606" fmla="*/ 1556861 w 3006089"/>
                <a:gd name="connsiteY6606" fmla="*/ 1107281 h 2297429"/>
                <a:gd name="connsiteX6607" fmla="*/ 1556861 w 3006089"/>
                <a:gd name="connsiteY6607" fmla="*/ 1103948 h 2297429"/>
                <a:gd name="connsiteX6608" fmla="*/ 1556385 w 3006089"/>
                <a:gd name="connsiteY6608" fmla="*/ 1101566 h 2297429"/>
                <a:gd name="connsiteX6609" fmla="*/ 1552575 w 3006089"/>
                <a:gd name="connsiteY6609" fmla="*/ 1098709 h 2297429"/>
                <a:gd name="connsiteX6610" fmla="*/ 1551623 w 3006089"/>
                <a:gd name="connsiteY6610" fmla="*/ 1098233 h 2297429"/>
                <a:gd name="connsiteX6611" fmla="*/ 1549241 w 3006089"/>
                <a:gd name="connsiteY6611" fmla="*/ 1098233 h 2297429"/>
                <a:gd name="connsiteX6612" fmla="*/ 1544002 w 3006089"/>
                <a:gd name="connsiteY6612" fmla="*/ 1099661 h 2297429"/>
                <a:gd name="connsiteX6613" fmla="*/ 1544002 w 3006089"/>
                <a:gd name="connsiteY6613" fmla="*/ 1099185 h 2297429"/>
                <a:gd name="connsiteX6614" fmla="*/ 1546860 w 3006089"/>
                <a:gd name="connsiteY6614" fmla="*/ 1092994 h 2297429"/>
                <a:gd name="connsiteX6615" fmla="*/ 1545908 w 3006089"/>
                <a:gd name="connsiteY6615" fmla="*/ 1092041 h 2297429"/>
                <a:gd name="connsiteX6616" fmla="*/ 1540669 w 3006089"/>
                <a:gd name="connsiteY6616" fmla="*/ 1092994 h 2297429"/>
                <a:gd name="connsiteX6617" fmla="*/ 1535906 w 3006089"/>
                <a:gd name="connsiteY6617" fmla="*/ 1094423 h 2297429"/>
                <a:gd name="connsiteX6618" fmla="*/ 1531620 w 3006089"/>
                <a:gd name="connsiteY6618" fmla="*/ 1094423 h 2297429"/>
                <a:gd name="connsiteX6619" fmla="*/ 1530668 w 3006089"/>
                <a:gd name="connsiteY6619" fmla="*/ 1093470 h 2297429"/>
                <a:gd name="connsiteX6620" fmla="*/ 1530191 w 3006089"/>
                <a:gd name="connsiteY6620" fmla="*/ 1088708 h 2297429"/>
                <a:gd name="connsiteX6621" fmla="*/ 1529239 w 3006089"/>
                <a:gd name="connsiteY6621" fmla="*/ 1087279 h 2297429"/>
                <a:gd name="connsiteX6622" fmla="*/ 1524000 w 3006089"/>
                <a:gd name="connsiteY6622" fmla="*/ 1081088 h 2297429"/>
                <a:gd name="connsiteX6623" fmla="*/ 1524000 w 3006089"/>
                <a:gd name="connsiteY6623" fmla="*/ 1078706 h 2297429"/>
                <a:gd name="connsiteX6624" fmla="*/ 1528762 w 3006089"/>
                <a:gd name="connsiteY6624" fmla="*/ 1071563 h 2297429"/>
                <a:gd name="connsiteX6625" fmla="*/ 1529715 w 3006089"/>
                <a:gd name="connsiteY6625" fmla="*/ 1069181 h 2297429"/>
                <a:gd name="connsiteX6626" fmla="*/ 1530668 w 3006089"/>
                <a:gd name="connsiteY6626" fmla="*/ 1062514 h 2297429"/>
                <a:gd name="connsiteX6627" fmla="*/ 1535430 w 3006089"/>
                <a:gd name="connsiteY6627" fmla="*/ 1043464 h 2297429"/>
                <a:gd name="connsiteX6628" fmla="*/ 1537811 w 3006089"/>
                <a:gd name="connsiteY6628" fmla="*/ 1038225 h 2297429"/>
                <a:gd name="connsiteX6629" fmla="*/ 1534001 w 3006089"/>
                <a:gd name="connsiteY6629" fmla="*/ 1039178 h 2297429"/>
                <a:gd name="connsiteX6630" fmla="*/ 1521619 w 3006089"/>
                <a:gd name="connsiteY6630" fmla="*/ 1043940 h 2297429"/>
                <a:gd name="connsiteX6631" fmla="*/ 1520666 w 3006089"/>
                <a:gd name="connsiteY6631" fmla="*/ 1044893 h 2297429"/>
                <a:gd name="connsiteX6632" fmla="*/ 1519714 w 3006089"/>
                <a:gd name="connsiteY6632" fmla="*/ 1047750 h 2297429"/>
                <a:gd name="connsiteX6633" fmla="*/ 1518285 w 3006089"/>
                <a:gd name="connsiteY6633" fmla="*/ 1049179 h 2297429"/>
                <a:gd name="connsiteX6634" fmla="*/ 1516380 w 3006089"/>
                <a:gd name="connsiteY6634" fmla="*/ 1050131 h 2297429"/>
                <a:gd name="connsiteX6635" fmla="*/ 1512094 w 3006089"/>
                <a:gd name="connsiteY6635" fmla="*/ 1050608 h 2297429"/>
                <a:gd name="connsiteX6636" fmla="*/ 1512094 w 3006089"/>
                <a:gd name="connsiteY6636" fmla="*/ 1049179 h 2297429"/>
                <a:gd name="connsiteX6637" fmla="*/ 1520190 w 3006089"/>
                <a:gd name="connsiteY6637" fmla="*/ 1038701 h 2297429"/>
                <a:gd name="connsiteX6638" fmla="*/ 1521619 w 3006089"/>
                <a:gd name="connsiteY6638" fmla="*/ 1035844 h 2297429"/>
                <a:gd name="connsiteX6639" fmla="*/ 1521619 w 3006089"/>
                <a:gd name="connsiteY6639" fmla="*/ 1034415 h 2297429"/>
                <a:gd name="connsiteX6640" fmla="*/ 1514951 w 3006089"/>
                <a:gd name="connsiteY6640" fmla="*/ 1037749 h 2297429"/>
                <a:gd name="connsiteX6641" fmla="*/ 1503045 w 3006089"/>
                <a:gd name="connsiteY6641" fmla="*/ 1037273 h 2297429"/>
                <a:gd name="connsiteX6642" fmla="*/ 1502093 w 3006089"/>
                <a:gd name="connsiteY6642" fmla="*/ 1036796 h 2297429"/>
                <a:gd name="connsiteX6643" fmla="*/ 1499711 w 3006089"/>
                <a:gd name="connsiteY6643" fmla="*/ 1032986 h 2297429"/>
                <a:gd name="connsiteX6644" fmla="*/ 1497330 w 3006089"/>
                <a:gd name="connsiteY6644" fmla="*/ 1030129 h 2297429"/>
                <a:gd name="connsiteX6645" fmla="*/ 1493044 w 3006089"/>
                <a:gd name="connsiteY6645" fmla="*/ 1025843 h 2297429"/>
                <a:gd name="connsiteX6646" fmla="*/ 1490663 w 3006089"/>
                <a:gd name="connsiteY6646" fmla="*/ 1024414 h 2297429"/>
                <a:gd name="connsiteX6647" fmla="*/ 1488281 w 3006089"/>
                <a:gd name="connsiteY6647" fmla="*/ 1023461 h 2297429"/>
                <a:gd name="connsiteX6648" fmla="*/ 1485900 w 3006089"/>
                <a:gd name="connsiteY6648" fmla="*/ 1023461 h 2297429"/>
                <a:gd name="connsiteX6649" fmla="*/ 1483519 w 3006089"/>
                <a:gd name="connsiteY6649" fmla="*/ 1024414 h 2297429"/>
                <a:gd name="connsiteX6650" fmla="*/ 1480185 w 3006089"/>
                <a:gd name="connsiteY6650" fmla="*/ 1023938 h 2297429"/>
                <a:gd name="connsiteX6651" fmla="*/ 1473518 w 3006089"/>
                <a:gd name="connsiteY6651" fmla="*/ 1021080 h 2297429"/>
                <a:gd name="connsiteX6652" fmla="*/ 1470184 w 3006089"/>
                <a:gd name="connsiteY6652" fmla="*/ 1021556 h 2297429"/>
                <a:gd name="connsiteX6653" fmla="*/ 1469708 w 3006089"/>
                <a:gd name="connsiteY6653" fmla="*/ 1022509 h 2297429"/>
                <a:gd name="connsiteX6654" fmla="*/ 1470660 w 3006089"/>
                <a:gd name="connsiteY6654" fmla="*/ 1026319 h 2297429"/>
                <a:gd name="connsiteX6655" fmla="*/ 1474470 w 3006089"/>
                <a:gd name="connsiteY6655" fmla="*/ 1030129 h 2297429"/>
                <a:gd name="connsiteX6656" fmla="*/ 1464469 w 3006089"/>
                <a:gd name="connsiteY6656" fmla="*/ 1032510 h 2297429"/>
                <a:gd name="connsiteX6657" fmla="*/ 1460183 w 3006089"/>
                <a:gd name="connsiteY6657" fmla="*/ 1034415 h 2297429"/>
                <a:gd name="connsiteX6658" fmla="*/ 1451610 w 3006089"/>
                <a:gd name="connsiteY6658" fmla="*/ 1030605 h 2297429"/>
                <a:gd name="connsiteX6659" fmla="*/ 1449705 w 3006089"/>
                <a:gd name="connsiteY6659" fmla="*/ 1030605 h 2297429"/>
                <a:gd name="connsiteX6660" fmla="*/ 1448276 w 3006089"/>
                <a:gd name="connsiteY6660" fmla="*/ 1031558 h 2297429"/>
                <a:gd name="connsiteX6661" fmla="*/ 1445419 w 3006089"/>
                <a:gd name="connsiteY6661" fmla="*/ 1032034 h 2297429"/>
                <a:gd name="connsiteX6662" fmla="*/ 1445895 w 3006089"/>
                <a:gd name="connsiteY6662" fmla="*/ 1033939 h 2297429"/>
                <a:gd name="connsiteX6663" fmla="*/ 1450658 w 3006089"/>
                <a:gd name="connsiteY6663" fmla="*/ 1040130 h 2297429"/>
                <a:gd name="connsiteX6664" fmla="*/ 1452086 w 3006089"/>
                <a:gd name="connsiteY6664" fmla="*/ 1041559 h 2297429"/>
                <a:gd name="connsiteX6665" fmla="*/ 1454468 w 3006089"/>
                <a:gd name="connsiteY6665" fmla="*/ 1045369 h 2297429"/>
                <a:gd name="connsiteX6666" fmla="*/ 1454468 w 3006089"/>
                <a:gd name="connsiteY6666" fmla="*/ 1046321 h 2297429"/>
                <a:gd name="connsiteX6667" fmla="*/ 1450658 w 3006089"/>
                <a:gd name="connsiteY6667" fmla="*/ 1045369 h 2297429"/>
                <a:gd name="connsiteX6668" fmla="*/ 1450658 w 3006089"/>
                <a:gd name="connsiteY6668" fmla="*/ 1046321 h 2297429"/>
                <a:gd name="connsiteX6669" fmla="*/ 1452563 w 3006089"/>
                <a:gd name="connsiteY6669" fmla="*/ 1049179 h 2297429"/>
                <a:gd name="connsiteX6670" fmla="*/ 1461135 w 3006089"/>
                <a:gd name="connsiteY6670" fmla="*/ 1057275 h 2297429"/>
                <a:gd name="connsiteX6671" fmla="*/ 1463993 w 3006089"/>
                <a:gd name="connsiteY6671" fmla="*/ 1058228 h 2297429"/>
                <a:gd name="connsiteX6672" fmla="*/ 1470660 w 3006089"/>
                <a:gd name="connsiteY6672" fmla="*/ 1055370 h 2297429"/>
                <a:gd name="connsiteX6673" fmla="*/ 1476375 w 3006089"/>
                <a:gd name="connsiteY6673" fmla="*/ 1053941 h 2297429"/>
                <a:gd name="connsiteX6674" fmla="*/ 1483043 w 3006089"/>
                <a:gd name="connsiteY6674" fmla="*/ 1054894 h 2297429"/>
                <a:gd name="connsiteX6675" fmla="*/ 1490186 w 3006089"/>
                <a:gd name="connsiteY6675" fmla="*/ 1058228 h 2297429"/>
                <a:gd name="connsiteX6676" fmla="*/ 1494473 w 3006089"/>
                <a:gd name="connsiteY6676" fmla="*/ 1061085 h 2297429"/>
                <a:gd name="connsiteX6677" fmla="*/ 1495901 w 3006089"/>
                <a:gd name="connsiteY6677" fmla="*/ 1062990 h 2297429"/>
                <a:gd name="connsiteX6678" fmla="*/ 1496377 w 3006089"/>
                <a:gd name="connsiteY6678" fmla="*/ 1064419 h 2297429"/>
                <a:gd name="connsiteX6679" fmla="*/ 1495901 w 3006089"/>
                <a:gd name="connsiteY6679" fmla="*/ 1066800 h 2297429"/>
                <a:gd name="connsiteX6680" fmla="*/ 1495901 w 3006089"/>
                <a:gd name="connsiteY6680" fmla="*/ 1068229 h 2297429"/>
                <a:gd name="connsiteX6681" fmla="*/ 1494473 w 3006089"/>
                <a:gd name="connsiteY6681" fmla="*/ 1070134 h 2297429"/>
                <a:gd name="connsiteX6682" fmla="*/ 1491615 w 3006089"/>
                <a:gd name="connsiteY6682" fmla="*/ 1072039 h 2297429"/>
                <a:gd name="connsiteX6683" fmla="*/ 1485424 w 3006089"/>
                <a:gd name="connsiteY6683" fmla="*/ 1074896 h 2297429"/>
                <a:gd name="connsiteX6684" fmla="*/ 1480185 w 3006089"/>
                <a:gd name="connsiteY6684" fmla="*/ 1073944 h 2297429"/>
                <a:gd name="connsiteX6685" fmla="*/ 1469231 w 3006089"/>
                <a:gd name="connsiteY6685" fmla="*/ 1069181 h 2297429"/>
                <a:gd name="connsiteX6686" fmla="*/ 1467802 w 3006089"/>
                <a:gd name="connsiteY6686" fmla="*/ 1067753 h 2297429"/>
                <a:gd name="connsiteX6687" fmla="*/ 1464945 w 3006089"/>
                <a:gd name="connsiteY6687" fmla="*/ 1065848 h 2297429"/>
                <a:gd name="connsiteX6688" fmla="*/ 1453039 w 3006089"/>
                <a:gd name="connsiteY6688" fmla="*/ 1052989 h 2297429"/>
                <a:gd name="connsiteX6689" fmla="*/ 1448752 w 3006089"/>
                <a:gd name="connsiteY6689" fmla="*/ 1049655 h 2297429"/>
                <a:gd name="connsiteX6690" fmla="*/ 1445419 w 3006089"/>
                <a:gd name="connsiteY6690" fmla="*/ 1048226 h 2297429"/>
                <a:gd name="connsiteX6691" fmla="*/ 1443514 w 3006089"/>
                <a:gd name="connsiteY6691" fmla="*/ 1048703 h 2297429"/>
                <a:gd name="connsiteX6692" fmla="*/ 1442561 w 3006089"/>
                <a:gd name="connsiteY6692" fmla="*/ 1050131 h 2297429"/>
                <a:gd name="connsiteX6693" fmla="*/ 1442561 w 3006089"/>
                <a:gd name="connsiteY6693" fmla="*/ 1052513 h 2297429"/>
                <a:gd name="connsiteX6694" fmla="*/ 1443038 w 3006089"/>
                <a:gd name="connsiteY6694" fmla="*/ 1054418 h 2297429"/>
                <a:gd name="connsiteX6695" fmla="*/ 1446371 w 3006089"/>
                <a:gd name="connsiteY6695" fmla="*/ 1057751 h 2297429"/>
                <a:gd name="connsiteX6696" fmla="*/ 1451134 w 3006089"/>
                <a:gd name="connsiteY6696" fmla="*/ 1061085 h 2297429"/>
                <a:gd name="connsiteX6697" fmla="*/ 1453039 w 3006089"/>
                <a:gd name="connsiteY6697" fmla="*/ 1062990 h 2297429"/>
                <a:gd name="connsiteX6698" fmla="*/ 1453039 w 3006089"/>
                <a:gd name="connsiteY6698" fmla="*/ 1063943 h 2297429"/>
                <a:gd name="connsiteX6699" fmla="*/ 1451610 w 3006089"/>
                <a:gd name="connsiteY6699" fmla="*/ 1064419 h 2297429"/>
                <a:gd name="connsiteX6700" fmla="*/ 1443514 w 3006089"/>
                <a:gd name="connsiteY6700" fmla="*/ 1065371 h 2297429"/>
                <a:gd name="connsiteX6701" fmla="*/ 1439704 w 3006089"/>
                <a:gd name="connsiteY6701" fmla="*/ 1067276 h 2297429"/>
                <a:gd name="connsiteX6702" fmla="*/ 1435894 w 3006089"/>
                <a:gd name="connsiteY6702" fmla="*/ 1068229 h 2297429"/>
                <a:gd name="connsiteX6703" fmla="*/ 1432084 w 3006089"/>
                <a:gd name="connsiteY6703" fmla="*/ 1068705 h 2297429"/>
                <a:gd name="connsiteX6704" fmla="*/ 1428274 w 3006089"/>
                <a:gd name="connsiteY6704" fmla="*/ 1068229 h 2297429"/>
                <a:gd name="connsiteX6705" fmla="*/ 1423511 w 3006089"/>
                <a:gd name="connsiteY6705" fmla="*/ 1066800 h 2297429"/>
                <a:gd name="connsiteX6706" fmla="*/ 1417320 w 3006089"/>
                <a:gd name="connsiteY6706" fmla="*/ 1064419 h 2297429"/>
                <a:gd name="connsiteX6707" fmla="*/ 1407319 w 3006089"/>
                <a:gd name="connsiteY6707" fmla="*/ 1062514 h 2297429"/>
                <a:gd name="connsiteX6708" fmla="*/ 1392555 w 3006089"/>
                <a:gd name="connsiteY6708" fmla="*/ 1061085 h 2297429"/>
                <a:gd name="connsiteX6709" fmla="*/ 1384459 w 3006089"/>
                <a:gd name="connsiteY6709" fmla="*/ 1061085 h 2297429"/>
                <a:gd name="connsiteX6710" fmla="*/ 1382077 w 3006089"/>
                <a:gd name="connsiteY6710" fmla="*/ 1062514 h 2297429"/>
                <a:gd name="connsiteX6711" fmla="*/ 1378744 w 3006089"/>
                <a:gd name="connsiteY6711" fmla="*/ 1062990 h 2297429"/>
                <a:gd name="connsiteX6712" fmla="*/ 1374458 w 3006089"/>
                <a:gd name="connsiteY6712" fmla="*/ 1062990 h 2297429"/>
                <a:gd name="connsiteX6713" fmla="*/ 1370648 w 3006089"/>
                <a:gd name="connsiteY6713" fmla="*/ 1063466 h 2297429"/>
                <a:gd name="connsiteX6714" fmla="*/ 1364933 w 3006089"/>
                <a:gd name="connsiteY6714" fmla="*/ 1065371 h 2297429"/>
                <a:gd name="connsiteX6715" fmla="*/ 1362551 w 3006089"/>
                <a:gd name="connsiteY6715" fmla="*/ 1065371 h 2297429"/>
                <a:gd name="connsiteX6716" fmla="*/ 1346835 w 3006089"/>
                <a:gd name="connsiteY6716" fmla="*/ 1069181 h 2297429"/>
                <a:gd name="connsiteX6717" fmla="*/ 1342073 w 3006089"/>
                <a:gd name="connsiteY6717" fmla="*/ 1068229 h 2297429"/>
                <a:gd name="connsiteX6718" fmla="*/ 1335405 w 3006089"/>
                <a:gd name="connsiteY6718" fmla="*/ 1066324 h 2297429"/>
                <a:gd name="connsiteX6719" fmla="*/ 1329690 w 3006089"/>
                <a:gd name="connsiteY6719" fmla="*/ 1065848 h 2297429"/>
                <a:gd name="connsiteX6720" fmla="*/ 1324451 w 3006089"/>
                <a:gd name="connsiteY6720" fmla="*/ 1067276 h 2297429"/>
                <a:gd name="connsiteX6721" fmla="*/ 1320641 w 3006089"/>
                <a:gd name="connsiteY6721" fmla="*/ 1067276 h 2297429"/>
                <a:gd name="connsiteX6722" fmla="*/ 1318260 w 3006089"/>
                <a:gd name="connsiteY6722" fmla="*/ 1065848 h 2297429"/>
                <a:gd name="connsiteX6723" fmla="*/ 1307783 w 3006089"/>
                <a:gd name="connsiteY6723" fmla="*/ 1062990 h 2297429"/>
                <a:gd name="connsiteX6724" fmla="*/ 1302544 w 3006089"/>
                <a:gd name="connsiteY6724" fmla="*/ 1060609 h 2297429"/>
                <a:gd name="connsiteX6725" fmla="*/ 1296352 w 3006089"/>
                <a:gd name="connsiteY6725" fmla="*/ 1055370 h 2297429"/>
                <a:gd name="connsiteX6726" fmla="*/ 1285875 w 3006089"/>
                <a:gd name="connsiteY6726" fmla="*/ 1048226 h 2297429"/>
                <a:gd name="connsiteX6727" fmla="*/ 1280636 w 3006089"/>
                <a:gd name="connsiteY6727" fmla="*/ 1045369 h 2297429"/>
                <a:gd name="connsiteX6728" fmla="*/ 1274445 w 3006089"/>
                <a:gd name="connsiteY6728" fmla="*/ 1048226 h 2297429"/>
                <a:gd name="connsiteX6729" fmla="*/ 1266349 w 3006089"/>
                <a:gd name="connsiteY6729" fmla="*/ 1049655 h 2297429"/>
                <a:gd name="connsiteX6730" fmla="*/ 1256348 w 3006089"/>
                <a:gd name="connsiteY6730" fmla="*/ 1050131 h 2297429"/>
                <a:gd name="connsiteX6731" fmla="*/ 1251109 w 3006089"/>
                <a:gd name="connsiteY6731" fmla="*/ 1049655 h 2297429"/>
                <a:gd name="connsiteX6732" fmla="*/ 1246346 w 3006089"/>
                <a:gd name="connsiteY6732" fmla="*/ 1048226 h 2297429"/>
                <a:gd name="connsiteX6733" fmla="*/ 1241584 w 3006089"/>
                <a:gd name="connsiteY6733" fmla="*/ 1044893 h 2297429"/>
                <a:gd name="connsiteX6734" fmla="*/ 1240631 w 3006089"/>
                <a:gd name="connsiteY6734" fmla="*/ 1043464 h 2297429"/>
                <a:gd name="connsiteX6735" fmla="*/ 1241584 w 3006089"/>
                <a:gd name="connsiteY6735" fmla="*/ 1039654 h 2297429"/>
                <a:gd name="connsiteX6736" fmla="*/ 1241108 w 3006089"/>
                <a:gd name="connsiteY6736" fmla="*/ 1038701 h 2297429"/>
                <a:gd name="connsiteX6737" fmla="*/ 1237298 w 3006089"/>
                <a:gd name="connsiteY6737" fmla="*/ 1037273 h 2297429"/>
                <a:gd name="connsiteX6738" fmla="*/ 1233488 w 3006089"/>
                <a:gd name="connsiteY6738" fmla="*/ 1037749 h 2297429"/>
                <a:gd name="connsiteX6739" fmla="*/ 1232535 w 3006089"/>
                <a:gd name="connsiteY6739" fmla="*/ 1037273 h 2297429"/>
                <a:gd name="connsiteX6740" fmla="*/ 1231583 w 3006089"/>
                <a:gd name="connsiteY6740" fmla="*/ 1034415 h 2297429"/>
                <a:gd name="connsiteX6741" fmla="*/ 1230630 w 3006089"/>
                <a:gd name="connsiteY6741" fmla="*/ 1033939 h 2297429"/>
                <a:gd name="connsiteX6742" fmla="*/ 1229677 w 3006089"/>
                <a:gd name="connsiteY6742" fmla="*/ 1033939 h 2297429"/>
                <a:gd name="connsiteX6743" fmla="*/ 1227773 w 3006089"/>
                <a:gd name="connsiteY6743" fmla="*/ 1034891 h 2297429"/>
                <a:gd name="connsiteX6744" fmla="*/ 1225868 w 3006089"/>
                <a:gd name="connsiteY6744" fmla="*/ 1034415 h 2297429"/>
                <a:gd name="connsiteX6745" fmla="*/ 1222534 w 3006089"/>
                <a:gd name="connsiteY6745" fmla="*/ 1032510 h 2297429"/>
                <a:gd name="connsiteX6746" fmla="*/ 1216343 w 3006089"/>
                <a:gd name="connsiteY6746" fmla="*/ 1027748 h 2297429"/>
                <a:gd name="connsiteX6747" fmla="*/ 1214438 w 3006089"/>
                <a:gd name="connsiteY6747" fmla="*/ 1025366 h 2297429"/>
                <a:gd name="connsiteX6748" fmla="*/ 1213485 w 3006089"/>
                <a:gd name="connsiteY6748" fmla="*/ 1018223 h 2297429"/>
                <a:gd name="connsiteX6749" fmla="*/ 1210627 w 3006089"/>
                <a:gd name="connsiteY6749" fmla="*/ 1010126 h 2297429"/>
                <a:gd name="connsiteX6750" fmla="*/ 1208246 w 3006089"/>
                <a:gd name="connsiteY6750" fmla="*/ 1006316 h 2297429"/>
                <a:gd name="connsiteX6751" fmla="*/ 1205389 w 3006089"/>
                <a:gd name="connsiteY6751" fmla="*/ 1003459 h 2297429"/>
                <a:gd name="connsiteX6752" fmla="*/ 1201579 w 3006089"/>
                <a:gd name="connsiteY6752" fmla="*/ 1001078 h 2297429"/>
                <a:gd name="connsiteX6753" fmla="*/ 1193959 w 3006089"/>
                <a:gd name="connsiteY6753" fmla="*/ 998696 h 2297429"/>
                <a:gd name="connsiteX6754" fmla="*/ 1188720 w 3006089"/>
                <a:gd name="connsiteY6754" fmla="*/ 997744 h 2297429"/>
                <a:gd name="connsiteX6755" fmla="*/ 1183481 w 3006089"/>
                <a:gd name="connsiteY6755" fmla="*/ 999173 h 2297429"/>
                <a:gd name="connsiteX6756" fmla="*/ 1170146 w 3006089"/>
                <a:gd name="connsiteY6756" fmla="*/ 1003935 h 2297429"/>
                <a:gd name="connsiteX6757" fmla="*/ 1166336 w 3006089"/>
                <a:gd name="connsiteY6757" fmla="*/ 1004411 h 2297429"/>
                <a:gd name="connsiteX6758" fmla="*/ 1145858 w 3006089"/>
                <a:gd name="connsiteY6758" fmla="*/ 1011555 h 2297429"/>
                <a:gd name="connsiteX6759" fmla="*/ 1134427 w 3006089"/>
                <a:gd name="connsiteY6759" fmla="*/ 1013936 h 2297429"/>
                <a:gd name="connsiteX6760" fmla="*/ 1115854 w 3006089"/>
                <a:gd name="connsiteY6760" fmla="*/ 1016318 h 2297429"/>
                <a:gd name="connsiteX6761" fmla="*/ 1114901 w 3006089"/>
                <a:gd name="connsiteY6761" fmla="*/ 1017270 h 2297429"/>
                <a:gd name="connsiteX6762" fmla="*/ 1104900 w 3006089"/>
                <a:gd name="connsiteY6762" fmla="*/ 1030129 h 2297429"/>
                <a:gd name="connsiteX6763" fmla="*/ 1102043 w 3006089"/>
                <a:gd name="connsiteY6763" fmla="*/ 1034891 h 2297429"/>
                <a:gd name="connsiteX6764" fmla="*/ 1102995 w 3006089"/>
                <a:gd name="connsiteY6764" fmla="*/ 1035844 h 2297429"/>
                <a:gd name="connsiteX6765" fmla="*/ 1113949 w 3006089"/>
                <a:gd name="connsiteY6765" fmla="*/ 1041559 h 2297429"/>
                <a:gd name="connsiteX6766" fmla="*/ 1115377 w 3006089"/>
                <a:gd name="connsiteY6766" fmla="*/ 1042988 h 2297429"/>
                <a:gd name="connsiteX6767" fmla="*/ 1117283 w 3006089"/>
                <a:gd name="connsiteY6767" fmla="*/ 1043464 h 2297429"/>
                <a:gd name="connsiteX6768" fmla="*/ 1122521 w 3006089"/>
                <a:gd name="connsiteY6768" fmla="*/ 1042511 h 2297429"/>
                <a:gd name="connsiteX6769" fmla="*/ 1125379 w 3006089"/>
                <a:gd name="connsiteY6769" fmla="*/ 1042988 h 2297429"/>
                <a:gd name="connsiteX6770" fmla="*/ 1135380 w 3006089"/>
                <a:gd name="connsiteY6770" fmla="*/ 1042511 h 2297429"/>
                <a:gd name="connsiteX6771" fmla="*/ 1137285 w 3006089"/>
                <a:gd name="connsiteY6771" fmla="*/ 1040606 h 2297429"/>
                <a:gd name="connsiteX6772" fmla="*/ 1135380 w 3006089"/>
                <a:gd name="connsiteY6772" fmla="*/ 1037749 h 2297429"/>
                <a:gd name="connsiteX6773" fmla="*/ 1134904 w 3006089"/>
                <a:gd name="connsiteY6773" fmla="*/ 1035844 h 2297429"/>
                <a:gd name="connsiteX6774" fmla="*/ 1139190 w 3006089"/>
                <a:gd name="connsiteY6774" fmla="*/ 1032986 h 2297429"/>
                <a:gd name="connsiteX6775" fmla="*/ 1143476 w 3006089"/>
                <a:gd name="connsiteY6775" fmla="*/ 1033463 h 2297429"/>
                <a:gd name="connsiteX6776" fmla="*/ 1150144 w 3006089"/>
                <a:gd name="connsiteY6776" fmla="*/ 1034891 h 2297429"/>
                <a:gd name="connsiteX6777" fmla="*/ 1155383 w 3006089"/>
                <a:gd name="connsiteY6777" fmla="*/ 1034415 h 2297429"/>
                <a:gd name="connsiteX6778" fmla="*/ 1158716 w 3006089"/>
                <a:gd name="connsiteY6778" fmla="*/ 1032034 h 2297429"/>
                <a:gd name="connsiteX6779" fmla="*/ 1162050 w 3006089"/>
                <a:gd name="connsiteY6779" fmla="*/ 1030605 h 2297429"/>
                <a:gd name="connsiteX6780" fmla="*/ 1165384 w 3006089"/>
                <a:gd name="connsiteY6780" fmla="*/ 1029653 h 2297429"/>
                <a:gd name="connsiteX6781" fmla="*/ 1167765 w 3006089"/>
                <a:gd name="connsiteY6781" fmla="*/ 1029653 h 2297429"/>
                <a:gd name="connsiteX6782" fmla="*/ 1173480 w 3006089"/>
                <a:gd name="connsiteY6782" fmla="*/ 1031558 h 2297429"/>
                <a:gd name="connsiteX6783" fmla="*/ 1174909 w 3006089"/>
                <a:gd name="connsiteY6783" fmla="*/ 1029653 h 2297429"/>
                <a:gd name="connsiteX6784" fmla="*/ 1175861 w 3006089"/>
                <a:gd name="connsiteY6784" fmla="*/ 1025366 h 2297429"/>
                <a:gd name="connsiteX6785" fmla="*/ 1178719 w 3006089"/>
                <a:gd name="connsiteY6785" fmla="*/ 1022033 h 2297429"/>
                <a:gd name="connsiteX6786" fmla="*/ 1186339 w 3006089"/>
                <a:gd name="connsiteY6786" fmla="*/ 1018699 h 2297429"/>
                <a:gd name="connsiteX6787" fmla="*/ 1193483 w 3006089"/>
                <a:gd name="connsiteY6787" fmla="*/ 1015841 h 2297429"/>
                <a:gd name="connsiteX6788" fmla="*/ 1196816 w 3006089"/>
                <a:gd name="connsiteY6788" fmla="*/ 1014889 h 2297429"/>
                <a:gd name="connsiteX6789" fmla="*/ 1202055 w 3006089"/>
                <a:gd name="connsiteY6789" fmla="*/ 1016318 h 2297429"/>
                <a:gd name="connsiteX6790" fmla="*/ 1203008 w 3006089"/>
                <a:gd name="connsiteY6790" fmla="*/ 1017270 h 2297429"/>
                <a:gd name="connsiteX6791" fmla="*/ 1202055 w 3006089"/>
                <a:gd name="connsiteY6791" fmla="*/ 1021080 h 2297429"/>
                <a:gd name="connsiteX6792" fmla="*/ 1199674 w 3006089"/>
                <a:gd name="connsiteY6792" fmla="*/ 1023938 h 2297429"/>
                <a:gd name="connsiteX6793" fmla="*/ 1197293 w 3006089"/>
                <a:gd name="connsiteY6793" fmla="*/ 1025843 h 2297429"/>
                <a:gd name="connsiteX6794" fmla="*/ 1193483 w 3006089"/>
                <a:gd name="connsiteY6794" fmla="*/ 1027748 h 2297429"/>
                <a:gd name="connsiteX6795" fmla="*/ 1190149 w 3006089"/>
                <a:gd name="connsiteY6795" fmla="*/ 1028700 h 2297429"/>
                <a:gd name="connsiteX6796" fmla="*/ 1185386 w 3006089"/>
                <a:gd name="connsiteY6796" fmla="*/ 1029176 h 2297429"/>
                <a:gd name="connsiteX6797" fmla="*/ 1180624 w 3006089"/>
                <a:gd name="connsiteY6797" fmla="*/ 1032986 h 2297429"/>
                <a:gd name="connsiteX6798" fmla="*/ 1179671 w 3006089"/>
                <a:gd name="connsiteY6798" fmla="*/ 1034891 h 2297429"/>
                <a:gd name="connsiteX6799" fmla="*/ 1179671 w 3006089"/>
                <a:gd name="connsiteY6799" fmla="*/ 1040130 h 2297429"/>
                <a:gd name="connsiteX6800" fmla="*/ 1178243 w 3006089"/>
                <a:gd name="connsiteY6800" fmla="*/ 1040606 h 2297429"/>
                <a:gd name="connsiteX6801" fmla="*/ 1175861 w 3006089"/>
                <a:gd name="connsiteY6801" fmla="*/ 1039654 h 2297429"/>
                <a:gd name="connsiteX6802" fmla="*/ 1171099 w 3006089"/>
                <a:gd name="connsiteY6802" fmla="*/ 1039178 h 2297429"/>
                <a:gd name="connsiteX6803" fmla="*/ 1169670 w 3006089"/>
                <a:gd name="connsiteY6803" fmla="*/ 1039654 h 2297429"/>
                <a:gd name="connsiteX6804" fmla="*/ 1166813 w 3006089"/>
                <a:gd name="connsiteY6804" fmla="*/ 1043464 h 2297429"/>
                <a:gd name="connsiteX6805" fmla="*/ 1165384 w 3006089"/>
                <a:gd name="connsiteY6805" fmla="*/ 1044416 h 2297429"/>
                <a:gd name="connsiteX6806" fmla="*/ 1162526 w 3006089"/>
                <a:gd name="connsiteY6806" fmla="*/ 1045369 h 2297429"/>
                <a:gd name="connsiteX6807" fmla="*/ 1160145 w 3006089"/>
                <a:gd name="connsiteY6807" fmla="*/ 1045845 h 2297429"/>
                <a:gd name="connsiteX6808" fmla="*/ 1155859 w 3006089"/>
                <a:gd name="connsiteY6808" fmla="*/ 1045845 h 2297429"/>
                <a:gd name="connsiteX6809" fmla="*/ 1152525 w 3006089"/>
                <a:gd name="connsiteY6809" fmla="*/ 1046798 h 2297429"/>
                <a:gd name="connsiteX6810" fmla="*/ 1148239 w 3006089"/>
                <a:gd name="connsiteY6810" fmla="*/ 1048703 h 2297429"/>
                <a:gd name="connsiteX6811" fmla="*/ 1144905 w 3006089"/>
                <a:gd name="connsiteY6811" fmla="*/ 1049179 h 2297429"/>
                <a:gd name="connsiteX6812" fmla="*/ 1142524 w 3006089"/>
                <a:gd name="connsiteY6812" fmla="*/ 1048703 h 2297429"/>
                <a:gd name="connsiteX6813" fmla="*/ 1133951 w 3006089"/>
                <a:gd name="connsiteY6813" fmla="*/ 1050131 h 2297429"/>
                <a:gd name="connsiteX6814" fmla="*/ 1132523 w 3006089"/>
                <a:gd name="connsiteY6814" fmla="*/ 1049655 h 2297429"/>
                <a:gd name="connsiteX6815" fmla="*/ 1132999 w 3006089"/>
                <a:gd name="connsiteY6815" fmla="*/ 1051084 h 2297429"/>
                <a:gd name="connsiteX6816" fmla="*/ 1134904 w 3006089"/>
                <a:gd name="connsiteY6816" fmla="*/ 1054418 h 2297429"/>
                <a:gd name="connsiteX6817" fmla="*/ 1133951 w 3006089"/>
                <a:gd name="connsiteY6817" fmla="*/ 1057275 h 2297429"/>
                <a:gd name="connsiteX6818" fmla="*/ 1129665 w 3006089"/>
                <a:gd name="connsiteY6818" fmla="*/ 1060133 h 2297429"/>
                <a:gd name="connsiteX6819" fmla="*/ 1127284 w 3006089"/>
                <a:gd name="connsiteY6819" fmla="*/ 1062514 h 2297429"/>
                <a:gd name="connsiteX6820" fmla="*/ 1126808 w 3006089"/>
                <a:gd name="connsiteY6820" fmla="*/ 1067753 h 2297429"/>
                <a:gd name="connsiteX6821" fmla="*/ 1127284 w 3006089"/>
                <a:gd name="connsiteY6821" fmla="*/ 1069658 h 2297429"/>
                <a:gd name="connsiteX6822" fmla="*/ 1130141 w 3006089"/>
                <a:gd name="connsiteY6822" fmla="*/ 1072991 h 2297429"/>
                <a:gd name="connsiteX6823" fmla="*/ 1133951 w 3006089"/>
                <a:gd name="connsiteY6823" fmla="*/ 1075849 h 2297429"/>
                <a:gd name="connsiteX6824" fmla="*/ 1137285 w 3006089"/>
                <a:gd name="connsiteY6824" fmla="*/ 1080135 h 2297429"/>
                <a:gd name="connsiteX6825" fmla="*/ 1137761 w 3006089"/>
                <a:gd name="connsiteY6825" fmla="*/ 1082040 h 2297429"/>
                <a:gd name="connsiteX6826" fmla="*/ 1137285 w 3006089"/>
                <a:gd name="connsiteY6826" fmla="*/ 1084898 h 2297429"/>
                <a:gd name="connsiteX6827" fmla="*/ 1137285 w 3006089"/>
                <a:gd name="connsiteY6827" fmla="*/ 1087279 h 2297429"/>
                <a:gd name="connsiteX6828" fmla="*/ 1139666 w 3006089"/>
                <a:gd name="connsiteY6828" fmla="*/ 1093470 h 2297429"/>
                <a:gd name="connsiteX6829" fmla="*/ 1142524 w 3006089"/>
                <a:gd name="connsiteY6829" fmla="*/ 1097756 h 2297429"/>
                <a:gd name="connsiteX6830" fmla="*/ 1148239 w 3006089"/>
                <a:gd name="connsiteY6830" fmla="*/ 1102043 h 2297429"/>
                <a:gd name="connsiteX6831" fmla="*/ 1149668 w 3006089"/>
                <a:gd name="connsiteY6831" fmla="*/ 1103471 h 2297429"/>
                <a:gd name="connsiteX6832" fmla="*/ 1147286 w 3006089"/>
                <a:gd name="connsiteY6832" fmla="*/ 1106329 h 2297429"/>
                <a:gd name="connsiteX6833" fmla="*/ 1148239 w 3006089"/>
                <a:gd name="connsiteY6833" fmla="*/ 1108234 h 2297429"/>
                <a:gd name="connsiteX6834" fmla="*/ 1150620 w 3006089"/>
                <a:gd name="connsiteY6834" fmla="*/ 1111091 h 2297429"/>
                <a:gd name="connsiteX6835" fmla="*/ 1153954 w 3006089"/>
                <a:gd name="connsiteY6835" fmla="*/ 1116330 h 2297429"/>
                <a:gd name="connsiteX6836" fmla="*/ 1152525 w 3006089"/>
                <a:gd name="connsiteY6836" fmla="*/ 1116330 h 2297429"/>
                <a:gd name="connsiteX6837" fmla="*/ 1148239 w 3006089"/>
                <a:gd name="connsiteY6837" fmla="*/ 1113473 h 2297429"/>
                <a:gd name="connsiteX6838" fmla="*/ 1145858 w 3006089"/>
                <a:gd name="connsiteY6838" fmla="*/ 1112520 h 2297429"/>
                <a:gd name="connsiteX6839" fmla="*/ 1145381 w 3006089"/>
                <a:gd name="connsiteY6839" fmla="*/ 1113473 h 2297429"/>
                <a:gd name="connsiteX6840" fmla="*/ 1144429 w 3006089"/>
                <a:gd name="connsiteY6840" fmla="*/ 1113473 h 2297429"/>
                <a:gd name="connsiteX6841" fmla="*/ 1143000 w 3006089"/>
                <a:gd name="connsiteY6841" fmla="*/ 1112996 h 2297429"/>
                <a:gd name="connsiteX6842" fmla="*/ 1138714 w 3006089"/>
                <a:gd name="connsiteY6842" fmla="*/ 1109186 h 2297429"/>
                <a:gd name="connsiteX6843" fmla="*/ 1135380 w 3006089"/>
                <a:gd name="connsiteY6843" fmla="*/ 1110139 h 2297429"/>
                <a:gd name="connsiteX6844" fmla="*/ 1134904 w 3006089"/>
                <a:gd name="connsiteY6844" fmla="*/ 1111568 h 2297429"/>
                <a:gd name="connsiteX6845" fmla="*/ 1134904 w 3006089"/>
                <a:gd name="connsiteY6845" fmla="*/ 1120140 h 2297429"/>
                <a:gd name="connsiteX6846" fmla="*/ 1135380 w 3006089"/>
                <a:gd name="connsiteY6846" fmla="*/ 1122521 h 2297429"/>
                <a:gd name="connsiteX6847" fmla="*/ 1135856 w 3006089"/>
                <a:gd name="connsiteY6847" fmla="*/ 1123950 h 2297429"/>
                <a:gd name="connsiteX6848" fmla="*/ 1140619 w 3006089"/>
                <a:gd name="connsiteY6848" fmla="*/ 1130618 h 2297429"/>
                <a:gd name="connsiteX6849" fmla="*/ 1150144 w 3006089"/>
                <a:gd name="connsiteY6849" fmla="*/ 1141571 h 2297429"/>
                <a:gd name="connsiteX6850" fmla="*/ 1150620 w 3006089"/>
                <a:gd name="connsiteY6850" fmla="*/ 1143000 h 2297429"/>
                <a:gd name="connsiteX6851" fmla="*/ 1149668 w 3006089"/>
                <a:gd name="connsiteY6851" fmla="*/ 1143000 h 2297429"/>
                <a:gd name="connsiteX6852" fmla="*/ 1146810 w 3006089"/>
                <a:gd name="connsiteY6852" fmla="*/ 1141095 h 2297429"/>
                <a:gd name="connsiteX6853" fmla="*/ 1143000 w 3006089"/>
                <a:gd name="connsiteY6853" fmla="*/ 1137761 h 2297429"/>
                <a:gd name="connsiteX6854" fmla="*/ 1135380 w 3006089"/>
                <a:gd name="connsiteY6854" fmla="*/ 1129665 h 2297429"/>
                <a:gd name="connsiteX6855" fmla="*/ 1133475 w 3006089"/>
                <a:gd name="connsiteY6855" fmla="*/ 1126808 h 2297429"/>
                <a:gd name="connsiteX6856" fmla="*/ 1126808 w 3006089"/>
                <a:gd name="connsiteY6856" fmla="*/ 1121093 h 2297429"/>
                <a:gd name="connsiteX6857" fmla="*/ 1125379 w 3006089"/>
                <a:gd name="connsiteY6857" fmla="*/ 1119188 h 2297429"/>
                <a:gd name="connsiteX6858" fmla="*/ 1123950 w 3006089"/>
                <a:gd name="connsiteY6858" fmla="*/ 1117759 h 2297429"/>
                <a:gd name="connsiteX6859" fmla="*/ 1122045 w 3006089"/>
                <a:gd name="connsiteY6859" fmla="*/ 1116806 h 2297429"/>
                <a:gd name="connsiteX6860" fmla="*/ 1120140 w 3006089"/>
                <a:gd name="connsiteY6860" fmla="*/ 1114901 h 2297429"/>
                <a:gd name="connsiteX6861" fmla="*/ 1118235 w 3006089"/>
                <a:gd name="connsiteY6861" fmla="*/ 1112044 h 2297429"/>
                <a:gd name="connsiteX6862" fmla="*/ 1110139 w 3006089"/>
                <a:gd name="connsiteY6862" fmla="*/ 1104900 h 2297429"/>
                <a:gd name="connsiteX6863" fmla="*/ 1108710 w 3006089"/>
                <a:gd name="connsiteY6863" fmla="*/ 1102995 h 2297429"/>
                <a:gd name="connsiteX6864" fmla="*/ 1110139 w 3006089"/>
                <a:gd name="connsiteY6864" fmla="*/ 1102995 h 2297429"/>
                <a:gd name="connsiteX6865" fmla="*/ 1113949 w 3006089"/>
                <a:gd name="connsiteY6865" fmla="*/ 1104900 h 2297429"/>
                <a:gd name="connsiteX6866" fmla="*/ 1118235 w 3006089"/>
                <a:gd name="connsiteY6866" fmla="*/ 1105376 h 2297429"/>
                <a:gd name="connsiteX6867" fmla="*/ 1122521 w 3006089"/>
                <a:gd name="connsiteY6867" fmla="*/ 1104424 h 2297429"/>
                <a:gd name="connsiteX6868" fmla="*/ 1125855 w 3006089"/>
                <a:gd name="connsiteY6868" fmla="*/ 1102995 h 2297429"/>
                <a:gd name="connsiteX6869" fmla="*/ 1127760 w 3006089"/>
                <a:gd name="connsiteY6869" fmla="*/ 1101090 h 2297429"/>
                <a:gd name="connsiteX6870" fmla="*/ 1128236 w 3006089"/>
                <a:gd name="connsiteY6870" fmla="*/ 1099185 h 2297429"/>
                <a:gd name="connsiteX6871" fmla="*/ 1127284 w 3006089"/>
                <a:gd name="connsiteY6871" fmla="*/ 1096804 h 2297429"/>
                <a:gd name="connsiteX6872" fmla="*/ 1125379 w 3006089"/>
                <a:gd name="connsiteY6872" fmla="*/ 1093946 h 2297429"/>
                <a:gd name="connsiteX6873" fmla="*/ 1112996 w 3006089"/>
                <a:gd name="connsiteY6873" fmla="*/ 1085374 h 2297429"/>
                <a:gd name="connsiteX6874" fmla="*/ 1108234 w 3006089"/>
                <a:gd name="connsiteY6874" fmla="*/ 1080611 h 2297429"/>
                <a:gd name="connsiteX6875" fmla="*/ 1104900 w 3006089"/>
                <a:gd name="connsiteY6875" fmla="*/ 1074420 h 2297429"/>
                <a:gd name="connsiteX6876" fmla="*/ 1104424 w 3006089"/>
                <a:gd name="connsiteY6876" fmla="*/ 1073944 h 2297429"/>
                <a:gd name="connsiteX6877" fmla="*/ 1102043 w 3006089"/>
                <a:gd name="connsiteY6877" fmla="*/ 1073468 h 2297429"/>
                <a:gd name="connsiteX6878" fmla="*/ 1101090 w 3006089"/>
                <a:gd name="connsiteY6878" fmla="*/ 1074896 h 2297429"/>
                <a:gd name="connsiteX6879" fmla="*/ 1097756 w 3006089"/>
                <a:gd name="connsiteY6879" fmla="*/ 1083469 h 2297429"/>
                <a:gd name="connsiteX6880" fmla="*/ 1096327 w 3006089"/>
                <a:gd name="connsiteY6880" fmla="*/ 1084421 h 2297429"/>
                <a:gd name="connsiteX6881" fmla="*/ 1094899 w 3006089"/>
                <a:gd name="connsiteY6881" fmla="*/ 1083469 h 2297429"/>
                <a:gd name="connsiteX6882" fmla="*/ 1092994 w 3006089"/>
                <a:gd name="connsiteY6882" fmla="*/ 1080135 h 2297429"/>
                <a:gd name="connsiteX6883" fmla="*/ 1092518 w 3006089"/>
                <a:gd name="connsiteY6883" fmla="*/ 1077754 h 2297429"/>
                <a:gd name="connsiteX6884" fmla="*/ 1091565 w 3006089"/>
                <a:gd name="connsiteY6884" fmla="*/ 1071563 h 2297429"/>
                <a:gd name="connsiteX6885" fmla="*/ 1090136 w 3006089"/>
                <a:gd name="connsiteY6885" fmla="*/ 1068229 h 2297429"/>
                <a:gd name="connsiteX6886" fmla="*/ 1088708 w 3006089"/>
                <a:gd name="connsiteY6886" fmla="*/ 1067276 h 2297429"/>
                <a:gd name="connsiteX6887" fmla="*/ 1083945 w 3006089"/>
                <a:gd name="connsiteY6887" fmla="*/ 1066324 h 2297429"/>
                <a:gd name="connsiteX6888" fmla="*/ 1070134 w 3006089"/>
                <a:gd name="connsiteY6888" fmla="*/ 1066324 h 2297429"/>
                <a:gd name="connsiteX6889" fmla="*/ 1068229 w 3006089"/>
                <a:gd name="connsiteY6889" fmla="*/ 1065371 h 2297429"/>
                <a:gd name="connsiteX6890" fmla="*/ 1065848 w 3006089"/>
                <a:gd name="connsiteY6890" fmla="*/ 1061561 h 2297429"/>
                <a:gd name="connsiteX6891" fmla="*/ 1063466 w 3006089"/>
                <a:gd name="connsiteY6891" fmla="*/ 1058704 h 2297429"/>
                <a:gd name="connsiteX6892" fmla="*/ 1061085 w 3006089"/>
                <a:gd name="connsiteY6892" fmla="*/ 1058228 h 2297429"/>
                <a:gd name="connsiteX6893" fmla="*/ 1060133 w 3006089"/>
                <a:gd name="connsiteY6893" fmla="*/ 1057275 h 2297429"/>
                <a:gd name="connsiteX6894" fmla="*/ 1056323 w 3006089"/>
                <a:gd name="connsiteY6894" fmla="*/ 1052036 h 2297429"/>
                <a:gd name="connsiteX6895" fmla="*/ 1055370 w 3006089"/>
                <a:gd name="connsiteY6895" fmla="*/ 1051084 h 2297429"/>
                <a:gd name="connsiteX6896" fmla="*/ 1054418 w 3006089"/>
                <a:gd name="connsiteY6896" fmla="*/ 1051084 h 2297429"/>
                <a:gd name="connsiteX6897" fmla="*/ 1050608 w 3006089"/>
                <a:gd name="connsiteY6897" fmla="*/ 1053465 h 2297429"/>
                <a:gd name="connsiteX6898" fmla="*/ 1045369 w 3006089"/>
                <a:gd name="connsiteY6898" fmla="*/ 1053465 h 2297429"/>
                <a:gd name="connsiteX6899" fmla="*/ 1030605 w 3006089"/>
                <a:gd name="connsiteY6899" fmla="*/ 1060609 h 2297429"/>
                <a:gd name="connsiteX6900" fmla="*/ 1024414 w 3006089"/>
                <a:gd name="connsiteY6900" fmla="*/ 1062990 h 2297429"/>
                <a:gd name="connsiteX6901" fmla="*/ 1021080 w 3006089"/>
                <a:gd name="connsiteY6901" fmla="*/ 1062990 h 2297429"/>
                <a:gd name="connsiteX6902" fmla="*/ 1018699 w 3006089"/>
                <a:gd name="connsiteY6902" fmla="*/ 1062514 h 2297429"/>
                <a:gd name="connsiteX6903" fmla="*/ 1017270 w 3006089"/>
                <a:gd name="connsiteY6903" fmla="*/ 1061085 h 2297429"/>
                <a:gd name="connsiteX6904" fmla="*/ 1013936 w 3006089"/>
                <a:gd name="connsiteY6904" fmla="*/ 1061561 h 2297429"/>
                <a:gd name="connsiteX6905" fmla="*/ 1008697 w 3006089"/>
                <a:gd name="connsiteY6905" fmla="*/ 1063943 h 2297429"/>
                <a:gd name="connsiteX6906" fmla="*/ 1004411 w 3006089"/>
                <a:gd name="connsiteY6906" fmla="*/ 1064895 h 2297429"/>
                <a:gd name="connsiteX6907" fmla="*/ 999649 w 3006089"/>
                <a:gd name="connsiteY6907" fmla="*/ 1064895 h 2297429"/>
                <a:gd name="connsiteX6908" fmla="*/ 986314 w 3006089"/>
                <a:gd name="connsiteY6908" fmla="*/ 1066324 h 2297429"/>
                <a:gd name="connsiteX6909" fmla="*/ 981551 w 3006089"/>
                <a:gd name="connsiteY6909" fmla="*/ 1066324 h 2297429"/>
                <a:gd name="connsiteX6910" fmla="*/ 978694 w 3006089"/>
                <a:gd name="connsiteY6910" fmla="*/ 1066800 h 2297429"/>
                <a:gd name="connsiteX6911" fmla="*/ 974408 w 3006089"/>
                <a:gd name="connsiteY6911" fmla="*/ 1068705 h 2297429"/>
                <a:gd name="connsiteX6912" fmla="*/ 972026 w 3006089"/>
                <a:gd name="connsiteY6912" fmla="*/ 1068705 h 2297429"/>
                <a:gd name="connsiteX6913" fmla="*/ 959168 w 3006089"/>
                <a:gd name="connsiteY6913" fmla="*/ 1068705 h 2297429"/>
                <a:gd name="connsiteX6914" fmla="*/ 952500 w 3006089"/>
                <a:gd name="connsiteY6914" fmla="*/ 1068229 h 2297429"/>
                <a:gd name="connsiteX6915" fmla="*/ 947738 w 3006089"/>
                <a:gd name="connsiteY6915" fmla="*/ 1067276 h 2297429"/>
                <a:gd name="connsiteX6916" fmla="*/ 932021 w 3006089"/>
                <a:gd name="connsiteY6916" fmla="*/ 1067276 h 2297429"/>
                <a:gd name="connsiteX6917" fmla="*/ 924877 w 3006089"/>
                <a:gd name="connsiteY6917" fmla="*/ 1066800 h 2297429"/>
                <a:gd name="connsiteX6918" fmla="*/ 919639 w 3006089"/>
                <a:gd name="connsiteY6918" fmla="*/ 1065848 h 2297429"/>
                <a:gd name="connsiteX6919" fmla="*/ 915352 w 3006089"/>
                <a:gd name="connsiteY6919" fmla="*/ 1065371 h 2297429"/>
                <a:gd name="connsiteX6920" fmla="*/ 912019 w 3006089"/>
                <a:gd name="connsiteY6920" fmla="*/ 1065371 h 2297429"/>
                <a:gd name="connsiteX6921" fmla="*/ 906304 w 3006089"/>
                <a:gd name="connsiteY6921" fmla="*/ 1064419 h 2297429"/>
                <a:gd name="connsiteX6922" fmla="*/ 898208 w 3006089"/>
                <a:gd name="connsiteY6922" fmla="*/ 1062038 h 2297429"/>
                <a:gd name="connsiteX6923" fmla="*/ 891540 w 3006089"/>
                <a:gd name="connsiteY6923" fmla="*/ 1061085 h 2297429"/>
                <a:gd name="connsiteX6924" fmla="*/ 886301 w 3006089"/>
                <a:gd name="connsiteY6924" fmla="*/ 1061561 h 2297429"/>
                <a:gd name="connsiteX6925" fmla="*/ 882015 w 3006089"/>
                <a:gd name="connsiteY6925" fmla="*/ 1060609 h 2297429"/>
                <a:gd name="connsiteX6926" fmla="*/ 876776 w 3006089"/>
                <a:gd name="connsiteY6926" fmla="*/ 1057751 h 2297429"/>
                <a:gd name="connsiteX6927" fmla="*/ 872014 w 3006089"/>
                <a:gd name="connsiteY6927" fmla="*/ 1055846 h 2297429"/>
                <a:gd name="connsiteX6928" fmla="*/ 872490 w 3006089"/>
                <a:gd name="connsiteY6928" fmla="*/ 1054418 h 2297429"/>
                <a:gd name="connsiteX6929" fmla="*/ 880110 w 3006089"/>
                <a:gd name="connsiteY6929" fmla="*/ 1050131 h 2297429"/>
                <a:gd name="connsiteX6930" fmla="*/ 881063 w 3006089"/>
                <a:gd name="connsiteY6930" fmla="*/ 1049179 h 2297429"/>
                <a:gd name="connsiteX6931" fmla="*/ 880586 w 3006089"/>
                <a:gd name="connsiteY6931" fmla="*/ 1045369 h 2297429"/>
                <a:gd name="connsiteX6932" fmla="*/ 881063 w 3006089"/>
                <a:gd name="connsiteY6932" fmla="*/ 1044416 h 2297429"/>
                <a:gd name="connsiteX6933" fmla="*/ 882491 w 3006089"/>
                <a:gd name="connsiteY6933" fmla="*/ 1042988 h 2297429"/>
                <a:gd name="connsiteX6934" fmla="*/ 892016 w 3006089"/>
                <a:gd name="connsiteY6934" fmla="*/ 1039178 h 2297429"/>
                <a:gd name="connsiteX6935" fmla="*/ 894874 w 3006089"/>
                <a:gd name="connsiteY6935" fmla="*/ 1034891 h 2297429"/>
                <a:gd name="connsiteX6936" fmla="*/ 911543 w 3006089"/>
                <a:gd name="connsiteY6936" fmla="*/ 1036320 h 2297429"/>
                <a:gd name="connsiteX6937" fmla="*/ 917734 w 3006089"/>
                <a:gd name="connsiteY6937" fmla="*/ 1035368 h 2297429"/>
                <a:gd name="connsiteX6938" fmla="*/ 919163 w 3006089"/>
                <a:gd name="connsiteY6938" fmla="*/ 1034415 h 2297429"/>
                <a:gd name="connsiteX6939" fmla="*/ 920115 w 3006089"/>
                <a:gd name="connsiteY6939" fmla="*/ 1032986 h 2297429"/>
                <a:gd name="connsiteX6940" fmla="*/ 922020 w 3006089"/>
                <a:gd name="connsiteY6940" fmla="*/ 1027748 h 2297429"/>
                <a:gd name="connsiteX6941" fmla="*/ 921068 w 3006089"/>
                <a:gd name="connsiteY6941" fmla="*/ 1026795 h 2297429"/>
                <a:gd name="connsiteX6942" fmla="*/ 919163 w 3006089"/>
                <a:gd name="connsiteY6942" fmla="*/ 1026795 h 2297429"/>
                <a:gd name="connsiteX6943" fmla="*/ 917734 w 3006089"/>
                <a:gd name="connsiteY6943" fmla="*/ 1025366 h 2297429"/>
                <a:gd name="connsiteX6944" fmla="*/ 917258 w 3006089"/>
                <a:gd name="connsiteY6944" fmla="*/ 1022985 h 2297429"/>
                <a:gd name="connsiteX6945" fmla="*/ 913447 w 3006089"/>
                <a:gd name="connsiteY6945" fmla="*/ 1018699 h 2297429"/>
                <a:gd name="connsiteX6946" fmla="*/ 906780 w 3006089"/>
                <a:gd name="connsiteY6946" fmla="*/ 1012508 h 2297429"/>
                <a:gd name="connsiteX6947" fmla="*/ 899636 w 3006089"/>
                <a:gd name="connsiteY6947" fmla="*/ 1007269 h 2297429"/>
                <a:gd name="connsiteX6948" fmla="*/ 886777 w 3006089"/>
                <a:gd name="connsiteY6948" fmla="*/ 1001078 h 2297429"/>
                <a:gd name="connsiteX6949" fmla="*/ 878205 w 3006089"/>
                <a:gd name="connsiteY6949" fmla="*/ 998696 h 2297429"/>
                <a:gd name="connsiteX6950" fmla="*/ 871538 w 3006089"/>
                <a:gd name="connsiteY6950" fmla="*/ 995839 h 2297429"/>
                <a:gd name="connsiteX6951" fmla="*/ 865346 w 3006089"/>
                <a:gd name="connsiteY6951" fmla="*/ 993934 h 2297429"/>
                <a:gd name="connsiteX6952" fmla="*/ 859155 w 3006089"/>
                <a:gd name="connsiteY6952" fmla="*/ 992981 h 2297429"/>
                <a:gd name="connsiteX6953" fmla="*/ 856774 w 3006089"/>
                <a:gd name="connsiteY6953" fmla="*/ 992981 h 2297429"/>
                <a:gd name="connsiteX6954" fmla="*/ 854869 w 3006089"/>
                <a:gd name="connsiteY6954" fmla="*/ 994886 h 2297429"/>
                <a:gd name="connsiteX6955" fmla="*/ 847249 w 3006089"/>
                <a:gd name="connsiteY6955" fmla="*/ 993934 h 2297429"/>
                <a:gd name="connsiteX6956" fmla="*/ 844868 w 3006089"/>
                <a:gd name="connsiteY6956" fmla="*/ 993934 h 2297429"/>
                <a:gd name="connsiteX6957" fmla="*/ 844391 w 3006089"/>
                <a:gd name="connsiteY6957" fmla="*/ 994886 h 2297429"/>
                <a:gd name="connsiteX6958" fmla="*/ 850583 w 3006089"/>
                <a:gd name="connsiteY6958" fmla="*/ 1001078 h 2297429"/>
                <a:gd name="connsiteX6959" fmla="*/ 850583 w 3006089"/>
                <a:gd name="connsiteY6959" fmla="*/ 1002030 h 2297429"/>
                <a:gd name="connsiteX6960" fmla="*/ 844868 w 3006089"/>
                <a:gd name="connsiteY6960" fmla="*/ 1001554 h 2297429"/>
                <a:gd name="connsiteX6961" fmla="*/ 841058 w 3006089"/>
                <a:gd name="connsiteY6961" fmla="*/ 1000125 h 2297429"/>
                <a:gd name="connsiteX6962" fmla="*/ 838200 w 3006089"/>
                <a:gd name="connsiteY6962" fmla="*/ 999649 h 2297429"/>
                <a:gd name="connsiteX6963" fmla="*/ 833914 w 3006089"/>
                <a:gd name="connsiteY6963" fmla="*/ 999649 h 2297429"/>
                <a:gd name="connsiteX6964" fmla="*/ 817721 w 3006089"/>
                <a:gd name="connsiteY6964" fmla="*/ 997268 h 2297429"/>
                <a:gd name="connsiteX6965" fmla="*/ 813911 w 3006089"/>
                <a:gd name="connsiteY6965" fmla="*/ 997744 h 2297429"/>
                <a:gd name="connsiteX6966" fmla="*/ 810577 w 3006089"/>
                <a:gd name="connsiteY6966" fmla="*/ 997268 h 2297429"/>
                <a:gd name="connsiteX6967" fmla="*/ 807720 w 3006089"/>
                <a:gd name="connsiteY6967" fmla="*/ 995839 h 2297429"/>
                <a:gd name="connsiteX6968" fmla="*/ 790099 w 3006089"/>
                <a:gd name="connsiteY6968" fmla="*/ 992029 h 2297429"/>
                <a:gd name="connsiteX6969" fmla="*/ 781050 w 3006089"/>
                <a:gd name="connsiteY6969" fmla="*/ 989648 h 2297429"/>
                <a:gd name="connsiteX6970" fmla="*/ 773906 w 3006089"/>
                <a:gd name="connsiteY6970" fmla="*/ 986790 h 2297429"/>
                <a:gd name="connsiteX6971" fmla="*/ 767715 w 3006089"/>
                <a:gd name="connsiteY6971" fmla="*/ 983456 h 2297429"/>
                <a:gd name="connsiteX6972" fmla="*/ 758666 w 3006089"/>
                <a:gd name="connsiteY6972" fmla="*/ 978218 h 2297429"/>
                <a:gd name="connsiteX6973" fmla="*/ 754380 w 3006089"/>
                <a:gd name="connsiteY6973" fmla="*/ 976789 h 2297429"/>
                <a:gd name="connsiteX6974" fmla="*/ 721043 w 3006089"/>
                <a:gd name="connsiteY6974" fmla="*/ 971550 h 2297429"/>
                <a:gd name="connsiteX6975" fmla="*/ 711041 w 3006089"/>
                <a:gd name="connsiteY6975" fmla="*/ 969169 h 2297429"/>
                <a:gd name="connsiteX6976" fmla="*/ 705802 w 3006089"/>
                <a:gd name="connsiteY6976" fmla="*/ 966788 h 2297429"/>
                <a:gd name="connsiteX6977" fmla="*/ 688181 w 3006089"/>
                <a:gd name="connsiteY6977" fmla="*/ 954881 h 2297429"/>
                <a:gd name="connsiteX6978" fmla="*/ 682943 w 3006089"/>
                <a:gd name="connsiteY6978" fmla="*/ 952500 h 2297429"/>
                <a:gd name="connsiteX6979" fmla="*/ 670084 w 3006089"/>
                <a:gd name="connsiteY6979" fmla="*/ 947738 h 2297429"/>
                <a:gd name="connsiteX6980" fmla="*/ 663416 w 3006089"/>
                <a:gd name="connsiteY6980" fmla="*/ 945833 h 2297429"/>
                <a:gd name="connsiteX6981" fmla="*/ 656272 w 3006089"/>
                <a:gd name="connsiteY6981" fmla="*/ 944404 h 2297429"/>
                <a:gd name="connsiteX6982" fmla="*/ 645319 w 3006089"/>
                <a:gd name="connsiteY6982" fmla="*/ 943451 h 2297429"/>
                <a:gd name="connsiteX6983" fmla="*/ 634365 w 3006089"/>
                <a:gd name="connsiteY6983" fmla="*/ 943928 h 2297429"/>
                <a:gd name="connsiteX6984" fmla="*/ 623411 w 3006089"/>
                <a:gd name="connsiteY6984" fmla="*/ 943451 h 2297429"/>
                <a:gd name="connsiteX6985" fmla="*/ 620554 w 3006089"/>
                <a:gd name="connsiteY6985" fmla="*/ 943928 h 2297429"/>
                <a:gd name="connsiteX6986" fmla="*/ 614839 w 3006089"/>
                <a:gd name="connsiteY6986" fmla="*/ 943451 h 2297429"/>
                <a:gd name="connsiteX6987" fmla="*/ 612458 w 3006089"/>
                <a:gd name="connsiteY6987" fmla="*/ 943928 h 2297429"/>
                <a:gd name="connsiteX6988" fmla="*/ 610552 w 3006089"/>
                <a:gd name="connsiteY6988" fmla="*/ 945356 h 2297429"/>
                <a:gd name="connsiteX6989" fmla="*/ 609600 w 3006089"/>
                <a:gd name="connsiteY6989" fmla="*/ 948214 h 2297429"/>
                <a:gd name="connsiteX6990" fmla="*/ 608647 w 3006089"/>
                <a:gd name="connsiteY6990" fmla="*/ 954405 h 2297429"/>
                <a:gd name="connsiteX6991" fmla="*/ 606266 w 3006089"/>
                <a:gd name="connsiteY6991" fmla="*/ 959644 h 2297429"/>
                <a:gd name="connsiteX6992" fmla="*/ 604838 w 3006089"/>
                <a:gd name="connsiteY6992" fmla="*/ 961073 h 2297429"/>
                <a:gd name="connsiteX6993" fmla="*/ 601027 w 3006089"/>
                <a:gd name="connsiteY6993" fmla="*/ 962501 h 2297429"/>
                <a:gd name="connsiteX6994" fmla="*/ 597694 w 3006089"/>
                <a:gd name="connsiteY6994" fmla="*/ 967264 h 2297429"/>
                <a:gd name="connsiteX6995" fmla="*/ 595313 w 3006089"/>
                <a:gd name="connsiteY6995" fmla="*/ 969169 h 2297429"/>
                <a:gd name="connsiteX6996" fmla="*/ 592455 w 3006089"/>
                <a:gd name="connsiteY6996" fmla="*/ 969645 h 2297429"/>
                <a:gd name="connsiteX6997" fmla="*/ 577691 w 3006089"/>
                <a:gd name="connsiteY6997" fmla="*/ 970121 h 2297429"/>
                <a:gd name="connsiteX6998" fmla="*/ 575786 w 3006089"/>
                <a:gd name="connsiteY6998" fmla="*/ 971074 h 2297429"/>
                <a:gd name="connsiteX6999" fmla="*/ 568166 w 3006089"/>
                <a:gd name="connsiteY6999" fmla="*/ 970598 h 2297429"/>
                <a:gd name="connsiteX7000" fmla="*/ 565309 w 3006089"/>
                <a:gd name="connsiteY7000" fmla="*/ 969645 h 2297429"/>
                <a:gd name="connsiteX7001" fmla="*/ 563880 w 3006089"/>
                <a:gd name="connsiteY7001" fmla="*/ 968216 h 2297429"/>
                <a:gd name="connsiteX7002" fmla="*/ 563404 w 3006089"/>
                <a:gd name="connsiteY7002" fmla="*/ 966788 h 2297429"/>
                <a:gd name="connsiteX7003" fmla="*/ 564356 w 3006089"/>
                <a:gd name="connsiteY7003" fmla="*/ 964883 h 2297429"/>
                <a:gd name="connsiteX7004" fmla="*/ 566261 w 3006089"/>
                <a:gd name="connsiteY7004" fmla="*/ 962501 h 2297429"/>
                <a:gd name="connsiteX7005" fmla="*/ 575310 w 3006089"/>
                <a:gd name="connsiteY7005" fmla="*/ 952976 h 2297429"/>
                <a:gd name="connsiteX7006" fmla="*/ 575786 w 3006089"/>
                <a:gd name="connsiteY7006" fmla="*/ 950595 h 2297429"/>
                <a:gd name="connsiteX7007" fmla="*/ 568166 w 3006089"/>
                <a:gd name="connsiteY7007" fmla="*/ 947738 h 2297429"/>
                <a:gd name="connsiteX7008" fmla="*/ 566261 w 3006089"/>
                <a:gd name="connsiteY7008" fmla="*/ 945833 h 2297429"/>
                <a:gd name="connsiteX7009" fmla="*/ 563880 w 3006089"/>
                <a:gd name="connsiteY7009" fmla="*/ 936784 h 2297429"/>
                <a:gd name="connsiteX7010" fmla="*/ 563880 w 3006089"/>
                <a:gd name="connsiteY7010" fmla="*/ 932974 h 2297429"/>
                <a:gd name="connsiteX7011" fmla="*/ 564833 w 3006089"/>
                <a:gd name="connsiteY7011" fmla="*/ 928211 h 2297429"/>
                <a:gd name="connsiteX7012" fmla="*/ 564833 w 3006089"/>
                <a:gd name="connsiteY7012" fmla="*/ 925354 h 2297429"/>
                <a:gd name="connsiteX7013" fmla="*/ 562927 w 3006089"/>
                <a:gd name="connsiteY7013" fmla="*/ 923449 h 2297429"/>
                <a:gd name="connsiteX7014" fmla="*/ 561022 w 3006089"/>
                <a:gd name="connsiteY7014" fmla="*/ 922973 h 2297429"/>
                <a:gd name="connsiteX7015" fmla="*/ 558165 w 3006089"/>
                <a:gd name="connsiteY7015" fmla="*/ 923449 h 2297429"/>
                <a:gd name="connsiteX7016" fmla="*/ 555784 w 3006089"/>
                <a:gd name="connsiteY7016" fmla="*/ 924878 h 2297429"/>
                <a:gd name="connsiteX7017" fmla="*/ 554355 w 3006089"/>
                <a:gd name="connsiteY7017" fmla="*/ 927259 h 2297429"/>
                <a:gd name="connsiteX7018" fmla="*/ 547211 w 3006089"/>
                <a:gd name="connsiteY7018" fmla="*/ 929640 h 2297429"/>
                <a:gd name="connsiteX7019" fmla="*/ 545783 w 3006089"/>
                <a:gd name="connsiteY7019" fmla="*/ 930593 h 2297429"/>
                <a:gd name="connsiteX7020" fmla="*/ 546735 w 3006089"/>
                <a:gd name="connsiteY7020" fmla="*/ 931545 h 2297429"/>
                <a:gd name="connsiteX7021" fmla="*/ 548164 w 3006089"/>
                <a:gd name="connsiteY7021" fmla="*/ 932021 h 2297429"/>
                <a:gd name="connsiteX7022" fmla="*/ 550069 w 3006089"/>
                <a:gd name="connsiteY7022" fmla="*/ 932021 h 2297429"/>
                <a:gd name="connsiteX7023" fmla="*/ 553402 w 3006089"/>
                <a:gd name="connsiteY7023" fmla="*/ 932974 h 2297429"/>
                <a:gd name="connsiteX7024" fmla="*/ 552450 w 3006089"/>
                <a:gd name="connsiteY7024" fmla="*/ 934403 h 2297429"/>
                <a:gd name="connsiteX7025" fmla="*/ 549116 w 3006089"/>
                <a:gd name="connsiteY7025" fmla="*/ 936308 h 2297429"/>
                <a:gd name="connsiteX7026" fmla="*/ 546259 w 3006089"/>
                <a:gd name="connsiteY7026" fmla="*/ 938689 h 2297429"/>
                <a:gd name="connsiteX7027" fmla="*/ 544354 w 3006089"/>
                <a:gd name="connsiteY7027" fmla="*/ 941546 h 2297429"/>
                <a:gd name="connsiteX7028" fmla="*/ 542925 w 3006089"/>
                <a:gd name="connsiteY7028" fmla="*/ 942975 h 2297429"/>
                <a:gd name="connsiteX7029" fmla="*/ 541972 w 3006089"/>
                <a:gd name="connsiteY7029" fmla="*/ 942975 h 2297429"/>
                <a:gd name="connsiteX7030" fmla="*/ 539115 w 3006089"/>
                <a:gd name="connsiteY7030" fmla="*/ 942023 h 2297429"/>
                <a:gd name="connsiteX7031" fmla="*/ 538163 w 3006089"/>
                <a:gd name="connsiteY7031" fmla="*/ 946309 h 2297429"/>
                <a:gd name="connsiteX7032" fmla="*/ 538639 w 3006089"/>
                <a:gd name="connsiteY7032" fmla="*/ 947738 h 2297429"/>
                <a:gd name="connsiteX7033" fmla="*/ 534352 w 3006089"/>
                <a:gd name="connsiteY7033" fmla="*/ 952024 h 2297429"/>
                <a:gd name="connsiteX7034" fmla="*/ 533876 w 3006089"/>
                <a:gd name="connsiteY7034" fmla="*/ 954405 h 2297429"/>
                <a:gd name="connsiteX7035" fmla="*/ 537210 w 3006089"/>
                <a:gd name="connsiteY7035" fmla="*/ 958215 h 2297429"/>
                <a:gd name="connsiteX7036" fmla="*/ 540544 w 3006089"/>
                <a:gd name="connsiteY7036" fmla="*/ 963454 h 2297429"/>
                <a:gd name="connsiteX7037" fmla="*/ 540544 w 3006089"/>
                <a:gd name="connsiteY7037" fmla="*/ 966788 h 2297429"/>
                <a:gd name="connsiteX7038" fmla="*/ 533400 w 3006089"/>
                <a:gd name="connsiteY7038" fmla="*/ 971550 h 2297429"/>
                <a:gd name="connsiteX7039" fmla="*/ 528638 w 3006089"/>
                <a:gd name="connsiteY7039" fmla="*/ 971550 h 2297429"/>
                <a:gd name="connsiteX7040" fmla="*/ 521970 w 3006089"/>
                <a:gd name="connsiteY7040" fmla="*/ 969645 h 2297429"/>
                <a:gd name="connsiteX7041" fmla="*/ 515779 w 3006089"/>
                <a:gd name="connsiteY7041" fmla="*/ 967264 h 2297429"/>
                <a:gd name="connsiteX7042" fmla="*/ 510540 w 3006089"/>
                <a:gd name="connsiteY7042" fmla="*/ 964406 h 2297429"/>
                <a:gd name="connsiteX7043" fmla="*/ 504349 w 3006089"/>
                <a:gd name="connsiteY7043" fmla="*/ 959644 h 2297429"/>
                <a:gd name="connsiteX7044" fmla="*/ 491966 w 3006089"/>
                <a:gd name="connsiteY7044" fmla="*/ 948690 h 2297429"/>
                <a:gd name="connsiteX7045" fmla="*/ 487680 w 3006089"/>
                <a:gd name="connsiteY7045" fmla="*/ 948214 h 2297429"/>
                <a:gd name="connsiteX7046" fmla="*/ 485299 w 3006089"/>
                <a:gd name="connsiteY7046" fmla="*/ 943451 h 2297429"/>
                <a:gd name="connsiteX7047" fmla="*/ 482917 w 3006089"/>
                <a:gd name="connsiteY7047" fmla="*/ 937260 h 2297429"/>
                <a:gd name="connsiteX7048" fmla="*/ 479584 w 3006089"/>
                <a:gd name="connsiteY7048" fmla="*/ 931069 h 2297429"/>
                <a:gd name="connsiteX7049" fmla="*/ 472440 w 3006089"/>
                <a:gd name="connsiteY7049" fmla="*/ 920115 h 2297429"/>
                <a:gd name="connsiteX7050" fmla="*/ 469583 w 3006089"/>
                <a:gd name="connsiteY7050" fmla="*/ 916781 h 2297429"/>
                <a:gd name="connsiteX7051" fmla="*/ 464344 w 3006089"/>
                <a:gd name="connsiteY7051" fmla="*/ 912495 h 2297429"/>
                <a:gd name="connsiteX7052" fmla="*/ 451485 w 3006089"/>
                <a:gd name="connsiteY7052" fmla="*/ 903446 h 2297429"/>
                <a:gd name="connsiteX7053" fmla="*/ 447675 w 3006089"/>
                <a:gd name="connsiteY7053" fmla="*/ 901541 h 2297429"/>
                <a:gd name="connsiteX7054" fmla="*/ 443389 w 3006089"/>
                <a:gd name="connsiteY7054" fmla="*/ 900113 h 2297429"/>
                <a:gd name="connsiteX7055" fmla="*/ 441484 w 3006089"/>
                <a:gd name="connsiteY7055" fmla="*/ 900589 h 2297429"/>
                <a:gd name="connsiteX7056" fmla="*/ 438626 w 3006089"/>
                <a:gd name="connsiteY7056" fmla="*/ 902970 h 2297429"/>
                <a:gd name="connsiteX7057" fmla="*/ 437197 w 3006089"/>
                <a:gd name="connsiteY7057" fmla="*/ 905828 h 2297429"/>
                <a:gd name="connsiteX7058" fmla="*/ 437197 w 3006089"/>
                <a:gd name="connsiteY7058" fmla="*/ 909638 h 2297429"/>
                <a:gd name="connsiteX7059" fmla="*/ 438626 w 3006089"/>
                <a:gd name="connsiteY7059" fmla="*/ 911066 h 2297429"/>
                <a:gd name="connsiteX7060" fmla="*/ 442913 w 3006089"/>
                <a:gd name="connsiteY7060" fmla="*/ 912971 h 2297429"/>
                <a:gd name="connsiteX7061" fmla="*/ 441008 w 3006089"/>
                <a:gd name="connsiteY7061" fmla="*/ 914876 h 2297429"/>
                <a:gd name="connsiteX7062" fmla="*/ 441484 w 3006089"/>
                <a:gd name="connsiteY7062" fmla="*/ 915829 h 2297429"/>
                <a:gd name="connsiteX7063" fmla="*/ 443389 w 3006089"/>
                <a:gd name="connsiteY7063" fmla="*/ 917258 h 2297429"/>
                <a:gd name="connsiteX7064" fmla="*/ 453390 w 3006089"/>
                <a:gd name="connsiteY7064" fmla="*/ 919163 h 2297429"/>
                <a:gd name="connsiteX7065" fmla="*/ 450533 w 3006089"/>
                <a:gd name="connsiteY7065" fmla="*/ 921544 h 2297429"/>
                <a:gd name="connsiteX7066" fmla="*/ 439102 w 3006089"/>
                <a:gd name="connsiteY7066" fmla="*/ 925354 h 2297429"/>
                <a:gd name="connsiteX7067" fmla="*/ 432911 w 3006089"/>
                <a:gd name="connsiteY7067" fmla="*/ 928688 h 2297429"/>
                <a:gd name="connsiteX7068" fmla="*/ 430054 w 3006089"/>
                <a:gd name="connsiteY7068" fmla="*/ 935831 h 2297429"/>
                <a:gd name="connsiteX7069" fmla="*/ 429101 w 3006089"/>
                <a:gd name="connsiteY7069" fmla="*/ 937260 h 2297429"/>
                <a:gd name="connsiteX7070" fmla="*/ 418147 w 3006089"/>
                <a:gd name="connsiteY7070" fmla="*/ 946309 h 2297429"/>
                <a:gd name="connsiteX7071" fmla="*/ 412909 w 3006089"/>
                <a:gd name="connsiteY7071" fmla="*/ 949643 h 2297429"/>
                <a:gd name="connsiteX7072" fmla="*/ 409099 w 3006089"/>
                <a:gd name="connsiteY7072" fmla="*/ 952024 h 2297429"/>
                <a:gd name="connsiteX7073" fmla="*/ 406241 w 3006089"/>
                <a:gd name="connsiteY7073" fmla="*/ 952500 h 2297429"/>
                <a:gd name="connsiteX7074" fmla="*/ 404813 w 3006089"/>
                <a:gd name="connsiteY7074" fmla="*/ 951548 h 2297429"/>
                <a:gd name="connsiteX7075" fmla="*/ 403860 w 3006089"/>
                <a:gd name="connsiteY7075" fmla="*/ 949643 h 2297429"/>
                <a:gd name="connsiteX7076" fmla="*/ 402908 w 3006089"/>
                <a:gd name="connsiteY7076" fmla="*/ 946785 h 2297429"/>
                <a:gd name="connsiteX7077" fmla="*/ 403384 w 3006089"/>
                <a:gd name="connsiteY7077" fmla="*/ 944880 h 2297429"/>
                <a:gd name="connsiteX7078" fmla="*/ 410051 w 3006089"/>
                <a:gd name="connsiteY7078" fmla="*/ 942499 h 2297429"/>
                <a:gd name="connsiteX7079" fmla="*/ 411004 w 3006089"/>
                <a:gd name="connsiteY7079" fmla="*/ 941070 h 2297429"/>
                <a:gd name="connsiteX7080" fmla="*/ 411956 w 3006089"/>
                <a:gd name="connsiteY7080" fmla="*/ 936784 h 2297429"/>
                <a:gd name="connsiteX7081" fmla="*/ 411480 w 3006089"/>
                <a:gd name="connsiteY7081" fmla="*/ 936784 h 2297429"/>
                <a:gd name="connsiteX7082" fmla="*/ 408622 w 3006089"/>
                <a:gd name="connsiteY7082" fmla="*/ 938689 h 2297429"/>
                <a:gd name="connsiteX7083" fmla="*/ 407194 w 3006089"/>
                <a:gd name="connsiteY7083" fmla="*/ 940594 h 2297429"/>
                <a:gd name="connsiteX7084" fmla="*/ 404813 w 3006089"/>
                <a:gd name="connsiteY7084" fmla="*/ 942023 h 2297429"/>
                <a:gd name="connsiteX7085" fmla="*/ 399574 w 3006089"/>
                <a:gd name="connsiteY7085" fmla="*/ 943451 h 2297429"/>
                <a:gd name="connsiteX7086" fmla="*/ 389096 w 3006089"/>
                <a:gd name="connsiteY7086" fmla="*/ 945356 h 2297429"/>
                <a:gd name="connsiteX7087" fmla="*/ 370522 w 3006089"/>
                <a:gd name="connsiteY7087" fmla="*/ 951548 h 2297429"/>
                <a:gd name="connsiteX7088" fmla="*/ 362426 w 3006089"/>
                <a:gd name="connsiteY7088" fmla="*/ 955358 h 2297429"/>
                <a:gd name="connsiteX7089" fmla="*/ 356711 w 3006089"/>
                <a:gd name="connsiteY7089" fmla="*/ 960596 h 2297429"/>
                <a:gd name="connsiteX7090" fmla="*/ 351949 w 3006089"/>
                <a:gd name="connsiteY7090" fmla="*/ 965835 h 2297429"/>
                <a:gd name="connsiteX7091" fmla="*/ 344805 w 3006089"/>
                <a:gd name="connsiteY7091" fmla="*/ 975360 h 2297429"/>
                <a:gd name="connsiteX7092" fmla="*/ 343376 w 3006089"/>
                <a:gd name="connsiteY7092" fmla="*/ 977265 h 2297429"/>
                <a:gd name="connsiteX7093" fmla="*/ 341471 w 3006089"/>
                <a:gd name="connsiteY7093" fmla="*/ 981551 h 2297429"/>
                <a:gd name="connsiteX7094" fmla="*/ 340995 w 3006089"/>
                <a:gd name="connsiteY7094" fmla="*/ 978694 h 2297429"/>
                <a:gd name="connsiteX7095" fmla="*/ 340995 w 3006089"/>
                <a:gd name="connsiteY7095" fmla="*/ 972026 h 2297429"/>
                <a:gd name="connsiteX7096" fmla="*/ 340042 w 3006089"/>
                <a:gd name="connsiteY7096" fmla="*/ 968216 h 2297429"/>
                <a:gd name="connsiteX7097" fmla="*/ 338138 w 3006089"/>
                <a:gd name="connsiteY7097" fmla="*/ 966788 h 2297429"/>
                <a:gd name="connsiteX7098" fmla="*/ 336233 w 3006089"/>
                <a:gd name="connsiteY7098" fmla="*/ 966311 h 2297429"/>
                <a:gd name="connsiteX7099" fmla="*/ 335280 w 3006089"/>
                <a:gd name="connsiteY7099" fmla="*/ 967264 h 2297429"/>
                <a:gd name="connsiteX7100" fmla="*/ 333851 w 3006089"/>
                <a:gd name="connsiteY7100" fmla="*/ 968693 h 2297429"/>
                <a:gd name="connsiteX7101" fmla="*/ 330994 w 3006089"/>
                <a:gd name="connsiteY7101" fmla="*/ 972979 h 2297429"/>
                <a:gd name="connsiteX7102" fmla="*/ 330041 w 3006089"/>
                <a:gd name="connsiteY7102" fmla="*/ 972979 h 2297429"/>
                <a:gd name="connsiteX7103" fmla="*/ 330994 w 3006089"/>
                <a:gd name="connsiteY7103" fmla="*/ 969645 h 2297429"/>
                <a:gd name="connsiteX7104" fmla="*/ 329565 w 3006089"/>
                <a:gd name="connsiteY7104" fmla="*/ 968216 h 2297429"/>
                <a:gd name="connsiteX7105" fmla="*/ 321945 w 3006089"/>
                <a:gd name="connsiteY7105" fmla="*/ 966788 h 2297429"/>
                <a:gd name="connsiteX7106" fmla="*/ 319564 w 3006089"/>
                <a:gd name="connsiteY7106" fmla="*/ 966788 h 2297429"/>
                <a:gd name="connsiteX7107" fmla="*/ 314325 w 3006089"/>
                <a:gd name="connsiteY7107" fmla="*/ 968216 h 2297429"/>
                <a:gd name="connsiteX7108" fmla="*/ 313372 w 3006089"/>
                <a:gd name="connsiteY7108" fmla="*/ 970121 h 2297429"/>
                <a:gd name="connsiteX7109" fmla="*/ 314801 w 3006089"/>
                <a:gd name="connsiteY7109" fmla="*/ 971074 h 2297429"/>
                <a:gd name="connsiteX7110" fmla="*/ 314801 w 3006089"/>
                <a:gd name="connsiteY7110" fmla="*/ 972026 h 2297429"/>
                <a:gd name="connsiteX7111" fmla="*/ 313372 w 3006089"/>
                <a:gd name="connsiteY7111" fmla="*/ 973931 h 2297429"/>
                <a:gd name="connsiteX7112" fmla="*/ 310515 w 3006089"/>
                <a:gd name="connsiteY7112" fmla="*/ 976789 h 2297429"/>
                <a:gd name="connsiteX7113" fmla="*/ 303371 w 3006089"/>
                <a:gd name="connsiteY7113" fmla="*/ 980123 h 2297429"/>
                <a:gd name="connsiteX7114" fmla="*/ 300514 w 3006089"/>
                <a:gd name="connsiteY7114" fmla="*/ 982028 h 2297429"/>
                <a:gd name="connsiteX7115" fmla="*/ 295751 w 3006089"/>
                <a:gd name="connsiteY7115" fmla="*/ 983933 h 2297429"/>
                <a:gd name="connsiteX7116" fmla="*/ 289560 w 3006089"/>
                <a:gd name="connsiteY7116" fmla="*/ 985361 h 2297429"/>
                <a:gd name="connsiteX7117" fmla="*/ 283845 w 3006089"/>
                <a:gd name="connsiteY7117" fmla="*/ 989171 h 2297429"/>
                <a:gd name="connsiteX7118" fmla="*/ 282416 w 3006089"/>
                <a:gd name="connsiteY7118" fmla="*/ 991553 h 2297429"/>
                <a:gd name="connsiteX7119" fmla="*/ 281940 w 3006089"/>
                <a:gd name="connsiteY7119" fmla="*/ 993458 h 2297429"/>
                <a:gd name="connsiteX7120" fmla="*/ 281940 w 3006089"/>
                <a:gd name="connsiteY7120" fmla="*/ 995839 h 2297429"/>
                <a:gd name="connsiteX7121" fmla="*/ 282892 w 3006089"/>
                <a:gd name="connsiteY7121" fmla="*/ 998696 h 2297429"/>
                <a:gd name="connsiteX7122" fmla="*/ 283845 w 3006089"/>
                <a:gd name="connsiteY7122" fmla="*/ 1000125 h 2297429"/>
                <a:gd name="connsiteX7123" fmla="*/ 289560 w 3006089"/>
                <a:gd name="connsiteY7123" fmla="*/ 1000601 h 2297429"/>
                <a:gd name="connsiteX7124" fmla="*/ 290036 w 3006089"/>
                <a:gd name="connsiteY7124" fmla="*/ 1001554 h 2297429"/>
                <a:gd name="connsiteX7125" fmla="*/ 288607 w 3006089"/>
                <a:gd name="connsiteY7125" fmla="*/ 1002983 h 2297429"/>
                <a:gd name="connsiteX7126" fmla="*/ 282892 w 3006089"/>
                <a:gd name="connsiteY7126" fmla="*/ 1005364 h 2297429"/>
                <a:gd name="connsiteX7127" fmla="*/ 262414 w 3006089"/>
                <a:gd name="connsiteY7127" fmla="*/ 1003459 h 2297429"/>
                <a:gd name="connsiteX7128" fmla="*/ 261461 w 3006089"/>
                <a:gd name="connsiteY7128" fmla="*/ 1004411 h 2297429"/>
                <a:gd name="connsiteX7129" fmla="*/ 261938 w 3006089"/>
                <a:gd name="connsiteY7129" fmla="*/ 1005364 h 2297429"/>
                <a:gd name="connsiteX7130" fmla="*/ 266224 w 3006089"/>
                <a:gd name="connsiteY7130" fmla="*/ 1007745 h 2297429"/>
                <a:gd name="connsiteX7131" fmla="*/ 268129 w 3006089"/>
                <a:gd name="connsiteY7131" fmla="*/ 1009650 h 2297429"/>
                <a:gd name="connsiteX7132" fmla="*/ 266224 w 3006089"/>
                <a:gd name="connsiteY7132" fmla="*/ 1010126 h 2297429"/>
                <a:gd name="connsiteX7133" fmla="*/ 260985 w 3006089"/>
                <a:gd name="connsiteY7133" fmla="*/ 1008221 h 2297429"/>
                <a:gd name="connsiteX7134" fmla="*/ 260032 w 3006089"/>
                <a:gd name="connsiteY7134" fmla="*/ 1007269 h 2297429"/>
                <a:gd name="connsiteX7135" fmla="*/ 258604 w 3006089"/>
                <a:gd name="connsiteY7135" fmla="*/ 1003935 h 2297429"/>
                <a:gd name="connsiteX7136" fmla="*/ 260032 w 3006089"/>
                <a:gd name="connsiteY7136" fmla="*/ 1001554 h 2297429"/>
                <a:gd name="connsiteX7137" fmla="*/ 265271 w 3006089"/>
                <a:gd name="connsiteY7137" fmla="*/ 996791 h 2297429"/>
                <a:gd name="connsiteX7138" fmla="*/ 270034 w 3006089"/>
                <a:gd name="connsiteY7138" fmla="*/ 992981 h 2297429"/>
                <a:gd name="connsiteX7139" fmla="*/ 274320 w 3006089"/>
                <a:gd name="connsiteY7139" fmla="*/ 988695 h 2297429"/>
                <a:gd name="connsiteX7140" fmla="*/ 279559 w 3006089"/>
                <a:gd name="connsiteY7140" fmla="*/ 982504 h 2297429"/>
                <a:gd name="connsiteX7141" fmla="*/ 283845 w 3006089"/>
                <a:gd name="connsiteY7141" fmla="*/ 979170 h 2297429"/>
                <a:gd name="connsiteX7142" fmla="*/ 290989 w 3006089"/>
                <a:gd name="connsiteY7142" fmla="*/ 978218 h 2297429"/>
                <a:gd name="connsiteX7143" fmla="*/ 296228 w 3006089"/>
                <a:gd name="connsiteY7143" fmla="*/ 976313 h 2297429"/>
                <a:gd name="connsiteX7144" fmla="*/ 300990 w 3006089"/>
                <a:gd name="connsiteY7144" fmla="*/ 972979 h 2297429"/>
                <a:gd name="connsiteX7145" fmla="*/ 303371 w 3006089"/>
                <a:gd name="connsiteY7145" fmla="*/ 970598 h 2297429"/>
                <a:gd name="connsiteX7146" fmla="*/ 308134 w 3006089"/>
                <a:gd name="connsiteY7146" fmla="*/ 963454 h 2297429"/>
                <a:gd name="connsiteX7147" fmla="*/ 310039 w 3006089"/>
                <a:gd name="connsiteY7147" fmla="*/ 962501 h 2297429"/>
                <a:gd name="connsiteX7148" fmla="*/ 312420 w 3006089"/>
                <a:gd name="connsiteY7148" fmla="*/ 961549 h 2297429"/>
                <a:gd name="connsiteX7149" fmla="*/ 325755 w 3006089"/>
                <a:gd name="connsiteY7149" fmla="*/ 959644 h 2297429"/>
                <a:gd name="connsiteX7150" fmla="*/ 331470 w 3006089"/>
                <a:gd name="connsiteY7150" fmla="*/ 958691 h 2297429"/>
                <a:gd name="connsiteX7151" fmla="*/ 334804 w 3006089"/>
                <a:gd name="connsiteY7151" fmla="*/ 957739 h 2297429"/>
                <a:gd name="connsiteX7152" fmla="*/ 343376 w 3006089"/>
                <a:gd name="connsiteY7152" fmla="*/ 956786 h 2297429"/>
                <a:gd name="connsiteX7153" fmla="*/ 347663 w 3006089"/>
                <a:gd name="connsiteY7153" fmla="*/ 955834 h 2297429"/>
                <a:gd name="connsiteX7154" fmla="*/ 351949 w 3006089"/>
                <a:gd name="connsiteY7154" fmla="*/ 953929 h 2297429"/>
                <a:gd name="connsiteX7155" fmla="*/ 360521 w 3006089"/>
                <a:gd name="connsiteY7155" fmla="*/ 948214 h 2297429"/>
                <a:gd name="connsiteX7156" fmla="*/ 388144 w 3006089"/>
                <a:gd name="connsiteY7156" fmla="*/ 934879 h 2297429"/>
                <a:gd name="connsiteX7157" fmla="*/ 391954 w 3006089"/>
                <a:gd name="connsiteY7157" fmla="*/ 930116 h 2297429"/>
                <a:gd name="connsiteX7158" fmla="*/ 391954 w 3006089"/>
                <a:gd name="connsiteY7158" fmla="*/ 928211 h 2297429"/>
                <a:gd name="connsiteX7159" fmla="*/ 387667 w 3006089"/>
                <a:gd name="connsiteY7159" fmla="*/ 924401 h 2297429"/>
                <a:gd name="connsiteX7160" fmla="*/ 385763 w 3006089"/>
                <a:gd name="connsiteY7160" fmla="*/ 922973 h 2297429"/>
                <a:gd name="connsiteX7161" fmla="*/ 383858 w 3006089"/>
                <a:gd name="connsiteY7161" fmla="*/ 922973 h 2297429"/>
                <a:gd name="connsiteX7162" fmla="*/ 378142 w 3006089"/>
                <a:gd name="connsiteY7162" fmla="*/ 928211 h 2297429"/>
                <a:gd name="connsiteX7163" fmla="*/ 376714 w 3006089"/>
                <a:gd name="connsiteY7163" fmla="*/ 929164 h 2297429"/>
                <a:gd name="connsiteX7164" fmla="*/ 373380 w 3006089"/>
                <a:gd name="connsiteY7164" fmla="*/ 928688 h 2297429"/>
                <a:gd name="connsiteX7165" fmla="*/ 369094 w 3006089"/>
                <a:gd name="connsiteY7165" fmla="*/ 929164 h 2297429"/>
                <a:gd name="connsiteX7166" fmla="*/ 365760 w 3006089"/>
                <a:gd name="connsiteY7166" fmla="*/ 928211 h 2297429"/>
                <a:gd name="connsiteX7167" fmla="*/ 361474 w 3006089"/>
                <a:gd name="connsiteY7167" fmla="*/ 926306 h 2297429"/>
                <a:gd name="connsiteX7168" fmla="*/ 358140 w 3006089"/>
                <a:gd name="connsiteY7168" fmla="*/ 925354 h 2297429"/>
                <a:gd name="connsiteX7169" fmla="*/ 352425 w 3006089"/>
                <a:gd name="connsiteY7169" fmla="*/ 926306 h 2297429"/>
                <a:gd name="connsiteX7170" fmla="*/ 343376 w 3006089"/>
                <a:gd name="connsiteY7170" fmla="*/ 931069 h 2297429"/>
                <a:gd name="connsiteX7171" fmla="*/ 340995 w 3006089"/>
                <a:gd name="connsiteY7171" fmla="*/ 932974 h 2297429"/>
                <a:gd name="connsiteX7172" fmla="*/ 339566 w 3006089"/>
                <a:gd name="connsiteY7172" fmla="*/ 935355 h 2297429"/>
                <a:gd name="connsiteX7173" fmla="*/ 336233 w 3006089"/>
                <a:gd name="connsiteY7173" fmla="*/ 939641 h 2297429"/>
                <a:gd name="connsiteX7174" fmla="*/ 333375 w 3006089"/>
                <a:gd name="connsiteY7174" fmla="*/ 940118 h 2297429"/>
                <a:gd name="connsiteX7175" fmla="*/ 330041 w 3006089"/>
                <a:gd name="connsiteY7175" fmla="*/ 938689 h 2297429"/>
                <a:gd name="connsiteX7176" fmla="*/ 325755 w 3006089"/>
                <a:gd name="connsiteY7176" fmla="*/ 939165 h 2297429"/>
                <a:gd name="connsiteX7177" fmla="*/ 320992 w 3006089"/>
                <a:gd name="connsiteY7177" fmla="*/ 941546 h 2297429"/>
                <a:gd name="connsiteX7178" fmla="*/ 309086 w 3006089"/>
                <a:gd name="connsiteY7178" fmla="*/ 949166 h 2297429"/>
                <a:gd name="connsiteX7179" fmla="*/ 301466 w 3006089"/>
                <a:gd name="connsiteY7179" fmla="*/ 952024 h 2297429"/>
                <a:gd name="connsiteX7180" fmla="*/ 299085 w 3006089"/>
                <a:gd name="connsiteY7180" fmla="*/ 952024 h 2297429"/>
                <a:gd name="connsiteX7181" fmla="*/ 295751 w 3006089"/>
                <a:gd name="connsiteY7181" fmla="*/ 949166 h 2297429"/>
                <a:gd name="connsiteX7182" fmla="*/ 290513 w 3006089"/>
                <a:gd name="connsiteY7182" fmla="*/ 950119 h 2297429"/>
                <a:gd name="connsiteX7183" fmla="*/ 288607 w 3006089"/>
                <a:gd name="connsiteY7183" fmla="*/ 950595 h 2297429"/>
                <a:gd name="connsiteX7184" fmla="*/ 287655 w 3006089"/>
                <a:gd name="connsiteY7184" fmla="*/ 952024 h 2297429"/>
                <a:gd name="connsiteX7185" fmla="*/ 287655 w 3006089"/>
                <a:gd name="connsiteY7185" fmla="*/ 952500 h 2297429"/>
                <a:gd name="connsiteX7186" fmla="*/ 290513 w 3006089"/>
                <a:gd name="connsiteY7186" fmla="*/ 952976 h 2297429"/>
                <a:gd name="connsiteX7187" fmla="*/ 292894 w 3006089"/>
                <a:gd name="connsiteY7187" fmla="*/ 953929 h 2297429"/>
                <a:gd name="connsiteX7188" fmla="*/ 293370 w 3006089"/>
                <a:gd name="connsiteY7188" fmla="*/ 954881 h 2297429"/>
                <a:gd name="connsiteX7189" fmla="*/ 291941 w 3006089"/>
                <a:gd name="connsiteY7189" fmla="*/ 955358 h 2297429"/>
                <a:gd name="connsiteX7190" fmla="*/ 289560 w 3006089"/>
                <a:gd name="connsiteY7190" fmla="*/ 955358 h 2297429"/>
                <a:gd name="connsiteX7191" fmla="*/ 279082 w 3006089"/>
                <a:gd name="connsiteY7191" fmla="*/ 954881 h 2297429"/>
                <a:gd name="connsiteX7192" fmla="*/ 276701 w 3006089"/>
                <a:gd name="connsiteY7192" fmla="*/ 956310 h 2297429"/>
                <a:gd name="connsiteX7193" fmla="*/ 272891 w 3006089"/>
                <a:gd name="connsiteY7193" fmla="*/ 963454 h 2297429"/>
                <a:gd name="connsiteX7194" fmla="*/ 270986 w 3006089"/>
                <a:gd name="connsiteY7194" fmla="*/ 965835 h 2297429"/>
                <a:gd name="connsiteX7195" fmla="*/ 268129 w 3006089"/>
                <a:gd name="connsiteY7195" fmla="*/ 968216 h 2297429"/>
                <a:gd name="connsiteX7196" fmla="*/ 263842 w 3006089"/>
                <a:gd name="connsiteY7196" fmla="*/ 969645 h 2297429"/>
                <a:gd name="connsiteX7197" fmla="*/ 257651 w 3006089"/>
                <a:gd name="connsiteY7197" fmla="*/ 970121 h 2297429"/>
                <a:gd name="connsiteX7198" fmla="*/ 250031 w 3006089"/>
                <a:gd name="connsiteY7198" fmla="*/ 972503 h 2297429"/>
                <a:gd name="connsiteX7199" fmla="*/ 241459 w 3006089"/>
                <a:gd name="connsiteY7199" fmla="*/ 976313 h 2297429"/>
                <a:gd name="connsiteX7200" fmla="*/ 233839 w 3006089"/>
                <a:gd name="connsiteY7200" fmla="*/ 979170 h 2297429"/>
                <a:gd name="connsiteX7201" fmla="*/ 234315 w 3006089"/>
                <a:gd name="connsiteY7201" fmla="*/ 977741 h 2297429"/>
                <a:gd name="connsiteX7202" fmla="*/ 239077 w 3006089"/>
                <a:gd name="connsiteY7202" fmla="*/ 971074 h 2297429"/>
                <a:gd name="connsiteX7203" fmla="*/ 241459 w 3006089"/>
                <a:gd name="connsiteY7203" fmla="*/ 968693 h 2297429"/>
                <a:gd name="connsiteX7204" fmla="*/ 243840 w 3006089"/>
                <a:gd name="connsiteY7204" fmla="*/ 963930 h 2297429"/>
                <a:gd name="connsiteX7205" fmla="*/ 243364 w 3006089"/>
                <a:gd name="connsiteY7205" fmla="*/ 962501 h 2297429"/>
                <a:gd name="connsiteX7206" fmla="*/ 237172 w 3006089"/>
                <a:gd name="connsiteY7206" fmla="*/ 960596 h 2297429"/>
                <a:gd name="connsiteX7207" fmla="*/ 235267 w 3006089"/>
                <a:gd name="connsiteY7207" fmla="*/ 958691 h 2297429"/>
                <a:gd name="connsiteX7208" fmla="*/ 233363 w 3006089"/>
                <a:gd name="connsiteY7208" fmla="*/ 955358 h 2297429"/>
                <a:gd name="connsiteX7209" fmla="*/ 231457 w 3006089"/>
                <a:gd name="connsiteY7209" fmla="*/ 953453 h 2297429"/>
                <a:gd name="connsiteX7210" fmla="*/ 225742 w 3006089"/>
                <a:gd name="connsiteY7210" fmla="*/ 952500 h 2297429"/>
                <a:gd name="connsiteX7211" fmla="*/ 224314 w 3006089"/>
                <a:gd name="connsiteY7211" fmla="*/ 953453 h 2297429"/>
                <a:gd name="connsiteX7212" fmla="*/ 223361 w 3006089"/>
                <a:gd name="connsiteY7212" fmla="*/ 955358 h 2297429"/>
                <a:gd name="connsiteX7213" fmla="*/ 222409 w 3006089"/>
                <a:gd name="connsiteY7213" fmla="*/ 959168 h 2297429"/>
                <a:gd name="connsiteX7214" fmla="*/ 222409 w 3006089"/>
                <a:gd name="connsiteY7214" fmla="*/ 960596 h 2297429"/>
                <a:gd name="connsiteX7215" fmla="*/ 223361 w 3006089"/>
                <a:gd name="connsiteY7215" fmla="*/ 964883 h 2297429"/>
                <a:gd name="connsiteX7216" fmla="*/ 221932 w 3006089"/>
                <a:gd name="connsiteY7216" fmla="*/ 965359 h 2297429"/>
                <a:gd name="connsiteX7217" fmla="*/ 209550 w 3006089"/>
                <a:gd name="connsiteY7217" fmla="*/ 964406 h 2297429"/>
                <a:gd name="connsiteX7218" fmla="*/ 199549 w 3006089"/>
                <a:gd name="connsiteY7218" fmla="*/ 965359 h 2297429"/>
                <a:gd name="connsiteX7219" fmla="*/ 197644 w 3006089"/>
                <a:gd name="connsiteY7219" fmla="*/ 966311 h 2297429"/>
                <a:gd name="connsiteX7220" fmla="*/ 196691 w 3006089"/>
                <a:gd name="connsiteY7220" fmla="*/ 967740 h 2297429"/>
                <a:gd name="connsiteX7221" fmla="*/ 195739 w 3006089"/>
                <a:gd name="connsiteY7221" fmla="*/ 973931 h 2297429"/>
                <a:gd name="connsiteX7222" fmla="*/ 194310 w 3006089"/>
                <a:gd name="connsiteY7222" fmla="*/ 974884 h 2297429"/>
                <a:gd name="connsiteX7223" fmla="*/ 187166 w 3006089"/>
                <a:gd name="connsiteY7223" fmla="*/ 972979 h 2297429"/>
                <a:gd name="connsiteX7224" fmla="*/ 183356 w 3006089"/>
                <a:gd name="connsiteY7224" fmla="*/ 975836 h 2297429"/>
                <a:gd name="connsiteX7225" fmla="*/ 180975 w 3006089"/>
                <a:gd name="connsiteY7225" fmla="*/ 974408 h 2297429"/>
                <a:gd name="connsiteX7226" fmla="*/ 173355 w 3006089"/>
                <a:gd name="connsiteY7226" fmla="*/ 986314 h 2297429"/>
                <a:gd name="connsiteX7227" fmla="*/ 175260 w 3006089"/>
                <a:gd name="connsiteY7227" fmla="*/ 988219 h 2297429"/>
                <a:gd name="connsiteX7228" fmla="*/ 179070 w 3006089"/>
                <a:gd name="connsiteY7228" fmla="*/ 990124 h 2297429"/>
                <a:gd name="connsiteX7229" fmla="*/ 182404 w 3006089"/>
                <a:gd name="connsiteY7229" fmla="*/ 991076 h 2297429"/>
                <a:gd name="connsiteX7230" fmla="*/ 184785 w 3006089"/>
                <a:gd name="connsiteY7230" fmla="*/ 991553 h 2297429"/>
                <a:gd name="connsiteX7231" fmla="*/ 184309 w 3006089"/>
                <a:gd name="connsiteY7231" fmla="*/ 992505 h 2297429"/>
                <a:gd name="connsiteX7232" fmla="*/ 180499 w 3006089"/>
                <a:gd name="connsiteY7232" fmla="*/ 992981 h 2297429"/>
                <a:gd name="connsiteX7233" fmla="*/ 174307 w 3006089"/>
                <a:gd name="connsiteY7233" fmla="*/ 992981 h 2297429"/>
                <a:gd name="connsiteX7234" fmla="*/ 172402 w 3006089"/>
                <a:gd name="connsiteY7234" fmla="*/ 993458 h 2297429"/>
                <a:gd name="connsiteX7235" fmla="*/ 171926 w 3006089"/>
                <a:gd name="connsiteY7235" fmla="*/ 994410 h 2297429"/>
                <a:gd name="connsiteX7236" fmla="*/ 173355 w 3006089"/>
                <a:gd name="connsiteY7236" fmla="*/ 997268 h 2297429"/>
                <a:gd name="connsiteX7237" fmla="*/ 173831 w 3006089"/>
                <a:gd name="connsiteY7237" fmla="*/ 997744 h 2297429"/>
                <a:gd name="connsiteX7238" fmla="*/ 181927 w 3006089"/>
                <a:gd name="connsiteY7238" fmla="*/ 999173 h 2297429"/>
                <a:gd name="connsiteX7239" fmla="*/ 189071 w 3006089"/>
                <a:gd name="connsiteY7239" fmla="*/ 1002030 h 2297429"/>
                <a:gd name="connsiteX7240" fmla="*/ 190024 w 3006089"/>
                <a:gd name="connsiteY7240" fmla="*/ 1002983 h 2297429"/>
                <a:gd name="connsiteX7241" fmla="*/ 196215 w 3006089"/>
                <a:gd name="connsiteY7241" fmla="*/ 1011079 h 2297429"/>
                <a:gd name="connsiteX7242" fmla="*/ 195263 w 3006089"/>
                <a:gd name="connsiteY7242" fmla="*/ 1011555 h 2297429"/>
                <a:gd name="connsiteX7243" fmla="*/ 191929 w 3006089"/>
                <a:gd name="connsiteY7243" fmla="*/ 1011079 h 2297429"/>
                <a:gd name="connsiteX7244" fmla="*/ 174784 w 3006089"/>
                <a:gd name="connsiteY7244" fmla="*/ 1002983 h 2297429"/>
                <a:gd name="connsiteX7245" fmla="*/ 166211 w 3006089"/>
                <a:gd name="connsiteY7245" fmla="*/ 1000125 h 2297429"/>
                <a:gd name="connsiteX7246" fmla="*/ 153352 w 3006089"/>
                <a:gd name="connsiteY7246" fmla="*/ 999173 h 2297429"/>
                <a:gd name="connsiteX7247" fmla="*/ 145732 w 3006089"/>
                <a:gd name="connsiteY7247" fmla="*/ 999649 h 2297429"/>
                <a:gd name="connsiteX7248" fmla="*/ 133826 w 3006089"/>
                <a:gd name="connsiteY7248" fmla="*/ 995839 h 2297429"/>
                <a:gd name="connsiteX7249" fmla="*/ 127159 w 3006089"/>
                <a:gd name="connsiteY7249" fmla="*/ 994886 h 2297429"/>
                <a:gd name="connsiteX7250" fmla="*/ 106204 w 3006089"/>
                <a:gd name="connsiteY7250" fmla="*/ 987266 h 2297429"/>
                <a:gd name="connsiteX7251" fmla="*/ 97631 w 3006089"/>
                <a:gd name="connsiteY7251" fmla="*/ 983933 h 2297429"/>
                <a:gd name="connsiteX7252" fmla="*/ 91916 w 3006089"/>
                <a:gd name="connsiteY7252" fmla="*/ 980123 h 2297429"/>
                <a:gd name="connsiteX7253" fmla="*/ 78581 w 3006089"/>
                <a:gd name="connsiteY7253" fmla="*/ 974408 h 2297429"/>
                <a:gd name="connsiteX7254" fmla="*/ 61913 w 3006089"/>
                <a:gd name="connsiteY7254" fmla="*/ 962501 h 2297429"/>
                <a:gd name="connsiteX7255" fmla="*/ 34766 w 3006089"/>
                <a:gd name="connsiteY7255" fmla="*/ 956310 h 2297429"/>
                <a:gd name="connsiteX7256" fmla="*/ 20002 w 3006089"/>
                <a:gd name="connsiteY7256" fmla="*/ 957263 h 2297429"/>
                <a:gd name="connsiteX7257" fmla="*/ 4763 w 3006089"/>
                <a:gd name="connsiteY7257" fmla="*/ 955358 h 2297429"/>
                <a:gd name="connsiteX7258" fmla="*/ 0 w 3006089"/>
                <a:gd name="connsiteY7258" fmla="*/ 954405 h 2297429"/>
                <a:gd name="connsiteX7259" fmla="*/ 0 w 3006089"/>
                <a:gd name="connsiteY7259" fmla="*/ 1469708 h 2297429"/>
                <a:gd name="connsiteX7260" fmla="*/ 8096 w 3006089"/>
                <a:gd name="connsiteY7260" fmla="*/ 1471613 h 2297429"/>
                <a:gd name="connsiteX7261" fmla="*/ 16192 w 3006089"/>
                <a:gd name="connsiteY7261" fmla="*/ 1473518 h 2297429"/>
                <a:gd name="connsiteX7262" fmla="*/ 18574 w 3006089"/>
                <a:gd name="connsiteY7262" fmla="*/ 1469231 h 2297429"/>
                <a:gd name="connsiteX7263" fmla="*/ 27146 w 3006089"/>
                <a:gd name="connsiteY7263" fmla="*/ 1472565 h 2297429"/>
                <a:gd name="connsiteX7264" fmla="*/ 34766 w 3006089"/>
                <a:gd name="connsiteY7264" fmla="*/ 1475423 h 2297429"/>
                <a:gd name="connsiteX7265" fmla="*/ 39529 w 3006089"/>
                <a:gd name="connsiteY7265" fmla="*/ 1472089 h 2297429"/>
                <a:gd name="connsiteX7266" fmla="*/ 44767 w 3006089"/>
                <a:gd name="connsiteY7266" fmla="*/ 1468279 h 2297429"/>
                <a:gd name="connsiteX7267" fmla="*/ 51911 w 3006089"/>
                <a:gd name="connsiteY7267" fmla="*/ 1467803 h 2297429"/>
                <a:gd name="connsiteX7268" fmla="*/ 60007 w 3006089"/>
                <a:gd name="connsiteY7268" fmla="*/ 1467326 h 2297429"/>
                <a:gd name="connsiteX7269" fmla="*/ 65246 w 3006089"/>
                <a:gd name="connsiteY7269" fmla="*/ 1467326 h 2297429"/>
                <a:gd name="connsiteX7270" fmla="*/ 65246 w 3006089"/>
                <a:gd name="connsiteY7270" fmla="*/ 1470660 h 2297429"/>
                <a:gd name="connsiteX7271" fmla="*/ 63341 w 3006089"/>
                <a:gd name="connsiteY7271" fmla="*/ 1475899 h 2297429"/>
                <a:gd name="connsiteX7272" fmla="*/ 61913 w 3006089"/>
                <a:gd name="connsiteY7272" fmla="*/ 1480185 h 2297429"/>
                <a:gd name="connsiteX7273" fmla="*/ 66675 w 3006089"/>
                <a:gd name="connsiteY7273" fmla="*/ 1484948 h 2297429"/>
                <a:gd name="connsiteX7274" fmla="*/ 72390 w 3006089"/>
                <a:gd name="connsiteY7274" fmla="*/ 1487329 h 2297429"/>
                <a:gd name="connsiteX7275" fmla="*/ 78105 w 3006089"/>
                <a:gd name="connsiteY7275" fmla="*/ 1489710 h 2297429"/>
                <a:gd name="connsiteX7276" fmla="*/ 80486 w 3006089"/>
                <a:gd name="connsiteY7276" fmla="*/ 1495901 h 2297429"/>
                <a:gd name="connsiteX7277" fmla="*/ 86677 w 3006089"/>
                <a:gd name="connsiteY7277" fmla="*/ 1500664 h 2297429"/>
                <a:gd name="connsiteX7278" fmla="*/ 91440 w 3006089"/>
                <a:gd name="connsiteY7278" fmla="*/ 1504474 h 2297429"/>
                <a:gd name="connsiteX7279" fmla="*/ 95726 w 3006089"/>
                <a:gd name="connsiteY7279" fmla="*/ 1507808 h 2297429"/>
                <a:gd name="connsiteX7280" fmla="*/ 101917 w 3006089"/>
                <a:gd name="connsiteY7280" fmla="*/ 1512570 h 2297429"/>
                <a:gd name="connsiteX7281" fmla="*/ 106204 w 3006089"/>
                <a:gd name="connsiteY7281" fmla="*/ 1515904 h 2297429"/>
                <a:gd name="connsiteX7282" fmla="*/ 111919 w 3006089"/>
                <a:gd name="connsiteY7282" fmla="*/ 1520666 h 2297429"/>
                <a:gd name="connsiteX7283" fmla="*/ 115252 w 3006089"/>
                <a:gd name="connsiteY7283" fmla="*/ 1523524 h 2297429"/>
                <a:gd name="connsiteX7284" fmla="*/ 117157 w 3006089"/>
                <a:gd name="connsiteY7284" fmla="*/ 1528763 h 2297429"/>
                <a:gd name="connsiteX7285" fmla="*/ 119063 w 3006089"/>
                <a:gd name="connsiteY7285" fmla="*/ 1534954 h 2297429"/>
                <a:gd name="connsiteX7286" fmla="*/ 117634 w 3006089"/>
                <a:gd name="connsiteY7286" fmla="*/ 1538764 h 2297429"/>
                <a:gd name="connsiteX7287" fmla="*/ 120491 w 3006089"/>
                <a:gd name="connsiteY7287" fmla="*/ 1539240 h 2297429"/>
                <a:gd name="connsiteX7288" fmla="*/ 126206 w 3006089"/>
                <a:gd name="connsiteY7288" fmla="*/ 1534954 h 2297429"/>
                <a:gd name="connsiteX7289" fmla="*/ 131445 w 3006089"/>
                <a:gd name="connsiteY7289" fmla="*/ 1532096 h 2297429"/>
                <a:gd name="connsiteX7290" fmla="*/ 137636 w 3006089"/>
                <a:gd name="connsiteY7290" fmla="*/ 1528763 h 2297429"/>
                <a:gd name="connsiteX7291" fmla="*/ 141922 w 3006089"/>
                <a:gd name="connsiteY7291" fmla="*/ 1526381 h 2297429"/>
                <a:gd name="connsiteX7292" fmla="*/ 150019 w 3006089"/>
                <a:gd name="connsiteY7292" fmla="*/ 1526381 h 2297429"/>
                <a:gd name="connsiteX7293" fmla="*/ 153829 w 3006089"/>
                <a:gd name="connsiteY7293" fmla="*/ 1520190 h 2297429"/>
                <a:gd name="connsiteX7294" fmla="*/ 153829 w 3006089"/>
                <a:gd name="connsiteY7294" fmla="*/ 1511141 h 2297429"/>
                <a:gd name="connsiteX7295" fmla="*/ 157639 w 3006089"/>
                <a:gd name="connsiteY7295" fmla="*/ 1511141 h 2297429"/>
                <a:gd name="connsiteX7296" fmla="*/ 160020 w 3006089"/>
                <a:gd name="connsiteY7296" fmla="*/ 1509713 h 2297429"/>
                <a:gd name="connsiteX7297" fmla="*/ 160972 w 3006089"/>
                <a:gd name="connsiteY7297" fmla="*/ 1506855 h 2297429"/>
                <a:gd name="connsiteX7298" fmla="*/ 158591 w 3006089"/>
                <a:gd name="connsiteY7298" fmla="*/ 1503045 h 2297429"/>
                <a:gd name="connsiteX7299" fmla="*/ 166211 w 3006089"/>
                <a:gd name="connsiteY7299" fmla="*/ 1501140 h 2297429"/>
                <a:gd name="connsiteX7300" fmla="*/ 171926 w 3006089"/>
                <a:gd name="connsiteY7300" fmla="*/ 1499711 h 2297429"/>
                <a:gd name="connsiteX7301" fmla="*/ 180022 w 3006089"/>
                <a:gd name="connsiteY7301" fmla="*/ 1496378 h 2297429"/>
                <a:gd name="connsiteX7302" fmla="*/ 187642 w 3006089"/>
                <a:gd name="connsiteY7302" fmla="*/ 1493044 h 2297429"/>
                <a:gd name="connsiteX7303" fmla="*/ 191452 w 3006089"/>
                <a:gd name="connsiteY7303" fmla="*/ 1495425 h 2297429"/>
                <a:gd name="connsiteX7304" fmla="*/ 195263 w 3006089"/>
                <a:gd name="connsiteY7304" fmla="*/ 1497806 h 2297429"/>
                <a:gd name="connsiteX7305" fmla="*/ 202406 w 3006089"/>
                <a:gd name="connsiteY7305" fmla="*/ 1503521 h 2297429"/>
                <a:gd name="connsiteX7306" fmla="*/ 202882 w 3006089"/>
                <a:gd name="connsiteY7306" fmla="*/ 1504950 h 2297429"/>
                <a:gd name="connsiteX7307" fmla="*/ 202406 w 3006089"/>
                <a:gd name="connsiteY7307" fmla="*/ 1507808 h 2297429"/>
                <a:gd name="connsiteX7308" fmla="*/ 201930 w 3006089"/>
                <a:gd name="connsiteY7308" fmla="*/ 1510665 h 2297429"/>
                <a:gd name="connsiteX7309" fmla="*/ 206216 w 3006089"/>
                <a:gd name="connsiteY7309" fmla="*/ 1518285 h 2297429"/>
                <a:gd name="connsiteX7310" fmla="*/ 207645 w 3006089"/>
                <a:gd name="connsiteY7310" fmla="*/ 1519238 h 2297429"/>
                <a:gd name="connsiteX7311" fmla="*/ 210979 w 3006089"/>
                <a:gd name="connsiteY7311" fmla="*/ 1520190 h 2297429"/>
                <a:gd name="connsiteX7312" fmla="*/ 215265 w 3006089"/>
                <a:gd name="connsiteY7312" fmla="*/ 1522571 h 2297429"/>
                <a:gd name="connsiteX7313" fmla="*/ 217170 w 3006089"/>
                <a:gd name="connsiteY7313" fmla="*/ 1524953 h 2297429"/>
                <a:gd name="connsiteX7314" fmla="*/ 223361 w 3006089"/>
                <a:gd name="connsiteY7314" fmla="*/ 1528286 h 2297429"/>
                <a:gd name="connsiteX7315" fmla="*/ 224314 w 3006089"/>
                <a:gd name="connsiteY7315" fmla="*/ 1529715 h 2297429"/>
                <a:gd name="connsiteX7316" fmla="*/ 224790 w 3006089"/>
                <a:gd name="connsiteY7316" fmla="*/ 1532096 h 2297429"/>
                <a:gd name="connsiteX7317" fmla="*/ 225742 w 3006089"/>
                <a:gd name="connsiteY7317" fmla="*/ 1534001 h 2297429"/>
                <a:gd name="connsiteX7318" fmla="*/ 226695 w 3006089"/>
                <a:gd name="connsiteY7318" fmla="*/ 1535430 h 2297429"/>
                <a:gd name="connsiteX7319" fmla="*/ 227647 w 3006089"/>
                <a:gd name="connsiteY7319" fmla="*/ 1537335 h 2297429"/>
                <a:gd name="connsiteX7320" fmla="*/ 230505 w 3006089"/>
                <a:gd name="connsiteY7320" fmla="*/ 1539716 h 2297429"/>
                <a:gd name="connsiteX7321" fmla="*/ 235744 w 3006089"/>
                <a:gd name="connsiteY7321" fmla="*/ 1542574 h 2297429"/>
                <a:gd name="connsiteX7322" fmla="*/ 239077 w 3006089"/>
                <a:gd name="connsiteY7322" fmla="*/ 1544479 h 2297429"/>
                <a:gd name="connsiteX7323" fmla="*/ 243840 w 3006089"/>
                <a:gd name="connsiteY7323" fmla="*/ 1546860 h 2297429"/>
                <a:gd name="connsiteX7324" fmla="*/ 248602 w 3006089"/>
                <a:gd name="connsiteY7324" fmla="*/ 1552099 h 2297429"/>
                <a:gd name="connsiteX7325" fmla="*/ 252889 w 3006089"/>
                <a:gd name="connsiteY7325" fmla="*/ 1556861 h 2297429"/>
                <a:gd name="connsiteX7326" fmla="*/ 257651 w 3006089"/>
                <a:gd name="connsiteY7326" fmla="*/ 1561624 h 2297429"/>
                <a:gd name="connsiteX7327" fmla="*/ 256699 w 3006089"/>
                <a:gd name="connsiteY7327" fmla="*/ 1565434 h 2297429"/>
                <a:gd name="connsiteX7328" fmla="*/ 261938 w 3006089"/>
                <a:gd name="connsiteY7328" fmla="*/ 1571149 h 2297429"/>
                <a:gd name="connsiteX7329" fmla="*/ 267176 w 3006089"/>
                <a:gd name="connsiteY7329" fmla="*/ 1578293 h 2297429"/>
                <a:gd name="connsiteX7330" fmla="*/ 270986 w 3006089"/>
                <a:gd name="connsiteY7330" fmla="*/ 1584484 h 2297429"/>
                <a:gd name="connsiteX7331" fmla="*/ 273844 w 3006089"/>
                <a:gd name="connsiteY7331" fmla="*/ 1587818 h 2297429"/>
                <a:gd name="connsiteX7332" fmla="*/ 277178 w 3006089"/>
                <a:gd name="connsiteY7332" fmla="*/ 1593056 h 2297429"/>
                <a:gd name="connsiteX7333" fmla="*/ 281464 w 3006089"/>
                <a:gd name="connsiteY7333" fmla="*/ 1599248 h 2297429"/>
                <a:gd name="connsiteX7334" fmla="*/ 286226 w 3006089"/>
                <a:gd name="connsiteY7334" fmla="*/ 1606391 h 2297429"/>
                <a:gd name="connsiteX7335" fmla="*/ 290036 w 3006089"/>
                <a:gd name="connsiteY7335" fmla="*/ 1611154 h 2297429"/>
                <a:gd name="connsiteX7336" fmla="*/ 294799 w 3006089"/>
                <a:gd name="connsiteY7336" fmla="*/ 1617345 h 2297429"/>
                <a:gd name="connsiteX7337" fmla="*/ 297180 w 3006089"/>
                <a:gd name="connsiteY7337" fmla="*/ 1621155 h 2297429"/>
                <a:gd name="connsiteX7338" fmla="*/ 295751 w 3006089"/>
                <a:gd name="connsiteY7338" fmla="*/ 1623536 h 2297429"/>
                <a:gd name="connsiteX7339" fmla="*/ 293846 w 3006089"/>
                <a:gd name="connsiteY7339" fmla="*/ 1626870 h 2297429"/>
                <a:gd name="connsiteX7340" fmla="*/ 300038 w 3006089"/>
                <a:gd name="connsiteY7340" fmla="*/ 1628299 h 2297429"/>
                <a:gd name="connsiteX7341" fmla="*/ 304324 w 3006089"/>
                <a:gd name="connsiteY7341" fmla="*/ 1629251 h 2297429"/>
                <a:gd name="connsiteX7342" fmla="*/ 303371 w 3006089"/>
                <a:gd name="connsiteY7342" fmla="*/ 1632585 h 2297429"/>
                <a:gd name="connsiteX7343" fmla="*/ 301942 w 3006089"/>
                <a:gd name="connsiteY7343" fmla="*/ 1637348 h 2297429"/>
                <a:gd name="connsiteX7344" fmla="*/ 306705 w 3006089"/>
                <a:gd name="connsiteY7344" fmla="*/ 1639253 h 2297429"/>
                <a:gd name="connsiteX7345" fmla="*/ 310039 w 3006089"/>
                <a:gd name="connsiteY7345" fmla="*/ 1640681 h 2297429"/>
                <a:gd name="connsiteX7346" fmla="*/ 309563 w 3006089"/>
                <a:gd name="connsiteY7346" fmla="*/ 1643063 h 2297429"/>
                <a:gd name="connsiteX7347" fmla="*/ 311467 w 3006089"/>
                <a:gd name="connsiteY7347" fmla="*/ 1645920 h 2297429"/>
                <a:gd name="connsiteX7348" fmla="*/ 311944 w 3006089"/>
                <a:gd name="connsiteY7348" fmla="*/ 1650683 h 2297429"/>
                <a:gd name="connsiteX7349" fmla="*/ 317659 w 3006089"/>
                <a:gd name="connsiteY7349" fmla="*/ 1650206 h 2297429"/>
                <a:gd name="connsiteX7350" fmla="*/ 320040 w 3006089"/>
                <a:gd name="connsiteY7350" fmla="*/ 1650206 h 2297429"/>
                <a:gd name="connsiteX7351" fmla="*/ 323374 w 3006089"/>
                <a:gd name="connsiteY7351" fmla="*/ 1652111 h 2297429"/>
                <a:gd name="connsiteX7352" fmla="*/ 328136 w 3006089"/>
                <a:gd name="connsiteY7352" fmla="*/ 1654969 h 2297429"/>
                <a:gd name="connsiteX7353" fmla="*/ 332899 w 3006089"/>
                <a:gd name="connsiteY7353" fmla="*/ 1657350 h 2297429"/>
                <a:gd name="connsiteX7354" fmla="*/ 336709 w 3006089"/>
                <a:gd name="connsiteY7354" fmla="*/ 1659255 h 2297429"/>
                <a:gd name="connsiteX7355" fmla="*/ 341947 w 3006089"/>
                <a:gd name="connsiteY7355" fmla="*/ 1660684 h 2297429"/>
                <a:gd name="connsiteX7356" fmla="*/ 348139 w 3006089"/>
                <a:gd name="connsiteY7356" fmla="*/ 1662589 h 2297429"/>
                <a:gd name="connsiteX7357" fmla="*/ 351472 w 3006089"/>
                <a:gd name="connsiteY7357" fmla="*/ 1666399 h 2297429"/>
                <a:gd name="connsiteX7358" fmla="*/ 357188 w 3006089"/>
                <a:gd name="connsiteY7358" fmla="*/ 1667828 h 2297429"/>
                <a:gd name="connsiteX7359" fmla="*/ 359569 w 3006089"/>
                <a:gd name="connsiteY7359" fmla="*/ 1673066 h 2297429"/>
                <a:gd name="connsiteX7360" fmla="*/ 366236 w 3006089"/>
                <a:gd name="connsiteY7360" fmla="*/ 1674971 h 2297429"/>
                <a:gd name="connsiteX7361" fmla="*/ 370046 w 3006089"/>
                <a:gd name="connsiteY7361" fmla="*/ 1673543 h 2297429"/>
                <a:gd name="connsiteX7362" fmla="*/ 371475 w 3006089"/>
                <a:gd name="connsiteY7362" fmla="*/ 1675448 h 2297429"/>
                <a:gd name="connsiteX7363" fmla="*/ 372427 w 3006089"/>
                <a:gd name="connsiteY7363" fmla="*/ 1677829 h 2297429"/>
                <a:gd name="connsiteX7364" fmla="*/ 372904 w 3006089"/>
                <a:gd name="connsiteY7364" fmla="*/ 1680686 h 2297429"/>
                <a:gd name="connsiteX7365" fmla="*/ 372427 w 3006089"/>
                <a:gd name="connsiteY7365" fmla="*/ 1683544 h 2297429"/>
                <a:gd name="connsiteX7366" fmla="*/ 372427 w 3006089"/>
                <a:gd name="connsiteY7366" fmla="*/ 1684020 h 2297429"/>
                <a:gd name="connsiteX7367" fmla="*/ 370999 w 3006089"/>
                <a:gd name="connsiteY7367" fmla="*/ 1687354 h 2297429"/>
                <a:gd name="connsiteX7368" fmla="*/ 370046 w 3006089"/>
                <a:gd name="connsiteY7368" fmla="*/ 1690211 h 2297429"/>
                <a:gd name="connsiteX7369" fmla="*/ 369570 w 3006089"/>
                <a:gd name="connsiteY7369" fmla="*/ 1693069 h 2297429"/>
                <a:gd name="connsiteX7370" fmla="*/ 369570 w 3006089"/>
                <a:gd name="connsiteY7370" fmla="*/ 1695926 h 2297429"/>
                <a:gd name="connsiteX7371" fmla="*/ 370046 w 3006089"/>
                <a:gd name="connsiteY7371" fmla="*/ 1699260 h 2297429"/>
                <a:gd name="connsiteX7372" fmla="*/ 371475 w 3006089"/>
                <a:gd name="connsiteY7372" fmla="*/ 1703546 h 2297429"/>
                <a:gd name="connsiteX7373" fmla="*/ 373380 w 3006089"/>
                <a:gd name="connsiteY7373" fmla="*/ 1708785 h 2297429"/>
                <a:gd name="connsiteX7374" fmla="*/ 372904 w 3006089"/>
                <a:gd name="connsiteY7374" fmla="*/ 1713071 h 2297429"/>
                <a:gd name="connsiteX7375" fmla="*/ 370999 w 3006089"/>
                <a:gd name="connsiteY7375" fmla="*/ 1716405 h 2297429"/>
                <a:gd name="connsiteX7376" fmla="*/ 370046 w 3006089"/>
                <a:gd name="connsiteY7376" fmla="*/ 1720691 h 2297429"/>
                <a:gd name="connsiteX7377" fmla="*/ 371475 w 3006089"/>
                <a:gd name="connsiteY7377" fmla="*/ 1723073 h 2297429"/>
                <a:gd name="connsiteX7378" fmla="*/ 373856 w 3006089"/>
                <a:gd name="connsiteY7378" fmla="*/ 1720691 h 2297429"/>
                <a:gd name="connsiteX7379" fmla="*/ 377666 w 3006089"/>
                <a:gd name="connsiteY7379" fmla="*/ 1714024 h 2297429"/>
                <a:gd name="connsiteX7380" fmla="*/ 379095 w 3006089"/>
                <a:gd name="connsiteY7380" fmla="*/ 1710690 h 2297429"/>
                <a:gd name="connsiteX7381" fmla="*/ 380047 w 3006089"/>
                <a:gd name="connsiteY7381" fmla="*/ 1705928 h 2297429"/>
                <a:gd name="connsiteX7382" fmla="*/ 380047 w 3006089"/>
                <a:gd name="connsiteY7382" fmla="*/ 1700689 h 2297429"/>
                <a:gd name="connsiteX7383" fmla="*/ 380524 w 3006089"/>
                <a:gd name="connsiteY7383" fmla="*/ 1699260 h 2297429"/>
                <a:gd name="connsiteX7384" fmla="*/ 381476 w 3006089"/>
                <a:gd name="connsiteY7384" fmla="*/ 1702118 h 2297429"/>
                <a:gd name="connsiteX7385" fmla="*/ 382429 w 3006089"/>
                <a:gd name="connsiteY7385" fmla="*/ 1704023 h 2297429"/>
                <a:gd name="connsiteX7386" fmla="*/ 383381 w 3006089"/>
                <a:gd name="connsiteY7386" fmla="*/ 1704975 h 2297429"/>
                <a:gd name="connsiteX7387" fmla="*/ 384334 w 3006089"/>
                <a:gd name="connsiteY7387" fmla="*/ 1704975 h 2297429"/>
                <a:gd name="connsiteX7388" fmla="*/ 385763 w 3006089"/>
                <a:gd name="connsiteY7388" fmla="*/ 1704023 h 2297429"/>
                <a:gd name="connsiteX7389" fmla="*/ 388144 w 3006089"/>
                <a:gd name="connsiteY7389" fmla="*/ 1703546 h 2297429"/>
                <a:gd name="connsiteX7390" fmla="*/ 380524 w 3006089"/>
                <a:gd name="connsiteY7390" fmla="*/ 1712119 h 2297429"/>
                <a:gd name="connsiteX7391" fmla="*/ 376714 w 3006089"/>
                <a:gd name="connsiteY7391" fmla="*/ 1717358 h 2297429"/>
                <a:gd name="connsiteX7392" fmla="*/ 374809 w 3006089"/>
                <a:gd name="connsiteY7392" fmla="*/ 1721168 h 2297429"/>
                <a:gd name="connsiteX7393" fmla="*/ 369570 w 3006089"/>
                <a:gd name="connsiteY7393" fmla="*/ 1730216 h 2297429"/>
                <a:gd name="connsiteX7394" fmla="*/ 368617 w 3006089"/>
                <a:gd name="connsiteY7394" fmla="*/ 1733074 h 2297429"/>
                <a:gd name="connsiteX7395" fmla="*/ 365760 w 3006089"/>
                <a:gd name="connsiteY7395" fmla="*/ 1737360 h 2297429"/>
                <a:gd name="connsiteX7396" fmla="*/ 362902 w 3006089"/>
                <a:gd name="connsiteY7396" fmla="*/ 1738789 h 2297429"/>
                <a:gd name="connsiteX7397" fmla="*/ 361474 w 3006089"/>
                <a:gd name="connsiteY7397" fmla="*/ 1740694 h 2297429"/>
                <a:gd name="connsiteX7398" fmla="*/ 360997 w 3006089"/>
                <a:gd name="connsiteY7398" fmla="*/ 1742123 h 2297429"/>
                <a:gd name="connsiteX7399" fmla="*/ 360521 w 3006089"/>
                <a:gd name="connsiteY7399" fmla="*/ 1745933 h 2297429"/>
                <a:gd name="connsiteX7400" fmla="*/ 360521 w 3006089"/>
                <a:gd name="connsiteY7400" fmla="*/ 1748790 h 2297429"/>
                <a:gd name="connsiteX7401" fmla="*/ 359092 w 3006089"/>
                <a:gd name="connsiteY7401" fmla="*/ 1751648 h 2297429"/>
                <a:gd name="connsiteX7402" fmla="*/ 360045 w 3006089"/>
                <a:gd name="connsiteY7402" fmla="*/ 1754981 h 2297429"/>
                <a:gd name="connsiteX7403" fmla="*/ 363855 w 3006089"/>
                <a:gd name="connsiteY7403" fmla="*/ 1758791 h 2297429"/>
                <a:gd name="connsiteX7404" fmla="*/ 370999 w 3006089"/>
                <a:gd name="connsiteY7404" fmla="*/ 1763078 h 2297429"/>
                <a:gd name="connsiteX7405" fmla="*/ 377190 w 3006089"/>
                <a:gd name="connsiteY7405" fmla="*/ 1761173 h 2297429"/>
                <a:gd name="connsiteX7406" fmla="*/ 380524 w 3006089"/>
                <a:gd name="connsiteY7406" fmla="*/ 1760696 h 2297429"/>
                <a:gd name="connsiteX7407" fmla="*/ 386239 w 3006089"/>
                <a:gd name="connsiteY7407" fmla="*/ 1761173 h 2297429"/>
                <a:gd name="connsiteX7408" fmla="*/ 380524 w 3006089"/>
                <a:gd name="connsiteY7408" fmla="*/ 1764030 h 2297429"/>
                <a:gd name="connsiteX7409" fmla="*/ 371951 w 3006089"/>
                <a:gd name="connsiteY7409" fmla="*/ 1765459 h 2297429"/>
                <a:gd name="connsiteX7410" fmla="*/ 371475 w 3006089"/>
                <a:gd name="connsiteY7410" fmla="*/ 1766888 h 2297429"/>
                <a:gd name="connsiteX7411" fmla="*/ 370522 w 3006089"/>
                <a:gd name="connsiteY7411" fmla="*/ 1773079 h 2297429"/>
                <a:gd name="connsiteX7412" fmla="*/ 365760 w 3006089"/>
                <a:gd name="connsiteY7412" fmla="*/ 1778318 h 2297429"/>
                <a:gd name="connsiteX7413" fmla="*/ 362426 w 3006089"/>
                <a:gd name="connsiteY7413" fmla="*/ 1784985 h 2297429"/>
                <a:gd name="connsiteX7414" fmla="*/ 364808 w 3006089"/>
                <a:gd name="connsiteY7414" fmla="*/ 1788319 h 2297429"/>
                <a:gd name="connsiteX7415" fmla="*/ 370999 w 3006089"/>
                <a:gd name="connsiteY7415" fmla="*/ 1792129 h 2297429"/>
                <a:gd name="connsiteX7416" fmla="*/ 376714 w 3006089"/>
                <a:gd name="connsiteY7416" fmla="*/ 1793081 h 2297429"/>
                <a:gd name="connsiteX7417" fmla="*/ 379571 w 3006089"/>
                <a:gd name="connsiteY7417" fmla="*/ 1799273 h 2297429"/>
                <a:gd name="connsiteX7418" fmla="*/ 384334 w 3006089"/>
                <a:gd name="connsiteY7418" fmla="*/ 1803083 h 2297429"/>
                <a:gd name="connsiteX7419" fmla="*/ 388620 w 3006089"/>
                <a:gd name="connsiteY7419" fmla="*/ 1806893 h 2297429"/>
                <a:gd name="connsiteX7420" fmla="*/ 391954 w 3006089"/>
                <a:gd name="connsiteY7420" fmla="*/ 1802606 h 2297429"/>
                <a:gd name="connsiteX7421" fmla="*/ 398145 w 3006089"/>
                <a:gd name="connsiteY7421" fmla="*/ 1800701 h 2297429"/>
                <a:gd name="connsiteX7422" fmla="*/ 399097 w 3006089"/>
                <a:gd name="connsiteY7422" fmla="*/ 1799749 h 2297429"/>
                <a:gd name="connsiteX7423" fmla="*/ 399574 w 3006089"/>
                <a:gd name="connsiteY7423" fmla="*/ 1796891 h 2297429"/>
                <a:gd name="connsiteX7424" fmla="*/ 400050 w 3006089"/>
                <a:gd name="connsiteY7424" fmla="*/ 1792605 h 2297429"/>
                <a:gd name="connsiteX7425" fmla="*/ 401002 w 3006089"/>
                <a:gd name="connsiteY7425" fmla="*/ 1789748 h 2297429"/>
                <a:gd name="connsiteX7426" fmla="*/ 406241 w 3006089"/>
                <a:gd name="connsiteY7426" fmla="*/ 1783556 h 2297429"/>
                <a:gd name="connsiteX7427" fmla="*/ 407670 w 3006089"/>
                <a:gd name="connsiteY7427" fmla="*/ 1782604 h 2297429"/>
                <a:gd name="connsiteX7428" fmla="*/ 409575 w 3006089"/>
                <a:gd name="connsiteY7428" fmla="*/ 1780699 h 2297429"/>
                <a:gd name="connsiteX7429" fmla="*/ 410051 w 3006089"/>
                <a:gd name="connsiteY7429" fmla="*/ 1780699 h 2297429"/>
                <a:gd name="connsiteX7430" fmla="*/ 410527 w 3006089"/>
                <a:gd name="connsiteY7430" fmla="*/ 1781651 h 2297429"/>
                <a:gd name="connsiteX7431" fmla="*/ 411956 w 3006089"/>
                <a:gd name="connsiteY7431" fmla="*/ 1781175 h 2297429"/>
                <a:gd name="connsiteX7432" fmla="*/ 418147 w 3006089"/>
                <a:gd name="connsiteY7432" fmla="*/ 1776889 h 2297429"/>
                <a:gd name="connsiteX7433" fmla="*/ 420052 w 3006089"/>
                <a:gd name="connsiteY7433" fmla="*/ 1776889 h 2297429"/>
                <a:gd name="connsiteX7434" fmla="*/ 423863 w 3006089"/>
                <a:gd name="connsiteY7434" fmla="*/ 1779746 h 2297429"/>
                <a:gd name="connsiteX7435" fmla="*/ 422910 w 3006089"/>
                <a:gd name="connsiteY7435" fmla="*/ 1780223 h 2297429"/>
                <a:gd name="connsiteX7436" fmla="*/ 419576 w 3006089"/>
                <a:gd name="connsiteY7436" fmla="*/ 1780699 h 2297429"/>
                <a:gd name="connsiteX7437" fmla="*/ 417671 w 3006089"/>
                <a:gd name="connsiteY7437" fmla="*/ 1781651 h 2297429"/>
                <a:gd name="connsiteX7438" fmla="*/ 416719 w 3006089"/>
                <a:gd name="connsiteY7438" fmla="*/ 1783080 h 2297429"/>
                <a:gd name="connsiteX7439" fmla="*/ 416242 w 3006089"/>
                <a:gd name="connsiteY7439" fmla="*/ 1784509 h 2297429"/>
                <a:gd name="connsiteX7440" fmla="*/ 416242 w 3006089"/>
                <a:gd name="connsiteY7440" fmla="*/ 1786414 h 2297429"/>
                <a:gd name="connsiteX7441" fmla="*/ 416719 w 3006089"/>
                <a:gd name="connsiteY7441" fmla="*/ 1788795 h 2297429"/>
                <a:gd name="connsiteX7442" fmla="*/ 419100 w 3006089"/>
                <a:gd name="connsiteY7442" fmla="*/ 1793558 h 2297429"/>
                <a:gd name="connsiteX7443" fmla="*/ 421481 w 3006089"/>
                <a:gd name="connsiteY7443" fmla="*/ 1795939 h 2297429"/>
                <a:gd name="connsiteX7444" fmla="*/ 424339 w 3006089"/>
                <a:gd name="connsiteY7444" fmla="*/ 1797368 h 2297429"/>
                <a:gd name="connsiteX7445" fmla="*/ 425767 w 3006089"/>
                <a:gd name="connsiteY7445" fmla="*/ 1797844 h 2297429"/>
                <a:gd name="connsiteX7446" fmla="*/ 429101 w 3006089"/>
                <a:gd name="connsiteY7446" fmla="*/ 1796891 h 2297429"/>
                <a:gd name="connsiteX7447" fmla="*/ 434816 w 3006089"/>
                <a:gd name="connsiteY7447" fmla="*/ 1797368 h 2297429"/>
                <a:gd name="connsiteX7448" fmla="*/ 438150 w 3006089"/>
                <a:gd name="connsiteY7448" fmla="*/ 1799273 h 2297429"/>
                <a:gd name="connsiteX7449" fmla="*/ 443865 w 3006089"/>
                <a:gd name="connsiteY7449" fmla="*/ 1804511 h 2297429"/>
                <a:gd name="connsiteX7450" fmla="*/ 444817 w 3006089"/>
                <a:gd name="connsiteY7450" fmla="*/ 1806893 h 2297429"/>
                <a:gd name="connsiteX7451" fmla="*/ 440055 w 3006089"/>
                <a:gd name="connsiteY7451" fmla="*/ 1805464 h 2297429"/>
                <a:gd name="connsiteX7452" fmla="*/ 438150 w 3006089"/>
                <a:gd name="connsiteY7452" fmla="*/ 1803083 h 2297429"/>
                <a:gd name="connsiteX7453" fmla="*/ 432911 w 3006089"/>
                <a:gd name="connsiteY7453" fmla="*/ 1801178 h 2297429"/>
                <a:gd name="connsiteX7454" fmla="*/ 430530 w 3006089"/>
                <a:gd name="connsiteY7454" fmla="*/ 1801178 h 2297429"/>
                <a:gd name="connsiteX7455" fmla="*/ 426244 w 3006089"/>
                <a:gd name="connsiteY7455" fmla="*/ 1803559 h 2297429"/>
                <a:gd name="connsiteX7456" fmla="*/ 423863 w 3006089"/>
                <a:gd name="connsiteY7456" fmla="*/ 1803083 h 2297429"/>
                <a:gd name="connsiteX7457" fmla="*/ 413861 w 3006089"/>
                <a:gd name="connsiteY7457" fmla="*/ 1797368 h 2297429"/>
                <a:gd name="connsiteX7458" fmla="*/ 411480 w 3006089"/>
                <a:gd name="connsiteY7458" fmla="*/ 1796891 h 2297429"/>
                <a:gd name="connsiteX7459" fmla="*/ 413385 w 3006089"/>
                <a:gd name="connsiteY7459" fmla="*/ 1792129 h 2297429"/>
                <a:gd name="connsiteX7460" fmla="*/ 413385 w 3006089"/>
                <a:gd name="connsiteY7460" fmla="*/ 1790224 h 2297429"/>
                <a:gd name="connsiteX7461" fmla="*/ 410527 w 3006089"/>
                <a:gd name="connsiteY7461" fmla="*/ 1789748 h 2297429"/>
                <a:gd name="connsiteX7462" fmla="*/ 407670 w 3006089"/>
                <a:gd name="connsiteY7462" fmla="*/ 1790700 h 2297429"/>
                <a:gd name="connsiteX7463" fmla="*/ 404336 w 3006089"/>
                <a:gd name="connsiteY7463" fmla="*/ 1793081 h 2297429"/>
                <a:gd name="connsiteX7464" fmla="*/ 402431 w 3006089"/>
                <a:gd name="connsiteY7464" fmla="*/ 1797844 h 2297429"/>
                <a:gd name="connsiteX7465" fmla="*/ 403860 w 3006089"/>
                <a:gd name="connsiteY7465" fmla="*/ 1802130 h 2297429"/>
                <a:gd name="connsiteX7466" fmla="*/ 405289 w 3006089"/>
                <a:gd name="connsiteY7466" fmla="*/ 1805464 h 2297429"/>
                <a:gd name="connsiteX7467" fmla="*/ 412433 w 3006089"/>
                <a:gd name="connsiteY7467" fmla="*/ 1807369 h 2297429"/>
                <a:gd name="connsiteX7468" fmla="*/ 419576 w 3006089"/>
                <a:gd name="connsiteY7468" fmla="*/ 1811179 h 2297429"/>
                <a:gd name="connsiteX7469" fmla="*/ 423863 w 3006089"/>
                <a:gd name="connsiteY7469" fmla="*/ 1815941 h 2297429"/>
                <a:gd name="connsiteX7470" fmla="*/ 426244 w 3006089"/>
                <a:gd name="connsiteY7470" fmla="*/ 1827848 h 2297429"/>
                <a:gd name="connsiteX7471" fmla="*/ 429101 w 3006089"/>
                <a:gd name="connsiteY7471" fmla="*/ 1830229 h 2297429"/>
                <a:gd name="connsiteX7472" fmla="*/ 438150 w 3006089"/>
                <a:gd name="connsiteY7472" fmla="*/ 1826419 h 2297429"/>
                <a:gd name="connsiteX7473" fmla="*/ 440055 w 3006089"/>
                <a:gd name="connsiteY7473" fmla="*/ 1826419 h 2297429"/>
                <a:gd name="connsiteX7474" fmla="*/ 438150 w 3006089"/>
                <a:gd name="connsiteY7474" fmla="*/ 1828800 h 2297429"/>
                <a:gd name="connsiteX7475" fmla="*/ 437197 w 3006089"/>
                <a:gd name="connsiteY7475" fmla="*/ 1831181 h 2297429"/>
                <a:gd name="connsiteX7476" fmla="*/ 434816 w 3006089"/>
                <a:gd name="connsiteY7476" fmla="*/ 1839278 h 2297429"/>
                <a:gd name="connsiteX7477" fmla="*/ 431959 w 3006089"/>
                <a:gd name="connsiteY7477" fmla="*/ 1847850 h 2297429"/>
                <a:gd name="connsiteX7478" fmla="*/ 431959 w 3006089"/>
                <a:gd name="connsiteY7478" fmla="*/ 1851184 h 2297429"/>
                <a:gd name="connsiteX7479" fmla="*/ 432911 w 3006089"/>
                <a:gd name="connsiteY7479" fmla="*/ 1850708 h 2297429"/>
                <a:gd name="connsiteX7480" fmla="*/ 434816 w 3006089"/>
                <a:gd name="connsiteY7480" fmla="*/ 1848803 h 2297429"/>
                <a:gd name="connsiteX7481" fmla="*/ 439579 w 3006089"/>
                <a:gd name="connsiteY7481" fmla="*/ 1843088 h 2297429"/>
                <a:gd name="connsiteX7482" fmla="*/ 442913 w 3006089"/>
                <a:gd name="connsiteY7482" fmla="*/ 1842135 h 2297429"/>
                <a:gd name="connsiteX7483" fmla="*/ 442913 w 3006089"/>
                <a:gd name="connsiteY7483" fmla="*/ 1842611 h 2297429"/>
                <a:gd name="connsiteX7484" fmla="*/ 440055 w 3006089"/>
                <a:gd name="connsiteY7484" fmla="*/ 1844993 h 2297429"/>
                <a:gd name="connsiteX7485" fmla="*/ 439102 w 3006089"/>
                <a:gd name="connsiteY7485" fmla="*/ 1846898 h 2297429"/>
                <a:gd name="connsiteX7486" fmla="*/ 438626 w 3006089"/>
                <a:gd name="connsiteY7486" fmla="*/ 1847850 h 2297429"/>
                <a:gd name="connsiteX7487" fmla="*/ 439579 w 3006089"/>
                <a:gd name="connsiteY7487" fmla="*/ 1851660 h 2297429"/>
                <a:gd name="connsiteX7488" fmla="*/ 439102 w 3006089"/>
                <a:gd name="connsiteY7488" fmla="*/ 1852613 h 2297429"/>
                <a:gd name="connsiteX7489" fmla="*/ 428149 w 3006089"/>
                <a:gd name="connsiteY7489" fmla="*/ 1859756 h 2297429"/>
                <a:gd name="connsiteX7490" fmla="*/ 433864 w 3006089"/>
                <a:gd name="connsiteY7490" fmla="*/ 1866900 h 2297429"/>
                <a:gd name="connsiteX7491" fmla="*/ 437197 w 3006089"/>
                <a:gd name="connsiteY7491" fmla="*/ 1876425 h 2297429"/>
                <a:gd name="connsiteX7492" fmla="*/ 441008 w 3006089"/>
                <a:gd name="connsiteY7492" fmla="*/ 1869281 h 2297429"/>
                <a:gd name="connsiteX7493" fmla="*/ 444341 w 3006089"/>
                <a:gd name="connsiteY7493" fmla="*/ 1860233 h 2297429"/>
                <a:gd name="connsiteX7494" fmla="*/ 446722 w 3006089"/>
                <a:gd name="connsiteY7494" fmla="*/ 1855470 h 2297429"/>
                <a:gd name="connsiteX7495" fmla="*/ 448151 w 3006089"/>
                <a:gd name="connsiteY7495" fmla="*/ 1853565 h 2297429"/>
                <a:gd name="connsiteX7496" fmla="*/ 451009 w 3006089"/>
                <a:gd name="connsiteY7496" fmla="*/ 1852136 h 2297429"/>
                <a:gd name="connsiteX7497" fmla="*/ 456247 w 3006089"/>
                <a:gd name="connsiteY7497" fmla="*/ 1851184 h 2297429"/>
                <a:gd name="connsiteX7498" fmla="*/ 457676 w 3006089"/>
                <a:gd name="connsiteY7498" fmla="*/ 1850231 h 2297429"/>
                <a:gd name="connsiteX7499" fmla="*/ 471488 w 3006089"/>
                <a:gd name="connsiteY7499" fmla="*/ 1837849 h 2297429"/>
                <a:gd name="connsiteX7500" fmla="*/ 472916 w 3006089"/>
                <a:gd name="connsiteY7500" fmla="*/ 1836896 h 2297429"/>
                <a:gd name="connsiteX7501" fmla="*/ 473869 w 3006089"/>
                <a:gd name="connsiteY7501" fmla="*/ 1835468 h 2297429"/>
                <a:gd name="connsiteX7502" fmla="*/ 474821 w 3006089"/>
                <a:gd name="connsiteY7502" fmla="*/ 1833563 h 2297429"/>
                <a:gd name="connsiteX7503" fmla="*/ 474821 w 3006089"/>
                <a:gd name="connsiteY7503" fmla="*/ 1832134 h 2297429"/>
                <a:gd name="connsiteX7504" fmla="*/ 474345 w 3006089"/>
                <a:gd name="connsiteY7504" fmla="*/ 1828324 h 2297429"/>
                <a:gd name="connsiteX7505" fmla="*/ 474821 w 3006089"/>
                <a:gd name="connsiteY7505" fmla="*/ 1828324 h 2297429"/>
                <a:gd name="connsiteX7506" fmla="*/ 476250 w 3006089"/>
                <a:gd name="connsiteY7506" fmla="*/ 1831181 h 2297429"/>
                <a:gd name="connsiteX7507" fmla="*/ 476726 w 3006089"/>
                <a:gd name="connsiteY7507" fmla="*/ 1832610 h 2297429"/>
                <a:gd name="connsiteX7508" fmla="*/ 476726 w 3006089"/>
                <a:gd name="connsiteY7508" fmla="*/ 1834039 h 2297429"/>
                <a:gd name="connsiteX7509" fmla="*/ 475297 w 3006089"/>
                <a:gd name="connsiteY7509" fmla="*/ 1836896 h 2297429"/>
                <a:gd name="connsiteX7510" fmla="*/ 468630 w 3006089"/>
                <a:gd name="connsiteY7510" fmla="*/ 1842135 h 2297429"/>
                <a:gd name="connsiteX7511" fmla="*/ 467677 w 3006089"/>
                <a:gd name="connsiteY7511" fmla="*/ 1844040 h 2297429"/>
                <a:gd name="connsiteX7512" fmla="*/ 468154 w 3006089"/>
                <a:gd name="connsiteY7512" fmla="*/ 1845945 h 2297429"/>
                <a:gd name="connsiteX7513" fmla="*/ 469106 w 3006089"/>
                <a:gd name="connsiteY7513" fmla="*/ 1848803 h 2297429"/>
                <a:gd name="connsiteX7514" fmla="*/ 470059 w 3006089"/>
                <a:gd name="connsiteY7514" fmla="*/ 1849755 h 2297429"/>
                <a:gd name="connsiteX7515" fmla="*/ 476250 w 3006089"/>
                <a:gd name="connsiteY7515" fmla="*/ 1852613 h 2297429"/>
                <a:gd name="connsiteX7516" fmla="*/ 477679 w 3006089"/>
                <a:gd name="connsiteY7516" fmla="*/ 1854518 h 2297429"/>
                <a:gd name="connsiteX7517" fmla="*/ 477679 w 3006089"/>
                <a:gd name="connsiteY7517" fmla="*/ 1856423 h 2297429"/>
                <a:gd name="connsiteX7518" fmla="*/ 482441 w 3006089"/>
                <a:gd name="connsiteY7518" fmla="*/ 1861661 h 2297429"/>
                <a:gd name="connsiteX7519" fmla="*/ 483870 w 3006089"/>
                <a:gd name="connsiteY7519" fmla="*/ 1864043 h 2297429"/>
                <a:gd name="connsiteX7520" fmla="*/ 482917 w 3006089"/>
                <a:gd name="connsiteY7520" fmla="*/ 1864043 h 2297429"/>
                <a:gd name="connsiteX7521" fmla="*/ 480060 w 3006089"/>
                <a:gd name="connsiteY7521" fmla="*/ 1861185 h 2297429"/>
                <a:gd name="connsiteX7522" fmla="*/ 477679 w 3006089"/>
                <a:gd name="connsiteY7522" fmla="*/ 1858328 h 2297429"/>
                <a:gd name="connsiteX7523" fmla="*/ 475774 w 3006089"/>
                <a:gd name="connsiteY7523" fmla="*/ 1855470 h 2297429"/>
                <a:gd name="connsiteX7524" fmla="*/ 474345 w 3006089"/>
                <a:gd name="connsiteY7524" fmla="*/ 1854041 h 2297429"/>
                <a:gd name="connsiteX7525" fmla="*/ 468630 w 3006089"/>
                <a:gd name="connsiteY7525" fmla="*/ 1853089 h 2297429"/>
                <a:gd name="connsiteX7526" fmla="*/ 466249 w 3006089"/>
                <a:gd name="connsiteY7526" fmla="*/ 1849279 h 2297429"/>
                <a:gd name="connsiteX7527" fmla="*/ 459581 w 3006089"/>
                <a:gd name="connsiteY7527" fmla="*/ 1851184 h 2297429"/>
                <a:gd name="connsiteX7528" fmla="*/ 455771 w 3006089"/>
                <a:gd name="connsiteY7528" fmla="*/ 1854041 h 2297429"/>
                <a:gd name="connsiteX7529" fmla="*/ 451485 w 3006089"/>
                <a:gd name="connsiteY7529" fmla="*/ 1855946 h 2297429"/>
                <a:gd name="connsiteX7530" fmla="*/ 447199 w 3006089"/>
                <a:gd name="connsiteY7530" fmla="*/ 1858804 h 2297429"/>
                <a:gd name="connsiteX7531" fmla="*/ 445770 w 3006089"/>
                <a:gd name="connsiteY7531" fmla="*/ 1863566 h 2297429"/>
                <a:gd name="connsiteX7532" fmla="*/ 445294 w 3006089"/>
                <a:gd name="connsiteY7532" fmla="*/ 1867853 h 2297429"/>
                <a:gd name="connsiteX7533" fmla="*/ 449580 w 3006089"/>
                <a:gd name="connsiteY7533" fmla="*/ 1867853 h 2297429"/>
                <a:gd name="connsiteX7534" fmla="*/ 446246 w 3006089"/>
                <a:gd name="connsiteY7534" fmla="*/ 1873091 h 2297429"/>
                <a:gd name="connsiteX7535" fmla="*/ 445294 w 3006089"/>
                <a:gd name="connsiteY7535" fmla="*/ 1875949 h 2297429"/>
                <a:gd name="connsiteX7536" fmla="*/ 445294 w 3006089"/>
                <a:gd name="connsiteY7536" fmla="*/ 1877854 h 2297429"/>
                <a:gd name="connsiteX7537" fmla="*/ 445770 w 3006089"/>
                <a:gd name="connsiteY7537" fmla="*/ 1882616 h 2297429"/>
                <a:gd name="connsiteX7538" fmla="*/ 446722 w 3006089"/>
                <a:gd name="connsiteY7538" fmla="*/ 1885950 h 2297429"/>
                <a:gd name="connsiteX7539" fmla="*/ 449104 w 3006089"/>
                <a:gd name="connsiteY7539" fmla="*/ 1888808 h 2297429"/>
                <a:gd name="connsiteX7540" fmla="*/ 449580 w 3006089"/>
                <a:gd name="connsiteY7540" fmla="*/ 1890713 h 2297429"/>
                <a:gd name="connsiteX7541" fmla="*/ 450056 w 3006089"/>
                <a:gd name="connsiteY7541" fmla="*/ 1891189 h 2297429"/>
                <a:gd name="connsiteX7542" fmla="*/ 451485 w 3006089"/>
                <a:gd name="connsiteY7542" fmla="*/ 1891665 h 2297429"/>
                <a:gd name="connsiteX7543" fmla="*/ 452438 w 3006089"/>
                <a:gd name="connsiteY7543" fmla="*/ 1891665 h 2297429"/>
                <a:gd name="connsiteX7544" fmla="*/ 453866 w 3006089"/>
                <a:gd name="connsiteY7544" fmla="*/ 1890236 h 2297429"/>
                <a:gd name="connsiteX7545" fmla="*/ 454819 w 3006089"/>
                <a:gd name="connsiteY7545" fmla="*/ 1887855 h 2297429"/>
                <a:gd name="connsiteX7546" fmla="*/ 459581 w 3006089"/>
                <a:gd name="connsiteY7546" fmla="*/ 1882616 h 2297429"/>
                <a:gd name="connsiteX7547" fmla="*/ 462915 w 3006089"/>
                <a:gd name="connsiteY7547" fmla="*/ 1881188 h 2297429"/>
                <a:gd name="connsiteX7548" fmla="*/ 473392 w 3006089"/>
                <a:gd name="connsiteY7548" fmla="*/ 1880711 h 2297429"/>
                <a:gd name="connsiteX7549" fmla="*/ 484822 w 3006089"/>
                <a:gd name="connsiteY7549" fmla="*/ 1881188 h 2297429"/>
                <a:gd name="connsiteX7550" fmla="*/ 483394 w 3006089"/>
                <a:gd name="connsiteY7550" fmla="*/ 1881664 h 2297429"/>
                <a:gd name="connsiteX7551" fmla="*/ 475297 w 3006089"/>
                <a:gd name="connsiteY7551" fmla="*/ 1882616 h 2297429"/>
                <a:gd name="connsiteX7552" fmla="*/ 464820 w 3006089"/>
                <a:gd name="connsiteY7552" fmla="*/ 1883093 h 2297429"/>
                <a:gd name="connsiteX7553" fmla="*/ 462439 w 3006089"/>
                <a:gd name="connsiteY7553" fmla="*/ 1883569 h 2297429"/>
                <a:gd name="connsiteX7554" fmla="*/ 460058 w 3006089"/>
                <a:gd name="connsiteY7554" fmla="*/ 1884998 h 2297429"/>
                <a:gd name="connsiteX7555" fmla="*/ 452914 w 3006089"/>
                <a:gd name="connsiteY7555" fmla="*/ 1893094 h 2297429"/>
                <a:gd name="connsiteX7556" fmla="*/ 451009 w 3006089"/>
                <a:gd name="connsiteY7556" fmla="*/ 1896904 h 2297429"/>
                <a:gd name="connsiteX7557" fmla="*/ 450056 w 3006089"/>
                <a:gd name="connsiteY7557" fmla="*/ 1900238 h 2297429"/>
                <a:gd name="connsiteX7558" fmla="*/ 450056 w 3006089"/>
                <a:gd name="connsiteY7558" fmla="*/ 1905476 h 2297429"/>
                <a:gd name="connsiteX7559" fmla="*/ 453866 w 3006089"/>
                <a:gd name="connsiteY7559" fmla="*/ 1908334 h 2297429"/>
                <a:gd name="connsiteX7560" fmla="*/ 459105 w 3006089"/>
                <a:gd name="connsiteY7560" fmla="*/ 1912620 h 2297429"/>
                <a:gd name="connsiteX7561" fmla="*/ 461963 w 3006089"/>
                <a:gd name="connsiteY7561" fmla="*/ 1914525 h 2297429"/>
                <a:gd name="connsiteX7562" fmla="*/ 464820 w 3006089"/>
                <a:gd name="connsiteY7562" fmla="*/ 1915954 h 2297429"/>
                <a:gd name="connsiteX7563" fmla="*/ 471964 w 3006089"/>
                <a:gd name="connsiteY7563" fmla="*/ 1918335 h 2297429"/>
                <a:gd name="connsiteX7564" fmla="*/ 473392 w 3006089"/>
                <a:gd name="connsiteY7564" fmla="*/ 1918335 h 2297429"/>
                <a:gd name="connsiteX7565" fmla="*/ 475297 w 3006089"/>
                <a:gd name="connsiteY7565" fmla="*/ 1916906 h 2297429"/>
                <a:gd name="connsiteX7566" fmla="*/ 486251 w 3006089"/>
                <a:gd name="connsiteY7566" fmla="*/ 1915954 h 2297429"/>
                <a:gd name="connsiteX7567" fmla="*/ 488633 w 3006089"/>
                <a:gd name="connsiteY7567" fmla="*/ 1913573 h 2297429"/>
                <a:gd name="connsiteX7568" fmla="*/ 490061 w 3006089"/>
                <a:gd name="connsiteY7568" fmla="*/ 1909286 h 2297429"/>
                <a:gd name="connsiteX7569" fmla="*/ 491014 w 3006089"/>
                <a:gd name="connsiteY7569" fmla="*/ 1913573 h 2297429"/>
                <a:gd name="connsiteX7570" fmla="*/ 489585 w 3006089"/>
                <a:gd name="connsiteY7570" fmla="*/ 1917859 h 2297429"/>
                <a:gd name="connsiteX7571" fmla="*/ 490538 w 3006089"/>
                <a:gd name="connsiteY7571" fmla="*/ 1918811 h 2297429"/>
                <a:gd name="connsiteX7572" fmla="*/ 492919 w 3006089"/>
                <a:gd name="connsiteY7572" fmla="*/ 1918335 h 2297429"/>
                <a:gd name="connsiteX7573" fmla="*/ 494347 w 3006089"/>
                <a:gd name="connsiteY7573" fmla="*/ 1918811 h 2297429"/>
                <a:gd name="connsiteX7574" fmla="*/ 493395 w 3006089"/>
                <a:gd name="connsiteY7574" fmla="*/ 1920240 h 2297429"/>
                <a:gd name="connsiteX7575" fmla="*/ 491014 w 3006089"/>
                <a:gd name="connsiteY7575" fmla="*/ 1922145 h 2297429"/>
                <a:gd name="connsiteX7576" fmla="*/ 489585 w 3006089"/>
                <a:gd name="connsiteY7576" fmla="*/ 1924050 h 2297429"/>
                <a:gd name="connsiteX7577" fmla="*/ 489585 w 3006089"/>
                <a:gd name="connsiteY7577" fmla="*/ 1925955 h 2297429"/>
                <a:gd name="connsiteX7578" fmla="*/ 490538 w 3006089"/>
                <a:gd name="connsiteY7578" fmla="*/ 1926431 h 2297429"/>
                <a:gd name="connsiteX7579" fmla="*/ 494824 w 3006089"/>
                <a:gd name="connsiteY7579" fmla="*/ 1926908 h 2297429"/>
                <a:gd name="connsiteX7580" fmla="*/ 508159 w 3006089"/>
                <a:gd name="connsiteY7580" fmla="*/ 1925003 h 2297429"/>
                <a:gd name="connsiteX7581" fmla="*/ 510540 w 3006089"/>
                <a:gd name="connsiteY7581" fmla="*/ 1925479 h 2297429"/>
                <a:gd name="connsiteX7582" fmla="*/ 510540 w 3006089"/>
                <a:gd name="connsiteY7582" fmla="*/ 1926431 h 2297429"/>
                <a:gd name="connsiteX7583" fmla="*/ 504825 w 3006089"/>
                <a:gd name="connsiteY7583" fmla="*/ 1927384 h 2297429"/>
                <a:gd name="connsiteX7584" fmla="*/ 499110 w 3006089"/>
                <a:gd name="connsiteY7584" fmla="*/ 1929289 h 2297429"/>
                <a:gd name="connsiteX7585" fmla="*/ 492919 w 3006089"/>
                <a:gd name="connsiteY7585" fmla="*/ 1930241 h 2297429"/>
                <a:gd name="connsiteX7586" fmla="*/ 491966 w 3006089"/>
                <a:gd name="connsiteY7586" fmla="*/ 1931194 h 2297429"/>
                <a:gd name="connsiteX7587" fmla="*/ 491966 w 3006089"/>
                <a:gd name="connsiteY7587" fmla="*/ 1933099 h 2297429"/>
                <a:gd name="connsiteX7588" fmla="*/ 493395 w 3006089"/>
                <a:gd name="connsiteY7588" fmla="*/ 1934051 h 2297429"/>
                <a:gd name="connsiteX7589" fmla="*/ 499110 w 3006089"/>
                <a:gd name="connsiteY7589" fmla="*/ 1934528 h 2297429"/>
                <a:gd name="connsiteX7590" fmla="*/ 503872 w 3006089"/>
                <a:gd name="connsiteY7590" fmla="*/ 1935480 h 2297429"/>
                <a:gd name="connsiteX7591" fmla="*/ 506254 w 3006089"/>
                <a:gd name="connsiteY7591" fmla="*/ 1935480 h 2297429"/>
                <a:gd name="connsiteX7592" fmla="*/ 508159 w 3006089"/>
                <a:gd name="connsiteY7592" fmla="*/ 1935956 h 2297429"/>
                <a:gd name="connsiteX7593" fmla="*/ 512445 w 3006089"/>
                <a:gd name="connsiteY7593" fmla="*/ 1935004 h 2297429"/>
                <a:gd name="connsiteX7594" fmla="*/ 514826 w 3006089"/>
                <a:gd name="connsiteY7594" fmla="*/ 1935004 h 2297429"/>
                <a:gd name="connsiteX7595" fmla="*/ 515779 w 3006089"/>
                <a:gd name="connsiteY7595" fmla="*/ 1936433 h 2297429"/>
                <a:gd name="connsiteX7596" fmla="*/ 517208 w 3006089"/>
                <a:gd name="connsiteY7596" fmla="*/ 1936909 h 2297429"/>
                <a:gd name="connsiteX7597" fmla="*/ 519113 w 3006089"/>
                <a:gd name="connsiteY7597" fmla="*/ 1936909 h 2297429"/>
                <a:gd name="connsiteX7598" fmla="*/ 520065 w 3006089"/>
                <a:gd name="connsiteY7598" fmla="*/ 1935956 h 2297429"/>
                <a:gd name="connsiteX7599" fmla="*/ 521017 w 3006089"/>
                <a:gd name="connsiteY7599" fmla="*/ 1932146 h 2297429"/>
                <a:gd name="connsiteX7600" fmla="*/ 521970 w 3006089"/>
                <a:gd name="connsiteY7600" fmla="*/ 1929289 h 2297429"/>
                <a:gd name="connsiteX7601" fmla="*/ 522446 w 3006089"/>
                <a:gd name="connsiteY7601" fmla="*/ 1928813 h 2297429"/>
                <a:gd name="connsiteX7602" fmla="*/ 522922 w 3006089"/>
                <a:gd name="connsiteY7602" fmla="*/ 1934051 h 2297429"/>
                <a:gd name="connsiteX7603" fmla="*/ 523399 w 3006089"/>
                <a:gd name="connsiteY7603" fmla="*/ 1935480 h 2297429"/>
                <a:gd name="connsiteX7604" fmla="*/ 524351 w 3006089"/>
                <a:gd name="connsiteY7604" fmla="*/ 1935956 h 2297429"/>
                <a:gd name="connsiteX7605" fmla="*/ 533400 w 3006089"/>
                <a:gd name="connsiteY7605" fmla="*/ 1936909 h 2297429"/>
                <a:gd name="connsiteX7606" fmla="*/ 538639 w 3006089"/>
                <a:gd name="connsiteY7606" fmla="*/ 1935480 h 2297429"/>
                <a:gd name="connsiteX7607" fmla="*/ 541020 w 3006089"/>
                <a:gd name="connsiteY7607" fmla="*/ 1932146 h 2297429"/>
                <a:gd name="connsiteX7608" fmla="*/ 542449 w 3006089"/>
                <a:gd name="connsiteY7608" fmla="*/ 1928813 h 2297429"/>
                <a:gd name="connsiteX7609" fmla="*/ 542925 w 3006089"/>
                <a:gd name="connsiteY7609" fmla="*/ 1926431 h 2297429"/>
                <a:gd name="connsiteX7610" fmla="*/ 542449 w 3006089"/>
                <a:gd name="connsiteY7610" fmla="*/ 1924526 h 2297429"/>
                <a:gd name="connsiteX7611" fmla="*/ 542925 w 3006089"/>
                <a:gd name="connsiteY7611" fmla="*/ 1922621 h 2297429"/>
                <a:gd name="connsiteX7612" fmla="*/ 545306 w 3006089"/>
                <a:gd name="connsiteY7612" fmla="*/ 1919764 h 2297429"/>
                <a:gd name="connsiteX7613" fmla="*/ 544830 w 3006089"/>
                <a:gd name="connsiteY7613" fmla="*/ 1921669 h 2297429"/>
                <a:gd name="connsiteX7614" fmla="*/ 545306 w 3006089"/>
                <a:gd name="connsiteY7614" fmla="*/ 1926431 h 2297429"/>
                <a:gd name="connsiteX7615" fmla="*/ 545306 w 3006089"/>
                <a:gd name="connsiteY7615" fmla="*/ 1928813 h 2297429"/>
                <a:gd name="connsiteX7616" fmla="*/ 544830 w 3006089"/>
                <a:gd name="connsiteY7616" fmla="*/ 1930241 h 2297429"/>
                <a:gd name="connsiteX7617" fmla="*/ 542449 w 3006089"/>
                <a:gd name="connsiteY7617" fmla="*/ 1934528 h 2297429"/>
                <a:gd name="connsiteX7618" fmla="*/ 538163 w 3006089"/>
                <a:gd name="connsiteY7618" fmla="*/ 1939766 h 2297429"/>
                <a:gd name="connsiteX7619" fmla="*/ 538639 w 3006089"/>
                <a:gd name="connsiteY7619" fmla="*/ 1942148 h 2297429"/>
                <a:gd name="connsiteX7620" fmla="*/ 540544 w 3006089"/>
                <a:gd name="connsiteY7620" fmla="*/ 1942624 h 2297429"/>
                <a:gd name="connsiteX7621" fmla="*/ 542449 w 3006089"/>
                <a:gd name="connsiteY7621" fmla="*/ 1945005 h 2297429"/>
                <a:gd name="connsiteX7622" fmla="*/ 542449 w 3006089"/>
                <a:gd name="connsiteY7622" fmla="*/ 1946910 h 2297429"/>
                <a:gd name="connsiteX7623" fmla="*/ 547688 w 3006089"/>
                <a:gd name="connsiteY7623" fmla="*/ 1955006 h 2297429"/>
                <a:gd name="connsiteX7624" fmla="*/ 547688 w 3006089"/>
                <a:gd name="connsiteY7624" fmla="*/ 1957388 h 2297429"/>
                <a:gd name="connsiteX7625" fmla="*/ 550545 w 3006089"/>
                <a:gd name="connsiteY7625" fmla="*/ 1960245 h 2297429"/>
                <a:gd name="connsiteX7626" fmla="*/ 558165 w 3006089"/>
                <a:gd name="connsiteY7626" fmla="*/ 1966913 h 2297429"/>
                <a:gd name="connsiteX7627" fmla="*/ 560546 w 3006089"/>
                <a:gd name="connsiteY7627" fmla="*/ 1968341 h 2297429"/>
                <a:gd name="connsiteX7628" fmla="*/ 564833 w 3006089"/>
                <a:gd name="connsiteY7628" fmla="*/ 1968818 h 2297429"/>
                <a:gd name="connsiteX7629" fmla="*/ 569595 w 3006089"/>
                <a:gd name="connsiteY7629" fmla="*/ 1967865 h 2297429"/>
                <a:gd name="connsiteX7630" fmla="*/ 572452 w 3006089"/>
                <a:gd name="connsiteY7630" fmla="*/ 1965008 h 2297429"/>
                <a:gd name="connsiteX7631" fmla="*/ 574834 w 3006089"/>
                <a:gd name="connsiteY7631" fmla="*/ 1964055 h 2297429"/>
                <a:gd name="connsiteX7632" fmla="*/ 575310 w 3006089"/>
                <a:gd name="connsiteY7632" fmla="*/ 1963103 h 2297429"/>
                <a:gd name="connsiteX7633" fmla="*/ 575310 w 3006089"/>
                <a:gd name="connsiteY7633" fmla="*/ 1959769 h 2297429"/>
                <a:gd name="connsiteX7634" fmla="*/ 575786 w 3006089"/>
                <a:gd name="connsiteY7634" fmla="*/ 1958816 h 2297429"/>
                <a:gd name="connsiteX7635" fmla="*/ 579120 w 3006089"/>
                <a:gd name="connsiteY7635" fmla="*/ 1955483 h 2297429"/>
                <a:gd name="connsiteX7636" fmla="*/ 579120 w 3006089"/>
                <a:gd name="connsiteY7636" fmla="*/ 1954054 h 2297429"/>
                <a:gd name="connsiteX7637" fmla="*/ 576263 w 3006089"/>
                <a:gd name="connsiteY7637" fmla="*/ 1950244 h 2297429"/>
                <a:gd name="connsiteX7638" fmla="*/ 576739 w 3006089"/>
                <a:gd name="connsiteY7638" fmla="*/ 1950244 h 2297429"/>
                <a:gd name="connsiteX7639" fmla="*/ 578644 w 3006089"/>
                <a:gd name="connsiteY7639" fmla="*/ 1950720 h 2297429"/>
                <a:gd name="connsiteX7640" fmla="*/ 580549 w 3006089"/>
                <a:gd name="connsiteY7640" fmla="*/ 1952149 h 2297429"/>
                <a:gd name="connsiteX7641" fmla="*/ 581977 w 3006089"/>
                <a:gd name="connsiteY7641" fmla="*/ 1953578 h 2297429"/>
                <a:gd name="connsiteX7642" fmla="*/ 581977 w 3006089"/>
                <a:gd name="connsiteY7642" fmla="*/ 1954530 h 2297429"/>
                <a:gd name="connsiteX7643" fmla="*/ 580549 w 3006089"/>
                <a:gd name="connsiteY7643" fmla="*/ 1956435 h 2297429"/>
                <a:gd name="connsiteX7644" fmla="*/ 578644 w 3006089"/>
                <a:gd name="connsiteY7644" fmla="*/ 1957388 h 2297429"/>
                <a:gd name="connsiteX7645" fmla="*/ 578168 w 3006089"/>
                <a:gd name="connsiteY7645" fmla="*/ 1958816 h 2297429"/>
                <a:gd name="connsiteX7646" fmla="*/ 578168 w 3006089"/>
                <a:gd name="connsiteY7646" fmla="*/ 1966913 h 2297429"/>
                <a:gd name="connsiteX7647" fmla="*/ 579120 w 3006089"/>
                <a:gd name="connsiteY7647" fmla="*/ 1969294 h 2297429"/>
                <a:gd name="connsiteX7648" fmla="*/ 581025 w 3006089"/>
                <a:gd name="connsiteY7648" fmla="*/ 1971675 h 2297429"/>
                <a:gd name="connsiteX7649" fmla="*/ 582930 w 3006089"/>
                <a:gd name="connsiteY7649" fmla="*/ 1972628 h 2297429"/>
                <a:gd name="connsiteX7650" fmla="*/ 584835 w 3006089"/>
                <a:gd name="connsiteY7650" fmla="*/ 1972628 h 2297429"/>
                <a:gd name="connsiteX7651" fmla="*/ 589121 w 3006089"/>
                <a:gd name="connsiteY7651" fmla="*/ 1971675 h 2297429"/>
                <a:gd name="connsiteX7652" fmla="*/ 588169 w 3006089"/>
                <a:gd name="connsiteY7652" fmla="*/ 1972628 h 2297429"/>
                <a:gd name="connsiteX7653" fmla="*/ 583883 w 3006089"/>
                <a:gd name="connsiteY7653" fmla="*/ 1975485 h 2297429"/>
                <a:gd name="connsiteX7654" fmla="*/ 581025 w 3006089"/>
                <a:gd name="connsiteY7654" fmla="*/ 1975961 h 2297429"/>
                <a:gd name="connsiteX7655" fmla="*/ 580072 w 3006089"/>
                <a:gd name="connsiteY7655" fmla="*/ 1973580 h 2297429"/>
                <a:gd name="connsiteX7656" fmla="*/ 577691 w 3006089"/>
                <a:gd name="connsiteY7656" fmla="*/ 1970246 h 2297429"/>
                <a:gd name="connsiteX7657" fmla="*/ 576263 w 3006089"/>
                <a:gd name="connsiteY7657" fmla="*/ 1969294 h 2297429"/>
                <a:gd name="connsiteX7658" fmla="*/ 575310 w 3006089"/>
                <a:gd name="connsiteY7658" fmla="*/ 1969294 h 2297429"/>
                <a:gd name="connsiteX7659" fmla="*/ 574358 w 3006089"/>
                <a:gd name="connsiteY7659" fmla="*/ 1970246 h 2297429"/>
                <a:gd name="connsiteX7660" fmla="*/ 573405 w 3006089"/>
                <a:gd name="connsiteY7660" fmla="*/ 1972628 h 2297429"/>
                <a:gd name="connsiteX7661" fmla="*/ 574358 w 3006089"/>
                <a:gd name="connsiteY7661" fmla="*/ 1975009 h 2297429"/>
                <a:gd name="connsiteX7662" fmla="*/ 577215 w 3006089"/>
                <a:gd name="connsiteY7662" fmla="*/ 1977866 h 2297429"/>
                <a:gd name="connsiteX7663" fmla="*/ 579120 w 3006089"/>
                <a:gd name="connsiteY7663" fmla="*/ 1979771 h 2297429"/>
                <a:gd name="connsiteX7664" fmla="*/ 580072 w 3006089"/>
                <a:gd name="connsiteY7664" fmla="*/ 1980248 h 2297429"/>
                <a:gd name="connsiteX7665" fmla="*/ 591026 w 3006089"/>
                <a:gd name="connsiteY7665" fmla="*/ 1984058 h 2297429"/>
                <a:gd name="connsiteX7666" fmla="*/ 591979 w 3006089"/>
                <a:gd name="connsiteY7666" fmla="*/ 1984058 h 2297429"/>
                <a:gd name="connsiteX7667" fmla="*/ 594360 w 3006089"/>
                <a:gd name="connsiteY7667" fmla="*/ 1982153 h 2297429"/>
                <a:gd name="connsiteX7668" fmla="*/ 595789 w 3006089"/>
                <a:gd name="connsiteY7668" fmla="*/ 1982629 h 2297429"/>
                <a:gd name="connsiteX7669" fmla="*/ 598170 w 3006089"/>
                <a:gd name="connsiteY7669" fmla="*/ 1981676 h 2297429"/>
                <a:gd name="connsiteX7670" fmla="*/ 598646 w 3006089"/>
                <a:gd name="connsiteY7670" fmla="*/ 1979295 h 2297429"/>
                <a:gd name="connsiteX7671" fmla="*/ 598170 w 3006089"/>
                <a:gd name="connsiteY7671" fmla="*/ 1977866 h 2297429"/>
                <a:gd name="connsiteX7672" fmla="*/ 598646 w 3006089"/>
                <a:gd name="connsiteY7672" fmla="*/ 1976438 h 2297429"/>
                <a:gd name="connsiteX7673" fmla="*/ 603409 w 3006089"/>
                <a:gd name="connsiteY7673" fmla="*/ 1972151 h 2297429"/>
                <a:gd name="connsiteX7674" fmla="*/ 603885 w 3006089"/>
                <a:gd name="connsiteY7674" fmla="*/ 1972628 h 2297429"/>
                <a:gd name="connsiteX7675" fmla="*/ 603409 w 3006089"/>
                <a:gd name="connsiteY7675" fmla="*/ 1974056 h 2297429"/>
                <a:gd name="connsiteX7676" fmla="*/ 602456 w 3006089"/>
                <a:gd name="connsiteY7676" fmla="*/ 1976438 h 2297429"/>
                <a:gd name="connsiteX7677" fmla="*/ 601504 w 3006089"/>
                <a:gd name="connsiteY7677" fmla="*/ 1983105 h 2297429"/>
                <a:gd name="connsiteX7678" fmla="*/ 601027 w 3006089"/>
                <a:gd name="connsiteY7678" fmla="*/ 1985486 h 2297429"/>
                <a:gd name="connsiteX7679" fmla="*/ 600075 w 3006089"/>
                <a:gd name="connsiteY7679" fmla="*/ 1985963 h 2297429"/>
                <a:gd name="connsiteX7680" fmla="*/ 600075 w 3006089"/>
                <a:gd name="connsiteY7680" fmla="*/ 1986439 h 2297429"/>
                <a:gd name="connsiteX7681" fmla="*/ 600551 w 3006089"/>
                <a:gd name="connsiteY7681" fmla="*/ 1986915 h 2297429"/>
                <a:gd name="connsiteX7682" fmla="*/ 603885 w 3006089"/>
                <a:gd name="connsiteY7682" fmla="*/ 1986915 h 2297429"/>
                <a:gd name="connsiteX7683" fmla="*/ 609124 w 3006089"/>
                <a:gd name="connsiteY7683" fmla="*/ 1987868 h 2297429"/>
                <a:gd name="connsiteX7684" fmla="*/ 611029 w 3006089"/>
                <a:gd name="connsiteY7684" fmla="*/ 1987391 h 2297429"/>
                <a:gd name="connsiteX7685" fmla="*/ 613886 w 3006089"/>
                <a:gd name="connsiteY7685" fmla="*/ 1984534 h 2297429"/>
                <a:gd name="connsiteX7686" fmla="*/ 612934 w 3006089"/>
                <a:gd name="connsiteY7686" fmla="*/ 1987868 h 2297429"/>
                <a:gd name="connsiteX7687" fmla="*/ 611981 w 3006089"/>
                <a:gd name="connsiteY7687" fmla="*/ 1989296 h 2297429"/>
                <a:gd name="connsiteX7688" fmla="*/ 607695 w 3006089"/>
                <a:gd name="connsiteY7688" fmla="*/ 1989296 h 2297429"/>
                <a:gd name="connsiteX7689" fmla="*/ 603885 w 3006089"/>
                <a:gd name="connsiteY7689" fmla="*/ 1989773 h 2297429"/>
                <a:gd name="connsiteX7690" fmla="*/ 602456 w 3006089"/>
                <a:gd name="connsiteY7690" fmla="*/ 1990725 h 2297429"/>
                <a:gd name="connsiteX7691" fmla="*/ 603885 w 3006089"/>
                <a:gd name="connsiteY7691" fmla="*/ 1992630 h 2297429"/>
                <a:gd name="connsiteX7692" fmla="*/ 603885 w 3006089"/>
                <a:gd name="connsiteY7692" fmla="*/ 1995964 h 2297429"/>
                <a:gd name="connsiteX7693" fmla="*/ 604361 w 3006089"/>
                <a:gd name="connsiteY7693" fmla="*/ 1996916 h 2297429"/>
                <a:gd name="connsiteX7694" fmla="*/ 605314 w 3006089"/>
                <a:gd name="connsiteY7694" fmla="*/ 1997393 h 2297429"/>
                <a:gd name="connsiteX7695" fmla="*/ 607695 w 3006089"/>
                <a:gd name="connsiteY7695" fmla="*/ 1996916 h 2297429"/>
                <a:gd name="connsiteX7696" fmla="*/ 607695 w 3006089"/>
                <a:gd name="connsiteY7696" fmla="*/ 1997393 h 2297429"/>
                <a:gd name="connsiteX7697" fmla="*/ 606743 w 3006089"/>
                <a:gd name="connsiteY7697" fmla="*/ 1998821 h 2297429"/>
                <a:gd name="connsiteX7698" fmla="*/ 606266 w 3006089"/>
                <a:gd name="connsiteY7698" fmla="*/ 2000250 h 2297429"/>
                <a:gd name="connsiteX7699" fmla="*/ 607219 w 3006089"/>
                <a:gd name="connsiteY7699" fmla="*/ 2003108 h 2297429"/>
                <a:gd name="connsiteX7700" fmla="*/ 607695 w 3006089"/>
                <a:gd name="connsiteY7700" fmla="*/ 2003584 h 2297429"/>
                <a:gd name="connsiteX7701" fmla="*/ 608171 w 3006089"/>
                <a:gd name="connsiteY7701" fmla="*/ 2003584 h 2297429"/>
                <a:gd name="connsiteX7702" fmla="*/ 608647 w 3006089"/>
                <a:gd name="connsiteY7702" fmla="*/ 2003108 h 2297429"/>
                <a:gd name="connsiteX7703" fmla="*/ 609600 w 3006089"/>
                <a:gd name="connsiteY7703" fmla="*/ 2001203 h 2297429"/>
                <a:gd name="connsiteX7704" fmla="*/ 610552 w 3006089"/>
                <a:gd name="connsiteY7704" fmla="*/ 2000250 h 2297429"/>
                <a:gd name="connsiteX7705" fmla="*/ 611981 w 3006089"/>
                <a:gd name="connsiteY7705" fmla="*/ 1999774 h 2297429"/>
                <a:gd name="connsiteX7706" fmla="*/ 613410 w 3006089"/>
                <a:gd name="connsiteY7706" fmla="*/ 1999774 h 2297429"/>
                <a:gd name="connsiteX7707" fmla="*/ 616744 w 3006089"/>
                <a:gd name="connsiteY7707" fmla="*/ 2001679 h 2297429"/>
                <a:gd name="connsiteX7708" fmla="*/ 618172 w 3006089"/>
                <a:gd name="connsiteY7708" fmla="*/ 2003108 h 2297429"/>
                <a:gd name="connsiteX7709" fmla="*/ 723424 w 3006089"/>
                <a:gd name="connsiteY7709" fmla="*/ 2003108 h 2297429"/>
                <a:gd name="connsiteX7710" fmla="*/ 737711 w 3006089"/>
                <a:gd name="connsiteY7710" fmla="*/ 2003108 h 2297429"/>
                <a:gd name="connsiteX7711" fmla="*/ 1073468 w 3006089"/>
                <a:gd name="connsiteY7711" fmla="*/ 2003108 h 2297429"/>
                <a:gd name="connsiteX7712" fmla="*/ 1087755 w 3006089"/>
                <a:gd name="connsiteY7712" fmla="*/ 2003108 h 2297429"/>
                <a:gd name="connsiteX7713" fmla="*/ 1421606 w 3006089"/>
                <a:gd name="connsiteY7713" fmla="*/ 2003108 h 2297429"/>
                <a:gd name="connsiteX7714" fmla="*/ 1435894 w 3006089"/>
                <a:gd name="connsiteY7714" fmla="*/ 2003108 h 2297429"/>
                <a:gd name="connsiteX7715" fmla="*/ 1552099 w 3006089"/>
                <a:gd name="connsiteY7715" fmla="*/ 2003108 h 2297429"/>
                <a:gd name="connsiteX7716" fmla="*/ 1560195 w 3006089"/>
                <a:gd name="connsiteY7716" fmla="*/ 2003108 h 2297429"/>
                <a:gd name="connsiteX7717" fmla="*/ 1560195 w 3006089"/>
                <a:gd name="connsiteY7717" fmla="*/ 1994059 h 2297429"/>
                <a:gd name="connsiteX7718" fmla="*/ 1560195 w 3006089"/>
                <a:gd name="connsiteY7718" fmla="*/ 1986915 h 2297429"/>
                <a:gd name="connsiteX7719" fmla="*/ 1567339 w 3006089"/>
                <a:gd name="connsiteY7719" fmla="*/ 1987868 h 2297429"/>
                <a:gd name="connsiteX7720" fmla="*/ 1569720 w 3006089"/>
                <a:gd name="connsiteY7720" fmla="*/ 1989296 h 2297429"/>
                <a:gd name="connsiteX7721" fmla="*/ 1570196 w 3006089"/>
                <a:gd name="connsiteY7721" fmla="*/ 1989773 h 2297429"/>
                <a:gd name="connsiteX7722" fmla="*/ 1570196 w 3006089"/>
                <a:gd name="connsiteY7722" fmla="*/ 1991678 h 2297429"/>
                <a:gd name="connsiteX7723" fmla="*/ 1570673 w 3006089"/>
                <a:gd name="connsiteY7723" fmla="*/ 1997869 h 2297429"/>
                <a:gd name="connsiteX7724" fmla="*/ 1572101 w 3006089"/>
                <a:gd name="connsiteY7724" fmla="*/ 2003108 h 2297429"/>
                <a:gd name="connsiteX7725" fmla="*/ 1574959 w 3006089"/>
                <a:gd name="connsiteY7725" fmla="*/ 2009299 h 2297429"/>
                <a:gd name="connsiteX7726" fmla="*/ 1574959 w 3006089"/>
                <a:gd name="connsiteY7726" fmla="*/ 2009299 h 2297429"/>
                <a:gd name="connsiteX7727" fmla="*/ 1575435 w 3006089"/>
                <a:gd name="connsiteY7727" fmla="*/ 2011680 h 2297429"/>
                <a:gd name="connsiteX7728" fmla="*/ 1576387 w 3006089"/>
                <a:gd name="connsiteY7728" fmla="*/ 2013109 h 2297429"/>
                <a:gd name="connsiteX7729" fmla="*/ 1578293 w 3006089"/>
                <a:gd name="connsiteY7729" fmla="*/ 2014538 h 2297429"/>
                <a:gd name="connsiteX7730" fmla="*/ 1585436 w 3006089"/>
                <a:gd name="connsiteY7730" fmla="*/ 2016443 h 2297429"/>
                <a:gd name="connsiteX7731" fmla="*/ 1597819 w 3006089"/>
                <a:gd name="connsiteY7731" fmla="*/ 2018348 h 2297429"/>
                <a:gd name="connsiteX7732" fmla="*/ 1604962 w 3006089"/>
                <a:gd name="connsiteY7732" fmla="*/ 2020729 h 2297429"/>
                <a:gd name="connsiteX7733" fmla="*/ 1606391 w 3006089"/>
                <a:gd name="connsiteY7733" fmla="*/ 2023110 h 2297429"/>
                <a:gd name="connsiteX7734" fmla="*/ 1609725 w 3006089"/>
                <a:gd name="connsiteY7734" fmla="*/ 2024063 h 2297429"/>
                <a:gd name="connsiteX7735" fmla="*/ 1614487 w 3006089"/>
                <a:gd name="connsiteY7735" fmla="*/ 2023586 h 2297429"/>
                <a:gd name="connsiteX7736" fmla="*/ 1617821 w 3006089"/>
                <a:gd name="connsiteY7736" fmla="*/ 2022634 h 2297429"/>
                <a:gd name="connsiteX7737" fmla="*/ 1620679 w 3006089"/>
                <a:gd name="connsiteY7737" fmla="*/ 2020253 h 2297429"/>
                <a:gd name="connsiteX7738" fmla="*/ 1624965 w 3006089"/>
                <a:gd name="connsiteY7738" fmla="*/ 2019776 h 2297429"/>
                <a:gd name="connsiteX7739" fmla="*/ 1628299 w 3006089"/>
                <a:gd name="connsiteY7739" fmla="*/ 2019776 h 2297429"/>
                <a:gd name="connsiteX7740" fmla="*/ 1631633 w 3006089"/>
                <a:gd name="connsiteY7740" fmla="*/ 2020253 h 2297429"/>
                <a:gd name="connsiteX7741" fmla="*/ 1633537 w 3006089"/>
                <a:gd name="connsiteY7741" fmla="*/ 2020729 h 2297429"/>
                <a:gd name="connsiteX7742" fmla="*/ 1638776 w 3006089"/>
                <a:gd name="connsiteY7742" fmla="*/ 2022634 h 2297429"/>
                <a:gd name="connsiteX7743" fmla="*/ 1642110 w 3006089"/>
                <a:gd name="connsiteY7743" fmla="*/ 2024063 h 2297429"/>
                <a:gd name="connsiteX7744" fmla="*/ 1647349 w 3006089"/>
                <a:gd name="connsiteY7744" fmla="*/ 2026920 h 2297429"/>
                <a:gd name="connsiteX7745" fmla="*/ 1650206 w 3006089"/>
                <a:gd name="connsiteY7745" fmla="*/ 2028349 h 2297429"/>
                <a:gd name="connsiteX7746" fmla="*/ 1651635 w 3006089"/>
                <a:gd name="connsiteY7746" fmla="*/ 2031206 h 2297429"/>
                <a:gd name="connsiteX7747" fmla="*/ 1653064 w 3006089"/>
                <a:gd name="connsiteY7747" fmla="*/ 2035016 h 2297429"/>
                <a:gd name="connsiteX7748" fmla="*/ 1655445 w 3006089"/>
                <a:gd name="connsiteY7748" fmla="*/ 2035016 h 2297429"/>
                <a:gd name="connsiteX7749" fmla="*/ 1657350 w 3006089"/>
                <a:gd name="connsiteY7749" fmla="*/ 2032635 h 2297429"/>
                <a:gd name="connsiteX7750" fmla="*/ 1661636 w 3006089"/>
                <a:gd name="connsiteY7750" fmla="*/ 2032159 h 2297429"/>
                <a:gd name="connsiteX7751" fmla="*/ 1667351 w 3006089"/>
                <a:gd name="connsiteY7751" fmla="*/ 2033588 h 2297429"/>
                <a:gd name="connsiteX7752" fmla="*/ 1672114 w 3006089"/>
                <a:gd name="connsiteY7752" fmla="*/ 2037874 h 2297429"/>
                <a:gd name="connsiteX7753" fmla="*/ 1679258 w 3006089"/>
                <a:gd name="connsiteY7753" fmla="*/ 2041684 h 2297429"/>
                <a:gd name="connsiteX7754" fmla="*/ 1683544 w 3006089"/>
                <a:gd name="connsiteY7754" fmla="*/ 2043589 h 2297429"/>
                <a:gd name="connsiteX7755" fmla="*/ 1687830 w 3006089"/>
                <a:gd name="connsiteY7755" fmla="*/ 2043589 h 2297429"/>
                <a:gd name="connsiteX7756" fmla="*/ 1693545 w 3006089"/>
                <a:gd name="connsiteY7756" fmla="*/ 2041684 h 2297429"/>
                <a:gd name="connsiteX7757" fmla="*/ 1699736 w 3006089"/>
                <a:gd name="connsiteY7757" fmla="*/ 2037874 h 2297429"/>
                <a:gd name="connsiteX7758" fmla="*/ 1704023 w 3006089"/>
                <a:gd name="connsiteY7758" fmla="*/ 2037398 h 2297429"/>
                <a:gd name="connsiteX7759" fmla="*/ 1706404 w 3006089"/>
                <a:gd name="connsiteY7759" fmla="*/ 2037874 h 2297429"/>
                <a:gd name="connsiteX7760" fmla="*/ 1707833 w 3006089"/>
                <a:gd name="connsiteY7760" fmla="*/ 2040731 h 2297429"/>
                <a:gd name="connsiteX7761" fmla="*/ 1709737 w 3006089"/>
                <a:gd name="connsiteY7761" fmla="*/ 2041684 h 2297429"/>
                <a:gd name="connsiteX7762" fmla="*/ 1714500 w 3006089"/>
                <a:gd name="connsiteY7762" fmla="*/ 2041208 h 2297429"/>
                <a:gd name="connsiteX7763" fmla="*/ 1724025 w 3006089"/>
                <a:gd name="connsiteY7763" fmla="*/ 2041684 h 2297429"/>
                <a:gd name="connsiteX7764" fmla="*/ 1731645 w 3006089"/>
                <a:gd name="connsiteY7764" fmla="*/ 2040731 h 2297429"/>
                <a:gd name="connsiteX7765" fmla="*/ 1733550 w 3006089"/>
                <a:gd name="connsiteY7765" fmla="*/ 2042636 h 2297429"/>
                <a:gd name="connsiteX7766" fmla="*/ 1734979 w 3006089"/>
                <a:gd name="connsiteY7766" fmla="*/ 2045494 h 2297429"/>
                <a:gd name="connsiteX7767" fmla="*/ 1738312 w 3006089"/>
                <a:gd name="connsiteY7767" fmla="*/ 2046446 h 2297429"/>
                <a:gd name="connsiteX7768" fmla="*/ 1742599 w 3006089"/>
                <a:gd name="connsiteY7768" fmla="*/ 2045494 h 2297429"/>
                <a:gd name="connsiteX7769" fmla="*/ 1749266 w 3006089"/>
                <a:gd name="connsiteY7769" fmla="*/ 2045970 h 2297429"/>
                <a:gd name="connsiteX7770" fmla="*/ 1750219 w 3006089"/>
                <a:gd name="connsiteY7770" fmla="*/ 2045494 h 2297429"/>
                <a:gd name="connsiteX7771" fmla="*/ 1753552 w 3006089"/>
                <a:gd name="connsiteY7771" fmla="*/ 2042160 h 2297429"/>
                <a:gd name="connsiteX7772" fmla="*/ 1754029 w 3006089"/>
                <a:gd name="connsiteY7772" fmla="*/ 2041684 h 2297429"/>
                <a:gd name="connsiteX7773" fmla="*/ 1757362 w 3006089"/>
                <a:gd name="connsiteY7773" fmla="*/ 2040731 h 2297429"/>
                <a:gd name="connsiteX7774" fmla="*/ 1758315 w 3006089"/>
                <a:gd name="connsiteY7774" fmla="*/ 2039303 h 2297429"/>
                <a:gd name="connsiteX7775" fmla="*/ 1758791 w 3006089"/>
                <a:gd name="connsiteY7775" fmla="*/ 2037398 h 2297429"/>
                <a:gd name="connsiteX7776" fmla="*/ 1760220 w 3006089"/>
                <a:gd name="connsiteY7776" fmla="*/ 2034064 h 2297429"/>
                <a:gd name="connsiteX7777" fmla="*/ 1761173 w 3006089"/>
                <a:gd name="connsiteY7777" fmla="*/ 2032635 h 2297429"/>
                <a:gd name="connsiteX7778" fmla="*/ 1761649 w 3006089"/>
                <a:gd name="connsiteY7778" fmla="*/ 2031206 h 2297429"/>
                <a:gd name="connsiteX7779" fmla="*/ 1761173 w 3006089"/>
                <a:gd name="connsiteY7779" fmla="*/ 2029778 h 2297429"/>
                <a:gd name="connsiteX7780" fmla="*/ 1761173 w 3006089"/>
                <a:gd name="connsiteY7780" fmla="*/ 2028349 h 2297429"/>
                <a:gd name="connsiteX7781" fmla="*/ 1762125 w 3006089"/>
                <a:gd name="connsiteY7781" fmla="*/ 2026920 h 2297429"/>
                <a:gd name="connsiteX7782" fmla="*/ 1765935 w 3006089"/>
                <a:gd name="connsiteY7782" fmla="*/ 2025015 h 2297429"/>
                <a:gd name="connsiteX7783" fmla="*/ 1776412 w 3006089"/>
                <a:gd name="connsiteY7783" fmla="*/ 2021205 h 2297429"/>
                <a:gd name="connsiteX7784" fmla="*/ 1776889 w 3006089"/>
                <a:gd name="connsiteY7784" fmla="*/ 2021681 h 2297429"/>
                <a:gd name="connsiteX7785" fmla="*/ 1774984 w 3006089"/>
                <a:gd name="connsiteY7785" fmla="*/ 2024539 h 2297429"/>
                <a:gd name="connsiteX7786" fmla="*/ 1773079 w 3006089"/>
                <a:gd name="connsiteY7786" fmla="*/ 2029778 h 2297429"/>
                <a:gd name="connsiteX7787" fmla="*/ 1772602 w 3006089"/>
                <a:gd name="connsiteY7787" fmla="*/ 2029778 h 2297429"/>
                <a:gd name="connsiteX7788" fmla="*/ 1772126 w 3006089"/>
                <a:gd name="connsiteY7788" fmla="*/ 2030254 h 2297429"/>
                <a:gd name="connsiteX7789" fmla="*/ 1771650 w 3006089"/>
                <a:gd name="connsiteY7789" fmla="*/ 2031206 h 2297429"/>
                <a:gd name="connsiteX7790" fmla="*/ 1773079 w 3006089"/>
                <a:gd name="connsiteY7790" fmla="*/ 2031206 h 2297429"/>
                <a:gd name="connsiteX7791" fmla="*/ 1776889 w 3006089"/>
                <a:gd name="connsiteY7791" fmla="*/ 2029778 h 2297429"/>
                <a:gd name="connsiteX7792" fmla="*/ 1778318 w 3006089"/>
                <a:gd name="connsiteY7792" fmla="*/ 2029301 h 2297429"/>
                <a:gd name="connsiteX7793" fmla="*/ 1778794 w 3006089"/>
                <a:gd name="connsiteY7793" fmla="*/ 2027873 h 2297429"/>
                <a:gd name="connsiteX7794" fmla="*/ 1779270 w 3006089"/>
                <a:gd name="connsiteY7794" fmla="*/ 2025015 h 2297429"/>
                <a:gd name="connsiteX7795" fmla="*/ 1780223 w 3006089"/>
                <a:gd name="connsiteY7795" fmla="*/ 2023586 h 2297429"/>
                <a:gd name="connsiteX7796" fmla="*/ 1781175 w 3006089"/>
                <a:gd name="connsiteY7796" fmla="*/ 2023110 h 2297429"/>
                <a:gd name="connsiteX7797" fmla="*/ 1781651 w 3006089"/>
                <a:gd name="connsiteY7797" fmla="*/ 2021681 h 2297429"/>
                <a:gd name="connsiteX7798" fmla="*/ 1782127 w 3006089"/>
                <a:gd name="connsiteY7798" fmla="*/ 2019300 h 2297429"/>
                <a:gd name="connsiteX7799" fmla="*/ 1783080 w 3006089"/>
                <a:gd name="connsiteY7799" fmla="*/ 2017871 h 2297429"/>
                <a:gd name="connsiteX7800" fmla="*/ 1784509 w 3006089"/>
                <a:gd name="connsiteY7800" fmla="*/ 2017395 h 2297429"/>
                <a:gd name="connsiteX7801" fmla="*/ 1784985 w 3006089"/>
                <a:gd name="connsiteY7801" fmla="*/ 2016443 h 2297429"/>
                <a:gd name="connsiteX7802" fmla="*/ 1784985 w 3006089"/>
                <a:gd name="connsiteY7802" fmla="*/ 2015490 h 2297429"/>
                <a:gd name="connsiteX7803" fmla="*/ 1785461 w 3006089"/>
                <a:gd name="connsiteY7803" fmla="*/ 2012633 h 2297429"/>
                <a:gd name="connsiteX7804" fmla="*/ 1785937 w 3006089"/>
                <a:gd name="connsiteY7804" fmla="*/ 2011204 h 2297429"/>
                <a:gd name="connsiteX7805" fmla="*/ 1786890 w 3006089"/>
                <a:gd name="connsiteY7805" fmla="*/ 2009299 h 2297429"/>
                <a:gd name="connsiteX7806" fmla="*/ 1788319 w 3006089"/>
                <a:gd name="connsiteY7806" fmla="*/ 2008823 h 2297429"/>
                <a:gd name="connsiteX7807" fmla="*/ 1790224 w 3006089"/>
                <a:gd name="connsiteY7807" fmla="*/ 2008823 h 2297429"/>
                <a:gd name="connsiteX7808" fmla="*/ 1791652 w 3006089"/>
                <a:gd name="connsiteY7808" fmla="*/ 2009775 h 2297429"/>
                <a:gd name="connsiteX7809" fmla="*/ 1792605 w 3006089"/>
                <a:gd name="connsiteY7809" fmla="*/ 2011680 h 2297429"/>
                <a:gd name="connsiteX7810" fmla="*/ 1792605 w 3006089"/>
                <a:gd name="connsiteY7810" fmla="*/ 2013109 h 2297429"/>
                <a:gd name="connsiteX7811" fmla="*/ 1792129 w 3006089"/>
                <a:gd name="connsiteY7811" fmla="*/ 2014538 h 2297429"/>
                <a:gd name="connsiteX7812" fmla="*/ 1790224 w 3006089"/>
                <a:gd name="connsiteY7812" fmla="*/ 2016919 h 2297429"/>
                <a:gd name="connsiteX7813" fmla="*/ 1784509 w 3006089"/>
                <a:gd name="connsiteY7813" fmla="*/ 2022634 h 2297429"/>
                <a:gd name="connsiteX7814" fmla="*/ 1784033 w 3006089"/>
                <a:gd name="connsiteY7814" fmla="*/ 2024063 h 2297429"/>
                <a:gd name="connsiteX7815" fmla="*/ 1784509 w 3006089"/>
                <a:gd name="connsiteY7815" fmla="*/ 2025015 h 2297429"/>
                <a:gd name="connsiteX7816" fmla="*/ 1784985 w 3006089"/>
                <a:gd name="connsiteY7816" fmla="*/ 2025968 h 2297429"/>
                <a:gd name="connsiteX7817" fmla="*/ 1785461 w 3006089"/>
                <a:gd name="connsiteY7817" fmla="*/ 2025968 h 2297429"/>
                <a:gd name="connsiteX7818" fmla="*/ 1786890 w 3006089"/>
                <a:gd name="connsiteY7818" fmla="*/ 2025015 h 2297429"/>
                <a:gd name="connsiteX7819" fmla="*/ 1787366 w 3006089"/>
                <a:gd name="connsiteY7819" fmla="*/ 2024063 h 2297429"/>
                <a:gd name="connsiteX7820" fmla="*/ 1787366 w 3006089"/>
                <a:gd name="connsiteY7820" fmla="*/ 2023110 h 2297429"/>
                <a:gd name="connsiteX7821" fmla="*/ 1787843 w 3006089"/>
                <a:gd name="connsiteY7821" fmla="*/ 2022158 h 2297429"/>
                <a:gd name="connsiteX7822" fmla="*/ 1788795 w 3006089"/>
                <a:gd name="connsiteY7822" fmla="*/ 2020729 h 2297429"/>
                <a:gd name="connsiteX7823" fmla="*/ 1789748 w 3006089"/>
                <a:gd name="connsiteY7823" fmla="*/ 2020253 h 2297429"/>
                <a:gd name="connsiteX7824" fmla="*/ 1790224 w 3006089"/>
                <a:gd name="connsiteY7824" fmla="*/ 2020729 h 2297429"/>
                <a:gd name="connsiteX7825" fmla="*/ 1791176 w 3006089"/>
                <a:gd name="connsiteY7825" fmla="*/ 2020729 h 2297429"/>
                <a:gd name="connsiteX7826" fmla="*/ 1792605 w 3006089"/>
                <a:gd name="connsiteY7826" fmla="*/ 2019776 h 2297429"/>
                <a:gd name="connsiteX7827" fmla="*/ 1795462 w 3006089"/>
                <a:gd name="connsiteY7827" fmla="*/ 2019300 h 2297429"/>
                <a:gd name="connsiteX7828" fmla="*/ 1795939 w 3006089"/>
                <a:gd name="connsiteY7828" fmla="*/ 2019300 h 2297429"/>
                <a:gd name="connsiteX7829" fmla="*/ 1799273 w 3006089"/>
                <a:gd name="connsiteY7829" fmla="*/ 2015490 h 2297429"/>
                <a:gd name="connsiteX7830" fmla="*/ 1800225 w 3006089"/>
                <a:gd name="connsiteY7830" fmla="*/ 2013109 h 2297429"/>
                <a:gd name="connsiteX7831" fmla="*/ 1800225 w 3006089"/>
                <a:gd name="connsiteY7831" fmla="*/ 2011204 h 2297429"/>
                <a:gd name="connsiteX7832" fmla="*/ 1798796 w 3006089"/>
                <a:gd name="connsiteY7832" fmla="*/ 2009299 h 2297429"/>
                <a:gd name="connsiteX7833" fmla="*/ 1795939 w 3006089"/>
                <a:gd name="connsiteY7833" fmla="*/ 2007394 h 2297429"/>
                <a:gd name="connsiteX7834" fmla="*/ 1794986 w 3006089"/>
                <a:gd name="connsiteY7834" fmla="*/ 2005013 h 2297429"/>
                <a:gd name="connsiteX7835" fmla="*/ 1794986 w 3006089"/>
                <a:gd name="connsiteY7835" fmla="*/ 2004060 h 2297429"/>
                <a:gd name="connsiteX7836" fmla="*/ 1794510 w 3006089"/>
                <a:gd name="connsiteY7836" fmla="*/ 2002631 h 2297429"/>
                <a:gd name="connsiteX7837" fmla="*/ 1794986 w 3006089"/>
                <a:gd name="connsiteY7837" fmla="*/ 2002155 h 2297429"/>
                <a:gd name="connsiteX7838" fmla="*/ 1796415 w 3006089"/>
                <a:gd name="connsiteY7838" fmla="*/ 2002631 h 2297429"/>
                <a:gd name="connsiteX7839" fmla="*/ 1797844 w 3006089"/>
                <a:gd name="connsiteY7839" fmla="*/ 2002631 h 2297429"/>
                <a:gd name="connsiteX7840" fmla="*/ 1798796 w 3006089"/>
                <a:gd name="connsiteY7840" fmla="*/ 2001679 h 2297429"/>
                <a:gd name="connsiteX7841" fmla="*/ 1800701 w 3006089"/>
                <a:gd name="connsiteY7841" fmla="*/ 2001679 h 2297429"/>
                <a:gd name="connsiteX7842" fmla="*/ 1802130 w 3006089"/>
                <a:gd name="connsiteY7842" fmla="*/ 2001679 h 2297429"/>
                <a:gd name="connsiteX7843" fmla="*/ 1804035 w 3006089"/>
                <a:gd name="connsiteY7843" fmla="*/ 2003584 h 2297429"/>
                <a:gd name="connsiteX7844" fmla="*/ 1811179 w 3006089"/>
                <a:gd name="connsiteY7844" fmla="*/ 2005489 h 2297429"/>
                <a:gd name="connsiteX7845" fmla="*/ 1813560 w 3006089"/>
                <a:gd name="connsiteY7845" fmla="*/ 2006441 h 2297429"/>
                <a:gd name="connsiteX7846" fmla="*/ 1816894 w 3006089"/>
                <a:gd name="connsiteY7846" fmla="*/ 2007394 h 2297429"/>
                <a:gd name="connsiteX7847" fmla="*/ 1817846 w 3006089"/>
                <a:gd name="connsiteY7847" fmla="*/ 2007870 h 2297429"/>
                <a:gd name="connsiteX7848" fmla="*/ 1818323 w 3006089"/>
                <a:gd name="connsiteY7848" fmla="*/ 2008823 h 2297429"/>
                <a:gd name="connsiteX7849" fmla="*/ 1819275 w 3006089"/>
                <a:gd name="connsiteY7849" fmla="*/ 2009299 h 2297429"/>
                <a:gd name="connsiteX7850" fmla="*/ 1821180 w 3006089"/>
                <a:gd name="connsiteY7850" fmla="*/ 2009299 h 2297429"/>
                <a:gd name="connsiteX7851" fmla="*/ 1823085 w 3006089"/>
                <a:gd name="connsiteY7851" fmla="*/ 2009775 h 2297429"/>
                <a:gd name="connsiteX7852" fmla="*/ 1826419 w 3006089"/>
                <a:gd name="connsiteY7852" fmla="*/ 2011204 h 2297429"/>
                <a:gd name="connsiteX7853" fmla="*/ 1829276 w 3006089"/>
                <a:gd name="connsiteY7853" fmla="*/ 2012156 h 2297429"/>
                <a:gd name="connsiteX7854" fmla="*/ 1834039 w 3006089"/>
                <a:gd name="connsiteY7854" fmla="*/ 2012156 h 2297429"/>
                <a:gd name="connsiteX7855" fmla="*/ 1836420 w 3006089"/>
                <a:gd name="connsiteY7855" fmla="*/ 2011680 h 2297429"/>
                <a:gd name="connsiteX7856" fmla="*/ 1840706 w 3006089"/>
                <a:gd name="connsiteY7856" fmla="*/ 2012156 h 2297429"/>
                <a:gd name="connsiteX7857" fmla="*/ 1843087 w 3006089"/>
                <a:gd name="connsiteY7857" fmla="*/ 2012156 h 2297429"/>
                <a:gd name="connsiteX7858" fmla="*/ 1845469 w 3006089"/>
                <a:gd name="connsiteY7858" fmla="*/ 2010728 h 2297429"/>
                <a:gd name="connsiteX7859" fmla="*/ 1847374 w 3006089"/>
                <a:gd name="connsiteY7859" fmla="*/ 2010251 h 2297429"/>
                <a:gd name="connsiteX7860" fmla="*/ 1849279 w 3006089"/>
                <a:gd name="connsiteY7860" fmla="*/ 2010728 h 2297429"/>
                <a:gd name="connsiteX7861" fmla="*/ 1850231 w 3006089"/>
                <a:gd name="connsiteY7861" fmla="*/ 2011680 h 2297429"/>
                <a:gd name="connsiteX7862" fmla="*/ 1851660 w 3006089"/>
                <a:gd name="connsiteY7862" fmla="*/ 2012633 h 2297429"/>
                <a:gd name="connsiteX7863" fmla="*/ 1855946 w 3006089"/>
                <a:gd name="connsiteY7863" fmla="*/ 2012156 h 2297429"/>
                <a:gd name="connsiteX7864" fmla="*/ 1856899 w 3006089"/>
                <a:gd name="connsiteY7864" fmla="*/ 2012633 h 2297429"/>
                <a:gd name="connsiteX7865" fmla="*/ 1858327 w 3006089"/>
                <a:gd name="connsiteY7865" fmla="*/ 2013585 h 2297429"/>
                <a:gd name="connsiteX7866" fmla="*/ 1858327 w 3006089"/>
                <a:gd name="connsiteY7866" fmla="*/ 2014538 h 2297429"/>
                <a:gd name="connsiteX7867" fmla="*/ 1858804 w 3006089"/>
                <a:gd name="connsiteY7867" fmla="*/ 2015490 h 2297429"/>
                <a:gd name="connsiteX7868" fmla="*/ 1860233 w 3006089"/>
                <a:gd name="connsiteY7868" fmla="*/ 2017871 h 2297429"/>
                <a:gd name="connsiteX7869" fmla="*/ 1860709 w 3006089"/>
                <a:gd name="connsiteY7869" fmla="*/ 2018824 h 2297429"/>
                <a:gd name="connsiteX7870" fmla="*/ 1861661 w 3006089"/>
                <a:gd name="connsiteY7870" fmla="*/ 2019776 h 2297429"/>
                <a:gd name="connsiteX7871" fmla="*/ 1862614 w 3006089"/>
                <a:gd name="connsiteY7871" fmla="*/ 2022158 h 2297429"/>
                <a:gd name="connsiteX7872" fmla="*/ 1863090 w 3006089"/>
                <a:gd name="connsiteY7872" fmla="*/ 2025491 h 2297429"/>
                <a:gd name="connsiteX7873" fmla="*/ 1864043 w 3006089"/>
                <a:gd name="connsiteY7873" fmla="*/ 2027396 h 2297429"/>
                <a:gd name="connsiteX7874" fmla="*/ 1864995 w 3006089"/>
                <a:gd name="connsiteY7874" fmla="*/ 2028349 h 2297429"/>
                <a:gd name="connsiteX7875" fmla="*/ 1865471 w 3006089"/>
                <a:gd name="connsiteY7875" fmla="*/ 2029301 h 2297429"/>
                <a:gd name="connsiteX7876" fmla="*/ 1866424 w 3006089"/>
                <a:gd name="connsiteY7876" fmla="*/ 2032635 h 2297429"/>
                <a:gd name="connsiteX7877" fmla="*/ 1868329 w 3006089"/>
                <a:gd name="connsiteY7877" fmla="*/ 2036445 h 2297429"/>
                <a:gd name="connsiteX7878" fmla="*/ 1871186 w 3006089"/>
                <a:gd name="connsiteY7878" fmla="*/ 2040255 h 2297429"/>
                <a:gd name="connsiteX7879" fmla="*/ 1874996 w 3006089"/>
                <a:gd name="connsiteY7879" fmla="*/ 2044065 h 2297429"/>
                <a:gd name="connsiteX7880" fmla="*/ 1879759 w 3006089"/>
                <a:gd name="connsiteY7880" fmla="*/ 2046446 h 2297429"/>
                <a:gd name="connsiteX7881" fmla="*/ 1885474 w 3006089"/>
                <a:gd name="connsiteY7881" fmla="*/ 2047875 h 2297429"/>
                <a:gd name="connsiteX7882" fmla="*/ 1890236 w 3006089"/>
                <a:gd name="connsiteY7882" fmla="*/ 2048351 h 2297429"/>
                <a:gd name="connsiteX7883" fmla="*/ 1894523 w 3006089"/>
                <a:gd name="connsiteY7883" fmla="*/ 2047875 h 2297429"/>
                <a:gd name="connsiteX7884" fmla="*/ 1900237 w 3006089"/>
                <a:gd name="connsiteY7884" fmla="*/ 2047399 h 2297429"/>
                <a:gd name="connsiteX7885" fmla="*/ 1907381 w 3006089"/>
                <a:gd name="connsiteY7885" fmla="*/ 2047399 h 2297429"/>
                <a:gd name="connsiteX7886" fmla="*/ 1911191 w 3006089"/>
                <a:gd name="connsiteY7886" fmla="*/ 2047875 h 2297429"/>
                <a:gd name="connsiteX7887" fmla="*/ 1911668 w 3006089"/>
                <a:gd name="connsiteY7887" fmla="*/ 2048828 h 2297429"/>
                <a:gd name="connsiteX7888" fmla="*/ 1911191 w 3006089"/>
                <a:gd name="connsiteY7888" fmla="*/ 2050256 h 2297429"/>
                <a:gd name="connsiteX7889" fmla="*/ 1909762 w 3006089"/>
                <a:gd name="connsiteY7889" fmla="*/ 2052161 h 2297429"/>
                <a:gd name="connsiteX7890" fmla="*/ 1909762 w 3006089"/>
                <a:gd name="connsiteY7890" fmla="*/ 2053114 h 2297429"/>
                <a:gd name="connsiteX7891" fmla="*/ 1909762 w 3006089"/>
                <a:gd name="connsiteY7891" fmla="*/ 2054543 h 2297429"/>
                <a:gd name="connsiteX7892" fmla="*/ 1908334 w 3006089"/>
                <a:gd name="connsiteY7892" fmla="*/ 2056448 h 2297429"/>
                <a:gd name="connsiteX7893" fmla="*/ 1907858 w 3006089"/>
                <a:gd name="connsiteY7893" fmla="*/ 2057876 h 2297429"/>
                <a:gd name="connsiteX7894" fmla="*/ 1907858 w 3006089"/>
                <a:gd name="connsiteY7894" fmla="*/ 2058829 h 2297429"/>
                <a:gd name="connsiteX7895" fmla="*/ 1907381 w 3006089"/>
                <a:gd name="connsiteY7895" fmla="*/ 2059781 h 2297429"/>
                <a:gd name="connsiteX7896" fmla="*/ 1906429 w 3006089"/>
                <a:gd name="connsiteY7896" fmla="*/ 2061210 h 2297429"/>
                <a:gd name="connsiteX7897" fmla="*/ 1906905 w 3006089"/>
                <a:gd name="connsiteY7897" fmla="*/ 2063115 h 2297429"/>
                <a:gd name="connsiteX7898" fmla="*/ 1908810 w 3006089"/>
                <a:gd name="connsiteY7898" fmla="*/ 2065496 h 2297429"/>
                <a:gd name="connsiteX7899" fmla="*/ 1911191 w 3006089"/>
                <a:gd name="connsiteY7899" fmla="*/ 2067401 h 2297429"/>
                <a:gd name="connsiteX7900" fmla="*/ 1914049 w 3006089"/>
                <a:gd name="connsiteY7900" fmla="*/ 2068830 h 2297429"/>
                <a:gd name="connsiteX7901" fmla="*/ 1915954 w 3006089"/>
                <a:gd name="connsiteY7901" fmla="*/ 2070259 h 2297429"/>
                <a:gd name="connsiteX7902" fmla="*/ 1916906 w 3006089"/>
                <a:gd name="connsiteY7902" fmla="*/ 2071688 h 2297429"/>
                <a:gd name="connsiteX7903" fmla="*/ 1917859 w 3006089"/>
                <a:gd name="connsiteY7903" fmla="*/ 2072640 h 2297429"/>
                <a:gd name="connsiteX7904" fmla="*/ 1918811 w 3006089"/>
                <a:gd name="connsiteY7904" fmla="*/ 2072640 h 2297429"/>
                <a:gd name="connsiteX7905" fmla="*/ 1919764 w 3006089"/>
                <a:gd name="connsiteY7905" fmla="*/ 2073593 h 2297429"/>
                <a:gd name="connsiteX7906" fmla="*/ 1920716 w 3006089"/>
                <a:gd name="connsiteY7906" fmla="*/ 2075021 h 2297429"/>
                <a:gd name="connsiteX7907" fmla="*/ 1919764 w 3006089"/>
                <a:gd name="connsiteY7907" fmla="*/ 2077403 h 2297429"/>
                <a:gd name="connsiteX7908" fmla="*/ 1917383 w 3006089"/>
                <a:gd name="connsiteY7908" fmla="*/ 2080736 h 2297429"/>
                <a:gd name="connsiteX7909" fmla="*/ 1916430 w 3006089"/>
                <a:gd name="connsiteY7909" fmla="*/ 2082641 h 2297429"/>
                <a:gd name="connsiteX7910" fmla="*/ 1916906 w 3006089"/>
                <a:gd name="connsiteY7910" fmla="*/ 2083594 h 2297429"/>
                <a:gd name="connsiteX7911" fmla="*/ 1915001 w 3006089"/>
                <a:gd name="connsiteY7911" fmla="*/ 2086928 h 2297429"/>
                <a:gd name="connsiteX7912" fmla="*/ 1915001 w 3006089"/>
                <a:gd name="connsiteY7912" fmla="*/ 2088356 h 2297429"/>
                <a:gd name="connsiteX7913" fmla="*/ 1915954 w 3006089"/>
                <a:gd name="connsiteY7913" fmla="*/ 2089309 h 2297429"/>
                <a:gd name="connsiteX7914" fmla="*/ 1919287 w 3006089"/>
                <a:gd name="connsiteY7914" fmla="*/ 2090738 h 2297429"/>
                <a:gd name="connsiteX7915" fmla="*/ 1920240 w 3006089"/>
                <a:gd name="connsiteY7915" fmla="*/ 2091690 h 2297429"/>
                <a:gd name="connsiteX7916" fmla="*/ 1921193 w 3006089"/>
                <a:gd name="connsiteY7916" fmla="*/ 2091690 h 2297429"/>
                <a:gd name="connsiteX7917" fmla="*/ 1921669 w 3006089"/>
                <a:gd name="connsiteY7917" fmla="*/ 2090738 h 2297429"/>
                <a:gd name="connsiteX7918" fmla="*/ 1923098 w 3006089"/>
                <a:gd name="connsiteY7918" fmla="*/ 2090261 h 2297429"/>
                <a:gd name="connsiteX7919" fmla="*/ 1925002 w 3006089"/>
                <a:gd name="connsiteY7919" fmla="*/ 2090261 h 2297429"/>
                <a:gd name="connsiteX7920" fmla="*/ 1926908 w 3006089"/>
                <a:gd name="connsiteY7920" fmla="*/ 2090738 h 2297429"/>
                <a:gd name="connsiteX7921" fmla="*/ 1928812 w 3006089"/>
                <a:gd name="connsiteY7921" fmla="*/ 2091690 h 2297429"/>
                <a:gd name="connsiteX7922" fmla="*/ 1929289 w 3006089"/>
                <a:gd name="connsiteY7922" fmla="*/ 2092643 h 2297429"/>
                <a:gd name="connsiteX7923" fmla="*/ 1928812 w 3006089"/>
                <a:gd name="connsiteY7923" fmla="*/ 2093595 h 2297429"/>
                <a:gd name="connsiteX7924" fmla="*/ 1927860 w 3006089"/>
                <a:gd name="connsiteY7924" fmla="*/ 2094071 h 2297429"/>
                <a:gd name="connsiteX7925" fmla="*/ 1925479 w 3006089"/>
                <a:gd name="connsiteY7925" fmla="*/ 2094071 h 2297429"/>
                <a:gd name="connsiteX7926" fmla="*/ 1924050 w 3006089"/>
                <a:gd name="connsiteY7926" fmla="*/ 2094548 h 2297429"/>
                <a:gd name="connsiteX7927" fmla="*/ 1923098 w 3006089"/>
                <a:gd name="connsiteY7927" fmla="*/ 2095976 h 2297429"/>
                <a:gd name="connsiteX7928" fmla="*/ 1922621 w 3006089"/>
                <a:gd name="connsiteY7928" fmla="*/ 2099310 h 2297429"/>
                <a:gd name="connsiteX7929" fmla="*/ 1923574 w 3006089"/>
                <a:gd name="connsiteY7929" fmla="*/ 2100739 h 2297429"/>
                <a:gd name="connsiteX7930" fmla="*/ 1924050 w 3006089"/>
                <a:gd name="connsiteY7930" fmla="*/ 2100739 h 2297429"/>
                <a:gd name="connsiteX7931" fmla="*/ 1924526 w 3006089"/>
                <a:gd name="connsiteY7931" fmla="*/ 2100263 h 2297429"/>
                <a:gd name="connsiteX7932" fmla="*/ 1925479 w 3006089"/>
                <a:gd name="connsiteY7932" fmla="*/ 2098834 h 2297429"/>
                <a:gd name="connsiteX7933" fmla="*/ 1926431 w 3006089"/>
                <a:gd name="connsiteY7933" fmla="*/ 2098834 h 2297429"/>
                <a:gd name="connsiteX7934" fmla="*/ 1927384 w 3006089"/>
                <a:gd name="connsiteY7934" fmla="*/ 2099786 h 2297429"/>
                <a:gd name="connsiteX7935" fmla="*/ 1926431 w 3006089"/>
                <a:gd name="connsiteY7935" fmla="*/ 2101691 h 2297429"/>
                <a:gd name="connsiteX7936" fmla="*/ 1923574 w 3006089"/>
                <a:gd name="connsiteY7936" fmla="*/ 2105025 h 2297429"/>
                <a:gd name="connsiteX7937" fmla="*/ 1923098 w 3006089"/>
                <a:gd name="connsiteY7937" fmla="*/ 2105978 h 2297429"/>
                <a:gd name="connsiteX7938" fmla="*/ 1923098 w 3006089"/>
                <a:gd name="connsiteY7938" fmla="*/ 2107406 h 2297429"/>
                <a:gd name="connsiteX7939" fmla="*/ 1925479 w 3006089"/>
                <a:gd name="connsiteY7939" fmla="*/ 2109788 h 2297429"/>
                <a:gd name="connsiteX7940" fmla="*/ 1926431 w 3006089"/>
                <a:gd name="connsiteY7940" fmla="*/ 2109311 h 2297429"/>
                <a:gd name="connsiteX7941" fmla="*/ 1926908 w 3006089"/>
                <a:gd name="connsiteY7941" fmla="*/ 2108835 h 2297429"/>
                <a:gd name="connsiteX7942" fmla="*/ 1927860 w 3006089"/>
                <a:gd name="connsiteY7942" fmla="*/ 2107883 h 2297429"/>
                <a:gd name="connsiteX7943" fmla="*/ 1930718 w 3006089"/>
                <a:gd name="connsiteY7943" fmla="*/ 2107406 h 2297429"/>
                <a:gd name="connsiteX7944" fmla="*/ 1934527 w 3006089"/>
                <a:gd name="connsiteY7944" fmla="*/ 2106454 h 2297429"/>
                <a:gd name="connsiteX7945" fmla="*/ 1936909 w 3006089"/>
                <a:gd name="connsiteY7945" fmla="*/ 2105978 h 2297429"/>
                <a:gd name="connsiteX7946" fmla="*/ 1938337 w 3006089"/>
                <a:gd name="connsiteY7946" fmla="*/ 2106930 h 2297429"/>
                <a:gd name="connsiteX7947" fmla="*/ 1939290 w 3006089"/>
                <a:gd name="connsiteY7947" fmla="*/ 2108359 h 2297429"/>
                <a:gd name="connsiteX7948" fmla="*/ 1939290 w 3006089"/>
                <a:gd name="connsiteY7948" fmla="*/ 2109788 h 2297429"/>
                <a:gd name="connsiteX7949" fmla="*/ 1938337 w 3006089"/>
                <a:gd name="connsiteY7949" fmla="*/ 2111693 h 2297429"/>
                <a:gd name="connsiteX7950" fmla="*/ 1938337 w 3006089"/>
                <a:gd name="connsiteY7950" fmla="*/ 2113121 h 2297429"/>
                <a:gd name="connsiteX7951" fmla="*/ 1938814 w 3006089"/>
                <a:gd name="connsiteY7951" fmla="*/ 2114550 h 2297429"/>
                <a:gd name="connsiteX7952" fmla="*/ 1940719 w 3006089"/>
                <a:gd name="connsiteY7952" fmla="*/ 2115503 h 2297429"/>
                <a:gd name="connsiteX7953" fmla="*/ 1944052 w 3006089"/>
                <a:gd name="connsiteY7953" fmla="*/ 2115503 h 2297429"/>
                <a:gd name="connsiteX7954" fmla="*/ 1945958 w 3006089"/>
                <a:gd name="connsiteY7954" fmla="*/ 2115979 h 2297429"/>
                <a:gd name="connsiteX7955" fmla="*/ 1946434 w 3006089"/>
                <a:gd name="connsiteY7955" fmla="*/ 2116931 h 2297429"/>
                <a:gd name="connsiteX7956" fmla="*/ 1946910 w 3006089"/>
                <a:gd name="connsiteY7956" fmla="*/ 2116931 h 2297429"/>
                <a:gd name="connsiteX7957" fmla="*/ 1953101 w 3006089"/>
                <a:gd name="connsiteY7957" fmla="*/ 2117408 h 2297429"/>
                <a:gd name="connsiteX7958" fmla="*/ 1955483 w 3006089"/>
                <a:gd name="connsiteY7958" fmla="*/ 2117884 h 2297429"/>
                <a:gd name="connsiteX7959" fmla="*/ 1956435 w 3006089"/>
                <a:gd name="connsiteY7959" fmla="*/ 2118836 h 2297429"/>
                <a:gd name="connsiteX7960" fmla="*/ 1960245 w 3006089"/>
                <a:gd name="connsiteY7960" fmla="*/ 2119789 h 2297429"/>
                <a:gd name="connsiteX7961" fmla="*/ 1975009 w 3006089"/>
                <a:gd name="connsiteY7961" fmla="*/ 2122170 h 2297429"/>
                <a:gd name="connsiteX7962" fmla="*/ 1979295 w 3006089"/>
                <a:gd name="connsiteY7962" fmla="*/ 2121694 h 2297429"/>
                <a:gd name="connsiteX7963" fmla="*/ 1985486 w 3006089"/>
                <a:gd name="connsiteY7963" fmla="*/ 2120741 h 2297429"/>
                <a:gd name="connsiteX7964" fmla="*/ 1987391 w 3006089"/>
                <a:gd name="connsiteY7964" fmla="*/ 2122170 h 2297429"/>
                <a:gd name="connsiteX7965" fmla="*/ 1988344 w 3006089"/>
                <a:gd name="connsiteY7965" fmla="*/ 2122170 h 2297429"/>
                <a:gd name="connsiteX7966" fmla="*/ 1989773 w 3006089"/>
                <a:gd name="connsiteY7966" fmla="*/ 2122170 h 2297429"/>
                <a:gd name="connsiteX7967" fmla="*/ 1998345 w 3006089"/>
                <a:gd name="connsiteY7967" fmla="*/ 2121694 h 2297429"/>
                <a:gd name="connsiteX7968" fmla="*/ 1999298 w 3006089"/>
                <a:gd name="connsiteY7968" fmla="*/ 2123123 h 2297429"/>
                <a:gd name="connsiteX7969" fmla="*/ 2003584 w 3006089"/>
                <a:gd name="connsiteY7969" fmla="*/ 2124551 h 2297429"/>
                <a:gd name="connsiteX7970" fmla="*/ 2006441 w 3006089"/>
                <a:gd name="connsiteY7970" fmla="*/ 2124551 h 2297429"/>
                <a:gd name="connsiteX7971" fmla="*/ 2009775 w 3006089"/>
                <a:gd name="connsiteY7971" fmla="*/ 2124551 h 2297429"/>
                <a:gd name="connsiteX7972" fmla="*/ 2016443 w 3006089"/>
                <a:gd name="connsiteY7972" fmla="*/ 2125028 h 2297429"/>
                <a:gd name="connsiteX7973" fmla="*/ 2017871 w 3006089"/>
                <a:gd name="connsiteY7973" fmla="*/ 2125504 h 2297429"/>
                <a:gd name="connsiteX7974" fmla="*/ 2017871 w 3006089"/>
                <a:gd name="connsiteY7974" fmla="*/ 2126933 h 2297429"/>
                <a:gd name="connsiteX7975" fmla="*/ 2017871 w 3006089"/>
                <a:gd name="connsiteY7975" fmla="*/ 2127409 h 2297429"/>
                <a:gd name="connsiteX7976" fmla="*/ 2018348 w 3006089"/>
                <a:gd name="connsiteY7976" fmla="*/ 2127409 h 2297429"/>
                <a:gd name="connsiteX7977" fmla="*/ 2019300 w 3006089"/>
                <a:gd name="connsiteY7977" fmla="*/ 2126933 h 2297429"/>
                <a:gd name="connsiteX7978" fmla="*/ 2020729 w 3006089"/>
                <a:gd name="connsiteY7978" fmla="*/ 2126456 h 2297429"/>
                <a:gd name="connsiteX7979" fmla="*/ 2021681 w 3006089"/>
                <a:gd name="connsiteY7979" fmla="*/ 2125980 h 2297429"/>
                <a:gd name="connsiteX7980" fmla="*/ 2022158 w 3006089"/>
                <a:gd name="connsiteY7980" fmla="*/ 2125028 h 2297429"/>
                <a:gd name="connsiteX7981" fmla="*/ 2023110 w 3006089"/>
                <a:gd name="connsiteY7981" fmla="*/ 2125028 h 2297429"/>
                <a:gd name="connsiteX7982" fmla="*/ 2025491 w 3006089"/>
                <a:gd name="connsiteY7982" fmla="*/ 2126456 h 2297429"/>
                <a:gd name="connsiteX7983" fmla="*/ 2025491 w 3006089"/>
                <a:gd name="connsiteY7983" fmla="*/ 2126933 h 2297429"/>
                <a:gd name="connsiteX7984" fmla="*/ 2022158 w 3006089"/>
                <a:gd name="connsiteY7984" fmla="*/ 2128361 h 2297429"/>
                <a:gd name="connsiteX7985" fmla="*/ 2022634 w 3006089"/>
                <a:gd name="connsiteY7985" fmla="*/ 2128838 h 2297429"/>
                <a:gd name="connsiteX7986" fmla="*/ 2022634 w 3006089"/>
                <a:gd name="connsiteY7986" fmla="*/ 2129314 h 2297429"/>
                <a:gd name="connsiteX7987" fmla="*/ 2023586 w 3006089"/>
                <a:gd name="connsiteY7987" fmla="*/ 2129314 h 2297429"/>
                <a:gd name="connsiteX7988" fmla="*/ 2023586 w 3006089"/>
                <a:gd name="connsiteY7988" fmla="*/ 2129790 h 2297429"/>
                <a:gd name="connsiteX7989" fmla="*/ 2022634 w 3006089"/>
                <a:gd name="connsiteY7989" fmla="*/ 2130743 h 2297429"/>
                <a:gd name="connsiteX7990" fmla="*/ 2023586 w 3006089"/>
                <a:gd name="connsiteY7990" fmla="*/ 2131219 h 2297429"/>
                <a:gd name="connsiteX7991" fmla="*/ 2026920 w 3006089"/>
                <a:gd name="connsiteY7991" fmla="*/ 2130266 h 2297429"/>
                <a:gd name="connsiteX7992" fmla="*/ 2028825 w 3006089"/>
                <a:gd name="connsiteY7992" fmla="*/ 2130266 h 2297429"/>
                <a:gd name="connsiteX7993" fmla="*/ 2033587 w 3006089"/>
                <a:gd name="connsiteY7993" fmla="*/ 2131219 h 2297429"/>
                <a:gd name="connsiteX7994" fmla="*/ 2035969 w 3006089"/>
                <a:gd name="connsiteY7994" fmla="*/ 2131219 h 2297429"/>
                <a:gd name="connsiteX7995" fmla="*/ 2037398 w 3006089"/>
                <a:gd name="connsiteY7995" fmla="*/ 2130743 h 2297429"/>
                <a:gd name="connsiteX7996" fmla="*/ 2037398 w 3006089"/>
                <a:gd name="connsiteY7996" fmla="*/ 2130266 h 2297429"/>
                <a:gd name="connsiteX7997" fmla="*/ 2037874 w 3006089"/>
                <a:gd name="connsiteY7997" fmla="*/ 2129790 h 2297429"/>
                <a:gd name="connsiteX7998" fmla="*/ 2038350 w 3006089"/>
                <a:gd name="connsiteY7998" fmla="*/ 2129790 h 2297429"/>
                <a:gd name="connsiteX7999" fmla="*/ 2038350 w 3006089"/>
                <a:gd name="connsiteY7999" fmla="*/ 2130743 h 2297429"/>
                <a:gd name="connsiteX8000" fmla="*/ 2038350 w 3006089"/>
                <a:gd name="connsiteY8000" fmla="*/ 2132171 h 2297429"/>
                <a:gd name="connsiteX8001" fmla="*/ 2040731 w 3006089"/>
                <a:gd name="connsiteY8001" fmla="*/ 2132648 h 2297429"/>
                <a:gd name="connsiteX8002" fmla="*/ 2045018 w 3006089"/>
                <a:gd name="connsiteY8002" fmla="*/ 2132171 h 2297429"/>
                <a:gd name="connsiteX8003" fmla="*/ 2047875 w 3006089"/>
                <a:gd name="connsiteY8003" fmla="*/ 2132171 h 2297429"/>
                <a:gd name="connsiteX8004" fmla="*/ 2050256 w 3006089"/>
                <a:gd name="connsiteY8004" fmla="*/ 2132171 h 2297429"/>
                <a:gd name="connsiteX8005" fmla="*/ 2050733 w 3006089"/>
                <a:gd name="connsiteY8005" fmla="*/ 2132648 h 2297429"/>
                <a:gd name="connsiteX8006" fmla="*/ 2051209 w 3006089"/>
                <a:gd name="connsiteY8006" fmla="*/ 2133600 h 2297429"/>
                <a:gd name="connsiteX8007" fmla="*/ 2053114 w 3006089"/>
                <a:gd name="connsiteY8007" fmla="*/ 2135505 h 2297429"/>
                <a:gd name="connsiteX8008" fmla="*/ 2053590 w 3006089"/>
                <a:gd name="connsiteY8008" fmla="*/ 2136458 h 2297429"/>
                <a:gd name="connsiteX8009" fmla="*/ 2054066 w 3006089"/>
                <a:gd name="connsiteY8009" fmla="*/ 2138363 h 2297429"/>
                <a:gd name="connsiteX8010" fmla="*/ 2055495 w 3006089"/>
                <a:gd name="connsiteY8010" fmla="*/ 2139315 h 2297429"/>
                <a:gd name="connsiteX8011" fmla="*/ 2055971 w 3006089"/>
                <a:gd name="connsiteY8011" fmla="*/ 2140268 h 2297429"/>
                <a:gd name="connsiteX8012" fmla="*/ 2055971 w 3006089"/>
                <a:gd name="connsiteY8012" fmla="*/ 2141220 h 2297429"/>
                <a:gd name="connsiteX8013" fmla="*/ 2056448 w 3006089"/>
                <a:gd name="connsiteY8013" fmla="*/ 2142173 h 2297429"/>
                <a:gd name="connsiteX8014" fmla="*/ 2057876 w 3006089"/>
                <a:gd name="connsiteY8014" fmla="*/ 2144078 h 2297429"/>
                <a:gd name="connsiteX8015" fmla="*/ 2059305 w 3006089"/>
                <a:gd name="connsiteY8015" fmla="*/ 2145506 h 2297429"/>
                <a:gd name="connsiteX8016" fmla="*/ 2060258 w 3006089"/>
                <a:gd name="connsiteY8016" fmla="*/ 2146459 h 2297429"/>
                <a:gd name="connsiteX8017" fmla="*/ 2060734 w 3006089"/>
                <a:gd name="connsiteY8017" fmla="*/ 2147888 h 2297429"/>
                <a:gd name="connsiteX8018" fmla="*/ 2061686 w 3006089"/>
                <a:gd name="connsiteY8018" fmla="*/ 2148364 h 2297429"/>
                <a:gd name="connsiteX8019" fmla="*/ 2063115 w 3006089"/>
                <a:gd name="connsiteY8019" fmla="*/ 2147888 h 2297429"/>
                <a:gd name="connsiteX8020" fmla="*/ 2063591 w 3006089"/>
                <a:gd name="connsiteY8020" fmla="*/ 2147411 h 2297429"/>
                <a:gd name="connsiteX8021" fmla="*/ 2063591 w 3006089"/>
                <a:gd name="connsiteY8021" fmla="*/ 2146459 h 2297429"/>
                <a:gd name="connsiteX8022" fmla="*/ 2064068 w 3006089"/>
                <a:gd name="connsiteY8022" fmla="*/ 2146459 h 2297429"/>
                <a:gd name="connsiteX8023" fmla="*/ 2065020 w 3006089"/>
                <a:gd name="connsiteY8023" fmla="*/ 2148364 h 2297429"/>
                <a:gd name="connsiteX8024" fmla="*/ 2065020 w 3006089"/>
                <a:gd name="connsiteY8024" fmla="*/ 2151221 h 2297429"/>
                <a:gd name="connsiteX8025" fmla="*/ 2065020 w 3006089"/>
                <a:gd name="connsiteY8025" fmla="*/ 2153126 h 2297429"/>
                <a:gd name="connsiteX8026" fmla="*/ 2066449 w 3006089"/>
                <a:gd name="connsiteY8026" fmla="*/ 2155508 h 2297429"/>
                <a:gd name="connsiteX8027" fmla="*/ 2067877 w 3006089"/>
                <a:gd name="connsiteY8027" fmla="*/ 2155984 h 2297429"/>
                <a:gd name="connsiteX8028" fmla="*/ 2068830 w 3006089"/>
                <a:gd name="connsiteY8028" fmla="*/ 2156936 h 2297429"/>
                <a:gd name="connsiteX8029" fmla="*/ 2072164 w 3006089"/>
                <a:gd name="connsiteY8029" fmla="*/ 2157413 h 2297429"/>
                <a:gd name="connsiteX8030" fmla="*/ 2072640 w 3006089"/>
                <a:gd name="connsiteY8030" fmla="*/ 2157413 h 2297429"/>
                <a:gd name="connsiteX8031" fmla="*/ 2072164 w 3006089"/>
                <a:gd name="connsiteY8031" fmla="*/ 2155984 h 2297429"/>
                <a:gd name="connsiteX8032" fmla="*/ 2072640 w 3006089"/>
                <a:gd name="connsiteY8032" fmla="*/ 2155508 h 2297429"/>
                <a:gd name="connsiteX8033" fmla="*/ 2073593 w 3006089"/>
                <a:gd name="connsiteY8033" fmla="*/ 2155508 h 2297429"/>
                <a:gd name="connsiteX8034" fmla="*/ 2075498 w 3006089"/>
                <a:gd name="connsiteY8034" fmla="*/ 2155508 h 2297429"/>
                <a:gd name="connsiteX8035" fmla="*/ 2076450 w 3006089"/>
                <a:gd name="connsiteY8035" fmla="*/ 2156460 h 2297429"/>
                <a:gd name="connsiteX8036" fmla="*/ 2076926 w 3006089"/>
                <a:gd name="connsiteY8036" fmla="*/ 2157889 h 2297429"/>
                <a:gd name="connsiteX8037" fmla="*/ 2076450 w 3006089"/>
                <a:gd name="connsiteY8037" fmla="*/ 2159794 h 2297429"/>
                <a:gd name="connsiteX8038" fmla="*/ 2074545 w 3006089"/>
                <a:gd name="connsiteY8038" fmla="*/ 2161699 h 2297429"/>
                <a:gd name="connsiteX8039" fmla="*/ 2074069 w 3006089"/>
                <a:gd name="connsiteY8039" fmla="*/ 2163128 h 2297429"/>
                <a:gd name="connsiteX8040" fmla="*/ 2074545 w 3006089"/>
                <a:gd name="connsiteY8040" fmla="*/ 2164080 h 2297429"/>
                <a:gd name="connsiteX8041" fmla="*/ 2075021 w 3006089"/>
                <a:gd name="connsiteY8041" fmla="*/ 2164080 h 2297429"/>
                <a:gd name="connsiteX8042" fmla="*/ 2075498 w 3006089"/>
                <a:gd name="connsiteY8042" fmla="*/ 2163604 h 2297429"/>
                <a:gd name="connsiteX8043" fmla="*/ 2076450 w 3006089"/>
                <a:gd name="connsiteY8043" fmla="*/ 2164080 h 2297429"/>
                <a:gd name="connsiteX8044" fmla="*/ 2077402 w 3006089"/>
                <a:gd name="connsiteY8044" fmla="*/ 2165033 h 2297429"/>
                <a:gd name="connsiteX8045" fmla="*/ 2077879 w 3006089"/>
                <a:gd name="connsiteY8045" fmla="*/ 2165985 h 2297429"/>
                <a:gd name="connsiteX8046" fmla="*/ 2077402 w 3006089"/>
                <a:gd name="connsiteY8046" fmla="*/ 2166938 h 2297429"/>
                <a:gd name="connsiteX8047" fmla="*/ 2075498 w 3006089"/>
                <a:gd name="connsiteY8047" fmla="*/ 2167414 h 2297429"/>
                <a:gd name="connsiteX8048" fmla="*/ 2075498 w 3006089"/>
                <a:gd name="connsiteY8048" fmla="*/ 2167890 h 2297429"/>
                <a:gd name="connsiteX8049" fmla="*/ 2077879 w 3006089"/>
                <a:gd name="connsiteY8049" fmla="*/ 2169319 h 2297429"/>
                <a:gd name="connsiteX8050" fmla="*/ 2079784 w 3006089"/>
                <a:gd name="connsiteY8050" fmla="*/ 2171224 h 2297429"/>
                <a:gd name="connsiteX8051" fmla="*/ 2080736 w 3006089"/>
                <a:gd name="connsiteY8051" fmla="*/ 2171224 h 2297429"/>
                <a:gd name="connsiteX8052" fmla="*/ 2081212 w 3006089"/>
                <a:gd name="connsiteY8052" fmla="*/ 2171700 h 2297429"/>
                <a:gd name="connsiteX8053" fmla="*/ 2081212 w 3006089"/>
                <a:gd name="connsiteY8053" fmla="*/ 2172653 h 2297429"/>
                <a:gd name="connsiteX8054" fmla="*/ 2082165 w 3006089"/>
                <a:gd name="connsiteY8054" fmla="*/ 2173605 h 2297429"/>
                <a:gd name="connsiteX8055" fmla="*/ 2084546 w 3006089"/>
                <a:gd name="connsiteY8055" fmla="*/ 2174558 h 2297429"/>
                <a:gd name="connsiteX8056" fmla="*/ 2085499 w 3006089"/>
                <a:gd name="connsiteY8056" fmla="*/ 2176939 h 2297429"/>
                <a:gd name="connsiteX8057" fmla="*/ 2085975 w 3006089"/>
                <a:gd name="connsiteY8057" fmla="*/ 2178368 h 2297429"/>
                <a:gd name="connsiteX8058" fmla="*/ 2086451 w 3006089"/>
                <a:gd name="connsiteY8058" fmla="*/ 2179796 h 2297429"/>
                <a:gd name="connsiteX8059" fmla="*/ 2087404 w 3006089"/>
                <a:gd name="connsiteY8059" fmla="*/ 2179796 h 2297429"/>
                <a:gd name="connsiteX8060" fmla="*/ 2087880 w 3006089"/>
                <a:gd name="connsiteY8060" fmla="*/ 2179320 h 2297429"/>
                <a:gd name="connsiteX8061" fmla="*/ 2087880 w 3006089"/>
                <a:gd name="connsiteY8061" fmla="*/ 2177891 h 2297429"/>
                <a:gd name="connsiteX8062" fmla="*/ 2089309 w 3006089"/>
                <a:gd name="connsiteY8062" fmla="*/ 2177415 h 2297429"/>
                <a:gd name="connsiteX8063" fmla="*/ 2089309 w 3006089"/>
                <a:gd name="connsiteY8063" fmla="*/ 2177891 h 2297429"/>
                <a:gd name="connsiteX8064" fmla="*/ 2088356 w 3006089"/>
                <a:gd name="connsiteY8064" fmla="*/ 2179320 h 2297429"/>
                <a:gd name="connsiteX8065" fmla="*/ 2088356 w 3006089"/>
                <a:gd name="connsiteY8065" fmla="*/ 2180749 h 2297429"/>
                <a:gd name="connsiteX8066" fmla="*/ 2089309 w 3006089"/>
                <a:gd name="connsiteY8066" fmla="*/ 2181701 h 2297429"/>
                <a:gd name="connsiteX8067" fmla="*/ 2087880 w 3006089"/>
                <a:gd name="connsiteY8067" fmla="*/ 2182178 h 2297429"/>
                <a:gd name="connsiteX8068" fmla="*/ 2084070 w 3006089"/>
                <a:gd name="connsiteY8068" fmla="*/ 2181701 h 2297429"/>
                <a:gd name="connsiteX8069" fmla="*/ 2082165 w 3006089"/>
                <a:gd name="connsiteY8069" fmla="*/ 2180273 h 2297429"/>
                <a:gd name="connsiteX8070" fmla="*/ 2081689 w 3006089"/>
                <a:gd name="connsiteY8070" fmla="*/ 2179796 h 2297429"/>
                <a:gd name="connsiteX8071" fmla="*/ 2080736 w 3006089"/>
                <a:gd name="connsiteY8071" fmla="*/ 2179796 h 2297429"/>
                <a:gd name="connsiteX8072" fmla="*/ 2080260 w 3006089"/>
                <a:gd name="connsiteY8072" fmla="*/ 2179320 h 2297429"/>
                <a:gd name="connsiteX8073" fmla="*/ 2080736 w 3006089"/>
                <a:gd name="connsiteY8073" fmla="*/ 2177891 h 2297429"/>
                <a:gd name="connsiteX8074" fmla="*/ 2078355 w 3006089"/>
                <a:gd name="connsiteY8074" fmla="*/ 2176939 h 2297429"/>
                <a:gd name="connsiteX8075" fmla="*/ 2075974 w 3006089"/>
                <a:gd name="connsiteY8075" fmla="*/ 2177415 h 2297429"/>
                <a:gd name="connsiteX8076" fmla="*/ 2073593 w 3006089"/>
                <a:gd name="connsiteY8076" fmla="*/ 2178368 h 2297429"/>
                <a:gd name="connsiteX8077" fmla="*/ 2072164 w 3006089"/>
                <a:gd name="connsiteY8077" fmla="*/ 2179320 h 2297429"/>
                <a:gd name="connsiteX8078" fmla="*/ 2072164 w 3006089"/>
                <a:gd name="connsiteY8078" fmla="*/ 2180749 h 2297429"/>
                <a:gd name="connsiteX8079" fmla="*/ 2073116 w 3006089"/>
                <a:gd name="connsiteY8079" fmla="*/ 2182178 h 2297429"/>
                <a:gd name="connsiteX8080" fmla="*/ 2075021 w 3006089"/>
                <a:gd name="connsiteY8080" fmla="*/ 2183606 h 2297429"/>
                <a:gd name="connsiteX8081" fmla="*/ 2075974 w 3006089"/>
                <a:gd name="connsiteY8081" fmla="*/ 2185988 h 2297429"/>
                <a:gd name="connsiteX8082" fmla="*/ 2075498 w 3006089"/>
                <a:gd name="connsiteY8082" fmla="*/ 2189321 h 2297429"/>
                <a:gd name="connsiteX8083" fmla="*/ 2074545 w 3006089"/>
                <a:gd name="connsiteY8083" fmla="*/ 2191703 h 2297429"/>
                <a:gd name="connsiteX8084" fmla="*/ 2073116 w 3006089"/>
                <a:gd name="connsiteY8084" fmla="*/ 2192655 h 2297429"/>
                <a:gd name="connsiteX8085" fmla="*/ 2068354 w 3006089"/>
                <a:gd name="connsiteY8085" fmla="*/ 2191703 h 2297429"/>
                <a:gd name="connsiteX8086" fmla="*/ 2060258 w 3006089"/>
                <a:gd name="connsiteY8086" fmla="*/ 2188845 h 2297429"/>
                <a:gd name="connsiteX8087" fmla="*/ 2055971 w 3006089"/>
                <a:gd name="connsiteY8087" fmla="*/ 2186464 h 2297429"/>
                <a:gd name="connsiteX8088" fmla="*/ 2054066 w 3006089"/>
                <a:gd name="connsiteY8088" fmla="*/ 2183130 h 2297429"/>
                <a:gd name="connsiteX8089" fmla="*/ 2053590 w 3006089"/>
                <a:gd name="connsiteY8089" fmla="*/ 2183130 h 2297429"/>
                <a:gd name="connsiteX8090" fmla="*/ 2049304 w 3006089"/>
                <a:gd name="connsiteY8090" fmla="*/ 2184083 h 2297429"/>
                <a:gd name="connsiteX8091" fmla="*/ 2046923 w 3006089"/>
                <a:gd name="connsiteY8091" fmla="*/ 2185511 h 2297429"/>
                <a:gd name="connsiteX8092" fmla="*/ 2045018 w 3006089"/>
                <a:gd name="connsiteY8092" fmla="*/ 2187416 h 2297429"/>
                <a:gd name="connsiteX8093" fmla="*/ 2044541 w 3006089"/>
                <a:gd name="connsiteY8093" fmla="*/ 2186940 h 2297429"/>
                <a:gd name="connsiteX8094" fmla="*/ 2045494 w 3006089"/>
                <a:gd name="connsiteY8094" fmla="*/ 2183606 h 2297429"/>
                <a:gd name="connsiteX8095" fmla="*/ 2045970 w 3006089"/>
                <a:gd name="connsiteY8095" fmla="*/ 2181701 h 2297429"/>
                <a:gd name="connsiteX8096" fmla="*/ 2045970 w 3006089"/>
                <a:gd name="connsiteY8096" fmla="*/ 2180749 h 2297429"/>
                <a:gd name="connsiteX8097" fmla="*/ 2045018 w 3006089"/>
                <a:gd name="connsiteY8097" fmla="*/ 2180273 h 2297429"/>
                <a:gd name="connsiteX8098" fmla="*/ 2043589 w 3006089"/>
                <a:gd name="connsiteY8098" fmla="*/ 2179796 h 2297429"/>
                <a:gd name="connsiteX8099" fmla="*/ 2041684 w 3006089"/>
                <a:gd name="connsiteY8099" fmla="*/ 2180273 h 2297429"/>
                <a:gd name="connsiteX8100" fmla="*/ 2038826 w 3006089"/>
                <a:gd name="connsiteY8100" fmla="*/ 2181701 h 2297429"/>
                <a:gd name="connsiteX8101" fmla="*/ 2038350 w 3006089"/>
                <a:gd name="connsiteY8101" fmla="*/ 2181701 h 2297429"/>
                <a:gd name="connsiteX8102" fmla="*/ 2038350 w 3006089"/>
                <a:gd name="connsiteY8102" fmla="*/ 2181225 h 2297429"/>
                <a:gd name="connsiteX8103" fmla="*/ 2041684 w 3006089"/>
                <a:gd name="connsiteY8103" fmla="*/ 2178844 h 2297429"/>
                <a:gd name="connsiteX8104" fmla="*/ 2042636 w 3006089"/>
                <a:gd name="connsiteY8104" fmla="*/ 2177415 h 2297429"/>
                <a:gd name="connsiteX8105" fmla="*/ 2042636 w 3006089"/>
                <a:gd name="connsiteY8105" fmla="*/ 2175986 h 2297429"/>
                <a:gd name="connsiteX8106" fmla="*/ 2043112 w 3006089"/>
                <a:gd name="connsiteY8106" fmla="*/ 2175034 h 2297429"/>
                <a:gd name="connsiteX8107" fmla="*/ 2044065 w 3006089"/>
                <a:gd name="connsiteY8107" fmla="*/ 2174081 h 2297429"/>
                <a:gd name="connsiteX8108" fmla="*/ 2044065 w 3006089"/>
                <a:gd name="connsiteY8108" fmla="*/ 2173605 h 2297429"/>
                <a:gd name="connsiteX8109" fmla="*/ 2042636 w 3006089"/>
                <a:gd name="connsiteY8109" fmla="*/ 2173605 h 2297429"/>
                <a:gd name="connsiteX8110" fmla="*/ 2042160 w 3006089"/>
                <a:gd name="connsiteY8110" fmla="*/ 2174081 h 2297429"/>
                <a:gd name="connsiteX8111" fmla="*/ 2040731 w 3006089"/>
                <a:gd name="connsiteY8111" fmla="*/ 2175986 h 2297429"/>
                <a:gd name="connsiteX8112" fmla="*/ 2038826 w 3006089"/>
                <a:gd name="connsiteY8112" fmla="*/ 2175986 h 2297429"/>
                <a:gd name="connsiteX8113" fmla="*/ 2038350 w 3006089"/>
                <a:gd name="connsiteY8113" fmla="*/ 2175510 h 2297429"/>
                <a:gd name="connsiteX8114" fmla="*/ 2038826 w 3006089"/>
                <a:gd name="connsiteY8114" fmla="*/ 2174558 h 2297429"/>
                <a:gd name="connsiteX8115" fmla="*/ 2038350 w 3006089"/>
                <a:gd name="connsiteY8115" fmla="*/ 2174081 h 2297429"/>
                <a:gd name="connsiteX8116" fmla="*/ 2035493 w 3006089"/>
                <a:gd name="connsiteY8116" fmla="*/ 2172176 h 2297429"/>
                <a:gd name="connsiteX8117" fmla="*/ 2035016 w 3006089"/>
                <a:gd name="connsiteY8117" fmla="*/ 2171224 h 2297429"/>
                <a:gd name="connsiteX8118" fmla="*/ 2034540 w 3006089"/>
                <a:gd name="connsiteY8118" fmla="*/ 2170748 h 2297429"/>
                <a:gd name="connsiteX8119" fmla="*/ 2032635 w 3006089"/>
                <a:gd name="connsiteY8119" fmla="*/ 2169795 h 2297429"/>
                <a:gd name="connsiteX8120" fmla="*/ 2032635 w 3006089"/>
                <a:gd name="connsiteY8120" fmla="*/ 2167414 h 2297429"/>
                <a:gd name="connsiteX8121" fmla="*/ 2032159 w 3006089"/>
                <a:gd name="connsiteY8121" fmla="*/ 2165509 h 2297429"/>
                <a:gd name="connsiteX8122" fmla="*/ 2031206 w 3006089"/>
                <a:gd name="connsiteY8122" fmla="*/ 2164080 h 2297429"/>
                <a:gd name="connsiteX8123" fmla="*/ 2031206 w 3006089"/>
                <a:gd name="connsiteY8123" fmla="*/ 2162651 h 2297429"/>
                <a:gd name="connsiteX8124" fmla="*/ 2032159 w 3006089"/>
                <a:gd name="connsiteY8124" fmla="*/ 2160270 h 2297429"/>
                <a:gd name="connsiteX8125" fmla="*/ 2031683 w 3006089"/>
                <a:gd name="connsiteY8125" fmla="*/ 2159794 h 2297429"/>
                <a:gd name="connsiteX8126" fmla="*/ 2028349 w 3006089"/>
                <a:gd name="connsiteY8126" fmla="*/ 2159318 h 2297429"/>
                <a:gd name="connsiteX8127" fmla="*/ 2021681 w 3006089"/>
                <a:gd name="connsiteY8127" fmla="*/ 2158841 h 2297429"/>
                <a:gd name="connsiteX8128" fmla="*/ 2018348 w 3006089"/>
                <a:gd name="connsiteY8128" fmla="*/ 2159318 h 2297429"/>
                <a:gd name="connsiteX8129" fmla="*/ 2017871 w 3006089"/>
                <a:gd name="connsiteY8129" fmla="*/ 2160270 h 2297429"/>
                <a:gd name="connsiteX8130" fmla="*/ 2018824 w 3006089"/>
                <a:gd name="connsiteY8130" fmla="*/ 2161223 h 2297429"/>
                <a:gd name="connsiteX8131" fmla="*/ 2020729 w 3006089"/>
                <a:gd name="connsiteY8131" fmla="*/ 2161699 h 2297429"/>
                <a:gd name="connsiteX8132" fmla="*/ 2022158 w 3006089"/>
                <a:gd name="connsiteY8132" fmla="*/ 2162651 h 2297429"/>
                <a:gd name="connsiteX8133" fmla="*/ 2022634 w 3006089"/>
                <a:gd name="connsiteY8133" fmla="*/ 2163604 h 2297429"/>
                <a:gd name="connsiteX8134" fmla="*/ 2024062 w 3006089"/>
                <a:gd name="connsiteY8134" fmla="*/ 2164556 h 2297429"/>
                <a:gd name="connsiteX8135" fmla="*/ 2025491 w 3006089"/>
                <a:gd name="connsiteY8135" fmla="*/ 2166461 h 2297429"/>
                <a:gd name="connsiteX8136" fmla="*/ 2026920 w 3006089"/>
                <a:gd name="connsiteY8136" fmla="*/ 2169319 h 2297429"/>
                <a:gd name="connsiteX8137" fmla="*/ 2028349 w 3006089"/>
                <a:gd name="connsiteY8137" fmla="*/ 2170271 h 2297429"/>
                <a:gd name="connsiteX8138" fmla="*/ 2029777 w 3006089"/>
                <a:gd name="connsiteY8138" fmla="*/ 2170271 h 2297429"/>
                <a:gd name="connsiteX8139" fmla="*/ 2030730 w 3006089"/>
                <a:gd name="connsiteY8139" fmla="*/ 2170748 h 2297429"/>
                <a:gd name="connsiteX8140" fmla="*/ 2030730 w 3006089"/>
                <a:gd name="connsiteY8140" fmla="*/ 2173605 h 2297429"/>
                <a:gd name="connsiteX8141" fmla="*/ 2031206 w 3006089"/>
                <a:gd name="connsiteY8141" fmla="*/ 2175510 h 2297429"/>
                <a:gd name="connsiteX8142" fmla="*/ 2032635 w 3006089"/>
                <a:gd name="connsiteY8142" fmla="*/ 2176939 h 2297429"/>
                <a:gd name="connsiteX8143" fmla="*/ 2033587 w 3006089"/>
                <a:gd name="connsiteY8143" fmla="*/ 2178844 h 2297429"/>
                <a:gd name="connsiteX8144" fmla="*/ 2033587 w 3006089"/>
                <a:gd name="connsiteY8144" fmla="*/ 2181701 h 2297429"/>
                <a:gd name="connsiteX8145" fmla="*/ 2033587 w 3006089"/>
                <a:gd name="connsiteY8145" fmla="*/ 2184559 h 2297429"/>
                <a:gd name="connsiteX8146" fmla="*/ 2033111 w 3006089"/>
                <a:gd name="connsiteY8146" fmla="*/ 2186464 h 2297429"/>
                <a:gd name="connsiteX8147" fmla="*/ 2031206 w 3006089"/>
                <a:gd name="connsiteY8147" fmla="*/ 2188845 h 2297429"/>
                <a:gd name="connsiteX8148" fmla="*/ 2030254 w 3006089"/>
                <a:gd name="connsiteY8148" fmla="*/ 2190750 h 2297429"/>
                <a:gd name="connsiteX8149" fmla="*/ 2029777 w 3006089"/>
                <a:gd name="connsiteY8149" fmla="*/ 2192179 h 2297429"/>
                <a:gd name="connsiteX8150" fmla="*/ 2028825 w 3006089"/>
                <a:gd name="connsiteY8150" fmla="*/ 2193131 h 2297429"/>
                <a:gd name="connsiteX8151" fmla="*/ 2027396 w 3006089"/>
                <a:gd name="connsiteY8151" fmla="*/ 2193608 h 2297429"/>
                <a:gd name="connsiteX8152" fmla="*/ 2025968 w 3006089"/>
                <a:gd name="connsiteY8152" fmla="*/ 2194560 h 2297429"/>
                <a:gd name="connsiteX8153" fmla="*/ 2024539 w 3006089"/>
                <a:gd name="connsiteY8153" fmla="*/ 2195989 h 2297429"/>
                <a:gd name="connsiteX8154" fmla="*/ 2023586 w 3006089"/>
                <a:gd name="connsiteY8154" fmla="*/ 2197894 h 2297429"/>
                <a:gd name="connsiteX8155" fmla="*/ 2023110 w 3006089"/>
                <a:gd name="connsiteY8155" fmla="*/ 2200275 h 2297429"/>
                <a:gd name="connsiteX8156" fmla="*/ 2021681 w 3006089"/>
                <a:gd name="connsiteY8156" fmla="*/ 2202656 h 2297429"/>
                <a:gd name="connsiteX8157" fmla="*/ 2019776 w 3006089"/>
                <a:gd name="connsiteY8157" fmla="*/ 2205038 h 2297429"/>
                <a:gd name="connsiteX8158" fmla="*/ 2018824 w 3006089"/>
                <a:gd name="connsiteY8158" fmla="*/ 2207895 h 2297429"/>
                <a:gd name="connsiteX8159" fmla="*/ 2019300 w 3006089"/>
                <a:gd name="connsiteY8159" fmla="*/ 2211229 h 2297429"/>
                <a:gd name="connsiteX8160" fmla="*/ 2019300 w 3006089"/>
                <a:gd name="connsiteY8160" fmla="*/ 2225040 h 2297429"/>
                <a:gd name="connsiteX8161" fmla="*/ 2019776 w 3006089"/>
                <a:gd name="connsiteY8161" fmla="*/ 2228374 h 2297429"/>
                <a:gd name="connsiteX8162" fmla="*/ 2019300 w 3006089"/>
                <a:gd name="connsiteY8162" fmla="*/ 2231708 h 2297429"/>
                <a:gd name="connsiteX8163" fmla="*/ 2018348 w 3006089"/>
                <a:gd name="connsiteY8163" fmla="*/ 2235041 h 2297429"/>
                <a:gd name="connsiteX8164" fmla="*/ 2016919 w 3006089"/>
                <a:gd name="connsiteY8164" fmla="*/ 2237899 h 2297429"/>
                <a:gd name="connsiteX8165" fmla="*/ 2014537 w 3006089"/>
                <a:gd name="connsiteY8165" fmla="*/ 2239804 h 2297429"/>
                <a:gd name="connsiteX8166" fmla="*/ 2012156 w 3006089"/>
                <a:gd name="connsiteY8166" fmla="*/ 2241233 h 2297429"/>
                <a:gd name="connsiteX8167" fmla="*/ 2010251 w 3006089"/>
                <a:gd name="connsiteY8167" fmla="*/ 2242185 h 2297429"/>
                <a:gd name="connsiteX8168" fmla="*/ 2008346 w 3006089"/>
                <a:gd name="connsiteY8168" fmla="*/ 2243614 h 2297429"/>
                <a:gd name="connsiteX8169" fmla="*/ 2006441 w 3006089"/>
                <a:gd name="connsiteY8169" fmla="*/ 2245995 h 2297429"/>
                <a:gd name="connsiteX8170" fmla="*/ 2003108 w 3006089"/>
                <a:gd name="connsiteY8170" fmla="*/ 2247900 h 2297429"/>
                <a:gd name="connsiteX8171" fmla="*/ 1998821 w 3006089"/>
                <a:gd name="connsiteY8171" fmla="*/ 2249805 h 2297429"/>
                <a:gd name="connsiteX8172" fmla="*/ 1995011 w 3006089"/>
                <a:gd name="connsiteY8172" fmla="*/ 2250758 h 2297429"/>
                <a:gd name="connsiteX8173" fmla="*/ 1992630 w 3006089"/>
                <a:gd name="connsiteY8173" fmla="*/ 2262188 h 2297429"/>
                <a:gd name="connsiteX8174" fmla="*/ 1990725 w 3006089"/>
                <a:gd name="connsiteY8174" fmla="*/ 2266950 h 2297429"/>
                <a:gd name="connsiteX8175" fmla="*/ 1987391 w 3006089"/>
                <a:gd name="connsiteY8175" fmla="*/ 2269808 h 2297429"/>
                <a:gd name="connsiteX8176" fmla="*/ 1987868 w 3006089"/>
                <a:gd name="connsiteY8176" fmla="*/ 2270284 h 2297429"/>
                <a:gd name="connsiteX8177" fmla="*/ 1988344 w 3006089"/>
                <a:gd name="connsiteY8177" fmla="*/ 2271236 h 2297429"/>
                <a:gd name="connsiteX8178" fmla="*/ 1992630 w 3006089"/>
                <a:gd name="connsiteY8178" fmla="*/ 2272189 h 2297429"/>
                <a:gd name="connsiteX8179" fmla="*/ 1993583 w 3006089"/>
                <a:gd name="connsiteY8179" fmla="*/ 2272189 h 2297429"/>
                <a:gd name="connsiteX8180" fmla="*/ 1994059 w 3006089"/>
                <a:gd name="connsiteY8180" fmla="*/ 2272189 h 2297429"/>
                <a:gd name="connsiteX8181" fmla="*/ 1994535 w 3006089"/>
                <a:gd name="connsiteY8181" fmla="*/ 2273141 h 2297429"/>
                <a:gd name="connsiteX8182" fmla="*/ 1994535 w 3006089"/>
                <a:gd name="connsiteY8182" fmla="*/ 2275523 h 2297429"/>
                <a:gd name="connsiteX8183" fmla="*/ 1994059 w 3006089"/>
                <a:gd name="connsiteY8183" fmla="*/ 2277428 h 2297429"/>
                <a:gd name="connsiteX8184" fmla="*/ 1993106 w 3006089"/>
                <a:gd name="connsiteY8184" fmla="*/ 2278380 h 2297429"/>
                <a:gd name="connsiteX8185" fmla="*/ 1991201 w 3006089"/>
                <a:gd name="connsiteY8185" fmla="*/ 2278856 h 2297429"/>
                <a:gd name="connsiteX8186" fmla="*/ 1987868 w 3006089"/>
                <a:gd name="connsiteY8186" fmla="*/ 2281714 h 2297429"/>
                <a:gd name="connsiteX8187" fmla="*/ 1978343 w 3006089"/>
                <a:gd name="connsiteY8187" fmla="*/ 2280761 h 2297429"/>
                <a:gd name="connsiteX8188" fmla="*/ 1975009 w 3006089"/>
                <a:gd name="connsiteY8188" fmla="*/ 2281238 h 2297429"/>
                <a:gd name="connsiteX8189" fmla="*/ 1973580 w 3006089"/>
                <a:gd name="connsiteY8189" fmla="*/ 2281714 h 2297429"/>
                <a:gd name="connsiteX8190" fmla="*/ 1972627 w 3006089"/>
                <a:gd name="connsiteY8190" fmla="*/ 2282190 h 2297429"/>
                <a:gd name="connsiteX8191" fmla="*/ 1971675 w 3006089"/>
                <a:gd name="connsiteY8191" fmla="*/ 2283143 h 2297429"/>
                <a:gd name="connsiteX8192" fmla="*/ 1970723 w 3006089"/>
                <a:gd name="connsiteY8192" fmla="*/ 2285524 h 2297429"/>
                <a:gd name="connsiteX8193" fmla="*/ 1970246 w 3006089"/>
                <a:gd name="connsiteY8193" fmla="*/ 2289334 h 2297429"/>
                <a:gd name="connsiteX8194" fmla="*/ 1970723 w 3006089"/>
                <a:gd name="connsiteY8194" fmla="*/ 2291239 h 2297429"/>
                <a:gd name="connsiteX8195" fmla="*/ 1972151 w 3006089"/>
                <a:gd name="connsiteY8195" fmla="*/ 2292191 h 2297429"/>
                <a:gd name="connsiteX8196" fmla="*/ 1976437 w 3006089"/>
                <a:gd name="connsiteY8196" fmla="*/ 2294096 h 2297429"/>
                <a:gd name="connsiteX8197" fmla="*/ 1979771 w 3006089"/>
                <a:gd name="connsiteY8197" fmla="*/ 2294573 h 2297429"/>
                <a:gd name="connsiteX8198" fmla="*/ 1984534 w 3006089"/>
                <a:gd name="connsiteY8198" fmla="*/ 2293144 h 2297429"/>
                <a:gd name="connsiteX8199" fmla="*/ 1985962 w 3006089"/>
                <a:gd name="connsiteY8199" fmla="*/ 2293144 h 2297429"/>
                <a:gd name="connsiteX8200" fmla="*/ 1987391 w 3006089"/>
                <a:gd name="connsiteY8200" fmla="*/ 2293620 h 2297429"/>
                <a:gd name="connsiteX8201" fmla="*/ 1988820 w 3006089"/>
                <a:gd name="connsiteY8201" fmla="*/ 2294573 h 2297429"/>
                <a:gd name="connsiteX8202" fmla="*/ 1990725 w 3006089"/>
                <a:gd name="connsiteY8202" fmla="*/ 2297430 h 2297429"/>
                <a:gd name="connsiteX8203" fmla="*/ 1991201 w 3006089"/>
                <a:gd name="connsiteY8203" fmla="*/ 2296954 h 2297429"/>
                <a:gd name="connsiteX8204" fmla="*/ 1991201 w 3006089"/>
                <a:gd name="connsiteY8204" fmla="*/ 2294573 h 2297429"/>
                <a:gd name="connsiteX8205" fmla="*/ 1992154 w 3006089"/>
                <a:gd name="connsiteY8205" fmla="*/ 2292191 h 2297429"/>
                <a:gd name="connsiteX8206" fmla="*/ 1994059 w 3006089"/>
                <a:gd name="connsiteY8206" fmla="*/ 2290286 h 2297429"/>
                <a:gd name="connsiteX8207" fmla="*/ 1997393 w 3006089"/>
                <a:gd name="connsiteY8207" fmla="*/ 2287905 h 2297429"/>
                <a:gd name="connsiteX8208" fmla="*/ 2002631 w 3006089"/>
                <a:gd name="connsiteY8208" fmla="*/ 2285524 h 2297429"/>
                <a:gd name="connsiteX8209" fmla="*/ 2006441 w 3006089"/>
                <a:gd name="connsiteY8209" fmla="*/ 2284095 h 2297429"/>
                <a:gd name="connsiteX8210" fmla="*/ 2010251 w 3006089"/>
                <a:gd name="connsiteY8210" fmla="*/ 2283619 h 2297429"/>
                <a:gd name="connsiteX8211" fmla="*/ 2010727 w 3006089"/>
                <a:gd name="connsiteY8211" fmla="*/ 2283143 h 2297429"/>
                <a:gd name="connsiteX8212" fmla="*/ 2012633 w 3006089"/>
                <a:gd name="connsiteY8212" fmla="*/ 2281714 h 2297429"/>
                <a:gd name="connsiteX8213" fmla="*/ 2013109 w 3006089"/>
                <a:gd name="connsiteY8213" fmla="*/ 2282190 h 2297429"/>
                <a:gd name="connsiteX8214" fmla="*/ 2012633 w 3006089"/>
                <a:gd name="connsiteY8214" fmla="*/ 2283619 h 2297429"/>
                <a:gd name="connsiteX8215" fmla="*/ 2012633 w 3006089"/>
                <a:gd name="connsiteY8215" fmla="*/ 2284095 h 2297429"/>
                <a:gd name="connsiteX8216" fmla="*/ 2013109 w 3006089"/>
                <a:gd name="connsiteY8216" fmla="*/ 2284095 h 2297429"/>
                <a:gd name="connsiteX8217" fmla="*/ 2014061 w 3006089"/>
                <a:gd name="connsiteY8217" fmla="*/ 2282666 h 2297429"/>
                <a:gd name="connsiteX8218" fmla="*/ 2015014 w 3006089"/>
                <a:gd name="connsiteY8218" fmla="*/ 2279809 h 2297429"/>
                <a:gd name="connsiteX8219" fmla="*/ 2017871 w 3006089"/>
                <a:gd name="connsiteY8219" fmla="*/ 2276475 h 2297429"/>
                <a:gd name="connsiteX8220" fmla="*/ 2025968 w 3006089"/>
                <a:gd name="connsiteY8220" fmla="*/ 2270760 h 2297429"/>
                <a:gd name="connsiteX8221" fmla="*/ 2028825 w 3006089"/>
                <a:gd name="connsiteY8221" fmla="*/ 2269331 h 2297429"/>
                <a:gd name="connsiteX8222" fmla="*/ 2034064 w 3006089"/>
                <a:gd name="connsiteY8222" fmla="*/ 2268379 h 2297429"/>
                <a:gd name="connsiteX8223" fmla="*/ 2041208 w 3006089"/>
                <a:gd name="connsiteY8223" fmla="*/ 2267903 h 2297429"/>
                <a:gd name="connsiteX8224" fmla="*/ 2048351 w 3006089"/>
                <a:gd name="connsiteY8224" fmla="*/ 2268855 h 2297429"/>
                <a:gd name="connsiteX8225" fmla="*/ 2055495 w 3006089"/>
                <a:gd name="connsiteY8225" fmla="*/ 2270760 h 2297429"/>
                <a:gd name="connsiteX8226" fmla="*/ 2060258 w 3006089"/>
                <a:gd name="connsiteY8226" fmla="*/ 2271713 h 2297429"/>
                <a:gd name="connsiteX8227" fmla="*/ 2062639 w 3006089"/>
                <a:gd name="connsiteY8227" fmla="*/ 2271713 h 2297429"/>
                <a:gd name="connsiteX8228" fmla="*/ 2073116 w 3006089"/>
                <a:gd name="connsiteY8228" fmla="*/ 2273141 h 2297429"/>
                <a:gd name="connsiteX8229" fmla="*/ 2074069 w 3006089"/>
                <a:gd name="connsiteY8229" fmla="*/ 2272665 h 2297429"/>
                <a:gd name="connsiteX8230" fmla="*/ 2072640 w 3006089"/>
                <a:gd name="connsiteY8230" fmla="*/ 2272189 h 2297429"/>
                <a:gd name="connsiteX8231" fmla="*/ 2065973 w 3006089"/>
                <a:gd name="connsiteY8231" fmla="*/ 2271236 h 2297429"/>
                <a:gd name="connsiteX8232" fmla="*/ 2064068 w 3006089"/>
                <a:gd name="connsiteY8232" fmla="*/ 2270284 h 2297429"/>
                <a:gd name="connsiteX8233" fmla="*/ 2061210 w 3006089"/>
                <a:gd name="connsiteY8233" fmla="*/ 2270284 h 2297429"/>
                <a:gd name="connsiteX8234" fmla="*/ 2061210 w 3006089"/>
                <a:gd name="connsiteY8234" fmla="*/ 2269808 h 2297429"/>
                <a:gd name="connsiteX8235" fmla="*/ 2063115 w 3006089"/>
                <a:gd name="connsiteY8235" fmla="*/ 2267426 h 2297429"/>
                <a:gd name="connsiteX8236" fmla="*/ 2064068 w 3006089"/>
                <a:gd name="connsiteY8236" fmla="*/ 2266950 h 2297429"/>
                <a:gd name="connsiteX8237" fmla="*/ 2065496 w 3006089"/>
                <a:gd name="connsiteY8237" fmla="*/ 2265998 h 2297429"/>
                <a:gd name="connsiteX8238" fmla="*/ 2066925 w 3006089"/>
                <a:gd name="connsiteY8238" fmla="*/ 2264569 h 2297429"/>
                <a:gd name="connsiteX8239" fmla="*/ 2069306 w 3006089"/>
                <a:gd name="connsiteY8239" fmla="*/ 2263140 h 2297429"/>
                <a:gd name="connsiteX8240" fmla="*/ 2073593 w 3006089"/>
                <a:gd name="connsiteY8240" fmla="*/ 2262188 h 2297429"/>
                <a:gd name="connsiteX8241" fmla="*/ 2079784 w 3006089"/>
                <a:gd name="connsiteY8241" fmla="*/ 2261235 h 2297429"/>
                <a:gd name="connsiteX8242" fmla="*/ 2085975 w 3006089"/>
                <a:gd name="connsiteY8242" fmla="*/ 2259806 h 2297429"/>
                <a:gd name="connsiteX8243" fmla="*/ 2087404 w 3006089"/>
                <a:gd name="connsiteY8243" fmla="*/ 2259806 h 2297429"/>
                <a:gd name="connsiteX8244" fmla="*/ 2088833 w 3006089"/>
                <a:gd name="connsiteY8244" fmla="*/ 2260283 h 2297429"/>
                <a:gd name="connsiteX8245" fmla="*/ 2091214 w 3006089"/>
                <a:gd name="connsiteY8245" fmla="*/ 2260283 h 2297429"/>
                <a:gd name="connsiteX8246" fmla="*/ 2098358 w 3006089"/>
                <a:gd name="connsiteY8246" fmla="*/ 2259330 h 2297429"/>
                <a:gd name="connsiteX8247" fmla="*/ 2102644 w 3006089"/>
                <a:gd name="connsiteY8247" fmla="*/ 2259330 h 2297429"/>
                <a:gd name="connsiteX8248" fmla="*/ 2105501 w 3006089"/>
                <a:gd name="connsiteY8248" fmla="*/ 2259806 h 2297429"/>
                <a:gd name="connsiteX8249" fmla="*/ 2107406 w 3006089"/>
                <a:gd name="connsiteY8249" fmla="*/ 2260283 h 2297429"/>
                <a:gd name="connsiteX8250" fmla="*/ 2109787 w 3006089"/>
                <a:gd name="connsiteY8250" fmla="*/ 2260283 h 2297429"/>
                <a:gd name="connsiteX8251" fmla="*/ 2114074 w 3006089"/>
                <a:gd name="connsiteY8251" fmla="*/ 2258378 h 2297429"/>
                <a:gd name="connsiteX8252" fmla="*/ 2114550 w 3006089"/>
                <a:gd name="connsiteY8252" fmla="*/ 2257901 h 2297429"/>
                <a:gd name="connsiteX8253" fmla="*/ 2113598 w 3006089"/>
                <a:gd name="connsiteY8253" fmla="*/ 2256949 h 2297429"/>
                <a:gd name="connsiteX8254" fmla="*/ 2111216 w 3006089"/>
                <a:gd name="connsiteY8254" fmla="*/ 2255520 h 2297429"/>
                <a:gd name="connsiteX8255" fmla="*/ 2110264 w 3006089"/>
                <a:gd name="connsiteY8255" fmla="*/ 2254091 h 2297429"/>
                <a:gd name="connsiteX8256" fmla="*/ 2110264 w 3006089"/>
                <a:gd name="connsiteY8256" fmla="*/ 2253139 h 2297429"/>
                <a:gd name="connsiteX8257" fmla="*/ 2109787 w 3006089"/>
                <a:gd name="connsiteY8257" fmla="*/ 2252186 h 2297429"/>
                <a:gd name="connsiteX8258" fmla="*/ 2108835 w 3006089"/>
                <a:gd name="connsiteY8258" fmla="*/ 2250758 h 2297429"/>
                <a:gd name="connsiteX8259" fmla="*/ 2109311 w 3006089"/>
                <a:gd name="connsiteY8259" fmla="*/ 2250281 h 2297429"/>
                <a:gd name="connsiteX8260" fmla="*/ 2109311 w 3006089"/>
                <a:gd name="connsiteY8260" fmla="*/ 2243138 h 2297429"/>
                <a:gd name="connsiteX8261" fmla="*/ 2109311 w 3006089"/>
                <a:gd name="connsiteY8261" fmla="*/ 2243138 h 2297429"/>
                <a:gd name="connsiteX8262" fmla="*/ 2104073 w 3006089"/>
                <a:gd name="connsiteY8262" fmla="*/ 2244566 h 2297429"/>
                <a:gd name="connsiteX8263" fmla="*/ 2101215 w 3006089"/>
                <a:gd name="connsiteY8263" fmla="*/ 2245995 h 2297429"/>
                <a:gd name="connsiteX8264" fmla="*/ 2099786 w 3006089"/>
                <a:gd name="connsiteY8264" fmla="*/ 2246471 h 2297429"/>
                <a:gd name="connsiteX8265" fmla="*/ 2097405 w 3006089"/>
                <a:gd name="connsiteY8265" fmla="*/ 2245995 h 2297429"/>
                <a:gd name="connsiteX8266" fmla="*/ 2093119 w 3006089"/>
                <a:gd name="connsiteY8266" fmla="*/ 2245995 h 2297429"/>
                <a:gd name="connsiteX8267" fmla="*/ 2089309 w 3006089"/>
                <a:gd name="connsiteY8267" fmla="*/ 2245043 h 2297429"/>
                <a:gd name="connsiteX8268" fmla="*/ 2086451 w 3006089"/>
                <a:gd name="connsiteY8268" fmla="*/ 2244090 h 2297429"/>
                <a:gd name="connsiteX8269" fmla="*/ 2085023 w 3006089"/>
                <a:gd name="connsiteY8269" fmla="*/ 2242185 h 2297429"/>
                <a:gd name="connsiteX8270" fmla="*/ 2085023 w 3006089"/>
                <a:gd name="connsiteY8270" fmla="*/ 2241233 h 2297429"/>
                <a:gd name="connsiteX8271" fmla="*/ 2088833 w 3006089"/>
                <a:gd name="connsiteY8271" fmla="*/ 2235994 h 2297429"/>
                <a:gd name="connsiteX8272" fmla="*/ 2090261 w 3006089"/>
                <a:gd name="connsiteY8272" fmla="*/ 2233613 h 2297429"/>
                <a:gd name="connsiteX8273" fmla="*/ 2090737 w 3006089"/>
                <a:gd name="connsiteY8273" fmla="*/ 2232184 h 2297429"/>
                <a:gd name="connsiteX8274" fmla="*/ 2091690 w 3006089"/>
                <a:gd name="connsiteY8274" fmla="*/ 2231231 h 2297429"/>
                <a:gd name="connsiteX8275" fmla="*/ 2094071 w 3006089"/>
                <a:gd name="connsiteY8275" fmla="*/ 2229803 h 2297429"/>
                <a:gd name="connsiteX8276" fmla="*/ 2094548 w 3006089"/>
                <a:gd name="connsiteY8276" fmla="*/ 2228850 h 2297429"/>
                <a:gd name="connsiteX8277" fmla="*/ 2095500 w 3006089"/>
                <a:gd name="connsiteY8277" fmla="*/ 2228374 h 2297429"/>
                <a:gd name="connsiteX8278" fmla="*/ 2097405 w 3006089"/>
                <a:gd name="connsiteY8278" fmla="*/ 2228374 h 2297429"/>
                <a:gd name="connsiteX8279" fmla="*/ 2100739 w 3006089"/>
                <a:gd name="connsiteY8279" fmla="*/ 2226469 h 2297429"/>
                <a:gd name="connsiteX8280" fmla="*/ 2105501 w 3006089"/>
                <a:gd name="connsiteY8280" fmla="*/ 2222659 h 2297429"/>
                <a:gd name="connsiteX8281" fmla="*/ 2108835 w 3006089"/>
                <a:gd name="connsiteY8281" fmla="*/ 2220278 h 2297429"/>
                <a:gd name="connsiteX8282" fmla="*/ 2111216 w 3006089"/>
                <a:gd name="connsiteY8282" fmla="*/ 2219325 h 2297429"/>
                <a:gd name="connsiteX8283" fmla="*/ 2117884 w 3006089"/>
                <a:gd name="connsiteY8283" fmla="*/ 2218373 h 2297429"/>
                <a:gd name="connsiteX8284" fmla="*/ 2122170 w 3006089"/>
                <a:gd name="connsiteY8284" fmla="*/ 2217420 h 2297429"/>
                <a:gd name="connsiteX8285" fmla="*/ 2125028 w 3006089"/>
                <a:gd name="connsiteY8285" fmla="*/ 2216944 h 2297429"/>
                <a:gd name="connsiteX8286" fmla="*/ 2126933 w 3006089"/>
                <a:gd name="connsiteY8286" fmla="*/ 2217420 h 2297429"/>
                <a:gd name="connsiteX8287" fmla="*/ 2129790 w 3006089"/>
                <a:gd name="connsiteY8287" fmla="*/ 2216944 h 2297429"/>
                <a:gd name="connsiteX8288" fmla="*/ 2133600 w 3006089"/>
                <a:gd name="connsiteY8288" fmla="*/ 2215991 h 2297429"/>
                <a:gd name="connsiteX8289" fmla="*/ 2138839 w 3006089"/>
                <a:gd name="connsiteY8289" fmla="*/ 2215039 h 2297429"/>
                <a:gd name="connsiteX8290" fmla="*/ 2145030 w 3006089"/>
                <a:gd name="connsiteY8290" fmla="*/ 2214563 h 2297429"/>
                <a:gd name="connsiteX8291" fmla="*/ 2149316 w 3006089"/>
                <a:gd name="connsiteY8291" fmla="*/ 2214086 h 2297429"/>
                <a:gd name="connsiteX8292" fmla="*/ 2151221 w 3006089"/>
                <a:gd name="connsiteY8292" fmla="*/ 2213610 h 2297429"/>
                <a:gd name="connsiteX8293" fmla="*/ 2154555 w 3006089"/>
                <a:gd name="connsiteY8293" fmla="*/ 2213610 h 2297429"/>
                <a:gd name="connsiteX8294" fmla="*/ 2155031 w 3006089"/>
                <a:gd name="connsiteY8294" fmla="*/ 2212658 h 2297429"/>
                <a:gd name="connsiteX8295" fmla="*/ 2155984 w 3006089"/>
                <a:gd name="connsiteY8295" fmla="*/ 2212181 h 2297429"/>
                <a:gd name="connsiteX8296" fmla="*/ 2159318 w 3006089"/>
                <a:gd name="connsiteY8296" fmla="*/ 2212658 h 2297429"/>
                <a:gd name="connsiteX8297" fmla="*/ 2160270 w 3006089"/>
                <a:gd name="connsiteY8297" fmla="*/ 2213134 h 2297429"/>
                <a:gd name="connsiteX8298" fmla="*/ 2160270 w 3006089"/>
                <a:gd name="connsiteY8298" fmla="*/ 2213610 h 2297429"/>
                <a:gd name="connsiteX8299" fmla="*/ 2159318 w 3006089"/>
                <a:gd name="connsiteY8299" fmla="*/ 2214086 h 2297429"/>
                <a:gd name="connsiteX8300" fmla="*/ 2159794 w 3006089"/>
                <a:gd name="connsiteY8300" fmla="*/ 2214563 h 2297429"/>
                <a:gd name="connsiteX8301" fmla="*/ 2161699 w 3006089"/>
                <a:gd name="connsiteY8301" fmla="*/ 2215515 h 2297429"/>
                <a:gd name="connsiteX8302" fmla="*/ 2164556 w 3006089"/>
                <a:gd name="connsiteY8302" fmla="*/ 2215991 h 2297429"/>
                <a:gd name="connsiteX8303" fmla="*/ 2167890 w 3006089"/>
                <a:gd name="connsiteY8303" fmla="*/ 2215039 h 2297429"/>
                <a:gd name="connsiteX8304" fmla="*/ 2170271 w 3006089"/>
                <a:gd name="connsiteY8304" fmla="*/ 2215515 h 2297429"/>
                <a:gd name="connsiteX8305" fmla="*/ 2169795 w 3006089"/>
                <a:gd name="connsiteY8305" fmla="*/ 2215991 h 2297429"/>
                <a:gd name="connsiteX8306" fmla="*/ 2168843 w 3006089"/>
                <a:gd name="connsiteY8306" fmla="*/ 2215991 h 2297429"/>
                <a:gd name="connsiteX8307" fmla="*/ 2168843 w 3006089"/>
                <a:gd name="connsiteY8307" fmla="*/ 2215991 h 2297429"/>
                <a:gd name="connsiteX8308" fmla="*/ 2169795 w 3006089"/>
                <a:gd name="connsiteY8308" fmla="*/ 2216944 h 2297429"/>
                <a:gd name="connsiteX8309" fmla="*/ 2170748 w 3006089"/>
                <a:gd name="connsiteY8309" fmla="*/ 2216944 h 2297429"/>
                <a:gd name="connsiteX8310" fmla="*/ 2173605 w 3006089"/>
                <a:gd name="connsiteY8310" fmla="*/ 2215991 h 2297429"/>
                <a:gd name="connsiteX8311" fmla="*/ 2173605 w 3006089"/>
                <a:gd name="connsiteY8311" fmla="*/ 2216468 h 2297429"/>
                <a:gd name="connsiteX8312" fmla="*/ 2172653 w 3006089"/>
                <a:gd name="connsiteY8312" fmla="*/ 2217896 h 2297429"/>
                <a:gd name="connsiteX8313" fmla="*/ 2173129 w 3006089"/>
                <a:gd name="connsiteY8313" fmla="*/ 2218849 h 2297429"/>
                <a:gd name="connsiteX8314" fmla="*/ 2175034 w 3006089"/>
                <a:gd name="connsiteY8314" fmla="*/ 2219325 h 2297429"/>
                <a:gd name="connsiteX8315" fmla="*/ 2178368 w 3006089"/>
                <a:gd name="connsiteY8315" fmla="*/ 2218849 h 2297429"/>
                <a:gd name="connsiteX8316" fmla="*/ 2182654 w 3006089"/>
                <a:gd name="connsiteY8316" fmla="*/ 2216944 h 2297429"/>
                <a:gd name="connsiteX8317" fmla="*/ 2184559 w 3006089"/>
                <a:gd name="connsiteY8317" fmla="*/ 2216468 h 2297429"/>
                <a:gd name="connsiteX8318" fmla="*/ 2185035 w 3006089"/>
                <a:gd name="connsiteY8318" fmla="*/ 2215515 h 2297429"/>
                <a:gd name="connsiteX8319" fmla="*/ 2183606 w 3006089"/>
                <a:gd name="connsiteY8319" fmla="*/ 2215515 h 2297429"/>
                <a:gd name="connsiteX8320" fmla="*/ 2180273 w 3006089"/>
                <a:gd name="connsiteY8320" fmla="*/ 2215991 h 2297429"/>
                <a:gd name="connsiteX8321" fmla="*/ 2179320 w 3006089"/>
                <a:gd name="connsiteY8321" fmla="*/ 2216468 h 2297429"/>
                <a:gd name="connsiteX8322" fmla="*/ 2179320 w 3006089"/>
                <a:gd name="connsiteY8322" fmla="*/ 2215991 h 2297429"/>
                <a:gd name="connsiteX8323" fmla="*/ 2179796 w 3006089"/>
                <a:gd name="connsiteY8323" fmla="*/ 2214563 h 2297429"/>
                <a:gd name="connsiteX8324" fmla="*/ 2183130 w 3006089"/>
                <a:gd name="connsiteY8324" fmla="*/ 2212658 h 2297429"/>
                <a:gd name="connsiteX8325" fmla="*/ 2184559 w 3006089"/>
                <a:gd name="connsiteY8325" fmla="*/ 2211229 h 2297429"/>
                <a:gd name="connsiteX8326" fmla="*/ 2185511 w 3006089"/>
                <a:gd name="connsiteY8326" fmla="*/ 2209800 h 2297429"/>
                <a:gd name="connsiteX8327" fmla="*/ 2184559 w 3006089"/>
                <a:gd name="connsiteY8327" fmla="*/ 2209800 h 2297429"/>
                <a:gd name="connsiteX8328" fmla="*/ 2181701 w 3006089"/>
                <a:gd name="connsiteY8328" fmla="*/ 2211229 h 2297429"/>
                <a:gd name="connsiteX8329" fmla="*/ 2179320 w 3006089"/>
                <a:gd name="connsiteY8329" fmla="*/ 2212181 h 2297429"/>
                <a:gd name="connsiteX8330" fmla="*/ 2177415 w 3006089"/>
                <a:gd name="connsiteY8330" fmla="*/ 2212181 h 2297429"/>
                <a:gd name="connsiteX8331" fmla="*/ 2176939 w 3006089"/>
                <a:gd name="connsiteY8331" fmla="*/ 2210753 h 2297429"/>
                <a:gd name="connsiteX8332" fmla="*/ 2177891 w 3006089"/>
                <a:gd name="connsiteY8332" fmla="*/ 2207895 h 2297429"/>
                <a:gd name="connsiteX8333" fmla="*/ 2176939 w 3006089"/>
                <a:gd name="connsiteY8333" fmla="*/ 2206943 h 2297429"/>
                <a:gd name="connsiteX8334" fmla="*/ 2171700 w 3006089"/>
                <a:gd name="connsiteY8334" fmla="*/ 2208371 h 2297429"/>
                <a:gd name="connsiteX8335" fmla="*/ 2171224 w 3006089"/>
                <a:gd name="connsiteY8335" fmla="*/ 2208848 h 2297429"/>
                <a:gd name="connsiteX8336" fmla="*/ 2171224 w 3006089"/>
                <a:gd name="connsiteY8336" fmla="*/ 2209324 h 2297429"/>
                <a:gd name="connsiteX8337" fmla="*/ 2171700 w 3006089"/>
                <a:gd name="connsiteY8337" fmla="*/ 2209800 h 2297429"/>
                <a:gd name="connsiteX8338" fmla="*/ 2171700 w 3006089"/>
                <a:gd name="connsiteY8338" fmla="*/ 2210276 h 2297429"/>
                <a:gd name="connsiteX8339" fmla="*/ 2170748 w 3006089"/>
                <a:gd name="connsiteY8339" fmla="*/ 2210753 h 2297429"/>
                <a:gd name="connsiteX8340" fmla="*/ 2169319 w 3006089"/>
                <a:gd name="connsiteY8340" fmla="*/ 2210276 h 2297429"/>
                <a:gd name="connsiteX8341" fmla="*/ 2169319 w 3006089"/>
                <a:gd name="connsiteY8341" fmla="*/ 2209800 h 2297429"/>
                <a:gd name="connsiteX8342" fmla="*/ 2169795 w 3006089"/>
                <a:gd name="connsiteY8342" fmla="*/ 2208848 h 2297429"/>
                <a:gd name="connsiteX8343" fmla="*/ 2169319 w 3006089"/>
                <a:gd name="connsiteY8343" fmla="*/ 2208371 h 2297429"/>
                <a:gd name="connsiteX8344" fmla="*/ 2167890 w 3006089"/>
                <a:gd name="connsiteY8344" fmla="*/ 2208848 h 2297429"/>
                <a:gd name="connsiteX8345" fmla="*/ 2165509 w 3006089"/>
                <a:gd name="connsiteY8345" fmla="*/ 2209324 h 2297429"/>
                <a:gd name="connsiteX8346" fmla="*/ 2160746 w 3006089"/>
                <a:gd name="connsiteY8346" fmla="*/ 2211229 h 2297429"/>
                <a:gd name="connsiteX8347" fmla="*/ 2160746 w 3006089"/>
                <a:gd name="connsiteY8347" fmla="*/ 2210753 h 2297429"/>
                <a:gd name="connsiteX8348" fmla="*/ 2162175 w 3006089"/>
                <a:gd name="connsiteY8348" fmla="*/ 2209324 h 2297429"/>
                <a:gd name="connsiteX8349" fmla="*/ 2167414 w 3006089"/>
                <a:gd name="connsiteY8349" fmla="*/ 2207895 h 2297429"/>
                <a:gd name="connsiteX8350" fmla="*/ 2169795 w 3006089"/>
                <a:gd name="connsiteY8350" fmla="*/ 2206943 h 2297429"/>
                <a:gd name="connsiteX8351" fmla="*/ 2171224 w 3006089"/>
                <a:gd name="connsiteY8351" fmla="*/ 2206943 h 2297429"/>
                <a:gd name="connsiteX8352" fmla="*/ 2172176 w 3006089"/>
                <a:gd name="connsiteY8352" fmla="*/ 2206466 h 2297429"/>
                <a:gd name="connsiteX8353" fmla="*/ 2173129 w 3006089"/>
                <a:gd name="connsiteY8353" fmla="*/ 2206466 h 2297429"/>
                <a:gd name="connsiteX8354" fmla="*/ 2174081 w 3006089"/>
                <a:gd name="connsiteY8354" fmla="*/ 2206943 h 2297429"/>
                <a:gd name="connsiteX8355" fmla="*/ 2175986 w 3006089"/>
                <a:gd name="connsiteY8355" fmla="*/ 2206943 h 2297429"/>
                <a:gd name="connsiteX8356" fmla="*/ 2178844 w 3006089"/>
                <a:gd name="connsiteY8356" fmla="*/ 2205990 h 2297429"/>
                <a:gd name="connsiteX8357" fmla="*/ 2180273 w 3006089"/>
                <a:gd name="connsiteY8357" fmla="*/ 2206466 h 2297429"/>
                <a:gd name="connsiteX8358" fmla="*/ 2179796 w 3006089"/>
                <a:gd name="connsiteY8358" fmla="*/ 2208371 h 2297429"/>
                <a:gd name="connsiteX8359" fmla="*/ 2180749 w 3006089"/>
                <a:gd name="connsiteY8359" fmla="*/ 2208371 h 2297429"/>
                <a:gd name="connsiteX8360" fmla="*/ 2182654 w 3006089"/>
                <a:gd name="connsiteY8360" fmla="*/ 2206943 h 2297429"/>
                <a:gd name="connsiteX8361" fmla="*/ 2184083 w 3006089"/>
                <a:gd name="connsiteY8361" fmla="*/ 2206466 h 2297429"/>
                <a:gd name="connsiteX8362" fmla="*/ 2184559 w 3006089"/>
                <a:gd name="connsiteY8362" fmla="*/ 2206943 h 2297429"/>
                <a:gd name="connsiteX8363" fmla="*/ 2180273 w 3006089"/>
                <a:gd name="connsiteY8363" fmla="*/ 2209324 h 2297429"/>
                <a:gd name="connsiteX8364" fmla="*/ 2179320 w 3006089"/>
                <a:gd name="connsiteY8364" fmla="*/ 2210276 h 2297429"/>
                <a:gd name="connsiteX8365" fmla="*/ 2179320 w 3006089"/>
                <a:gd name="connsiteY8365" fmla="*/ 2210753 h 2297429"/>
                <a:gd name="connsiteX8366" fmla="*/ 2179796 w 3006089"/>
                <a:gd name="connsiteY8366" fmla="*/ 2211705 h 2297429"/>
                <a:gd name="connsiteX8367" fmla="*/ 2181701 w 3006089"/>
                <a:gd name="connsiteY8367" fmla="*/ 2211705 h 2297429"/>
                <a:gd name="connsiteX8368" fmla="*/ 2188845 w 3006089"/>
                <a:gd name="connsiteY8368" fmla="*/ 2207419 h 2297429"/>
                <a:gd name="connsiteX8369" fmla="*/ 2192179 w 3006089"/>
                <a:gd name="connsiteY8369" fmla="*/ 2205990 h 2297429"/>
                <a:gd name="connsiteX8370" fmla="*/ 2195512 w 3006089"/>
                <a:gd name="connsiteY8370" fmla="*/ 2205038 h 2297429"/>
                <a:gd name="connsiteX8371" fmla="*/ 2198846 w 3006089"/>
                <a:gd name="connsiteY8371" fmla="*/ 2205038 h 2297429"/>
                <a:gd name="connsiteX8372" fmla="*/ 2201704 w 3006089"/>
                <a:gd name="connsiteY8372" fmla="*/ 2204085 h 2297429"/>
                <a:gd name="connsiteX8373" fmla="*/ 2204085 w 3006089"/>
                <a:gd name="connsiteY8373" fmla="*/ 2202656 h 2297429"/>
                <a:gd name="connsiteX8374" fmla="*/ 2213610 w 3006089"/>
                <a:gd name="connsiteY8374" fmla="*/ 2199799 h 2297429"/>
                <a:gd name="connsiteX8375" fmla="*/ 2217420 w 3006089"/>
                <a:gd name="connsiteY8375" fmla="*/ 2197894 h 2297429"/>
                <a:gd name="connsiteX8376" fmla="*/ 2221230 w 3006089"/>
                <a:gd name="connsiteY8376" fmla="*/ 2194560 h 2297429"/>
                <a:gd name="connsiteX8377" fmla="*/ 2222183 w 3006089"/>
                <a:gd name="connsiteY8377" fmla="*/ 2194560 h 2297429"/>
                <a:gd name="connsiteX8378" fmla="*/ 2222659 w 3006089"/>
                <a:gd name="connsiteY8378" fmla="*/ 2194560 h 2297429"/>
                <a:gd name="connsiteX8379" fmla="*/ 2222659 w 3006089"/>
                <a:gd name="connsiteY8379" fmla="*/ 2194084 h 2297429"/>
                <a:gd name="connsiteX8380" fmla="*/ 2235994 w 3006089"/>
                <a:gd name="connsiteY8380" fmla="*/ 2182654 h 2297429"/>
                <a:gd name="connsiteX8381" fmla="*/ 2243614 w 3006089"/>
                <a:gd name="connsiteY8381" fmla="*/ 2177415 h 2297429"/>
                <a:gd name="connsiteX8382" fmla="*/ 2249805 w 3006089"/>
                <a:gd name="connsiteY8382" fmla="*/ 2174558 h 2297429"/>
                <a:gd name="connsiteX8383" fmla="*/ 2254568 w 3006089"/>
                <a:gd name="connsiteY8383" fmla="*/ 2173129 h 2297429"/>
                <a:gd name="connsiteX8384" fmla="*/ 2257901 w 3006089"/>
                <a:gd name="connsiteY8384" fmla="*/ 2173129 h 2297429"/>
                <a:gd name="connsiteX8385" fmla="*/ 2259806 w 3006089"/>
                <a:gd name="connsiteY8385" fmla="*/ 2173129 h 2297429"/>
                <a:gd name="connsiteX8386" fmla="*/ 2271712 w 3006089"/>
                <a:gd name="connsiteY8386" fmla="*/ 2164556 h 2297429"/>
                <a:gd name="connsiteX8387" fmla="*/ 2280761 w 3006089"/>
                <a:gd name="connsiteY8387" fmla="*/ 2159794 h 2297429"/>
                <a:gd name="connsiteX8388" fmla="*/ 2285048 w 3006089"/>
                <a:gd name="connsiteY8388" fmla="*/ 2158841 h 2297429"/>
                <a:gd name="connsiteX8389" fmla="*/ 2284095 w 3006089"/>
                <a:gd name="connsiteY8389" fmla="*/ 2155031 h 2297429"/>
                <a:gd name="connsiteX8390" fmla="*/ 2275523 w 3006089"/>
                <a:gd name="connsiteY8390" fmla="*/ 2152650 h 2297429"/>
                <a:gd name="connsiteX8391" fmla="*/ 2273141 w 3006089"/>
                <a:gd name="connsiteY8391" fmla="*/ 2151221 h 2297429"/>
                <a:gd name="connsiteX8392" fmla="*/ 2282666 w 3006089"/>
                <a:gd name="connsiteY8392" fmla="*/ 2152650 h 2297429"/>
                <a:gd name="connsiteX8393" fmla="*/ 2287429 w 3006089"/>
                <a:gd name="connsiteY8393" fmla="*/ 2150269 h 2297429"/>
                <a:gd name="connsiteX8394" fmla="*/ 2290762 w 3006089"/>
                <a:gd name="connsiteY8394" fmla="*/ 2146459 h 2297429"/>
                <a:gd name="connsiteX8395" fmla="*/ 2293620 w 3006089"/>
                <a:gd name="connsiteY8395" fmla="*/ 2144078 h 2297429"/>
                <a:gd name="connsiteX8396" fmla="*/ 2301716 w 3006089"/>
                <a:gd name="connsiteY8396" fmla="*/ 2143125 h 2297429"/>
                <a:gd name="connsiteX8397" fmla="*/ 2308384 w 3006089"/>
                <a:gd name="connsiteY8397" fmla="*/ 2136458 h 2297429"/>
                <a:gd name="connsiteX8398" fmla="*/ 2311718 w 3006089"/>
                <a:gd name="connsiteY8398" fmla="*/ 2131219 h 2297429"/>
                <a:gd name="connsiteX8399" fmla="*/ 2312670 w 3006089"/>
                <a:gd name="connsiteY8399" fmla="*/ 2129314 h 2297429"/>
                <a:gd name="connsiteX8400" fmla="*/ 2316956 w 3006089"/>
                <a:gd name="connsiteY8400" fmla="*/ 2126933 h 2297429"/>
                <a:gd name="connsiteX8401" fmla="*/ 2318385 w 3006089"/>
                <a:gd name="connsiteY8401" fmla="*/ 2123123 h 2297429"/>
                <a:gd name="connsiteX8402" fmla="*/ 2323148 w 3006089"/>
                <a:gd name="connsiteY8402" fmla="*/ 2120741 h 2297429"/>
                <a:gd name="connsiteX8403" fmla="*/ 2328862 w 3006089"/>
                <a:gd name="connsiteY8403" fmla="*/ 2119789 h 2297429"/>
                <a:gd name="connsiteX8404" fmla="*/ 2343150 w 3006089"/>
                <a:gd name="connsiteY8404" fmla="*/ 2111216 h 2297429"/>
                <a:gd name="connsiteX8405" fmla="*/ 2345055 w 3006089"/>
                <a:gd name="connsiteY8405" fmla="*/ 2107883 h 2297429"/>
                <a:gd name="connsiteX8406" fmla="*/ 2351246 w 3006089"/>
                <a:gd name="connsiteY8406" fmla="*/ 2105978 h 2297429"/>
                <a:gd name="connsiteX8407" fmla="*/ 2356485 w 3006089"/>
                <a:gd name="connsiteY8407" fmla="*/ 2102644 h 2297429"/>
                <a:gd name="connsiteX8408" fmla="*/ 2360771 w 3006089"/>
                <a:gd name="connsiteY8408" fmla="*/ 2103120 h 2297429"/>
                <a:gd name="connsiteX8409" fmla="*/ 2365058 w 3006089"/>
                <a:gd name="connsiteY8409" fmla="*/ 2102168 h 2297429"/>
                <a:gd name="connsiteX8410" fmla="*/ 2377440 w 3006089"/>
                <a:gd name="connsiteY8410" fmla="*/ 2097881 h 2297429"/>
                <a:gd name="connsiteX8411" fmla="*/ 2382679 w 3006089"/>
                <a:gd name="connsiteY8411" fmla="*/ 2092166 h 2297429"/>
                <a:gd name="connsiteX8412" fmla="*/ 2387441 w 3006089"/>
                <a:gd name="connsiteY8412" fmla="*/ 2088833 h 2297429"/>
                <a:gd name="connsiteX8413" fmla="*/ 2396490 w 3006089"/>
                <a:gd name="connsiteY8413" fmla="*/ 2083118 h 2297429"/>
                <a:gd name="connsiteX8414" fmla="*/ 2405062 w 3006089"/>
                <a:gd name="connsiteY8414" fmla="*/ 2071211 h 2297429"/>
                <a:gd name="connsiteX8415" fmla="*/ 2410301 w 3006089"/>
                <a:gd name="connsiteY8415" fmla="*/ 2067878 h 2297429"/>
                <a:gd name="connsiteX8416" fmla="*/ 2420779 w 3006089"/>
                <a:gd name="connsiteY8416" fmla="*/ 2057876 h 2297429"/>
                <a:gd name="connsiteX8417" fmla="*/ 2423636 w 3006089"/>
                <a:gd name="connsiteY8417" fmla="*/ 2054066 h 2297429"/>
                <a:gd name="connsiteX8418" fmla="*/ 2426018 w 3006089"/>
                <a:gd name="connsiteY8418" fmla="*/ 2048828 h 2297429"/>
                <a:gd name="connsiteX8419" fmla="*/ 2428399 w 3006089"/>
                <a:gd name="connsiteY8419" fmla="*/ 2042636 h 2297429"/>
                <a:gd name="connsiteX8420" fmla="*/ 2425541 w 3006089"/>
                <a:gd name="connsiteY8420" fmla="*/ 2039303 h 2297429"/>
                <a:gd name="connsiteX8421" fmla="*/ 2421731 w 3006089"/>
                <a:gd name="connsiteY8421" fmla="*/ 2037874 h 2297429"/>
                <a:gd name="connsiteX8422" fmla="*/ 2416016 w 3006089"/>
                <a:gd name="connsiteY8422" fmla="*/ 2036445 h 2297429"/>
                <a:gd name="connsiteX8423" fmla="*/ 2404110 w 3006089"/>
                <a:gd name="connsiteY8423" fmla="*/ 2031683 h 2297429"/>
                <a:gd name="connsiteX8424" fmla="*/ 2398395 w 3006089"/>
                <a:gd name="connsiteY8424" fmla="*/ 2031683 h 2297429"/>
                <a:gd name="connsiteX8425" fmla="*/ 2392680 w 3006089"/>
                <a:gd name="connsiteY8425" fmla="*/ 2031206 h 2297429"/>
                <a:gd name="connsiteX8426" fmla="*/ 2389823 w 3006089"/>
                <a:gd name="connsiteY8426" fmla="*/ 2028825 h 2297429"/>
                <a:gd name="connsiteX8427" fmla="*/ 2386489 w 3006089"/>
                <a:gd name="connsiteY8427" fmla="*/ 2027396 h 2297429"/>
                <a:gd name="connsiteX8428" fmla="*/ 2407920 w 3006089"/>
                <a:gd name="connsiteY8428" fmla="*/ 2031206 h 2297429"/>
                <a:gd name="connsiteX8429" fmla="*/ 2417445 w 3006089"/>
                <a:gd name="connsiteY8429" fmla="*/ 2035016 h 2297429"/>
                <a:gd name="connsiteX8430" fmla="*/ 2421255 w 3006089"/>
                <a:gd name="connsiteY8430" fmla="*/ 2035493 h 2297429"/>
                <a:gd name="connsiteX8431" fmla="*/ 2426494 w 3006089"/>
                <a:gd name="connsiteY8431" fmla="*/ 2038350 h 2297429"/>
                <a:gd name="connsiteX8432" fmla="*/ 2429351 w 3006089"/>
                <a:gd name="connsiteY8432" fmla="*/ 2038826 h 2297429"/>
                <a:gd name="connsiteX8433" fmla="*/ 2432209 w 3006089"/>
                <a:gd name="connsiteY8433" fmla="*/ 2038350 h 2297429"/>
                <a:gd name="connsiteX8434" fmla="*/ 2436495 w 3006089"/>
                <a:gd name="connsiteY8434" fmla="*/ 2035969 h 2297429"/>
                <a:gd name="connsiteX8435" fmla="*/ 2442686 w 3006089"/>
                <a:gd name="connsiteY8435" fmla="*/ 2030254 h 2297429"/>
                <a:gd name="connsiteX8436" fmla="*/ 2447449 w 3006089"/>
                <a:gd name="connsiteY8436" fmla="*/ 2022158 h 2297429"/>
                <a:gd name="connsiteX8437" fmla="*/ 2457926 w 3006089"/>
                <a:gd name="connsiteY8437" fmla="*/ 2011204 h 2297429"/>
                <a:gd name="connsiteX8438" fmla="*/ 2466975 w 3006089"/>
                <a:gd name="connsiteY8438" fmla="*/ 2006441 h 2297429"/>
                <a:gd name="connsiteX8439" fmla="*/ 2468404 w 3006089"/>
                <a:gd name="connsiteY8439" fmla="*/ 2003584 h 2297429"/>
                <a:gd name="connsiteX8440" fmla="*/ 2471261 w 3006089"/>
                <a:gd name="connsiteY8440" fmla="*/ 2001679 h 2297429"/>
                <a:gd name="connsiteX8441" fmla="*/ 2475548 w 3006089"/>
                <a:gd name="connsiteY8441" fmla="*/ 1999774 h 2297429"/>
                <a:gd name="connsiteX8442" fmla="*/ 2479834 w 3006089"/>
                <a:gd name="connsiteY8442" fmla="*/ 1999298 h 2297429"/>
                <a:gd name="connsiteX8443" fmla="*/ 2482215 w 3006089"/>
                <a:gd name="connsiteY8443" fmla="*/ 1997869 h 2297429"/>
                <a:gd name="connsiteX8444" fmla="*/ 2480310 w 3006089"/>
                <a:gd name="connsiteY8444" fmla="*/ 1995964 h 2297429"/>
                <a:gd name="connsiteX8445" fmla="*/ 2487930 w 3006089"/>
                <a:gd name="connsiteY8445" fmla="*/ 1993583 h 2297429"/>
                <a:gd name="connsiteX8446" fmla="*/ 2505075 w 3006089"/>
                <a:gd name="connsiteY8446" fmla="*/ 1990249 h 2297429"/>
                <a:gd name="connsiteX8447" fmla="*/ 2507933 w 3006089"/>
                <a:gd name="connsiteY8447" fmla="*/ 1990249 h 2297429"/>
                <a:gd name="connsiteX8448" fmla="*/ 2511266 w 3006089"/>
                <a:gd name="connsiteY8448" fmla="*/ 1989773 h 2297429"/>
                <a:gd name="connsiteX8449" fmla="*/ 2515076 w 3006089"/>
                <a:gd name="connsiteY8449" fmla="*/ 1985486 h 2297429"/>
                <a:gd name="connsiteX8450" fmla="*/ 2516029 w 3006089"/>
                <a:gd name="connsiteY8450" fmla="*/ 1978819 h 2297429"/>
                <a:gd name="connsiteX8451" fmla="*/ 2526030 w 3006089"/>
                <a:gd name="connsiteY8451" fmla="*/ 1961674 h 2297429"/>
                <a:gd name="connsiteX8452" fmla="*/ 2532698 w 3006089"/>
                <a:gd name="connsiteY8452" fmla="*/ 1958340 h 2297429"/>
                <a:gd name="connsiteX8453" fmla="*/ 2536984 w 3006089"/>
                <a:gd name="connsiteY8453" fmla="*/ 1954530 h 2297429"/>
                <a:gd name="connsiteX8454" fmla="*/ 2539365 w 3006089"/>
                <a:gd name="connsiteY8454" fmla="*/ 1954054 h 2297429"/>
                <a:gd name="connsiteX8455" fmla="*/ 2541270 w 3006089"/>
                <a:gd name="connsiteY8455" fmla="*/ 1951673 h 2297429"/>
                <a:gd name="connsiteX8456" fmla="*/ 2544128 w 3006089"/>
                <a:gd name="connsiteY8456" fmla="*/ 1951196 h 2297429"/>
                <a:gd name="connsiteX8457" fmla="*/ 2545556 w 3006089"/>
                <a:gd name="connsiteY8457" fmla="*/ 1952149 h 2297429"/>
                <a:gd name="connsiteX8458" fmla="*/ 2549843 w 3006089"/>
                <a:gd name="connsiteY8458" fmla="*/ 1951673 h 2297429"/>
                <a:gd name="connsiteX8459" fmla="*/ 2553653 w 3006089"/>
                <a:gd name="connsiteY8459" fmla="*/ 1952625 h 2297429"/>
                <a:gd name="connsiteX8460" fmla="*/ 2559368 w 3006089"/>
                <a:gd name="connsiteY8460" fmla="*/ 1948339 h 2297429"/>
                <a:gd name="connsiteX8461" fmla="*/ 2566035 w 3006089"/>
                <a:gd name="connsiteY8461" fmla="*/ 1949768 h 2297429"/>
                <a:gd name="connsiteX8462" fmla="*/ 2582704 w 3006089"/>
                <a:gd name="connsiteY8462" fmla="*/ 1946910 h 2297429"/>
                <a:gd name="connsiteX8463" fmla="*/ 2585561 w 3006089"/>
                <a:gd name="connsiteY8463" fmla="*/ 1947863 h 2297429"/>
                <a:gd name="connsiteX8464" fmla="*/ 2596039 w 3006089"/>
                <a:gd name="connsiteY8464" fmla="*/ 1948815 h 2297429"/>
                <a:gd name="connsiteX8465" fmla="*/ 2608421 w 3006089"/>
                <a:gd name="connsiteY8465" fmla="*/ 1947386 h 2297429"/>
                <a:gd name="connsiteX8466" fmla="*/ 2619851 w 3006089"/>
                <a:gd name="connsiteY8466" fmla="*/ 1949291 h 2297429"/>
                <a:gd name="connsiteX8467" fmla="*/ 2625090 w 3006089"/>
                <a:gd name="connsiteY8467" fmla="*/ 1947863 h 2297429"/>
                <a:gd name="connsiteX8468" fmla="*/ 2630805 w 3006089"/>
                <a:gd name="connsiteY8468" fmla="*/ 1947386 h 2297429"/>
                <a:gd name="connsiteX8469" fmla="*/ 2635091 w 3006089"/>
                <a:gd name="connsiteY8469" fmla="*/ 1947863 h 2297429"/>
                <a:gd name="connsiteX8470" fmla="*/ 2639854 w 3006089"/>
                <a:gd name="connsiteY8470" fmla="*/ 1949768 h 2297429"/>
                <a:gd name="connsiteX8471" fmla="*/ 2651760 w 3006089"/>
                <a:gd name="connsiteY8471" fmla="*/ 1950244 h 2297429"/>
                <a:gd name="connsiteX8472" fmla="*/ 2655094 w 3006089"/>
                <a:gd name="connsiteY8472" fmla="*/ 1947863 h 2297429"/>
                <a:gd name="connsiteX8473" fmla="*/ 2661285 w 3006089"/>
                <a:gd name="connsiteY8473" fmla="*/ 1947863 h 2297429"/>
                <a:gd name="connsiteX8474" fmla="*/ 2665571 w 3006089"/>
                <a:gd name="connsiteY8474" fmla="*/ 1947386 h 2297429"/>
                <a:gd name="connsiteX8475" fmla="*/ 2669381 w 3006089"/>
                <a:gd name="connsiteY8475" fmla="*/ 1947386 h 2297429"/>
                <a:gd name="connsiteX8476" fmla="*/ 2675096 w 3006089"/>
                <a:gd name="connsiteY8476" fmla="*/ 1948339 h 2297429"/>
                <a:gd name="connsiteX8477" fmla="*/ 2681287 w 3006089"/>
                <a:gd name="connsiteY8477" fmla="*/ 1948815 h 2297429"/>
                <a:gd name="connsiteX8478" fmla="*/ 2687955 w 3006089"/>
                <a:gd name="connsiteY8478" fmla="*/ 1950720 h 2297429"/>
                <a:gd name="connsiteX8479" fmla="*/ 2696528 w 3006089"/>
                <a:gd name="connsiteY8479" fmla="*/ 1951196 h 2297429"/>
                <a:gd name="connsiteX8480" fmla="*/ 2699385 w 3006089"/>
                <a:gd name="connsiteY8480" fmla="*/ 1952625 h 2297429"/>
                <a:gd name="connsiteX8481" fmla="*/ 2703195 w 3006089"/>
                <a:gd name="connsiteY8481" fmla="*/ 1956911 h 2297429"/>
                <a:gd name="connsiteX8482" fmla="*/ 2717959 w 3006089"/>
                <a:gd name="connsiteY8482" fmla="*/ 1952625 h 2297429"/>
                <a:gd name="connsiteX8483" fmla="*/ 2721769 w 3006089"/>
                <a:gd name="connsiteY8483" fmla="*/ 1953101 h 2297429"/>
                <a:gd name="connsiteX8484" fmla="*/ 2729389 w 3006089"/>
                <a:gd name="connsiteY8484" fmla="*/ 1952625 h 2297429"/>
                <a:gd name="connsiteX8485" fmla="*/ 2734628 w 3006089"/>
                <a:gd name="connsiteY8485" fmla="*/ 1950720 h 2297429"/>
                <a:gd name="connsiteX8486" fmla="*/ 2741295 w 3006089"/>
                <a:gd name="connsiteY8486" fmla="*/ 1952149 h 2297429"/>
                <a:gd name="connsiteX8487" fmla="*/ 2747010 w 3006089"/>
                <a:gd name="connsiteY8487" fmla="*/ 1951196 h 2297429"/>
                <a:gd name="connsiteX8488" fmla="*/ 2759393 w 3006089"/>
                <a:gd name="connsiteY8488" fmla="*/ 1950720 h 2297429"/>
                <a:gd name="connsiteX8489" fmla="*/ 2766060 w 3006089"/>
                <a:gd name="connsiteY8489" fmla="*/ 1947863 h 2297429"/>
                <a:gd name="connsiteX8490" fmla="*/ 2768441 w 3006089"/>
                <a:gd name="connsiteY8490" fmla="*/ 1943576 h 2297429"/>
                <a:gd name="connsiteX8491" fmla="*/ 2775585 w 3006089"/>
                <a:gd name="connsiteY8491" fmla="*/ 1940243 h 2297429"/>
                <a:gd name="connsiteX8492" fmla="*/ 2783681 w 3006089"/>
                <a:gd name="connsiteY8492" fmla="*/ 1932146 h 2297429"/>
                <a:gd name="connsiteX8493" fmla="*/ 2790825 w 3006089"/>
                <a:gd name="connsiteY8493" fmla="*/ 1927384 h 2297429"/>
                <a:gd name="connsiteX8494" fmla="*/ 2788444 w 3006089"/>
                <a:gd name="connsiteY8494" fmla="*/ 1917859 h 2297429"/>
                <a:gd name="connsiteX8495" fmla="*/ 922972 w 3006089"/>
                <a:gd name="connsiteY8495" fmla="*/ 482918 h 2297429"/>
                <a:gd name="connsiteX8496" fmla="*/ 904875 w 3006089"/>
                <a:gd name="connsiteY8496" fmla="*/ 484346 h 2297429"/>
                <a:gd name="connsiteX8497" fmla="*/ 897255 w 3006089"/>
                <a:gd name="connsiteY8497" fmla="*/ 486251 h 2297429"/>
                <a:gd name="connsiteX8498" fmla="*/ 891064 w 3006089"/>
                <a:gd name="connsiteY8498" fmla="*/ 490061 h 2297429"/>
                <a:gd name="connsiteX8499" fmla="*/ 892016 w 3006089"/>
                <a:gd name="connsiteY8499" fmla="*/ 491490 h 2297429"/>
                <a:gd name="connsiteX8500" fmla="*/ 893921 w 3006089"/>
                <a:gd name="connsiteY8500" fmla="*/ 492443 h 2297429"/>
                <a:gd name="connsiteX8501" fmla="*/ 929164 w 3006089"/>
                <a:gd name="connsiteY8501" fmla="*/ 495776 h 2297429"/>
                <a:gd name="connsiteX8502" fmla="*/ 934402 w 3006089"/>
                <a:gd name="connsiteY8502" fmla="*/ 493395 h 2297429"/>
                <a:gd name="connsiteX8503" fmla="*/ 936784 w 3006089"/>
                <a:gd name="connsiteY8503" fmla="*/ 490538 h 2297429"/>
                <a:gd name="connsiteX8504" fmla="*/ 935831 w 3006089"/>
                <a:gd name="connsiteY8504" fmla="*/ 487680 h 2297429"/>
                <a:gd name="connsiteX8505" fmla="*/ 933450 w 3006089"/>
                <a:gd name="connsiteY8505" fmla="*/ 486251 h 2297429"/>
                <a:gd name="connsiteX8506" fmla="*/ 929164 w 3006089"/>
                <a:gd name="connsiteY8506" fmla="*/ 484346 h 2297429"/>
                <a:gd name="connsiteX8507" fmla="*/ 922972 w 3006089"/>
                <a:gd name="connsiteY8507" fmla="*/ 482918 h 2297429"/>
                <a:gd name="connsiteX8508" fmla="*/ 947261 w 3006089"/>
                <a:gd name="connsiteY8508" fmla="*/ 382429 h 2297429"/>
                <a:gd name="connsiteX8509" fmla="*/ 952976 w 3006089"/>
                <a:gd name="connsiteY8509" fmla="*/ 381953 h 2297429"/>
                <a:gd name="connsiteX8510" fmla="*/ 968216 w 3006089"/>
                <a:gd name="connsiteY8510" fmla="*/ 378143 h 2297429"/>
                <a:gd name="connsiteX8511" fmla="*/ 982504 w 3006089"/>
                <a:gd name="connsiteY8511" fmla="*/ 376238 h 2297429"/>
                <a:gd name="connsiteX8512" fmla="*/ 995363 w 3006089"/>
                <a:gd name="connsiteY8512" fmla="*/ 382429 h 2297429"/>
                <a:gd name="connsiteX8513" fmla="*/ 1003459 w 3006089"/>
                <a:gd name="connsiteY8513" fmla="*/ 382905 h 2297429"/>
                <a:gd name="connsiteX8514" fmla="*/ 1006316 w 3006089"/>
                <a:gd name="connsiteY8514" fmla="*/ 381953 h 2297429"/>
                <a:gd name="connsiteX8515" fmla="*/ 1011079 w 3006089"/>
                <a:gd name="connsiteY8515" fmla="*/ 378143 h 2297429"/>
                <a:gd name="connsiteX8516" fmla="*/ 1013460 w 3006089"/>
                <a:gd name="connsiteY8516" fmla="*/ 375285 h 2297429"/>
                <a:gd name="connsiteX8517" fmla="*/ 1015365 w 3006089"/>
                <a:gd name="connsiteY8517" fmla="*/ 374333 h 2297429"/>
                <a:gd name="connsiteX8518" fmla="*/ 1020127 w 3006089"/>
                <a:gd name="connsiteY8518" fmla="*/ 375761 h 2297429"/>
                <a:gd name="connsiteX8519" fmla="*/ 1026319 w 3006089"/>
                <a:gd name="connsiteY8519" fmla="*/ 379095 h 2297429"/>
                <a:gd name="connsiteX8520" fmla="*/ 1029176 w 3006089"/>
                <a:gd name="connsiteY8520" fmla="*/ 380048 h 2297429"/>
                <a:gd name="connsiteX8521" fmla="*/ 1040606 w 3006089"/>
                <a:gd name="connsiteY8521" fmla="*/ 381000 h 2297429"/>
                <a:gd name="connsiteX8522" fmla="*/ 1044893 w 3006089"/>
                <a:gd name="connsiteY8522" fmla="*/ 380524 h 2297429"/>
                <a:gd name="connsiteX8523" fmla="*/ 1053941 w 3006089"/>
                <a:gd name="connsiteY8523" fmla="*/ 378619 h 2297429"/>
                <a:gd name="connsiteX8524" fmla="*/ 1064419 w 3006089"/>
                <a:gd name="connsiteY8524" fmla="*/ 380048 h 2297429"/>
                <a:gd name="connsiteX8525" fmla="*/ 1072039 w 3006089"/>
                <a:gd name="connsiteY8525" fmla="*/ 379095 h 2297429"/>
                <a:gd name="connsiteX8526" fmla="*/ 1075373 w 3006089"/>
                <a:gd name="connsiteY8526" fmla="*/ 377666 h 2297429"/>
                <a:gd name="connsiteX8527" fmla="*/ 1076801 w 3006089"/>
                <a:gd name="connsiteY8527" fmla="*/ 375285 h 2297429"/>
                <a:gd name="connsiteX8528" fmla="*/ 1077277 w 3006089"/>
                <a:gd name="connsiteY8528" fmla="*/ 372428 h 2297429"/>
                <a:gd name="connsiteX8529" fmla="*/ 1077277 w 3006089"/>
                <a:gd name="connsiteY8529" fmla="*/ 369094 h 2297429"/>
                <a:gd name="connsiteX8530" fmla="*/ 1076801 w 3006089"/>
                <a:gd name="connsiteY8530" fmla="*/ 366236 h 2297429"/>
                <a:gd name="connsiteX8531" fmla="*/ 1072991 w 3006089"/>
                <a:gd name="connsiteY8531" fmla="*/ 360521 h 2297429"/>
                <a:gd name="connsiteX8532" fmla="*/ 1071563 w 3006089"/>
                <a:gd name="connsiteY8532" fmla="*/ 359569 h 2297429"/>
                <a:gd name="connsiteX8533" fmla="*/ 1069181 w 3006089"/>
                <a:gd name="connsiteY8533" fmla="*/ 358616 h 2297429"/>
                <a:gd name="connsiteX8534" fmla="*/ 1067276 w 3006089"/>
                <a:gd name="connsiteY8534" fmla="*/ 358616 h 2297429"/>
                <a:gd name="connsiteX8535" fmla="*/ 1061085 w 3006089"/>
                <a:gd name="connsiteY8535" fmla="*/ 354330 h 2297429"/>
                <a:gd name="connsiteX8536" fmla="*/ 1056799 w 3006089"/>
                <a:gd name="connsiteY8536" fmla="*/ 352425 h 2297429"/>
                <a:gd name="connsiteX8537" fmla="*/ 1050131 w 3006089"/>
                <a:gd name="connsiteY8537" fmla="*/ 350520 h 2297429"/>
                <a:gd name="connsiteX8538" fmla="*/ 1041083 w 3006089"/>
                <a:gd name="connsiteY8538" fmla="*/ 346710 h 2297429"/>
                <a:gd name="connsiteX8539" fmla="*/ 1033939 w 3006089"/>
                <a:gd name="connsiteY8539" fmla="*/ 346710 h 2297429"/>
                <a:gd name="connsiteX8540" fmla="*/ 1024890 w 3006089"/>
                <a:gd name="connsiteY8540" fmla="*/ 348615 h 2297429"/>
                <a:gd name="connsiteX8541" fmla="*/ 1018222 w 3006089"/>
                <a:gd name="connsiteY8541" fmla="*/ 350520 h 2297429"/>
                <a:gd name="connsiteX8542" fmla="*/ 1007269 w 3006089"/>
                <a:gd name="connsiteY8542" fmla="*/ 355283 h 2297429"/>
                <a:gd name="connsiteX8543" fmla="*/ 1002983 w 3006089"/>
                <a:gd name="connsiteY8543" fmla="*/ 358140 h 2297429"/>
                <a:gd name="connsiteX8544" fmla="*/ 996315 w 3006089"/>
                <a:gd name="connsiteY8544" fmla="*/ 360045 h 2297429"/>
                <a:gd name="connsiteX8545" fmla="*/ 979170 w 3006089"/>
                <a:gd name="connsiteY8545" fmla="*/ 361950 h 2297429"/>
                <a:gd name="connsiteX8546" fmla="*/ 964883 w 3006089"/>
                <a:gd name="connsiteY8546" fmla="*/ 365284 h 2297429"/>
                <a:gd name="connsiteX8547" fmla="*/ 957739 w 3006089"/>
                <a:gd name="connsiteY8547" fmla="*/ 367665 h 2297429"/>
                <a:gd name="connsiteX8548" fmla="*/ 947738 w 3006089"/>
                <a:gd name="connsiteY8548" fmla="*/ 371951 h 2297429"/>
                <a:gd name="connsiteX8549" fmla="*/ 943451 w 3006089"/>
                <a:gd name="connsiteY8549" fmla="*/ 376238 h 2297429"/>
                <a:gd name="connsiteX8550" fmla="*/ 942975 w 3006089"/>
                <a:gd name="connsiteY8550" fmla="*/ 377666 h 2297429"/>
                <a:gd name="connsiteX8551" fmla="*/ 945356 w 3006089"/>
                <a:gd name="connsiteY8551" fmla="*/ 380524 h 2297429"/>
                <a:gd name="connsiteX8552" fmla="*/ 947261 w 3006089"/>
                <a:gd name="connsiteY8552" fmla="*/ 382429 h 2297429"/>
                <a:gd name="connsiteX8553" fmla="*/ 1048226 w 3006089"/>
                <a:gd name="connsiteY8553" fmla="*/ 410051 h 2297429"/>
                <a:gd name="connsiteX8554" fmla="*/ 1062990 w 3006089"/>
                <a:gd name="connsiteY8554" fmla="*/ 406241 h 2297429"/>
                <a:gd name="connsiteX8555" fmla="*/ 1066324 w 3006089"/>
                <a:gd name="connsiteY8555" fmla="*/ 403384 h 2297429"/>
                <a:gd name="connsiteX8556" fmla="*/ 1068229 w 3006089"/>
                <a:gd name="connsiteY8556" fmla="*/ 399098 h 2297429"/>
                <a:gd name="connsiteX8557" fmla="*/ 1068229 w 3006089"/>
                <a:gd name="connsiteY8557" fmla="*/ 397669 h 2297429"/>
                <a:gd name="connsiteX8558" fmla="*/ 1067276 w 3006089"/>
                <a:gd name="connsiteY8558" fmla="*/ 397193 h 2297429"/>
                <a:gd name="connsiteX8559" fmla="*/ 1040130 w 3006089"/>
                <a:gd name="connsiteY8559" fmla="*/ 395288 h 2297429"/>
                <a:gd name="connsiteX8560" fmla="*/ 1031081 w 3006089"/>
                <a:gd name="connsiteY8560" fmla="*/ 395764 h 2297429"/>
                <a:gd name="connsiteX8561" fmla="*/ 1026319 w 3006089"/>
                <a:gd name="connsiteY8561" fmla="*/ 396716 h 2297429"/>
                <a:gd name="connsiteX8562" fmla="*/ 1014889 w 3006089"/>
                <a:gd name="connsiteY8562" fmla="*/ 396240 h 2297429"/>
                <a:gd name="connsiteX8563" fmla="*/ 977741 w 3006089"/>
                <a:gd name="connsiteY8563" fmla="*/ 402431 h 2297429"/>
                <a:gd name="connsiteX8564" fmla="*/ 960596 w 3006089"/>
                <a:gd name="connsiteY8564" fmla="*/ 407194 h 2297429"/>
                <a:gd name="connsiteX8565" fmla="*/ 952976 w 3006089"/>
                <a:gd name="connsiteY8565" fmla="*/ 408623 h 2297429"/>
                <a:gd name="connsiteX8566" fmla="*/ 947261 w 3006089"/>
                <a:gd name="connsiteY8566" fmla="*/ 409099 h 2297429"/>
                <a:gd name="connsiteX8567" fmla="*/ 946309 w 3006089"/>
                <a:gd name="connsiteY8567" fmla="*/ 409575 h 2297429"/>
                <a:gd name="connsiteX8568" fmla="*/ 944404 w 3006089"/>
                <a:gd name="connsiteY8568" fmla="*/ 412909 h 2297429"/>
                <a:gd name="connsiteX8569" fmla="*/ 943927 w 3006089"/>
                <a:gd name="connsiteY8569" fmla="*/ 414814 h 2297429"/>
                <a:gd name="connsiteX8570" fmla="*/ 943927 w 3006089"/>
                <a:gd name="connsiteY8570" fmla="*/ 416243 h 2297429"/>
                <a:gd name="connsiteX8571" fmla="*/ 944404 w 3006089"/>
                <a:gd name="connsiteY8571" fmla="*/ 418624 h 2297429"/>
                <a:gd name="connsiteX8572" fmla="*/ 947261 w 3006089"/>
                <a:gd name="connsiteY8572" fmla="*/ 422910 h 2297429"/>
                <a:gd name="connsiteX8573" fmla="*/ 948214 w 3006089"/>
                <a:gd name="connsiteY8573" fmla="*/ 425768 h 2297429"/>
                <a:gd name="connsiteX8574" fmla="*/ 949643 w 3006089"/>
                <a:gd name="connsiteY8574" fmla="*/ 429101 h 2297429"/>
                <a:gd name="connsiteX8575" fmla="*/ 949166 w 3006089"/>
                <a:gd name="connsiteY8575" fmla="*/ 430054 h 2297429"/>
                <a:gd name="connsiteX8576" fmla="*/ 947261 w 3006089"/>
                <a:gd name="connsiteY8576" fmla="*/ 431483 h 2297429"/>
                <a:gd name="connsiteX8577" fmla="*/ 946785 w 3006089"/>
                <a:gd name="connsiteY8577" fmla="*/ 432911 h 2297429"/>
                <a:gd name="connsiteX8578" fmla="*/ 947261 w 3006089"/>
                <a:gd name="connsiteY8578" fmla="*/ 434340 h 2297429"/>
                <a:gd name="connsiteX8579" fmla="*/ 948214 w 3006089"/>
                <a:gd name="connsiteY8579" fmla="*/ 436245 h 2297429"/>
                <a:gd name="connsiteX8580" fmla="*/ 952024 w 3006089"/>
                <a:gd name="connsiteY8580" fmla="*/ 437674 h 2297429"/>
                <a:gd name="connsiteX8581" fmla="*/ 956310 w 3006089"/>
                <a:gd name="connsiteY8581" fmla="*/ 440055 h 2297429"/>
                <a:gd name="connsiteX8582" fmla="*/ 965835 w 3006089"/>
                <a:gd name="connsiteY8582" fmla="*/ 442436 h 2297429"/>
                <a:gd name="connsiteX8583" fmla="*/ 974884 w 3006089"/>
                <a:gd name="connsiteY8583" fmla="*/ 448151 h 2297429"/>
                <a:gd name="connsiteX8584" fmla="*/ 981551 w 3006089"/>
                <a:gd name="connsiteY8584" fmla="*/ 449580 h 2297429"/>
                <a:gd name="connsiteX8585" fmla="*/ 989171 w 3006089"/>
                <a:gd name="connsiteY8585" fmla="*/ 449580 h 2297429"/>
                <a:gd name="connsiteX8586" fmla="*/ 1013936 w 3006089"/>
                <a:gd name="connsiteY8586" fmla="*/ 443389 h 2297429"/>
                <a:gd name="connsiteX8587" fmla="*/ 1019651 w 3006089"/>
                <a:gd name="connsiteY8587" fmla="*/ 442913 h 2297429"/>
                <a:gd name="connsiteX8588" fmla="*/ 1025366 w 3006089"/>
                <a:gd name="connsiteY8588" fmla="*/ 443389 h 2297429"/>
                <a:gd name="connsiteX8589" fmla="*/ 1032510 w 3006089"/>
                <a:gd name="connsiteY8589" fmla="*/ 441960 h 2297429"/>
                <a:gd name="connsiteX8590" fmla="*/ 1042988 w 3006089"/>
                <a:gd name="connsiteY8590" fmla="*/ 438626 h 2297429"/>
                <a:gd name="connsiteX8591" fmla="*/ 1048702 w 3006089"/>
                <a:gd name="connsiteY8591" fmla="*/ 436245 h 2297429"/>
                <a:gd name="connsiteX8592" fmla="*/ 1050608 w 3006089"/>
                <a:gd name="connsiteY8592" fmla="*/ 432911 h 2297429"/>
                <a:gd name="connsiteX8593" fmla="*/ 1051560 w 3006089"/>
                <a:gd name="connsiteY8593" fmla="*/ 429101 h 2297429"/>
                <a:gd name="connsiteX8594" fmla="*/ 1051560 w 3006089"/>
                <a:gd name="connsiteY8594" fmla="*/ 422434 h 2297429"/>
                <a:gd name="connsiteX8595" fmla="*/ 1051084 w 3006089"/>
                <a:gd name="connsiteY8595" fmla="*/ 420529 h 2297429"/>
                <a:gd name="connsiteX8596" fmla="*/ 1050131 w 3006089"/>
                <a:gd name="connsiteY8596" fmla="*/ 419100 h 2297429"/>
                <a:gd name="connsiteX8597" fmla="*/ 1048702 w 3006089"/>
                <a:gd name="connsiteY8597" fmla="*/ 418148 h 2297429"/>
                <a:gd name="connsiteX8598" fmla="*/ 1045369 w 3006089"/>
                <a:gd name="connsiteY8598" fmla="*/ 417671 h 2297429"/>
                <a:gd name="connsiteX8599" fmla="*/ 1030605 w 3006089"/>
                <a:gd name="connsiteY8599" fmla="*/ 418148 h 2297429"/>
                <a:gd name="connsiteX8600" fmla="*/ 1027271 w 3006089"/>
                <a:gd name="connsiteY8600" fmla="*/ 416719 h 2297429"/>
                <a:gd name="connsiteX8601" fmla="*/ 1025843 w 3006089"/>
                <a:gd name="connsiteY8601" fmla="*/ 415290 h 2297429"/>
                <a:gd name="connsiteX8602" fmla="*/ 1025366 w 3006089"/>
                <a:gd name="connsiteY8602" fmla="*/ 414338 h 2297429"/>
                <a:gd name="connsiteX8603" fmla="*/ 1029176 w 3006089"/>
                <a:gd name="connsiteY8603" fmla="*/ 412433 h 2297429"/>
                <a:gd name="connsiteX8604" fmla="*/ 1048226 w 3006089"/>
                <a:gd name="connsiteY8604" fmla="*/ 410051 h 2297429"/>
                <a:gd name="connsiteX8605" fmla="*/ 1207294 w 3006089"/>
                <a:gd name="connsiteY8605" fmla="*/ 326708 h 2297429"/>
                <a:gd name="connsiteX8606" fmla="*/ 1214914 w 3006089"/>
                <a:gd name="connsiteY8606" fmla="*/ 326708 h 2297429"/>
                <a:gd name="connsiteX8607" fmla="*/ 1228725 w 3006089"/>
                <a:gd name="connsiteY8607" fmla="*/ 325279 h 2297429"/>
                <a:gd name="connsiteX8608" fmla="*/ 1233964 w 3006089"/>
                <a:gd name="connsiteY8608" fmla="*/ 327184 h 2297429"/>
                <a:gd name="connsiteX8609" fmla="*/ 1234440 w 3006089"/>
                <a:gd name="connsiteY8609" fmla="*/ 330041 h 2297429"/>
                <a:gd name="connsiteX8610" fmla="*/ 1229201 w 3006089"/>
                <a:gd name="connsiteY8610" fmla="*/ 337661 h 2297429"/>
                <a:gd name="connsiteX8611" fmla="*/ 1226820 w 3006089"/>
                <a:gd name="connsiteY8611" fmla="*/ 340043 h 2297429"/>
                <a:gd name="connsiteX8612" fmla="*/ 1226820 w 3006089"/>
                <a:gd name="connsiteY8612" fmla="*/ 341948 h 2297429"/>
                <a:gd name="connsiteX8613" fmla="*/ 1229201 w 3006089"/>
                <a:gd name="connsiteY8613" fmla="*/ 343376 h 2297429"/>
                <a:gd name="connsiteX8614" fmla="*/ 1232059 w 3006089"/>
                <a:gd name="connsiteY8614" fmla="*/ 343376 h 2297429"/>
                <a:gd name="connsiteX8615" fmla="*/ 1234916 w 3006089"/>
                <a:gd name="connsiteY8615" fmla="*/ 341948 h 2297429"/>
                <a:gd name="connsiteX8616" fmla="*/ 1246346 w 3006089"/>
                <a:gd name="connsiteY8616" fmla="*/ 331946 h 2297429"/>
                <a:gd name="connsiteX8617" fmla="*/ 1254443 w 3006089"/>
                <a:gd name="connsiteY8617" fmla="*/ 329565 h 2297429"/>
                <a:gd name="connsiteX8618" fmla="*/ 1255871 w 3006089"/>
                <a:gd name="connsiteY8618" fmla="*/ 330041 h 2297429"/>
                <a:gd name="connsiteX8619" fmla="*/ 1259681 w 3006089"/>
                <a:gd name="connsiteY8619" fmla="*/ 332899 h 2297429"/>
                <a:gd name="connsiteX8620" fmla="*/ 1263968 w 3006089"/>
                <a:gd name="connsiteY8620" fmla="*/ 335280 h 2297429"/>
                <a:gd name="connsiteX8621" fmla="*/ 1264444 w 3006089"/>
                <a:gd name="connsiteY8621" fmla="*/ 336709 h 2297429"/>
                <a:gd name="connsiteX8622" fmla="*/ 1254919 w 3006089"/>
                <a:gd name="connsiteY8622" fmla="*/ 343376 h 2297429"/>
                <a:gd name="connsiteX8623" fmla="*/ 1253490 w 3006089"/>
                <a:gd name="connsiteY8623" fmla="*/ 344805 h 2297429"/>
                <a:gd name="connsiteX8624" fmla="*/ 1253966 w 3006089"/>
                <a:gd name="connsiteY8624" fmla="*/ 345758 h 2297429"/>
                <a:gd name="connsiteX8625" fmla="*/ 1260158 w 3006089"/>
                <a:gd name="connsiteY8625" fmla="*/ 347186 h 2297429"/>
                <a:gd name="connsiteX8626" fmla="*/ 1276826 w 3006089"/>
                <a:gd name="connsiteY8626" fmla="*/ 346710 h 2297429"/>
                <a:gd name="connsiteX8627" fmla="*/ 1280636 w 3006089"/>
                <a:gd name="connsiteY8627" fmla="*/ 348139 h 2297429"/>
                <a:gd name="connsiteX8628" fmla="*/ 1282065 w 3006089"/>
                <a:gd name="connsiteY8628" fmla="*/ 349091 h 2297429"/>
                <a:gd name="connsiteX8629" fmla="*/ 1275398 w 3006089"/>
                <a:gd name="connsiteY8629" fmla="*/ 352425 h 2297429"/>
                <a:gd name="connsiteX8630" fmla="*/ 1263015 w 3006089"/>
                <a:gd name="connsiteY8630" fmla="*/ 354806 h 2297429"/>
                <a:gd name="connsiteX8631" fmla="*/ 1259681 w 3006089"/>
                <a:gd name="connsiteY8631" fmla="*/ 356711 h 2297429"/>
                <a:gd name="connsiteX8632" fmla="*/ 1274445 w 3006089"/>
                <a:gd name="connsiteY8632" fmla="*/ 357664 h 2297429"/>
                <a:gd name="connsiteX8633" fmla="*/ 1278255 w 3006089"/>
                <a:gd name="connsiteY8633" fmla="*/ 360045 h 2297429"/>
                <a:gd name="connsiteX8634" fmla="*/ 1275398 w 3006089"/>
                <a:gd name="connsiteY8634" fmla="*/ 363855 h 2297429"/>
                <a:gd name="connsiteX8635" fmla="*/ 1268730 w 3006089"/>
                <a:gd name="connsiteY8635" fmla="*/ 365284 h 2297429"/>
                <a:gd name="connsiteX8636" fmla="*/ 1253490 w 3006089"/>
                <a:gd name="connsiteY8636" fmla="*/ 363855 h 2297429"/>
                <a:gd name="connsiteX8637" fmla="*/ 1235869 w 3006089"/>
                <a:gd name="connsiteY8637" fmla="*/ 360998 h 2297429"/>
                <a:gd name="connsiteX8638" fmla="*/ 1232535 w 3006089"/>
                <a:gd name="connsiteY8638" fmla="*/ 361474 h 2297429"/>
                <a:gd name="connsiteX8639" fmla="*/ 1229677 w 3006089"/>
                <a:gd name="connsiteY8639" fmla="*/ 362903 h 2297429"/>
                <a:gd name="connsiteX8640" fmla="*/ 1226820 w 3006089"/>
                <a:gd name="connsiteY8640" fmla="*/ 365284 h 2297429"/>
                <a:gd name="connsiteX8641" fmla="*/ 1227296 w 3006089"/>
                <a:gd name="connsiteY8641" fmla="*/ 369094 h 2297429"/>
                <a:gd name="connsiteX8642" fmla="*/ 1231106 w 3006089"/>
                <a:gd name="connsiteY8642" fmla="*/ 373856 h 2297429"/>
                <a:gd name="connsiteX8643" fmla="*/ 1234916 w 3006089"/>
                <a:gd name="connsiteY8643" fmla="*/ 377666 h 2297429"/>
                <a:gd name="connsiteX8644" fmla="*/ 1243489 w 3006089"/>
                <a:gd name="connsiteY8644" fmla="*/ 381953 h 2297429"/>
                <a:gd name="connsiteX8645" fmla="*/ 1249680 w 3006089"/>
                <a:gd name="connsiteY8645" fmla="*/ 383858 h 2297429"/>
                <a:gd name="connsiteX8646" fmla="*/ 1262539 w 3006089"/>
                <a:gd name="connsiteY8646" fmla="*/ 384334 h 2297429"/>
                <a:gd name="connsiteX8647" fmla="*/ 1271588 w 3006089"/>
                <a:gd name="connsiteY8647" fmla="*/ 380048 h 2297429"/>
                <a:gd name="connsiteX8648" fmla="*/ 1303973 w 3006089"/>
                <a:gd name="connsiteY8648" fmla="*/ 376238 h 2297429"/>
                <a:gd name="connsiteX8649" fmla="*/ 1302068 w 3006089"/>
                <a:gd name="connsiteY8649" fmla="*/ 379095 h 2297429"/>
                <a:gd name="connsiteX8650" fmla="*/ 1302544 w 3006089"/>
                <a:gd name="connsiteY8650" fmla="*/ 381000 h 2297429"/>
                <a:gd name="connsiteX8651" fmla="*/ 1304449 w 3006089"/>
                <a:gd name="connsiteY8651" fmla="*/ 383381 h 2297429"/>
                <a:gd name="connsiteX8652" fmla="*/ 1306354 w 3006089"/>
                <a:gd name="connsiteY8652" fmla="*/ 384810 h 2297429"/>
                <a:gd name="connsiteX8653" fmla="*/ 1308259 w 3006089"/>
                <a:gd name="connsiteY8653" fmla="*/ 385286 h 2297429"/>
                <a:gd name="connsiteX8654" fmla="*/ 1319213 w 3006089"/>
                <a:gd name="connsiteY8654" fmla="*/ 383381 h 2297429"/>
                <a:gd name="connsiteX8655" fmla="*/ 1326833 w 3006089"/>
                <a:gd name="connsiteY8655" fmla="*/ 382905 h 2297429"/>
                <a:gd name="connsiteX8656" fmla="*/ 1334452 w 3006089"/>
                <a:gd name="connsiteY8656" fmla="*/ 383858 h 2297429"/>
                <a:gd name="connsiteX8657" fmla="*/ 1352550 w 3006089"/>
                <a:gd name="connsiteY8657" fmla="*/ 388620 h 2297429"/>
                <a:gd name="connsiteX8658" fmla="*/ 1360170 w 3006089"/>
                <a:gd name="connsiteY8658" fmla="*/ 389096 h 2297429"/>
                <a:gd name="connsiteX8659" fmla="*/ 1363980 w 3006089"/>
                <a:gd name="connsiteY8659" fmla="*/ 393859 h 2297429"/>
                <a:gd name="connsiteX8660" fmla="*/ 1368266 w 3006089"/>
                <a:gd name="connsiteY8660" fmla="*/ 397193 h 2297429"/>
                <a:gd name="connsiteX8661" fmla="*/ 1368743 w 3006089"/>
                <a:gd name="connsiteY8661" fmla="*/ 398145 h 2297429"/>
                <a:gd name="connsiteX8662" fmla="*/ 1369695 w 3006089"/>
                <a:gd name="connsiteY8662" fmla="*/ 403860 h 2297429"/>
                <a:gd name="connsiteX8663" fmla="*/ 1370171 w 3006089"/>
                <a:gd name="connsiteY8663" fmla="*/ 405289 h 2297429"/>
                <a:gd name="connsiteX8664" fmla="*/ 1373029 w 3006089"/>
                <a:gd name="connsiteY8664" fmla="*/ 408623 h 2297429"/>
                <a:gd name="connsiteX8665" fmla="*/ 1376363 w 3006089"/>
                <a:gd name="connsiteY8665" fmla="*/ 411480 h 2297429"/>
                <a:gd name="connsiteX8666" fmla="*/ 1386840 w 3006089"/>
                <a:gd name="connsiteY8666" fmla="*/ 415766 h 2297429"/>
                <a:gd name="connsiteX8667" fmla="*/ 1397794 w 3006089"/>
                <a:gd name="connsiteY8667" fmla="*/ 418624 h 2297429"/>
                <a:gd name="connsiteX8668" fmla="*/ 1407795 w 3006089"/>
                <a:gd name="connsiteY8668" fmla="*/ 416243 h 2297429"/>
                <a:gd name="connsiteX8669" fmla="*/ 1418749 w 3006089"/>
                <a:gd name="connsiteY8669" fmla="*/ 415290 h 2297429"/>
                <a:gd name="connsiteX8670" fmla="*/ 1424464 w 3006089"/>
                <a:gd name="connsiteY8670" fmla="*/ 413861 h 2297429"/>
                <a:gd name="connsiteX8671" fmla="*/ 1425893 w 3006089"/>
                <a:gd name="connsiteY8671" fmla="*/ 412433 h 2297429"/>
                <a:gd name="connsiteX8672" fmla="*/ 1428274 w 3006089"/>
                <a:gd name="connsiteY8672" fmla="*/ 405765 h 2297429"/>
                <a:gd name="connsiteX8673" fmla="*/ 1430179 w 3006089"/>
                <a:gd name="connsiteY8673" fmla="*/ 403384 h 2297429"/>
                <a:gd name="connsiteX8674" fmla="*/ 1430179 w 3006089"/>
                <a:gd name="connsiteY8674" fmla="*/ 401955 h 2297429"/>
                <a:gd name="connsiteX8675" fmla="*/ 1428750 w 3006089"/>
                <a:gd name="connsiteY8675" fmla="*/ 397669 h 2297429"/>
                <a:gd name="connsiteX8676" fmla="*/ 1425893 w 3006089"/>
                <a:gd name="connsiteY8676" fmla="*/ 394335 h 2297429"/>
                <a:gd name="connsiteX8677" fmla="*/ 1411129 w 3006089"/>
                <a:gd name="connsiteY8677" fmla="*/ 382429 h 2297429"/>
                <a:gd name="connsiteX8678" fmla="*/ 1404938 w 3006089"/>
                <a:gd name="connsiteY8678" fmla="*/ 380524 h 2297429"/>
                <a:gd name="connsiteX8679" fmla="*/ 1403985 w 3006089"/>
                <a:gd name="connsiteY8679" fmla="*/ 379095 h 2297429"/>
                <a:gd name="connsiteX8680" fmla="*/ 1404461 w 3006089"/>
                <a:gd name="connsiteY8680" fmla="*/ 376238 h 2297429"/>
                <a:gd name="connsiteX8681" fmla="*/ 1404461 w 3006089"/>
                <a:gd name="connsiteY8681" fmla="*/ 374333 h 2297429"/>
                <a:gd name="connsiteX8682" fmla="*/ 1402080 w 3006089"/>
                <a:gd name="connsiteY8682" fmla="*/ 370999 h 2297429"/>
                <a:gd name="connsiteX8683" fmla="*/ 1403033 w 3006089"/>
                <a:gd name="connsiteY8683" fmla="*/ 369570 h 2297429"/>
                <a:gd name="connsiteX8684" fmla="*/ 1407795 w 3006089"/>
                <a:gd name="connsiteY8684" fmla="*/ 366713 h 2297429"/>
                <a:gd name="connsiteX8685" fmla="*/ 1409700 w 3006089"/>
                <a:gd name="connsiteY8685" fmla="*/ 362903 h 2297429"/>
                <a:gd name="connsiteX8686" fmla="*/ 1411129 w 3006089"/>
                <a:gd name="connsiteY8686" fmla="*/ 361474 h 2297429"/>
                <a:gd name="connsiteX8687" fmla="*/ 1410176 w 3006089"/>
                <a:gd name="connsiteY8687" fmla="*/ 360045 h 2297429"/>
                <a:gd name="connsiteX8688" fmla="*/ 1404461 w 3006089"/>
                <a:gd name="connsiteY8688" fmla="*/ 357188 h 2297429"/>
                <a:gd name="connsiteX8689" fmla="*/ 1396365 w 3006089"/>
                <a:gd name="connsiteY8689" fmla="*/ 349091 h 2297429"/>
                <a:gd name="connsiteX8690" fmla="*/ 1382077 w 3006089"/>
                <a:gd name="connsiteY8690" fmla="*/ 342424 h 2297429"/>
                <a:gd name="connsiteX8691" fmla="*/ 1365885 w 3006089"/>
                <a:gd name="connsiteY8691" fmla="*/ 345281 h 2297429"/>
                <a:gd name="connsiteX8692" fmla="*/ 1358741 w 3006089"/>
                <a:gd name="connsiteY8692" fmla="*/ 343853 h 2297429"/>
                <a:gd name="connsiteX8693" fmla="*/ 1358265 w 3006089"/>
                <a:gd name="connsiteY8693" fmla="*/ 341948 h 2297429"/>
                <a:gd name="connsiteX8694" fmla="*/ 1359218 w 3006089"/>
                <a:gd name="connsiteY8694" fmla="*/ 339566 h 2297429"/>
                <a:gd name="connsiteX8695" fmla="*/ 1362075 w 3006089"/>
                <a:gd name="connsiteY8695" fmla="*/ 335280 h 2297429"/>
                <a:gd name="connsiteX8696" fmla="*/ 1362075 w 3006089"/>
                <a:gd name="connsiteY8696" fmla="*/ 333375 h 2297429"/>
                <a:gd name="connsiteX8697" fmla="*/ 1360170 w 3006089"/>
                <a:gd name="connsiteY8697" fmla="*/ 331470 h 2297429"/>
                <a:gd name="connsiteX8698" fmla="*/ 1358265 w 3006089"/>
                <a:gd name="connsiteY8698" fmla="*/ 330518 h 2297429"/>
                <a:gd name="connsiteX8699" fmla="*/ 1353026 w 3006089"/>
                <a:gd name="connsiteY8699" fmla="*/ 330041 h 2297429"/>
                <a:gd name="connsiteX8700" fmla="*/ 1339215 w 3006089"/>
                <a:gd name="connsiteY8700" fmla="*/ 322898 h 2297429"/>
                <a:gd name="connsiteX8701" fmla="*/ 1333500 w 3006089"/>
                <a:gd name="connsiteY8701" fmla="*/ 322421 h 2297429"/>
                <a:gd name="connsiteX8702" fmla="*/ 1330166 w 3006089"/>
                <a:gd name="connsiteY8702" fmla="*/ 322898 h 2297429"/>
                <a:gd name="connsiteX8703" fmla="*/ 1323023 w 3006089"/>
                <a:gd name="connsiteY8703" fmla="*/ 325755 h 2297429"/>
                <a:gd name="connsiteX8704" fmla="*/ 1315879 w 3006089"/>
                <a:gd name="connsiteY8704" fmla="*/ 327660 h 2297429"/>
                <a:gd name="connsiteX8705" fmla="*/ 1315402 w 3006089"/>
                <a:gd name="connsiteY8705" fmla="*/ 331946 h 2297429"/>
                <a:gd name="connsiteX8706" fmla="*/ 1314926 w 3006089"/>
                <a:gd name="connsiteY8706" fmla="*/ 333375 h 2297429"/>
                <a:gd name="connsiteX8707" fmla="*/ 1312545 w 3006089"/>
                <a:gd name="connsiteY8707" fmla="*/ 335756 h 2297429"/>
                <a:gd name="connsiteX8708" fmla="*/ 1309688 w 3006089"/>
                <a:gd name="connsiteY8708" fmla="*/ 337185 h 2297429"/>
                <a:gd name="connsiteX8709" fmla="*/ 1309211 w 3006089"/>
                <a:gd name="connsiteY8709" fmla="*/ 335756 h 2297429"/>
                <a:gd name="connsiteX8710" fmla="*/ 1309688 w 3006089"/>
                <a:gd name="connsiteY8710" fmla="*/ 333375 h 2297429"/>
                <a:gd name="connsiteX8711" fmla="*/ 1309211 w 3006089"/>
                <a:gd name="connsiteY8711" fmla="*/ 332423 h 2297429"/>
                <a:gd name="connsiteX8712" fmla="*/ 1304449 w 3006089"/>
                <a:gd name="connsiteY8712" fmla="*/ 330518 h 2297429"/>
                <a:gd name="connsiteX8713" fmla="*/ 1305877 w 3006089"/>
                <a:gd name="connsiteY8713" fmla="*/ 329089 h 2297429"/>
                <a:gd name="connsiteX8714" fmla="*/ 1306830 w 3006089"/>
                <a:gd name="connsiteY8714" fmla="*/ 326231 h 2297429"/>
                <a:gd name="connsiteX8715" fmla="*/ 1307306 w 3006089"/>
                <a:gd name="connsiteY8715" fmla="*/ 324326 h 2297429"/>
                <a:gd name="connsiteX8716" fmla="*/ 1307306 w 3006089"/>
                <a:gd name="connsiteY8716" fmla="*/ 322421 h 2297429"/>
                <a:gd name="connsiteX8717" fmla="*/ 1306830 w 3006089"/>
                <a:gd name="connsiteY8717" fmla="*/ 320993 h 2297429"/>
                <a:gd name="connsiteX8718" fmla="*/ 1297781 w 3006089"/>
                <a:gd name="connsiteY8718" fmla="*/ 310515 h 2297429"/>
                <a:gd name="connsiteX8719" fmla="*/ 1288256 w 3006089"/>
                <a:gd name="connsiteY8719" fmla="*/ 305753 h 2297429"/>
                <a:gd name="connsiteX8720" fmla="*/ 1280160 w 3006089"/>
                <a:gd name="connsiteY8720" fmla="*/ 304324 h 2297429"/>
                <a:gd name="connsiteX8721" fmla="*/ 1270635 w 3006089"/>
                <a:gd name="connsiteY8721" fmla="*/ 301466 h 2297429"/>
                <a:gd name="connsiteX8722" fmla="*/ 1262063 w 3006089"/>
                <a:gd name="connsiteY8722" fmla="*/ 301943 h 2297429"/>
                <a:gd name="connsiteX8723" fmla="*/ 1232059 w 3006089"/>
                <a:gd name="connsiteY8723" fmla="*/ 304800 h 2297429"/>
                <a:gd name="connsiteX8724" fmla="*/ 1213485 w 3006089"/>
                <a:gd name="connsiteY8724" fmla="*/ 303848 h 2297429"/>
                <a:gd name="connsiteX8725" fmla="*/ 1212056 w 3006089"/>
                <a:gd name="connsiteY8725" fmla="*/ 305276 h 2297429"/>
                <a:gd name="connsiteX8726" fmla="*/ 1209199 w 3006089"/>
                <a:gd name="connsiteY8726" fmla="*/ 310039 h 2297429"/>
                <a:gd name="connsiteX8727" fmla="*/ 1207294 w 3006089"/>
                <a:gd name="connsiteY8727" fmla="*/ 315754 h 2297429"/>
                <a:gd name="connsiteX8728" fmla="*/ 1206818 w 3006089"/>
                <a:gd name="connsiteY8728" fmla="*/ 319564 h 2297429"/>
                <a:gd name="connsiteX8729" fmla="*/ 1207294 w 3006089"/>
                <a:gd name="connsiteY8729" fmla="*/ 323374 h 2297429"/>
                <a:gd name="connsiteX8730" fmla="*/ 1207294 w 3006089"/>
                <a:gd name="connsiteY8730" fmla="*/ 326708 h 2297429"/>
                <a:gd name="connsiteX8731" fmla="*/ 1196340 w 3006089"/>
                <a:gd name="connsiteY8731" fmla="*/ 434816 h 2297429"/>
                <a:gd name="connsiteX8732" fmla="*/ 1199674 w 3006089"/>
                <a:gd name="connsiteY8732" fmla="*/ 437674 h 2297429"/>
                <a:gd name="connsiteX8733" fmla="*/ 1201579 w 3006089"/>
                <a:gd name="connsiteY8733" fmla="*/ 442436 h 2297429"/>
                <a:gd name="connsiteX8734" fmla="*/ 1206341 w 3006089"/>
                <a:gd name="connsiteY8734" fmla="*/ 450056 h 2297429"/>
                <a:gd name="connsiteX8735" fmla="*/ 1212533 w 3006089"/>
                <a:gd name="connsiteY8735" fmla="*/ 457200 h 2297429"/>
                <a:gd name="connsiteX8736" fmla="*/ 1218248 w 3006089"/>
                <a:gd name="connsiteY8736" fmla="*/ 462439 h 2297429"/>
                <a:gd name="connsiteX8737" fmla="*/ 1224915 w 3006089"/>
                <a:gd name="connsiteY8737" fmla="*/ 463868 h 2297429"/>
                <a:gd name="connsiteX8738" fmla="*/ 1235393 w 3006089"/>
                <a:gd name="connsiteY8738" fmla="*/ 466725 h 2297429"/>
                <a:gd name="connsiteX8739" fmla="*/ 1240631 w 3006089"/>
                <a:gd name="connsiteY8739" fmla="*/ 465296 h 2297429"/>
                <a:gd name="connsiteX8740" fmla="*/ 1243013 w 3006089"/>
                <a:gd name="connsiteY8740" fmla="*/ 463868 h 2297429"/>
                <a:gd name="connsiteX8741" fmla="*/ 1244441 w 3006089"/>
                <a:gd name="connsiteY8741" fmla="*/ 459581 h 2297429"/>
                <a:gd name="connsiteX8742" fmla="*/ 1244441 w 3006089"/>
                <a:gd name="connsiteY8742" fmla="*/ 457676 h 2297429"/>
                <a:gd name="connsiteX8743" fmla="*/ 1243013 w 3006089"/>
                <a:gd name="connsiteY8743" fmla="*/ 453390 h 2297429"/>
                <a:gd name="connsiteX8744" fmla="*/ 1241584 w 3006089"/>
                <a:gd name="connsiteY8744" fmla="*/ 451485 h 2297429"/>
                <a:gd name="connsiteX8745" fmla="*/ 1233964 w 3006089"/>
                <a:gd name="connsiteY8745" fmla="*/ 446246 h 2297429"/>
                <a:gd name="connsiteX8746" fmla="*/ 1227773 w 3006089"/>
                <a:gd name="connsiteY8746" fmla="*/ 445770 h 2297429"/>
                <a:gd name="connsiteX8747" fmla="*/ 1226344 w 3006089"/>
                <a:gd name="connsiteY8747" fmla="*/ 443389 h 2297429"/>
                <a:gd name="connsiteX8748" fmla="*/ 1225868 w 3006089"/>
                <a:gd name="connsiteY8748" fmla="*/ 439103 h 2297429"/>
                <a:gd name="connsiteX8749" fmla="*/ 1223486 w 3006089"/>
                <a:gd name="connsiteY8749" fmla="*/ 436245 h 2297429"/>
                <a:gd name="connsiteX8750" fmla="*/ 1216343 w 3006089"/>
                <a:gd name="connsiteY8750" fmla="*/ 429578 h 2297429"/>
                <a:gd name="connsiteX8751" fmla="*/ 1210627 w 3006089"/>
                <a:gd name="connsiteY8751" fmla="*/ 425291 h 2297429"/>
                <a:gd name="connsiteX8752" fmla="*/ 1206341 w 3006089"/>
                <a:gd name="connsiteY8752" fmla="*/ 422910 h 2297429"/>
                <a:gd name="connsiteX8753" fmla="*/ 1196816 w 3006089"/>
                <a:gd name="connsiteY8753" fmla="*/ 421481 h 2297429"/>
                <a:gd name="connsiteX8754" fmla="*/ 1191101 w 3006089"/>
                <a:gd name="connsiteY8754" fmla="*/ 422434 h 2297429"/>
                <a:gd name="connsiteX8755" fmla="*/ 1190149 w 3006089"/>
                <a:gd name="connsiteY8755" fmla="*/ 423386 h 2297429"/>
                <a:gd name="connsiteX8756" fmla="*/ 1196340 w 3006089"/>
                <a:gd name="connsiteY8756" fmla="*/ 430530 h 2297429"/>
                <a:gd name="connsiteX8757" fmla="*/ 1196340 w 3006089"/>
                <a:gd name="connsiteY8757" fmla="*/ 434816 h 2297429"/>
                <a:gd name="connsiteX8758" fmla="*/ 898208 w 3006089"/>
                <a:gd name="connsiteY8758" fmla="*/ 420053 h 2297429"/>
                <a:gd name="connsiteX8759" fmla="*/ 909161 w 3006089"/>
                <a:gd name="connsiteY8759" fmla="*/ 423386 h 2297429"/>
                <a:gd name="connsiteX8760" fmla="*/ 915352 w 3006089"/>
                <a:gd name="connsiteY8760" fmla="*/ 423386 h 2297429"/>
                <a:gd name="connsiteX8761" fmla="*/ 924877 w 3006089"/>
                <a:gd name="connsiteY8761" fmla="*/ 421005 h 2297429"/>
                <a:gd name="connsiteX8762" fmla="*/ 928688 w 3006089"/>
                <a:gd name="connsiteY8762" fmla="*/ 419576 h 2297429"/>
                <a:gd name="connsiteX8763" fmla="*/ 932497 w 3006089"/>
                <a:gd name="connsiteY8763" fmla="*/ 416719 h 2297429"/>
                <a:gd name="connsiteX8764" fmla="*/ 932497 w 3006089"/>
                <a:gd name="connsiteY8764" fmla="*/ 415290 h 2297429"/>
                <a:gd name="connsiteX8765" fmla="*/ 929640 w 3006089"/>
                <a:gd name="connsiteY8765" fmla="*/ 412433 h 2297429"/>
                <a:gd name="connsiteX8766" fmla="*/ 928688 w 3006089"/>
                <a:gd name="connsiteY8766" fmla="*/ 411004 h 2297429"/>
                <a:gd name="connsiteX8767" fmla="*/ 927259 w 3006089"/>
                <a:gd name="connsiteY8767" fmla="*/ 410051 h 2297429"/>
                <a:gd name="connsiteX8768" fmla="*/ 922972 w 3006089"/>
                <a:gd name="connsiteY8768" fmla="*/ 409099 h 2297429"/>
                <a:gd name="connsiteX8769" fmla="*/ 916305 w 3006089"/>
                <a:gd name="connsiteY8769" fmla="*/ 404336 h 2297429"/>
                <a:gd name="connsiteX8770" fmla="*/ 912971 w 3006089"/>
                <a:gd name="connsiteY8770" fmla="*/ 402908 h 2297429"/>
                <a:gd name="connsiteX8771" fmla="*/ 909638 w 3006089"/>
                <a:gd name="connsiteY8771" fmla="*/ 402431 h 2297429"/>
                <a:gd name="connsiteX8772" fmla="*/ 908685 w 3006089"/>
                <a:gd name="connsiteY8772" fmla="*/ 400526 h 2297429"/>
                <a:gd name="connsiteX8773" fmla="*/ 908685 w 3006089"/>
                <a:gd name="connsiteY8773" fmla="*/ 398145 h 2297429"/>
                <a:gd name="connsiteX8774" fmla="*/ 907733 w 3006089"/>
                <a:gd name="connsiteY8774" fmla="*/ 397193 h 2297429"/>
                <a:gd name="connsiteX8775" fmla="*/ 898208 w 3006089"/>
                <a:gd name="connsiteY8775" fmla="*/ 400050 h 2297429"/>
                <a:gd name="connsiteX8776" fmla="*/ 893921 w 3006089"/>
                <a:gd name="connsiteY8776" fmla="*/ 401955 h 2297429"/>
                <a:gd name="connsiteX8777" fmla="*/ 891540 w 3006089"/>
                <a:gd name="connsiteY8777" fmla="*/ 403384 h 2297429"/>
                <a:gd name="connsiteX8778" fmla="*/ 888206 w 3006089"/>
                <a:gd name="connsiteY8778" fmla="*/ 404336 h 2297429"/>
                <a:gd name="connsiteX8779" fmla="*/ 883444 w 3006089"/>
                <a:gd name="connsiteY8779" fmla="*/ 404813 h 2297429"/>
                <a:gd name="connsiteX8780" fmla="*/ 884872 w 3006089"/>
                <a:gd name="connsiteY8780" fmla="*/ 408623 h 2297429"/>
                <a:gd name="connsiteX8781" fmla="*/ 898208 w 3006089"/>
                <a:gd name="connsiteY8781" fmla="*/ 420053 h 2297429"/>
                <a:gd name="connsiteX8782" fmla="*/ 625793 w 3006089"/>
                <a:gd name="connsiteY8782" fmla="*/ 534353 h 2297429"/>
                <a:gd name="connsiteX8783" fmla="*/ 626745 w 3006089"/>
                <a:gd name="connsiteY8783" fmla="*/ 534829 h 2297429"/>
                <a:gd name="connsiteX8784" fmla="*/ 626745 w 3006089"/>
                <a:gd name="connsiteY8784" fmla="*/ 535305 h 2297429"/>
                <a:gd name="connsiteX8785" fmla="*/ 625793 w 3006089"/>
                <a:gd name="connsiteY8785" fmla="*/ 536258 h 2297429"/>
                <a:gd name="connsiteX8786" fmla="*/ 625793 w 3006089"/>
                <a:gd name="connsiteY8786" fmla="*/ 537686 h 2297429"/>
                <a:gd name="connsiteX8787" fmla="*/ 627697 w 3006089"/>
                <a:gd name="connsiteY8787" fmla="*/ 539591 h 2297429"/>
                <a:gd name="connsiteX8788" fmla="*/ 627697 w 3006089"/>
                <a:gd name="connsiteY8788" fmla="*/ 540544 h 2297429"/>
                <a:gd name="connsiteX8789" fmla="*/ 625793 w 3006089"/>
                <a:gd name="connsiteY8789" fmla="*/ 543401 h 2297429"/>
                <a:gd name="connsiteX8790" fmla="*/ 624364 w 3006089"/>
                <a:gd name="connsiteY8790" fmla="*/ 543878 h 2297429"/>
                <a:gd name="connsiteX8791" fmla="*/ 624364 w 3006089"/>
                <a:gd name="connsiteY8791" fmla="*/ 545306 h 2297429"/>
                <a:gd name="connsiteX8792" fmla="*/ 626269 w 3006089"/>
                <a:gd name="connsiteY8792" fmla="*/ 547688 h 2297429"/>
                <a:gd name="connsiteX8793" fmla="*/ 628174 w 3006089"/>
                <a:gd name="connsiteY8793" fmla="*/ 549116 h 2297429"/>
                <a:gd name="connsiteX8794" fmla="*/ 632460 w 3006089"/>
                <a:gd name="connsiteY8794" fmla="*/ 549593 h 2297429"/>
                <a:gd name="connsiteX8795" fmla="*/ 635794 w 3006089"/>
                <a:gd name="connsiteY8795" fmla="*/ 548640 h 2297429"/>
                <a:gd name="connsiteX8796" fmla="*/ 644366 w 3006089"/>
                <a:gd name="connsiteY8796" fmla="*/ 544354 h 2297429"/>
                <a:gd name="connsiteX8797" fmla="*/ 649605 w 3006089"/>
                <a:gd name="connsiteY8797" fmla="*/ 543401 h 2297429"/>
                <a:gd name="connsiteX8798" fmla="*/ 656749 w 3006089"/>
                <a:gd name="connsiteY8798" fmla="*/ 544354 h 2297429"/>
                <a:gd name="connsiteX8799" fmla="*/ 665797 w 3006089"/>
                <a:gd name="connsiteY8799" fmla="*/ 547211 h 2297429"/>
                <a:gd name="connsiteX8800" fmla="*/ 669608 w 3006089"/>
                <a:gd name="connsiteY8800" fmla="*/ 547688 h 2297429"/>
                <a:gd name="connsiteX8801" fmla="*/ 673418 w 3006089"/>
                <a:gd name="connsiteY8801" fmla="*/ 547211 h 2297429"/>
                <a:gd name="connsiteX8802" fmla="*/ 680085 w 3006089"/>
                <a:gd name="connsiteY8802" fmla="*/ 544830 h 2297429"/>
                <a:gd name="connsiteX8803" fmla="*/ 684371 w 3006089"/>
                <a:gd name="connsiteY8803" fmla="*/ 534829 h 2297429"/>
                <a:gd name="connsiteX8804" fmla="*/ 686276 w 3006089"/>
                <a:gd name="connsiteY8804" fmla="*/ 533400 h 2297429"/>
                <a:gd name="connsiteX8805" fmla="*/ 687229 w 3006089"/>
                <a:gd name="connsiteY8805" fmla="*/ 533400 h 2297429"/>
                <a:gd name="connsiteX8806" fmla="*/ 688658 w 3006089"/>
                <a:gd name="connsiteY8806" fmla="*/ 534353 h 2297429"/>
                <a:gd name="connsiteX8807" fmla="*/ 690086 w 3006089"/>
                <a:gd name="connsiteY8807" fmla="*/ 536734 h 2297429"/>
                <a:gd name="connsiteX8808" fmla="*/ 693420 w 3006089"/>
                <a:gd name="connsiteY8808" fmla="*/ 543878 h 2297429"/>
                <a:gd name="connsiteX8809" fmla="*/ 695801 w 3006089"/>
                <a:gd name="connsiteY8809" fmla="*/ 545783 h 2297429"/>
                <a:gd name="connsiteX8810" fmla="*/ 697706 w 3006089"/>
                <a:gd name="connsiteY8810" fmla="*/ 549116 h 2297429"/>
                <a:gd name="connsiteX8811" fmla="*/ 699611 w 3006089"/>
                <a:gd name="connsiteY8811" fmla="*/ 555308 h 2297429"/>
                <a:gd name="connsiteX8812" fmla="*/ 701516 w 3006089"/>
                <a:gd name="connsiteY8812" fmla="*/ 558165 h 2297429"/>
                <a:gd name="connsiteX8813" fmla="*/ 702945 w 3006089"/>
                <a:gd name="connsiteY8813" fmla="*/ 558165 h 2297429"/>
                <a:gd name="connsiteX8814" fmla="*/ 710089 w 3006089"/>
                <a:gd name="connsiteY8814" fmla="*/ 556260 h 2297429"/>
                <a:gd name="connsiteX8815" fmla="*/ 718661 w 3006089"/>
                <a:gd name="connsiteY8815" fmla="*/ 555784 h 2297429"/>
                <a:gd name="connsiteX8816" fmla="*/ 724852 w 3006089"/>
                <a:gd name="connsiteY8816" fmla="*/ 551974 h 2297429"/>
                <a:gd name="connsiteX8817" fmla="*/ 727234 w 3006089"/>
                <a:gd name="connsiteY8817" fmla="*/ 550069 h 2297429"/>
                <a:gd name="connsiteX8818" fmla="*/ 729139 w 3006089"/>
                <a:gd name="connsiteY8818" fmla="*/ 547211 h 2297429"/>
                <a:gd name="connsiteX8819" fmla="*/ 731520 w 3006089"/>
                <a:gd name="connsiteY8819" fmla="*/ 547211 h 2297429"/>
                <a:gd name="connsiteX8820" fmla="*/ 731996 w 3006089"/>
                <a:gd name="connsiteY8820" fmla="*/ 546259 h 2297429"/>
                <a:gd name="connsiteX8821" fmla="*/ 731996 w 3006089"/>
                <a:gd name="connsiteY8821" fmla="*/ 543878 h 2297429"/>
                <a:gd name="connsiteX8822" fmla="*/ 731044 w 3006089"/>
                <a:gd name="connsiteY8822" fmla="*/ 542449 h 2297429"/>
                <a:gd name="connsiteX8823" fmla="*/ 724852 w 3006089"/>
                <a:gd name="connsiteY8823" fmla="*/ 539115 h 2297429"/>
                <a:gd name="connsiteX8824" fmla="*/ 724376 w 3006089"/>
                <a:gd name="connsiteY8824" fmla="*/ 537686 h 2297429"/>
                <a:gd name="connsiteX8825" fmla="*/ 727710 w 3006089"/>
                <a:gd name="connsiteY8825" fmla="*/ 534829 h 2297429"/>
                <a:gd name="connsiteX8826" fmla="*/ 727710 w 3006089"/>
                <a:gd name="connsiteY8826" fmla="*/ 532448 h 2297429"/>
                <a:gd name="connsiteX8827" fmla="*/ 727234 w 3006089"/>
                <a:gd name="connsiteY8827" fmla="*/ 528638 h 2297429"/>
                <a:gd name="connsiteX8828" fmla="*/ 727234 w 3006089"/>
                <a:gd name="connsiteY8828" fmla="*/ 526256 h 2297429"/>
                <a:gd name="connsiteX8829" fmla="*/ 729615 w 3006089"/>
                <a:gd name="connsiteY8829" fmla="*/ 522923 h 2297429"/>
                <a:gd name="connsiteX8830" fmla="*/ 731520 w 3006089"/>
                <a:gd name="connsiteY8830" fmla="*/ 521970 h 2297429"/>
                <a:gd name="connsiteX8831" fmla="*/ 732472 w 3006089"/>
                <a:gd name="connsiteY8831" fmla="*/ 523399 h 2297429"/>
                <a:gd name="connsiteX8832" fmla="*/ 733901 w 3006089"/>
                <a:gd name="connsiteY8832" fmla="*/ 526733 h 2297429"/>
                <a:gd name="connsiteX8833" fmla="*/ 736759 w 3006089"/>
                <a:gd name="connsiteY8833" fmla="*/ 530543 h 2297429"/>
                <a:gd name="connsiteX8834" fmla="*/ 740569 w 3006089"/>
                <a:gd name="connsiteY8834" fmla="*/ 534829 h 2297429"/>
                <a:gd name="connsiteX8835" fmla="*/ 743426 w 3006089"/>
                <a:gd name="connsiteY8835" fmla="*/ 537210 h 2297429"/>
                <a:gd name="connsiteX8836" fmla="*/ 746284 w 3006089"/>
                <a:gd name="connsiteY8836" fmla="*/ 537210 h 2297429"/>
                <a:gd name="connsiteX8837" fmla="*/ 749141 w 3006089"/>
                <a:gd name="connsiteY8837" fmla="*/ 535781 h 2297429"/>
                <a:gd name="connsiteX8838" fmla="*/ 750570 w 3006089"/>
                <a:gd name="connsiteY8838" fmla="*/ 534353 h 2297429"/>
                <a:gd name="connsiteX8839" fmla="*/ 753904 w 3006089"/>
                <a:gd name="connsiteY8839" fmla="*/ 528161 h 2297429"/>
                <a:gd name="connsiteX8840" fmla="*/ 755333 w 3006089"/>
                <a:gd name="connsiteY8840" fmla="*/ 526733 h 2297429"/>
                <a:gd name="connsiteX8841" fmla="*/ 761047 w 3006089"/>
                <a:gd name="connsiteY8841" fmla="*/ 522923 h 2297429"/>
                <a:gd name="connsiteX8842" fmla="*/ 761524 w 3006089"/>
                <a:gd name="connsiteY8842" fmla="*/ 520541 h 2297429"/>
                <a:gd name="connsiteX8843" fmla="*/ 761047 w 3006089"/>
                <a:gd name="connsiteY8843" fmla="*/ 516731 h 2297429"/>
                <a:gd name="connsiteX8844" fmla="*/ 755809 w 3006089"/>
                <a:gd name="connsiteY8844" fmla="*/ 513398 h 2297429"/>
                <a:gd name="connsiteX8845" fmla="*/ 754856 w 3006089"/>
                <a:gd name="connsiteY8845" fmla="*/ 511969 h 2297429"/>
                <a:gd name="connsiteX8846" fmla="*/ 755809 w 3006089"/>
                <a:gd name="connsiteY8846" fmla="*/ 510064 h 2297429"/>
                <a:gd name="connsiteX8847" fmla="*/ 757714 w 3006089"/>
                <a:gd name="connsiteY8847" fmla="*/ 509111 h 2297429"/>
                <a:gd name="connsiteX8848" fmla="*/ 762952 w 3006089"/>
                <a:gd name="connsiteY8848" fmla="*/ 509111 h 2297429"/>
                <a:gd name="connsiteX8849" fmla="*/ 766763 w 3006089"/>
                <a:gd name="connsiteY8849" fmla="*/ 507683 h 2297429"/>
                <a:gd name="connsiteX8850" fmla="*/ 768191 w 3006089"/>
                <a:gd name="connsiteY8850" fmla="*/ 504825 h 2297429"/>
                <a:gd name="connsiteX8851" fmla="*/ 769144 w 3006089"/>
                <a:gd name="connsiteY8851" fmla="*/ 499586 h 2297429"/>
                <a:gd name="connsiteX8852" fmla="*/ 770572 w 3006089"/>
                <a:gd name="connsiteY8852" fmla="*/ 496729 h 2297429"/>
                <a:gd name="connsiteX8853" fmla="*/ 772954 w 3006089"/>
                <a:gd name="connsiteY8853" fmla="*/ 494348 h 2297429"/>
                <a:gd name="connsiteX8854" fmla="*/ 776288 w 3006089"/>
                <a:gd name="connsiteY8854" fmla="*/ 492443 h 2297429"/>
                <a:gd name="connsiteX8855" fmla="*/ 780574 w 3006089"/>
                <a:gd name="connsiteY8855" fmla="*/ 491490 h 2297429"/>
                <a:gd name="connsiteX8856" fmla="*/ 787241 w 3006089"/>
                <a:gd name="connsiteY8856" fmla="*/ 489109 h 2297429"/>
                <a:gd name="connsiteX8857" fmla="*/ 789146 w 3006089"/>
                <a:gd name="connsiteY8857" fmla="*/ 489109 h 2297429"/>
                <a:gd name="connsiteX8858" fmla="*/ 790575 w 3006089"/>
                <a:gd name="connsiteY8858" fmla="*/ 490538 h 2297429"/>
                <a:gd name="connsiteX8859" fmla="*/ 789622 w 3006089"/>
                <a:gd name="connsiteY8859" fmla="*/ 493871 h 2297429"/>
                <a:gd name="connsiteX8860" fmla="*/ 786289 w 3006089"/>
                <a:gd name="connsiteY8860" fmla="*/ 499586 h 2297429"/>
                <a:gd name="connsiteX8861" fmla="*/ 783908 w 3006089"/>
                <a:gd name="connsiteY8861" fmla="*/ 505301 h 2297429"/>
                <a:gd name="connsiteX8862" fmla="*/ 782479 w 3006089"/>
                <a:gd name="connsiteY8862" fmla="*/ 510540 h 2297429"/>
                <a:gd name="connsiteX8863" fmla="*/ 782002 w 3006089"/>
                <a:gd name="connsiteY8863" fmla="*/ 513874 h 2297429"/>
                <a:gd name="connsiteX8864" fmla="*/ 782955 w 3006089"/>
                <a:gd name="connsiteY8864" fmla="*/ 516731 h 2297429"/>
                <a:gd name="connsiteX8865" fmla="*/ 788194 w 3006089"/>
                <a:gd name="connsiteY8865" fmla="*/ 521018 h 2297429"/>
                <a:gd name="connsiteX8866" fmla="*/ 792004 w 3006089"/>
                <a:gd name="connsiteY8866" fmla="*/ 522923 h 2297429"/>
                <a:gd name="connsiteX8867" fmla="*/ 800100 w 3006089"/>
                <a:gd name="connsiteY8867" fmla="*/ 525780 h 2297429"/>
                <a:gd name="connsiteX8868" fmla="*/ 804863 w 3006089"/>
                <a:gd name="connsiteY8868" fmla="*/ 525780 h 2297429"/>
                <a:gd name="connsiteX8869" fmla="*/ 808672 w 3006089"/>
                <a:gd name="connsiteY8869" fmla="*/ 525304 h 2297429"/>
                <a:gd name="connsiteX8870" fmla="*/ 811530 w 3006089"/>
                <a:gd name="connsiteY8870" fmla="*/ 524351 h 2297429"/>
                <a:gd name="connsiteX8871" fmla="*/ 812959 w 3006089"/>
                <a:gd name="connsiteY8871" fmla="*/ 522446 h 2297429"/>
                <a:gd name="connsiteX8872" fmla="*/ 815340 w 3006089"/>
                <a:gd name="connsiteY8872" fmla="*/ 518636 h 2297429"/>
                <a:gd name="connsiteX8873" fmla="*/ 815816 w 3006089"/>
                <a:gd name="connsiteY8873" fmla="*/ 516731 h 2297429"/>
                <a:gd name="connsiteX8874" fmla="*/ 816293 w 3006089"/>
                <a:gd name="connsiteY8874" fmla="*/ 511969 h 2297429"/>
                <a:gd name="connsiteX8875" fmla="*/ 816293 w 3006089"/>
                <a:gd name="connsiteY8875" fmla="*/ 510064 h 2297429"/>
                <a:gd name="connsiteX8876" fmla="*/ 816769 w 3006089"/>
                <a:gd name="connsiteY8876" fmla="*/ 507683 h 2297429"/>
                <a:gd name="connsiteX8877" fmla="*/ 834866 w 3006089"/>
                <a:gd name="connsiteY8877" fmla="*/ 504349 h 2297429"/>
                <a:gd name="connsiteX8878" fmla="*/ 843439 w 3006089"/>
                <a:gd name="connsiteY8878" fmla="*/ 501968 h 2297429"/>
                <a:gd name="connsiteX8879" fmla="*/ 848201 w 3006089"/>
                <a:gd name="connsiteY8879" fmla="*/ 499110 h 2297429"/>
                <a:gd name="connsiteX8880" fmla="*/ 851535 w 3006089"/>
                <a:gd name="connsiteY8880" fmla="*/ 496729 h 2297429"/>
                <a:gd name="connsiteX8881" fmla="*/ 852964 w 3006089"/>
                <a:gd name="connsiteY8881" fmla="*/ 494824 h 2297429"/>
                <a:gd name="connsiteX8882" fmla="*/ 852964 w 3006089"/>
                <a:gd name="connsiteY8882" fmla="*/ 492919 h 2297429"/>
                <a:gd name="connsiteX8883" fmla="*/ 850583 w 3006089"/>
                <a:gd name="connsiteY8883" fmla="*/ 489585 h 2297429"/>
                <a:gd name="connsiteX8884" fmla="*/ 842963 w 3006089"/>
                <a:gd name="connsiteY8884" fmla="*/ 483394 h 2297429"/>
                <a:gd name="connsiteX8885" fmla="*/ 842486 w 3006089"/>
                <a:gd name="connsiteY8885" fmla="*/ 481489 h 2297429"/>
                <a:gd name="connsiteX8886" fmla="*/ 844868 w 3006089"/>
                <a:gd name="connsiteY8886" fmla="*/ 480536 h 2297429"/>
                <a:gd name="connsiteX8887" fmla="*/ 847249 w 3006089"/>
                <a:gd name="connsiteY8887" fmla="*/ 480536 h 2297429"/>
                <a:gd name="connsiteX8888" fmla="*/ 853916 w 3006089"/>
                <a:gd name="connsiteY8888" fmla="*/ 481013 h 2297429"/>
                <a:gd name="connsiteX8889" fmla="*/ 857250 w 3006089"/>
                <a:gd name="connsiteY8889" fmla="*/ 478631 h 2297429"/>
                <a:gd name="connsiteX8890" fmla="*/ 855821 w 3006089"/>
                <a:gd name="connsiteY8890" fmla="*/ 476250 h 2297429"/>
                <a:gd name="connsiteX8891" fmla="*/ 848677 w 3006089"/>
                <a:gd name="connsiteY8891" fmla="*/ 471964 h 2297429"/>
                <a:gd name="connsiteX8892" fmla="*/ 841534 w 3006089"/>
                <a:gd name="connsiteY8892" fmla="*/ 466725 h 2297429"/>
                <a:gd name="connsiteX8893" fmla="*/ 840105 w 3006089"/>
                <a:gd name="connsiteY8893" fmla="*/ 464344 h 2297429"/>
                <a:gd name="connsiteX8894" fmla="*/ 843915 w 3006089"/>
                <a:gd name="connsiteY8894" fmla="*/ 461486 h 2297429"/>
                <a:gd name="connsiteX8895" fmla="*/ 863918 w 3006089"/>
                <a:gd name="connsiteY8895" fmla="*/ 455295 h 2297429"/>
                <a:gd name="connsiteX8896" fmla="*/ 867727 w 3006089"/>
                <a:gd name="connsiteY8896" fmla="*/ 453390 h 2297429"/>
                <a:gd name="connsiteX8897" fmla="*/ 869156 w 3006089"/>
                <a:gd name="connsiteY8897" fmla="*/ 452438 h 2297429"/>
                <a:gd name="connsiteX8898" fmla="*/ 869156 w 3006089"/>
                <a:gd name="connsiteY8898" fmla="*/ 451485 h 2297429"/>
                <a:gd name="connsiteX8899" fmla="*/ 866775 w 3006089"/>
                <a:gd name="connsiteY8899" fmla="*/ 448628 h 2297429"/>
                <a:gd name="connsiteX8900" fmla="*/ 851059 w 3006089"/>
                <a:gd name="connsiteY8900" fmla="*/ 441484 h 2297429"/>
                <a:gd name="connsiteX8901" fmla="*/ 844391 w 3006089"/>
                <a:gd name="connsiteY8901" fmla="*/ 437674 h 2297429"/>
                <a:gd name="connsiteX8902" fmla="*/ 839152 w 3006089"/>
                <a:gd name="connsiteY8902" fmla="*/ 435769 h 2297429"/>
                <a:gd name="connsiteX8903" fmla="*/ 833914 w 3006089"/>
                <a:gd name="connsiteY8903" fmla="*/ 435293 h 2297429"/>
                <a:gd name="connsiteX8904" fmla="*/ 822960 w 3006089"/>
                <a:gd name="connsiteY8904" fmla="*/ 436721 h 2297429"/>
                <a:gd name="connsiteX8905" fmla="*/ 819150 w 3006089"/>
                <a:gd name="connsiteY8905" fmla="*/ 438626 h 2297429"/>
                <a:gd name="connsiteX8906" fmla="*/ 815816 w 3006089"/>
                <a:gd name="connsiteY8906" fmla="*/ 441484 h 2297429"/>
                <a:gd name="connsiteX8907" fmla="*/ 815816 w 3006089"/>
                <a:gd name="connsiteY8907" fmla="*/ 442436 h 2297429"/>
                <a:gd name="connsiteX8908" fmla="*/ 816293 w 3006089"/>
                <a:gd name="connsiteY8908" fmla="*/ 443865 h 2297429"/>
                <a:gd name="connsiteX8909" fmla="*/ 825341 w 3006089"/>
                <a:gd name="connsiteY8909" fmla="*/ 446246 h 2297429"/>
                <a:gd name="connsiteX8910" fmla="*/ 827246 w 3006089"/>
                <a:gd name="connsiteY8910" fmla="*/ 447675 h 2297429"/>
                <a:gd name="connsiteX8911" fmla="*/ 823913 w 3006089"/>
                <a:gd name="connsiteY8911" fmla="*/ 450056 h 2297429"/>
                <a:gd name="connsiteX8912" fmla="*/ 822484 w 3006089"/>
                <a:gd name="connsiteY8912" fmla="*/ 450533 h 2297429"/>
                <a:gd name="connsiteX8913" fmla="*/ 814864 w 3006089"/>
                <a:gd name="connsiteY8913" fmla="*/ 450056 h 2297429"/>
                <a:gd name="connsiteX8914" fmla="*/ 812006 w 3006089"/>
                <a:gd name="connsiteY8914" fmla="*/ 449104 h 2297429"/>
                <a:gd name="connsiteX8915" fmla="*/ 810101 w 3006089"/>
                <a:gd name="connsiteY8915" fmla="*/ 451009 h 2297429"/>
                <a:gd name="connsiteX8916" fmla="*/ 807720 w 3006089"/>
                <a:gd name="connsiteY8916" fmla="*/ 452438 h 2297429"/>
                <a:gd name="connsiteX8917" fmla="*/ 802958 w 3006089"/>
                <a:gd name="connsiteY8917" fmla="*/ 451961 h 2297429"/>
                <a:gd name="connsiteX8918" fmla="*/ 782955 w 3006089"/>
                <a:gd name="connsiteY8918" fmla="*/ 447199 h 2297429"/>
                <a:gd name="connsiteX8919" fmla="*/ 755333 w 3006089"/>
                <a:gd name="connsiteY8919" fmla="*/ 450533 h 2297429"/>
                <a:gd name="connsiteX8920" fmla="*/ 746284 w 3006089"/>
                <a:gd name="connsiteY8920" fmla="*/ 452438 h 2297429"/>
                <a:gd name="connsiteX8921" fmla="*/ 738188 w 3006089"/>
                <a:gd name="connsiteY8921" fmla="*/ 457200 h 2297429"/>
                <a:gd name="connsiteX8922" fmla="*/ 732472 w 3006089"/>
                <a:gd name="connsiteY8922" fmla="*/ 461963 h 2297429"/>
                <a:gd name="connsiteX8923" fmla="*/ 721043 w 3006089"/>
                <a:gd name="connsiteY8923" fmla="*/ 469106 h 2297429"/>
                <a:gd name="connsiteX8924" fmla="*/ 708660 w 3006089"/>
                <a:gd name="connsiteY8924" fmla="*/ 479108 h 2297429"/>
                <a:gd name="connsiteX8925" fmla="*/ 704850 w 3006089"/>
                <a:gd name="connsiteY8925" fmla="*/ 481013 h 2297429"/>
                <a:gd name="connsiteX8926" fmla="*/ 703421 w 3006089"/>
                <a:gd name="connsiteY8926" fmla="*/ 482441 h 2297429"/>
                <a:gd name="connsiteX8927" fmla="*/ 700564 w 3006089"/>
                <a:gd name="connsiteY8927" fmla="*/ 487680 h 2297429"/>
                <a:gd name="connsiteX8928" fmla="*/ 699135 w 3006089"/>
                <a:gd name="connsiteY8928" fmla="*/ 489109 h 2297429"/>
                <a:gd name="connsiteX8929" fmla="*/ 681514 w 3006089"/>
                <a:gd name="connsiteY8929" fmla="*/ 496253 h 2297429"/>
                <a:gd name="connsiteX8930" fmla="*/ 678180 w 3006089"/>
                <a:gd name="connsiteY8930" fmla="*/ 498634 h 2297429"/>
                <a:gd name="connsiteX8931" fmla="*/ 674846 w 3006089"/>
                <a:gd name="connsiteY8931" fmla="*/ 501491 h 2297429"/>
                <a:gd name="connsiteX8932" fmla="*/ 662464 w 3006089"/>
                <a:gd name="connsiteY8932" fmla="*/ 513398 h 2297429"/>
                <a:gd name="connsiteX8933" fmla="*/ 660559 w 3006089"/>
                <a:gd name="connsiteY8933" fmla="*/ 514350 h 2297429"/>
                <a:gd name="connsiteX8934" fmla="*/ 634841 w 3006089"/>
                <a:gd name="connsiteY8934" fmla="*/ 517208 h 2297429"/>
                <a:gd name="connsiteX8935" fmla="*/ 632936 w 3006089"/>
                <a:gd name="connsiteY8935" fmla="*/ 518160 h 2297429"/>
                <a:gd name="connsiteX8936" fmla="*/ 629602 w 3006089"/>
                <a:gd name="connsiteY8936" fmla="*/ 520541 h 2297429"/>
                <a:gd name="connsiteX8937" fmla="*/ 621030 w 3006089"/>
                <a:gd name="connsiteY8937" fmla="*/ 529114 h 2297429"/>
                <a:gd name="connsiteX8938" fmla="*/ 617696 w 3006089"/>
                <a:gd name="connsiteY8938" fmla="*/ 533400 h 2297429"/>
                <a:gd name="connsiteX8939" fmla="*/ 616744 w 3006089"/>
                <a:gd name="connsiteY8939" fmla="*/ 535305 h 2297429"/>
                <a:gd name="connsiteX8940" fmla="*/ 624364 w 3006089"/>
                <a:gd name="connsiteY8940" fmla="*/ 533400 h 2297429"/>
                <a:gd name="connsiteX8941" fmla="*/ 625793 w 3006089"/>
                <a:gd name="connsiteY8941" fmla="*/ 534353 h 2297429"/>
                <a:gd name="connsiteX8942" fmla="*/ 921544 w 3006089"/>
                <a:gd name="connsiteY8942" fmla="*/ 530066 h 2297429"/>
                <a:gd name="connsiteX8943" fmla="*/ 916781 w 3006089"/>
                <a:gd name="connsiteY8943" fmla="*/ 524828 h 2297429"/>
                <a:gd name="connsiteX8944" fmla="*/ 915352 w 3006089"/>
                <a:gd name="connsiteY8944" fmla="*/ 522923 h 2297429"/>
                <a:gd name="connsiteX8945" fmla="*/ 914876 w 3006089"/>
                <a:gd name="connsiteY8945" fmla="*/ 521494 h 2297429"/>
                <a:gd name="connsiteX8946" fmla="*/ 914876 w 3006089"/>
                <a:gd name="connsiteY8946" fmla="*/ 518160 h 2297429"/>
                <a:gd name="connsiteX8947" fmla="*/ 913924 w 3006089"/>
                <a:gd name="connsiteY8947" fmla="*/ 516255 h 2297429"/>
                <a:gd name="connsiteX8948" fmla="*/ 912019 w 3006089"/>
                <a:gd name="connsiteY8948" fmla="*/ 514350 h 2297429"/>
                <a:gd name="connsiteX8949" fmla="*/ 908685 w 3006089"/>
                <a:gd name="connsiteY8949" fmla="*/ 512921 h 2297429"/>
                <a:gd name="connsiteX8950" fmla="*/ 900589 w 3006089"/>
                <a:gd name="connsiteY8950" fmla="*/ 511016 h 2297429"/>
                <a:gd name="connsiteX8951" fmla="*/ 892493 w 3006089"/>
                <a:gd name="connsiteY8951" fmla="*/ 510540 h 2297429"/>
                <a:gd name="connsiteX8952" fmla="*/ 884396 w 3006089"/>
                <a:gd name="connsiteY8952" fmla="*/ 511016 h 2297429"/>
                <a:gd name="connsiteX8953" fmla="*/ 864394 w 3006089"/>
                <a:gd name="connsiteY8953" fmla="*/ 515303 h 2297429"/>
                <a:gd name="connsiteX8954" fmla="*/ 857726 w 3006089"/>
                <a:gd name="connsiteY8954" fmla="*/ 520541 h 2297429"/>
                <a:gd name="connsiteX8955" fmla="*/ 856297 w 3006089"/>
                <a:gd name="connsiteY8955" fmla="*/ 522923 h 2297429"/>
                <a:gd name="connsiteX8956" fmla="*/ 856297 w 3006089"/>
                <a:gd name="connsiteY8956" fmla="*/ 525304 h 2297429"/>
                <a:gd name="connsiteX8957" fmla="*/ 856774 w 3006089"/>
                <a:gd name="connsiteY8957" fmla="*/ 527209 h 2297429"/>
                <a:gd name="connsiteX8958" fmla="*/ 857726 w 3006089"/>
                <a:gd name="connsiteY8958" fmla="*/ 528638 h 2297429"/>
                <a:gd name="connsiteX8959" fmla="*/ 862013 w 3006089"/>
                <a:gd name="connsiteY8959" fmla="*/ 529590 h 2297429"/>
                <a:gd name="connsiteX8960" fmla="*/ 883920 w 3006089"/>
                <a:gd name="connsiteY8960" fmla="*/ 531495 h 2297429"/>
                <a:gd name="connsiteX8961" fmla="*/ 888683 w 3006089"/>
                <a:gd name="connsiteY8961" fmla="*/ 532448 h 2297429"/>
                <a:gd name="connsiteX8962" fmla="*/ 892016 w 3006089"/>
                <a:gd name="connsiteY8962" fmla="*/ 533876 h 2297429"/>
                <a:gd name="connsiteX8963" fmla="*/ 886777 w 3006089"/>
                <a:gd name="connsiteY8963" fmla="*/ 534353 h 2297429"/>
                <a:gd name="connsiteX8964" fmla="*/ 858679 w 3006089"/>
                <a:gd name="connsiteY8964" fmla="*/ 532924 h 2297429"/>
                <a:gd name="connsiteX8965" fmla="*/ 848677 w 3006089"/>
                <a:gd name="connsiteY8965" fmla="*/ 531495 h 2297429"/>
                <a:gd name="connsiteX8966" fmla="*/ 843439 w 3006089"/>
                <a:gd name="connsiteY8966" fmla="*/ 531971 h 2297429"/>
                <a:gd name="connsiteX8967" fmla="*/ 835343 w 3006089"/>
                <a:gd name="connsiteY8967" fmla="*/ 535781 h 2297429"/>
                <a:gd name="connsiteX8968" fmla="*/ 830580 w 3006089"/>
                <a:gd name="connsiteY8968" fmla="*/ 539115 h 2297429"/>
                <a:gd name="connsiteX8969" fmla="*/ 830104 w 3006089"/>
                <a:gd name="connsiteY8969" fmla="*/ 540544 h 2297429"/>
                <a:gd name="connsiteX8970" fmla="*/ 832009 w 3006089"/>
                <a:gd name="connsiteY8970" fmla="*/ 544354 h 2297429"/>
                <a:gd name="connsiteX8971" fmla="*/ 831056 w 3006089"/>
                <a:gd name="connsiteY8971" fmla="*/ 546259 h 2297429"/>
                <a:gd name="connsiteX8972" fmla="*/ 828199 w 3006089"/>
                <a:gd name="connsiteY8972" fmla="*/ 548640 h 2297429"/>
                <a:gd name="connsiteX8973" fmla="*/ 828675 w 3006089"/>
                <a:gd name="connsiteY8973" fmla="*/ 550545 h 2297429"/>
                <a:gd name="connsiteX8974" fmla="*/ 835819 w 3006089"/>
                <a:gd name="connsiteY8974" fmla="*/ 553403 h 2297429"/>
                <a:gd name="connsiteX8975" fmla="*/ 839629 w 3006089"/>
                <a:gd name="connsiteY8975" fmla="*/ 553879 h 2297429"/>
                <a:gd name="connsiteX8976" fmla="*/ 864870 w 3006089"/>
                <a:gd name="connsiteY8976" fmla="*/ 552926 h 2297429"/>
                <a:gd name="connsiteX8977" fmla="*/ 885825 w 3006089"/>
                <a:gd name="connsiteY8977" fmla="*/ 552926 h 2297429"/>
                <a:gd name="connsiteX8978" fmla="*/ 879634 w 3006089"/>
                <a:gd name="connsiteY8978" fmla="*/ 554831 h 2297429"/>
                <a:gd name="connsiteX8979" fmla="*/ 869156 w 3006089"/>
                <a:gd name="connsiteY8979" fmla="*/ 556736 h 2297429"/>
                <a:gd name="connsiteX8980" fmla="*/ 856774 w 3006089"/>
                <a:gd name="connsiteY8980" fmla="*/ 556736 h 2297429"/>
                <a:gd name="connsiteX8981" fmla="*/ 838200 w 3006089"/>
                <a:gd name="connsiteY8981" fmla="*/ 559118 h 2297429"/>
                <a:gd name="connsiteX8982" fmla="*/ 824389 w 3006089"/>
                <a:gd name="connsiteY8982" fmla="*/ 561499 h 2297429"/>
                <a:gd name="connsiteX8983" fmla="*/ 818674 w 3006089"/>
                <a:gd name="connsiteY8983" fmla="*/ 563404 h 2297429"/>
                <a:gd name="connsiteX8984" fmla="*/ 816293 w 3006089"/>
                <a:gd name="connsiteY8984" fmla="*/ 565309 h 2297429"/>
                <a:gd name="connsiteX8985" fmla="*/ 812006 w 3006089"/>
                <a:gd name="connsiteY8985" fmla="*/ 570548 h 2297429"/>
                <a:gd name="connsiteX8986" fmla="*/ 812959 w 3006089"/>
                <a:gd name="connsiteY8986" fmla="*/ 572453 h 2297429"/>
                <a:gd name="connsiteX8987" fmla="*/ 816769 w 3006089"/>
                <a:gd name="connsiteY8987" fmla="*/ 573405 h 2297429"/>
                <a:gd name="connsiteX8988" fmla="*/ 837247 w 3006089"/>
                <a:gd name="connsiteY8988" fmla="*/ 574358 h 2297429"/>
                <a:gd name="connsiteX8989" fmla="*/ 850583 w 3006089"/>
                <a:gd name="connsiteY8989" fmla="*/ 572929 h 2297429"/>
                <a:gd name="connsiteX8990" fmla="*/ 881539 w 3006089"/>
                <a:gd name="connsiteY8990" fmla="*/ 566261 h 2297429"/>
                <a:gd name="connsiteX8991" fmla="*/ 881539 w 3006089"/>
                <a:gd name="connsiteY8991" fmla="*/ 567214 h 2297429"/>
                <a:gd name="connsiteX8992" fmla="*/ 880586 w 3006089"/>
                <a:gd name="connsiteY8992" fmla="*/ 568166 h 2297429"/>
                <a:gd name="connsiteX8993" fmla="*/ 876776 w 3006089"/>
                <a:gd name="connsiteY8993" fmla="*/ 571024 h 2297429"/>
                <a:gd name="connsiteX8994" fmla="*/ 873919 w 3006089"/>
                <a:gd name="connsiteY8994" fmla="*/ 572453 h 2297429"/>
                <a:gd name="connsiteX8995" fmla="*/ 848677 w 3006089"/>
                <a:gd name="connsiteY8995" fmla="*/ 581025 h 2297429"/>
                <a:gd name="connsiteX8996" fmla="*/ 843915 w 3006089"/>
                <a:gd name="connsiteY8996" fmla="*/ 581501 h 2297429"/>
                <a:gd name="connsiteX8997" fmla="*/ 821055 w 3006089"/>
                <a:gd name="connsiteY8997" fmla="*/ 581501 h 2297429"/>
                <a:gd name="connsiteX8998" fmla="*/ 812006 w 3006089"/>
                <a:gd name="connsiteY8998" fmla="*/ 581978 h 2297429"/>
                <a:gd name="connsiteX8999" fmla="*/ 808672 w 3006089"/>
                <a:gd name="connsiteY8999" fmla="*/ 582930 h 2297429"/>
                <a:gd name="connsiteX9000" fmla="*/ 805815 w 3006089"/>
                <a:gd name="connsiteY9000" fmla="*/ 583883 h 2297429"/>
                <a:gd name="connsiteX9001" fmla="*/ 803910 w 3006089"/>
                <a:gd name="connsiteY9001" fmla="*/ 585311 h 2297429"/>
                <a:gd name="connsiteX9002" fmla="*/ 799624 w 3006089"/>
                <a:gd name="connsiteY9002" fmla="*/ 589598 h 2297429"/>
                <a:gd name="connsiteX9003" fmla="*/ 797719 w 3006089"/>
                <a:gd name="connsiteY9003" fmla="*/ 592455 h 2297429"/>
                <a:gd name="connsiteX9004" fmla="*/ 797243 w 3006089"/>
                <a:gd name="connsiteY9004" fmla="*/ 593884 h 2297429"/>
                <a:gd name="connsiteX9005" fmla="*/ 797243 w 3006089"/>
                <a:gd name="connsiteY9005" fmla="*/ 595313 h 2297429"/>
                <a:gd name="connsiteX9006" fmla="*/ 798195 w 3006089"/>
                <a:gd name="connsiteY9006" fmla="*/ 597694 h 2297429"/>
                <a:gd name="connsiteX9007" fmla="*/ 800576 w 3006089"/>
                <a:gd name="connsiteY9007" fmla="*/ 599599 h 2297429"/>
                <a:gd name="connsiteX9008" fmla="*/ 817721 w 3006089"/>
                <a:gd name="connsiteY9008" fmla="*/ 602933 h 2297429"/>
                <a:gd name="connsiteX9009" fmla="*/ 823436 w 3006089"/>
                <a:gd name="connsiteY9009" fmla="*/ 603409 h 2297429"/>
                <a:gd name="connsiteX9010" fmla="*/ 835819 w 3006089"/>
                <a:gd name="connsiteY9010" fmla="*/ 601980 h 2297429"/>
                <a:gd name="connsiteX9011" fmla="*/ 847249 w 3006089"/>
                <a:gd name="connsiteY9011" fmla="*/ 611029 h 2297429"/>
                <a:gd name="connsiteX9012" fmla="*/ 861536 w 3006089"/>
                <a:gd name="connsiteY9012" fmla="*/ 615791 h 2297429"/>
                <a:gd name="connsiteX9013" fmla="*/ 862965 w 3006089"/>
                <a:gd name="connsiteY9013" fmla="*/ 615315 h 2297429"/>
                <a:gd name="connsiteX9014" fmla="*/ 865346 w 3006089"/>
                <a:gd name="connsiteY9014" fmla="*/ 612934 h 2297429"/>
                <a:gd name="connsiteX9015" fmla="*/ 866299 w 3006089"/>
                <a:gd name="connsiteY9015" fmla="*/ 609600 h 2297429"/>
                <a:gd name="connsiteX9016" fmla="*/ 867727 w 3006089"/>
                <a:gd name="connsiteY9016" fmla="*/ 607695 h 2297429"/>
                <a:gd name="connsiteX9017" fmla="*/ 869633 w 3006089"/>
                <a:gd name="connsiteY9017" fmla="*/ 606266 h 2297429"/>
                <a:gd name="connsiteX9018" fmla="*/ 872014 w 3006089"/>
                <a:gd name="connsiteY9018" fmla="*/ 605314 h 2297429"/>
                <a:gd name="connsiteX9019" fmla="*/ 874395 w 3006089"/>
                <a:gd name="connsiteY9019" fmla="*/ 605314 h 2297429"/>
                <a:gd name="connsiteX9020" fmla="*/ 876300 w 3006089"/>
                <a:gd name="connsiteY9020" fmla="*/ 606266 h 2297429"/>
                <a:gd name="connsiteX9021" fmla="*/ 880110 w 3006089"/>
                <a:gd name="connsiteY9021" fmla="*/ 610076 h 2297429"/>
                <a:gd name="connsiteX9022" fmla="*/ 881539 w 3006089"/>
                <a:gd name="connsiteY9022" fmla="*/ 612934 h 2297429"/>
                <a:gd name="connsiteX9023" fmla="*/ 883444 w 3006089"/>
                <a:gd name="connsiteY9023" fmla="*/ 614363 h 2297429"/>
                <a:gd name="connsiteX9024" fmla="*/ 885349 w 3006089"/>
                <a:gd name="connsiteY9024" fmla="*/ 614839 h 2297429"/>
                <a:gd name="connsiteX9025" fmla="*/ 890588 w 3006089"/>
                <a:gd name="connsiteY9025" fmla="*/ 613410 h 2297429"/>
                <a:gd name="connsiteX9026" fmla="*/ 904399 w 3006089"/>
                <a:gd name="connsiteY9026" fmla="*/ 607219 h 2297429"/>
                <a:gd name="connsiteX9027" fmla="*/ 907733 w 3006089"/>
                <a:gd name="connsiteY9027" fmla="*/ 603409 h 2297429"/>
                <a:gd name="connsiteX9028" fmla="*/ 907733 w 3006089"/>
                <a:gd name="connsiteY9028" fmla="*/ 601504 h 2297429"/>
                <a:gd name="connsiteX9029" fmla="*/ 902970 w 3006089"/>
                <a:gd name="connsiteY9029" fmla="*/ 595789 h 2297429"/>
                <a:gd name="connsiteX9030" fmla="*/ 902494 w 3006089"/>
                <a:gd name="connsiteY9030" fmla="*/ 594360 h 2297429"/>
                <a:gd name="connsiteX9031" fmla="*/ 903446 w 3006089"/>
                <a:gd name="connsiteY9031" fmla="*/ 593884 h 2297429"/>
                <a:gd name="connsiteX9032" fmla="*/ 905351 w 3006089"/>
                <a:gd name="connsiteY9032" fmla="*/ 594360 h 2297429"/>
                <a:gd name="connsiteX9033" fmla="*/ 910114 w 3006089"/>
                <a:gd name="connsiteY9033" fmla="*/ 596265 h 2297429"/>
                <a:gd name="connsiteX9034" fmla="*/ 913924 w 3006089"/>
                <a:gd name="connsiteY9034" fmla="*/ 596741 h 2297429"/>
                <a:gd name="connsiteX9035" fmla="*/ 915352 w 3006089"/>
                <a:gd name="connsiteY9035" fmla="*/ 593408 h 2297429"/>
                <a:gd name="connsiteX9036" fmla="*/ 917258 w 3006089"/>
                <a:gd name="connsiteY9036" fmla="*/ 586264 h 2297429"/>
                <a:gd name="connsiteX9037" fmla="*/ 918210 w 3006089"/>
                <a:gd name="connsiteY9037" fmla="*/ 584359 h 2297429"/>
                <a:gd name="connsiteX9038" fmla="*/ 919639 w 3006089"/>
                <a:gd name="connsiteY9038" fmla="*/ 582930 h 2297429"/>
                <a:gd name="connsiteX9039" fmla="*/ 920591 w 3006089"/>
                <a:gd name="connsiteY9039" fmla="*/ 583406 h 2297429"/>
                <a:gd name="connsiteX9040" fmla="*/ 922972 w 3006089"/>
                <a:gd name="connsiteY9040" fmla="*/ 586264 h 2297429"/>
                <a:gd name="connsiteX9041" fmla="*/ 924401 w 3006089"/>
                <a:gd name="connsiteY9041" fmla="*/ 587216 h 2297429"/>
                <a:gd name="connsiteX9042" fmla="*/ 934402 w 3006089"/>
                <a:gd name="connsiteY9042" fmla="*/ 584835 h 2297429"/>
                <a:gd name="connsiteX9043" fmla="*/ 938689 w 3006089"/>
                <a:gd name="connsiteY9043" fmla="*/ 584359 h 2297429"/>
                <a:gd name="connsiteX9044" fmla="*/ 937260 w 3006089"/>
                <a:gd name="connsiteY9044" fmla="*/ 585788 h 2297429"/>
                <a:gd name="connsiteX9045" fmla="*/ 928688 w 3006089"/>
                <a:gd name="connsiteY9045" fmla="*/ 591026 h 2297429"/>
                <a:gd name="connsiteX9046" fmla="*/ 926783 w 3006089"/>
                <a:gd name="connsiteY9046" fmla="*/ 592931 h 2297429"/>
                <a:gd name="connsiteX9047" fmla="*/ 925354 w 3006089"/>
                <a:gd name="connsiteY9047" fmla="*/ 595313 h 2297429"/>
                <a:gd name="connsiteX9048" fmla="*/ 924401 w 3006089"/>
                <a:gd name="connsiteY9048" fmla="*/ 598646 h 2297429"/>
                <a:gd name="connsiteX9049" fmla="*/ 925354 w 3006089"/>
                <a:gd name="connsiteY9049" fmla="*/ 600075 h 2297429"/>
                <a:gd name="connsiteX9050" fmla="*/ 925354 w 3006089"/>
                <a:gd name="connsiteY9050" fmla="*/ 603885 h 2297429"/>
                <a:gd name="connsiteX9051" fmla="*/ 925830 w 3006089"/>
                <a:gd name="connsiteY9051" fmla="*/ 604838 h 2297429"/>
                <a:gd name="connsiteX9052" fmla="*/ 927735 w 3006089"/>
                <a:gd name="connsiteY9052" fmla="*/ 606743 h 2297429"/>
                <a:gd name="connsiteX9053" fmla="*/ 930593 w 3006089"/>
                <a:gd name="connsiteY9053" fmla="*/ 607695 h 2297429"/>
                <a:gd name="connsiteX9054" fmla="*/ 943451 w 3006089"/>
                <a:gd name="connsiteY9054" fmla="*/ 605790 h 2297429"/>
                <a:gd name="connsiteX9055" fmla="*/ 956786 w 3006089"/>
                <a:gd name="connsiteY9055" fmla="*/ 604838 h 2297429"/>
                <a:gd name="connsiteX9056" fmla="*/ 960120 w 3006089"/>
                <a:gd name="connsiteY9056" fmla="*/ 603885 h 2297429"/>
                <a:gd name="connsiteX9057" fmla="*/ 962025 w 3006089"/>
                <a:gd name="connsiteY9057" fmla="*/ 602456 h 2297429"/>
                <a:gd name="connsiteX9058" fmla="*/ 965359 w 3006089"/>
                <a:gd name="connsiteY9058" fmla="*/ 599123 h 2297429"/>
                <a:gd name="connsiteX9059" fmla="*/ 967264 w 3006089"/>
                <a:gd name="connsiteY9059" fmla="*/ 597694 h 2297429"/>
                <a:gd name="connsiteX9060" fmla="*/ 969169 w 3006089"/>
                <a:gd name="connsiteY9060" fmla="*/ 597218 h 2297429"/>
                <a:gd name="connsiteX9061" fmla="*/ 973455 w 3006089"/>
                <a:gd name="connsiteY9061" fmla="*/ 598170 h 2297429"/>
                <a:gd name="connsiteX9062" fmla="*/ 981075 w 3006089"/>
                <a:gd name="connsiteY9062" fmla="*/ 602456 h 2297429"/>
                <a:gd name="connsiteX9063" fmla="*/ 982504 w 3006089"/>
                <a:gd name="connsiteY9063" fmla="*/ 602456 h 2297429"/>
                <a:gd name="connsiteX9064" fmla="*/ 989647 w 3006089"/>
                <a:gd name="connsiteY9064" fmla="*/ 601980 h 2297429"/>
                <a:gd name="connsiteX9065" fmla="*/ 997268 w 3006089"/>
                <a:gd name="connsiteY9065" fmla="*/ 600551 h 2297429"/>
                <a:gd name="connsiteX9066" fmla="*/ 1002506 w 3006089"/>
                <a:gd name="connsiteY9066" fmla="*/ 600551 h 2297429"/>
                <a:gd name="connsiteX9067" fmla="*/ 1007269 w 3006089"/>
                <a:gd name="connsiteY9067" fmla="*/ 599123 h 2297429"/>
                <a:gd name="connsiteX9068" fmla="*/ 1017270 w 3006089"/>
                <a:gd name="connsiteY9068" fmla="*/ 594360 h 2297429"/>
                <a:gd name="connsiteX9069" fmla="*/ 1020127 w 3006089"/>
                <a:gd name="connsiteY9069" fmla="*/ 594836 h 2297429"/>
                <a:gd name="connsiteX9070" fmla="*/ 1022033 w 3006089"/>
                <a:gd name="connsiteY9070" fmla="*/ 596741 h 2297429"/>
                <a:gd name="connsiteX9071" fmla="*/ 1020604 w 3006089"/>
                <a:gd name="connsiteY9071" fmla="*/ 599123 h 2297429"/>
                <a:gd name="connsiteX9072" fmla="*/ 1014413 w 3006089"/>
                <a:gd name="connsiteY9072" fmla="*/ 603885 h 2297429"/>
                <a:gd name="connsiteX9073" fmla="*/ 1005840 w 3006089"/>
                <a:gd name="connsiteY9073" fmla="*/ 608648 h 2297429"/>
                <a:gd name="connsiteX9074" fmla="*/ 1000125 w 3006089"/>
                <a:gd name="connsiteY9074" fmla="*/ 611029 h 2297429"/>
                <a:gd name="connsiteX9075" fmla="*/ 996315 w 3006089"/>
                <a:gd name="connsiteY9075" fmla="*/ 611981 h 2297429"/>
                <a:gd name="connsiteX9076" fmla="*/ 990600 w 3006089"/>
                <a:gd name="connsiteY9076" fmla="*/ 612458 h 2297429"/>
                <a:gd name="connsiteX9077" fmla="*/ 982504 w 3006089"/>
                <a:gd name="connsiteY9077" fmla="*/ 611981 h 2297429"/>
                <a:gd name="connsiteX9078" fmla="*/ 966311 w 3006089"/>
                <a:gd name="connsiteY9078" fmla="*/ 612934 h 2297429"/>
                <a:gd name="connsiteX9079" fmla="*/ 960596 w 3006089"/>
                <a:gd name="connsiteY9079" fmla="*/ 614363 h 2297429"/>
                <a:gd name="connsiteX9080" fmla="*/ 943927 w 3006089"/>
                <a:gd name="connsiteY9080" fmla="*/ 621030 h 2297429"/>
                <a:gd name="connsiteX9081" fmla="*/ 925830 w 3006089"/>
                <a:gd name="connsiteY9081" fmla="*/ 625316 h 2297429"/>
                <a:gd name="connsiteX9082" fmla="*/ 916781 w 3006089"/>
                <a:gd name="connsiteY9082" fmla="*/ 628650 h 2297429"/>
                <a:gd name="connsiteX9083" fmla="*/ 910590 w 3006089"/>
                <a:gd name="connsiteY9083" fmla="*/ 631984 h 2297429"/>
                <a:gd name="connsiteX9084" fmla="*/ 908209 w 3006089"/>
                <a:gd name="connsiteY9084" fmla="*/ 634841 h 2297429"/>
                <a:gd name="connsiteX9085" fmla="*/ 912019 w 3006089"/>
                <a:gd name="connsiteY9085" fmla="*/ 639128 h 2297429"/>
                <a:gd name="connsiteX9086" fmla="*/ 915352 w 3006089"/>
                <a:gd name="connsiteY9086" fmla="*/ 641033 h 2297429"/>
                <a:gd name="connsiteX9087" fmla="*/ 926783 w 3006089"/>
                <a:gd name="connsiteY9087" fmla="*/ 646748 h 2297429"/>
                <a:gd name="connsiteX9088" fmla="*/ 932497 w 3006089"/>
                <a:gd name="connsiteY9088" fmla="*/ 649129 h 2297429"/>
                <a:gd name="connsiteX9089" fmla="*/ 937736 w 3006089"/>
                <a:gd name="connsiteY9089" fmla="*/ 650558 h 2297429"/>
                <a:gd name="connsiteX9090" fmla="*/ 954881 w 3006089"/>
                <a:gd name="connsiteY9090" fmla="*/ 652463 h 2297429"/>
                <a:gd name="connsiteX9091" fmla="*/ 972026 w 3006089"/>
                <a:gd name="connsiteY9091" fmla="*/ 651510 h 2297429"/>
                <a:gd name="connsiteX9092" fmla="*/ 998696 w 3006089"/>
                <a:gd name="connsiteY9092" fmla="*/ 645795 h 2297429"/>
                <a:gd name="connsiteX9093" fmla="*/ 1013936 w 3006089"/>
                <a:gd name="connsiteY9093" fmla="*/ 640080 h 2297429"/>
                <a:gd name="connsiteX9094" fmla="*/ 1025843 w 3006089"/>
                <a:gd name="connsiteY9094" fmla="*/ 636270 h 2297429"/>
                <a:gd name="connsiteX9095" fmla="*/ 1032510 w 3006089"/>
                <a:gd name="connsiteY9095" fmla="*/ 632936 h 2297429"/>
                <a:gd name="connsiteX9096" fmla="*/ 1036796 w 3006089"/>
                <a:gd name="connsiteY9096" fmla="*/ 628650 h 2297429"/>
                <a:gd name="connsiteX9097" fmla="*/ 1039654 w 3006089"/>
                <a:gd name="connsiteY9097" fmla="*/ 626745 h 2297429"/>
                <a:gd name="connsiteX9098" fmla="*/ 1044893 w 3006089"/>
                <a:gd name="connsiteY9098" fmla="*/ 624364 h 2297429"/>
                <a:gd name="connsiteX9099" fmla="*/ 1052036 w 3006089"/>
                <a:gd name="connsiteY9099" fmla="*/ 622459 h 2297429"/>
                <a:gd name="connsiteX9100" fmla="*/ 1074896 w 3006089"/>
                <a:gd name="connsiteY9100" fmla="*/ 619601 h 2297429"/>
                <a:gd name="connsiteX9101" fmla="*/ 1092041 w 3006089"/>
                <a:gd name="connsiteY9101" fmla="*/ 611029 h 2297429"/>
                <a:gd name="connsiteX9102" fmla="*/ 1097756 w 3006089"/>
                <a:gd name="connsiteY9102" fmla="*/ 607219 h 2297429"/>
                <a:gd name="connsiteX9103" fmla="*/ 1103471 w 3006089"/>
                <a:gd name="connsiteY9103" fmla="*/ 608648 h 2297429"/>
                <a:gd name="connsiteX9104" fmla="*/ 1104424 w 3006089"/>
                <a:gd name="connsiteY9104" fmla="*/ 609600 h 2297429"/>
                <a:gd name="connsiteX9105" fmla="*/ 1102995 w 3006089"/>
                <a:gd name="connsiteY9105" fmla="*/ 610553 h 2297429"/>
                <a:gd name="connsiteX9106" fmla="*/ 1100138 w 3006089"/>
                <a:gd name="connsiteY9106" fmla="*/ 611505 h 2297429"/>
                <a:gd name="connsiteX9107" fmla="*/ 1105376 w 3006089"/>
                <a:gd name="connsiteY9107" fmla="*/ 613886 h 2297429"/>
                <a:gd name="connsiteX9108" fmla="*/ 1109663 w 3006089"/>
                <a:gd name="connsiteY9108" fmla="*/ 614839 h 2297429"/>
                <a:gd name="connsiteX9109" fmla="*/ 1113949 w 3006089"/>
                <a:gd name="connsiteY9109" fmla="*/ 615315 h 2297429"/>
                <a:gd name="connsiteX9110" fmla="*/ 1118235 w 3006089"/>
                <a:gd name="connsiteY9110" fmla="*/ 614839 h 2297429"/>
                <a:gd name="connsiteX9111" fmla="*/ 1125379 w 3006089"/>
                <a:gd name="connsiteY9111" fmla="*/ 612458 h 2297429"/>
                <a:gd name="connsiteX9112" fmla="*/ 1132523 w 3006089"/>
                <a:gd name="connsiteY9112" fmla="*/ 611505 h 2297429"/>
                <a:gd name="connsiteX9113" fmla="*/ 1144905 w 3006089"/>
                <a:gd name="connsiteY9113" fmla="*/ 614839 h 2297429"/>
                <a:gd name="connsiteX9114" fmla="*/ 1155383 w 3006089"/>
                <a:gd name="connsiteY9114" fmla="*/ 616744 h 2297429"/>
                <a:gd name="connsiteX9115" fmla="*/ 1158716 w 3006089"/>
                <a:gd name="connsiteY9115" fmla="*/ 616744 h 2297429"/>
                <a:gd name="connsiteX9116" fmla="*/ 1162050 w 3006089"/>
                <a:gd name="connsiteY9116" fmla="*/ 615791 h 2297429"/>
                <a:gd name="connsiteX9117" fmla="*/ 1174909 w 3006089"/>
                <a:gd name="connsiteY9117" fmla="*/ 610553 h 2297429"/>
                <a:gd name="connsiteX9118" fmla="*/ 1191577 w 3006089"/>
                <a:gd name="connsiteY9118" fmla="*/ 605314 h 2297429"/>
                <a:gd name="connsiteX9119" fmla="*/ 1195864 w 3006089"/>
                <a:gd name="connsiteY9119" fmla="*/ 602456 h 2297429"/>
                <a:gd name="connsiteX9120" fmla="*/ 1199674 w 3006089"/>
                <a:gd name="connsiteY9120" fmla="*/ 598170 h 2297429"/>
                <a:gd name="connsiteX9121" fmla="*/ 1204913 w 3006089"/>
                <a:gd name="connsiteY9121" fmla="*/ 582930 h 2297429"/>
                <a:gd name="connsiteX9122" fmla="*/ 1205865 w 3006089"/>
                <a:gd name="connsiteY9122" fmla="*/ 576739 h 2297429"/>
                <a:gd name="connsiteX9123" fmla="*/ 1211104 w 3006089"/>
                <a:gd name="connsiteY9123" fmla="*/ 567690 h 2297429"/>
                <a:gd name="connsiteX9124" fmla="*/ 1212533 w 3006089"/>
                <a:gd name="connsiteY9124" fmla="*/ 562928 h 2297429"/>
                <a:gd name="connsiteX9125" fmla="*/ 1212533 w 3006089"/>
                <a:gd name="connsiteY9125" fmla="*/ 560070 h 2297429"/>
                <a:gd name="connsiteX9126" fmla="*/ 1209675 w 3006089"/>
                <a:gd name="connsiteY9126" fmla="*/ 550545 h 2297429"/>
                <a:gd name="connsiteX9127" fmla="*/ 1208246 w 3006089"/>
                <a:gd name="connsiteY9127" fmla="*/ 547211 h 2297429"/>
                <a:gd name="connsiteX9128" fmla="*/ 1207294 w 3006089"/>
                <a:gd name="connsiteY9128" fmla="*/ 546259 h 2297429"/>
                <a:gd name="connsiteX9129" fmla="*/ 1204436 w 3006089"/>
                <a:gd name="connsiteY9129" fmla="*/ 544830 h 2297429"/>
                <a:gd name="connsiteX9130" fmla="*/ 1197769 w 3006089"/>
                <a:gd name="connsiteY9130" fmla="*/ 541973 h 2297429"/>
                <a:gd name="connsiteX9131" fmla="*/ 1181100 w 3006089"/>
                <a:gd name="connsiteY9131" fmla="*/ 538639 h 2297429"/>
                <a:gd name="connsiteX9132" fmla="*/ 1176814 w 3006089"/>
                <a:gd name="connsiteY9132" fmla="*/ 539115 h 2297429"/>
                <a:gd name="connsiteX9133" fmla="*/ 1171575 w 3006089"/>
                <a:gd name="connsiteY9133" fmla="*/ 541020 h 2297429"/>
                <a:gd name="connsiteX9134" fmla="*/ 1167289 w 3006089"/>
                <a:gd name="connsiteY9134" fmla="*/ 544354 h 2297429"/>
                <a:gd name="connsiteX9135" fmla="*/ 1165860 w 3006089"/>
                <a:gd name="connsiteY9135" fmla="*/ 545783 h 2297429"/>
                <a:gd name="connsiteX9136" fmla="*/ 1165384 w 3006089"/>
                <a:gd name="connsiteY9136" fmla="*/ 547211 h 2297429"/>
                <a:gd name="connsiteX9137" fmla="*/ 1166813 w 3006089"/>
                <a:gd name="connsiteY9137" fmla="*/ 551021 h 2297429"/>
                <a:gd name="connsiteX9138" fmla="*/ 1168718 w 3006089"/>
                <a:gd name="connsiteY9138" fmla="*/ 552926 h 2297429"/>
                <a:gd name="connsiteX9139" fmla="*/ 1171099 w 3006089"/>
                <a:gd name="connsiteY9139" fmla="*/ 554355 h 2297429"/>
                <a:gd name="connsiteX9140" fmla="*/ 1171099 w 3006089"/>
                <a:gd name="connsiteY9140" fmla="*/ 554831 h 2297429"/>
                <a:gd name="connsiteX9141" fmla="*/ 1164431 w 3006089"/>
                <a:gd name="connsiteY9141" fmla="*/ 556736 h 2297429"/>
                <a:gd name="connsiteX9142" fmla="*/ 1163955 w 3006089"/>
                <a:gd name="connsiteY9142" fmla="*/ 559594 h 2297429"/>
                <a:gd name="connsiteX9143" fmla="*/ 1163955 w 3006089"/>
                <a:gd name="connsiteY9143" fmla="*/ 563404 h 2297429"/>
                <a:gd name="connsiteX9144" fmla="*/ 1163479 w 3006089"/>
                <a:gd name="connsiteY9144" fmla="*/ 563880 h 2297429"/>
                <a:gd name="connsiteX9145" fmla="*/ 1161574 w 3006089"/>
                <a:gd name="connsiteY9145" fmla="*/ 557213 h 2297429"/>
                <a:gd name="connsiteX9146" fmla="*/ 1158716 w 3006089"/>
                <a:gd name="connsiteY9146" fmla="*/ 551974 h 2297429"/>
                <a:gd name="connsiteX9147" fmla="*/ 1157764 w 3006089"/>
                <a:gd name="connsiteY9147" fmla="*/ 550545 h 2297429"/>
                <a:gd name="connsiteX9148" fmla="*/ 1155859 w 3006089"/>
                <a:gd name="connsiteY9148" fmla="*/ 549593 h 2297429"/>
                <a:gd name="connsiteX9149" fmla="*/ 1153001 w 3006089"/>
                <a:gd name="connsiteY9149" fmla="*/ 548640 h 2297429"/>
                <a:gd name="connsiteX9150" fmla="*/ 1146334 w 3006089"/>
                <a:gd name="connsiteY9150" fmla="*/ 547688 h 2297429"/>
                <a:gd name="connsiteX9151" fmla="*/ 1142048 w 3006089"/>
                <a:gd name="connsiteY9151" fmla="*/ 548164 h 2297429"/>
                <a:gd name="connsiteX9152" fmla="*/ 1136333 w 3006089"/>
                <a:gd name="connsiteY9152" fmla="*/ 549593 h 2297429"/>
                <a:gd name="connsiteX9153" fmla="*/ 1129189 w 3006089"/>
                <a:gd name="connsiteY9153" fmla="*/ 554831 h 2297429"/>
                <a:gd name="connsiteX9154" fmla="*/ 1128236 w 3006089"/>
                <a:gd name="connsiteY9154" fmla="*/ 555308 h 2297429"/>
                <a:gd name="connsiteX9155" fmla="*/ 1125855 w 3006089"/>
                <a:gd name="connsiteY9155" fmla="*/ 554831 h 2297429"/>
                <a:gd name="connsiteX9156" fmla="*/ 1127760 w 3006089"/>
                <a:gd name="connsiteY9156" fmla="*/ 552450 h 2297429"/>
                <a:gd name="connsiteX9157" fmla="*/ 1134904 w 3006089"/>
                <a:gd name="connsiteY9157" fmla="*/ 545306 h 2297429"/>
                <a:gd name="connsiteX9158" fmla="*/ 1135856 w 3006089"/>
                <a:gd name="connsiteY9158" fmla="*/ 544354 h 2297429"/>
                <a:gd name="connsiteX9159" fmla="*/ 1136333 w 3006089"/>
                <a:gd name="connsiteY9159" fmla="*/ 542925 h 2297429"/>
                <a:gd name="connsiteX9160" fmla="*/ 1136333 w 3006089"/>
                <a:gd name="connsiteY9160" fmla="*/ 541496 h 2297429"/>
                <a:gd name="connsiteX9161" fmla="*/ 1130618 w 3006089"/>
                <a:gd name="connsiteY9161" fmla="*/ 543401 h 2297429"/>
                <a:gd name="connsiteX9162" fmla="*/ 1128236 w 3006089"/>
                <a:gd name="connsiteY9162" fmla="*/ 541973 h 2297429"/>
                <a:gd name="connsiteX9163" fmla="*/ 1122521 w 3006089"/>
                <a:gd name="connsiteY9163" fmla="*/ 541496 h 2297429"/>
                <a:gd name="connsiteX9164" fmla="*/ 1117283 w 3006089"/>
                <a:gd name="connsiteY9164" fmla="*/ 542449 h 2297429"/>
                <a:gd name="connsiteX9165" fmla="*/ 1112996 w 3006089"/>
                <a:gd name="connsiteY9165" fmla="*/ 542449 h 2297429"/>
                <a:gd name="connsiteX9166" fmla="*/ 1109663 w 3006089"/>
                <a:gd name="connsiteY9166" fmla="*/ 541973 h 2297429"/>
                <a:gd name="connsiteX9167" fmla="*/ 1109186 w 3006089"/>
                <a:gd name="connsiteY9167" fmla="*/ 540544 h 2297429"/>
                <a:gd name="connsiteX9168" fmla="*/ 1110139 w 3006089"/>
                <a:gd name="connsiteY9168" fmla="*/ 538639 h 2297429"/>
                <a:gd name="connsiteX9169" fmla="*/ 1112520 w 3006089"/>
                <a:gd name="connsiteY9169" fmla="*/ 535781 h 2297429"/>
                <a:gd name="connsiteX9170" fmla="*/ 1116806 w 3006089"/>
                <a:gd name="connsiteY9170" fmla="*/ 532448 h 2297429"/>
                <a:gd name="connsiteX9171" fmla="*/ 1118711 w 3006089"/>
                <a:gd name="connsiteY9171" fmla="*/ 530066 h 2297429"/>
                <a:gd name="connsiteX9172" fmla="*/ 1116330 w 3006089"/>
                <a:gd name="connsiteY9172" fmla="*/ 523399 h 2297429"/>
                <a:gd name="connsiteX9173" fmla="*/ 1111091 w 3006089"/>
                <a:gd name="connsiteY9173" fmla="*/ 519113 h 2297429"/>
                <a:gd name="connsiteX9174" fmla="*/ 1105376 w 3006089"/>
                <a:gd name="connsiteY9174" fmla="*/ 515779 h 2297429"/>
                <a:gd name="connsiteX9175" fmla="*/ 1104900 w 3006089"/>
                <a:gd name="connsiteY9175" fmla="*/ 515303 h 2297429"/>
                <a:gd name="connsiteX9176" fmla="*/ 1104424 w 3006089"/>
                <a:gd name="connsiteY9176" fmla="*/ 511493 h 2297429"/>
                <a:gd name="connsiteX9177" fmla="*/ 1103948 w 3006089"/>
                <a:gd name="connsiteY9177" fmla="*/ 509111 h 2297429"/>
                <a:gd name="connsiteX9178" fmla="*/ 1101566 w 3006089"/>
                <a:gd name="connsiteY9178" fmla="*/ 505778 h 2297429"/>
                <a:gd name="connsiteX9179" fmla="*/ 1101090 w 3006089"/>
                <a:gd name="connsiteY9179" fmla="*/ 504349 h 2297429"/>
                <a:gd name="connsiteX9180" fmla="*/ 1102043 w 3006089"/>
                <a:gd name="connsiteY9180" fmla="*/ 502920 h 2297429"/>
                <a:gd name="connsiteX9181" fmla="*/ 1105376 w 3006089"/>
                <a:gd name="connsiteY9181" fmla="*/ 499110 h 2297429"/>
                <a:gd name="connsiteX9182" fmla="*/ 1106329 w 3006089"/>
                <a:gd name="connsiteY9182" fmla="*/ 497205 h 2297429"/>
                <a:gd name="connsiteX9183" fmla="*/ 1106805 w 3006089"/>
                <a:gd name="connsiteY9183" fmla="*/ 495300 h 2297429"/>
                <a:gd name="connsiteX9184" fmla="*/ 1105852 w 3006089"/>
                <a:gd name="connsiteY9184" fmla="*/ 494348 h 2297429"/>
                <a:gd name="connsiteX9185" fmla="*/ 1103948 w 3006089"/>
                <a:gd name="connsiteY9185" fmla="*/ 493871 h 2297429"/>
                <a:gd name="connsiteX9186" fmla="*/ 1094423 w 3006089"/>
                <a:gd name="connsiteY9186" fmla="*/ 489585 h 2297429"/>
                <a:gd name="connsiteX9187" fmla="*/ 1085374 w 3006089"/>
                <a:gd name="connsiteY9187" fmla="*/ 490061 h 2297429"/>
                <a:gd name="connsiteX9188" fmla="*/ 1081088 w 3006089"/>
                <a:gd name="connsiteY9188" fmla="*/ 491490 h 2297429"/>
                <a:gd name="connsiteX9189" fmla="*/ 1076801 w 3006089"/>
                <a:gd name="connsiteY9189" fmla="*/ 493871 h 2297429"/>
                <a:gd name="connsiteX9190" fmla="*/ 1071086 w 3006089"/>
                <a:gd name="connsiteY9190" fmla="*/ 498634 h 2297429"/>
                <a:gd name="connsiteX9191" fmla="*/ 1058704 w 3006089"/>
                <a:gd name="connsiteY9191" fmla="*/ 510540 h 2297429"/>
                <a:gd name="connsiteX9192" fmla="*/ 1054894 w 3006089"/>
                <a:gd name="connsiteY9192" fmla="*/ 513398 h 2297429"/>
                <a:gd name="connsiteX9193" fmla="*/ 1044893 w 3006089"/>
                <a:gd name="connsiteY9193" fmla="*/ 518160 h 2297429"/>
                <a:gd name="connsiteX9194" fmla="*/ 1043464 w 3006089"/>
                <a:gd name="connsiteY9194" fmla="*/ 519589 h 2297429"/>
                <a:gd name="connsiteX9195" fmla="*/ 1043464 w 3006089"/>
                <a:gd name="connsiteY9195" fmla="*/ 521494 h 2297429"/>
                <a:gd name="connsiteX9196" fmla="*/ 1044416 w 3006089"/>
                <a:gd name="connsiteY9196" fmla="*/ 523875 h 2297429"/>
                <a:gd name="connsiteX9197" fmla="*/ 1045845 w 3006089"/>
                <a:gd name="connsiteY9197" fmla="*/ 525780 h 2297429"/>
                <a:gd name="connsiteX9198" fmla="*/ 1047274 w 3006089"/>
                <a:gd name="connsiteY9198" fmla="*/ 526733 h 2297429"/>
                <a:gd name="connsiteX9199" fmla="*/ 1057275 w 3006089"/>
                <a:gd name="connsiteY9199" fmla="*/ 531495 h 2297429"/>
                <a:gd name="connsiteX9200" fmla="*/ 1063943 w 3006089"/>
                <a:gd name="connsiteY9200" fmla="*/ 531971 h 2297429"/>
                <a:gd name="connsiteX9201" fmla="*/ 1071563 w 3006089"/>
                <a:gd name="connsiteY9201" fmla="*/ 536734 h 2297429"/>
                <a:gd name="connsiteX9202" fmla="*/ 1073468 w 3006089"/>
                <a:gd name="connsiteY9202" fmla="*/ 539115 h 2297429"/>
                <a:gd name="connsiteX9203" fmla="*/ 1073944 w 3006089"/>
                <a:gd name="connsiteY9203" fmla="*/ 541496 h 2297429"/>
                <a:gd name="connsiteX9204" fmla="*/ 1073468 w 3006089"/>
                <a:gd name="connsiteY9204" fmla="*/ 543401 h 2297429"/>
                <a:gd name="connsiteX9205" fmla="*/ 1072515 w 3006089"/>
                <a:gd name="connsiteY9205" fmla="*/ 544830 h 2297429"/>
                <a:gd name="connsiteX9206" fmla="*/ 1058227 w 3006089"/>
                <a:gd name="connsiteY9206" fmla="*/ 551021 h 2297429"/>
                <a:gd name="connsiteX9207" fmla="*/ 1060609 w 3006089"/>
                <a:gd name="connsiteY9207" fmla="*/ 555784 h 2297429"/>
                <a:gd name="connsiteX9208" fmla="*/ 1089660 w 3006089"/>
                <a:gd name="connsiteY9208" fmla="*/ 567214 h 2297429"/>
                <a:gd name="connsiteX9209" fmla="*/ 1090613 w 3006089"/>
                <a:gd name="connsiteY9209" fmla="*/ 569119 h 2297429"/>
                <a:gd name="connsiteX9210" fmla="*/ 1091089 w 3006089"/>
                <a:gd name="connsiteY9210" fmla="*/ 572453 h 2297429"/>
                <a:gd name="connsiteX9211" fmla="*/ 1090613 w 3006089"/>
                <a:gd name="connsiteY9211" fmla="*/ 574834 h 2297429"/>
                <a:gd name="connsiteX9212" fmla="*/ 1089660 w 3006089"/>
                <a:gd name="connsiteY9212" fmla="*/ 578168 h 2297429"/>
                <a:gd name="connsiteX9213" fmla="*/ 1087755 w 3006089"/>
                <a:gd name="connsiteY9213" fmla="*/ 580073 h 2297429"/>
                <a:gd name="connsiteX9214" fmla="*/ 1084898 w 3006089"/>
                <a:gd name="connsiteY9214" fmla="*/ 580549 h 2297429"/>
                <a:gd name="connsiteX9215" fmla="*/ 1038225 w 3006089"/>
                <a:gd name="connsiteY9215" fmla="*/ 577215 h 2297429"/>
                <a:gd name="connsiteX9216" fmla="*/ 1029176 w 3006089"/>
                <a:gd name="connsiteY9216" fmla="*/ 576739 h 2297429"/>
                <a:gd name="connsiteX9217" fmla="*/ 1023461 w 3006089"/>
                <a:gd name="connsiteY9217" fmla="*/ 577691 h 2297429"/>
                <a:gd name="connsiteX9218" fmla="*/ 1017746 w 3006089"/>
                <a:gd name="connsiteY9218" fmla="*/ 577691 h 2297429"/>
                <a:gd name="connsiteX9219" fmla="*/ 1013936 w 3006089"/>
                <a:gd name="connsiteY9219" fmla="*/ 576263 h 2297429"/>
                <a:gd name="connsiteX9220" fmla="*/ 1010126 w 3006089"/>
                <a:gd name="connsiteY9220" fmla="*/ 573405 h 2297429"/>
                <a:gd name="connsiteX9221" fmla="*/ 1006793 w 3006089"/>
                <a:gd name="connsiteY9221" fmla="*/ 569119 h 2297429"/>
                <a:gd name="connsiteX9222" fmla="*/ 1003935 w 3006089"/>
                <a:gd name="connsiteY9222" fmla="*/ 563404 h 2297429"/>
                <a:gd name="connsiteX9223" fmla="*/ 1002030 w 3006089"/>
                <a:gd name="connsiteY9223" fmla="*/ 560070 h 2297429"/>
                <a:gd name="connsiteX9224" fmla="*/ 1000601 w 3006089"/>
                <a:gd name="connsiteY9224" fmla="*/ 559118 h 2297429"/>
                <a:gd name="connsiteX9225" fmla="*/ 997268 w 3006089"/>
                <a:gd name="connsiteY9225" fmla="*/ 557689 h 2297429"/>
                <a:gd name="connsiteX9226" fmla="*/ 991552 w 3006089"/>
                <a:gd name="connsiteY9226" fmla="*/ 558165 h 2297429"/>
                <a:gd name="connsiteX9227" fmla="*/ 985361 w 3006089"/>
                <a:gd name="connsiteY9227" fmla="*/ 557689 h 2297429"/>
                <a:gd name="connsiteX9228" fmla="*/ 984409 w 3006089"/>
                <a:gd name="connsiteY9228" fmla="*/ 556736 h 2297429"/>
                <a:gd name="connsiteX9229" fmla="*/ 985361 w 3006089"/>
                <a:gd name="connsiteY9229" fmla="*/ 555308 h 2297429"/>
                <a:gd name="connsiteX9230" fmla="*/ 991552 w 3006089"/>
                <a:gd name="connsiteY9230" fmla="*/ 552450 h 2297429"/>
                <a:gd name="connsiteX9231" fmla="*/ 991552 w 3006089"/>
                <a:gd name="connsiteY9231" fmla="*/ 550545 h 2297429"/>
                <a:gd name="connsiteX9232" fmla="*/ 975836 w 3006089"/>
                <a:gd name="connsiteY9232" fmla="*/ 541496 h 2297429"/>
                <a:gd name="connsiteX9233" fmla="*/ 963454 w 3006089"/>
                <a:gd name="connsiteY9233" fmla="*/ 532448 h 2297429"/>
                <a:gd name="connsiteX9234" fmla="*/ 953929 w 3006089"/>
                <a:gd name="connsiteY9234" fmla="*/ 529590 h 2297429"/>
                <a:gd name="connsiteX9235" fmla="*/ 947261 w 3006089"/>
                <a:gd name="connsiteY9235" fmla="*/ 528638 h 2297429"/>
                <a:gd name="connsiteX9236" fmla="*/ 940594 w 3006089"/>
                <a:gd name="connsiteY9236" fmla="*/ 529114 h 2297429"/>
                <a:gd name="connsiteX9237" fmla="*/ 924877 w 3006089"/>
                <a:gd name="connsiteY9237" fmla="*/ 531971 h 2297429"/>
                <a:gd name="connsiteX9238" fmla="*/ 921544 w 3006089"/>
                <a:gd name="connsiteY9238" fmla="*/ 530066 h 2297429"/>
                <a:gd name="connsiteX9239" fmla="*/ 799624 w 3006089"/>
                <a:gd name="connsiteY9239" fmla="*/ 539115 h 2297429"/>
                <a:gd name="connsiteX9240" fmla="*/ 795338 w 3006089"/>
                <a:gd name="connsiteY9240" fmla="*/ 538163 h 2297429"/>
                <a:gd name="connsiteX9241" fmla="*/ 791527 w 3006089"/>
                <a:gd name="connsiteY9241" fmla="*/ 538163 h 2297429"/>
                <a:gd name="connsiteX9242" fmla="*/ 786765 w 3006089"/>
                <a:gd name="connsiteY9242" fmla="*/ 540544 h 2297429"/>
                <a:gd name="connsiteX9243" fmla="*/ 778193 w 3006089"/>
                <a:gd name="connsiteY9243" fmla="*/ 546259 h 2297429"/>
                <a:gd name="connsiteX9244" fmla="*/ 770096 w 3006089"/>
                <a:gd name="connsiteY9244" fmla="*/ 548640 h 2297429"/>
                <a:gd name="connsiteX9245" fmla="*/ 761524 w 3006089"/>
                <a:gd name="connsiteY9245" fmla="*/ 552450 h 2297429"/>
                <a:gd name="connsiteX9246" fmla="*/ 748665 w 3006089"/>
                <a:gd name="connsiteY9246" fmla="*/ 561975 h 2297429"/>
                <a:gd name="connsiteX9247" fmla="*/ 741045 w 3006089"/>
                <a:gd name="connsiteY9247" fmla="*/ 566738 h 2297429"/>
                <a:gd name="connsiteX9248" fmla="*/ 737711 w 3006089"/>
                <a:gd name="connsiteY9248" fmla="*/ 569119 h 2297429"/>
                <a:gd name="connsiteX9249" fmla="*/ 735330 w 3006089"/>
                <a:gd name="connsiteY9249" fmla="*/ 572453 h 2297429"/>
                <a:gd name="connsiteX9250" fmla="*/ 735806 w 3006089"/>
                <a:gd name="connsiteY9250" fmla="*/ 573405 h 2297429"/>
                <a:gd name="connsiteX9251" fmla="*/ 738664 w 3006089"/>
                <a:gd name="connsiteY9251" fmla="*/ 574358 h 2297429"/>
                <a:gd name="connsiteX9252" fmla="*/ 746284 w 3006089"/>
                <a:gd name="connsiteY9252" fmla="*/ 575310 h 2297429"/>
                <a:gd name="connsiteX9253" fmla="*/ 755333 w 3006089"/>
                <a:gd name="connsiteY9253" fmla="*/ 578644 h 2297429"/>
                <a:gd name="connsiteX9254" fmla="*/ 762476 w 3006089"/>
                <a:gd name="connsiteY9254" fmla="*/ 579120 h 2297429"/>
                <a:gd name="connsiteX9255" fmla="*/ 772001 w 3006089"/>
                <a:gd name="connsiteY9255" fmla="*/ 574834 h 2297429"/>
                <a:gd name="connsiteX9256" fmla="*/ 775335 w 3006089"/>
                <a:gd name="connsiteY9256" fmla="*/ 572453 h 2297429"/>
                <a:gd name="connsiteX9257" fmla="*/ 786765 w 3006089"/>
                <a:gd name="connsiteY9257" fmla="*/ 559118 h 2297429"/>
                <a:gd name="connsiteX9258" fmla="*/ 792480 w 3006089"/>
                <a:gd name="connsiteY9258" fmla="*/ 551021 h 2297429"/>
                <a:gd name="connsiteX9259" fmla="*/ 795338 w 3006089"/>
                <a:gd name="connsiteY9259" fmla="*/ 547688 h 2297429"/>
                <a:gd name="connsiteX9260" fmla="*/ 799624 w 3006089"/>
                <a:gd name="connsiteY9260" fmla="*/ 540068 h 2297429"/>
                <a:gd name="connsiteX9261" fmla="*/ 799624 w 3006089"/>
                <a:gd name="connsiteY9261" fmla="*/ 539115 h 2297429"/>
                <a:gd name="connsiteX9262" fmla="*/ 1428750 w 3006089"/>
                <a:gd name="connsiteY9262" fmla="*/ 502920 h 2297429"/>
                <a:gd name="connsiteX9263" fmla="*/ 1430655 w 3006089"/>
                <a:gd name="connsiteY9263" fmla="*/ 508635 h 2297429"/>
                <a:gd name="connsiteX9264" fmla="*/ 1433513 w 3006089"/>
                <a:gd name="connsiteY9264" fmla="*/ 513398 h 2297429"/>
                <a:gd name="connsiteX9265" fmla="*/ 1423988 w 3006089"/>
                <a:gd name="connsiteY9265" fmla="*/ 514350 h 2297429"/>
                <a:gd name="connsiteX9266" fmla="*/ 1418749 w 3006089"/>
                <a:gd name="connsiteY9266" fmla="*/ 509588 h 2297429"/>
                <a:gd name="connsiteX9267" fmla="*/ 1407319 w 3006089"/>
                <a:gd name="connsiteY9267" fmla="*/ 502444 h 2297429"/>
                <a:gd name="connsiteX9268" fmla="*/ 1402556 w 3006089"/>
                <a:gd name="connsiteY9268" fmla="*/ 501968 h 2297429"/>
                <a:gd name="connsiteX9269" fmla="*/ 1393984 w 3006089"/>
                <a:gd name="connsiteY9269" fmla="*/ 501968 h 2297429"/>
                <a:gd name="connsiteX9270" fmla="*/ 1383030 w 3006089"/>
                <a:gd name="connsiteY9270" fmla="*/ 503396 h 2297429"/>
                <a:gd name="connsiteX9271" fmla="*/ 1376839 w 3006089"/>
                <a:gd name="connsiteY9271" fmla="*/ 505301 h 2297429"/>
                <a:gd name="connsiteX9272" fmla="*/ 1368266 w 3006089"/>
                <a:gd name="connsiteY9272" fmla="*/ 509588 h 2297429"/>
                <a:gd name="connsiteX9273" fmla="*/ 1366361 w 3006089"/>
                <a:gd name="connsiteY9273" fmla="*/ 512921 h 2297429"/>
                <a:gd name="connsiteX9274" fmla="*/ 1366838 w 3006089"/>
                <a:gd name="connsiteY9274" fmla="*/ 514350 h 2297429"/>
                <a:gd name="connsiteX9275" fmla="*/ 1368743 w 3006089"/>
                <a:gd name="connsiteY9275" fmla="*/ 515779 h 2297429"/>
                <a:gd name="connsiteX9276" fmla="*/ 1374458 w 3006089"/>
                <a:gd name="connsiteY9276" fmla="*/ 518636 h 2297429"/>
                <a:gd name="connsiteX9277" fmla="*/ 1390650 w 3006089"/>
                <a:gd name="connsiteY9277" fmla="*/ 521018 h 2297429"/>
                <a:gd name="connsiteX9278" fmla="*/ 1393984 w 3006089"/>
                <a:gd name="connsiteY9278" fmla="*/ 521970 h 2297429"/>
                <a:gd name="connsiteX9279" fmla="*/ 1397318 w 3006089"/>
                <a:gd name="connsiteY9279" fmla="*/ 523875 h 2297429"/>
                <a:gd name="connsiteX9280" fmla="*/ 1397318 w 3006089"/>
                <a:gd name="connsiteY9280" fmla="*/ 524828 h 2297429"/>
                <a:gd name="connsiteX9281" fmla="*/ 1395413 w 3006089"/>
                <a:gd name="connsiteY9281" fmla="*/ 525304 h 2297429"/>
                <a:gd name="connsiteX9282" fmla="*/ 1384935 w 3006089"/>
                <a:gd name="connsiteY9282" fmla="*/ 526733 h 2297429"/>
                <a:gd name="connsiteX9283" fmla="*/ 1383030 w 3006089"/>
                <a:gd name="connsiteY9283" fmla="*/ 527685 h 2297429"/>
                <a:gd name="connsiteX9284" fmla="*/ 1383030 w 3006089"/>
                <a:gd name="connsiteY9284" fmla="*/ 528638 h 2297429"/>
                <a:gd name="connsiteX9285" fmla="*/ 1391126 w 3006089"/>
                <a:gd name="connsiteY9285" fmla="*/ 531971 h 2297429"/>
                <a:gd name="connsiteX9286" fmla="*/ 1397318 w 3006089"/>
                <a:gd name="connsiteY9286" fmla="*/ 531971 h 2297429"/>
                <a:gd name="connsiteX9287" fmla="*/ 1403509 w 3006089"/>
                <a:gd name="connsiteY9287" fmla="*/ 533876 h 2297429"/>
                <a:gd name="connsiteX9288" fmla="*/ 1413034 w 3006089"/>
                <a:gd name="connsiteY9288" fmla="*/ 535305 h 2297429"/>
                <a:gd name="connsiteX9289" fmla="*/ 1404461 w 3006089"/>
                <a:gd name="connsiteY9289" fmla="*/ 536258 h 2297429"/>
                <a:gd name="connsiteX9290" fmla="*/ 1397318 w 3006089"/>
                <a:gd name="connsiteY9290" fmla="*/ 535781 h 2297429"/>
                <a:gd name="connsiteX9291" fmla="*/ 1394460 w 3006089"/>
                <a:gd name="connsiteY9291" fmla="*/ 536258 h 2297429"/>
                <a:gd name="connsiteX9292" fmla="*/ 1393508 w 3006089"/>
                <a:gd name="connsiteY9292" fmla="*/ 537210 h 2297429"/>
                <a:gd name="connsiteX9293" fmla="*/ 1395413 w 3006089"/>
                <a:gd name="connsiteY9293" fmla="*/ 540544 h 2297429"/>
                <a:gd name="connsiteX9294" fmla="*/ 1397794 w 3006089"/>
                <a:gd name="connsiteY9294" fmla="*/ 542925 h 2297429"/>
                <a:gd name="connsiteX9295" fmla="*/ 1407795 w 3006089"/>
                <a:gd name="connsiteY9295" fmla="*/ 547688 h 2297429"/>
                <a:gd name="connsiteX9296" fmla="*/ 1407319 w 3006089"/>
                <a:gd name="connsiteY9296" fmla="*/ 549116 h 2297429"/>
                <a:gd name="connsiteX9297" fmla="*/ 1404938 w 3006089"/>
                <a:gd name="connsiteY9297" fmla="*/ 550069 h 2297429"/>
                <a:gd name="connsiteX9298" fmla="*/ 1402080 w 3006089"/>
                <a:gd name="connsiteY9298" fmla="*/ 550069 h 2297429"/>
                <a:gd name="connsiteX9299" fmla="*/ 1396841 w 3006089"/>
                <a:gd name="connsiteY9299" fmla="*/ 549116 h 2297429"/>
                <a:gd name="connsiteX9300" fmla="*/ 1393984 w 3006089"/>
                <a:gd name="connsiteY9300" fmla="*/ 547688 h 2297429"/>
                <a:gd name="connsiteX9301" fmla="*/ 1389698 w 3006089"/>
                <a:gd name="connsiteY9301" fmla="*/ 544354 h 2297429"/>
                <a:gd name="connsiteX9302" fmla="*/ 1366838 w 3006089"/>
                <a:gd name="connsiteY9302" fmla="*/ 530543 h 2297429"/>
                <a:gd name="connsiteX9303" fmla="*/ 1361599 w 3006089"/>
                <a:gd name="connsiteY9303" fmla="*/ 527685 h 2297429"/>
                <a:gd name="connsiteX9304" fmla="*/ 1360170 w 3006089"/>
                <a:gd name="connsiteY9304" fmla="*/ 525780 h 2297429"/>
                <a:gd name="connsiteX9305" fmla="*/ 1360170 w 3006089"/>
                <a:gd name="connsiteY9305" fmla="*/ 523399 h 2297429"/>
                <a:gd name="connsiteX9306" fmla="*/ 1358265 w 3006089"/>
                <a:gd name="connsiteY9306" fmla="*/ 521018 h 2297429"/>
                <a:gd name="connsiteX9307" fmla="*/ 1351598 w 3006089"/>
                <a:gd name="connsiteY9307" fmla="*/ 516255 h 2297429"/>
                <a:gd name="connsiteX9308" fmla="*/ 1349216 w 3006089"/>
                <a:gd name="connsiteY9308" fmla="*/ 515303 h 2297429"/>
                <a:gd name="connsiteX9309" fmla="*/ 1340168 w 3006089"/>
                <a:gd name="connsiteY9309" fmla="*/ 513398 h 2297429"/>
                <a:gd name="connsiteX9310" fmla="*/ 1336358 w 3006089"/>
                <a:gd name="connsiteY9310" fmla="*/ 513398 h 2297429"/>
                <a:gd name="connsiteX9311" fmla="*/ 1333976 w 3006089"/>
                <a:gd name="connsiteY9311" fmla="*/ 514350 h 2297429"/>
                <a:gd name="connsiteX9312" fmla="*/ 1330166 w 3006089"/>
                <a:gd name="connsiteY9312" fmla="*/ 517208 h 2297429"/>
                <a:gd name="connsiteX9313" fmla="*/ 1325404 w 3006089"/>
                <a:gd name="connsiteY9313" fmla="*/ 521970 h 2297429"/>
                <a:gd name="connsiteX9314" fmla="*/ 1324451 w 3006089"/>
                <a:gd name="connsiteY9314" fmla="*/ 525304 h 2297429"/>
                <a:gd name="connsiteX9315" fmla="*/ 1329690 w 3006089"/>
                <a:gd name="connsiteY9315" fmla="*/ 528161 h 2297429"/>
                <a:gd name="connsiteX9316" fmla="*/ 1332548 w 3006089"/>
                <a:gd name="connsiteY9316" fmla="*/ 528638 h 2297429"/>
                <a:gd name="connsiteX9317" fmla="*/ 1344454 w 3006089"/>
                <a:gd name="connsiteY9317" fmla="*/ 528638 h 2297429"/>
                <a:gd name="connsiteX9318" fmla="*/ 1345406 w 3006089"/>
                <a:gd name="connsiteY9318" fmla="*/ 530066 h 2297429"/>
                <a:gd name="connsiteX9319" fmla="*/ 1337310 w 3006089"/>
                <a:gd name="connsiteY9319" fmla="*/ 534829 h 2297429"/>
                <a:gd name="connsiteX9320" fmla="*/ 1334452 w 3006089"/>
                <a:gd name="connsiteY9320" fmla="*/ 538163 h 2297429"/>
                <a:gd name="connsiteX9321" fmla="*/ 1333976 w 3006089"/>
                <a:gd name="connsiteY9321" fmla="*/ 539591 h 2297429"/>
                <a:gd name="connsiteX9322" fmla="*/ 1335405 w 3006089"/>
                <a:gd name="connsiteY9322" fmla="*/ 542449 h 2297429"/>
                <a:gd name="connsiteX9323" fmla="*/ 1339215 w 3006089"/>
                <a:gd name="connsiteY9323" fmla="*/ 544830 h 2297429"/>
                <a:gd name="connsiteX9324" fmla="*/ 1348740 w 3006089"/>
                <a:gd name="connsiteY9324" fmla="*/ 545783 h 2297429"/>
                <a:gd name="connsiteX9325" fmla="*/ 1346359 w 3006089"/>
                <a:gd name="connsiteY9325" fmla="*/ 549116 h 2297429"/>
                <a:gd name="connsiteX9326" fmla="*/ 1346359 w 3006089"/>
                <a:gd name="connsiteY9326" fmla="*/ 551021 h 2297429"/>
                <a:gd name="connsiteX9327" fmla="*/ 1347788 w 3006089"/>
                <a:gd name="connsiteY9327" fmla="*/ 553403 h 2297429"/>
                <a:gd name="connsiteX9328" fmla="*/ 1349693 w 3006089"/>
                <a:gd name="connsiteY9328" fmla="*/ 555784 h 2297429"/>
                <a:gd name="connsiteX9329" fmla="*/ 1353979 w 3006089"/>
                <a:gd name="connsiteY9329" fmla="*/ 559594 h 2297429"/>
                <a:gd name="connsiteX9330" fmla="*/ 1354931 w 3006089"/>
                <a:gd name="connsiteY9330" fmla="*/ 560070 h 2297429"/>
                <a:gd name="connsiteX9331" fmla="*/ 1363504 w 3006089"/>
                <a:gd name="connsiteY9331" fmla="*/ 558641 h 2297429"/>
                <a:gd name="connsiteX9332" fmla="*/ 1364933 w 3006089"/>
                <a:gd name="connsiteY9332" fmla="*/ 559118 h 2297429"/>
                <a:gd name="connsiteX9333" fmla="*/ 1360170 w 3006089"/>
                <a:gd name="connsiteY9333" fmla="*/ 561499 h 2297429"/>
                <a:gd name="connsiteX9334" fmla="*/ 1355408 w 3006089"/>
                <a:gd name="connsiteY9334" fmla="*/ 561975 h 2297429"/>
                <a:gd name="connsiteX9335" fmla="*/ 1350169 w 3006089"/>
                <a:gd name="connsiteY9335" fmla="*/ 560546 h 2297429"/>
                <a:gd name="connsiteX9336" fmla="*/ 1343977 w 3006089"/>
                <a:gd name="connsiteY9336" fmla="*/ 557213 h 2297429"/>
                <a:gd name="connsiteX9337" fmla="*/ 1332071 w 3006089"/>
                <a:gd name="connsiteY9337" fmla="*/ 553879 h 2297429"/>
                <a:gd name="connsiteX9338" fmla="*/ 1325404 w 3006089"/>
                <a:gd name="connsiteY9338" fmla="*/ 554355 h 2297429"/>
                <a:gd name="connsiteX9339" fmla="*/ 1321118 w 3006089"/>
                <a:gd name="connsiteY9339" fmla="*/ 558641 h 2297429"/>
                <a:gd name="connsiteX9340" fmla="*/ 1321594 w 3006089"/>
                <a:gd name="connsiteY9340" fmla="*/ 561023 h 2297429"/>
                <a:gd name="connsiteX9341" fmla="*/ 1316355 w 3006089"/>
                <a:gd name="connsiteY9341" fmla="*/ 565309 h 2297429"/>
                <a:gd name="connsiteX9342" fmla="*/ 1305401 w 3006089"/>
                <a:gd name="connsiteY9342" fmla="*/ 570548 h 2297429"/>
                <a:gd name="connsiteX9343" fmla="*/ 1303020 w 3006089"/>
                <a:gd name="connsiteY9343" fmla="*/ 573405 h 2297429"/>
                <a:gd name="connsiteX9344" fmla="*/ 1306354 w 3006089"/>
                <a:gd name="connsiteY9344" fmla="*/ 577215 h 2297429"/>
                <a:gd name="connsiteX9345" fmla="*/ 1310164 w 3006089"/>
                <a:gd name="connsiteY9345" fmla="*/ 579120 h 2297429"/>
                <a:gd name="connsiteX9346" fmla="*/ 1311593 w 3006089"/>
                <a:gd name="connsiteY9346" fmla="*/ 579120 h 2297429"/>
                <a:gd name="connsiteX9347" fmla="*/ 1348264 w 3006089"/>
                <a:gd name="connsiteY9347" fmla="*/ 572453 h 2297429"/>
                <a:gd name="connsiteX9348" fmla="*/ 1356836 w 3006089"/>
                <a:gd name="connsiteY9348" fmla="*/ 573881 h 2297429"/>
                <a:gd name="connsiteX9349" fmla="*/ 1367314 w 3006089"/>
                <a:gd name="connsiteY9349" fmla="*/ 571976 h 2297429"/>
                <a:gd name="connsiteX9350" fmla="*/ 1400651 w 3006089"/>
                <a:gd name="connsiteY9350" fmla="*/ 567690 h 2297429"/>
                <a:gd name="connsiteX9351" fmla="*/ 1424940 w 3006089"/>
                <a:gd name="connsiteY9351" fmla="*/ 566738 h 2297429"/>
                <a:gd name="connsiteX9352" fmla="*/ 1424464 w 3006089"/>
                <a:gd name="connsiteY9352" fmla="*/ 568643 h 2297429"/>
                <a:gd name="connsiteX9353" fmla="*/ 1411605 w 3006089"/>
                <a:gd name="connsiteY9353" fmla="*/ 569595 h 2297429"/>
                <a:gd name="connsiteX9354" fmla="*/ 1405890 w 3006089"/>
                <a:gd name="connsiteY9354" fmla="*/ 571024 h 2297429"/>
                <a:gd name="connsiteX9355" fmla="*/ 1405414 w 3006089"/>
                <a:gd name="connsiteY9355" fmla="*/ 572453 h 2297429"/>
                <a:gd name="connsiteX9356" fmla="*/ 1398746 w 3006089"/>
                <a:gd name="connsiteY9356" fmla="*/ 575310 h 2297429"/>
                <a:gd name="connsiteX9357" fmla="*/ 1388269 w 3006089"/>
                <a:gd name="connsiteY9357" fmla="*/ 582930 h 2297429"/>
                <a:gd name="connsiteX9358" fmla="*/ 1373505 w 3006089"/>
                <a:gd name="connsiteY9358" fmla="*/ 586740 h 2297429"/>
                <a:gd name="connsiteX9359" fmla="*/ 1373981 w 3006089"/>
                <a:gd name="connsiteY9359" fmla="*/ 587693 h 2297429"/>
                <a:gd name="connsiteX9360" fmla="*/ 1373029 w 3006089"/>
                <a:gd name="connsiteY9360" fmla="*/ 591026 h 2297429"/>
                <a:gd name="connsiteX9361" fmla="*/ 1376839 w 3006089"/>
                <a:gd name="connsiteY9361" fmla="*/ 592931 h 2297429"/>
                <a:gd name="connsiteX9362" fmla="*/ 1385411 w 3006089"/>
                <a:gd name="connsiteY9362" fmla="*/ 595313 h 2297429"/>
                <a:gd name="connsiteX9363" fmla="*/ 1393031 w 3006089"/>
                <a:gd name="connsiteY9363" fmla="*/ 598170 h 2297429"/>
                <a:gd name="connsiteX9364" fmla="*/ 1393031 w 3006089"/>
                <a:gd name="connsiteY9364" fmla="*/ 598646 h 2297429"/>
                <a:gd name="connsiteX9365" fmla="*/ 1382554 w 3006089"/>
                <a:gd name="connsiteY9365" fmla="*/ 599599 h 2297429"/>
                <a:gd name="connsiteX9366" fmla="*/ 1381601 w 3006089"/>
                <a:gd name="connsiteY9366" fmla="*/ 601504 h 2297429"/>
                <a:gd name="connsiteX9367" fmla="*/ 1385888 w 3006089"/>
                <a:gd name="connsiteY9367" fmla="*/ 609600 h 2297429"/>
                <a:gd name="connsiteX9368" fmla="*/ 1388269 w 3006089"/>
                <a:gd name="connsiteY9368" fmla="*/ 612458 h 2297429"/>
                <a:gd name="connsiteX9369" fmla="*/ 1390174 w 3006089"/>
                <a:gd name="connsiteY9369" fmla="*/ 613886 h 2297429"/>
                <a:gd name="connsiteX9370" fmla="*/ 1400175 w 3006089"/>
                <a:gd name="connsiteY9370" fmla="*/ 614363 h 2297429"/>
                <a:gd name="connsiteX9371" fmla="*/ 1411129 w 3006089"/>
                <a:gd name="connsiteY9371" fmla="*/ 615791 h 2297429"/>
                <a:gd name="connsiteX9372" fmla="*/ 1418273 w 3006089"/>
                <a:gd name="connsiteY9372" fmla="*/ 611505 h 2297429"/>
                <a:gd name="connsiteX9373" fmla="*/ 1421606 w 3006089"/>
                <a:gd name="connsiteY9373" fmla="*/ 611029 h 2297429"/>
                <a:gd name="connsiteX9374" fmla="*/ 1424464 w 3006089"/>
                <a:gd name="connsiteY9374" fmla="*/ 612458 h 2297429"/>
                <a:gd name="connsiteX9375" fmla="*/ 1427321 w 3006089"/>
                <a:gd name="connsiteY9375" fmla="*/ 612934 h 2297429"/>
                <a:gd name="connsiteX9376" fmla="*/ 1432084 w 3006089"/>
                <a:gd name="connsiteY9376" fmla="*/ 612458 h 2297429"/>
                <a:gd name="connsiteX9377" fmla="*/ 1438275 w 3006089"/>
                <a:gd name="connsiteY9377" fmla="*/ 612458 h 2297429"/>
                <a:gd name="connsiteX9378" fmla="*/ 1442561 w 3006089"/>
                <a:gd name="connsiteY9378" fmla="*/ 613410 h 2297429"/>
                <a:gd name="connsiteX9379" fmla="*/ 1447324 w 3006089"/>
                <a:gd name="connsiteY9379" fmla="*/ 612934 h 2297429"/>
                <a:gd name="connsiteX9380" fmla="*/ 1456849 w 3006089"/>
                <a:gd name="connsiteY9380" fmla="*/ 611505 h 2297429"/>
                <a:gd name="connsiteX9381" fmla="*/ 1462564 w 3006089"/>
                <a:gd name="connsiteY9381" fmla="*/ 611505 h 2297429"/>
                <a:gd name="connsiteX9382" fmla="*/ 1466850 w 3006089"/>
                <a:gd name="connsiteY9382" fmla="*/ 610553 h 2297429"/>
                <a:gd name="connsiteX9383" fmla="*/ 1468279 w 3006089"/>
                <a:gd name="connsiteY9383" fmla="*/ 609600 h 2297429"/>
                <a:gd name="connsiteX9384" fmla="*/ 1466850 w 3006089"/>
                <a:gd name="connsiteY9384" fmla="*/ 606266 h 2297429"/>
                <a:gd name="connsiteX9385" fmla="*/ 1463993 w 3006089"/>
                <a:gd name="connsiteY9385" fmla="*/ 603409 h 2297429"/>
                <a:gd name="connsiteX9386" fmla="*/ 1463516 w 3006089"/>
                <a:gd name="connsiteY9386" fmla="*/ 601980 h 2297429"/>
                <a:gd name="connsiteX9387" fmla="*/ 1464469 w 3006089"/>
                <a:gd name="connsiteY9387" fmla="*/ 600551 h 2297429"/>
                <a:gd name="connsiteX9388" fmla="*/ 1465421 w 3006089"/>
                <a:gd name="connsiteY9388" fmla="*/ 600551 h 2297429"/>
                <a:gd name="connsiteX9389" fmla="*/ 1467802 w 3006089"/>
                <a:gd name="connsiteY9389" fmla="*/ 603885 h 2297429"/>
                <a:gd name="connsiteX9390" fmla="*/ 1472089 w 3006089"/>
                <a:gd name="connsiteY9390" fmla="*/ 605790 h 2297429"/>
                <a:gd name="connsiteX9391" fmla="*/ 1473518 w 3006089"/>
                <a:gd name="connsiteY9391" fmla="*/ 606266 h 2297429"/>
                <a:gd name="connsiteX9392" fmla="*/ 1477804 w 3006089"/>
                <a:gd name="connsiteY9392" fmla="*/ 605314 h 2297429"/>
                <a:gd name="connsiteX9393" fmla="*/ 1478280 w 3006089"/>
                <a:gd name="connsiteY9393" fmla="*/ 603885 h 2297429"/>
                <a:gd name="connsiteX9394" fmla="*/ 1476851 w 3006089"/>
                <a:gd name="connsiteY9394" fmla="*/ 601028 h 2297429"/>
                <a:gd name="connsiteX9395" fmla="*/ 1471613 w 3006089"/>
                <a:gd name="connsiteY9395" fmla="*/ 596265 h 2297429"/>
                <a:gd name="connsiteX9396" fmla="*/ 1470660 w 3006089"/>
                <a:gd name="connsiteY9396" fmla="*/ 585788 h 2297429"/>
                <a:gd name="connsiteX9397" fmla="*/ 1478280 w 3006089"/>
                <a:gd name="connsiteY9397" fmla="*/ 579596 h 2297429"/>
                <a:gd name="connsiteX9398" fmla="*/ 1484471 w 3006089"/>
                <a:gd name="connsiteY9398" fmla="*/ 582930 h 2297429"/>
                <a:gd name="connsiteX9399" fmla="*/ 1487805 w 3006089"/>
                <a:gd name="connsiteY9399" fmla="*/ 585788 h 2297429"/>
                <a:gd name="connsiteX9400" fmla="*/ 1488758 w 3006089"/>
                <a:gd name="connsiteY9400" fmla="*/ 585788 h 2297429"/>
                <a:gd name="connsiteX9401" fmla="*/ 1486376 w 3006089"/>
                <a:gd name="connsiteY9401" fmla="*/ 576739 h 2297429"/>
                <a:gd name="connsiteX9402" fmla="*/ 1486376 w 3006089"/>
                <a:gd name="connsiteY9402" fmla="*/ 568643 h 2297429"/>
                <a:gd name="connsiteX9403" fmla="*/ 1485424 w 3006089"/>
                <a:gd name="connsiteY9403" fmla="*/ 567690 h 2297429"/>
                <a:gd name="connsiteX9404" fmla="*/ 1471136 w 3006089"/>
                <a:gd name="connsiteY9404" fmla="*/ 563880 h 2297429"/>
                <a:gd name="connsiteX9405" fmla="*/ 1470184 w 3006089"/>
                <a:gd name="connsiteY9405" fmla="*/ 562451 h 2297429"/>
                <a:gd name="connsiteX9406" fmla="*/ 1476851 w 3006089"/>
                <a:gd name="connsiteY9406" fmla="*/ 559594 h 2297429"/>
                <a:gd name="connsiteX9407" fmla="*/ 1480185 w 3006089"/>
                <a:gd name="connsiteY9407" fmla="*/ 556260 h 2297429"/>
                <a:gd name="connsiteX9408" fmla="*/ 1480185 w 3006089"/>
                <a:gd name="connsiteY9408" fmla="*/ 554355 h 2297429"/>
                <a:gd name="connsiteX9409" fmla="*/ 1478280 w 3006089"/>
                <a:gd name="connsiteY9409" fmla="*/ 550069 h 2297429"/>
                <a:gd name="connsiteX9410" fmla="*/ 1478280 w 3006089"/>
                <a:gd name="connsiteY9410" fmla="*/ 547211 h 2297429"/>
                <a:gd name="connsiteX9411" fmla="*/ 1479709 w 3006089"/>
                <a:gd name="connsiteY9411" fmla="*/ 541973 h 2297429"/>
                <a:gd name="connsiteX9412" fmla="*/ 1482566 w 3006089"/>
                <a:gd name="connsiteY9412" fmla="*/ 538163 h 2297429"/>
                <a:gd name="connsiteX9413" fmla="*/ 1482566 w 3006089"/>
                <a:gd name="connsiteY9413" fmla="*/ 536258 h 2297429"/>
                <a:gd name="connsiteX9414" fmla="*/ 1482566 w 3006089"/>
                <a:gd name="connsiteY9414" fmla="*/ 533400 h 2297429"/>
                <a:gd name="connsiteX9415" fmla="*/ 1481138 w 3006089"/>
                <a:gd name="connsiteY9415" fmla="*/ 530543 h 2297429"/>
                <a:gd name="connsiteX9416" fmla="*/ 1476375 w 3006089"/>
                <a:gd name="connsiteY9416" fmla="*/ 524828 h 2297429"/>
                <a:gd name="connsiteX9417" fmla="*/ 1475423 w 3006089"/>
                <a:gd name="connsiteY9417" fmla="*/ 522446 h 2297429"/>
                <a:gd name="connsiteX9418" fmla="*/ 1475423 w 3006089"/>
                <a:gd name="connsiteY9418" fmla="*/ 520541 h 2297429"/>
                <a:gd name="connsiteX9419" fmla="*/ 1476851 w 3006089"/>
                <a:gd name="connsiteY9419" fmla="*/ 518636 h 2297429"/>
                <a:gd name="connsiteX9420" fmla="*/ 1477327 w 3006089"/>
                <a:gd name="connsiteY9420" fmla="*/ 516255 h 2297429"/>
                <a:gd name="connsiteX9421" fmla="*/ 1476851 w 3006089"/>
                <a:gd name="connsiteY9421" fmla="*/ 512921 h 2297429"/>
                <a:gd name="connsiteX9422" fmla="*/ 1475899 w 3006089"/>
                <a:gd name="connsiteY9422" fmla="*/ 511016 h 2297429"/>
                <a:gd name="connsiteX9423" fmla="*/ 1473041 w 3006089"/>
                <a:gd name="connsiteY9423" fmla="*/ 509588 h 2297429"/>
                <a:gd name="connsiteX9424" fmla="*/ 1467802 w 3006089"/>
                <a:gd name="connsiteY9424" fmla="*/ 508635 h 2297429"/>
                <a:gd name="connsiteX9425" fmla="*/ 1458754 w 3006089"/>
                <a:gd name="connsiteY9425" fmla="*/ 505778 h 2297429"/>
                <a:gd name="connsiteX9426" fmla="*/ 1456849 w 3006089"/>
                <a:gd name="connsiteY9426" fmla="*/ 504349 h 2297429"/>
                <a:gd name="connsiteX9427" fmla="*/ 1448752 w 3006089"/>
                <a:gd name="connsiteY9427" fmla="*/ 499586 h 2297429"/>
                <a:gd name="connsiteX9428" fmla="*/ 1442561 w 3006089"/>
                <a:gd name="connsiteY9428" fmla="*/ 497681 h 2297429"/>
                <a:gd name="connsiteX9429" fmla="*/ 1434941 w 3006089"/>
                <a:gd name="connsiteY9429" fmla="*/ 501491 h 2297429"/>
                <a:gd name="connsiteX9430" fmla="*/ 1428750 w 3006089"/>
                <a:gd name="connsiteY9430" fmla="*/ 502920 h 2297429"/>
                <a:gd name="connsiteX9431" fmla="*/ 1460183 w 3006089"/>
                <a:gd name="connsiteY9431" fmla="*/ 360045 h 2297429"/>
                <a:gd name="connsiteX9432" fmla="*/ 1461611 w 3006089"/>
                <a:gd name="connsiteY9432" fmla="*/ 361950 h 2297429"/>
                <a:gd name="connsiteX9433" fmla="*/ 1453039 w 3006089"/>
                <a:gd name="connsiteY9433" fmla="*/ 364808 h 2297429"/>
                <a:gd name="connsiteX9434" fmla="*/ 1452563 w 3006089"/>
                <a:gd name="connsiteY9434" fmla="*/ 366236 h 2297429"/>
                <a:gd name="connsiteX9435" fmla="*/ 1452563 w 3006089"/>
                <a:gd name="connsiteY9435" fmla="*/ 367665 h 2297429"/>
                <a:gd name="connsiteX9436" fmla="*/ 1453991 w 3006089"/>
                <a:gd name="connsiteY9436" fmla="*/ 370523 h 2297429"/>
                <a:gd name="connsiteX9437" fmla="*/ 1454468 w 3006089"/>
                <a:gd name="connsiteY9437" fmla="*/ 370999 h 2297429"/>
                <a:gd name="connsiteX9438" fmla="*/ 1459230 w 3006089"/>
                <a:gd name="connsiteY9438" fmla="*/ 372904 h 2297429"/>
                <a:gd name="connsiteX9439" fmla="*/ 1460659 w 3006089"/>
                <a:gd name="connsiteY9439" fmla="*/ 374333 h 2297429"/>
                <a:gd name="connsiteX9440" fmla="*/ 1461135 w 3006089"/>
                <a:gd name="connsiteY9440" fmla="*/ 378619 h 2297429"/>
                <a:gd name="connsiteX9441" fmla="*/ 1468279 w 3006089"/>
                <a:gd name="connsiteY9441" fmla="*/ 383381 h 2297429"/>
                <a:gd name="connsiteX9442" fmla="*/ 1469231 w 3006089"/>
                <a:gd name="connsiteY9442" fmla="*/ 385763 h 2297429"/>
                <a:gd name="connsiteX9443" fmla="*/ 1485900 w 3006089"/>
                <a:gd name="connsiteY9443" fmla="*/ 387668 h 2297429"/>
                <a:gd name="connsiteX9444" fmla="*/ 1495901 w 3006089"/>
                <a:gd name="connsiteY9444" fmla="*/ 391001 h 2297429"/>
                <a:gd name="connsiteX9445" fmla="*/ 1498759 w 3006089"/>
                <a:gd name="connsiteY9445" fmla="*/ 391478 h 2297429"/>
                <a:gd name="connsiteX9446" fmla="*/ 1498283 w 3006089"/>
                <a:gd name="connsiteY9446" fmla="*/ 392430 h 2297429"/>
                <a:gd name="connsiteX9447" fmla="*/ 1495425 w 3006089"/>
                <a:gd name="connsiteY9447" fmla="*/ 393859 h 2297429"/>
                <a:gd name="connsiteX9448" fmla="*/ 1489234 w 3006089"/>
                <a:gd name="connsiteY9448" fmla="*/ 394811 h 2297429"/>
                <a:gd name="connsiteX9449" fmla="*/ 1474470 w 3006089"/>
                <a:gd name="connsiteY9449" fmla="*/ 395764 h 2297429"/>
                <a:gd name="connsiteX9450" fmla="*/ 1474946 w 3006089"/>
                <a:gd name="connsiteY9450" fmla="*/ 397193 h 2297429"/>
                <a:gd name="connsiteX9451" fmla="*/ 1475899 w 3006089"/>
                <a:gd name="connsiteY9451" fmla="*/ 398621 h 2297429"/>
                <a:gd name="connsiteX9452" fmla="*/ 1482566 w 3006089"/>
                <a:gd name="connsiteY9452" fmla="*/ 403384 h 2297429"/>
                <a:gd name="connsiteX9453" fmla="*/ 1493996 w 3006089"/>
                <a:gd name="connsiteY9453" fmla="*/ 406718 h 2297429"/>
                <a:gd name="connsiteX9454" fmla="*/ 1496377 w 3006089"/>
                <a:gd name="connsiteY9454" fmla="*/ 408623 h 2297429"/>
                <a:gd name="connsiteX9455" fmla="*/ 1495425 w 3006089"/>
                <a:gd name="connsiteY9455" fmla="*/ 410528 h 2297429"/>
                <a:gd name="connsiteX9456" fmla="*/ 1494949 w 3006089"/>
                <a:gd name="connsiteY9456" fmla="*/ 411956 h 2297429"/>
                <a:gd name="connsiteX9457" fmla="*/ 1495901 w 3006089"/>
                <a:gd name="connsiteY9457" fmla="*/ 414338 h 2297429"/>
                <a:gd name="connsiteX9458" fmla="*/ 1497806 w 3006089"/>
                <a:gd name="connsiteY9458" fmla="*/ 415766 h 2297429"/>
                <a:gd name="connsiteX9459" fmla="*/ 1503045 w 3006089"/>
                <a:gd name="connsiteY9459" fmla="*/ 415290 h 2297429"/>
                <a:gd name="connsiteX9460" fmla="*/ 1510665 w 3006089"/>
                <a:gd name="connsiteY9460" fmla="*/ 412433 h 2297429"/>
                <a:gd name="connsiteX9461" fmla="*/ 1514951 w 3006089"/>
                <a:gd name="connsiteY9461" fmla="*/ 410528 h 2297429"/>
                <a:gd name="connsiteX9462" fmla="*/ 1530668 w 3006089"/>
                <a:gd name="connsiteY9462" fmla="*/ 409575 h 2297429"/>
                <a:gd name="connsiteX9463" fmla="*/ 1542098 w 3006089"/>
                <a:gd name="connsiteY9463" fmla="*/ 406718 h 2297429"/>
                <a:gd name="connsiteX9464" fmla="*/ 1549718 w 3006089"/>
                <a:gd name="connsiteY9464" fmla="*/ 403860 h 2297429"/>
                <a:gd name="connsiteX9465" fmla="*/ 1552575 w 3006089"/>
                <a:gd name="connsiteY9465" fmla="*/ 403384 h 2297429"/>
                <a:gd name="connsiteX9466" fmla="*/ 1558290 w 3006089"/>
                <a:gd name="connsiteY9466" fmla="*/ 403384 h 2297429"/>
                <a:gd name="connsiteX9467" fmla="*/ 1562100 w 3006089"/>
                <a:gd name="connsiteY9467" fmla="*/ 401479 h 2297429"/>
                <a:gd name="connsiteX9468" fmla="*/ 1567339 w 3006089"/>
                <a:gd name="connsiteY9468" fmla="*/ 395288 h 2297429"/>
                <a:gd name="connsiteX9469" fmla="*/ 1567339 w 3006089"/>
                <a:gd name="connsiteY9469" fmla="*/ 392906 h 2297429"/>
                <a:gd name="connsiteX9470" fmla="*/ 1565434 w 3006089"/>
                <a:gd name="connsiteY9470" fmla="*/ 390525 h 2297429"/>
                <a:gd name="connsiteX9471" fmla="*/ 1561624 w 3006089"/>
                <a:gd name="connsiteY9471" fmla="*/ 387668 h 2297429"/>
                <a:gd name="connsiteX9472" fmla="*/ 1554004 w 3006089"/>
                <a:gd name="connsiteY9472" fmla="*/ 384334 h 2297429"/>
                <a:gd name="connsiteX9473" fmla="*/ 1555909 w 3006089"/>
                <a:gd name="connsiteY9473" fmla="*/ 381476 h 2297429"/>
                <a:gd name="connsiteX9474" fmla="*/ 1564481 w 3006089"/>
                <a:gd name="connsiteY9474" fmla="*/ 377666 h 2297429"/>
                <a:gd name="connsiteX9475" fmla="*/ 1568768 w 3006089"/>
                <a:gd name="connsiteY9475" fmla="*/ 375285 h 2297429"/>
                <a:gd name="connsiteX9476" fmla="*/ 1568768 w 3006089"/>
                <a:gd name="connsiteY9476" fmla="*/ 374333 h 2297429"/>
                <a:gd name="connsiteX9477" fmla="*/ 1567815 w 3006089"/>
                <a:gd name="connsiteY9477" fmla="*/ 371951 h 2297429"/>
                <a:gd name="connsiteX9478" fmla="*/ 1564005 w 3006089"/>
                <a:gd name="connsiteY9478" fmla="*/ 369094 h 2297429"/>
                <a:gd name="connsiteX9479" fmla="*/ 1551146 w 3006089"/>
                <a:gd name="connsiteY9479" fmla="*/ 364331 h 2297429"/>
                <a:gd name="connsiteX9480" fmla="*/ 1545908 w 3006089"/>
                <a:gd name="connsiteY9480" fmla="*/ 362903 h 2297429"/>
                <a:gd name="connsiteX9481" fmla="*/ 1532096 w 3006089"/>
                <a:gd name="connsiteY9481" fmla="*/ 363855 h 2297429"/>
                <a:gd name="connsiteX9482" fmla="*/ 1524000 w 3006089"/>
                <a:gd name="connsiteY9482" fmla="*/ 361950 h 2297429"/>
                <a:gd name="connsiteX9483" fmla="*/ 1522095 w 3006089"/>
                <a:gd name="connsiteY9483" fmla="*/ 360521 h 2297429"/>
                <a:gd name="connsiteX9484" fmla="*/ 1522571 w 3006089"/>
                <a:gd name="connsiteY9484" fmla="*/ 359093 h 2297429"/>
                <a:gd name="connsiteX9485" fmla="*/ 1521619 w 3006089"/>
                <a:gd name="connsiteY9485" fmla="*/ 357664 h 2297429"/>
                <a:gd name="connsiteX9486" fmla="*/ 1514475 w 3006089"/>
                <a:gd name="connsiteY9486" fmla="*/ 352425 h 2297429"/>
                <a:gd name="connsiteX9487" fmla="*/ 1510665 w 3006089"/>
                <a:gd name="connsiteY9487" fmla="*/ 350996 h 2297429"/>
                <a:gd name="connsiteX9488" fmla="*/ 1498759 w 3006089"/>
                <a:gd name="connsiteY9488" fmla="*/ 348615 h 2297429"/>
                <a:gd name="connsiteX9489" fmla="*/ 1490663 w 3006089"/>
                <a:gd name="connsiteY9489" fmla="*/ 345758 h 2297429"/>
                <a:gd name="connsiteX9490" fmla="*/ 1483519 w 3006089"/>
                <a:gd name="connsiteY9490" fmla="*/ 343853 h 2297429"/>
                <a:gd name="connsiteX9491" fmla="*/ 1476375 w 3006089"/>
                <a:gd name="connsiteY9491" fmla="*/ 342900 h 2297429"/>
                <a:gd name="connsiteX9492" fmla="*/ 1461135 w 3006089"/>
                <a:gd name="connsiteY9492" fmla="*/ 342424 h 2297429"/>
                <a:gd name="connsiteX9493" fmla="*/ 1455420 w 3006089"/>
                <a:gd name="connsiteY9493" fmla="*/ 342424 h 2297429"/>
                <a:gd name="connsiteX9494" fmla="*/ 1451134 w 3006089"/>
                <a:gd name="connsiteY9494" fmla="*/ 344805 h 2297429"/>
                <a:gd name="connsiteX9495" fmla="*/ 1450658 w 3006089"/>
                <a:gd name="connsiteY9495" fmla="*/ 346234 h 2297429"/>
                <a:gd name="connsiteX9496" fmla="*/ 1452563 w 3006089"/>
                <a:gd name="connsiteY9496" fmla="*/ 350520 h 2297429"/>
                <a:gd name="connsiteX9497" fmla="*/ 1460183 w 3006089"/>
                <a:gd name="connsiteY9497" fmla="*/ 360045 h 2297429"/>
                <a:gd name="connsiteX9498" fmla="*/ 1577340 w 3006089"/>
                <a:gd name="connsiteY9498" fmla="*/ 249079 h 2297429"/>
                <a:gd name="connsiteX9499" fmla="*/ 1552099 w 3006089"/>
                <a:gd name="connsiteY9499" fmla="*/ 248603 h 2297429"/>
                <a:gd name="connsiteX9500" fmla="*/ 1538764 w 3006089"/>
                <a:gd name="connsiteY9500" fmla="*/ 247650 h 2297429"/>
                <a:gd name="connsiteX9501" fmla="*/ 1504950 w 3006089"/>
                <a:gd name="connsiteY9501" fmla="*/ 242411 h 2297429"/>
                <a:gd name="connsiteX9502" fmla="*/ 1509713 w 3006089"/>
                <a:gd name="connsiteY9502" fmla="*/ 250984 h 2297429"/>
                <a:gd name="connsiteX9503" fmla="*/ 1510665 w 3006089"/>
                <a:gd name="connsiteY9503" fmla="*/ 254794 h 2297429"/>
                <a:gd name="connsiteX9504" fmla="*/ 1511141 w 3006089"/>
                <a:gd name="connsiteY9504" fmla="*/ 259556 h 2297429"/>
                <a:gd name="connsiteX9505" fmla="*/ 1515427 w 3006089"/>
                <a:gd name="connsiteY9505" fmla="*/ 264795 h 2297429"/>
                <a:gd name="connsiteX9506" fmla="*/ 1531144 w 3006089"/>
                <a:gd name="connsiteY9506" fmla="*/ 275749 h 2297429"/>
                <a:gd name="connsiteX9507" fmla="*/ 1535906 w 3006089"/>
                <a:gd name="connsiteY9507" fmla="*/ 278130 h 2297429"/>
                <a:gd name="connsiteX9508" fmla="*/ 1539716 w 3006089"/>
                <a:gd name="connsiteY9508" fmla="*/ 279083 h 2297429"/>
                <a:gd name="connsiteX9509" fmla="*/ 1545908 w 3006089"/>
                <a:gd name="connsiteY9509" fmla="*/ 279559 h 2297429"/>
                <a:gd name="connsiteX9510" fmla="*/ 1554480 w 3006089"/>
                <a:gd name="connsiteY9510" fmla="*/ 279559 h 2297429"/>
                <a:gd name="connsiteX9511" fmla="*/ 1565434 w 3006089"/>
                <a:gd name="connsiteY9511" fmla="*/ 277654 h 2297429"/>
                <a:gd name="connsiteX9512" fmla="*/ 1578769 w 3006089"/>
                <a:gd name="connsiteY9512" fmla="*/ 273844 h 2297429"/>
                <a:gd name="connsiteX9513" fmla="*/ 1584960 w 3006089"/>
                <a:gd name="connsiteY9513" fmla="*/ 272891 h 2297429"/>
                <a:gd name="connsiteX9514" fmla="*/ 1582579 w 3006089"/>
                <a:gd name="connsiteY9514" fmla="*/ 276701 h 2297429"/>
                <a:gd name="connsiteX9515" fmla="*/ 1581150 w 3006089"/>
                <a:gd name="connsiteY9515" fmla="*/ 278130 h 2297429"/>
                <a:gd name="connsiteX9516" fmla="*/ 1554480 w 3006089"/>
                <a:gd name="connsiteY9516" fmla="*/ 285750 h 2297429"/>
                <a:gd name="connsiteX9517" fmla="*/ 1545431 w 3006089"/>
                <a:gd name="connsiteY9517" fmla="*/ 287179 h 2297429"/>
                <a:gd name="connsiteX9518" fmla="*/ 1542098 w 3006089"/>
                <a:gd name="connsiteY9518" fmla="*/ 289084 h 2297429"/>
                <a:gd name="connsiteX9519" fmla="*/ 1539716 w 3006089"/>
                <a:gd name="connsiteY9519" fmla="*/ 297180 h 2297429"/>
                <a:gd name="connsiteX9520" fmla="*/ 1542098 w 3006089"/>
                <a:gd name="connsiteY9520" fmla="*/ 299085 h 2297429"/>
                <a:gd name="connsiteX9521" fmla="*/ 1553527 w 3006089"/>
                <a:gd name="connsiteY9521" fmla="*/ 301943 h 2297429"/>
                <a:gd name="connsiteX9522" fmla="*/ 1560671 w 3006089"/>
                <a:gd name="connsiteY9522" fmla="*/ 306705 h 2297429"/>
                <a:gd name="connsiteX9523" fmla="*/ 1562576 w 3006089"/>
                <a:gd name="connsiteY9523" fmla="*/ 306229 h 2297429"/>
                <a:gd name="connsiteX9524" fmla="*/ 1569244 w 3006089"/>
                <a:gd name="connsiteY9524" fmla="*/ 302895 h 2297429"/>
                <a:gd name="connsiteX9525" fmla="*/ 1584484 w 3006089"/>
                <a:gd name="connsiteY9525" fmla="*/ 298609 h 2297429"/>
                <a:gd name="connsiteX9526" fmla="*/ 1588770 w 3006089"/>
                <a:gd name="connsiteY9526" fmla="*/ 297656 h 2297429"/>
                <a:gd name="connsiteX9527" fmla="*/ 1594485 w 3006089"/>
                <a:gd name="connsiteY9527" fmla="*/ 297656 h 2297429"/>
                <a:gd name="connsiteX9528" fmla="*/ 1599724 w 3006089"/>
                <a:gd name="connsiteY9528" fmla="*/ 298133 h 2297429"/>
                <a:gd name="connsiteX9529" fmla="*/ 1600200 w 3006089"/>
                <a:gd name="connsiteY9529" fmla="*/ 299085 h 2297429"/>
                <a:gd name="connsiteX9530" fmla="*/ 1596866 w 3006089"/>
                <a:gd name="connsiteY9530" fmla="*/ 301466 h 2297429"/>
                <a:gd name="connsiteX9531" fmla="*/ 1594485 w 3006089"/>
                <a:gd name="connsiteY9531" fmla="*/ 304800 h 2297429"/>
                <a:gd name="connsiteX9532" fmla="*/ 1594961 w 3006089"/>
                <a:gd name="connsiteY9532" fmla="*/ 305753 h 2297429"/>
                <a:gd name="connsiteX9533" fmla="*/ 1596866 w 3006089"/>
                <a:gd name="connsiteY9533" fmla="*/ 306229 h 2297429"/>
                <a:gd name="connsiteX9534" fmla="*/ 1600676 w 3006089"/>
                <a:gd name="connsiteY9534" fmla="*/ 306705 h 2297429"/>
                <a:gd name="connsiteX9535" fmla="*/ 1613535 w 3006089"/>
                <a:gd name="connsiteY9535" fmla="*/ 301943 h 2297429"/>
                <a:gd name="connsiteX9536" fmla="*/ 1619250 w 3006089"/>
                <a:gd name="connsiteY9536" fmla="*/ 300990 h 2297429"/>
                <a:gd name="connsiteX9537" fmla="*/ 1631156 w 3006089"/>
                <a:gd name="connsiteY9537" fmla="*/ 296228 h 2297429"/>
                <a:gd name="connsiteX9538" fmla="*/ 1638300 w 3006089"/>
                <a:gd name="connsiteY9538" fmla="*/ 294799 h 2297429"/>
                <a:gd name="connsiteX9539" fmla="*/ 1644491 w 3006089"/>
                <a:gd name="connsiteY9539" fmla="*/ 294799 h 2297429"/>
                <a:gd name="connsiteX9540" fmla="*/ 1649730 w 3006089"/>
                <a:gd name="connsiteY9540" fmla="*/ 295751 h 2297429"/>
                <a:gd name="connsiteX9541" fmla="*/ 1657826 w 3006089"/>
                <a:gd name="connsiteY9541" fmla="*/ 300990 h 2297429"/>
                <a:gd name="connsiteX9542" fmla="*/ 1676876 w 3006089"/>
                <a:gd name="connsiteY9542" fmla="*/ 301466 h 2297429"/>
                <a:gd name="connsiteX9543" fmla="*/ 1690211 w 3006089"/>
                <a:gd name="connsiteY9543" fmla="*/ 300990 h 2297429"/>
                <a:gd name="connsiteX9544" fmla="*/ 1688783 w 3006089"/>
                <a:gd name="connsiteY9544" fmla="*/ 301943 h 2297429"/>
                <a:gd name="connsiteX9545" fmla="*/ 1671161 w 3006089"/>
                <a:gd name="connsiteY9545" fmla="*/ 305276 h 2297429"/>
                <a:gd name="connsiteX9546" fmla="*/ 1647825 w 3006089"/>
                <a:gd name="connsiteY9546" fmla="*/ 308134 h 2297429"/>
                <a:gd name="connsiteX9547" fmla="*/ 1643062 w 3006089"/>
                <a:gd name="connsiteY9547" fmla="*/ 315278 h 2297429"/>
                <a:gd name="connsiteX9548" fmla="*/ 1637824 w 3006089"/>
                <a:gd name="connsiteY9548" fmla="*/ 317659 h 2297429"/>
                <a:gd name="connsiteX9549" fmla="*/ 1630204 w 3006089"/>
                <a:gd name="connsiteY9549" fmla="*/ 317659 h 2297429"/>
                <a:gd name="connsiteX9550" fmla="*/ 1622584 w 3006089"/>
                <a:gd name="connsiteY9550" fmla="*/ 319088 h 2297429"/>
                <a:gd name="connsiteX9551" fmla="*/ 1600200 w 3006089"/>
                <a:gd name="connsiteY9551" fmla="*/ 326708 h 2297429"/>
                <a:gd name="connsiteX9552" fmla="*/ 1593056 w 3006089"/>
                <a:gd name="connsiteY9552" fmla="*/ 330041 h 2297429"/>
                <a:gd name="connsiteX9553" fmla="*/ 1593056 w 3006089"/>
                <a:gd name="connsiteY9553" fmla="*/ 331470 h 2297429"/>
                <a:gd name="connsiteX9554" fmla="*/ 1593533 w 3006089"/>
                <a:gd name="connsiteY9554" fmla="*/ 332899 h 2297429"/>
                <a:gd name="connsiteX9555" fmla="*/ 1594961 w 3006089"/>
                <a:gd name="connsiteY9555" fmla="*/ 334328 h 2297429"/>
                <a:gd name="connsiteX9556" fmla="*/ 1602105 w 3006089"/>
                <a:gd name="connsiteY9556" fmla="*/ 338614 h 2297429"/>
                <a:gd name="connsiteX9557" fmla="*/ 1621155 w 3006089"/>
                <a:gd name="connsiteY9557" fmla="*/ 343376 h 2297429"/>
                <a:gd name="connsiteX9558" fmla="*/ 1627346 w 3006089"/>
                <a:gd name="connsiteY9558" fmla="*/ 345758 h 2297429"/>
                <a:gd name="connsiteX9559" fmla="*/ 1625918 w 3006089"/>
                <a:gd name="connsiteY9559" fmla="*/ 346234 h 2297429"/>
                <a:gd name="connsiteX9560" fmla="*/ 1614011 w 3006089"/>
                <a:gd name="connsiteY9560" fmla="*/ 345758 h 2297429"/>
                <a:gd name="connsiteX9561" fmla="*/ 1612106 w 3006089"/>
                <a:gd name="connsiteY9561" fmla="*/ 346710 h 2297429"/>
                <a:gd name="connsiteX9562" fmla="*/ 1611630 w 3006089"/>
                <a:gd name="connsiteY9562" fmla="*/ 348139 h 2297429"/>
                <a:gd name="connsiteX9563" fmla="*/ 1614487 w 3006089"/>
                <a:gd name="connsiteY9563" fmla="*/ 351473 h 2297429"/>
                <a:gd name="connsiteX9564" fmla="*/ 1620202 w 3006089"/>
                <a:gd name="connsiteY9564" fmla="*/ 356235 h 2297429"/>
                <a:gd name="connsiteX9565" fmla="*/ 1624489 w 3006089"/>
                <a:gd name="connsiteY9565" fmla="*/ 358616 h 2297429"/>
                <a:gd name="connsiteX9566" fmla="*/ 1629727 w 3006089"/>
                <a:gd name="connsiteY9566" fmla="*/ 359093 h 2297429"/>
                <a:gd name="connsiteX9567" fmla="*/ 1634490 w 3006089"/>
                <a:gd name="connsiteY9567" fmla="*/ 358140 h 2297429"/>
                <a:gd name="connsiteX9568" fmla="*/ 1643062 w 3006089"/>
                <a:gd name="connsiteY9568" fmla="*/ 358616 h 2297429"/>
                <a:gd name="connsiteX9569" fmla="*/ 1669733 w 3006089"/>
                <a:gd name="connsiteY9569" fmla="*/ 361950 h 2297429"/>
                <a:gd name="connsiteX9570" fmla="*/ 1672114 w 3006089"/>
                <a:gd name="connsiteY9570" fmla="*/ 363379 h 2297429"/>
                <a:gd name="connsiteX9571" fmla="*/ 1657350 w 3006089"/>
                <a:gd name="connsiteY9571" fmla="*/ 364808 h 2297429"/>
                <a:gd name="connsiteX9572" fmla="*/ 1642586 w 3006089"/>
                <a:gd name="connsiteY9572" fmla="*/ 367189 h 2297429"/>
                <a:gd name="connsiteX9573" fmla="*/ 1638300 w 3006089"/>
                <a:gd name="connsiteY9573" fmla="*/ 369094 h 2297429"/>
                <a:gd name="connsiteX9574" fmla="*/ 1639729 w 3006089"/>
                <a:gd name="connsiteY9574" fmla="*/ 371475 h 2297429"/>
                <a:gd name="connsiteX9575" fmla="*/ 1644015 w 3006089"/>
                <a:gd name="connsiteY9575" fmla="*/ 374333 h 2297429"/>
                <a:gd name="connsiteX9576" fmla="*/ 1654969 w 3006089"/>
                <a:gd name="connsiteY9576" fmla="*/ 380048 h 2297429"/>
                <a:gd name="connsiteX9577" fmla="*/ 1670209 w 3006089"/>
                <a:gd name="connsiteY9577" fmla="*/ 385763 h 2297429"/>
                <a:gd name="connsiteX9578" fmla="*/ 1686877 w 3006089"/>
                <a:gd name="connsiteY9578" fmla="*/ 389573 h 2297429"/>
                <a:gd name="connsiteX9579" fmla="*/ 1703546 w 3006089"/>
                <a:gd name="connsiteY9579" fmla="*/ 391954 h 2297429"/>
                <a:gd name="connsiteX9580" fmla="*/ 1714024 w 3006089"/>
                <a:gd name="connsiteY9580" fmla="*/ 392430 h 2297429"/>
                <a:gd name="connsiteX9581" fmla="*/ 1721644 w 3006089"/>
                <a:gd name="connsiteY9581" fmla="*/ 391478 h 2297429"/>
                <a:gd name="connsiteX9582" fmla="*/ 1723549 w 3006089"/>
                <a:gd name="connsiteY9582" fmla="*/ 390049 h 2297429"/>
                <a:gd name="connsiteX9583" fmla="*/ 1722596 w 3006089"/>
                <a:gd name="connsiteY9583" fmla="*/ 387668 h 2297429"/>
                <a:gd name="connsiteX9584" fmla="*/ 1721168 w 3006089"/>
                <a:gd name="connsiteY9584" fmla="*/ 385763 h 2297429"/>
                <a:gd name="connsiteX9585" fmla="*/ 1718786 w 3006089"/>
                <a:gd name="connsiteY9585" fmla="*/ 384334 h 2297429"/>
                <a:gd name="connsiteX9586" fmla="*/ 1712595 w 3006089"/>
                <a:gd name="connsiteY9586" fmla="*/ 381476 h 2297429"/>
                <a:gd name="connsiteX9587" fmla="*/ 1713548 w 3006089"/>
                <a:gd name="connsiteY9587" fmla="*/ 380524 h 2297429"/>
                <a:gd name="connsiteX9588" fmla="*/ 1719262 w 3006089"/>
                <a:gd name="connsiteY9588" fmla="*/ 380048 h 2297429"/>
                <a:gd name="connsiteX9589" fmla="*/ 1724977 w 3006089"/>
                <a:gd name="connsiteY9589" fmla="*/ 380048 h 2297429"/>
                <a:gd name="connsiteX9590" fmla="*/ 1730693 w 3006089"/>
                <a:gd name="connsiteY9590" fmla="*/ 381000 h 2297429"/>
                <a:gd name="connsiteX9591" fmla="*/ 1734502 w 3006089"/>
                <a:gd name="connsiteY9591" fmla="*/ 382429 h 2297429"/>
                <a:gd name="connsiteX9592" fmla="*/ 1736408 w 3006089"/>
                <a:gd name="connsiteY9592" fmla="*/ 384334 h 2297429"/>
                <a:gd name="connsiteX9593" fmla="*/ 1739741 w 3006089"/>
                <a:gd name="connsiteY9593" fmla="*/ 386239 h 2297429"/>
                <a:gd name="connsiteX9594" fmla="*/ 1747361 w 3006089"/>
                <a:gd name="connsiteY9594" fmla="*/ 389573 h 2297429"/>
                <a:gd name="connsiteX9595" fmla="*/ 1749743 w 3006089"/>
                <a:gd name="connsiteY9595" fmla="*/ 391001 h 2297429"/>
                <a:gd name="connsiteX9596" fmla="*/ 1751648 w 3006089"/>
                <a:gd name="connsiteY9596" fmla="*/ 391478 h 2297429"/>
                <a:gd name="connsiteX9597" fmla="*/ 1753076 w 3006089"/>
                <a:gd name="connsiteY9597" fmla="*/ 390525 h 2297429"/>
                <a:gd name="connsiteX9598" fmla="*/ 1752600 w 3006089"/>
                <a:gd name="connsiteY9598" fmla="*/ 388144 h 2297429"/>
                <a:gd name="connsiteX9599" fmla="*/ 1749266 w 3006089"/>
                <a:gd name="connsiteY9599" fmla="*/ 382429 h 2297429"/>
                <a:gd name="connsiteX9600" fmla="*/ 1744504 w 3006089"/>
                <a:gd name="connsiteY9600" fmla="*/ 375761 h 2297429"/>
                <a:gd name="connsiteX9601" fmla="*/ 1736408 w 3006089"/>
                <a:gd name="connsiteY9601" fmla="*/ 366236 h 2297429"/>
                <a:gd name="connsiteX9602" fmla="*/ 1734026 w 3006089"/>
                <a:gd name="connsiteY9602" fmla="*/ 362426 h 2297429"/>
                <a:gd name="connsiteX9603" fmla="*/ 1735455 w 3006089"/>
                <a:gd name="connsiteY9603" fmla="*/ 358140 h 2297429"/>
                <a:gd name="connsiteX9604" fmla="*/ 1736884 w 3006089"/>
                <a:gd name="connsiteY9604" fmla="*/ 358616 h 2297429"/>
                <a:gd name="connsiteX9605" fmla="*/ 1739265 w 3006089"/>
                <a:gd name="connsiteY9605" fmla="*/ 360521 h 2297429"/>
                <a:gd name="connsiteX9606" fmla="*/ 1748314 w 3006089"/>
                <a:gd name="connsiteY9606" fmla="*/ 370523 h 2297429"/>
                <a:gd name="connsiteX9607" fmla="*/ 1754505 w 3006089"/>
                <a:gd name="connsiteY9607" fmla="*/ 375761 h 2297429"/>
                <a:gd name="connsiteX9608" fmla="*/ 1767364 w 3006089"/>
                <a:gd name="connsiteY9608" fmla="*/ 387668 h 2297429"/>
                <a:gd name="connsiteX9609" fmla="*/ 1771650 w 3006089"/>
                <a:gd name="connsiteY9609" fmla="*/ 389573 h 2297429"/>
                <a:gd name="connsiteX9610" fmla="*/ 1776889 w 3006089"/>
                <a:gd name="connsiteY9610" fmla="*/ 389573 h 2297429"/>
                <a:gd name="connsiteX9611" fmla="*/ 1777841 w 3006089"/>
                <a:gd name="connsiteY9611" fmla="*/ 389096 h 2297429"/>
                <a:gd name="connsiteX9612" fmla="*/ 1779746 w 3006089"/>
                <a:gd name="connsiteY9612" fmla="*/ 385286 h 2297429"/>
                <a:gd name="connsiteX9613" fmla="*/ 1782604 w 3006089"/>
                <a:gd name="connsiteY9613" fmla="*/ 378619 h 2297429"/>
                <a:gd name="connsiteX9614" fmla="*/ 1784033 w 3006089"/>
                <a:gd name="connsiteY9614" fmla="*/ 374333 h 2297429"/>
                <a:gd name="connsiteX9615" fmla="*/ 1783556 w 3006089"/>
                <a:gd name="connsiteY9615" fmla="*/ 369094 h 2297429"/>
                <a:gd name="connsiteX9616" fmla="*/ 1780699 w 3006089"/>
                <a:gd name="connsiteY9616" fmla="*/ 362903 h 2297429"/>
                <a:gd name="connsiteX9617" fmla="*/ 1779746 w 3006089"/>
                <a:gd name="connsiteY9617" fmla="*/ 360045 h 2297429"/>
                <a:gd name="connsiteX9618" fmla="*/ 1780699 w 3006089"/>
                <a:gd name="connsiteY9618" fmla="*/ 359093 h 2297429"/>
                <a:gd name="connsiteX9619" fmla="*/ 1784985 w 3006089"/>
                <a:gd name="connsiteY9619" fmla="*/ 358616 h 2297429"/>
                <a:gd name="connsiteX9620" fmla="*/ 1794986 w 3006089"/>
                <a:gd name="connsiteY9620" fmla="*/ 366236 h 2297429"/>
                <a:gd name="connsiteX9621" fmla="*/ 1799749 w 3006089"/>
                <a:gd name="connsiteY9621" fmla="*/ 367665 h 2297429"/>
                <a:gd name="connsiteX9622" fmla="*/ 1803559 w 3006089"/>
                <a:gd name="connsiteY9622" fmla="*/ 366236 h 2297429"/>
                <a:gd name="connsiteX9623" fmla="*/ 1805464 w 3006089"/>
                <a:gd name="connsiteY9623" fmla="*/ 362903 h 2297429"/>
                <a:gd name="connsiteX9624" fmla="*/ 1805940 w 3006089"/>
                <a:gd name="connsiteY9624" fmla="*/ 360998 h 2297429"/>
                <a:gd name="connsiteX9625" fmla="*/ 1805464 w 3006089"/>
                <a:gd name="connsiteY9625" fmla="*/ 358616 h 2297429"/>
                <a:gd name="connsiteX9626" fmla="*/ 1804511 w 3006089"/>
                <a:gd name="connsiteY9626" fmla="*/ 357188 h 2297429"/>
                <a:gd name="connsiteX9627" fmla="*/ 1803559 w 3006089"/>
                <a:gd name="connsiteY9627" fmla="*/ 356235 h 2297429"/>
                <a:gd name="connsiteX9628" fmla="*/ 1796891 w 3006089"/>
                <a:gd name="connsiteY9628" fmla="*/ 354330 h 2297429"/>
                <a:gd name="connsiteX9629" fmla="*/ 1795939 w 3006089"/>
                <a:gd name="connsiteY9629" fmla="*/ 352901 h 2297429"/>
                <a:gd name="connsiteX9630" fmla="*/ 1798320 w 3006089"/>
                <a:gd name="connsiteY9630" fmla="*/ 350996 h 2297429"/>
                <a:gd name="connsiteX9631" fmla="*/ 1799273 w 3006089"/>
                <a:gd name="connsiteY9631" fmla="*/ 347186 h 2297429"/>
                <a:gd name="connsiteX9632" fmla="*/ 1798320 w 3006089"/>
                <a:gd name="connsiteY9632" fmla="*/ 338138 h 2297429"/>
                <a:gd name="connsiteX9633" fmla="*/ 1799273 w 3006089"/>
                <a:gd name="connsiteY9633" fmla="*/ 333375 h 2297429"/>
                <a:gd name="connsiteX9634" fmla="*/ 1801177 w 3006089"/>
                <a:gd name="connsiteY9634" fmla="*/ 330518 h 2297429"/>
                <a:gd name="connsiteX9635" fmla="*/ 1803559 w 3006089"/>
                <a:gd name="connsiteY9635" fmla="*/ 328613 h 2297429"/>
                <a:gd name="connsiteX9636" fmla="*/ 1809274 w 3006089"/>
                <a:gd name="connsiteY9636" fmla="*/ 325279 h 2297429"/>
                <a:gd name="connsiteX9637" fmla="*/ 1810702 w 3006089"/>
                <a:gd name="connsiteY9637" fmla="*/ 324803 h 2297429"/>
                <a:gd name="connsiteX9638" fmla="*/ 1811179 w 3006089"/>
                <a:gd name="connsiteY9638" fmla="*/ 325279 h 2297429"/>
                <a:gd name="connsiteX9639" fmla="*/ 1807369 w 3006089"/>
                <a:gd name="connsiteY9639" fmla="*/ 331946 h 2297429"/>
                <a:gd name="connsiteX9640" fmla="*/ 1806416 w 3006089"/>
                <a:gd name="connsiteY9640" fmla="*/ 334804 h 2297429"/>
                <a:gd name="connsiteX9641" fmla="*/ 1805940 w 3006089"/>
                <a:gd name="connsiteY9641" fmla="*/ 336233 h 2297429"/>
                <a:gd name="connsiteX9642" fmla="*/ 1805940 w 3006089"/>
                <a:gd name="connsiteY9642" fmla="*/ 339566 h 2297429"/>
                <a:gd name="connsiteX9643" fmla="*/ 1806893 w 3006089"/>
                <a:gd name="connsiteY9643" fmla="*/ 347186 h 2297429"/>
                <a:gd name="connsiteX9644" fmla="*/ 1808798 w 3006089"/>
                <a:gd name="connsiteY9644" fmla="*/ 350520 h 2297429"/>
                <a:gd name="connsiteX9645" fmla="*/ 1816894 w 3006089"/>
                <a:gd name="connsiteY9645" fmla="*/ 352901 h 2297429"/>
                <a:gd name="connsiteX9646" fmla="*/ 1821656 w 3006089"/>
                <a:gd name="connsiteY9646" fmla="*/ 349568 h 2297429"/>
                <a:gd name="connsiteX9647" fmla="*/ 1829752 w 3006089"/>
                <a:gd name="connsiteY9647" fmla="*/ 342424 h 2297429"/>
                <a:gd name="connsiteX9648" fmla="*/ 1835468 w 3006089"/>
                <a:gd name="connsiteY9648" fmla="*/ 338614 h 2297429"/>
                <a:gd name="connsiteX9649" fmla="*/ 1837849 w 3006089"/>
                <a:gd name="connsiteY9649" fmla="*/ 336233 h 2297429"/>
                <a:gd name="connsiteX9650" fmla="*/ 1839754 w 3006089"/>
                <a:gd name="connsiteY9650" fmla="*/ 330518 h 2297429"/>
                <a:gd name="connsiteX9651" fmla="*/ 1841183 w 3006089"/>
                <a:gd name="connsiteY9651" fmla="*/ 330041 h 2297429"/>
                <a:gd name="connsiteX9652" fmla="*/ 1847850 w 3006089"/>
                <a:gd name="connsiteY9652" fmla="*/ 330518 h 2297429"/>
                <a:gd name="connsiteX9653" fmla="*/ 1851184 w 3006089"/>
                <a:gd name="connsiteY9653" fmla="*/ 329565 h 2297429"/>
                <a:gd name="connsiteX9654" fmla="*/ 1857375 w 3006089"/>
                <a:gd name="connsiteY9654" fmla="*/ 326231 h 2297429"/>
                <a:gd name="connsiteX9655" fmla="*/ 1869758 w 3006089"/>
                <a:gd name="connsiteY9655" fmla="*/ 321469 h 2297429"/>
                <a:gd name="connsiteX9656" fmla="*/ 1896904 w 3006089"/>
                <a:gd name="connsiteY9656" fmla="*/ 313373 h 2297429"/>
                <a:gd name="connsiteX9657" fmla="*/ 1900714 w 3006089"/>
                <a:gd name="connsiteY9657" fmla="*/ 311468 h 2297429"/>
                <a:gd name="connsiteX9658" fmla="*/ 1905476 w 3006089"/>
                <a:gd name="connsiteY9658" fmla="*/ 307658 h 2297429"/>
                <a:gd name="connsiteX9659" fmla="*/ 1904524 w 3006089"/>
                <a:gd name="connsiteY9659" fmla="*/ 304324 h 2297429"/>
                <a:gd name="connsiteX9660" fmla="*/ 1900714 w 3006089"/>
                <a:gd name="connsiteY9660" fmla="*/ 300038 h 2297429"/>
                <a:gd name="connsiteX9661" fmla="*/ 1889760 w 3006089"/>
                <a:gd name="connsiteY9661" fmla="*/ 289084 h 2297429"/>
                <a:gd name="connsiteX9662" fmla="*/ 1884998 w 3006089"/>
                <a:gd name="connsiteY9662" fmla="*/ 282893 h 2297429"/>
                <a:gd name="connsiteX9663" fmla="*/ 1884045 w 3006089"/>
                <a:gd name="connsiteY9663" fmla="*/ 282416 h 2297429"/>
                <a:gd name="connsiteX9664" fmla="*/ 1881664 w 3006089"/>
                <a:gd name="connsiteY9664" fmla="*/ 283845 h 2297429"/>
                <a:gd name="connsiteX9665" fmla="*/ 1879759 w 3006089"/>
                <a:gd name="connsiteY9665" fmla="*/ 285274 h 2297429"/>
                <a:gd name="connsiteX9666" fmla="*/ 1874996 w 3006089"/>
                <a:gd name="connsiteY9666" fmla="*/ 291941 h 2297429"/>
                <a:gd name="connsiteX9667" fmla="*/ 1873091 w 3006089"/>
                <a:gd name="connsiteY9667" fmla="*/ 292418 h 2297429"/>
                <a:gd name="connsiteX9668" fmla="*/ 1870234 w 3006089"/>
                <a:gd name="connsiteY9668" fmla="*/ 286703 h 2297429"/>
                <a:gd name="connsiteX9669" fmla="*/ 1866900 w 3006089"/>
                <a:gd name="connsiteY9669" fmla="*/ 282416 h 2297429"/>
                <a:gd name="connsiteX9670" fmla="*/ 1864995 w 3006089"/>
                <a:gd name="connsiteY9670" fmla="*/ 280988 h 2297429"/>
                <a:gd name="connsiteX9671" fmla="*/ 1861661 w 3006089"/>
                <a:gd name="connsiteY9671" fmla="*/ 280035 h 2297429"/>
                <a:gd name="connsiteX9672" fmla="*/ 1851184 w 3006089"/>
                <a:gd name="connsiteY9672" fmla="*/ 279083 h 2297429"/>
                <a:gd name="connsiteX9673" fmla="*/ 1844040 w 3006089"/>
                <a:gd name="connsiteY9673" fmla="*/ 282893 h 2297429"/>
                <a:gd name="connsiteX9674" fmla="*/ 1841659 w 3006089"/>
                <a:gd name="connsiteY9674" fmla="*/ 283369 h 2297429"/>
                <a:gd name="connsiteX9675" fmla="*/ 1830705 w 3006089"/>
                <a:gd name="connsiteY9675" fmla="*/ 284798 h 2297429"/>
                <a:gd name="connsiteX9676" fmla="*/ 1828800 w 3006089"/>
                <a:gd name="connsiteY9676" fmla="*/ 284321 h 2297429"/>
                <a:gd name="connsiteX9677" fmla="*/ 1831181 w 3006089"/>
                <a:gd name="connsiteY9677" fmla="*/ 280511 h 2297429"/>
                <a:gd name="connsiteX9678" fmla="*/ 1833562 w 3006089"/>
                <a:gd name="connsiteY9678" fmla="*/ 278130 h 2297429"/>
                <a:gd name="connsiteX9679" fmla="*/ 1836896 w 3006089"/>
                <a:gd name="connsiteY9679" fmla="*/ 267176 h 2297429"/>
                <a:gd name="connsiteX9680" fmla="*/ 1839277 w 3006089"/>
                <a:gd name="connsiteY9680" fmla="*/ 260509 h 2297429"/>
                <a:gd name="connsiteX9681" fmla="*/ 1835944 w 3006089"/>
                <a:gd name="connsiteY9681" fmla="*/ 254794 h 2297429"/>
                <a:gd name="connsiteX9682" fmla="*/ 1831658 w 3006089"/>
                <a:gd name="connsiteY9682" fmla="*/ 249079 h 2297429"/>
                <a:gd name="connsiteX9683" fmla="*/ 1827371 w 3006089"/>
                <a:gd name="connsiteY9683" fmla="*/ 248603 h 2297429"/>
                <a:gd name="connsiteX9684" fmla="*/ 1816418 w 3006089"/>
                <a:gd name="connsiteY9684" fmla="*/ 246221 h 2297429"/>
                <a:gd name="connsiteX9685" fmla="*/ 1809274 w 3006089"/>
                <a:gd name="connsiteY9685" fmla="*/ 245745 h 2297429"/>
                <a:gd name="connsiteX9686" fmla="*/ 1807369 w 3006089"/>
                <a:gd name="connsiteY9686" fmla="*/ 244793 h 2297429"/>
                <a:gd name="connsiteX9687" fmla="*/ 1809274 w 3006089"/>
                <a:gd name="connsiteY9687" fmla="*/ 241935 h 2297429"/>
                <a:gd name="connsiteX9688" fmla="*/ 1817370 w 3006089"/>
                <a:gd name="connsiteY9688" fmla="*/ 237649 h 2297429"/>
                <a:gd name="connsiteX9689" fmla="*/ 1817846 w 3006089"/>
                <a:gd name="connsiteY9689" fmla="*/ 236220 h 2297429"/>
                <a:gd name="connsiteX9690" fmla="*/ 1816418 w 3006089"/>
                <a:gd name="connsiteY9690" fmla="*/ 229076 h 2297429"/>
                <a:gd name="connsiteX9691" fmla="*/ 1815941 w 3006089"/>
                <a:gd name="connsiteY9691" fmla="*/ 225266 h 2297429"/>
                <a:gd name="connsiteX9692" fmla="*/ 1814989 w 3006089"/>
                <a:gd name="connsiteY9692" fmla="*/ 223361 h 2297429"/>
                <a:gd name="connsiteX9693" fmla="*/ 1805464 w 3006089"/>
                <a:gd name="connsiteY9693" fmla="*/ 220028 h 2297429"/>
                <a:gd name="connsiteX9694" fmla="*/ 1799749 w 3006089"/>
                <a:gd name="connsiteY9694" fmla="*/ 219075 h 2297429"/>
                <a:gd name="connsiteX9695" fmla="*/ 1789748 w 3006089"/>
                <a:gd name="connsiteY9695" fmla="*/ 219075 h 2297429"/>
                <a:gd name="connsiteX9696" fmla="*/ 1786414 w 3006089"/>
                <a:gd name="connsiteY9696" fmla="*/ 220028 h 2297429"/>
                <a:gd name="connsiteX9697" fmla="*/ 1782604 w 3006089"/>
                <a:gd name="connsiteY9697" fmla="*/ 222409 h 2297429"/>
                <a:gd name="connsiteX9698" fmla="*/ 1782127 w 3006089"/>
                <a:gd name="connsiteY9698" fmla="*/ 225266 h 2297429"/>
                <a:gd name="connsiteX9699" fmla="*/ 1782604 w 3006089"/>
                <a:gd name="connsiteY9699" fmla="*/ 230029 h 2297429"/>
                <a:gd name="connsiteX9700" fmla="*/ 1783556 w 3006089"/>
                <a:gd name="connsiteY9700" fmla="*/ 232886 h 2297429"/>
                <a:gd name="connsiteX9701" fmla="*/ 1791652 w 3006089"/>
                <a:gd name="connsiteY9701" fmla="*/ 235268 h 2297429"/>
                <a:gd name="connsiteX9702" fmla="*/ 1795939 w 3006089"/>
                <a:gd name="connsiteY9702" fmla="*/ 240030 h 2297429"/>
                <a:gd name="connsiteX9703" fmla="*/ 1797844 w 3006089"/>
                <a:gd name="connsiteY9703" fmla="*/ 243364 h 2297429"/>
                <a:gd name="connsiteX9704" fmla="*/ 1797844 w 3006089"/>
                <a:gd name="connsiteY9704" fmla="*/ 244316 h 2297429"/>
                <a:gd name="connsiteX9705" fmla="*/ 1793558 w 3006089"/>
                <a:gd name="connsiteY9705" fmla="*/ 242411 h 2297429"/>
                <a:gd name="connsiteX9706" fmla="*/ 1786414 w 3006089"/>
                <a:gd name="connsiteY9706" fmla="*/ 242411 h 2297429"/>
                <a:gd name="connsiteX9707" fmla="*/ 1775460 w 3006089"/>
                <a:gd name="connsiteY9707" fmla="*/ 239554 h 2297429"/>
                <a:gd name="connsiteX9708" fmla="*/ 1769745 w 3006089"/>
                <a:gd name="connsiteY9708" fmla="*/ 237173 h 2297429"/>
                <a:gd name="connsiteX9709" fmla="*/ 1763554 w 3006089"/>
                <a:gd name="connsiteY9709" fmla="*/ 231934 h 2297429"/>
                <a:gd name="connsiteX9710" fmla="*/ 1763077 w 3006089"/>
                <a:gd name="connsiteY9710" fmla="*/ 230029 h 2297429"/>
                <a:gd name="connsiteX9711" fmla="*/ 1765459 w 3006089"/>
                <a:gd name="connsiteY9711" fmla="*/ 224314 h 2297429"/>
                <a:gd name="connsiteX9712" fmla="*/ 1764983 w 3006089"/>
                <a:gd name="connsiteY9712" fmla="*/ 222885 h 2297429"/>
                <a:gd name="connsiteX9713" fmla="*/ 1763554 w 3006089"/>
                <a:gd name="connsiteY9713" fmla="*/ 221456 h 2297429"/>
                <a:gd name="connsiteX9714" fmla="*/ 1763077 w 3006089"/>
                <a:gd name="connsiteY9714" fmla="*/ 220504 h 2297429"/>
                <a:gd name="connsiteX9715" fmla="*/ 1765459 w 3006089"/>
                <a:gd name="connsiteY9715" fmla="*/ 218123 h 2297429"/>
                <a:gd name="connsiteX9716" fmla="*/ 1765459 w 3006089"/>
                <a:gd name="connsiteY9716" fmla="*/ 216694 h 2297429"/>
                <a:gd name="connsiteX9717" fmla="*/ 1764506 w 3006089"/>
                <a:gd name="connsiteY9717" fmla="*/ 214789 h 2297429"/>
                <a:gd name="connsiteX9718" fmla="*/ 1762125 w 3006089"/>
                <a:gd name="connsiteY9718" fmla="*/ 212408 h 2297429"/>
                <a:gd name="connsiteX9719" fmla="*/ 1758791 w 3006089"/>
                <a:gd name="connsiteY9719" fmla="*/ 210979 h 2297429"/>
                <a:gd name="connsiteX9720" fmla="*/ 1752124 w 3006089"/>
                <a:gd name="connsiteY9720" fmla="*/ 210503 h 2297429"/>
                <a:gd name="connsiteX9721" fmla="*/ 1746885 w 3006089"/>
                <a:gd name="connsiteY9721" fmla="*/ 210979 h 2297429"/>
                <a:gd name="connsiteX9722" fmla="*/ 1742599 w 3006089"/>
                <a:gd name="connsiteY9722" fmla="*/ 213360 h 2297429"/>
                <a:gd name="connsiteX9723" fmla="*/ 1740218 w 3006089"/>
                <a:gd name="connsiteY9723" fmla="*/ 213360 h 2297429"/>
                <a:gd name="connsiteX9724" fmla="*/ 1728311 w 3006089"/>
                <a:gd name="connsiteY9724" fmla="*/ 209550 h 2297429"/>
                <a:gd name="connsiteX9725" fmla="*/ 1717358 w 3006089"/>
                <a:gd name="connsiteY9725" fmla="*/ 207169 h 2297429"/>
                <a:gd name="connsiteX9726" fmla="*/ 1713548 w 3006089"/>
                <a:gd name="connsiteY9726" fmla="*/ 205740 h 2297429"/>
                <a:gd name="connsiteX9727" fmla="*/ 1714024 w 3006089"/>
                <a:gd name="connsiteY9727" fmla="*/ 201930 h 2297429"/>
                <a:gd name="connsiteX9728" fmla="*/ 1714024 w 3006089"/>
                <a:gd name="connsiteY9728" fmla="*/ 200978 h 2297429"/>
                <a:gd name="connsiteX9729" fmla="*/ 1712595 w 3006089"/>
                <a:gd name="connsiteY9729" fmla="*/ 198596 h 2297429"/>
                <a:gd name="connsiteX9730" fmla="*/ 1699736 w 3006089"/>
                <a:gd name="connsiteY9730" fmla="*/ 191453 h 2297429"/>
                <a:gd name="connsiteX9731" fmla="*/ 1692116 w 3006089"/>
                <a:gd name="connsiteY9731" fmla="*/ 185738 h 2297429"/>
                <a:gd name="connsiteX9732" fmla="*/ 1675924 w 3006089"/>
                <a:gd name="connsiteY9732" fmla="*/ 170021 h 2297429"/>
                <a:gd name="connsiteX9733" fmla="*/ 1671637 w 3006089"/>
                <a:gd name="connsiteY9733" fmla="*/ 163354 h 2297429"/>
                <a:gd name="connsiteX9734" fmla="*/ 1667827 w 3006089"/>
                <a:gd name="connsiteY9734" fmla="*/ 159068 h 2297429"/>
                <a:gd name="connsiteX9735" fmla="*/ 1660684 w 3006089"/>
                <a:gd name="connsiteY9735" fmla="*/ 154305 h 2297429"/>
                <a:gd name="connsiteX9736" fmla="*/ 1654016 w 3006089"/>
                <a:gd name="connsiteY9736" fmla="*/ 151448 h 2297429"/>
                <a:gd name="connsiteX9737" fmla="*/ 1633061 w 3006089"/>
                <a:gd name="connsiteY9737" fmla="*/ 146209 h 2297429"/>
                <a:gd name="connsiteX9738" fmla="*/ 1623060 w 3006089"/>
                <a:gd name="connsiteY9738" fmla="*/ 144780 h 2297429"/>
                <a:gd name="connsiteX9739" fmla="*/ 1614011 w 3006089"/>
                <a:gd name="connsiteY9739" fmla="*/ 145733 h 2297429"/>
                <a:gd name="connsiteX9740" fmla="*/ 1598771 w 3006089"/>
                <a:gd name="connsiteY9740" fmla="*/ 145733 h 2297429"/>
                <a:gd name="connsiteX9741" fmla="*/ 1594485 w 3006089"/>
                <a:gd name="connsiteY9741" fmla="*/ 146685 h 2297429"/>
                <a:gd name="connsiteX9742" fmla="*/ 1593056 w 3006089"/>
                <a:gd name="connsiteY9742" fmla="*/ 147161 h 2297429"/>
                <a:gd name="connsiteX9743" fmla="*/ 1592580 w 3006089"/>
                <a:gd name="connsiteY9743" fmla="*/ 148590 h 2297429"/>
                <a:gd name="connsiteX9744" fmla="*/ 1592580 w 3006089"/>
                <a:gd name="connsiteY9744" fmla="*/ 150495 h 2297429"/>
                <a:gd name="connsiteX9745" fmla="*/ 1593056 w 3006089"/>
                <a:gd name="connsiteY9745" fmla="*/ 152400 h 2297429"/>
                <a:gd name="connsiteX9746" fmla="*/ 1594009 w 3006089"/>
                <a:gd name="connsiteY9746" fmla="*/ 154305 h 2297429"/>
                <a:gd name="connsiteX9747" fmla="*/ 1596866 w 3006089"/>
                <a:gd name="connsiteY9747" fmla="*/ 155734 h 2297429"/>
                <a:gd name="connsiteX9748" fmla="*/ 1604010 w 3006089"/>
                <a:gd name="connsiteY9748" fmla="*/ 156686 h 2297429"/>
                <a:gd name="connsiteX9749" fmla="*/ 1620679 w 3006089"/>
                <a:gd name="connsiteY9749" fmla="*/ 157163 h 2297429"/>
                <a:gd name="connsiteX9750" fmla="*/ 1624965 w 3006089"/>
                <a:gd name="connsiteY9750" fmla="*/ 159544 h 2297429"/>
                <a:gd name="connsiteX9751" fmla="*/ 1626870 w 3006089"/>
                <a:gd name="connsiteY9751" fmla="*/ 161449 h 2297429"/>
                <a:gd name="connsiteX9752" fmla="*/ 1626870 w 3006089"/>
                <a:gd name="connsiteY9752" fmla="*/ 163354 h 2297429"/>
                <a:gd name="connsiteX9753" fmla="*/ 1624965 w 3006089"/>
                <a:gd name="connsiteY9753" fmla="*/ 165735 h 2297429"/>
                <a:gd name="connsiteX9754" fmla="*/ 1623060 w 3006089"/>
                <a:gd name="connsiteY9754" fmla="*/ 167164 h 2297429"/>
                <a:gd name="connsiteX9755" fmla="*/ 1619726 w 3006089"/>
                <a:gd name="connsiteY9755" fmla="*/ 167164 h 2297429"/>
                <a:gd name="connsiteX9756" fmla="*/ 1606868 w 3006089"/>
                <a:gd name="connsiteY9756" fmla="*/ 165259 h 2297429"/>
                <a:gd name="connsiteX9757" fmla="*/ 1593533 w 3006089"/>
                <a:gd name="connsiteY9757" fmla="*/ 169069 h 2297429"/>
                <a:gd name="connsiteX9758" fmla="*/ 1583055 w 3006089"/>
                <a:gd name="connsiteY9758" fmla="*/ 170974 h 2297429"/>
                <a:gd name="connsiteX9759" fmla="*/ 1567339 w 3006089"/>
                <a:gd name="connsiteY9759" fmla="*/ 169545 h 2297429"/>
                <a:gd name="connsiteX9760" fmla="*/ 1557337 w 3006089"/>
                <a:gd name="connsiteY9760" fmla="*/ 173355 h 2297429"/>
                <a:gd name="connsiteX9761" fmla="*/ 1549241 w 3006089"/>
                <a:gd name="connsiteY9761" fmla="*/ 184309 h 2297429"/>
                <a:gd name="connsiteX9762" fmla="*/ 1549241 w 3006089"/>
                <a:gd name="connsiteY9762" fmla="*/ 186214 h 2297429"/>
                <a:gd name="connsiteX9763" fmla="*/ 1560195 w 3006089"/>
                <a:gd name="connsiteY9763" fmla="*/ 188595 h 2297429"/>
                <a:gd name="connsiteX9764" fmla="*/ 1574006 w 3006089"/>
                <a:gd name="connsiteY9764" fmla="*/ 192881 h 2297429"/>
                <a:gd name="connsiteX9765" fmla="*/ 1580674 w 3006089"/>
                <a:gd name="connsiteY9765" fmla="*/ 201454 h 2297429"/>
                <a:gd name="connsiteX9766" fmla="*/ 1592580 w 3006089"/>
                <a:gd name="connsiteY9766" fmla="*/ 205264 h 2297429"/>
                <a:gd name="connsiteX9767" fmla="*/ 1598295 w 3006089"/>
                <a:gd name="connsiteY9767" fmla="*/ 207169 h 2297429"/>
                <a:gd name="connsiteX9768" fmla="*/ 1601629 w 3006089"/>
                <a:gd name="connsiteY9768" fmla="*/ 209074 h 2297429"/>
                <a:gd name="connsiteX9769" fmla="*/ 1582579 w 3006089"/>
                <a:gd name="connsiteY9769" fmla="*/ 209074 h 2297429"/>
                <a:gd name="connsiteX9770" fmla="*/ 1574006 w 3006089"/>
                <a:gd name="connsiteY9770" fmla="*/ 208121 h 2297429"/>
                <a:gd name="connsiteX9771" fmla="*/ 1568768 w 3006089"/>
                <a:gd name="connsiteY9771" fmla="*/ 208121 h 2297429"/>
                <a:gd name="connsiteX9772" fmla="*/ 1564005 w 3006089"/>
                <a:gd name="connsiteY9772" fmla="*/ 202406 h 2297429"/>
                <a:gd name="connsiteX9773" fmla="*/ 1557337 w 3006089"/>
                <a:gd name="connsiteY9773" fmla="*/ 199073 h 2297429"/>
                <a:gd name="connsiteX9774" fmla="*/ 1547812 w 3006089"/>
                <a:gd name="connsiteY9774" fmla="*/ 198596 h 2297429"/>
                <a:gd name="connsiteX9775" fmla="*/ 1540669 w 3006089"/>
                <a:gd name="connsiteY9775" fmla="*/ 195739 h 2297429"/>
                <a:gd name="connsiteX9776" fmla="*/ 1533525 w 3006089"/>
                <a:gd name="connsiteY9776" fmla="*/ 196215 h 2297429"/>
                <a:gd name="connsiteX9777" fmla="*/ 1526381 w 3006089"/>
                <a:gd name="connsiteY9777" fmla="*/ 198596 h 2297429"/>
                <a:gd name="connsiteX9778" fmla="*/ 1525905 w 3006089"/>
                <a:gd name="connsiteY9778" fmla="*/ 209550 h 2297429"/>
                <a:gd name="connsiteX9779" fmla="*/ 1534477 w 3006089"/>
                <a:gd name="connsiteY9779" fmla="*/ 216218 h 2297429"/>
                <a:gd name="connsiteX9780" fmla="*/ 1544002 w 3006089"/>
                <a:gd name="connsiteY9780" fmla="*/ 221933 h 2297429"/>
                <a:gd name="connsiteX9781" fmla="*/ 1546384 w 3006089"/>
                <a:gd name="connsiteY9781" fmla="*/ 224314 h 2297429"/>
                <a:gd name="connsiteX9782" fmla="*/ 1539716 w 3006089"/>
                <a:gd name="connsiteY9782" fmla="*/ 224314 h 2297429"/>
                <a:gd name="connsiteX9783" fmla="*/ 1530668 w 3006089"/>
                <a:gd name="connsiteY9783" fmla="*/ 222885 h 2297429"/>
                <a:gd name="connsiteX9784" fmla="*/ 1527334 w 3006089"/>
                <a:gd name="connsiteY9784" fmla="*/ 222885 h 2297429"/>
                <a:gd name="connsiteX9785" fmla="*/ 1519714 w 3006089"/>
                <a:gd name="connsiteY9785" fmla="*/ 225266 h 2297429"/>
                <a:gd name="connsiteX9786" fmla="*/ 1517809 w 3006089"/>
                <a:gd name="connsiteY9786" fmla="*/ 226695 h 2297429"/>
                <a:gd name="connsiteX9787" fmla="*/ 1517333 w 3006089"/>
                <a:gd name="connsiteY9787" fmla="*/ 228124 h 2297429"/>
                <a:gd name="connsiteX9788" fmla="*/ 1518285 w 3006089"/>
                <a:gd name="connsiteY9788" fmla="*/ 230029 h 2297429"/>
                <a:gd name="connsiteX9789" fmla="*/ 1520190 w 3006089"/>
                <a:gd name="connsiteY9789" fmla="*/ 231934 h 2297429"/>
                <a:gd name="connsiteX9790" fmla="*/ 1523524 w 3006089"/>
                <a:gd name="connsiteY9790" fmla="*/ 233363 h 2297429"/>
                <a:gd name="connsiteX9791" fmla="*/ 1530191 w 3006089"/>
                <a:gd name="connsiteY9791" fmla="*/ 235268 h 2297429"/>
                <a:gd name="connsiteX9792" fmla="*/ 1534477 w 3006089"/>
                <a:gd name="connsiteY9792" fmla="*/ 235744 h 2297429"/>
                <a:gd name="connsiteX9793" fmla="*/ 1543050 w 3006089"/>
                <a:gd name="connsiteY9793" fmla="*/ 234315 h 2297429"/>
                <a:gd name="connsiteX9794" fmla="*/ 1551146 w 3006089"/>
                <a:gd name="connsiteY9794" fmla="*/ 241935 h 2297429"/>
                <a:gd name="connsiteX9795" fmla="*/ 1558290 w 3006089"/>
                <a:gd name="connsiteY9795" fmla="*/ 241935 h 2297429"/>
                <a:gd name="connsiteX9796" fmla="*/ 1578769 w 3006089"/>
                <a:gd name="connsiteY9796" fmla="*/ 236696 h 2297429"/>
                <a:gd name="connsiteX9797" fmla="*/ 1589723 w 3006089"/>
                <a:gd name="connsiteY9797" fmla="*/ 237173 h 2297429"/>
                <a:gd name="connsiteX9798" fmla="*/ 1588294 w 3006089"/>
                <a:gd name="connsiteY9798" fmla="*/ 238125 h 2297429"/>
                <a:gd name="connsiteX9799" fmla="*/ 1578769 w 3006089"/>
                <a:gd name="connsiteY9799" fmla="*/ 241459 h 2297429"/>
                <a:gd name="connsiteX9800" fmla="*/ 1577816 w 3006089"/>
                <a:gd name="connsiteY9800" fmla="*/ 242888 h 2297429"/>
                <a:gd name="connsiteX9801" fmla="*/ 1577816 w 3006089"/>
                <a:gd name="connsiteY9801" fmla="*/ 244793 h 2297429"/>
                <a:gd name="connsiteX9802" fmla="*/ 1578293 w 3006089"/>
                <a:gd name="connsiteY9802" fmla="*/ 247174 h 2297429"/>
                <a:gd name="connsiteX9803" fmla="*/ 1577816 w 3006089"/>
                <a:gd name="connsiteY9803" fmla="*/ 248603 h 2297429"/>
                <a:gd name="connsiteX9804" fmla="*/ 1577340 w 3006089"/>
                <a:gd name="connsiteY9804" fmla="*/ 249079 h 2297429"/>
                <a:gd name="connsiteX9805" fmla="*/ 2200751 w 3006089"/>
                <a:gd name="connsiteY9805" fmla="*/ 740569 h 2297429"/>
                <a:gd name="connsiteX9806" fmla="*/ 2196465 w 3006089"/>
                <a:gd name="connsiteY9806" fmla="*/ 739140 h 2297429"/>
                <a:gd name="connsiteX9807" fmla="*/ 2192655 w 3006089"/>
                <a:gd name="connsiteY9807" fmla="*/ 736759 h 2297429"/>
                <a:gd name="connsiteX9808" fmla="*/ 2190750 w 3006089"/>
                <a:gd name="connsiteY9808" fmla="*/ 732473 h 2297429"/>
                <a:gd name="connsiteX9809" fmla="*/ 2189321 w 3006089"/>
                <a:gd name="connsiteY9809" fmla="*/ 730568 h 2297429"/>
                <a:gd name="connsiteX9810" fmla="*/ 2185987 w 3006089"/>
                <a:gd name="connsiteY9810" fmla="*/ 726758 h 2297429"/>
                <a:gd name="connsiteX9811" fmla="*/ 2177415 w 3006089"/>
                <a:gd name="connsiteY9811" fmla="*/ 723900 h 2297429"/>
                <a:gd name="connsiteX9812" fmla="*/ 2175986 w 3006089"/>
                <a:gd name="connsiteY9812" fmla="*/ 722948 h 2297429"/>
                <a:gd name="connsiteX9813" fmla="*/ 2173129 w 3006089"/>
                <a:gd name="connsiteY9813" fmla="*/ 717709 h 2297429"/>
                <a:gd name="connsiteX9814" fmla="*/ 2170271 w 3006089"/>
                <a:gd name="connsiteY9814" fmla="*/ 714375 h 2297429"/>
                <a:gd name="connsiteX9815" fmla="*/ 2164080 w 3006089"/>
                <a:gd name="connsiteY9815" fmla="*/ 711994 h 2297429"/>
                <a:gd name="connsiteX9816" fmla="*/ 2140744 w 3006089"/>
                <a:gd name="connsiteY9816" fmla="*/ 704850 h 2297429"/>
                <a:gd name="connsiteX9817" fmla="*/ 2133124 w 3006089"/>
                <a:gd name="connsiteY9817" fmla="*/ 703421 h 2297429"/>
                <a:gd name="connsiteX9818" fmla="*/ 2097405 w 3006089"/>
                <a:gd name="connsiteY9818" fmla="*/ 705326 h 2297429"/>
                <a:gd name="connsiteX9819" fmla="*/ 2091690 w 3006089"/>
                <a:gd name="connsiteY9819" fmla="*/ 704374 h 2297429"/>
                <a:gd name="connsiteX9820" fmla="*/ 2079784 w 3006089"/>
                <a:gd name="connsiteY9820" fmla="*/ 701516 h 2297429"/>
                <a:gd name="connsiteX9821" fmla="*/ 2072164 w 3006089"/>
                <a:gd name="connsiteY9821" fmla="*/ 701040 h 2297429"/>
                <a:gd name="connsiteX9822" fmla="*/ 2062162 w 3006089"/>
                <a:gd name="connsiteY9822" fmla="*/ 697230 h 2297429"/>
                <a:gd name="connsiteX9823" fmla="*/ 2055019 w 3006089"/>
                <a:gd name="connsiteY9823" fmla="*/ 697230 h 2297429"/>
                <a:gd name="connsiteX9824" fmla="*/ 2050256 w 3006089"/>
                <a:gd name="connsiteY9824" fmla="*/ 697706 h 2297429"/>
                <a:gd name="connsiteX9825" fmla="*/ 2048351 w 3006089"/>
                <a:gd name="connsiteY9825" fmla="*/ 698659 h 2297429"/>
                <a:gd name="connsiteX9826" fmla="*/ 2047399 w 3006089"/>
                <a:gd name="connsiteY9826" fmla="*/ 700088 h 2297429"/>
                <a:gd name="connsiteX9827" fmla="*/ 2046923 w 3006089"/>
                <a:gd name="connsiteY9827" fmla="*/ 703421 h 2297429"/>
                <a:gd name="connsiteX9828" fmla="*/ 2046923 w 3006089"/>
                <a:gd name="connsiteY9828" fmla="*/ 708660 h 2297429"/>
                <a:gd name="connsiteX9829" fmla="*/ 2047875 w 3006089"/>
                <a:gd name="connsiteY9829" fmla="*/ 712470 h 2297429"/>
                <a:gd name="connsiteX9830" fmla="*/ 2051209 w 3006089"/>
                <a:gd name="connsiteY9830" fmla="*/ 715804 h 2297429"/>
                <a:gd name="connsiteX9831" fmla="*/ 2049780 w 3006089"/>
                <a:gd name="connsiteY9831" fmla="*/ 715804 h 2297429"/>
                <a:gd name="connsiteX9832" fmla="*/ 2048827 w 3006089"/>
                <a:gd name="connsiteY9832" fmla="*/ 716280 h 2297429"/>
                <a:gd name="connsiteX9833" fmla="*/ 2047875 w 3006089"/>
                <a:gd name="connsiteY9833" fmla="*/ 719138 h 2297429"/>
                <a:gd name="connsiteX9834" fmla="*/ 2047875 w 3006089"/>
                <a:gd name="connsiteY9834" fmla="*/ 722471 h 2297429"/>
                <a:gd name="connsiteX9835" fmla="*/ 2049304 w 3006089"/>
                <a:gd name="connsiteY9835" fmla="*/ 725329 h 2297429"/>
                <a:gd name="connsiteX9836" fmla="*/ 2051209 w 3006089"/>
                <a:gd name="connsiteY9836" fmla="*/ 727234 h 2297429"/>
                <a:gd name="connsiteX9837" fmla="*/ 2055019 w 3006089"/>
                <a:gd name="connsiteY9837" fmla="*/ 729615 h 2297429"/>
                <a:gd name="connsiteX9838" fmla="*/ 2065973 w 3006089"/>
                <a:gd name="connsiteY9838" fmla="*/ 731044 h 2297429"/>
                <a:gd name="connsiteX9839" fmla="*/ 2069783 w 3006089"/>
                <a:gd name="connsiteY9839" fmla="*/ 732473 h 2297429"/>
                <a:gd name="connsiteX9840" fmla="*/ 2071211 w 3006089"/>
                <a:gd name="connsiteY9840" fmla="*/ 736759 h 2297429"/>
                <a:gd name="connsiteX9841" fmla="*/ 2072164 w 3006089"/>
                <a:gd name="connsiteY9841" fmla="*/ 741998 h 2297429"/>
                <a:gd name="connsiteX9842" fmla="*/ 2074069 w 3006089"/>
                <a:gd name="connsiteY9842" fmla="*/ 748665 h 2297429"/>
                <a:gd name="connsiteX9843" fmla="*/ 2076450 w 3006089"/>
                <a:gd name="connsiteY9843" fmla="*/ 753904 h 2297429"/>
                <a:gd name="connsiteX9844" fmla="*/ 2077879 w 3006089"/>
                <a:gd name="connsiteY9844" fmla="*/ 755809 h 2297429"/>
                <a:gd name="connsiteX9845" fmla="*/ 2081689 w 3006089"/>
                <a:gd name="connsiteY9845" fmla="*/ 758190 h 2297429"/>
                <a:gd name="connsiteX9846" fmla="*/ 2092643 w 3006089"/>
                <a:gd name="connsiteY9846" fmla="*/ 762953 h 2297429"/>
                <a:gd name="connsiteX9847" fmla="*/ 2098834 w 3006089"/>
                <a:gd name="connsiteY9847" fmla="*/ 762953 h 2297429"/>
                <a:gd name="connsiteX9848" fmla="*/ 2105025 w 3006089"/>
                <a:gd name="connsiteY9848" fmla="*/ 762000 h 2297429"/>
                <a:gd name="connsiteX9849" fmla="*/ 2124551 w 3006089"/>
                <a:gd name="connsiteY9849" fmla="*/ 756285 h 2297429"/>
                <a:gd name="connsiteX9850" fmla="*/ 2132648 w 3006089"/>
                <a:gd name="connsiteY9850" fmla="*/ 754856 h 2297429"/>
                <a:gd name="connsiteX9851" fmla="*/ 2148840 w 3006089"/>
                <a:gd name="connsiteY9851" fmla="*/ 753904 h 2297429"/>
                <a:gd name="connsiteX9852" fmla="*/ 2176939 w 3006089"/>
                <a:gd name="connsiteY9852" fmla="*/ 757238 h 2297429"/>
                <a:gd name="connsiteX9853" fmla="*/ 2197894 w 3006089"/>
                <a:gd name="connsiteY9853" fmla="*/ 758666 h 2297429"/>
                <a:gd name="connsiteX9854" fmla="*/ 2205514 w 3006089"/>
                <a:gd name="connsiteY9854" fmla="*/ 757238 h 2297429"/>
                <a:gd name="connsiteX9855" fmla="*/ 2208848 w 3006089"/>
                <a:gd name="connsiteY9855" fmla="*/ 754856 h 2297429"/>
                <a:gd name="connsiteX9856" fmla="*/ 2207419 w 3006089"/>
                <a:gd name="connsiteY9856" fmla="*/ 752951 h 2297429"/>
                <a:gd name="connsiteX9857" fmla="*/ 2203133 w 3006089"/>
                <a:gd name="connsiteY9857" fmla="*/ 750094 h 2297429"/>
                <a:gd name="connsiteX9858" fmla="*/ 2201228 w 3006089"/>
                <a:gd name="connsiteY9858" fmla="*/ 747713 h 2297429"/>
                <a:gd name="connsiteX9859" fmla="*/ 2201704 w 3006089"/>
                <a:gd name="connsiteY9859" fmla="*/ 742474 h 2297429"/>
                <a:gd name="connsiteX9860" fmla="*/ 2200751 w 3006089"/>
                <a:gd name="connsiteY9860" fmla="*/ 740569 h 2297429"/>
                <a:gd name="connsiteX9861" fmla="*/ 421481 w 3006089"/>
                <a:gd name="connsiteY9861" fmla="*/ 1817370 h 2297429"/>
                <a:gd name="connsiteX9862" fmla="*/ 417671 w 3006089"/>
                <a:gd name="connsiteY9862" fmla="*/ 1814513 h 2297429"/>
                <a:gd name="connsiteX9863" fmla="*/ 413861 w 3006089"/>
                <a:gd name="connsiteY9863" fmla="*/ 1812131 h 2297429"/>
                <a:gd name="connsiteX9864" fmla="*/ 410051 w 3006089"/>
                <a:gd name="connsiteY9864" fmla="*/ 1810226 h 2297429"/>
                <a:gd name="connsiteX9865" fmla="*/ 407670 w 3006089"/>
                <a:gd name="connsiteY9865" fmla="*/ 1809750 h 2297429"/>
                <a:gd name="connsiteX9866" fmla="*/ 406717 w 3006089"/>
                <a:gd name="connsiteY9866" fmla="*/ 1811655 h 2297429"/>
                <a:gd name="connsiteX9867" fmla="*/ 405765 w 3006089"/>
                <a:gd name="connsiteY9867" fmla="*/ 1816418 h 2297429"/>
                <a:gd name="connsiteX9868" fmla="*/ 404813 w 3006089"/>
                <a:gd name="connsiteY9868" fmla="*/ 1818799 h 2297429"/>
                <a:gd name="connsiteX9869" fmla="*/ 402431 w 3006089"/>
                <a:gd name="connsiteY9869" fmla="*/ 1822133 h 2297429"/>
                <a:gd name="connsiteX9870" fmla="*/ 402431 w 3006089"/>
                <a:gd name="connsiteY9870" fmla="*/ 1823561 h 2297429"/>
                <a:gd name="connsiteX9871" fmla="*/ 402908 w 3006089"/>
                <a:gd name="connsiteY9871" fmla="*/ 1824514 h 2297429"/>
                <a:gd name="connsiteX9872" fmla="*/ 405765 w 3006089"/>
                <a:gd name="connsiteY9872" fmla="*/ 1827848 h 2297429"/>
                <a:gd name="connsiteX9873" fmla="*/ 406241 w 3006089"/>
                <a:gd name="connsiteY9873" fmla="*/ 1831181 h 2297429"/>
                <a:gd name="connsiteX9874" fmla="*/ 408146 w 3006089"/>
                <a:gd name="connsiteY9874" fmla="*/ 1834039 h 2297429"/>
                <a:gd name="connsiteX9875" fmla="*/ 412433 w 3006089"/>
                <a:gd name="connsiteY9875" fmla="*/ 1837849 h 2297429"/>
                <a:gd name="connsiteX9876" fmla="*/ 414814 w 3006089"/>
                <a:gd name="connsiteY9876" fmla="*/ 1837849 h 2297429"/>
                <a:gd name="connsiteX9877" fmla="*/ 416719 w 3006089"/>
                <a:gd name="connsiteY9877" fmla="*/ 1834515 h 2297429"/>
                <a:gd name="connsiteX9878" fmla="*/ 417671 w 3006089"/>
                <a:gd name="connsiteY9878" fmla="*/ 1834039 h 2297429"/>
                <a:gd name="connsiteX9879" fmla="*/ 417195 w 3006089"/>
                <a:gd name="connsiteY9879" fmla="*/ 1841659 h 2297429"/>
                <a:gd name="connsiteX9880" fmla="*/ 417671 w 3006089"/>
                <a:gd name="connsiteY9880" fmla="*/ 1843564 h 2297429"/>
                <a:gd name="connsiteX9881" fmla="*/ 418147 w 3006089"/>
                <a:gd name="connsiteY9881" fmla="*/ 1847374 h 2297429"/>
                <a:gd name="connsiteX9882" fmla="*/ 418147 w 3006089"/>
                <a:gd name="connsiteY9882" fmla="*/ 1852613 h 2297429"/>
                <a:gd name="connsiteX9883" fmla="*/ 420052 w 3006089"/>
                <a:gd name="connsiteY9883" fmla="*/ 1855470 h 2297429"/>
                <a:gd name="connsiteX9884" fmla="*/ 421958 w 3006089"/>
                <a:gd name="connsiteY9884" fmla="*/ 1853089 h 2297429"/>
                <a:gd name="connsiteX9885" fmla="*/ 423386 w 3006089"/>
                <a:gd name="connsiteY9885" fmla="*/ 1847850 h 2297429"/>
                <a:gd name="connsiteX9886" fmla="*/ 425767 w 3006089"/>
                <a:gd name="connsiteY9886" fmla="*/ 1844993 h 2297429"/>
                <a:gd name="connsiteX9887" fmla="*/ 425767 w 3006089"/>
                <a:gd name="connsiteY9887" fmla="*/ 1840230 h 2297429"/>
                <a:gd name="connsiteX9888" fmla="*/ 424339 w 3006089"/>
                <a:gd name="connsiteY9888" fmla="*/ 1825466 h 2297429"/>
                <a:gd name="connsiteX9889" fmla="*/ 421481 w 3006089"/>
                <a:gd name="connsiteY9889" fmla="*/ 1817370 h 2297429"/>
                <a:gd name="connsiteX9890" fmla="*/ 599599 w 3006089"/>
                <a:gd name="connsiteY9890" fmla="*/ 2015014 h 2297429"/>
                <a:gd name="connsiteX9891" fmla="*/ 598646 w 3006089"/>
                <a:gd name="connsiteY9891" fmla="*/ 2013585 h 2297429"/>
                <a:gd name="connsiteX9892" fmla="*/ 597694 w 3006089"/>
                <a:gd name="connsiteY9892" fmla="*/ 2014061 h 2297429"/>
                <a:gd name="connsiteX9893" fmla="*/ 597218 w 3006089"/>
                <a:gd name="connsiteY9893" fmla="*/ 2015014 h 2297429"/>
                <a:gd name="connsiteX9894" fmla="*/ 596741 w 3006089"/>
                <a:gd name="connsiteY9894" fmla="*/ 2018348 h 2297429"/>
                <a:gd name="connsiteX9895" fmla="*/ 595789 w 3006089"/>
                <a:gd name="connsiteY9895" fmla="*/ 2019300 h 2297429"/>
                <a:gd name="connsiteX9896" fmla="*/ 591502 w 3006089"/>
                <a:gd name="connsiteY9896" fmla="*/ 2008823 h 2297429"/>
                <a:gd name="connsiteX9897" fmla="*/ 587216 w 3006089"/>
                <a:gd name="connsiteY9897" fmla="*/ 2003108 h 2297429"/>
                <a:gd name="connsiteX9898" fmla="*/ 584835 w 3006089"/>
                <a:gd name="connsiteY9898" fmla="*/ 1997393 h 2297429"/>
                <a:gd name="connsiteX9899" fmla="*/ 583883 w 3006089"/>
                <a:gd name="connsiteY9899" fmla="*/ 1995964 h 2297429"/>
                <a:gd name="connsiteX9900" fmla="*/ 581025 w 3006089"/>
                <a:gd name="connsiteY9900" fmla="*/ 1993583 h 2297429"/>
                <a:gd name="connsiteX9901" fmla="*/ 579120 w 3006089"/>
                <a:gd name="connsiteY9901" fmla="*/ 1991201 h 2297429"/>
                <a:gd name="connsiteX9902" fmla="*/ 572452 w 3006089"/>
                <a:gd name="connsiteY9902" fmla="*/ 1987868 h 2297429"/>
                <a:gd name="connsiteX9903" fmla="*/ 561975 w 3006089"/>
                <a:gd name="connsiteY9903" fmla="*/ 1984534 h 2297429"/>
                <a:gd name="connsiteX9904" fmla="*/ 557213 w 3006089"/>
                <a:gd name="connsiteY9904" fmla="*/ 1982629 h 2297429"/>
                <a:gd name="connsiteX9905" fmla="*/ 551021 w 3006089"/>
                <a:gd name="connsiteY9905" fmla="*/ 1978343 h 2297429"/>
                <a:gd name="connsiteX9906" fmla="*/ 547688 w 3006089"/>
                <a:gd name="connsiteY9906" fmla="*/ 1973580 h 2297429"/>
                <a:gd name="connsiteX9907" fmla="*/ 547688 w 3006089"/>
                <a:gd name="connsiteY9907" fmla="*/ 1972151 h 2297429"/>
                <a:gd name="connsiteX9908" fmla="*/ 548640 w 3006089"/>
                <a:gd name="connsiteY9908" fmla="*/ 1971675 h 2297429"/>
                <a:gd name="connsiteX9909" fmla="*/ 547688 w 3006089"/>
                <a:gd name="connsiteY9909" fmla="*/ 1969770 h 2297429"/>
                <a:gd name="connsiteX9910" fmla="*/ 543401 w 3006089"/>
                <a:gd name="connsiteY9910" fmla="*/ 1964531 h 2297429"/>
                <a:gd name="connsiteX9911" fmla="*/ 537686 w 3006089"/>
                <a:gd name="connsiteY9911" fmla="*/ 1957388 h 2297429"/>
                <a:gd name="connsiteX9912" fmla="*/ 534829 w 3006089"/>
                <a:gd name="connsiteY9912" fmla="*/ 1953101 h 2297429"/>
                <a:gd name="connsiteX9913" fmla="*/ 531019 w 3006089"/>
                <a:gd name="connsiteY9913" fmla="*/ 1946434 h 2297429"/>
                <a:gd name="connsiteX9914" fmla="*/ 529114 w 3006089"/>
                <a:gd name="connsiteY9914" fmla="*/ 1943576 h 2297429"/>
                <a:gd name="connsiteX9915" fmla="*/ 527209 w 3006089"/>
                <a:gd name="connsiteY9915" fmla="*/ 1942624 h 2297429"/>
                <a:gd name="connsiteX9916" fmla="*/ 524351 w 3006089"/>
                <a:gd name="connsiteY9916" fmla="*/ 1942148 h 2297429"/>
                <a:gd name="connsiteX9917" fmla="*/ 516731 w 3006089"/>
                <a:gd name="connsiteY9917" fmla="*/ 1941195 h 2297429"/>
                <a:gd name="connsiteX9918" fmla="*/ 504349 w 3006089"/>
                <a:gd name="connsiteY9918" fmla="*/ 1937861 h 2297429"/>
                <a:gd name="connsiteX9919" fmla="*/ 487204 w 3006089"/>
                <a:gd name="connsiteY9919" fmla="*/ 1935004 h 2297429"/>
                <a:gd name="connsiteX9920" fmla="*/ 470535 w 3006089"/>
                <a:gd name="connsiteY9920" fmla="*/ 1929289 h 2297429"/>
                <a:gd name="connsiteX9921" fmla="*/ 452914 w 3006089"/>
                <a:gd name="connsiteY9921" fmla="*/ 1921193 h 2297429"/>
                <a:gd name="connsiteX9922" fmla="*/ 445770 w 3006089"/>
                <a:gd name="connsiteY9922" fmla="*/ 1919288 h 2297429"/>
                <a:gd name="connsiteX9923" fmla="*/ 439579 w 3006089"/>
                <a:gd name="connsiteY9923" fmla="*/ 1919288 h 2297429"/>
                <a:gd name="connsiteX9924" fmla="*/ 434816 w 3006089"/>
                <a:gd name="connsiteY9924" fmla="*/ 1920716 h 2297429"/>
                <a:gd name="connsiteX9925" fmla="*/ 432911 w 3006089"/>
                <a:gd name="connsiteY9925" fmla="*/ 1922145 h 2297429"/>
                <a:gd name="connsiteX9926" fmla="*/ 431483 w 3006089"/>
                <a:gd name="connsiteY9926" fmla="*/ 1924526 h 2297429"/>
                <a:gd name="connsiteX9927" fmla="*/ 431483 w 3006089"/>
                <a:gd name="connsiteY9927" fmla="*/ 1926431 h 2297429"/>
                <a:gd name="connsiteX9928" fmla="*/ 434340 w 3006089"/>
                <a:gd name="connsiteY9928" fmla="*/ 1930241 h 2297429"/>
                <a:gd name="connsiteX9929" fmla="*/ 438626 w 3006089"/>
                <a:gd name="connsiteY9929" fmla="*/ 1934051 h 2297429"/>
                <a:gd name="connsiteX9930" fmla="*/ 441484 w 3006089"/>
                <a:gd name="connsiteY9930" fmla="*/ 1935004 h 2297429"/>
                <a:gd name="connsiteX9931" fmla="*/ 444817 w 3006089"/>
                <a:gd name="connsiteY9931" fmla="*/ 1935480 h 2297429"/>
                <a:gd name="connsiteX9932" fmla="*/ 448151 w 3006089"/>
                <a:gd name="connsiteY9932" fmla="*/ 1935004 h 2297429"/>
                <a:gd name="connsiteX9933" fmla="*/ 452914 w 3006089"/>
                <a:gd name="connsiteY9933" fmla="*/ 1933575 h 2297429"/>
                <a:gd name="connsiteX9934" fmla="*/ 452438 w 3006089"/>
                <a:gd name="connsiteY9934" fmla="*/ 1931670 h 2297429"/>
                <a:gd name="connsiteX9935" fmla="*/ 452438 w 3006089"/>
                <a:gd name="connsiteY9935" fmla="*/ 1930241 h 2297429"/>
                <a:gd name="connsiteX9936" fmla="*/ 460058 w 3006089"/>
                <a:gd name="connsiteY9936" fmla="*/ 1930718 h 2297429"/>
                <a:gd name="connsiteX9937" fmla="*/ 461963 w 3006089"/>
                <a:gd name="connsiteY9937" fmla="*/ 1931194 h 2297429"/>
                <a:gd name="connsiteX9938" fmla="*/ 459581 w 3006089"/>
                <a:gd name="connsiteY9938" fmla="*/ 1933099 h 2297429"/>
                <a:gd name="connsiteX9939" fmla="*/ 459581 w 3006089"/>
                <a:gd name="connsiteY9939" fmla="*/ 1935004 h 2297429"/>
                <a:gd name="connsiteX9940" fmla="*/ 460534 w 3006089"/>
                <a:gd name="connsiteY9940" fmla="*/ 1937861 h 2297429"/>
                <a:gd name="connsiteX9941" fmla="*/ 460534 w 3006089"/>
                <a:gd name="connsiteY9941" fmla="*/ 1938814 h 2297429"/>
                <a:gd name="connsiteX9942" fmla="*/ 457200 w 3006089"/>
                <a:gd name="connsiteY9942" fmla="*/ 1935956 h 2297429"/>
                <a:gd name="connsiteX9943" fmla="*/ 454819 w 3006089"/>
                <a:gd name="connsiteY9943" fmla="*/ 1935480 h 2297429"/>
                <a:gd name="connsiteX9944" fmla="*/ 448151 w 3006089"/>
                <a:gd name="connsiteY9944" fmla="*/ 1935956 h 2297429"/>
                <a:gd name="connsiteX9945" fmla="*/ 446722 w 3006089"/>
                <a:gd name="connsiteY9945" fmla="*/ 1936433 h 2297429"/>
                <a:gd name="connsiteX9946" fmla="*/ 445770 w 3006089"/>
                <a:gd name="connsiteY9946" fmla="*/ 1937385 h 2297429"/>
                <a:gd name="connsiteX9947" fmla="*/ 443865 w 3006089"/>
                <a:gd name="connsiteY9947" fmla="*/ 1941671 h 2297429"/>
                <a:gd name="connsiteX9948" fmla="*/ 444341 w 3006089"/>
                <a:gd name="connsiteY9948" fmla="*/ 1942624 h 2297429"/>
                <a:gd name="connsiteX9949" fmla="*/ 447675 w 3006089"/>
                <a:gd name="connsiteY9949" fmla="*/ 1943100 h 2297429"/>
                <a:gd name="connsiteX9950" fmla="*/ 448151 w 3006089"/>
                <a:gd name="connsiteY9950" fmla="*/ 1944053 h 2297429"/>
                <a:gd name="connsiteX9951" fmla="*/ 448627 w 3006089"/>
                <a:gd name="connsiteY9951" fmla="*/ 1947863 h 2297429"/>
                <a:gd name="connsiteX9952" fmla="*/ 447199 w 3006089"/>
                <a:gd name="connsiteY9952" fmla="*/ 1950720 h 2297429"/>
                <a:gd name="connsiteX9953" fmla="*/ 447675 w 3006089"/>
                <a:gd name="connsiteY9953" fmla="*/ 1951673 h 2297429"/>
                <a:gd name="connsiteX9954" fmla="*/ 449104 w 3006089"/>
                <a:gd name="connsiteY9954" fmla="*/ 1952149 h 2297429"/>
                <a:gd name="connsiteX9955" fmla="*/ 450533 w 3006089"/>
                <a:gd name="connsiteY9955" fmla="*/ 1952149 h 2297429"/>
                <a:gd name="connsiteX9956" fmla="*/ 453866 w 3006089"/>
                <a:gd name="connsiteY9956" fmla="*/ 1950244 h 2297429"/>
                <a:gd name="connsiteX9957" fmla="*/ 461010 w 3006089"/>
                <a:gd name="connsiteY9957" fmla="*/ 1950244 h 2297429"/>
                <a:gd name="connsiteX9958" fmla="*/ 462439 w 3006089"/>
                <a:gd name="connsiteY9958" fmla="*/ 1951673 h 2297429"/>
                <a:gd name="connsiteX9959" fmla="*/ 463391 w 3006089"/>
                <a:gd name="connsiteY9959" fmla="*/ 1953578 h 2297429"/>
                <a:gd name="connsiteX9960" fmla="*/ 464820 w 3006089"/>
                <a:gd name="connsiteY9960" fmla="*/ 1955006 h 2297429"/>
                <a:gd name="connsiteX9961" fmla="*/ 466725 w 3006089"/>
                <a:gd name="connsiteY9961" fmla="*/ 1954054 h 2297429"/>
                <a:gd name="connsiteX9962" fmla="*/ 467201 w 3006089"/>
                <a:gd name="connsiteY9962" fmla="*/ 1953101 h 2297429"/>
                <a:gd name="connsiteX9963" fmla="*/ 467201 w 3006089"/>
                <a:gd name="connsiteY9963" fmla="*/ 1951673 h 2297429"/>
                <a:gd name="connsiteX9964" fmla="*/ 467677 w 3006089"/>
                <a:gd name="connsiteY9964" fmla="*/ 1951196 h 2297429"/>
                <a:gd name="connsiteX9965" fmla="*/ 468630 w 3006089"/>
                <a:gd name="connsiteY9965" fmla="*/ 1952149 h 2297429"/>
                <a:gd name="connsiteX9966" fmla="*/ 469583 w 3006089"/>
                <a:gd name="connsiteY9966" fmla="*/ 1953101 h 2297429"/>
                <a:gd name="connsiteX9967" fmla="*/ 470059 w 3006089"/>
                <a:gd name="connsiteY9967" fmla="*/ 1954054 h 2297429"/>
                <a:gd name="connsiteX9968" fmla="*/ 470059 w 3006089"/>
                <a:gd name="connsiteY9968" fmla="*/ 1955006 h 2297429"/>
                <a:gd name="connsiteX9969" fmla="*/ 469106 w 3006089"/>
                <a:gd name="connsiteY9969" fmla="*/ 1957388 h 2297429"/>
                <a:gd name="connsiteX9970" fmla="*/ 469583 w 3006089"/>
                <a:gd name="connsiteY9970" fmla="*/ 1959293 h 2297429"/>
                <a:gd name="connsiteX9971" fmla="*/ 470535 w 3006089"/>
                <a:gd name="connsiteY9971" fmla="*/ 1961198 h 2297429"/>
                <a:gd name="connsiteX9972" fmla="*/ 472440 w 3006089"/>
                <a:gd name="connsiteY9972" fmla="*/ 1962626 h 2297429"/>
                <a:gd name="connsiteX9973" fmla="*/ 474821 w 3006089"/>
                <a:gd name="connsiteY9973" fmla="*/ 1963103 h 2297429"/>
                <a:gd name="connsiteX9974" fmla="*/ 477202 w 3006089"/>
                <a:gd name="connsiteY9974" fmla="*/ 1962626 h 2297429"/>
                <a:gd name="connsiteX9975" fmla="*/ 478155 w 3006089"/>
                <a:gd name="connsiteY9975" fmla="*/ 1961674 h 2297429"/>
                <a:gd name="connsiteX9976" fmla="*/ 479108 w 3006089"/>
                <a:gd name="connsiteY9976" fmla="*/ 1960245 h 2297429"/>
                <a:gd name="connsiteX9977" fmla="*/ 480060 w 3006089"/>
                <a:gd name="connsiteY9977" fmla="*/ 1959769 h 2297429"/>
                <a:gd name="connsiteX9978" fmla="*/ 481965 w 3006089"/>
                <a:gd name="connsiteY9978" fmla="*/ 1960721 h 2297429"/>
                <a:gd name="connsiteX9979" fmla="*/ 485299 w 3006089"/>
                <a:gd name="connsiteY9979" fmla="*/ 1961674 h 2297429"/>
                <a:gd name="connsiteX9980" fmla="*/ 487204 w 3006089"/>
                <a:gd name="connsiteY9980" fmla="*/ 1963103 h 2297429"/>
                <a:gd name="connsiteX9981" fmla="*/ 490061 w 3006089"/>
                <a:gd name="connsiteY9981" fmla="*/ 1967865 h 2297429"/>
                <a:gd name="connsiteX9982" fmla="*/ 491014 w 3006089"/>
                <a:gd name="connsiteY9982" fmla="*/ 1969294 h 2297429"/>
                <a:gd name="connsiteX9983" fmla="*/ 491966 w 3006089"/>
                <a:gd name="connsiteY9983" fmla="*/ 1969770 h 2297429"/>
                <a:gd name="connsiteX9984" fmla="*/ 493871 w 3006089"/>
                <a:gd name="connsiteY9984" fmla="*/ 1969770 h 2297429"/>
                <a:gd name="connsiteX9985" fmla="*/ 495776 w 3006089"/>
                <a:gd name="connsiteY9985" fmla="*/ 1971675 h 2297429"/>
                <a:gd name="connsiteX9986" fmla="*/ 497681 w 3006089"/>
                <a:gd name="connsiteY9986" fmla="*/ 1972628 h 2297429"/>
                <a:gd name="connsiteX9987" fmla="*/ 504825 w 3006089"/>
                <a:gd name="connsiteY9987" fmla="*/ 1972151 h 2297429"/>
                <a:gd name="connsiteX9988" fmla="*/ 503872 w 3006089"/>
                <a:gd name="connsiteY9988" fmla="*/ 1973104 h 2297429"/>
                <a:gd name="connsiteX9989" fmla="*/ 494347 w 3006089"/>
                <a:gd name="connsiteY9989" fmla="*/ 1974533 h 2297429"/>
                <a:gd name="connsiteX9990" fmla="*/ 491014 w 3006089"/>
                <a:gd name="connsiteY9990" fmla="*/ 1975961 h 2297429"/>
                <a:gd name="connsiteX9991" fmla="*/ 490538 w 3006089"/>
                <a:gd name="connsiteY9991" fmla="*/ 1976438 h 2297429"/>
                <a:gd name="connsiteX9992" fmla="*/ 490538 w 3006089"/>
                <a:gd name="connsiteY9992" fmla="*/ 1977866 h 2297429"/>
                <a:gd name="connsiteX9993" fmla="*/ 491014 w 3006089"/>
                <a:gd name="connsiteY9993" fmla="*/ 1983105 h 2297429"/>
                <a:gd name="connsiteX9994" fmla="*/ 491966 w 3006089"/>
                <a:gd name="connsiteY9994" fmla="*/ 1984058 h 2297429"/>
                <a:gd name="connsiteX9995" fmla="*/ 492442 w 3006089"/>
                <a:gd name="connsiteY9995" fmla="*/ 1984058 h 2297429"/>
                <a:gd name="connsiteX9996" fmla="*/ 494347 w 3006089"/>
                <a:gd name="connsiteY9996" fmla="*/ 1981676 h 2297429"/>
                <a:gd name="connsiteX9997" fmla="*/ 495300 w 3006089"/>
                <a:gd name="connsiteY9997" fmla="*/ 1981676 h 2297429"/>
                <a:gd name="connsiteX9998" fmla="*/ 499110 w 3006089"/>
                <a:gd name="connsiteY9998" fmla="*/ 1984534 h 2297429"/>
                <a:gd name="connsiteX9999" fmla="*/ 500063 w 3006089"/>
                <a:gd name="connsiteY9999" fmla="*/ 1984058 h 2297429"/>
                <a:gd name="connsiteX10000" fmla="*/ 500539 w 3006089"/>
                <a:gd name="connsiteY10000" fmla="*/ 1982153 h 2297429"/>
                <a:gd name="connsiteX10001" fmla="*/ 501491 w 3006089"/>
                <a:gd name="connsiteY10001" fmla="*/ 1981676 h 2297429"/>
                <a:gd name="connsiteX10002" fmla="*/ 503872 w 3006089"/>
                <a:gd name="connsiteY10002" fmla="*/ 1983105 h 2297429"/>
                <a:gd name="connsiteX10003" fmla="*/ 506254 w 3006089"/>
                <a:gd name="connsiteY10003" fmla="*/ 1982629 h 2297429"/>
                <a:gd name="connsiteX10004" fmla="*/ 507206 w 3006089"/>
                <a:gd name="connsiteY10004" fmla="*/ 1983105 h 2297429"/>
                <a:gd name="connsiteX10005" fmla="*/ 508159 w 3006089"/>
                <a:gd name="connsiteY10005" fmla="*/ 1984534 h 2297429"/>
                <a:gd name="connsiteX10006" fmla="*/ 509111 w 3006089"/>
                <a:gd name="connsiteY10006" fmla="*/ 1985010 h 2297429"/>
                <a:gd name="connsiteX10007" fmla="*/ 511969 w 3006089"/>
                <a:gd name="connsiteY10007" fmla="*/ 1983581 h 2297429"/>
                <a:gd name="connsiteX10008" fmla="*/ 511969 w 3006089"/>
                <a:gd name="connsiteY10008" fmla="*/ 1984534 h 2297429"/>
                <a:gd name="connsiteX10009" fmla="*/ 510540 w 3006089"/>
                <a:gd name="connsiteY10009" fmla="*/ 1988344 h 2297429"/>
                <a:gd name="connsiteX10010" fmla="*/ 511492 w 3006089"/>
                <a:gd name="connsiteY10010" fmla="*/ 1990249 h 2297429"/>
                <a:gd name="connsiteX10011" fmla="*/ 512445 w 3006089"/>
                <a:gd name="connsiteY10011" fmla="*/ 1990249 h 2297429"/>
                <a:gd name="connsiteX10012" fmla="*/ 515302 w 3006089"/>
                <a:gd name="connsiteY10012" fmla="*/ 1989296 h 2297429"/>
                <a:gd name="connsiteX10013" fmla="*/ 516731 w 3006089"/>
                <a:gd name="connsiteY10013" fmla="*/ 1990249 h 2297429"/>
                <a:gd name="connsiteX10014" fmla="*/ 519113 w 3006089"/>
                <a:gd name="connsiteY10014" fmla="*/ 1993106 h 2297429"/>
                <a:gd name="connsiteX10015" fmla="*/ 520065 w 3006089"/>
                <a:gd name="connsiteY10015" fmla="*/ 1993583 h 2297429"/>
                <a:gd name="connsiteX10016" fmla="*/ 521494 w 3006089"/>
                <a:gd name="connsiteY10016" fmla="*/ 1993583 h 2297429"/>
                <a:gd name="connsiteX10017" fmla="*/ 521970 w 3006089"/>
                <a:gd name="connsiteY10017" fmla="*/ 1994059 h 2297429"/>
                <a:gd name="connsiteX10018" fmla="*/ 520065 w 3006089"/>
                <a:gd name="connsiteY10018" fmla="*/ 1995964 h 2297429"/>
                <a:gd name="connsiteX10019" fmla="*/ 516255 w 3006089"/>
                <a:gd name="connsiteY10019" fmla="*/ 1997393 h 2297429"/>
                <a:gd name="connsiteX10020" fmla="*/ 515779 w 3006089"/>
                <a:gd name="connsiteY10020" fmla="*/ 1997869 h 2297429"/>
                <a:gd name="connsiteX10021" fmla="*/ 521494 w 3006089"/>
                <a:gd name="connsiteY10021" fmla="*/ 2000726 h 2297429"/>
                <a:gd name="connsiteX10022" fmla="*/ 525304 w 3006089"/>
                <a:gd name="connsiteY10022" fmla="*/ 2004060 h 2297429"/>
                <a:gd name="connsiteX10023" fmla="*/ 527209 w 3006089"/>
                <a:gd name="connsiteY10023" fmla="*/ 2005013 h 2297429"/>
                <a:gd name="connsiteX10024" fmla="*/ 528161 w 3006089"/>
                <a:gd name="connsiteY10024" fmla="*/ 2004536 h 2297429"/>
                <a:gd name="connsiteX10025" fmla="*/ 531495 w 3006089"/>
                <a:gd name="connsiteY10025" fmla="*/ 2002155 h 2297429"/>
                <a:gd name="connsiteX10026" fmla="*/ 538163 w 3006089"/>
                <a:gd name="connsiteY10026" fmla="*/ 2002631 h 2297429"/>
                <a:gd name="connsiteX10027" fmla="*/ 546259 w 3006089"/>
                <a:gd name="connsiteY10027" fmla="*/ 2001679 h 2297429"/>
                <a:gd name="connsiteX10028" fmla="*/ 547211 w 3006089"/>
                <a:gd name="connsiteY10028" fmla="*/ 2000726 h 2297429"/>
                <a:gd name="connsiteX10029" fmla="*/ 548640 w 3006089"/>
                <a:gd name="connsiteY10029" fmla="*/ 1998821 h 2297429"/>
                <a:gd name="connsiteX10030" fmla="*/ 549593 w 3006089"/>
                <a:gd name="connsiteY10030" fmla="*/ 1995964 h 2297429"/>
                <a:gd name="connsiteX10031" fmla="*/ 550069 w 3006089"/>
                <a:gd name="connsiteY10031" fmla="*/ 1993106 h 2297429"/>
                <a:gd name="connsiteX10032" fmla="*/ 550545 w 3006089"/>
                <a:gd name="connsiteY10032" fmla="*/ 1992630 h 2297429"/>
                <a:gd name="connsiteX10033" fmla="*/ 551021 w 3006089"/>
                <a:gd name="connsiteY10033" fmla="*/ 1995964 h 2297429"/>
                <a:gd name="connsiteX10034" fmla="*/ 550545 w 3006089"/>
                <a:gd name="connsiteY10034" fmla="*/ 1998345 h 2297429"/>
                <a:gd name="connsiteX10035" fmla="*/ 549593 w 3006089"/>
                <a:gd name="connsiteY10035" fmla="*/ 2000726 h 2297429"/>
                <a:gd name="connsiteX10036" fmla="*/ 546735 w 3006089"/>
                <a:gd name="connsiteY10036" fmla="*/ 2004060 h 2297429"/>
                <a:gd name="connsiteX10037" fmla="*/ 540068 w 3006089"/>
                <a:gd name="connsiteY10037" fmla="*/ 2009775 h 2297429"/>
                <a:gd name="connsiteX10038" fmla="*/ 540068 w 3006089"/>
                <a:gd name="connsiteY10038" fmla="*/ 2010728 h 2297429"/>
                <a:gd name="connsiteX10039" fmla="*/ 540544 w 3006089"/>
                <a:gd name="connsiteY10039" fmla="*/ 2012633 h 2297429"/>
                <a:gd name="connsiteX10040" fmla="*/ 543877 w 3006089"/>
                <a:gd name="connsiteY10040" fmla="*/ 2014538 h 2297429"/>
                <a:gd name="connsiteX10041" fmla="*/ 549116 w 3006089"/>
                <a:gd name="connsiteY10041" fmla="*/ 2016919 h 2297429"/>
                <a:gd name="connsiteX10042" fmla="*/ 555308 w 3006089"/>
                <a:gd name="connsiteY10042" fmla="*/ 2019300 h 2297429"/>
                <a:gd name="connsiteX10043" fmla="*/ 565785 w 3006089"/>
                <a:gd name="connsiteY10043" fmla="*/ 2022634 h 2297429"/>
                <a:gd name="connsiteX10044" fmla="*/ 574834 w 3006089"/>
                <a:gd name="connsiteY10044" fmla="*/ 2025968 h 2297429"/>
                <a:gd name="connsiteX10045" fmla="*/ 581501 w 3006089"/>
                <a:gd name="connsiteY10045" fmla="*/ 2028349 h 2297429"/>
                <a:gd name="connsiteX10046" fmla="*/ 592455 w 3006089"/>
                <a:gd name="connsiteY10046" fmla="*/ 2030730 h 2297429"/>
                <a:gd name="connsiteX10047" fmla="*/ 593408 w 3006089"/>
                <a:gd name="connsiteY10047" fmla="*/ 2031206 h 2297429"/>
                <a:gd name="connsiteX10048" fmla="*/ 594836 w 3006089"/>
                <a:gd name="connsiteY10048" fmla="*/ 2030254 h 2297429"/>
                <a:gd name="connsiteX10049" fmla="*/ 596741 w 3006089"/>
                <a:gd name="connsiteY10049" fmla="*/ 2027873 h 2297429"/>
                <a:gd name="connsiteX10050" fmla="*/ 598170 w 3006089"/>
                <a:gd name="connsiteY10050" fmla="*/ 2026920 h 2297429"/>
                <a:gd name="connsiteX10051" fmla="*/ 601980 w 3006089"/>
                <a:gd name="connsiteY10051" fmla="*/ 2027873 h 2297429"/>
                <a:gd name="connsiteX10052" fmla="*/ 602933 w 3006089"/>
                <a:gd name="connsiteY10052" fmla="*/ 2027873 h 2297429"/>
                <a:gd name="connsiteX10053" fmla="*/ 603885 w 3006089"/>
                <a:gd name="connsiteY10053" fmla="*/ 2025968 h 2297429"/>
                <a:gd name="connsiteX10054" fmla="*/ 601027 w 3006089"/>
                <a:gd name="connsiteY10054" fmla="*/ 2019300 h 2297429"/>
                <a:gd name="connsiteX10055" fmla="*/ 599599 w 3006089"/>
                <a:gd name="connsiteY10055" fmla="*/ 2015014 h 2297429"/>
                <a:gd name="connsiteX10056" fmla="*/ 373380 w 3006089"/>
                <a:gd name="connsiteY10056" fmla="*/ 1800225 h 2297429"/>
                <a:gd name="connsiteX10057" fmla="*/ 368141 w 3006089"/>
                <a:gd name="connsiteY10057" fmla="*/ 1796891 h 2297429"/>
                <a:gd name="connsiteX10058" fmla="*/ 361474 w 3006089"/>
                <a:gd name="connsiteY10058" fmla="*/ 1793558 h 2297429"/>
                <a:gd name="connsiteX10059" fmla="*/ 359569 w 3006089"/>
                <a:gd name="connsiteY10059" fmla="*/ 1793081 h 2297429"/>
                <a:gd name="connsiteX10060" fmla="*/ 357188 w 3006089"/>
                <a:gd name="connsiteY10060" fmla="*/ 1796891 h 2297429"/>
                <a:gd name="connsiteX10061" fmla="*/ 360997 w 3006089"/>
                <a:gd name="connsiteY10061" fmla="*/ 1799273 h 2297429"/>
                <a:gd name="connsiteX10062" fmla="*/ 364808 w 3006089"/>
                <a:gd name="connsiteY10062" fmla="*/ 1803083 h 2297429"/>
                <a:gd name="connsiteX10063" fmla="*/ 370046 w 3006089"/>
                <a:gd name="connsiteY10063" fmla="*/ 1805940 h 2297429"/>
                <a:gd name="connsiteX10064" fmla="*/ 377666 w 3006089"/>
                <a:gd name="connsiteY10064" fmla="*/ 1813560 h 2297429"/>
                <a:gd name="connsiteX10065" fmla="*/ 380047 w 3006089"/>
                <a:gd name="connsiteY10065" fmla="*/ 1814036 h 2297429"/>
                <a:gd name="connsiteX10066" fmla="*/ 380524 w 3006089"/>
                <a:gd name="connsiteY10066" fmla="*/ 1814036 h 2297429"/>
                <a:gd name="connsiteX10067" fmla="*/ 383381 w 3006089"/>
                <a:gd name="connsiteY10067" fmla="*/ 1811655 h 2297429"/>
                <a:gd name="connsiteX10068" fmla="*/ 383858 w 3006089"/>
                <a:gd name="connsiteY10068" fmla="*/ 1810226 h 2297429"/>
                <a:gd name="connsiteX10069" fmla="*/ 377190 w 3006089"/>
                <a:gd name="connsiteY10069" fmla="*/ 1801654 h 2297429"/>
                <a:gd name="connsiteX10070" fmla="*/ 373380 w 3006089"/>
                <a:gd name="connsiteY10070" fmla="*/ 1800225 h 2297429"/>
                <a:gd name="connsiteX10071" fmla="*/ 673418 w 3006089"/>
                <a:gd name="connsiteY10071" fmla="*/ 561499 h 2297429"/>
                <a:gd name="connsiteX10072" fmla="*/ 672941 w 3006089"/>
                <a:gd name="connsiteY10072" fmla="*/ 563404 h 2297429"/>
                <a:gd name="connsiteX10073" fmla="*/ 675799 w 3006089"/>
                <a:gd name="connsiteY10073" fmla="*/ 564356 h 2297429"/>
                <a:gd name="connsiteX10074" fmla="*/ 678656 w 3006089"/>
                <a:gd name="connsiteY10074" fmla="*/ 563880 h 2297429"/>
                <a:gd name="connsiteX10075" fmla="*/ 681038 w 3006089"/>
                <a:gd name="connsiteY10075" fmla="*/ 562451 h 2297429"/>
                <a:gd name="connsiteX10076" fmla="*/ 682943 w 3006089"/>
                <a:gd name="connsiteY10076" fmla="*/ 561023 h 2297429"/>
                <a:gd name="connsiteX10077" fmla="*/ 683895 w 3006089"/>
                <a:gd name="connsiteY10077" fmla="*/ 559118 h 2297429"/>
                <a:gd name="connsiteX10078" fmla="*/ 684847 w 3006089"/>
                <a:gd name="connsiteY10078" fmla="*/ 557213 h 2297429"/>
                <a:gd name="connsiteX10079" fmla="*/ 685324 w 3006089"/>
                <a:gd name="connsiteY10079" fmla="*/ 552926 h 2297429"/>
                <a:gd name="connsiteX10080" fmla="*/ 684847 w 3006089"/>
                <a:gd name="connsiteY10080" fmla="*/ 551498 h 2297429"/>
                <a:gd name="connsiteX10081" fmla="*/ 683895 w 3006089"/>
                <a:gd name="connsiteY10081" fmla="*/ 551021 h 2297429"/>
                <a:gd name="connsiteX10082" fmla="*/ 681038 w 3006089"/>
                <a:gd name="connsiteY10082" fmla="*/ 551498 h 2297429"/>
                <a:gd name="connsiteX10083" fmla="*/ 679133 w 3006089"/>
                <a:gd name="connsiteY10083" fmla="*/ 553403 h 2297429"/>
                <a:gd name="connsiteX10084" fmla="*/ 680085 w 3006089"/>
                <a:gd name="connsiteY10084" fmla="*/ 554831 h 2297429"/>
                <a:gd name="connsiteX10085" fmla="*/ 680085 w 3006089"/>
                <a:gd name="connsiteY10085" fmla="*/ 555784 h 2297429"/>
                <a:gd name="connsiteX10086" fmla="*/ 679609 w 3006089"/>
                <a:gd name="connsiteY10086" fmla="*/ 557213 h 2297429"/>
                <a:gd name="connsiteX10087" fmla="*/ 673418 w 3006089"/>
                <a:gd name="connsiteY10087" fmla="*/ 561499 h 2297429"/>
                <a:gd name="connsiteX10088" fmla="*/ 335756 w 3006089"/>
                <a:gd name="connsiteY10088" fmla="*/ 1854518 h 2297429"/>
                <a:gd name="connsiteX10089" fmla="*/ 331946 w 3006089"/>
                <a:gd name="connsiteY10089" fmla="*/ 1854518 h 2297429"/>
                <a:gd name="connsiteX10090" fmla="*/ 330041 w 3006089"/>
                <a:gd name="connsiteY10090" fmla="*/ 1854041 h 2297429"/>
                <a:gd name="connsiteX10091" fmla="*/ 329565 w 3006089"/>
                <a:gd name="connsiteY10091" fmla="*/ 1853565 h 2297429"/>
                <a:gd name="connsiteX10092" fmla="*/ 331946 w 3006089"/>
                <a:gd name="connsiteY10092" fmla="*/ 1850231 h 2297429"/>
                <a:gd name="connsiteX10093" fmla="*/ 331946 w 3006089"/>
                <a:gd name="connsiteY10093" fmla="*/ 1849279 h 2297429"/>
                <a:gd name="connsiteX10094" fmla="*/ 331470 w 3006089"/>
                <a:gd name="connsiteY10094" fmla="*/ 1848803 h 2297429"/>
                <a:gd name="connsiteX10095" fmla="*/ 327660 w 3006089"/>
                <a:gd name="connsiteY10095" fmla="*/ 1849279 h 2297429"/>
                <a:gd name="connsiteX10096" fmla="*/ 326231 w 3006089"/>
                <a:gd name="connsiteY10096" fmla="*/ 1848803 h 2297429"/>
                <a:gd name="connsiteX10097" fmla="*/ 325755 w 3006089"/>
                <a:gd name="connsiteY10097" fmla="*/ 1847374 h 2297429"/>
                <a:gd name="connsiteX10098" fmla="*/ 320992 w 3006089"/>
                <a:gd name="connsiteY10098" fmla="*/ 1841659 h 2297429"/>
                <a:gd name="connsiteX10099" fmla="*/ 321469 w 3006089"/>
                <a:gd name="connsiteY10099" fmla="*/ 1839754 h 2297429"/>
                <a:gd name="connsiteX10100" fmla="*/ 325279 w 3006089"/>
                <a:gd name="connsiteY10100" fmla="*/ 1836420 h 2297429"/>
                <a:gd name="connsiteX10101" fmla="*/ 320040 w 3006089"/>
                <a:gd name="connsiteY10101" fmla="*/ 1834515 h 2297429"/>
                <a:gd name="connsiteX10102" fmla="*/ 316230 w 3006089"/>
                <a:gd name="connsiteY10102" fmla="*/ 1834039 h 2297429"/>
                <a:gd name="connsiteX10103" fmla="*/ 313372 w 3006089"/>
                <a:gd name="connsiteY10103" fmla="*/ 1831181 h 2297429"/>
                <a:gd name="connsiteX10104" fmla="*/ 310039 w 3006089"/>
                <a:gd name="connsiteY10104" fmla="*/ 1828800 h 2297429"/>
                <a:gd name="connsiteX10105" fmla="*/ 307658 w 3006089"/>
                <a:gd name="connsiteY10105" fmla="*/ 1828324 h 2297429"/>
                <a:gd name="connsiteX10106" fmla="*/ 309563 w 3006089"/>
                <a:gd name="connsiteY10106" fmla="*/ 1826895 h 2297429"/>
                <a:gd name="connsiteX10107" fmla="*/ 310991 w 3006089"/>
                <a:gd name="connsiteY10107" fmla="*/ 1826419 h 2297429"/>
                <a:gd name="connsiteX10108" fmla="*/ 313849 w 3006089"/>
                <a:gd name="connsiteY10108" fmla="*/ 1827848 h 2297429"/>
                <a:gd name="connsiteX10109" fmla="*/ 319088 w 3006089"/>
                <a:gd name="connsiteY10109" fmla="*/ 1825943 h 2297429"/>
                <a:gd name="connsiteX10110" fmla="*/ 319564 w 3006089"/>
                <a:gd name="connsiteY10110" fmla="*/ 1821656 h 2297429"/>
                <a:gd name="connsiteX10111" fmla="*/ 318611 w 3006089"/>
                <a:gd name="connsiteY10111" fmla="*/ 1817846 h 2297429"/>
                <a:gd name="connsiteX10112" fmla="*/ 315277 w 3006089"/>
                <a:gd name="connsiteY10112" fmla="*/ 1813560 h 2297429"/>
                <a:gd name="connsiteX10113" fmla="*/ 311944 w 3006089"/>
                <a:gd name="connsiteY10113" fmla="*/ 1812131 h 2297429"/>
                <a:gd name="connsiteX10114" fmla="*/ 310515 w 3006089"/>
                <a:gd name="connsiteY10114" fmla="*/ 1812131 h 2297429"/>
                <a:gd name="connsiteX10115" fmla="*/ 307181 w 3006089"/>
                <a:gd name="connsiteY10115" fmla="*/ 1813560 h 2297429"/>
                <a:gd name="connsiteX10116" fmla="*/ 305752 w 3006089"/>
                <a:gd name="connsiteY10116" fmla="*/ 1814513 h 2297429"/>
                <a:gd name="connsiteX10117" fmla="*/ 301942 w 3006089"/>
                <a:gd name="connsiteY10117" fmla="*/ 1815465 h 2297429"/>
                <a:gd name="connsiteX10118" fmla="*/ 295275 w 3006089"/>
                <a:gd name="connsiteY10118" fmla="*/ 1816418 h 2297429"/>
                <a:gd name="connsiteX10119" fmla="*/ 289084 w 3006089"/>
                <a:gd name="connsiteY10119" fmla="*/ 1815941 h 2297429"/>
                <a:gd name="connsiteX10120" fmla="*/ 288131 w 3006089"/>
                <a:gd name="connsiteY10120" fmla="*/ 1816418 h 2297429"/>
                <a:gd name="connsiteX10121" fmla="*/ 289560 w 3006089"/>
                <a:gd name="connsiteY10121" fmla="*/ 1818799 h 2297429"/>
                <a:gd name="connsiteX10122" fmla="*/ 290989 w 3006089"/>
                <a:gd name="connsiteY10122" fmla="*/ 1819275 h 2297429"/>
                <a:gd name="connsiteX10123" fmla="*/ 301942 w 3006089"/>
                <a:gd name="connsiteY10123" fmla="*/ 1822609 h 2297429"/>
                <a:gd name="connsiteX10124" fmla="*/ 301942 w 3006089"/>
                <a:gd name="connsiteY10124" fmla="*/ 1824514 h 2297429"/>
                <a:gd name="connsiteX10125" fmla="*/ 299085 w 3006089"/>
                <a:gd name="connsiteY10125" fmla="*/ 1824990 h 2297429"/>
                <a:gd name="connsiteX10126" fmla="*/ 298133 w 3006089"/>
                <a:gd name="connsiteY10126" fmla="*/ 1825466 h 2297429"/>
                <a:gd name="connsiteX10127" fmla="*/ 298133 w 3006089"/>
                <a:gd name="connsiteY10127" fmla="*/ 1826895 h 2297429"/>
                <a:gd name="connsiteX10128" fmla="*/ 299085 w 3006089"/>
                <a:gd name="connsiteY10128" fmla="*/ 1828800 h 2297429"/>
                <a:gd name="connsiteX10129" fmla="*/ 301466 w 3006089"/>
                <a:gd name="connsiteY10129" fmla="*/ 1832610 h 2297429"/>
                <a:gd name="connsiteX10130" fmla="*/ 303847 w 3006089"/>
                <a:gd name="connsiteY10130" fmla="*/ 1834039 h 2297429"/>
                <a:gd name="connsiteX10131" fmla="*/ 313372 w 3006089"/>
                <a:gd name="connsiteY10131" fmla="*/ 1843564 h 2297429"/>
                <a:gd name="connsiteX10132" fmla="*/ 319564 w 3006089"/>
                <a:gd name="connsiteY10132" fmla="*/ 1847850 h 2297429"/>
                <a:gd name="connsiteX10133" fmla="*/ 321469 w 3006089"/>
                <a:gd name="connsiteY10133" fmla="*/ 1849755 h 2297429"/>
                <a:gd name="connsiteX10134" fmla="*/ 323374 w 3006089"/>
                <a:gd name="connsiteY10134" fmla="*/ 1853089 h 2297429"/>
                <a:gd name="connsiteX10135" fmla="*/ 326231 w 3006089"/>
                <a:gd name="connsiteY10135" fmla="*/ 1856899 h 2297429"/>
                <a:gd name="connsiteX10136" fmla="*/ 332899 w 3006089"/>
                <a:gd name="connsiteY10136" fmla="*/ 1860709 h 2297429"/>
                <a:gd name="connsiteX10137" fmla="*/ 336709 w 3006089"/>
                <a:gd name="connsiteY10137" fmla="*/ 1857851 h 2297429"/>
                <a:gd name="connsiteX10138" fmla="*/ 335756 w 3006089"/>
                <a:gd name="connsiteY10138" fmla="*/ 1854518 h 2297429"/>
                <a:gd name="connsiteX10139" fmla="*/ 367665 w 3006089"/>
                <a:gd name="connsiteY10139" fmla="*/ 1732121 h 2297429"/>
                <a:gd name="connsiteX10140" fmla="*/ 367189 w 3006089"/>
                <a:gd name="connsiteY10140" fmla="*/ 1728311 h 2297429"/>
                <a:gd name="connsiteX10141" fmla="*/ 363855 w 3006089"/>
                <a:gd name="connsiteY10141" fmla="*/ 1732121 h 2297429"/>
                <a:gd name="connsiteX10142" fmla="*/ 357664 w 3006089"/>
                <a:gd name="connsiteY10142" fmla="*/ 1737360 h 2297429"/>
                <a:gd name="connsiteX10143" fmla="*/ 354806 w 3006089"/>
                <a:gd name="connsiteY10143" fmla="*/ 1740218 h 2297429"/>
                <a:gd name="connsiteX10144" fmla="*/ 356235 w 3006089"/>
                <a:gd name="connsiteY10144" fmla="*/ 1741170 h 2297429"/>
                <a:gd name="connsiteX10145" fmla="*/ 362426 w 3006089"/>
                <a:gd name="connsiteY10145" fmla="*/ 1738313 h 2297429"/>
                <a:gd name="connsiteX10146" fmla="*/ 367665 w 3006089"/>
                <a:gd name="connsiteY10146" fmla="*/ 1732121 h 2297429"/>
                <a:gd name="connsiteX10147" fmla="*/ 518636 w 3006089"/>
                <a:gd name="connsiteY10147" fmla="*/ 813435 h 2297429"/>
                <a:gd name="connsiteX10148" fmla="*/ 534829 w 3006089"/>
                <a:gd name="connsiteY10148" fmla="*/ 812483 h 2297429"/>
                <a:gd name="connsiteX10149" fmla="*/ 537686 w 3006089"/>
                <a:gd name="connsiteY10149" fmla="*/ 813435 h 2297429"/>
                <a:gd name="connsiteX10150" fmla="*/ 540544 w 3006089"/>
                <a:gd name="connsiteY10150" fmla="*/ 815340 h 2297429"/>
                <a:gd name="connsiteX10151" fmla="*/ 552926 w 3006089"/>
                <a:gd name="connsiteY10151" fmla="*/ 821055 h 2297429"/>
                <a:gd name="connsiteX10152" fmla="*/ 578644 w 3006089"/>
                <a:gd name="connsiteY10152" fmla="*/ 831056 h 2297429"/>
                <a:gd name="connsiteX10153" fmla="*/ 580549 w 3006089"/>
                <a:gd name="connsiteY10153" fmla="*/ 832485 h 2297429"/>
                <a:gd name="connsiteX10154" fmla="*/ 587216 w 3006089"/>
                <a:gd name="connsiteY10154" fmla="*/ 840105 h 2297429"/>
                <a:gd name="connsiteX10155" fmla="*/ 589597 w 3006089"/>
                <a:gd name="connsiteY10155" fmla="*/ 842486 h 2297429"/>
                <a:gd name="connsiteX10156" fmla="*/ 592455 w 3006089"/>
                <a:gd name="connsiteY10156" fmla="*/ 846773 h 2297429"/>
                <a:gd name="connsiteX10157" fmla="*/ 599122 w 3006089"/>
                <a:gd name="connsiteY10157" fmla="*/ 859631 h 2297429"/>
                <a:gd name="connsiteX10158" fmla="*/ 601980 w 3006089"/>
                <a:gd name="connsiteY10158" fmla="*/ 862489 h 2297429"/>
                <a:gd name="connsiteX10159" fmla="*/ 605314 w 3006089"/>
                <a:gd name="connsiteY10159" fmla="*/ 865346 h 2297429"/>
                <a:gd name="connsiteX10160" fmla="*/ 609124 w 3006089"/>
                <a:gd name="connsiteY10160" fmla="*/ 867251 h 2297429"/>
                <a:gd name="connsiteX10161" fmla="*/ 614363 w 3006089"/>
                <a:gd name="connsiteY10161" fmla="*/ 867728 h 2297429"/>
                <a:gd name="connsiteX10162" fmla="*/ 617696 w 3006089"/>
                <a:gd name="connsiteY10162" fmla="*/ 867251 h 2297429"/>
                <a:gd name="connsiteX10163" fmla="*/ 621983 w 3006089"/>
                <a:gd name="connsiteY10163" fmla="*/ 865346 h 2297429"/>
                <a:gd name="connsiteX10164" fmla="*/ 627697 w 3006089"/>
                <a:gd name="connsiteY10164" fmla="*/ 861060 h 2297429"/>
                <a:gd name="connsiteX10165" fmla="*/ 641033 w 3006089"/>
                <a:gd name="connsiteY10165" fmla="*/ 856774 h 2297429"/>
                <a:gd name="connsiteX10166" fmla="*/ 654844 w 3006089"/>
                <a:gd name="connsiteY10166" fmla="*/ 845820 h 2297429"/>
                <a:gd name="connsiteX10167" fmla="*/ 656272 w 3006089"/>
                <a:gd name="connsiteY10167" fmla="*/ 845344 h 2297429"/>
                <a:gd name="connsiteX10168" fmla="*/ 659130 w 3006089"/>
                <a:gd name="connsiteY10168" fmla="*/ 845344 h 2297429"/>
                <a:gd name="connsiteX10169" fmla="*/ 661511 w 3006089"/>
                <a:gd name="connsiteY10169" fmla="*/ 847725 h 2297429"/>
                <a:gd name="connsiteX10170" fmla="*/ 663893 w 3006089"/>
                <a:gd name="connsiteY10170" fmla="*/ 848678 h 2297429"/>
                <a:gd name="connsiteX10171" fmla="*/ 674370 w 3006089"/>
                <a:gd name="connsiteY10171" fmla="*/ 847249 h 2297429"/>
                <a:gd name="connsiteX10172" fmla="*/ 681990 w 3006089"/>
                <a:gd name="connsiteY10172" fmla="*/ 845344 h 2297429"/>
                <a:gd name="connsiteX10173" fmla="*/ 692468 w 3006089"/>
                <a:gd name="connsiteY10173" fmla="*/ 841534 h 2297429"/>
                <a:gd name="connsiteX10174" fmla="*/ 695801 w 3006089"/>
                <a:gd name="connsiteY10174" fmla="*/ 838200 h 2297429"/>
                <a:gd name="connsiteX10175" fmla="*/ 697706 w 3006089"/>
                <a:gd name="connsiteY10175" fmla="*/ 835343 h 2297429"/>
                <a:gd name="connsiteX10176" fmla="*/ 698183 w 3006089"/>
                <a:gd name="connsiteY10176" fmla="*/ 833914 h 2297429"/>
                <a:gd name="connsiteX10177" fmla="*/ 700564 w 3006089"/>
                <a:gd name="connsiteY10177" fmla="*/ 817721 h 2297429"/>
                <a:gd name="connsiteX10178" fmla="*/ 702469 w 3006089"/>
                <a:gd name="connsiteY10178" fmla="*/ 811530 h 2297429"/>
                <a:gd name="connsiteX10179" fmla="*/ 706279 w 3006089"/>
                <a:gd name="connsiteY10179" fmla="*/ 802481 h 2297429"/>
                <a:gd name="connsiteX10180" fmla="*/ 706755 w 3006089"/>
                <a:gd name="connsiteY10180" fmla="*/ 797243 h 2297429"/>
                <a:gd name="connsiteX10181" fmla="*/ 709613 w 3006089"/>
                <a:gd name="connsiteY10181" fmla="*/ 796290 h 2297429"/>
                <a:gd name="connsiteX10182" fmla="*/ 720566 w 3006089"/>
                <a:gd name="connsiteY10182" fmla="*/ 795338 h 2297429"/>
                <a:gd name="connsiteX10183" fmla="*/ 729139 w 3006089"/>
                <a:gd name="connsiteY10183" fmla="*/ 791528 h 2297429"/>
                <a:gd name="connsiteX10184" fmla="*/ 732949 w 3006089"/>
                <a:gd name="connsiteY10184" fmla="*/ 787718 h 2297429"/>
                <a:gd name="connsiteX10185" fmla="*/ 742474 w 3006089"/>
                <a:gd name="connsiteY10185" fmla="*/ 772001 h 2297429"/>
                <a:gd name="connsiteX10186" fmla="*/ 744379 w 3006089"/>
                <a:gd name="connsiteY10186" fmla="*/ 770096 h 2297429"/>
                <a:gd name="connsiteX10187" fmla="*/ 748189 w 3006089"/>
                <a:gd name="connsiteY10187" fmla="*/ 767239 h 2297429"/>
                <a:gd name="connsiteX10188" fmla="*/ 781526 w 3006089"/>
                <a:gd name="connsiteY10188" fmla="*/ 753428 h 2297429"/>
                <a:gd name="connsiteX10189" fmla="*/ 799147 w 3006089"/>
                <a:gd name="connsiteY10189" fmla="*/ 744855 h 2297429"/>
                <a:gd name="connsiteX10190" fmla="*/ 812959 w 3006089"/>
                <a:gd name="connsiteY10190" fmla="*/ 740569 h 2297429"/>
                <a:gd name="connsiteX10191" fmla="*/ 832961 w 3006089"/>
                <a:gd name="connsiteY10191" fmla="*/ 731044 h 2297429"/>
                <a:gd name="connsiteX10192" fmla="*/ 841058 w 3006089"/>
                <a:gd name="connsiteY10192" fmla="*/ 728186 h 2297429"/>
                <a:gd name="connsiteX10193" fmla="*/ 849630 w 3006089"/>
                <a:gd name="connsiteY10193" fmla="*/ 726281 h 2297429"/>
                <a:gd name="connsiteX10194" fmla="*/ 865346 w 3006089"/>
                <a:gd name="connsiteY10194" fmla="*/ 720090 h 2297429"/>
                <a:gd name="connsiteX10195" fmla="*/ 868204 w 3006089"/>
                <a:gd name="connsiteY10195" fmla="*/ 718661 h 2297429"/>
                <a:gd name="connsiteX10196" fmla="*/ 869633 w 3006089"/>
                <a:gd name="connsiteY10196" fmla="*/ 716756 h 2297429"/>
                <a:gd name="connsiteX10197" fmla="*/ 870109 w 3006089"/>
                <a:gd name="connsiteY10197" fmla="*/ 714375 h 2297429"/>
                <a:gd name="connsiteX10198" fmla="*/ 869633 w 3006089"/>
                <a:gd name="connsiteY10198" fmla="*/ 711994 h 2297429"/>
                <a:gd name="connsiteX10199" fmla="*/ 868204 w 3006089"/>
                <a:gd name="connsiteY10199" fmla="*/ 709136 h 2297429"/>
                <a:gd name="connsiteX10200" fmla="*/ 866299 w 3006089"/>
                <a:gd name="connsiteY10200" fmla="*/ 706755 h 2297429"/>
                <a:gd name="connsiteX10201" fmla="*/ 862013 w 3006089"/>
                <a:gd name="connsiteY10201" fmla="*/ 703898 h 2297429"/>
                <a:gd name="connsiteX10202" fmla="*/ 851059 w 3006089"/>
                <a:gd name="connsiteY10202" fmla="*/ 698659 h 2297429"/>
                <a:gd name="connsiteX10203" fmla="*/ 824865 w 3006089"/>
                <a:gd name="connsiteY10203" fmla="*/ 680085 h 2297429"/>
                <a:gd name="connsiteX10204" fmla="*/ 817245 w 3006089"/>
                <a:gd name="connsiteY10204" fmla="*/ 675323 h 2297429"/>
                <a:gd name="connsiteX10205" fmla="*/ 808672 w 3006089"/>
                <a:gd name="connsiteY10205" fmla="*/ 670560 h 2297429"/>
                <a:gd name="connsiteX10206" fmla="*/ 797719 w 3006089"/>
                <a:gd name="connsiteY10206" fmla="*/ 666750 h 2297429"/>
                <a:gd name="connsiteX10207" fmla="*/ 791051 w 3006089"/>
                <a:gd name="connsiteY10207" fmla="*/ 665321 h 2297429"/>
                <a:gd name="connsiteX10208" fmla="*/ 782479 w 3006089"/>
                <a:gd name="connsiteY10208" fmla="*/ 664369 h 2297429"/>
                <a:gd name="connsiteX10209" fmla="*/ 774383 w 3006089"/>
                <a:gd name="connsiteY10209" fmla="*/ 664369 h 2297429"/>
                <a:gd name="connsiteX10210" fmla="*/ 762476 w 3006089"/>
                <a:gd name="connsiteY10210" fmla="*/ 665798 h 2297429"/>
                <a:gd name="connsiteX10211" fmla="*/ 759619 w 3006089"/>
                <a:gd name="connsiteY10211" fmla="*/ 666750 h 2297429"/>
                <a:gd name="connsiteX10212" fmla="*/ 755809 w 3006089"/>
                <a:gd name="connsiteY10212" fmla="*/ 669608 h 2297429"/>
                <a:gd name="connsiteX10213" fmla="*/ 746284 w 3006089"/>
                <a:gd name="connsiteY10213" fmla="*/ 679609 h 2297429"/>
                <a:gd name="connsiteX10214" fmla="*/ 744379 w 3006089"/>
                <a:gd name="connsiteY10214" fmla="*/ 681038 h 2297429"/>
                <a:gd name="connsiteX10215" fmla="*/ 742950 w 3006089"/>
                <a:gd name="connsiteY10215" fmla="*/ 681514 h 2297429"/>
                <a:gd name="connsiteX10216" fmla="*/ 742474 w 3006089"/>
                <a:gd name="connsiteY10216" fmla="*/ 680561 h 2297429"/>
                <a:gd name="connsiteX10217" fmla="*/ 742474 w 3006089"/>
                <a:gd name="connsiteY10217" fmla="*/ 673894 h 2297429"/>
                <a:gd name="connsiteX10218" fmla="*/ 741997 w 3006089"/>
                <a:gd name="connsiteY10218" fmla="*/ 671036 h 2297429"/>
                <a:gd name="connsiteX10219" fmla="*/ 741045 w 3006089"/>
                <a:gd name="connsiteY10219" fmla="*/ 669608 h 2297429"/>
                <a:gd name="connsiteX10220" fmla="*/ 740093 w 3006089"/>
                <a:gd name="connsiteY10220" fmla="*/ 668655 h 2297429"/>
                <a:gd name="connsiteX10221" fmla="*/ 736283 w 3006089"/>
                <a:gd name="connsiteY10221" fmla="*/ 668179 h 2297429"/>
                <a:gd name="connsiteX10222" fmla="*/ 731044 w 3006089"/>
                <a:gd name="connsiteY10222" fmla="*/ 668655 h 2297429"/>
                <a:gd name="connsiteX10223" fmla="*/ 722471 w 3006089"/>
                <a:gd name="connsiteY10223" fmla="*/ 674846 h 2297429"/>
                <a:gd name="connsiteX10224" fmla="*/ 721995 w 3006089"/>
                <a:gd name="connsiteY10224" fmla="*/ 674370 h 2297429"/>
                <a:gd name="connsiteX10225" fmla="*/ 721995 w 3006089"/>
                <a:gd name="connsiteY10225" fmla="*/ 673418 h 2297429"/>
                <a:gd name="connsiteX10226" fmla="*/ 722947 w 3006089"/>
                <a:gd name="connsiteY10226" fmla="*/ 671989 h 2297429"/>
                <a:gd name="connsiteX10227" fmla="*/ 728186 w 3006089"/>
                <a:gd name="connsiteY10227" fmla="*/ 666750 h 2297429"/>
                <a:gd name="connsiteX10228" fmla="*/ 715327 w 3006089"/>
                <a:gd name="connsiteY10228" fmla="*/ 665321 h 2297429"/>
                <a:gd name="connsiteX10229" fmla="*/ 694372 w 3006089"/>
                <a:gd name="connsiteY10229" fmla="*/ 658654 h 2297429"/>
                <a:gd name="connsiteX10230" fmla="*/ 683419 w 3006089"/>
                <a:gd name="connsiteY10230" fmla="*/ 653891 h 2297429"/>
                <a:gd name="connsiteX10231" fmla="*/ 674846 w 3006089"/>
                <a:gd name="connsiteY10231" fmla="*/ 649129 h 2297429"/>
                <a:gd name="connsiteX10232" fmla="*/ 668655 w 3006089"/>
                <a:gd name="connsiteY10232" fmla="*/ 646271 h 2297429"/>
                <a:gd name="connsiteX10233" fmla="*/ 662464 w 3006089"/>
                <a:gd name="connsiteY10233" fmla="*/ 645319 h 2297429"/>
                <a:gd name="connsiteX10234" fmla="*/ 654368 w 3006089"/>
                <a:gd name="connsiteY10234" fmla="*/ 645795 h 2297429"/>
                <a:gd name="connsiteX10235" fmla="*/ 624364 w 3006089"/>
                <a:gd name="connsiteY10235" fmla="*/ 651034 h 2297429"/>
                <a:gd name="connsiteX10236" fmla="*/ 595789 w 3006089"/>
                <a:gd name="connsiteY10236" fmla="*/ 652939 h 2297429"/>
                <a:gd name="connsiteX10237" fmla="*/ 553879 w 3006089"/>
                <a:gd name="connsiteY10237" fmla="*/ 658654 h 2297429"/>
                <a:gd name="connsiteX10238" fmla="*/ 553402 w 3006089"/>
                <a:gd name="connsiteY10238" fmla="*/ 660083 h 2297429"/>
                <a:gd name="connsiteX10239" fmla="*/ 555784 w 3006089"/>
                <a:gd name="connsiteY10239" fmla="*/ 661511 h 2297429"/>
                <a:gd name="connsiteX10240" fmla="*/ 556260 w 3006089"/>
                <a:gd name="connsiteY10240" fmla="*/ 663893 h 2297429"/>
                <a:gd name="connsiteX10241" fmla="*/ 558165 w 3006089"/>
                <a:gd name="connsiteY10241" fmla="*/ 665321 h 2297429"/>
                <a:gd name="connsiteX10242" fmla="*/ 568643 w 3006089"/>
                <a:gd name="connsiteY10242" fmla="*/ 684848 h 2297429"/>
                <a:gd name="connsiteX10243" fmla="*/ 571024 w 3006089"/>
                <a:gd name="connsiteY10243" fmla="*/ 688181 h 2297429"/>
                <a:gd name="connsiteX10244" fmla="*/ 574358 w 3006089"/>
                <a:gd name="connsiteY10244" fmla="*/ 691039 h 2297429"/>
                <a:gd name="connsiteX10245" fmla="*/ 581501 w 3006089"/>
                <a:gd name="connsiteY10245" fmla="*/ 692944 h 2297429"/>
                <a:gd name="connsiteX10246" fmla="*/ 583883 w 3006089"/>
                <a:gd name="connsiteY10246" fmla="*/ 695801 h 2297429"/>
                <a:gd name="connsiteX10247" fmla="*/ 583883 w 3006089"/>
                <a:gd name="connsiteY10247" fmla="*/ 696754 h 2297429"/>
                <a:gd name="connsiteX10248" fmla="*/ 575786 w 3006089"/>
                <a:gd name="connsiteY10248" fmla="*/ 704850 h 2297429"/>
                <a:gd name="connsiteX10249" fmla="*/ 572929 w 3006089"/>
                <a:gd name="connsiteY10249" fmla="*/ 712470 h 2297429"/>
                <a:gd name="connsiteX10250" fmla="*/ 562451 w 3006089"/>
                <a:gd name="connsiteY10250" fmla="*/ 719614 h 2297429"/>
                <a:gd name="connsiteX10251" fmla="*/ 556736 w 3006089"/>
                <a:gd name="connsiteY10251" fmla="*/ 731044 h 2297429"/>
                <a:gd name="connsiteX10252" fmla="*/ 554831 w 3006089"/>
                <a:gd name="connsiteY10252" fmla="*/ 733425 h 2297429"/>
                <a:gd name="connsiteX10253" fmla="*/ 549593 w 3006089"/>
                <a:gd name="connsiteY10253" fmla="*/ 738664 h 2297429"/>
                <a:gd name="connsiteX10254" fmla="*/ 548640 w 3006089"/>
                <a:gd name="connsiteY10254" fmla="*/ 741998 h 2297429"/>
                <a:gd name="connsiteX10255" fmla="*/ 549116 w 3006089"/>
                <a:gd name="connsiteY10255" fmla="*/ 742950 h 2297429"/>
                <a:gd name="connsiteX10256" fmla="*/ 551974 w 3006089"/>
                <a:gd name="connsiteY10256" fmla="*/ 745331 h 2297429"/>
                <a:gd name="connsiteX10257" fmla="*/ 555308 w 3006089"/>
                <a:gd name="connsiteY10257" fmla="*/ 745808 h 2297429"/>
                <a:gd name="connsiteX10258" fmla="*/ 557213 w 3006089"/>
                <a:gd name="connsiteY10258" fmla="*/ 746760 h 2297429"/>
                <a:gd name="connsiteX10259" fmla="*/ 557689 w 3006089"/>
                <a:gd name="connsiteY10259" fmla="*/ 747713 h 2297429"/>
                <a:gd name="connsiteX10260" fmla="*/ 558165 w 3006089"/>
                <a:gd name="connsiteY10260" fmla="*/ 749141 h 2297429"/>
                <a:gd name="connsiteX10261" fmla="*/ 558165 w 3006089"/>
                <a:gd name="connsiteY10261" fmla="*/ 750570 h 2297429"/>
                <a:gd name="connsiteX10262" fmla="*/ 557689 w 3006089"/>
                <a:gd name="connsiteY10262" fmla="*/ 751523 h 2297429"/>
                <a:gd name="connsiteX10263" fmla="*/ 545783 w 3006089"/>
                <a:gd name="connsiteY10263" fmla="*/ 755333 h 2297429"/>
                <a:gd name="connsiteX10264" fmla="*/ 544354 w 3006089"/>
                <a:gd name="connsiteY10264" fmla="*/ 756761 h 2297429"/>
                <a:gd name="connsiteX10265" fmla="*/ 543401 w 3006089"/>
                <a:gd name="connsiteY10265" fmla="*/ 758666 h 2297429"/>
                <a:gd name="connsiteX10266" fmla="*/ 542925 w 3006089"/>
                <a:gd name="connsiteY10266" fmla="*/ 761048 h 2297429"/>
                <a:gd name="connsiteX10267" fmla="*/ 542925 w 3006089"/>
                <a:gd name="connsiteY10267" fmla="*/ 763905 h 2297429"/>
                <a:gd name="connsiteX10268" fmla="*/ 542449 w 3006089"/>
                <a:gd name="connsiteY10268" fmla="*/ 769620 h 2297429"/>
                <a:gd name="connsiteX10269" fmla="*/ 542925 w 3006089"/>
                <a:gd name="connsiteY10269" fmla="*/ 771525 h 2297429"/>
                <a:gd name="connsiteX10270" fmla="*/ 543877 w 3006089"/>
                <a:gd name="connsiteY10270" fmla="*/ 772478 h 2297429"/>
                <a:gd name="connsiteX10271" fmla="*/ 543877 w 3006089"/>
                <a:gd name="connsiteY10271" fmla="*/ 773430 h 2297429"/>
                <a:gd name="connsiteX10272" fmla="*/ 541020 w 3006089"/>
                <a:gd name="connsiteY10272" fmla="*/ 775811 h 2297429"/>
                <a:gd name="connsiteX10273" fmla="*/ 537686 w 3006089"/>
                <a:gd name="connsiteY10273" fmla="*/ 777716 h 2297429"/>
                <a:gd name="connsiteX10274" fmla="*/ 532924 w 3006089"/>
                <a:gd name="connsiteY10274" fmla="*/ 782479 h 2297429"/>
                <a:gd name="connsiteX10275" fmla="*/ 530543 w 3006089"/>
                <a:gd name="connsiteY10275" fmla="*/ 784384 h 2297429"/>
                <a:gd name="connsiteX10276" fmla="*/ 528638 w 3006089"/>
                <a:gd name="connsiteY10276" fmla="*/ 787241 h 2297429"/>
                <a:gd name="connsiteX10277" fmla="*/ 526256 w 3006089"/>
                <a:gd name="connsiteY10277" fmla="*/ 792004 h 2297429"/>
                <a:gd name="connsiteX10278" fmla="*/ 523875 w 3006089"/>
                <a:gd name="connsiteY10278" fmla="*/ 794861 h 2297429"/>
                <a:gd name="connsiteX10279" fmla="*/ 521970 w 3006089"/>
                <a:gd name="connsiteY10279" fmla="*/ 795338 h 2297429"/>
                <a:gd name="connsiteX10280" fmla="*/ 521494 w 3006089"/>
                <a:gd name="connsiteY10280" fmla="*/ 796290 h 2297429"/>
                <a:gd name="connsiteX10281" fmla="*/ 521970 w 3006089"/>
                <a:gd name="connsiteY10281" fmla="*/ 797719 h 2297429"/>
                <a:gd name="connsiteX10282" fmla="*/ 522922 w 3006089"/>
                <a:gd name="connsiteY10282" fmla="*/ 798671 h 2297429"/>
                <a:gd name="connsiteX10283" fmla="*/ 523875 w 3006089"/>
                <a:gd name="connsiteY10283" fmla="*/ 799148 h 2297429"/>
                <a:gd name="connsiteX10284" fmla="*/ 517684 w 3006089"/>
                <a:gd name="connsiteY10284" fmla="*/ 802005 h 2297429"/>
                <a:gd name="connsiteX10285" fmla="*/ 517684 w 3006089"/>
                <a:gd name="connsiteY10285" fmla="*/ 802481 h 2297429"/>
                <a:gd name="connsiteX10286" fmla="*/ 518160 w 3006089"/>
                <a:gd name="connsiteY10286" fmla="*/ 805339 h 2297429"/>
                <a:gd name="connsiteX10287" fmla="*/ 517684 w 3006089"/>
                <a:gd name="connsiteY10287" fmla="*/ 807244 h 2297429"/>
                <a:gd name="connsiteX10288" fmla="*/ 516731 w 3006089"/>
                <a:gd name="connsiteY10288" fmla="*/ 809149 h 2297429"/>
                <a:gd name="connsiteX10289" fmla="*/ 514826 w 3006089"/>
                <a:gd name="connsiteY10289" fmla="*/ 812006 h 2297429"/>
                <a:gd name="connsiteX10290" fmla="*/ 515302 w 3006089"/>
                <a:gd name="connsiteY10290" fmla="*/ 812959 h 2297429"/>
                <a:gd name="connsiteX10291" fmla="*/ 518636 w 3006089"/>
                <a:gd name="connsiteY10291" fmla="*/ 813435 h 2297429"/>
                <a:gd name="connsiteX10292" fmla="*/ 294799 w 3006089"/>
                <a:gd name="connsiteY10292" fmla="*/ 1813560 h 2297429"/>
                <a:gd name="connsiteX10293" fmla="*/ 306229 w 3006089"/>
                <a:gd name="connsiteY10293" fmla="*/ 1810226 h 2297429"/>
                <a:gd name="connsiteX10294" fmla="*/ 308134 w 3006089"/>
                <a:gd name="connsiteY10294" fmla="*/ 1808321 h 2297429"/>
                <a:gd name="connsiteX10295" fmla="*/ 309086 w 3006089"/>
                <a:gd name="connsiteY10295" fmla="*/ 1804988 h 2297429"/>
                <a:gd name="connsiteX10296" fmla="*/ 309086 w 3006089"/>
                <a:gd name="connsiteY10296" fmla="*/ 1795463 h 2297429"/>
                <a:gd name="connsiteX10297" fmla="*/ 310039 w 3006089"/>
                <a:gd name="connsiteY10297" fmla="*/ 1789748 h 2297429"/>
                <a:gd name="connsiteX10298" fmla="*/ 312420 w 3006089"/>
                <a:gd name="connsiteY10298" fmla="*/ 1784033 h 2297429"/>
                <a:gd name="connsiteX10299" fmla="*/ 316230 w 3006089"/>
                <a:gd name="connsiteY10299" fmla="*/ 1777365 h 2297429"/>
                <a:gd name="connsiteX10300" fmla="*/ 316706 w 3006089"/>
                <a:gd name="connsiteY10300" fmla="*/ 1775460 h 2297429"/>
                <a:gd name="connsiteX10301" fmla="*/ 317183 w 3006089"/>
                <a:gd name="connsiteY10301" fmla="*/ 1769745 h 2297429"/>
                <a:gd name="connsiteX10302" fmla="*/ 316230 w 3006089"/>
                <a:gd name="connsiteY10302" fmla="*/ 1769745 h 2297429"/>
                <a:gd name="connsiteX10303" fmla="*/ 311944 w 3006089"/>
                <a:gd name="connsiteY10303" fmla="*/ 1772603 h 2297429"/>
                <a:gd name="connsiteX10304" fmla="*/ 307658 w 3006089"/>
                <a:gd name="connsiteY10304" fmla="*/ 1774031 h 2297429"/>
                <a:gd name="connsiteX10305" fmla="*/ 300990 w 3006089"/>
                <a:gd name="connsiteY10305" fmla="*/ 1774508 h 2297429"/>
                <a:gd name="connsiteX10306" fmla="*/ 300990 w 3006089"/>
                <a:gd name="connsiteY10306" fmla="*/ 1776413 h 2297429"/>
                <a:gd name="connsiteX10307" fmla="*/ 301942 w 3006089"/>
                <a:gd name="connsiteY10307" fmla="*/ 1780699 h 2297429"/>
                <a:gd name="connsiteX10308" fmla="*/ 301942 w 3006089"/>
                <a:gd name="connsiteY10308" fmla="*/ 1782604 h 2297429"/>
                <a:gd name="connsiteX10309" fmla="*/ 300514 w 3006089"/>
                <a:gd name="connsiteY10309" fmla="*/ 1784985 h 2297429"/>
                <a:gd name="connsiteX10310" fmla="*/ 300038 w 3006089"/>
                <a:gd name="connsiteY10310" fmla="*/ 1789748 h 2297429"/>
                <a:gd name="connsiteX10311" fmla="*/ 299561 w 3006089"/>
                <a:gd name="connsiteY10311" fmla="*/ 1790700 h 2297429"/>
                <a:gd name="connsiteX10312" fmla="*/ 290036 w 3006089"/>
                <a:gd name="connsiteY10312" fmla="*/ 1792129 h 2297429"/>
                <a:gd name="connsiteX10313" fmla="*/ 287655 w 3006089"/>
                <a:gd name="connsiteY10313" fmla="*/ 1792129 h 2297429"/>
                <a:gd name="connsiteX10314" fmla="*/ 286703 w 3006089"/>
                <a:gd name="connsiteY10314" fmla="*/ 1791653 h 2297429"/>
                <a:gd name="connsiteX10315" fmla="*/ 286703 w 3006089"/>
                <a:gd name="connsiteY10315" fmla="*/ 1791176 h 2297429"/>
                <a:gd name="connsiteX10316" fmla="*/ 287179 w 3006089"/>
                <a:gd name="connsiteY10316" fmla="*/ 1790700 h 2297429"/>
                <a:gd name="connsiteX10317" fmla="*/ 299085 w 3006089"/>
                <a:gd name="connsiteY10317" fmla="*/ 1784985 h 2297429"/>
                <a:gd name="connsiteX10318" fmla="*/ 300514 w 3006089"/>
                <a:gd name="connsiteY10318" fmla="*/ 1783556 h 2297429"/>
                <a:gd name="connsiteX10319" fmla="*/ 300990 w 3006089"/>
                <a:gd name="connsiteY10319" fmla="*/ 1782128 h 2297429"/>
                <a:gd name="connsiteX10320" fmla="*/ 300514 w 3006089"/>
                <a:gd name="connsiteY10320" fmla="*/ 1778318 h 2297429"/>
                <a:gd name="connsiteX10321" fmla="*/ 298609 w 3006089"/>
                <a:gd name="connsiteY10321" fmla="*/ 1774984 h 2297429"/>
                <a:gd name="connsiteX10322" fmla="*/ 297180 w 3006089"/>
                <a:gd name="connsiteY10322" fmla="*/ 1772603 h 2297429"/>
                <a:gd name="connsiteX10323" fmla="*/ 295751 w 3006089"/>
                <a:gd name="connsiteY10323" fmla="*/ 1771650 h 2297429"/>
                <a:gd name="connsiteX10324" fmla="*/ 294322 w 3006089"/>
                <a:gd name="connsiteY10324" fmla="*/ 1771174 h 2297429"/>
                <a:gd name="connsiteX10325" fmla="*/ 286703 w 3006089"/>
                <a:gd name="connsiteY10325" fmla="*/ 1773079 h 2297429"/>
                <a:gd name="connsiteX10326" fmla="*/ 283369 w 3006089"/>
                <a:gd name="connsiteY10326" fmla="*/ 1770221 h 2297429"/>
                <a:gd name="connsiteX10327" fmla="*/ 275272 w 3006089"/>
                <a:gd name="connsiteY10327" fmla="*/ 1769745 h 2297429"/>
                <a:gd name="connsiteX10328" fmla="*/ 271939 w 3006089"/>
                <a:gd name="connsiteY10328" fmla="*/ 1768793 h 2297429"/>
                <a:gd name="connsiteX10329" fmla="*/ 270034 w 3006089"/>
                <a:gd name="connsiteY10329" fmla="*/ 1768793 h 2297429"/>
                <a:gd name="connsiteX10330" fmla="*/ 269557 w 3006089"/>
                <a:gd name="connsiteY10330" fmla="*/ 1769269 h 2297429"/>
                <a:gd name="connsiteX10331" fmla="*/ 268605 w 3006089"/>
                <a:gd name="connsiteY10331" fmla="*/ 1775460 h 2297429"/>
                <a:gd name="connsiteX10332" fmla="*/ 268605 w 3006089"/>
                <a:gd name="connsiteY10332" fmla="*/ 1779270 h 2297429"/>
                <a:gd name="connsiteX10333" fmla="*/ 269081 w 3006089"/>
                <a:gd name="connsiteY10333" fmla="*/ 1783080 h 2297429"/>
                <a:gd name="connsiteX10334" fmla="*/ 270034 w 3006089"/>
                <a:gd name="connsiteY10334" fmla="*/ 1785938 h 2297429"/>
                <a:gd name="connsiteX10335" fmla="*/ 274796 w 3006089"/>
                <a:gd name="connsiteY10335" fmla="*/ 1792605 h 2297429"/>
                <a:gd name="connsiteX10336" fmla="*/ 275272 w 3006089"/>
                <a:gd name="connsiteY10336" fmla="*/ 1793558 h 2297429"/>
                <a:gd name="connsiteX10337" fmla="*/ 275272 w 3006089"/>
                <a:gd name="connsiteY10337" fmla="*/ 1795463 h 2297429"/>
                <a:gd name="connsiteX10338" fmla="*/ 277178 w 3006089"/>
                <a:gd name="connsiteY10338" fmla="*/ 1797844 h 2297429"/>
                <a:gd name="connsiteX10339" fmla="*/ 282892 w 3006089"/>
                <a:gd name="connsiteY10339" fmla="*/ 1800225 h 2297429"/>
                <a:gd name="connsiteX10340" fmla="*/ 290989 w 3006089"/>
                <a:gd name="connsiteY10340" fmla="*/ 1804988 h 2297429"/>
                <a:gd name="connsiteX10341" fmla="*/ 290989 w 3006089"/>
                <a:gd name="connsiteY10341" fmla="*/ 1805464 h 2297429"/>
                <a:gd name="connsiteX10342" fmla="*/ 289560 w 3006089"/>
                <a:gd name="connsiteY10342" fmla="*/ 1805464 h 2297429"/>
                <a:gd name="connsiteX10343" fmla="*/ 286703 w 3006089"/>
                <a:gd name="connsiteY10343" fmla="*/ 1804511 h 2297429"/>
                <a:gd name="connsiteX10344" fmla="*/ 282892 w 3006089"/>
                <a:gd name="connsiteY10344" fmla="*/ 1804035 h 2297429"/>
                <a:gd name="connsiteX10345" fmla="*/ 281464 w 3006089"/>
                <a:gd name="connsiteY10345" fmla="*/ 1804035 h 2297429"/>
                <a:gd name="connsiteX10346" fmla="*/ 279559 w 3006089"/>
                <a:gd name="connsiteY10346" fmla="*/ 1806893 h 2297429"/>
                <a:gd name="connsiteX10347" fmla="*/ 281940 w 3006089"/>
                <a:gd name="connsiteY10347" fmla="*/ 1809274 h 2297429"/>
                <a:gd name="connsiteX10348" fmla="*/ 287179 w 3006089"/>
                <a:gd name="connsiteY10348" fmla="*/ 1812608 h 2297429"/>
                <a:gd name="connsiteX10349" fmla="*/ 294799 w 3006089"/>
                <a:gd name="connsiteY10349" fmla="*/ 1813560 h 229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Lst>
              <a:rect l="l" t="t" r="r" b="b"/>
              <a:pathLst>
                <a:path w="3006089" h="2297429">
                  <a:moveTo>
                    <a:pt x="1525429" y="979170"/>
                  </a:moveTo>
                  <a:lnTo>
                    <a:pt x="1521619" y="973931"/>
                  </a:lnTo>
                  <a:lnTo>
                    <a:pt x="1508284" y="966311"/>
                  </a:lnTo>
                  <a:lnTo>
                    <a:pt x="1502093" y="963930"/>
                  </a:lnTo>
                  <a:lnTo>
                    <a:pt x="1498283" y="961549"/>
                  </a:lnTo>
                  <a:lnTo>
                    <a:pt x="1494473" y="957739"/>
                  </a:lnTo>
                  <a:lnTo>
                    <a:pt x="1489710" y="954405"/>
                  </a:lnTo>
                  <a:lnTo>
                    <a:pt x="1488281" y="953929"/>
                  </a:lnTo>
                  <a:lnTo>
                    <a:pt x="1487329" y="954405"/>
                  </a:lnTo>
                  <a:lnTo>
                    <a:pt x="1485900" y="956310"/>
                  </a:lnTo>
                  <a:lnTo>
                    <a:pt x="1483995" y="956786"/>
                  </a:lnTo>
                  <a:lnTo>
                    <a:pt x="1483043" y="955834"/>
                  </a:lnTo>
                  <a:lnTo>
                    <a:pt x="1482090" y="954405"/>
                  </a:lnTo>
                  <a:lnTo>
                    <a:pt x="1482566" y="953453"/>
                  </a:lnTo>
                  <a:lnTo>
                    <a:pt x="1484948" y="952500"/>
                  </a:lnTo>
                  <a:lnTo>
                    <a:pt x="1484948" y="951548"/>
                  </a:lnTo>
                  <a:lnTo>
                    <a:pt x="1483995" y="950119"/>
                  </a:lnTo>
                  <a:lnTo>
                    <a:pt x="1477327" y="946309"/>
                  </a:lnTo>
                  <a:lnTo>
                    <a:pt x="1474470" y="943928"/>
                  </a:lnTo>
                  <a:lnTo>
                    <a:pt x="1471136" y="942499"/>
                  </a:lnTo>
                  <a:lnTo>
                    <a:pt x="1467802" y="942499"/>
                  </a:lnTo>
                  <a:lnTo>
                    <a:pt x="1461135" y="943928"/>
                  </a:lnTo>
                  <a:lnTo>
                    <a:pt x="1456849" y="946309"/>
                  </a:lnTo>
                  <a:lnTo>
                    <a:pt x="1455420" y="947261"/>
                  </a:lnTo>
                  <a:lnTo>
                    <a:pt x="1454468" y="948690"/>
                  </a:lnTo>
                  <a:lnTo>
                    <a:pt x="1453515" y="952500"/>
                  </a:lnTo>
                  <a:lnTo>
                    <a:pt x="1453515" y="953929"/>
                  </a:lnTo>
                  <a:lnTo>
                    <a:pt x="1453991" y="956310"/>
                  </a:lnTo>
                  <a:lnTo>
                    <a:pt x="1458277" y="963454"/>
                  </a:lnTo>
                  <a:lnTo>
                    <a:pt x="1462564" y="966788"/>
                  </a:lnTo>
                  <a:lnTo>
                    <a:pt x="1458754" y="965835"/>
                  </a:lnTo>
                  <a:lnTo>
                    <a:pt x="1456373" y="964883"/>
                  </a:lnTo>
                  <a:lnTo>
                    <a:pt x="1450658" y="960120"/>
                  </a:lnTo>
                  <a:lnTo>
                    <a:pt x="1447800" y="959168"/>
                  </a:lnTo>
                  <a:lnTo>
                    <a:pt x="1445419" y="959644"/>
                  </a:lnTo>
                  <a:lnTo>
                    <a:pt x="1445419" y="961549"/>
                  </a:lnTo>
                  <a:lnTo>
                    <a:pt x="1445895" y="962501"/>
                  </a:lnTo>
                  <a:lnTo>
                    <a:pt x="1447324" y="964406"/>
                  </a:lnTo>
                  <a:lnTo>
                    <a:pt x="1448752" y="965359"/>
                  </a:lnTo>
                  <a:lnTo>
                    <a:pt x="1445895" y="965359"/>
                  </a:lnTo>
                  <a:lnTo>
                    <a:pt x="1444943" y="966311"/>
                  </a:lnTo>
                  <a:lnTo>
                    <a:pt x="1445895" y="968216"/>
                  </a:lnTo>
                  <a:lnTo>
                    <a:pt x="1448276" y="971074"/>
                  </a:lnTo>
                  <a:lnTo>
                    <a:pt x="1448752" y="972503"/>
                  </a:lnTo>
                  <a:lnTo>
                    <a:pt x="1448752" y="973455"/>
                  </a:lnTo>
                  <a:lnTo>
                    <a:pt x="1447324" y="974884"/>
                  </a:lnTo>
                  <a:lnTo>
                    <a:pt x="1439704" y="980123"/>
                  </a:lnTo>
                  <a:lnTo>
                    <a:pt x="1433513" y="982980"/>
                  </a:lnTo>
                  <a:lnTo>
                    <a:pt x="1427798" y="983933"/>
                  </a:lnTo>
                  <a:lnTo>
                    <a:pt x="1415415" y="984885"/>
                  </a:lnTo>
                  <a:lnTo>
                    <a:pt x="1413510" y="986790"/>
                  </a:lnTo>
                  <a:lnTo>
                    <a:pt x="1412081" y="989648"/>
                  </a:lnTo>
                  <a:lnTo>
                    <a:pt x="1412081" y="991076"/>
                  </a:lnTo>
                  <a:lnTo>
                    <a:pt x="1414463" y="995363"/>
                  </a:lnTo>
                  <a:lnTo>
                    <a:pt x="1416368" y="997744"/>
                  </a:lnTo>
                  <a:lnTo>
                    <a:pt x="1420654" y="1000125"/>
                  </a:lnTo>
                  <a:lnTo>
                    <a:pt x="1423035" y="1001078"/>
                  </a:lnTo>
                  <a:lnTo>
                    <a:pt x="1428750" y="1001078"/>
                  </a:lnTo>
                  <a:lnTo>
                    <a:pt x="1429226" y="1000125"/>
                  </a:lnTo>
                  <a:lnTo>
                    <a:pt x="1428750" y="998696"/>
                  </a:lnTo>
                  <a:lnTo>
                    <a:pt x="1430179" y="997744"/>
                  </a:lnTo>
                  <a:lnTo>
                    <a:pt x="1433513" y="996791"/>
                  </a:lnTo>
                  <a:lnTo>
                    <a:pt x="1435418" y="996791"/>
                  </a:lnTo>
                  <a:lnTo>
                    <a:pt x="1436370" y="997744"/>
                  </a:lnTo>
                  <a:lnTo>
                    <a:pt x="1436846" y="999173"/>
                  </a:lnTo>
                  <a:lnTo>
                    <a:pt x="1436846" y="1001078"/>
                  </a:lnTo>
                  <a:lnTo>
                    <a:pt x="1437799" y="1002506"/>
                  </a:lnTo>
                  <a:lnTo>
                    <a:pt x="1439704" y="1003935"/>
                  </a:lnTo>
                  <a:lnTo>
                    <a:pt x="1442085" y="1004888"/>
                  </a:lnTo>
                  <a:lnTo>
                    <a:pt x="1447800" y="1005364"/>
                  </a:lnTo>
                  <a:lnTo>
                    <a:pt x="1451610" y="1004411"/>
                  </a:lnTo>
                  <a:lnTo>
                    <a:pt x="1453515" y="1002983"/>
                  </a:lnTo>
                  <a:lnTo>
                    <a:pt x="1455420" y="1002983"/>
                  </a:lnTo>
                  <a:lnTo>
                    <a:pt x="1456373" y="1003459"/>
                  </a:lnTo>
                  <a:lnTo>
                    <a:pt x="1456849" y="1004888"/>
                  </a:lnTo>
                  <a:lnTo>
                    <a:pt x="1457325" y="1006793"/>
                  </a:lnTo>
                  <a:lnTo>
                    <a:pt x="1457801" y="1008221"/>
                  </a:lnTo>
                  <a:lnTo>
                    <a:pt x="1458754" y="1008698"/>
                  </a:lnTo>
                  <a:lnTo>
                    <a:pt x="1470660" y="1012508"/>
                  </a:lnTo>
                  <a:lnTo>
                    <a:pt x="1476851" y="1015365"/>
                  </a:lnTo>
                  <a:lnTo>
                    <a:pt x="1484948" y="1020128"/>
                  </a:lnTo>
                  <a:lnTo>
                    <a:pt x="1492091" y="1021080"/>
                  </a:lnTo>
                  <a:lnTo>
                    <a:pt x="1500664" y="1020604"/>
                  </a:lnTo>
                  <a:lnTo>
                    <a:pt x="1514475" y="1025366"/>
                  </a:lnTo>
                  <a:lnTo>
                    <a:pt x="1521143" y="1024890"/>
                  </a:lnTo>
                  <a:lnTo>
                    <a:pt x="1525905" y="1022509"/>
                  </a:lnTo>
                  <a:lnTo>
                    <a:pt x="1534001" y="1016794"/>
                  </a:lnTo>
                  <a:lnTo>
                    <a:pt x="1538287" y="1015841"/>
                  </a:lnTo>
                  <a:lnTo>
                    <a:pt x="1541621" y="1012508"/>
                  </a:lnTo>
                  <a:lnTo>
                    <a:pt x="1545431" y="1009650"/>
                  </a:lnTo>
                  <a:lnTo>
                    <a:pt x="1547812" y="1009174"/>
                  </a:lnTo>
                  <a:lnTo>
                    <a:pt x="1553051" y="1009174"/>
                  </a:lnTo>
                  <a:lnTo>
                    <a:pt x="1556861" y="1007269"/>
                  </a:lnTo>
                  <a:lnTo>
                    <a:pt x="1559243" y="1005840"/>
                  </a:lnTo>
                  <a:lnTo>
                    <a:pt x="1560195" y="1004411"/>
                  </a:lnTo>
                  <a:lnTo>
                    <a:pt x="1558290" y="1001554"/>
                  </a:lnTo>
                  <a:lnTo>
                    <a:pt x="1556385" y="1000601"/>
                  </a:lnTo>
                  <a:lnTo>
                    <a:pt x="1554004" y="1001078"/>
                  </a:lnTo>
                  <a:lnTo>
                    <a:pt x="1548765" y="1003935"/>
                  </a:lnTo>
                  <a:lnTo>
                    <a:pt x="1543050" y="1000125"/>
                  </a:lnTo>
                  <a:lnTo>
                    <a:pt x="1539716" y="996791"/>
                  </a:lnTo>
                  <a:lnTo>
                    <a:pt x="1536383" y="992505"/>
                  </a:lnTo>
                  <a:lnTo>
                    <a:pt x="1532573" y="986314"/>
                  </a:lnTo>
                  <a:lnTo>
                    <a:pt x="1525429" y="979170"/>
                  </a:lnTo>
                  <a:close/>
                  <a:moveTo>
                    <a:pt x="1509713" y="789146"/>
                  </a:moveTo>
                  <a:lnTo>
                    <a:pt x="1513523" y="785813"/>
                  </a:lnTo>
                  <a:lnTo>
                    <a:pt x="1514951" y="782955"/>
                  </a:lnTo>
                  <a:lnTo>
                    <a:pt x="1515904" y="779621"/>
                  </a:lnTo>
                  <a:lnTo>
                    <a:pt x="1515904" y="775335"/>
                  </a:lnTo>
                  <a:lnTo>
                    <a:pt x="1514475" y="770573"/>
                  </a:lnTo>
                  <a:lnTo>
                    <a:pt x="1512570" y="766286"/>
                  </a:lnTo>
                  <a:lnTo>
                    <a:pt x="1510665" y="765334"/>
                  </a:lnTo>
                  <a:lnTo>
                    <a:pt x="1507808" y="765334"/>
                  </a:lnTo>
                  <a:lnTo>
                    <a:pt x="1502093" y="767239"/>
                  </a:lnTo>
                  <a:lnTo>
                    <a:pt x="1495901" y="770573"/>
                  </a:lnTo>
                  <a:lnTo>
                    <a:pt x="1493520" y="771049"/>
                  </a:lnTo>
                  <a:lnTo>
                    <a:pt x="1492568" y="770096"/>
                  </a:lnTo>
                  <a:lnTo>
                    <a:pt x="1493044" y="768191"/>
                  </a:lnTo>
                  <a:lnTo>
                    <a:pt x="1495425" y="765334"/>
                  </a:lnTo>
                  <a:lnTo>
                    <a:pt x="1494949" y="762476"/>
                  </a:lnTo>
                  <a:lnTo>
                    <a:pt x="1489710" y="757714"/>
                  </a:lnTo>
                  <a:lnTo>
                    <a:pt x="1484948" y="755809"/>
                  </a:lnTo>
                  <a:lnTo>
                    <a:pt x="1484948" y="754856"/>
                  </a:lnTo>
                  <a:lnTo>
                    <a:pt x="1486852" y="753428"/>
                  </a:lnTo>
                  <a:lnTo>
                    <a:pt x="1487329" y="751999"/>
                  </a:lnTo>
                  <a:lnTo>
                    <a:pt x="1486376" y="750570"/>
                  </a:lnTo>
                  <a:lnTo>
                    <a:pt x="1481614" y="747236"/>
                  </a:lnTo>
                  <a:lnTo>
                    <a:pt x="1476375" y="744855"/>
                  </a:lnTo>
                  <a:lnTo>
                    <a:pt x="1473518" y="744379"/>
                  </a:lnTo>
                  <a:lnTo>
                    <a:pt x="1466374" y="744379"/>
                  </a:lnTo>
                  <a:lnTo>
                    <a:pt x="1462088" y="745331"/>
                  </a:lnTo>
                  <a:lnTo>
                    <a:pt x="1457801" y="747236"/>
                  </a:lnTo>
                  <a:lnTo>
                    <a:pt x="1451610" y="751046"/>
                  </a:lnTo>
                  <a:lnTo>
                    <a:pt x="1449705" y="750570"/>
                  </a:lnTo>
                  <a:lnTo>
                    <a:pt x="1449229" y="749618"/>
                  </a:lnTo>
                  <a:lnTo>
                    <a:pt x="1449229" y="746760"/>
                  </a:lnTo>
                  <a:lnTo>
                    <a:pt x="1449705" y="745331"/>
                  </a:lnTo>
                  <a:lnTo>
                    <a:pt x="1451134" y="743903"/>
                  </a:lnTo>
                  <a:lnTo>
                    <a:pt x="1457801" y="739140"/>
                  </a:lnTo>
                  <a:lnTo>
                    <a:pt x="1470660" y="728186"/>
                  </a:lnTo>
                  <a:lnTo>
                    <a:pt x="1481138" y="724853"/>
                  </a:lnTo>
                  <a:lnTo>
                    <a:pt x="1488281" y="721519"/>
                  </a:lnTo>
                  <a:lnTo>
                    <a:pt x="1489710" y="719138"/>
                  </a:lnTo>
                  <a:lnTo>
                    <a:pt x="1487805" y="716756"/>
                  </a:lnTo>
                  <a:lnTo>
                    <a:pt x="1485424" y="715328"/>
                  </a:lnTo>
                  <a:lnTo>
                    <a:pt x="1481138" y="714851"/>
                  </a:lnTo>
                  <a:lnTo>
                    <a:pt x="1479233" y="715804"/>
                  </a:lnTo>
                  <a:lnTo>
                    <a:pt x="1477327" y="715804"/>
                  </a:lnTo>
                  <a:lnTo>
                    <a:pt x="1476375" y="715328"/>
                  </a:lnTo>
                  <a:lnTo>
                    <a:pt x="1475899" y="713899"/>
                  </a:lnTo>
                  <a:lnTo>
                    <a:pt x="1476851" y="711518"/>
                  </a:lnTo>
                  <a:lnTo>
                    <a:pt x="1480661" y="711994"/>
                  </a:lnTo>
                  <a:lnTo>
                    <a:pt x="1483995" y="709613"/>
                  </a:lnTo>
                  <a:lnTo>
                    <a:pt x="1487805" y="709136"/>
                  </a:lnTo>
                  <a:lnTo>
                    <a:pt x="1492091" y="707708"/>
                  </a:lnTo>
                  <a:lnTo>
                    <a:pt x="1493996" y="706279"/>
                  </a:lnTo>
                  <a:lnTo>
                    <a:pt x="1497330" y="702945"/>
                  </a:lnTo>
                  <a:lnTo>
                    <a:pt x="1497330" y="702469"/>
                  </a:lnTo>
                  <a:lnTo>
                    <a:pt x="1496854" y="700564"/>
                  </a:lnTo>
                  <a:lnTo>
                    <a:pt x="1493520" y="694849"/>
                  </a:lnTo>
                  <a:lnTo>
                    <a:pt x="1491615" y="692468"/>
                  </a:lnTo>
                  <a:lnTo>
                    <a:pt x="1489710" y="691039"/>
                  </a:lnTo>
                  <a:lnTo>
                    <a:pt x="1486376" y="689610"/>
                  </a:lnTo>
                  <a:lnTo>
                    <a:pt x="1477804" y="687705"/>
                  </a:lnTo>
                  <a:lnTo>
                    <a:pt x="1474946" y="687705"/>
                  </a:lnTo>
                  <a:lnTo>
                    <a:pt x="1469231" y="688181"/>
                  </a:lnTo>
                  <a:lnTo>
                    <a:pt x="1465898" y="689134"/>
                  </a:lnTo>
                  <a:lnTo>
                    <a:pt x="1458277" y="692468"/>
                  </a:lnTo>
                  <a:lnTo>
                    <a:pt x="1445895" y="694373"/>
                  </a:lnTo>
                  <a:lnTo>
                    <a:pt x="1436846" y="696278"/>
                  </a:lnTo>
                  <a:lnTo>
                    <a:pt x="1428274" y="697230"/>
                  </a:lnTo>
                  <a:lnTo>
                    <a:pt x="1424464" y="698183"/>
                  </a:lnTo>
                  <a:lnTo>
                    <a:pt x="1395889" y="683895"/>
                  </a:lnTo>
                  <a:lnTo>
                    <a:pt x="1391126" y="684848"/>
                  </a:lnTo>
                  <a:lnTo>
                    <a:pt x="1388269" y="687705"/>
                  </a:lnTo>
                  <a:lnTo>
                    <a:pt x="1388269" y="688658"/>
                  </a:lnTo>
                  <a:lnTo>
                    <a:pt x="1390650" y="690563"/>
                  </a:lnTo>
                  <a:lnTo>
                    <a:pt x="1394460" y="690563"/>
                  </a:lnTo>
                  <a:lnTo>
                    <a:pt x="1397794" y="689610"/>
                  </a:lnTo>
                  <a:lnTo>
                    <a:pt x="1398746" y="690086"/>
                  </a:lnTo>
                  <a:lnTo>
                    <a:pt x="1395889" y="693420"/>
                  </a:lnTo>
                  <a:lnTo>
                    <a:pt x="1389221" y="692944"/>
                  </a:lnTo>
                  <a:lnTo>
                    <a:pt x="1378744" y="690086"/>
                  </a:lnTo>
                  <a:lnTo>
                    <a:pt x="1363980" y="692468"/>
                  </a:lnTo>
                  <a:lnTo>
                    <a:pt x="1362551" y="693420"/>
                  </a:lnTo>
                  <a:lnTo>
                    <a:pt x="1361599" y="695325"/>
                  </a:lnTo>
                  <a:lnTo>
                    <a:pt x="1361599" y="697706"/>
                  </a:lnTo>
                  <a:lnTo>
                    <a:pt x="1362551" y="700088"/>
                  </a:lnTo>
                  <a:lnTo>
                    <a:pt x="1364456" y="702469"/>
                  </a:lnTo>
                  <a:lnTo>
                    <a:pt x="1368266" y="705326"/>
                  </a:lnTo>
                  <a:lnTo>
                    <a:pt x="1372552" y="706755"/>
                  </a:lnTo>
                  <a:lnTo>
                    <a:pt x="1374458" y="707708"/>
                  </a:lnTo>
                  <a:lnTo>
                    <a:pt x="1376839" y="711994"/>
                  </a:lnTo>
                  <a:lnTo>
                    <a:pt x="1377791" y="714851"/>
                  </a:lnTo>
                  <a:lnTo>
                    <a:pt x="1377315" y="715804"/>
                  </a:lnTo>
                  <a:lnTo>
                    <a:pt x="1372076" y="712946"/>
                  </a:lnTo>
                  <a:lnTo>
                    <a:pt x="1365885" y="707708"/>
                  </a:lnTo>
                  <a:lnTo>
                    <a:pt x="1361599" y="705803"/>
                  </a:lnTo>
                  <a:lnTo>
                    <a:pt x="1356836" y="706279"/>
                  </a:lnTo>
                  <a:lnTo>
                    <a:pt x="1349693" y="707708"/>
                  </a:lnTo>
                  <a:lnTo>
                    <a:pt x="1344930" y="710089"/>
                  </a:lnTo>
                  <a:lnTo>
                    <a:pt x="1343025" y="711994"/>
                  </a:lnTo>
                  <a:lnTo>
                    <a:pt x="1343025" y="713423"/>
                  </a:lnTo>
                  <a:lnTo>
                    <a:pt x="1344454" y="716280"/>
                  </a:lnTo>
                  <a:lnTo>
                    <a:pt x="1345406" y="717233"/>
                  </a:lnTo>
                  <a:lnTo>
                    <a:pt x="1364456" y="727234"/>
                  </a:lnTo>
                  <a:lnTo>
                    <a:pt x="1369219" y="727234"/>
                  </a:lnTo>
                  <a:lnTo>
                    <a:pt x="1374934" y="725805"/>
                  </a:lnTo>
                  <a:lnTo>
                    <a:pt x="1377791" y="724853"/>
                  </a:lnTo>
                  <a:lnTo>
                    <a:pt x="1382077" y="721995"/>
                  </a:lnTo>
                  <a:lnTo>
                    <a:pt x="1385888" y="723424"/>
                  </a:lnTo>
                  <a:lnTo>
                    <a:pt x="1394460" y="730091"/>
                  </a:lnTo>
                  <a:lnTo>
                    <a:pt x="1400651" y="731996"/>
                  </a:lnTo>
                  <a:lnTo>
                    <a:pt x="1395889" y="732949"/>
                  </a:lnTo>
                  <a:lnTo>
                    <a:pt x="1392555" y="732473"/>
                  </a:lnTo>
                  <a:lnTo>
                    <a:pt x="1387316" y="729615"/>
                  </a:lnTo>
                  <a:lnTo>
                    <a:pt x="1383506" y="729139"/>
                  </a:lnTo>
                  <a:lnTo>
                    <a:pt x="1380173" y="729615"/>
                  </a:lnTo>
                  <a:lnTo>
                    <a:pt x="1378268" y="731044"/>
                  </a:lnTo>
                  <a:lnTo>
                    <a:pt x="1376839" y="733425"/>
                  </a:lnTo>
                  <a:lnTo>
                    <a:pt x="1376363" y="735806"/>
                  </a:lnTo>
                  <a:lnTo>
                    <a:pt x="1376839" y="737235"/>
                  </a:lnTo>
                  <a:lnTo>
                    <a:pt x="1379696" y="738188"/>
                  </a:lnTo>
                  <a:lnTo>
                    <a:pt x="1383506" y="737711"/>
                  </a:lnTo>
                  <a:lnTo>
                    <a:pt x="1385411" y="738188"/>
                  </a:lnTo>
                  <a:lnTo>
                    <a:pt x="1386840" y="739616"/>
                  </a:lnTo>
                  <a:lnTo>
                    <a:pt x="1388745" y="741998"/>
                  </a:lnTo>
                  <a:lnTo>
                    <a:pt x="1391602" y="748189"/>
                  </a:lnTo>
                  <a:lnTo>
                    <a:pt x="1391602" y="749141"/>
                  </a:lnTo>
                  <a:lnTo>
                    <a:pt x="1390174" y="751523"/>
                  </a:lnTo>
                  <a:lnTo>
                    <a:pt x="1388269" y="752475"/>
                  </a:lnTo>
                  <a:lnTo>
                    <a:pt x="1386840" y="751999"/>
                  </a:lnTo>
                  <a:lnTo>
                    <a:pt x="1382077" y="746760"/>
                  </a:lnTo>
                  <a:lnTo>
                    <a:pt x="1381125" y="746760"/>
                  </a:lnTo>
                  <a:lnTo>
                    <a:pt x="1379696" y="757714"/>
                  </a:lnTo>
                  <a:lnTo>
                    <a:pt x="1378744" y="759619"/>
                  </a:lnTo>
                  <a:lnTo>
                    <a:pt x="1378268" y="760095"/>
                  </a:lnTo>
                  <a:lnTo>
                    <a:pt x="1364456" y="762953"/>
                  </a:lnTo>
                  <a:lnTo>
                    <a:pt x="1357789" y="763905"/>
                  </a:lnTo>
                  <a:lnTo>
                    <a:pt x="1351598" y="763429"/>
                  </a:lnTo>
                  <a:lnTo>
                    <a:pt x="1348740" y="762000"/>
                  </a:lnTo>
                  <a:lnTo>
                    <a:pt x="1345883" y="757238"/>
                  </a:lnTo>
                  <a:lnTo>
                    <a:pt x="1342073" y="753428"/>
                  </a:lnTo>
                  <a:lnTo>
                    <a:pt x="1340168" y="752951"/>
                  </a:lnTo>
                  <a:lnTo>
                    <a:pt x="1335405" y="751046"/>
                  </a:lnTo>
                  <a:lnTo>
                    <a:pt x="1333976" y="749141"/>
                  </a:lnTo>
                  <a:lnTo>
                    <a:pt x="1332548" y="746284"/>
                  </a:lnTo>
                  <a:lnTo>
                    <a:pt x="1329690" y="743903"/>
                  </a:lnTo>
                  <a:lnTo>
                    <a:pt x="1326356" y="742950"/>
                  </a:lnTo>
                  <a:lnTo>
                    <a:pt x="1320165" y="742474"/>
                  </a:lnTo>
                  <a:lnTo>
                    <a:pt x="1315879" y="743426"/>
                  </a:lnTo>
                  <a:lnTo>
                    <a:pt x="1310164" y="747236"/>
                  </a:lnTo>
                  <a:lnTo>
                    <a:pt x="1308735" y="749141"/>
                  </a:lnTo>
                  <a:lnTo>
                    <a:pt x="1305877" y="753428"/>
                  </a:lnTo>
                  <a:lnTo>
                    <a:pt x="1303973" y="757714"/>
                  </a:lnTo>
                  <a:lnTo>
                    <a:pt x="1303020" y="761524"/>
                  </a:lnTo>
                  <a:lnTo>
                    <a:pt x="1303020" y="762476"/>
                  </a:lnTo>
                  <a:lnTo>
                    <a:pt x="1304925" y="765334"/>
                  </a:lnTo>
                  <a:lnTo>
                    <a:pt x="1313498" y="773430"/>
                  </a:lnTo>
                  <a:lnTo>
                    <a:pt x="1328261" y="780574"/>
                  </a:lnTo>
                  <a:lnTo>
                    <a:pt x="1330643" y="783908"/>
                  </a:lnTo>
                  <a:lnTo>
                    <a:pt x="1333024" y="785336"/>
                  </a:lnTo>
                  <a:lnTo>
                    <a:pt x="1333976" y="786765"/>
                  </a:lnTo>
                  <a:lnTo>
                    <a:pt x="1334929" y="789623"/>
                  </a:lnTo>
                  <a:lnTo>
                    <a:pt x="1336834" y="791051"/>
                  </a:lnTo>
                  <a:lnTo>
                    <a:pt x="1344454" y="793433"/>
                  </a:lnTo>
                  <a:lnTo>
                    <a:pt x="1350645" y="791051"/>
                  </a:lnTo>
                  <a:lnTo>
                    <a:pt x="1353026" y="790575"/>
                  </a:lnTo>
                  <a:lnTo>
                    <a:pt x="1354455" y="791051"/>
                  </a:lnTo>
                  <a:lnTo>
                    <a:pt x="1358265" y="793433"/>
                  </a:lnTo>
                  <a:lnTo>
                    <a:pt x="1360646" y="796766"/>
                  </a:lnTo>
                  <a:lnTo>
                    <a:pt x="1362075" y="797719"/>
                  </a:lnTo>
                  <a:lnTo>
                    <a:pt x="1368266" y="798195"/>
                  </a:lnTo>
                  <a:lnTo>
                    <a:pt x="1371600" y="799148"/>
                  </a:lnTo>
                  <a:lnTo>
                    <a:pt x="1375410" y="801053"/>
                  </a:lnTo>
                  <a:lnTo>
                    <a:pt x="1384459" y="810578"/>
                  </a:lnTo>
                  <a:lnTo>
                    <a:pt x="1391126" y="816293"/>
                  </a:lnTo>
                  <a:lnTo>
                    <a:pt x="1404461" y="825818"/>
                  </a:lnTo>
                  <a:lnTo>
                    <a:pt x="1409700" y="832485"/>
                  </a:lnTo>
                  <a:lnTo>
                    <a:pt x="1415891" y="838200"/>
                  </a:lnTo>
                  <a:lnTo>
                    <a:pt x="1420177" y="846296"/>
                  </a:lnTo>
                  <a:lnTo>
                    <a:pt x="1422083" y="848678"/>
                  </a:lnTo>
                  <a:lnTo>
                    <a:pt x="1423988" y="850106"/>
                  </a:lnTo>
                  <a:lnTo>
                    <a:pt x="1430179" y="850106"/>
                  </a:lnTo>
                  <a:lnTo>
                    <a:pt x="1433036" y="851059"/>
                  </a:lnTo>
                  <a:lnTo>
                    <a:pt x="1436846" y="853440"/>
                  </a:lnTo>
                  <a:lnTo>
                    <a:pt x="1441133" y="854393"/>
                  </a:lnTo>
                  <a:lnTo>
                    <a:pt x="1445419" y="853440"/>
                  </a:lnTo>
                  <a:lnTo>
                    <a:pt x="1449705" y="851535"/>
                  </a:lnTo>
                  <a:lnTo>
                    <a:pt x="1456849" y="845820"/>
                  </a:lnTo>
                  <a:lnTo>
                    <a:pt x="1457325" y="844391"/>
                  </a:lnTo>
                  <a:lnTo>
                    <a:pt x="1457325" y="842486"/>
                  </a:lnTo>
                  <a:lnTo>
                    <a:pt x="1455896" y="838200"/>
                  </a:lnTo>
                  <a:lnTo>
                    <a:pt x="1449229" y="828199"/>
                  </a:lnTo>
                  <a:lnTo>
                    <a:pt x="1447800" y="824865"/>
                  </a:lnTo>
                  <a:lnTo>
                    <a:pt x="1450181" y="821531"/>
                  </a:lnTo>
                  <a:lnTo>
                    <a:pt x="1452563" y="819626"/>
                  </a:lnTo>
                  <a:lnTo>
                    <a:pt x="1453039" y="820103"/>
                  </a:lnTo>
                  <a:lnTo>
                    <a:pt x="1453039" y="821055"/>
                  </a:lnTo>
                  <a:lnTo>
                    <a:pt x="1452563" y="822960"/>
                  </a:lnTo>
                  <a:lnTo>
                    <a:pt x="1452563" y="825341"/>
                  </a:lnTo>
                  <a:lnTo>
                    <a:pt x="1453515" y="828199"/>
                  </a:lnTo>
                  <a:lnTo>
                    <a:pt x="1454944" y="830104"/>
                  </a:lnTo>
                  <a:lnTo>
                    <a:pt x="1456849" y="831533"/>
                  </a:lnTo>
                  <a:lnTo>
                    <a:pt x="1477327" y="833438"/>
                  </a:lnTo>
                  <a:lnTo>
                    <a:pt x="1481614" y="832961"/>
                  </a:lnTo>
                  <a:lnTo>
                    <a:pt x="1489710" y="830580"/>
                  </a:lnTo>
                  <a:lnTo>
                    <a:pt x="1493520" y="828199"/>
                  </a:lnTo>
                  <a:lnTo>
                    <a:pt x="1496854" y="824865"/>
                  </a:lnTo>
                  <a:lnTo>
                    <a:pt x="1499711" y="822960"/>
                  </a:lnTo>
                  <a:lnTo>
                    <a:pt x="1511141" y="820103"/>
                  </a:lnTo>
                  <a:lnTo>
                    <a:pt x="1510665" y="811530"/>
                  </a:lnTo>
                  <a:lnTo>
                    <a:pt x="1507331" y="807720"/>
                  </a:lnTo>
                  <a:lnTo>
                    <a:pt x="1505902" y="807244"/>
                  </a:lnTo>
                  <a:lnTo>
                    <a:pt x="1505426" y="806291"/>
                  </a:lnTo>
                  <a:lnTo>
                    <a:pt x="1510665" y="800100"/>
                  </a:lnTo>
                  <a:lnTo>
                    <a:pt x="1511141" y="798195"/>
                  </a:lnTo>
                  <a:lnTo>
                    <a:pt x="1511618" y="796290"/>
                  </a:lnTo>
                  <a:lnTo>
                    <a:pt x="1510665" y="794385"/>
                  </a:lnTo>
                  <a:lnTo>
                    <a:pt x="1508760" y="792004"/>
                  </a:lnTo>
                  <a:lnTo>
                    <a:pt x="1504474" y="789146"/>
                  </a:lnTo>
                  <a:lnTo>
                    <a:pt x="1504474" y="788670"/>
                  </a:lnTo>
                  <a:lnTo>
                    <a:pt x="1506379" y="788670"/>
                  </a:lnTo>
                  <a:lnTo>
                    <a:pt x="1509713" y="789146"/>
                  </a:lnTo>
                  <a:close/>
                  <a:moveTo>
                    <a:pt x="1693069" y="727234"/>
                  </a:moveTo>
                  <a:lnTo>
                    <a:pt x="1699260" y="720090"/>
                  </a:lnTo>
                  <a:lnTo>
                    <a:pt x="1701641" y="716756"/>
                  </a:lnTo>
                  <a:lnTo>
                    <a:pt x="1702594" y="714375"/>
                  </a:lnTo>
                  <a:lnTo>
                    <a:pt x="1704023" y="712946"/>
                  </a:lnTo>
                  <a:lnTo>
                    <a:pt x="1709737" y="709613"/>
                  </a:lnTo>
                  <a:lnTo>
                    <a:pt x="1716405" y="702469"/>
                  </a:lnTo>
                  <a:lnTo>
                    <a:pt x="1719739" y="698183"/>
                  </a:lnTo>
                  <a:lnTo>
                    <a:pt x="1722596" y="693420"/>
                  </a:lnTo>
                  <a:lnTo>
                    <a:pt x="1723549" y="690563"/>
                  </a:lnTo>
                  <a:lnTo>
                    <a:pt x="1720215" y="687705"/>
                  </a:lnTo>
                  <a:lnTo>
                    <a:pt x="1714500" y="684848"/>
                  </a:lnTo>
                  <a:lnTo>
                    <a:pt x="1698784" y="681038"/>
                  </a:lnTo>
                  <a:lnTo>
                    <a:pt x="1680210" y="679609"/>
                  </a:lnTo>
                  <a:lnTo>
                    <a:pt x="1672114" y="680561"/>
                  </a:lnTo>
                  <a:lnTo>
                    <a:pt x="1660208" y="683419"/>
                  </a:lnTo>
                  <a:lnTo>
                    <a:pt x="1656874" y="681990"/>
                  </a:lnTo>
                  <a:lnTo>
                    <a:pt x="1650683" y="677228"/>
                  </a:lnTo>
                  <a:lnTo>
                    <a:pt x="1647349" y="675799"/>
                  </a:lnTo>
                  <a:lnTo>
                    <a:pt x="1640681" y="673894"/>
                  </a:lnTo>
                  <a:lnTo>
                    <a:pt x="1627346" y="670560"/>
                  </a:lnTo>
                  <a:lnTo>
                    <a:pt x="1619250" y="669608"/>
                  </a:lnTo>
                  <a:lnTo>
                    <a:pt x="1614487" y="670560"/>
                  </a:lnTo>
                  <a:lnTo>
                    <a:pt x="1606391" y="673894"/>
                  </a:lnTo>
                  <a:lnTo>
                    <a:pt x="1601152" y="672941"/>
                  </a:lnTo>
                  <a:lnTo>
                    <a:pt x="1582579" y="674370"/>
                  </a:lnTo>
                  <a:lnTo>
                    <a:pt x="1574006" y="676275"/>
                  </a:lnTo>
                  <a:lnTo>
                    <a:pt x="1565910" y="679133"/>
                  </a:lnTo>
                  <a:lnTo>
                    <a:pt x="1563529" y="680085"/>
                  </a:lnTo>
                  <a:lnTo>
                    <a:pt x="1560671" y="682466"/>
                  </a:lnTo>
                  <a:lnTo>
                    <a:pt x="1559719" y="683895"/>
                  </a:lnTo>
                  <a:lnTo>
                    <a:pt x="1559243" y="685800"/>
                  </a:lnTo>
                  <a:lnTo>
                    <a:pt x="1559243" y="687705"/>
                  </a:lnTo>
                  <a:lnTo>
                    <a:pt x="1559719" y="689134"/>
                  </a:lnTo>
                  <a:lnTo>
                    <a:pt x="1562100" y="694373"/>
                  </a:lnTo>
                  <a:lnTo>
                    <a:pt x="1567815" y="700088"/>
                  </a:lnTo>
                  <a:lnTo>
                    <a:pt x="1571149" y="701993"/>
                  </a:lnTo>
                  <a:lnTo>
                    <a:pt x="1574959" y="702945"/>
                  </a:lnTo>
                  <a:lnTo>
                    <a:pt x="1574959" y="703421"/>
                  </a:lnTo>
                  <a:lnTo>
                    <a:pt x="1570673" y="703421"/>
                  </a:lnTo>
                  <a:lnTo>
                    <a:pt x="1564481" y="701993"/>
                  </a:lnTo>
                  <a:lnTo>
                    <a:pt x="1551146" y="697230"/>
                  </a:lnTo>
                  <a:lnTo>
                    <a:pt x="1549241" y="697230"/>
                  </a:lnTo>
                  <a:lnTo>
                    <a:pt x="1544955" y="698659"/>
                  </a:lnTo>
                  <a:lnTo>
                    <a:pt x="1542574" y="701040"/>
                  </a:lnTo>
                  <a:lnTo>
                    <a:pt x="1542098" y="702469"/>
                  </a:lnTo>
                  <a:lnTo>
                    <a:pt x="1542098" y="704374"/>
                  </a:lnTo>
                  <a:lnTo>
                    <a:pt x="1542098" y="709613"/>
                  </a:lnTo>
                  <a:lnTo>
                    <a:pt x="1543526" y="724853"/>
                  </a:lnTo>
                  <a:lnTo>
                    <a:pt x="1544002" y="734854"/>
                  </a:lnTo>
                  <a:lnTo>
                    <a:pt x="1544002" y="738664"/>
                  </a:lnTo>
                  <a:lnTo>
                    <a:pt x="1543526" y="746284"/>
                  </a:lnTo>
                  <a:lnTo>
                    <a:pt x="1543526" y="750094"/>
                  </a:lnTo>
                  <a:lnTo>
                    <a:pt x="1544002" y="753904"/>
                  </a:lnTo>
                  <a:lnTo>
                    <a:pt x="1544955" y="757238"/>
                  </a:lnTo>
                  <a:lnTo>
                    <a:pt x="1545908" y="760571"/>
                  </a:lnTo>
                  <a:lnTo>
                    <a:pt x="1555909" y="778669"/>
                  </a:lnTo>
                  <a:lnTo>
                    <a:pt x="1557814" y="788670"/>
                  </a:lnTo>
                  <a:lnTo>
                    <a:pt x="1558766" y="799148"/>
                  </a:lnTo>
                  <a:lnTo>
                    <a:pt x="1557814" y="808673"/>
                  </a:lnTo>
                  <a:lnTo>
                    <a:pt x="1564005" y="809625"/>
                  </a:lnTo>
                  <a:lnTo>
                    <a:pt x="1577340" y="807720"/>
                  </a:lnTo>
                  <a:lnTo>
                    <a:pt x="1581150" y="807720"/>
                  </a:lnTo>
                  <a:lnTo>
                    <a:pt x="1593056" y="810578"/>
                  </a:lnTo>
                  <a:lnTo>
                    <a:pt x="1596866" y="808673"/>
                  </a:lnTo>
                  <a:lnTo>
                    <a:pt x="1599248" y="802481"/>
                  </a:lnTo>
                  <a:lnTo>
                    <a:pt x="1602581" y="794861"/>
                  </a:lnTo>
                  <a:lnTo>
                    <a:pt x="1613535" y="783908"/>
                  </a:lnTo>
                  <a:lnTo>
                    <a:pt x="1614011" y="782955"/>
                  </a:lnTo>
                  <a:lnTo>
                    <a:pt x="1614487" y="779145"/>
                  </a:lnTo>
                  <a:lnTo>
                    <a:pt x="1614011" y="777240"/>
                  </a:lnTo>
                  <a:lnTo>
                    <a:pt x="1613059" y="775335"/>
                  </a:lnTo>
                  <a:lnTo>
                    <a:pt x="1606391" y="768191"/>
                  </a:lnTo>
                  <a:lnTo>
                    <a:pt x="1601152" y="765810"/>
                  </a:lnTo>
                  <a:lnTo>
                    <a:pt x="1593056" y="763905"/>
                  </a:lnTo>
                  <a:lnTo>
                    <a:pt x="1592580" y="762476"/>
                  </a:lnTo>
                  <a:lnTo>
                    <a:pt x="1614011" y="759619"/>
                  </a:lnTo>
                  <a:lnTo>
                    <a:pt x="1622108" y="759619"/>
                  </a:lnTo>
                  <a:lnTo>
                    <a:pt x="1654493" y="764858"/>
                  </a:lnTo>
                  <a:lnTo>
                    <a:pt x="1659731" y="764381"/>
                  </a:lnTo>
                  <a:lnTo>
                    <a:pt x="1663541" y="762476"/>
                  </a:lnTo>
                  <a:lnTo>
                    <a:pt x="1670685" y="756285"/>
                  </a:lnTo>
                  <a:lnTo>
                    <a:pt x="1674495" y="751999"/>
                  </a:lnTo>
                  <a:lnTo>
                    <a:pt x="1680210" y="744855"/>
                  </a:lnTo>
                  <a:lnTo>
                    <a:pt x="1685925" y="737235"/>
                  </a:lnTo>
                  <a:lnTo>
                    <a:pt x="1686877" y="733901"/>
                  </a:lnTo>
                  <a:lnTo>
                    <a:pt x="1685449" y="732473"/>
                  </a:lnTo>
                  <a:lnTo>
                    <a:pt x="1682591" y="731044"/>
                  </a:lnTo>
                  <a:lnTo>
                    <a:pt x="1691164" y="727710"/>
                  </a:lnTo>
                  <a:lnTo>
                    <a:pt x="1693069" y="727234"/>
                  </a:lnTo>
                  <a:close/>
                  <a:moveTo>
                    <a:pt x="1363504" y="952024"/>
                  </a:moveTo>
                  <a:lnTo>
                    <a:pt x="1364456" y="946309"/>
                  </a:lnTo>
                  <a:lnTo>
                    <a:pt x="1364456" y="942975"/>
                  </a:lnTo>
                  <a:lnTo>
                    <a:pt x="1362075" y="933450"/>
                  </a:lnTo>
                  <a:lnTo>
                    <a:pt x="1359694" y="928688"/>
                  </a:lnTo>
                  <a:lnTo>
                    <a:pt x="1358265" y="927259"/>
                  </a:lnTo>
                  <a:lnTo>
                    <a:pt x="1356360" y="926306"/>
                  </a:lnTo>
                  <a:lnTo>
                    <a:pt x="1353502" y="926306"/>
                  </a:lnTo>
                  <a:lnTo>
                    <a:pt x="1342549" y="927259"/>
                  </a:lnTo>
                  <a:lnTo>
                    <a:pt x="1340168" y="924401"/>
                  </a:lnTo>
                  <a:lnTo>
                    <a:pt x="1339691" y="919639"/>
                  </a:lnTo>
                  <a:lnTo>
                    <a:pt x="1339215" y="918686"/>
                  </a:lnTo>
                  <a:lnTo>
                    <a:pt x="1337786" y="917734"/>
                  </a:lnTo>
                  <a:lnTo>
                    <a:pt x="1335881" y="917258"/>
                  </a:lnTo>
                  <a:lnTo>
                    <a:pt x="1328738" y="918210"/>
                  </a:lnTo>
                  <a:lnTo>
                    <a:pt x="1326833" y="917734"/>
                  </a:lnTo>
                  <a:lnTo>
                    <a:pt x="1313974" y="910114"/>
                  </a:lnTo>
                  <a:lnTo>
                    <a:pt x="1306354" y="906780"/>
                  </a:lnTo>
                  <a:lnTo>
                    <a:pt x="1300639" y="903446"/>
                  </a:lnTo>
                  <a:lnTo>
                    <a:pt x="1290638" y="895350"/>
                  </a:lnTo>
                  <a:lnTo>
                    <a:pt x="1289209" y="895826"/>
                  </a:lnTo>
                  <a:lnTo>
                    <a:pt x="1289209" y="897731"/>
                  </a:lnTo>
                  <a:lnTo>
                    <a:pt x="1292066" y="902494"/>
                  </a:lnTo>
                  <a:lnTo>
                    <a:pt x="1292066" y="903446"/>
                  </a:lnTo>
                  <a:lnTo>
                    <a:pt x="1291590" y="903923"/>
                  </a:lnTo>
                  <a:lnTo>
                    <a:pt x="1289685" y="904399"/>
                  </a:lnTo>
                  <a:lnTo>
                    <a:pt x="1288733" y="904399"/>
                  </a:lnTo>
                  <a:lnTo>
                    <a:pt x="1285399" y="902018"/>
                  </a:lnTo>
                  <a:lnTo>
                    <a:pt x="1282065" y="900589"/>
                  </a:lnTo>
                  <a:lnTo>
                    <a:pt x="1272064" y="896779"/>
                  </a:lnTo>
                  <a:lnTo>
                    <a:pt x="1263015" y="890588"/>
                  </a:lnTo>
                  <a:lnTo>
                    <a:pt x="1259681" y="888683"/>
                  </a:lnTo>
                  <a:lnTo>
                    <a:pt x="1252538" y="878681"/>
                  </a:lnTo>
                  <a:lnTo>
                    <a:pt x="1240631" y="870109"/>
                  </a:lnTo>
                  <a:lnTo>
                    <a:pt x="1240155" y="867251"/>
                  </a:lnTo>
                  <a:lnTo>
                    <a:pt x="1240155" y="865346"/>
                  </a:lnTo>
                  <a:lnTo>
                    <a:pt x="1242536" y="858203"/>
                  </a:lnTo>
                  <a:lnTo>
                    <a:pt x="1244441" y="854869"/>
                  </a:lnTo>
                  <a:lnTo>
                    <a:pt x="1246346" y="852488"/>
                  </a:lnTo>
                  <a:lnTo>
                    <a:pt x="1247299" y="849630"/>
                  </a:lnTo>
                  <a:lnTo>
                    <a:pt x="1247299" y="846296"/>
                  </a:lnTo>
                  <a:lnTo>
                    <a:pt x="1247299" y="843915"/>
                  </a:lnTo>
                  <a:lnTo>
                    <a:pt x="1246823" y="842486"/>
                  </a:lnTo>
                  <a:lnTo>
                    <a:pt x="1246346" y="837248"/>
                  </a:lnTo>
                  <a:lnTo>
                    <a:pt x="1242060" y="829628"/>
                  </a:lnTo>
                  <a:lnTo>
                    <a:pt x="1233488" y="819150"/>
                  </a:lnTo>
                  <a:lnTo>
                    <a:pt x="1232059" y="816769"/>
                  </a:lnTo>
                  <a:lnTo>
                    <a:pt x="1229677" y="812006"/>
                  </a:lnTo>
                  <a:lnTo>
                    <a:pt x="1217771" y="784384"/>
                  </a:lnTo>
                  <a:lnTo>
                    <a:pt x="1217295" y="781526"/>
                  </a:lnTo>
                  <a:lnTo>
                    <a:pt x="1215390" y="775335"/>
                  </a:lnTo>
                  <a:lnTo>
                    <a:pt x="1214438" y="770573"/>
                  </a:lnTo>
                  <a:lnTo>
                    <a:pt x="1213485" y="768191"/>
                  </a:lnTo>
                  <a:lnTo>
                    <a:pt x="1211580" y="765810"/>
                  </a:lnTo>
                  <a:lnTo>
                    <a:pt x="1211104" y="763905"/>
                  </a:lnTo>
                  <a:lnTo>
                    <a:pt x="1211580" y="762476"/>
                  </a:lnTo>
                  <a:lnTo>
                    <a:pt x="1211580" y="761048"/>
                  </a:lnTo>
                  <a:lnTo>
                    <a:pt x="1208723" y="757238"/>
                  </a:lnTo>
                  <a:lnTo>
                    <a:pt x="1204436" y="751999"/>
                  </a:lnTo>
                  <a:lnTo>
                    <a:pt x="1198245" y="746760"/>
                  </a:lnTo>
                  <a:lnTo>
                    <a:pt x="1189196" y="742950"/>
                  </a:lnTo>
                  <a:lnTo>
                    <a:pt x="1175385" y="734854"/>
                  </a:lnTo>
                  <a:lnTo>
                    <a:pt x="1163479" y="730091"/>
                  </a:lnTo>
                  <a:lnTo>
                    <a:pt x="1159193" y="729615"/>
                  </a:lnTo>
                  <a:lnTo>
                    <a:pt x="1156335" y="731520"/>
                  </a:lnTo>
                  <a:lnTo>
                    <a:pt x="1154906" y="734854"/>
                  </a:lnTo>
                  <a:lnTo>
                    <a:pt x="1153477" y="735330"/>
                  </a:lnTo>
                  <a:lnTo>
                    <a:pt x="1140619" y="729139"/>
                  </a:lnTo>
                  <a:lnTo>
                    <a:pt x="1132999" y="726281"/>
                  </a:lnTo>
                  <a:lnTo>
                    <a:pt x="1122521" y="724853"/>
                  </a:lnTo>
                  <a:lnTo>
                    <a:pt x="1120616" y="727710"/>
                  </a:lnTo>
                  <a:lnTo>
                    <a:pt x="1121093" y="729139"/>
                  </a:lnTo>
                  <a:lnTo>
                    <a:pt x="1123950" y="732473"/>
                  </a:lnTo>
                  <a:lnTo>
                    <a:pt x="1125855" y="733425"/>
                  </a:lnTo>
                  <a:lnTo>
                    <a:pt x="1124426" y="733901"/>
                  </a:lnTo>
                  <a:lnTo>
                    <a:pt x="1119664" y="734378"/>
                  </a:lnTo>
                  <a:lnTo>
                    <a:pt x="1116806" y="735806"/>
                  </a:lnTo>
                  <a:lnTo>
                    <a:pt x="1115854" y="738188"/>
                  </a:lnTo>
                  <a:lnTo>
                    <a:pt x="1115854" y="741045"/>
                  </a:lnTo>
                  <a:lnTo>
                    <a:pt x="1123950" y="770096"/>
                  </a:lnTo>
                  <a:lnTo>
                    <a:pt x="1125855" y="774383"/>
                  </a:lnTo>
                  <a:lnTo>
                    <a:pt x="1126331" y="776288"/>
                  </a:lnTo>
                  <a:lnTo>
                    <a:pt x="1125855" y="778669"/>
                  </a:lnTo>
                  <a:lnTo>
                    <a:pt x="1126808" y="780574"/>
                  </a:lnTo>
                  <a:lnTo>
                    <a:pt x="1128713" y="782003"/>
                  </a:lnTo>
                  <a:lnTo>
                    <a:pt x="1129665" y="783431"/>
                  </a:lnTo>
                  <a:lnTo>
                    <a:pt x="1130141" y="789623"/>
                  </a:lnTo>
                  <a:lnTo>
                    <a:pt x="1130618" y="792480"/>
                  </a:lnTo>
                  <a:lnTo>
                    <a:pt x="1133951" y="802005"/>
                  </a:lnTo>
                  <a:lnTo>
                    <a:pt x="1139190" y="809625"/>
                  </a:lnTo>
                  <a:lnTo>
                    <a:pt x="1147286" y="817721"/>
                  </a:lnTo>
                  <a:lnTo>
                    <a:pt x="1144905" y="818198"/>
                  </a:lnTo>
                  <a:lnTo>
                    <a:pt x="1144905" y="818674"/>
                  </a:lnTo>
                  <a:lnTo>
                    <a:pt x="1145381" y="819626"/>
                  </a:lnTo>
                  <a:lnTo>
                    <a:pt x="1146810" y="821055"/>
                  </a:lnTo>
                  <a:lnTo>
                    <a:pt x="1146334" y="822008"/>
                  </a:lnTo>
                  <a:lnTo>
                    <a:pt x="1134904" y="828675"/>
                  </a:lnTo>
                  <a:lnTo>
                    <a:pt x="1132523" y="832009"/>
                  </a:lnTo>
                  <a:lnTo>
                    <a:pt x="1131570" y="833914"/>
                  </a:lnTo>
                  <a:lnTo>
                    <a:pt x="1130618" y="833914"/>
                  </a:lnTo>
                  <a:lnTo>
                    <a:pt x="1126808" y="832961"/>
                  </a:lnTo>
                  <a:lnTo>
                    <a:pt x="1123474" y="830580"/>
                  </a:lnTo>
                  <a:lnTo>
                    <a:pt x="1119188" y="828675"/>
                  </a:lnTo>
                  <a:lnTo>
                    <a:pt x="1117759" y="827723"/>
                  </a:lnTo>
                  <a:lnTo>
                    <a:pt x="1116806" y="825818"/>
                  </a:lnTo>
                  <a:lnTo>
                    <a:pt x="1114425" y="816293"/>
                  </a:lnTo>
                  <a:lnTo>
                    <a:pt x="1107758" y="801053"/>
                  </a:lnTo>
                  <a:lnTo>
                    <a:pt x="1104424" y="789623"/>
                  </a:lnTo>
                  <a:lnTo>
                    <a:pt x="1102519" y="783431"/>
                  </a:lnTo>
                  <a:lnTo>
                    <a:pt x="1100138" y="777716"/>
                  </a:lnTo>
                  <a:lnTo>
                    <a:pt x="1098233" y="774383"/>
                  </a:lnTo>
                  <a:lnTo>
                    <a:pt x="1096804" y="773430"/>
                  </a:lnTo>
                  <a:lnTo>
                    <a:pt x="1091565" y="772478"/>
                  </a:lnTo>
                  <a:lnTo>
                    <a:pt x="1090136" y="771525"/>
                  </a:lnTo>
                  <a:lnTo>
                    <a:pt x="1090613" y="769144"/>
                  </a:lnTo>
                  <a:lnTo>
                    <a:pt x="1091089" y="768191"/>
                  </a:lnTo>
                  <a:lnTo>
                    <a:pt x="1090613" y="767239"/>
                  </a:lnTo>
                  <a:lnTo>
                    <a:pt x="1087755" y="767239"/>
                  </a:lnTo>
                  <a:lnTo>
                    <a:pt x="1084898" y="764858"/>
                  </a:lnTo>
                  <a:lnTo>
                    <a:pt x="1076801" y="761524"/>
                  </a:lnTo>
                  <a:lnTo>
                    <a:pt x="1072991" y="759143"/>
                  </a:lnTo>
                  <a:lnTo>
                    <a:pt x="1068229" y="754856"/>
                  </a:lnTo>
                  <a:lnTo>
                    <a:pt x="1054894" y="747713"/>
                  </a:lnTo>
                  <a:lnTo>
                    <a:pt x="1052036" y="747236"/>
                  </a:lnTo>
                  <a:lnTo>
                    <a:pt x="1037749" y="746760"/>
                  </a:lnTo>
                  <a:lnTo>
                    <a:pt x="1032510" y="746284"/>
                  </a:lnTo>
                  <a:lnTo>
                    <a:pt x="1031558" y="750570"/>
                  </a:lnTo>
                  <a:lnTo>
                    <a:pt x="1036320" y="755809"/>
                  </a:lnTo>
                  <a:lnTo>
                    <a:pt x="1045845" y="760095"/>
                  </a:lnTo>
                  <a:lnTo>
                    <a:pt x="1048702" y="762000"/>
                  </a:lnTo>
                  <a:lnTo>
                    <a:pt x="1048226" y="766763"/>
                  </a:lnTo>
                  <a:lnTo>
                    <a:pt x="1048226" y="768191"/>
                  </a:lnTo>
                  <a:lnTo>
                    <a:pt x="1040130" y="770096"/>
                  </a:lnTo>
                  <a:lnTo>
                    <a:pt x="1037749" y="772478"/>
                  </a:lnTo>
                  <a:lnTo>
                    <a:pt x="1028700" y="776764"/>
                  </a:lnTo>
                  <a:lnTo>
                    <a:pt x="1022509" y="783431"/>
                  </a:lnTo>
                  <a:lnTo>
                    <a:pt x="1016318" y="787718"/>
                  </a:lnTo>
                  <a:lnTo>
                    <a:pt x="1014889" y="788194"/>
                  </a:lnTo>
                  <a:lnTo>
                    <a:pt x="1012031" y="787718"/>
                  </a:lnTo>
                  <a:lnTo>
                    <a:pt x="1011555" y="786765"/>
                  </a:lnTo>
                  <a:lnTo>
                    <a:pt x="1011555" y="785336"/>
                  </a:lnTo>
                  <a:lnTo>
                    <a:pt x="1012031" y="783908"/>
                  </a:lnTo>
                  <a:lnTo>
                    <a:pt x="1012984" y="782479"/>
                  </a:lnTo>
                  <a:lnTo>
                    <a:pt x="1012508" y="782003"/>
                  </a:lnTo>
                  <a:lnTo>
                    <a:pt x="1011079" y="782479"/>
                  </a:lnTo>
                  <a:lnTo>
                    <a:pt x="1006316" y="785336"/>
                  </a:lnTo>
                  <a:lnTo>
                    <a:pt x="1002983" y="789146"/>
                  </a:lnTo>
                  <a:lnTo>
                    <a:pt x="998696" y="792480"/>
                  </a:lnTo>
                  <a:lnTo>
                    <a:pt x="995839" y="790099"/>
                  </a:lnTo>
                  <a:lnTo>
                    <a:pt x="991076" y="788670"/>
                  </a:lnTo>
                  <a:lnTo>
                    <a:pt x="993934" y="786765"/>
                  </a:lnTo>
                  <a:lnTo>
                    <a:pt x="1001077" y="783431"/>
                  </a:lnTo>
                  <a:lnTo>
                    <a:pt x="1009650" y="774859"/>
                  </a:lnTo>
                  <a:lnTo>
                    <a:pt x="1013460" y="768668"/>
                  </a:lnTo>
                  <a:lnTo>
                    <a:pt x="1012984" y="765810"/>
                  </a:lnTo>
                  <a:lnTo>
                    <a:pt x="1006793" y="762476"/>
                  </a:lnTo>
                  <a:lnTo>
                    <a:pt x="986790" y="754380"/>
                  </a:lnTo>
                  <a:lnTo>
                    <a:pt x="972979" y="751046"/>
                  </a:lnTo>
                  <a:lnTo>
                    <a:pt x="962977" y="747713"/>
                  </a:lnTo>
                  <a:lnTo>
                    <a:pt x="952024" y="747236"/>
                  </a:lnTo>
                  <a:lnTo>
                    <a:pt x="947261" y="748189"/>
                  </a:lnTo>
                  <a:lnTo>
                    <a:pt x="944404" y="750094"/>
                  </a:lnTo>
                  <a:lnTo>
                    <a:pt x="939165" y="755809"/>
                  </a:lnTo>
                  <a:lnTo>
                    <a:pt x="937736" y="758666"/>
                  </a:lnTo>
                  <a:lnTo>
                    <a:pt x="937736" y="762953"/>
                  </a:lnTo>
                  <a:lnTo>
                    <a:pt x="938213" y="764858"/>
                  </a:lnTo>
                  <a:lnTo>
                    <a:pt x="937736" y="766763"/>
                  </a:lnTo>
                  <a:lnTo>
                    <a:pt x="934879" y="769620"/>
                  </a:lnTo>
                  <a:lnTo>
                    <a:pt x="933450" y="770096"/>
                  </a:lnTo>
                  <a:lnTo>
                    <a:pt x="931069" y="768191"/>
                  </a:lnTo>
                  <a:lnTo>
                    <a:pt x="922020" y="769620"/>
                  </a:lnTo>
                  <a:lnTo>
                    <a:pt x="914876" y="771525"/>
                  </a:lnTo>
                  <a:lnTo>
                    <a:pt x="909161" y="773430"/>
                  </a:lnTo>
                  <a:lnTo>
                    <a:pt x="905351" y="773906"/>
                  </a:lnTo>
                  <a:lnTo>
                    <a:pt x="902970" y="772954"/>
                  </a:lnTo>
                  <a:lnTo>
                    <a:pt x="903922" y="771049"/>
                  </a:lnTo>
                  <a:lnTo>
                    <a:pt x="911543" y="763905"/>
                  </a:lnTo>
                  <a:lnTo>
                    <a:pt x="914876" y="759619"/>
                  </a:lnTo>
                  <a:lnTo>
                    <a:pt x="917258" y="755809"/>
                  </a:lnTo>
                  <a:lnTo>
                    <a:pt x="918210" y="752951"/>
                  </a:lnTo>
                  <a:lnTo>
                    <a:pt x="918686" y="749618"/>
                  </a:lnTo>
                  <a:lnTo>
                    <a:pt x="919163" y="745808"/>
                  </a:lnTo>
                  <a:lnTo>
                    <a:pt x="919163" y="741998"/>
                  </a:lnTo>
                  <a:lnTo>
                    <a:pt x="917734" y="734854"/>
                  </a:lnTo>
                  <a:lnTo>
                    <a:pt x="916781" y="731520"/>
                  </a:lnTo>
                  <a:lnTo>
                    <a:pt x="915352" y="729139"/>
                  </a:lnTo>
                  <a:lnTo>
                    <a:pt x="913924" y="727234"/>
                  </a:lnTo>
                  <a:lnTo>
                    <a:pt x="910590" y="725329"/>
                  </a:lnTo>
                  <a:lnTo>
                    <a:pt x="899160" y="722471"/>
                  </a:lnTo>
                  <a:lnTo>
                    <a:pt x="868204" y="732949"/>
                  </a:lnTo>
                  <a:lnTo>
                    <a:pt x="833438" y="743426"/>
                  </a:lnTo>
                  <a:lnTo>
                    <a:pt x="820102" y="749618"/>
                  </a:lnTo>
                  <a:lnTo>
                    <a:pt x="810577" y="752475"/>
                  </a:lnTo>
                  <a:lnTo>
                    <a:pt x="800576" y="757714"/>
                  </a:lnTo>
                  <a:lnTo>
                    <a:pt x="780574" y="770573"/>
                  </a:lnTo>
                  <a:lnTo>
                    <a:pt x="772477" y="776764"/>
                  </a:lnTo>
                  <a:lnTo>
                    <a:pt x="769620" y="780574"/>
                  </a:lnTo>
                  <a:lnTo>
                    <a:pt x="768668" y="783431"/>
                  </a:lnTo>
                  <a:lnTo>
                    <a:pt x="769620" y="785336"/>
                  </a:lnTo>
                  <a:lnTo>
                    <a:pt x="771525" y="787241"/>
                  </a:lnTo>
                  <a:lnTo>
                    <a:pt x="776288" y="791051"/>
                  </a:lnTo>
                  <a:lnTo>
                    <a:pt x="777716" y="792480"/>
                  </a:lnTo>
                  <a:lnTo>
                    <a:pt x="777716" y="793909"/>
                  </a:lnTo>
                  <a:lnTo>
                    <a:pt x="772477" y="797719"/>
                  </a:lnTo>
                  <a:lnTo>
                    <a:pt x="764858" y="800100"/>
                  </a:lnTo>
                  <a:lnTo>
                    <a:pt x="752951" y="811530"/>
                  </a:lnTo>
                  <a:lnTo>
                    <a:pt x="752475" y="812483"/>
                  </a:lnTo>
                  <a:lnTo>
                    <a:pt x="751522" y="816293"/>
                  </a:lnTo>
                  <a:lnTo>
                    <a:pt x="751046" y="823436"/>
                  </a:lnTo>
                  <a:lnTo>
                    <a:pt x="751046" y="825818"/>
                  </a:lnTo>
                  <a:lnTo>
                    <a:pt x="752475" y="827723"/>
                  </a:lnTo>
                  <a:lnTo>
                    <a:pt x="755333" y="830580"/>
                  </a:lnTo>
                  <a:lnTo>
                    <a:pt x="764858" y="832961"/>
                  </a:lnTo>
                  <a:lnTo>
                    <a:pt x="772001" y="833438"/>
                  </a:lnTo>
                  <a:lnTo>
                    <a:pt x="788670" y="832009"/>
                  </a:lnTo>
                  <a:lnTo>
                    <a:pt x="793433" y="832009"/>
                  </a:lnTo>
                  <a:lnTo>
                    <a:pt x="788670" y="838200"/>
                  </a:lnTo>
                  <a:lnTo>
                    <a:pt x="779621" y="840581"/>
                  </a:lnTo>
                  <a:lnTo>
                    <a:pt x="776764" y="844391"/>
                  </a:lnTo>
                  <a:lnTo>
                    <a:pt x="776764" y="845344"/>
                  </a:lnTo>
                  <a:lnTo>
                    <a:pt x="777716" y="846296"/>
                  </a:lnTo>
                  <a:lnTo>
                    <a:pt x="786289" y="849154"/>
                  </a:lnTo>
                  <a:lnTo>
                    <a:pt x="793433" y="849154"/>
                  </a:lnTo>
                  <a:lnTo>
                    <a:pt x="806768" y="846296"/>
                  </a:lnTo>
                  <a:lnTo>
                    <a:pt x="825818" y="845820"/>
                  </a:lnTo>
                  <a:lnTo>
                    <a:pt x="866299" y="839629"/>
                  </a:lnTo>
                  <a:lnTo>
                    <a:pt x="874871" y="842010"/>
                  </a:lnTo>
                  <a:lnTo>
                    <a:pt x="875824" y="842963"/>
                  </a:lnTo>
                  <a:lnTo>
                    <a:pt x="874395" y="844391"/>
                  </a:lnTo>
                  <a:lnTo>
                    <a:pt x="870109" y="844868"/>
                  </a:lnTo>
                  <a:lnTo>
                    <a:pt x="861060" y="843439"/>
                  </a:lnTo>
                  <a:lnTo>
                    <a:pt x="852488" y="844391"/>
                  </a:lnTo>
                  <a:lnTo>
                    <a:pt x="850106" y="845344"/>
                  </a:lnTo>
                  <a:lnTo>
                    <a:pt x="850106" y="847249"/>
                  </a:lnTo>
                  <a:lnTo>
                    <a:pt x="854393" y="848678"/>
                  </a:lnTo>
                  <a:lnTo>
                    <a:pt x="855345" y="850106"/>
                  </a:lnTo>
                  <a:lnTo>
                    <a:pt x="850106" y="851535"/>
                  </a:lnTo>
                  <a:lnTo>
                    <a:pt x="843915" y="851535"/>
                  </a:lnTo>
                  <a:lnTo>
                    <a:pt x="837247" y="852964"/>
                  </a:lnTo>
                  <a:lnTo>
                    <a:pt x="823913" y="856774"/>
                  </a:lnTo>
                  <a:lnTo>
                    <a:pt x="806768" y="860584"/>
                  </a:lnTo>
                  <a:lnTo>
                    <a:pt x="789622" y="863918"/>
                  </a:lnTo>
                  <a:lnTo>
                    <a:pt x="785336" y="865346"/>
                  </a:lnTo>
                  <a:lnTo>
                    <a:pt x="773906" y="871538"/>
                  </a:lnTo>
                  <a:lnTo>
                    <a:pt x="771049" y="873443"/>
                  </a:lnTo>
                  <a:lnTo>
                    <a:pt x="770096" y="875348"/>
                  </a:lnTo>
                  <a:lnTo>
                    <a:pt x="773906" y="880110"/>
                  </a:lnTo>
                  <a:lnTo>
                    <a:pt x="796766" y="895826"/>
                  </a:lnTo>
                  <a:lnTo>
                    <a:pt x="816769" y="897255"/>
                  </a:lnTo>
                  <a:lnTo>
                    <a:pt x="839629" y="895826"/>
                  </a:lnTo>
                  <a:lnTo>
                    <a:pt x="842963" y="896303"/>
                  </a:lnTo>
                  <a:lnTo>
                    <a:pt x="847725" y="897731"/>
                  </a:lnTo>
                  <a:lnTo>
                    <a:pt x="851059" y="898208"/>
                  </a:lnTo>
                  <a:lnTo>
                    <a:pt x="874395" y="897255"/>
                  </a:lnTo>
                  <a:lnTo>
                    <a:pt x="890588" y="895826"/>
                  </a:lnTo>
                  <a:lnTo>
                    <a:pt x="899160" y="894398"/>
                  </a:lnTo>
                  <a:lnTo>
                    <a:pt x="908209" y="892493"/>
                  </a:lnTo>
                  <a:lnTo>
                    <a:pt x="911543" y="892493"/>
                  </a:lnTo>
                  <a:lnTo>
                    <a:pt x="920591" y="891064"/>
                  </a:lnTo>
                  <a:lnTo>
                    <a:pt x="927735" y="891540"/>
                  </a:lnTo>
                  <a:lnTo>
                    <a:pt x="940118" y="893921"/>
                  </a:lnTo>
                  <a:lnTo>
                    <a:pt x="948690" y="896303"/>
                  </a:lnTo>
                  <a:lnTo>
                    <a:pt x="983933" y="906780"/>
                  </a:lnTo>
                  <a:lnTo>
                    <a:pt x="997268" y="912495"/>
                  </a:lnTo>
                  <a:lnTo>
                    <a:pt x="1000601" y="915353"/>
                  </a:lnTo>
                  <a:lnTo>
                    <a:pt x="998220" y="916781"/>
                  </a:lnTo>
                  <a:lnTo>
                    <a:pt x="995363" y="917734"/>
                  </a:lnTo>
                  <a:lnTo>
                    <a:pt x="981551" y="917734"/>
                  </a:lnTo>
                  <a:lnTo>
                    <a:pt x="979170" y="919163"/>
                  </a:lnTo>
                  <a:lnTo>
                    <a:pt x="970597" y="920591"/>
                  </a:lnTo>
                  <a:lnTo>
                    <a:pt x="966788" y="920591"/>
                  </a:lnTo>
                  <a:lnTo>
                    <a:pt x="947261" y="918210"/>
                  </a:lnTo>
                  <a:lnTo>
                    <a:pt x="932021" y="917734"/>
                  </a:lnTo>
                  <a:lnTo>
                    <a:pt x="923449" y="916781"/>
                  </a:lnTo>
                  <a:lnTo>
                    <a:pt x="914876" y="915353"/>
                  </a:lnTo>
                  <a:lnTo>
                    <a:pt x="900589" y="914876"/>
                  </a:lnTo>
                  <a:lnTo>
                    <a:pt x="868680" y="918210"/>
                  </a:lnTo>
                  <a:lnTo>
                    <a:pt x="833914" y="922973"/>
                  </a:lnTo>
                  <a:lnTo>
                    <a:pt x="813911" y="927735"/>
                  </a:lnTo>
                  <a:lnTo>
                    <a:pt x="811530" y="929164"/>
                  </a:lnTo>
                  <a:lnTo>
                    <a:pt x="810577" y="931545"/>
                  </a:lnTo>
                  <a:lnTo>
                    <a:pt x="811054" y="935355"/>
                  </a:lnTo>
                  <a:lnTo>
                    <a:pt x="812483" y="941546"/>
                  </a:lnTo>
                  <a:lnTo>
                    <a:pt x="813435" y="945356"/>
                  </a:lnTo>
                  <a:lnTo>
                    <a:pt x="813911" y="946785"/>
                  </a:lnTo>
                  <a:lnTo>
                    <a:pt x="817721" y="952024"/>
                  </a:lnTo>
                  <a:lnTo>
                    <a:pt x="827246" y="960596"/>
                  </a:lnTo>
                  <a:lnTo>
                    <a:pt x="830580" y="964406"/>
                  </a:lnTo>
                  <a:lnTo>
                    <a:pt x="832009" y="967264"/>
                  </a:lnTo>
                  <a:lnTo>
                    <a:pt x="832961" y="969169"/>
                  </a:lnTo>
                  <a:lnTo>
                    <a:pt x="833914" y="969645"/>
                  </a:lnTo>
                  <a:lnTo>
                    <a:pt x="847725" y="974884"/>
                  </a:lnTo>
                  <a:lnTo>
                    <a:pt x="855821" y="976789"/>
                  </a:lnTo>
                  <a:lnTo>
                    <a:pt x="863918" y="978218"/>
                  </a:lnTo>
                  <a:lnTo>
                    <a:pt x="879634" y="979170"/>
                  </a:lnTo>
                  <a:lnTo>
                    <a:pt x="895350" y="978694"/>
                  </a:lnTo>
                  <a:lnTo>
                    <a:pt x="908209" y="978694"/>
                  </a:lnTo>
                  <a:lnTo>
                    <a:pt x="916781" y="979646"/>
                  </a:lnTo>
                  <a:lnTo>
                    <a:pt x="929640" y="982980"/>
                  </a:lnTo>
                  <a:lnTo>
                    <a:pt x="930116" y="983933"/>
                  </a:lnTo>
                  <a:lnTo>
                    <a:pt x="932497" y="992981"/>
                  </a:lnTo>
                  <a:lnTo>
                    <a:pt x="932974" y="997268"/>
                  </a:lnTo>
                  <a:lnTo>
                    <a:pt x="932021" y="1004411"/>
                  </a:lnTo>
                  <a:lnTo>
                    <a:pt x="933926" y="1008698"/>
                  </a:lnTo>
                  <a:lnTo>
                    <a:pt x="941070" y="1018699"/>
                  </a:lnTo>
                  <a:lnTo>
                    <a:pt x="944880" y="1022509"/>
                  </a:lnTo>
                  <a:lnTo>
                    <a:pt x="948214" y="1024890"/>
                  </a:lnTo>
                  <a:lnTo>
                    <a:pt x="952024" y="1025843"/>
                  </a:lnTo>
                  <a:lnTo>
                    <a:pt x="957263" y="1026319"/>
                  </a:lnTo>
                  <a:lnTo>
                    <a:pt x="963930" y="1025843"/>
                  </a:lnTo>
                  <a:lnTo>
                    <a:pt x="976313" y="1023938"/>
                  </a:lnTo>
                  <a:lnTo>
                    <a:pt x="1002983" y="1022985"/>
                  </a:lnTo>
                  <a:lnTo>
                    <a:pt x="1010126" y="1022509"/>
                  </a:lnTo>
                  <a:lnTo>
                    <a:pt x="1016318" y="1019651"/>
                  </a:lnTo>
                  <a:lnTo>
                    <a:pt x="1022033" y="1019175"/>
                  </a:lnTo>
                  <a:lnTo>
                    <a:pt x="1025843" y="1020128"/>
                  </a:lnTo>
                  <a:lnTo>
                    <a:pt x="1038701" y="1018223"/>
                  </a:lnTo>
                  <a:lnTo>
                    <a:pt x="1055846" y="1016794"/>
                  </a:lnTo>
                  <a:lnTo>
                    <a:pt x="1072515" y="1013936"/>
                  </a:lnTo>
                  <a:lnTo>
                    <a:pt x="1090613" y="1009174"/>
                  </a:lnTo>
                  <a:lnTo>
                    <a:pt x="1097756" y="1005364"/>
                  </a:lnTo>
                  <a:lnTo>
                    <a:pt x="1103948" y="1001078"/>
                  </a:lnTo>
                  <a:lnTo>
                    <a:pt x="1110139" y="998696"/>
                  </a:lnTo>
                  <a:lnTo>
                    <a:pt x="1127284" y="997744"/>
                  </a:lnTo>
                  <a:lnTo>
                    <a:pt x="1141571" y="994886"/>
                  </a:lnTo>
                  <a:lnTo>
                    <a:pt x="1144429" y="992981"/>
                  </a:lnTo>
                  <a:lnTo>
                    <a:pt x="1152049" y="985838"/>
                  </a:lnTo>
                  <a:lnTo>
                    <a:pt x="1154906" y="983933"/>
                  </a:lnTo>
                  <a:lnTo>
                    <a:pt x="1161098" y="973931"/>
                  </a:lnTo>
                  <a:lnTo>
                    <a:pt x="1164431" y="970121"/>
                  </a:lnTo>
                  <a:lnTo>
                    <a:pt x="1167765" y="968216"/>
                  </a:lnTo>
                  <a:lnTo>
                    <a:pt x="1172051" y="968216"/>
                  </a:lnTo>
                  <a:lnTo>
                    <a:pt x="1176338" y="970121"/>
                  </a:lnTo>
                  <a:lnTo>
                    <a:pt x="1178243" y="972026"/>
                  </a:lnTo>
                  <a:lnTo>
                    <a:pt x="1178719" y="974408"/>
                  </a:lnTo>
                  <a:lnTo>
                    <a:pt x="1178243" y="977741"/>
                  </a:lnTo>
                  <a:lnTo>
                    <a:pt x="1178243" y="979646"/>
                  </a:lnTo>
                  <a:lnTo>
                    <a:pt x="1178719" y="981075"/>
                  </a:lnTo>
                  <a:lnTo>
                    <a:pt x="1181100" y="982980"/>
                  </a:lnTo>
                  <a:lnTo>
                    <a:pt x="1185386" y="984885"/>
                  </a:lnTo>
                  <a:lnTo>
                    <a:pt x="1189673" y="985838"/>
                  </a:lnTo>
                  <a:lnTo>
                    <a:pt x="1196816" y="985361"/>
                  </a:lnTo>
                  <a:lnTo>
                    <a:pt x="1205865" y="986314"/>
                  </a:lnTo>
                  <a:lnTo>
                    <a:pt x="1214914" y="988695"/>
                  </a:lnTo>
                  <a:lnTo>
                    <a:pt x="1223010" y="989648"/>
                  </a:lnTo>
                  <a:lnTo>
                    <a:pt x="1223010" y="990600"/>
                  </a:lnTo>
                  <a:lnTo>
                    <a:pt x="1222534" y="991553"/>
                  </a:lnTo>
                  <a:lnTo>
                    <a:pt x="1218248" y="995839"/>
                  </a:lnTo>
                  <a:lnTo>
                    <a:pt x="1217771" y="997268"/>
                  </a:lnTo>
                  <a:lnTo>
                    <a:pt x="1220152" y="999173"/>
                  </a:lnTo>
                  <a:lnTo>
                    <a:pt x="1238250" y="1002030"/>
                  </a:lnTo>
                  <a:lnTo>
                    <a:pt x="1242060" y="999649"/>
                  </a:lnTo>
                  <a:lnTo>
                    <a:pt x="1245870" y="998696"/>
                  </a:lnTo>
                  <a:lnTo>
                    <a:pt x="1255395" y="1002506"/>
                  </a:lnTo>
                  <a:lnTo>
                    <a:pt x="1263968" y="1003459"/>
                  </a:lnTo>
                  <a:lnTo>
                    <a:pt x="1275874" y="1005840"/>
                  </a:lnTo>
                  <a:lnTo>
                    <a:pt x="1286351" y="1004411"/>
                  </a:lnTo>
                  <a:lnTo>
                    <a:pt x="1295400" y="1004888"/>
                  </a:lnTo>
                  <a:lnTo>
                    <a:pt x="1297305" y="1004411"/>
                  </a:lnTo>
                  <a:lnTo>
                    <a:pt x="1300639" y="1002506"/>
                  </a:lnTo>
                  <a:lnTo>
                    <a:pt x="1309211" y="1001078"/>
                  </a:lnTo>
                  <a:lnTo>
                    <a:pt x="1313498" y="999173"/>
                  </a:lnTo>
                  <a:lnTo>
                    <a:pt x="1326356" y="995363"/>
                  </a:lnTo>
                  <a:lnTo>
                    <a:pt x="1330643" y="993458"/>
                  </a:lnTo>
                  <a:lnTo>
                    <a:pt x="1333024" y="986790"/>
                  </a:lnTo>
                  <a:lnTo>
                    <a:pt x="1333024" y="983933"/>
                  </a:lnTo>
                  <a:lnTo>
                    <a:pt x="1332071" y="982028"/>
                  </a:lnTo>
                  <a:lnTo>
                    <a:pt x="1330166" y="980599"/>
                  </a:lnTo>
                  <a:lnTo>
                    <a:pt x="1329214" y="980123"/>
                  </a:lnTo>
                  <a:lnTo>
                    <a:pt x="1325880" y="980599"/>
                  </a:lnTo>
                  <a:lnTo>
                    <a:pt x="1323975" y="979170"/>
                  </a:lnTo>
                  <a:lnTo>
                    <a:pt x="1323499" y="977741"/>
                  </a:lnTo>
                  <a:lnTo>
                    <a:pt x="1323499" y="976313"/>
                  </a:lnTo>
                  <a:lnTo>
                    <a:pt x="1323499" y="974408"/>
                  </a:lnTo>
                  <a:lnTo>
                    <a:pt x="1323975" y="972979"/>
                  </a:lnTo>
                  <a:lnTo>
                    <a:pt x="1326833" y="970121"/>
                  </a:lnTo>
                  <a:lnTo>
                    <a:pt x="1326833" y="969169"/>
                  </a:lnTo>
                  <a:lnTo>
                    <a:pt x="1324451" y="966788"/>
                  </a:lnTo>
                  <a:lnTo>
                    <a:pt x="1320641" y="965359"/>
                  </a:lnTo>
                  <a:lnTo>
                    <a:pt x="1310640" y="965835"/>
                  </a:lnTo>
                  <a:lnTo>
                    <a:pt x="1307306" y="968216"/>
                  </a:lnTo>
                  <a:lnTo>
                    <a:pt x="1299686" y="971550"/>
                  </a:lnTo>
                  <a:lnTo>
                    <a:pt x="1295876" y="973931"/>
                  </a:lnTo>
                  <a:lnTo>
                    <a:pt x="1288733" y="981551"/>
                  </a:lnTo>
                  <a:lnTo>
                    <a:pt x="1287780" y="982028"/>
                  </a:lnTo>
                  <a:lnTo>
                    <a:pt x="1288256" y="980123"/>
                  </a:lnTo>
                  <a:lnTo>
                    <a:pt x="1290638" y="972503"/>
                  </a:lnTo>
                  <a:lnTo>
                    <a:pt x="1291114" y="968693"/>
                  </a:lnTo>
                  <a:lnTo>
                    <a:pt x="1290638" y="966311"/>
                  </a:lnTo>
                  <a:lnTo>
                    <a:pt x="1290161" y="965359"/>
                  </a:lnTo>
                  <a:lnTo>
                    <a:pt x="1288733" y="965359"/>
                  </a:lnTo>
                  <a:lnTo>
                    <a:pt x="1287304" y="964406"/>
                  </a:lnTo>
                  <a:lnTo>
                    <a:pt x="1282065" y="960120"/>
                  </a:lnTo>
                  <a:lnTo>
                    <a:pt x="1277779" y="957739"/>
                  </a:lnTo>
                  <a:lnTo>
                    <a:pt x="1276350" y="955834"/>
                  </a:lnTo>
                  <a:lnTo>
                    <a:pt x="1277302" y="954405"/>
                  </a:lnTo>
                  <a:lnTo>
                    <a:pt x="1279684" y="953453"/>
                  </a:lnTo>
                  <a:lnTo>
                    <a:pt x="1281589" y="953929"/>
                  </a:lnTo>
                  <a:lnTo>
                    <a:pt x="1289685" y="958691"/>
                  </a:lnTo>
                  <a:lnTo>
                    <a:pt x="1294448" y="960596"/>
                  </a:lnTo>
                  <a:lnTo>
                    <a:pt x="1300639" y="961549"/>
                  </a:lnTo>
                  <a:lnTo>
                    <a:pt x="1304925" y="961549"/>
                  </a:lnTo>
                  <a:lnTo>
                    <a:pt x="1306830" y="960120"/>
                  </a:lnTo>
                  <a:lnTo>
                    <a:pt x="1307783" y="959168"/>
                  </a:lnTo>
                  <a:lnTo>
                    <a:pt x="1307783" y="957263"/>
                  </a:lnTo>
                  <a:lnTo>
                    <a:pt x="1307306" y="954881"/>
                  </a:lnTo>
                  <a:lnTo>
                    <a:pt x="1306830" y="952976"/>
                  </a:lnTo>
                  <a:lnTo>
                    <a:pt x="1305877" y="951548"/>
                  </a:lnTo>
                  <a:lnTo>
                    <a:pt x="1308259" y="949166"/>
                  </a:lnTo>
                  <a:lnTo>
                    <a:pt x="1314450" y="945833"/>
                  </a:lnTo>
                  <a:lnTo>
                    <a:pt x="1318260" y="943928"/>
                  </a:lnTo>
                  <a:lnTo>
                    <a:pt x="1320165" y="943928"/>
                  </a:lnTo>
                  <a:lnTo>
                    <a:pt x="1323023" y="945356"/>
                  </a:lnTo>
                  <a:lnTo>
                    <a:pt x="1331119" y="950595"/>
                  </a:lnTo>
                  <a:lnTo>
                    <a:pt x="1335405" y="952500"/>
                  </a:lnTo>
                  <a:lnTo>
                    <a:pt x="1338263" y="952976"/>
                  </a:lnTo>
                  <a:lnTo>
                    <a:pt x="1339691" y="951548"/>
                  </a:lnTo>
                  <a:lnTo>
                    <a:pt x="1341120" y="949643"/>
                  </a:lnTo>
                  <a:lnTo>
                    <a:pt x="1343025" y="944880"/>
                  </a:lnTo>
                  <a:lnTo>
                    <a:pt x="1343977" y="943928"/>
                  </a:lnTo>
                  <a:lnTo>
                    <a:pt x="1344930" y="944880"/>
                  </a:lnTo>
                  <a:lnTo>
                    <a:pt x="1346835" y="950119"/>
                  </a:lnTo>
                  <a:lnTo>
                    <a:pt x="1348740" y="952500"/>
                  </a:lnTo>
                  <a:lnTo>
                    <a:pt x="1353026" y="954405"/>
                  </a:lnTo>
                  <a:lnTo>
                    <a:pt x="1358741" y="954881"/>
                  </a:lnTo>
                  <a:lnTo>
                    <a:pt x="1360646" y="954405"/>
                  </a:lnTo>
                  <a:lnTo>
                    <a:pt x="1363504" y="952024"/>
                  </a:lnTo>
                  <a:close/>
                  <a:moveTo>
                    <a:pt x="1214438" y="696754"/>
                  </a:moveTo>
                  <a:lnTo>
                    <a:pt x="1207770" y="696754"/>
                  </a:lnTo>
                  <a:lnTo>
                    <a:pt x="1178719" y="700088"/>
                  </a:lnTo>
                  <a:lnTo>
                    <a:pt x="1170146" y="701516"/>
                  </a:lnTo>
                  <a:lnTo>
                    <a:pt x="1167289" y="703421"/>
                  </a:lnTo>
                  <a:lnTo>
                    <a:pt x="1162526" y="708184"/>
                  </a:lnTo>
                  <a:lnTo>
                    <a:pt x="1158716" y="713899"/>
                  </a:lnTo>
                  <a:lnTo>
                    <a:pt x="1159669" y="715804"/>
                  </a:lnTo>
                  <a:lnTo>
                    <a:pt x="1165384" y="717233"/>
                  </a:lnTo>
                  <a:lnTo>
                    <a:pt x="1173004" y="720090"/>
                  </a:lnTo>
                  <a:lnTo>
                    <a:pt x="1184910" y="727234"/>
                  </a:lnTo>
                  <a:lnTo>
                    <a:pt x="1187291" y="730091"/>
                  </a:lnTo>
                  <a:lnTo>
                    <a:pt x="1188720" y="733901"/>
                  </a:lnTo>
                  <a:lnTo>
                    <a:pt x="1197769" y="740569"/>
                  </a:lnTo>
                  <a:lnTo>
                    <a:pt x="1205389" y="747236"/>
                  </a:lnTo>
                  <a:lnTo>
                    <a:pt x="1210151" y="750570"/>
                  </a:lnTo>
                  <a:lnTo>
                    <a:pt x="1213485" y="751999"/>
                  </a:lnTo>
                  <a:lnTo>
                    <a:pt x="1215390" y="751523"/>
                  </a:lnTo>
                  <a:lnTo>
                    <a:pt x="1218248" y="749618"/>
                  </a:lnTo>
                  <a:lnTo>
                    <a:pt x="1222534" y="746284"/>
                  </a:lnTo>
                  <a:lnTo>
                    <a:pt x="1224915" y="743426"/>
                  </a:lnTo>
                  <a:lnTo>
                    <a:pt x="1225868" y="740093"/>
                  </a:lnTo>
                  <a:lnTo>
                    <a:pt x="1232059" y="734854"/>
                  </a:lnTo>
                  <a:lnTo>
                    <a:pt x="1237774" y="725329"/>
                  </a:lnTo>
                  <a:lnTo>
                    <a:pt x="1239202" y="722471"/>
                  </a:lnTo>
                  <a:lnTo>
                    <a:pt x="1240155" y="715328"/>
                  </a:lnTo>
                  <a:lnTo>
                    <a:pt x="1240155" y="710565"/>
                  </a:lnTo>
                  <a:lnTo>
                    <a:pt x="1239202" y="708184"/>
                  </a:lnTo>
                  <a:lnTo>
                    <a:pt x="1237298" y="705803"/>
                  </a:lnTo>
                  <a:lnTo>
                    <a:pt x="1234916" y="704374"/>
                  </a:lnTo>
                  <a:lnTo>
                    <a:pt x="1231106" y="703421"/>
                  </a:lnTo>
                  <a:lnTo>
                    <a:pt x="1221581" y="697230"/>
                  </a:lnTo>
                  <a:lnTo>
                    <a:pt x="1214438" y="696754"/>
                  </a:lnTo>
                  <a:close/>
                  <a:moveTo>
                    <a:pt x="1461135" y="674370"/>
                  </a:moveTo>
                  <a:lnTo>
                    <a:pt x="1443514" y="679133"/>
                  </a:lnTo>
                  <a:lnTo>
                    <a:pt x="1435418" y="680085"/>
                  </a:lnTo>
                  <a:lnTo>
                    <a:pt x="1432560" y="681038"/>
                  </a:lnTo>
                  <a:lnTo>
                    <a:pt x="1430655" y="682466"/>
                  </a:lnTo>
                  <a:lnTo>
                    <a:pt x="1429226" y="683895"/>
                  </a:lnTo>
                  <a:lnTo>
                    <a:pt x="1425893" y="684848"/>
                  </a:lnTo>
                  <a:lnTo>
                    <a:pt x="1417320" y="686276"/>
                  </a:lnTo>
                  <a:lnTo>
                    <a:pt x="1415415" y="687229"/>
                  </a:lnTo>
                  <a:lnTo>
                    <a:pt x="1414939" y="688181"/>
                  </a:lnTo>
                  <a:lnTo>
                    <a:pt x="1415891" y="689134"/>
                  </a:lnTo>
                  <a:lnTo>
                    <a:pt x="1418749" y="690086"/>
                  </a:lnTo>
                  <a:lnTo>
                    <a:pt x="1429702" y="693420"/>
                  </a:lnTo>
                  <a:lnTo>
                    <a:pt x="1434941" y="692944"/>
                  </a:lnTo>
                  <a:lnTo>
                    <a:pt x="1436846" y="691991"/>
                  </a:lnTo>
                  <a:lnTo>
                    <a:pt x="1439227" y="690086"/>
                  </a:lnTo>
                  <a:lnTo>
                    <a:pt x="1443514" y="690563"/>
                  </a:lnTo>
                  <a:lnTo>
                    <a:pt x="1453515" y="689134"/>
                  </a:lnTo>
                  <a:lnTo>
                    <a:pt x="1457801" y="687705"/>
                  </a:lnTo>
                  <a:lnTo>
                    <a:pt x="1467326" y="682466"/>
                  </a:lnTo>
                  <a:lnTo>
                    <a:pt x="1471136" y="680085"/>
                  </a:lnTo>
                  <a:lnTo>
                    <a:pt x="1473994" y="676751"/>
                  </a:lnTo>
                  <a:lnTo>
                    <a:pt x="1474470" y="675323"/>
                  </a:lnTo>
                  <a:lnTo>
                    <a:pt x="1473994" y="673894"/>
                  </a:lnTo>
                  <a:lnTo>
                    <a:pt x="1473041" y="672465"/>
                  </a:lnTo>
                  <a:lnTo>
                    <a:pt x="1469708" y="671989"/>
                  </a:lnTo>
                  <a:lnTo>
                    <a:pt x="1461135" y="674370"/>
                  </a:lnTo>
                  <a:close/>
                  <a:moveTo>
                    <a:pt x="1519714" y="615791"/>
                  </a:moveTo>
                  <a:lnTo>
                    <a:pt x="1520666" y="618173"/>
                  </a:lnTo>
                  <a:lnTo>
                    <a:pt x="1521619" y="619601"/>
                  </a:lnTo>
                  <a:lnTo>
                    <a:pt x="1522571" y="620078"/>
                  </a:lnTo>
                  <a:lnTo>
                    <a:pt x="1525429" y="618173"/>
                  </a:lnTo>
                  <a:lnTo>
                    <a:pt x="1528286" y="619601"/>
                  </a:lnTo>
                  <a:lnTo>
                    <a:pt x="1535906" y="626269"/>
                  </a:lnTo>
                  <a:lnTo>
                    <a:pt x="1550194" y="628650"/>
                  </a:lnTo>
                  <a:lnTo>
                    <a:pt x="1555909" y="628650"/>
                  </a:lnTo>
                  <a:lnTo>
                    <a:pt x="1566862" y="634841"/>
                  </a:lnTo>
                  <a:lnTo>
                    <a:pt x="1572101" y="637699"/>
                  </a:lnTo>
                  <a:lnTo>
                    <a:pt x="1575911" y="639128"/>
                  </a:lnTo>
                  <a:lnTo>
                    <a:pt x="1581626" y="639604"/>
                  </a:lnTo>
                  <a:lnTo>
                    <a:pt x="1592580" y="638651"/>
                  </a:lnTo>
                  <a:lnTo>
                    <a:pt x="1600200" y="638651"/>
                  </a:lnTo>
                  <a:lnTo>
                    <a:pt x="1612583" y="637699"/>
                  </a:lnTo>
                  <a:lnTo>
                    <a:pt x="1614487" y="637223"/>
                  </a:lnTo>
                  <a:lnTo>
                    <a:pt x="1615440" y="635794"/>
                  </a:lnTo>
                  <a:lnTo>
                    <a:pt x="1615440" y="633413"/>
                  </a:lnTo>
                  <a:lnTo>
                    <a:pt x="1615916" y="631984"/>
                  </a:lnTo>
                  <a:lnTo>
                    <a:pt x="1616869" y="631508"/>
                  </a:lnTo>
                  <a:lnTo>
                    <a:pt x="1617345" y="630555"/>
                  </a:lnTo>
                  <a:lnTo>
                    <a:pt x="1618298" y="624840"/>
                  </a:lnTo>
                  <a:lnTo>
                    <a:pt x="1618298" y="620554"/>
                  </a:lnTo>
                  <a:lnTo>
                    <a:pt x="1617821" y="618649"/>
                  </a:lnTo>
                  <a:lnTo>
                    <a:pt x="1615440" y="613410"/>
                  </a:lnTo>
                  <a:lnTo>
                    <a:pt x="1614964" y="611981"/>
                  </a:lnTo>
                  <a:lnTo>
                    <a:pt x="1615440" y="608648"/>
                  </a:lnTo>
                  <a:lnTo>
                    <a:pt x="1616393" y="606266"/>
                  </a:lnTo>
                  <a:lnTo>
                    <a:pt x="1613059" y="600075"/>
                  </a:lnTo>
                  <a:lnTo>
                    <a:pt x="1610677" y="597218"/>
                  </a:lnTo>
                  <a:lnTo>
                    <a:pt x="1607820" y="591979"/>
                  </a:lnTo>
                  <a:lnTo>
                    <a:pt x="1602581" y="586740"/>
                  </a:lnTo>
                  <a:lnTo>
                    <a:pt x="1590675" y="578168"/>
                  </a:lnTo>
                  <a:lnTo>
                    <a:pt x="1584960" y="574834"/>
                  </a:lnTo>
                  <a:lnTo>
                    <a:pt x="1577340" y="572929"/>
                  </a:lnTo>
                  <a:lnTo>
                    <a:pt x="1569720" y="572453"/>
                  </a:lnTo>
                  <a:lnTo>
                    <a:pt x="1564005" y="571976"/>
                  </a:lnTo>
                  <a:lnTo>
                    <a:pt x="1543050" y="578168"/>
                  </a:lnTo>
                  <a:lnTo>
                    <a:pt x="1536859" y="582454"/>
                  </a:lnTo>
                  <a:lnTo>
                    <a:pt x="1533525" y="584359"/>
                  </a:lnTo>
                  <a:lnTo>
                    <a:pt x="1527810" y="590074"/>
                  </a:lnTo>
                  <a:lnTo>
                    <a:pt x="1527810" y="593884"/>
                  </a:lnTo>
                  <a:lnTo>
                    <a:pt x="1525905" y="598170"/>
                  </a:lnTo>
                  <a:lnTo>
                    <a:pt x="1522095" y="599599"/>
                  </a:lnTo>
                  <a:lnTo>
                    <a:pt x="1519237" y="600075"/>
                  </a:lnTo>
                  <a:lnTo>
                    <a:pt x="1513046" y="607695"/>
                  </a:lnTo>
                  <a:lnTo>
                    <a:pt x="1512094" y="610553"/>
                  </a:lnTo>
                  <a:lnTo>
                    <a:pt x="1512094" y="612458"/>
                  </a:lnTo>
                  <a:lnTo>
                    <a:pt x="1512570" y="614363"/>
                  </a:lnTo>
                  <a:lnTo>
                    <a:pt x="1513523" y="615315"/>
                  </a:lnTo>
                  <a:lnTo>
                    <a:pt x="1519237" y="614839"/>
                  </a:lnTo>
                  <a:lnTo>
                    <a:pt x="1519714" y="615791"/>
                  </a:lnTo>
                  <a:close/>
                  <a:moveTo>
                    <a:pt x="1740694" y="644843"/>
                  </a:moveTo>
                  <a:lnTo>
                    <a:pt x="1750219" y="644366"/>
                  </a:lnTo>
                  <a:lnTo>
                    <a:pt x="1754029" y="643414"/>
                  </a:lnTo>
                  <a:lnTo>
                    <a:pt x="1760220" y="640556"/>
                  </a:lnTo>
                  <a:lnTo>
                    <a:pt x="1762601" y="638651"/>
                  </a:lnTo>
                  <a:lnTo>
                    <a:pt x="1762601" y="636746"/>
                  </a:lnTo>
                  <a:lnTo>
                    <a:pt x="1762125" y="634841"/>
                  </a:lnTo>
                  <a:lnTo>
                    <a:pt x="1761173" y="632460"/>
                  </a:lnTo>
                  <a:lnTo>
                    <a:pt x="1762125" y="631508"/>
                  </a:lnTo>
                  <a:lnTo>
                    <a:pt x="1764506" y="631984"/>
                  </a:lnTo>
                  <a:lnTo>
                    <a:pt x="1766411" y="631508"/>
                  </a:lnTo>
                  <a:lnTo>
                    <a:pt x="1767840" y="629603"/>
                  </a:lnTo>
                  <a:lnTo>
                    <a:pt x="1769269" y="628650"/>
                  </a:lnTo>
                  <a:lnTo>
                    <a:pt x="1770698" y="628650"/>
                  </a:lnTo>
                  <a:lnTo>
                    <a:pt x="1771650" y="630555"/>
                  </a:lnTo>
                  <a:lnTo>
                    <a:pt x="1772602" y="633889"/>
                  </a:lnTo>
                  <a:lnTo>
                    <a:pt x="1773555" y="635318"/>
                  </a:lnTo>
                  <a:lnTo>
                    <a:pt x="1775936" y="633413"/>
                  </a:lnTo>
                  <a:lnTo>
                    <a:pt x="1779270" y="627698"/>
                  </a:lnTo>
                  <a:lnTo>
                    <a:pt x="1784509" y="625793"/>
                  </a:lnTo>
                  <a:lnTo>
                    <a:pt x="1785937" y="625793"/>
                  </a:lnTo>
                  <a:lnTo>
                    <a:pt x="1787843" y="627698"/>
                  </a:lnTo>
                  <a:lnTo>
                    <a:pt x="1791176" y="629126"/>
                  </a:lnTo>
                  <a:lnTo>
                    <a:pt x="1789748" y="631984"/>
                  </a:lnTo>
                  <a:lnTo>
                    <a:pt x="1786414" y="637223"/>
                  </a:lnTo>
                  <a:lnTo>
                    <a:pt x="1784509" y="641033"/>
                  </a:lnTo>
                  <a:lnTo>
                    <a:pt x="1784033" y="643890"/>
                  </a:lnTo>
                  <a:lnTo>
                    <a:pt x="1784033" y="645795"/>
                  </a:lnTo>
                  <a:lnTo>
                    <a:pt x="1785937" y="647700"/>
                  </a:lnTo>
                  <a:lnTo>
                    <a:pt x="1788795" y="648653"/>
                  </a:lnTo>
                  <a:lnTo>
                    <a:pt x="1803083" y="649129"/>
                  </a:lnTo>
                  <a:lnTo>
                    <a:pt x="1817370" y="650558"/>
                  </a:lnTo>
                  <a:lnTo>
                    <a:pt x="1824990" y="648653"/>
                  </a:lnTo>
                  <a:lnTo>
                    <a:pt x="1837373" y="650081"/>
                  </a:lnTo>
                  <a:lnTo>
                    <a:pt x="1844993" y="650081"/>
                  </a:lnTo>
                  <a:lnTo>
                    <a:pt x="1848326" y="649605"/>
                  </a:lnTo>
                  <a:lnTo>
                    <a:pt x="1845945" y="644843"/>
                  </a:lnTo>
                  <a:lnTo>
                    <a:pt x="1848326" y="644843"/>
                  </a:lnTo>
                  <a:lnTo>
                    <a:pt x="1858804" y="647700"/>
                  </a:lnTo>
                  <a:lnTo>
                    <a:pt x="1863090" y="646271"/>
                  </a:lnTo>
                  <a:lnTo>
                    <a:pt x="1866424" y="645795"/>
                  </a:lnTo>
                  <a:lnTo>
                    <a:pt x="1871662" y="648653"/>
                  </a:lnTo>
                  <a:lnTo>
                    <a:pt x="1876901" y="648653"/>
                  </a:lnTo>
                  <a:lnTo>
                    <a:pt x="1885950" y="646271"/>
                  </a:lnTo>
                  <a:lnTo>
                    <a:pt x="1886902" y="645795"/>
                  </a:lnTo>
                  <a:lnTo>
                    <a:pt x="1887855" y="644366"/>
                  </a:lnTo>
                  <a:lnTo>
                    <a:pt x="1888331" y="641985"/>
                  </a:lnTo>
                  <a:lnTo>
                    <a:pt x="1889284" y="641985"/>
                  </a:lnTo>
                  <a:lnTo>
                    <a:pt x="1892618" y="645795"/>
                  </a:lnTo>
                  <a:lnTo>
                    <a:pt x="1896904" y="647224"/>
                  </a:lnTo>
                  <a:lnTo>
                    <a:pt x="1899761" y="647224"/>
                  </a:lnTo>
                  <a:lnTo>
                    <a:pt x="1901190" y="646748"/>
                  </a:lnTo>
                  <a:lnTo>
                    <a:pt x="1902143" y="641509"/>
                  </a:lnTo>
                  <a:lnTo>
                    <a:pt x="1904048" y="641509"/>
                  </a:lnTo>
                  <a:lnTo>
                    <a:pt x="1907381" y="643890"/>
                  </a:lnTo>
                  <a:lnTo>
                    <a:pt x="1910715" y="645795"/>
                  </a:lnTo>
                  <a:lnTo>
                    <a:pt x="1915954" y="647224"/>
                  </a:lnTo>
                  <a:lnTo>
                    <a:pt x="1924050" y="648176"/>
                  </a:lnTo>
                  <a:lnTo>
                    <a:pt x="1930241" y="647700"/>
                  </a:lnTo>
                  <a:lnTo>
                    <a:pt x="1943100" y="644366"/>
                  </a:lnTo>
                  <a:lnTo>
                    <a:pt x="1951673" y="644366"/>
                  </a:lnTo>
                  <a:lnTo>
                    <a:pt x="1954530" y="642938"/>
                  </a:lnTo>
                  <a:lnTo>
                    <a:pt x="1958816" y="638175"/>
                  </a:lnTo>
                  <a:lnTo>
                    <a:pt x="1959293" y="637223"/>
                  </a:lnTo>
                  <a:lnTo>
                    <a:pt x="1961198" y="631031"/>
                  </a:lnTo>
                  <a:lnTo>
                    <a:pt x="1960245" y="628650"/>
                  </a:lnTo>
                  <a:lnTo>
                    <a:pt x="1955959" y="626269"/>
                  </a:lnTo>
                  <a:lnTo>
                    <a:pt x="1955006" y="625316"/>
                  </a:lnTo>
                  <a:lnTo>
                    <a:pt x="1954054" y="622459"/>
                  </a:lnTo>
                  <a:lnTo>
                    <a:pt x="1955006" y="621983"/>
                  </a:lnTo>
                  <a:lnTo>
                    <a:pt x="1958816" y="622935"/>
                  </a:lnTo>
                  <a:lnTo>
                    <a:pt x="1965008" y="626745"/>
                  </a:lnTo>
                  <a:lnTo>
                    <a:pt x="1966912" y="627698"/>
                  </a:lnTo>
                  <a:lnTo>
                    <a:pt x="1968818" y="627698"/>
                  </a:lnTo>
                  <a:lnTo>
                    <a:pt x="1969294" y="629603"/>
                  </a:lnTo>
                  <a:lnTo>
                    <a:pt x="1968341" y="633413"/>
                  </a:lnTo>
                  <a:lnTo>
                    <a:pt x="1968341" y="636270"/>
                  </a:lnTo>
                  <a:lnTo>
                    <a:pt x="1970246" y="640556"/>
                  </a:lnTo>
                  <a:lnTo>
                    <a:pt x="1973104" y="643890"/>
                  </a:lnTo>
                  <a:lnTo>
                    <a:pt x="1974533" y="645319"/>
                  </a:lnTo>
                  <a:lnTo>
                    <a:pt x="1981200" y="647700"/>
                  </a:lnTo>
                  <a:lnTo>
                    <a:pt x="1984058" y="648176"/>
                  </a:lnTo>
                  <a:lnTo>
                    <a:pt x="1991677" y="647700"/>
                  </a:lnTo>
                  <a:lnTo>
                    <a:pt x="2003584" y="651034"/>
                  </a:lnTo>
                  <a:lnTo>
                    <a:pt x="2007870" y="651510"/>
                  </a:lnTo>
                  <a:lnTo>
                    <a:pt x="2012156" y="651034"/>
                  </a:lnTo>
                  <a:lnTo>
                    <a:pt x="2018824" y="649129"/>
                  </a:lnTo>
                  <a:lnTo>
                    <a:pt x="2027873" y="645795"/>
                  </a:lnTo>
                  <a:lnTo>
                    <a:pt x="2031683" y="644843"/>
                  </a:lnTo>
                  <a:lnTo>
                    <a:pt x="2064068" y="643890"/>
                  </a:lnTo>
                  <a:lnTo>
                    <a:pt x="2064544" y="643890"/>
                  </a:lnTo>
                  <a:lnTo>
                    <a:pt x="2065973" y="639128"/>
                  </a:lnTo>
                  <a:lnTo>
                    <a:pt x="2066449" y="635794"/>
                  </a:lnTo>
                  <a:lnTo>
                    <a:pt x="2066449" y="632936"/>
                  </a:lnTo>
                  <a:lnTo>
                    <a:pt x="2066925" y="631031"/>
                  </a:lnTo>
                  <a:lnTo>
                    <a:pt x="2068354" y="630079"/>
                  </a:lnTo>
                  <a:lnTo>
                    <a:pt x="2066925" y="627698"/>
                  </a:lnTo>
                  <a:lnTo>
                    <a:pt x="2062639" y="624364"/>
                  </a:lnTo>
                  <a:lnTo>
                    <a:pt x="2061686" y="622459"/>
                  </a:lnTo>
                  <a:lnTo>
                    <a:pt x="2063591" y="621983"/>
                  </a:lnTo>
                  <a:lnTo>
                    <a:pt x="2066449" y="622935"/>
                  </a:lnTo>
                  <a:lnTo>
                    <a:pt x="2075021" y="627221"/>
                  </a:lnTo>
                  <a:lnTo>
                    <a:pt x="2089785" y="623888"/>
                  </a:lnTo>
                  <a:lnTo>
                    <a:pt x="2093595" y="621506"/>
                  </a:lnTo>
                  <a:lnTo>
                    <a:pt x="2091690" y="618649"/>
                  </a:lnTo>
                  <a:lnTo>
                    <a:pt x="2089309" y="616744"/>
                  </a:lnTo>
                  <a:lnTo>
                    <a:pt x="2084546" y="614839"/>
                  </a:lnTo>
                  <a:lnTo>
                    <a:pt x="2082165" y="614839"/>
                  </a:lnTo>
                  <a:lnTo>
                    <a:pt x="2071687" y="616744"/>
                  </a:lnTo>
                  <a:lnTo>
                    <a:pt x="2068354" y="616744"/>
                  </a:lnTo>
                  <a:lnTo>
                    <a:pt x="2064068" y="615791"/>
                  </a:lnTo>
                  <a:lnTo>
                    <a:pt x="2059781" y="613410"/>
                  </a:lnTo>
                  <a:lnTo>
                    <a:pt x="2060734" y="612458"/>
                  </a:lnTo>
                  <a:lnTo>
                    <a:pt x="2073593" y="607695"/>
                  </a:lnTo>
                  <a:lnTo>
                    <a:pt x="2085023" y="601980"/>
                  </a:lnTo>
                  <a:lnTo>
                    <a:pt x="2089309" y="597694"/>
                  </a:lnTo>
                  <a:lnTo>
                    <a:pt x="2089309" y="595313"/>
                  </a:lnTo>
                  <a:lnTo>
                    <a:pt x="2086451" y="589121"/>
                  </a:lnTo>
                  <a:lnTo>
                    <a:pt x="2084070" y="584835"/>
                  </a:lnTo>
                  <a:lnTo>
                    <a:pt x="2081212" y="583883"/>
                  </a:lnTo>
                  <a:lnTo>
                    <a:pt x="2068830" y="583406"/>
                  </a:lnTo>
                  <a:lnTo>
                    <a:pt x="2063591" y="582454"/>
                  </a:lnTo>
                  <a:lnTo>
                    <a:pt x="2062639" y="581501"/>
                  </a:lnTo>
                  <a:lnTo>
                    <a:pt x="2067877" y="578168"/>
                  </a:lnTo>
                  <a:lnTo>
                    <a:pt x="2067877" y="576739"/>
                  </a:lnTo>
                  <a:lnTo>
                    <a:pt x="2066449" y="575310"/>
                  </a:lnTo>
                  <a:lnTo>
                    <a:pt x="2060734" y="571976"/>
                  </a:lnTo>
                  <a:lnTo>
                    <a:pt x="2053590" y="571024"/>
                  </a:lnTo>
                  <a:lnTo>
                    <a:pt x="2037398" y="571024"/>
                  </a:lnTo>
                  <a:lnTo>
                    <a:pt x="2033111" y="570071"/>
                  </a:lnTo>
                  <a:lnTo>
                    <a:pt x="2031206" y="569119"/>
                  </a:lnTo>
                  <a:lnTo>
                    <a:pt x="2030730" y="568166"/>
                  </a:lnTo>
                  <a:lnTo>
                    <a:pt x="2032159" y="564833"/>
                  </a:lnTo>
                  <a:lnTo>
                    <a:pt x="2028349" y="563404"/>
                  </a:lnTo>
                  <a:lnTo>
                    <a:pt x="2015490" y="560546"/>
                  </a:lnTo>
                  <a:lnTo>
                    <a:pt x="1998345" y="558165"/>
                  </a:lnTo>
                  <a:lnTo>
                    <a:pt x="1991677" y="558165"/>
                  </a:lnTo>
                  <a:lnTo>
                    <a:pt x="1985010" y="559118"/>
                  </a:lnTo>
                  <a:lnTo>
                    <a:pt x="1966436" y="563404"/>
                  </a:lnTo>
                  <a:lnTo>
                    <a:pt x="1961674" y="563880"/>
                  </a:lnTo>
                  <a:lnTo>
                    <a:pt x="1944529" y="559594"/>
                  </a:lnTo>
                  <a:lnTo>
                    <a:pt x="1938337" y="559118"/>
                  </a:lnTo>
                  <a:lnTo>
                    <a:pt x="1935480" y="561975"/>
                  </a:lnTo>
                  <a:lnTo>
                    <a:pt x="1935480" y="562451"/>
                  </a:lnTo>
                  <a:lnTo>
                    <a:pt x="1919287" y="570071"/>
                  </a:lnTo>
                  <a:lnTo>
                    <a:pt x="1914525" y="570071"/>
                  </a:lnTo>
                  <a:lnTo>
                    <a:pt x="1906429" y="570548"/>
                  </a:lnTo>
                  <a:lnTo>
                    <a:pt x="1893094" y="575310"/>
                  </a:lnTo>
                  <a:lnTo>
                    <a:pt x="1885950" y="574834"/>
                  </a:lnTo>
                  <a:lnTo>
                    <a:pt x="1872615" y="578168"/>
                  </a:lnTo>
                  <a:lnTo>
                    <a:pt x="1869281" y="580073"/>
                  </a:lnTo>
                  <a:lnTo>
                    <a:pt x="1874996" y="584359"/>
                  </a:lnTo>
                  <a:lnTo>
                    <a:pt x="1873568" y="587693"/>
                  </a:lnTo>
                  <a:lnTo>
                    <a:pt x="1864043" y="586740"/>
                  </a:lnTo>
                  <a:lnTo>
                    <a:pt x="1857375" y="584835"/>
                  </a:lnTo>
                  <a:lnTo>
                    <a:pt x="1853565" y="582930"/>
                  </a:lnTo>
                  <a:lnTo>
                    <a:pt x="1844516" y="581025"/>
                  </a:lnTo>
                  <a:lnTo>
                    <a:pt x="1829276" y="572453"/>
                  </a:lnTo>
                  <a:lnTo>
                    <a:pt x="1825466" y="574358"/>
                  </a:lnTo>
                  <a:lnTo>
                    <a:pt x="1819751" y="581501"/>
                  </a:lnTo>
                  <a:lnTo>
                    <a:pt x="1818799" y="581025"/>
                  </a:lnTo>
                  <a:lnTo>
                    <a:pt x="1816418" y="577215"/>
                  </a:lnTo>
                  <a:lnTo>
                    <a:pt x="1813560" y="575310"/>
                  </a:lnTo>
                  <a:lnTo>
                    <a:pt x="1797368" y="579596"/>
                  </a:lnTo>
                  <a:lnTo>
                    <a:pt x="1784985" y="570548"/>
                  </a:lnTo>
                  <a:lnTo>
                    <a:pt x="1782604" y="569595"/>
                  </a:lnTo>
                  <a:lnTo>
                    <a:pt x="1780223" y="569595"/>
                  </a:lnTo>
                  <a:lnTo>
                    <a:pt x="1777841" y="570548"/>
                  </a:lnTo>
                  <a:lnTo>
                    <a:pt x="1775460" y="571976"/>
                  </a:lnTo>
                  <a:lnTo>
                    <a:pt x="1774984" y="574358"/>
                  </a:lnTo>
                  <a:lnTo>
                    <a:pt x="1776412" y="577691"/>
                  </a:lnTo>
                  <a:lnTo>
                    <a:pt x="1776889" y="580073"/>
                  </a:lnTo>
                  <a:lnTo>
                    <a:pt x="1775936" y="582930"/>
                  </a:lnTo>
                  <a:lnTo>
                    <a:pt x="1774984" y="583883"/>
                  </a:lnTo>
                  <a:lnTo>
                    <a:pt x="1773555" y="583883"/>
                  </a:lnTo>
                  <a:lnTo>
                    <a:pt x="1761173" y="576263"/>
                  </a:lnTo>
                  <a:lnTo>
                    <a:pt x="1759268" y="575786"/>
                  </a:lnTo>
                  <a:lnTo>
                    <a:pt x="1748790" y="576263"/>
                  </a:lnTo>
                  <a:lnTo>
                    <a:pt x="1749266" y="574834"/>
                  </a:lnTo>
                  <a:lnTo>
                    <a:pt x="1758315" y="570548"/>
                  </a:lnTo>
                  <a:lnTo>
                    <a:pt x="1761649" y="566738"/>
                  </a:lnTo>
                  <a:lnTo>
                    <a:pt x="1763554" y="563880"/>
                  </a:lnTo>
                  <a:lnTo>
                    <a:pt x="1763554" y="561975"/>
                  </a:lnTo>
                  <a:lnTo>
                    <a:pt x="1761173" y="559594"/>
                  </a:lnTo>
                  <a:lnTo>
                    <a:pt x="1753076" y="555308"/>
                  </a:lnTo>
                  <a:lnTo>
                    <a:pt x="1748314" y="556260"/>
                  </a:lnTo>
                  <a:lnTo>
                    <a:pt x="1746885" y="555784"/>
                  </a:lnTo>
                  <a:lnTo>
                    <a:pt x="1743551" y="551021"/>
                  </a:lnTo>
                  <a:lnTo>
                    <a:pt x="1739265" y="548164"/>
                  </a:lnTo>
                  <a:lnTo>
                    <a:pt x="1734979" y="547688"/>
                  </a:lnTo>
                  <a:lnTo>
                    <a:pt x="1730216" y="543401"/>
                  </a:lnTo>
                  <a:lnTo>
                    <a:pt x="1727835" y="541973"/>
                  </a:lnTo>
                  <a:lnTo>
                    <a:pt x="1712119" y="540544"/>
                  </a:lnTo>
                  <a:lnTo>
                    <a:pt x="1709261" y="538639"/>
                  </a:lnTo>
                  <a:lnTo>
                    <a:pt x="1701641" y="536258"/>
                  </a:lnTo>
                  <a:lnTo>
                    <a:pt x="1692593" y="534829"/>
                  </a:lnTo>
                  <a:lnTo>
                    <a:pt x="1688306" y="530543"/>
                  </a:lnTo>
                  <a:lnTo>
                    <a:pt x="1693069" y="530066"/>
                  </a:lnTo>
                  <a:lnTo>
                    <a:pt x="1707833" y="533400"/>
                  </a:lnTo>
                  <a:lnTo>
                    <a:pt x="1725454" y="535305"/>
                  </a:lnTo>
                  <a:lnTo>
                    <a:pt x="1756410" y="532924"/>
                  </a:lnTo>
                  <a:lnTo>
                    <a:pt x="1760220" y="531019"/>
                  </a:lnTo>
                  <a:lnTo>
                    <a:pt x="1762125" y="529590"/>
                  </a:lnTo>
                  <a:lnTo>
                    <a:pt x="1762601" y="528161"/>
                  </a:lnTo>
                  <a:lnTo>
                    <a:pt x="1760220" y="525304"/>
                  </a:lnTo>
                  <a:lnTo>
                    <a:pt x="1706880" y="515779"/>
                  </a:lnTo>
                  <a:lnTo>
                    <a:pt x="1690687" y="515303"/>
                  </a:lnTo>
                  <a:lnTo>
                    <a:pt x="1687830" y="514826"/>
                  </a:lnTo>
                  <a:lnTo>
                    <a:pt x="1686877" y="511969"/>
                  </a:lnTo>
                  <a:lnTo>
                    <a:pt x="1688306" y="511016"/>
                  </a:lnTo>
                  <a:lnTo>
                    <a:pt x="1690211" y="511016"/>
                  </a:lnTo>
                  <a:lnTo>
                    <a:pt x="1692593" y="511969"/>
                  </a:lnTo>
                  <a:lnTo>
                    <a:pt x="1705927" y="512921"/>
                  </a:lnTo>
                  <a:lnTo>
                    <a:pt x="1714024" y="514350"/>
                  </a:lnTo>
                  <a:lnTo>
                    <a:pt x="1716881" y="511969"/>
                  </a:lnTo>
                  <a:lnTo>
                    <a:pt x="1716405" y="510540"/>
                  </a:lnTo>
                  <a:lnTo>
                    <a:pt x="1714500" y="508635"/>
                  </a:lnTo>
                  <a:lnTo>
                    <a:pt x="1709737" y="505778"/>
                  </a:lnTo>
                  <a:lnTo>
                    <a:pt x="1696402" y="500063"/>
                  </a:lnTo>
                  <a:lnTo>
                    <a:pt x="1690211" y="498634"/>
                  </a:lnTo>
                  <a:lnTo>
                    <a:pt x="1682115" y="498158"/>
                  </a:lnTo>
                  <a:lnTo>
                    <a:pt x="1674019" y="498634"/>
                  </a:lnTo>
                  <a:lnTo>
                    <a:pt x="1656874" y="502920"/>
                  </a:lnTo>
                  <a:lnTo>
                    <a:pt x="1642586" y="503873"/>
                  </a:lnTo>
                  <a:lnTo>
                    <a:pt x="1633061" y="502444"/>
                  </a:lnTo>
                  <a:lnTo>
                    <a:pt x="1618774" y="512921"/>
                  </a:lnTo>
                  <a:lnTo>
                    <a:pt x="1614964" y="514826"/>
                  </a:lnTo>
                  <a:lnTo>
                    <a:pt x="1616869" y="511493"/>
                  </a:lnTo>
                  <a:lnTo>
                    <a:pt x="1618774" y="509111"/>
                  </a:lnTo>
                  <a:lnTo>
                    <a:pt x="1622584" y="505778"/>
                  </a:lnTo>
                  <a:lnTo>
                    <a:pt x="1624489" y="501968"/>
                  </a:lnTo>
                  <a:lnTo>
                    <a:pt x="1626870" y="499110"/>
                  </a:lnTo>
                  <a:lnTo>
                    <a:pt x="1627346" y="497681"/>
                  </a:lnTo>
                  <a:lnTo>
                    <a:pt x="1627346" y="496253"/>
                  </a:lnTo>
                  <a:lnTo>
                    <a:pt x="1626394" y="492919"/>
                  </a:lnTo>
                  <a:lnTo>
                    <a:pt x="1625918" y="491966"/>
                  </a:lnTo>
                  <a:lnTo>
                    <a:pt x="1624489" y="491014"/>
                  </a:lnTo>
                  <a:lnTo>
                    <a:pt x="1619726" y="489109"/>
                  </a:lnTo>
                  <a:lnTo>
                    <a:pt x="1613535" y="484823"/>
                  </a:lnTo>
                  <a:lnTo>
                    <a:pt x="1606868" y="481965"/>
                  </a:lnTo>
                  <a:lnTo>
                    <a:pt x="1602105" y="481965"/>
                  </a:lnTo>
                  <a:lnTo>
                    <a:pt x="1596866" y="482918"/>
                  </a:lnTo>
                  <a:lnTo>
                    <a:pt x="1590675" y="482441"/>
                  </a:lnTo>
                  <a:lnTo>
                    <a:pt x="1579721" y="479108"/>
                  </a:lnTo>
                  <a:lnTo>
                    <a:pt x="1562576" y="474821"/>
                  </a:lnTo>
                  <a:lnTo>
                    <a:pt x="1544955" y="471488"/>
                  </a:lnTo>
                  <a:lnTo>
                    <a:pt x="1537811" y="471488"/>
                  </a:lnTo>
                  <a:lnTo>
                    <a:pt x="1530668" y="472440"/>
                  </a:lnTo>
                  <a:lnTo>
                    <a:pt x="1519714" y="475774"/>
                  </a:lnTo>
                  <a:lnTo>
                    <a:pt x="1513999" y="476726"/>
                  </a:lnTo>
                  <a:lnTo>
                    <a:pt x="1509236" y="476726"/>
                  </a:lnTo>
                  <a:lnTo>
                    <a:pt x="1506855" y="477679"/>
                  </a:lnTo>
                  <a:lnTo>
                    <a:pt x="1506379" y="479584"/>
                  </a:lnTo>
                  <a:lnTo>
                    <a:pt x="1504950" y="481965"/>
                  </a:lnTo>
                  <a:lnTo>
                    <a:pt x="1506379" y="483870"/>
                  </a:lnTo>
                  <a:lnTo>
                    <a:pt x="1510189" y="486251"/>
                  </a:lnTo>
                  <a:lnTo>
                    <a:pt x="1517809" y="489585"/>
                  </a:lnTo>
                  <a:lnTo>
                    <a:pt x="1518761" y="490538"/>
                  </a:lnTo>
                  <a:lnTo>
                    <a:pt x="1516856" y="491966"/>
                  </a:lnTo>
                  <a:lnTo>
                    <a:pt x="1512094" y="492919"/>
                  </a:lnTo>
                  <a:lnTo>
                    <a:pt x="1509236" y="492919"/>
                  </a:lnTo>
                  <a:lnTo>
                    <a:pt x="1502569" y="490061"/>
                  </a:lnTo>
                  <a:lnTo>
                    <a:pt x="1502093" y="491966"/>
                  </a:lnTo>
                  <a:lnTo>
                    <a:pt x="1502093" y="493395"/>
                  </a:lnTo>
                  <a:lnTo>
                    <a:pt x="1502569" y="494348"/>
                  </a:lnTo>
                  <a:lnTo>
                    <a:pt x="1503998" y="495300"/>
                  </a:lnTo>
                  <a:lnTo>
                    <a:pt x="1511141" y="496729"/>
                  </a:lnTo>
                  <a:lnTo>
                    <a:pt x="1534001" y="506254"/>
                  </a:lnTo>
                  <a:lnTo>
                    <a:pt x="1537335" y="506254"/>
                  </a:lnTo>
                  <a:lnTo>
                    <a:pt x="1544955" y="504825"/>
                  </a:lnTo>
                  <a:lnTo>
                    <a:pt x="1543526" y="506254"/>
                  </a:lnTo>
                  <a:lnTo>
                    <a:pt x="1540193" y="508159"/>
                  </a:lnTo>
                  <a:lnTo>
                    <a:pt x="1532573" y="510064"/>
                  </a:lnTo>
                  <a:lnTo>
                    <a:pt x="1531620" y="511969"/>
                  </a:lnTo>
                  <a:lnTo>
                    <a:pt x="1534477" y="514826"/>
                  </a:lnTo>
                  <a:lnTo>
                    <a:pt x="1538287" y="516731"/>
                  </a:lnTo>
                  <a:lnTo>
                    <a:pt x="1551623" y="520541"/>
                  </a:lnTo>
                  <a:lnTo>
                    <a:pt x="1557337" y="527685"/>
                  </a:lnTo>
                  <a:lnTo>
                    <a:pt x="1566862" y="528161"/>
                  </a:lnTo>
                  <a:lnTo>
                    <a:pt x="1575911" y="525780"/>
                  </a:lnTo>
                  <a:lnTo>
                    <a:pt x="1581150" y="525304"/>
                  </a:lnTo>
                  <a:lnTo>
                    <a:pt x="1587818" y="526256"/>
                  </a:lnTo>
                  <a:lnTo>
                    <a:pt x="1605915" y="527209"/>
                  </a:lnTo>
                  <a:lnTo>
                    <a:pt x="1612106" y="526733"/>
                  </a:lnTo>
                  <a:lnTo>
                    <a:pt x="1612583" y="525780"/>
                  </a:lnTo>
                  <a:lnTo>
                    <a:pt x="1615440" y="524351"/>
                  </a:lnTo>
                  <a:lnTo>
                    <a:pt x="1624012" y="521018"/>
                  </a:lnTo>
                  <a:lnTo>
                    <a:pt x="1627823" y="520541"/>
                  </a:lnTo>
                  <a:lnTo>
                    <a:pt x="1631156" y="521494"/>
                  </a:lnTo>
                  <a:lnTo>
                    <a:pt x="1638300" y="531495"/>
                  </a:lnTo>
                  <a:lnTo>
                    <a:pt x="1644015" y="538639"/>
                  </a:lnTo>
                  <a:lnTo>
                    <a:pt x="1652111" y="547688"/>
                  </a:lnTo>
                  <a:lnTo>
                    <a:pt x="1657826" y="552450"/>
                  </a:lnTo>
                  <a:lnTo>
                    <a:pt x="1662112" y="557213"/>
                  </a:lnTo>
                  <a:lnTo>
                    <a:pt x="1663541" y="560546"/>
                  </a:lnTo>
                  <a:lnTo>
                    <a:pt x="1664970" y="565309"/>
                  </a:lnTo>
                  <a:lnTo>
                    <a:pt x="1665923" y="570071"/>
                  </a:lnTo>
                  <a:lnTo>
                    <a:pt x="1665446" y="571500"/>
                  </a:lnTo>
                  <a:lnTo>
                    <a:pt x="1664494" y="572929"/>
                  </a:lnTo>
                  <a:lnTo>
                    <a:pt x="1656874" y="581978"/>
                  </a:lnTo>
                  <a:lnTo>
                    <a:pt x="1654016" y="587216"/>
                  </a:lnTo>
                  <a:lnTo>
                    <a:pt x="1653540" y="588645"/>
                  </a:lnTo>
                  <a:lnTo>
                    <a:pt x="1653540" y="591026"/>
                  </a:lnTo>
                  <a:lnTo>
                    <a:pt x="1654016" y="594360"/>
                  </a:lnTo>
                  <a:lnTo>
                    <a:pt x="1654493" y="596741"/>
                  </a:lnTo>
                  <a:lnTo>
                    <a:pt x="1655921" y="599123"/>
                  </a:lnTo>
                  <a:lnTo>
                    <a:pt x="1660684" y="602456"/>
                  </a:lnTo>
                  <a:lnTo>
                    <a:pt x="1664970" y="606266"/>
                  </a:lnTo>
                  <a:lnTo>
                    <a:pt x="1665446" y="607695"/>
                  </a:lnTo>
                  <a:lnTo>
                    <a:pt x="1662112" y="609600"/>
                  </a:lnTo>
                  <a:lnTo>
                    <a:pt x="1661636" y="611029"/>
                  </a:lnTo>
                  <a:lnTo>
                    <a:pt x="1664018" y="618173"/>
                  </a:lnTo>
                  <a:lnTo>
                    <a:pt x="1668780" y="628650"/>
                  </a:lnTo>
                  <a:lnTo>
                    <a:pt x="1671637" y="631984"/>
                  </a:lnTo>
                  <a:lnTo>
                    <a:pt x="1678781" y="634841"/>
                  </a:lnTo>
                  <a:lnTo>
                    <a:pt x="1682591" y="637699"/>
                  </a:lnTo>
                  <a:lnTo>
                    <a:pt x="1684020" y="638175"/>
                  </a:lnTo>
                  <a:lnTo>
                    <a:pt x="1689735" y="637223"/>
                  </a:lnTo>
                  <a:lnTo>
                    <a:pt x="1695450" y="638651"/>
                  </a:lnTo>
                  <a:lnTo>
                    <a:pt x="1696402" y="638175"/>
                  </a:lnTo>
                  <a:lnTo>
                    <a:pt x="1695450" y="633889"/>
                  </a:lnTo>
                  <a:lnTo>
                    <a:pt x="1696402" y="631984"/>
                  </a:lnTo>
                  <a:lnTo>
                    <a:pt x="1704975" y="626269"/>
                  </a:lnTo>
                  <a:lnTo>
                    <a:pt x="1704975" y="627221"/>
                  </a:lnTo>
                  <a:lnTo>
                    <a:pt x="1702118" y="631031"/>
                  </a:lnTo>
                  <a:lnTo>
                    <a:pt x="1701641" y="632936"/>
                  </a:lnTo>
                  <a:lnTo>
                    <a:pt x="1707833" y="634365"/>
                  </a:lnTo>
                  <a:lnTo>
                    <a:pt x="1715452" y="640080"/>
                  </a:lnTo>
                  <a:lnTo>
                    <a:pt x="1722120" y="640080"/>
                  </a:lnTo>
                  <a:lnTo>
                    <a:pt x="1734026" y="643414"/>
                  </a:lnTo>
                  <a:lnTo>
                    <a:pt x="1740694" y="644843"/>
                  </a:lnTo>
                  <a:close/>
                  <a:moveTo>
                    <a:pt x="1260634" y="501015"/>
                  </a:moveTo>
                  <a:lnTo>
                    <a:pt x="1259681" y="499586"/>
                  </a:lnTo>
                  <a:lnTo>
                    <a:pt x="1256824" y="499110"/>
                  </a:lnTo>
                  <a:lnTo>
                    <a:pt x="1252538" y="499110"/>
                  </a:lnTo>
                  <a:lnTo>
                    <a:pt x="1242536" y="501491"/>
                  </a:lnTo>
                  <a:lnTo>
                    <a:pt x="1239679" y="503396"/>
                  </a:lnTo>
                  <a:lnTo>
                    <a:pt x="1239202" y="505301"/>
                  </a:lnTo>
                  <a:lnTo>
                    <a:pt x="1240155" y="508159"/>
                  </a:lnTo>
                  <a:lnTo>
                    <a:pt x="1242536" y="512445"/>
                  </a:lnTo>
                  <a:lnTo>
                    <a:pt x="1245870" y="520541"/>
                  </a:lnTo>
                  <a:lnTo>
                    <a:pt x="1247775" y="522446"/>
                  </a:lnTo>
                  <a:lnTo>
                    <a:pt x="1250633" y="522923"/>
                  </a:lnTo>
                  <a:lnTo>
                    <a:pt x="1277779" y="522923"/>
                  </a:lnTo>
                  <a:lnTo>
                    <a:pt x="1283018" y="521494"/>
                  </a:lnTo>
                  <a:lnTo>
                    <a:pt x="1286827" y="520065"/>
                  </a:lnTo>
                  <a:lnTo>
                    <a:pt x="1290638" y="517684"/>
                  </a:lnTo>
                  <a:lnTo>
                    <a:pt x="1292543" y="515779"/>
                  </a:lnTo>
                  <a:lnTo>
                    <a:pt x="1292066" y="514350"/>
                  </a:lnTo>
                  <a:lnTo>
                    <a:pt x="1287304" y="512445"/>
                  </a:lnTo>
                  <a:lnTo>
                    <a:pt x="1273969" y="508159"/>
                  </a:lnTo>
                  <a:lnTo>
                    <a:pt x="1273016" y="506254"/>
                  </a:lnTo>
                  <a:lnTo>
                    <a:pt x="1269206" y="503396"/>
                  </a:lnTo>
                  <a:lnTo>
                    <a:pt x="1265873" y="503873"/>
                  </a:lnTo>
                  <a:lnTo>
                    <a:pt x="1260634" y="505301"/>
                  </a:lnTo>
                  <a:lnTo>
                    <a:pt x="1258729" y="504825"/>
                  </a:lnTo>
                  <a:lnTo>
                    <a:pt x="1260634" y="502444"/>
                  </a:lnTo>
                  <a:lnTo>
                    <a:pt x="1260634" y="501015"/>
                  </a:lnTo>
                  <a:close/>
                  <a:moveTo>
                    <a:pt x="1309211" y="532448"/>
                  </a:moveTo>
                  <a:lnTo>
                    <a:pt x="1307783" y="526256"/>
                  </a:lnTo>
                  <a:lnTo>
                    <a:pt x="1303020" y="524351"/>
                  </a:lnTo>
                  <a:lnTo>
                    <a:pt x="1290638" y="523875"/>
                  </a:lnTo>
                  <a:lnTo>
                    <a:pt x="1274445" y="527685"/>
                  </a:lnTo>
                  <a:lnTo>
                    <a:pt x="1259681" y="530066"/>
                  </a:lnTo>
                  <a:lnTo>
                    <a:pt x="1248251" y="532924"/>
                  </a:lnTo>
                  <a:lnTo>
                    <a:pt x="1246346" y="538163"/>
                  </a:lnTo>
                  <a:lnTo>
                    <a:pt x="1252061" y="542449"/>
                  </a:lnTo>
                  <a:lnTo>
                    <a:pt x="1260634" y="542449"/>
                  </a:lnTo>
                  <a:lnTo>
                    <a:pt x="1266825" y="542925"/>
                  </a:lnTo>
                  <a:lnTo>
                    <a:pt x="1260634" y="550069"/>
                  </a:lnTo>
                  <a:lnTo>
                    <a:pt x="1267777" y="552926"/>
                  </a:lnTo>
                  <a:lnTo>
                    <a:pt x="1287304" y="548164"/>
                  </a:lnTo>
                  <a:lnTo>
                    <a:pt x="1292543" y="551021"/>
                  </a:lnTo>
                  <a:lnTo>
                    <a:pt x="1285399" y="557689"/>
                  </a:lnTo>
                  <a:lnTo>
                    <a:pt x="1283018" y="561975"/>
                  </a:lnTo>
                  <a:lnTo>
                    <a:pt x="1295876" y="561975"/>
                  </a:lnTo>
                  <a:lnTo>
                    <a:pt x="1308259" y="561023"/>
                  </a:lnTo>
                  <a:lnTo>
                    <a:pt x="1310640" y="559118"/>
                  </a:lnTo>
                  <a:lnTo>
                    <a:pt x="1313498" y="554831"/>
                  </a:lnTo>
                  <a:lnTo>
                    <a:pt x="1317308" y="552926"/>
                  </a:lnTo>
                  <a:lnTo>
                    <a:pt x="1326356" y="550545"/>
                  </a:lnTo>
                  <a:lnTo>
                    <a:pt x="1327785" y="549593"/>
                  </a:lnTo>
                  <a:lnTo>
                    <a:pt x="1327309" y="548640"/>
                  </a:lnTo>
                  <a:lnTo>
                    <a:pt x="1320165" y="544354"/>
                  </a:lnTo>
                  <a:lnTo>
                    <a:pt x="1313498" y="539591"/>
                  </a:lnTo>
                  <a:lnTo>
                    <a:pt x="1311116" y="539115"/>
                  </a:lnTo>
                  <a:lnTo>
                    <a:pt x="1309211" y="532448"/>
                  </a:lnTo>
                  <a:close/>
                  <a:moveTo>
                    <a:pt x="1340644" y="503396"/>
                  </a:moveTo>
                  <a:lnTo>
                    <a:pt x="1341120" y="504825"/>
                  </a:lnTo>
                  <a:lnTo>
                    <a:pt x="1345406" y="505778"/>
                  </a:lnTo>
                  <a:lnTo>
                    <a:pt x="1354455" y="505301"/>
                  </a:lnTo>
                  <a:lnTo>
                    <a:pt x="1370648" y="500539"/>
                  </a:lnTo>
                  <a:lnTo>
                    <a:pt x="1386840" y="494348"/>
                  </a:lnTo>
                  <a:lnTo>
                    <a:pt x="1380173" y="493395"/>
                  </a:lnTo>
                  <a:lnTo>
                    <a:pt x="1374934" y="493395"/>
                  </a:lnTo>
                  <a:lnTo>
                    <a:pt x="1365885" y="493871"/>
                  </a:lnTo>
                  <a:lnTo>
                    <a:pt x="1363504" y="494348"/>
                  </a:lnTo>
                  <a:lnTo>
                    <a:pt x="1356836" y="499110"/>
                  </a:lnTo>
                  <a:lnTo>
                    <a:pt x="1344930" y="501968"/>
                  </a:lnTo>
                  <a:lnTo>
                    <a:pt x="1340644" y="503396"/>
                  </a:lnTo>
                  <a:close/>
                  <a:moveTo>
                    <a:pt x="2717483" y="1680686"/>
                  </a:moveTo>
                  <a:lnTo>
                    <a:pt x="2722721" y="1681639"/>
                  </a:lnTo>
                  <a:lnTo>
                    <a:pt x="2722245" y="1680686"/>
                  </a:lnTo>
                  <a:lnTo>
                    <a:pt x="2723674" y="1678781"/>
                  </a:lnTo>
                  <a:lnTo>
                    <a:pt x="2723198" y="1677829"/>
                  </a:lnTo>
                  <a:lnTo>
                    <a:pt x="2720340" y="1676400"/>
                  </a:lnTo>
                  <a:lnTo>
                    <a:pt x="2718911" y="1675924"/>
                  </a:lnTo>
                  <a:lnTo>
                    <a:pt x="2716530" y="1676876"/>
                  </a:lnTo>
                  <a:lnTo>
                    <a:pt x="2715578" y="1678305"/>
                  </a:lnTo>
                  <a:lnTo>
                    <a:pt x="2715101" y="1679734"/>
                  </a:lnTo>
                  <a:lnTo>
                    <a:pt x="2715101" y="1680686"/>
                  </a:lnTo>
                  <a:lnTo>
                    <a:pt x="2717483" y="1680686"/>
                  </a:lnTo>
                  <a:close/>
                  <a:moveTo>
                    <a:pt x="2693194" y="1606391"/>
                  </a:moveTo>
                  <a:lnTo>
                    <a:pt x="2691765" y="1606868"/>
                  </a:lnTo>
                  <a:lnTo>
                    <a:pt x="2690336" y="1607820"/>
                  </a:lnTo>
                  <a:lnTo>
                    <a:pt x="2688908" y="1607344"/>
                  </a:lnTo>
                  <a:lnTo>
                    <a:pt x="2687955" y="1607820"/>
                  </a:lnTo>
                  <a:lnTo>
                    <a:pt x="2687955" y="1608296"/>
                  </a:lnTo>
                  <a:lnTo>
                    <a:pt x="2689384" y="1610678"/>
                  </a:lnTo>
                  <a:lnTo>
                    <a:pt x="2695575" y="1614011"/>
                  </a:lnTo>
                  <a:lnTo>
                    <a:pt x="2700814" y="1614488"/>
                  </a:lnTo>
                  <a:lnTo>
                    <a:pt x="2699861" y="1609249"/>
                  </a:lnTo>
                  <a:lnTo>
                    <a:pt x="2697004" y="1607820"/>
                  </a:lnTo>
                  <a:lnTo>
                    <a:pt x="2693194" y="1606391"/>
                  </a:lnTo>
                  <a:close/>
                  <a:moveTo>
                    <a:pt x="2691289" y="1129189"/>
                  </a:moveTo>
                  <a:lnTo>
                    <a:pt x="2697480" y="1131570"/>
                  </a:lnTo>
                  <a:lnTo>
                    <a:pt x="2704148" y="1135856"/>
                  </a:lnTo>
                  <a:lnTo>
                    <a:pt x="2706529" y="1135380"/>
                  </a:lnTo>
                  <a:lnTo>
                    <a:pt x="2711291" y="1132999"/>
                  </a:lnTo>
                  <a:lnTo>
                    <a:pt x="2711768" y="1130618"/>
                  </a:lnTo>
                  <a:lnTo>
                    <a:pt x="2709862" y="1128236"/>
                  </a:lnTo>
                  <a:lnTo>
                    <a:pt x="2704148" y="1122998"/>
                  </a:lnTo>
                  <a:lnTo>
                    <a:pt x="2693670" y="1114425"/>
                  </a:lnTo>
                  <a:lnTo>
                    <a:pt x="2688908" y="1109663"/>
                  </a:lnTo>
                  <a:lnTo>
                    <a:pt x="2683669" y="1108234"/>
                  </a:lnTo>
                  <a:lnTo>
                    <a:pt x="2675096" y="1116330"/>
                  </a:lnTo>
                  <a:lnTo>
                    <a:pt x="2667476" y="1114901"/>
                  </a:lnTo>
                  <a:lnTo>
                    <a:pt x="2663666" y="1113473"/>
                  </a:lnTo>
                  <a:lnTo>
                    <a:pt x="2661761" y="1114901"/>
                  </a:lnTo>
                  <a:lnTo>
                    <a:pt x="2659380" y="1114901"/>
                  </a:lnTo>
                  <a:lnTo>
                    <a:pt x="2655094" y="1113949"/>
                  </a:lnTo>
                  <a:lnTo>
                    <a:pt x="2648903" y="1115378"/>
                  </a:lnTo>
                  <a:lnTo>
                    <a:pt x="2637949" y="1118711"/>
                  </a:lnTo>
                  <a:lnTo>
                    <a:pt x="2632234" y="1121093"/>
                  </a:lnTo>
                  <a:lnTo>
                    <a:pt x="2629853" y="1121093"/>
                  </a:lnTo>
                  <a:lnTo>
                    <a:pt x="2643187" y="1111091"/>
                  </a:lnTo>
                  <a:lnTo>
                    <a:pt x="2644616" y="1109186"/>
                  </a:lnTo>
                  <a:lnTo>
                    <a:pt x="2645569" y="1106805"/>
                  </a:lnTo>
                  <a:lnTo>
                    <a:pt x="2646998" y="1103948"/>
                  </a:lnTo>
                  <a:lnTo>
                    <a:pt x="2647950" y="1100614"/>
                  </a:lnTo>
                  <a:lnTo>
                    <a:pt x="2652236" y="1097280"/>
                  </a:lnTo>
                  <a:lnTo>
                    <a:pt x="2642711" y="1091565"/>
                  </a:lnTo>
                  <a:lnTo>
                    <a:pt x="2635568" y="1090136"/>
                  </a:lnTo>
                  <a:lnTo>
                    <a:pt x="2633186" y="1089184"/>
                  </a:lnTo>
                  <a:lnTo>
                    <a:pt x="2630329" y="1091089"/>
                  </a:lnTo>
                  <a:lnTo>
                    <a:pt x="2625090" y="1092994"/>
                  </a:lnTo>
                  <a:lnTo>
                    <a:pt x="2624614" y="1095851"/>
                  </a:lnTo>
                  <a:lnTo>
                    <a:pt x="2616994" y="1095851"/>
                  </a:lnTo>
                  <a:lnTo>
                    <a:pt x="2612708" y="1096328"/>
                  </a:lnTo>
                  <a:lnTo>
                    <a:pt x="2606993" y="1096328"/>
                  </a:lnTo>
                  <a:lnTo>
                    <a:pt x="2606516" y="1093946"/>
                  </a:lnTo>
                  <a:lnTo>
                    <a:pt x="2599373" y="1092994"/>
                  </a:lnTo>
                  <a:lnTo>
                    <a:pt x="2595562" y="1091089"/>
                  </a:lnTo>
                  <a:lnTo>
                    <a:pt x="2599849" y="1090613"/>
                  </a:lnTo>
                  <a:lnTo>
                    <a:pt x="2603659" y="1091565"/>
                  </a:lnTo>
                  <a:lnTo>
                    <a:pt x="2609374" y="1091089"/>
                  </a:lnTo>
                  <a:lnTo>
                    <a:pt x="2619375" y="1091565"/>
                  </a:lnTo>
                  <a:lnTo>
                    <a:pt x="2616994" y="1082993"/>
                  </a:lnTo>
                  <a:lnTo>
                    <a:pt x="2624614" y="1078706"/>
                  </a:lnTo>
                  <a:lnTo>
                    <a:pt x="2618899" y="1073468"/>
                  </a:lnTo>
                  <a:lnTo>
                    <a:pt x="2614136" y="1075373"/>
                  </a:lnTo>
                  <a:lnTo>
                    <a:pt x="2606040" y="1068705"/>
                  </a:lnTo>
                  <a:lnTo>
                    <a:pt x="2601754" y="1064419"/>
                  </a:lnTo>
                  <a:lnTo>
                    <a:pt x="2597944" y="1062990"/>
                  </a:lnTo>
                  <a:lnTo>
                    <a:pt x="2591276" y="1066324"/>
                  </a:lnTo>
                  <a:lnTo>
                    <a:pt x="2584609" y="1066324"/>
                  </a:lnTo>
                  <a:lnTo>
                    <a:pt x="2582704" y="1064419"/>
                  </a:lnTo>
                  <a:lnTo>
                    <a:pt x="2584133" y="1060609"/>
                  </a:lnTo>
                  <a:lnTo>
                    <a:pt x="2586514" y="1057751"/>
                  </a:lnTo>
                  <a:lnTo>
                    <a:pt x="2589848" y="1056323"/>
                  </a:lnTo>
                  <a:lnTo>
                    <a:pt x="2590800" y="1054894"/>
                  </a:lnTo>
                  <a:lnTo>
                    <a:pt x="2587943" y="1052513"/>
                  </a:lnTo>
                  <a:lnTo>
                    <a:pt x="2586037" y="1052036"/>
                  </a:lnTo>
                  <a:lnTo>
                    <a:pt x="2583180" y="1052989"/>
                  </a:lnTo>
                  <a:lnTo>
                    <a:pt x="2575084" y="1058228"/>
                  </a:lnTo>
                  <a:lnTo>
                    <a:pt x="2571274" y="1061561"/>
                  </a:lnTo>
                  <a:lnTo>
                    <a:pt x="2570321" y="1064419"/>
                  </a:lnTo>
                  <a:lnTo>
                    <a:pt x="2571274" y="1070610"/>
                  </a:lnTo>
                  <a:lnTo>
                    <a:pt x="2572226" y="1072991"/>
                  </a:lnTo>
                  <a:lnTo>
                    <a:pt x="2571750" y="1073468"/>
                  </a:lnTo>
                  <a:lnTo>
                    <a:pt x="2566987" y="1068229"/>
                  </a:lnTo>
                  <a:lnTo>
                    <a:pt x="2566511" y="1066324"/>
                  </a:lnTo>
                  <a:lnTo>
                    <a:pt x="2568416" y="1058228"/>
                  </a:lnTo>
                  <a:lnTo>
                    <a:pt x="2567940" y="1056323"/>
                  </a:lnTo>
                  <a:lnTo>
                    <a:pt x="2566035" y="1055370"/>
                  </a:lnTo>
                  <a:lnTo>
                    <a:pt x="2561749" y="1054894"/>
                  </a:lnTo>
                  <a:lnTo>
                    <a:pt x="2559844" y="1056799"/>
                  </a:lnTo>
                  <a:lnTo>
                    <a:pt x="2556034" y="1058704"/>
                  </a:lnTo>
                  <a:lnTo>
                    <a:pt x="2552224" y="1056799"/>
                  </a:lnTo>
                  <a:lnTo>
                    <a:pt x="2553176" y="1052513"/>
                  </a:lnTo>
                  <a:lnTo>
                    <a:pt x="2553176" y="1050131"/>
                  </a:lnTo>
                  <a:lnTo>
                    <a:pt x="2551748" y="1050131"/>
                  </a:lnTo>
                  <a:lnTo>
                    <a:pt x="2543651" y="1056323"/>
                  </a:lnTo>
                  <a:lnTo>
                    <a:pt x="2539841" y="1062514"/>
                  </a:lnTo>
                  <a:lnTo>
                    <a:pt x="2537936" y="1063943"/>
                  </a:lnTo>
                  <a:lnTo>
                    <a:pt x="2536031" y="1063943"/>
                  </a:lnTo>
                  <a:lnTo>
                    <a:pt x="2533174" y="1062990"/>
                  </a:lnTo>
                  <a:lnTo>
                    <a:pt x="2533174" y="1062514"/>
                  </a:lnTo>
                  <a:lnTo>
                    <a:pt x="2536984" y="1060133"/>
                  </a:lnTo>
                  <a:lnTo>
                    <a:pt x="2541746" y="1052036"/>
                  </a:lnTo>
                  <a:lnTo>
                    <a:pt x="2542223" y="1047274"/>
                  </a:lnTo>
                  <a:lnTo>
                    <a:pt x="2544128" y="1038225"/>
                  </a:lnTo>
                  <a:lnTo>
                    <a:pt x="2533174" y="1040130"/>
                  </a:lnTo>
                  <a:lnTo>
                    <a:pt x="2529840" y="1042511"/>
                  </a:lnTo>
                  <a:lnTo>
                    <a:pt x="2530793" y="1048226"/>
                  </a:lnTo>
                  <a:lnTo>
                    <a:pt x="2528887" y="1052513"/>
                  </a:lnTo>
                  <a:lnTo>
                    <a:pt x="2527935" y="1052989"/>
                  </a:lnTo>
                  <a:lnTo>
                    <a:pt x="2527459" y="1047750"/>
                  </a:lnTo>
                  <a:lnTo>
                    <a:pt x="2526506" y="1047274"/>
                  </a:lnTo>
                  <a:lnTo>
                    <a:pt x="2520791" y="1051084"/>
                  </a:lnTo>
                  <a:lnTo>
                    <a:pt x="2519839" y="1051084"/>
                  </a:lnTo>
                  <a:lnTo>
                    <a:pt x="2520315" y="1049179"/>
                  </a:lnTo>
                  <a:lnTo>
                    <a:pt x="2522696" y="1044416"/>
                  </a:lnTo>
                  <a:lnTo>
                    <a:pt x="2522696" y="1042511"/>
                  </a:lnTo>
                  <a:lnTo>
                    <a:pt x="2520315" y="1039654"/>
                  </a:lnTo>
                  <a:lnTo>
                    <a:pt x="2516029" y="1035844"/>
                  </a:lnTo>
                  <a:lnTo>
                    <a:pt x="2517458" y="1032986"/>
                  </a:lnTo>
                  <a:lnTo>
                    <a:pt x="2525554" y="1030129"/>
                  </a:lnTo>
                  <a:lnTo>
                    <a:pt x="2526983" y="1028700"/>
                  </a:lnTo>
                  <a:lnTo>
                    <a:pt x="2526030" y="1028224"/>
                  </a:lnTo>
                  <a:lnTo>
                    <a:pt x="2522220" y="1027271"/>
                  </a:lnTo>
                  <a:lnTo>
                    <a:pt x="2513648" y="1027748"/>
                  </a:lnTo>
                  <a:lnTo>
                    <a:pt x="2510314" y="1027271"/>
                  </a:lnTo>
                  <a:lnTo>
                    <a:pt x="2506504" y="1025843"/>
                  </a:lnTo>
                  <a:lnTo>
                    <a:pt x="2501741" y="1025366"/>
                  </a:lnTo>
                  <a:lnTo>
                    <a:pt x="2497931" y="1023461"/>
                  </a:lnTo>
                  <a:lnTo>
                    <a:pt x="2495074" y="1022509"/>
                  </a:lnTo>
                  <a:lnTo>
                    <a:pt x="2491264" y="1022509"/>
                  </a:lnTo>
                  <a:lnTo>
                    <a:pt x="2487454" y="1023938"/>
                  </a:lnTo>
                  <a:lnTo>
                    <a:pt x="2485073" y="1023938"/>
                  </a:lnTo>
                  <a:lnTo>
                    <a:pt x="2481739" y="1022509"/>
                  </a:lnTo>
                  <a:lnTo>
                    <a:pt x="2477929" y="1018699"/>
                  </a:lnTo>
                  <a:lnTo>
                    <a:pt x="2477929" y="1014889"/>
                  </a:lnTo>
                  <a:lnTo>
                    <a:pt x="2476024" y="1013460"/>
                  </a:lnTo>
                  <a:lnTo>
                    <a:pt x="2471737" y="1011555"/>
                  </a:lnTo>
                  <a:lnTo>
                    <a:pt x="2464594" y="1010603"/>
                  </a:lnTo>
                  <a:lnTo>
                    <a:pt x="2453164" y="1010126"/>
                  </a:lnTo>
                  <a:lnTo>
                    <a:pt x="2437924" y="1004411"/>
                  </a:lnTo>
                  <a:lnTo>
                    <a:pt x="2436971" y="1003459"/>
                  </a:lnTo>
                  <a:lnTo>
                    <a:pt x="2437448" y="1002983"/>
                  </a:lnTo>
                  <a:lnTo>
                    <a:pt x="2441258" y="1002983"/>
                  </a:lnTo>
                  <a:lnTo>
                    <a:pt x="2457926" y="1006793"/>
                  </a:lnTo>
                  <a:lnTo>
                    <a:pt x="2459831" y="1006793"/>
                  </a:lnTo>
                  <a:lnTo>
                    <a:pt x="2464118" y="1004888"/>
                  </a:lnTo>
                  <a:lnTo>
                    <a:pt x="2467451" y="1004411"/>
                  </a:lnTo>
                  <a:lnTo>
                    <a:pt x="2471737" y="1004888"/>
                  </a:lnTo>
                  <a:lnTo>
                    <a:pt x="2482215" y="1007745"/>
                  </a:lnTo>
                  <a:lnTo>
                    <a:pt x="2486501" y="1008221"/>
                  </a:lnTo>
                  <a:lnTo>
                    <a:pt x="2489359" y="1003459"/>
                  </a:lnTo>
                  <a:lnTo>
                    <a:pt x="2490787" y="999173"/>
                  </a:lnTo>
                  <a:lnTo>
                    <a:pt x="2490787" y="992981"/>
                  </a:lnTo>
                  <a:lnTo>
                    <a:pt x="2487930" y="991553"/>
                  </a:lnTo>
                  <a:lnTo>
                    <a:pt x="2477929" y="987743"/>
                  </a:lnTo>
                  <a:lnTo>
                    <a:pt x="2471737" y="985838"/>
                  </a:lnTo>
                  <a:lnTo>
                    <a:pt x="2467928" y="985361"/>
                  </a:lnTo>
                  <a:lnTo>
                    <a:pt x="2448401" y="991076"/>
                  </a:lnTo>
                  <a:lnTo>
                    <a:pt x="2446973" y="990124"/>
                  </a:lnTo>
                  <a:lnTo>
                    <a:pt x="2461260" y="983933"/>
                  </a:lnTo>
                  <a:lnTo>
                    <a:pt x="2468404" y="982504"/>
                  </a:lnTo>
                  <a:lnTo>
                    <a:pt x="2475548" y="984409"/>
                  </a:lnTo>
                  <a:lnTo>
                    <a:pt x="2484596" y="981551"/>
                  </a:lnTo>
                  <a:lnTo>
                    <a:pt x="2490311" y="984409"/>
                  </a:lnTo>
                  <a:lnTo>
                    <a:pt x="2495550" y="985838"/>
                  </a:lnTo>
                  <a:lnTo>
                    <a:pt x="2499836" y="986314"/>
                  </a:lnTo>
                  <a:lnTo>
                    <a:pt x="2505075" y="985361"/>
                  </a:lnTo>
                  <a:lnTo>
                    <a:pt x="2509361" y="986314"/>
                  </a:lnTo>
                  <a:lnTo>
                    <a:pt x="2523173" y="987266"/>
                  </a:lnTo>
                  <a:lnTo>
                    <a:pt x="2526506" y="986314"/>
                  </a:lnTo>
                  <a:lnTo>
                    <a:pt x="2527459" y="984885"/>
                  </a:lnTo>
                  <a:lnTo>
                    <a:pt x="2527459" y="981075"/>
                  </a:lnTo>
                  <a:lnTo>
                    <a:pt x="2526983" y="979646"/>
                  </a:lnTo>
                  <a:lnTo>
                    <a:pt x="2526030" y="978218"/>
                  </a:lnTo>
                  <a:lnTo>
                    <a:pt x="2524125" y="976789"/>
                  </a:lnTo>
                  <a:lnTo>
                    <a:pt x="2514600" y="971550"/>
                  </a:lnTo>
                  <a:lnTo>
                    <a:pt x="2508409" y="969169"/>
                  </a:lnTo>
                  <a:lnTo>
                    <a:pt x="2504123" y="968216"/>
                  </a:lnTo>
                  <a:lnTo>
                    <a:pt x="2491740" y="967740"/>
                  </a:lnTo>
                  <a:lnTo>
                    <a:pt x="2488406" y="968216"/>
                  </a:lnTo>
                  <a:lnTo>
                    <a:pt x="2485549" y="969169"/>
                  </a:lnTo>
                  <a:lnTo>
                    <a:pt x="2480310" y="968216"/>
                  </a:lnTo>
                  <a:lnTo>
                    <a:pt x="2465070" y="962025"/>
                  </a:lnTo>
                  <a:lnTo>
                    <a:pt x="2456021" y="962978"/>
                  </a:lnTo>
                  <a:lnTo>
                    <a:pt x="2446020" y="965835"/>
                  </a:lnTo>
                  <a:lnTo>
                    <a:pt x="2439829" y="966311"/>
                  </a:lnTo>
                  <a:lnTo>
                    <a:pt x="2440781" y="964406"/>
                  </a:lnTo>
                  <a:lnTo>
                    <a:pt x="2444115" y="962978"/>
                  </a:lnTo>
                  <a:lnTo>
                    <a:pt x="2454116" y="960120"/>
                  </a:lnTo>
                  <a:lnTo>
                    <a:pt x="2459831" y="958691"/>
                  </a:lnTo>
                  <a:lnTo>
                    <a:pt x="2469833" y="958691"/>
                  </a:lnTo>
                  <a:lnTo>
                    <a:pt x="2472690" y="957263"/>
                  </a:lnTo>
                  <a:lnTo>
                    <a:pt x="2474119" y="954881"/>
                  </a:lnTo>
                  <a:lnTo>
                    <a:pt x="2476024" y="952976"/>
                  </a:lnTo>
                  <a:lnTo>
                    <a:pt x="2478405" y="951548"/>
                  </a:lnTo>
                  <a:lnTo>
                    <a:pt x="2481739" y="950595"/>
                  </a:lnTo>
                  <a:lnTo>
                    <a:pt x="2488883" y="950119"/>
                  </a:lnTo>
                  <a:lnTo>
                    <a:pt x="2505075" y="953453"/>
                  </a:lnTo>
                  <a:lnTo>
                    <a:pt x="2507933" y="953453"/>
                  </a:lnTo>
                  <a:lnTo>
                    <a:pt x="2509361" y="952976"/>
                  </a:lnTo>
                  <a:lnTo>
                    <a:pt x="2510314" y="951548"/>
                  </a:lnTo>
                  <a:lnTo>
                    <a:pt x="2510790" y="949166"/>
                  </a:lnTo>
                  <a:lnTo>
                    <a:pt x="2509837" y="945356"/>
                  </a:lnTo>
                  <a:lnTo>
                    <a:pt x="2505551" y="937260"/>
                  </a:lnTo>
                  <a:lnTo>
                    <a:pt x="2504123" y="934879"/>
                  </a:lnTo>
                  <a:lnTo>
                    <a:pt x="2492216" y="923449"/>
                  </a:lnTo>
                  <a:lnTo>
                    <a:pt x="2487454" y="919639"/>
                  </a:lnTo>
                  <a:lnTo>
                    <a:pt x="2480310" y="917258"/>
                  </a:lnTo>
                  <a:lnTo>
                    <a:pt x="2478405" y="917258"/>
                  </a:lnTo>
                  <a:lnTo>
                    <a:pt x="2475548" y="919163"/>
                  </a:lnTo>
                  <a:lnTo>
                    <a:pt x="2472690" y="922496"/>
                  </a:lnTo>
                  <a:lnTo>
                    <a:pt x="2471261" y="925354"/>
                  </a:lnTo>
                  <a:lnTo>
                    <a:pt x="2471737" y="926306"/>
                  </a:lnTo>
                  <a:lnTo>
                    <a:pt x="2475548" y="928211"/>
                  </a:lnTo>
                  <a:lnTo>
                    <a:pt x="2475071" y="929164"/>
                  </a:lnTo>
                  <a:lnTo>
                    <a:pt x="2473643" y="929164"/>
                  </a:lnTo>
                  <a:lnTo>
                    <a:pt x="2470785" y="930116"/>
                  </a:lnTo>
                  <a:lnTo>
                    <a:pt x="2467451" y="930593"/>
                  </a:lnTo>
                  <a:lnTo>
                    <a:pt x="2464594" y="932498"/>
                  </a:lnTo>
                  <a:lnTo>
                    <a:pt x="2461736" y="936308"/>
                  </a:lnTo>
                  <a:lnTo>
                    <a:pt x="2458879" y="937736"/>
                  </a:lnTo>
                  <a:lnTo>
                    <a:pt x="2453640" y="937260"/>
                  </a:lnTo>
                  <a:lnTo>
                    <a:pt x="2449830" y="935831"/>
                  </a:lnTo>
                  <a:lnTo>
                    <a:pt x="2455545" y="929640"/>
                  </a:lnTo>
                  <a:lnTo>
                    <a:pt x="2457450" y="928211"/>
                  </a:lnTo>
                  <a:lnTo>
                    <a:pt x="2459355" y="925354"/>
                  </a:lnTo>
                  <a:lnTo>
                    <a:pt x="2458879" y="923449"/>
                  </a:lnTo>
                  <a:lnTo>
                    <a:pt x="2458403" y="922496"/>
                  </a:lnTo>
                  <a:lnTo>
                    <a:pt x="2457450" y="922020"/>
                  </a:lnTo>
                  <a:lnTo>
                    <a:pt x="2452687" y="922020"/>
                  </a:lnTo>
                  <a:lnTo>
                    <a:pt x="2441734" y="923449"/>
                  </a:lnTo>
                  <a:lnTo>
                    <a:pt x="2433637" y="924878"/>
                  </a:lnTo>
                  <a:lnTo>
                    <a:pt x="2428399" y="926783"/>
                  </a:lnTo>
                  <a:lnTo>
                    <a:pt x="2422684" y="931545"/>
                  </a:lnTo>
                  <a:lnTo>
                    <a:pt x="2418874" y="932498"/>
                  </a:lnTo>
                  <a:lnTo>
                    <a:pt x="2414111" y="931545"/>
                  </a:lnTo>
                  <a:lnTo>
                    <a:pt x="2414111" y="929640"/>
                  </a:lnTo>
                  <a:lnTo>
                    <a:pt x="2426494" y="922496"/>
                  </a:lnTo>
                  <a:lnTo>
                    <a:pt x="2435543" y="918686"/>
                  </a:lnTo>
                  <a:lnTo>
                    <a:pt x="2440305" y="917258"/>
                  </a:lnTo>
                  <a:lnTo>
                    <a:pt x="2447925" y="916305"/>
                  </a:lnTo>
                  <a:lnTo>
                    <a:pt x="2456021" y="914876"/>
                  </a:lnTo>
                  <a:lnTo>
                    <a:pt x="2457926" y="914400"/>
                  </a:lnTo>
                  <a:lnTo>
                    <a:pt x="2463165" y="910590"/>
                  </a:lnTo>
                  <a:lnTo>
                    <a:pt x="2466023" y="909161"/>
                  </a:lnTo>
                  <a:lnTo>
                    <a:pt x="2468880" y="908685"/>
                  </a:lnTo>
                  <a:lnTo>
                    <a:pt x="2471261" y="907256"/>
                  </a:lnTo>
                  <a:lnTo>
                    <a:pt x="2473166" y="904875"/>
                  </a:lnTo>
                  <a:lnTo>
                    <a:pt x="2473166" y="902494"/>
                  </a:lnTo>
                  <a:lnTo>
                    <a:pt x="2471737" y="900113"/>
                  </a:lnTo>
                  <a:lnTo>
                    <a:pt x="2470309" y="898208"/>
                  </a:lnTo>
                  <a:lnTo>
                    <a:pt x="2468880" y="897255"/>
                  </a:lnTo>
                  <a:lnTo>
                    <a:pt x="2455545" y="892493"/>
                  </a:lnTo>
                  <a:lnTo>
                    <a:pt x="2449354" y="890111"/>
                  </a:lnTo>
                  <a:lnTo>
                    <a:pt x="2446020" y="887730"/>
                  </a:lnTo>
                  <a:lnTo>
                    <a:pt x="2441734" y="886778"/>
                  </a:lnTo>
                  <a:lnTo>
                    <a:pt x="2437924" y="886301"/>
                  </a:lnTo>
                  <a:lnTo>
                    <a:pt x="2432209" y="887254"/>
                  </a:lnTo>
                  <a:lnTo>
                    <a:pt x="2427446" y="886778"/>
                  </a:lnTo>
                  <a:lnTo>
                    <a:pt x="2424112" y="883920"/>
                  </a:lnTo>
                  <a:lnTo>
                    <a:pt x="2418874" y="883444"/>
                  </a:lnTo>
                  <a:lnTo>
                    <a:pt x="2414111" y="884396"/>
                  </a:lnTo>
                  <a:lnTo>
                    <a:pt x="2405539" y="886778"/>
                  </a:lnTo>
                  <a:lnTo>
                    <a:pt x="2397919" y="889635"/>
                  </a:lnTo>
                  <a:lnTo>
                    <a:pt x="2387918" y="895350"/>
                  </a:lnTo>
                  <a:lnTo>
                    <a:pt x="2383631" y="899160"/>
                  </a:lnTo>
                  <a:lnTo>
                    <a:pt x="2381250" y="902970"/>
                  </a:lnTo>
                  <a:lnTo>
                    <a:pt x="2372201" y="922020"/>
                  </a:lnTo>
                  <a:lnTo>
                    <a:pt x="2368868" y="926783"/>
                  </a:lnTo>
                  <a:lnTo>
                    <a:pt x="2367915" y="926783"/>
                  </a:lnTo>
                  <a:lnTo>
                    <a:pt x="2373154" y="908685"/>
                  </a:lnTo>
                  <a:lnTo>
                    <a:pt x="2373154" y="903923"/>
                  </a:lnTo>
                  <a:lnTo>
                    <a:pt x="2371249" y="902018"/>
                  </a:lnTo>
                  <a:lnTo>
                    <a:pt x="2369344" y="901065"/>
                  </a:lnTo>
                  <a:lnTo>
                    <a:pt x="2367439" y="901065"/>
                  </a:lnTo>
                  <a:lnTo>
                    <a:pt x="2365534" y="901541"/>
                  </a:lnTo>
                  <a:lnTo>
                    <a:pt x="2362676" y="903923"/>
                  </a:lnTo>
                  <a:lnTo>
                    <a:pt x="2358866" y="909161"/>
                  </a:lnTo>
                  <a:lnTo>
                    <a:pt x="2357437" y="910590"/>
                  </a:lnTo>
                  <a:lnTo>
                    <a:pt x="2356009" y="910590"/>
                  </a:lnTo>
                  <a:lnTo>
                    <a:pt x="2352199" y="908209"/>
                  </a:lnTo>
                  <a:lnTo>
                    <a:pt x="2355056" y="906780"/>
                  </a:lnTo>
                  <a:lnTo>
                    <a:pt x="2357437" y="904875"/>
                  </a:lnTo>
                  <a:lnTo>
                    <a:pt x="2359819" y="902018"/>
                  </a:lnTo>
                  <a:lnTo>
                    <a:pt x="2362200" y="900113"/>
                  </a:lnTo>
                  <a:lnTo>
                    <a:pt x="2369344" y="897731"/>
                  </a:lnTo>
                  <a:lnTo>
                    <a:pt x="2375535" y="896303"/>
                  </a:lnTo>
                  <a:lnTo>
                    <a:pt x="2381250" y="893445"/>
                  </a:lnTo>
                  <a:lnTo>
                    <a:pt x="2390299" y="886301"/>
                  </a:lnTo>
                  <a:lnTo>
                    <a:pt x="2394109" y="881539"/>
                  </a:lnTo>
                  <a:lnTo>
                    <a:pt x="2394585" y="879634"/>
                  </a:lnTo>
                  <a:lnTo>
                    <a:pt x="2394585" y="872966"/>
                  </a:lnTo>
                  <a:lnTo>
                    <a:pt x="2393156" y="870109"/>
                  </a:lnTo>
                  <a:lnTo>
                    <a:pt x="2388870" y="866775"/>
                  </a:lnTo>
                  <a:lnTo>
                    <a:pt x="2387918" y="866299"/>
                  </a:lnTo>
                  <a:lnTo>
                    <a:pt x="2386012" y="866775"/>
                  </a:lnTo>
                  <a:lnTo>
                    <a:pt x="2380774" y="869633"/>
                  </a:lnTo>
                  <a:lnTo>
                    <a:pt x="2376011" y="873919"/>
                  </a:lnTo>
                  <a:lnTo>
                    <a:pt x="2369820" y="873919"/>
                  </a:lnTo>
                  <a:lnTo>
                    <a:pt x="2356961" y="869633"/>
                  </a:lnTo>
                  <a:lnTo>
                    <a:pt x="2347912" y="871538"/>
                  </a:lnTo>
                  <a:lnTo>
                    <a:pt x="2343150" y="875824"/>
                  </a:lnTo>
                  <a:lnTo>
                    <a:pt x="2340293" y="881539"/>
                  </a:lnTo>
                  <a:lnTo>
                    <a:pt x="2337435" y="883920"/>
                  </a:lnTo>
                  <a:lnTo>
                    <a:pt x="2326481" y="883920"/>
                  </a:lnTo>
                  <a:lnTo>
                    <a:pt x="2327434" y="882968"/>
                  </a:lnTo>
                  <a:lnTo>
                    <a:pt x="2332673" y="880586"/>
                  </a:lnTo>
                  <a:lnTo>
                    <a:pt x="2337911" y="877253"/>
                  </a:lnTo>
                  <a:lnTo>
                    <a:pt x="2347436" y="869633"/>
                  </a:lnTo>
                  <a:lnTo>
                    <a:pt x="2350294" y="867728"/>
                  </a:lnTo>
                  <a:lnTo>
                    <a:pt x="2353151" y="867251"/>
                  </a:lnTo>
                  <a:lnTo>
                    <a:pt x="2362200" y="868204"/>
                  </a:lnTo>
                  <a:lnTo>
                    <a:pt x="2365534" y="867251"/>
                  </a:lnTo>
                  <a:lnTo>
                    <a:pt x="2368868" y="864870"/>
                  </a:lnTo>
                  <a:lnTo>
                    <a:pt x="2375059" y="859155"/>
                  </a:lnTo>
                  <a:lnTo>
                    <a:pt x="2376011" y="856774"/>
                  </a:lnTo>
                  <a:lnTo>
                    <a:pt x="2374583" y="852964"/>
                  </a:lnTo>
                  <a:lnTo>
                    <a:pt x="2373630" y="851535"/>
                  </a:lnTo>
                  <a:lnTo>
                    <a:pt x="2371249" y="849154"/>
                  </a:lnTo>
                  <a:lnTo>
                    <a:pt x="2366962" y="845344"/>
                  </a:lnTo>
                  <a:lnTo>
                    <a:pt x="2360771" y="842010"/>
                  </a:lnTo>
                  <a:lnTo>
                    <a:pt x="2352675" y="839153"/>
                  </a:lnTo>
                  <a:lnTo>
                    <a:pt x="2344579" y="837248"/>
                  </a:lnTo>
                  <a:lnTo>
                    <a:pt x="2336006" y="836295"/>
                  </a:lnTo>
                  <a:lnTo>
                    <a:pt x="2330768" y="835819"/>
                  </a:lnTo>
                  <a:lnTo>
                    <a:pt x="2328862" y="836295"/>
                  </a:lnTo>
                  <a:lnTo>
                    <a:pt x="2324576" y="834390"/>
                  </a:lnTo>
                  <a:lnTo>
                    <a:pt x="2317909" y="832009"/>
                  </a:lnTo>
                  <a:lnTo>
                    <a:pt x="2308384" y="839153"/>
                  </a:lnTo>
                  <a:lnTo>
                    <a:pt x="2305050" y="841058"/>
                  </a:lnTo>
                  <a:lnTo>
                    <a:pt x="2304098" y="844391"/>
                  </a:lnTo>
                  <a:lnTo>
                    <a:pt x="2307908" y="852964"/>
                  </a:lnTo>
                  <a:lnTo>
                    <a:pt x="2308384" y="857250"/>
                  </a:lnTo>
                  <a:lnTo>
                    <a:pt x="2305526" y="854869"/>
                  </a:lnTo>
                  <a:lnTo>
                    <a:pt x="2300764" y="851535"/>
                  </a:lnTo>
                  <a:lnTo>
                    <a:pt x="2297430" y="843439"/>
                  </a:lnTo>
                  <a:lnTo>
                    <a:pt x="2292668" y="840581"/>
                  </a:lnTo>
                  <a:lnTo>
                    <a:pt x="2289334" y="836771"/>
                  </a:lnTo>
                  <a:lnTo>
                    <a:pt x="2284571" y="841058"/>
                  </a:lnTo>
                  <a:lnTo>
                    <a:pt x="2280285" y="843915"/>
                  </a:lnTo>
                  <a:lnTo>
                    <a:pt x="2277428" y="846773"/>
                  </a:lnTo>
                  <a:lnTo>
                    <a:pt x="2272665" y="848201"/>
                  </a:lnTo>
                  <a:lnTo>
                    <a:pt x="2283619" y="835819"/>
                  </a:lnTo>
                  <a:lnTo>
                    <a:pt x="2288858" y="828199"/>
                  </a:lnTo>
                  <a:lnTo>
                    <a:pt x="2288858" y="826770"/>
                  </a:lnTo>
                  <a:lnTo>
                    <a:pt x="2285048" y="825341"/>
                  </a:lnTo>
                  <a:lnTo>
                    <a:pt x="2283143" y="825341"/>
                  </a:lnTo>
                  <a:lnTo>
                    <a:pt x="2278856" y="826770"/>
                  </a:lnTo>
                  <a:lnTo>
                    <a:pt x="2273618" y="831056"/>
                  </a:lnTo>
                  <a:lnTo>
                    <a:pt x="2264569" y="831533"/>
                  </a:lnTo>
                  <a:lnTo>
                    <a:pt x="2261711" y="832961"/>
                  </a:lnTo>
                  <a:lnTo>
                    <a:pt x="2257901" y="836771"/>
                  </a:lnTo>
                  <a:lnTo>
                    <a:pt x="2254568" y="843915"/>
                  </a:lnTo>
                  <a:lnTo>
                    <a:pt x="2252186" y="852011"/>
                  </a:lnTo>
                  <a:lnTo>
                    <a:pt x="2244090" y="859631"/>
                  </a:lnTo>
                  <a:lnTo>
                    <a:pt x="2242661" y="858679"/>
                  </a:lnTo>
                  <a:lnTo>
                    <a:pt x="2245995" y="853440"/>
                  </a:lnTo>
                  <a:lnTo>
                    <a:pt x="2248853" y="847725"/>
                  </a:lnTo>
                  <a:lnTo>
                    <a:pt x="2248853" y="844868"/>
                  </a:lnTo>
                  <a:lnTo>
                    <a:pt x="2247900" y="841534"/>
                  </a:lnTo>
                  <a:lnTo>
                    <a:pt x="2249329" y="837248"/>
                  </a:lnTo>
                  <a:lnTo>
                    <a:pt x="2253615" y="832485"/>
                  </a:lnTo>
                  <a:lnTo>
                    <a:pt x="2253615" y="830580"/>
                  </a:lnTo>
                  <a:lnTo>
                    <a:pt x="2245043" y="831056"/>
                  </a:lnTo>
                  <a:lnTo>
                    <a:pt x="2236946" y="829628"/>
                  </a:lnTo>
                  <a:lnTo>
                    <a:pt x="2236470" y="828675"/>
                  </a:lnTo>
                  <a:lnTo>
                    <a:pt x="2246948" y="827723"/>
                  </a:lnTo>
                  <a:lnTo>
                    <a:pt x="2250281" y="826770"/>
                  </a:lnTo>
                  <a:lnTo>
                    <a:pt x="2255996" y="823913"/>
                  </a:lnTo>
                  <a:lnTo>
                    <a:pt x="2266474" y="820579"/>
                  </a:lnTo>
                  <a:lnTo>
                    <a:pt x="2268855" y="817245"/>
                  </a:lnTo>
                  <a:lnTo>
                    <a:pt x="2270284" y="814388"/>
                  </a:lnTo>
                  <a:lnTo>
                    <a:pt x="2270284" y="812006"/>
                  </a:lnTo>
                  <a:lnTo>
                    <a:pt x="2268379" y="808196"/>
                  </a:lnTo>
                  <a:lnTo>
                    <a:pt x="2267426" y="807244"/>
                  </a:lnTo>
                  <a:lnTo>
                    <a:pt x="2264569" y="806291"/>
                  </a:lnTo>
                  <a:lnTo>
                    <a:pt x="2259806" y="804863"/>
                  </a:lnTo>
                  <a:lnTo>
                    <a:pt x="2253615" y="804386"/>
                  </a:lnTo>
                  <a:lnTo>
                    <a:pt x="2246471" y="804386"/>
                  </a:lnTo>
                  <a:lnTo>
                    <a:pt x="2238375" y="806768"/>
                  </a:lnTo>
                  <a:lnTo>
                    <a:pt x="2228850" y="811530"/>
                  </a:lnTo>
                  <a:lnTo>
                    <a:pt x="2223135" y="815816"/>
                  </a:lnTo>
                  <a:lnTo>
                    <a:pt x="2219801" y="821055"/>
                  </a:lnTo>
                  <a:lnTo>
                    <a:pt x="2215515" y="826770"/>
                  </a:lnTo>
                  <a:lnTo>
                    <a:pt x="2213134" y="828675"/>
                  </a:lnTo>
                  <a:lnTo>
                    <a:pt x="2212181" y="828675"/>
                  </a:lnTo>
                  <a:lnTo>
                    <a:pt x="2212658" y="827723"/>
                  </a:lnTo>
                  <a:lnTo>
                    <a:pt x="2216944" y="823436"/>
                  </a:lnTo>
                  <a:lnTo>
                    <a:pt x="2221706" y="814864"/>
                  </a:lnTo>
                  <a:lnTo>
                    <a:pt x="2225040" y="810578"/>
                  </a:lnTo>
                  <a:lnTo>
                    <a:pt x="2230279" y="808673"/>
                  </a:lnTo>
                  <a:lnTo>
                    <a:pt x="2241709" y="796766"/>
                  </a:lnTo>
                  <a:lnTo>
                    <a:pt x="2242185" y="793909"/>
                  </a:lnTo>
                  <a:lnTo>
                    <a:pt x="2241233" y="790575"/>
                  </a:lnTo>
                  <a:lnTo>
                    <a:pt x="2239804" y="787241"/>
                  </a:lnTo>
                  <a:lnTo>
                    <a:pt x="2237423" y="783431"/>
                  </a:lnTo>
                  <a:lnTo>
                    <a:pt x="2233612" y="780574"/>
                  </a:lnTo>
                  <a:lnTo>
                    <a:pt x="2219801" y="774859"/>
                  </a:lnTo>
                  <a:lnTo>
                    <a:pt x="2215515" y="774383"/>
                  </a:lnTo>
                  <a:lnTo>
                    <a:pt x="2210753" y="775335"/>
                  </a:lnTo>
                  <a:lnTo>
                    <a:pt x="2206943" y="775335"/>
                  </a:lnTo>
                  <a:lnTo>
                    <a:pt x="2203609" y="774859"/>
                  </a:lnTo>
                  <a:lnTo>
                    <a:pt x="2194084" y="771049"/>
                  </a:lnTo>
                  <a:lnTo>
                    <a:pt x="2186464" y="767239"/>
                  </a:lnTo>
                  <a:lnTo>
                    <a:pt x="2179796" y="765810"/>
                  </a:lnTo>
                  <a:lnTo>
                    <a:pt x="2167414" y="764858"/>
                  </a:lnTo>
                  <a:lnTo>
                    <a:pt x="2156936" y="764858"/>
                  </a:lnTo>
                  <a:lnTo>
                    <a:pt x="2150745" y="765810"/>
                  </a:lnTo>
                  <a:lnTo>
                    <a:pt x="2142173" y="768191"/>
                  </a:lnTo>
                  <a:lnTo>
                    <a:pt x="2130266" y="773906"/>
                  </a:lnTo>
                  <a:lnTo>
                    <a:pt x="2127885" y="775811"/>
                  </a:lnTo>
                  <a:lnTo>
                    <a:pt x="2126456" y="777716"/>
                  </a:lnTo>
                  <a:lnTo>
                    <a:pt x="2125980" y="780098"/>
                  </a:lnTo>
                  <a:lnTo>
                    <a:pt x="2125980" y="782479"/>
                  </a:lnTo>
                  <a:lnTo>
                    <a:pt x="2126933" y="784860"/>
                  </a:lnTo>
                  <a:lnTo>
                    <a:pt x="2132648" y="789623"/>
                  </a:lnTo>
                  <a:lnTo>
                    <a:pt x="2145030" y="793909"/>
                  </a:lnTo>
                  <a:lnTo>
                    <a:pt x="2153126" y="797243"/>
                  </a:lnTo>
                  <a:lnTo>
                    <a:pt x="2158365" y="798671"/>
                  </a:lnTo>
                  <a:lnTo>
                    <a:pt x="2158841" y="801053"/>
                  </a:lnTo>
                  <a:lnTo>
                    <a:pt x="2151698" y="801053"/>
                  </a:lnTo>
                  <a:lnTo>
                    <a:pt x="2138362" y="794861"/>
                  </a:lnTo>
                  <a:lnTo>
                    <a:pt x="2131695" y="795338"/>
                  </a:lnTo>
                  <a:lnTo>
                    <a:pt x="2127409" y="794861"/>
                  </a:lnTo>
                  <a:lnTo>
                    <a:pt x="2122170" y="791528"/>
                  </a:lnTo>
                  <a:lnTo>
                    <a:pt x="2118360" y="790099"/>
                  </a:lnTo>
                  <a:lnTo>
                    <a:pt x="2114074" y="795338"/>
                  </a:lnTo>
                  <a:lnTo>
                    <a:pt x="2112645" y="805815"/>
                  </a:lnTo>
                  <a:lnTo>
                    <a:pt x="2115026" y="810101"/>
                  </a:lnTo>
                  <a:lnTo>
                    <a:pt x="2117884" y="813911"/>
                  </a:lnTo>
                  <a:lnTo>
                    <a:pt x="2120741" y="816293"/>
                  </a:lnTo>
                  <a:lnTo>
                    <a:pt x="2121694" y="818674"/>
                  </a:lnTo>
                  <a:lnTo>
                    <a:pt x="2121694" y="819626"/>
                  </a:lnTo>
                  <a:lnTo>
                    <a:pt x="2120741" y="819626"/>
                  </a:lnTo>
                  <a:lnTo>
                    <a:pt x="2115026" y="816293"/>
                  </a:lnTo>
                  <a:lnTo>
                    <a:pt x="2106930" y="809149"/>
                  </a:lnTo>
                  <a:lnTo>
                    <a:pt x="2106454" y="805339"/>
                  </a:lnTo>
                  <a:lnTo>
                    <a:pt x="2106454" y="800100"/>
                  </a:lnTo>
                  <a:lnTo>
                    <a:pt x="2106930" y="794861"/>
                  </a:lnTo>
                  <a:lnTo>
                    <a:pt x="2100262" y="789623"/>
                  </a:lnTo>
                  <a:lnTo>
                    <a:pt x="2095976" y="787241"/>
                  </a:lnTo>
                  <a:lnTo>
                    <a:pt x="2092643" y="790575"/>
                  </a:lnTo>
                  <a:lnTo>
                    <a:pt x="2087404" y="792004"/>
                  </a:lnTo>
                  <a:lnTo>
                    <a:pt x="2085023" y="791051"/>
                  </a:lnTo>
                  <a:lnTo>
                    <a:pt x="2083594" y="788194"/>
                  </a:lnTo>
                  <a:lnTo>
                    <a:pt x="2080736" y="784384"/>
                  </a:lnTo>
                  <a:lnTo>
                    <a:pt x="2078831" y="783908"/>
                  </a:lnTo>
                  <a:lnTo>
                    <a:pt x="2075498" y="784860"/>
                  </a:lnTo>
                  <a:lnTo>
                    <a:pt x="2071687" y="787241"/>
                  </a:lnTo>
                  <a:lnTo>
                    <a:pt x="2070735" y="788194"/>
                  </a:lnTo>
                  <a:lnTo>
                    <a:pt x="2069306" y="791051"/>
                  </a:lnTo>
                  <a:lnTo>
                    <a:pt x="2069783" y="792956"/>
                  </a:lnTo>
                  <a:lnTo>
                    <a:pt x="2076926" y="801053"/>
                  </a:lnTo>
                  <a:lnTo>
                    <a:pt x="2075498" y="801053"/>
                  </a:lnTo>
                  <a:lnTo>
                    <a:pt x="2069306" y="798671"/>
                  </a:lnTo>
                  <a:lnTo>
                    <a:pt x="2066925" y="799148"/>
                  </a:lnTo>
                  <a:lnTo>
                    <a:pt x="2059781" y="802958"/>
                  </a:lnTo>
                  <a:lnTo>
                    <a:pt x="2048827" y="812959"/>
                  </a:lnTo>
                  <a:lnTo>
                    <a:pt x="2045494" y="816769"/>
                  </a:lnTo>
                  <a:lnTo>
                    <a:pt x="2043589" y="817721"/>
                  </a:lnTo>
                  <a:lnTo>
                    <a:pt x="2041208" y="818198"/>
                  </a:lnTo>
                  <a:lnTo>
                    <a:pt x="2040255" y="817721"/>
                  </a:lnTo>
                  <a:lnTo>
                    <a:pt x="2041208" y="816293"/>
                  </a:lnTo>
                  <a:lnTo>
                    <a:pt x="2041208" y="814388"/>
                  </a:lnTo>
                  <a:lnTo>
                    <a:pt x="2040731" y="811530"/>
                  </a:lnTo>
                  <a:lnTo>
                    <a:pt x="2040731" y="809149"/>
                  </a:lnTo>
                  <a:lnTo>
                    <a:pt x="2041208" y="807720"/>
                  </a:lnTo>
                  <a:lnTo>
                    <a:pt x="2042160" y="806768"/>
                  </a:lnTo>
                  <a:lnTo>
                    <a:pt x="2043589" y="806291"/>
                  </a:lnTo>
                  <a:lnTo>
                    <a:pt x="2047399" y="806768"/>
                  </a:lnTo>
                  <a:lnTo>
                    <a:pt x="2048827" y="805815"/>
                  </a:lnTo>
                  <a:lnTo>
                    <a:pt x="2041208" y="800100"/>
                  </a:lnTo>
                  <a:lnTo>
                    <a:pt x="2040255" y="798671"/>
                  </a:lnTo>
                  <a:lnTo>
                    <a:pt x="2044541" y="795338"/>
                  </a:lnTo>
                  <a:lnTo>
                    <a:pt x="2048827" y="790575"/>
                  </a:lnTo>
                  <a:lnTo>
                    <a:pt x="2052161" y="784860"/>
                  </a:lnTo>
                  <a:lnTo>
                    <a:pt x="2052161" y="783431"/>
                  </a:lnTo>
                  <a:lnTo>
                    <a:pt x="2046923" y="782955"/>
                  </a:lnTo>
                  <a:lnTo>
                    <a:pt x="2030730" y="794385"/>
                  </a:lnTo>
                  <a:lnTo>
                    <a:pt x="2031206" y="792004"/>
                  </a:lnTo>
                  <a:lnTo>
                    <a:pt x="2038826" y="784860"/>
                  </a:lnTo>
                  <a:lnTo>
                    <a:pt x="2049780" y="776288"/>
                  </a:lnTo>
                  <a:lnTo>
                    <a:pt x="2058352" y="768668"/>
                  </a:lnTo>
                  <a:lnTo>
                    <a:pt x="2061686" y="766286"/>
                  </a:lnTo>
                  <a:lnTo>
                    <a:pt x="2063115" y="764381"/>
                  </a:lnTo>
                  <a:lnTo>
                    <a:pt x="2063115" y="762953"/>
                  </a:lnTo>
                  <a:lnTo>
                    <a:pt x="2057876" y="760095"/>
                  </a:lnTo>
                  <a:lnTo>
                    <a:pt x="2055495" y="757714"/>
                  </a:lnTo>
                  <a:lnTo>
                    <a:pt x="2052637" y="752951"/>
                  </a:lnTo>
                  <a:lnTo>
                    <a:pt x="2051685" y="748665"/>
                  </a:lnTo>
                  <a:lnTo>
                    <a:pt x="2053114" y="744379"/>
                  </a:lnTo>
                  <a:lnTo>
                    <a:pt x="2052637" y="740569"/>
                  </a:lnTo>
                  <a:lnTo>
                    <a:pt x="2049780" y="737711"/>
                  </a:lnTo>
                  <a:lnTo>
                    <a:pt x="2045018" y="734854"/>
                  </a:lnTo>
                  <a:lnTo>
                    <a:pt x="2037874" y="732473"/>
                  </a:lnTo>
                  <a:lnTo>
                    <a:pt x="2033587" y="728186"/>
                  </a:lnTo>
                  <a:lnTo>
                    <a:pt x="2030730" y="717233"/>
                  </a:lnTo>
                  <a:lnTo>
                    <a:pt x="2026920" y="709613"/>
                  </a:lnTo>
                  <a:lnTo>
                    <a:pt x="2025015" y="707231"/>
                  </a:lnTo>
                  <a:lnTo>
                    <a:pt x="2018348" y="703421"/>
                  </a:lnTo>
                  <a:lnTo>
                    <a:pt x="2006918" y="701040"/>
                  </a:lnTo>
                  <a:lnTo>
                    <a:pt x="1998345" y="700564"/>
                  </a:lnTo>
                  <a:lnTo>
                    <a:pt x="1982629" y="701040"/>
                  </a:lnTo>
                  <a:lnTo>
                    <a:pt x="1976437" y="701993"/>
                  </a:lnTo>
                  <a:lnTo>
                    <a:pt x="1973104" y="702945"/>
                  </a:lnTo>
                  <a:lnTo>
                    <a:pt x="1970246" y="704374"/>
                  </a:lnTo>
                  <a:lnTo>
                    <a:pt x="1956911" y="707231"/>
                  </a:lnTo>
                  <a:lnTo>
                    <a:pt x="1945958" y="711041"/>
                  </a:lnTo>
                  <a:lnTo>
                    <a:pt x="1940243" y="714375"/>
                  </a:lnTo>
                  <a:lnTo>
                    <a:pt x="1939766" y="715804"/>
                  </a:lnTo>
                  <a:lnTo>
                    <a:pt x="1944529" y="721043"/>
                  </a:lnTo>
                  <a:lnTo>
                    <a:pt x="1944529" y="721995"/>
                  </a:lnTo>
                  <a:lnTo>
                    <a:pt x="1934051" y="719138"/>
                  </a:lnTo>
                  <a:lnTo>
                    <a:pt x="1923098" y="719138"/>
                  </a:lnTo>
                  <a:lnTo>
                    <a:pt x="1916430" y="723424"/>
                  </a:lnTo>
                  <a:lnTo>
                    <a:pt x="1902619" y="726758"/>
                  </a:lnTo>
                  <a:lnTo>
                    <a:pt x="1887855" y="741521"/>
                  </a:lnTo>
                  <a:lnTo>
                    <a:pt x="1890236" y="745331"/>
                  </a:lnTo>
                  <a:lnTo>
                    <a:pt x="1900237" y="748189"/>
                  </a:lnTo>
                  <a:lnTo>
                    <a:pt x="1928336" y="759143"/>
                  </a:lnTo>
                  <a:lnTo>
                    <a:pt x="1928812" y="761524"/>
                  </a:lnTo>
                  <a:lnTo>
                    <a:pt x="1904048" y="753428"/>
                  </a:lnTo>
                  <a:lnTo>
                    <a:pt x="1894999" y="751046"/>
                  </a:lnTo>
                  <a:lnTo>
                    <a:pt x="1890712" y="751523"/>
                  </a:lnTo>
                  <a:lnTo>
                    <a:pt x="1888331" y="752951"/>
                  </a:lnTo>
                  <a:lnTo>
                    <a:pt x="1884045" y="757238"/>
                  </a:lnTo>
                  <a:lnTo>
                    <a:pt x="1882616" y="759619"/>
                  </a:lnTo>
                  <a:lnTo>
                    <a:pt x="1881664" y="762476"/>
                  </a:lnTo>
                  <a:lnTo>
                    <a:pt x="1881664" y="765810"/>
                  </a:lnTo>
                  <a:lnTo>
                    <a:pt x="1882140" y="771525"/>
                  </a:lnTo>
                  <a:lnTo>
                    <a:pt x="1883093" y="773430"/>
                  </a:lnTo>
                  <a:lnTo>
                    <a:pt x="1884998" y="775811"/>
                  </a:lnTo>
                  <a:lnTo>
                    <a:pt x="1886902" y="779621"/>
                  </a:lnTo>
                  <a:lnTo>
                    <a:pt x="1890712" y="783908"/>
                  </a:lnTo>
                  <a:lnTo>
                    <a:pt x="1892618" y="785336"/>
                  </a:lnTo>
                  <a:lnTo>
                    <a:pt x="1898809" y="787718"/>
                  </a:lnTo>
                  <a:lnTo>
                    <a:pt x="1902143" y="787718"/>
                  </a:lnTo>
                  <a:lnTo>
                    <a:pt x="1905476" y="786289"/>
                  </a:lnTo>
                  <a:lnTo>
                    <a:pt x="1909286" y="786289"/>
                  </a:lnTo>
                  <a:lnTo>
                    <a:pt x="1916906" y="788194"/>
                  </a:lnTo>
                  <a:lnTo>
                    <a:pt x="1915954" y="789623"/>
                  </a:lnTo>
                  <a:lnTo>
                    <a:pt x="1910239" y="791051"/>
                  </a:lnTo>
                  <a:lnTo>
                    <a:pt x="1909286" y="792480"/>
                  </a:lnTo>
                  <a:lnTo>
                    <a:pt x="1911668" y="795814"/>
                  </a:lnTo>
                  <a:lnTo>
                    <a:pt x="1916430" y="800100"/>
                  </a:lnTo>
                  <a:lnTo>
                    <a:pt x="1926431" y="806291"/>
                  </a:lnTo>
                  <a:lnTo>
                    <a:pt x="1928812" y="808673"/>
                  </a:lnTo>
                  <a:lnTo>
                    <a:pt x="1928812" y="809625"/>
                  </a:lnTo>
                  <a:lnTo>
                    <a:pt x="1926431" y="809149"/>
                  </a:lnTo>
                  <a:lnTo>
                    <a:pt x="1917859" y="804386"/>
                  </a:lnTo>
                  <a:lnTo>
                    <a:pt x="1904048" y="798671"/>
                  </a:lnTo>
                  <a:lnTo>
                    <a:pt x="1893570" y="797719"/>
                  </a:lnTo>
                  <a:lnTo>
                    <a:pt x="1890712" y="798671"/>
                  </a:lnTo>
                  <a:lnTo>
                    <a:pt x="1885950" y="805815"/>
                  </a:lnTo>
                  <a:lnTo>
                    <a:pt x="1881664" y="808196"/>
                  </a:lnTo>
                  <a:lnTo>
                    <a:pt x="1874996" y="810578"/>
                  </a:lnTo>
                  <a:lnTo>
                    <a:pt x="1873091" y="812959"/>
                  </a:lnTo>
                  <a:lnTo>
                    <a:pt x="1876425" y="814864"/>
                  </a:lnTo>
                  <a:lnTo>
                    <a:pt x="1884045" y="820579"/>
                  </a:lnTo>
                  <a:lnTo>
                    <a:pt x="1886902" y="823913"/>
                  </a:lnTo>
                  <a:lnTo>
                    <a:pt x="1890712" y="829628"/>
                  </a:lnTo>
                  <a:lnTo>
                    <a:pt x="1892618" y="831533"/>
                  </a:lnTo>
                  <a:lnTo>
                    <a:pt x="1895475" y="832961"/>
                  </a:lnTo>
                  <a:lnTo>
                    <a:pt x="1899761" y="833914"/>
                  </a:lnTo>
                  <a:lnTo>
                    <a:pt x="1903095" y="834390"/>
                  </a:lnTo>
                  <a:lnTo>
                    <a:pt x="1909762" y="833914"/>
                  </a:lnTo>
                  <a:lnTo>
                    <a:pt x="1914525" y="835819"/>
                  </a:lnTo>
                  <a:lnTo>
                    <a:pt x="1915954" y="838676"/>
                  </a:lnTo>
                  <a:lnTo>
                    <a:pt x="1915954" y="842963"/>
                  </a:lnTo>
                  <a:lnTo>
                    <a:pt x="1915477" y="847725"/>
                  </a:lnTo>
                  <a:lnTo>
                    <a:pt x="1914525" y="852488"/>
                  </a:lnTo>
                  <a:lnTo>
                    <a:pt x="1911668" y="869156"/>
                  </a:lnTo>
                  <a:lnTo>
                    <a:pt x="1910715" y="872966"/>
                  </a:lnTo>
                  <a:lnTo>
                    <a:pt x="1909286" y="874395"/>
                  </a:lnTo>
                  <a:lnTo>
                    <a:pt x="1905476" y="872490"/>
                  </a:lnTo>
                  <a:lnTo>
                    <a:pt x="1903571" y="870585"/>
                  </a:lnTo>
                  <a:lnTo>
                    <a:pt x="1903095" y="869156"/>
                  </a:lnTo>
                  <a:lnTo>
                    <a:pt x="1904048" y="868204"/>
                  </a:lnTo>
                  <a:lnTo>
                    <a:pt x="1905476" y="865346"/>
                  </a:lnTo>
                  <a:lnTo>
                    <a:pt x="1902143" y="864394"/>
                  </a:lnTo>
                  <a:lnTo>
                    <a:pt x="1883569" y="864394"/>
                  </a:lnTo>
                  <a:lnTo>
                    <a:pt x="1877377" y="865823"/>
                  </a:lnTo>
                  <a:lnTo>
                    <a:pt x="1866900" y="870585"/>
                  </a:lnTo>
                  <a:lnTo>
                    <a:pt x="1860233" y="872490"/>
                  </a:lnTo>
                  <a:lnTo>
                    <a:pt x="1852612" y="874395"/>
                  </a:lnTo>
                  <a:lnTo>
                    <a:pt x="1851184" y="872966"/>
                  </a:lnTo>
                  <a:lnTo>
                    <a:pt x="1854994" y="871061"/>
                  </a:lnTo>
                  <a:lnTo>
                    <a:pt x="1864995" y="867728"/>
                  </a:lnTo>
                  <a:lnTo>
                    <a:pt x="1873091" y="863441"/>
                  </a:lnTo>
                  <a:lnTo>
                    <a:pt x="1879283" y="861536"/>
                  </a:lnTo>
                  <a:lnTo>
                    <a:pt x="1891189" y="859631"/>
                  </a:lnTo>
                  <a:lnTo>
                    <a:pt x="1900237" y="854869"/>
                  </a:lnTo>
                  <a:lnTo>
                    <a:pt x="1904048" y="851535"/>
                  </a:lnTo>
                  <a:lnTo>
                    <a:pt x="1902143" y="848678"/>
                  </a:lnTo>
                  <a:lnTo>
                    <a:pt x="1893570" y="842963"/>
                  </a:lnTo>
                  <a:lnTo>
                    <a:pt x="1886426" y="839153"/>
                  </a:lnTo>
                  <a:lnTo>
                    <a:pt x="1879283" y="833914"/>
                  </a:lnTo>
                  <a:lnTo>
                    <a:pt x="1869758" y="825818"/>
                  </a:lnTo>
                  <a:lnTo>
                    <a:pt x="1863566" y="817721"/>
                  </a:lnTo>
                  <a:lnTo>
                    <a:pt x="1860709" y="809625"/>
                  </a:lnTo>
                  <a:lnTo>
                    <a:pt x="1859280" y="803434"/>
                  </a:lnTo>
                  <a:lnTo>
                    <a:pt x="1858804" y="799148"/>
                  </a:lnTo>
                  <a:lnTo>
                    <a:pt x="1858804" y="794861"/>
                  </a:lnTo>
                  <a:lnTo>
                    <a:pt x="1859756" y="785813"/>
                  </a:lnTo>
                  <a:lnTo>
                    <a:pt x="1859756" y="782003"/>
                  </a:lnTo>
                  <a:lnTo>
                    <a:pt x="1857851" y="777716"/>
                  </a:lnTo>
                  <a:lnTo>
                    <a:pt x="1850708" y="769144"/>
                  </a:lnTo>
                  <a:lnTo>
                    <a:pt x="1848802" y="765334"/>
                  </a:lnTo>
                  <a:lnTo>
                    <a:pt x="1848326" y="762953"/>
                  </a:lnTo>
                  <a:lnTo>
                    <a:pt x="1849755" y="755809"/>
                  </a:lnTo>
                  <a:lnTo>
                    <a:pt x="1851660" y="753428"/>
                  </a:lnTo>
                  <a:lnTo>
                    <a:pt x="1854994" y="750094"/>
                  </a:lnTo>
                  <a:lnTo>
                    <a:pt x="1868329" y="730568"/>
                  </a:lnTo>
                  <a:lnTo>
                    <a:pt x="1871186" y="727234"/>
                  </a:lnTo>
                  <a:lnTo>
                    <a:pt x="1882140" y="717709"/>
                  </a:lnTo>
                  <a:lnTo>
                    <a:pt x="1888331" y="713423"/>
                  </a:lnTo>
                  <a:lnTo>
                    <a:pt x="1898333" y="708660"/>
                  </a:lnTo>
                  <a:lnTo>
                    <a:pt x="1905952" y="702469"/>
                  </a:lnTo>
                  <a:lnTo>
                    <a:pt x="1906905" y="700564"/>
                  </a:lnTo>
                  <a:lnTo>
                    <a:pt x="1905476" y="697706"/>
                  </a:lnTo>
                  <a:lnTo>
                    <a:pt x="1904524" y="696754"/>
                  </a:lnTo>
                  <a:lnTo>
                    <a:pt x="1901190" y="694849"/>
                  </a:lnTo>
                  <a:lnTo>
                    <a:pt x="1872615" y="691991"/>
                  </a:lnTo>
                  <a:lnTo>
                    <a:pt x="1856899" y="691515"/>
                  </a:lnTo>
                  <a:lnTo>
                    <a:pt x="1844516" y="692944"/>
                  </a:lnTo>
                  <a:lnTo>
                    <a:pt x="1820704" y="697706"/>
                  </a:lnTo>
                  <a:lnTo>
                    <a:pt x="1812131" y="700088"/>
                  </a:lnTo>
                  <a:lnTo>
                    <a:pt x="1804987" y="703421"/>
                  </a:lnTo>
                  <a:lnTo>
                    <a:pt x="1796891" y="708660"/>
                  </a:lnTo>
                  <a:lnTo>
                    <a:pt x="1778794" y="721043"/>
                  </a:lnTo>
                  <a:lnTo>
                    <a:pt x="1777841" y="721995"/>
                  </a:lnTo>
                  <a:lnTo>
                    <a:pt x="1777365" y="723424"/>
                  </a:lnTo>
                  <a:lnTo>
                    <a:pt x="1777365" y="725329"/>
                  </a:lnTo>
                  <a:lnTo>
                    <a:pt x="1776889" y="726758"/>
                  </a:lnTo>
                  <a:lnTo>
                    <a:pt x="1769745" y="730568"/>
                  </a:lnTo>
                  <a:lnTo>
                    <a:pt x="1764983" y="735330"/>
                  </a:lnTo>
                  <a:lnTo>
                    <a:pt x="1761173" y="740093"/>
                  </a:lnTo>
                  <a:lnTo>
                    <a:pt x="1759744" y="742474"/>
                  </a:lnTo>
                  <a:lnTo>
                    <a:pt x="1758791" y="745808"/>
                  </a:lnTo>
                  <a:lnTo>
                    <a:pt x="1757839" y="750570"/>
                  </a:lnTo>
                  <a:lnTo>
                    <a:pt x="1757362" y="757238"/>
                  </a:lnTo>
                  <a:lnTo>
                    <a:pt x="1756410" y="759619"/>
                  </a:lnTo>
                  <a:lnTo>
                    <a:pt x="1750219" y="766763"/>
                  </a:lnTo>
                  <a:lnTo>
                    <a:pt x="1744504" y="774383"/>
                  </a:lnTo>
                  <a:lnTo>
                    <a:pt x="1740694" y="780574"/>
                  </a:lnTo>
                  <a:lnTo>
                    <a:pt x="1739265" y="783908"/>
                  </a:lnTo>
                  <a:lnTo>
                    <a:pt x="1738789" y="786765"/>
                  </a:lnTo>
                  <a:lnTo>
                    <a:pt x="1738789" y="790099"/>
                  </a:lnTo>
                  <a:lnTo>
                    <a:pt x="1739265" y="794385"/>
                  </a:lnTo>
                  <a:lnTo>
                    <a:pt x="1740694" y="796766"/>
                  </a:lnTo>
                  <a:lnTo>
                    <a:pt x="1744504" y="798671"/>
                  </a:lnTo>
                  <a:lnTo>
                    <a:pt x="1746409" y="799148"/>
                  </a:lnTo>
                  <a:lnTo>
                    <a:pt x="1746409" y="800100"/>
                  </a:lnTo>
                  <a:lnTo>
                    <a:pt x="1737360" y="806768"/>
                  </a:lnTo>
                  <a:lnTo>
                    <a:pt x="1734026" y="812959"/>
                  </a:lnTo>
                  <a:lnTo>
                    <a:pt x="1734026" y="815816"/>
                  </a:lnTo>
                  <a:lnTo>
                    <a:pt x="1735455" y="819150"/>
                  </a:lnTo>
                  <a:lnTo>
                    <a:pt x="1736884" y="825818"/>
                  </a:lnTo>
                  <a:lnTo>
                    <a:pt x="1738312" y="835819"/>
                  </a:lnTo>
                  <a:lnTo>
                    <a:pt x="1739741" y="841534"/>
                  </a:lnTo>
                  <a:lnTo>
                    <a:pt x="1741170" y="843439"/>
                  </a:lnTo>
                  <a:lnTo>
                    <a:pt x="1744980" y="845820"/>
                  </a:lnTo>
                  <a:lnTo>
                    <a:pt x="1754505" y="850106"/>
                  </a:lnTo>
                  <a:lnTo>
                    <a:pt x="1765935" y="853916"/>
                  </a:lnTo>
                  <a:lnTo>
                    <a:pt x="1782604" y="856774"/>
                  </a:lnTo>
                  <a:lnTo>
                    <a:pt x="1800701" y="857726"/>
                  </a:lnTo>
                  <a:lnTo>
                    <a:pt x="1806893" y="858679"/>
                  </a:lnTo>
                  <a:lnTo>
                    <a:pt x="1810702" y="860584"/>
                  </a:lnTo>
                  <a:lnTo>
                    <a:pt x="1816894" y="864870"/>
                  </a:lnTo>
                  <a:lnTo>
                    <a:pt x="1824037" y="868204"/>
                  </a:lnTo>
                  <a:lnTo>
                    <a:pt x="1831658" y="870585"/>
                  </a:lnTo>
                  <a:lnTo>
                    <a:pt x="1830229" y="872014"/>
                  </a:lnTo>
                  <a:lnTo>
                    <a:pt x="1818323" y="873919"/>
                  </a:lnTo>
                  <a:lnTo>
                    <a:pt x="1807845" y="874871"/>
                  </a:lnTo>
                  <a:lnTo>
                    <a:pt x="1801177" y="874395"/>
                  </a:lnTo>
                  <a:lnTo>
                    <a:pt x="1792129" y="872490"/>
                  </a:lnTo>
                  <a:lnTo>
                    <a:pt x="1784985" y="869633"/>
                  </a:lnTo>
                  <a:lnTo>
                    <a:pt x="1778794" y="868680"/>
                  </a:lnTo>
                  <a:lnTo>
                    <a:pt x="1767364" y="868680"/>
                  </a:lnTo>
                  <a:lnTo>
                    <a:pt x="1755934" y="867251"/>
                  </a:lnTo>
                  <a:lnTo>
                    <a:pt x="1753076" y="867728"/>
                  </a:lnTo>
                  <a:lnTo>
                    <a:pt x="1754505" y="869156"/>
                  </a:lnTo>
                  <a:lnTo>
                    <a:pt x="1755934" y="871538"/>
                  </a:lnTo>
                  <a:lnTo>
                    <a:pt x="1759744" y="882968"/>
                  </a:lnTo>
                  <a:lnTo>
                    <a:pt x="1761649" y="886301"/>
                  </a:lnTo>
                  <a:lnTo>
                    <a:pt x="1774031" y="901065"/>
                  </a:lnTo>
                  <a:lnTo>
                    <a:pt x="1776412" y="902970"/>
                  </a:lnTo>
                  <a:lnTo>
                    <a:pt x="1780699" y="904399"/>
                  </a:lnTo>
                  <a:lnTo>
                    <a:pt x="1789748" y="906304"/>
                  </a:lnTo>
                  <a:lnTo>
                    <a:pt x="1797368" y="910590"/>
                  </a:lnTo>
                  <a:lnTo>
                    <a:pt x="1806893" y="917734"/>
                  </a:lnTo>
                  <a:lnTo>
                    <a:pt x="1808798" y="918210"/>
                  </a:lnTo>
                  <a:lnTo>
                    <a:pt x="1810226" y="917734"/>
                  </a:lnTo>
                  <a:lnTo>
                    <a:pt x="1814512" y="914400"/>
                  </a:lnTo>
                  <a:lnTo>
                    <a:pt x="1816418" y="913924"/>
                  </a:lnTo>
                  <a:lnTo>
                    <a:pt x="1820227" y="913448"/>
                  </a:lnTo>
                  <a:lnTo>
                    <a:pt x="1829276" y="914400"/>
                  </a:lnTo>
                  <a:lnTo>
                    <a:pt x="1834991" y="913448"/>
                  </a:lnTo>
                  <a:lnTo>
                    <a:pt x="1834515" y="912019"/>
                  </a:lnTo>
                  <a:lnTo>
                    <a:pt x="1831658" y="910114"/>
                  </a:lnTo>
                  <a:lnTo>
                    <a:pt x="1831181" y="908685"/>
                  </a:lnTo>
                  <a:lnTo>
                    <a:pt x="1833086" y="907733"/>
                  </a:lnTo>
                  <a:lnTo>
                    <a:pt x="1843564" y="909161"/>
                  </a:lnTo>
                  <a:lnTo>
                    <a:pt x="1847374" y="909161"/>
                  </a:lnTo>
                  <a:lnTo>
                    <a:pt x="1850231" y="908685"/>
                  </a:lnTo>
                  <a:lnTo>
                    <a:pt x="1857851" y="904875"/>
                  </a:lnTo>
                  <a:lnTo>
                    <a:pt x="1856899" y="906304"/>
                  </a:lnTo>
                  <a:lnTo>
                    <a:pt x="1855946" y="908685"/>
                  </a:lnTo>
                  <a:lnTo>
                    <a:pt x="1854994" y="912019"/>
                  </a:lnTo>
                  <a:lnTo>
                    <a:pt x="1855470" y="915829"/>
                  </a:lnTo>
                  <a:lnTo>
                    <a:pt x="1859756" y="922973"/>
                  </a:lnTo>
                  <a:lnTo>
                    <a:pt x="1861185" y="924878"/>
                  </a:lnTo>
                  <a:lnTo>
                    <a:pt x="1865471" y="927259"/>
                  </a:lnTo>
                  <a:lnTo>
                    <a:pt x="1879759" y="931545"/>
                  </a:lnTo>
                  <a:lnTo>
                    <a:pt x="1891665" y="926783"/>
                  </a:lnTo>
                  <a:lnTo>
                    <a:pt x="1904524" y="928688"/>
                  </a:lnTo>
                  <a:lnTo>
                    <a:pt x="1909286" y="928688"/>
                  </a:lnTo>
                  <a:lnTo>
                    <a:pt x="1912144" y="929640"/>
                  </a:lnTo>
                  <a:lnTo>
                    <a:pt x="1914525" y="931545"/>
                  </a:lnTo>
                  <a:lnTo>
                    <a:pt x="1922621" y="933450"/>
                  </a:lnTo>
                  <a:lnTo>
                    <a:pt x="1945005" y="935831"/>
                  </a:lnTo>
                  <a:lnTo>
                    <a:pt x="1955959" y="935831"/>
                  </a:lnTo>
                  <a:lnTo>
                    <a:pt x="1968818" y="932974"/>
                  </a:lnTo>
                  <a:lnTo>
                    <a:pt x="1970723" y="933450"/>
                  </a:lnTo>
                  <a:lnTo>
                    <a:pt x="1976437" y="935831"/>
                  </a:lnTo>
                  <a:lnTo>
                    <a:pt x="1991201" y="942023"/>
                  </a:lnTo>
                  <a:lnTo>
                    <a:pt x="1997869" y="943928"/>
                  </a:lnTo>
                  <a:lnTo>
                    <a:pt x="2003108" y="943451"/>
                  </a:lnTo>
                  <a:lnTo>
                    <a:pt x="2009299" y="942023"/>
                  </a:lnTo>
                  <a:lnTo>
                    <a:pt x="2022634" y="937736"/>
                  </a:lnTo>
                  <a:lnTo>
                    <a:pt x="2044541" y="950595"/>
                  </a:lnTo>
                  <a:lnTo>
                    <a:pt x="2047399" y="948214"/>
                  </a:lnTo>
                  <a:lnTo>
                    <a:pt x="2047399" y="946785"/>
                  </a:lnTo>
                  <a:lnTo>
                    <a:pt x="2044541" y="943451"/>
                  </a:lnTo>
                  <a:lnTo>
                    <a:pt x="2041208" y="940594"/>
                  </a:lnTo>
                  <a:lnTo>
                    <a:pt x="2035493" y="935355"/>
                  </a:lnTo>
                  <a:lnTo>
                    <a:pt x="2031206" y="932974"/>
                  </a:lnTo>
                  <a:lnTo>
                    <a:pt x="2027873" y="932974"/>
                  </a:lnTo>
                  <a:lnTo>
                    <a:pt x="2024062" y="931545"/>
                  </a:lnTo>
                  <a:lnTo>
                    <a:pt x="2019776" y="928688"/>
                  </a:lnTo>
                  <a:lnTo>
                    <a:pt x="2023110" y="927735"/>
                  </a:lnTo>
                  <a:lnTo>
                    <a:pt x="2038826" y="929164"/>
                  </a:lnTo>
                  <a:lnTo>
                    <a:pt x="2047875" y="931069"/>
                  </a:lnTo>
                  <a:lnTo>
                    <a:pt x="2053114" y="931545"/>
                  </a:lnTo>
                  <a:lnTo>
                    <a:pt x="2062639" y="933926"/>
                  </a:lnTo>
                  <a:lnTo>
                    <a:pt x="2066925" y="934879"/>
                  </a:lnTo>
                  <a:lnTo>
                    <a:pt x="2070259" y="934879"/>
                  </a:lnTo>
                  <a:lnTo>
                    <a:pt x="2088833" y="941070"/>
                  </a:lnTo>
                  <a:lnTo>
                    <a:pt x="2092166" y="941546"/>
                  </a:lnTo>
                  <a:lnTo>
                    <a:pt x="2099310" y="941070"/>
                  </a:lnTo>
                  <a:lnTo>
                    <a:pt x="2106454" y="939165"/>
                  </a:lnTo>
                  <a:lnTo>
                    <a:pt x="2113598" y="935831"/>
                  </a:lnTo>
                  <a:lnTo>
                    <a:pt x="2115979" y="933926"/>
                  </a:lnTo>
                  <a:lnTo>
                    <a:pt x="2117408" y="931545"/>
                  </a:lnTo>
                  <a:lnTo>
                    <a:pt x="2117408" y="928211"/>
                  </a:lnTo>
                  <a:lnTo>
                    <a:pt x="2115979" y="923449"/>
                  </a:lnTo>
                  <a:lnTo>
                    <a:pt x="2114074" y="919639"/>
                  </a:lnTo>
                  <a:lnTo>
                    <a:pt x="2111693" y="916305"/>
                  </a:lnTo>
                  <a:lnTo>
                    <a:pt x="2108835" y="914400"/>
                  </a:lnTo>
                  <a:lnTo>
                    <a:pt x="2097405" y="911543"/>
                  </a:lnTo>
                  <a:lnTo>
                    <a:pt x="2095500" y="909638"/>
                  </a:lnTo>
                  <a:lnTo>
                    <a:pt x="2095976" y="907256"/>
                  </a:lnTo>
                  <a:lnTo>
                    <a:pt x="2097881" y="904399"/>
                  </a:lnTo>
                  <a:lnTo>
                    <a:pt x="2101215" y="901065"/>
                  </a:lnTo>
                  <a:lnTo>
                    <a:pt x="2104549" y="898684"/>
                  </a:lnTo>
                  <a:lnTo>
                    <a:pt x="2107883" y="896779"/>
                  </a:lnTo>
                  <a:lnTo>
                    <a:pt x="2110740" y="898208"/>
                  </a:lnTo>
                  <a:lnTo>
                    <a:pt x="2113598" y="902494"/>
                  </a:lnTo>
                  <a:lnTo>
                    <a:pt x="2115979" y="905351"/>
                  </a:lnTo>
                  <a:lnTo>
                    <a:pt x="2117884" y="906304"/>
                  </a:lnTo>
                  <a:lnTo>
                    <a:pt x="2123123" y="912019"/>
                  </a:lnTo>
                  <a:lnTo>
                    <a:pt x="2124551" y="912495"/>
                  </a:lnTo>
                  <a:lnTo>
                    <a:pt x="2127409" y="914400"/>
                  </a:lnTo>
                  <a:lnTo>
                    <a:pt x="2134553" y="919639"/>
                  </a:lnTo>
                  <a:lnTo>
                    <a:pt x="2136458" y="920115"/>
                  </a:lnTo>
                  <a:lnTo>
                    <a:pt x="2138839" y="920115"/>
                  </a:lnTo>
                  <a:lnTo>
                    <a:pt x="2149316" y="918210"/>
                  </a:lnTo>
                  <a:lnTo>
                    <a:pt x="2151698" y="918686"/>
                  </a:lnTo>
                  <a:lnTo>
                    <a:pt x="2153603" y="922973"/>
                  </a:lnTo>
                  <a:lnTo>
                    <a:pt x="2155031" y="930593"/>
                  </a:lnTo>
                  <a:lnTo>
                    <a:pt x="2155508" y="935355"/>
                  </a:lnTo>
                  <a:lnTo>
                    <a:pt x="2156460" y="939165"/>
                  </a:lnTo>
                  <a:lnTo>
                    <a:pt x="2157889" y="942499"/>
                  </a:lnTo>
                  <a:lnTo>
                    <a:pt x="2161223" y="942975"/>
                  </a:lnTo>
                  <a:lnTo>
                    <a:pt x="2170271" y="942023"/>
                  </a:lnTo>
                  <a:lnTo>
                    <a:pt x="2177415" y="942975"/>
                  </a:lnTo>
                  <a:lnTo>
                    <a:pt x="2179320" y="943451"/>
                  </a:lnTo>
                  <a:lnTo>
                    <a:pt x="2182654" y="946309"/>
                  </a:lnTo>
                  <a:lnTo>
                    <a:pt x="2182178" y="948214"/>
                  </a:lnTo>
                  <a:lnTo>
                    <a:pt x="2176939" y="951548"/>
                  </a:lnTo>
                  <a:lnTo>
                    <a:pt x="2174081" y="952500"/>
                  </a:lnTo>
                  <a:lnTo>
                    <a:pt x="2173129" y="953453"/>
                  </a:lnTo>
                  <a:lnTo>
                    <a:pt x="2174558" y="954405"/>
                  </a:lnTo>
                  <a:lnTo>
                    <a:pt x="2176939" y="955358"/>
                  </a:lnTo>
                  <a:lnTo>
                    <a:pt x="2180273" y="955834"/>
                  </a:lnTo>
                  <a:lnTo>
                    <a:pt x="2185987" y="958215"/>
                  </a:lnTo>
                  <a:lnTo>
                    <a:pt x="2187893" y="957263"/>
                  </a:lnTo>
                  <a:lnTo>
                    <a:pt x="2191226" y="953453"/>
                  </a:lnTo>
                  <a:lnTo>
                    <a:pt x="2193608" y="952024"/>
                  </a:lnTo>
                  <a:lnTo>
                    <a:pt x="2196465" y="952024"/>
                  </a:lnTo>
                  <a:lnTo>
                    <a:pt x="2203133" y="953453"/>
                  </a:lnTo>
                  <a:lnTo>
                    <a:pt x="2203133" y="953929"/>
                  </a:lnTo>
                  <a:lnTo>
                    <a:pt x="2195036" y="955834"/>
                  </a:lnTo>
                  <a:lnTo>
                    <a:pt x="2193131" y="957739"/>
                  </a:lnTo>
                  <a:lnTo>
                    <a:pt x="2192655" y="960120"/>
                  </a:lnTo>
                  <a:lnTo>
                    <a:pt x="2192655" y="962025"/>
                  </a:lnTo>
                  <a:lnTo>
                    <a:pt x="2194560" y="964883"/>
                  </a:lnTo>
                  <a:lnTo>
                    <a:pt x="2196465" y="966788"/>
                  </a:lnTo>
                  <a:lnTo>
                    <a:pt x="2199799" y="967740"/>
                  </a:lnTo>
                  <a:lnTo>
                    <a:pt x="2204085" y="968216"/>
                  </a:lnTo>
                  <a:lnTo>
                    <a:pt x="2208848" y="969645"/>
                  </a:lnTo>
                  <a:lnTo>
                    <a:pt x="2217896" y="973455"/>
                  </a:lnTo>
                  <a:lnTo>
                    <a:pt x="2219325" y="974408"/>
                  </a:lnTo>
                  <a:lnTo>
                    <a:pt x="2222659" y="979646"/>
                  </a:lnTo>
                  <a:lnTo>
                    <a:pt x="2222183" y="982980"/>
                  </a:lnTo>
                  <a:lnTo>
                    <a:pt x="2218849" y="986314"/>
                  </a:lnTo>
                  <a:lnTo>
                    <a:pt x="2215515" y="988695"/>
                  </a:lnTo>
                  <a:lnTo>
                    <a:pt x="2212181" y="990600"/>
                  </a:lnTo>
                  <a:lnTo>
                    <a:pt x="2207419" y="991076"/>
                  </a:lnTo>
                  <a:lnTo>
                    <a:pt x="2197418" y="989648"/>
                  </a:lnTo>
                  <a:lnTo>
                    <a:pt x="2193608" y="991076"/>
                  </a:lnTo>
                  <a:lnTo>
                    <a:pt x="2191703" y="992505"/>
                  </a:lnTo>
                  <a:lnTo>
                    <a:pt x="2190750" y="994410"/>
                  </a:lnTo>
                  <a:lnTo>
                    <a:pt x="2191226" y="1002030"/>
                  </a:lnTo>
                  <a:lnTo>
                    <a:pt x="2190750" y="1003935"/>
                  </a:lnTo>
                  <a:lnTo>
                    <a:pt x="2189798" y="1005364"/>
                  </a:lnTo>
                  <a:lnTo>
                    <a:pt x="2189321" y="1007269"/>
                  </a:lnTo>
                  <a:lnTo>
                    <a:pt x="2189321" y="1009650"/>
                  </a:lnTo>
                  <a:lnTo>
                    <a:pt x="2190274" y="1011079"/>
                  </a:lnTo>
                  <a:lnTo>
                    <a:pt x="2196465" y="1011555"/>
                  </a:lnTo>
                  <a:lnTo>
                    <a:pt x="2202180" y="1009650"/>
                  </a:lnTo>
                  <a:lnTo>
                    <a:pt x="2215515" y="1002983"/>
                  </a:lnTo>
                  <a:lnTo>
                    <a:pt x="2223135" y="1000125"/>
                  </a:lnTo>
                  <a:lnTo>
                    <a:pt x="2226469" y="996315"/>
                  </a:lnTo>
                  <a:lnTo>
                    <a:pt x="2228850" y="995839"/>
                  </a:lnTo>
                  <a:lnTo>
                    <a:pt x="2232184" y="996791"/>
                  </a:lnTo>
                  <a:lnTo>
                    <a:pt x="2237423" y="999173"/>
                  </a:lnTo>
                  <a:lnTo>
                    <a:pt x="2241233" y="997268"/>
                  </a:lnTo>
                  <a:lnTo>
                    <a:pt x="2246471" y="992505"/>
                  </a:lnTo>
                  <a:lnTo>
                    <a:pt x="2249805" y="990124"/>
                  </a:lnTo>
                  <a:lnTo>
                    <a:pt x="2251710" y="990124"/>
                  </a:lnTo>
                  <a:lnTo>
                    <a:pt x="2254568" y="991076"/>
                  </a:lnTo>
                  <a:lnTo>
                    <a:pt x="2252662" y="992505"/>
                  </a:lnTo>
                  <a:lnTo>
                    <a:pt x="2247424" y="994886"/>
                  </a:lnTo>
                  <a:lnTo>
                    <a:pt x="2245995" y="996315"/>
                  </a:lnTo>
                  <a:lnTo>
                    <a:pt x="2246948" y="997744"/>
                  </a:lnTo>
                  <a:lnTo>
                    <a:pt x="2250758" y="998220"/>
                  </a:lnTo>
                  <a:lnTo>
                    <a:pt x="2253139" y="999649"/>
                  </a:lnTo>
                  <a:lnTo>
                    <a:pt x="2252662" y="1001078"/>
                  </a:lnTo>
                  <a:lnTo>
                    <a:pt x="2247424" y="1005364"/>
                  </a:lnTo>
                  <a:lnTo>
                    <a:pt x="2247900" y="1006316"/>
                  </a:lnTo>
                  <a:lnTo>
                    <a:pt x="2250758" y="1007269"/>
                  </a:lnTo>
                  <a:lnTo>
                    <a:pt x="2252662" y="1007269"/>
                  </a:lnTo>
                  <a:lnTo>
                    <a:pt x="2254091" y="1006793"/>
                  </a:lnTo>
                  <a:lnTo>
                    <a:pt x="2254568" y="1007745"/>
                  </a:lnTo>
                  <a:lnTo>
                    <a:pt x="2254091" y="1009650"/>
                  </a:lnTo>
                  <a:lnTo>
                    <a:pt x="2255520" y="1012508"/>
                  </a:lnTo>
                  <a:lnTo>
                    <a:pt x="2263140" y="1020128"/>
                  </a:lnTo>
                  <a:lnTo>
                    <a:pt x="2265521" y="1021556"/>
                  </a:lnTo>
                  <a:lnTo>
                    <a:pt x="2268379" y="1022509"/>
                  </a:lnTo>
                  <a:lnTo>
                    <a:pt x="2271236" y="1022985"/>
                  </a:lnTo>
                  <a:lnTo>
                    <a:pt x="2277904" y="1022033"/>
                  </a:lnTo>
                  <a:lnTo>
                    <a:pt x="2278856" y="1020128"/>
                  </a:lnTo>
                  <a:lnTo>
                    <a:pt x="2273618" y="1012984"/>
                  </a:lnTo>
                  <a:lnTo>
                    <a:pt x="2275046" y="1012031"/>
                  </a:lnTo>
                  <a:lnTo>
                    <a:pt x="2279809" y="1012031"/>
                  </a:lnTo>
                  <a:lnTo>
                    <a:pt x="2282666" y="1012508"/>
                  </a:lnTo>
                  <a:lnTo>
                    <a:pt x="2283619" y="1013460"/>
                  </a:lnTo>
                  <a:lnTo>
                    <a:pt x="2284571" y="1014889"/>
                  </a:lnTo>
                  <a:lnTo>
                    <a:pt x="2285048" y="1017270"/>
                  </a:lnTo>
                  <a:lnTo>
                    <a:pt x="2285048" y="1019651"/>
                  </a:lnTo>
                  <a:lnTo>
                    <a:pt x="2283143" y="1024414"/>
                  </a:lnTo>
                  <a:lnTo>
                    <a:pt x="2281714" y="1026319"/>
                  </a:lnTo>
                  <a:lnTo>
                    <a:pt x="2281714" y="1028224"/>
                  </a:lnTo>
                  <a:lnTo>
                    <a:pt x="2283619" y="1032034"/>
                  </a:lnTo>
                  <a:lnTo>
                    <a:pt x="2286000" y="1034415"/>
                  </a:lnTo>
                  <a:lnTo>
                    <a:pt x="2289334" y="1036320"/>
                  </a:lnTo>
                  <a:lnTo>
                    <a:pt x="2291715" y="1036320"/>
                  </a:lnTo>
                  <a:lnTo>
                    <a:pt x="2301240" y="1032034"/>
                  </a:lnTo>
                  <a:lnTo>
                    <a:pt x="2302193" y="1032510"/>
                  </a:lnTo>
                  <a:lnTo>
                    <a:pt x="2300764" y="1035368"/>
                  </a:lnTo>
                  <a:lnTo>
                    <a:pt x="2300764" y="1037749"/>
                  </a:lnTo>
                  <a:lnTo>
                    <a:pt x="2309812" y="1047274"/>
                  </a:lnTo>
                  <a:lnTo>
                    <a:pt x="2315051" y="1056799"/>
                  </a:lnTo>
                  <a:lnTo>
                    <a:pt x="2321243" y="1064419"/>
                  </a:lnTo>
                  <a:lnTo>
                    <a:pt x="2326481" y="1073468"/>
                  </a:lnTo>
                  <a:lnTo>
                    <a:pt x="2334101" y="1091565"/>
                  </a:lnTo>
                  <a:lnTo>
                    <a:pt x="2336006" y="1093470"/>
                  </a:lnTo>
                  <a:lnTo>
                    <a:pt x="2338387" y="1094899"/>
                  </a:lnTo>
                  <a:lnTo>
                    <a:pt x="2338864" y="1096804"/>
                  </a:lnTo>
                  <a:lnTo>
                    <a:pt x="2334101" y="1103948"/>
                  </a:lnTo>
                  <a:lnTo>
                    <a:pt x="2329815" y="1105853"/>
                  </a:lnTo>
                  <a:lnTo>
                    <a:pt x="2323624" y="1107281"/>
                  </a:lnTo>
                  <a:lnTo>
                    <a:pt x="2319337" y="1109663"/>
                  </a:lnTo>
                  <a:lnTo>
                    <a:pt x="2314099" y="1118235"/>
                  </a:lnTo>
                  <a:lnTo>
                    <a:pt x="2313146" y="1121569"/>
                  </a:lnTo>
                  <a:lnTo>
                    <a:pt x="2312670" y="1125379"/>
                  </a:lnTo>
                  <a:lnTo>
                    <a:pt x="2311241" y="1127284"/>
                  </a:lnTo>
                  <a:lnTo>
                    <a:pt x="2305526" y="1128713"/>
                  </a:lnTo>
                  <a:lnTo>
                    <a:pt x="2302669" y="1130141"/>
                  </a:lnTo>
                  <a:lnTo>
                    <a:pt x="2300287" y="1132523"/>
                  </a:lnTo>
                  <a:lnTo>
                    <a:pt x="2297906" y="1135380"/>
                  </a:lnTo>
                  <a:lnTo>
                    <a:pt x="2292668" y="1139666"/>
                  </a:lnTo>
                  <a:lnTo>
                    <a:pt x="2280761" y="1148239"/>
                  </a:lnTo>
                  <a:lnTo>
                    <a:pt x="2265521" y="1156811"/>
                  </a:lnTo>
                  <a:lnTo>
                    <a:pt x="2264093" y="1159193"/>
                  </a:lnTo>
                  <a:lnTo>
                    <a:pt x="2263616" y="1160621"/>
                  </a:lnTo>
                  <a:lnTo>
                    <a:pt x="2264569" y="1163003"/>
                  </a:lnTo>
                  <a:lnTo>
                    <a:pt x="2268855" y="1167765"/>
                  </a:lnTo>
                  <a:lnTo>
                    <a:pt x="2276951" y="1175385"/>
                  </a:lnTo>
                  <a:lnTo>
                    <a:pt x="2284095" y="1179195"/>
                  </a:lnTo>
                  <a:lnTo>
                    <a:pt x="2286953" y="1181576"/>
                  </a:lnTo>
                  <a:lnTo>
                    <a:pt x="2290286" y="1187768"/>
                  </a:lnTo>
                  <a:lnTo>
                    <a:pt x="2293144" y="1193959"/>
                  </a:lnTo>
                  <a:lnTo>
                    <a:pt x="2293620" y="1197293"/>
                  </a:lnTo>
                  <a:lnTo>
                    <a:pt x="2289334" y="1197293"/>
                  </a:lnTo>
                  <a:lnTo>
                    <a:pt x="2282666" y="1195388"/>
                  </a:lnTo>
                  <a:lnTo>
                    <a:pt x="2278856" y="1195388"/>
                  </a:lnTo>
                  <a:lnTo>
                    <a:pt x="2273618" y="1196340"/>
                  </a:lnTo>
                  <a:lnTo>
                    <a:pt x="2270284" y="1197293"/>
                  </a:lnTo>
                  <a:lnTo>
                    <a:pt x="2265045" y="1202055"/>
                  </a:lnTo>
                  <a:lnTo>
                    <a:pt x="2261711" y="1203484"/>
                  </a:lnTo>
                  <a:lnTo>
                    <a:pt x="2258854" y="1203960"/>
                  </a:lnTo>
                  <a:lnTo>
                    <a:pt x="2255996" y="1203960"/>
                  </a:lnTo>
                  <a:lnTo>
                    <a:pt x="2249805" y="1202531"/>
                  </a:lnTo>
                  <a:lnTo>
                    <a:pt x="2245519" y="1203008"/>
                  </a:lnTo>
                  <a:lnTo>
                    <a:pt x="2243137" y="1203960"/>
                  </a:lnTo>
                  <a:lnTo>
                    <a:pt x="2241233" y="1205865"/>
                  </a:lnTo>
                  <a:lnTo>
                    <a:pt x="2239328" y="1208723"/>
                  </a:lnTo>
                  <a:lnTo>
                    <a:pt x="2234089" y="1209199"/>
                  </a:lnTo>
                  <a:lnTo>
                    <a:pt x="2220754" y="1206818"/>
                  </a:lnTo>
                  <a:lnTo>
                    <a:pt x="2217896" y="1207770"/>
                  </a:lnTo>
                  <a:lnTo>
                    <a:pt x="2218849" y="1210151"/>
                  </a:lnTo>
                  <a:lnTo>
                    <a:pt x="2227898" y="1216819"/>
                  </a:lnTo>
                  <a:lnTo>
                    <a:pt x="2229803" y="1218724"/>
                  </a:lnTo>
                  <a:lnTo>
                    <a:pt x="2231708" y="1221105"/>
                  </a:lnTo>
                  <a:lnTo>
                    <a:pt x="2233136" y="1223963"/>
                  </a:lnTo>
                  <a:lnTo>
                    <a:pt x="2233136" y="1226344"/>
                  </a:lnTo>
                  <a:lnTo>
                    <a:pt x="2231231" y="1228249"/>
                  </a:lnTo>
                  <a:lnTo>
                    <a:pt x="2230279" y="1230154"/>
                  </a:lnTo>
                  <a:lnTo>
                    <a:pt x="2230755" y="1232535"/>
                  </a:lnTo>
                  <a:lnTo>
                    <a:pt x="2229803" y="1233488"/>
                  </a:lnTo>
                  <a:lnTo>
                    <a:pt x="2226469" y="1231583"/>
                  </a:lnTo>
                  <a:lnTo>
                    <a:pt x="2225516" y="1230154"/>
                  </a:lnTo>
                  <a:lnTo>
                    <a:pt x="2225516" y="1228725"/>
                  </a:lnTo>
                  <a:lnTo>
                    <a:pt x="2226469" y="1227773"/>
                  </a:lnTo>
                  <a:lnTo>
                    <a:pt x="2228374" y="1223963"/>
                  </a:lnTo>
                  <a:lnTo>
                    <a:pt x="2227898" y="1221581"/>
                  </a:lnTo>
                  <a:lnTo>
                    <a:pt x="2223611" y="1216819"/>
                  </a:lnTo>
                  <a:lnTo>
                    <a:pt x="2217420" y="1212056"/>
                  </a:lnTo>
                  <a:lnTo>
                    <a:pt x="2209324" y="1208723"/>
                  </a:lnTo>
                  <a:lnTo>
                    <a:pt x="2195036" y="1203960"/>
                  </a:lnTo>
                  <a:lnTo>
                    <a:pt x="2185035" y="1201579"/>
                  </a:lnTo>
                  <a:lnTo>
                    <a:pt x="2178844" y="1201579"/>
                  </a:lnTo>
                  <a:lnTo>
                    <a:pt x="2174081" y="1201103"/>
                  </a:lnTo>
                  <a:lnTo>
                    <a:pt x="2168843" y="1199198"/>
                  </a:lnTo>
                  <a:lnTo>
                    <a:pt x="2166461" y="1199674"/>
                  </a:lnTo>
                  <a:lnTo>
                    <a:pt x="2165509" y="1200626"/>
                  </a:lnTo>
                  <a:lnTo>
                    <a:pt x="2163128" y="1203960"/>
                  </a:lnTo>
                  <a:lnTo>
                    <a:pt x="2162175" y="1204913"/>
                  </a:lnTo>
                  <a:lnTo>
                    <a:pt x="2162175" y="1206341"/>
                  </a:lnTo>
                  <a:lnTo>
                    <a:pt x="2165509" y="1212533"/>
                  </a:lnTo>
                  <a:lnTo>
                    <a:pt x="2165509" y="1213961"/>
                  </a:lnTo>
                  <a:lnTo>
                    <a:pt x="2162651" y="1215866"/>
                  </a:lnTo>
                  <a:lnTo>
                    <a:pt x="2147887" y="1220629"/>
                  </a:lnTo>
                  <a:lnTo>
                    <a:pt x="2144078" y="1223486"/>
                  </a:lnTo>
                  <a:lnTo>
                    <a:pt x="2142173" y="1225868"/>
                  </a:lnTo>
                  <a:lnTo>
                    <a:pt x="2140744" y="1228249"/>
                  </a:lnTo>
                  <a:lnTo>
                    <a:pt x="2138839" y="1235393"/>
                  </a:lnTo>
                  <a:lnTo>
                    <a:pt x="2137410" y="1238250"/>
                  </a:lnTo>
                  <a:lnTo>
                    <a:pt x="2136934" y="1240155"/>
                  </a:lnTo>
                  <a:lnTo>
                    <a:pt x="2136934" y="1243013"/>
                  </a:lnTo>
                  <a:lnTo>
                    <a:pt x="2137886" y="1245394"/>
                  </a:lnTo>
                  <a:lnTo>
                    <a:pt x="2142173" y="1252061"/>
                  </a:lnTo>
                  <a:lnTo>
                    <a:pt x="2144078" y="1253966"/>
                  </a:lnTo>
                  <a:lnTo>
                    <a:pt x="2150745" y="1259205"/>
                  </a:lnTo>
                  <a:lnTo>
                    <a:pt x="2151698" y="1259681"/>
                  </a:lnTo>
                  <a:lnTo>
                    <a:pt x="2155984" y="1259681"/>
                  </a:lnTo>
                  <a:lnTo>
                    <a:pt x="2159318" y="1260634"/>
                  </a:lnTo>
                  <a:lnTo>
                    <a:pt x="2163604" y="1263015"/>
                  </a:lnTo>
                  <a:lnTo>
                    <a:pt x="2167890" y="1263968"/>
                  </a:lnTo>
                  <a:lnTo>
                    <a:pt x="2171700" y="1263491"/>
                  </a:lnTo>
                  <a:lnTo>
                    <a:pt x="2176462" y="1264444"/>
                  </a:lnTo>
                  <a:lnTo>
                    <a:pt x="2182178" y="1266349"/>
                  </a:lnTo>
                  <a:lnTo>
                    <a:pt x="2186464" y="1266349"/>
                  </a:lnTo>
                  <a:lnTo>
                    <a:pt x="2189798" y="1263968"/>
                  </a:lnTo>
                  <a:lnTo>
                    <a:pt x="2192179" y="1263015"/>
                  </a:lnTo>
                  <a:lnTo>
                    <a:pt x="2194560" y="1263491"/>
                  </a:lnTo>
                  <a:lnTo>
                    <a:pt x="2197418" y="1263015"/>
                  </a:lnTo>
                  <a:lnTo>
                    <a:pt x="2207419" y="1259205"/>
                  </a:lnTo>
                  <a:lnTo>
                    <a:pt x="2210276" y="1258729"/>
                  </a:lnTo>
                  <a:lnTo>
                    <a:pt x="2217420" y="1258729"/>
                  </a:lnTo>
                  <a:lnTo>
                    <a:pt x="2218849" y="1258253"/>
                  </a:lnTo>
                  <a:lnTo>
                    <a:pt x="2220754" y="1251109"/>
                  </a:lnTo>
                  <a:lnTo>
                    <a:pt x="2228374" y="1250156"/>
                  </a:lnTo>
                  <a:lnTo>
                    <a:pt x="2233612" y="1253014"/>
                  </a:lnTo>
                  <a:lnTo>
                    <a:pt x="2237423" y="1253966"/>
                  </a:lnTo>
                  <a:lnTo>
                    <a:pt x="2242661" y="1254443"/>
                  </a:lnTo>
                  <a:lnTo>
                    <a:pt x="2248376" y="1253966"/>
                  </a:lnTo>
                  <a:lnTo>
                    <a:pt x="2255044" y="1252061"/>
                  </a:lnTo>
                  <a:lnTo>
                    <a:pt x="2256949" y="1248728"/>
                  </a:lnTo>
                  <a:lnTo>
                    <a:pt x="2254091" y="1243965"/>
                  </a:lnTo>
                  <a:lnTo>
                    <a:pt x="2250758" y="1240155"/>
                  </a:lnTo>
                  <a:lnTo>
                    <a:pt x="2247424" y="1237298"/>
                  </a:lnTo>
                  <a:lnTo>
                    <a:pt x="2247424" y="1235869"/>
                  </a:lnTo>
                  <a:lnTo>
                    <a:pt x="2250758" y="1235869"/>
                  </a:lnTo>
                  <a:lnTo>
                    <a:pt x="2253139" y="1235393"/>
                  </a:lnTo>
                  <a:lnTo>
                    <a:pt x="2254091" y="1234440"/>
                  </a:lnTo>
                  <a:lnTo>
                    <a:pt x="2255520" y="1233964"/>
                  </a:lnTo>
                  <a:lnTo>
                    <a:pt x="2256949" y="1234440"/>
                  </a:lnTo>
                  <a:lnTo>
                    <a:pt x="2258378" y="1236345"/>
                  </a:lnTo>
                  <a:lnTo>
                    <a:pt x="2259806" y="1240155"/>
                  </a:lnTo>
                  <a:lnTo>
                    <a:pt x="2261235" y="1242536"/>
                  </a:lnTo>
                  <a:lnTo>
                    <a:pt x="2263140" y="1243965"/>
                  </a:lnTo>
                  <a:lnTo>
                    <a:pt x="2264569" y="1244441"/>
                  </a:lnTo>
                  <a:lnTo>
                    <a:pt x="2271712" y="1244918"/>
                  </a:lnTo>
                  <a:lnTo>
                    <a:pt x="2274094" y="1245870"/>
                  </a:lnTo>
                  <a:lnTo>
                    <a:pt x="2275046" y="1253490"/>
                  </a:lnTo>
                  <a:lnTo>
                    <a:pt x="2275046" y="1254919"/>
                  </a:lnTo>
                  <a:lnTo>
                    <a:pt x="2275999" y="1255871"/>
                  </a:lnTo>
                  <a:lnTo>
                    <a:pt x="2277428" y="1255871"/>
                  </a:lnTo>
                  <a:lnTo>
                    <a:pt x="2278856" y="1254919"/>
                  </a:lnTo>
                  <a:lnTo>
                    <a:pt x="2279809" y="1253490"/>
                  </a:lnTo>
                  <a:lnTo>
                    <a:pt x="2281237" y="1247299"/>
                  </a:lnTo>
                  <a:lnTo>
                    <a:pt x="2282666" y="1246823"/>
                  </a:lnTo>
                  <a:lnTo>
                    <a:pt x="2285048" y="1247775"/>
                  </a:lnTo>
                  <a:lnTo>
                    <a:pt x="2287429" y="1247775"/>
                  </a:lnTo>
                  <a:lnTo>
                    <a:pt x="2290762" y="1245870"/>
                  </a:lnTo>
                  <a:lnTo>
                    <a:pt x="2297906" y="1247299"/>
                  </a:lnTo>
                  <a:lnTo>
                    <a:pt x="2302669" y="1246823"/>
                  </a:lnTo>
                  <a:lnTo>
                    <a:pt x="2302669" y="1248251"/>
                  </a:lnTo>
                  <a:lnTo>
                    <a:pt x="2296954" y="1255871"/>
                  </a:lnTo>
                  <a:lnTo>
                    <a:pt x="2296478" y="1257300"/>
                  </a:lnTo>
                  <a:lnTo>
                    <a:pt x="2299335" y="1258253"/>
                  </a:lnTo>
                  <a:lnTo>
                    <a:pt x="2303145" y="1260634"/>
                  </a:lnTo>
                  <a:lnTo>
                    <a:pt x="2306479" y="1263491"/>
                  </a:lnTo>
                  <a:lnTo>
                    <a:pt x="2315528" y="1272540"/>
                  </a:lnTo>
                  <a:lnTo>
                    <a:pt x="2321719" y="1277303"/>
                  </a:lnTo>
                  <a:lnTo>
                    <a:pt x="2323624" y="1277779"/>
                  </a:lnTo>
                  <a:lnTo>
                    <a:pt x="2325053" y="1279684"/>
                  </a:lnTo>
                  <a:lnTo>
                    <a:pt x="2326958" y="1284446"/>
                  </a:lnTo>
                  <a:lnTo>
                    <a:pt x="2329815" y="1288733"/>
                  </a:lnTo>
                  <a:lnTo>
                    <a:pt x="2331244" y="1289209"/>
                  </a:lnTo>
                  <a:lnTo>
                    <a:pt x="2338864" y="1285399"/>
                  </a:lnTo>
                  <a:lnTo>
                    <a:pt x="2340769" y="1285399"/>
                  </a:lnTo>
                  <a:lnTo>
                    <a:pt x="2341245" y="1285399"/>
                  </a:lnTo>
                  <a:lnTo>
                    <a:pt x="2340769" y="1286351"/>
                  </a:lnTo>
                  <a:lnTo>
                    <a:pt x="2339340" y="1288256"/>
                  </a:lnTo>
                  <a:lnTo>
                    <a:pt x="2336959" y="1292543"/>
                  </a:lnTo>
                  <a:lnTo>
                    <a:pt x="2336959" y="1293971"/>
                  </a:lnTo>
                  <a:lnTo>
                    <a:pt x="2339340" y="1294924"/>
                  </a:lnTo>
                  <a:lnTo>
                    <a:pt x="2352675" y="1293971"/>
                  </a:lnTo>
                  <a:lnTo>
                    <a:pt x="2356485" y="1294924"/>
                  </a:lnTo>
                  <a:lnTo>
                    <a:pt x="2359819" y="1297305"/>
                  </a:lnTo>
                  <a:lnTo>
                    <a:pt x="2361724" y="1299210"/>
                  </a:lnTo>
                  <a:lnTo>
                    <a:pt x="2362676" y="1300639"/>
                  </a:lnTo>
                  <a:lnTo>
                    <a:pt x="2363629" y="1301115"/>
                  </a:lnTo>
                  <a:lnTo>
                    <a:pt x="2367915" y="1301591"/>
                  </a:lnTo>
                  <a:lnTo>
                    <a:pt x="2367915" y="1303020"/>
                  </a:lnTo>
                  <a:lnTo>
                    <a:pt x="2365534" y="1305401"/>
                  </a:lnTo>
                  <a:lnTo>
                    <a:pt x="2360295" y="1309211"/>
                  </a:lnTo>
                  <a:lnTo>
                    <a:pt x="2357437" y="1310164"/>
                  </a:lnTo>
                  <a:lnTo>
                    <a:pt x="2353151" y="1309688"/>
                  </a:lnTo>
                  <a:lnTo>
                    <a:pt x="2347912" y="1310164"/>
                  </a:lnTo>
                  <a:lnTo>
                    <a:pt x="2347436" y="1311116"/>
                  </a:lnTo>
                  <a:lnTo>
                    <a:pt x="2352199" y="1314450"/>
                  </a:lnTo>
                  <a:lnTo>
                    <a:pt x="2360295" y="1323499"/>
                  </a:lnTo>
                  <a:lnTo>
                    <a:pt x="2364105" y="1326833"/>
                  </a:lnTo>
                  <a:lnTo>
                    <a:pt x="2369344" y="1330166"/>
                  </a:lnTo>
                  <a:lnTo>
                    <a:pt x="2372678" y="1331595"/>
                  </a:lnTo>
                  <a:lnTo>
                    <a:pt x="2381726" y="1327309"/>
                  </a:lnTo>
                  <a:lnTo>
                    <a:pt x="2383155" y="1327309"/>
                  </a:lnTo>
                  <a:lnTo>
                    <a:pt x="2377916" y="1332548"/>
                  </a:lnTo>
                  <a:lnTo>
                    <a:pt x="2377440" y="1333500"/>
                  </a:lnTo>
                  <a:lnTo>
                    <a:pt x="2380774" y="1334929"/>
                  </a:lnTo>
                  <a:lnTo>
                    <a:pt x="2387441" y="1338739"/>
                  </a:lnTo>
                  <a:lnTo>
                    <a:pt x="2395061" y="1341120"/>
                  </a:lnTo>
                  <a:lnTo>
                    <a:pt x="2402681" y="1345406"/>
                  </a:lnTo>
                  <a:lnTo>
                    <a:pt x="2406491" y="1346835"/>
                  </a:lnTo>
                  <a:lnTo>
                    <a:pt x="2412206" y="1347311"/>
                  </a:lnTo>
                  <a:lnTo>
                    <a:pt x="2416016" y="1346359"/>
                  </a:lnTo>
                  <a:lnTo>
                    <a:pt x="2421731" y="1345406"/>
                  </a:lnTo>
                  <a:lnTo>
                    <a:pt x="2428399" y="1346835"/>
                  </a:lnTo>
                  <a:lnTo>
                    <a:pt x="2430304" y="1348264"/>
                  </a:lnTo>
                  <a:lnTo>
                    <a:pt x="2436495" y="1357313"/>
                  </a:lnTo>
                  <a:lnTo>
                    <a:pt x="2444591" y="1364933"/>
                  </a:lnTo>
                  <a:lnTo>
                    <a:pt x="2446020" y="1365885"/>
                  </a:lnTo>
                  <a:lnTo>
                    <a:pt x="2458403" y="1370648"/>
                  </a:lnTo>
                  <a:lnTo>
                    <a:pt x="2461260" y="1372553"/>
                  </a:lnTo>
                  <a:lnTo>
                    <a:pt x="2464594" y="1373981"/>
                  </a:lnTo>
                  <a:lnTo>
                    <a:pt x="2469833" y="1374934"/>
                  </a:lnTo>
                  <a:lnTo>
                    <a:pt x="2501741" y="1379220"/>
                  </a:lnTo>
                  <a:lnTo>
                    <a:pt x="2504123" y="1380173"/>
                  </a:lnTo>
                  <a:lnTo>
                    <a:pt x="2505551" y="1381601"/>
                  </a:lnTo>
                  <a:lnTo>
                    <a:pt x="2510314" y="1383506"/>
                  </a:lnTo>
                  <a:lnTo>
                    <a:pt x="2523173" y="1386840"/>
                  </a:lnTo>
                  <a:lnTo>
                    <a:pt x="2531745" y="1391603"/>
                  </a:lnTo>
                  <a:lnTo>
                    <a:pt x="2536031" y="1393508"/>
                  </a:lnTo>
                  <a:lnTo>
                    <a:pt x="2539365" y="1394460"/>
                  </a:lnTo>
                  <a:lnTo>
                    <a:pt x="2541746" y="1394460"/>
                  </a:lnTo>
                  <a:lnTo>
                    <a:pt x="2546033" y="1393031"/>
                  </a:lnTo>
                  <a:lnTo>
                    <a:pt x="2548414" y="1392079"/>
                  </a:lnTo>
                  <a:lnTo>
                    <a:pt x="2548414" y="1389221"/>
                  </a:lnTo>
                  <a:lnTo>
                    <a:pt x="2546509" y="1384935"/>
                  </a:lnTo>
                  <a:lnTo>
                    <a:pt x="2546033" y="1382554"/>
                  </a:lnTo>
                  <a:lnTo>
                    <a:pt x="2549843" y="1380649"/>
                  </a:lnTo>
                  <a:lnTo>
                    <a:pt x="2550795" y="1379696"/>
                  </a:lnTo>
                  <a:lnTo>
                    <a:pt x="2551748" y="1376839"/>
                  </a:lnTo>
                  <a:lnTo>
                    <a:pt x="2550319" y="1375886"/>
                  </a:lnTo>
                  <a:lnTo>
                    <a:pt x="2547461" y="1374934"/>
                  </a:lnTo>
                  <a:lnTo>
                    <a:pt x="2541270" y="1372076"/>
                  </a:lnTo>
                  <a:lnTo>
                    <a:pt x="2538889" y="1369695"/>
                  </a:lnTo>
                  <a:lnTo>
                    <a:pt x="2535555" y="1363980"/>
                  </a:lnTo>
                  <a:lnTo>
                    <a:pt x="2533174" y="1361599"/>
                  </a:lnTo>
                  <a:lnTo>
                    <a:pt x="2529364" y="1356836"/>
                  </a:lnTo>
                  <a:lnTo>
                    <a:pt x="2526983" y="1355408"/>
                  </a:lnTo>
                  <a:lnTo>
                    <a:pt x="2519839" y="1353026"/>
                  </a:lnTo>
                  <a:lnTo>
                    <a:pt x="2517934" y="1351598"/>
                  </a:lnTo>
                  <a:lnTo>
                    <a:pt x="2509837" y="1343978"/>
                  </a:lnTo>
                  <a:lnTo>
                    <a:pt x="2507933" y="1343025"/>
                  </a:lnTo>
                  <a:lnTo>
                    <a:pt x="2504599" y="1340168"/>
                  </a:lnTo>
                  <a:lnTo>
                    <a:pt x="2501265" y="1338263"/>
                  </a:lnTo>
                  <a:lnTo>
                    <a:pt x="2492216" y="1334929"/>
                  </a:lnTo>
                  <a:lnTo>
                    <a:pt x="2492693" y="1333500"/>
                  </a:lnTo>
                  <a:lnTo>
                    <a:pt x="2494598" y="1331595"/>
                  </a:lnTo>
                  <a:lnTo>
                    <a:pt x="2494121" y="1330643"/>
                  </a:lnTo>
                  <a:lnTo>
                    <a:pt x="2489835" y="1330166"/>
                  </a:lnTo>
                  <a:lnTo>
                    <a:pt x="2486025" y="1329214"/>
                  </a:lnTo>
                  <a:lnTo>
                    <a:pt x="2478405" y="1325880"/>
                  </a:lnTo>
                  <a:lnTo>
                    <a:pt x="2476024" y="1323499"/>
                  </a:lnTo>
                  <a:lnTo>
                    <a:pt x="2470309" y="1316355"/>
                  </a:lnTo>
                  <a:lnTo>
                    <a:pt x="2464118" y="1310640"/>
                  </a:lnTo>
                  <a:lnTo>
                    <a:pt x="2460308" y="1307783"/>
                  </a:lnTo>
                  <a:lnTo>
                    <a:pt x="2456498" y="1303496"/>
                  </a:lnTo>
                  <a:lnTo>
                    <a:pt x="2452211" y="1297781"/>
                  </a:lnTo>
                  <a:lnTo>
                    <a:pt x="2454116" y="1295400"/>
                  </a:lnTo>
                  <a:lnTo>
                    <a:pt x="2461736" y="1295876"/>
                  </a:lnTo>
                  <a:lnTo>
                    <a:pt x="2466499" y="1296829"/>
                  </a:lnTo>
                  <a:lnTo>
                    <a:pt x="2475071" y="1301591"/>
                  </a:lnTo>
                  <a:lnTo>
                    <a:pt x="2488883" y="1311593"/>
                  </a:lnTo>
                  <a:lnTo>
                    <a:pt x="2491740" y="1313021"/>
                  </a:lnTo>
                  <a:lnTo>
                    <a:pt x="2493169" y="1313021"/>
                  </a:lnTo>
                  <a:lnTo>
                    <a:pt x="2492693" y="1309688"/>
                  </a:lnTo>
                  <a:lnTo>
                    <a:pt x="2489835" y="1302068"/>
                  </a:lnTo>
                  <a:lnTo>
                    <a:pt x="2487454" y="1296829"/>
                  </a:lnTo>
                  <a:lnTo>
                    <a:pt x="2488883" y="1297781"/>
                  </a:lnTo>
                  <a:lnTo>
                    <a:pt x="2493645" y="1302068"/>
                  </a:lnTo>
                  <a:lnTo>
                    <a:pt x="2500789" y="1310164"/>
                  </a:lnTo>
                  <a:lnTo>
                    <a:pt x="2508885" y="1317784"/>
                  </a:lnTo>
                  <a:lnTo>
                    <a:pt x="2511743" y="1319689"/>
                  </a:lnTo>
                  <a:lnTo>
                    <a:pt x="2517458" y="1319213"/>
                  </a:lnTo>
                  <a:lnTo>
                    <a:pt x="2517934" y="1319689"/>
                  </a:lnTo>
                  <a:lnTo>
                    <a:pt x="2518886" y="1322546"/>
                  </a:lnTo>
                  <a:lnTo>
                    <a:pt x="2520791" y="1323975"/>
                  </a:lnTo>
                  <a:lnTo>
                    <a:pt x="2524125" y="1325404"/>
                  </a:lnTo>
                  <a:lnTo>
                    <a:pt x="2526030" y="1327309"/>
                  </a:lnTo>
                  <a:lnTo>
                    <a:pt x="2526983" y="1330166"/>
                  </a:lnTo>
                  <a:lnTo>
                    <a:pt x="2527935" y="1331595"/>
                  </a:lnTo>
                  <a:lnTo>
                    <a:pt x="2528887" y="1332071"/>
                  </a:lnTo>
                  <a:lnTo>
                    <a:pt x="2530793" y="1331595"/>
                  </a:lnTo>
                  <a:lnTo>
                    <a:pt x="2530793" y="1329690"/>
                  </a:lnTo>
                  <a:lnTo>
                    <a:pt x="2529840" y="1323499"/>
                  </a:lnTo>
                  <a:lnTo>
                    <a:pt x="2529840" y="1322070"/>
                  </a:lnTo>
                  <a:lnTo>
                    <a:pt x="2531745" y="1324451"/>
                  </a:lnTo>
                  <a:lnTo>
                    <a:pt x="2535079" y="1331119"/>
                  </a:lnTo>
                  <a:lnTo>
                    <a:pt x="2537936" y="1334929"/>
                  </a:lnTo>
                  <a:lnTo>
                    <a:pt x="2542223" y="1336358"/>
                  </a:lnTo>
                  <a:lnTo>
                    <a:pt x="2544604" y="1336834"/>
                  </a:lnTo>
                  <a:lnTo>
                    <a:pt x="2545556" y="1335881"/>
                  </a:lnTo>
                  <a:lnTo>
                    <a:pt x="2544604" y="1332071"/>
                  </a:lnTo>
                  <a:lnTo>
                    <a:pt x="2543651" y="1330166"/>
                  </a:lnTo>
                  <a:lnTo>
                    <a:pt x="2544604" y="1330166"/>
                  </a:lnTo>
                  <a:lnTo>
                    <a:pt x="2553176" y="1335881"/>
                  </a:lnTo>
                  <a:lnTo>
                    <a:pt x="2555081" y="1337786"/>
                  </a:lnTo>
                  <a:lnTo>
                    <a:pt x="2556986" y="1340168"/>
                  </a:lnTo>
                  <a:lnTo>
                    <a:pt x="2557939" y="1340644"/>
                  </a:lnTo>
                  <a:lnTo>
                    <a:pt x="2558891" y="1340644"/>
                  </a:lnTo>
                  <a:lnTo>
                    <a:pt x="2559844" y="1339691"/>
                  </a:lnTo>
                  <a:lnTo>
                    <a:pt x="2561273" y="1339691"/>
                  </a:lnTo>
                  <a:lnTo>
                    <a:pt x="2566987" y="1343025"/>
                  </a:lnTo>
                  <a:lnTo>
                    <a:pt x="2573179" y="1347311"/>
                  </a:lnTo>
                  <a:lnTo>
                    <a:pt x="2577465" y="1351121"/>
                  </a:lnTo>
                  <a:lnTo>
                    <a:pt x="2580323" y="1354455"/>
                  </a:lnTo>
                  <a:lnTo>
                    <a:pt x="2582704" y="1355884"/>
                  </a:lnTo>
                  <a:lnTo>
                    <a:pt x="2584609" y="1354931"/>
                  </a:lnTo>
                  <a:lnTo>
                    <a:pt x="2584609" y="1352074"/>
                  </a:lnTo>
                  <a:lnTo>
                    <a:pt x="2580799" y="1339691"/>
                  </a:lnTo>
                  <a:lnTo>
                    <a:pt x="2581751" y="1338739"/>
                  </a:lnTo>
                  <a:lnTo>
                    <a:pt x="2588895" y="1342073"/>
                  </a:lnTo>
                  <a:lnTo>
                    <a:pt x="2590800" y="1342549"/>
                  </a:lnTo>
                  <a:lnTo>
                    <a:pt x="2594610" y="1342073"/>
                  </a:lnTo>
                  <a:lnTo>
                    <a:pt x="2596991" y="1341120"/>
                  </a:lnTo>
                  <a:lnTo>
                    <a:pt x="2597468" y="1340168"/>
                  </a:lnTo>
                  <a:lnTo>
                    <a:pt x="2596039" y="1338739"/>
                  </a:lnTo>
                  <a:lnTo>
                    <a:pt x="2594134" y="1336358"/>
                  </a:lnTo>
                  <a:lnTo>
                    <a:pt x="2592229" y="1332548"/>
                  </a:lnTo>
                  <a:lnTo>
                    <a:pt x="2589848" y="1329214"/>
                  </a:lnTo>
                  <a:lnTo>
                    <a:pt x="2584609" y="1323499"/>
                  </a:lnTo>
                  <a:lnTo>
                    <a:pt x="2584133" y="1322070"/>
                  </a:lnTo>
                  <a:lnTo>
                    <a:pt x="2584609" y="1321118"/>
                  </a:lnTo>
                  <a:lnTo>
                    <a:pt x="2586037" y="1320641"/>
                  </a:lnTo>
                  <a:lnTo>
                    <a:pt x="2586514" y="1318260"/>
                  </a:lnTo>
                  <a:lnTo>
                    <a:pt x="2585561" y="1312545"/>
                  </a:lnTo>
                  <a:lnTo>
                    <a:pt x="2583656" y="1303496"/>
                  </a:lnTo>
                  <a:lnTo>
                    <a:pt x="2582228" y="1299210"/>
                  </a:lnTo>
                  <a:lnTo>
                    <a:pt x="2580323" y="1296353"/>
                  </a:lnTo>
                  <a:lnTo>
                    <a:pt x="2579846" y="1295400"/>
                  </a:lnTo>
                  <a:lnTo>
                    <a:pt x="2586514" y="1302068"/>
                  </a:lnTo>
                  <a:lnTo>
                    <a:pt x="2588419" y="1304449"/>
                  </a:lnTo>
                  <a:lnTo>
                    <a:pt x="2589848" y="1307306"/>
                  </a:lnTo>
                  <a:lnTo>
                    <a:pt x="2596515" y="1322070"/>
                  </a:lnTo>
                  <a:lnTo>
                    <a:pt x="2597468" y="1323499"/>
                  </a:lnTo>
                  <a:lnTo>
                    <a:pt x="2600325" y="1323499"/>
                  </a:lnTo>
                  <a:lnTo>
                    <a:pt x="2602706" y="1322546"/>
                  </a:lnTo>
                  <a:lnTo>
                    <a:pt x="2603183" y="1317784"/>
                  </a:lnTo>
                  <a:lnTo>
                    <a:pt x="2603183" y="1312069"/>
                  </a:lnTo>
                  <a:lnTo>
                    <a:pt x="2601278" y="1306354"/>
                  </a:lnTo>
                  <a:lnTo>
                    <a:pt x="2600801" y="1300639"/>
                  </a:lnTo>
                  <a:lnTo>
                    <a:pt x="2603659" y="1300163"/>
                  </a:lnTo>
                  <a:lnTo>
                    <a:pt x="2606040" y="1299210"/>
                  </a:lnTo>
                  <a:lnTo>
                    <a:pt x="2603183" y="1294924"/>
                  </a:lnTo>
                  <a:lnTo>
                    <a:pt x="2600325" y="1289209"/>
                  </a:lnTo>
                  <a:lnTo>
                    <a:pt x="2598420" y="1288256"/>
                  </a:lnTo>
                  <a:lnTo>
                    <a:pt x="2594134" y="1288733"/>
                  </a:lnTo>
                  <a:lnTo>
                    <a:pt x="2593181" y="1288256"/>
                  </a:lnTo>
                  <a:lnTo>
                    <a:pt x="2596991" y="1285875"/>
                  </a:lnTo>
                  <a:lnTo>
                    <a:pt x="2597468" y="1283018"/>
                  </a:lnTo>
                  <a:lnTo>
                    <a:pt x="2596991" y="1282065"/>
                  </a:lnTo>
                  <a:lnTo>
                    <a:pt x="2593181" y="1281589"/>
                  </a:lnTo>
                  <a:lnTo>
                    <a:pt x="2588895" y="1282065"/>
                  </a:lnTo>
                  <a:lnTo>
                    <a:pt x="2585561" y="1283018"/>
                  </a:lnTo>
                  <a:lnTo>
                    <a:pt x="2580323" y="1282065"/>
                  </a:lnTo>
                  <a:lnTo>
                    <a:pt x="2579846" y="1281589"/>
                  </a:lnTo>
                  <a:lnTo>
                    <a:pt x="2581275" y="1280160"/>
                  </a:lnTo>
                  <a:lnTo>
                    <a:pt x="2581275" y="1279208"/>
                  </a:lnTo>
                  <a:lnTo>
                    <a:pt x="2579846" y="1276826"/>
                  </a:lnTo>
                  <a:lnTo>
                    <a:pt x="2576989" y="1273969"/>
                  </a:lnTo>
                  <a:lnTo>
                    <a:pt x="2574608" y="1271111"/>
                  </a:lnTo>
                  <a:lnTo>
                    <a:pt x="2566511" y="1267778"/>
                  </a:lnTo>
                  <a:lnTo>
                    <a:pt x="2566035" y="1266825"/>
                  </a:lnTo>
                  <a:lnTo>
                    <a:pt x="2568893" y="1266349"/>
                  </a:lnTo>
                  <a:lnTo>
                    <a:pt x="2574608" y="1266349"/>
                  </a:lnTo>
                  <a:lnTo>
                    <a:pt x="2578894" y="1266825"/>
                  </a:lnTo>
                  <a:lnTo>
                    <a:pt x="2583656" y="1259681"/>
                  </a:lnTo>
                  <a:lnTo>
                    <a:pt x="2583180" y="1257300"/>
                  </a:lnTo>
                  <a:lnTo>
                    <a:pt x="2580323" y="1255871"/>
                  </a:lnTo>
                  <a:lnTo>
                    <a:pt x="2569845" y="1255871"/>
                  </a:lnTo>
                  <a:lnTo>
                    <a:pt x="2568416" y="1256348"/>
                  </a:lnTo>
                  <a:lnTo>
                    <a:pt x="2568893" y="1255395"/>
                  </a:lnTo>
                  <a:lnTo>
                    <a:pt x="2574608" y="1252061"/>
                  </a:lnTo>
                  <a:lnTo>
                    <a:pt x="2576989" y="1249680"/>
                  </a:lnTo>
                  <a:lnTo>
                    <a:pt x="2571750" y="1244441"/>
                  </a:lnTo>
                  <a:lnTo>
                    <a:pt x="2568893" y="1245394"/>
                  </a:lnTo>
                  <a:lnTo>
                    <a:pt x="2565559" y="1243489"/>
                  </a:lnTo>
                  <a:lnTo>
                    <a:pt x="2564606" y="1242060"/>
                  </a:lnTo>
                  <a:lnTo>
                    <a:pt x="2559844" y="1237298"/>
                  </a:lnTo>
                  <a:lnTo>
                    <a:pt x="2554129" y="1235393"/>
                  </a:lnTo>
                  <a:lnTo>
                    <a:pt x="2550795" y="1237774"/>
                  </a:lnTo>
                  <a:lnTo>
                    <a:pt x="2547937" y="1240631"/>
                  </a:lnTo>
                  <a:lnTo>
                    <a:pt x="2546509" y="1243489"/>
                  </a:lnTo>
                  <a:lnTo>
                    <a:pt x="2544604" y="1243965"/>
                  </a:lnTo>
                  <a:lnTo>
                    <a:pt x="2542223" y="1242060"/>
                  </a:lnTo>
                  <a:lnTo>
                    <a:pt x="2541746" y="1240631"/>
                  </a:lnTo>
                  <a:lnTo>
                    <a:pt x="2545080" y="1237774"/>
                  </a:lnTo>
                  <a:lnTo>
                    <a:pt x="2544604" y="1236345"/>
                  </a:lnTo>
                  <a:lnTo>
                    <a:pt x="2540318" y="1233488"/>
                  </a:lnTo>
                  <a:lnTo>
                    <a:pt x="2534603" y="1230154"/>
                  </a:lnTo>
                  <a:lnTo>
                    <a:pt x="2530793" y="1228725"/>
                  </a:lnTo>
                  <a:lnTo>
                    <a:pt x="2529840" y="1230154"/>
                  </a:lnTo>
                  <a:lnTo>
                    <a:pt x="2529364" y="1238726"/>
                  </a:lnTo>
                  <a:lnTo>
                    <a:pt x="2528887" y="1238726"/>
                  </a:lnTo>
                  <a:lnTo>
                    <a:pt x="2527459" y="1236345"/>
                  </a:lnTo>
                  <a:lnTo>
                    <a:pt x="2525078" y="1227773"/>
                  </a:lnTo>
                  <a:lnTo>
                    <a:pt x="2524125" y="1224915"/>
                  </a:lnTo>
                  <a:lnTo>
                    <a:pt x="2523173" y="1223963"/>
                  </a:lnTo>
                  <a:lnTo>
                    <a:pt x="2522220" y="1223963"/>
                  </a:lnTo>
                  <a:lnTo>
                    <a:pt x="2521268" y="1224439"/>
                  </a:lnTo>
                  <a:lnTo>
                    <a:pt x="2519362" y="1224439"/>
                  </a:lnTo>
                  <a:lnTo>
                    <a:pt x="2518886" y="1223486"/>
                  </a:lnTo>
                  <a:lnTo>
                    <a:pt x="2518886" y="1221581"/>
                  </a:lnTo>
                  <a:lnTo>
                    <a:pt x="2518410" y="1219676"/>
                  </a:lnTo>
                  <a:lnTo>
                    <a:pt x="2516029" y="1215866"/>
                  </a:lnTo>
                  <a:lnTo>
                    <a:pt x="2512219" y="1212533"/>
                  </a:lnTo>
                  <a:lnTo>
                    <a:pt x="2507933" y="1210628"/>
                  </a:lnTo>
                  <a:lnTo>
                    <a:pt x="2506504" y="1210151"/>
                  </a:lnTo>
                  <a:lnTo>
                    <a:pt x="2506980" y="1209675"/>
                  </a:lnTo>
                  <a:lnTo>
                    <a:pt x="2513648" y="1206341"/>
                  </a:lnTo>
                  <a:lnTo>
                    <a:pt x="2514124" y="1205389"/>
                  </a:lnTo>
                  <a:lnTo>
                    <a:pt x="2507933" y="1203008"/>
                  </a:lnTo>
                  <a:lnTo>
                    <a:pt x="2506980" y="1201579"/>
                  </a:lnTo>
                  <a:lnTo>
                    <a:pt x="2506504" y="1199198"/>
                  </a:lnTo>
                  <a:lnTo>
                    <a:pt x="2504599" y="1196816"/>
                  </a:lnTo>
                  <a:lnTo>
                    <a:pt x="2501741" y="1194911"/>
                  </a:lnTo>
                  <a:lnTo>
                    <a:pt x="2498884" y="1193959"/>
                  </a:lnTo>
                  <a:lnTo>
                    <a:pt x="2496503" y="1193959"/>
                  </a:lnTo>
                  <a:lnTo>
                    <a:pt x="2493645" y="1194911"/>
                  </a:lnTo>
                  <a:lnTo>
                    <a:pt x="2487454" y="1198245"/>
                  </a:lnTo>
                  <a:lnTo>
                    <a:pt x="2486501" y="1198245"/>
                  </a:lnTo>
                  <a:lnTo>
                    <a:pt x="2485549" y="1197293"/>
                  </a:lnTo>
                  <a:lnTo>
                    <a:pt x="2486025" y="1194911"/>
                  </a:lnTo>
                  <a:lnTo>
                    <a:pt x="2488883" y="1186339"/>
                  </a:lnTo>
                  <a:lnTo>
                    <a:pt x="2487930" y="1185386"/>
                  </a:lnTo>
                  <a:lnTo>
                    <a:pt x="2485549" y="1185386"/>
                  </a:lnTo>
                  <a:lnTo>
                    <a:pt x="2480786" y="1183481"/>
                  </a:lnTo>
                  <a:lnTo>
                    <a:pt x="2478405" y="1181100"/>
                  </a:lnTo>
                  <a:lnTo>
                    <a:pt x="2476024" y="1177290"/>
                  </a:lnTo>
                  <a:lnTo>
                    <a:pt x="2476024" y="1173956"/>
                  </a:lnTo>
                  <a:lnTo>
                    <a:pt x="2477929" y="1171575"/>
                  </a:lnTo>
                  <a:lnTo>
                    <a:pt x="2477453" y="1169194"/>
                  </a:lnTo>
                  <a:lnTo>
                    <a:pt x="2468880" y="1163955"/>
                  </a:lnTo>
                  <a:lnTo>
                    <a:pt x="2465546" y="1163003"/>
                  </a:lnTo>
                  <a:lnTo>
                    <a:pt x="2460784" y="1163003"/>
                  </a:lnTo>
                  <a:lnTo>
                    <a:pt x="2459831" y="1162526"/>
                  </a:lnTo>
                  <a:lnTo>
                    <a:pt x="2467451" y="1159669"/>
                  </a:lnTo>
                  <a:lnTo>
                    <a:pt x="2469833" y="1159669"/>
                  </a:lnTo>
                  <a:lnTo>
                    <a:pt x="2480310" y="1166336"/>
                  </a:lnTo>
                  <a:lnTo>
                    <a:pt x="2486978" y="1173004"/>
                  </a:lnTo>
                  <a:lnTo>
                    <a:pt x="2491264" y="1175861"/>
                  </a:lnTo>
                  <a:lnTo>
                    <a:pt x="2500789" y="1178243"/>
                  </a:lnTo>
                  <a:lnTo>
                    <a:pt x="2506028" y="1178243"/>
                  </a:lnTo>
                  <a:lnTo>
                    <a:pt x="2507456" y="1177766"/>
                  </a:lnTo>
                  <a:lnTo>
                    <a:pt x="2510314" y="1176338"/>
                  </a:lnTo>
                  <a:lnTo>
                    <a:pt x="2513171" y="1172051"/>
                  </a:lnTo>
                  <a:lnTo>
                    <a:pt x="2509361" y="1168718"/>
                  </a:lnTo>
                  <a:lnTo>
                    <a:pt x="2500789" y="1163479"/>
                  </a:lnTo>
                  <a:lnTo>
                    <a:pt x="2495550" y="1158716"/>
                  </a:lnTo>
                  <a:lnTo>
                    <a:pt x="2492216" y="1153001"/>
                  </a:lnTo>
                  <a:lnTo>
                    <a:pt x="2489359" y="1147286"/>
                  </a:lnTo>
                  <a:lnTo>
                    <a:pt x="2489835" y="1145858"/>
                  </a:lnTo>
                  <a:lnTo>
                    <a:pt x="2494121" y="1147763"/>
                  </a:lnTo>
                  <a:lnTo>
                    <a:pt x="2500312" y="1151096"/>
                  </a:lnTo>
                  <a:lnTo>
                    <a:pt x="2506980" y="1155859"/>
                  </a:lnTo>
                  <a:lnTo>
                    <a:pt x="2508885" y="1156811"/>
                  </a:lnTo>
                  <a:lnTo>
                    <a:pt x="2511743" y="1156335"/>
                  </a:lnTo>
                  <a:lnTo>
                    <a:pt x="2513171" y="1155859"/>
                  </a:lnTo>
                  <a:lnTo>
                    <a:pt x="2513171" y="1149668"/>
                  </a:lnTo>
                  <a:lnTo>
                    <a:pt x="2508885" y="1144905"/>
                  </a:lnTo>
                  <a:lnTo>
                    <a:pt x="2509361" y="1142048"/>
                  </a:lnTo>
                  <a:lnTo>
                    <a:pt x="2513171" y="1143953"/>
                  </a:lnTo>
                  <a:lnTo>
                    <a:pt x="2516981" y="1144429"/>
                  </a:lnTo>
                  <a:lnTo>
                    <a:pt x="2520791" y="1143000"/>
                  </a:lnTo>
                  <a:lnTo>
                    <a:pt x="2520791" y="1141095"/>
                  </a:lnTo>
                  <a:lnTo>
                    <a:pt x="2519362" y="1138714"/>
                  </a:lnTo>
                  <a:lnTo>
                    <a:pt x="2520315" y="1138238"/>
                  </a:lnTo>
                  <a:lnTo>
                    <a:pt x="2524601" y="1140143"/>
                  </a:lnTo>
                  <a:lnTo>
                    <a:pt x="2526983" y="1142524"/>
                  </a:lnTo>
                  <a:lnTo>
                    <a:pt x="2527935" y="1145381"/>
                  </a:lnTo>
                  <a:lnTo>
                    <a:pt x="2529364" y="1148239"/>
                  </a:lnTo>
                  <a:lnTo>
                    <a:pt x="2537460" y="1158240"/>
                  </a:lnTo>
                  <a:lnTo>
                    <a:pt x="2539365" y="1159669"/>
                  </a:lnTo>
                  <a:lnTo>
                    <a:pt x="2544128" y="1161098"/>
                  </a:lnTo>
                  <a:lnTo>
                    <a:pt x="2546509" y="1162526"/>
                  </a:lnTo>
                  <a:lnTo>
                    <a:pt x="2551271" y="1166813"/>
                  </a:lnTo>
                  <a:lnTo>
                    <a:pt x="2555558" y="1167289"/>
                  </a:lnTo>
                  <a:lnTo>
                    <a:pt x="2558415" y="1166336"/>
                  </a:lnTo>
                  <a:lnTo>
                    <a:pt x="2561749" y="1164908"/>
                  </a:lnTo>
                  <a:lnTo>
                    <a:pt x="2564130" y="1162526"/>
                  </a:lnTo>
                  <a:lnTo>
                    <a:pt x="2565083" y="1163003"/>
                  </a:lnTo>
                  <a:lnTo>
                    <a:pt x="2558415" y="1169670"/>
                  </a:lnTo>
                  <a:lnTo>
                    <a:pt x="2557462" y="1173480"/>
                  </a:lnTo>
                  <a:lnTo>
                    <a:pt x="2559844" y="1174909"/>
                  </a:lnTo>
                  <a:lnTo>
                    <a:pt x="2569369" y="1175385"/>
                  </a:lnTo>
                  <a:lnTo>
                    <a:pt x="2573655" y="1174909"/>
                  </a:lnTo>
                  <a:lnTo>
                    <a:pt x="2577465" y="1173956"/>
                  </a:lnTo>
                  <a:lnTo>
                    <a:pt x="2587466" y="1170146"/>
                  </a:lnTo>
                  <a:lnTo>
                    <a:pt x="2591276" y="1166813"/>
                  </a:lnTo>
                  <a:lnTo>
                    <a:pt x="2595562" y="1161574"/>
                  </a:lnTo>
                  <a:lnTo>
                    <a:pt x="2599373" y="1158240"/>
                  </a:lnTo>
                  <a:lnTo>
                    <a:pt x="2604611" y="1155859"/>
                  </a:lnTo>
                  <a:lnTo>
                    <a:pt x="2606516" y="1156335"/>
                  </a:lnTo>
                  <a:lnTo>
                    <a:pt x="2602706" y="1158716"/>
                  </a:lnTo>
                  <a:lnTo>
                    <a:pt x="2598896" y="1163003"/>
                  </a:lnTo>
                  <a:lnTo>
                    <a:pt x="2595562" y="1169194"/>
                  </a:lnTo>
                  <a:lnTo>
                    <a:pt x="2592705" y="1172528"/>
                  </a:lnTo>
                  <a:lnTo>
                    <a:pt x="2586514" y="1173956"/>
                  </a:lnTo>
                  <a:lnTo>
                    <a:pt x="2581275" y="1176814"/>
                  </a:lnTo>
                  <a:lnTo>
                    <a:pt x="2577941" y="1179671"/>
                  </a:lnTo>
                  <a:lnTo>
                    <a:pt x="2574608" y="1183481"/>
                  </a:lnTo>
                  <a:lnTo>
                    <a:pt x="2573655" y="1186815"/>
                  </a:lnTo>
                  <a:lnTo>
                    <a:pt x="2576036" y="1189673"/>
                  </a:lnTo>
                  <a:lnTo>
                    <a:pt x="2576989" y="1190149"/>
                  </a:lnTo>
                  <a:lnTo>
                    <a:pt x="2577941" y="1191578"/>
                  </a:lnTo>
                  <a:lnTo>
                    <a:pt x="2580323" y="1196340"/>
                  </a:lnTo>
                  <a:lnTo>
                    <a:pt x="2581275" y="1197769"/>
                  </a:lnTo>
                  <a:lnTo>
                    <a:pt x="2583656" y="1203484"/>
                  </a:lnTo>
                  <a:lnTo>
                    <a:pt x="2587943" y="1208246"/>
                  </a:lnTo>
                  <a:lnTo>
                    <a:pt x="2592229" y="1212533"/>
                  </a:lnTo>
                  <a:lnTo>
                    <a:pt x="2595086" y="1216343"/>
                  </a:lnTo>
                  <a:lnTo>
                    <a:pt x="2598420" y="1220153"/>
                  </a:lnTo>
                  <a:lnTo>
                    <a:pt x="2602230" y="1223010"/>
                  </a:lnTo>
                  <a:lnTo>
                    <a:pt x="2605087" y="1215390"/>
                  </a:lnTo>
                  <a:lnTo>
                    <a:pt x="2609374" y="1209199"/>
                  </a:lnTo>
                  <a:lnTo>
                    <a:pt x="2611279" y="1207294"/>
                  </a:lnTo>
                  <a:lnTo>
                    <a:pt x="2611755" y="1207294"/>
                  </a:lnTo>
                  <a:lnTo>
                    <a:pt x="2610326" y="1211580"/>
                  </a:lnTo>
                  <a:lnTo>
                    <a:pt x="2608898" y="1220153"/>
                  </a:lnTo>
                  <a:lnTo>
                    <a:pt x="2612231" y="1223486"/>
                  </a:lnTo>
                  <a:lnTo>
                    <a:pt x="2615565" y="1226344"/>
                  </a:lnTo>
                  <a:lnTo>
                    <a:pt x="2618423" y="1223486"/>
                  </a:lnTo>
                  <a:lnTo>
                    <a:pt x="2621280" y="1223486"/>
                  </a:lnTo>
                  <a:lnTo>
                    <a:pt x="2624137" y="1223963"/>
                  </a:lnTo>
                  <a:lnTo>
                    <a:pt x="2626043" y="1225391"/>
                  </a:lnTo>
                  <a:lnTo>
                    <a:pt x="2627471" y="1227296"/>
                  </a:lnTo>
                  <a:lnTo>
                    <a:pt x="2629376" y="1230630"/>
                  </a:lnTo>
                  <a:lnTo>
                    <a:pt x="2633662" y="1233964"/>
                  </a:lnTo>
                  <a:lnTo>
                    <a:pt x="2637949" y="1228725"/>
                  </a:lnTo>
                  <a:lnTo>
                    <a:pt x="2640806" y="1223486"/>
                  </a:lnTo>
                  <a:lnTo>
                    <a:pt x="2642235" y="1217295"/>
                  </a:lnTo>
                  <a:lnTo>
                    <a:pt x="2642235" y="1200150"/>
                  </a:lnTo>
                  <a:lnTo>
                    <a:pt x="2643187" y="1195864"/>
                  </a:lnTo>
                  <a:lnTo>
                    <a:pt x="2637473" y="1194911"/>
                  </a:lnTo>
                  <a:lnTo>
                    <a:pt x="2632710" y="1193483"/>
                  </a:lnTo>
                  <a:lnTo>
                    <a:pt x="2632710" y="1192530"/>
                  </a:lnTo>
                  <a:lnTo>
                    <a:pt x="2640806" y="1190625"/>
                  </a:lnTo>
                  <a:lnTo>
                    <a:pt x="2641283" y="1187768"/>
                  </a:lnTo>
                  <a:lnTo>
                    <a:pt x="2639378" y="1183481"/>
                  </a:lnTo>
                  <a:lnTo>
                    <a:pt x="2639378" y="1182529"/>
                  </a:lnTo>
                  <a:lnTo>
                    <a:pt x="2646998" y="1191101"/>
                  </a:lnTo>
                  <a:lnTo>
                    <a:pt x="2649379" y="1193006"/>
                  </a:lnTo>
                  <a:lnTo>
                    <a:pt x="2656046" y="1194911"/>
                  </a:lnTo>
                  <a:lnTo>
                    <a:pt x="2661285" y="1193483"/>
                  </a:lnTo>
                  <a:lnTo>
                    <a:pt x="2662714" y="1194435"/>
                  </a:lnTo>
                  <a:lnTo>
                    <a:pt x="2666524" y="1193959"/>
                  </a:lnTo>
                  <a:lnTo>
                    <a:pt x="2667953" y="1189196"/>
                  </a:lnTo>
                  <a:lnTo>
                    <a:pt x="2672239" y="1184910"/>
                  </a:lnTo>
                  <a:lnTo>
                    <a:pt x="2675573" y="1183481"/>
                  </a:lnTo>
                  <a:lnTo>
                    <a:pt x="2675573" y="1181576"/>
                  </a:lnTo>
                  <a:lnTo>
                    <a:pt x="2674620" y="1179671"/>
                  </a:lnTo>
                  <a:lnTo>
                    <a:pt x="2673191" y="1177290"/>
                  </a:lnTo>
                  <a:lnTo>
                    <a:pt x="2671762" y="1175861"/>
                  </a:lnTo>
                  <a:lnTo>
                    <a:pt x="2667476" y="1173480"/>
                  </a:lnTo>
                  <a:lnTo>
                    <a:pt x="2668429" y="1172528"/>
                  </a:lnTo>
                  <a:lnTo>
                    <a:pt x="2672715" y="1173480"/>
                  </a:lnTo>
                  <a:lnTo>
                    <a:pt x="2680335" y="1173956"/>
                  </a:lnTo>
                  <a:lnTo>
                    <a:pt x="2684145" y="1173480"/>
                  </a:lnTo>
                  <a:lnTo>
                    <a:pt x="2689384" y="1172051"/>
                  </a:lnTo>
                  <a:lnTo>
                    <a:pt x="2688431" y="1170146"/>
                  </a:lnTo>
                  <a:lnTo>
                    <a:pt x="2680811" y="1165860"/>
                  </a:lnTo>
                  <a:lnTo>
                    <a:pt x="2670810" y="1161574"/>
                  </a:lnTo>
                  <a:lnTo>
                    <a:pt x="2672239" y="1159193"/>
                  </a:lnTo>
                  <a:lnTo>
                    <a:pt x="2674620" y="1158240"/>
                  </a:lnTo>
                  <a:lnTo>
                    <a:pt x="2675096" y="1156811"/>
                  </a:lnTo>
                  <a:lnTo>
                    <a:pt x="2669858" y="1151573"/>
                  </a:lnTo>
                  <a:lnTo>
                    <a:pt x="2671286" y="1151096"/>
                  </a:lnTo>
                  <a:lnTo>
                    <a:pt x="2676049" y="1151573"/>
                  </a:lnTo>
                  <a:lnTo>
                    <a:pt x="2679383" y="1152525"/>
                  </a:lnTo>
                  <a:lnTo>
                    <a:pt x="2683193" y="1155383"/>
                  </a:lnTo>
                  <a:lnTo>
                    <a:pt x="2689860" y="1156811"/>
                  </a:lnTo>
                  <a:lnTo>
                    <a:pt x="2693194" y="1156811"/>
                  </a:lnTo>
                  <a:lnTo>
                    <a:pt x="2703195" y="1153478"/>
                  </a:lnTo>
                  <a:lnTo>
                    <a:pt x="2703195" y="1151096"/>
                  </a:lnTo>
                  <a:lnTo>
                    <a:pt x="2700814" y="1145858"/>
                  </a:lnTo>
                  <a:lnTo>
                    <a:pt x="2686050" y="1138714"/>
                  </a:lnTo>
                  <a:lnTo>
                    <a:pt x="2685098" y="1137761"/>
                  </a:lnTo>
                  <a:lnTo>
                    <a:pt x="2688908" y="1135856"/>
                  </a:lnTo>
                  <a:lnTo>
                    <a:pt x="2691289" y="1129189"/>
                  </a:lnTo>
                  <a:close/>
                  <a:moveTo>
                    <a:pt x="1691640" y="128111"/>
                  </a:moveTo>
                  <a:lnTo>
                    <a:pt x="1698308" y="126206"/>
                  </a:lnTo>
                  <a:lnTo>
                    <a:pt x="1707356" y="122396"/>
                  </a:lnTo>
                  <a:lnTo>
                    <a:pt x="1714500" y="120968"/>
                  </a:lnTo>
                  <a:lnTo>
                    <a:pt x="1719262" y="122396"/>
                  </a:lnTo>
                  <a:lnTo>
                    <a:pt x="1724501" y="122873"/>
                  </a:lnTo>
                  <a:lnTo>
                    <a:pt x="1741646" y="122396"/>
                  </a:lnTo>
                  <a:lnTo>
                    <a:pt x="1740694" y="124301"/>
                  </a:lnTo>
                  <a:lnTo>
                    <a:pt x="1716405" y="136208"/>
                  </a:lnTo>
                  <a:lnTo>
                    <a:pt x="1714500" y="139065"/>
                  </a:lnTo>
                  <a:lnTo>
                    <a:pt x="1721168" y="140970"/>
                  </a:lnTo>
                  <a:lnTo>
                    <a:pt x="1724977" y="141446"/>
                  </a:lnTo>
                  <a:lnTo>
                    <a:pt x="1770221" y="130016"/>
                  </a:lnTo>
                  <a:lnTo>
                    <a:pt x="1787366" y="128111"/>
                  </a:lnTo>
                  <a:lnTo>
                    <a:pt x="1800225" y="128588"/>
                  </a:lnTo>
                  <a:lnTo>
                    <a:pt x="1817370" y="131445"/>
                  </a:lnTo>
                  <a:lnTo>
                    <a:pt x="1816894" y="132874"/>
                  </a:lnTo>
                  <a:lnTo>
                    <a:pt x="1799749" y="131921"/>
                  </a:lnTo>
                  <a:lnTo>
                    <a:pt x="1783080" y="133350"/>
                  </a:lnTo>
                  <a:lnTo>
                    <a:pt x="1774031" y="135731"/>
                  </a:lnTo>
                  <a:lnTo>
                    <a:pt x="1755934" y="142875"/>
                  </a:lnTo>
                  <a:lnTo>
                    <a:pt x="1747361" y="147638"/>
                  </a:lnTo>
                  <a:lnTo>
                    <a:pt x="1748790" y="149543"/>
                  </a:lnTo>
                  <a:lnTo>
                    <a:pt x="1763554" y="153829"/>
                  </a:lnTo>
                  <a:lnTo>
                    <a:pt x="1761649" y="154781"/>
                  </a:lnTo>
                  <a:lnTo>
                    <a:pt x="1751648" y="155734"/>
                  </a:lnTo>
                  <a:lnTo>
                    <a:pt x="1738789" y="160020"/>
                  </a:lnTo>
                  <a:lnTo>
                    <a:pt x="1737836" y="163830"/>
                  </a:lnTo>
                  <a:lnTo>
                    <a:pt x="1744027" y="168593"/>
                  </a:lnTo>
                  <a:lnTo>
                    <a:pt x="1749743" y="170974"/>
                  </a:lnTo>
                  <a:lnTo>
                    <a:pt x="1757362" y="171450"/>
                  </a:lnTo>
                  <a:lnTo>
                    <a:pt x="1774984" y="168593"/>
                  </a:lnTo>
                  <a:lnTo>
                    <a:pt x="1829752" y="166688"/>
                  </a:lnTo>
                  <a:lnTo>
                    <a:pt x="1852136" y="163354"/>
                  </a:lnTo>
                  <a:lnTo>
                    <a:pt x="1877377" y="153829"/>
                  </a:lnTo>
                  <a:lnTo>
                    <a:pt x="1893570" y="150495"/>
                  </a:lnTo>
                  <a:lnTo>
                    <a:pt x="1900237" y="149543"/>
                  </a:lnTo>
                  <a:lnTo>
                    <a:pt x="1909286" y="150019"/>
                  </a:lnTo>
                  <a:lnTo>
                    <a:pt x="1904524" y="153353"/>
                  </a:lnTo>
                  <a:lnTo>
                    <a:pt x="1879759" y="163354"/>
                  </a:lnTo>
                  <a:lnTo>
                    <a:pt x="1856899" y="170498"/>
                  </a:lnTo>
                  <a:lnTo>
                    <a:pt x="1841659" y="173355"/>
                  </a:lnTo>
                  <a:lnTo>
                    <a:pt x="1825943" y="174308"/>
                  </a:lnTo>
                  <a:lnTo>
                    <a:pt x="1791176" y="173355"/>
                  </a:lnTo>
                  <a:lnTo>
                    <a:pt x="1765459" y="178118"/>
                  </a:lnTo>
                  <a:lnTo>
                    <a:pt x="1762125" y="180499"/>
                  </a:lnTo>
                  <a:lnTo>
                    <a:pt x="1764030" y="182880"/>
                  </a:lnTo>
                  <a:lnTo>
                    <a:pt x="1766411" y="185261"/>
                  </a:lnTo>
                  <a:lnTo>
                    <a:pt x="1769269" y="187166"/>
                  </a:lnTo>
                  <a:lnTo>
                    <a:pt x="1774031" y="189071"/>
                  </a:lnTo>
                  <a:lnTo>
                    <a:pt x="1784033" y="191929"/>
                  </a:lnTo>
                  <a:lnTo>
                    <a:pt x="1797368" y="197168"/>
                  </a:lnTo>
                  <a:lnTo>
                    <a:pt x="1804987" y="199549"/>
                  </a:lnTo>
                  <a:lnTo>
                    <a:pt x="1814989" y="200978"/>
                  </a:lnTo>
                  <a:lnTo>
                    <a:pt x="1827848" y="200025"/>
                  </a:lnTo>
                  <a:lnTo>
                    <a:pt x="1836420" y="195739"/>
                  </a:lnTo>
                  <a:lnTo>
                    <a:pt x="1864995" y="178118"/>
                  </a:lnTo>
                  <a:lnTo>
                    <a:pt x="1874044" y="173355"/>
                  </a:lnTo>
                  <a:lnTo>
                    <a:pt x="1880235" y="171450"/>
                  </a:lnTo>
                  <a:lnTo>
                    <a:pt x="1919287" y="166211"/>
                  </a:lnTo>
                  <a:lnTo>
                    <a:pt x="1964055" y="162401"/>
                  </a:lnTo>
                  <a:lnTo>
                    <a:pt x="1962150" y="165735"/>
                  </a:lnTo>
                  <a:lnTo>
                    <a:pt x="1916906" y="170498"/>
                  </a:lnTo>
                  <a:lnTo>
                    <a:pt x="1897856" y="174784"/>
                  </a:lnTo>
                  <a:lnTo>
                    <a:pt x="1884521" y="180023"/>
                  </a:lnTo>
                  <a:lnTo>
                    <a:pt x="1863566" y="190976"/>
                  </a:lnTo>
                  <a:lnTo>
                    <a:pt x="1857375" y="195739"/>
                  </a:lnTo>
                  <a:lnTo>
                    <a:pt x="1851660" y="200978"/>
                  </a:lnTo>
                  <a:lnTo>
                    <a:pt x="1851184" y="203835"/>
                  </a:lnTo>
                  <a:lnTo>
                    <a:pt x="1854041" y="205740"/>
                  </a:lnTo>
                  <a:lnTo>
                    <a:pt x="1863566" y="208598"/>
                  </a:lnTo>
                  <a:lnTo>
                    <a:pt x="1868805" y="209074"/>
                  </a:lnTo>
                  <a:lnTo>
                    <a:pt x="1881187" y="207645"/>
                  </a:lnTo>
                  <a:lnTo>
                    <a:pt x="1895475" y="211931"/>
                  </a:lnTo>
                  <a:lnTo>
                    <a:pt x="1901190" y="212408"/>
                  </a:lnTo>
                  <a:lnTo>
                    <a:pt x="1925955" y="211931"/>
                  </a:lnTo>
                  <a:lnTo>
                    <a:pt x="1932623" y="210979"/>
                  </a:lnTo>
                  <a:lnTo>
                    <a:pt x="1937385" y="209550"/>
                  </a:lnTo>
                  <a:lnTo>
                    <a:pt x="1944052" y="205740"/>
                  </a:lnTo>
                  <a:lnTo>
                    <a:pt x="1952149" y="200025"/>
                  </a:lnTo>
                  <a:lnTo>
                    <a:pt x="1960721" y="196691"/>
                  </a:lnTo>
                  <a:lnTo>
                    <a:pt x="1981676" y="194786"/>
                  </a:lnTo>
                  <a:lnTo>
                    <a:pt x="1991201" y="192881"/>
                  </a:lnTo>
                  <a:lnTo>
                    <a:pt x="2000726" y="191929"/>
                  </a:lnTo>
                  <a:lnTo>
                    <a:pt x="1996916" y="195263"/>
                  </a:lnTo>
                  <a:lnTo>
                    <a:pt x="1982152" y="202883"/>
                  </a:lnTo>
                  <a:lnTo>
                    <a:pt x="1978343" y="207169"/>
                  </a:lnTo>
                  <a:lnTo>
                    <a:pt x="1987391" y="208598"/>
                  </a:lnTo>
                  <a:lnTo>
                    <a:pt x="1995487" y="208598"/>
                  </a:lnTo>
                  <a:lnTo>
                    <a:pt x="2023110" y="203835"/>
                  </a:lnTo>
                  <a:lnTo>
                    <a:pt x="2031683" y="203359"/>
                  </a:lnTo>
                  <a:lnTo>
                    <a:pt x="2041684" y="200978"/>
                  </a:lnTo>
                  <a:lnTo>
                    <a:pt x="2071211" y="192405"/>
                  </a:lnTo>
                  <a:lnTo>
                    <a:pt x="2084070" y="186214"/>
                  </a:lnTo>
                  <a:lnTo>
                    <a:pt x="2089309" y="182880"/>
                  </a:lnTo>
                  <a:lnTo>
                    <a:pt x="2091214" y="180499"/>
                  </a:lnTo>
                  <a:lnTo>
                    <a:pt x="2093595" y="176213"/>
                  </a:lnTo>
                  <a:lnTo>
                    <a:pt x="2095976" y="170021"/>
                  </a:lnTo>
                  <a:lnTo>
                    <a:pt x="2099310" y="165735"/>
                  </a:lnTo>
                  <a:lnTo>
                    <a:pt x="2103120" y="163354"/>
                  </a:lnTo>
                  <a:lnTo>
                    <a:pt x="2107406" y="162401"/>
                  </a:lnTo>
                  <a:lnTo>
                    <a:pt x="2112169" y="162878"/>
                  </a:lnTo>
                  <a:lnTo>
                    <a:pt x="2118836" y="160496"/>
                  </a:lnTo>
                  <a:lnTo>
                    <a:pt x="2131695" y="151924"/>
                  </a:lnTo>
                  <a:lnTo>
                    <a:pt x="2144554" y="146209"/>
                  </a:lnTo>
                  <a:lnTo>
                    <a:pt x="2181701" y="138113"/>
                  </a:lnTo>
                  <a:lnTo>
                    <a:pt x="2176939" y="141923"/>
                  </a:lnTo>
                  <a:lnTo>
                    <a:pt x="2159794" y="147161"/>
                  </a:lnTo>
                  <a:lnTo>
                    <a:pt x="2134076" y="159544"/>
                  </a:lnTo>
                  <a:lnTo>
                    <a:pt x="2127885" y="163830"/>
                  </a:lnTo>
                  <a:lnTo>
                    <a:pt x="2122170" y="169545"/>
                  </a:lnTo>
                  <a:lnTo>
                    <a:pt x="2120265" y="172879"/>
                  </a:lnTo>
                  <a:lnTo>
                    <a:pt x="2119312" y="176689"/>
                  </a:lnTo>
                  <a:lnTo>
                    <a:pt x="2125028" y="179070"/>
                  </a:lnTo>
                  <a:lnTo>
                    <a:pt x="2143601" y="180499"/>
                  </a:lnTo>
                  <a:lnTo>
                    <a:pt x="2164556" y="180499"/>
                  </a:lnTo>
                  <a:lnTo>
                    <a:pt x="2173605" y="180975"/>
                  </a:lnTo>
                  <a:lnTo>
                    <a:pt x="2182654" y="182404"/>
                  </a:lnTo>
                  <a:lnTo>
                    <a:pt x="2182178" y="183356"/>
                  </a:lnTo>
                  <a:lnTo>
                    <a:pt x="2171700" y="185261"/>
                  </a:lnTo>
                  <a:lnTo>
                    <a:pt x="2160270" y="185738"/>
                  </a:lnTo>
                  <a:lnTo>
                    <a:pt x="2130266" y="189548"/>
                  </a:lnTo>
                  <a:lnTo>
                    <a:pt x="2087880" y="200501"/>
                  </a:lnTo>
                  <a:lnTo>
                    <a:pt x="2086451" y="202406"/>
                  </a:lnTo>
                  <a:lnTo>
                    <a:pt x="2073593" y="210026"/>
                  </a:lnTo>
                  <a:lnTo>
                    <a:pt x="2042160" y="216694"/>
                  </a:lnTo>
                  <a:lnTo>
                    <a:pt x="1989296" y="221933"/>
                  </a:lnTo>
                  <a:lnTo>
                    <a:pt x="1980724" y="223838"/>
                  </a:lnTo>
                  <a:lnTo>
                    <a:pt x="1974056" y="226219"/>
                  </a:lnTo>
                  <a:lnTo>
                    <a:pt x="1975009" y="229553"/>
                  </a:lnTo>
                  <a:lnTo>
                    <a:pt x="1984534" y="237649"/>
                  </a:lnTo>
                  <a:lnTo>
                    <a:pt x="1996440" y="246221"/>
                  </a:lnTo>
                  <a:lnTo>
                    <a:pt x="2012633" y="254794"/>
                  </a:lnTo>
                  <a:lnTo>
                    <a:pt x="2019776" y="260033"/>
                  </a:lnTo>
                  <a:lnTo>
                    <a:pt x="2029301" y="268129"/>
                  </a:lnTo>
                  <a:lnTo>
                    <a:pt x="2035493" y="272415"/>
                  </a:lnTo>
                  <a:lnTo>
                    <a:pt x="2041208" y="275273"/>
                  </a:lnTo>
                  <a:lnTo>
                    <a:pt x="2051209" y="276701"/>
                  </a:lnTo>
                  <a:lnTo>
                    <a:pt x="2065496" y="276225"/>
                  </a:lnTo>
                  <a:lnTo>
                    <a:pt x="2071211" y="277178"/>
                  </a:lnTo>
                  <a:lnTo>
                    <a:pt x="2066449" y="280035"/>
                  </a:lnTo>
                  <a:lnTo>
                    <a:pt x="2059305" y="282416"/>
                  </a:lnTo>
                  <a:lnTo>
                    <a:pt x="2052637" y="282893"/>
                  </a:lnTo>
                  <a:lnTo>
                    <a:pt x="2040255" y="281940"/>
                  </a:lnTo>
                  <a:lnTo>
                    <a:pt x="2025968" y="279083"/>
                  </a:lnTo>
                  <a:lnTo>
                    <a:pt x="2018348" y="276701"/>
                  </a:lnTo>
                  <a:lnTo>
                    <a:pt x="2012633" y="273844"/>
                  </a:lnTo>
                  <a:lnTo>
                    <a:pt x="2005965" y="269081"/>
                  </a:lnTo>
                  <a:lnTo>
                    <a:pt x="1995011" y="259556"/>
                  </a:lnTo>
                  <a:lnTo>
                    <a:pt x="1985010" y="252889"/>
                  </a:lnTo>
                  <a:lnTo>
                    <a:pt x="1974056" y="248126"/>
                  </a:lnTo>
                  <a:lnTo>
                    <a:pt x="1962626" y="240983"/>
                  </a:lnTo>
                  <a:lnTo>
                    <a:pt x="1949768" y="234791"/>
                  </a:lnTo>
                  <a:lnTo>
                    <a:pt x="1938337" y="232410"/>
                  </a:lnTo>
                  <a:lnTo>
                    <a:pt x="1917383" y="230981"/>
                  </a:lnTo>
                  <a:lnTo>
                    <a:pt x="1900714" y="231458"/>
                  </a:lnTo>
                  <a:lnTo>
                    <a:pt x="1861661" y="227648"/>
                  </a:lnTo>
                  <a:lnTo>
                    <a:pt x="1854994" y="232410"/>
                  </a:lnTo>
                  <a:lnTo>
                    <a:pt x="1851184" y="242888"/>
                  </a:lnTo>
                  <a:lnTo>
                    <a:pt x="1855470" y="250984"/>
                  </a:lnTo>
                  <a:lnTo>
                    <a:pt x="1857851" y="264319"/>
                  </a:lnTo>
                  <a:lnTo>
                    <a:pt x="1867376" y="272415"/>
                  </a:lnTo>
                  <a:lnTo>
                    <a:pt x="1871186" y="273844"/>
                  </a:lnTo>
                  <a:lnTo>
                    <a:pt x="1890712" y="276225"/>
                  </a:lnTo>
                  <a:lnTo>
                    <a:pt x="1896904" y="278130"/>
                  </a:lnTo>
                  <a:lnTo>
                    <a:pt x="1903095" y="281940"/>
                  </a:lnTo>
                  <a:lnTo>
                    <a:pt x="1911668" y="290989"/>
                  </a:lnTo>
                  <a:lnTo>
                    <a:pt x="1922145" y="300038"/>
                  </a:lnTo>
                  <a:lnTo>
                    <a:pt x="1926908" y="305753"/>
                  </a:lnTo>
                  <a:lnTo>
                    <a:pt x="1933099" y="311468"/>
                  </a:lnTo>
                  <a:lnTo>
                    <a:pt x="1940719" y="316230"/>
                  </a:lnTo>
                  <a:lnTo>
                    <a:pt x="1951673" y="321945"/>
                  </a:lnTo>
                  <a:lnTo>
                    <a:pt x="1954530" y="324803"/>
                  </a:lnTo>
                  <a:lnTo>
                    <a:pt x="1945958" y="324326"/>
                  </a:lnTo>
                  <a:lnTo>
                    <a:pt x="1938337" y="321469"/>
                  </a:lnTo>
                  <a:lnTo>
                    <a:pt x="1931194" y="319564"/>
                  </a:lnTo>
                  <a:lnTo>
                    <a:pt x="1926908" y="320040"/>
                  </a:lnTo>
                  <a:lnTo>
                    <a:pt x="1922145" y="321469"/>
                  </a:lnTo>
                  <a:lnTo>
                    <a:pt x="1920716" y="323850"/>
                  </a:lnTo>
                  <a:lnTo>
                    <a:pt x="1923098" y="327184"/>
                  </a:lnTo>
                  <a:lnTo>
                    <a:pt x="1925955" y="329089"/>
                  </a:lnTo>
                  <a:lnTo>
                    <a:pt x="1929289" y="330518"/>
                  </a:lnTo>
                  <a:lnTo>
                    <a:pt x="1935004" y="331470"/>
                  </a:lnTo>
                  <a:lnTo>
                    <a:pt x="1947386" y="332423"/>
                  </a:lnTo>
                  <a:lnTo>
                    <a:pt x="1971675" y="332899"/>
                  </a:lnTo>
                  <a:lnTo>
                    <a:pt x="1985962" y="335280"/>
                  </a:lnTo>
                  <a:lnTo>
                    <a:pt x="1993106" y="335756"/>
                  </a:lnTo>
                  <a:lnTo>
                    <a:pt x="1999774" y="334328"/>
                  </a:lnTo>
                  <a:lnTo>
                    <a:pt x="2006918" y="331470"/>
                  </a:lnTo>
                  <a:lnTo>
                    <a:pt x="2011680" y="330518"/>
                  </a:lnTo>
                  <a:lnTo>
                    <a:pt x="2016443" y="330518"/>
                  </a:lnTo>
                  <a:lnTo>
                    <a:pt x="2015490" y="332423"/>
                  </a:lnTo>
                  <a:lnTo>
                    <a:pt x="2008823" y="336233"/>
                  </a:lnTo>
                  <a:lnTo>
                    <a:pt x="2003108" y="338614"/>
                  </a:lnTo>
                  <a:lnTo>
                    <a:pt x="1998345" y="340043"/>
                  </a:lnTo>
                  <a:lnTo>
                    <a:pt x="1993106" y="340519"/>
                  </a:lnTo>
                  <a:lnTo>
                    <a:pt x="1974533" y="340043"/>
                  </a:lnTo>
                  <a:lnTo>
                    <a:pt x="1968818" y="343376"/>
                  </a:lnTo>
                  <a:lnTo>
                    <a:pt x="1964531" y="346234"/>
                  </a:lnTo>
                  <a:lnTo>
                    <a:pt x="1960721" y="345758"/>
                  </a:lnTo>
                  <a:lnTo>
                    <a:pt x="1955483" y="343853"/>
                  </a:lnTo>
                  <a:lnTo>
                    <a:pt x="1943100" y="341471"/>
                  </a:lnTo>
                  <a:lnTo>
                    <a:pt x="1913096" y="338138"/>
                  </a:lnTo>
                  <a:lnTo>
                    <a:pt x="1905952" y="336233"/>
                  </a:lnTo>
                  <a:lnTo>
                    <a:pt x="1898333" y="337185"/>
                  </a:lnTo>
                  <a:lnTo>
                    <a:pt x="1882616" y="341471"/>
                  </a:lnTo>
                  <a:lnTo>
                    <a:pt x="1864043" y="342900"/>
                  </a:lnTo>
                  <a:lnTo>
                    <a:pt x="1844993" y="346710"/>
                  </a:lnTo>
                  <a:lnTo>
                    <a:pt x="1840230" y="354806"/>
                  </a:lnTo>
                  <a:lnTo>
                    <a:pt x="1833086" y="362903"/>
                  </a:lnTo>
                  <a:lnTo>
                    <a:pt x="1826419" y="368618"/>
                  </a:lnTo>
                  <a:lnTo>
                    <a:pt x="1822133" y="373380"/>
                  </a:lnTo>
                  <a:lnTo>
                    <a:pt x="1822133" y="383381"/>
                  </a:lnTo>
                  <a:lnTo>
                    <a:pt x="1820227" y="391478"/>
                  </a:lnTo>
                  <a:lnTo>
                    <a:pt x="1827371" y="394811"/>
                  </a:lnTo>
                  <a:lnTo>
                    <a:pt x="1841659" y="395288"/>
                  </a:lnTo>
                  <a:lnTo>
                    <a:pt x="1849279" y="393383"/>
                  </a:lnTo>
                  <a:lnTo>
                    <a:pt x="1858327" y="390049"/>
                  </a:lnTo>
                  <a:lnTo>
                    <a:pt x="1870234" y="383381"/>
                  </a:lnTo>
                  <a:lnTo>
                    <a:pt x="1875473" y="379095"/>
                  </a:lnTo>
                  <a:lnTo>
                    <a:pt x="1870710" y="390525"/>
                  </a:lnTo>
                  <a:lnTo>
                    <a:pt x="1865471" y="398145"/>
                  </a:lnTo>
                  <a:lnTo>
                    <a:pt x="1886902" y="396240"/>
                  </a:lnTo>
                  <a:lnTo>
                    <a:pt x="1892618" y="393859"/>
                  </a:lnTo>
                  <a:lnTo>
                    <a:pt x="1897856" y="389573"/>
                  </a:lnTo>
                  <a:lnTo>
                    <a:pt x="1906429" y="381476"/>
                  </a:lnTo>
                  <a:lnTo>
                    <a:pt x="1914525" y="365760"/>
                  </a:lnTo>
                  <a:lnTo>
                    <a:pt x="1910239" y="387191"/>
                  </a:lnTo>
                  <a:lnTo>
                    <a:pt x="1922621" y="386239"/>
                  </a:lnTo>
                  <a:lnTo>
                    <a:pt x="1928336" y="389573"/>
                  </a:lnTo>
                  <a:lnTo>
                    <a:pt x="1934051" y="391954"/>
                  </a:lnTo>
                  <a:lnTo>
                    <a:pt x="1923574" y="390525"/>
                  </a:lnTo>
                  <a:lnTo>
                    <a:pt x="1920240" y="390525"/>
                  </a:lnTo>
                  <a:lnTo>
                    <a:pt x="1905952" y="400526"/>
                  </a:lnTo>
                  <a:lnTo>
                    <a:pt x="1897856" y="404336"/>
                  </a:lnTo>
                  <a:lnTo>
                    <a:pt x="1888331" y="410528"/>
                  </a:lnTo>
                  <a:lnTo>
                    <a:pt x="1896904" y="422434"/>
                  </a:lnTo>
                  <a:lnTo>
                    <a:pt x="1896904" y="437198"/>
                  </a:lnTo>
                  <a:lnTo>
                    <a:pt x="1903571" y="440531"/>
                  </a:lnTo>
                  <a:lnTo>
                    <a:pt x="1911191" y="441484"/>
                  </a:lnTo>
                  <a:lnTo>
                    <a:pt x="1924050" y="437198"/>
                  </a:lnTo>
                  <a:lnTo>
                    <a:pt x="1935004" y="440055"/>
                  </a:lnTo>
                  <a:lnTo>
                    <a:pt x="1943100" y="440531"/>
                  </a:lnTo>
                  <a:lnTo>
                    <a:pt x="1948339" y="439579"/>
                  </a:lnTo>
                  <a:lnTo>
                    <a:pt x="1960245" y="433388"/>
                  </a:lnTo>
                  <a:lnTo>
                    <a:pt x="1964531" y="429578"/>
                  </a:lnTo>
                  <a:lnTo>
                    <a:pt x="1985010" y="408623"/>
                  </a:lnTo>
                  <a:lnTo>
                    <a:pt x="1988820" y="406241"/>
                  </a:lnTo>
                  <a:lnTo>
                    <a:pt x="1987868" y="410528"/>
                  </a:lnTo>
                  <a:lnTo>
                    <a:pt x="1986439" y="413861"/>
                  </a:lnTo>
                  <a:lnTo>
                    <a:pt x="1985010" y="416719"/>
                  </a:lnTo>
                  <a:lnTo>
                    <a:pt x="1978343" y="425291"/>
                  </a:lnTo>
                  <a:lnTo>
                    <a:pt x="1966436" y="436245"/>
                  </a:lnTo>
                  <a:lnTo>
                    <a:pt x="1958816" y="441484"/>
                  </a:lnTo>
                  <a:lnTo>
                    <a:pt x="1956435" y="443865"/>
                  </a:lnTo>
                  <a:lnTo>
                    <a:pt x="1954530" y="446723"/>
                  </a:lnTo>
                  <a:lnTo>
                    <a:pt x="1950720" y="448628"/>
                  </a:lnTo>
                  <a:lnTo>
                    <a:pt x="1942148" y="450533"/>
                  </a:lnTo>
                  <a:lnTo>
                    <a:pt x="1924526" y="451961"/>
                  </a:lnTo>
                  <a:lnTo>
                    <a:pt x="1915954" y="452438"/>
                  </a:lnTo>
                  <a:lnTo>
                    <a:pt x="1908810" y="451485"/>
                  </a:lnTo>
                  <a:lnTo>
                    <a:pt x="1886902" y="445294"/>
                  </a:lnTo>
                  <a:lnTo>
                    <a:pt x="1882140" y="441960"/>
                  </a:lnTo>
                  <a:lnTo>
                    <a:pt x="1875949" y="434340"/>
                  </a:lnTo>
                  <a:lnTo>
                    <a:pt x="1866900" y="424815"/>
                  </a:lnTo>
                  <a:lnTo>
                    <a:pt x="1859756" y="420053"/>
                  </a:lnTo>
                  <a:lnTo>
                    <a:pt x="1847374" y="416243"/>
                  </a:lnTo>
                  <a:lnTo>
                    <a:pt x="1838325" y="414338"/>
                  </a:lnTo>
                  <a:lnTo>
                    <a:pt x="1830705" y="414338"/>
                  </a:lnTo>
                  <a:lnTo>
                    <a:pt x="1821656" y="415766"/>
                  </a:lnTo>
                  <a:lnTo>
                    <a:pt x="1812608" y="418148"/>
                  </a:lnTo>
                  <a:lnTo>
                    <a:pt x="1803559" y="421958"/>
                  </a:lnTo>
                  <a:lnTo>
                    <a:pt x="1800701" y="426720"/>
                  </a:lnTo>
                  <a:lnTo>
                    <a:pt x="1805940" y="435293"/>
                  </a:lnTo>
                  <a:lnTo>
                    <a:pt x="1811179" y="442913"/>
                  </a:lnTo>
                  <a:lnTo>
                    <a:pt x="1814512" y="447199"/>
                  </a:lnTo>
                  <a:lnTo>
                    <a:pt x="1817846" y="450056"/>
                  </a:lnTo>
                  <a:lnTo>
                    <a:pt x="1823085" y="453390"/>
                  </a:lnTo>
                  <a:lnTo>
                    <a:pt x="1828800" y="453866"/>
                  </a:lnTo>
                  <a:lnTo>
                    <a:pt x="1831658" y="454819"/>
                  </a:lnTo>
                  <a:lnTo>
                    <a:pt x="1834515" y="456724"/>
                  </a:lnTo>
                  <a:lnTo>
                    <a:pt x="1842135" y="464344"/>
                  </a:lnTo>
                  <a:lnTo>
                    <a:pt x="1844040" y="465296"/>
                  </a:lnTo>
                  <a:lnTo>
                    <a:pt x="1842611" y="466249"/>
                  </a:lnTo>
                  <a:lnTo>
                    <a:pt x="1835468" y="466725"/>
                  </a:lnTo>
                  <a:lnTo>
                    <a:pt x="1825466" y="468630"/>
                  </a:lnTo>
                  <a:lnTo>
                    <a:pt x="1816894" y="469106"/>
                  </a:lnTo>
                  <a:lnTo>
                    <a:pt x="1809274" y="468630"/>
                  </a:lnTo>
                  <a:lnTo>
                    <a:pt x="1798320" y="469583"/>
                  </a:lnTo>
                  <a:lnTo>
                    <a:pt x="1789748" y="471011"/>
                  </a:lnTo>
                  <a:lnTo>
                    <a:pt x="1784509" y="473393"/>
                  </a:lnTo>
                  <a:lnTo>
                    <a:pt x="1777365" y="479108"/>
                  </a:lnTo>
                  <a:lnTo>
                    <a:pt x="1752600" y="491014"/>
                  </a:lnTo>
                  <a:lnTo>
                    <a:pt x="1751171" y="502920"/>
                  </a:lnTo>
                  <a:lnTo>
                    <a:pt x="1750219" y="514826"/>
                  </a:lnTo>
                  <a:lnTo>
                    <a:pt x="1756886" y="516255"/>
                  </a:lnTo>
                  <a:lnTo>
                    <a:pt x="1775936" y="517684"/>
                  </a:lnTo>
                  <a:lnTo>
                    <a:pt x="1784509" y="520065"/>
                  </a:lnTo>
                  <a:lnTo>
                    <a:pt x="1784033" y="511016"/>
                  </a:lnTo>
                  <a:lnTo>
                    <a:pt x="1782127" y="503873"/>
                  </a:lnTo>
                  <a:lnTo>
                    <a:pt x="1785937" y="495300"/>
                  </a:lnTo>
                  <a:lnTo>
                    <a:pt x="1786414" y="509111"/>
                  </a:lnTo>
                  <a:lnTo>
                    <a:pt x="1789271" y="521494"/>
                  </a:lnTo>
                  <a:lnTo>
                    <a:pt x="1799273" y="521018"/>
                  </a:lnTo>
                  <a:lnTo>
                    <a:pt x="1819751" y="522923"/>
                  </a:lnTo>
                  <a:lnTo>
                    <a:pt x="1820227" y="509111"/>
                  </a:lnTo>
                  <a:lnTo>
                    <a:pt x="1824990" y="518636"/>
                  </a:lnTo>
                  <a:lnTo>
                    <a:pt x="1837849" y="521018"/>
                  </a:lnTo>
                  <a:lnTo>
                    <a:pt x="1847850" y="523399"/>
                  </a:lnTo>
                  <a:lnTo>
                    <a:pt x="1851660" y="513398"/>
                  </a:lnTo>
                  <a:lnTo>
                    <a:pt x="1855470" y="508635"/>
                  </a:lnTo>
                  <a:lnTo>
                    <a:pt x="1856423" y="509111"/>
                  </a:lnTo>
                  <a:lnTo>
                    <a:pt x="1858327" y="511493"/>
                  </a:lnTo>
                  <a:lnTo>
                    <a:pt x="1860709" y="515303"/>
                  </a:lnTo>
                  <a:lnTo>
                    <a:pt x="1866900" y="519113"/>
                  </a:lnTo>
                  <a:lnTo>
                    <a:pt x="1881664" y="525304"/>
                  </a:lnTo>
                  <a:lnTo>
                    <a:pt x="1893094" y="527685"/>
                  </a:lnTo>
                  <a:lnTo>
                    <a:pt x="1899761" y="528161"/>
                  </a:lnTo>
                  <a:lnTo>
                    <a:pt x="1929289" y="524351"/>
                  </a:lnTo>
                  <a:lnTo>
                    <a:pt x="1931194" y="501968"/>
                  </a:lnTo>
                  <a:lnTo>
                    <a:pt x="1939290" y="514826"/>
                  </a:lnTo>
                  <a:lnTo>
                    <a:pt x="1942624" y="517684"/>
                  </a:lnTo>
                  <a:lnTo>
                    <a:pt x="1959293" y="518636"/>
                  </a:lnTo>
                  <a:lnTo>
                    <a:pt x="1998821" y="516731"/>
                  </a:lnTo>
                  <a:lnTo>
                    <a:pt x="1999774" y="513398"/>
                  </a:lnTo>
                  <a:lnTo>
                    <a:pt x="1997869" y="509111"/>
                  </a:lnTo>
                  <a:lnTo>
                    <a:pt x="1994535" y="504825"/>
                  </a:lnTo>
                  <a:lnTo>
                    <a:pt x="1989773" y="500539"/>
                  </a:lnTo>
                  <a:lnTo>
                    <a:pt x="1988344" y="498634"/>
                  </a:lnTo>
                  <a:lnTo>
                    <a:pt x="1993106" y="501015"/>
                  </a:lnTo>
                  <a:lnTo>
                    <a:pt x="1995964" y="503396"/>
                  </a:lnTo>
                  <a:lnTo>
                    <a:pt x="1999298" y="504349"/>
                  </a:lnTo>
                  <a:lnTo>
                    <a:pt x="2002631" y="503873"/>
                  </a:lnTo>
                  <a:lnTo>
                    <a:pt x="2005489" y="504825"/>
                  </a:lnTo>
                  <a:lnTo>
                    <a:pt x="2012633" y="512445"/>
                  </a:lnTo>
                  <a:lnTo>
                    <a:pt x="2016443" y="514350"/>
                  </a:lnTo>
                  <a:lnTo>
                    <a:pt x="2020729" y="515303"/>
                  </a:lnTo>
                  <a:lnTo>
                    <a:pt x="2024539" y="515303"/>
                  </a:lnTo>
                  <a:lnTo>
                    <a:pt x="2028349" y="514350"/>
                  </a:lnTo>
                  <a:lnTo>
                    <a:pt x="2035016" y="513874"/>
                  </a:lnTo>
                  <a:lnTo>
                    <a:pt x="2038350" y="514826"/>
                  </a:lnTo>
                  <a:lnTo>
                    <a:pt x="2041684" y="516731"/>
                  </a:lnTo>
                  <a:lnTo>
                    <a:pt x="2046446" y="521018"/>
                  </a:lnTo>
                  <a:lnTo>
                    <a:pt x="2046446" y="523875"/>
                  </a:lnTo>
                  <a:lnTo>
                    <a:pt x="2044065" y="527209"/>
                  </a:lnTo>
                  <a:lnTo>
                    <a:pt x="2042160" y="531019"/>
                  </a:lnTo>
                  <a:lnTo>
                    <a:pt x="2040731" y="534829"/>
                  </a:lnTo>
                  <a:lnTo>
                    <a:pt x="2041684" y="537210"/>
                  </a:lnTo>
                  <a:lnTo>
                    <a:pt x="2047399" y="538163"/>
                  </a:lnTo>
                  <a:lnTo>
                    <a:pt x="2051209" y="538163"/>
                  </a:lnTo>
                  <a:lnTo>
                    <a:pt x="2068354" y="533876"/>
                  </a:lnTo>
                  <a:lnTo>
                    <a:pt x="2076450" y="532924"/>
                  </a:lnTo>
                  <a:lnTo>
                    <a:pt x="2091690" y="528638"/>
                  </a:lnTo>
                  <a:lnTo>
                    <a:pt x="2099310" y="525304"/>
                  </a:lnTo>
                  <a:lnTo>
                    <a:pt x="2104549" y="521970"/>
                  </a:lnTo>
                  <a:lnTo>
                    <a:pt x="2111216" y="518636"/>
                  </a:lnTo>
                  <a:lnTo>
                    <a:pt x="2133124" y="510064"/>
                  </a:lnTo>
                  <a:lnTo>
                    <a:pt x="2138839" y="504825"/>
                  </a:lnTo>
                  <a:lnTo>
                    <a:pt x="2143601" y="497205"/>
                  </a:lnTo>
                  <a:lnTo>
                    <a:pt x="2143125" y="490538"/>
                  </a:lnTo>
                  <a:lnTo>
                    <a:pt x="2137410" y="484823"/>
                  </a:lnTo>
                  <a:lnTo>
                    <a:pt x="2133124" y="481965"/>
                  </a:lnTo>
                  <a:lnTo>
                    <a:pt x="2130266" y="481965"/>
                  </a:lnTo>
                  <a:lnTo>
                    <a:pt x="2127409" y="482918"/>
                  </a:lnTo>
                  <a:lnTo>
                    <a:pt x="2120741" y="487204"/>
                  </a:lnTo>
                  <a:lnTo>
                    <a:pt x="2115979" y="489109"/>
                  </a:lnTo>
                  <a:lnTo>
                    <a:pt x="2109787" y="488633"/>
                  </a:lnTo>
                  <a:lnTo>
                    <a:pt x="2101691" y="485775"/>
                  </a:lnTo>
                  <a:lnTo>
                    <a:pt x="2098358" y="482441"/>
                  </a:lnTo>
                  <a:lnTo>
                    <a:pt x="2099786" y="479108"/>
                  </a:lnTo>
                  <a:lnTo>
                    <a:pt x="2099310" y="474821"/>
                  </a:lnTo>
                  <a:lnTo>
                    <a:pt x="2097405" y="469583"/>
                  </a:lnTo>
                  <a:lnTo>
                    <a:pt x="2092166" y="466725"/>
                  </a:lnTo>
                  <a:lnTo>
                    <a:pt x="2077879" y="466725"/>
                  </a:lnTo>
                  <a:lnTo>
                    <a:pt x="2067877" y="470059"/>
                  </a:lnTo>
                  <a:lnTo>
                    <a:pt x="2065973" y="469583"/>
                  </a:lnTo>
                  <a:lnTo>
                    <a:pt x="2052637" y="462915"/>
                  </a:lnTo>
                  <a:lnTo>
                    <a:pt x="2048351" y="461963"/>
                  </a:lnTo>
                  <a:lnTo>
                    <a:pt x="2037398" y="461010"/>
                  </a:lnTo>
                  <a:lnTo>
                    <a:pt x="2032159" y="461963"/>
                  </a:lnTo>
                  <a:lnTo>
                    <a:pt x="2023586" y="464820"/>
                  </a:lnTo>
                  <a:lnTo>
                    <a:pt x="2015966" y="465773"/>
                  </a:lnTo>
                  <a:lnTo>
                    <a:pt x="2013109" y="464820"/>
                  </a:lnTo>
                  <a:lnTo>
                    <a:pt x="2008823" y="462439"/>
                  </a:lnTo>
                  <a:lnTo>
                    <a:pt x="2005489" y="460058"/>
                  </a:lnTo>
                  <a:lnTo>
                    <a:pt x="2005965" y="459105"/>
                  </a:lnTo>
                  <a:lnTo>
                    <a:pt x="2015966" y="459105"/>
                  </a:lnTo>
                  <a:lnTo>
                    <a:pt x="2024062" y="458153"/>
                  </a:lnTo>
                  <a:lnTo>
                    <a:pt x="2031683" y="455771"/>
                  </a:lnTo>
                  <a:lnTo>
                    <a:pt x="2032635" y="454343"/>
                  </a:lnTo>
                  <a:lnTo>
                    <a:pt x="2029301" y="452914"/>
                  </a:lnTo>
                  <a:lnTo>
                    <a:pt x="2025015" y="449580"/>
                  </a:lnTo>
                  <a:lnTo>
                    <a:pt x="2019776" y="444818"/>
                  </a:lnTo>
                  <a:lnTo>
                    <a:pt x="2019776" y="442913"/>
                  </a:lnTo>
                  <a:lnTo>
                    <a:pt x="2024539" y="443865"/>
                  </a:lnTo>
                  <a:lnTo>
                    <a:pt x="2029301" y="445770"/>
                  </a:lnTo>
                  <a:lnTo>
                    <a:pt x="2046446" y="454819"/>
                  </a:lnTo>
                  <a:lnTo>
                    <a:pt x="2056924" y="458153"/>
                  </a:lnTo>
                  <a:lnTo>
                    <a:pt x="2066925" y="459105"/>
                  </a:lnTo>
                  <a:lnTo>
                    <a:pt x="2079784" y="459105"/>
                  </a:lnTo>
                  <a:lnTo>
                    <a:pt x="2105978" y="456724"/>
                  </a:lnTo>
                  <a:lnTo>
                    <a:pt x="2115026" y="456724"/>
                  </a:lnTo>
                  <a:lnTo>
                    <a:pt x="2120741" y="456248"/>
                  </a:lnTo>
                  <a:lnTo>
                    <a:pt x="2127885" y="454343"/>
                  </a:lnTo>
                  <a:lnTo>
                    <a:pt x="2135029" y="451009"/>
                  </a:lnTo>
                  <a:lnTo>
                    <a:pt x="2138839" y="447675"/>
                  </a:lnTo>
                  <a:lnTo>
                    <a:pt x="2142173" y="443389"/>
                  </a:lnTo>
                  <a:lnTo>
                    <a:pt x="2143125" y="436245"/>
                  </a:lnTo>
                  <a:lnTo>
                    <a:pt x="2142173" y="426720"/>
                  </a:lnTo>
                  <a:lnTo>
                    <a:pt x="2142173" y="419576"/>
                  </a:lnTo>
                  <a:lnTo>
                    <a:pt x="2143125" y="414814"/>
                  </a:lnTo>
                  <a:lnTo>
                    <a:pt x="2144554" y="412433"/>
                  </a:lnTo>
                  <a:lnTo>
                    <a:pt x="2163604" y="412433"/>
                  </a:lnTo>
                  <a:lnTo>
                    <a:pt x="2179796" y="413861"/>
                  </a:lnTo>
                  <a:lnTo>
                    <a:pt x="2188845" y="412909"/>
                  </a:lnTo>
                  <a:lnTo>
                    <a:pt x="2200751" y="409099"/>
                  </a:lnTo>
                  <a:lnTo>
                    <a:pt x="2210276" y="409575"/>
                  </a:lnTo>
                  <a:lnTo>
                    <a:pt x="2214086" y="409099"/>
                  </a:lnTo>
                  <a:lnTo>
                    <a:pt x="2217420" y="407670"/>
                  </a:lnTo>
                  <a:lnTo>
                    <a:pt x="2228374" y="391954"/>
                  </a:lnTo>
                  <a:lnTo>
                    <a:pt x="2240756" y="383858"/>
                  </a:lnTo>
                  <a:lnTo>
                    <a:pt x="2239328" y="381953"/>
                  </a:lnTo>
                  <a:lnTo>
                    <a:pt x="2230755" y="378619"/>
                  </a:lnTo>
                  <a:lnTo>
                    <a:pt x="2208848" y="371951"/>
                  </a:lnTo>
                  <a:lnTo>
                    <a:pt x="2199323" y="370523"/>
                  </a:lnTo>
                  <a:lnTo>
                    <a:pt x="2200751" y="370046"/>
                  </a:lnTo>
                  <a:lnTo>
                    <a:pt x="2214562" y="369570"/>
                  </a:lnTo>
                  <a:lnTo>
                    <a:pt x="2234089" y="370046"/>
                  </a:lnTo>
                  <a:lnTo>
                    <a:pt x="2251710" y="368618"/>
                  </a:lnTo>
                  <a:lnTo>
                    <a:pt x="2263140" y="362903"/>
                  </a:lnTo>
                  <a:lnTo>
                    <a:pt x="2263616" y="360045"/>
                  </a:lnTo>
                  <a:lnTo>
                    <a:pt x="2266950" y="355283"/>
                  </a:lnTo>
                  <a:lnTo>
                    <a:pt x="2265045" y="353378"/>
                  </a:lnTo>
                  <a:lnTo>
                    <a:pt x="2260759" y="352901"/>
                  </a:lnTo>
                  <a:lnTo>
                    <a:pt x="2244566" y="345281"/>
                  </a:lnTo>
                  <a:lnTo>
                    <a:pt x="2234089" y="343376"/>
                  </a:lnTo>
                  <a:lnTo>
                    <a:pt x="2220754" y="342900"/>
                  </a:lnTo>
                  <a:lnTo>
                    <a:pt x="2215515" y="337661"/>
                  </a:lnTo>
                  <a:lnTo>
                    <a:pt x="2211229" y="335756"/>
                  </a:lnTo>
                  <a:lnTo>
                    <a:pt x="2205037" y="334328"/>
                  </a:lnTo>
                  <a:lnTo>
                    <a:pt x="2195989" y="332899"/>
                  </a:lnTo>
                  <a:lnTo>
                    <a:pt x="2185987" y="333375"/>
                  </a:lnTo>
                  <a:lnTo>
                    <a:pt x="2162651" y="336233"/>
                  </a:lnTo>
                  <a:lnTo>
                    <a:pt x="2156460" y="338138"/>
                  </a:lnTo>
                  <a:lnTo>
                    <a:pt x="2150269" y="339090"/>
                  </a:lnTo>
                  <a:lnTo>
                    <a:pt x="2145030" y="337661"/>
                  </a:lnTo>
                  <a:lnTo>
                    <a:pt x="2138839" y="333851"/>
                  </a:lnTo>
                  <a:lnTo>
                    <a:pt x="2132171" y="331470"/>
                  </a:lnTo>
                  <a:lnTo>
                    <a:pt x="2127409" y="330994"/>
                  </a:lnTo>
                  <a:lnTo>
                    <a:pt x="2126456" y="329565"/>
                  </a:lnTo>
                  <a:lnTo>
                    <a:pt x="2137410" y="329089"/>
                  </a:lnTo>
                  <a:lnTo>
                    <a:pt x="2146935" y="329565"/>
                  </a:lnTo>
                  <a:lnTo>
                    <a:pt x="2155031" y="330994"/>
                  </a:lnTo>
                  <a:lnTo>
                    <a:pt x="2166461" y="330994"/>
                  </a:lnTo>
                  <a:lnTo>
                    <a:pt x="2187893" y="328613"/>
                  </a:lnTo>
                  <a:lnTo>
                    <a:pt x="2195989" y="328613"/>
                  </a:lnTo>
                  <a:lnTo>
                    <a:pt x="2201228" y="327184"/>
                  </a:lnTo>
                  <a:lnTo>
                    <a:pt x="2208848" y="327660"/>
                  </a:lnTo>
                  <a:lnTo>
                    <a:pt x="2217420" y="326231"/>
                  </a:lnTo>
                  <a:lnTo>
                    <a:pt x="2226469" y="328613"/>
                  </a:lnTo>
                  <a:lnTo>
                    <a:pt x="2230755" y="330518"/>
                  </a:lnTo>
                  <a:lnTo>
                    <a:pt x="2240280" y="332423"/>
                  </a:lnTo>
                  <a:lnTo>
                    <a:pt x="2260283" y="332423"/>
                  </a:lnTo>
                  <a:lnTo>
                    <a:pt x="2264093" y="330994"/>
                  </a:lnTo>
                  <a:lnTo>
                    <a:pt x="2265998" y="317659"/>
                  </a:lnTo>
                  <a:lnTo>
                    <a:pt x="2257425" y="317183"/>
                  </a:lnTo>
                  <a:lnTo>
                    <a:pt x="2245043" y="319564"/>
                  </a:lnTo>
                  <a:lnTo>
                    <a:pt x="2235994" y="317659"/>
                  </a:lnTo>
                  <a:lnTo>
                    <a:pt x="2227421" y="316706"/>
                  </a:lnTo>
                  <a:lnTo>
                    <a:pt x="2215515" y="311468"/>
                  </a:lnTo>
                  <a:lnTo>
                    <a:pt x="2209800" y="310515"/>
                  </a:lnTo>
                  <a:lnTo>
                    <a:pt x="2203609" y="303848"/>
                  </a:lnTo>
                  <a:lnTo>
                    <a:pt x="2190750" y="299085"/>
                  </a:lnTo>
                  <a:lnTo>
                    <a:pt x="2184559" y="298133"/>
                  </a:lnTo>
                  <a:lnTo>
                    <a:pt x="2183130" y="296228"/>
                  </a:lnTo>
                  <a:lnTo>
                    <a:pt x="2200751" y="297656"/>
                  </a:lnTo>
                  <a:lnTo>
                    <a:pt x="2211229" y="299085"/>
                  </a:lnTo>
                  <a:lnTo>
                    <a:pt x="2221230" y="302419"/>
                  </a:lnTo>
                  <a:lnTo>
                    <a:pt x="2230279" y="303848"/>
                  </a:lnTo>
                  <a:lnTo>
                    <a:pt x="2238375" y="303371"/>
                  </a:lnTo>
                  <a:lnTo>
                    <a:pt x="2254091" y="300514"/>
                  </a:lnTo>
                  <a:lnTo>
                    <a:pt x="2267426" y="300990"/>
                  </a:lnTo>
                  <a:lnTo>
                    <a:pt x="2275046" y="300038"/>
                  </a:lnTo>
                  <a:lnTo>
                    <a:pt x="2280761" y="298133"/>
                  </a:lnTo>
                  <a:lnTo>
                    <a:pt x="2286000" y="297180"/>
                  </a:lnTo>
                  <a:lnTo>
                    <a:pt x="2299811" y="297656"/>
                  </a:lnTo>
                  <a:lnTo>
                    <a:pt x="2303145" y="297180"/>
                  </a:lnTo>
                  <a:lnTo>
                    <a:pt x="2305526" y="295751"/>
                  </a:lnTo>
                  <a:lnTo>
                    <a:pt x="2307431" y="293370"/>
                  </a:lnTo>
                  <a:lnTo>
                    <a:pt x="2308860" y="290036"/>
                  </a:lnTo>
                  <a:lnTo>
                    <a:pt x="2307908" y="286226"/>
                  </a:lnTo>
                  <a:lnTo>
                    <a:pt x="2301716" y="279559"/>
                  </a:lnTo>
                  <a:lnTo>
                    <a:pt x="2299335" y="277654"/>
                  </a:lnTo>
                  <a:lnTo>
                    <a:pt x="2293620" y="276701"/>
                  </a:lnTo>
                  <a:lnTo>
                    <a:pt x="2279809" y="276225"/>
                  </a:lnTo>
                  <a:lnTo>
                    <a:pt x="2263140" y="273368"/>
                  </a:lnTo>
                  <a:lnTo>
                    <a:pt x="2258854" y="271939"/>
                  </a:lnTo>
                  <a:lnTo>
                    <a:pt x="2267903" y="269081"/>
                  </a:lnTo>
                  <a:lnTo>
                    <a:pt x="2276475" y="268605"/>
                  </a:lnTo>
                  <a:lnTo>
                    <a:pt x="2287905" y="270986"/>
                  </a:lnTo>
                  <a:lnTo>
                    <a:pt x="2299811" y="272415"/>
                  </a:lnTo>
                  <a:lnTo>
                    <a:pt x="2334101" y="282416"/>
                  </a:lnTo>
                  <a:lnTo>
                    <a:pt x="2341721" y="282893"/>
                  </a:lnTo>
                  <a:lnTo>
                    <a:pt x="2350294" y="281940"/>
                  </a:lnTo>
                  <a:lnTo>
                    <a:pt x="2369820" y="277178"/>
                  </a:lnTo>
                  <a:lnTo>
                    <a:pt x="2372678" y="275749"/>
                  </a:lnTo>
                  <a:lnTo>
                    <a:pt x="2378869" y="270510"/>
                  </a:lnTo>
                  <a:lnTo>
                    <a:pt x="2378869" y="268605"/>
                  </a:lnTo>
                  <a:lnTo>
                    <a:pt x="2373154" y="266224"/>
                  </a:lnTo>
                  <a:lnTo>
                    <a:pt x="2370296" y="265748"/>
                  </a:lnTo>
                  <a:lnTo>
                    <a:pt x="2390775" y="259080"/>
                  </a:lnTo>
                  <a:lnTo>
                    <a:pt x="2397443" y="253365"/>
                  </a:lnTo>
                  <a:lnTo>
                    <a:pt x="2396966" y="251460"/>
                  </a:lnTo>
                  <a:lnTo>
                    <a:pt x="2390299" y="249555"/>
                  </a:lnTo>
                  <a:lnTo>
                    <a:pt x="2386489" y="249079"/>
                  </a:lnTo>
                  <a:lnTo>
                    <a:pt x="2361248" y="252889"/>
                  </a:lnTo>
                  <a:lnTo>
                    <a:pt x="2349818" y="251936"/>
                  </a:lnTo>
                  <a:lnTo>
                    <a:pt x="2346008" y="250508"/>
                  </a:lnTo>
                  <a:lnTo>
                    <a:pt x="2346484" y="249079"/>
                  </a:lnTo>
                  <a:lnTo>
                    <a:pt x="2350770" y="247650"/>
                  </a:lnTo>
                  <a:lnTo>
                    <a:pt x="2355056" y="247174"/>
                  </a:lnTo>
                  <a:lnTo>
                    <a:pt x="2359819" y="247650"/>
                  </a:lnTo>
                  <a:lnTo>
                    <a:pt x="2366486" y="246698"/>
                  </a:lnTo>
                  <a:lnTo>
                    <a:pt x="2378869" y="243364"/>
                  </a:lnTo>
                  <a:lnTo>
                    <a:pt x="2407444" y="239554"/>
                  </a:lnTo>
                  <a:lnTo>
                    <a:pt x="2409349" y="236220"/>
                  </a:lnTo>
                  <a:lnTo>
                    <a:pt x="2393633" y="218599"/>
                  </a:lnTo>
                  <a:lnTo>
                    <a:pt x="2392204" y="215741"/>
                  </a:lnTo>
                  <a:lnTo>
                    <a:pt x="2394585" y="216694"/>
                  </a:lnTo>
                  <a:lnTo>
                    <a:pt x="2402681" y="221933"/>
                  </a:lnTo>
                  <a:lnTo>
                    <a:pt x="2411730" y="226695"/>
                  </a:lnTo>
                  <a:lnTo>
                    <a:pt x="2418398" y="228600"/>
                  </a:lnTo>
                  <a:lnTo>
                    <a:pt x="2425541" y="229076"/>
                  </a:lnTo>
                  <a:lnTo>
                    <a:pt x="2431733" y="227648"/>
                  </a:lnTo>
                  <a:lnTo>
                    <a:pt x="2436971" y="224314"/>
                  </a:lnTo>
                  <a:lnTo>
                    <a:pt x="2451735" y="211455"/>
                  </a:lnTo>
                  <a:lnTo>
                    <a:pt x="2463165" y="204311"/>
                  </a:lnTo>
                  <a:lnTo>
                    <a:pt x="2492216" y="190024"/>
                  </a:lnTo>
                  <a:lnTo>
                    <a:pt x="2527935" y="175736"/>
                  </a:lnTo>
                  <a:lnTo>
                    <a:pt x="2542223" y="167164"/>
                  </a:lnTo>
                  <a:lnTo>
                    <a:pt x="2570321" y="156210"/>
                  </a:lnTo>
                  <a:lnTo>
                    <a:pt x="2592705" y="143828"/>
                  </a:lnTo>
                  <a:lnTo>
                    <a:pt x="2594610" y="139541"/>
                  </a:lnTo>
                  <a:lnTo>
                    <a:pt x="2578894" y="138113"/>
                  </a:lnTo>
                  <a:lnTo>
                    <a:pt x="2562225" y="139541"/>
                  </a:lnTo>
                  <a:lnTo>
                    <a:pt x="2474595" y="158115"/>
                  </a:lnTo>
                  <a:lnTo>
                    <a:pt x="2466975" y="159068"/>
                  </a:lnTo>
                  <a:lnTo>
                    <a:pt x="2460784" y="158115"/>
                  </a:lnTo>
                  <a:lnTo>
                    <a:pt x="2461736" y="155734"/>
                  </a:lnTo>
                  <a:lnTo>
                    <a:pt x="2522220" y="140494"/>
                  </a:lnTo>
                  <a:lnTo>
                    <a:pt x="2524125" y="139541"/>
                  </a:lnTo>
                  <a:lnTo>
                    <a:pt x="2526030" y="137160"/>
                  </a:lnTo>
                  <a:lnTo>
                    <a:pt x="2526030" y="129064"/>
                  </a:lnTo>
                  <a:lnTo>
                    <a:pt x="2530793" y="124777"/>
                  </a:lnTo>
                  <a:lnTo>
                    <a:pt x="2551748" y="123825"/>
                  </a:lnTo>
                  <a:lnTo>
                    <a:pt x="2562225" y="122396"/>
                  </a:lnTo>
                  <a:lnTo>
                    <a:pt x="2569369" y="120491"/>
                  </a:lnTo>
                  <a:lnTo>
                    <a:pt x="2572703" y="116681"/>
                  </a:lnTo>
                  <a:lnTo>
                    <a:pt x="2578418" y="114300"/>
                  </a:lnTo>
                  <a:lnTo>
                    <a:pt x="2600801" y="115252"/>
                  </a:lnTo>
                  <a:lnTo>
                    <a:pt x="2605564" y="114300"/>
                  </a:lnTo>
                  <a:lnTo>
                    <a:pt x="2616041" y="110014"/>
                  </a:lnTo>
                  <a:lnTo>
                    <a:pt x="2634139" y="105728"/>
                  </a:lnTo>
                  <a:lnTo>
                    <a:pt x="2671286" y="92393"/>
                  </a:lnTo>
                  <a:lnTo>
                    <a:pt x="2682240" y="89535"/>
                  </a:lnTo>
                  <a:lnTo>
                    <a:pt x="2689384" y="83820"/>
                  </a:lnTo>
                  <a:lnTo>
                    <a:pt x="2701290" y="77629"/>
                  </a:lnTo>
                  <a:lnTo>
                    <a:pt x="2712720" y="69533"/>
                  </a:lnTo>
                  <a:lnTo>
                    <a:pt x="2715101" y="64294"/>
                  </a:lnTo>
                  <a:lnTo>
                    <a:pt x="2711768" y="59531"/>
                  </a:lnTo>
                  <a:lnTo>
                    <a:pt x="2708910" y="56198"/>
                  </a:lnTo>
                  <a:lnTo>
                    <a:pt x="2706053" y="54293"/>
                  </a:lnTo>
                  <a:lnTo>
                    <a:pt x="2698433" y="52388"/>
                  </a:lnTo>
                  <a:lnTo>
                    <a:pt x="2671762" y="50006"/>
                  </a:lnTo>
                  <a:lnTo>
                    <a:pt x="2645569" y="55721"/>
                  </a:lnTo>
                  <a:lnTo>
                    <a:pt x="2645569" y="54293"/>
                  </a:lnTo>
                  <a:lnTo>
                    <a:pt x="2651284" y="48578"/>
                  </a:lnTo>
                  <a:lnTo>
                    <a:pt x="2651284" y="45720"/>
                  </a:lnTo>
                  <a:lnTo>
                    <a:pt x="2641283" y="38100"/>
                  </a:lnTo>
                  <a:lnTo>
                    <a:pt x="2634139" y="34766"/>
                  </a:lnTo>
                  <a:lnTo>
                    <a:pt x="2632234" y="33338"/>
                  </a:lnTo>
                  <a:lnTo>
                    <a:pt x="2633186" y="31909"/>
                  </a:lnTo>
                  <a:lnTo>
                    <a:pt x="2635091" y="30480"/>
                  </a:lnTo>
                  <a:lnTo>
                    <a:pt x="2638425" y="28575"/>
                  </a:lnTo>
                  <a:lnTo>
                    <a:pt x="2637473" y="26670"/>
                  </a:lnTo>
                  <a:lnTo>
                    <a:pt x="2632710" y="24765"/>
                  </a:lnTo>
                  <a:lnTo>
                    <a:pt x="2621280" y="23336"/>
                  </a:lnTo>
                  <a:lnTo>
                    <a:pt x="2616041" y="23813"/>
                  </a:lnTo>
                  <a:lnTo>
                    <a:pt x="2606040" y="27623"/>
                  </a:lnTo>
                  <a:lnTo>
                    <a:pt x="2603659" y="27623"/>
                  </a:lnTo>
                  <a:lnTo>
                    <a:pt x="2599373" y="24289"/>
                  </a:lnTo>
                  <a:lnTo>
                    <a:pt x="2594610" y="19526"/>
                  </a:lnTo>
                  <a:lnTo>
                    <a:pt x="2590324" y="17621"/>
                  </a:lnTo>
                  <a:lnTo>
                    <a:pt x="2587466" y="17621"/>
                  </a:lnTo>
                  <a:lnTo>
                    <a:pt x="2583180" y="18574"/>
                  </a:lnTo>
                  <a:lnTo>
                    <a:pt x="2581275" y="20003"/>
                  </a:lnTo>
                  <a:lnTo>
                    <a:pt x="2578418" y="24289"/>
                  </a:lnTo>
                  <a:lnTo>
                    <a:pt x="2576512" y="25718"/>
                  </a:lnTo>
                  <a:lnTo>
                    <a:pt x="2573179" y="25718"/>
                  </a:lnTo>
                  <a:lnTo>
                    <a:pt x="2567940" y="23813"/>
                  </a:lnTo>
                  <a:lnTo>
                    <a:pt x="2561749" y="22384"/>
                  </a:lnTo>
                  <a:lnTo>
                    <a:pt x="2548414" y="25241"/>
                  </a:lnTo>
                  <a:lnTo>
                    <a:pt x="2531745" y="30956"/>
                  </a:lnTo>
                  <a:lnTo>
                    <a:pt x="2523173" y="32861"/>
                  </a:lnTo>
                  <a:lnTo>
                    <a:pt x="2518886" y="32861"/>
                  </a:lnTo>
                  <a:lnTo>
                    <a:pt x="2505075" y="36671"/>
                  </a:lnTo>
                  <a:lnTo>
                    <a:pt x="2493645" y="38100"/>
                  </a:lnTo>
                  <a:lnTo>
                    <a:pt x="2478881" y="38576"/>
                  </a:lnTo>
                  <a:lnTo>
                    <a:pt x="2468880" y="38100"/>
                  </a:lnTo>
                  <a:lnTo>
                    <a:pt x="2472690" y="36195"/>
                  </a:lnTo>
                  <a:lnTo>
                    <a:pt x="2524601" y="24289"/>
                  </a:lnTo>
                  <a:lnTo>
                    <a:pt x="2532698" y="20479"/>
                  </a:lnTo>
                  <a:lnTo>
                    <a:pt x="2538889" y="16669"/>
                  </a:lnTo>
                  <a:lnTo>
                    <a:pt x="2538889" y="14764"/>
                  </a:lnTo>
                  <a:lnTo>
                    <a:pt x="2533174" y="13335"/>
                  </a:lnTo>
                  <a:lnTo>
                    <a:pt x="2505551" y="12383"/>
                  </a:lnTo>
                  <a:lnTo>
                    <a:pt x="2497931" y="11430"/>
                  </a:lnTo>
                  <a:lnTo>
                    <a:pt x="2487930" y="11906"/>
                  </a:lnTo>
                  <a:lnTo>
                    <a:pt x="2481739" y="11430"/>
                  </a:lnTo>
                  <a:lnTo>
                    <a:pt x="2471261" y="7620"/>
                  </a:lnTo>
                  <a:lnTo>
                    <a:pt x="2462212" y="8096"/>
                  </a:lnTo>
                  <a:lnTo>
                    <a:pt x="2434590" y="6668"/>
                  </a:lnTo>
                  <a:lnTo>
                    <a:pt x="2431733" y="6191"/>
                  </a:lnTo>
                  <a:lnTo>
                    <a:pt x="2424589" y="476"/>
                  </a:lnTo>
                  <a:lnTo>
                    <a:pt x="2420779" y="476"/>
                  </a:lnTo>
                  <a:lnTo>
                    <a:pt x="2417445" y="0"/>
                  </a:lnTo>
                  <a:lnTo>
                    <a:pt x="2386965" y="1429"/>
                  </a:lnTo>
                  <a:lnTo>
                    <a:pt x="2379821" y="2858"/>
                  </a:lnTo>
                  <a:lnTo>
                    <a:pt x="2368391" y="8096"/>
                  </a:lnTo>
                  <a:lnTo>
                    <a:pt x="2369344" y="10001"/>
                  </a:lnTo>
                  <a:lnTo>
                    <a:pt x="2376487" y="12859"/>
                  </a:lnTo>
                  <a:lnTo>
                    <a:pt x="2385536" y="17621"/>
                  </a:lnTo>
                  <a:lnTo>
                    <a:pt x="2385060" y="18574"/>
                  </a:lnTo>
                  <a:lnTo>
                    <a:pt x="2378393" y="16669"/>
                  </a:lnTo>
                  <a:lnTo>
                    <a:pt x="2368868" y="12383"/>
                  </a:lnTo>
                  <a:lnTo>
                    <a:pt x="2349341" y="1429"/>
                  </a:lnTo>
                  <a:lnTo>
                    <a:pt x="2346484" y="953"/>
                  </a:lnTo>
                  <a:lnTo>
                    <a:pt x="2321243" y="2858"/>
                  </a:lnTo>
                  <a:lnTo>
                    <a:pt x="2303621" y="10001"/>
                  </a:lnTo>
                  <a:lnTo>
                    <a:pt x="2301240" y="11906"/>
                  </a:lnTo>
                  <a:lnTo>
                    <a:pt x="2299811" y="14764"/>
                  </a:lnTo>
                  <a:lnTo>
                    <a:pt x="2299811" y="18098"/>
                  </a:lnTo>
                  <a:lnTo>
                    <a:pt x="2306955" y="23336"/>
                  </a:lnTo>
                  <a:lnTo>
                    <a:pt x="2322671" y="30956"/>
                  </a:lnTo>
                  <a:lnTo>
                    <a:pt x="2326481" y="33814"/>
                  </a:lnTo>
                  <a:lnTo>
                    <a:pt x="2305526" y="29528"/>
                  </a:lnTo>
                  <a:lnTo>
                    <a:pt x="2290762" y="22860"/>
                  </a:lnTo>
                  <a:lnTo>
                    <a:pt x="2283619" y="18574"/>
                  </a:lnTo>
                  <a:lnTo>
                    <a:pt x="2278856" y="14288"/>
                  </a:lnTo>
                  <a:lnTo>
                    <a:pt x="2274094" y="11430"/>
                  </a:lnTo>
                  <a:lnTo>
                    <a:pt x="2266950" y="9525"/>
                  </a:lnTo>
                  <a:lnTo>
                    <a:pt x="2221706" y="6668"/>
                  </a:lnTo>
                  <a:lnTo>
                    <a:pt x="2174558" y="10001"/>
                  </a:lnTo>
                  <a:lnTo>
                    <a:pt x="2177415" y="13335"/>
                  </a:lnTo>
                  <a:lnTo>
                    <a:pt x="2181701" y="17621"/>
                  </a:lnTo>
                  <a:lnTo>
                    <a:pt x="2198846" y="26194"/>
                  </a:lnTo>
                  <a:lnTo>
                    <a:pt x="2206466" y="30956"/>
                  </a:lnTo>
                  <a:lnTo>
                    <a:pt x="2209800" y="33814"/>
                  </a:lnTo>
                  <a:lnTo>
                    <a:pt x="2225040" y="40481"/>
                  </a:lnTo>
                  <a:lnTo>
                    <a:pt x="2227898" y="43339"/>
                  </a:lnTo>
                  <a:lnTo>
                    <a:pt x="2221706" y="46196"/>
                  </a:lnTo>
                  <a:lnTo>
                    <a:pt x="2212658" y="49530"/>
                  </a:lnTo>
                  <a:lnTo>
                    <a:pt x="2207895" y="48101"/>
                  </a:lnTo>
                  <a:lnTo>
                    <a:pt x="2204561" y="43339"/>
                  </a:lnTo>
                  <a:lnTo>
                    <a:pt x="2201228" y="40005"/>
                  </a:lnTo>
                  <a:lnTo>
                    <a:pt x="2198370" y="37624"/>
                  </a:lnTo>
                  <a:lnTo>
                    <a:pt x="2171224" y="23813"/>
                  </a:lnTo>
                  <a:lnTo>
                    <a:pt x="2162651" y="20003"/>
                  </a:lnTo>
                  <a:lnTo>
                    <a:pt x="2157889" y="19050"/>
                  </a:lnTo>
                  <a:lnTo>
                    <a:pt x="2145983" y="18098"/>
                  </a:lnTo>
                  <a:lnTo>
                    <a:pt x="2126933" y="19526"/>
                  </a:lnTo>
                  <a:lnTo>
                    <a:pt x="2104549" y="16193"/>
                  </a:lnTo>
                  <a:lnTo>
                    <a:pt x="2080736" y="15716"/>
                  </a:lnTo>
                  <a:lnTo>
                    <a:pt x="2071687" y="18098"/>
                  </a:lnTo>
                  <a:lnTo>
                    <a:pt x="2072164" y="19526"/>
                  </a:lnTo>
                  <a:lnTo>
                    <a:pt x="2077879" y="22384"/>
                  </a:lnTo>
                  <a:lnTo>
                    <a:pt x="2082641" y="26194"/>
                  </a:lnTo>
                  <a:lnTo>
                    <a:pt x="2089309" y="29051"/>
                  </a:lnTo>
                  <a:lnTo>
                    <a:pt x="2104073" y="33338"/>
                  </a:lnTo>
                  <a:lnTo>
                    <a:pt x="2118360" y="36671"/>
                  </a:lnTo>
                  <a:lnTo>
                    <a:pt x="2119789" y="38100"/>
                  </a:lnTo>
                  <a:lnTo>
                    <a:pt x="2110264" y="38576"/>
                  </a:lnTo>
                  <a:lnTo>
                    <a:pt x="2075021" y="35719"/>
                  </a:lnTo>
                  <a:lnTo>
                    <a:pt x="2055019" y="30480"/>
                  </a:lnTo>
                  <a:lnTo>
                    <a:pt x="2043112" y="29528"/>
                  </a:lnTo>
                  <a:lnTo>
                    <a:pt x="2039302" y="30956"/>
                  </a:lnTo>
                  <a:lnTo>
                    <a:pt x="2037398" y="32385"/>
                  </a:lnTo>
                  <a:lnTo>
                    <a:pt x="2038350" y="34766"/>
                  </a:lnTo>
                  <a:lnTo>
                    <a:pt x="2049780" y="45720"/>
                  </a:lnTo>
                  <a:lnTo>
                    <a:pt x="2047875" y="47149"/>
                  </a:lnTo>
                  <a:lnTo>
                    <a:pt x="2036921" y="45244"/>
                  </a:lnTo>
                  <a:lnTo>
                    <a:pt x="2023586" y="40958"/>
                  </a:lnTo>
                  <a:lnTo>
                    <a:pt x="2016443" y="40481"/>
                  </a:lnTo>
                  <a:lnTo>
                    <a:pt x="2005012" y="42386"/>
                  </a:lnTo>
                  <a:lnTo>
                    <a:pt x="2005012" y="44768"/>
                  </a:lnTo>
                  <a:lnTo>
                    <a:pt x="2010727" y="48101"/>
                  </a:lnTo>
                  <a:lnTo>
                    <a:pt x="2020252" y="51911"/>
                  </a:lnTo>
                  <a:lnTo>
                    <a:pt x="2018824" y="52864"/>
                  </a:lnTo>
                  <a:lnTo>
                    <a:pt x="2008346" y="53816"/>
                  </a:lnTo>
                  <a:lnTo>
                    <a:pt x="1999774" y="56198"/>
                  </a:lnTo>
                  <a:lnTo>
                    <a:pt x="1993583" y="59531"/>
                  </a:lnTo>
                  <a:lnTo>
                    <a:pt x="1993583" y="62389"/>
                  </a:lnTo>
                  <a:lnTo>
                    <a:pt x="2000250" y="67151"/>
                  </a:lnTo>
                  <a:lnTo>
                    <a:pt x="2008823" y="71914"/>
                  </a:lnTo>
                  <a:lnTo>
                    <a:pt x="2026920" y="79058"/>
                  </a:lnTo>
                  <a:lnTo>
                    <a:pt x="2072640" y="92393"/>
                  </a:lnTo>
                  <a:lnTo>
                    <a:pt x="2089785" y="100489"/>
                  </a:lnTo>
                  <a:lnTo>
                    <a:pt x="2096929" y="106680"/>
                  </a:lnTo>
                  <a:lnTo>
                    <a:pt x="2095500" y="107156"/>
                  </a:lnTo>
                  <a:lnTo>
                    <a:pt x="2087880" y="104299"/>
                  </a:lnTo>
                  <a:lnTo>
                    <a:pt x="2080260" y="100013"/>
                  </a:lnTo>
                  <a:lnTo>
                    <a:pt x="2072164" y="96679"/>
                  </a:lnTo>
                  <a:lnTo>
                    <a:pt x="2058829" y="94298"/>
                  </a:lnTo>
                  <a:lnTo>
                    <a:pt x="2023586" y="84773"/>
                  </a:lnTo>
                  <a:lnTo>
                    <a:pt x="2000250" y="76676"/>
                  </a:lnTo>
                  <a:lnTo>
                    <a:pt x="1991201" y="74295"/>
                  </a:lnTo>
                  <a:lnTo>
                    <a:pt x="1987868" y="74295"/>
                  </a:lnTo>
                  <a:lnTo>
                    <a:pt x="1985486" y="75724"/>
                  </a:lnTo>
                  <a:lnTo>
                    <a:pt x="1984058" y="78581"/>
                  </a:lnTo>
                  <a:lnTo>
                    <a:pt x="1986915" y="81915"/>
                  </a:lnTo>
                  <a:lnTo>
                    <a:pt x="1998345" y="87154"/>
                  </a:lnTo>
                  <a:lnTo>
                    <a:pt x="1997393" y="89535"/>
                  </a:lnTo>
                  <a:lnTo>
                    <a:pt x="1987868" y="88583"/>
                  </a:lnTo>
                  <a:lnTo>
                    <a:pt x="1983105" y="87154"/>
                  </a:lnTo>
                  <a:lnTo>
                    <a:pt x="1973580" y="81439"/>
                  </a:lnTo>
                  <a:lnTo>
                    <a:pt x="1967865" y="77629"/>
                  </a:lnTo>
                  <a:lnTo>
                    <a:pt x="1953577" y="66199"/>
                  </a:lnTo>
                  <a:lnTo>
                    <a:pt x="1945481" y="64294"/>
                  </a:lnTo>
                  <a:lnTo>
                    <a:pt x="1926908" y="62389"/>
                  </a:lnTo>
                  <a:lnTo>
                    <a:pt x="1920716" y="60484"/>
                  </a:lnTo>
                  <a:lnTo>
                    <a:pt x="1914049" y="57150"/>
                  </a:lnTo>
                  <a:lnTo>
                    <a:pt x="1908810" y="56198"/>
                  </a:lnTo>
                  <a:lnTo>
                    <a:pt x="1895951" y="60008"/>
                  </a:lnTo>
                  <a:lnTo>
                    <a:pt x="1888808" y="63341"/>
                  </a:lnTo>
                  <a:lnTo>
                    <a:pt x="1878330" y="69533"/>
                  </a:lnTo>
                  <a:lnTo>
                    <a:pt x="1874044" y="70009"/>
                  </a:lnTo>
                  <a:lnTo>
                    <a:pt x="1864995" y="72866"/>
                  </a:lnTo>
                  <a:lnTo>
                    <a:pt x="1850231" y="75248"/>
                  </a:lnTo>
                  <a:lnTo>
                    <a:pt x="1851660" y="77629"/>
                  </a:lnTo>
                  <a:lnTo>
                    <a:pt x="1894999" y="89535"/>
                  </a:lnTo>
                  <a:lnTo>
                    <a:pt x="1899761" y="91440"/>
                  </a:lnTo>
                  <a:lnTo>
                    <a:pt x="1903571" y="93821"/>
                  </a:lnTo>
                  <a:lnTo>
                    <a:pt x="1904048" y="94774"/>
                  </a:lnTo>
                  <a:lnTo>
                    <a:pt x="1891665" y="94774"/>
                  </a:lnTo>
                  <a:lnTo>
                    <a:pt x="1886902" y="97155"/>
                  </a:lnTo>
                  <a:lnTo>
                    <a:pt x="1883093" y="97155"/>
                  </a:lnTo>
                  <a:lnTo>
                    <a:pt x="1875473" y="95250"/>
                  </a:lnTo>
                  <a:lnTo>
                    <a:pt x="1865948" y="90964"/>
                  </a:lnTo>
                  <a:lnTo>
                    <a:pt x="1858327" y="89535"/>
                  </a:lnTo>
                  <a:lnTo>
                    <a:pt x="1849755" y="89059"/>
                  </a:lnTo>
                  <a:lnTo>
                    <a:pt x="1842611" y="90488"/>
                  </a:lnTo>
                  <a:lnTo>
                    <a:pt x="1836896" y="93821"/>
                  </a:lnTo>
                  <a:lnTo>
                    <a:pt x="1836420" y="96679"/>
                  </a:lnTo>
                  <a:lnTo>
                    <a:pt x="1829752" y="93345"/>
                  </a:lnTo>
                  <a:lnTo>
                    <a:pt x="1823561" y="89059"/>
                  </a:lnTo>
                  <a:lnTo>
                    <a:pt x="1815465" y="86678"/>
                  </a:lnTo>
                  <a:lnTo>
                    <a:pt x="1801177" y="85725"/>
                  </a:lnTo>
                  <a:lnTo>
                    <a:pt x="1784033" y="88583"/>
                  </a:lnTo>
                  <a:lnTo>
                    <a:pt x="1773555" y="91916"/>
                  </a:lnTo>
                  <a:lnTo>
                    <a:pt x="1764030" y="97155"/>
                  </a:lnTo>
                  <a:lnTo>
                    <a:pt x="1756410" y="100489"/>
                  </a:lnTo>
                  <a:lnTo>
                    <a:pt x="1747837" y="102394"/>
                  </a:lnTo>
                  <a:lnTo>
                    <a:pt x="1729740" y="102394"/>
                  </a:lnTo>
                  <a:lnTo>
                    <a:pt x="1718786" y="103823"/>
                  </a:lnTo>
                  <a:lnTo>
                    <a:pt x="1703546" y="108109"/>
                  </a:lnTo>
                  <a:lnTo>
                    <a:pt x="1694021" y="111443"/>
                  </a:lnTo>
                  <a:lnTo>
                    <a:pt x="1686877" y="114776"/>
                  </a:lnTo>
                  <a:lnTo>
                    <a:pt x="1679258" y="119539"/>
                  </a:lnTo>
                  <a:lnTo>
                    <a:pt x="1677829" y="123349"/>
                  </a:lnTo>
                  <a:lnTo>
                    <a:pt x="1687354" y="128111"/>
                  </a:lnTo>
                  <a:lnTo>
                    <a:pt x="1691640" y="128111"/>
                  </a:lnTo>
                  <a:close/>
                  <a:moveTo>
                    <a:pt x="2065496" y="1290161"/>
                  </a:moveTo>
                  <a:lnTo>
                    <a:pt x="2066925" y="1288256"/>
                  </a:lnTo>
                  <a:lnTo>
                    <a:pt x="2060258" y="1284923"/>
                  </a:lnTo>
                  <a:lnTo>
                    <a:pt x="2052637" y="1283018"/>
                  </a:lnTo>
                  <a:lnTo>
                    <a:pt x="2055495" y="1282541"/>
                  </a:lnTo>
                  <a:lnTo>
                    <a:pt x="2055971" y="1281113"/>
                  </a:lnTo>
                  <a:lnTo>
                    <a:pt x="2054543" y="1278731"/>
                  </a:lnTo>
                  <a:lnTo>
                    <a:pt x="2051685" y="1275874"/>
                  </a:lnTo>
                  <a:lnTo>
                    <a:pt x="2046923" y="1272540"/>
                  </a:lnTo>
                  <a:lnTo>
                    <a:pt x="2043589" y="1272064"/>
                  </a:lnTo>
                  <a:lnTo>
                    <a:pt x="2040731" y="1275874"/>
                  </a:lnTo>
                  <a:lnTo>
                    <a:pt x="2040255" y="1275874"/>
                  </a:lnTo>
                  <a:lnTo>
                    <a:pt x="2037398" y="1275398"/>
                  </a:lnTo>
                  <a:lnTo>
                    <a:pt x="2029301" y="1273493"/>
                  </a:lnTo>
                  <a:lnTo>
                    <a:pt x="2016443" y="1276350"/>
                  </a:lnTo>
                  <a:lnTo>
                    <a:pt x="2010727" y="1276826"/>
                  </a:lnTo>
                  <a:lnTo>
                    <a:pt x="2010251" y="1275874"/>
                  </a:lnTo>
                  <a:lnTo>
                    <a:pt x="2016443" y="1271111"/>
                  </a:lnTo>
                  <a:lnTo>
                    <a:pt x="2017871" y="1269683"/>
                  </a:lnTo>
                  <a:lnTo>
                    <a:pt x="2018348" y="1268254"/>
                  </a:lnTo>
                  <a:lnTo>
                    <a:pt x="2017871" y="1265873"/>
                  </a:lnTo>
                  <a:lnTo>
                    <a:pt x="2014061" y="1254443"/>
                  </a:lnTo>
                  <a:lnTo>
                    <a:pt x="2009299" y="1247299"/>
                  </a:lnTo>
                  <a:lnTo>
                    <a:pt x="2005012" y="1242536"/>
                  </a:lnTo>
                  <a:lnTo>
                    <a:pt x="2001202" y="1240155"/>
                  </a:lnTo>
                  <a:lnTo>
                    <a:pt x="1997393" y="1238726"/>
                  </a:lnTo>
                  <a:lnTo>
                    <a:pt x="1986915" y="1236345"/>
                  </a:lnTo>
                  <a:lnTo>
                    <a:pt x="1984058" y="1235393"/>
                  </a:lnTo>
                  <a:lnTo>
                    <a:pt x="1973104" y="1228725"/>
                  </a:lnTo>
                  <a:lnTo>
                    <a:pt x="1965960" y="1225868"/>
                  </a:lnTo>
                  <a:lnTo>
                    <a:pt x="1965008" y="1225391"/>
                  </a:lnTo>
                  <a:lnTo>
                    <a:pt x="1958816" y="1217771"/>
                  </a:lnTo>
                  <a:lnTo>
                    <a:pt x="1955959" y="1216343"/>
                  </a:lnTo>
                  <a:lnTo>
                    <a:pt x="1947862" y="1214438"/>
                  </a:lnTo>
                  <a:lnTo>
                    <a:pt x="1941671" y="1213961"/>
                  </a:lnTo>
                  <a:lnTo>
                    <a:pt x="1935480" y="1212056"/>
                  </a:lnTo>
                  <a:lnTo>
                    <a:pt x="1934051" y="1210628"/>
                  </a:lnTo>
                  <a:lnTo>
                    <a:pt x="1932623" y="1206818"/>
                  </a:lnTo>
                  <a:lnTo>
                    <a:pt x="1929765" y="1203960"/>
                  </a:lnTo>
                  <a:lnTo>
                    <a:pt x="1921669" y="1198721"/>
                  </a:lnTo>
                  <a:lnTo>
                    <a:pt x="1919287" y="1198721"/>
                  </a:lnTo>
                  <a:lnTo>
                    <a:pt x="1917859" y="1199674"/>
                  </a:lnTo>
                  <a:lnTo>
                    <a:pt x="1912620" y="1207770"/>
                  </a:lnTo>
                  <a:lnTo>
                    <a:pt x="1910239" y="1210628"/>
                  </a:lnTo>
                  <a:lnTo>
                    <a:pt x="1908810" y="1211104"/>
                  </a:lnTo>
                  <a:lnTo>
                    <a:pt x="1907858" y="1210628"/>
                  </a:lnTo>
                  <a:lnTo>
                    <a:pt x="1903095" y="1201103"/>
                  </a:lnTo>
                  <a:lnTo>
                    <a:pt x="1896904" y="1197293"/>
                  </a:lnTo>
                  <a:lnTo>
                    <a:pt x="1896904" y="1196340"/>
                  </a:lnTo>
                  <a:lnTo>
                    <a:pt x="1897380" y="1195388"/>
                  </a:lnTo>
                  <a:lnTo>
                    <a:pt x="1900714" y="1193006"/>
                  </a:lnTo>
                  <a:lnTo>
                    <a:pt x="1901666" y="1191101"/>
                  </a:lnTo>
                  <a:lnTo>
                    <a:pt x="1900714" y="1187291"/>
                  </a:lnTo>
                  <a:lnTo>
                    <a:pt x="1899285" y="1184434"/>
                  </a:lnTo>
                  <a:lnTo>
                    <a:pt x="1896904" y="1181576"/>
                  </a:lnTo>
                  <a:lnTo>
                    <a:pt x="1890236" y="1178719"/>
                  </a:lnTo>
                  <a:lnTo>
                    <a:pt x="1888331" y="1175861"/>
                  </a:lnTo>
                  <a:lnTo>
                    <a:pt x="1887855" y="1172051"/>
                  </a:lnTo>
                  <a:lnTo>
                    <a:pt x="1886902" y="1172051"/>
                  </a:lnTo>
                  <a:lnTo>
                    <a:pt x="1882140" y="1173956"/>
                  </a:lnTo>
                  <a:lnTo>
                    <a:pt x="1878330" y="1176814"/>
                  </a:lnTo>
                  <a:lnTo>
                    <a:pt x="1873091" y="1183958"/>
                  </a:lnTo>
                  <a:lnTo>
                    <a:pt x="1871186" y="1187291"/>
                  </a:lnTo>
                  <a:lnTo>
                    <a:pt x="1869281" y="1193006"/>
                  </a:lnTo>
                  <a:lnTo>
                    <a:pt x="1867852" y="1199674"/>
                  </a:lnTo>
                  <a:lnTo>
                    <a:pt x="1865471" y="1222058"/>
                  </a:lnTo>
                  <a:lnTo>
                    <a:pt x="1864043" y="1228249"/>
                  </a:lnTo>
                  <a:lnTo>
                    <a:pt x="1860233" y="1241108"/>
                  </a:lnTo>
                  <a:lnTo>
                    <a:pt x="1859280" y="1246346"/>
                  </a:lnTo>
                  <a:lnTo>
                    <a:pt x="1859280" y="1249680"/>
                  </a:lnTo>
                  <a:lnTo>
                    <a:pt x="1859756" y="1256348"/>
                  </a:lnTo>
                  <a:lnTo>
                    <a:pt x="1862614" y="1263968"/>
                  </a:lnTo>
                  <a:lnTo>
                    <a:pt x="1863566" y="1266825"/>
                  </a:lnTo>
                  <a:lnTo>
                    <a:pt x="1863566" y="1269206"/>
                  </a:lnTo>
                  <a:lnTo>
                    <a:pt x="1861661" y="1271588"/>
                  </a:lnTo>
                  <a:lnTo>
                    <a:pt x="1857851" y="1273969"/>
                  </a:lnTo>
                  <a:lnTo>
                    <a:pt x="1842135" y="1280636"/>
                  </a:lnTo>
                  <a:lnTo>
                    <a:pt x="1840706" y="1282065"/>
                  </a:lnTo>
                  <a:lnTo>
                    <a:pt x="1837373" y="1285875"/>
                  </a:lnTo>
                  <a:lnTo>
                    <a:pt x="1833086" y="1292066"/>
                  </a:lnTo>
                  <a:lnTo>
                    <a:pt x="1832134" y="1294448"/>
                  </a:lnTo>
                  <a:lnTo>
                    <a:pt x="1832134" y="1296353"/>
                  </a:lnTo>
                  <a:lnTo>
                    <a:pt x="1832610" y="1298258"/>
                  </a:lnTo>
                  <a:lnTo>
                    <a:pt x="1833562" y="1298734"/>
                  </a:lnTo>
                  <a:lnTo>
                    <a:pt x="1836896" y="1299686"/>
                  </a:lnTo>
                  <a:lnTo>
                    <a:pt x="1841659" y="1299686"/>
                  </a:lnTo>
                  <a:lnTo>
                    <a:pt x="1844040" y="1299210"/>
                  </a:lnTo>
                  <a:lnTo>
                    <a:pt x="1853089" y="1294448"/>
                  </a:lnTo>
                  <a:lnTo>
                    <a:pt x="1862614" y="1294924"/>
                  </a:lnTo>
                  <a:lnTo>
                    <a:pt x="1879283" y="1292066"/>
                  </a:lnTo>
                  <a:lnTo>
                    <a:pt x="1880711" y="1292543"/>
                  </a:lnTo>
                  <a:lnTo>
                    <a:pt x="1881664" y="1293495"/>
                  </a:lnTo>
                  <a:lnTo>
                    <a:pt x="1882616" y="1294924"/>
                  </a:lnTo>
                  <a:lnTo>
                    <a:pt x="1887855" y="1315403"/>
                  </a:lnTo>
                  <a:lnTo>
                    <a:pt x="1890236" y="1322546"/>
                  </a:lnTo>
                  <a:lnTo>
                    <a:pt x="1893570" y="1323499"/>
                  </a:lnTo>
                  <a:lnTo>
                    <a:pt x="1898809" y="1322546"/>
                  </a:lnTo>
                  <a:lnTo>
                    <a:pt x="1908334" y="1319689"/>
                  </a:lnTo>
                  <a:lnTo>
                    <a:pt x="1914049" y="1316831"/>
                  </a:lnTo>
                  <a:lnTo>
                    <a:pt x="1919764" y="1313498"/>
                  </a:lnTo>
                  <a:lnTo>
                    <a:pt x="1922621" y="1311116"/>
                  </a:lnTo>
                  <a:lnTo>
                    <a:pt x="1924050" y="1309211"/>
                  </a:lnTo>
                  <a:lnTo>
                    <a:pt x="1927860" y="1301591"/>
                  </a:lnTo>
                  <a:lnTo>
                    <a:pt x="1930718" y="1298734"/>
                  </a:lnTo>
                  <a:lnTo>
                    <a:pt x="1932146" y="1297781"/>
                  </a:lnTo>
                  <a:lnTo>
                    <a:pt x="1935956" y="1297305"/>
                  </a:lnTo>
                  <a:lnTo>
                    <a:pt x="1940243" y="1294924"/>
                  </a:lnTo>
                  <a:lnTo>
                    <a:pt x="1950244" y="1286828"/>
                  </a:lnTo>
                  <a:lnTo>
                    <a:pt x="1952625" y="1283494"/>
                  </a:lnTo>
                  <a:lnTo>
                    <a:pt x="1953577" y="1281113"/>
                  </a:lnTo>
                  <a:lnTo>
                    <a:pt x="1954054" y="1275874"/>
                  </a:lnTo>
                  <a:lnTo>
                    <a:pt x="1955006" y="1273493"/>
                  </a:lnTo>
                  <a:lnTo>
                    <a:pt x="1957864" y="1271111"/>
                  </a:lnTo>
                  <a:lnTo>
                    <a:pt x="1964531" y="1268730"/>
                  </a:lnTo>
                  <a:lnTo>
                    <a:pt x="1968341" y="1267778"/>
                  </a:lnTo>
                  <a:lnTo>
                    <a:pt x="1972627" y="1267778"/>
                  </a:lnTo>
                  <a:lnTo>
                    <a:pt x="1974533" y="1269683"/>
                  </a:lnTo>
                  <a:lnTo>
                    <a:pt x="1973580" y="1273016"/>
                  </a:lnTo>
                  <a:lnTo>
                    <a:pt x="1973580" y="1274921"/>
                  </a:lnTo>
                  <a:lnTo>
                    <a:pt x="1976914" y="1276350"/>
                  </a:lnTo>
                  <a:lnTo>
                    <a:pt x="1989296" y="1278731"/>
                  </a:lnTo>
                  <a:lnTo>
                    <a:pt x="1992630" y="1280636"/>
                  </a:lnTo>
                  <a:lnTo>
                    <a:pt x="1994535" y="1291114"/>
                  </a:lnTo>
                  <a:lnTo>
                    <a:pt x="1995487" y="1292543"/>
                  </a:lnTo>
                  <a:lnTo>
                    <a:pt x="2003584" y="1293495"/>
                  </a:lnTo>
                  <a:lnTo>
                    <a:pt x="2009775" y="1294924"/>
                  </a:lnTo>
                  <a:lnTo>
                    <a:pt x="2029777" y="1301591"/>
                  </a:lnTo>
                  <a:lnTo>
                    <a:pt x="2036445" y="1304449"/>
                  </a:lnTo>
                  <a:lnTo>
                    <a:pt x="2041208" y="1305401"/>
                  </a:lnTo>
                  <a:lnTo>
                    <a:pt x="2042160" y="1305401"/>
                  </a:lnTo>
                  <a:lnTo>
                    <a:pt x="2044065" y="1304449"/>
                  </a:lnTo>
                  <a:lnTo>
                    <a:pt x="2052161" y="1298258"/>
                  </a:lnTo>
                  <a:lnTo>
                    <a:pt x="2059305" y="1293971"/>
                  </a:lnTo>
                  <a:lnTo>
                    <a:pt x="2065496" y="1290161"/>
                  </a:lnTo>
                  <a:close/>
                  <a:moveTo>
                    <a:pt x="2755583" y="2134076"/>
                  </a:moveTo>
                  <a:lnTo>
                    <a:pt x="2761298" y="2131695"/>
                  </a:lnTo>
                  <a:lnTo>
                    <a:pt x="2761774" y="2130743"/>
                  </a:lnTo>
                  <a:lnTo>
                    <a:pt x="2757964" y="2128361"/>
                  </a:lnTo>
                  <a:lnTo>
                    <a:pt x="2759869" y="2126456"/>
                  </a:lnTo>
                  <a:lnTo>
                    <a:pt x="2760821" y="2124075"/>
                  </a:lnTo>
                  <a:lnTo>
                    <a:pt x="2760821" y="2122646"/>
                  </a:lnTo>
                  <a:lnTo>
                    <a:pt x="2760345" y="2121694"/>
                  </a:lnTo>
                  <a:lnTo>
                    <a:pt x="2757011" y="2120265"/>
                  </a:lnTo>
                  <a:lnTo>
                    <a:pt x="2752725" y="2119789"/>
                  </a:lnTo>
                  <a:lnTo>
                    <a:pt x="2747962" y="2120265"/>
                  </a:lnTo>
                  <a:lnTo>
                    <a:pt x="2747486" y="2116931"/>
                  </a:lnTo>
                  <a:lnTo>
                    <a:pt x="2745581" y="2115026"/>
                  </a:lnTo>
                  <a:lnTo>
                    <a:pt x="2742724" y="2115979"/>
                  </a:lnTo>
                  <a:lnTo>
                    <a:pt x="2740819" y="2117408"/>
                  </a:lnTo>
                  <a:lnTo>
                    <a:pt x="2738437" y="2119789"/>
                  </a:lnTo>
                  <a:lnTo>
                    <a:pt x="2735580" y="2123599"/>
                  </a:lnTo>
                  <a:lnTo>
                    <a:pt x="2736056" y="2125980"/>
                  </a:lnTo>
                  <a:lnTo>
                    <a:pt x="2730818" y="2130266"/>
                  </a:lnTo>
                  <a:lnTo>
                    <a:pt x="2731770" y="2131219"/>
                  </a:lnTo>
                  <a:lnTo>
                    <a:pt x="2739866" y="2129790"/>
                  </a:lnTo>
                  <a:lnTo>
                    <a:pt x="2739390" y="2130743"/>
                  </a:lnTo>
                  <a:lnTo>
                    <a:pt x="2731770" y="2137886"/>
                  </a:lnTo>
                  <a:lnTo>
                    <a:pt x="2730341" y="2138839"/>
                  </a:lnTo>
                  <a:lnTo>
                    <a:pt x="2727960" y="2139315"/>
                  </a:lnTo>
                  <a:lnTo>
                    <a:pt x="2725579" y="2138839"/>
                  </a:lnTo>
                  <a:lnTo>
                    <a:pt x="2723674" y="2138839"/>
                  </a:lnTo>
                  <a:lnTo>
                    <a:pt x="2719387" y="2140744"/>
                  </a:lnTo>
                  <a:lnTo>
                    <a:pt x="2718435" y="2138839"/>
                  </a:lnTo>
                  <a:lnTo>
                    <a:pt x="2719864" y="2136934"/>
                  </a:lnTo>
                  <a:lnTo>
                    <a:pt x="2722721" y="2135029"/>
                  </a:lnTo>
                  <a:lnTo>
                    <a:pt x="2722721" y="2134076"/>
                  </a:lnTo>
                  <a:lnTo>
                    <a:pt x="2720340" y="2133124"/>
                  </a:lnTo>
                  <a:lnTo>
                    <a:pt x="2722245" y="2131695"/>
                  </a:lnTo>
                  <a:lnTo>
                    <a:pt x="2726055" y="2130266"/>
                  </a:lnTo>
                  <a:lnTo>
                    <a:pt x="2726055" y="2128838"/>
                  </a:lnTo>
                  <a:lnTo>
                    <a:pt x="2723674" y="2128838"/>
                  </a:lnTo>
                  <a:lnTo>
                    <a:pt x="2718911" y="2130743"/>
                  </a:lnTo>
                  <a:lnTo>
                    <a:pt x="2717959" y="2130266"/>
                  </a:lnTo>
                  <a:lnTo>
                    <a:pt x="2724626" y="2125980"/>
                  </a:lnTo>
                  <a:lnTo>
                    <a:pt x="2727484" y="2124551"/>
                  </a:lnTo>
                  <a:lnTo>
                    <a:pt x="2730341" y="2123599"/>
                  </a:lnTo>
                  <a:lnTo>
                    <a:pt x="2736056" y="2120265"/>
                  </a:lnTo>
                  <a:lnTo>
                    <a:pt x="2737485" y="2118360"/>
                  </a:lnTo>
                  <a:lnTo>
                    <a:pt x="2738914" y="2115979"/>
                  </a:lnTo>
                  <a:lnTo>
                    <a:pt x="2738437" y="2114550"/>
                  </a:lnTo>
                  <a:lnTo>
                    <a:pt x="2739390" y="2109788"/>
                  </a:lnTo>
                  <a:lnTo>
                    <a:pt x="2742724" y="2101215"/>
                  </a:lnTo>
                  <a:lnTo>
                    <a:pt x="2744629" y="2095976"/>
                  </a:lnTo>
                  <a:lnTo>
                    <a:pt x="2744629" y="2094548"/>
                  </a:lnTo>
                  <a:lnTo>
                    <a:pt x="2741295" y="2087880"/>
                  </a:lnTo>
                  <a:lnTo>
                    <a:pt x="2741295" y="2085975"/>
                  </a:lnTo>
                  <a:lnTo>
                    <a:pt x="2742248" y="2084070"/>
                  </a:lnTo>
                  <a:lnTo>
                    <a:pt x="2739390" y="2083594"/>
                  </a:lnTo>
                  <a:lnTo>
                    <a:pt x="2736533" y="2084070"/>
                  </a:lnTo>
                  <a:lnTo>
                    <a:pt x="2735104" y="2085023"/>
                  </a:lnTo>
                  <a:lnTo>
                    <a:pt x="2730341" y="2089785"/>
                  </a:lnTo>
                  <a:lnTo>
                    <a:pt x="2726531" y="2092643"/>
                  </a:lnTo>
                  <a:lnTo>
                    <a:pt x="2724626" y="2095500"/>
                  </a:lnTo>
                  <a:lnTo>
                    <a:pt x="2722721" y="2098834"/>
                  </a:lnTo>
                  <a:lnTo>
                    <a:pt x="2714149" y="2113598"/>
                  </a:lnTo>
                  <a:lnTo>
                    <a:pt x="2712244" y="2115979"/>
                  </a:lnTo>
                  <a:lnTo>
                    <a:pt x="2708434" y="2119313"/>
                  </a:lnTo>
                  <a:lnTo>
                    <a:pt x="2706053" y="2124075"/>
                  </a:lnTo>
                  <a:lnTo>
                    <a:pt x="2705576" y="2128838"/>
                  </a:lnTo>
                  <a:lnTo>
                    <a:pt x="2707005" y="2138363"/>
                  </a:lnTo>
                  <a:lnTo>
                    <a:pt x="2708434" y="2140268"/>
                  </a:lnTo>
                  <a:lnTo>
                    <a:pt x="2711291" y="2143125"/>
                  </a:lnTo>
                  <a:lnTo>
                    <a:pt x="2712720" y="2144078"/>
                  </a:lnTo>
                  <a:lnTo>
                    <a:pt x="2714149" y="2144078"/>
                  </a:lnTo>
                  <a:lnTo>
                    <a:pt x="2716054" y="2143601"/>
                  </a:lnTo>
                  <a:lnTo>
                    <a:pt x="2719387" y="2143601"/>
                  </a:lnTo>
                  <a:lnTo>
                    <a:pt x="2723198" y="2142649"/>
                  </a:lnTo>
                  <a:lnTo>
                    <a:pt x="2727008" y="2142649"/>
                  </a:lnTo>
                  <a:lnTo>
                    <a:pt x="2730818" y="2143601"/>
                  </a:lnTo>
                  <a:lnTo>
                    <a:pt x="2733675" y="2143601"/>
                  </a:lnTo>
                  <a:lnTo>
                    <a:pt x="2743200" y="2140744"/>
                  </a:lnTo>
                  <a:lnTo>
                    <a:pt x="2749391" y="2136934"/>
                  </a:lnTo>
                  <a:lnTo>
                    <a:pt x="2752249" y="2133600"/>
                  </a:lnTo>
                  <a:lnTo>
                    <a:pt x="2755583" y="2134076"/>
                  </a:lnTo>
                  <a:close/>
                  <a:moveTo>
                    <a:pt x="1626870" y="1387793"/>
                  </a:moveTo>
                  <a:lnTo>
                    <a:pt x="1627346" y="1389221"/>
                  </a:lnTo>
                  <a:lnTo>
                    <a:pt x="1630680" y="1392079"/>
                  </a:lnTo>
                  <a:lnTo>
                    <a:pt x="1632109" y="1392079"/>
                  </a:lnTo>
                  <a:lnTo>
                    <a:pt x="1633537" y="1390650"/>
                  </a:lnTo>
                  <a:lnTo>
                    <a:pt x="1633537" y="1389698"/>
                  </a:lnTo>
                  <a:lnTo>
                    <a:pt x="1630680" y="1387316"/>
                  </a:lnTo>
                  <a:lnTo>
                    <a:pt x="1626870" y="1387793"/>
                  </a:lnTo>
                  <a:close/>
                  <a:moveTo>
                    <a:pt x="3005614" y="2060258"/>
                  </a:moveTo>
                  <a:lnTo>
                    <a:pt x="3004661" y="2057400"/>
                  </a:lnTo>
                  <a:lnTo>
                    <a:pt x="3004185" y="2055019"/>
                  </a:lnTo>
                  <a:lnTo>
                    <a:pt x="3003233" y="2054066"/>
                  </a:lnTo>
                  <a:lnTo>
                    <a:pt x="3001804" y="2054066"/>
                  </a:lnTo>
                  <a:lnTo>
                    <a:pt x="3000851" y="2055971"/>
                  </a:lnTo>
                  <a:lnTo>
                    <a:pt x="2998946" y="2060734"/>
                  </a:lnTo>
                  <a:lnTo>
                    <a:pt x="2996565" y="2063591"/>
                  </a:lnTo>
                  <a:lnTo>
                    <a:pt x="2992755" y="2066449"/>
                  </a:lnTo>
                  <a:lnTo>
                    <a:pt x="2990374" y="2067878"/>
                  </a:lnTo>
                  <a:lnTo>
                    <a:pt x="2988945" y="2066449"/>
                  </a:lnTo>
                  <a:lnTo>
                    <a:pt x="2988469" y="2065496"/>
                  </a:lnTo>
                  <a:lnTo>
                    <a:pt x="2988469" y="2059305"/>
                  </a:lnTo>
                  <a:lnTo>
                    <a:pt x="2989421" y="2055971"/>
                  </a:lnTo>
                  <a:lnTo>
                    <a:pt x="2990850" y="2052638"/>
                  </a:lnTo>
                  <a:lnTo>
                    <a:pt x="2994660" y="2045494"/>
                  </a:lnTo>
                  <a:lnTo>
                    <a:pt x="2996089" y="2043113"/>
                  </a:lnTo>
                  <a:lnTo>
                    <a:pt x="2998946" y="2040255"/>
                  </a:lnTo>
                  <a:lnTo>
                    <a:pt x="2998946" y="2039303"/>
                  </a:lnTo>
                  <a:lnTo>
                    <a:pt x="2998470" y="2038350"/>
                  </a:lnTo>
                  <a:lnTo>
                    <a:pt x="2997041" y="2037874"/>
                  </a:lnTo>
                  <a:lnTo>
                    <a:pt x="2991326" y="2041208"/>
                  </a:lnTo>
                  <a:lnTo>
                    <a:pt x="2984659" y="2044065"/>
                  </a:lnTo>
                  <a:lnTo>
                    <a:pt x="2977039" y="2055019"/>
                  </a:lnTo>
                  <a:lnTo>
                    <a:pt x="2973705" y="2058353"/>
                  </a:lnTo>
                  <a:lnTo>
                    <a:pt x="2971324" y="2058829"/>
                  </a:lnTo>
                  <a:lnTo>
                    <a:pt x="2967990" y="2058829"/>
                  </a:lnTo>
                  <a:lnTo>
                    <a:pt x="2966561" y="2057400"/>
                  </a:lnTo>
                  <a:lnTo>
                    <a:pt x="2965609" y="2055495"/>
                  </a:lnTo>
                  <a:lnTo>
                    <a:pt x="2964656" y="2053114"/>
                  </a:lnTo>
                  <a:lnTo>
                    <a:pt x="2964656" y="2052638"/>
                  </a:lnTo>
                  <a:lnTo>
                    <a:pt x="2970371" y="2047399"/>
                  </a:lnTo>
                  <a:lnTo>
                    <a:pt x="2971800" y="2045494"/>
                  </a:lnTo>
                  <a:lnTo>
                    <a:pt x="2972276" y="2043589"/>
                  </a:lnTo>
                  <a:lnTo>
                    <a:pt x="2971800" y="2043113"/>
                  </a:lnTo>
                  <a:lnTo>
                    <a:pt x="2967037" y="2043589"/>
                  </a:lnTo>
                  <a:lnTo>
                    <a:pt x="2964656" y="2043113"/>
                  </a:lnTo>
                  <a:lnTo>
                    <a:pt x="2968466" y="2042160"/>
                  </a:lnTo>
                  <a:lnTo>
                    <a:pt x="2969895" y="2041684"/>
                  </a:lnTo>
                  <a:lnTo>
                    <a:pt x="2969895" y="2041208"/>
                  </a:lnTo>
                  <a:lnTo>
                    <a:pt x="2974658" y="2040255"/>
                  </a:lnTo>
                  <a:lnTo>
                    <a:pt x="2975610" y="2039303"/>
                  </a:lnTo>
                  <a:lnTo>
                    <a:pt x="2975134" y="2036445"/>
                  </a:lnTo>
                  <a:lnTo>
                    <a:pt x="2973229" y="2035016"/>
                  </a:lnTo>
                  <a:lnTo>
                    <a:pt x="2976086" y="2034064"/>
                  </a:lnTo>
                  <a:lnTo>
                    <a:pt x="2980373" y="2031206"/>
                  </a:lnTo>
                  <a:lnTo>
                    <a:pt x="2982754" y="2028349"/>
                  </a:lnTo>
                  <a:lnTo>
                    <a:pt x="2983706" y="2027873"/>
                  </a:lnTo>
                  <a:lnTo>
                    <a:pt x="2986087" y="2027873"/>
                  </a:lnTo>
                  <a:lnTo>
                    <a:pt x="2987516" y="2027396"/>
                  </a:lnTo>
                  <a:lnTo>
                    <a:pt x="2988945" y="2026444"/>
                  </a:lnTo>
                  <a:lnTo>
                    <a:pt x="2991326" y="2023110"/>
                  </a:lnTo>
                  <a:lnTo>
                    <a:pt x="2992279" y="2021681"/>
                  </a:lnTo>
                  <a:lnTo>
                    <a:pt x="2992755" y="2019300"/>
                  </a:lnTo>
                  <a:lnTo>
                    <a:pt x="2992755" y="2016443"/>
                  </a:lnTo>
                  <a:lnTo>
                    <a:pt x="2992279" y="2015490"/>
                  </a:lnTo>
                  <a:lnTo>
                    <a:pt x="2991803" y="2015490"/>
                  </a:lnTo>
                  <a:lnTo>
                    <a:pt x="2989421" y="2016443"/>
                  </a:lnTo>
                  <a:lnTo>
                    <a:pt x="2986087" y="2018824"/>
                  </a:lnTo>
                  <a:lnTo>
                    <a:pt x="2984183" y="2019300"/>
                  </a:lnTo>
                  <a:lnTo>
                    <a:pt x="2981325" y="2018824"/>
                  </a:lnTo>
                  <a:lnTo>
                    <a:pt x="2979420" y="2019300"/>
                  </a:lnTo>
                  <a:lnTo>
                    <a:pt x="2974658" y="2022634"/>
                  </a:lnTo>
                  <a:lnTo>
                    <a:pt x="2971324" y="2021205"/>
                  </a:lnTo>
                  <a:lnTo>
                    <a:pt x="2967990" y="2021681"/>
                  </a:lnTo>
                  <a:lnTo>
                    <a:pt x="2966085" y="2023586"/>
                  </a:lnTo>
                  <a:lnTo>
                    <a:pt x="2964180" y="2023586"/>
                  </a:lnTo>
                  <a:lnTo>
                    <a:pt x="2961323" y="2024063"/>
                  </a:lnTo>
                  <a:lnTo>
                    <a:pt x="2955608" y="2025968"/>
                  </a:lnTo>
                  <a:lnTo>
                    <a:pt x="2955131" y="2025968"/>
                  </a:lnTo>
                  <a:lnTo>
                    <a:pt x="2956560" y="2025015"/>
                  </a:lnTo>
                  <a:lnTo>
                    <a:pt x="2962751" y="2022158"/>
                  </a:lnTo>
                  <a:lnTo>
                    <a:pt x="2965609" y="2020253"/>
                  </a:lnTo>
                  <a:lnTo>
                    <a:pt x="2966085" y="2017871"/>
                  </a:lnTo>
                  <a:lnTo>
                    <a:pt x="2968466" y="2014538"/>
                  </a:lnTo>
                  <a:lnTo>
                    <a:pt x="2968943" y="2013585"/>
                  </a:lnTo>
                  <a:lnTo>
                    <a:pt x="2966085" y="2013109"/>
                  </a:lnTo>
                  <a:lnTo>
                    <a:pt x="2962751" y="2013585"/>
                  </a:lnTo>
                  <a:lnTo>
                    <a:pt x="2959894" y="2012633"/>
                  </a:lnTo>
                  <a:lnTo>
                    <a:pt x="2959894" y="2011680"/>
                  </a:lnTo>
                  <a:lnTo>
                    <a:pt x="2960370" y="2011204"/>
                  </a:lnTo>
                  <a:lnTo>
                    <a:pt x="2962751" y="2009775"/>
                  </a:lnTo>
                  <a:lnTo>
                    <a:pt x="2964180" y="2008346"/>
                  </a:lnTo>
                  <a:lnTo>
                    <a:pt x="2964180" y="2007870"/>
                  </a:lnTo>
                  <a:lnTo>
                    <a:pt x="2960846" y="2007870"/>
                  </a:lnTo>
                  <a:lnTo>
                    <a:pt x="2955608" y="2008823"/>
                  </a:lnTo>
                  <a:lnTo>
                    <a:pt x="2953703" y="2008823"/>
                  </a:lnTo>
                  <a:lnTo>
                    <a:pt x="2962275" y="2004536"/>
                  </a:lnTo>
                  <a:lnTo>
                    <a:pt x="2964180" y="2003108"/>
                  </a:lnTo>
                  <a:lnTo>
                    <a:pt x="2964656" y="2002155"/>
                  </a:lnTo>
                  <a:lnTo>
                    <a:pt x="2965133" y="2000250"/>
                  </a:lnTo>
                  <a:lnTo>
                    <a:pt x="2967037" y="1998345"/>
                  </a:lnTo>
                  <a:lnTo>
                    <a:pt x="2969895" y="1996440"/>
                  </a:lnTo>
                  <a:lnTo>
                    <a:pt x="2973229" y="1993583"/>
                  </a:lnTo>
                  <a:lnTo>
                    <a:pt x="2973705" y="1991201"/>
                  </a:lnTo>
                  <a:lnTo>
                    <a:pt x="2973229" y="1987868"/>
                  </a:lnTo>
                  <a:lnTo>
                    <a:pt x="2971324" y="1985486"/>
                  </a:lnTo>
                  <a:lnTo>
                    <a:pt x="2966561" y="1982629"/>
                  </a:lnTo>
                  <a:lnTo>
                    <a:pt x="2962751" y="1980724"/>
                  </a:lnTo>
                  <a:lnTo>
                    <a:pt x="2959418" y="1980248"/>
                  </a:lnTo>
                  <a:lnTo>
                    <a:pt x="2948940" y="1981200"/>
                  </a:lnTo>
                  <a:lnTo>
                    <a:pt x="2947511" y="1981200"/>
                  </a:lnTo>
                  <a:lnTo>
                    <a:pt x="2946083" y="1981676"/>
                  </a:lnTo>
                  <a:lnTo>
                    <a:pt x="2945130" y="1982629"/>
                  </a:lnTo>
                  <a:lnTo>
                    <a:pt x="2945130" y="1986439"/>
                  </a:lnTo>
                  <a:lnTo>
                    <a:pt x="2944654" y="1985963"/>
                  </a:lnTo>
                  <a:lnTo>
                    <a:pt x="2944654" y="1983581"/>
                  </a:lnTo>
                  <a:lnTo>
                    <a:pt x="2944178" y="1980724"/>
                  </a:lnTo>
                  <a:lnTo>
                    <a:pt x="2944654" y="1977866"/>
                  </a:lnTo>
                  <a:lnTo>
                    <a:pt x="2943701" y="1977866"/>
                  </a:lnTo>
                  <a:lnTo>
                    <a:pt x="2941320" y="1979295"/>
                  </a:lnTo>
                  <a:lnTo>
                    <a:pt x="2938939" y="1981200"/>
                  </a:lnTo>
                  <a:lnTo>
                    <a:pt x="2936558" y="1983581"/>
                  </a:lnTo>
                  <a:lnTo>
                    <a:pt x="2934176" y="1985010"/>
                  </a:lnTo>
                  <a:lnTo>
                    <a:pt x="2932271" y="1985486"/>
                  </a:lnTo>
                  <a:lnTo>
                    <a:pt x="2929890" y="1986915"/>
                  </a:lnTo>
                  <a:lnTo>
                    <a:pt x="2927509" y="1988820"/>
                  </a:lnTo>
                  <a:lnTo>
                    <a:pt x="2926556" y="1989296"/>
                  </a:lnTo>
                  <a:lnTo>
                    <a:pt x="2926556" y="1987868"/>
                  </a:lnTo>
                  <a:lnTo>
                    <a:pt x="2926080" y="1987391"/>
                  </a:lnTo>
                  <a:lnTo>
                    <a:pt x="2924651" y="1987868"/>
                  </a:lnTo>
                  <a:lnTo>
                    <a:pt x="2920841" y="1990249"/>
                  </a:lnTo>
                  <a:lnTo>
                    <a:pt x="2918460" y="1992154"/>
                  </a:lnTo>
                  <a:lnTo>
                    <a:pt x="2917984" y="1993106"/>
                  </a:lnTo>
                  <a:lnTo>
                    <a:pt x="2917984" y="1995011"/>
                  </a:lnTo>
                  <a:lnTo>
                    <a:pt x="2917984" y="1995964"/>
                  </a:lnTo>
                  <a:lnTo>
                    <a:pt x="2915126" y="1997869"/>
                  </a:lnTo>
                  <a:lnTo>
                    <a:pt x="2914650" y="1997869"/>
                  </a:lnTo>
                  <a:lnTo>
                    <a:pt x="2915603" y="1995964"/>
                  </a:lnTo>
                  <a:lnTo>
                    <a:pt x="2915126" y="1994059"/>
                  </a:lnTo>
                  <a:lnTo>
                    <a:pt x="2917984" y="1989773"/>
                  </a:lnTo>
                  <a:lnTo>
                    <a:pt x="2918936" y="1986915"/>
                  </a:lnTo>
                  <a:lnTo>
                    <a:pt x="2919889" y="1983581"/>
                  </a:lnTo>
                  <a:lnTo>
                    <a:pt x="2919889" y="1980248"/>
                  </a:lnTo>
                  <a:lnTo>
                    <a:pt x="2918936" y="1979295"/>
                  </a:lnTo>
                  <a:lnTo>
                    <a:pt x="2917508" y="1978819"/>
                  </a:lnTo>
                  <a:lnTo>
                    <a:pt x="2917031" y="1979295"/>
                  </a:lnTo>
                  <a:lnTo>
                    <a:pt x="2917031" y="1983581"/>
                  </a:lnTo>
                  <a:lnTo>
                    <a:pt x="2916555" y="1984534"/>
                  </a:lnTo>
                  <a:lnTo>
                    <a:pt x="2914650" y="1985486"/>
                  </a:lnTo>
                  <a:lnTo>
                    <a:pt x="2914174" y="1985010"/>
                  </a:lnTo>
                  <a:lnTo>
                    <a:pt x="2914174" y="1982629"/>
                  </a:lnTo>
                  <a:lnTo>
                    <a:pt x="2913221" y="1981200"/>
                  </a:lnTo>
                  <a:lnTo>
                    <a:pt x="2913221" y="1980248"/>
                  </a:lnTo>
                  <a:lnTo>
                    <a:pt x="2909411" y="1981676"/>
                  </a:lnTo>
                  <a:lnTo>
                    <a:pt x="2903220" y="1983105"/>
                  </a:lnTo>
                  <a:lnTo>
                    <a:pt x="2898458" y="1979771"/>
                  </a:lnTo>
                  <a:lnTo>
                    <a:pt x="2890837" y="1982153"/>
                  </a:lnTo>
                  <a:lnTo>
                    <a:pt x="2889409" y="1982153"/>
                  </a:lnTo>
                  <a:lnTo>
                    <a:pt x="2896076" y="1976438"/>
                  </a:lnTo>
                  <a:lnTo>
                    <a:pt x="2896553" y="1973580"/>
                  </a:lnTo>
                  <a:lnTo>
                    <a:pt x="2897029" y="1972628"/>
                  </a:lnTo>
                  <a:lnTo>
                    <a:pt x="2896076" y="1972151"/>
                  </a:lnTo>
                  <a:lnTo>
                    <a:pt x="2893695" y="1972151"/>
                  </a:lnTo>
                  <a:lnTo>
                    <a:pt x="2891314" y="1973104"/>
                  </a:lnTo>
                  <a:lnTo>
                    <a:pt x="2888933" y="1974533"/>
                  </a:lnTo>
                  <a:lnTo>
                    <a:pt x="2888456" y="1974533"/>
                  </a:lnTo>
                  <a:lnTo>
                    <a:pt x="2891790" y="1970723"/>
                  </a:lnTo>
                  <a:lnTo>
                    <a:pt x="2902744" y="1965484"/>
                  </a:lnTo>
                  <a:lnTo>
                    <a:pt x="2907506" y="1962626"/>
                  </a:lnTo>
                  <a:lnTo>
                    <a:pt x="2909411" y="1960721"/>
                  </a:lnTo>
                  <a:lnTo>
                    <a:pt x="2910364" y="1958816"/>
                  </a:lnTo>
                  <a:lnTo>
                    <a:pt x="2909411" y="1958340"/>
                  </a:lnTo>
                  <a:lnTo>
                    <a:pt x="2904649" y="1959769"/>
                  </a:lnTo>
                  <a:lnTo>
                    <a:pt x="2901791" y="1960245"/>
                  </a:lnTo>
                  <a:lnTo>
                    <a:pt x="2897981" y="1957864"/>
                  </a:lnTo>
                  <a:lnTo>
                    <a:pt x="2896076" y="1957864"/>
                  </a:lnTo>
                  <a:lnTo>
                    <a:pt x="2890837" y="1959293"/>
                  </a:lnTo>
                  <a:lnTo>
                    <a:pt x="2887980" y="1961198"/>
                  </a:lnTo>
                  <a:lnTo>
                    <a:pt x="2887980" y="1960245"/>
                  </a:lnTo>
                  <a:lnTo>
                    <a:pt x="2889409" y="1957864"/>
                  </a:lnTo>
                  <a:lnTo>
                    <a:pt x="2889409" y="1955959"/>
                  </a:lnTo>
                  <a:lnTo>
                    <a:pt x="2888456" y="1954530"/>
                  </a:lnTo>
                  <a:lnTo>
                    <a:pt x="2887504" y="1954054"/>
                  </a:lnTo>
                  <a:lnTo>
                    <a:pt x="2885123" y="1955006"/>
                  </a:lnTo>
                  <a:lnTo>
                    <a:pt x="2882741" y="1958340"/>
                  </a:lnTo>
                  <a:lnTo>
                    <a:pt x="2880836" y="1961674"/>
                  </a:lnTo>
                  <a:lnTo>
                    <a:pt x="2878931" y="1963103"/>
                  </a:lnTo>
                  <a:lnTo>
                    <a:pt x="2876550" y="1964531"/>
                  </a:lnTo>
                  <a:lnTo>
                    <a:pt x="2872740" y="1968341"/>
                  </a:lnTo>
                  <a:lnTo>
                    <a:pt x="2867978" y="1974533"/>
                  </a:lnTo>
                  <a:lnTo>
                    <a:pt x="2865596" y="1976438"/>
                  </a:lnTo>
                  <a:lnTo>
                    <a:pt x="2866073" y="1973580"/>
                  </a:lnTo>
                  <a:lnTo>
                    <a:pt x="2866073" y="1972151"/>
                  </a:lnTo>
                  <a:lnTo>
                    <a:pt x="2865596" y="1971675"/>
                  </a:lnTo>
                  <a:lnTo>
                    <a:pt x="2865120" y="1969770"/>
                  </a:lnTo>
                  <a:lnTo>
                    <a:pt x="2865596" y="1968818"/>
                  </a:lnTo>
                  <a:lnTo>
                    <a:pt x="2867501" y="1966913"/>
                  </a:lnTo>
                  <a:lnTo>
                    <a:pt x="2868930" y="1964531"/>
                  </a:lnTo>
                  <a:lnTo>
                    <a:pt x="2868930" y="1963579"/>
                  </a:lnTo>
                  <a:lnTo>
                    <a:pt x="2868930" y="1961198"/>
                  </a:lnTo>
                  <a:lnTo>
                    <a:pt x="2869406" y="1959293"/>
                  </a:lnTo>
                  <a:lnTo>
                    <a:pt x="2870835" y="1956911"/>
                  </a:lnTo>
                  <a:lnTo>
                    <a:pt x="2876074" y="1950244"/>
                  </a:lnTo>
                  <a:lnTo>
                    <a:pt x="2877979" y="1947386"/>
                  </a:lnTo>
                  <a:lnTo>
                    <a:pt x="2878931" y="1944053"/>
                  </a:lnTo>
                  <a:lnTo>
                    <a:pt x="2878931" y="1942624"/>
                  </a:lnTo>
                  <a:lnTo>
                    <a:pt x="2881312" y="1941195"/>
                  </a:lnTo>
                  <a:lnTo>
                    <a:pt x="2887504" y="1933575"/>
                  </a:lnTo>
                  <a:lnTo>
                    <a:pt x="2889409" y="1930718"/>
                  </a:lnTo>
                  <a:lnTo>
                    <a:pt x="2889885" y="1926908"/>
                  </a:lnTo>
                  <a:lnTo>
                    <a:pt x="2890361" y="1925955"/>
                  </a:lnTo>
                  <a:lnTo>
                    <a:pt x="2891314" y="1925003"/>
                  </a:lnTo>
                  <a:lnTo>
                    <a:pt x="2895124" y="1922621"/>
                  </a:lnTo>
                  <a:lnTo>
                    <a:pt x="2897981" y="1919288"/>
                  </a:lnTo>
                  <a:lnTo>
                    <a:pt x="2900362" y="1913573"/>
                  </a:lnTo>
                  <a:lnTo>
                    <a:pt x="2900839" y="1911191"/>
                  </a:lnTo>
                  <a:lnTo>
                    <a:pt x="2900839" y="1909286"/>
                  </a:lnTo>
                  <a:lnTo>
                    <a:pt x="2900362" y="1907858"/>
                  </a:lnTo>
                  <a:lnTo>
                    <a:pt x="2899886" y="1906905"/>
                  </a:lnTo>
                  <a:lnTo>
                    <a:pt x="2898934" y="1906429"/>
                  </a:lnTo>
                  <a:lnTo>
                    <a:pt x="2897981" y="1906429"/>
                  </a:lnTo>
                  <a:lnTo>
                    <a:pt x="2895124" y="1907381"/>
                  </a:lnTo>
                  <a:lnTo>
                    <a:pt x="2893695" y="1906905"/>
                  </a:lnTo>
                  <a:lnTo>
                    <a:pt x="2892743" y="1905476"/>
                  </a:lnTo>
                  <a:lnTo>
                    <a:pt x="2892266" y="1904048"/>
                  </a:lnTo>
                  <a:lnTo>
                    <a:pt x="2892743" y="1901190"/>
                  </a:lnTo>
                  <a:lnTo>
                    <a:pt x="2895600" y="1900714"/>
                  </a:lnTo>
                  <a:lnTo>
                    <a:pt x="2902744" y="1900238"/>
                  </a:lnTo>
                  <a:lnTo>
                    <a:pt x="2906078" y="1899761"/>
                  </a:lnTo>
                  <a:lnTo>
                    <a:pt x="2907506" y="1899285"/>
                  </a:lnTo>
                  <a:lnTo>
                    <a:pt x="2909411" y="1896904"/>
                  </a:lnTo>
                  <a:lnTo>
                    <a:pt x="2911793" y="1892618"/>
                  </a:lnTo>
                  <a:lnTo>
                    <a:pt x="2911793" y="1891665"/>
                  </a:lnTo>
                  <a:lnTo>
                    <a:pt x="2910364" y="1890236"/>
                  </a:lnTo>
                  <a:lnTo>
                    <a:pt x="2909411" y="1889760"/>
                  </a:lnTo>
                  <a:lnTo>
                    <a:pt x="2904649" y="1890713"/>
                  </a:lnTo>
                  <a:lnTo>
                    <a:pt x="2903696" y="1891665"/>
                  </a:lnTo>
                  <a:lnTo>
                    <a:pt x="2905125" y="1894046"/>
                  </a:lnTo>
                  <a:lnTo>
                    <a:pt x="2904173" y="1895951"/>
                  </a:lnTo>
                  <a:lnTo>
                    <a:pt x="2897981" y="1894523"/>
                  </a:lnTo>
                  <a:lnTo>
                    <a:pt x="2896553" y="1892141"/>
                  </a:lnTo>
                  <a:lnTo>
                    <a:pt x="2892266" y="1892141"/>
                  </a:lnTo>
                  <a:lnTo>
                    <a:pt x="2886075" y="1895951"/>
                  </a:lnTo>
                  <a:lnTo>
                    <a:pt x="2875598" y="1899761"/>
                  </a:lnTo>
                  <a:lnTo>
                    <a:pt x="2872264" y="1901190"/>
                  </a:lnTo>
                  <a:lnTo>
                    <a:pt x="2869883" y="1902619"/>
                  </a:lnTo>
                  <a:lnTo>
                    <a:pt x="2867501" y="1905000"/>
                  </a:lnTo>
                  <a:lnTo>
                    <a:pt x="2865596" y="1910715"/>
                  </a:lnTo>
                  <a:lnTo>
                    <a:pt x="2865120" y="1911668"/>
                  </a:lnTo>
                  <a:lnTo>
                    <a:pt x="2859881" y="1915954"/>
                  </a:lnTo>
                  <a:lnTo>
                    <a:pt x="2857976" y="1916906"/>
                  </a:lnTo>
                  <a:lnTo>
                    <a:pt x="2857976" y="1917383"/>
                  </a:lnTo>
                  <a:lnTo>
                    <a:pt x="2858929" y="1918811"/>
                  </a:lnTo>
                  <a:lnTo>
                    <a:pt x="2859405" y="1920240"/>
                  </a:lnTo>
                  <a:lnTo>
                    <a:pt x="2857976" y="1924050"/>
                  </a:lnTo>
                  <a:lnTo>
                    <a:pt x="2855119" y="1927384"/>
                  </a:lnTo>
                  <a:lnTo>
                    <a:pt x="2851309" y="1929289"/>
                  </a:lnTo>
                  <a:lnTo>
                    <a:pt x="2850356" y="1930241"/>
                  </a:lnTo>
                  <a:lnTo>
                    <a:pt x="2849404" y="1931194"/>
                  </a:lnTo>
                  <a:lnTo>
                    <a:pt x="2849404" y="1932146"/>
                  </a:lnTo>
                  <a:lnTo>
                    <a:pt x="2850356" y="1933099"/>
                  </a:lnTo>
                  <a:lnTo>
                    <a:pt x="2853214" y="1934528"/>
                  </a:lnTo>
                  <a:lnTo>
                    <a:pt x="2851309" y="1935004"/>
                  </a:lnTo>
                  <a:lnTo>
                    <a:pt x="2847975" y="1935004"/>
                  </a:lnTo>
                  <a:lnTo>
                    <a:pt x="2847023" y="1935956"/>
                  </a:lnTo>
                  <a:lnTo>
                    <a:pt x="2844641" y="1939290"/>
                  </a:lnTo>
                  <a:lnTo>
                    <a:pt x="2843689" y="1941195"/>
                  </a:lnTo>
                  <a:lnTo>
                    <a:pt x="2838926" y="1953101"/>
                  </a:lnTo>
                  <a:lnTo>
                    <a:pt x="2835593" y="1960721"/>
                  </a:lnTo>
                  <a:lnTo>
                    <a:pt x="2828449" y="1975009"/>
                  </a:lnTo>
                  <a:lnTo>
                    <a:pt x="2828449" y="1976438"/>
                  </a:lnTo>
                  <a:lnTo>
                    <a:pt x="2829401" y="1979295"/>
                  </a:lnTo>
                  <a:lnTo>
                    <a:pt x="2832735" y="1983105"/>
                  </a:lnTo>
                  <a:lnTo>
                    <a:pt x="2833211" y="1984058"/>
                  </a:lnTo>
                  <a:lnTo>
                    <a:pt x="2830830" y="1984534"/>
                  </a:lnTo>
                  <a:lnTo>
                    <a:pt x="2827020" y="1982153"/>
                  </a:lnTo>
                  <a:lnTo>
                    <a:pt x="2825115" y="1981676"/>
                  </a:lnTo>
                  <a:lnTo>
                    <a:pt x="2821781" y="1983581"/>
                  </a:lnTo>
                  <a:lnTo>
                    <a:pt x="2819400" y="1986439"/>
                  </a:lnTo>
                  <a:lnTo>
                    <a:pt x="2818448" y="1988344"/>
                  </a:lnTo>
                  <a:lnTo>
                    <a:pt x="2818448" y="1991678"/>
                  </a:lnTo>
                  <a:lnTo>
                    <a:pt x="2819400" y="1993583"/>
                  </a:lnTo>
                  <a:lnTo>
                    <a:pt x="2822734" y="1995011"/>
                  </a:lnTo>
                  <a:lnTo>
                    <a:pt x="2826544" y="1995011"/>
                  </a:lnTo>
                  <a:lnTo>
                    <a:pt x="2826068" y="1995964"/>
                  </a:lnTo>
                  <a:lnTo>
                    <a:pt x="2824162" y="1997393"/>
                  </a:lnTo>
                  <a:lnTo>
                    <a:pt x="2822258" y="2001679"/>
                  </a:lnTo>
                  <a:lnTo>
                    <a:pt x="2822734" y="2003108"/>
                  </a:lnTo>
                  <a:lnTo>
                    <a:pt x="2824162" y="2004536"/>
                  </a:lnTo>
                  <a:lnTo>
                    <a:pt x="2826068" y="2005489"/>
                  </a:lnTo>
                  <a:lnTo>
                    <a:pt x="2825591" y="2005965"/>
                  </a:lnTo>
                  <a:lnTo>
                    <a:pt x="2824162" y="2005489"/>
                  </a:lnTo>
                  <a:lnTo>
                    <a:pt x="2819400" y="2002155"/>
                  </a:lnTo>
                  <a:lnTo>
                    <a:pt x="2815114" y="2001203"/>
                  </a:lnTo>
                  <a:lnTo>
                    <a:pt x="2813685" y="2000726"/>
                  </a:lnTo>
                  <a:lnTo>
                    <a:pt x="2812256" y="2001203"/>
                  </a:lnTo>
                  <a:lnTo>
                    <a:pt x="2809399" y="2004536"/>
                  </a:lnTo>
                  <a:lnTo>
                    <a:pt x="2807494" y="2009299"/>
                  </a:lnTo>
                  <a:lnTo>
                    <a:pt x="2804160" y="2015490"/>
                  </a:lnTo>
                  <a:lnTo>
                    <a:pt x="2802731" y="2021205"/>
                  </a:lnTo>
                  <a:lnTo>
                    <a:pt x="2801779" y="2022158"/>
                  </a:lnTo>
                  <a:lnTo>
                    <a:pt x="2797493" y="2021681"/>
                  </a:lnTo>
                  <a:lnTo>
                    <a:pt x="2796540" y="2020729"/>
                  </a:lnTo>
                  <a:lnTo>
                    <a:pt x="2795587" y="2019300"/>
                  </a:lnTo>
                  <a:lnTo>
                    <a:pt x="2796064" y="2017395"/>
                  </a:lnTo>
                  <a:lnTo>
                    <a:pt x="2798445" y="2015014"/>
                  </a:lnTo>
                  <a:lnTo>
                    <a:pt x="2797493" y="2015014"/>
                  </a:lnTo>
                  <a:lnTo>
                    <a:pt x="2789873" y="2020253"/>
                  </a:lnTo>
                  <a:lnTo>
                    <a:pt x="2786539" y="2023110"/>
                  </a:lnTo>
                  <a:lnTo>
                    <a:pt x="2786539" y="2024539"/>
                  </a:lnTo>
                  <a:lnTo>
                    <a:pt x="2794159" y="2024539"/>
                  </a:lnTo>
                  <a:lnTo>
                    <a:pt x="2801779" y="2023586"/>
                  </a:lnTo>
                  <a:lnTo>
                    <a:pt x="2805589" y="2024063"/>
                  </a:lnTo>
                  <a:lnTo>
                    <a:pt x="2809399" y="2025015"/>
                  </a:lnTo>
                  <a:lnTo>
                    <a:pt x="2815114" y="2024539"/>
                  </a:lnTo>
                  <a:lnTo>
                    <a:pt x="2815114" y="2025015"/>
                  </a:lnTo>
                  <a:lnTo>
                    <a:pt x="2809399" y="2028349"/>
                  </a:lnTo>
                  <a:lnTo>
                    <a:pt x="2806065" y="2029778"/>
                  </a:lnTo>
                  <a:lnTo>
                    <a:pt x="2802255" y="2033588"/>
                  </a:lnTo>
                  <a:lnTo>
                    <a:pt x="2793683" y="2040731"/>
                  </a:lnTo>
                  <a:lnTo>
                    <a:pt x="2783205" y="2047875"/>
                  </a:lnTo>
                  <a:lnTo>
                    <a:pt x="2780824" y="2050733"/>
                  </a:lnTo>
                  <a:lnTo>
                    <a:pt x="2779871" y="2052638"/>
                  </a:lnTo>
                  <a:lnTo>
                    <a:pt x="2779871" y="2053590"/>
                  </a:lnTo>
                  <a:lnTo>
                    <a:pt x="2781300" y="2059305"/>
                  </a:lnTo>
                  <a:lnTo>
                    <a:pt x="2783205" y="2063591"/>
                  </a:lnTo>
                  <a:lnTo>
                    <a:pt x="2784634" y="2065020"/>
                  </a:lnTo>
                  <a:lnTo>
                    <a:pt x="2787968" y="2066449"/>
                  </a:lnTo>
                  <a:lnTo>
                    <a:pt x="2794159" y="2065973"/>
                  </a:lnTo>
                  <a:lnTo>
                    <a:pt x="2805112" y="2064068"/>
                  </a:lnTo>
                  <a:lnTo>
                    <a:pt x="2808446" y="2063115"/>
                  </a:lnTo>
                  <a:lnTo>
                    <a:pt x="2811304" y="2061686"/>
                  </a:lnTo>
                  <a:lnTo>
                    <a:pt x="2814637" y="2059781"/>
                  </a:lnTo>
                  <a:lnTo>
                    <a:pt x="2815114" y="2060258"/>
                  </a:lnTo>
                  <a:lnTo>
                    <a:pt x="2815114" y="2062163"/>
                  </a:lnTo>
                  <a:lnTo>
                    <a:pt x="2818448" y="2062639"/>
                  </a:lnTo>
                  <a:lnTo>
                    <a:pt x="2828925" y="2062163"/>
                  </a:lnTo>
                  <a:lnTo>
                    <a:pt x="2830354" y="2062639"/>
                  </a:lnTo>
                  <a:lnTo>
                    <a:pt x="2837974" y="2064068"/>
                  </a:lnTo>
                  <a:lnTo>
                    <a:pt x="2844165" y="2063591"/>
                  </a:lnTo>
                  <a:lnTo>
                    <a:pt x="2861786" y="2065973"/>
                  </a:lnTo>
                  <a:lnTo>
                    <a:pt x="2867978" y="2066449"/>
                  </a:lnTo>
                  <a:lnTo>
                    <a:pt x="2869883" y="2065496"/>
                  </a:lnTo>
                  <a:lnTo>
                    <a:pt x="2878931" y="2064544"/>
                  </a:lnTo>
                  <a:lnTo>
                    <a:pt x="2883694" y="2063115"/>
                  </a:lnTo>
                  <a:lnTo>
                    <a:pt x="2885599" y="2063115"/>
                  </a:lnTo>
                  <a:lnTo>
                    <a:pt x="2887028" y="2062639"/>
                  </a:lnTo>
                  <a:lnTo>
                    <a:pt x="2889409" y="2058353"/>
                  </a:lnTo>
                  <a:lnTo>
                    <a:pt x="2890361" y="2057876"/>
                  </a:lnTo>
                  <a:lnTo>
                    <a:pt x="2891314" y="2058829"/>
                  </a:lnTo>
                  <a:lnTo>
                    <a:pt x="2893695" y="2059305"/>
                  </a:lnTo>
                  <a:lnTo>
                    <a:pt x="2897029" y="2057876"/>
                  </a:lnTo>
                  <a:lnTo>
                    <a:pt x="2898934" y="2056924"/>
                  </a:lnTo>
                  <a:lnTo>
                    <a:pt x="2899410" y="2058353"/>
                  </a:lnTo>
                  <a:lnTo>
                    <a:pt x="2898458" y="2066925"/>
                  </a:lnTo>
                  <a:lnTo>
                    <a:pt x="2891314" y="2069783"/>
                  </a:lnTo>
                  <a:lnTo>
                    <a:pt x="2889885" y="2070735"/>
                  </a:lnTo>
                  <a:lnTo>
                    <a:pt x="2891314" y="2070735"/>
                  </a:lnTo>
                  <a:lnTo>
                    <a:pt x="2898934" y="2069306"/>
                  </a:lnTo>
                  <a:lnTo>
                    <a:pt x="2900839" y="2069783"/>
                  </a:lnTo>
                  <a:lnTo>
                    <a:pt x="2902268" y="2070735"/>
                  </a:lnTo>
                  <a:lnTo>
                    <a:pt x="2908935" y="2072164"/>
                  </a:lnTo>
                  <a:lnTo>
                    <a:pt x="2911793" y="2071688"/>
                  </a:lnTo>
                  <a:lnTo>
                    <a:pt x="2913221" y="2071211"/>
                  </a:lnTo>
                  <a:lnTo>
                    <a:pt x="2914174" y="2070735"/>
                  </a:lnTo>
                  <a:lnTo>
                    <a:pt x="2915126" y="2068830"/>
                  </a:lnTo>
                  <a:lnTo>
                    <a:pt x="2916079" y="2065020"/>
                  </a:lnTo>
                  <a:lnTo>
                    <a:pt x="2917031" y="2064068"/>
                  </a:lnTo>
                  <a:lnTo>
                    <a:pt x="2922746" y="2064544"/>
                  </a:lnTo>
                  <a:lnTo>
                    <a:pt x="2927033" y="2064068"/>
                  </a:lnTo>
                  <a:lnTo>
                    <a:pt x="2928461" y="2065020"/>
                  </a:lnTo>
                  <a:lnTo>
                    <a:pt x="2931319" y="2065496"/>
                  </a:lnTo>
                  <a:lnTo>
                    <a:pt x="2933224" y="2065020"/>
                  </a:lnTo>
                  <a:lnTo>
                    <a:pt x="2937034" y="2063591"/>
                  </a:lnTo>
                  <a:lnTo>
                    <a:pt x="2936558" y="2064544"/>
                  </a:lnTo>
                  <a:lnTo>
                    <a:pt x="2930843" y="2062639"/>
                  </a:lnTo>
                  <a:lnTo>
                    <a:pt x="2927033" y="2065020"/>
                  </a:lnTo>
                  <a:lnTo>
                    <a:pt x="2919889" y="2067878"/>
                  </a:lnTo>
                  <a:lnTo>
                    <a:pt x="2914174" y="2075974"/>
                  </a:lnTo>
                  <a:lnTo>
                    <a:pt x="2912745" y="2077403"/>
                  </a:lnTo>
                  <a:lnTo>
                    <a:pt x="2909887" y="2079784"/>
                  </a:lnTo>
                  <a:lnTo>
                    <a:pt x="2906078" y="2081689"/>
                  </a:lnTo>
                  <a:lnTo>
                    <a:pt x="2900362" y="2082641"/>
                  </a:lnTo>
                  <a:lnTo>
                    <a:pt x="2897981" y="2083594"/>
                  </a:lnTo>
                  <a:lnTo>
                    <a:pt x="2895124" y="2085975"/>
                  </a:lnTo>
                  <a:lnTo>
                    <a:pt x="2893695" y="2087880"/>
                  </a:lnTo>
                  <a:lnTo>
                    <a:pt x="2893695" y="2088356"/>
                  </a:lnTo>
                  <a:lnTo>
                    <a:pt x="2894171" y="2089785"/>
                  </a:lnTo>
                  <a:lnTo>
                    <a:pt x="2896553" y="2091690"/>
                  </a:lnTo>
                  <a:lnTo>
                    <a:pt x="2897981" y="2092166"/>
                  </a:lnTo>
                  <a:lnTo>
                    <a:pt x="2899886" y="2092643"/>
                  </a:lnTo>
                  <a:lnTo>
                    <a:pt x="2904649" y="2092166"/>
                  </a:lnTo>
                  <a:lnTo>
                    <a:pt x="2908935" y="2090738"/>
                  </a:lnTo>
                  <a:lnTo>
                    <a:pt x="2910840" y="2090738"/>
                  </a:lnTo>
                  <a:lnTo>
                    <a:pt x="2913698" y="2091690"/>
                  </a:lnTo>
                  <a:lnTo>
                    <a:pt x="2916555" y="2091214"/>
                  </a:lnTo>
                  <a:lnTo>
                    <a:pt x="2918460" y="2089785"/>
                  </a:lnTo>
                  <a:lnTo>
                    <a:pt x="2922270" y="2085499"/>
                  </a:lnTo>
                  <a:lnTo>
                    <a:pt x="2923699" y="2083118"/>
                  </a:lnTo>
                  <a:lnTo>
                    <a:pt x="2924175" y="2080260"/>
                  </a:lnTo>
                  <a:lnTo>
                    <a:pt x="2932271" y="2071211"/>
                  </a:lnTo>
                  <a:lnTo>
                    <a:pt x="2934176" y="2070735"/>
                  </a:lnTo>
                  <a:lnTo>
                    <a:pt x="2936081" y="2070735"/>
                  </a:lnTo>
                  <a:lnTo>
                    <a:pt x="2939415" y="2070259"/>
                  </a:lnTo>
                  <a:lnTo>
                    <a:pt x="2941796" y="2068354"/>
                  </a:lnTo>
                  <a:lnTo>
                    <a:pt x="2945130" y="2064544"/>
                  </a:lnTo>
                  <a:lnTo>
                    <a:pt x="2945606" y="2065020"/>
                  </a:lnTo>
                  <a:lnTo>
                    <a:pt x="2942749" y="2069783"/>
                  </a:lnTo>
                  <a:lnTo>
                    <a:pt x="2942273" y="2071688"/>
                  </a:lnTo>
                  <a:lnTo>
                    <a:pt x="2944654" y="2070259"/>
                  </a:lnTo>
                  <a:lnTo>
                    <a:pt x="2945606" y="2069306"/>
                  </a:lnTo>
                  <a:lnTo>
                    <a:pt x="2946559" y="2067878"/>
                  </a:lnTo>
                  <a:lnTo>
                    <a:pt x="2947511" y="2064068"/>
                  </a:lnTo>
                  <a:lnTo>
                    <a:pt x="2953226" y="2055019"/>
                  </a:lnTo>
                  <a:lnTo>
                    <a:pt x="2953703" y="2051685"/>
                  </a:lnTo>
                  <a:lnTo>
                    <a:pt x="2954655" y="2051209"/>
                  </a:lnTo>
                  <a:lnTo>
                    <a:pt x="2959418" y="2053590"/>
                  </a:lnTo>
                  <a:lnTo>
                    <a:pt x="2961323" y="2055495"/>
                  </a:lnTo>
                  <a:lnTo>
                    <a:pt x="2963228" y="2060258"/>
                  </a:lnTo>
                  <a:lnTo>
                    <a:pt x="2964656" y="2065973"/>
                  </a:lnTo>
                  <a:lnTo>
                    <a:pt x="2965609" y="2067878"/>
                  </a:lnTo>
                  <a:lnTo>
                    <a:pt x="2966561" y="2068830"/>
                  </a:lnTo>
                  <a:lnTo>
                    <a:pt x="2966085" y="2071211"/>
                  </a:lnTo>
                  <a:lnTo>
                    <a:pt x="2962751" y="2076450"/>
                  </a:lnTo>
                  <a:lnTo>
                    <a:pt x="2958465" y="2084070"/>
                  </a:lnTo>
                  <a:lnTo>
                    <a:pt x="2956560" y="2089309"/>
                  </a:lnTo>
                  <a:lnTo>
                    <a:pt x="2956084" y="2091214"/>
                  </a:lnTo>
                  <a:lnTo>
                    <a:pt x="2956084" y="2092643"/>
                  </a:lnTo>
                  <a:lnTo>
                    <a:pt x="2957512" y="2094548"/>
                  </a:lnTo>
                  <a:lnTo>
                    <a:pt x="2958465" y="2095024"/>
                  </a:lnTo>
                  <a:lnTo>
                    <a:pt x="2959418" y="2095024"/>
                  </a:lnTo>
                  <a:lnTo>
                    <a:pt x="2961799" y="2094071"/>
                  </a:lnTo>
                  <a:lnTo>
                    <a:pt x="2967037" y="2089785"/>
                  </a:lnTo>
                  <a:lnTo>
                    <a:pt x="2969895" y="2086928"/>
                  </a:lnTo>
                  <a:lnTo>
                    <a:pt x="2972753" y="2083594"/>
                  </a:lnTo>
                  <a:lnTo>
                    <a:pt x="2974658" y="2081689"/>
                  </a:lnTo>
                  <a:lnTo>
                    <a:pt x="2976086" y="2081213"/>
                  </a:lnTo>
                  <a:lnTo>
                    <a:pt x="2976562" y="2081689"/>
                  </a:lnTo>
                  <a:lnTo>
                    <a:pt x="2976562" y="2083118"/>
                  </a:lnTo>
                  <a:lnTo>
                    <a:pt x="2973705" y="2086451"/>
                  </a:lnTo>
                  <a:lnTo>
                    <a:pt x="2974658" y="2088833"/>
                  </a:lnTo>
                  <a:lnTo>
                    <a:pt x="2974181" y="2091690"/>
                  </a:lnTo>
                  <a:lnTo>
                    <a:pt x="2973229" y="2100739"/>
                  </a:lnTo>
                  <a:lnTo>
                    <a:pt x="2974181" y="2102644"/>
                  </a:lnTo>
                  <a:lnTo>
                    <a:pt x="2975134" y="2103120"/>
                  </a:lnTo>
                  <a:lnTo>
                    <a:pt x="2976086" y="2103120"/>
                  </a:lnTo>
                  <a:lnTo>
                    <a:pt x="2981325" y="2099786"/>
                  </a:lnTo>
                  <a:lnTo>
                    <a:pt x="2983230" y="2099310"/>
                  </a:lnTo>
                  <a:lnTo>
                    <a:pt x="2984183" y="2099310"/>
                  </a:lnTo>
                  <a:lnTo>
                    <a:pt x="2985611" y="2100263"/>
                  </a:lnTo>
                  <a:lnTo>
                    <a:pt x="2987040" y="2101691"/>
                  </a:lnTo>
                  <a:lnTo>
                    <a:pt x="2988469" y="2102168"/>
                  </a:lnTo>
                  <a:lnTo>
                    <a:pt x="2990374" y="2101691"/>
                  </a:lnTo>
                  <a:lnTo>
                    <a:pt x="2991803" y="2100739"/>
                  </a:lnTo>
                  <a:lnTo>
                    <a:pt x="2993231" y="2098834"/>
                  </a:lnTo>
                  <a:lnTo>
                    <a:pt x="2995612" y="2094548"/>
                  </a:lnTo>
                  <a:lnTo>
                    <a:pt x="2997994" y="2087880"/>
                  </a:lnTo>
                  <a:lnTo>
                    <a:pt x="2998470" y="2086451"/>
                  </a:lnTo>
                  <a:lnTo>
                    <a:pt x="2998470" y="2085023"/>
                  </a:lnTo>
                  <a:lnTo>
                    <a:pt x="2997518" y="2082641"/>
                  </a:lnTo>
                  <a:lnTo>
                    <a:pt x="3005137" y="2068830"/>
                  </a:lnTo>
                  <a:lnTo>
                    <a:pt x="3005614" y="2066925"/>
                  </a:lnTo>
                  <a:lnTo>
                    <a:pt x="3006090" y="2063591"/>
                  </a:lnTo>
                  <a:lnTo>
                    <a:pt x="3005614" y="2060258"/>
                  </a:lnTo>
                  <a:close/>
                  <a:moveTo>
                    <a:pt x="2697004" y="1995964"/>
                  </a:moveTo>
                  <a:lnTo>
                    <a:pt x="2698909" y="1994535"/>
                  </a:lnTo>
                  <a:lnTo>
                    <a:pt x="2697480" y="1991678"/>
                  </a:lnTo>
                  <a:lnTo>
                    <a:pt x="2694623" y="1988344"/>
                  </a:lnTo>
                  <a:lnTo>
                    <a:pt x="2687003" y="1983581"/>
                  </a:lnTo>
                  <a:lnTo>
                    <a:pt x="2684145" y="1982629"/>
                  </a:lnTo>
                  <a:lnTo>
                    <a:pt x="2667000" y="1973104"/>
                  </a:lnTo>
                  <a:lnTo>
                    <a:pt x="2659380" y="1969294"/>
                  </a:lnTo>
                  <a:lnTo>
                    <a:pt x="2651760" y="1966436"/>
                  </a:lnTo>
                  <a:lnTo>
                    <a:pt x="2644616" y="1964531"/>
                  </a:lnTo>
                  <a:lnTo>
                    <a:pt x="2628900" y="1962150"/>
                  </a:lnTo>
                  <a:lnTo>
                    <a:pt x="2616041" y="1959293"/>
                  </a:lnTo>
                  <a:lnTo>
                    <a:pt x="2612231" y="1959293"/>
                  </a:lnTo>
                  <a:lnTo>
                    <a:pt x="2607945" y="1960245"/>
                  </a:lnTo>
                  <a:lnTo>
                    <a:pt x="2604135" y="1962150"/>
                  </a:lnTo>
                  <a:lnTo>
                    <a:pt x="2605564" y="1964531"/>
                  </a:lnTo>
                  <a:lnTo>
                    <a:pt x="2624614" y="1972151"/>
                  </a:lnTo>
                  <a:lnTo>
                    <a:pt x="2628424" y="1974533"/>
                  </a:lnTo>
                  <a:lnTo>
                    <a:pt x="2631758" y="1977390"/>
                  </a:lnTo>
                  <a:lnTo>
                    <a:pt x="2633662" y="1980724"/>
                  </a:lnTo>
                  <a:lnTo>
                    <a:pt x="2635568" y="1983581"/>
                  </a:lnTo>
                  <a:lnTo>
                    <a:pt x="2653189" y="1991201"/>
                  </a:lnTo>
                  <a:lnTo>
                    <a:pt x="2661285" y="1993583"/>
                  </a:lnTo>
                  <a:lnTo>
                    <a:pt x="2669858" y="1995011"/>
                  </a:lnTo>
                  <a:lnTo>
                    <a:pt x="2681287" y="1997869"/>
                  </a:lnTo>
                  <a:lnTo>
                    <a:pt x="2695575" y="1997393"/>
                  </a:lnTo>
                  <a:lnTo>
                    <a:pt x="2697004" y="1995964"/>
                  </a:lnTo>
                  <a:close/>
                  <a:moveTo>
                    <a:pt x="2265521" y="2170748"/>
                  </a:moveTo>
                  <a:lnTo>
                    <a:pt x="2293620" y="2170748"/>
                  </a:lnTo>
                  <a:lnTo>
                    <a:pt x="2307908" y="2170748"/>
                  </a:lnTo>
                  <a:lnTo>
                    <a:pt x="2322195" y="2170748"/>
                  </a:lnTo>
                  <a:lnTo>
                    <a:pt x="2336483" y="2170748"/>
                  </a:lnTo>
                  <a:lnTo>
                    <a:pt x="2350770" y="2170748"/>
                  </a:lnTo>
                  <a:lnTo>
                    <a:pt x="2365058" y="2170748"/>
                  </a:lnTo>
                  <a:lnTo>
                    <a:pt x="2368391" y="2162651"/>
                  </a:lnTo>
                  <a:lnTo>
                    <a:pt x="2371725" y="2158841"/>
                  </a:lnTo>
                  <a:lnTo>
                    <a:pt x="2376011" y="2160270"/>
                  </a:lnTo>
                  <a:lnTo>
                    <a:pt x="2378393" y="2160270"/>
                  </a:lnTo>
                  <a:lnTo>
                    <a:pt x="2380774" y="2158365"/>
                  </a:lnTo>
                  <a:lnTo>
                    <a:pt x="2382679" y="2157413"/>
                  </a:lnTo>
                  <a:lnTo>
                    <a:pt x="2384108" y="2157413"/>
                  </a:lnTo>
                  <a:lnTo>
                    <a:pt x="2385060" y="2159318"/>
                  </a:lnTo>
                  <a:lnTo>
                    <a:pt x="2386012" y="2160270"/>
                  </a:lnTo>
                  <a:lnTo>
                    <a:pt x="2386965" y="2159794"/>
                  </a:lnTo>
                  <a:lnTo>
                    <a:pt x="2387918" y="2157889"/>
                  </a:lnTo>
                  <a:lnTo>
                    <a:pt x="2387918" y="2155508"/>
                  </a:lnTo>
                  <a:lnTo>
                    <a:pt x="2389346" y="2154079"/>
                  </a:lnTo>
                  <a:lnTo>
                    <a:pt x="2390775" y="2153603"/>
                  </a:lnTo>
                  <a:lnTo>
                    <a:pt x="2392204" y="2153603"/>
                  </a:lnTo>
                  <a:lnTo>
                    <a:pt x="2393156" y="2152650"/>
                  </a:lnTo>
                  <a:lnTo>
                    <a:pt x="2393156" y="2151698"/>
                  </a:lnTo>
                  <a:lnTo>
                    <a:pt x="2392680" y="2149793"/>
                  </a:lnTo>
                  <a:lnTo>
                    <a:pt x="2392680" y="2147411"/>
                  </a:lnTo>
                  <a:lnTo>
                    <a:pt x="2396490" y="2143601"/>
                  </a:lnTo>
                  <a:lnTo>
                    <a:pt x="2400776" y="2140744"/>
                  </a:lnTo>
                  <a:lnTo>
                    <a:pt x="2402205" y="2139315"/>
                  </a:lnTo>
                  <a:lnTo>
                    <a:pt x="2402681" y="2136458"/>
                  </a:lnTo>
                  <a:lnTo>
                    <a:pt x="2405062" y="2133600"/>
                  </a:lnTo>
                  <a:lnTo>
                    <a:pt x="2406491" y="2132171"/>
                  </a:lnTo>
                  <a:lnTo>
                    <a:pt x="2406968" y="2130743"/>
                  </a:lnTo>
                  <a:lnTo>
                    <a:pt x="2406491" y="2128838"/>
                  </a:lnTo>
                  <a:lnTo>
                    <a:pt x="2406491" y="2125504"/>
                  </a:lnTo>
                  <a:lnTo>
                    <a:pt x="2407444" y="2121694"/>
                  </a:lnTo>
                  <a:lnTo>
                    <a:pt x="2408396" y="2117408"/>
                  </a:lnTo>
                  <a:lnTo>
                    <a:pt x="2410778" y="2113598"/>
                  </a:lnTo>
                  <a:lnTo>
                    <a:pt x="2414587" y="2109311"/>
                  </a:lnTo>
                  <a:lnTo>
                    <a:pt x="2415540" y="2103596"/>
                  </a:lnTo>
                  <a:lnTo>
                    <a:pt x="2416493" y="2097881"/>
                  </a:lnTo>
                  <a:lnTo>
                    <a:pt x="2421255" y="2092166"/>
                  </a:lnTo>
                  <a:lnTo>
                    <a:pt x="2426494" y="2085499"/>
                  </a:lnTo>
                  <a:lnTo>
                    <a:pt x="2429351" y="2081689"/>
                  </a:lnTo>
                  <a:lnTo>
                    <a:pt x="2434590" y="2075021"/>
                  </a:lnTo>
                  <a:lnTo>
                    <a:pt x="2438400" y="2070259"/>
                  </a:lnTo>
                  <a:lnTo>
                    <a:pt x="2440305" y="2067878"/>
                  </a:lnTo>
                  <a:lnTo>
                    <a:pt x="2442210" y="2065496"/>
                  </a:lnTo>
                  <a:lnTo>
                    <a:pt x="2445544" y="2066449"/>
                  </a:lnTo>
                  <a:lnTo>
                    <a:pt x="2448878" y="2067401"/>
                  </a:lnTo>
                  <a:lnTo>
                    <a:pt x="2448401" y="2071211"/>
                  </a:lnTo>
                  <a:lnTo>
                    <a:pt x="2448878" y="2074069"/>
                  </a:lnTo>
                  <a:lnTo>
                    <a:pt x="2450306" y="2075498"/>
                  </a:lnTo>
                  <a:lnTo>
                    <a:pt x="2452687" y="2076450"/>
                  </a:lnTo>
                  <a:lnTo>
                    <a:pt x="2454593" y="2076926"/>
                  </a:lnTo>
                  <a:lnTo>
                    <a:pt x="2456498" y="2076926"/>
                  </a:lnTo>
                  <a:lnTo>
                    <a:pt x="2461736" y="2075021"/>
                  </a:lnTo>
                  <a:lnTo>
                    <a:pt x="2467928" y="2073593"/>
                  </a:lnTo>
                  <a:lnTo>
                    <a:pt x="2471261" y="2072164"/>
                  </a:lnTo>
                  <a:lnTo>
                    <a:pt x="2471737" y="2070735"/>
                  </a:lnTo>
                  <a:lnTo>
                    <a:pt x="2473166" y="2070259"/>
                  </a:lnTo>
                  <a:lnTo>
                    <a:pt x="2475548" y="2070735"/>
                  </a:lnTo>
                  <a:lnTo>
                    <a:pt x="2480310" y="2073593"/>
                  </a:lnTo>
                  <a:lnTo>
                    <a:pt x="2486025" y="2078355"/>
                  </a:lnTo>
                  <a:lnTo>
                    <a:pt x="2490311" y="2082165"/>
                  </a:lnTo>
                  <a:lnTo>
                    <a:pt x="2490311" y="2088356"/>
                  </a:lnTo>
                  <a:lnTo>
                    <a:pt x="2490311" y="2095024"/>
                  </a:lnTo>
                  <a:lnTo>
                    <a:pt x="2490311" y="2102168"/>
                  </a:lnTo>
                  <a:lnTo>
                    <a:pt x="2490311" y="2106930"/>
                  </a:lnTo>
                  <a:lnTo>
                    <a:pt x="2490311" y="2113598"/>
                  </a:lnTo>
                  <a:lnTo>
                    <a:pt x="2490311" y="2118836"/>
                  </a:lnTo>
                  <a:lnTo>
                    <a:pt x="2490311" y="2125980"/>
                  </a:lnTo>
                  <a:lnTo>
                    <a:pt x="2490311" y="2129790"/>
                  </a:lnTo>
                  <a:lnTo>
                    <a:pt x="2490787" y="2130743"/>
                  </a:lnTo>
                  <a:lnTo>
                    <a:pt x="2490311" y="2132171"/>
                  </a:lnTo>
                  <a:lnTo>
                    <a:pt x="2490311" y="2133124"/>
                  </a:lnTo>
                  <a:lnTo>
                    <a:pt x="2490311" y="2133600"/>
                  </a:lnTo>
                  <a:lnTo>
                    <a:pt x="2490311" y="2134553"/>
                  </a:lnTo>
                  <a:lnTo>
                    <a:pt x="2490311" y="2135505"/>
                  </a:lnTo>
                  <a:lnTo>
                    <a:pt x="2489835" y="2136458"/>
                  </a:lnTo>
                  <a:lnTo>
                    <a:pt x="2489359" y="2137410"/>
                  </a:lnTo>
                  <a:lnTo>
                    <a:pt x="2489359" y="2137886"/>
                  </a:lnTo>
                  <a:lnTo>
                    <a:pt x="2489835" y="2137886"/>
                  </a:lnTo>
                  <a:lnTo>
                    <a:pt x="2492693" y="2140744"/>
                  </a:lnTo>
                  <a:lnTo>
                    <a:pt x="2496503" y="2143125"/>
                  </a:lnTo>
                  <a:lnTo>
                    <a:pt x="2498884" y="2143125"/>
                  </a:lnTo>
                  <a:lnTo>
                    <a:pt x="2500789" y="2141220"/>
                  </a:lnTo>
                  <a:lnTo>
                    <a:pt x="2501265" y="2143125"/>
                  </a:lnTo>
                  <a:lnTo>
                    <a:pt x="2501741" y="2144554"/>
                  </a:lnTo>
                  <a:lnTo>
                    <a:pt x="2502218" y="2144554"/>
                  </a:lnTo>
                  <a:lnTo>
                    <a:pt x="2502694" y="2145983"/>
                  </a:lnTo>
                  <a:lnTo>
                    <a:pt x="2502218" y="2147411"/>
                  </a:lnTo>
                  <a:lnTo>
                    <a:pt x="2501265" y="2147888"/>
                  </a:lnTo>
                  <a:lnTo>
                    <a:pt x="2500312" y="2148364"/>
                  </a:lnTo>
                  <a:lnTo>
                    <a:pt x="2500312" y="2149316"/>
                  </a:lnTo>
                  <a:lnTo>
                    <a:pt x="2500789" y="2150269"/>
                  </a:lnTo>
                  <a:lnTo>
                    <a:pt x="2501741" y="2151221"/>
                  </a:lnTo>
                  <a:lnTo>
                    <a:pt x="2502694" y="2153126"/>
                  </a:lnTo>
                  <a:lnTo>
                    <a:pt x="2502218" y="2154555"/>
                  </a:lnTo>
                  <a:lnTo>
                    <a:pt x="2501265" y="2155984"/>
                  </a:lnTo>
                  <a:lnTo>
                    <a:pt x="2500789" y="2157413"/>
                  </a:lnTo>
                  <a:lnTo>
                    <a:pt x="2501265" y="2158365"/>
                  </a:lnTo>
                  <a:lnTo>
                    <a:pt x="2503170" y="2159794"/>
                  </a:lnTo>
                  <a:lnTo>
                    <a:pt x="2504123" y="2161223"/>
                  </a:lnTo>
                  <a:lnTo>
                    <a:pt x="2506028" y="2162175"/>
                  </a:lnTo>
                  <a:lnTo>
                    <a:pt x="2506980" y="2161699"/>
                  </a:lnTo>
                  <a:lnTo>
                    <a:pt x="2507456" y="2160746"/>
                  </a:lnTo>
                  <a:lnTo>
                    <a:pt x="2508409" y="2160270"/>
                  </a:lnTo>
                  <a:lnTo>
                    <a:pt x="2509837" y="2160746"/>
                  </a:lnTo>
                  <a:lnTo>
                    <a:pt x="2511266" y="2161223"/>
                  </a:lnTo>
                  <a:lnTo>
                    <a:pt x="2512695" y="2161699"/>
                  </a:lnTo>
                  <a:lnTo>
                    <a:pt x="2514124" y="2162651"/>
                  </a:lnTo>
                  <a:lnTo>
                    <a:pt x="2517934" y="2162175"/>
                  </a:lnTo>
                  <a:lnTo>
                    <a:pt x="2519839" y="2162651"/>
                  </a:lnTo>
                  <a:lnTo>
                    <a:pt x="2520315" y="2164556"/>
                  </a:lnTo>
                  <a:lnTo>
                    <a:pt x="2521744" y="2165985"/>
                  </a:lnTo>
                  <a:lnTo>
                    <a:pt x="2527459" y="2165509"/>
                  </a:lnTo>
                  <a:lnTo>
                    <a:pt x="2534126" y="2163128"/>
                  </a:lnTo>
                  <a:lnTo>
                    <a:pt x="2536508" y="2165033"/>
                  </a:lnTo>
                  <a:lnTo>
                    <a:pt x="2539365" y="2163604"/>
                  </a:lnTo>
                  <a:lnTo>
                    <a:pt x="2542699" y="2161223"/>
                  </a:lnTo>
                  <a:lnTo>
                    <a:pt x="2546509" y="2159794"/>
                  </a:lnTo>
                  <a:lnTo>
                    <a:pt x="2547937" y="2158365"/>
                  </a:lnTo>
                  <a:lnTo>
                    <a:pt x="2545556" y="2155031"/>
                  </a:lnTo>
                  <a:lnTo>
                    <a:pt x="2548890" y="2153126"/>
                  </a:lnTo>
                  <a:lnTo>
                    <a:pt x="2549843" y="2152174"/>
                  </a:lnTo>
                  <a:lnTo>
                    <a:pt x="2551271" y="2151698"/>
                  </a:lnTo>
                  <a:lnTo>
                    <a:pt x="2549843" y="2154079"/>
                  </a:lnTo>
                  <a:lnTo>
                    <a:pt x="2548414" y="2155984"/>
                  </a:lnTo>
                  <a:lnTo>
                    <a:pt x="2553653" y="2159794"/>
                  </a:lnTo>
                  <a:lnTo>
                    <a:pt x="2556034" y="2159794"/>
                  </a:lnTo>
                  <a:lnTo>
                    <a:pt x="2567464" y="2155031"/>
                  </a:lnTo>
                  <a:lnTo>
                    <a:pt x="2576512" y="2149316"/>
                  </a:lnTo>
                  <a:lnTo>
                    <a:pt x="2584133" y="2146459"/>
                  </a:lnTo>
                  <a:lnTo>
                    <a:pt x="2589371" y="2143125"/>
                  </a:lnTo>
                  <a:lnTo>
                    <a:pt x="2593658" y="2142649"/>
                  </a:lnTo>
                  <a:lnTo>
                    <a:pt x="2599849" y="2135505"/>
                  </a:lnTo>
                  <a:lnTo>
                    <a:pt x="2598420" y="2131219"/>
                  </a:lnTo>
                  <a:lnTo>
                    <a:pt x="2598896" y="2129790"/>
                  </a:lnTo>
                  <a:lnTo>
                    <a:pt x="2602230" y="2133124"/>
                  </a:lnTo>
                  <a:lnTo>
                    <a:pt x="2604135" y="2135505"/>
                  </a:lnTo>
                  <a:lnTo>
                    <a:pt x="2606993" y="2134553"/>
                  </a:lnTo>
                  <a:lnTo>
                    <a:pt x="2609850" y="2134076"/>
                  </a:lnTo>
                  <a:lnTo>
                    <a:pt x="2608421" y="2136458"/>
                  </a:lnTo>
                  <a:lnTo>
                    <a:pt x="2606993" y="2137410"/>
                  </a:lnTo>
                  <a:lnTo>
                    <a:pt x="2601278" y="2142649"/>
                  </a:lnTo>
                  <a:lnTo>
                    <a:pt x="2592229" y="2148840"/>
                  </a:lnTo>
                  <a:lnTo>
                    <a:pt x="2589371" y="2153126"/>
                  </a:lnTo>
                  <a:lnTo>
                    <a:pt x="2590800" y="2154079"/>
                  </a:lnTo>
                  <a:lnTo>
                    <a:pt x="2592229" y="2154079"/>
                  </a:lnTo>
                  <a:lnTo>
                    <a:pt x="2595086" y="2155031"/>
                  </a:lnTo>
                  <a:lnTo>
                    <a:pt x="2597468" y="2152650"/>
                  </a:lnTo>
                  <a:lnTo>
                    <a:pt x="2600325" y="2151698"/>
                  </a:lnTo>
                  <a:lnTo>
                    <a:pt x="2609374" y="2152650"/>
                  </a:lnTo>
                  <a:lnTo>
                    <a:pt x="2617946" y="2151698"/>
                  </a:lnTo>
                  <a:lnTo>
                    <a:pt x="2624137" y="2153126"/>
                  </a:lnTo>
                  <a:lnTo>
                    <a:pt x="2634139" y="2152650"/>
                  </a:lnTo>
                  <a:lnTo>
                    <a:pt x="2642711" y="2154079"/>
                  </a:lnTo>
                  <a:lnTo>
                    <a:pt x="2639378" y="2155984"/>
                  </a:lnTo>
                  <a:lnTo>
                    <a:pt x="2629376" y="2156460"/>
                  </a:lnTo>
                  <a:lnTo>
                    <a:pt x="2617470" y="2160270"/>
                  </a:lnTo>
                  <a:lnTo>
                    <a:pt x="2614612" y="2163128"/>
                  </a:lnTo>
                  <a:lnTo>
                    <a:pt x="2616041" y="2168366"/>
                  </a:lnTo>
                  <a:lnTo>
                    <a:pt x="2612708" y="2164556"/>
                  </a:lnTo>
                  <a:lnTo>
                    <a:pt x="2608421" y="2163604"/>
                  </a:lnTo>
                  <a:lnTo>
                    <a:pt x="2607945" y="2161699"/>
                  </a:lnTo>
                  <a:lnTo>
                    <a:pt x="2607945" y="2159794"/>
                  </a:lnTo>
                  <a:lnTo>
                    <a:pt x="2608421" y="2158365"/>
                  </a:lnTo>
                  <a:lnTo>
                    <a:pt x="2608898" y="2156460"/>
                  </a:lnTo>
                  <a:lnTo>
                    <a:pt x="2605087" y="2155508"/>
                  </a:lnTo>
                  <a:lnTo>
                    <a:pt x="2606516" y="2156936"/>
                  </a:lnTo>
                  <a:lnTo>
                    <a:pt x="2605087" y="2158841"/>
                  </a:lnTo>
                  <a:lnTo>
                    <a:pt x="2594610" y="2162175"/>
                  </a:lnTo>
                  <a:lnTo>
                    <a:pt x="2589371" y="2164556"/>
                  </a:lnTo>
                  <a:lnTo>
                    <a:pt x="2563654" y="2179796"/>
                  </a:lnTo>
                  <a:lnTo>
                    <a:pt x="2562225" y="2180749"/>
                  </a:lnTo>
                  <a:lnTo>
                    <a:pt x="2560796" y="2182654"/>
                  </a:lnTo>
                  <a:lnTo>
                    <a:pt x="2565559" y="2181225"/>
                  </a:lnTo>
                  <a:lnTo>
                    <a:pt x="2568416" y="2179796"/>
                  </a:lnTo>
                  <a:lnTo>
                    <a:pt x="2567940" y="2180749"/>
                  </a:lnTo>
                  <a:lnTo>
                    <a:pt x="2564606" y="2183130"/>
                  </a:lnTo>
                  <a:lnTo>
                    <a:pt x="2562225" y="2184559"/>
                  </a:lnTo>
                  <a:lnTo>
                    <a:pt x="2558891" y="2184559"/>
                  </a:lnTo>
                  <a:lnTo>
                    <a:pt x="2554129" y="2185988"/>
                  </a:lnTo>
                  <a:lnTo>
                    <a:pt x="2550795" y="2188369"/>
                  </a:lnTo>
                  <a:lnTo>
                    <a:pt x="2548414" y="2190750"/>
                  </a:lnTo>
                  <a:lnTo>
                    <a:pt x="2547461" y="2192179"/>
                  </a:lnTo>
                  <a:lnTo>
                    <a:pt x="2546509" y="2193608"/>
                  </a:lnTo>
                  <a:lnTo>
                    <a:pt x="2553653" y="2187893"/>
                  </a:lnTo>
                  <a:lnTo>
                    <a:pt x="2556034" y="2188369"/>
                  </a:lnTo>
                  <a:lnTo>
                    <a:pt x="2547937" y="2196941"/>
                  </a:lnTo>
                  <a:lnTo>
                    <a:pt x="2544604" y="2205990"/>
                  </a:lnTo>
                  <a:lnTo>
                    <a:pt x="2544604" y="2208848"/>
                  </a:lnTo>
                  <a:lnTo>
                    <a:pt x="2546985" y="2219801"/>
                  </a:lnTo>
                  <a:lnTo>
                    <a:pt x="2549843" y="2222659"/>
                  </a:lnTo>
                  <a:lnTo>
                    <a:pt x="2551271" y="2221230"/>
                  </a:lnTo>
                  <a:lnTo>
                    <a:pt x="2552224" y="2219801"/>
                  </a:lnTo>
                  <a:lnTo>
                    <a:pt x="2555558" y="2220754"/>
                  </a:lnTo>
                  <a:lnTo>
                    <a:pt x="2557462" y="2223135"/>
                  </a:lnTo>
                  <a:lnTo>
                    <a:pt x="2560796" y="2230279"/>
                  </a:lnTo>
                  <a:lnTo>
                    <a:pt x="2563178" y="2231231"/>
                  </a:lnTo>
                  <a:lnTo>
                    <a:pt x="2566511" y="2230279"/>
                  </a:lnTo>
                  <a:lnTo>
                    <a:pt x="2569369" y="2231708"/>
                  </a:lnTo>
                  <a:lnTo>
                    <a:pt x="2570321" y="2231231"/>
                  </a:lnTo>
                  <a:lnTo>
                    <a:pt x="2571274" y="2229803"/>
                  </a:lnTo>
                  <a:lnTo>
                    <a:pt x="2572703" y="2229803"/>
                  </a:lnTo>
                  <a:lnTo>
                    <a:pt x="2574131" y="2230279"/>
                  </a:lnTo>
                  <a:lnTo>
                    <a:pt x="2574608" y="2225516"/>
                  </a:lnTo>
                  <a:lnTo>
                    <a:pt x="2577941" y="2223135"/>
                  </a:lnTo>
                  <a:lnTo>
                    <a:pt x="2579846" y="2223135"/>
                  </a:lnTo>
                  <a:lnTo>
                    <a:pt x="2582704" y="2223135"/>
                  </a:lnTo>
                  <a:lnTo>
                    <a:pt x="2590324" y="2217420"/>
                  </a:lnTo>
                  <a:lnTo>
                    <a:pt x="2591753" y="2215039"/>
                  </a:lnTo>
                  <a:lnTo>
                    <a:pt x="2596515" y="2211229"/>
                  </a:lnTo>
                  <a:lnTo>
                    <a:pt x="2600325" y="2206466"/>
                  </a:lnTo>
                  <a:lnTo>
                    <a:pt x="2604135" y="2204561"/>
                  </a:lnTo>
                  <a:lnTo>
                    <a:pt x="2606993" y="2199799"/>
                  </a:lnTo>
                  <a:lnTo>
                    <a:pt x="2608421" y="2200275"/>
                  </a:lnTo>
                  <a:lnTo>
                    <a:pt x="2610326" y="2198370"/>
                  </a:lnTo>
                  <a:lnTo>
                    <a:pt x="2608898" y="2195036"/>
                  </a:lnTo>
                  <a:lnTo>
                    <a:pt x="2607945" y="2193608"/>
                  </a:lnTo>
                  <a:lnTo>
                    <a:pt x="2609850" y="2189321"/>
                  </a:lnTo>
                  <a:lnTo>
                    <a:pt x="2614136" y="2187893"/>
                  </a:lnTo>
                  <a:lnTo>
                    <a:pt x="2616518" y="2192179"/>
                  </a:lnTo>
                  <a:lnTo>
                    <a:pt x="2618423" y="2189798"/>
                  </a:lnTo>
                  <a:lnTo>
                    <a:pt x="2618423" y="2187893"/>
                  </a:lnTo>
                  <a:lnTo>
                    <a:pt x="2619851" y="2185511"/>
                  </a:lnTo>
                  <a:lnTo>
                    <a:pt x="2622233" y="2187416"/>
                  </a:lnTo>
                  <a:lnTo>
                    <a:pt x="2623185" y="2189798"/>
                  </a:lnTo>
                  <a:lnTo>
                    <a:pt x="2625566" y="2191226"/>
                  </a:lnTo>
                  <a:lnTo>
                    <a:pt x="2627471" y="2192179"/>
                  </a:lnTo>
                  <a:lnTo>
                    <a:pt x="2632710" y="2192655"/>
                  </a:lnTo>
                  <a:lnTo>
                    <a:pt x="2634139" y="2191226"/>
                  </a:lnTo>
                  <a:lnTo>
                    <a:pt x="2635091" y="2189798"/>
                  </a:lnTo>
                  <a:lnTo>
                    <a:pt x="2634615" y="2186940"/>
                  </a:lnTo>
                  <a:lnTo>
                    <a:pt x="2633186" y="2184083"/>
                  </a:lnTo>
                  <a:lnTo>
                    <a:pt x="2635091" y="2185035"/>
                  </a:lnTo>
                  <a:lnTo>
                    <a:pt x="2637949" y="2185511"/>
                  </a:lnTo>
                  <a:lnTo>
                    <a:pt x="2640330" y="2185035"/>
                  </a:lnTo>
                  <a:lnTo>
                    <a:pt x="2642711" y="2185511"/>
                  </a:lnTo>
                  <a:lnTo>
                    <a:pt x="2647950" y="2182654"/>
                  </a:lnTo>
                  <a:lnTo>
                    <a:pt x="2650331" y="2182654"/>
                  </a:lnTo>
                  <a:lnTo>
                    <a:pt x="2652236" y="2182178"/>
                  </a:lnTo>
                  <a:lnTo>
                    <a:pt x="2661285" y="2179320"/>
                  </a:lnTo>
                  <a:lnTo>
                    <a:pt x="2669858" y="2176939"/>
                  </a:lnTo>
                  <a:lnTo>
                    <a:pt x="2678430" y="2173129"/>
                  </a:lnTo>
                  <a:lnTo>
                    <a:pt x="2686526" y="2170748"/>
                  </a:lnTo>
                  <a:lnTo>
                    <a:pt x="2694623" y="2166938"/>
                  </a:lnTo>
                  <a:lnTo>
                    <a:pt x="2697004" y="2166461"/>
                  </a:lnTo>
                  <a:lnTo>
                    <a:pt x="2699385" y="2165033"/>
                  </a:lnTo>
                  <a:lnTo>
                    <a:pt x="2702243" y="2164080"/>
                  </a:lnTo>
                  <a:lnTo>
                    <a:pt x="2704624" y="2164080"/>
                  </a:lnTo>
                  <a:lnTo>
                    <a:pt x="2708434" y="2163128"/>
                  </a:lnTo>
                  <a:lnTo>
                    <a:pt x="2711768" y="2161223"/>
                  </a:lnTo>
                  <a:lnTo>
                    <a:pt x="2715578" y="2160270"/>
                  </a:lnTo>
                  <a:lnTo>
                    <a:pt x="2717959" y="2161223"/>
                  </a:lnTo>
                  <a:lnTo>
                    <a:pt x="2718911" y="2160270"/>
                  </a:lnTo>
                  <a:lnTo>
                    <a:pt x="2720340" y="2158841"/>
                  </a:lnTo>
                  <a:lnTo>
                    <a:pt x="2718911" y="2157413"/>
                  </a:lnTo>
                  <a:lnTo>
                    <a:pt x="2717483" y="2156460"/>
                  </a:lnTo>
                  <a:lnTo>
                    <a:pt x="2705576" y="2155508"/>
                  </a:lnTo>
                  <a:lnTo>
                    <a:pt x="2708434" y="2153603"/>
                  </a:lnTo>
                  <a:lnTo>
                    <a:pt x="2711768" y="2152174"/>
                  </a:lnTo>
                  <a:lnTo>
                    <a:pt x="2711768" y="2150745"/>
                  </a:lnTo>
                  <a:lnTo>
                    <a:pt x="2709386" y="2146459"/>
                  </a:lnTo>
                  <a:lnTo>
                    <a:pt x="2706529" y="2143125"/>
                  </a:lnTo>
                  <a:lnTo>
                    <a:pt x="2704148" y="2141696"/>
                  </a:lnTo>
                  <a:lnTo>
                    <a:pt x="2698433" y="2143601"/>
                  </a:lnTo>
                  <a:lnTo>
                    <a:pt x="2694146" y="2143125"/>
                  </a:lnTo>
                  <a:lnTo>
                    <a:pt x="2690812" y="2140744"/>
                  </a:lnTo>
                  <a:lnTo>
                    <a:pt x="2689860" y="2137410"/>
                  </a:lnTo>
                  <a:lnTo>
                    <a:pt x="2689384" y="2135029"/>
                  </a:lnTo>
                  <a:lnTo>
                    <a:pt x="2688431" y="2134076"/>
                  </a:lnTo>
                  <a:lnTo>
                    <a:pt x="2679383" y="2139791"/>
                  </a:lnTo>
                  <a:lnTo>
                    <a:pt x="2672239" y="2142649"/>
                  </a:lnTo>
                  <a:lnTo>
                    <a:pt x="2671286" y="2143601"/>
                  </a:lnTo>
                  <a:lnTo>
                    <a:pt x="2669858" y="2144554"/>
                  </a:lnTo>
                  <a:lnTo>
                    <a:pt x="2666524" y="2143125"/>
                  </a:lnTo>
                  <a:lnTo>
                    <a:pt x="2660809" y="2143601"/>
                  </a:lnTo>
                  <a:lnTo>
                    <a:pt x="2661761" y="2142173"/>
                  </a:lnTo>
                  <a:lnTo>
                    <a:pt x="2662237" y="2139791"/>
                  </a:lnTo>
                  <a:lnTo>
                    <a:pt x="2655094" y="2138363"/>
                  </a:lnTo>
                  <a:lnTo>
                    <a:pt x="2648426" y="2137886"/>
                  </a:lnTo>
                  <a:lnTo>
                    <a:pt x="2644616" y="2138839"/>
                  </a:lnTo>
                  <a:lnTo>
                    <a:pt x="2642235" y="2139315"/>
                  </a:lnTo>
                  <a:lnTo>
                    <a:pt x="2641283" y="2138363"/>
                  </a:lnTo>
                  <a:lnTo>
                    <a:pt x="2639854" y="2136934"/>
                  </a:lnTo>
                  <a:lnTo>
                    <a:pt x="2634615" y="2134076"/>
                  </a:lnTo>
                  <a:lnTo>
                    <a:pt x="2632710" y="2134076"/>
                  </a:lnTo>
                  <a:lnTo>
                    <a:pt x="2627948" y="2135029"/>
                  </a:lnTo>
                  <a:lnTo>
                    <a:pt x="2622233" y="2130743"/>
                  </a:lnTo>
                  <a:lnTo>
                    <a:pt x="2616041" y="2128361"/>
                  </a:lnTo>
                  <a:lnTo>
                    <a:pt x="2623661" y="2124551"/>
                  </a:lnTo>
                  <a:lnTo>
                    <a:pt x="2622233" y="2123123"/>
                  </a:lnTo>
                  <a:lnTo>
                    <a:pt x="2620804" y="2122170"/>
                  </a:lnTo>
                  <a:lnTo>
                    <a:pt x="2613184" y="2121218"/>
                  </a:lnTo>
                  <a:lnTo>
                    <a:pt x="2610803" y="2120265"/>
                  </a:lnTo>
                  <a:lnTo>
                    <a:pt x="2599373" y="2119313"/>
                  </a:lnTo>
                  <a:lnTo>
                    <a:pt x="2598896" y="2116455"/>
                  </a:lnTo>
                  <a:lnTo>
                    <a:pt x="2596039" y="2114550"/>
                  </a:lnTo>
                  <a:lnTo>
                    <a:pt x="2596039" y="2111693"/>
                  </a:lnTo>
                  <a:lnTo>
                    <a:pt x="2594610" y="2107883"/>
                  </a:lnTo>
                  <a:lnTo>
                    <a:pt x="2593181" y="2101215"/>
                  </a:lnTo>
                  <a:lnTo>
                    <a:pt x="2590324" y="2100263"/>
                  </a:lnTo>
                  <a:lnTo>
                    <a:pt x="2587943" y="2095024"/>
                  </a:lnTo>
                  <a:lnTo>
                    <a:pt x="2586990" y="2092166"/>
                  </a:lnTo>
                  <a:lnTo>
                    <a:pt x="2588419" y="2089309"/>
                  </a:lnTo>
                  <a:lnTo>
                    <a:pt x="2589371" y="2085023"/>
                  </a:lnTo>
                  <a:lnTo>
                    <a:pt x="2585561" y="2084070"/>
                  </a:lnTo>
                  <a:lnTo>
                    <a:pt x="2582228" y="2084070"/>
                  </a:lnTo>
                  <a:lnTo>
                    <a:pt x="2576989" y="2085975"/>
                  </a:lnTo>
                  <a:lnTo>
                    <a:pt x="2574608" y="2085023"/>
                  </a:lnTo>
                  <a:lnTo>
                    <a:pt x="2572703" y="2083594"/>
                  </a:lnTo>
                  <a:lnTo>
                    <a:pt x="2580799" y="2077879"/>
                  </a:lnTo>
                  <a:lnTo>
                    <a:pt x="2586514" y="2072164"/>
                  </a:lnTo>
                  <a:lnTo>
                    <a:pt x="2588419" y="2063591"/>
                  </a:lnTo>
                  <a:lnTo>
                    <a:pt x="2591276" y="2059305"/>
                  </a:lnTo>
                  <a:lnTo>
                    <a:pt x="2593658" y="2056924"/>
                  </a:lnTo>
                  <a:lnTo>
                    <a:pt x="2587943" y="2053590"/>
                  </a:lnTo>
                  <a:lnTo>
                    <a:pt x="2582228" y="2053590"/>
                  </a:lnTo>
                  <a:lnTo>
                    <a:pt x="2583656" y="2051209"/>
                  </a:lnTo>
                  <a:lnTo>
                    <a:pt x="2576036" y="2052638"/>
                  </a:lnTo>
                  <a:lnTo>
                    <a:pt x="2572226" y="2054543"/>
                  </a:lnTo>
                  <a:lnTo>
                    <a:pt x="2567464" y="2057876"/>
                  </a:lnTo>
                  <a:lnTo>
                    <a:pt x="2563178" y="2058829"/>
                  </a:lnTo>
                  <a:lnTo>
                    <a:pt x="2561273" y="2057876"/>
                  </a:lnTo>
                  <a:lnTo>
                    <a:pt x="2558415" y="2050733"/>
                  </a:lnTo>
                  <a:lnTo>
                    <a:pt x="2555081" y="2048351"/>
                  </a:lnTo>
                  <a:lnTo>
                    <a:pt x="2542699" y="2045018"/>
                  </a:lnTo>
                  <a:lnTo>
                    <a:pt x="2537460" y="2041684"/>
                  </a:lnTo>
                  <a:lnTo>
                    <a:pt x="2535079" y="2041208"/>
                  </a:lnTo>
                  <a:lnTo>
                    <a:pt x="2530793" y="2043589"/>
                  </a:lnTo>
                  <a:lnTo>
                    <a:pt x="2528411" y="2043113"/>
                  </a:lnTo>
                  <a:lnTo>
                    <a:pt x="2536984" y="2038826"/>
                  </a:lnTo>
                  <a:lnTo>
                    <a:pt x="2541270" y="2039779"/>
                  </a:lnTo>
                  <a:lnTo>
                    <a:pt x="2543651" y="2038826"/>
                  </a:lnTo>
                  <a:lnTo>
                    <a:pt x="2549366" y="2039303"/>
                  </a:lnTo>
                  <a:lnTo>
                    <a:pt x="2551748" y="2037398"/>
                  </a:lnTo>
                  <a:lnTo>
                    <a:pt x="2554605" y="2035493"/>
                  </a:lnTo>
                  <a:lnTo>
                    <a:pt x="2560320" y="2038826"/>
                  </a:lnTo>
                  <a:lnTo>
                    <a:pt x="2569845" y="2042160"/>
                  </a:lnTo>
                  <a:lnTo>
                    <a:pt x="2573655" y="2043113"/>
                  </a:lnTo>
                  <a:lnTo>
                    <a:pt x="2576989" y="2042636"/>
                  </a:lnTo>
                  <a:lnTo>
                    <a:pt x="2584609" y="2038826"/>
                  </a:lnTo>
                  <a:lnTo>
                    <a:pt x="2586990" y="2036445"/>
                  </a:lnTo>
                  <a:lnTo>
                    <a:pt x="2591753" y="2035016"/>
                  </a:lnTo>
                  <a:lnTo>
                    <a:pt x="2593658" y="2033588"/>
                  </a:lnTo>
                  <a:lnTo>
                    <a:pt x="2595562" y="2030254"/>
                  </a:lnTo>
                  <a:lnTo>
                    <a:pt x="2597944" y="2027873"/>
                  </a:lnTo>
                  <a:lnTo>
                    <a:pt x="2607469" y="2025015"/>
                  </a:lnTo>
                  <a:lnTo>
                    <a:pt x="2610803" y="2019300"/>
                  </a:lnTo>
                  <a:lnTo>
                    <a:pt x="2611279" y="2013109"/>
                  </a:lnTo>
                  <a:lnTo>
                    <a:pt x="2605564" y="2008346"/>
                  </a:lnTo>
                  <a:lnTo>
                    <a:pt x="2602230" y="2006918"/>
                  </a:lnTo>
                  <a:lnTo>
                    <a:pt x="2606993" y="2006918"/>
                  </a:lnTo>
                  <a:lnTo>
                    <a:pt x="2612708" y="2008346"/>
                  </a:lnTo>
                  <a:lnTo>
                    <a:pt x="2612231" y="2005489"/>
                  </a:lnTo>
                  <a:lnTo>
                    <a:pt x="2610803" y="2003584"/>
                  </a:lnTo>
                  <a:lnTo>
                    <a:pt x="2600325" y="1995488"/>
                  </a:lnTo>
                  <a:lnTo>
                    <a:pt x="2591276" y="1991678"/>
                  </a:lnTo>
                  <a:lnTo>
                    <a:pt x="2572226" y="1988820"/>
                  </a:lnTo>
                  <a:lnTo>
                    <a:pt x="2567940" y="1988820"/>
                  </a:lnTo>
                  <a:lnTo>
                    <a:pt x="2555558" y="1990725"/>
                  </a:lnTo>
                  <a:lnTo>
                    <a:pt x="2545556" y="1991201"/>
                  </a:lnTo>
                  <a:lnTo>
                    <a:pt x="2531269" y="1995011"/>
                  </a:lnTo>
                  <a:lnTo>
                    <a:pt x="2513648" y="2002155"/>
                  </a:lnTo>
                  <a:lnTo>
                    <a:pt x="2498408" y="2006918"/>
                  </a:lnTo>
                  <a:lnTo>
                    <a:pt x="2487454" y="2012156"/>
                  </a:lnTo>
                  <a:lnTo>
                    <a:pt x="2475548" y="2016919"/>
                  </a:lnTo>
                  <a:lnTo>
                    <a:pt x="2468880" y="2020729"/>
                  </a:lnTo>
                  <a:lnTo>
                    <a:pt x="2464594" y="2024539"/>
                  </a:lnTo>
                  <a:lnTo>
                    <a:pt x="2457926" y="2027873"/>
                  </a:lnTo>
                  <a:lnTo>
                    <a:pt x="2455545" y="2028349"/>
                  </a:lnTo>
                  <a:lnTo>
                    <a:pt x="2449830" y="2032159"/>
                  </a:lnTo>
                  <a:lnTo>
                    <a:pt x="2438876" y="2042160"/>
                  </a:lnTo>
                  <a:lnTo>
                    <a:pt x="2433161" y="2045494"/>
                  </a:lnTo>
                  <a:lnTo>
                    <a:pt x="2429351" y="2051685"/>
                  </a:lnTo>
                  <a:lnTo>
                    <a:pt x="2421731" y="2060258"/>
                  </a:lnTo>
                  <a:lnTo>
                    <a:pt x="2414587" y="2066925"/>
                  </a:lnTo>
                  <a:lnTo>
                    <a:pt x="2412683" y="2070735"/>
                  </a:lnTo>
                  <a:lnTo>
                    <a:pt x="2407444" y="2074545"/>
                  </a:lnTo>
                  <a:lnTo>
                    <a:pt x="2401729" y="2081689"/>
                  </a:lnTo>
                  <a:lnTo>
                    <a:pt x="2397443" y="2085499"/>
                  </a:lnTo>
                  <a:lnTo>
                    <a:pt x="2381250" y="2093119"/>
                  </a:lnTo>
                  <a:lnTo>
                    <a:pt x="2376011" y="2094548"/>
                  </a:lnTo>
                  <a:lnTo>
                    <a:pt x="2372201" y="2097405"/>
                  </a:lnTo>
                  <a:lnTo>
                    <a:pt x="2366010" y="2098834"/>
                  </a:lnTo>
                  <a:lnTo>
                    <a:pt x="2357914" y="2101691"/>
                  </a:lnTo>
                  <a:lnTo>
                    <a:pt x="2350294" y="2102644"/>
                  </a:lnTo>
                  <a:lnTo>
                    <a:pt x="2343150" y="2105978"/>
                  </a:lnTo>
                  <a:lnTo>
                    <a:pt x="2340293" y="2107883"/>
                  </a:lnTo>
                  <a:lnTo>
                    <a:pt x="2338387" y="2110740"/>
                  </a:lnTo>
                  <a:lnTo>
                    <a:pt x="2334101" y="2112169"/>
                  </a:lnTo>
                  <a:lnTo>
                    <a:pt x="2329815" y="2114550"/>
                  </a:lnTo>
                  <a:lnTo>
                    <a:pt x="2321719" y="2121694"/>
                  </a:lnTo>
                  <a:lnTo>
                    <a:pt x="2313146" y="2125028"/>
                  </a:lnTo>
                  <a:lnTo>
                    <a:pt x="2307431" y="2128838"/>
                  </a:lnTo>
                  <a:lnTo>
                    <a:pt x="2304098" y="2135029"/>
                  </a:lnTo>
                  <a:lnTo>
                    <a:pt x="2300287" y="2139315"/>
                  </a:lnTo>
                  <a:lnTo>
                    <a:pt x="2296954" y="2144554"/>
                  </a:lnTo>
                  <a:lnTo>
                    <a:pt x="2296478" y="2146459"/>
                  </a:lnTo>
                  <a:lnTo>
                    <a:pt x="2295525" y="2151698"/>
                  </a:lnTo>
                  <a:lnTo>
                    <a:pt x="2294096" y="2153126"/>
                  </a:lnTo>
                  <a:lnTo>
                    <a:pt x="2286953" y="2154555"/>
                  </a:lnTo>
                  <a:lnTo>
                    <a:pt x="2277428" y="2161223"/>
                  </a:lnTo>
                  <a:lnTo>
                    <a:pt x="2269808" y="2163604"/>
                  </a:lnTo>
                  <a:lnTo>
                    <a:pt x="2259806" y="2169795"/>
                  </a:lnTo>
                  <a:lnTo>
                    <a:pt x="2255044" y="2171224"/>
                  </a:lnTo>
                  <a:lnTo>
                    <a:pt x="2256473" y="2171224"/>
                  </a:lnTo>
                  <a:lnTo>
                    <a:pt x="2265521" y="2170748"/>
                  </a:lnTo>
                  <a:close/>
                  <a:moveTo>
                    <a:pt x="2677478" y="2117408"/>
                  </a:moveTo>
                  <a:lnTo>
                    <a:pt x="2682716" y="2114074"/>
                  </a:lnTo>
                  <a:lnTo>
                    <a:pt x="2687955" y="2111216"/>
                  </a:lnTo>
                  <a:lnTo>
                    <a:pt x="2687479" y="2110264"/>
                  </a:lnTo>
                  <a:lnTo>
                    <a:pt x="2686526" y="2109311"/>
                  </a:lnTo>
                  <a:lnTo>
                    <a:pt x="2683669" y="2108359"/>
                  </a:lnTo>
                  <a:lnTo>
                    <a:pt x="2674620" y="2108835"/>
                  </a:lnTo>
                  <a:lnTo>
                    <a:pt x="2666048" y="2109788"/>
                  </a:lnTo>
                  <a:lnTo>
                    <a:pt x="2664143" y="2110264"/>
                  </a:lnTo>
                  <a:lnTo>
                    <a:pt x="2655570" y="2111216"/>
                  </a:lnTo>
                  <a:lnTo>
                    <a:pt x="2649855" y="2111216"/>
                  </a:lnTo>
                  <a:lnTo>
                    <a:pt x="2644616" y="2109788"/>
                  </a:lnTo>
                  <a:lnTo>
                    <a:pt x="2641759" y="2107883"/>
                  </a:lnTo>
                  <a:lnTo>
                    <a:pt x="2640330" y="2107883"/>
                  </a:lnTo>
                  <a:lnTo>
                    <a:pt x="2638901" y="2108359"/>
                  </a:lnTo>
                  <a:lnTo>
                    <a:pt x="2636044" y="2106930"/>
                  </a:lnTo>
                  <a:lnTo>
                    <a:pt x="2630805" y="2105501"/>
                  </a:lnTo>
                  <a:lnTo>
                    <a:pt x="2628900" y="2108835"/>
                  </a:lnTo>
                  <a:lnTo>
                    <a:pt x="2627471" y="2109788"/>
                  </a:lnTo>
                  <a:lnTo>
                    <a:pt x="2626519" y="2109311"/>
                  </a:lnTo>
                  <a:lnTo>
                    <a:pt x="2625566" y="2108359"/>
                  </a:lnTo>
                  <a:lnTo>
                    <a:pt x="2623185" y="2107883"/>
                  </a:lnTo>
                  <a:lnTo>
                    <a:pt x="2624137" y="2106454"/>
                  </a:lnTo>
                  <a:lnTo>
                    <a:pt x="2624614" y="2105025"/>
                  </a:lnTo>
                  <a:lnTo>
                    <a:pt x="2624137" y="2103596"/>
                  </a:lnTo>
                  <a:lnTo>
                    <a:pt x="2623185" y="2102168"/>
                  </a:lnTo>
                  <a:lnTo>
                    <a:pt x="2616994" y="2096453"/>
                  </a:lnTo>
                  <a:lnTo>
                    <a:pt x="2620804" y="2090738"/>
                  </a:lnTo>
                  <a:lnTo>
                    <a:pt x="2620328" y="2087880"/>
                  </a:lnTo>
                  <a:lnTo>
                    <a:pt x="2620328" y="2084546"/>
                  </a:lnTo>
                  <a:lnTo>
                    <a:pt x="2614612" y="2089309"/>
                  </a:lnTo>
                  <a:lnTo>
                    <a:pt x="2612231" y="2091690"/>
                  </a:lnTo>
                  <a:lnTo>
                    <a:pt x="2610326" y="2094548"/>
                  </a:lnTo>
                  <a:lnTo>
                    <a:pt x="2607945" y="2097405"/>
                  </a:lnTo>
                  <a:lnTo>
                    <a:pt x="2606516" y="2100739"/>
                  </a:lnTo>
                  <a:lnTo>
                    <a:pt x="2606993" y="2103120"/>
                  </a:lnTo>
                  <a:lnTo>
                    <a:pt x="2612231" y="2103596"/>
                  </a:lnTo>
                  <a:lnTo>
                    <a:pt x="2615565" y="2105025"/>
                  </a:lnTo>
                  <a:lnTo>
                    <a:pt x="2616518" y="2106454"/>
                  </a:lnTo>
                  <a:lnTo>
                    <a:pt x="2616518" y="2112169"/>
                  </a:lnTo>
                  <a:lnTo>
                    <a:pt x="2619851" y="2113121"/>
                  </a:lnTo>
                  <a:lnTo>
                    <a:pt x="2625090" y="2113121"/>
                  </a:lnTo>
                  <a:lnTo>
                    <a:pt x="2628424" y="2113598"/>
                  </a:lnTo>
                  <a:lnTo>
                    <a:pt x="2628900" y="2114074"/>
                  </a:lnTo>
                  <a:lnTo>
                    <a:pt x="2628424" y="2114550"/>
                  </a:lnTo>
                  <a:lnTo>
                    <a:pt x="2626995" y="2114550"/>
                  </a:lnTo>
                  <a:lnTo>
                    <a:pt x="2629376" y="2117884"/>
                  </a:lnTo>
                  <a:lnTo>
                    <a:pt x="2632234" y="2120265"/>
                  </a:lnTo>
                  <a:lnTo>
                    <a:pt x="2634615" y="2121218"/>
                  </a:lnTo>
                  <a:lnTo>
                    <a:pt x="2644616" y="2123599"/>
                  </a:lnTo>
                  <a:lnTo>
                    <a:pt x="2646998" y="2123123"/>
                  </a:lnTo>
                  <a:lnTo>
                    <a:pt x="2648903" y="2121694"/>
                  </a:lnTo>
                  <a:lnTo>
                    <a:pt x="2645093" y="2121218"/>
                  </a:lnTo>
                  <a:lnTo>
                    <a:pt x="2647474" y="2119789"/>
                  </a:lnTo>
                  <a:lnTo>
                    <a:pt x="2650331" y="2119313"/>
                  </a:lnTo>
                  <a:lnTo>
                    <a:pt x="2652236" y="2117408"/>
                  </a:lnTo>
                  <a:lnTo>
                    <a:pt x="2655094" y="2116455"/>
                  </a:lnTo>
                  <a:lnTo>
                    <a:pt x="2654618" y="2117408"/>
                  </a:lnTo>
                  <a:lnTo>
                    <a:pt x="2652712" y="2118360"/>
                  </a:lnTo>
                  <a:lnTo>
                    <a:pt x="2652712" y="2120265"/>
                  </a:lnTo>
                  <a:lnTo>
                    <a:pt x="2654141" y="2121694"/>
                  </a:lnTo>
                  <a:lnTo>
                    <a:pt x="2656046" y="2121694"/>
                  </a:lnTo>
                  <a:lnTo>
                    <a:pt x="2657951" y="2124551"/>
                  </a:lnTo>
                  <a:lnTo>
                    <a:pt x="2653665" y="2126933"/>
                  </a:lnTo>
                  <a:lnTo>
                    <a:pt x="2654618" y="2127409"/>
                  </a:lnTo>
                  <a:lnTo>
                    <a:pt x="2657951" y="2126933"/>
                  </a:lnTo>
                  <a:lnTo>
                    <a:pt x="2658904" y="2129790"/>
                  </a:lnTo>
                  <a:lnTo>
                    <a:pt x="2661285" y="2130743"/>
                  </a:lnTo>
                  <a:lnTo>
                    <a:pt x="2663190" y="2131219"/>
                  </a:lnTo>
                  <a:lnTo>
                    <a:pt x="2670334" y="2130743"/>
                  </a:lnTo>
                  <a:lnTo>
                    <a:pt x="2672239" y="2129790"/>
                  </a:lnTo>
                  <a:lnTo>
                    <a:pt x="2671286" y="2128838"/>
                  </a:lnTo>
                  <a:lnTo>
                    <a:pt x="2669858" y="2128361"/>
                  </a:lnTo>
                  <a:lnTo>
                    <a:pt x="2669858" y="2125504"/>
                  </a:lnTo>
                  <a:lnTo>
                    <a:pt x="2669381" y="2122646"/>
                  </a:lnTo>
                  <a:lnTo>
                    <a:pt x="2670334" y="2121218"/>
                  </a:lnTo>
                  <a:lnTo>
                    <a:pt x="2677478" y="2117408"/>
                  </a:lnTo>
                  <a:close/>
                  <a:moveTo>
                    <a:pt x="2378869" y="2091214"/>
                  </a:moveTo>
                  <a:lnTo>
                    <a:pt x="2377916" y="2092643"/>
                  </a:lnTo>
                  <a:lnTo>
                    <a:pt x="2380774" y="2092166"/>
                  </a:lnTo>
                  <a:lnTo>
                    <a:pt x="2384584" y="2090261"/>
                  </a:lnTo>
                  <a:lnTo>
                    <a:pt x="2387441" y="2086928"/>
                  </a:lnTo>
                  <a:lnTo>
                    <a:pt x="2385536" y="2086928"/>
                  </a:lnTo>
                  <a:lnTo>
                    <a:pt x="2382203" y="2088356"/>
                  </a:lnTo>
                  <a:lnTo>
                    <a:pt x="2378869" y="2091214"/>
                  </a:lnTo>
                  <a:close/>
                  <a:moveTo>
                    <a:pt x="2788444" y="1917859"/>
                  </a:moveTo>
                  <a:lnTo>
                    <a:pt x="2802731" y="1905000"/>
                  </a:lnTo>
                  <a:lnTo>
                    <a:pt x="2803684" y="1902143"/>
                  </a:lnTo>
                  <a:lnTo>
                    <a:pt x="2804636" y="1901190"/>
                  </a:lnTo>
                  <a:lnTo>
                    <a:pt x="2807494" y="1899285"/>
                  </a:lnTo>
                  <a:lnTo>
                    <a:pt x="2809875" y="1898809"/>
                  </a:lnTo>
                  <a:lnTo>
                    <a:pt x="2815590" y="1899285"/>
                  </a:lnTo>
                  <a:lnTo>
                    <a:pt x="2821781" y="1898809"/>
                  </a:lnTo>
                  <a:lnTo>
                    <a:pt x="2824162" y="1898333"/>
                  </a:lnTo>
                  <a:lnTo>
                    <a:pt x="2829878" y="1894999"/>
                  </a:lnTo>
                  <a:lnTo>
                    <a:pt x="2832735" y="1894046"/>
                  </a:lnTo>
                  <a:lnTo>
                    <a:pt x="2843212" y="1892141"/>
                  </a:lnTo>
                  <a:lnTo>
                    <a:pt x="2848928" y="1891665"/>
                  </a:lnTo>
                  <a:lnTo>
                    <a:pt x="2856071" y="1893094"/>
                  </a:lnTo>
                  <a:lnTo>
                    <a:pt x="2858929" y="1893094"/>
                  </a:lnTo>
                  <a:lnTo>
                    <a:pt x="2860358" y="1892618"/>
                  </a:lnTo>
                  <a:lnTo>
                    <a:pt x="2875121" y="1882616"/>
                  </a:lnTo>
                  <a:lnTo>
                    <a:pt x="2884170" y="1877378"/>
                  </a:lnTo>
                  <a:lnTo>
                    <a:pt x="2893219" y="1871186"/>
                  </a:lnTo>
                  <a:lnTo>
                    <a:pt x="2904173" y="1861661"/>
                  </a:lnTo>
                  <a:lnTo>
                    <a:pt x="2905125" y="1859280"/>
                  </a:lnTo>
                  <a:lnTo>
                    <a:pt x="2904649" y="1856899"/>
                  </a:lnTo>
                  <a:lnTo>
                    <a:pt x="2901315" y="1854994"/>
                  </a:lnTo>
                  <a:lnTo>
                    <a:pt x="2899410" y="1853565"/>
                  </a:lnTo>
                  <a:lnTo>
                    <a:pt x="2893695" y="1850708"/>
                  </a:lnTo>
                  <a:lnTo>
                    <a:pt x="2893219" y="1849755"/>
                  </a:lnTo>
                  <a:lnTo>
                    <a:pt x="2897029" y="1850708"/>
                  </a:lnTo>
                  <a:lnTo>
                    <a:pt x="2901315" y="1851184"/>
                  </a:lnTo>
                  <a:lnTo>
                    <a:pt x="2903220" y="1849755"/>
                  </a:lnTo>
                  <a:lnTo>
                    <a:pt x="2903696" y="1847850"/>
                  </a:lnTo>
                  <a:lnTo>
                    <a:pt x="2902268" y="1845945"/>
                  </a:lnTo>
                  <a:lnTo>
                    <a:pt x="2898934" y="1844516"/>
                  </a:lnTo>
                  <a:lnTo>
                    <a:pt x="2891790" y="1843088"/>
                  </a:lnTo>
                  <a:lnTo>
                    <a:pt x="2885599" y="1843088"/>
                  </a:lnTo>
                  <a:lnTo>
                    <a:pt x="2882265" y="1842611"/>
                  </a:lnTo>
                  <a:lnTo>
                    <a:pt x="2883218" y="1841183"/>
                  </a:lnTo>
                  <a:lnTo>
                    <a:pt x="2887504" y="1841183"/>
                  </a:lnTo>
                  <a:lnTo>
                    <a:pt x="2898458" y="1838801"/>
                  </a:lnTo>
                  <a:lnTo>
                    <a:pt x="2899886" y="1837849"/>
                  </a:lnTo>
                  <a:lnTo>
                    <a:pt x="2899410" y="1836420"/>
                  </a:lnTo>
                  <a:lnTo>
                    <a:pt x="2897505" y="1833563"/>
                  </a:lnTo>
                  <a:lnTo>
                    <a:pt x="2897981" y="1829753"/>
                  </a:lnTo>
                  <a:lnTo>
                    <a:pt x="2898934" y="1827371"/>
                  </a:lnTo>
                  <a:lnTo>
                    <a:pt x="2897029" y="1821656"/>
                  </a:lnTo>
                  <a:lnTo>
                    <a:pt x="2899886" y="1815465"/>
                  </a:lnTo>
                  <a:lnTo>
                    <a:pt x="2900362" y="1812131"/>
                  </a:lnTo>
                  <a:lnTo>
                    <a:pt x="2899886" y="1810703"/>
                  </a:lnTo>
                  <a:lnTo>
                    <a:pt x="2898458" y="1808798"/>
                  </a:lnTo>
                  <a:lnTo>
                    <a:pt x="2897981" y="1807369"/>
                  </a:lnTo>
                  <a:lnTo>
                    <a:pt x="2897981" y="1805940"/>
                  </a:lnTo>
                  <a:lnTo>
                    <a:pt x="2896076" y="1803559"/>
                  </a:lnTo>
                  <a:lnTo>
                    <a:pt x="2894171" y="1799749"/>
                  </a:lnTo>
                  <a:lnTo>
                    <a:pt x="2889409" y="1794510"/>
                  </a:lnTo>
                  <a:lnTo>
                    <a:pt x="2884170" y="1794034"/>
                  </a:lnTo>
                  <a:lnTo>
                    <a:pt x="2881312" y="1793081"/>
                  </a:lnTo>
                  <a:lnTo>
                    <a:pt x="2878455" y="1788795"/>
                  </a:lnTo>
                  <a:lnTo>
                    <a:pt x="2877979" y="1786414"/>
                  </a:lnTo>
                  <a:lnTo>
                    <a:pt x="2876074" y="1786414"/>
                  </a:lnTo>
                  <a:lnTo>
                    <a:pt x="2870359" y="1786890"/>
                  </a:lnTo>
                  <a:lnTo>
                    <a:pt x="2865596" y="1787843"/>
                  </a:lnTo>
                  <a:lnTo>
                    <a:pt x="2859881" y="1790700"/>
                  </a:lnTo>
                  <a:lnTo>
                    <a:pt x="2852737" y="1797368"/>
                  </a:lnTo>
                  <a:lnTo>
                    <a:pt x="2848928" y="1800225"/>
                  </a:lnTo>
                  <a:lnTo>
                    <a:pt x="2847023" y="1795939"/>
                  </a:lnTo>
                  <a:lnTo>
                    <a:pt x="2846070" y="1794986"/>
                  </a:lnTo>
                  <a:lnTo>
                    <a:pt x="2842260" y="1794034"/>
                  </a:lnTo>
                  <a:lnTo>
                    <a:pt x="2842260" y="1793558"/>
                  </a:lnTo>
                  <a:lnTo>
                    <a:pt x="2843212" y="1792605"/>
                  </a:lnTo>
                  <a:lnTo>
                    <a:pt x="2851785" y="1788795"/>
                  </a:lnTo>
                  <a:lnTo>
                    <a:pt x="2854643" y="1786890"/>
                  </a:lnTo>
                  <a:lnTo>
                    <a:pt x="2855595" y="1785461"/>
                  </a:lnTo>
                  <a:lnTo>
                    <a:pt x="2855119" y="1783080"/>
                  </a:lnTo>
                  <a:lnTo>
                    <a:pt x="2853214" y="1779746"/>
                  </a:lnTo>
                  <a:lnTo>
                    <a:pt x="2845594" y="1768793"/>
                  </a:lnTo>
                  <a:lnTo>
                    <a:pt x="2838926" y="1767364"/>
                  </a:lnTo>
                  <a:lnTo>
                    <a:pt x="2819400" y="1765459"/>
                  </a:lnTo>
                  <a:lnTo>
                    <a:pt x="2815590" y="1766888"/>
                  </a:lnTo>
                  <a:lnTo>
                    <a:pt x="2814161" y="1768316"/>
                  </a:lnTo>
                  <a:lnTo>
                    <a:pt x="2814161" y="1769269"/>
                  </a:lnTo>
                  <a:lnTo>
                    <a:pt x="2815590" y="1771174"/>
                  </a:lnTo>
                  <a:lnTo>
                    <a:pt x="2820353" y="1770221"/>
                  </a:lnTo>
                  <a:lnTo>
                    <a:pt x="2824162" y="1770221"/>
                  </a:lnTo>
                  <a:lnTo>
                    <a:pt x="2828925" y="1771174"/>
                  </a:lnTo>
                  <a:lnTo>
                    <a:pt x="2828449" y="1771650"/>
                  </a:lnTo>
                  <a:lnTo>
                    <a:pt x="2823210" y="1771650"/>
                  </a:lnTo>
                  <a:lnTo>
                    <a:pt x="2815114" y="1773555"/>
                  </a:lnTo>
                  <a:lnTo>
                    <a:pt x="2804160" y="1776889"/>
                  </a:lnTo>
                  <a:lnTo>
                    <a:pt x="2795111" y="1781651"/>
                  </a:lnTo>
                  <a:lnTo>
                    <a:pt x="2787968" y="1787843"/>
                  </a:lnTo>
                  <a:lnTo>
                    <a:pt x="2781300" y="1792605"/>
                  </a:lnTo>
                  <a:lnTo>
                    <a:pt x="2775109" y="1795939"/>
                  </a:lnTo>
                  <a:lnTo>
                    <a:pt x="2770823" y="1797844"/>
                  </a:lnTo>
                  <a:lnTo>
                    <a:pt x="2763679" y="1799273"/>
                  </a:lnTo>
                  <a:lnTo>
                    <a:pt x="2761774" y="1800225"/>
                  </a:lnTo>
                  <a:lnTo>
                    <a:pt x="2757964" y="1804035"/>
                  </a:lnTo>
                  <a:lnTo>
                    <a:pt x="2752249" y="1807845"/>
                  </a:lnTo>
                  <a:lnTo>
                    <a:pt x="2745105" y="1810226"/>
                  </a:lnTo>
                  <a:lnTo>
                    <a:pt x="2744629" y="1809750"/>
                  </a:lnTo>
                  <a:lnTo>
                    <a:pt x="2744153" y="1809274"/>
                  </a:lnTo>
                  <a:lnTo>
                    <a:pt x="2746534" y="1807845"/>
                  </a:lnTo>
                  <a:lnTo>
                    <a:pt x="2747486" y="1806416"/>
                  </a:lnTo>
                  <a:lnTo>
                    <a:pt x="2745581" y="1805464"/>
                  </a:lnTo>
                  <a:lnTo>
                    <a:pt x="2746058" y="1804035"/>
                  </a:lnTo>
                  <a:lnTo>
                    <a:pt x="2750820" y="1801178"/>
                  </a:lnTo>
                  <a:lnTo>
                    <a:pt x="2752725" y="1799273"/>
                  </a:lnTo>
                  <a:lnTo>
                    <a:pt x="2750820" y="1797368"/>
                  </a:lnTo>
                  <a:lnTo>
                    <a:pt x="2743676" y="1794034"/>
                  </a:lnTo>
                  <a:lnTo>
                    <a:pt x="2742724" y="1792129"/>
                  </a:lnTo>
                  <a:lnTo>
                    <a:pt x="2747010" y="1794034"/>
                  </a:lnTo>
                  <a:lnTo>
                    <a:pt x="2750820" y="1794510"/>
                  </a:lnTo>
                  <a:lnTo>
                    <a:pt x="2751773" y="1794034"/>
                  </a:lnTo>
                  <a:lnTo>
                    <a:pt x="2752249" y="1793081"/>
                  </a:lnTo>
                  <a:lnTo>
                    <a:pt x="2752725" y="1790224"/>
                  </a:lnTo>
                  <a:lnTo>
                    <a:pt x="2753678" y="1788795"/>
                  </a:lnTo>
                  <a:lnTo>
                    <a:pt x="2755106" y="1787366"/>
                  </a:lnTo>
                  <a:lnTo>
                    <a:pt x="2759869" y="1785461"/>
                  </a:lnTo>
                  <a:lnTo>
                    <a:pt x="2761774" y="1784033"/>
                  </a:lnTo>
                  <a:lnTo>
                    <a:pt x="2764155" y="1783556"/>
                  </a:lnTo>
                  <a:lnTo>
                    <a:pt x="2767489" y="1784033"/>
                  </a:lnTo>
                  <a:lnTo>
                    <a:pt x="2772728" y="1784033"/>
                  </a:lnTo>
                  <a:lnTo>
                    <a:pt x="2782729" y="1779746"/>
                  </a:lnTo>
                  <a:lnTo>
                    <a:pt x="2788444" y="1778318"/>
                  </a:lnTo>
                  <a:lnTo>
                    <a:pt x="2789396" y="1777841"/>
                  </a:lnTo>
                  <a:lnTo>
                    <a:pt x="2790349" y="1776413"/>
                  </a:lnTo>
                  <a:lnTo>
                    <a:pt x="2792254" y="1775460"/>
                  </a:lnTo>
                  <a:lnTo>
                    <a:pt x="2795111" y="1774984"/>
                  </a:lnTo>
                  <a:lnTo>
                    <a:pt x="2799398" y="1774984"/>
                  </a:lnTo>
                  <a:lnTo>
                    <a:pt x="2802255" y="1774508"/>
                  </a:lnTo>
                  <a:lnTo>
                    <a:pt x="2804636" y="1772126"/>
                  </a:lnTo>
                  <a:lnTo>
                    <a:pt x="2808923" y="1766411"/>
                  </a:lnTo>
                  <a:lnTo>
                    <a:pt x="2811304" y="1765459"/>
                  </a:lnTo>
                  <a:lnTo>
                    <a:pt x="2816066" y="1764030"/>
                  </a:lnTo>
                  <a:lnTo>
                    <a:pt x="2817971" y="1762601"/>
                  </a:lnTo>
                  <a:lnTo>
                    <a:pt x="2818448" y="1761173"/>
                  </a:lnTo>
                  <a:lnTo>
                    <a:pt x="2827496" y="1759744"/>
                  </a:lnTo>
                  <a:lnTo>
                    <a:pt x="2834164" y="1759744"/>
                  </a:lnTo>
                  <a:lnTo>
                    <a:pt x="2838926" y="1757363"/>
                  </a:lnTo>
                  <a:lnTo>
                    <a:pt x="2841784" y="1753553"/>
                  </a:lnTo>
                  <a:lnTo>
                    <a:pt x="2844641" y="1751171"/>
                  </a:lnTo>
                  <a:lnTo>
                    <a:pt x="2844641" y="1750219"/>
                  </a:lnTo>
                  <a:lnTo>
                    <a:pt x="2841784" y="1747838"/>
                  </a:lnTo>
                  <a:lnTo>
                    <a:pt x="2837021" y="1747361"/>
                  </a:lnTo>
                  <a:lnTo>
                    <a:pt x="2833687" y="1746409"/>
                  </a:lnTo>
                  <a:lnTo>
                    <a:pt x="2830354" y="1744504"/>
                  </a:lnTo>
                  <a:lnTo>
                    <a:pt x="2827020" y="1742123"/>
                  </a:lnTo>
                  <a:lnTo>
                    <a:pt x="2826068" y="1737360"/>
                  </a:lnTo>
                  <a:lnTo>
                    <a:pt x="2822734" y="1736884"/>
                  </a:lnTo>
                  <a:lnTo>
                    <a:pt x="2817971" y="1737836"/>
                  </a:lnTo>
                  <a:lnTo>
                    <a:pt x="2817019" y="1740218"/>
                  </a:lnTo>
                  <a:lnTo>
                    <a:pt x="2810828" y="1742123"/>
                  </a:lnTo>
                  <a:lnTo>
                    <a:pt x="2807494" y="1741646"/>
                  </a:lnTo>
                  <a:lnTo>
                    <a:pt x="2797969" y="1739265"/>
                  </a:lnTo>
                  <a:lnTo>
                    <a:pt x="2794159" y="1734026"/>
                  </a:lnTo>
                  <a:lnTo>
                    <a:pt x="2791778" y="1729264"/>
                  </a:lnTo>
                  <a:lnTo>
                    <a:pt x="2790349" y="1724978"/>
                  </a:lnTo>
                  <a:lnTo>
                    <a:pt x="2787491" y="1723549"/>
                  </a:lnTo>
                  <a:lnTo>
                    <a:pt x="2781776" y="1722596"/>
                  </a:lnTo>
                  <a:lnTo>
                    <a:pt x="2779395" y="1724978"/>
                  </a:lnTo>
                  <a:lnTo>
                    <a:pt x="2777014" y="1728311"/>
                  </a:lnTo>
                  <a:lnTo>
                    <a:pt x="2776061" y="1729264"/>
                  </a:lnTo>
                  <a:lnTo>
                    <a:pt x="2765108" y="1737360"/>
                  </a:lnTo>
                  <a:lnTo>
                    <a:pt x="2762250" y="1740694"/>
                  </a:lnTo>
                  <a:lnTo>
                    <a:pt x="2763203" y="1738313"/>
                  </a:lnTo>
                  <a:lnTo>
                    <a:pt x="2765584" y="1734979"/>
                  </a:lnTo>
                  <a:lnTo>
                    <a:pt x="2774156" y="1725930"/>
                  </a:lnTo>
                  <a:lnTo>
                    <a:pt x="2775585" y="1723549"/>
                  </a:lnTo>
                  <a:lnTo>
                    <a:pt x="2772728" y="1722596"/>
                  </a:lnTo>
                  <a:lnTo>
                    <a:pt x="2769870" y="1723549"/>
                  </a:lnTo>
                  <a:lnTo>
                    <a:pt x="2767012" y="1722596"/>
                  </a:lnTo>
                  <a:lnTo>
                    <a:pt x="2767012" y="1719263"/>
                  </a:lnTo>
                  <a:lnTo>
                    <a:pt x="2764631" y="1717358"/>
                  </a:lnTo>
                  <a:lnTo>
                    <a:pt x="2761298" y="1717834"/>
                  </a:lnTo>
                  <a:lnTo>
                    <a:pt x="2758916" y="1719739"/>
                  </a:lnTo>
                  <a:lnTo>
                    <a:pt x="2749391" y="1720691"/>
                  </a:lnTo>
                  <a:lnTo>
                    <a:pt x="2745105" y="1722596"/>
                  </a:lnTo>
                  <a:lnTo>
                    <a:pt x="2737961" y="1728311"/>
                  </a:lnTo>
                  <a:lnTo>
                    <a:pt x="2736056" y="1728788"/>
                  </a:lnTo>
                  <a:lnTo>
                    <a:pt x="2739390" y="1725454"/>
                  </a:lnTo>
                  <a:lnTo>
                    <a:pt x="2741771" y="1722120"/>
                  </a:lnTo>
                  <a:lnTo>
                    <a:pt x="2742248" y="1720215"/>
                  </a:lnTo>
                  <a:lnTo>
                    <a:pt x="2744629" y="1714500"/>
                  </a:lnTo>
                  <a:lnTo>
                    <a:pt x="2749391" y="1710690"/>
                  </a:lnTo>
                  <a:lnTo>
                    <a:pt x="2750344" y="1708785"/>
                  </a:lnTo>
                  <a:lnTo>
                    <a:pt x="2746534" y="1704975"/>
                  </a:lnTo>
                  <a:lnTo>
                    <a:pt x="2745105" y="1702118"/>
                  </a:lnTo>
                  <a:lnTo>
                    <a:pt x="2743200" y="1700213"/>
                  </a:lnTo>
                  <a:lnTo>
                    <a:pt x="2744629" y="1697355"/>
                  </a:lnTo>
                  <a:lnTo>
                    <a:pt x="2745581" y="1693545"/>
                  </a:lnTo>
                  <a:lnTo>
                    <a:pt x="2743200" y="1693545"/>
                  </a:lnTo>
                  <a:lnTo>
                    <a:pt x="2740819" y="1692593"/>
                  </a:lnTo>
                  <a:lnTo>
                    <a:pt x="2737961" y="1696403"/>
                  </a:lnTo>
                  <a:lnTo>
                    <a:pt x="2737009" y="1692116"/>
                  </a:lnTo>
                  <a:lnTo>
                    <a:pt x="2735580" y="1691640"/>
                  </a:lnTo>
                  <a:lnTo>
                    <a:pt x="2731770" y="1688783"/>
                  </a:lnTo>
                  <a:lnTo>
                    <a:pt x="2731770" y="1686401"/>
                  </a:lnTo>
                  <a:lnTo>
                    <a:pt x="2728912" y="1685449"/>
                  </a:lnTo>
                  <a:lnTo>
                    <a:pt x="2726055" y="1686401"/>
                  </a:lnTo>
                  <a:lnTo>
                    <a:pt x="2722721" y="1688783"/>
                  </a:lnTo>
                  <a:lnTo>
                    <a:pt x="2719387" y="1688783"/>
                  </a:lnTo>
                  <a:lnTo>
                    <a:pt x="2718435" y="1687830"/>
                  </a:lnTo>
                  <a:lnTo>
                    <a:pt x="2717959" y="1685925"/>
                  </a:lnTo>
                  <a:lnTo>
                    <a:pt x="2716054" y="1684496"/>
                  </a:lnTo>
                  <a:lnTo>
                    <a:pt x="2710339" y="1683544"/>
                  </a:lnTo>
                  <a:lnTo>
                    <a:pt x="2707005" y="1682591"/>
                  </a:lnTo>
                  <a:lnTo>
                    <a:pt x="2707005" y="1681163"/>
                  </a:lnTo>
                  <a:lnTo>
                    <a:pt x="2712244" y="1680210"/>
                  </a:lnTo>
                  <a:lnTo>
                    <a:pt x="2711291" y="1678781"/>
                  </a:lnTo>
                  <a:lnTo>
                    <a:pt x="2709862" y="1672114"/>
                  </a:lnTo>
                  <a:lnTo>
                    <a:pt x="2707958" y="1671638"/>
                  </a:lnTo>
                  <a:lnTo>
                    <a:pt x="2703195" y="1672114"/>
                  </a:lnTo>
                  <a:lnTo>
                    <a:pt x="2697956" y="1671161"/>
                  </a:lnTo>
                  <a:lnTo>
                    <a:pt x="2697956" y="1668304"/>
                  </a:lnTo>
                  <a:lnTo>
                    <a:pt x="2705100" y="1666399"/>
                  </a:lnTo>
                  <a:lnTo>
                    <a:pt x="2707481" y="1664970"/>
                  </a:lnTo>
                  <a:lnTo>
                    <a:pt x="2704624" y="1663541"/>
                  </a:lnTo>
                  <a:lnTo>
                    <a:pt x="2698433" y="1663065"/>
                  </a:lnTo>
                  <a:lnTo>
                    <a:pt x="2689860" y="1661636"/>
                  </a:lnTo>
                  <a:lnTo>
                    <a:pt x="2687479" y="1660208"/>
                  </a:lnTo>
                  <a:lnTo>
                    <a:pt x="2691289" y="1657826"/>
                  </a:lnTo>
                  <a:lnTo>
                    <a:pt x="2696051" y="1657350"/>
                  </a:lnTo>
                  <a:lnTo>
                    <a:pt x="2697004" y="1656398"/>
                  </a:lnTo>
                  <a:lnTo>
                    <a:pt x="2694623" y="1654493"/>
                  </a:lnTo>
                  <a:lnTo>
                    <a:pt x="2693194" y="1654016"/>
                  </a:lnTo>
                  <a:lnTo>
                    <a:pt x="2688431" y="1653540"/>
                  </a:lnTo>
                  <a:lnTo>
                    <a:pt x="2684145" y="1649730"/>
                  </a:lnTo>
                  <a:lnTo>
                    <a:pt x="2674620" y="1646873"/>
                  </a:lnTo>
                  <a:lnTo>
                    <a:pt x="2671286" y="1643539"/>
                  </a:lnTo>
                  <a:lnTo>
                    <a:pt x="2672715" y="1642586"/>
                  </a:lnTo>
                  <a:lnTo>
                    <a:pt x="2675573" y="1641634"/>
                  </a:lnTo>
                  <a:lnTo>
                    <a:pt x="2677954" y="1641634"/>
                  </a:lnTo>
                  <a:lnTo>
                    <a:pt x="2675096" y="1644015"/>
                  </a:lnTo>
                  <a:lnTo>
                    <a:pt x="2675573" y="1644968"/>
                  </a:lnTo>
                  <a:lnTo>
                    <a:pt x="2686050" y="1648301"/>
                  </a:lnTo>
                  <a:lnTo>
                    <a:pt x="2704148" y="1650206"/>
                  </a:lnTo>
                  <a:lnTo>
                    <a:pt x="2709386" y="1648778"/>
                  </a:lnTo>
                  <a:lnTo>
                    <a:pt x="2709386" y="1644015"/>
                  </a:lnTo>
                  <a:lnTo>
                    <a:pt x="2708910" y="1640205"/>
                  </a:lnTo>
                  <a:lnTo>
                    <a:pt x="2710339" y="1636871"/>
                  </a:lnTo>
                  <a:lnTo>
                    <a:pt x="2710815" y="1632585"/>
                  </a:lnTo>
                  <a:lnTo>
                    <a:pt x="2700814" y="1624013"/>
                  </a:lnTo>
                  <a:lnTo>
                    <a:pt x="2697956" y="1623536"/>
                  </a:lnTo>
                  <a:lnTo>
                    <a:pt x="2695099" y="1624013"/>
                  </a:lnTo>
                  <a:lnTo>
                    <a:pt x="2693194" y="1623536"/>
                  </a:lnTo>
                  <a:lnTo>
                    <a:pt x="2690336" y="1622108"/>
                  </a:lnTo>
                  <a:lnTo>
                    <a:pt x="2689384" y="1621155"/>
                  </a:lnTo>
                  <a:lnTo>
                    <a:pt x="2690812" y="1619726"/>
                  </a:lnTo>
                  <a:lnTo>
                    <a:pt x="2692718" y="1616393"/>
                  </a:lnTo>
                  <a:lnTo>
                    <a:pt x="2694146" y="1615440"/>
                  </a:lnTo>
                  <a:lnTo>
                    <a:pt x="2694146" y="1614964"/>
                  </a:lnTo>
                  <a:lnTo>
                    <a:pt x="2691765" y="1613059"/>
                  </a:lnTo>
                  <a:lnTo>
                    <a:pt x="2686050" y="1611630"/>
                  </a:lnTo>
                  <a:lnTo>
                    <a:pt x="2682240" y="1611630"/>
                  </a:lnTo>
                  <a:lnTo>
                    <a:pt x="2678430" y="1612106"/>
                  </a:lnTo>
                  <a:lnTo>
                    <a:pt x="2675096" y="1611630"/>
                  </a:lnTo>
                  <a:lnTo>
                    <a:pt x="2673191" y="1611154"/>
                  </a:lnTo>
                  <a:lnTo>
                    <a:pt x="2671762" y="1609725"/>
                  </a:lnTo>
                  <a:lnTo>
                    <a:pt x="2675573" y="1610201"/>
                  </a:lnTo>
                  <a:lnTo>
                    <a:pt x="2677001" y="1609725"/>
                  </a:lnTo>
                  <a:lnTo>
                    <a:pt x="2679859" y="1607344"/>
                  </a:lnTo>
                  <a:lnTo>
                    <a:pt x="2682716" y="1606868"/>
                  </a:lnTo>
                  <a:lnTo>
                    <a:pt x="2685574" y="1605439"/>
                  </a:lnTo>
                  <a:lnTo>
                    <a:pt x="2689384" y="1603058"/>
                  </a:lnTo>
                  <a:lnTo>
                    <a:pt x="2690812" y="1600200"/>
                  </a:lnTo>
                  <a:lnTo>
                    <a:pt x="2688431" y="1595438"/>
                  </a:lnTo>
                  <a:lnTo>
                    <a:pt x="2689384" y="1594009"/>
                  </a:lnTo>
                  <a:lnTo>
                    <a:pt x="2691289" y="1593056"/>
                  </a:lnTo>
                  <a:lnTo>
                    <a:pt x="2691765" y="1591151"/>
                  </a:lnTo>
                  <a:lnTo>
                    <a:pt x="2689860" y="1588770"/>
                  </a:lnTo>
                  <a:lnTo>
                    <a:pt x="2684621" y="1586389"/>
                  </a:lnTo>
                  <a:lnTo>
                    <a:pt x="2681764" y="1586865"/>
                  </a:lnTo>
                  <a:lnTo>
                    <a:pt x="2678430" y="1585913"/>
                  </a:lnTo>
                  <a:lnTo>
                    <a:pt x="2672239" y="1576864"/>
                  </a:lnTo>
                  <a:lnTo>
                    <a:pt x="2668905" y="1576864"/>
                  </a:lnTo>
                  <a:lnTo>
                    <a:pt x="2661285" y="1578293"/>
                  </a:lnTo>
                  <a:lnTo>
                    <a:pt x="2655570" y="1580198"/>
                  </a:lnTo>
                  <a:lnTo>
                    <a:pt x="2647474" y="1584484"/>
                  </a:lnTo>
                  <a:lnTo>
                    <a:pt x="2646045" y="1584008"/>
                  </a:lnTo>
                  <a:lnTo>
                    <a:pt x="2649855" y="1580674"/>
                  </a:lnTo>
                  <a:lnTo>
                    <a:pt x="2652712" y="1578769"/>
                  </a:lnTo>
                  <a:lnTo>
                    <a:pt x="2661285" y="1574959"/>
                  </a:lnTo>
                  <a:lnTo>
                    <a:pt x="2666048" y="1569244"/>
                  </a:lnTo>
                  <a:lnTo>
                    <a:pt x="2668905" y="1561624"/>
                  </a:lnTo>
                  <a:lnTo>
                    <a:pt x="2668429" y="1560671"/>
                  </a:lnTo>
                  <a:lnTo>
                    <a:pt x="2664143" y="1560671"/>
                  </a:lnTo>
                  <a:lnTo>
                    <a:pt x="2660809" y="1561148"/>
                  </a:lnTo>
                  <a:lnTo>
                    <a:pt x="2652712" y="1564481"/>
                  </a:lnTo>
                  <a:lnTo>
                    <a:pt x="2650808" y="1564481"/>
                  </a:lnTo>
                  <a:lnTo>
                    <a:pt x="2651284" y="1563053"/>
                  </a:lnTo>
                  <a:lnTo>
                    <a:pt x="2650331" y="1562100"/>
                  </a:lnTo>
                  <a:lnTo>
                    <a:pt x="2647950" y="1561624"/>
                  </a:lnTo>
                  <a:lnTo>
                    <a:pt x="2645093" y="1563053"/>
                  </a:lnTo>
                  <a:lnTo>
                    <a:pt x="2638901" y="1568291"/>
                  </a:lnTo>
                  <a:lnTo>
                    <a:pt x="2636520" y="1568291"/>
                  </a:lnTo>
                  <a:lnTo>
                    <a:pt x="2639854" y="1564958"/>
                  </a:lnTo>
                  <a:lnTo>
                    <a:pt x="2641283" y="1562100"/>
                  </a:lnTo>
                  <a:lnTo>
                    <a:pt x="2646998" y="1558766"/>
                  </a:lnTo>
                  <a:lnTo>
                    <a:pt x="2650808" y="1557338"/>
                  </a:lnTo>
                  <a:lnTo>
                    <a:pt x="2658428" y="1551146"/>
                  </a:lnTo>
                  <a:lnTo>
                    <a:pt x="2656523" y="1546384"/>
                  </a:lnTo>
                  <a:lnTo>
                    <a:pt x="2653665" y="1542098"/>
                  </a:lnTo>
                  <a:lnTo>
                    <a:pt x="2652236" y="1541145"/>
                  </a:lnTo>
                  <a:lnTo>
                    <a:pt x="2647474" y="1542098"/>
                  </a:lnTo>
                  <a:lnTo>
                    <a:pt x="2644140" y="1541621"/>
                  </a:lnTo>
                  <a:lnTo>
                    <a:pt x="2646045" y="1539240"/>
                  </a:lnTo>
                  <a:lnTo>
                    <a:pt x="2646045" y="1538288"/>
                  </a:lnTo>
                  <a:lnTo>
                    <a:pt x="2644140" y="1534478"/>
                  </a:lnTo>
                  <a:lnTo>
                    <a:pt x="2643187" y="1533525"/>
                  </a:lnTo>
                  <a:lnTo>
                    <a:pt x="2643187" y="1533049"/>
                  </a:lnTo>
                  <a:lnTo>
                    <a:pt x="2646045" y="1532096"/>
                  </a:lnTo>
                  <a:lnTo>
                    <a:pt x="2645093" y="1531620"/>
                  </a:lnTo>
                  <a:lnTo>
                    <a:pt x="2642235" y="1531144"/>
                  </a:lnTo>
                  <a:lnTo>
                    <a:pt x="2639854" y="1531144"/>
                  </a:lnTo>
                  <a:lnTo>
                    <a:pt x="2634139" y="1532573"/>
                  </a:lnTo>
                  <a:lnTo>
                    <a:pt x="2626519" y="1533525"/>
                  </a:lnTo>
                  <a:lnTo>
                    <a:pt x="2621280" y="1533525"/>
                  </a:lnTo>
                  <a:lnTo>
                    <a:pt x="2620328" y="1532096"/>
                  </a:lnTo>
                  <a:lnTo>
                    <a:pt x="2622233" y="1531620"/>
                  </a:lnTo>
                  <a:lnTo>
                    <a:pt x="2627471" y="1531620"/>
                  </a:lnTo>
                  <a:lnTo>
                    <a:pt x="2631281" y="1530668"/>
                  </a:lnTo>
                  <a:lnTo>
                    <a:pt x="2636044" y="1528763"/>
                  </a:lnTo>
                  <a:lnTo>
                    <a:pt x="2639378" y="1524953"/>
                  </a:lnTo>
                  <a:lnTo>
                    <a:pt x="2635091" y="1517809"/>
                  </a:lnTo>
                  <a:lnTo>
                    <a:pt x="2631758" y="1517333"/>
                  </a:lnTo>
                  <a:lnTo>
                    <a:pt x="2627948" y="1520666"/>
                  </a:lnTo>
                  <a:lnTo>
                    <a:pt x="2626995" y="1520666"/>
                  </a:lnTo>
                  <a:lnTo>
                    <a:pt x="2627471" y="1518761"/>
                  </a:lnTo>
                  <a:lnTo>
                    <a:pt x="2626519" y="1517333"/>
                  </a:lnTo>
                  <a:lnTo>
                    <a:pt x="2620804" y="1515904"/>
                  </a:lnTo>
                  <a:lnTo>
                    <a:pt x="2619851" y="1514475"/>
                  </a:lnTo>
                  <a:lnTo>
                    <a:pt x="2624137" y="1512570"/>
                  </a:lnTo>
                  <a:lnTo>
                    <a:pt x="2627471" y="1509236"/>
                  </a:lnTo>
                  <a:lnTo>
                    <a:pt x="2624137" y="1505903"/>
                  </a:lnTo>
                  <a:lnTo>
                    <a:pt x="2621280" y="1502569"/>
                  </a:lnTo>
                  <a:lnTo>
                    <a:pt x="2619851" y="1499711"/>
                  </a:lnTo>
                  <a:lnTo>
                    <a:pt x="2619375" y="1496854"/>
                  </a:lnTo>
                  <a:lnTo>
                    <a:pt x="2616518" y="1493520"/>
                  </a:lnTo>
                  <a:lnTo>
                    <a:pt x="2613184" y="1494949"/>
                  </a:lnTo>
                  <a:lnTo>
                    <a:pt x="2610803" y="1497806"/>
                  </a:lnTo>
                  <a:lnTo>
                    <a:pt x="2612708" y="1492568"/>
                  </a:lnTo>
                  <a:lnTo>
                    <a:pt x="2612231" y="1486376"/>
                  </a:lnTo>
                  <a:lnTo>
                    <a:pt x="2608898" y="1481614"/>
                  </a:lnTo>
                  <a:lnTo>
                    <a:pt x="2604611" y="1481614"/>
                  </a:lnTo>
                  <a:lnTo>
                    <a:pt x="2599373" y="1482566"/>
                  </a:lnTo>
                  <a:lnTo>
                    <a:pt x="2593658" y="1484948"/>
                  </a:lnTo>
                  <a:lnTo>
                    <a:pt x="2592229" y="1483995"/>
                  </a:lnTo>
                  <a:lnTo>
                    <a:pt x="2594134" y="1482566"/>
                  </a:lnTo>
                  <a:lnTo>
                    <a:pt x="2600325" y="1479709"/>
                  </a:lnTo>
                  <a:lnTo>
                    <a:pt x="2604135" y="1475899"/>
                  </a:lnTo>
                  <a:lnTo>
                    <a:pt x="2603659" y="1473041"/>
                  </a:lnTo>
                  <a:lnTo>
                    <a:pt x="2601278" y="1471136"/>
                  </a:lnTo>
                  <a:lnTo>
                    <a:pt x="2594134" y="1467803"/>
                  </a:lnTo>
                  <a:lnTo>
                    <a:pt x="2590324" y="1468279"/>
                  </a:lnTo>
                  <a:lnTo>
                    <a:pt x="2589371" y="1469231"/>
                  </a:lnTo>
                  <a:lnTo>
                    <a:pt x="2587943" y="1470184"/>
                  </a:lnTo>
                  <a:lnTo>
                    <a:pt x="2586514" y="1472089"/>
                  </a:lnTo>
                  <a:lnTo>
                    <a:pt x="2581751" y="1481614"/>
                  </a:lnTo>
                  <a:lnTo>
                    <a:pt x="2580799" y="1484948"/>
                  </a:lnTo>
                  <a:lnTo>
                    <a:pt x="2578418" y="1489234"/>
                  </a:lnTo>
                  <a:lnTo>
                    <a:pt x="2577941" y="1491139"/>
                  </a:lnTo>
                  <a:lnTo>
                    <a:pt x="2578894" y="1493044"/>
                  </a:lnTo>
                  <a:lnTo>
                    <a:pt x="2580323" y="1494473"/>
                  </a:lnTo>
                  <a:lnTo>
                    <a:pt x="2583180" y="1495901"/>
                  </a:lnTo>
                  <a:lnTo>
                    <a:pt x="2582228" y="1496854"/>
                  </a:lnTo>
                  <a:lnTo>
                    <a:pt x="2576989" y="1493996"/>
                  </a:lnTo>
                  <a:lnTo>
                    <a:pt x="2574608" y="1493520"/>
                  </a:lnTo>
                  <a:lnTo>
                    <a:pt x="2572226" y="1493996"/>
                  </a:lnTo>
                  <a:lnTo>
                    <a:pt x="2570798" y="1494473"/>
                  </a:lnTo>
                  <a:lnTo>
                    <a:pt x="2569845" y="1495425"/>
                  </a:lnTo>
                  <a:lnTo>
                    <a:pt x="2568416" y="1499711"/>
                  </a:lnTo>
                  <a:lnTo>
                    <a:pt x="2568416" y="1501616"/>
                  </a:lnTo>
                  <a:lnTo>
                    <a:pt x="2568893" y="1503045"/>
                  </a:lnTo>
                  <a:lnTo>
                    <a:pt x="2571274" y="1506855"/>
                  </a:lnTo>
                  <a:lnTo>
                    <a:pt x="2573179" y="1508284"/>
                  </a:lnTo>
                  <a:lnTo>
                    <a:pt x="2576036" y="1509236"/>
                  </a:lnTo>
                  <a:lnTo>
                    <a:pt x="2579370" y="1510665"/>
                  </a:lnTo>
                  <a:lnTo>
                    <a:pt x="2582704" y="1513046"/>
                  </a:lnTo>
                  <a:lnTo>
                    <a:pt x="2583656" y="1513999"/>
                  </a:lnTo>
                  <a:lnTo>
                    <a:pt x="2582228" y="1514475"/>
                  </a:lnTo>
                  <a:lnTo>
                    <a:pt x="2575560" y="1510189"/>
                  </a:lnTo>
                  <a:lnTo>
                    <a:pt x="2573179" y="1509236"/>
                  </a:lnTo>
                  <a:lnTo>
                    <a:pt x="2568893" y="1509713"/>
                  </a:lnTo>
                  <a:lnTo>
                    <a:pt x="2568416" y="1510665"/>
                  </a:lnTo>
                  <a:lnTo>
                    <a:pt x="2571274" y="1516380"/>
                  </a:lnTo>
                  <a:lnTo>
                    <a:pt x="2571274" y="1517333"/>
                  </a:lnTo>
                  <a:lnTo>
                    <a:pt x="2567940" y="1515428"/>
                  </a:lnTo>
                  <a:lnTo>
                    <a:pt x="2566987" y="1516856"/>
                  </a:lnTo>
                  <a:lnTo>
                    <a:pt x="2566035" y="1520666"/>
                  </a:lnTo>
                  <a:lnTo>
                    <a:pt x="2565083" y="1522095"/>
                  </a:lnTo>
                  <a:lnTo>
                    <a:pt x="2563178" y="1521143"/>
                  </a:lnTo>
                  <a:lnTo>
                    <a:pt x="2562225" y="1521143"/>
                  </a:lnTo>
                  <a:lnTo>
                    <a:pt x="2561749" y="1522095"/>
                  </a:lnTo>
                  <a:lnTo>
                    <a:pt x="2562701" y="1524953"/>
                  </a:lnTo>
                  <a:lnTo>
                    <a:pt x="2563654" y="1526381"/>
                  </a:lnTo>
                  <a:lnTo>
                    <a:pt x="2564606" y="1527334"/>
                  </a:lnTo>
                  <a:lnTo>
                    <a:pt x="2568416" y="1528286"/>
                  </a:lnTo>
                  <a:lnTo>
                    <a:pt x="2572226" y="1529715"/>
                  </a:lnTo>
                  <a:lnTo>
                    <a:pt x="2571750" y="1530668"/>
                  </a:lnTo>
                  <a:lnTo>
                    <a:pt x="2567464" y="1530668"/>
                  </a:lnTo>
                  <a:lnTo>
                    <a:pt x="2566987" y="1532096"/>
                  </a:lnTo>
                  <a:lnTo>
                    <a:pt x="2561749" y="1531144"/>
                  </a:lnTo>
                  <a:lnTo>
                    <a:pt x="2560796" y="1531620"/>
                  </a:lnTo>
                  <a:lnTo>
                    <a:pt x="2560796" y="1532573"/>
                  </a:lnTo>
                  <a:lnTo>
                    <a:pt x="2561273" y="1534001"/>
                  </a:lnTo>
                  <a:lnTo>
                    <a:pt x="2557939" y="1533525"/>
                  </a:lnTo>
                  <a:lnTo>
                    <a:pt x="2556510" y="1533525"/>
                  </a:lnTo>
                  <a:lnTo>
                    <a:pt x="2553653" y="1536859"/>
                  </a:lnTo>
                  <a:lnTo>
                    <a:pt x="2553653" y="1537811"/>
                  </a:lnTo>
                  <a:lnTo>
                    <a:pt x="2556510" y="1539716"/>
                  </a:lnTo>
                  <a:lnTo>
                    <a:pt x="2556034" y="1540193"/>
                  </a:lnTo>
                  <a:lnTo>
                    <a:pt x="2552224" y="1540669"/>
                  </a:lnTo>
                  <a:lnTo>
                    <a:pt x="2549843" y="1541621"/>
                  </a:lnTo>
                  <a:lnTo>
                    <a:pt x="2549843" y="1543050"/>
                  </a:lnTo>
                  <a:lnTo>
                    <a:pt x="2550795" y="1545908"/>
                  </a:lnTo>
                  <a:lnTo>
                    <a:pt x="2553176" y="1550194"/>
                  </a:lnTo>
                  <a:lnTo>
                    <a:pt x="2554129" y="1552099"/>
                  </a:lnTo>
                  <a:lnTo>
                    <a:pt x="2554129" y="1554004"/>
                  </a:lnTo>
                  <a:lnTo>
                    <a:pt x="2553653" y="1555909"/>
                  </a:lnTo>
                  <a:lnTo>
                    <a:pt x="2551271" y="1561148"/>
                  </a:lnTo>
                  <a:lnTo>
                    <a:pt x="2550795" y="1561148"/>
                  </a:lnTo>
                  <a:lnTo>
                    <a:pt x="2550319" y="1554480"/>
                  </a:lnTo>
                  <a:lnTo>
                    <a:pt x="2549843" y="1552575"/>
                  </a:lnTo>
                  <a:lnTo>
                    <a:pt x="2548414" y="1549718"/>
                  </a:lnTo>
                  <a:lnTo>
                    <a:pt x="2545556" y="1546384"/>
                  </a:lnTo>
                  <a:lnTo>
                    <a:pt x="2543175" y="1544003"/>
                  </a:lnTo>
                  <a:lnTo>
                    <a:pt x="2541270" y="1543050"/>
                  </a:lnTo>
                  <a:lnTo>
                    <a:pt x="2538889" y="1543050"/>
                  </a:lnTo>
                  <a:lnTo>
                    <a:pt x="2535079" y="1545908"/>
                  </a:lnTo>
                  <a:lnTo>
                    <a:pt x="2533650" y="1547336"/>
                  </a:lnTo>
                  <a:lnTo>
                    <a:pt x="2532221" y="1550194"/>
                  </a:lnTo>
                  <a:lnTo>
                    <a:pt x="2530316" y="1554480"/>
                  </a:lnTo>
                  <a:lnTo>
                    <a:pt x="2526506" y="1557338"/>
                  </a:lnTo>
                  <a:lnTo>
                    <a:pt x="2520315" y="1558766"/>
                  </a:lnTo>
                  <a:lnTo>
                    <a:pt x="2516029" y="1560195"/>
                  </a:lnTo>
                  <a:lnTo>
                    <a:pt x="2511266" y="1563053"/>
                  </a:lnTo>
                  <a:lnTo>
                    <a:pt x="2503646" y="1566386"/>
                  </a:lnTo>
                  <a:lnTo>
                    <a:pt x="2497455" y="1570673"/>
                  </a:lnTo>
                  <a:lnTo>
                    <a:pt x="2496503" y="1572101"/>
                  </a:lnTo>
                  <a:lnTo>
                    <a:pt x="2496026" y="1574483"/>
                  </a:lnTo>
                  <a:lnTo>
                    <a:pt x="2495550" y="1577816"/>
                  </a:lnTo>
                  <a:lnTo>
                    <a:pt x="2494121" y="1582103"/>
                  </a:lnTo>
                  <a:lnTo>
                    <a:pt x="2493645" y="1581150"/>
                  </a:lnTo>
                  <a:lnTo>
                    <a:pt x="2494121" y="1576388"/>
                  </a:lnTo>
                  <a:lnTo>
                    <a:pt x="2493645" y="1574959"/>
                  </a:lnTo>
                  <a:lnTo>
                    <a:pt x="2493645" y="1569720"/>
                  </a:lnTo>
                  <a:lnTo>
                    <a:pt x="2492216" y="1562576"/>
                  </a:lnTo>
                  <a:lnTo>
                    <a:pt x="2491740" y="1561624"/>
                  </a:lnTo>
                  <a:lnTo>
                    <a:pt x="2489835" y="1563529"/>
                  </a:lnTo>
                  <a:lnTo>
                    <a:pt x="2489359" y="1566386"/>
                  </a:lnTo>
                  <a:lnTo>
                    <a:pt x="2488406" y="1568291"/>
                  </a:lnTo>
                  <a:lnTo>
                    <a:pt x="2483168" y="1574006"/>
                  </a:lnTo>
                  <a:lnTo>
                    <a:pt x="2481262" y="1574483"/>
                  </a:lnTo>
                  <a:lnTo>
                    <a:pt x="2486501" y="1568291"/>
                  </a:lnTo>
                  <a:lnTo>
                    <a:pt x="2487454" y="1566863"/>
                  </a:lnTo>
                  <a:lnTo>
                    <a:pt x="2487454" y="1565434"/>
                  </a:lnTo>
                  <a:lnTo>
                    <a:pt x="2484120" y="1558766"/>
                  </a:lnTo>
                  <a:lnTo>
                    <a:pt x="2482691" y="1557338"/>
                  </a:lnTo>
                  <a:lnTo>
                    <a:pt x="2479834" y="1557814"/>
                  </a:lnTo>
                  <a:lnTo>
                    <a:pt x="2477453" y="1561148"/>
                  </a:lnTo>
                  <a:lnTo>
                    <a:pt x="2473643" y="1572101"/>
                  </a:lnTo>
                  <a:lnTo>
                    <a:pt x="2471737" y="1576388"/>
                  </a:lnTo>
                  <a:lnTo>
                    <a:pt x="2469833" y="1578293"/>
                  </a:lnTo>
                  <a:lnTo>
                    <a:pt x="2466975" y="1580198"/>
                  </a:lnTo>
                  <a:lnTo>
                    <a:pt x="2457450" y="1582103"/>
                  </a:lnTo>
                  <a:lnTo>
                    <a:pt x="2448401" y="1585913"/>
                  </a:lnTo>
                  <a:lnTo>
                    <a:pt x="2448401" y="1584960"/>
                  </a:lnTo>
                  <a:lnTo>
                    <a:pt x="2451259" y="1583055"/>
                  </a:lnTo>
                  <a:lnTo>
                    <a:pt x="2455545" y="1581626"/>
                  </a:lnTo>
                  <a:lnTo>
                    <a:pt x="2463165" y="1579721"/>
                  </a:lnTo>
                  <a:lnTo>
                    <a:pt x="2467451" y="1577816"/>
                  </a:lnTo>
                  <a:lnTo>
                    <a:pt x="2471261" y="1573530"/>
                  </a:lnTo>
                  <a:lnTo>
                    <a:pt x="2472690" y="1570196"/>
                  </a:lnTo>
                  <a:lnTo>
                    <a:pt x="2475548" y="1561624"/>
                  </a:lnTo>
                  <a:lnTo>
                    <a:pt x="2475548" y="1557338"/>
                  </a:lnTo>
                  <a:lnTo>
                    <a:pt x="2475548" y="1554956"/>
                  </a:lnTo>
                  <a:lnTo>
                    <a:pt x="2475071" y="1553528"/>
                  </a:lnTo>
                  <a:lnTo>
                    <a:pt x="2472690" y="1551623"/>
                  </a:lnTo>
                  <a:lnTo>
                    <a:pt x="2470785" y="1544479"/>
                  </a:lnTo>
                  <a:lnTo>
                    <a:pt x="2469833" y="1542574"/>
                  </a:lnTo>
                  <a:lnTo>
                    <a:pt x="2467928" y="1540669"/>
                  </a:lnTo>
                  <a:lnTo>
                    <a:pt x="2465070" y="1538764"/>
                  </a:lnTo>
                  <a:lnTo>
                    <a:pt x="2462689" y="1537335"/>
                  </a:lnTo>
                  <a:lnTo>
                    <a:pt x="2460784" y="1536859"/>
                  </a:lnTo>
                  <a:lnTo>
                    <a:pt x="2452687" y="1537811"/>
                  </a:lnTo>
                  <a:lnTo>
                    <a:pt x="2448401" y="1537335"/>
                  </a:lnTo>
                  <a:lnTo>
                    <a:pt x="2444591" y="1537335"/>
                  </a:lnTo>
                  <a:lnTo>
                    <a:pt x="2441258" y="1537811"/>
                  </a:lnTo>
                  <a:lnTo>
                    <a:pt x="2437448" y="1539240"/>
                  </a:lnTo>
                  <a:lnTo>
                    <a:pt x="2428399" y="1545431"/>
                  </a:lnTo>
                  <a:lnTo>
                    <a:pt x="2423636" y="1547336"/>
                  </a:lnTo>
                  <a:lnTo>
                    <a:pt x="2420779" y="1546860"/>
                  </a:lnTo>
                  <a:lnTo>
                    <a:pt x="2415540" y="1544479"/>
                  </a:lnTo>
                  <a:lnTo>
                    <a:pt x="2411254" y="1543526"/>
                  </a:lnTo>
                  <a:lnTo>
                    <a:pt x="2411254" y="1542098"/>
                  </a:lnTo>
                  <a:lnTo>
                    <a:pt x="2417445" y="1540669"/>
                  </a:lnTo>
                  <a:lnTo>
                    <a:pt x="2421255" y="1538764"/>
                  </a:lnTo>
                  <a:lnTo>
                    <a:pt x="2422208" y="1537335"/>
                  </a:lnTo>
                  <a:lnTo>
                    <a:pt x="2422684" y="1535906"/>
                  </a:lnTo>
                  <a:lnTo>
                    <a:pt x="2422684" y="1534954"/>
                  </a:lnTo>
                  <a:lnTo>
                    <a:pt x="2423160" y="1534001"/>
                  </a:lnTo>
                  <a:lnTo>
                    <a:pt x="2424112" y="1533525"/>
                  </a:lnTo>
                  <a:lnTo>
                    <a:pt x="2425065" y="1534478"/>
                  </a:lnTo>
                  <a:lnTo>
                    <a:pt x="2427446" y="1539716"/>
                  </a:lnTo>
                  <a:lnTo>
                    <a:pt x="2428399" y="1540193"/>
                  </a:lnTo>
                  <a:lnTo>
                    <a:pt x="2429828" y="1539716"/>
                  </a:lnTo>
                  <a:lnTo>
                    <a:pt x="2432209" y="1537811"/>
                  </a:lnTo>
                  <a:lnTo>
                    <a:pt x="2433161" y="1535430"/>
                  </a:lnTo>
                  <a:lnTo>
                    <a:pt x="2434114" y="1531620"/>
                  </a:lnTo>
                  <a:lnTo>
                    <a:pt x="2435066" y="1529239"/>
                  </a:lnTo>
                  <a:lnTo>
                    <a:pt x="2436019" y="1528286"/>
                  </a:lnTo>
                  <a:lnTo>
                    <a:pt x="2436019" y="1527334"/>
                  </a:lnTo>
                  <a:lnTo>
                    <a:pt x="2434590" y="1524000"/>
                  </a:lnTo>
                  <a:lnTo>
                    <a:pt x="2435066" y="1522571"/>
                  </a:lnTo>
                  <a:lnTo>
                    <a:pt x="2438400" y="1517809"/>
                  </a:lnTo>
                  <a:lnTo>
                    <a:pt x="2438400" y="1516380"/>
                  </a:lnTo>
                  <a:lnTo>
                    <a:pt x="2436495" y="1514475"/>
                  </a:lnTo>
                  <a:lnTo>
                    <a:pt x="2426970" y="1514475"/>
                  </a:lnTo>
                  <a:lnTo>
                    <a:pt x="2426018" y="1512094"/>
                  </a:lnTo>
                  <a:lnTo>
                    <a:pt x="2426494" y="1507331"/>
                  </a:lnTo>
                  <a:lnTo>
                    <a:pt x="2427923" y="1503521"/>
                  </a:lnTo>
                  <a:lnTo>
                    <a:pt x="2429828" y="1500664"/>
                  </a:lnTo>
                  <a:lnTo>
                    <a:pt x="2430780" y="1497806"/>
                  </a:lnTo>
                  <a:lnTo>
                    <a:pt x="2430304" y="1495425"/>
                  </a:lnTo>
                  <a:lnTo>
                    <a:pt x="2428875" y="1490186"/>
                  </a:lnTo>
                  <a:lnTo>
                    <a:pt x="2427446" y="1487805"/>
                  </a:lnTo>
                  <a:lnTo>
                    <a:pt x="2425541" y="1485424"/>
                  </a:lnTo>
                  <a:lnTo>
                    <a:pt x="2423160" y="1483995"/>
                  </a:lnTo>
                  <a:lnTo>
                    <a:pt x="2405539" y="1482566"/>
                  </a:lnTo>
                  <a:lnTo>
                    <a:pt x="2400776" y="1482566"/>
                  </a:lnTo>
                  <a:lnTo>
                    <a:pt x="2395537" y="1482090"/>
                  </a:lnTo>
                  <a:lnTo>
                    <a:pt x="2394109" y="1480185"/>
                  </a:lnTo>
                  <a:lnTo>
                    <a:pt x="2398871" y="1480661"/>
                  </a:lnTo>
                  <a:lnTo>
                    <a:pt x="2417445" y="1480661"/>
                  </a:lnTo>
                  <a:lnTo>
                    <a:pt x="2423160" y="1480185"/>
                  </a:lnTo>
                  <a:lnTo>
                    <a:pt x="2427446" y="1477804"/>
                  </a:lnTo>
                  <a:lnTo>
                    <a:pt x="2428875" y="1475423"/>
                  </a:lnTo>
                  <a:lnTo>
                    <a:pt x="2428875" y="1474470"/>
                  </a:lnTo>
                  <a:lnTo>
                    <a:pt x="2428875" y="1471613"/>
                  </a:lnTo>
                  <a:lnTo>
                    <a:pt x="2428875" y="1470660"/>
                  </a:lnTo>
                  <a:lnTo>
                    <a:pt x="2426494" y="1467326"/>
                  </a:lnTo>
                  <a:lnTo>
                    <a:pt x="2425541" y="1464945"/>
                  </a:lnTo>
                  <a:lnTo>
                    <a:pt x="2425065" y="1462088"/>
                  </a:lnTo>
                  <a:lnTo>
                    <a:pt x="2425065" y="1459230"/>
                  </a:lnTo>
                  <a:lnTo>
                    <a:pt x="2425541" y="1456849"/>
                  </a:lnTo>
                  <a:lnTo>
                    <a:pt x="2426494" y="1452563"/>
                  </a:lnTo>
                  <a:lnTo>
                    <a:pt x="2429351" y="1446371"/>
                  </a:lnTo>
                  <a:lnTo>
                    <a:pt x="2431733" y="1443514"/>
                  </a:lnTo>
                  <a:lnTo>
                    <a:pt x="2434590" y="1441609"/>
                  </a:lnTo>
                  <a:lnTo>
                    <a:pt x="2436495" y="1439704"/>
                  </a:lnTo>
                  <a:lnTo>
                    <a:pt x="2437448" y="1438275"/>
                  </a:lnTo>
                  <a:lnTo>
                    <a:pt x="2437448" y="1436370"/>
                  </a:lnTo>
                  <a:lnTo>
                    <a:pt x="2436971" y="1434465"/>
                  </a:lnTo>
                  <a:lnTo>
                    <a:pt x="2435066" y="1429703"/>
                  </a:lnTo>
                  <a:lnTo>
                    <a:pt x="2434114" y="1428274"/>
                  </a:lnTo>
                  <a:lnTo>
                    <a:pt x="2432209" y="1427321"/>
                  </a:lnTo>
                  <a:lnTo>
                    <a:pt x="2429828" y="1427798"/>
                  </a:lnTo>
                  <a:lnTo>
                    <a:pt x="2428875" y="1429703"/>
                  </a:lnTo>
                  <a:lnTo>
                    <a:pt x="2427923" y="1433036"/>
                  </a:lnTo>
                  <a:lnTo>
                    <a:pt x="2426970" y="1434941"/>
                  </a:lnTo>
                  <a:lnTo>
                    <a:pt x="2423636" y="1435418"/>
                  </a:lnTo>
                  <a:lnTo>
                    <a:pt x="2419826" y="1437799"/>
                  </a:lnTo>
                  <a:lnTo>
                    <a:pt x="2416969" y="1437799"/>
                  </a:lnTo>
                  <a:lnTo>
                    <a:pt x="2413635" y="1436370"/>
                  </a:lnTo>
                  <a:lnTo>
                    <a:pt x="2411730" y="1434465"/>
                  </a:lnTo>
                  <a:lnTo>
                    <a:pt x="2411730" y="1431608"/>
                  </a:lnTo>
                  <a:lnTo>
                    <a:pt x="2411254" y="1429703"/>
                  </a:lnTo>
                  <a:lnTo>
                    <a:pt x="2410301" y="1428750"/>
                  </a:lnTo>
                  <a:lnTo>
                    <a:pt x="2406968" y="1427321"/>
                  </a:lnTo>
                  <a:lnTo>
                    <a:pt x="2403634" y="1427798"/>
                  </a:lnTo>
                  <a:lnTo>
                    <a:pt x="2398395" y="1428750"/>
                  </a:lnTo>
                  <a:lnTo>
                    <a:pt x="2392204" y="1428274"/>
                  </a:lnTo>
                  <a:lnTo>
                    <a:pt x="2381726" y="1424464"/>
                  </a:lnTo>
                  <a:lnTo>
                    <a:pt x="2376964" y="1423511"/>
                  </a:lnTo>
                  <a:lnTo>
                    <a:pt x="2371249" y="1423511"/>
                  </a:lnTo>
                  <a:lnTo>
                    <a:pt x="2368868" y="1423035"/>
                  </a:lnTo>
                  <a:lnTo>
                    <a:pt x="2364581" y="1420178"/>
                  </a:lnTo>
                  <a:lnTo>
                    <a:pt x="2357914" y="1413986"/>
                  </a:lnTo>
                  <a:lnTo>
                    <a:pt x="2358390" y="1412081"/>
                  </a:lnTo>
                  <a:lnTo>
                    <a:pt x="2361248" y="1410653"/>
                  </a:lnTo>
                  <a:lnTo>
                    <a:pt x="2361248" y="1409700"/>
                  </a:lnTo>
                  <a:lnTo>
                    <a:pt x="2356009" y="1409224"/>
                  </a:lnTo>
                  <a:lnTo>
                    <a:pt x="2354104" y="1408271"/>
                  </a:lnTo>
                  <a:lnTo>
                    <a:pt x="2354580" y="1406843"/>
                  </a:lnTo>
                  <a:lnTo>
                    <a:pt x="2357437" y="1403509"/>
                  </a:lnTo>
                  <a:lnTo>
                    <a:pt x="2360771" y="1402080"/>
                  </a:lnTo>
                  <a:lnTo>
                    <a:pt x="2362200" y="1401128"/>
                  </a:lnTo>
                  <a:lnTo>
                    <a:pt x="2362676" y="1400175"/>
                  </a:lnTo>
                  <a:lnTo>
                    <a:pt x="2361724" y="1398746"/>
                  </a:lnTo>
                  <a:lnTo>
                    <a:pt x="2354104" y="1394936"/>
                  </a:lnTo>
                  <a:lnTo>
                    <a:pt x="2352199" y="1395413"/>
                  </a:lnTo>
                  <a:lnTo>
                    <a:pt x="2350770" y="1397318"/>
                  </a:lnTo>
                  <a:lnTo>
                    <a:pt x="2348865" y="1398746"/>
                  </a:lnTo>
                  <a:lnTo>
                    <a:pt x="2342198" y="1400175"/>
                  </a:lnTo>
                  <a:lnTo>
                    <a:pt x="2341245" y="1399223"/>
                  </a:lnTo>
                  <a:lnTo>
                    <a:pt x="2346960" y="1397318"/>
                  </a:lnTo>
                  <a:lnTo>
                    <a:pt x="2348389" y="1395889"/>
                  </a:lnTo>
                  <a:lnTo>
                    <a:pt x="2348389" y="1394936"/>
                  </a:lnTo>
                  <a:lnTo>
                    <a:pt x="2346960" y="1392555"/>
                  </a:lnTo>
                  <a:lnTo>
                    <a:pt x="2345531" y="1391126"/>
                  </a:lnTo>
                  <a:lnTo>
                    <a:pt x="2343626" y="1388745"/>
                  </a:lnTo>
                  <a:lnTo>
                    <a:pt x="2342198" y="1387316"/>
                  </a:lnTo>
                  <a:lnTo>
                    <a:pt x="2337435" y="1384459"/>
                  </a:lnTo>
                  <a:lnTo>
                    <a:pt x="2332673" y="1382554"/>
                  </a:lnTo>
                  <a:lnTo>
                    <a:pt x="2330291" y="1383506"/>
                  </a:lnTo>
                  <a:lnTo>
                    <a:pt x="2327434" y="1385888"/>
                  </a:lnTo>
                  <a:lnTo>
                    <a:pt x="2325053" y="1387316"/>
                  </a:lnTo>
                  <a:lnTo>
                    <a:pt x="2323624" y="1387316"/>
                  </a:lnTo>
                  <a:lnTo>
                    <a:pt x="2327434" y="1381125"/>
                  </a:lnTo>
                  <a:lnTo>
                    <a:pt x="2328386" y="1377315"/>
                  </a:lnTo>
                  <a:lnTo>
                    <a:pt x="2328386" y="1375886"/>
                  </a:lnTo>
                  <a:lnTo>
                    <a:pt x="2327910" y="1374458"/>
                  </a:lnTo>
                  <a:lnTo>
                    <a:pt x="2326958" y="1372553"/>
                  </a:lnTo>
                  <a:lnTo>
                    <a:pt x="2326481" y="1372076"/>
                  </a:lnTo>
                  <a:lnTo>
                    <a:pt x="2325053" y="1371600"/>
                  </a:lnTo>
                  <a:lnTo>
                    <a:pt x="2320290" y="1372076"/>
                  </a:lnTo>
                  <a:lnTo>
                    <a:pt x="2316480" y="1369219"/>
                  </a:lnTo>
                  <a:lnTo>
                    <a:pt x="2314575" y="1368266"/>
                  </a:lnTo>
                  <a:lnTo>
                    <a:pt x="2309812" y="1363980"/>
                  </a:lnTo>
                  <a:lnTo>
                    <a:pt x="2306479" y="1361599"/>
                  </a:lnTo>
                  <a:lnTo>
                    <a:pt x="2302193" y="1359218"/>
                  </a:lnTo>
                  <a:lnTo>
                    <a:pt x="2295525" y="1354931"/>
                  </a:lnTo>
                  <a:lnTo>
                    <a:pt x="2293144" y="1353979"/>
                  </a:lnTo>
                  <a:lnTo>
                    <a:pt x="2291239" y="1353979"/>
                  </a:lnTo>
                  <a:lnTo>
                    <a:pt x="2287429" y="1355884"/>
                  </a:lnTo>
                  <a:lnTo>
                    <a:pt x="2281714" y="1359218"/>
                  </a:lnTo>
                  <a:lnTo>
                    <a:pt x="2276475" y="1361599"/>
                  </a:lnTo>
                  <a:lnTo>
                    <a:pt x="2268855" y="1363980"/>
                  </a:lnTo>
                  <a:lnTo>
                    <a:pt x="2261711" y="1367314"/>
                  </a:lnTo>
                  <a:lnTo>
                    <a:pt x="2260283" y="1368743"/>
                  </a:lnTo>
                  <a:lnTo>
                    <a:pt x="2263140" y="1371600"/>
                  </a:lnTo>
                  <a:lnTo>
                    <a:pt x="2262664" y="1372076"/>
                  </a:lnTo>
                  <a:lnTo>
                    <a:pt x="2253139" y="1365885"/>
                  </a:lnTo>
                  <a:lnTo>
                    <a:pt x="2249329" y="1363980"/>
                  </a:lnTo>
                  <a:lnTo>
                    <a:pt x="2245995" y="1363504"/>
                  </a:lnTo>
                  <a:lnTo>
                    <a:pt x="2238375" y="1361123"/>
                  </a:lnTo>
                  <a:lnTo>
                    <a:pt x="2235994" y="1361599"/>
                  </a:lnTo>
                  <a:lnTo>
                    <a:pt x="2233136" y="1362551"/>
                  </a:lnTo>
                  <a:lnTo>
                    <a:pt x="2222659" y="1368266"/>
                  </a:lnTo>
                  <a:lnTo>
                    <a:pt x="2222183" y="1367314"/>
                  </a:lnTo>
                  <a:lnTo>
                    <a:pt x="2226945" y="1364456"/>
                  </a:lnTo>
                  <a:lnTo>
                    <a:pt x="2222183" y="1361123"/>
                  </a:lnTo>
                  <a:lnTo>
                    <a:pt x="2195036" y="1353026"/>
                  </a:lnTo>
                  <a:lnTo>
                    <a:pt x="2185987" y="1349693"/>
                  </a:lnTo>
                  <a:lnTo>
                    <a:pt x="2175034" y="1348264"/>
                  </a:lnTo>
                  <a:lnTo>
                    <a:pt x="2169319" y="1347311"/>
                  </a:lnTo>
                  <a:lnTo>
                    <a:pt x="2161223" y="1349693"/>
                  </a:lnTo>
                  <a:lnTo>
                    <a:pt x="2151221" y="1355408"/>
                  </a:lnTo>
                  <a:lnTo>
                    <a:pt x="2145506" y="1359218"/>
                  </a:lnTo>
                  <a:lnTo>
                    <a:pt x="2144078" y="1361123"/>
                  </a:lnTo>
                  <a:lnTo>
                    <a:pt x="2143125" y="1363028"/>
                  </a:lnTo>
                  <a:lnTo>
                    <a:pt x="2142649" y="1366838"/>
                  </a:lnTo>
                  <a:lnTo>
                    <a:pt x="2143125" y="1372076"/>
                  </a:lnTo>
                  <a:lnTo>
                    <a:pt x="2145030" y="1381601"/>
                  </a:lnTo>
                  <a:lnTo>
                    <a:pt x="2146935" y="1386364"/>
                  </a:lnTo>
                  <a:lnTo>
                    <a:pt x="2149316" y="1390174"/>
                  </a:lnTo>
                  <a:lnTo>
                    <a:pt x="2151221" y="1392079"/>
                  </a:lnTo>
                  <a:lnTo>
                    <a:pt x="2153603" y="1393984"/>
                  </a:lnTo>
                  <a:lnTo>
                    <a:pt x="2157412" y="1397318"/>
                  </a:lnTo>
                  <a:lnTo>
                    <a:pt x="2163604" y="1401128"/>
                  </a:lnTo>
                  <a:lnTo>
                    <a:pt x="2158841" y="1404938"/>
                  </a:lnTo>
                  <a:lnTo>
                    <a:pt x="2155984" y="1406843"/>
                  </a:lnTo>
                  <a:lnTo>
                    <a:pt x="2155508" y="1409224"/>
                  </a:lnTo>
                  <a:lnTo>
                    <a:pt x="2156460" y="1417796"/>
                  </a:lnTo>
                  <a:lnTo>
                    <a:pt x="2156460" y="1419225"/>
                  </a:lnTo>
                  <a:lnTo>
                    <a:pt x="2155508" y="1421606"/>
                  </a:lnTo>
                  <a:lnTo>
                    <a:pt x="2153126" y="1425416"/>
                  </a:lnTo>
                  <a:lnTo>
                    <a:pt x="2149793" y="1429703"/>
                  </a:lnTo>
                  <a:lnTo>
                    <a:pt x="2142173" y="1437323"/>
                  </a:lnTo>
                  <a:lnTo>
                    <a:pt x="2141220" y="1439228"/>
                  </a:lnTo>
                  <a:lnTo>
                    <a:pt x="2143125" y="1439704"/>
                  </a:lnTo>
                  <a:lnTo>
                    <a:pt x="2147411" y="1439228"/>
                  </a:lnTo>
                  <a:lnTo>
                    <a:pt x="2151698" y="1440656"/>
                  </a:lnTo>
                  <a:lnTo>
                    <a:pt x="2160746" y="1438751"/>
                  </a:lnTo>
                  <a:lnTo>
                    <a:pt x="2161223" y="1439704"/>
                  </a:lnTo>
                  <a:lnTo>
                    <a:pt x="2158841" y="1440656"/>
                  </a:lnTo>
                  <a:lnTo>
                    <a:pt x="2156460" y="1445419"/>
                  </a:lnTo>
                  <a:lnTo>
                    <a:pt x="2155508" y="1446371"/>
                  </a:lnTo>
                  <a:lnTo>
                    <a:pt x="2154555" y="1448276"/>
                  </a:lnTo>
                  <a:lnTo>
                    <a:pt x="2156936" y="1451610"/>
                  </a:lnTo>
                  <a:lnTo>
                    <a:pt x="2159318" y="1452086"/>
                  </a:lnTo>
                  <a:lnTo>
                    <a:pt x="2163604" y="1452086"/>
                  </a:lnTo>
                  <a:lnTo>
                    <a:pt x="2164080" y="1453039"/>
                  </a:lnTo>
                  <a:lnTo>
                    <a:pt x="2160746" y="1454944"/>
                  </a:lnTo>
                  <a:lnTo>
                    <a:pt x="2157889" y="1459230"/>
                  </a:lnTo>
                  <a:lnTo>
                    <a:pt x="2158841" y="1462564"/>
                  </a:lnTo>
                  <a:lnTo>
                    <a:pt x="2165509" y="1473518"/>
                  </a:lnTo>
                  <a:lnTo>
                    <a:pt x="2165033" y="1473994"/>
                  </a:lnTo>
                  <a:lnTo>
                    <a:pt x="2161223" y="1475423"/>
                  </a:lnTo>
                  <a:lnTo>
                    <a:pt x="2160746" y="1475899"/>
                  </a:lnTo>
                  <a:lnTo>
                    <a:pt x="2162175" y="1477328"/>
                  </a:lnTo>
                  <a:lnTo>
                    <a:pt x="2170271" y="1478280"/>
                  </a:lnTo>
                  <a:lnTo>
                    <a:pt x="2171224" y="1479233"/>
                  </a:lnTo>
                  <a:lnTo>
                    <a:pt x="2168366" y="1483995"/>
                  </a:lnTo>
                  <a:lnTo>
                    <a:pt x="2168366" y="1485900"/>
                  </a:lnTo>
                  <a:lnTo>
                    <a:pt x="2169795" y="1488281"/>
                  </a:lnTo>
                  <a:lnTo>
                    <a:pt x="2169795" y="1490186"/>
                  </a:lnTo>
                  <a:lnTo>
                    <a:pt x="2165033" y="1494473"/>
                  </a:lnTo>
                  <a:lnTo>
                    <a:pt x="2164556" y="1495901"/>
                  </a:lnTo>
                  <a:lnTo>
                    <a:pt x="2166937" y="1499711"/>
                  </a:lnTo>
                  <a:lnTo>
                    <a:pt x="2168843" y="1501140"/>
                  </a:lnTo>
                  <a:lnTo>
                    <a:pt x="2167414" y="1501616"/>
                  </a:lnTo>
                  <a:lnTo>
                    <a:pt x="2160746" y="1495901"/>
                  </a:lnTo>
                  <a:lnTo>
                    <a:pt x="2155984" y="1495901"/>
                  </a:lnTo>
                  <a:lnTo>
                    <a:pt x="2155031" y="1496854"/>
                  </a:lnTo>
                  <a:lnTo>
                    <a:pt x="2155508" y="1500664"/>
                  </a:lnTo>
                  <a:lnTo>
                    <a:pt x="2155031" y="1501616"/>
                  </a:lnTo>
                  <a:lnTo>
                    <a:pt x="2151221" y="1505903"/>
                  </a:lnTo>
                  <a:lnTo>
                    <a:pt x="2151698" y="1507331"/>
                  </a:lnTo>
                  <a:lnTo>
                    <a:pt x="2154079" y="1508760"/>
                  </a:lnTo>
                  <a:lnTo>
                    <a:pt x="2154555" y="1510189"/>
                  </a:lnTo>
                  <a:lnTo>
                    <a:pt x="2151698" y="1513999"/>
                  </a:lnTo>
                  <a:lnTo>
                    <a:pt x="2146935" y="1516856"/>
                  </a:lnTo>
                  <a:lnTo>
                    <a:pt x="2144078" y="1519238"/>
                  </a:lnTo>
                  <a:lnTo>
                    <a:pt x="2141696" y="1522095"/>
                  </a:lnTo>
                  <a:lnTo>
                    <a:pt x="2138362" y="1527334"/>
                  </a:lnTo>
                  <a:lnTo>
                    <a:pt x="2132171" y="1534001"/>
                  </a:lnTo>
                  <a:lnTo>
                    <a:pt x="2131219" y="1535430"/>
                  </a:lnTo>
                  <a:lnTo>
                    <a:pt x="2130266" y="1537811"/>
                  </a:lnTo>
                  <a:lnTo>
                    <a:pt x="2129790" y="1540669"/>
                  </a:lnTo>
                  <a:lnTo>
                    <a:pt x="2129314" y="1544955"/>
                  </a:lnTo>
                  <a:lnTo>
                    <a:pt x="2129790" y="1546384"/>
                  </a:lnTo>
                  <a:lnTo>
                    <a:pt x="2131219" y="1548765"/>
                  </a:lnTo>
                  <a:lnTo>
                    <a:pt x="2135029" y="1549718"/>
                  </a:lnTo>
                  <a:lnTo>
                    <a:pt x="2146459" y="1558766"/>
                  </a:lnTo>
                  <a:lnTo>
                    <a:pt x="2150745" y="1561148"/>
                  </a:lnTo>
                  <a:lnTo>
                    <a:pt x="2157412" y="1564005"/>
                  </a:lnTo>
                  <a:lnTo>
                    <a:pt x="2161699" y="1566386"/>
                  </a:lnTo>
                  <a:lnTo>
                    <a:pt x="2164080" y="1568768"/>
                  </a:lnTo>
                  <a:lnTo>
                    <a:pt x="2175510" y="1577340"/>
                  </a:lnTo>
                  <a:lnTo>
                    <a:pt x="2184559" y="1590199"/>
                  </a:lnTo>
                  <a:lnTo>
                    <a:pt x="2187416" y="1594961"/>
                  </a:lnTo>
                  <a:lnTo>
                    <a:pt x="2188369" y="1597819"/>
                  </a:lnTo>
                  <a:lnTo>
                    <a:pt x="2192655" y="1608296"/>
                  </a:lnTo>
                  <a:lnTo>
                    <a:pt x="2194560" y="1613535"/>
                  </a:lnTo>
                  <a:lnTo>
                    <a:pt x="2195512" y="1617821"/>
                  </a:lnTo>
                  <a:lnTo>
                    <a:pt x="2196941" y="1631633"/>
                  </a:lnTo>
                  <a:lnTo>
                    <a:pt x="2196941" y="1640681"/>
                  </a:lnTo>
                  <a:lnTo>
                    <a:pt x="2196465" y="1650683"/>
                  </a:lnTo>
                  <a:lnTo>
                    <a:pt x="2195989" y="1657350"/>
                  </a:lnTo>
                  <a:lnTo>
                    <a:pt x="2194084" y="1664970"/>
                  </a:lnTo>
                  <a:lnTo>
                    <a:pt x="2192655" y="1669256"/>
                  </a:lnTo>
                  <a:lnTo>
                    <a:pt x="2188845" y="1674495"/>
                  </a:lnTo>
                  <a:lnTo>
                    <a:pt x="2182654" y="1680686"/>
                  </a:lnTo>
                  <a:lnTo>
                    <a:pt x="2177891" y="1685925"/>
                  </a:lnTo>
                  <a:lnTo>
                    <a:pt x="2174558" y="1690211"/>
                  </a:lnTo>
                  <a:lnTo>
                    <a:pt x="2169319" y="1695450"/>
                  </a:lnTo>
                  <a:lnTo>
                    <a:pt x="2156460" y="1705451"/>
                  </a:lnTo>
                  <a:lnTo>
                    <a:pt x="2154079" y="1707833"/>
                  </a:lnTo>
                  <a:lnTo>
                    <a:pt x="2150269" y="1710214"/>
                  </a:lnTo>
                  <a:lnTo>
                    <a:pt x="2142173" y="1714024"/>
                  </a:lnTo>
                  <a:lnTo>
                    <a:pt x="2136458" y="1717834"/>
                  </a:lnTo>
                  <a:lnTo>
                    <a:pt x="2130743" y="1720691"/>
                  </a:lnTo>
                  <a:lnTo>
                    <a:pt x="2117884" y="1725454"/>
                  </a:lnTo>
                  <a:lnTo>
                    <a:pt x="2115979" y="1726883"/>
                  </a:lnTo>
                  <a:lnTo>
                    <a:pt x="2090261" y="1735455"/>
                  </a:lnTo>
                  <a:lnTo>
                    <a:pt x="2088833" y="1736884"/>
                  </a:lnTo>
                  <a:lnTo>
                    <a:pt x="2088833" y="1737836"/>
                  </a:lnTo>
                  <a:lnTo>
                    <a:pt x="2090261" y="1738313"/>
                  </a:lnTo>
                  <a:lnTo>
                    <a:pt x="2091690" y="1739265"/>
                  </a:lnTo>
                  <a:lnTo>
                    <a:pt x="2092643" y="1740694"/>
                  </a:lnTo>
                  <a:lnTo>
                    <a:pt x="2095500" y="1745933"/>
                  </a:lnTo>
                  <a:lnTo>
                    <a:pt x="2096929" y="1750219"/>
                  </a:lnTo>
                  <a:lnTo>
                    <a:pt x="2098358" y="1753076"/>
                  </a:lnTo>
                  <a:lnTo>
                    <a:pt x="2100739" y="1756410"/>
                  </a:lnTo>
                  <a:lnTo>
                    <a:pt x="2102644" y="1758791"/>
                  </a:lnTo>
                  <a:lnTo>
                    <a:pt x="2105501" y="1760220"/>
                  </a:lnTo>
                  <a:lnTo>
                    <a:pt x="2107883" y="1761173"/>
                  </a:lnTo>
                  <a:lnTo>
                    <a:pt x="2108359" y="1761649"/>
                  </a:lnTo>
                  <a:lnTo>
                    <a:pt x="2106930" y="1763554"/>
                  </a:lnTo>
                  <a:lnTo>
                    <a:pt x="2105025" y="1764506"/>
                  </a:lnTo>
                  <a:lnTo>
                    <a:pt x="2110740" y="1766888"/>
                  </a:lnTo>
                  <a:lnTo>
                    <a:pt x="2112645" y="1768316"/>
                  </a:lnTo>
                  <a:lnTo>
                    <a:pt x="2113121" y="1769269"/>
                  </a:lnTo>
                  <a:lnTo>
                    <a:pt x="2110264" y="1771650"/>
                  </a:lnTo>
                  <a:lnTo>
                    <a:pt x="2110264" y="1772603"/>
                  </a:lnTo>
                  <a:lnTo>
                    <a:pt x="2111693" y="1774984"/>
                  </a:lnTo>
                  <a:lnTo>
                    <a:pt x="2114550" y="1776889"/>
                  </a:lnTo>
                  <a:lnTo>
                    <a:pt x="2114550" y="1777365"/>
                  </a:lnTo>
                  <a:lnTo>
                    <a:pt x="2112645" y="1777365"/>
                  </a:lnTo>
                  <a:lnTo>
                    <a:pt x="2111216" y="1778318"/>
                  </a:lnTo>
                  <a:lnTo>
                    <a:pt x="2109787" y="1781651"/>
                  </a:lnTo>
                  <a:lnTo>
                    <a:pt x="2108835" y="1782604"/>
                  </a:lnTo>
                  <a:lnTo>
                    <a:pt x="2109311" y="1785461"/>
                  </a:lnTo>
                  <a:lnTo>
                    <a:pt x="2111216" y="1789748"/>
                  </a:lnTo>
                  <a:lnTo>
                    <a:pt x="2113121" y="1796891"/>
                  </a:lnTo>
                  <a:lnTo>
                    <a:pt x="2114550" y="1806416"/>
                  </a:lnTo>
                  <a:lnTo>
                    <a:pt x="2115979" y="1814036"/>
                  </a:lnTo>
                  <a:lnTo>
                    <a:pt x="2117408" y="1816894"/>
                  </a:lnTo>
                  <a:lnTo>
                    <a:pt x="2121218" y="1820228"/>
                  </a:lnTo>
                  <a:lnTo>
                    <a:pt x="2121694" y="1822133"/>
                  </a:lnTo>
                  <a:lnTo>
                    <a:pt x="2120741" y="1824038"/>
                  </a:lnTo>
                  <a:lnTo>
                    <a:pt x="2120265" y="1826419"/>
                  </a:lnTo>
                  <a:lnTo>
                    <a:pt x="2121218" y="1831181"/>
                  </a:lnTo>
                  <a:lnTo>
                    <a:pt x="2121694" y="1832610"/>
                  </a:lnTo>
                  <a:lnTo>
                    <a:pt x="2125980" y="1836896"/>
                  </a:lnTo>
                  <a:lnTo>
                    <a:pt x="2127409" y="1838801"/>
                  </a:lnTo>
                  <a:lnTo>
                    <a:pt x="2128361" y="1843088"/>
                  </a:lnTo>
                  <a:lnTo>
                    <a:pt x="2128361" y="1846898"/>
                  </a:lnTo>
                  <a:lnTo>
                    <a:pt x="2128837" y="1847850"/>
                  </a:lnTo>
                  <a:lnTo>
                    <a:pt x="2131219" y="1849279"/>
                  </a:lnTo>
                  <a:lnTo>
                    <a:pt x="2129790" y="1849755"/>
                  </a:lnTo>
                  <a:lnTo>
                    <a:pt x="2128361" y="1851660"/>
                  </a:lnTo>
                  <a:lnTo>
                    <a:pt x="2126456" y="1854994"/>
                  </a:lnTo>
                  <a:lnTo>
                    <a:pt x="2122646" y="1859756"/>
                  </a:lnTo>
                  <a:lnTo>
                    <a:pt x="2118360" y="1863090"/>
                  </a:lnTo>
                  <a:lnTo>
                    <a:pt x="2116931" y="1865471"/>
                  </a:lnTo>
                  <a:lnTo>
                    <a:pt x="2116455" y="1868329"/>
                  </a:lnTo>
                  <a:lnTo>
                    <a:pt x="2115026" y="1870234"/>
                  </a:lnTo>
                  <a:lnTo>
                    <a:pt x="2113121" y="1871186"/>
                  </a:lnTo>
                  <a:lnTo>
                    <a:pt x="2113121" y="1873091"/>
                  </a:lnTo>
                  <a:lnTo>
                    <a:pt x="2119789" y="1880711"/>
                  </a:lnTo>
                  <a:lnTo>
                    <a:pt x="2121218" y="1882616"/>
                  </a:lnTo>
                  <a:lnTo>
                    <a:pt x="2121218" y="1884045"/>
                  </a:lnTo>
                  <a:lnTo>
                    <a:pt x="2117884" y="1886903"/>
                  </a:lnTo>
                  <a:lnTo>
                    <a:pt x="2116931" y="1888808"/>
                  </a:lnTo>
                  <a:lnTo>
                    <a:pt x="2115503" y="1894046"/>
                  </a:lnTo>
                  <a:lnTo>
                    <a:pt x="2115503" y="1897380"/>
                  </a:lnTo>
                  <a:lnTo>
                    <a:pt x="2114550" y="1894523"/>
                  </a:lnTo>
                  <a:lnTo>
                    <a:pt x="2113121" y="1888808"/>
                  </a:lnTo>
                  <a:lnTo>
                    <a:pt x="2112645" y="1886903"/>
                  </a:lnTo>
                  <a:lnTo>
                    <a:pt x="2111216" y="1884998"/>
                  </a:lnTo>
                  <a:lnTo>
                    <a:pt x="2109311" y="1883093"/>
                  </a:lnTo>
                  <a:lnTo>
                    <a:pt x="2107406" y="1882140"/>
                  </a:lnTo>
                  <a:lnTo>
                    <a:pt x="2105025" y="1881664"/>
                  </a:lnTo>
                  <a:lnTo>
                    <a:pt x="2103596" y="1881188"/>
                  </a:lnTo>
                  <a:lnTo>
                    <a:pt x="2102644" y="1877854"/>
                  </a:lnTo>
                  <a:lnTo>
                    <a:pt x="2101215" y="1877378"/>
                  </a:lnTo>
                  <a:lnTo>
                    <a:pt x="2095976" y="1879759"/>
                  </a:lnTo>
                  <a:lnTo>
                    <a:pt x="2095024" y="1881188"/>
                  </a:lnTo>
                  <a:lnTo>
                    <a:pt x="2094548" y="1883093"/>
                  </a:lnTo>
                  <a:lnTo>
                    <a:pt x="2093119" y="1884998"/>
                  </a:lnTo>
                  <a:lnTo>
                    <a:pt x="2091214" y="1886903"/>
                  </a:lnTo>
                  <a:lnTo>
                    <a:pt x="2089785" y="1889760"/>
                  </a:lnTo>
                  <a:lnTo>
                    <a:pt x="2088833" y="1894046"/>
                  </a:lnTo>
                  <a:lnTo>
                    <a:pt x="2088356" y="1896904"/>
                  </a:lnTo>
                  <a:lnTo>
                    <a:pt x="2088356" y="1898333"/>
                  </a:lnTo>
                  <a:lnTo>
                    <a:pt x="2088833" y="1899761"/>
                  </a:lnTo>
                  <a:lnTo>
                    <a:pt x="2091690" y="1902619"/>
                  </a:lnTo>
                  <a:lnTo>
                    <a:pt x="2097881" y="1908334"/>
                  </a:lnTo>
                  <a:lnTo>
                    <a:pt x="2100262" y="1912144"/>
                  </a:lnTo>
                  <a:lnTo>
                    <a:pt x="2101215" y="1915478"/>
                  </a:lnTo>
                  <a:lnTo>
                    <a:pt x="2097405" y="1910239"/>
                  </a:lnTo>
                  <a:lnTo>
                    <a:pt x="2090737" y="1904524"/>
                  </a:lnTo>
                  <a:lnTo>
                    <a:pt x="2084546" y="1896904"/>
                  </a:lnTo>
                  <a:lnTo>
                    <a:pt x="2080260" y="1894046"/>
                  </a:lnTo>
                  <a:lnTo>
                    <a:pt x="2075498" y="1892141"/>
                  </a:lnTo>
                  <a:lnTo>
                    <a:pt x="2069783" y="1890713"/>
                  </a:lnTo>
                  <a:lnTo>
                    <a:pt x="2066449" y="1890236"/>
                  </a:lnTo>
                  <a:lnTo>
                    <a:pt x="2062639" y="1891189"/>
                  </a:lnTo>
                  <a:lnTo>
                    <a:pt x="2055971" y="1896428"/>
                  </a:lnTo>
                  <a:lnTo>
                    <a:pt x="2052161" y="1899285"/>
                  </a:lnTo>
                  <a:lnTo>
                    <a:pt x="2050256" y="1899761"/>
                  </a:lnTo>
                  <a:lnTo>
                    <a:pt x="2056448" y="1893570"/>
                  </a:lnTo>
                  <a:lnTo>
                    <a:pt x="2062639" y="1889760"/>
                  </a:lnTo>
                  <a:lnTo>
                    <a:pt x="2064544" y="1887855"/>
                  </a:lnTo>
                  <a:lnTo>
                    <a:pt x="2064544" y="1885950"/>
                  </a:lnTo>
                  <a:lnTo>
                    <a:pt x="2063115" y="1881664"/>
                  </a:lnTo>
                  <a:lnTo>
                    <a:pt x="2059781" y="1875473"/>
                  </a:lnTo>
                  <a:lnTo>
                    <a:pt x="2057400" y="1871186"/>
                  </a:lnTo>
                  <a:lnTo>
                    <a:pt x="2055971" y="1869281"/>
                  </a:lnTo>
                  <a:lnTo>
                    <a:pt x="2046923" y="1861661"/>
                  </a:lnTo>
                  <a:lnTo>
                    <a:pt x="2041684" y="1858328"/>
                  </a:lnTo>
                  <a:lnTo>
                    <a:pt x="2036445" y="1856423"/>
                  </a:lnTo>
                  <a:lnTo>
                    <a:pt x="2032635" y="1854041"/>
                  </a:lnTo>
                  <a:lnTo>
                    <a:pt x="2030254" y="1851184"/>
                  </a:lnTo>
                  <a:lnTo>
                    <a:pt x="2027396" y="1849755"/>
                  </a:lnTo>
                  <a:lnTo>
                    <a:pt x="2024062" y="1849755"/>
                  </a:lnTo>
                  <a:lnTo>
                    <a:pt x="2018348" y="1850708"/>
                  </a:lnTo>
                  <a:lnTo>
                    <a:pt x="2017871" y="1850231"/>
                  </a:lnTo>
                  <a:lnTo>
                    <a:pt x="2019776" y="1848803"/>
                  </a:lnTo>
                  <a:lnTo>
                    <a:pt x="2023586" y="1846898"/>
                  </a:lnTo>
                  <a:lnTo>
                    <a:pt x="2025491" y="1845469"/>
                  </a:lnTo>
                  <a:lnTo>
                    <a:pt x="2026920" y="1843564"/>
                  </a:lnTo>
                  <a:lnTo>
                    <a:pt x="2021205" y="1848326"/>
                  </a:lnTo>
                  <a:lnTo>
                    <a:pt x="2016443" y="1842611"/>
                  </a:lnTo>
                  <a:lnTo>
                    <a:pt x="2012633" y="1838801"/>
                  </a:lnTo>
                  <a:lnTo>
                    <a:pt x="2007394" y="1831658"/>
                  </a:lnTo>
                  <a:lnTo>
                    <a:pt x="2004536" y="1828800"/>
                  </a:lnTo>
                  <a:lnTo>
                    <a:pt x="2001202" y="1826895"/>
                  </a:lnTo>
                  <a:lnTo>
                    <a:pt x="1999298" y="1824990"/>
                  </a:lnTo>
                  <a:lnTo>
                    <a:pt x="1998345" y="1821656"/>
                  </a:lnTo>
                  <a:lnTo>
                    <a:pt x="1998345" y="1820228"/>
                  </a:lnTo>
                  <a:lnTo>
                    <a:pt x="1999298" y="1815941"/>
                  </a:lnTo>
                  <a:lnTo>
                    <a:pt x="2000726" y="1813560"/>
                  </a:lnTo>
                  <a:lnTo>
                    <a:pt x="2002631" y="1811179"/>
                  </a:lnTo>
                  <a:lnTo>
                    <a:pt x="2003108" y="1806416"/>
                  </a:lnTo>
                  <a:lnTo>
                    <a:pt x="2002155" y="1799749"/>
                  </a:lnTo>
                  <a:lnTo>
                    <a:pt x="2001679" y="1795463"/>
                  </a:lnTo>
                  <a:lnTo>
                    <a:pt x="2003108" y="1789748"/>
                  </a:lnTo>
                  <a:lnTo>
                    <a:pt x="2003584" y="1785938"/>
                  </a:lnTo>
                  <a:lnTo>
                    <a:pt x="2002155" y="1781651"/>
                  </a:lnTo>
                  <a:lnTo>
                    <a:pt x="1999298" y="1774508"/>
                  </a:lnTo>
                  <a:lnTo>
                    <a:pt x="1998345" y="1773079"/>
                  </a:lnTo>
                  <a:lnTo>
                    <a:pt x="1994059" y="1768316"/>
                  </a:lnTo>
                  <a:lnTo>
                    <a:pt x="1993106" y="1765459"/>
                  </a:lnTo>
                  <a:lnTo>
                    <a:pt x="1993106" y="1760220"/>
                  </a:lnTo>
                  <a:lnTo>
                    <a:pt x="1994535" y="1754505"/>
                  </a:lnTo>
                  <a:lnTo>
                    <a:pt x="1999774" y="1739265"/>
                  </a:lnTo>
                  <a:lnTo>
                    <a:pt x="1999298" y="1737360"/>
                  </a:lnTo>
                  <a:lnTo>
                    <a:pt x="1996440" y="1730693"/>
                  </a:lnTo>
                  <a:lnTo>
                    <a:pt x="1993583" y="1727359"/>
                  </a:lnTo>
                  <a:lnTo>
                    <a:pt x="1987391" y="1723549"/>
                  </a:lnTo>
                  <a:lnTo>
                    <a:pt x="1983581" y="1722596"/>
                  </a:lnTo>
                  <a:lnTo>
                    <a:pt x="1979771" y="1723073"/>
                  </a:lnTo>
                  <a:lnTo>
                    <a:pt x="1977390" y="1723073"/>
                  </a:lnTo>
                  <a:lnTo>
                    <a:pt x="1974533" y="1720215"/>
                  </a:lnTo>
                  <a:lnTo>
                    <a:pt x="1973104" y="1719739"/>
                  </a:lnTo>
                  <a:lnTo>
                    <a:pt x="1965484" y="1720691"/>
                  </a:lnTo>
                  <a:lnTo>
                    <a:pt x="1953577" y="1718310"/>
                  </a:lnTo>
                  <a:lnTo>
                    <a:pt x="1950244" y="1718310"/>
                  </a:lnTo>
                  <a:lnTo>
                    <a:pt x="1942148" y="1715929"/>
                  </a:lnTo>
                  <a:lnTo>
                    <a:pt x="1940243" y="1715929"/>
                  </a:lnTo>
                  <a:lnTo>
                    <a:pt x="1938337" y="1716881"/>
                  </a:lnTo>
                  <a:lnTo>
                    <a:pt x="1935480" y="1717358"/>
                  </a:lnTo>
                  <a:lnTo>
                    <a:pt x="1931670" y="1717358"/>
                  </a:lnTo>
                  <a:lnTo>
                    <a:pt x="1926908" y="1717834"/>
                  </a:lnTo>
                  <a:lnTo>
                    <a:pt x="1921193" y="1718786"/>
                  </a:lnTo>
                  <a:lnTo>
                    <a:pt x="1915001" y="1718786"/>
                  </a:lnTo>
                  <a:lnTo>
                    <a:pt x="1907858" y="1717834"/>
                  </a:lnTo>
                  <a:lnTo>
                    <a:pt x="1903095" y="1717834"/>
                  </a:lnTo>
                  <a:lnTo>
                    <a:pt x="1900714" y="1718786"/>
                  </a:lnTo>
                  <a:lnTo>
                    <a:pt x="1897856" y="1720691"/>
                  </a:lnTo>
                  <a:lnTo>
                    <a:pt x="1892618" y="1727359"/>
                  </a:lnTo>
                  <a:lnTo>
                    <a:pt x="1892618" y="1726406"/>
                  </a:lnTo>
                  <a:lnTo>
                    <a:pt x="1897856" y="1716881"/>
                  </a:lnTo>
                  <a:lnTo>
                    <a:pt x="1897856" y="1714500"/>
                  </a:lnTo>
                  <a:lnTo>
                    <a:pt x="1895475" y="1713071"/>
                  </a:lnTo>
                  <a:lnTo>
                    <a:pt x="1891189" y="1710690"/>
                  </a:lnTo>
                  <a:lnTo>
                    <a:pt x="1888808" y="1708785"/>
                  </a:lnTo>
                  <a:lnTo>
                    <a:pt x="1885950" y="1705451"/>
                  </a:lnTo>
                  <a:lnTo>
                    <a:pt x="1882140" y="1702594"/>
                  </a:lnTo>
                  <a:lnTo>
                    <a:pt x="1876901" y="1699736"/>
                  </a:lnTo>
                  <a:lnTo>
                    <a:pt x="1871662" y="1697831"/>
                  </a:lnTo>
                  <a:lnTo>
                    <a:pt x="1866424" y="1696879"/>
                  </a:lnTo>
                  <a:lnTo>
                    <a:pt x="1858327" y="1694021"/>
                  </a:lnTo>
                  <a:lnTo>
                    <a:pt x="1840230" y="1686401"/>
                  </a:lnTo>
                  <a:lnTo>
                    <a:pt x="1827848" y="1683544"/>
                  </a:lnTo>
                  <a:lnTo>
                    <a:pt x="1821180" y="1681163"/>
                  </a:lnTo>
                  <a:lnTo>
                    <a:pt x="1818323" y="1679258"/>
                  </a:lnTo>
                  <a:lnTo>
                    <a:pt x="1807369" y="1665446"/>
                  </a:lnTo>
                  <a:lnTo>
                    <a:pt x="1800701" y="1659255"/>
                  </a:lnTo>
                  <a:lnTo>
                    <a:pt x="1794034" y="1655921"/>
                  </a:lnTo>
                  <a:lnTo>
                    <a:pt x="1787843" y="1652588"/>
                  </a:lnTo>
                  <a:lnTo>
                    <a:pt x="1779746" y="1646873"/>
                  </a:lnTo>
                  <a:lnTo>
                    <a:pt x="1774984" y="1642586"/>
                  </a:lnTo>
                  <a:lnTo>
                    <a:pt x="1770698" y="1640681"/>
                  </a:lnTo>
                  <a:lnTo>
                    <a:pt x="1761649" y="1639253"/>
                  </a:lnTo>
                  <a:lnTo>
                    <a:pt x="1757362" y="1637824"/>
                  </a:lnTo>
                  <a:lnTo>
                    <a:pt x="1742123" y="1634490"/>
                  </a:lnTo>
                  <a:lnTo>
                    <a:pt x="1732598" y="1631156"/>
                  </a:lnTo>
                  <a:lnTo>
                    <a:pt x="1723549" y="1626394"/>
                  </a:lnTo>
                  <a:lnTo>
                    <a:pt x="1714976" y="1622584"/>
                  </a:lnTo>
                  <a:lnTo>
                    <a:pt x="1704499" y="1621155"/>
                  </a:lnTo>
                  <a:lnTo>
                    <a:pt x="1697355" y="1622108"/>
                  </a:lnTo>
                  <a:lnTo>
                    <a:pt x="1666399" y="1630680"/>
                  </a:lnTo>
                  <a:lnTo>
                    <a:pt x="1659255" y="1634014"/>
                  </a:lnTo>
                  <a:lnTo>
                    <a:pt x="1655445" y="1635919"/>
                  </a:lnTo>
                  <a:lnTo>
                    <a:pt x="1654969" y="1635919"/>
                  </a:lnTo>
                  <a:lnTo>
                    <a:pt x="1657350" y="1633538"/>
                  </a:lnTo>
                  <a:lnTo>
                    <a:pt x="1657350" y="1632585"/>
                  </a:lnTo>
                  <a:lnTo>
                    <a:pt x="1652111" y="1633061"/>
                  </a:lnTo>
                  <a:lnTo>
                    <a:pt x="1650206" y="1633538"/>
                  </a:lnTo>
                  <a:lnTo>
                    <a:pt x="1645444" y="1636395"/>
                  </a:lnTo>
                  <a:lnTo>
                    <a:pt x="1643062" y="1637824"/>
                  </a:lnTo>
                  <a:lnTo>
                    <a:pt x="1640681" y="1638300"/>
                  </a:lnTo>
                  <a:lnTo>
                    <a:pt x="1640681" y="1637824"/>
                  </a:lnTo>
                  <a:lnTo>
                    <a:pt x="1643062" y="1636871"/>
                  </a:lnTo>
                  <a:lnTo>
                    <a:pt x="1644968" y="1634966"/>
                  </a:lnTo>
                  <a:lnTo>
                    <a:pt x="1646873" y="1632585"/>
                  </a:lnTo>
                  <a:lnTo>
                    <a:pt x="1649254" y="1629251"/>
                  </a:lnTo>
                  <a:lnTo>
                    <a:pt x="1651635" y="1624489"/>
                  </a:lnTo>
                  <a:lnTo>
                    <a:pt x="1653064" y="1621155"/>
                  </a:lnTo>
                  <a:lnTo>
                    <a:pt x="1653540" y="1618774"/>
                  </a:lnTo>
                  <a:lnTo>
                    <a:pt x="1653064" y="1615440"/>
                  </a:lnTo>
                  <a:lnTo>
                    <a:pt x="1651635" y="1611154"/>
                  </a:lnTo>
                  <a:lnTo>
                    <a:pt x="1644491" y="1595914"/>
                  </a:lnTo>
                  <a:lnTo>
                    <a:pt x="1643062" y="1592580"/>
                  </a:lnTo>
                  <a:lnTo>
                    <a:pt x="1639729" y="1581150"/>
                  </a:lnTo>
                  <a:lnTo>
                    <a:pt x="1636871" y="1574006"/>
                  </a:lnTo>
                  <a:lnTo>
                    <a:pt x="1630680" y="1561148"/>
                  </a:lnTo>
                  <a:lnTo>
                    <a:pt x="1629727" y="1557338"/>
                  </a:lnTo>
                  <a:lnTo>
                    <a:pt x="1628775" y="1550670"/>
                  </a:lnTo>
                  <a:lnTo>
                    <a:pt x="1627823" y="1549241"/>
                  </a:lnTo>
                  <a:lnTo>
                    <a:pt x="1624489" y="1547813"/>
                  </a:lnTo>
                  <a:lnTo>
                    <a:pt x="1621155" y="1548765"/>
                  </a:lnTo>
                  <a:lnTo>
                    <a:pt x="1617345" y="1548765"/>
                  </a:lnTo>
                  <a:lnTo>
                    <a:pt x="1607344" y="1547336"/>
                  </a:lnTo>
                  <a:lnTo>
                    <a:pt x="1597819" y="1547813"/>
                  </a:lnTo>
                  <a:lnTo>
                    <a:pt x="1595437" y="1548765"/>
                  </a:lnTo>
                  <a:lnTo>
                    <a:pt x="1592580" y="1554004"/>
                  </a:lnTo>
                  <a:lnTo>
                    <a:pt x="1590199" y="1566386"/>
                  </a:lnTo>
                  <a:lnTo>
                    <a:pt x="1588294" y="1570196"/>
                  </a:lnTo>
                  <a:lnTo>
                    <a:pt x="1588294" y="1568291"/>
                  </a:lnTo>
                  <a:lnTo>
                    <a:pt x="1590199" y="1552575"/>
                  </a:lnTo>
                  <a:lnTo>
                    <a:pt x="1590199" y="1549718"/>
                  </a:lnTo>
                  <a:lnTo>
                    <a:pt x="1585912" y="1548289"/>
                  </a:lnTo>
                  <a:lnTo>
                    <a:pt x="1581626" y="1543050"/>
                  </a:lnTo>
                  <a:lnTo>
                    <a:pt x="1580198" y="1542098"/>
                  </a:lnTo>
                  <a:lnTo>
                    <a:pt x="1578769" y="1541621"/>
                  </a:lnTo>
                  <a:lnTo>
                    <a:pt x="1576864" y="1542098"/>
                  </a:lnTo>
                  <a:lnTo>
                    <a:pt x="1575435" y="1540669"/>
                  </a:lnTo>
                  <a:lnTo>
                    <a:pt x="1574483" y="1536859"/>
                  </a:lnTo>
                  <a:lnTo>
                    <a:pt x="1573530" y="1534478"/>
                  </a:lnTo>
                  <a:lnTo>
                    <a:pt x="1571149" y="1533049"/>
                  </a:lnTo>
                  <a:lnTo>
                    <a:pt x="1567339" y="1532096"/>
                  </a:lnTo>
                  <a:lnTo>
                    <a:pt x="1570196" y="1531144"/>
                  </a:lnTo>
                  <a:lnTo>
                    <a:pt x="1572101" y="1527810"/>
                  </a:lnTo>
                  <a:lnTo>
                    <a:pt x="1573054" y="1522095"/>
                  </a:lnTo>
                  <a:lnTo>
                    <a:pt x="1573530" y="1511618"/>
                  </a:lnTo>
                  <a:lnTo>
                    <a:pt x="1573054" y="1487805"/>
                  </a:lnTo>
                  <a:lnTo>
                    <a:pt x="1574483" y="1480185"/>
                  </a:lnTo>
                  <a:lnTo>
                    <a:pt x="1576864" y="1470184"/>
                  </a:lnTo>
                  <a:lnTo>
                    <a:pt x="1577816" y="1464469"/>
                  </a:lnTo>
                  <a:lnTo>
                    <a:pt x="1576864" y="1462564"/>
                  </a:lnTo>
                  <a:lnTo>
                    <a:pt x="1575911" y="1461135"/>
                  </a:lnTo>
                  <a:lnTo>
                    <a:pt x="1574006" y="1460183"/>
                  </a:lnTo>
                  <a:lnTo>
                    <a:pt x="1576864" y="1458278"/>
                  </a:lnTo>
                  <a:lnTo>
                    <a:pt x="1580674" y="1458278"/>
                  </a:lnTo>
                  <a:lnTo>
                    <a:pt x="1582579" y="1454944"/>
                  </a:lnTo>
                  <a:lnTo>
                    <a:pt x="1585436" y="1448276"/>
                  </a:lnTo>
                  <a:lnTo>
                    <a:pt x="1589246" y="1441133"/>
                  </a:lnTo>
                  <a:lnTo>
                    <a:pt x="1594485" y="1433036"/>
                  </a:lnTo>
                  <a:lnTo>
                    <a:pt x="1597343" y="1427321"/>
                  </a:lnTo>
                  <a:lnTo>
                    <a:pt x="1597819" y="1423511"/>
                  </a:lnTo>
                  <a:lnTo>
                    <a:pt x="1597819" y="1420654"/>
                  </a:lnTo>
                  <a:lnTo>
                    <a:pt x="1596866" y="1418749"/>
                  </a:lnTo>
                  <a:lnTo>
                    <a:pt x="1597819" y="1417796"/>
                  </a:lnTo>
                  <a:lnTo>
                    <a:pt x="1601629" y="1418273"/>
                  </a:lnTo>
                  <a:lnTo>
                    <a:pt x="1603534" y="1416368"/>
                  </a:lnTo>
                  <a:lnTo>
                    <a:pt x="1603534" y="1415415"/>
                  </a:lnTo>
                  <a:lnTo>
                    <a:pt x="1601629" y="1411129"/>
                  </a:lnTo>
                  <a:lnTo>
                    <a:pt x="1602581" y="1409224"/>
                  </a:lnTo>
                  <a:lnTo>
                    <a:pt x="1609725" y="1403033"/>
                  </a:lnTo>
                  <a:lnTo>
                    <a:pt x="1619726" y="1397794"/>
                  </a:lnTo>
                  <a:lnTo>
                    <a:pt x="1622108" y="1395889"/>
                  </a:lnTo>
                  <a:lnTo>
                    <a:pt x="1623536" y="1394460"/>
                  </a:lnTo>
                  <a:lnTo>
                    <a:pt x="1623536" y="1393984"/>
                  </a:lnTo>
                  <a:lnTo>
                    <a:pt x="1619726" y="1392079"/>
                  </a:lnTo>
                  <a:lnTo>
                    <a:pt x="1617345" y="1390174"/>
                  </a:lnTo>
                  <a:lnTo>
                    <a:pt x="1616393" y="1388745"/>
                  </a:lnTo>
                  <a:lnTo>
                    <a:pt x="1614487" y="1384935"/>
                  </a:lnTo>
                  <a:lnTo>
                    <a:pt x="1621631" y="1385411"/>
                  </a:lnTo>
                  <a:lnTo>
                    <a:pt x="1623060" y="1385411"/>
                  </a:lnTo>
                  <a:lnTo>
                    <a:pt x="1624965" y="1383983"/>
                  </a:lnTo>
                  <a:lnTo>
                    <a:pt x="1624012" y="1383030"/>
                  </a:lnTo>
                  <a:lnTo>
                    <a:pt x="1621631" y="1381125"/>
                  </a:lnTo>
                  <a:lnTo>
                    <a:pt x="1622108" y="1380173"/>
                  </a:lnTo>
                  <a:lnTo>
                    <a:pt x="1628299" y="1380173"/>
                  </a:lnTo>
                  <a:lnTo>
                    <a:pt x="1631633" y="1378744"/>
                  </a:lnTo>
                  <a:lnTo>
                    <a:pt x="1633537" y="1376839"/>
                  </a:lnTo>
                  <a:lnTo>
                    <a:pt x="1633061" y="1375886"/>
                  </a:lnTo>
                  <a:lnTo>
                    <a:pt x="1631633" y="1374934"/>
                  </a:lnTo>
                  <a:lnTo>
                    <a:pt x="1631633" y="1373981"/>
                  </a:lnTo>
                  <a:lnTo>
                    <a:pt x="1636871" y="1370648"/>
                  </a:lnTo>
                  <a:lnTo>
                    <a:pt x="1636395" y="1369219"/>
                  </a:lnTo>
                  <a:lnTo>
                    <a:pt x="1634014" y="1366838"/>
                  </a:lnTo>
                  <a:lnTo>
                    <a:pt x="1627346" y="1363504"/>
                  </a:lnTo>
                  <a:lnTo>
                    <a:pt x="1626394" y="1362551"/>
                  </a:lnTo>
                  <a:lnTo>
                    <a:pt x="1628299" y="1362551"/>
                  </a:lnTo>
                  <a:lnTo>
                    <a:pt x="1638300" y="1365885"/>
                  </a:lnTo>
                  <a:lnTo>
                    <a:pt x="1642586" y="1368266"/>
                  </a:lnTo>
                  <a:lnTo>
                    <a:pt x="1645444" y="1371124"/>
                  </a:lnTo>
                  <a:lnTo>
                    <a:pt x="1647825" y="1372553"/>
                  </a:lnTo>
                  <a:lnTo>
                    <a:pt x="1649730" y="1373029"/>
                  </a:lnTo>
                  <a:lnTo>
                    <a:pt x="1649254" y="1371124"/>
                  </a:lnTo>
                  <a:lnTo>
                    <a:pt x="1646396" y="1367314"/>
                  </a:lnTo>
                  <a:lnTo>
                    <a:pt x="1644015" y="1364933"/>
                  </a:lnTo>
                  <a:lnTo>
                    <a:pt x="1641634" y="1363980"/>
                  </a:lnTo>
                  <a:lnTo>
                    <a:pt x="1641634" y="1362551"/>
                  </a:lnTo>
                  <a:lnTo>
                    <a:pt x="1643539" y="1360646"/>
                  </a:lnTo>
                  <a:lnTo>
                    <a:pt x="1647349" y="1357789"/>
                  </a:lnTo>
                  <a:lnTo>
                    <a:pt x="1648301" y="1355884"/>
                  </a:lnTo>
                  <a:lnTo>
                    <a:pt x="1648777" y="1353503"/>
                  </a:lnTo>
                  <a:lnTo>
                    <a:pt x="1650683" y="1352550"/>
                  </a:lnTo>
                  <a:lnTo>
                    <a:pt x="1654016" y="1353026"/>
                  </a:lnTo>
                  <a:lnTo>
                    <a:pt x="1656398" y="1352550"/>
                  </a:lnTo>
                  <a:lnTo>
                    <a:pt x="1658302" y="1351598"/>
                  </a:lnTo>
                  <a:lnTo>
                    <a:pt x="1660208" y="1351598"/>
                  </a:lnTo>
                  <a:lnTo>
                    <a:pt x="1664494" y="1353979"/>
                  </a:lnTo>
                  <a:lnTo>
                    <a:pt x="1666875" y="1353979"/>
                  </a:lnTo>
                  <a:lnTo>
                    <a:pt x="1669256" y="1352074"/>
                  </a:lnTo>
                  <a:lnTo>
                    <a:pt x="1669733" y="1351121"/>
                  </a:lnTo>
                  <a:lnTo>
                    <a:pt x="1669256" y="1348264"/>
                  </a:lnTo>
                  <a:lnTo>
                    <a:pt x="1662589" y="1347311"/>
                  </a:lnTo>
                  <a:lnTo>
                    <a:pt x="1659255" y="1346359"/>
                  </a:lnTo>
                  <a:lnTo>
                    <a:pt x="1657350" y="1344930"/>
                  </a:lnTo>
                  <a:lnTo>
                    <a:pt x="1655921" y="1343978"/>
                  </a:lnTo>
                  <a:lnTo>
                    <a:pt x="1654969" y="1342073"/>
                  </a:lnTo>
                  <a:lnTo>
                    <a:pt x="1654493" y="1340644"/>
                  </a:lnTo>
                  <a:lnTo>
                    <a:pt x="1655445" y="1339691"/>
                  </a:lnTo>
                  <a:lnTo>
                    <a:pt x="1661160" y="1339215"/>
                  </a:lnTo>
                  <a:lnTo>
                    <a:pt x="1662589" y="1338739"/>
                  </a:lnTo>
                  <a:lnTo>
                    <a:pt x="1664018" y="1337310"/>
                  </a:lnTo>
                  <a:lnTo>
                    <a:pt x="1666399" y="1337310"/>
                  </a:lnTo>
                  <a:lnTo>
                    <a:pt x="1672114" y="1338739"/>
                  </a:lnTo>
                  <a:lnTo>
                    <a:pt x="1686401" y="1340168"/>
                  </a:lnTo>
                  <a:lnTo>
                    <a:pt x="1689735" y="1339215"/>
                  </a:lnTo>
                  <a:lnTo>
                    <a:pt x="1697831" y="1333976"/>
                  </a:lnTo>
                  <a:lnTo>
                    <a:pt x="1701641" y="1333024"/>
                  </a:lnTo>
                  <a:lnTo>
                    <a:pt x="1706404" y="1332548"/>
                  </a:lnTo>
                  <a:lnTo>
                    <a:pt x="1709737" y="1331119"/>
                  </a:lnTo>
                  <a:lnTo>
                    <a:pt x="1711643" y="1328738"/>
                  </a:lnTo>
                  <a:lnTo>
                    <a:pt x="1712595" y="1326356"/>
                  </a:lnTo>
                  <a:lnTo>
                    <a:pt x="1713071" y="1323975"/>
                  </a:lnTo>
                  <a:lnTo>
                    <a:pt x="1711643" y="1314926"/>
                  </a:lnTo>
                  <a:lnTo>
                    <a:pt x="1710214" y="1312545"/>
                  </a:lnTo>
                  <a:lnTo>
                    <a:pt x="1702594" y="1307783"/>
                  </a:lnTo>
                  <a:lnTo>
                    <a:pt x="1697831" y="1305878"/>
                  </a:lnTo>
                  <a:lnTo>
                    <a:pt x="1690211" y="1304449"/>
                  </a:lnTo>
                  <a:lnTo>
                    <a:pt x="1684973" y="1301591"/>
                  </a:lnTo>
                  <a:lnTo>
                    <a:pt x="1678305" y="1295876"/>
                  </a:lnTo>
                  <a:lnTo>
                    <a:pt x="1673066" y="1293971"/>
                  </a:lnTo>
                  <a:lnTo>
                    <a:pt x="1669256" y="1294924"/>
                  </a:lnTo>
                  <a:lnTo>
                    <a:pt x="1664970" y="1296829"/>
                  </a:lnTo>
                  <a:lnTo>
                    <a:pt x="1657826" y="1301115"/>
                  </a:lnTo>
                  <a:lnTo>
                    <a:pt x="1651635" y="1301591"/>
                  </a:lnTo>
                  <a:lnTo>
                    <a:pt x="1651635" y="1300639"/>
                  </a:lnTo>
                  <a:lnTo>
                    <a:pt x="1660208" y="1295876"/>
                  </a:lnTo>
                  <a:lnTo>
                    <a:pt x="1661636" y="1293971"/>
                  </a:lnTo>
                  <a:lnTo>
                    <a:pt x="1660208" y="1293019"/>
                  </a:lnTo>
                  <a:lnTo>
                    <a:pt x="1655445" y="1291590"/>
                  </a:lnTo>
                  <a:lnTo>
                    <a:pt x="1648777" y="1290161"/>
                  </a:lnTo>
                  <a:lnTo>
                    <a:pt x="1627346" y="1282541"/>
                  </a:lnTo>
                  <a:lnTo>
                    <a:pt x="1624489" y="1281113"/>
                  </a:lnTo>
                  <a:lnTo>
                    <a:pt x="1620202" y="1280160"/>
                  </a:lnTo>
                  <a:lnTo>
                    <a:pt x="1619250" y="1280636"/>
                  </a:lnTo>
                  <a:lnTo>
                    <a:pt x="1620202" y="1283018"/>
                  </a:lnTo>
                  <a:lnTo>
                    <a:pt x="1622108" y="1284446"/>
                  </a:lnTo>
                  <a:lnTo>
                    <a:pt x="1624012" y="1285399"/>
                  </a:lnTo>
                  <a:lnTo>
                    <a:pt x="1624012" y="1285875"/>
                  </a:lnTo>
                  <a:lnTo>
                    <a:pt x="1619250" y="1285875"/>
                  </a:lnTo>
                  <a:lnTo>
                    <a:pt x="1614487" y="1284446"/>
                  </a:lnTo>
                  <a:lnTo>
                    <a:pt x="1611154" y="1280160"/>
                  </a:lnTo>
                  <a:lnTo>
                    <a:pt x="1611630" y="1278255"/>
                  </a:lnTo>
                  <a:lnTo>
                    <a:pt x="1613535" y="1276350"/>
                  </a:lnTo>
                  <a:lnTo>
                    <a:pt x="1614011" y="1274445"/>
                  </a:lnTo>
                  <a:lnTo>
                    <a:pt x="1610677" y="1268730"/>
                  </a:lnTo>
                  <a:lnTo>
                    <a:pt x="1619726" y="1274921"/>
                  </a:lnTo>
                  <a:lnTo>
                    <a:pt x="1635443" y="1279684"/>
                  </a:lnTo>
                  <a:lnTo>
                    <a:pt x="1649730" y="1285399"/>
                  </a:lnTo>
                  <a:lnTo>
                    <a:pt x="1656874" y="1287780"/>
                  </a:lnTo>
                  <a:lnTo>
                    <a:pt x="1661636" y="1288256"/>
                  </a:lnTo>
                  <a:lnTo>
                    <a:pt x="1664970" y="1287780"/>
                  </a:lnTo>
                  <a:lnTo>
                    <a:pt x="1666875" y="1286351"/>
                  </a:lnTo>
                  <a:lnTo>
                    <a:pt x="1668780" y="1285875"/>
                  </a:lnTo>
                  <a:lnTo>
                    <a:pt x="1670685" y="1286351"/>
                  </a:lnTo>
                  <a:lnTo>
                    <a:pt x="1671161" y="1286828"/>
                  </a:lnTo>
                  <a:lnTo>
                    <a:pt x="1670209" y="1287780"/>
                  </a:lnTo>
                  <a:lnTo>
                    <a:pt x="1670209" y="1288733"/>
                  </a:lnTo>
                  <a:lnTo>
                    <a:pt x="1671161" y="1289685"/>
                  </a:lnTo>
                  <a:lnTo>
                    <a:pt x="1679734" y="1290638"/>
                  </a:lnTo>
                  <a:lnTo>
                    <a:pt x="1684496" y="1291590"/>
                  </a:lnTo>
                  <a:lnTo>
                    <a:pt x="1699260" y="1297305"/>
                  </a:lnTo>
                  <a:lnTo>
                    <a:pt x="1704975" y="1298734"/>
                  </a:lnTo>
                  <a:lnTo>
                    <a:pt x="1709737" y="1299210"/>
                  </a:lnTo>
                  <a:lnTo>
                    <a:pt x="1713548" y="1298258"/>
                  </a:lnTo>
                  <a:lnTo>
                    <a:pt x="1715929" y="1296829"/>
                  </a:lnTo>
                  <a:lnTo>
                    <a:pt x="1717358" y="1294924"/>
                  </a:lnTo>
                  <a:lnTo>
                    <a:pt x="1719262" y="1294924"/>
                  </a:lnTo>
                  <a:lnTo>
                    <a:pt x="1722120" y="1296353"/>
                  </a:lnTo>
                  <a:lnTo>
                    <a:pt x="1724977" y="1296829"/>
                  </a:lnTo>
                  <a:lnTo>
                    <a:pt x="1729264" y="1295876"/>
                  </a:lnTo>
                  <a:lnTo>
                    <a:pt x="1732121" y="1293495"/>
                  </a:lnTo>
                  <a:lnTo>
                    <a:pt x="1736884" y="1287304"/>
                  </a:lnTo>
                  <a:lnTo>
                    <a:pt x="1736884" y="1285875"/>
                  </a:lnTo>
                  <a:lnTo>
                    <a:pt x="1735455" y="1283494"/>
                  </a:lnTo>
                  <a:lnTo>
                    <a:pt x="1731645" y="1278255"/>
                  </a:lnTo>
                  <a:lnTo>
                    <a:pt x="1732598" y="1278255"/>
                  </a:lnTo>
                  <a:lnTo>
                    <a:pt x="1740218" y="1280160"/>
                  </a:lnTo>
                  <a:lnTo>
                    <a:pt x="1742599" y="1279208"/>
                  </a:lnTo>
                  <a:lnTo>
                    <a:pt x="1742599" y="1278255"/>
                  </a:lnTo>
                  <a:lnTo>
                    <a:pt x="1739265" y="1272540"/>
                  </a:lnTo>
                  <a:lnTo>
                    <a:pt x="1738312" y="1271588"/>
                  </a:lnTo>
                  <a:lnTo>
                    <a:pt x="1734979" y="1270159"/>
                  </a:lnTo>
                  <a:lnTo>
                    <a:pt x="1736408" y="1269683"/>
                  </a:lnTo>
                  <a:lnTo>
                    <a:pt x="1744027" y="1267301"/>
                  </a:lnTo>
                  <a:lnTo>
                    <a:pt x="1744504" y="1267778"/>
                  </a:lnTo>
                  <a:lnTo>
                    <a:pt x="1745456" y="1271588"/>
                  </a:lnTo>
                  <a:lnTo>
                    <a:pt x="1746409" y="1273016"/>
                  </a:lnTo>
                  <a:lnTo>
                    <a:pt x="1750219" y="1275398"/>
                  </a:lnTo>
                  <a:lnTo>
                    <a:pt x="1752600" y="1276350"/>
                  </a:lnTo>
                  <a:lnTo>
                    <a:pt x="1754505" y="1276350"/>
                  </a:lnTo>
                  <a:lnTo>
                    <a:pt x="1755934" y="1275398"/>
                  </a:lnTo>
                  <a:lnTo>
                    <a:pt x="1757839" y="1274921"/>
                  </a:lnTo>
                  <a:lnTo>
                    <a:pt x="1764030" y="1277779"/>
                  </a:lnTo>
                  <a:lnTo>
                    <a:pt x="1766887" y="1278731"/>
                  </a:lnTo>
                  <a:lnTo>
                    <a:pt x="1767840" y="1278255"/>
                  </a:lnTo>
                  <a:lnTo>
                    <a:pt x="1764506" y="1271588"/>
                  </a:lnTo>
                  <a:lnTo>
                    <a:pt x="1764983" y="1271111"/>
                  </a:lnTo>
                  <a:lnTo>
                    <a:pt x="1769745" y="1275398"/>
                  </a:lnTo>
                  <a:lnTo>
                    <a:pt x="1773079" y="1276826"/>
                  </a:lnTo>
                  <a:lnTo>
                    <a:pt x="1777841" y="1277779"/>
                  </a:lnTo>
                  <a:lnTo>
                    <a:pt x="1783556" y="1276826"/>
                  </a:lnTo>
                  <a:lnTo>
                    <a:pt x="1793081" y="1272540"/>
                  </a:lnTo>
                  <a:lnTo>
                    <a:pt x="1802606" y="1267301"/>
                  </a:lnTo>
                  <a:lnTo>
                    <a:pt x="1806416" y="1263968"/>
                  </a:lnTo>
                  <a:lnTo>
                    <a:pt x="1807369" y="1260634"/>
                  </a:lnTo>
                  <a:lnTo>
                    <a:pt x="1810226" y="1255395"/>
                  </a:lnTo>
                  <a:lnTo>
                    <a:pt x="1830705" y="1232059"/>
                  </a:lnTo>
                  <a:lnTo>
                    <a:pt x="1834039" y="1226344"/>
                  </a:lnTo>
                  <a:lnTo>
                    <a:pt x="1839277" y="1218724"/>
                  </a:lnTo>
                  <a:lnTo>
                    <a:pt x="1840230" y="1216343"/>
                  </a:lnTo>
                  <a:lnTo>
                    <a:pt x="1839277" y="1211580"/>
                  </a:lnTo>
                  <a:lnTo>
                    <a:pt x="1836420" y="1210151"/>
                  </a:lnTo>
                  <a:lnTo>
                    <a:pt x="1826895" y="1208246"/>
                  </a:lnTo>
                  <a:lnTo>
                    <a:pt x="1808798" y="1207294"/>
                  </a:lnTo>
                  <a:lnTo>
                    <a:pt x="1799749" y="1207294"/>
                  </a:lnTo>
                  <a:lnTo>
                    <a:pt x="1773555" y="1203484"/>
                  </a:lnTo>
                  <a:lnTo>
                    <a:pt x="1768316" y="1201103"/>
                  </a:lnTo>
                  <a:lnTo>
                    <a:pt x="1764506" y="1198245"/>
                  </a:lnTo>
                  <a:lnTo>
                    <a:pt x="1752124" y="1187291"/>
                  </a:lnTo>
                  <a:lnTo>
                    <a:pt x="1745933" y="1182529"/>
                  </a:lnTo>
                  <a:lnTo>
                    <a:pt x="1741170" y="1180148"/>
                  </a:lnTo>
                  <a:lnTo>
                    <a:pt x="1736884" y="1178719"/>
                  </a:lnTo>
                  <a:lnTo>
                    <a:pt x="1733074" y="1178243"/>
                  </a:lnTo>
                  <a:lnTo>
                    <a:pt x="1718310" y="1174433"/>
                  </a:lnTo>
                  <a:lnTo>
                    <a:pt x="1702118" y="1172051"/>
                  </a:lnTo>
                  <a:lnTo>
                    <a:pt x="1699260" y="1173004"/>
                  </a:lnTo>
                  <a:lnTo>
                    <a:pt x="1698784" y="1173956"/>
                  </a:lnTo>
                  <a:lnTo>
                    <a:pt x="1699736" y="1177290"/>
                  </a:lnTo>
                  <a:lnTo>
                    <a:pt x="1691640" y="1173480"/>
                  </a:lnTo>
                  <a:lnTo>
                    <a:pt x="1686877" y="1170623"/>
                  </a:lnTo>
                  <a:lnTo>
                    <a:pt x="1687354" y="1170146"/>
                  </a:lnTo>
                  <a:lnTo>
                    <a:pt x="1691164" y="1169670"/>
                  </a:lnTo>
                  <a:lnTo>
                    <a:pt x="1701165" y="1169670"/>
                  </a:lnTo>
                  <a:lnTo>
                    <a:pt x="1707356" y="1170146"/>
                  </a:lnTo>
                  <a:lnTo>
                    <a:pt x="1713071" y="1171575"/>
                  </a:lnTo>
                  <a:lnTo>
                    <a:pt x="1717834" y="1172051"/>
                  </a:lnTo>
                  <a:lnTo>
                    <a:pt x="1724501" y="1171575"/>
                  </a:lnTo>
                  <a:lnTo>
                    <a:pt x="1731169" y="1173956"/>
                  </a:lnTo>
                  <a:lnTo>
                    <a:pt x="1734979" y="1173956"/>
                  </a:lnTo>
                  <a:lnTo>
                    <a:pt x="1738789" y="1174909"/>
                  </a:lnTo>
                  <a:lnTo>
                    <a:pt x="1740218" y="1174909"/>
                  </a:lnTo>
                  <a:lnTo>
                    <a:pt x="1736884" y="1171575"/>
                  </a:lnTo>
                  <a:lnTo>
                    <a:pt x="1738789" y="1171099"/>
                  </a:lnTo>
                  <a:lnTo>
                    <a:pt x="1743551" y="1171575"/>
                  </a:lnTo>
                  <a:lnTo>
                    <a:pt x="1748790" y="1173004"/>
                  </a:lnTo>
                  <a:lnTo>
                    <a:pt x="1754505" y="1175861"/>
                  </a:lnTo>
                  <a:lnTo>
                    <a:pt x="1765935" y="1182529"/>
                  </a:lnTo>
                  <a:lnTo>
                    <a:pt x="1770698" y="1184434"/>
                  </a:lnTo>
                  <a:lnTo>
                    <a:pt x="1775460" y="1184910"/>
                  </a:lnTo>
                  <a:lnTo>
                    <a:pt x="1777841" y="1185863"/>
                  </a:lnTo>
                  <a:lnTo>
                    <a:pt x="1780223" y="1189673"/>
                  </a:lnTo>
                  <a:lnTo>
                    <a:pt x="1783080" y="1191101"/>
                  </a:lnTo>
                  <a:lnTo>
                    <a:pt x="1789748" y="1194911"/>
                  </a:lnTo>
                  <a:lnTo>
                    <a:pt x="1799273" y="1201579"/>
                  </a:lnTo>
                  <a:lnTo>
                    <a:pt x="1804511" y="1203960"/>
                  </a:lnTo>
                  <a:lnTo>
                    <a:pt x="1814512" y="1204913"/>
                  </a:lnTo>
                  <a:lnTo>
                    <a:pt x="1822133" y="1204913"/>
                  </a:lnTo>
                  <a:lnTo>
                    <a:pt x="1827848" y="1203960"/>
                  </a:lnTo>
                  <a:lnTo>
                    <a:pt x="1831181" y="1202531"/>
                  </a:lnTo>
                  <a:lnTo>
                    <a:pt x="1834991" y="1199198"/>
                  </a:lnTo>
                  <a:lnTo>
                    <a:pt x="1839277" y="1194435"/>
                  </a:lnTo>
                  <a:lnTo>
                    <a:pt x="1847850" y="1186339"/>
                  </a:lnTo>
                  <a:lnTo>
                    <a:pt x="1870234" y="1166813"/>
                  </a:lnTo>
                  <a:lnTo>
                    <a:pt x="1871186" y="1165384"/>
                  </a:lnTo>
                  <a:lnTo>
                    <a:pt x="1873091" y="1161574"/>
                  </a:lnTo>
                  <a:lnTo>
                    <a:pt x="1873091" y="1159669"/>
                  </a:lnTo>
                  <a:lnTo>
                    <a:pt x="1871662" y="1157764"/>
                  </a:lnTo>
                  <a:lnTo>
                    <a:pt x="1867852" y="1155383"/>
                  </a:lnTo>
                  <a:lnTo>
                    <a:pt x="1861661" y="1153001"/>
                  </a:lnTo>
                  <a:lnTo>
                    <a:pt x="1852136" y="1150144"/>
                  </a:lnTo>
                  <a:lnTo>
                    <a:pt x="1848802" y="1147763"/>
                  </a:lnTo>
                  <a:lnTo>
                    <a:pt x="1846898" y="1144429"/>
                  </a:lnTo>
                  <a:lnTo>
                    <a:pt x="1847374" y="1143476"/>
                  </a:lnTo>
                  <a:lnTo>
                    <a:pt x="1848802" y="1143000"/>
                  </a:lnTo>
                  <a:lnTo>
                    <a:pt x="1849279" y="1142048"/>
                  </a:lnTo>
                  <a:lnTo>
                    <a:pt x="1847850" y="1139190"/>
                  </a:lnTo>
                  <a:lnTo>
                    <a:pt x="1848802" y="1138714"/>
                  </a:lnTo>
                  <a:lnTo>
                    <a:pt x="1851184" y="1138238"/>
                  </a:lnTo>
                  <a:lnTo>
                    <a:pt x="1870710" y="1138714"/>
                  </a:lnTo>
                  <a:lnTo>
                    <a:pt x="1879759" y="1138238"/>
                  </a:lnTo>
                  <a:lnTo>
                    <a:pt x="1885950" y="1136333"/>
                  </a:lnTo>
                  <a:lnTo>
                    <a:pt x="1891665" y="1138238"/>
                  </a:lnTo>
                  <a:lnTo>
                    <a:pt x="1896427" y="1143953"/>
                  </a:lnTo>
                  <a:lnTo>
                    <a:pt x="1900237" y="1147763"/>
                  </a:lnTo>
                  <a:lnTo>
                    <a:pt x="1903571" y="1150144"/>
                  </a:lnTo>
                  <a:lnTo>
                    <a:pt x="1909762" y="1153001"/>
                  </a:lnTo>
                  <a:lnTo>
                    <a:pt x="1919287" y="1156811"/>
                  </a:lnTo>
                  <a:lnTo>
                    <a:pt x="1924526" y="1158240"/>
                  </a:lnTo>
                  <a:lnTo>
                    <a:pt x="1925002" y="1157764"/>
                  </a:lnTo>
                  <a:lnTo>
                    <a:pt x="1926908" y="1153478"/>
                  </a:lnTo>
                  <a:lnTo>
                    <a:pt x="1929289" y="1151573"/>
                  </a:lnTo>
                  <a:lnTo>
                    <a:pt x="1930241" y="1151573"/>
                  </a:lnTo>
                  <a:lnTo>
                    <a:pt x="1939766" y="1154906"/>
                  </a:lnTo>
                  <a:lnTo>
                    <a:pt x="1943576" y="1155859"/>
                  </a:lnTo>
                  <a:lnTo>
                    <a:pt x="1945005" y="1155859"/>
                  </a:lnTo>
                  <a:lnTo>
                    <a:pt x="1947386" y="1154430"/>
                  </a:lnTo>
                  <a:lnTo>
                    <a:pt x="1946434" y="1151573"/>
                  </a:lnTo>
                  <a:lnTo>
                    <a:pt x="1941671" y="1144429"/>
                  </a:lnTo>
                  <a:lnTo>
                    <a:pt x="1937385" y="1138238"/>
                  </a:lnTo>
                  <a:lnTo>
                    <a:pt x="1935480" y="1134428"/>
                  </a:lnTo>
                  <a:lnTo>
                    <a:pt x="1934527" y="1131094"/>
                  </a:lnTo>
                  <a:lnTo>
                    <a:pt x="1933099" y="1129189"/>
                  </a:lnTo>
                  <a:lnTo>
                    <a:pt x="1929765" y="1127760"/>
                  </a:lnTo>
                  <a:lnTo>
                    <a:pt x="1920716" y="1119664"/>
                  </a:lnTo>
                  <a:lnTo>
                    <a:pt x="1920240" y="1118711"/>
                  </a:lnTo>
                  <a:lnTo>
                    <a:pt x="1918811" y="1117283"/>
                  </a:lnTo>
                  <a:lnTo>
                    <a:pt x="1915477" y="1115378"/>
                  </a:lnTo>
                  <a:lnTo>
                    <a:pt x="1911191" y="1114901"/>
                  </a:lnTo>
                  <a:lnTo>
                    <a:pt x="1909762" y="1115854"/>
                  </a:lnTo>
                  <a:lnTo>
                    <a:pt x="1906905" y="1118235"/>
                  </a:lnTo>
                  <a:lnTo>
                    <a:pt x="1905476" y="1118711"/>
                  </a:lnTo>
                  <a:lnTo>
                    <a:pt x="1902143" y="1117759"/>
                  </a:lnTo>
                  <a:lnTo>
                    <a:pt x="1902143" y="1116806"/>
                  </a:lnTo>
                  <a:lnTo>
                    <a:pt x="1904524" y="1113949"/>
                  </a:lnTo>
                  <a:lnTo>
                    <a:pt x="1911191" y="1109663"/>
                  </a:lnTo>
                  <a:lnTo>
                    <a:pt x="1916430" y="1110139"/>
                  </a:lnTo>
                  <a:lnTo>
                    <a:pt x="1921669" y="1112520"/>
                  </a:lnTo>
                  <a:lnTo>
                    <a:pt x="1922145" y="1112996"/>
                  </a:lnTo>
                  <a:lnTo>
                    <a:pt x="1924526" y="1114901"/>
                  </a:lnTo>
                  <a:lnTo>
                    <a:pt x="1929765" y="1118711"/>
                  </a:lnTo>
                  <a:lnTo>
                    <a:pt x="1931194" y="1120140"/>
                  </a:lnTo>
                  <a:lnTo>
                    <a:pt x="1928336" y="1121093"/>
                  </a:lnTo>
                  <a:lnTo>
                    <a:pt x="1928336" y="1121569"/>
                  </a:lnTo>
                  <a:lnTo>
                    <a:pt x="1929765" y="1123474"/>
                  </a:lnTo>
                  <a:lnTo>
                    <a:pt x="1933575" y="1125855"/>
                  </a:lnTo>
                  <a:lnTo>
                    <a:pt x="1935480" y="1126331"/>
                  </a:lnTo>
                  <a:lnTo>
                    <a:pt x="1938814" y="1125855"/>
                  </a:lnTo>
                  <a:lnTo>
                    <a:pt x="1940719" y="1126331"/>
                  </a:lnTo>
                  <a:lnTo>
                    <a:pt x="1943576" y="1129189"/>
                  </a:lnTo>
                  <a:lnTo>
                    <a:pt x="1949768" y="1137285"/>
                  </a:lnTo>
                  <a:lnTo>
                    <a:pt x="1952625" y="1140143"/>
                  </a:lnTo>
                  <a:lnTo>
                    <a:pt x="1953577" y="1141571"/>
                  </a:lnTo>
                  <a:lnTo>
                    <a:pt x="1955006" y="1145858"/>
                  </a:lnTo>
                  <a:lnTo>
                    <a:pt x="1957387" y="1146810"/>
                  </a:lnTo>
                  <a:lnTo>
                    <a:pt x="1961198" y="1146810"/>
                  </a:lnTo>
                  <a:lnTo>
                    <a:pt x="1965008" y="1145858"/>
                  </a:lnTo>
                  <a:lnTo>
                    <a:pt x="1968341" y="1143476"/>
                  </a:lnTo>
                  <a:lnTo>
                    <a:pt x="1976914" y="1136809"/>
                  </a:lnTo>
                  <a:lnTo>
                    <a:pt x="1987391" y="1134904"/>
                  </a:lnTo>
                  <a:lnTo>
                    <a:pt x="1990249" y="1132999"/>
                  </a:lnTo>
                  <a:lnTo>
                    <a:pt x="1996440" y="1128236"/>
                  </a:lnTo>
                  <a:lnTo>
                    <a:pt x="2000250" y="1126331"/>
                  </a:lnTo>
                  <a:lnTo>
                    <a:pt x="2002155" y="1124903"/>
                  </a:lnTo>
                  <a:lnTo>
                    <a:pt x="2005012" y="1121569"/>
                  </a:lnTo>
                  <a:lnTo>
                    <a:pt x="2008823" y="1116330"/>
                  </a:lnTo>
                  <a:lnTo>
                    <a:pt x="2011680" y="1113473"/>
                  </a:lnTo>
                  <a:lnTo>
                    <a:pt x="2013585" y="1112520"/>
                  </a:lnTo>
                  <a:lnTo>
                    <a:pt x="2018824" y="1112520"/>
                  </a:lnTo>
                  <a:lnTo>
                    <a:pt x="2022158" y="1111568"/>
                  </a:lnTo>
                  <a:lnTo>
                    <a:pt x="2027873" y="1107758"/>
                  </a:lnTo>
                  <a:lnTo>
                    <a:pt x="2028825" y="1106329"/>
                  </a:lnTo>
                  <a:lnTo>
                    <a:pt x="2030730" y="1101090"/>
                  </a:lnTo>
                  <a:lnTo>
                    <a:pt x="2033587" y="1091565"/>
                  </a:lnTo>
                  <a:lnTo>
                    <a:pt x="2034540" y="1085850"/>
                  </a:lnTo>
                  <a:lnTo>
                    <a:pt x="2033587" y="1083469"/>
                  </a:lnTo>
                  <a:lnTo>
                    <a:pt x="2029777" y="1077754"/>
                  </a:lnTo>
                  <a:lnTo>
                    <a:pt x="2026920" y="1075373"/>
                  </a:lnTo>
                  <a:lnTo>
                    <a:pt x="2019776" y="1070610"/>
                  </a:lnTo>
                  <a:lnTo>
                    <a:pt x="2014537" y="1065848"/>
                  </a:lnTo>
                  <a:lnTo>
                    <a:pt x="2010727" y="1062514"/>
                  </a:lnTo>
                  <a:lnTo>
                    <a:pt x="2007870" y="1058704"/>
                  </a:lnTo>
                  <a:lnTo>
                    <a:pt x="2006441" y="1054894"/>
                  </a:lnTo>
                  <a:lnTo>
                    <a:pt x="2006441" y="1052989"/>
                  </a:lnTo>
                  <a:lnTo>
                    <a:pt x="2006918" y="1051084"/>
                  </a:lnTo>
                  <a:lnTo>
                    <a:pt x="2009775" y="1043940"/>
                  </a:lnTo>
                  <a:lnTo>
                    <a:pt x="2009775" y="1042511"/>
                  </a:lnTo>
                  <a:lnTo>
                    <a:pt x="2008823" y="1042511"/>
                  </a:lnTo>
                  <a:lnTo>
                    <a:pt x="2007394" y="1043464"/>
                  </a:lnTo>
                  <a:lnTo>
                    <a:pt x="2005012" y="1045845"/>
                  </a:lnTo>
                  <a:lnTo>
                    <a:pt x="2003584" y="1046321"/>
                  </a:lnTo>
                  <a:lnTo>
                    <a:pt x="2002155" y="1045845"/>
                  </a:lnTo>
                  <a:lnTo>
                    <a:pt x="1996440" y="1037749"/>
                  </a:lnTo>
                  <a:lnTo>
                    <a:pt x="1995487" y="1037273"/>
                  </a:lnTo>
                  <a:lnTo>
                    <a:pt x="1995011" y="1036796"/>
                  </a:lnTo>
                  <a:lnTo>
                    <a:pt x="1996440" y="1034891"/>
                  </a:lnTo>
                  <a:lnTo>
                    <a:pt x="1995964" y="1033939"/>
                  </a:lnTo>
                  <a:lnTo>
                    <a:pt x="1994059" y="1032510"/>
                  </a:lnTo>
                  <a:lnTo>
                    <a:pt x="1991201" y="1028700"/>
                  </a:lnTo>
                  <a:lnTo>
                    <a:pt x="1991201" y="1027271"/>
                  </a:lnTo>
                  <a:lnTo>
                    <a:pt x="1993106" y="1026795"/>
                  </a:lnTo>
                  <a:lnTo>
                    <a:pt x="1996440" y="1026795"/>
                  </a:lnTo>
                  <a:lnTo>
                    <a:pt x="2002631" y="1024890"/>
                  </a:lnTo>
                  <a:lnTo>
                    <a:pt x="2005965" y="1025366"/>
                  </a:lnTo>
                  <a:lnTo>
                    <a:pt x="2009299" y="1027271"/>
                  </a:lnTo>
                  <a:lnTo>
                    <a:pt x="2012633" y="1027271"/>
                  </a:lnTo>
                  <a:lnTo>
                    <a:pt x="2015490" y="1025843"/>
                  </a:lnTo>
                  <a:lnTo>
                    <a:pt x="2022158" y="1023461"/>
                  </a:lnTo>
                  <a:lnTo>
                    <a:pt x="2025968" y="1021556"/>
                  </a:lnTo>
                  <a:lnTo>
                    <a:pt x="2034540" y="1015365"/>
                  </a:lnTo>
                  <a:lnTo>
                    <a:pt x="2035493" y="1013460"/>
                  </a:lnTo>
                  <a:lnTo>
                    <a:pt x="2035493" y="1010603"/>
                  </a:lnTo>
                  <a:lnTo>
                    <a:pt x="2035016" y="1008221"/>
                  </a:lnTo>
                  <a:lnTo>
                    <a:pt x="2032635" y="1005364"/>
                  </a:lnTo>
                  <a:lnTo>
                    <a:pt x="2030730" y="1003935"/>
                  </a:lnTo>
                  <a:lnTo>
                    <a:pt x="2027396" y="1002983"/>
                  </a:lnTo>
                  <a:lnTo>
                    <a:pt x="2020252" y="1002030"/>
                  </a:lnTo>
                  <a:lnTo>
                    <a:pt x="2011204" y="1001554"/>
                  </a:lnTo>
                  <a:lnTo>
                    <a:pt x="2011204" y="1000125"/>
                  </a:lnTo>
                  <a:lnTo>
                    <a:pt x="2017871" y="997268"/>
                  </a:lnTo>
                  <a:lnTo>
                    <a:pt x="2022634" y="994410"/>
                  </a:lnTo>
                  <a:lnTo>
                    <a:pt x="2032159" y="987266"/>
                  </a:lnTo>
                  <a:lnTo>
                    <a:pt x="2032635" y="986314"/>
                  </a:lnTo>
                  <a:lnTo>
                    <a:pt x="2030730" y="983456"/>
                  </a:lnTo>
                  <a:lnTo>
                    <a:pt x="2029777" y="982504"/>
                  </a:lnTo>
                  <a:lnTo>
                    <a:pt x="2018824" y="978694"/>
                  </a:lnTo>
                  <a:lnTo>
                    <a:pt x="2011204" y="977741"/>
                  </a:lnTo>
                  <a:lnTo>
                    <a:pt x="2004536" y="979170"/>
                  </a:lnTo>
                  <a:lnTo>
                    <a:pt x="2002155" y="979170"/>
                  </a:lnTo>
                  <a:lnTo>
                    <a:pt x="2001679" y="978218"/>
                  </a:lnTo>
                  <a:lnTo>
                    <a:pt x="2003108" y="976313"/>
                  </a:lnTo>
                  <a:lnTo>
                    <a:pt x="2002155" y="974408"/>
                  </a:lnTo>
                  <a:lnTo>
                    <a:pt x="1999298" y="969645"/>
                  </a:lnTo>
                  <a:lnTo>
                    <a:pt x="1987868" y="966788"/>
                  </a:lnTo>
                  <a:lnTo>
                    <a:pt x="1984058" y="964406"/>
                  </a:lnTo>
                  <a:lnTo>
                    <a:pt x="1988344" y="962978"/>
                  </a:lnTo>
                  <a:lnTo>
                    <a:pt x="1993106" y="962025"/>
                  </a:lnTo>
                  <a:lnTo>
                    <a:pt x="1996916" y="957739"/>
                  </a:lnTo>
                  <a:lnTo>
                    <a:pt x="1997393" y="955358"/>
                  </a:lnTo>
                  <a:lnTo>
                    <a:pt x="1989296" y="952500"/>
                  </a:lnTo>
                  <a:lnTo>
                    <a:pt x="1985010" y="952024"/>
                  </a:lnTo>
                  <a:lnTo>
                    <a:pt x="1976437" y="952500"/>
                  </a:lnTo>
                  <a:lnTo>
                    <a:pt x="1957387" y="951548"/>
                  </a:lnTo>
                  <a:lnTo>
                    <a:pt x="1953577" y="952024"/>
                  </a:lnTo>
                  <a:lnTo>
                    <a:pt x="1945005" y="949166"/>
                  </a:lnTo>
                  <a:lnTo>
                    <a:pt x="1934051" y="943928"/>
                  </a:lnTo>
                  <a:lnTo>
                    <a:pt x="1931194" y="943451"/>
                  </a:lnTo>
                  <a:lnTo>
                    <a:pt x="1920240" y="942975"/>
                  </a:lnTo>
                  <a:lnTo>
                    <a:pt x="1914049" y="943928"/>
                  </a:lnTo>
                  <a:lnTo>
                    <a:pt x="1907858" y="945833"/>
                  </a:lnTo>
                  <a:lnTo>
                    <a:pt x="1902619" y="945833"/>
                  </a:lnTo>
                  <a:lnTo>
                    <a:pt x="1898333" y="943928"/>
                  </a:lnTo>
                  <a:lnTo>
                    <a:pt x="1894523" y="942975"/>
                  </a:lnTo>
                  <a:lnTo>
                    <a:pt x="1891189" y="943451"/>
                  </a:lnTo>
                  <a:lnTo>
                    <a:pt x="1890236" y="943928"/>
                  </a:lnTo>
                  <a:lnTo>
                    <a:pt x="1891665" y="944880"/>
                  </a:lnTo>
                  <a:lnTo>
                    <a:pt x="1893570" y="947261"/>
                  </a:lnTo>
                  <a:lnTo>
                    <a:pt x="1893570" y="949166"/>
                  </a:lnTo>
                  <a:lnTo>
                    <a:pt x="1891665" y="954881"/>
                  </a:lnTo>
                  <a:lnTo>
                    <a:pt x="1892141" y="956786"/>
                  </a:lnTo>
                  <a:lnTo>
                    <a:pt x="1894046" y="959168"/>
                  </a:lnTo>
                  <a:lnTo>
                    <a:pt x="1894523" y="961073"/>
                  </a:lnTo>
                  <a:lnTo>
                    <a:pt x="1893570" y="962978"/>
                  </a:lnTo>
                  <a:lnTo>
                    <a:pt x="1893570" y="964883"/>
                  </a:lnTo>
                  <a:lnTo>
                    <a:pt x="1894523" y="966788"/>
                  </a:lnTo>
                  <a:lnTo>
                    <a:pt x="1894999" y="968216"/>
                  </a:lnTo>
                  <a:lnTo>
                    <a:pt x="1894523" y="969169"/>
                  </a:lnTo>
                  <a:lnTo>
                    <a:pt x="1894046" y="972503"/>
                  </a:lnTo>
                  <a:lnTo>
                    <a:pt x="1894046" y="974408"/>
                  </a:lnTo>
                  <a:lnTo>
                    <a:pt x="1895475" y="979646"/>
                  </a:lnTo>
                  <a:lnTo>
                    <a:pt x="1899285" y="982980"/>
                  </a:lnTo>
                  <a:lnTo>
                    <a:pt x="1900237" y="983456"/>
                  </a:lnTo>
                  <a:lnTo>
                    <a:pt x="1904524" y="983456"/>
                  </a:lnTo>
                  <a:lnTo>
                    <a:pt x="1912144" y="987743"/>
                  </a:lnTo>
                  <a:lnTo>
                    <a:pt x="1913096" y="988695"/>
                  </a:lnTo>
                  <a:lnTo>
                    <a:pt x="1912144" y="992029"/>
                  </a:lnTo>
                  <a:lnTo>
                    <a:pt x="1912144" y="993934"/>
                  </a:lnTo>
                  <a:lnTo>
                    <a:pt x="1911668" y="995363"/>
                  </a:lnTo>
                  <a:lnTo>
                    <a:pt x="1908334" y="996315"/>
                  </a:lnTo>
                  <a:lnTo>
                    <a:pt x="1905952" y="998696"/>
                  </a:lnTo>
                  <a:lnTo>
                    <a:pt x="1905476" y="1001078"/>
                  </a:lnTo>
                  <a:lnTo>
                    <a:pt x="1905476" y="1002506"/>
                  </a:lnTo>
                  <a:lnTo>
                    <a:pt x="1913573" y="1005840"/>
                  </a:lnTo>
                  <a:lnTo>
                    <a:pt x="1913573" y="1006793"/>
                  </a:lnTo>
                  <a:lnTo>
                    <a:pt x="1899761" y="1008698"/>
                  </a:lnTo>
                  <a:lnTo>
                    <a:pt x="1897380" y="1008221"/>
                  </a:lnTo>
                  <a:lnTo>
                    <a:pt x="1894523" y="1006793"/>
                  </a:lnTo>
                  <a:lnTo>
                    <a:pt x="1892141" y="1006793"/>
                  </a:lnTo>
                  <a:lnTo>
                    <a:pt x="1891189" y="1007269"/>
                  </a:lnTo>
                  <a:lnTo>
                    <a:pt x="1889760" y="1009650"/>
                  </a:lnTo>
                  <a:lnTo>
                    <a:pt x="1886902" y="1011555"/>
                  </a:lnTo>
                  <a:lnTo>
                    <a:pt x="1885474" y="1013460"/>
                  </a:lnTo>
                  <a:lnTo>
                    <a:pt x="1884045" y="1015841"/>
                  </a:lnTo>
                  <a:lnTo>
                    <a:pt x="1883569" y="1018699"/>
                  </a:lnTo>
                  <a:lnTo>
                    <a:pt x="1884521" y="1022509"/>
                  </a:lnTo>
                  <a:lnTo>
                    <a:pt x="1884045" y="1026795"/>
                  </a:lnTo>
                  <a:lnTo>
                    <a:pt x="1882140" y="1033463"/>
                  </a:lnTo>
                  <a:lnTo>
                    <a:pt x="1876425" y="1048226"/>
                  </a:lnTo>
                  <a:lnTo>
                    <a:pt x="1875473" y="1049655"/>
                  </a:lnTo>
                  <a:lnTo>
                    <a:pt x="1862137" y="1062514"/>
                  </a:lnTo>
                  <a:lnTo>
                    <a:pt x="1861185" y="1063943"/>
                  </a:lnTo>
                  <a:lnTo>
                    <a:pt x="1858327" y="1069181"/>
                  </a:lnTo>
                  <a:lnTo>
                    <a:pt x="1857375" y="1072991"/>
                  </a:lnTo>
                  <a:lnTo>
                    <a:pt x="1856423" y="1080611"/>
                  </a:lnTo>
                  <a:lnTo>
                    <a:pt x="1855470" y="1082516"/>
                  </a:lnTo>
                  <a:lnTo>
                    <a:pt x="1854041" y="1084421"/>
                  </a:lnTo>
                  <a:lnTo>
                    <a:pt x="1851660" y="1085850"/>
                  </a:lnTo>
                  <a:lnTo>
                    <a:pt x="1849279" y="1086803"/>
                  </a:lnTo>
                  <a:lnTo>
                    <a:pt x="1847374" y="1086803"/>
                  </a:lnTo>
                  <a:lnTo>
                    <a:pt x="1843564" y="1089660"/>
                  </a:lnTo>
                  <a:lnTo>
                    <a:pt x="1838325" y="1094899"/>
                  </a:lnTo>
                  <a:lnTo>
                    <a:pt x="1832134" y="1099661"/>
                  </a:lnTo>
                  <a:lnTo>
                    <a:pt x="1830229" y="1100138"/>
                  </a:lnTo>
                  <a:lnTo>
                    <a:pt x="1828800" y="1099661"/>
                  </a:lnTo>
                  <a:lnTo>
                    <a:pt x="1827848" y="1098709"/>
                  </a:lnTo>
                  <a:lnTo>
                    <a:pt x="1826895" y="1097280"/>
                  </a:lnTo>
                  <a:lnTo>
                    <a:pt x="1824990" y="1091089"/>
                  </a:lnTo>
                  <a:lnTo>
                    <a:pt x="1824037" y="1089184"/>
                  </a:lnTo>
                  <a:lnTo>
                    <a:pt x="1806893" y="1073468"/>
                  </a:lnTo>
                  <a:lnTo>
                    <a:pt x="1800225" y="1065371"/>
                  </a:lnTo>
                  <a:lnTo>
                    <a:pt x="1796415" y="1054894"/>
                  </a:lnTo>
                  <a:lnTo>
                    <a:pt x="1795939" y="1052513"/>
                  </a:lnTo>
                  <a:lnTo>
                    <a:pt x="1795939" y="1042035"/>
                  </a:lnTo>
                  <a:lnTo>
                    <a:pt x="1794510" y="1036320"/>
                  </a:lnTo>
                  <a:lnTo>
                    <a:pt x="1794986" y="1034891"/>
                  </a:lnTo>
                  <a:lnTo>
                    <a:pt x="1798796" y="1032034"/>
                  </a:lnTo>
                  <a:lnTo>
                    <a:pt x="1799749" y="1032510"/>
                  </a:lnTo>
                  <a:lnTo>
                    <a:pt x="1802130" y="1036320"/>
                  </a:lnTo>
                  <a:lnTo>
                    <a:pt x="1803083" y="1037273"/>
                  </a:lnTo>
                  <a:lnTo>
                    <a:pt x="1807369" y="1037749"/>
                  </a:lnTo>
                  <a:lnTo>
                    <a:pt x="1810702" y="1037273"/>
                  </a:lnTo>
                  <a:lnTo>
                    <a:pt x="1812131" y="1036320"/>
                  </a:lnTo>
                  <a:lnTo>
                    <a:pt x="1813084" y="1034415"/>
                  </a:lnTo>
                  <a:lnTo>
                    <a:pt x="1813560" y="1031558"/>
                  </a:lnTo>
                  <a:lnTo>
                    <a:pt x="1813560" y="1028224"/>
                  </a:lnTo>
                  <a:lnTo>
                    <a:pt x="1813084" y="1025843"/>
                  </a:lnTo>
                  <a:lnTo>
                    <a:pt x="1811655" y="1023938"/>
                  </a:lnTo>
                  <a:lnTo>
                    <a:pt x="1810226" y="1018699"/>
                  </a:lnTo>
                  <a:lnTo>
                    <a:pt x="1808321" y="1010126"/>
                  </a:lnTo>
                  <a:lnTo>
                    <a:pt x="1805464" y="1003935"/>
                  </a:lnTo>
                  <a:lnTo>
                    <a:pt x="1799273" y="997744"/>
                  </a:lnTo>
                  <a:lnTo>
                    <a:pt x="1795939" y="995363"/>
                  </a:lnTo>
                  <a:lnTo>
                    <a:pt x="1784985" y="989171"/>
                  </a:lnTo>
                  <a:lnTo>
                    <a:pt x="1778794" y="984409"/>
                  </a:lnTo>
                  <a:lnTo>
                    <a:pt x="1774031" y="979170"/>
                  </a:lnTo>
                  <a:lnTo>
                    <a:pt x="1770698" y="976313"/>
                  </a:lnTo>
                  <a:lnTo>
                    <a:pt x="1765935" y="976313"/>
                  </a:lnTo>
                  <a:lnTo>
                    <a:pt x="1763077" y="977265"/>
                  </a:lnTo>
                  <a:lnTo>
                    <a:pt x="1760696" y="979170"/>
                  </a:lnTo>
                  <a:lnTo>
                    <a:pt x="1754029" y="987743"/>
                  </a:lnTo>
                  <a:lnTo>
                    <a:pt x="1750219" y="992029"/>
                  </a:lnTo>
                  <a:lnTo>
                    <a:pt x="1748314" y="996791"/>
                  </a:lnTo>
                  <a:lnTo>
                    <a:pt x="1747361" y="1003935"/>
                  </a:lnTo>
                  <a:lnTo>
                    <a:pt x="1746409" y="1008221"/>
                  </a:lnTo>
                  <a:lnTo>
                    <a:pt x="1743075" y="1014889"/>
                  </a:lnTo>
                  <a:lnTo>
                    <a:pt x="1742599" y="1016794"/>
                  </a:lnTo>
                  <a:lnTo>
                    <a:pt x="1743075" y="1021080"/>
                  </a:lnTo>
                  <a:lnTo>
                    <a:pt x="1742599" y="1022985"/>
                  </a:lnTo>
                  <a:lnTo>
                    <a:pt x="1738789" y="1028224"/>
                  </a:lnTo>
                  <a:lnTo>
                    <a:pt x="1734979" y="1031558"/>
                  </a:lnTo>
                  <a:lnTo>
                    <a:pt x="1733550" y="1033463"/>
                  </a:lnTo>
                  <a:lnTo>
                    <a:pt x="1733074" y="1035368"/>
                  </a:lnTo>
                  <a:lnTo>
                    <a:pt x="1732121" y="1036320"/>
                  </a:lnTo>
                  <a:lnTo>
                    <a:pt x="1730693" y="1035844"/>
                  </a:lnTo>
                  <a:lnTo>
                    <a:pt x="1729264" y="1034415"/>
                  </a:lnTo>
                  <a:lnTo>
                    <a:pt x="1728311" y="1032034"/>
                  </a:lnTo>
                  <a:lnTo>
                    <a:pt x="1726883" y="1031081"/>
                  </a:lnTo>
                  <a:lnTo>
                    <a:pt x="1724977" y="1028224"/>
                  </a:lnTo>
                  <a:lnTo>
                    <a:pt x="1721168" y="1025843"/>
                  </a:lnTo>
                  <a:lnTo>
                    <a:pt x="1719739" y="1023461"/>
                  </a:lnTo>
                  <a:lnTo>
                    <a:pt x="1721168" y="1015365"/>
                  </a:lnTo>
                  <a:lnTo>
                    <a:pt x="1721644" y="1010603"/>
                  </a:lnTo>
                  <a:lnTo>
                    <a:pt x="1720691" y="1004888"/>
                  </a:lnTo>
                  <a:lnTo>
                    <a:pt x="1720691" y="1002983"/>
                  </a:lnTo>
                  <a:lnTo>
                    <a:pt x="1723073" y="1000601"/>
                  </a:lnTo>
                  <a:lnTo>
                    <a:pt x="1722596" y="999649"/>
                  </a:lnTo>
                  <a:lnTo>
                    <a:pt x="1718786" y="995839"/>
                  </a:lnTo>
                  <a:lnTo>
                    <a:pt x="1713548" y="986314"/>
                  </a:lnTo>
                  <a:lnTo>
                    <a:pt x="1696879" y="975836"/>
                  </a:lnTo>
                  <a:lnTo>
                    <a:pt x="1697355" y="974884"/>
                  </a:lnTo>
                  <a:lnTo>
                    <a:pt x="1699736" y="974884"/>
                  </a:lnTo>
                  <a:lnTo>
                    <a:pt x="1702594" y="973931"/>
                  </a:lnTo>
                  <a:lnTo>
                    <a:pt x="1703546" y="973931"/>
                  </a:lnTo>
                  <a:lnTo>
                    <a:pt x="1702594" y="975360"/>
                  </a:lnTo>
                  <a:lnTo>
                    <a:pt x="1704023" y="976313"/>
                  </a:lnTo>
                  <a:lnTo>
                    <a:pt x="1707833" y="976789"/>
                  </a:lnTo>
                  <a:lnTo>
                    <a:pt x="1710214" y="975360"/>
                  </a:lnTo>
                  <a:lnTo>
                    <a:pt x="1711166" y="972026"/>
                  </a:lnTo>
                  <a:lnTo>
                    <a:pt x="1712595" y="969169"/>
                  </a:lnTo>
                  <a:lnTo>
                    <a:pt x="1714976" y="967264"/>
                  </a:lnTo>
                  <a:lnTo>
                    <a:pt x="1717834" y="966311"/>
                  </a:lnTo>
                  <a:lnTo>
                    <a:pt x="1721168" y="966311"/>
                  </a:lnTo>
                  <a:lnTo>
                    <a:pt x="1724501" y="965835"/>
                  </a:lnTo>
                  <a:lnTo>
                    <a:pt x="1723549" y="964883"/>
                  </a:lnTo>
                  <a:lnTo>
                    <a:pt x="1720215" y="962978"/>
                  </a:lnTo>
                  <a:lnTo>
                    <a:pt x="1716405" y="962501"/>
                  </a:lnTo>
                  <a:lnTo>
                    <a:pt x="1712119" y="962978"/>
                  </a:lnTo>
                  <a:lnTo>
                    <a:pt x="1706404" y="962501"/>
                  </a:lnTo>
                  <a:lnTo>
                    <a:pt x="1694974" y="961073"/>
                  </a:lnTo>
                  <a:lnTo>
                    <a:pt x="1689735" y="962025"/>
                  </a:lnTo>
                  <a:lnTo>
                    <a:pt x="1690211" y="961073"/>
                  </a:lnTo>
                  <a:lnTo>
                    <a:pt x="1694498" y="958691"/>
                  </a:lnTo>
                  <a:lnTo>
                    <a:pt x="1699260" y="956310"/>
                  </a:lnTo>
                  <a:lnTo>
                    <a:pt x="1699736" y="955358"/>
                  </a:lnTo>
                  <a:lnTo>
                    <a:pt x="1697831" y="954881"/>
                  </a:lnTo>
                  <a:lnTo>
                    <a:pt x="1691640" y="954405"/>
                  </a:lnTo>
                  <a:lnTo>
                    <a:pt x="1686401" y="956310"/>
                  </a:lnTo>
                  <a:lnTo>
                    <a:pt x="1679734" y="960596"/>
                  </a:lnTo>
                  <a:lnTo>
                    <a:pt x="1673543" y="961549"/>
                  </a:lnTo>
                  <a:lnTo>
                    <a:pt x="1663541" y="957263"/>
                  </a:lnTo>
                  <a:lnTo>
                    <a:pt x="1661636" y="955358"/>
                  </a:lnTo>
                  <a:lnTo>
                    <a:pt x="1662589" y="954405"/>
                  </a:lnTo>
                  <a:lnTo>
                    <a:pt x="1659731" y="953453"/>
                  </a:lnTo>
                  <a:lnTo>
                    <a:pt x="1653540" y="952976"/>
                  </a:lnTo>
                  <a:lnTo>
                    <a:pt x="1648301" y="954405"/>
                  </a:lnTo>
                  <a:lnTo>
                    <a:pt x="1643062" y="954881"/>
                  </a:lnTo>
                  <a:lnTo>
                    <a:pt x="1641158" y="954881"/>
                  </a:lnTo>
                  <a:lnTo>
                    <a:pt x="1640205" y="953929"/>
                  </a:lnTo>
                  <a:lnTo>
                    <a:pt x="1644968" y="951071"/>
                  </a:lnTo>
                  <a:lnTo>
                    <a:pt x="1660684" y="940118"/>
                  </a:lnTo>
                  <a:lnTo>
                    <a:pt x="1667827" y="934403"/>
                  </a:lnTo>
                  <a:lnTo>
                    <a:pt x="1671161" y="931069"/>
                  </a:lnTo>
                  <a:lnTo>
                    <a:pt x="1668304" y="929164"/>
                  </a:lnTo>
                  <a:lnTo>
                    <a:pt x="1665923" y="928211"/>
                  </a:lnTo>
                  <a:lnTo>
                    <a:pt x="1654969" y="928211"/>
                  </a:lnTo>
                  <a:lnTo>
                    <a:pt x="1652587" y="926783"/>
                  </a:lnTo>
                  <a:lnTo>
                    <a:pt x="1654493" y="923925"/>
                  </a:lnTo>
                  <a:lnTo>
                    <a:pt x="1657826" y="921068"/>
                  </a:lnTo>
                  <a:lnTo>
                    <a:pt x="1659255" y="919163"/>
                  </a:lnTo>
                  <a:lnTo>
                    <a:pt x="1660208" y="918686"/>
                  </a:lnTo>
                  <a:lnTo>
                    <a:pt x="1663065" y="921068"/>
                  </a:lnTo>
                  <a:lnTo>
                    <a:pt x="1665923" y="922973"/>
                  </a:lnTo>
                  <a:lnTo>
                    <a:pt x="1670209" y="924401"/>
                  </a:lnTo>
                  <a:lnTo>
                    <a:pt x="1674971" y="924878"/>
                  </a:lnTo>
                  <a:lnTo>
                    <a:pt x="1683068" y="923925"/>
                  </a:lnTo>
                  <a:lnTo>
                    <a:pt x="1684496" y="922973"/>
                  </a:lnTo>
                  <a:lnTo>
                    <a:pt x="1684973" y="922020"/>
                  </a:lnTo>
                  <a:lnTo>
                    <a:pt x="1682115" y="918686"/>
                  </a:lnTo>
                  <a:lnTo>
                    <a:pt x="1680210" y="914876"/>
                  </a:lnTo>
                  <a:lnTo>
                    <a:pt x="1678781" y="913448"/>
                  </a:lnTo>
                  <a:lnTo>
                    <a:pt x="1676876" y="912495"/>
                  </a:lnTo>
                  <a:lnTo>
                    <a:pt x="1674971" y="912971"/>
                  </a:lnTo>
                  <a:lnTo>
                    <a:pt x="1673066" y="915353"/>
                  </a:lnTo>
                  <a:lnTo>
                    <a:pt x="1671161" y="915829"/>
                  </a:lnTo>
                  <a:lnTo>
                    <a:pt x="1668780" y="914876"/>
                  </a:lnTo>
                  <a:lnTo>
                    <a:pt x="1667827" y="913924"/>
                  </a:lnTo>
                  <a:lnTo>
                    <a:pt x="1669256" y="911066"/>
                  </a:lnTo>
                  <a:lnTo>
                    <a:pt x="1668780" y="909638"/>
                  </a:lnTo>
                  <a:lnTo>
                    <a:pt x="1663065" y="903446"/>
                  </a:lnTo>
                  <a:lnTo>
                    <a:pt x="1659731" y="896303"/>
                  </a:lnTo>
                  <a:lnTo>
                    <a:pt x="1658302" y="894874"/>
                  </a:lnTo>
                  <a:lnTo>
                    <a:pt x="1657350" y="893921"/>
                  </a:lnTo>
                  <a:lnTo>
                    <a:pt x="1651159" y="891064"/>
                  </a:lnTo>
                  <a:lnTo>
                    <a:pt x="1648777" y="889635"/>
                  </a:lnTo>
                  <a:lnTo>
                    <a:pt x="1644015" y="884873"/>
                  </a:lnTo>
                  <a:lnTo>
                    <a:pt x="1637824" y="882491"/>
                  </a:lnTo>
                  <a:lnTo>
                    <a:pt x="1637348" y="881539"/>
                  </a:lnTo>
                  <a:lnTo>
                    <a:pt x="1639252" y="879158"/>
                  </a:lnTo>
                  <a:lnTo>
                    <a:pt x="1639729" y="877253"/>
                  </a:lnTo>
                  <a:lnTo>
                    <a:pt x="1640681" y="867728"/>
                  </a:lnTo>
                  <a:lnTo>
                    <a:pt x="1640205" y="864394"/>
                  </a:lnTo>
                  <a:lnTo>
                    <a:pt x="1638300" y="855821"/>
                  </a:lnTo>
                  <a:lnTo>
                    <a:pt x="1637348" y="853440"/>
                  </a:lnTo>
                  <a:lnTo>
                    <a:pt x="1635919" y="851059"/>
                  </a:lnTo>
                  <a:lnTo>
                    <a:pt x="1628299" y="843439"/>
                  </a:lnTo>
                  <a:lnTo>
                    <a:pt x="1623060" y="839629"/>
                  </a:lnTo>
                  <a:lnTo>
                    <a:pt x="1617345" y="836771"/>
                  </a:lnTo>
                  <a:lnTo>
                    <a:pt x="1611154" y="832485"/>
                  </a:lnTo>
                  <a:lnTo>
                    <a:pt x="1610677" y="830104"/>
                  </a:lnTo>
                  <a:lnTo>
                    <a:pt x="1611630" y="827246"/>
                  </a:lnTo>
                  <a:lnTo>
                    <a:pt x="1611630" y="825818"/>
                  </a:lnTo>
                  <a:lnTo>
                    <a:pt x="1609249" y="824389"/>
                  </a:lnTo>
                  <a:lnTo>
                    <a:pt x="1599724" y="823913"/>
                  </a:lnTo>
                  <a:lnTo>
                    <a:pt x="1596866" y="824865"/>
                  </a:lnTo>
                  <a:lnTo>
                    <a:pt x="1592104" y="824389"/>
                  </a:lnTo>
                  <a:lnTo>
                    <a:pt x="1586389" y="819150"/>
                  </a:lnTo>
                  <a:lnTo>
                    <a:pt x="1585912" y="814864"/>
                  </a:lnTo>
                  <a:lnTo>
                    <a:pt x="1583531" y="811054"/>
                  </a:lnTo>
                  <a:lnTo>
                    <a:pt x="1581626" y="810578"/>
                  </a:lnTo>
                  <a:lnTo>
                    <a:pt x="1577340" y="811054"/>
                  </a:lnTo>
                  <a:lnTo>
                    <a:pt x="1572101" y="812483"/>
                  </a:lnTo>
                  <a:lnTo>
                    <a:pt x="1561624" y="816293"/>
                  </a:lnTo>
                  <a:lnTo>
                    <a:pt x="1551146" y="824389"/>
                  </a:lnTo>
                  <a:lnTo>
                    <a:pt x="1547812" y="830104"/>
                  </a:lnTo>
                  <a:lnTo>
                    <a:pt x="1540193" y="835343"/>
                  </a:lnTo>
                  <a:lnTo>
                    <a:pt x="1539240" y="836771"/>
                  </a:lnTo>
                  <a:lnTo>
                    <a:pt x="1540669" y="839629"/>
                  </a:lnTo>
                  <a:lnTo>
                    <a:pt x="1542574" y="840581"/>
                  </a:lnTo>
                  <a:lnTo>
                    <a:pt x="1545908" y="841058"/>
                  </a:lnTo>
                  <a:lnTo>
                    <a:pt x="1553527" y="841058"/>
                  </a:lnTo>
                  <a:lnTo>
                    <a:pt x="1554956" y="842010"/>
                  </a:lnTo>
                  <a:lnTo>
                    <a:pt x="1553527" y="843915"/>
                  </a:lnTo>
                  <a:lnTo>
                    <a:pt x="1549718" y="851535"/>
                  </a:lnTo>
                  <a:lnTo>
                    <a:pt x="1547336" y="852488"/>
                  </a:lnTo>
                  <a:lnTo>
                    <a:pt x="1544002" y="852011"/>
                  </a:lnTo>
                  <a:lnTo>
                    <a:pt x="1539716" y="850106"/>
                  </a:lnTo>
                  <a:lnTo>
                    <a:pt x="1537335" y="848201"/>
                  </a:lnTo>
                  <a:lnTo>
                    <a:pt x="1534954" y="847249"/>
                  </a:lnTo>
                  <a:lnTo>
                    <a:pt x="1532573" y="847249"/>
                  </a:lnTo>
                  <a:lnTo>
                    <a:pt x="1529715" y="848201"/>
                  </a:lnTo>
                  <a:lnTo>
                    <a:pt x="1525429" y="852011"/>
                  </a:lnTo>
                  <a:lnTo>
                    <a:pt x="1520666" y="856298"/>
                  </a:lnTo>
                  <a:lnTo>
                    <a:pt x="1519237" y="858203"/>
                  </a:lnTo>
                  <a:lnTo>
                    <a:pt x="1520190" y="862013"/>
                  </a:lnTo>
                  <a:lnTo>
                    <a:pt x="1519237" y="862965"/>
                  </a:lnTo>
                  <a:lnTo>
                    <a:pt x="1517333" y="863918"/>
                  </a:lnTo>
                  <a:lnTo>
                    <a:pt x="1516856" y="864870"/>
                  </a:lnTo>
                  <a:lnTo>
                    <a:pt x="1518761" y="868204"/>
                  </a:lnTo>
                  <a:lnTo>
                    <a:pt x="1518285" y="872490"/>
                  </a:lnTo>
                  <a:lnTo>
                    <a:pt x="1516380" y="879634"/>
                  </a:lnTo>
                  <a:lnTo>
                    <a:pt x="1516380" y="884396"/>
                  </a:lnTo>
                  <a:lnTo>
                    <a:pt x="1523048" y="892493"/>
                  </a:lnTo>
                  <a:lnTo>
                    <a:pt x="1526381" y="894874"/>
                  </a:lnTo>
                  <a:lnTo>
                    <a:pt x="1528762" y="895350"/>
                  </a:lnTo>
                  <a:lnTo>
                    <a:pt x="1538287" y="891540"/>
                  </a:lnTo>
                  <a:lnTo>
                    <a:pt x="1538764" y="891540"/>
                  </a:lnTo>
                  <a:lnTo>
                    <a:pt x="1535430" y="896303"/>
                  </a:lnTo>
                  <a:lnTo>
                    <a:pt x="1535906" y="897731"/>
                  </a:lnTo>
                  <a:lnTo>
                    <a:pt x="1539240" y="900589"/>
                  </a:lnTo>
                  <a:lnTo>
                    <a:pt x="1533525" y="899636"/>
                  </a:lnTo>
                  <a:lnTo>
                    <a:pt x="1531144" y="900113"/>
                  </a:lnTo>
                  <a:lnTo>
                    <a:pt x="1527810" y="901541"/>
                  </a:lnTo>
                  <a:lnTo>
                    <a:pt x="1525429" y="903446"/>
                  </a:lnTo>
                  <a:lnTo>
                    <a:pt x="1524000" y="905828"/>
                  </a:lnTo>
                  <a:lnTo>
                    <a:pt x="1516856" y="914400"/>
                  </a:lnTo>
                  <a:lnTo>
                    <a:pt x="1516380" y="919639"/>
                  </a:lnTo>
                  <a:lnTo>
                    <a:pt x="1516856" y="921544"/>
                  </a:lnTo>
                  <a:lnTo>
                    <a:pt x="1518761" y="926783"/>
                  </a:lnTo>
                  <a:lnTo>
                    <a:pt x="1526381" y="934879"/>
                  </a:lnTo>
                  <a:lnTo>
                    <a:pt x="1529715" y="938689"/>
                  </a:lnTo>
                  <a:lnTo>
                    <a:pt x="1531620" y="942023"/>
                  </a:lnTo>
                  <a:lnTo>
                    <a:pt x="1534001" y="944404"/>
                  </a:lnTo>
                  <a:lnTo>
                    <a:pt x="1536859" y="946309"/>
                  </a:lnTo>
                  <a:lnTo>
                    <a:pt x="1540669" y="947261"/>
                  </a:lnTo>
                  <a:lnTo>
                    <a:pt x="1545431" y="947738"/>
                  </a:lnTo>
                  <a:lnTo>
                    <a:pt x="1549718" y="949166"/>
                  </a:lnTo>
                  <a:lnTo>
                    <a:pt x="1553051" y="951548"/>
                  </a:lnTo>
                  <a:lnTo>
                    <a:pt x="1559719" y="954405"/>
                  </a:lnTo>
                  <a:lnTo>
                    <a:pt x="1575911" y="959644"/>
                  </a:lnTo>
                  <a:lnTo>
                    <a:pt x="1576864" y="959168"/>
                  </a:lnTo>
                  <a:lnTo>
                    <a:pt x="1579245" y="955358"/>
                  </a:lnTo>
                  <a:lnTo>
                    <a:pt x="1580674" y="954881"/>
                  </a:lnTo>
                  <a:lnTo>
                    <a:pt x="1582102" y="955358"/>
                  </a:lnTo>
                  <a:lnTo>
                    <a:pt x="1586389" y="959168"/>
                  </a:lnTo>
                  <a:lnTo>
                    <a:pt x="1589723" y="962978"/>
                  </a:lnTo>
                  <a:lnTo>
                    <a:pt x="1592580" y="965359"/>
                  </a:lnTo>
                  <a:lnTo>
                    <a:pt x="1594961" y="966311"/>
                  </a:lnTo>
                  <a:lnTo>
                    <a:pt x="1598771" y="966788"/>
                  </a:lnTo>
                  <a:lnTo>
                    <a:pt x="1604010" y="966788"/>
                  </a:lnTo>
                  <a:lnTo>
                    <a:pt x="1607344" y="966311"/>
                  </a:lnTo>
                  <a:lnTo>
                    <a:pt x="1611630" y="963930"/>
                  </a:lnTo>
                  <a:lnTo>
                    <a:pt x="1616393" y="962501"/>
                  </a:lnTo>
                  <a:lnTo>
                    <a:pt x="1620202" y="964883"/>
                  </a:lnTo>
                  <a:lnTo>
                    <a:pt x="1620679" y="966788"/>
                  </a:lnTo>
                  <a:lnTo>
                    <a:pt x="1620202" y="969645"/>
                  </a:lnTo>
                  <a:lnTo>
                    <a:pt x="1620202" y="971074"/>
                  </a:lnTo>
                  <a:lnTo>
                    <a:pt x="1624012" y="971550"/>
                  </a:lnTo>
                  <a:lnTo>
                    <a:pt x="1623536" y="972503"/>
                  </a:lnTo>
                  <a:lnTo>
                    <a:pt x="1619726" y="975836"/>
                  </a:lnTo>
                  <a:lnTo>
                    <a:pt x="1613535" y="980123"/>
                  </a:lnTo>
                  <a:lnTo>
                    <a:pt x="1611154" y="978694"/>
                  </a:lnTo>
                  <a:lnTo>
                    <a:pt x="1611630" y="976789"/>
                  </a:lnTo>
                  <a:lnTo>
                    <a:pt x="1617821" y="969645"/>
                  </a:lnTo>
                  <a:lnTo>
                    <a:pt x="1617821" y="968693"/>
                  </a:lnTo>
                  <a:lnTo>
                    <a:pt x="1609725" y="971074"/>
                  </a:lnTo>
                  <a:lnTo>
                    <a:pt x="1599248" y="972979"/>
                  </a:lnTo>
                  <a:lnTo>
                    <a:pt x="1595914" y="974884"/>
                  </a:lnTo>
                  <a:lnTo>
                    <a:pt x="1594961" y="977265"/>
                  </a:lnTo>
                  <a:lnTo>
                    <a:pt x="1594485" y="979170"/>
                  </a:lnTo>
                  <a:lnTo>
                    <a:pt x="1595437" y="984409"/>
                  </a:lnTo>
                  <a:lnTo>
                    <a:pt x="1596390" y="985361"/>
                  </a:lnTo>
                  <a:lnTo>
                    <a:pt x="1601152" y="985361"/>
                  </a:lnTo>
                  <a:lnTo>
                    <a:pt x="1601152" y="986314"/>
                  </a:lnTo>
                  <a:lnTo>
                    <a:pt x="1595914" y="990600"/>
                  </a:lnTo>
                  <a:lnTo>
                    <a:pt x="1587818" y="995839"/>
                  </a:lnTo>
                  <a:lnTo>
                    <a:pt x="1584960" y="998696"/>
                  </a:lnTo>
                  <a:lnTo>
                    <a:pt x="1583531" y="1004888"/>
                  </a:lnTo>
                  <a:lnTo>
                    <a:pt x="1584008" y="1006316"/>
                  </a:lnTo>
                  <a:lnTo>
                    <a:pt x="1587818" y="1008221"/>
                  </a:lnTo>
                  <a:lnTo>
                    <a:pt x="1596866" y="1007269"/>
                  </a:lnTo>
                  <a:lnTo>
                    <a:pt x="1602105" y="1005840"/>
                  </a:lnTo>
                  <a:lnTo>
                    <a:pt x="1604486" y="1003935"/>
                  </a:lnTo>
                  <a:lnTo>
                    <a:pt x="1606391" y="999649"/>
                  </a:lnTo>
                  <a:lnTo>
                    <a:pt x="1607820" y="993934"/>
                  </a:lnTo>
                  <a:lnTo>
                    <a:pt x="1608296" y="992981"/>
                  </a:lnTo>
                  <a:lnTo>
                    <a:pt x="1609249" y="992981"/>
                  </a:lnTo>
                  <a:lnTo>
                    <a:pt x="1610677" y="993458"/>
                  </a:lnTo>
                  <a:lnTo>
                    <a:pt x="1612106" y="994886"/>
                  </a:lnTo>
                  <a:lnTo>
                    <a:pt x="1614011" y="997268"/>
                  </a:lnTo>
                  <a:lnTo>
                    <a:pt x="1614964" y="999649"/>
                  </a:lnTo>
                  <a:lnTo>
                    <a:pt x="1615440" y="1002506"/>
                  </a:lnTo>
                  <a:lnTo>
                    <a:pt x="1615440" y="1005840"/>
                  </a:lnTo>
                  <a:lnTo>
                    <a:pt x="1614964" y="1011555"/>
                  </a:lnTo>
                  <a:lnTo>
                    <a:pt x="1615916" y="1014889"/>
                  </a:lnTo>
                  <a:lnTo>
                    <a:pt x="1617345" y="1015365"/>
                  </a:lnTo>
                  <a:lnTo>
                    <a:pt x="1622584" y="1015841"/>
                  </a:lnTo>
                  <a:lnTo>
                    <a:pt x="1621631" y="1016794"/>
                  </a:lnTo>
                  <a:lnTo>
                    <a:pt x="1615916" y="1020128"/>
                  </a:lnTo>
                  <a:lnTo>
                    <a:pt x="1606391" y="1024414"/>
                  </a:lnTo>
                  <a:lnTo>
                    <a:pt x="1600676" y="1028700"/>
                  </a:lnTo>
                  <a:lnTo>
                    <a:pt x="1595437" y="1034891"/>
                  </a:lnTo>
                  <a:lnTo>
                    <a:pt x="1591151" y="1039178"/>
                  </a:lnTo>
                  <a:lnTo>
                    <a:pt x="1587818" y="1041559"/>
                  </a:lnTo>
                  <a:lnTo>
                    <a:pt x="1578769" y="1048703"/>
                  </a:lnTo>
                  <a:lnTo>
                    <a:pt x="1574959" y="1050608"/>
                  </a:lnTo>
                  <a:lnTo>
                    <a:pt x="1571625" y="1050131"/>
                  </a:lnTo>
                  <a:lnTo>
                    <a:pt x="1565910" y="1048226"/>
                  </a:lnTo>
                  <a:lnTo>
                    <a:pt x="1562100" y="1049655"/>
                  </a:lnTo>
                  <a:lnTo>
                    <a:pt x="1556861" y="1050131"/>
                  </a:lnTo>
                  <a:lnTo>
                    <a:pt x="1555433" y="1050608"/>
                  </a:lnTo>
                  <a:lnTo>
                    <a:pt x="1554480" y="1052036"/>
                  </a:lnTo>
                  <a:lnTo>
                    <a:pt x="1547812" y="1068705"/>
                  </a:lnTo>
                  <a:lnTo>
                    <a:pt x="1548289" y="1070610"/>
                  </a:lnTo>
                  <a:lnTo>
                    <a:pt x="1554004" y="1075849"/>
                  </a:lnTo>
                  <a:lnTo>
                    <a:pt x="1556385" y="1081088"/>
                  </a:lnTo>
                  <a:lnTo>
                    <a:pt x="1559719" y="1090136"/>
                  </a:lnTo>
                  <a:lnTo>
                    <a:pt x="1561148" y="1095851"/>
                  </a:lnTo>
                  <a:lnTo>
                    <a:pt x="1559243" y="1102043"/>
                  </a:lnTo>
                  <a:lnTo>
                    <a:pt x="1558290" y="1112044"/>
                  </a:lnTo>
                  <a:lnTo>
                    <a:pt x="1556861" y="1113949"/>
                  </a:lnTo>
                  <a:lnTo>
                    <a:pt x="1554004" y="1115378"/>
                  </a:lnTo>
                  <a:lnTo>
                    <a:pt x="1549241" y="1115854"/>
                  </a:lnTo>
                  <a:lnTo>
                    <a:pt x="1537335" y="1113949"/>
                  </a:lnTo>
                  <a:lnTo>
                    <a:pt x="1534954" y="1114901"/>
                  </a:lnTo>
                  <a:lnTo>
                    <a:pt x="1534477" y="1115854"/>
                  </a:lnTo>
                  <a:lnTo>
                    <a:pt x="1535430" y="1118711"/>
                  </a:lnTo>
                  <a:lnTo>
                    <a:pt x="1543526" y="1126808"/>
                  </a:lnTo>
                  <a:lnTo>
                    <a:pt x="1544479" y="1128713"/>
                  </a:lnTo>
                  <a:lnTo>
                    <a:pt x="1543050" y="1132999"/>
                  </a:lnTo>
                  <a:lnTo>
                    <a:pt x="1542574" y="1132999"/>
                  </a:lnTo>
                  <a:lnTo>
                    <a:pt x="1542098" y="1128713"/>
                  </a:lnTo>
                  <a:lnTo>
                    <a:pt x="1539716" y="1125855"/>
                  </a:lnTo>
                  <a:lnTo>
                    <a:pt x="1523524" y="1111568"/>
                  </a:lnTo>
                  <a:lnTo>
                    <a:pt x="1521619" y="1108710"/>
                  </a:lnTo>
                  <a:lnTo>
                    <a:pt x="1521619" y="1107758"/>
                  </a:lnTo>
                  <a:lnTo>
                    <a:pt x="1522095" y="1107281"/>
                  </a:lnTo>
                  <a:lnTo>
                    <a:pt x="1524000" y="1106805"/>
                  </a:lnTo>
                  <a:lnTo>
                    <a:pt x="1528762" y="1111091"/>
                  </a:lnTo>
                  <a:lnTo>
                    <a:pt x="1533049" y="1111091"/>
                  </a:lnTo>
                  <a:lnTo>
                    <a:pt x="1535430" y="1109663"/>
                  </a:lnTo>
                  <a:lnTo>
                    <a:pt x="1537811" y="1110139"/>
                  </a:lnTo>
                  <a:lnTo>
                    <a:pt x="1541145" y="1112044"/>
                  </a:lnTo>
                  <a:lnTo>
                    <a:pt x="1544479" y="1112520"/>
                  </a:lnTo>
                  <a:lnTo>
                    <a:pt x="1549718" y="1112044"/>
                  </a:lnTo>
                  <a:lnTo>
                    <a:pt x="1551623" y="1112044"/>
                  </a:lnTo>
                  <a:lnTo>
                    <a:pt x="1553527" y="1111568"/>
                  </a:lnTo>
                  <a:lnTo>
                    <a:pt x="1554956" y="1111091"/>
                  </a:lnTo>
                  <a:lnTo>
                    <a:pt x="1556385" y="1109663"/>
                  </a:lnTo>
                  <a:lnTo>
                    <a:pt x="1556861" y="1107281"/>
                  </a:lnTo>
                  <a:lnTo>
                    <a:pt x="1556861" y="1103948"/>
                  </a:lnTo>
                  <a:lnTo>
                    <a:pt x="1556385" y="1101566"/>
                  </a:lnTo>
                  <a:lnTo>
                    <a:pt x="1552575" y="1098709"/>
                  </a:lnTo>
                  <a:lnTo>
                    <a:pt x="1551623" y="1098233"/>
                  </a:lnTo>
                  <a:lnTo>
                    <a:pt x="1549241" y="1098233"/>
                  </a:lnTo>
                  <a:lnTo>
                    <a:pt x="1544002" y="1099661"/>
                  </a:lnTo>
                  <a:lnTo>
                    <a:pt x="1544002" y="1099185"/>
                  </a:lnTo>
                  <a:lnTo>
                    <a:pt x="1546860" y="1092994"/>
                  </a:lnTo>
                  <a:lnTo>
                    <a:pt x="1545908" y="1092041"/>
                  </a:lnTo>
                  <a:lnTo>
                    <a:pt x="1540669" y="1092994"/>
                  </a:lnTo>
                  <a:lnTo>
                    <a:pt x="1535906" y="1094423"/>
                  </a:lnTo>
                  <a:lnTo>
                    <a:pt x="1531620" y="1094423"/>
                  </a:lnTo>
                  <a:lnTo>
                    <a:pt x="1530668" y="1093470"/>
                  </a:lnTo>
                  <a:lnTo>
                    <a:pt x="1530191" y="1088708"/>
                  </a:lnTo>
                  <a:lnTo>
                    <a:pt x="1529239" y="1087279"/>
                  </a:lnTo>
                  <a:lnTo>
                    <a:pt x="1524000" y="1081088"/>
                  </a:lnTo>
                  <a:lnTo>
                    <a:pt x="1524000" y="1078706"/>
                  </a:lnTo>
                  <a:lnTo>
                    <a:pt x="1528762" y="1071563"/>
                  </a:lnTo>
                  <a:lnTo>
                    <a:pt x="1529715" y="1069181"/>
                  </a:lnTo>
                  <a:lnTo>
                    <a:pt x="1530668" y="1062514"/>
                  </a:lnTo>
                  <a:lnTo>
                    <a:pt x="1535430" y="1043464"/>
                  </a:lnTo>
                  <a:lnTo>
                    <a:pt x="1537811" y="1038225"/>
                  </a:lnTo>
                  <a:lnTo>
                    <a:pt x="1534001" y="1039178"/>
                  </a:lnTo>
                  <a:lnTo>
                    <a:pt x="1521619" y="1043940"/>
                  </a:lnTo>
                  <a:lnTo>
                    <a:pt x="1520666" y="1044893"/>
                  </a:lnTo>
                  <a:lnTo>
                    <a:pt x="1519714" y="1047750"/>
                  </a:lnTo>
                  <a:lnTo>
                    <a:pt x="1518285" y="1049179"/>
                  </a:lnTo>
                  <a:lnTo>
                    <a:pt x="1516380" y="1050131"/>
                  </a:lnTo>
                  <a:lnTo>
                    <a:pt x="1512094" y="1050608"/>
                  </a:lnTo>
                  <a:lnTo>
                    <a:pt x="1512094" y="1049179"/>
                  </a:lnTo>
                  <a:lnTo>
                    <a:pt x="1520190" y="1038701"/>
                  </a:lnTo>
                  <a:lnTo>
                    <a:pt x="1521619" y="1035844"/>
                  </a:lnTo>
                  <a:lnTo>
                    <a:pt x="1521619" y="1034415"/>
                  </a:lnTo>
                  <a:lnTo>
                    <a:pt x="1514951" y="1037749"/>
                  </a:lnTo>
                  <a:lnTo>
                    <a:pt x="1503045" y="1037273"/>
                  </a:lnTo>
                  <a:lnTo>
                    <a:pt x="1502093" y="1036796"/>
                  </a:lnTo>
                  <a:lnTo>
                    <a:pt x="1499711" y="1032986"/>
                  </a:lnTo>
                  <a:lnTo>
                    <a:pt x="1497330" y="1030129"/>
                  </a:lnTo>
                  <a:lnTo>
                    <a:pt x="1493044" y="1025843"/>
                  </a:lnTo>
                  <a:lnTo>
                    <a:pt x="1490663" y="1024414"/>
                  </a:lnTo>
                  <a:lnTo>
                    <a:pt x="1488281" y="1023461"/>
                  </a:lnTo>
                  <a:lnTo>
                    <a:pt x="1485900" y="1023461"/>
                  </a:lnTo>
                  <a:lnTo>
                    <a:pt x="1483519" y="1024414"/>
                  </a:lnTo>
                  <a:lnTo>
                    <a:pt x="1480185" y="1023938"/>
                  </a:lnTo>
                  <a:lnTo>
                    <a:pt x="1473518" y="1021080"/>
                  </a:lnTo>
                  <a:lnTo>
                    <a:pt x="1470184" y="1021556"/>
                  </a:lnTo>
                  <a:lnTo>
                    <a:pt x="1469708" y="1022509"/>
                  </a:lnTo>
                  <a:lnTo>
                    <a:pt x="1470660" y="1026319"/>
                  </a:lnTo>
                  <a:lnTo>
                    <a:pt x="1474470" y="1030129"/>
                  </a:lnTo>
                  <a:lnTo>
                    <a:pt x="1464469" y="1032510"/>
                  </a:lnTo>
                  <a:lnTo>
                    <a:pt x="1460183" y="1034415"/>
                  </a:lnTo>
                  <a:lnTo>
                    <a:pt x="1451610" y="1030605"/>
                  </a:lnTo>
                  <a:lnTo>
                    <a:pt x="1449705" y="1030605"/>
                  </a:lnTo>
                  <a:lnTo>
                    <a:pt x="1448276" y="1031558"/>
                  </a:lnTo>
                  <a:lnTo>
                    <a:pt x="1445419" y="1032034"/>
                  </a:lnTo>
                  <a:lnTo>
                    <a:pt x="1445895" y="1033939"/>
                  </a:lnTo>
                  <a:lnTo>
                    <a:pt x="1450658" y="1040130"/>
                  </a:lnTo>
                  <a:lnTo>
                    <a:pt x="1452086" y="1041559"/>
                  </a:lnTo>
                  <a:lnTo>
                    <a:pt x="1454468" y="1045369"/>
                  </a:lnTo>
                  <a:lnTo>
                    <a:pt x="1454468" y="1046321"/>
                  </a:lnTo>
                  <a:lnTo>
                    <a:pt x="1450658" y="1045369"/>
                  </a:lnTo>
                  <a:lnTo>
                    <a:pt x="1450658" y="1046321"/>
                  </a:lnTo>
                  <a:lnTo>
                    <a:pt x="1452563" y="1049179"/>
                  </a:lnTo>
                  <a:lnTo>
                    <a:pt x="1461135" y="1057275"/>
                  </a:lnTo>
                  <a:lnTo>
                    <a:pt x="1463993" y="1058228"/>
                  </a:lnTo>
                  <a:lnTo>
                    <a:pt x="1470660" y="1055370"/>
                  </a:lnTo>
                  <a:lnTo>
                    <a:pt x="1476375" y="1053941"/>
                  </a:lnTo>
                  <a:lnTo>
                    <a:pt x="1483043" y="1054894"/>
                  </a:lnTo>
                  <a:lnTo>
                    <a:pt x="1490186" y="1058228"/>
                  </a:lnTo>
                  <a:lnTo>
                    <a:pt x="1494473" y="1061085"/>
                  </a:lnTo>
                  <a:lnTo>
                    <a:pt x="1495901" y="1062990"/>
                  </a:lnTo>
                  <a:lnTo>
                    <a:pt x="1496377" y="1064419"/>
                  </a:lnTo>
                  <a:lnTo>
                    <a:pt x="1495901" y="1066800"/>
                  </a:lnTo>
                  <a:lnTo>
                    <a:pt x="1495901" y="1068229"/>
                  </a:lnTo>
                  <a:lnTo>
                    <a:pt x="1494473" y="1070134"/>
                  </a:lnTo>
                  <a:lnTo>
                    <a:pt x="1491615" y="1072039"/>
                  </a:lnTo>
                  <a:lnTo>
                    <a:pt x="1485424" y="1074896"/>
                  </a:lnTo>
                  <a:lnTo>
                    <a:pt x="1480185" y="1073944"/>
                  </a:lnTo>
                  <a:lnTo>
                    <a:pt x="1469231" y="1069181"/>
                  </a:lnTo>
                  <a:lnTo>
                    <a:pt x="1467802" y="1067753"/>
                  </a:lnTo>
                  <a:lnTo>
                    <a:pt x="1464945" y="1065848"/>
                  </a:lnTo>
                  <a:lnTo>
                    <a:pt x="1453039" y="1052989"/>
                  </a:lnTo>
                  <a:lnTo>
                    <a:pt x="1448752" y="1049655"/>
                  </a:lnTo>
                  <a:lnTo>
                    <a:pt x="1445419" y="1048226"/>
                  </a:lnTo>
                  <a:lnTo>
                    <a:pt x="1443514" y="1048703"/>
                  </a:lnTo>
                  <a:lnTo>
                    <a:pt x="1442561" y="1050131"/>
                  </a:lnTo>
                  <a:lnTo>
                    <a:pt x="1442561" y="1052513"/>
                  </a:lnTo>
                  <a:lnTo>
                    <a:pt x="1443038" y="1054418"/>
                  </a:lnTo>
                  <a:lnTo>
                    <a:pt x="1446371" y="1057751"/>
                  </a:lnTo>
                  <a:lnTo>
                    <a:pt x="1451134" y="1061085"/>
                  </a:lnTo>
                  <a:lnTo>
                    <a:pt x="1453039" y="1062990"/>
                  </a:lnTo>
                  <a:lnTo>
                    <a:pt x="1453039" y="1063943"/>
                  </a:lnTo>
                  <a:lnTo>
                    <a:pt x="1451610" y="1064419"/>
                  </a:lnTo>
                  <a:lnTo>
                    <a:pt x="1443514" y="1065371"/>
                  </a:lnTo>
                  <a:lnTo>
                    <a:pt x="1439704" y="1067276"/>
                  </a:lnTo>
                  <a:lnTo>
                    <a:pt x="1435894" y="1068229"/>
                  </a:lnTo>
                  <a:lnTo>
                    <a:pt x="1432084" y="1068705"/>
                  </a:lnTo>
                  <a:lnTo>
                    <a:pt x="1428274" y="1068229"/>
                  </a:lnTo>
                  <a:lnTo>
                    <a:pt x="1423511" y="1066800"/>
                  </a:lnTo>
                  <a:lnTo>
                    <a:pt x="1417320" y="1064419"/>
                  </a:lnTo>
                  <a:lnTo>
                    <a:pt x="1407319" y="1062514"/>
                  </a:lnTo>
                  <a:lnTo>
                    <a:pt x="1392555" y="1061085"/>
                  </a:lnTo>
                  <a:lnTo>
                    <a:pt x="1384459" y="1061085"/>
                  </a:lnTo>
                  <a:lnTo>
                    <a:pt x="1382077" y="1062514"/>
                  </a:lnTo>
                  <a:lnTo>
                    <a:pt x="1378744" y="1062990"/>
                  </a:lnTo>
                  <a:lnTo>
                    <a:pt x="1374458" y="1062990"/>
                  </a:lnTo>
                  <a:lnTo>
                    <a:pt x="1370648" y="1063466"/>
                  </a:lnTo>
                  <a:lnTo>
                    <a:pt x="1364933" y="1065371"/>
                  </a:lnTo>
                  <a:lnTo>
                    <a:pt x="1362551" y="1065371"/>
                  </a:lnTo>
                  <a:lnTo>
                    <a:pt x="1346835" y="1069181"/>
                  </a:lnTo>
                  <a:lnTo>
                    <a:pt x="1342073" y="1068229"/>
                  </a:lnTo>
                  <a:lnTo>
                    <a:pt x="1335405" y="1066324"/>
                  </a:lnTo>
                  <a:lnTo>
                    <a:pt x="1329690" y="1065848"/>
                  </a:lnTo>
                  <a:lnTo>
                    <a:pt x="1324451" y="1067276"/>
                  </a:lnTo>
                  <a:lnTo>
                    <a:pt x="1320641" y="1067276"/>
                  </a:lnTo>
                  <a:lnTo>
                    <a:pt x="1318260" y="1065848"/>
                  </a:lnTo>
                  <a:lnTo>
                    <a:pt x="1307783" y="1062990"/>
                  </a:lnTo>
                  <a:lnTo>
                    <a:pt x="1302544" y="1060609"/>
                  </a:lnTo>
                  <a:lnTo>
                    <a:pt x="1296352" y="1055370"/>
                  </a:lnTo>
                  <a:lnTo>
                    <a:pt x="1285875" y="1048226"/>
                  </a:lnTo>
                  <a:lnTo>
                    <a:pt x="1280636" y="1045369"/>
                  </a:lnTo>
                  <a:lnTo>
                    <a:pt x="1274445" y="1048226"/>
                  </a:lnTo>
                  <a:lnTo>
                    <a:pt x="1266349" y="1049655"/>
                  </a:lnTo>
                  <a:lnTo>
                    <a:pt x="1256348" y="1050131"/>
                  </a:lnTo>
                  <a:lnTo>
                    <a:pt x="1251109" y="1049655"/>
                  </a:lnTo>
                  <a:lnTo>
                    <a:pt x="1246346" y="1048226"/>
                  </a:lnTo>
                  <a:lnTo>
                    <a:pt x="1241584" y="1044893"/>
                  </a:lnTo>
                  <a:lnTo>
                    <a:pt x="1240631" y="1043464"/>
                  </a:lnTo>
                  <a:lnTo>
                    <a:pt x="1241584" y="1039654"/>
                  </a:lnTo>
                  <a:lnTo>
                    <a:pt x="1241108" y="1038701"/>
                  </a:lnTo>
                  <a:lnTo>
                    <a:pt x="1237298" y="1037273"/>
                  </a:lnTo>
                  <a:lnTo>
                    <a:pt x="1233488" y="1037749"/>
                  </a:lnTo>
                  <a:lnTo>
                    <a:pt x="1232535" y="1037273"/>
                  </a:lnTo>
                  <a:lnTo>
                    <a:pt x="1231583" y="1034415"/>
                  </a:lnTo>
                  <a:lnTo>
                    <a:pt x="1230630" y="1033939"/>
                  </a:lnTo>
                  <a:lnTo>
                    <a:pt x="1229677" y="1033939"/>
                  </a:lnTo>
                  <a:lnTo>
                    <a:pt x="1227773" y="1034891"/>
                  </a:lnTo>
                  <a:lnTo>
                    <a:pt x="1225868" y="1034415"/>
                  </a:lnTo>
                  <a:lnTo>
                    <a:pt x="1222534" y="1032510"/>
                  </a:lnTo>
                  <a:lnTo>
                    <a:pt x="1216343" y="1027748"/>
                  </a:lnTo>
                  <a:lnTo>
                    <a:pt x="1214438" y="1025366"/>
                  </a:lnTo>
                  <a:lnTo>
                    <a:pt x="1213485" y="1018223"/>
                  </a:lnTo>
                  <a:lnTo>
                    <a:pt x="1210627" y="1010126"/>
                  </a:lnTo>
                  <a:lnTo>
                    <a:pt x="1208246" y="1006316"/>
                  </a:lnTo>
                  <a:lnTo>
                    <a:pt x="1205389" y="1003459"/>
                  </a:lnTo>
                  <a:lnTo>
                    <a:pt x="1201579" y="1001078"/>
                  </a:lnTo>
                  <a:lnTo>
                    <a:pt x="1193959" y="998696"/>
                  </a:lnTo>
                  <a:lnTo>
                    <a:pt x="1188720" y="997744"/>
                  </a:lnTo>
                  <a:lnTo>
                    <a:pt x="1183481" y="999173"/>
                  </a:lnTo>
                  <a:lnTo>
                    <a:pt x="1170146" y="1003935"/>
                  </a:lnTo>
                  <a:lnTo>
                    <a:pt x="1166336" y="1004411"/>
                  </a:lnTo>
                  <a:lnTo>
                    <a:pt x="1145858" y="1011555"/>
                  </a:lnTo>
                  <a:lnTo>
                    <a:pt x="1134427" y="1013936"/>
                  </a:lnTo>
                  <a:lnTo>
                    <a:pt x="1115854" y="1016318"/>
                  </a:lnTo>
                  <a:lnTo>
                    <a:pt x="1114901" y="1017270"/>
                  </a:lnTo>
                  <a:lnTo>
                    <a:pt x="1104900" y="1030129"/>
                  </a:lnTo>
                  <a:lnTo>
                    <a:pt x="1102043" y="1034891"/>
                  </a:lnTo>
                  <a:lnTo>
                    <a:pt x="1102995" y="1035844"/>
                  </a:lnTo>
                  <a:lnTo>
                    <a:pt x="1113949" y="1041559"/>
                  </a:lnTo>
                  <a:lnTo>
                    <a:pt x="1115377" y="1042988"/>
                  </a:lnTo>
                  <a:lnTo>
                    <a:pt x="1117283" y="1043464"/>
                  </a:lnTo>
                  <a:lnTo>
                    <a:pt x="1122521" y="1042511"/>
                  </a:lnTo>
                  <a:lnTo>
                    <a:pt x="1125379" y="1042988"/>
                  </a:lnTo>
                  <a:lnTo>
                    <a:pt x="1135380" y="1042511"/>
                  </a:lnTo>
                  <a:lnTo>
                    <a:pt x="1137285" y="1040606"/>
                  </a:lnTo>
                  <a:lnTo>
                    <a:pt x="1135380" y="1037749"/>
                  </a:lnTo>
                  <a:lnTo>
                    <a:pt x="1134904" y="1035844"/>
                  </a:lnTo>
                  <a:lnTo>
                    <a:pt x="1139190" y="1032986"/>
                  </a:lnTo>
                  <a:lnTo>
                    <a:pt x="1143476" y="1033463"/>
                  </a:lnTo>
                  <a:lnTo>
                    <a:pt x="1150144" y="1034891"/>
                  </a:lnTo>
                  <a:lnTo>
                    <a:pt x="1155383" y="1034415"/>
                  </a:lnTo>
                  <a:lnTo>
                    <a:pt x="1158716" y="1032034"/>
                  </a:lnTo>
                  <a:lnTo>
                    <a:pt x="1162050" y="1030605"/>
                  </a:lnTo>
                  <a:lnTo>
                    <a:pt x="1165384" y="1029653"/>
                  </a:lnTo>
                  <a:lnTo>
                    <a:pt x="1167765" y="1029653"/>
                  </a:lnTo>
                  <a:lnTo>
                    <a:pt x="1173480" y="1031558"/>
                  </a:lnTo>
                  <a:lnTo>
                    <a:pt x="1174909" y="1029653"/>
                  </a:lnTo>
                  <a:lnTo>
                    <a:pt x="1175861" y="1025366"/>
                  </a:lnTo>
                  <a:lnTo>
                    <a:pt x="1178719" y="1022033"/>
                  </a:lnTo>
                  <a:lnTo>
                    <a:pt x="1186339" y="1018699"/>
                  </a:lnTo>
                  <a:lnTo>
                    <a:pt x="1193483" y="1015841"/>
                  </a:lnTo>
                  <a:lnTo>
                    <a:pt x="1196816" y="1014889"/>
                  </a:lnTo>
                  <a:lnTo>
                    <a:pt x="1202055" y="1016318"/>
                  </a:lnTo>
                  <a:lnTo>
                    <a:pt x="1203008" y="1017270"/>
                  </a:lnTo>
                  <a:lnTo>
                    <a:pt x="1202055" y="1021080"/>
                  </a:lnTo>
                  <a:lnTo>
                    <a:pt x="1199674" y="1023938"/>
                  </a:lnTo>
                  <a:lnTo>
                    <a:pt x="1197293" y="1025843"/>
                  </a:lnTo>
                  <a:lnTo>
                    <a:pt x="1193483" y="1027748"/>
                  </a:lnTo>
                  <a:lnTo>
                    <a:pt x="1190149" y="1028700"/>
                  </a:lnTo>
                  <a:lnTo>
                    <a:pt x="1185386" y="1029176"/>
                  </a:lnTo>
                  <a:lnTo>
                    <a:pt x="1180624" y="1032986"/>
                  </a:lnTo>
                  <a:lnTo>
                    <a:pt x="1179671" y="1034891"/>
                  </a:lnTo>
                  <a:lnTo>
                    <a:pt x="1179671" y="1040130"/>
                  </a:lnTo>
                  <a:lnTo>
                    <a:pt x="1178243" y="1040606"/>
                  </a:lnTo>
                  <a:lnTo>
                    <a:pt x="1175861" y="1039654"/>
                  </a:lnTo>
                  <a:lnTo>
                    <a:pt x="1171099" y="1039178"/>
                  </a:lnTo>
                  <a:lnTo>
                    <a:pt x="1169670" y="1039654"/>
                  </a:lnTo>
                  <a:lnTo>
                    <a:pt x="1166813" y="1043464"/>
                  </a:lnTo>
                  <a:lnTo>
                    <a:pt x="1165384" y="1044416"/>
                  </a:lnTo>
                  <a:lnTo>
                    <a:pt x="1162526" y="1045369"/>
                  </a:lnTo>
                  <a:lnTo>
                    <a:pt x="1160145" y="1045845"/>
                  </a:lnTo>
                  <a:lnTo>
                    <a:pt x="1155859" y="1045845"/>
                  </a:lnTo>
                  <a:lnTo>
                    <a:pt x="1152525" y="1046798"/>
                  </a:lnTo>
                  <a:lnTo>
                    <a:pt x="1148239" y="1048703"/>
                  </a:lnTo>
                  <a:lnTo>
                    <a:pt x="1144905" y="1049179"/>
                  </a:lnTo>
                  <a:lnTo>
                    <a:pt x="1142524" y="1048703"/>
                  </a:lnTo>
                  <a:lnTo>
                    <a:pt x="1133951" y="1050131"/>
                  </a:lnTo>
                  <a:lnTo>
                    <a:pt x="1132523" y="1049655"/>
                  </a:lnTo>
                  <a:lnTo>
                    <a:pt x="1132999" y="1051084"/>
                  </a:lnTo>
                  <a:lnTo>
                    <a:pt x="1134904" y="1054418"/>
                  </a:lnTo>
                  <a:lnTo>
                    <a:pt x="1133951" y="1057275"/>
                  </a:lnTo>
                  <a:lnTo>
                    <a:pt x="1129665" y="1060133"/>
                  </a:lnTo>
                  <a:lnTo>
                    <a:pt x="1127284" y="1062514"/>
                  </a:lnTo>
                  <a:lnTo>
                    <a:pt x="1126808" y="1067753"/>
                  </a:lnTo>
                  <a:lnTo>
                    <a:pt x="1127284" y="1069658"/>
                  </a:lnTo>
                  <a:lnTo>
                    <a:pt x="1130141" y="1072991"/>
                  </a:lnTo>
                  <a:lnTo>
                    <a:pt x="1133951" y="1075849"/>
                  </a:lnTo>
                  <a:lnTo>
                    <a:pt x="1137285" y="1080135"/>
                  </a:lnTo>
                  <a:lnTo>
                    <a:pt x="1137761" y="1082040"/>
                  </a:lnTo>
                  <a:lnTo>
                    <a:pt x="1137285" y="1084898"/>
                  </a:lnTo>
                  <a:lnTo>
                    <a:pt x="1137285" y="1087279"/>
                  </a:lnTo>
                  <a:lnTo>
                    <a:pt x="1139666" y="1093470"/>
                  </a:lnTo>
                  <a:lnTo>
                    <a:pt x="1142524" y="1097756"/>
                  </a:lnTo>
                  <a:lnTo>
                    <a:pt x="1148239" y="1102043"/>
                  </a:lnTo>
                  <a:lnTo>
                    <a:pt x="1149668" y="1103471"/>
                  </a:lnTo>
                  <a:lnTo>
                    <a:pt x="1147286" y="1106329"/>
                  </a:lnTo>
                  <a:lnTo>
                    <a:pt x="1148239" y="1108234"/>
                  </a:lnTo>
                  <a:lnTo>
                    <a:pt x="1150620" y="1111091"/>
                  </a:lnTo>
                  <a:lnTo>
                    <a:pt x="1153954" y="1116330"/>
                  </a:lnTo>
                  <a:lnTo>
                    <a:pt x="1152525" y="1116330"/>
                  </a:lnTo>
                  <a:lnTo>
                    <a:pt x="1148239" y="1113473"/>
                  </a:lnTo>
                  <a:lnTo>
                    <a:pt x="1145858" y="1112520"/>
                  </a:lnTo>
                  <a:lnTo>
                    <a:pt x="1145381" y="1113473"/>
                  </a:lnTo>
                  <a:lnTo>
                    <a:pt x="1144429" y="1113473"/>
                  </a:lnTo>
                  <a:lnTo>
                    <a:pt x="1143000" y="1112996"/>
                  </a:lnTo>
                  <a:lnTo>
                    <a:pt x="1138714" y="1109186"/>
                  </a:lnTo>
                  <a:lnTo>
                    <a:pt x="1135380" y="1110139"/>
                  </a:lnTo>
                  <a:lnTo>
                    <a:pt x="1134904" y="1111568"/>
                  </a:lnTo>
                  <a:lnTo>
                    <a:pt x="1134904" y="1120140"/>
                  </a:lnTo>
                  <a:lnTo>
                    <a:pt x="1135380" y="1122521"/>
                  </a:lnTo>
                  <a:lnTo>
                    <a:pt x="1135856" y="1123950"/>
                  </a:lnTo>
                  <a:lnTo>
                    <a:pt x="1140619" y="1130618"/>
                  </a:lnTo>
                  <a:lnTo>
                    <a:pt x="1150144" y="1141571"/>
                  </a:lnTo>
                  <a:lnTo>
                    <a:pt x="1150620" y="1143000"/>
                  </a:lnTo>
                  <a:lnTo>
                    <a:pt x="1149668" y="1143000"/>
                  </a:lnTo>
                  <a:lnTo>
                    <a:pt x="1146810" y="1141095"/>
                  </a:lnTo>
                  <a:lnTo>
                    <a:pt x="1143000" y="1137761"/>
                  </a:lnTo>
                  <a:lnTo>
                    <a:pt x="1135380" y="1129665"/>
                  </a:lnTo>
                  <a:lnTo>
                    <a:pt x="1133475" y="1126808"/>
                  </a:lnTo>
                  <a:lnTo>
                    <a:pt x="1126808" y="1121093"/>
                  </a:lnTo>
                  <a:lnTo>
                    <a:pt x="1125379" y="1119188"/>
                  </a:lnTo>
                  <a:lnTo>
                    <a:pt x="1123950" y="1117759"/>
                  </a:lnTo>
                  <a:lnTo>
                    <a:pt x="1122045" y="1116806"/>
                  </a:lnTo>
                  <a:lnTo>
                    <a:pt x="1120140" y="1114901"/>
                  </a:lnTo>
                  <a:lnTo>
                    <a:pt x="1118235" y="1112044"/>
                  </a:lnTo>
                  <a:lnTo>
                    <a:pt x="1110139" y="1104900"/>
                  </a:lnTo>
                  <a:lnTo>
                    <a:pt x="1108710" y="1102995"/>
                  </a:lnTo>
                  <a:lnTo>
                    <a:pt x="1110139" y="1102995"/>
                  </a:lnTo>
                  <a:lnTo>
                    <a:pt x="1113949" y="1104900"/>
                  </a:lnTo>
                  <a:lnTo>
                    <a:pt x="1118235" y="1105376"/>
                  </a:lnTo>
                  <a:lnTo>
                    <a:pt x="1122521" y="1104424"/>
                  </a:lnTo>
                  <a:lnTo>
                    <a:pt x="1125855" y="1102995"/>
                  </a:lnTo>
                  <a:lnTo>
                    <a:pt x="1127760" y="1101090"/>
                  </a:lnTo>
                  <a:lnTo>
                    <a:pt x="1128236" y="1099185"/>
                  </a:lnTo>
                  <a:lnTo>
                    <a:pt x="1127284" y="1096804"/>
                  </a:lnTo>
                  <a:lnTo>
                    <a:pt x="1125379" y="1093946"/>
                  </a:lnTo>
                  <a:lnTo>
                    <a:pt x="1112996" y="1085374"/>
                  </a:lnTo>
                  <a:lnTo>
                    <a:pt x="1108234" y="1080611"/>
                  </a:lnTo>
                  <a:lnTo>
                    <a:pt x="1104900" y="1074420"/>
                  </a:lnTo>
                  <a:lnTo>
                    <a:pt x="1104424" y="1073944"/>
                  </a:lnTo>
                  <a:lnTo>
                    <a:pt x="1102043" y="1073468"/>
                  </a:lnTo>
                  <a:lnTo>
                    <a:pt x="1101090" y="1074896"/>
                  </a:lnTo>
                  <a:lnTo>
                    <a:pt x="1097756" y="1083469"/>
                  </a:lnTo>
                  <a:lnTo>
                    <a:pt x="1096327" y="1084421"/>
                  </a:lnTo>
                  <a:lnTo>
                    <a:pt x="1094899" y="1083469"/>
                  </a:lnTo>
                  <a:lnTo>
                    <a:pt x="1092994" y="1080135"/>
                  </a:lnTo>
                  <a:lnTo>
                    <a:pt x="1092518" y="1077754"/>
                  </a:lnTo>
                  <a:lnTo>
                    <a:pt x="1091565" y="1071563"/>
                  </a:lnTo>
                  <a:lnTo>
                    <a:pt x="1090136" y="1068229"/>
                  </a:lnTo>
                  <a:lnTo>
                    <a:pt x="1088708" y="1067276"/>
                  </a:lnTo>
                  <a:lnTo>
                    <a:pt x="1083945" y="1066324"/>
                  </a:lnTo>
                  <a:lnTo>
                    <a:pt x="1070134" y="1066324"/>
                  </a:lnTo>
                  <a:lnTo>
                    <a:pt x="1068229" y="1065371"/>
                  </a:lnTo>
                  <a:lnTo>
                    <a:pt x="1065848" y="1061561"/>
                  </a:lnTo>
                  <a:lnTo>
                    <a:pt x="1063466" y="1058704"/>
                  </a:lnTo>
                  <a:lnTo>
                    <a:pt x="1061085" y="1058228"/>
                  </a:lnTo>
                  <a:lnTo>
                    <a:pt x="1060133" y="1057275"/>
                  </a:lnTo>
                  <a:lnTo>
                    <a:pt x="1056323" y="1052036"/>
                  </a:lnTo>
                  <a:lnTo>
                    <a:pt x="1055370" y="1051084"/>
                  </a:lnTo>
                  <a:lnTo>
                    <a:pt x="1054418" y="1051084"/>
                  </a:lnTo>
                  <a:lnTo>
                    <a:pt x="1050608" y="1053465"/>
                  </a:lnTo>
                  <a:lnTo>
                    <a:pt x="1045369" y="1053465"/>
                  </a:lnTo>
                  <a:lnTo>
                    <a:pt x="1030605" y="1060609"/>
                  </a:lnTo>
                  <a:lnTo>
                    <a:pt x="1024414" y="1062990"/>
                  </a:lnTo>
                  <a:lnTo>
                    <a:pt x="1021080" y="1062990"/>
                  </a:lnTo>
                  <a:lnTo>
                    <a:pt x="1018699" y="1062514"/>
                  </a:lnTo>
                  <a:lnTo>
                    <a:pt x="1017270" y="1061085"/>
                  </a:lnTo>
                  <a:lnTo>
                    <a:pt x="1013936" y="1061561"/>
                  </a:lnTo>
                  <a:lnTo>
                    <a:pt x="1008697" y="1063943"/>
                  </a:lnTo>
                  <a:lnTo>
                    <a:pt x="1004411" y="1064895"/>
                  </a:lnTo>
                  <a:lnTo>
                    <a:pt x="999649" y="1064895"/>
                  </a:lnTo>
                  <a:lnTo>
                    <a:pt x="986314" y="1066324"/>
                  </a:lnTo>
                  <a:lnTo>
                    <a:pt x="981551" y="1066324"/>
                  </a:lnTo>
                  <a:lnTo>
                    <a:pt x="978694" y="1066800"/>
                  </a:lnTo>
                  <a:lnTo>
                    <a:pt x="974408" y="1068705"/>
                  </a:lnTo>
                  <a:lnTo>
                    <a:pt x="972026" y="1068705"/>
                  </a:lnTo>
                  <a:lnTo>
                    <a:pt x="959168" y="1068705"/>
                  </a:lnTo>
                  <a:lnTo>
                    <a:pt x="952500" y="1068229"/>
                  </a:lnTo>
                  <a:lnTo>
                    <a:pt x="947738" y="1067276"/>
                  </a:lnTo>
                  <a:lnTo>
                    <a:pt x="932021" y="1067276"/>
                  </a:lnTo>
                  <a:lnTo>
                    <a:pt x="924877" y="1066800"/>
                  </a:lnTo>
                  <a:lnTo>
                    <a:pt x="919639" y="1065848"/>
                  </a:lnTo>
                  <a:lnTo>
                    <a:pt x="915352" y="1065371"/>
                  </a:lnTo>
                  <a:lnTo>
                    <a:pt x="912019" y="1065371"/>
                  </a:lnTo>
                  <a:lnTo>
                    <a:pt x="906304" y="1064419"/>
                  </a:lnTo>
                  <a:lnTo>
                    <a:pt x="898208" y="1062038"/>
                  </a:lnTo>
                  <a:lnTo>
                    <a:pt x="891540" y="1061085"/>
                  </a:lnTo>
                  <a:lnTo>
                    <a:pt x="886301" y="1061561"/>
                  </a:lnTo>
                  <a:lnTo>
                    <a:pt x="882015" y="1060609"/>
                  </a:lnTo>
                  <a:lnTo>
                    <a:pt x="876776" y="1057751"/>
                  </a:lnTo>
                  <a:lnTo>
                    <a:pt x="872014" y="1055846"/>
                  </a:lnTo>
                  <a:lnTo>
                    <a:pt x="872490" y="1054418"/>
                  </a:lnTo>
                  <a:lnTo>
                    <a:pt x="880110" y="1050131"/>
                  </a:lnTo>
                  <a:lnTo>
                    <a:pt x="881063" y="1049179"/>
                  </a:lnTo>
                  <a:lnTo>
                    <a:pt x="880586" y="1045369"/>
                  </a:lnTo>
                  <a:lnTo>
                    <a:pt x="881063" y="1044416"/>
                  </a:lnTo>
                  <a:lnTo>
                    <a:pt x="882491" y="1042988"/>
                  </a:lnTo>
                  <a:lnTo>
                    <a:pt x="892016" y="1039178"/>
                  </a:lnTo>
                  <a:lnTo>
                    <a:pt x="894874" y="1034891"/>
                  </a:lnTo>
                  <a:lnTo>
                    <a:pt x="911543" y="1036320"/>
                  </a:lnTo>
                  <a:lnTo>
                    <a:pt x="917734" y="1035368"/>
                  </a:lnTo>
                  <a:lnTo>
                    <a:pt x="919163" y="1034415"/>
                  </a:lnTo>
                  <a:lnTo>
                    <a:pt x="920115" y="1032986"/>
                  </a:lnTo>
                  <a:lnTo>
                    <a:pt x="922020" y="1027748"/>
                  </a:lnTo>
                  <a:lnTo>
                    <a:pt x="921068" y="1026795"/>
                  </a:lnTo>
                  <a:lnTo>
                    <a:pt x="919163" y="1026795"/>
                  </a:lnTo>
                  <a:lnTo>
                    <a:pt x="917734" y="1025366"/>
                  </a:lnTo>
                  <a:lnTo>
                    <a:pt x="917258" y="1022985"/>
                  </a:lnTo>
                  <a:lnTo>
                    <a:pt x="913447" y="1018699"/>
                  </a:lnTo>
                  <a:lnTo>
                    <a:pt x="906780" y="1012508"/>
                  </a:lnTo>
                  <a:lnTo>
                    <a:pt x="899636" y="1007269"/>
                  </a:lnTo>
                  <a:lnTo>
                    <a:pt x="886777" y="1001078"/>
                  </a:lnTo>
                  <a:lnTo>
                    <a:pt x="878205" y="998696"/>
                  </a:lnTo>
                  <a:lnTo>
                    <a:pt x="871538" y="995839"/>
                  </a:lnTo>
                  <a:lnTo>
                    <a:pt x="865346" y="993934"/>
                  </a:lnTo>
                  <a:lnTo>
                    <a:pt x="859155" y="992981"/>
                  </a:lnTo>
                  <a:lnTo>
                    <a:pt x="856774" y="992981"/>
                  </a:lnTo>
                  <a:lnTo>
                    <a:pt x="854869" y="994886"/>
                  </a:lnTo>
                  <a:lnTo>
                    <a:pt x="847249" y="993934"/>
                  </a:lnTo>
                  <a:lnTo>
                    <a:pt x="844868" y="993934"/>
                  </a:lnTo>
                  <a:lnTo>
                    <a:pt x="844391" y="994886"/>
                  </a:lnTo>
                  <a:lnTo>
                    <a:pt x="850583" y="1001078"/>
                  </a:lnTo>
                  <a:lnTo>
                    <a:pt x="850583" y="1002030"/>
                  </a:lnTo>
                  <a:lnTo>
                    <a:pt x="844868" y="1001554"/>
                  </a:lnTo>
                  <a:lnTo>
                    <a:pt x="841058" y="1000125"/>
                  </a:lnTo>
                  <a:lnTo>
                    <a:pt x="838200" y="999649"/>
                  </a:lnTo>
                  <a:lnTo>
                    <a:pt x="833914" y="999649"/>
                  </a:lnTo>
                  <a:lnTo>
                    <a:pt x="817721" y="997268"/>
                  </a:lnTo>
                  <a:lnTo>
                    <a:pt x="813911" y="997744"/>
                  </a:lnTo>
                  <a:lnTo>
                    <a:pt x="810577" y="997268"/>
                  </a:lnTo>
                  <a:lnTo>
                    <a:pt x="807720" y="995839"/>
                  </a:lnTo>
                  <a:lnTo>
                    <a:pt x="790099" y="992029"/>
                  </a:lnTo>
                  <a:lnTo>
                    <a:pt x="781050" y="989648"/>
                  </a:lnTo>
                  <a:lnTo>
                    <a:pt x="773906" y="986790"/>
                  </a:lnTo>
                  <a:lnTo>
                    <a:pt x="767715" y="983456"/>
                  </a:lnTo>
                  <a:lnTo>
                    <a:pt x="758666" y="978218"/>
                  </a:lnTo>
                  <a:lnTo>
                    <a:pt x="754380" y="976789"/>
                  </a:lnTo>
                  <a:lnTo>
                    <a:pt x="721043" y="971550"/>
                  </a:lnTo>
                  <a:lnTo>
                    <a:pt x="711041" y="969169"/>
                  </a:lnTo>
                  <a:lnTo>
                    <a:pt x="705802" y="966788"/>
                  </a:lnTo>
                  <a:lnTo>
                    <a:pt x="688181" y="954881"/>
                  </a:lnTo>
                  <a:lnTo>
                    <a:pt x="682943" y="952500"/>
                  </a:lnTo>
                  <a:lnTo>
                    <a:pt x="670084" y="947738"/>
                  </a:lnTo>
                  <a:lnTo>
                    <a:pt x="663416" y="945833"/>
                  </a:lnTo>
                  <a:lnTo>
                    <a:pt x="656272" y="944404"/>
                  </a:lnTo>
                  <a:lnTo>
                    <a:pt x="645319" y="943451"/>
                  </a:lnTo>
                  <a:lnTo>
                    <a:pt x="634365" y="943928"/>
                  </a:lnTo>
                  <a:lnTo>
                    <a:pt x="623411" y="943451"/>
                  </a:lnTo>
                  <a:lnTo>
                    <a:pt x="620554" y="943928"/>
                  </a:lnTo>
                  <a:lnTo>
                    <a:pt x="614839" y="943451"/>
                  </a:lnTo>
                  <a:lnTo>
                    <a:pt x="612458" y="943928"/>
                  </a:lnTo>
                  <a:lnTo>
                    <a:pt x="610552" y="945356"/>
                  </a:lnTo>
                  <a:lnTo>
                    <a:pt x="609600" y="948214"/>
                  </a:lnTo>
                  <a:lnTo>
                    <a:pt x="608647" y="954405"/>
                  </a:lnTo>
                  <a:lnTo>
                    <a:pt x="606266" y="959644"/>
                  </a:lnTo>
                  <a:lnTo>
                    <a:pt x="604838" y="961073"/>
                  </a:lnTo>
                  <a:lnTo>
                    <a:pt x="601027" y="962501"/>
                  </a:lnTo>
                  <a:lnTo>
                    <a:pt x="597694" y="967264"/>
                  </a:lnTo>
                  <a:lnTo>
                    <a:pt x="595313" y="969169"/>
                  </a:lnTo>
                  <a:lnTo>
                    <a:pt x="592455" y="969645"/>
                  </a:lnTo>
                  <a:lnTo>
                    <a:pt x="577691" y="970121"/>
                  </a:lnTo>
                  <a:lnTo>
                    <a:pt x="575786" y="971074"/>
                  </a:lnTo>
                  <a:lnTo>
                    <a:pt x="568166" y="970598"/>
                  </a:lnTo>
                  <a:lnTo>
                    <a:pt x="565309" y="969645"/>
                  </a:lnTo>
                  <a:lnTo>
                    <a:pt x="563880" y="968216"/>
                  </a:lnTo>
                  <a:lnTo>
                    <a:pt x="563404" y="966788"/>
                  </a:lnTo>
                  <a:lnTo>
                    <a:pt x="564356" y="964883"/>
                  </a:lnTo>
                  <a:lnTo>
                    <a:pt x="566261" y="962501"/>
                  </a:lnTo>
                  <a:lnTo>
                    <a:pt x="575310" y="952976"/>
                  </a:lnTo>
                  <a:lnTo>
                    <a:pt x="575786" y="950595"/>
                  </a:lnTo>
                  <a:lnTo>
                    <a:pt x="568166" y="947738"/>
                  </a:lnTo>
                  <a:lnTo>
                    <a:pt x="566261" y="945833"/>
                  </a:lnTo>
                  <a:lnTo>
                    <a:pt x="563880" y="936784"/>
                  </a:lnTo>
                  <a:lnTo>
                    <a:pt x="563880" y="932974"/>
                  </a:lnTo>
                  <a:lnTo>
                    <a:pt x="564833" y="928211"/>
                  </a:lnTo>
                  <a:lnTo>
                    <a:pt x="564833" y="925354"/>
                  </a:lnTo>
                  <a:lnTo>
                    <a:pt x="562927" y="923449"/>
                  </a:lnTo>
                  <a:lnTo>
                    <a:pt x="561022" y="922973"/>
                  </a:lnTo>
                  <a:lnTo>
                    <a:pt x="558165" y="923449"/>
                  </a:lnTo>
                  <a:lnTo>
                    <a:pt x="555784" y="924878"/>
                  </a:lnTo>
                  <a:lnTo>
                    <a:pt x="554355" y="927259"/>
                  </a:lnTo>
                  <a:lnTo>
                    <a:pt x="547211" y="929640"/>
                  </a:lnTo>
                  <a:lnTo>
                    <a:pt x="545783" y="930593"/>
                  </a:lnTo>
                  <a:lnTo>
                    <a:pt x="546735" y="931545"/>
                  </a:lnTo>
                  <a:lnTo>
                    <a:pt x="548164" y="932021"/>
                  </a:lnTo>
                  <a:lnTo>
                    <a:pt x="550069" y="932021"/>
                  </a:lnTo>
                  <a:lnTo>
                    <a:pt x="553402" y="932974"/>
                  </a:lnTo>
                  <a:lnTo>
                    <a:pt x="552450" y="934403"/>
                  </a:lnTo>
                  <a:lnTo>
                    <a:pt x="549116" y="936308"/>
                  </a:lnTo>
                  <a:lnTo>
                    <a:pt x="546259" y="938689"/>
                  </a:lnTo>
                  <a:lnTo>
                    <a:pt x="544354" y="941546"/>
                  </a:lnTo>
                  <a:lnTo>
                    <a:pt x="542925" y="942975"/>
                  </a:lnTo>
                  <a:lnTo>
                    <a:pt x="541972" y="942975"/>
                  </a:lnTo>
                  <a:lnTo>
                    <a:pt x="539115" y="942023"/>
                  </a:lnTo>
                  <a:lnTo>
                    <a:pt x="538163" y="946309"/>
                  </a:lnTo>
                  <a:lnTo>
                    <a:pt x="538639" y="947738"/>
                  </a:lnTo>
                  <a:lnTo>
                    <a:pt x="534352" y="952024"/>
                  </a:lnTo>
                  <a:lnTo>
                    <a:pt x="533876" y="954405"/>
                  </a:lnTo>
                  <a:lnTo>
                    <a:pt x="537210" y="958215"/>
                  </a:lnTo>
                  <a:lnTo>
                    <a:pt x="540544" y="963454"/>
                  </a:lnTo>
                  <a:lnTo>
                    <a:pt x="540544" y="966788"/>
                  </a:lnTo>
                  <a:lnTo>
                    <a:pt x="533400" y="971550"/>
                  </a:lnTo>
                  <a:lnTo>
                    <a:pt x="528638" y="971550"/>
                  </a:lnTo>
                  <a:lnTo>
                    <a:pt x="521970" y="969645"/>
                  </a:lnTo>
                  <a:lnTo>
                    <a:pt x="515779" y="967264"/>
                  </a:lnTo>
                  <a:lnTo>
                    <a:pt x="510540" y="964406"/>
                  </a:lnTo>
                  <a:lnTo>
                    <a:pt x="504349" y="959644"/>
                  </a:lnTo>
                  <a:lnTo>
                    <a:pt x="491966" y="948690"/>
                  </a:lnTo>
                  <a:lnTo>
                    <a:pt x="487680" y="948214"/>
                  </a:lnTo>
                  <a:lnTo>
                    <a:pt x="485299" y="943451"/>
                  </a:lnTo>
                  <a:lnTo>
                    <a:pt x="482917" y="937260"/>
                  </a:lnTo>
                  <a:lnTo>
                    <a:pt x="479584" y="931069"/>
                  </a:lnTo>
                  <a:lnTo>
                    <a:pt x="472440" y="920115"/>
                  </a:lnTo>
                  <a:lnTo>
                    <a:pt x="469583" y="916781"/>
                  </a:lnTo>
                  <a:lnTo>
                    <a:pt x="464344" y="912495"/>
                  </a:lnTo>
                  <a:lnTo>
                    <a:pt x="451485" y="903446"/>
                  </a:lnTo>
                  <a:lnTo>
                    <a:pt x="447675" y="901541"/>
                  </a:lnTo>
                  <a:lnTo>
                    <a:pt x="443389" y="900113"/>
                  </a:lnTo>
                  <a:lnTo>
                    <a:pt x="441484" y="900589"/>
                  </a:lnTo>
                  <a:lnTo>
                    <a:pt x="438626" y="902970"/>
                  </a:lnTo>
                  <a:lnTo>
                    <a:pt x="437197" y="905828"/>
                  </a:lnTo>
                  <a:lnTo>
                    <a:pt x="437197" y="909638"/>
                  </a:lnTo>
                  <a:lnTo>
                    <a:pt x="438626" y="911066"/>
                  </a:lnTo>
                  <a:lnTo>
                    <a:pt x="442913" y="912971"/>
                  </a:lnTo>
                  <a:lnTo>
                    <a:pt x="441008" y="914876"/>
                  </a:lnTo>
                  <a:lnTo>
                    <a:pt x="441484" y="915829"/>
                  </a:lnTo>
                  <a:lnTo>
                    <a:pt x="443389" y="917258"/>
                  </a:lnTo>
                  <a:lnTo>
                    <a:pt x="453390" y="919163"/>
                  </a:lnTo>
                  <a:lnTo>
                    <a:pt x="450533" y="921544"/>
                  </a:lnTo>
                  <a:lnTo>
                    <a:pt x="439102" y="925354"/>
                  </a:lnTo>
                  <a:lnTo>
                    <a:pt x="432911" y="928688"/>
                  </a:lnTo>
                  <a:lnTo>
                    <a:pt x="430054" y="935831"/>
                  </a:lnTo>
                  <a:lnTo>
                    <a:pt x="429101" y="937260"/>
                  </a:lnTo>
                  <a:lnTo>
                    <a:pt x="418147" y="946309"/>
                  </a:lnTo>
                  <a:lnTo>
                    <a:pt x="412909" y="949643"/>
                  </a:lnTo>
                  <a:lnTo>
                    <a:pt x="409099" y="952024"/>
                  </a:lnTo>
                  <a:lnTo>
                    <a:pt x="406241" y="952500"/>
                  </a:lnTo>
                  <a:lnTo>
                    <a:pt x="404813" y="951548"/>
                  </a:lnTo>
                  <a:lnTo>
                    <a:pt x="403860" y="949643"/>
                  </a:lnTo>
                  <a:lnTo>
                    <a:pt x="402908" y="946785"/>
                  </a:lnTo>
                  <a:lnTo>
                    <a:pt x="403384" y="944880"/>
                  </a:lnTo>
                  <a:lnTo>
                    <a:pt x="410051" y="942499"/>
                  </a:lnTo>
                  <a:lnTo>
                    <a:pt x="411004" y="941070"/>
                  </a:lnTo>
                  <a:lnTo>
                    <a:pt x="411956" y="936784"/>
                  </a:lnTo>
                  <a:lnTo>
                    <a:pt x="411480" y="936784"/>
                  </a:lnTo>
                  <a:lnTo>
                    <a:pt x="408622" y="938689"/>
                  </a:lnTo>
                  <a:lnTo>
                    <a:pt x="407194" y="940594"/>
                  </a:lnTo>
                  <a:lnTo>
                    <a:pt x="404813" y="942023"/>
                  </a:lnTo>
                  <a:lnTo>
                    <a:pt x="399574" y="943451"/>
                  </a:lnTo>
                  <a:lnTo>
                    <a:pt x="389096" y="945356"/>
                  </a:lnTo>
                  <a:lnTo>
                    <a:pt x="370522" y="951548"/>
                  </a:lnTo>
                  <a:lnTo>
                    <a:pt x="362426" y="955358"/>
                  </a:lnTo>
                  <a:lnTo>
                    <a:pt x="356711" y="960596"/>
                  </a:lnTo>
                  <a:lnTo>
                    <a:pt x="351949" y="965835"/>
                  </a:lnTo>
                  <a:lnTo>
                    <a:pt x="344805" y="975360"/>
                  </a:lnTo>
                  <a:lnTo>
                    <a:pt x="343376" y="977265"/>
                  </a:lnTo>
                  <a:lnTo>
                    <a:pt x="341471" y="981551"/>
                  </a:lnTo>
                  <a:lnTo>
                    <a:pt x="340995" y="978694"/>
                  </a:lnTo>
                  <a:lnTo>
                    <a:pt x="340995" y="972026"/>
                  </a:lnTo>
                  <a:lnTo>
                    <a:pt x="340042" y="968216"/>
                  </a:lnTo>
                  <a:lnTo>
                    <a:pt x="338138" y="966788"/>
                  </a:lnTo>
                  <a:lnTo>
                    <a:pt x="336233" y="966311"/>
                  </a:lnTo>
                  <a:lnTo>
                    <a:pt x="335280" y="967264"/>
                  </a:lnTo>
                  <a:lnTo>
                    <a:pt x="333851" y="968693"/>
                  </a:lnTo>
                  <a:lnTo>
                    <a:pt x="330994" y="972979"/>
                  </a:lnTo>
                  <a:lnTo>
                    <a:pt x="330041" y="972979"/>
                  </a:lnTo>
                  <a:lnTo>
                    <a:pt x="330994" y="969645"/>
                  </a:lnTo>
                  <a:lnTo>
                    <a:pt x="329565" y="968216"/>
                  </a:lnTo>
                  <a:lnTo>
                    <a:pt x="321945" y="966788"/>
                  </a:lnTo>
                  <a:lnTo>
                    <a:pt x="319564" y="966788"/>
                  </a:lnTo>
                  <a:lnTo>
                    <a:pt x="314325" y="968216"/>
                  </a:lnTo>
                  <a:lnTo>
                    <a:pt x="313372" y="970121"/>
                  </a:lnTo>
                  <a:lnTo>
                    <a:pt x="314801" y="971074"/>
                  </a:lnTo>
                  <a:lnTo>
                    <a:pt x="314801" y="972026"/>
                  </a:lnTo>
                  <a:lnTo>
                    <a:pt x="313372" y="973931"/>
                  </a:lnTo>
                  <a:lnTo>
                    <a:pt x="310515" y="976789"/>
                  </a:lnTo>
                  <a:lnTo>
                    <a:pt x="303371" y="980123"/>
                  </a:lnTo>
                  <a:lnTo>
                    <a:pt x="300514" y="982028"/>
                  </a:lnTo>
                  <a:lnTo>
                    <a:pt x="295751" y="983933"/>
                  </a:lnTo>
                  <a:lnTo>
                    <a:pt x="289560" y="985361"/>
                  </a:lnTo>
                  <a:lnTo>
                    <a:pt x="283845" y="989171"/>
                  </a:lnTo>
                  <a:lnTo>
                    <a:pt x="282416" y="991553"/>
                  </a:lnTo>
                  <a:lnTo>
                    <a:pt x="281940" y="993458"/>
                  </a:lnTo>
                  <a:lnTo>
                    <a:pt x="281940" y="995839"/>
                  </a:lnTo>
                  <a:lnTo>
                    <a:pt x="282892" y="998696"/>
                  </a:lnTo>
                  <a:lnTo>
                    <a:pt x="283845" y="1000125"/>
                  </a:lnTo>
                  <a:lnTo>
                    <a:pt x="289560" y="1000601"/>
                  </a:lnTo>
                  <a:lnTo>
                    <a:pt x="290036" y="1001554"/>
                  </a:lnTo>
                  <a:lnTo>
                    <a:pt x="288607" y="1002983"/>
                  </a:lnTo>
                  <a:lnTo>
                    <a:pt x="282892" y="1005364"/>
                  </a:lnTo>
                  <a:lnTo>
                    <a:pt x="262414" y="1003459"/>
                  </a:lnTo>
                  <a:lnTo>
                    <a:pt x="261461" y="1004411"/>
                  </a:lnTo>
                  <a:lnTo>
                    <a:pt x="261938" y="1005364"/>
                  </a:lnTo>
                  <a:lnTo>
                    <a:pt x="266224" y="1007745"/>
                  </a:lnTo>
                  <a:lnTo>
                    <a:pt x="268129" y="1009650"/>
                  </a:lnTo>
                  <a:lnTo>
                    <a:pt x="266224" y="1010126"/>
                  </a:lnTo>
                  <a:lnTo>
                    <a:pt x="260985" y="1008221"/>
                  </a:lnTo>
                  <a:lnTo>
                    <a:pt x="260032" y="1007269"/>
                  </a:lnTo>
                  <a:lnTo>
                    <a:pt x="258604" y="1003935"/>
                  </a:lnTo>
                  <a:lnTo>
                    <a:pt x="260032" y="1001554"/>
                  </a:lnTo>
                  <a:lnTo>
                    <a:pt x="265271" y="996791"/>
                  </a:lnTo>
                  <a:lnTo>
                    <a:pt x="270034" y="992981"/>
                  </a:lnTo>
                  <a:lnTo>
                    <a:pt x="274320" y="988695"/>
                  </a:lnTo>
                  <a:lnTo>
                    <a:pt x="279559" y="982504"/>
                  </a:lnTo>
                  <a:lnTo>
                    <a:pt x="283845" y="979170"/>
                  </a:lnTo>
                  <a:lnTo>
                    <a:pt x="290989" y="978218"/>
                  </a:lnTo>
                  <a:lnTo>
                    <a:pt x="296228" y="976313"/>
                  </a:lnTo>
                  <a:lnTo>
                    <a:pt x="300990" y="972979"/>
                  </a:lnTo>
                  <a:lnTo>
                    <a:pt x="303371" y="970598"/>
                  </a:lnTo>
                  <a:lnTo>
                    <a:pt x="308134" y="963454"/>
                  </a:lnTo>
                  <a:lnTo>
                    <a:pt x="310039" y="962501"/>
                  </a:lnTo>
                  <a:lnTo>
                    <a:pt x="312420" y="961549"/>
                  </a:lnTo>
                  <a:lnTo>
                    <a:pt x="325755" y="959644"/>
                  </a:lnTo>
                  <a:lnTo>
                    <a:pt x="331470" y="958691"/>
                  </a:lnTo>
                  <a:lnTo>
                    <a:pt x="334804" y="957739"/>
                  </a:lnTo>
                  <a:lnTo>
                    <a:pt x="343376" y="956786"/>
                  </a:lnTo>
                  <a:lnTo>
                    <a:pt x="347663" y="955834"/>
                  </a:lnTo>
                  <a:lnTo>
                    <a:pt x="351949" y="953929"/>
                  </a:lnTo>
                  <a:lnTo>
                    <a:pt x="360521" y="948214"/>
                  </a:lnTo>
                  <a:lnTo>
                    <a:pt x="388144" y="934879"/>
                  </a:lnTo>
                  <a:lnTo>
                    <a:pt x="391954" y="930116"/>
                  </a:lnTo>
                  <a:lnTo>
                    <a:pt x="391954" y="928211"/>
                  </a:lnTo>
                  <a:lnTo>
                    <a:pt x="387667" y="924401"/>
                  </a:lnTo>
                  <a:lnTo>
                    <a:pt x="385763" y="922973"/>
                  </a:lnTo>
                  <a:lnTo>
                    <a:pt x="383858" y="922973"/>
                  </a:lnTo>
                  <a:lnTo>
                    <a:pt x="378142" y="928211"/>
                  </a:lnTo>
                  <a:lnTo>
                    <a:pt x="376714" y="929164"/>
                  </a:lnTo>
                  <a:lnTo>
                    <a:pt x="373380" y="928688"/>
                  </a:lnTo>
                  <a:lnTo>
                    <a:pt x="369094" y="929164"/>
                  </a:lnTo>
                  <a:lnTo>
                    <a:pt x="365760" y="928211"/>
                  </a:lnTo>
                  <a:lnTo>
                    <a:pt x="361474" y="926306"/>
                  </a:lnTo>
                  <a:lnTo>
                    <a:pt x="358140" y="925354"/>
                  </a:lnTo>
                  <a:lnTo>
                    <a:pt x="352425" y="926306"/>
                  </a:lnTo>
                  <a:lnTo>
                    <a:pt x="343376" y="931069"/>
                  </a:lnTo>
                  <a:lnTo>
                    <a:pt x="340995" y="932974"/>
                  </a:lnTo>
                  <a:lnTo>
                    <a:pt x="339566" y="935355"/>
                  </a:lnTo>
                  <a:lnTo>
                    <a:pt x="336233" y="939641"/>
                  </a:lnTo>
                  <a:lnTo>
                    <a:pt x="333375" y="940118"/>
                  </a:lnTo>
                  <a:lnTo>
                    <a:pt x="330041" y="938689"/>
                  </a:lnTo>
                  <a:lnTo>
                    <a:pt x="325755" y="939165"/>
                  </a:lnTo>
                  <a:lnTo>
                    <a:pt x="320992" y="941546"/>
                  </a:lnTo>
                  <a:lnTo>
                    <a:pt x="309086" y="949166"/>
                  </a:lnTo>
                  <a:lnTo>
                    <a:pt x="301466" y="952024"/>
                  </a:lnTo>
                  <a:lnTo>
                    <a:pt x="299085" y="952024"/>
                  </a:lnTo>
                  <a:lnTo>
                    <a:pt x="295751" y="949166"/>
                  </a:lnTo>
                  <a:lnTo>
                    <a:pt x="290513" y="950119"/>
                  </a:lnTo>
                  <a:lnTo>
                    <a:pt x="288607" y="950595"/>
                  </a:lnTo>
                  <a:lnTo>
                    <a:pt x="287655" y="952024"/>
                  </a:lnTo>
                  <a:lnTo>
                    <a:pt x="287655" y="952500"/>
                  </a:lnTo>
                  <a:lnTo>
                    <a:pt x="290513" y="952976"/>
                  </a:lnTo>
                  <a:lnTo>
                    <a:pt x="292894" y="953929"/>
                  </a:lnTo>
                  <a:lnTo>
                    <a:pt x="293370" y="954881"/>
                  </a:lnTo>
                  <a:lnTo>
                    <a:pt x="291941" y="955358"/>
                  </a:lnTo>
                  <a:lnTo>
                    <a:pt x="289560" y="955358"/>
                  </a:lnTo>
                  <a:lnTo>
                    <a:pt x="279082" y="954881"/>
                  </a:lnTo>
                  <a:lnTo>
                    <a:pt x="276701" y="956310"/>
                  </a:lnTo>
                  <a:lnTo>
                    <a:pt x="272891" y="963454"/>
                  </a:lnTo>
                  <a:lnTo>
                    <a:pt x="270986" y="965835"/>
                  </a:lnTo>
                  <a:lnTo>
                    <a:pt x="268129" y="968216"/>
                  </a:lnTo>
                  <a:lnTo>
                    <a:pt x="263842" y="969645"/>
                  </a:lnTo>
                  <a:lnTo>
                    <a:pt x="257651" y="970121"/>
                  </a:lnTo>
                  <a:lnTo>
                    <a:pt x="250031" y="972503"/>
                  </a:lnTo>
                  <a:lnTo>
                    <a:pt x="241459" y="976313"/>
                  </a:lnTo>
                  <a:lnTo>
                    <a:pt x="233839" y="979170"/>
                  </a:lnTo>
                  <a:lnTo>
                    <a:pt x="234315" y="977741"/>
                  </a:lnTo>
                  <a:lnTo>
                    <a:pt x="239077" y="971074"/>
                  </a:lnTo>
                  <a:lnTo>
                    <a:pt x="241459" y="968693"/>
                  </a:lnTo>
                  <a:lnTo>
                    <a:pt x="243840" y="963930"/>
                  </a:lnTo>
                  <a:lnTo>
                    <a:pt x="243364" y="962501"/>
                  </a:lnTo>
                  <a:lnTo>
                    <a:pt x="237172" y="960596"/>
                  </a:lnTo>
                  <a:lnTo>
                    <a:pt x="235267" y="958691"/>
                  </a:lnTo>
                  <a:lnTo>
                    <a:pt x="233363" y="955358"/>
                  </a:lnTo>
                  <a:lnTo>
                    <a:pt x="231457" y="953453"/>
                  </a:lnTo>
                  <a:lnTo>
                    <a:pt x="225742" y="952500"/>
                  </a:lnTo>
                  <a:lnTo>
                    <a:pt x="224314" y="953453"/>
                  </a:lnTo>
                  <a:lnTo>
                    <a:pt x="223361" y="955358"/>
                  </a:lnTo>
                  <a:lnTo>
                    <a:pt x="222409" y="959168"/>
                  </a:lnTo>
                  <a:lnTo>
                    <a:pt x="222409" y="960596"/>
                  </a:lnTo>
                  <a:lnTo>
                    <a:pt x="223361" y="964883"/>
                  </a:lnTo>
                  <a:lnTo>
                    <a:pt x="221932" y="965359"/>
                  </a:lnTo>
                  <a:lnTo>
                    <a:pt x="209550" y="964406"/>
                  </a:lnTo>
                  <a:lnTo>
                    <a:pt x="199549" y="965359"/>
                  </a:lnTo>
                  <a:lnTo>
                    <a:pt x="197644" y="966311"/>
                  </a:lnTo>
                  <a:lnTo>
                    <a:pt x="196691" y="967740"/>
                  </a:lnTo>
                  <a:lnTo>
                    <a:pt x="195739" y="973931"/>
                  </a:lnTo>
                  <a:lnTo>
                    <a:pt x="194310" y="974884"/>
                  </a:lnTo>
                  <a:lnTo>
                    <a:pt x="187166" y="972979"/>
                  </a:lnTo>
                  <a:lnTo>
                    <a:pt x="183356" y="975836"/>
                  </a:lnTo>
                  <a:lnTo>
                    <a:pt x="180975" y="974408"/>
                  </a:lnTo>
                  <a:lnTo>
                    <a:pt x="173355" y="986314"/>
                  </a:lnTo>
                  <a:lnTo>
                    <a:pt x="175260" y="988219"/>
                  </a:lnTo>
                  <a:lnTo>
                    <a:pt x="179070" y="990124"/>
                  </a:lnTo>
                  <a:lnTo>
                    <a:pt x="182404" y="991076"/>
                  </a:lnTo>
                  <a:lnTo>
                    <a:pt x="184785" y="991553"/>
                  </a:lnTo>
                  <a:lnTo>
                    <a:pt x="184309" y="992505"/>
                  </a:lnTo>
                  <a:lnTo>
                    <a:pt x="180499" y="992981"/>
                  </a:lnTo>
                  <a:lnTo>
                    <a:pt x="174307" y="992981"/>
                  </a:lnTo>
                  <a:lnTo>
                    <a:pt x="172402" y="993458"/>
                  </a:lnTo>
                  <a:lnTo>
                    <a:pt x="171926" y="994410"/>
                  </a:lnTo>
                  <a:lnTo>
                    <a:pt x="173355" y="997268"/>
                  </a:lnTo>
                  <a:lnTo>
                    <a:pt x="173831" y="997744"/>
                  </a:lnTo>
                  <a:lnTo>
                    <a:pt x="181927" y="999173"/>
                  </a:lnTo>
                  <a:lnTo>
                    <a:pt x="189071" y="1002030"/>
                  </a:lnTo>
                  <a:lnTo>
                    <a:pt x="190024" y="1002983"/>
                  </a:lnTo>
                  <a:lnTo>
                    <a:pt x="196215" y="1011079"/>
                  </a:lnTo>
                  <a:lnTo>
                    <a:pt x="195263" y="1011555"/>
                  </a:lnTo>
                  <a:lnTo>
                    <a:pt x="191929" y="1011079"/>
                  </a:lnTo>
                  <a:lnTo>
                    <a:pt x="174784" y="1002983"/>
                  </a:lnTo>
                  <a:lnTo>
                    <a:pt x="166211" y="1000125"/>
                  </a:lnTo>
                  <a:lnTo>
                    <a:pt x="153352" y="999173"/>
                  </a:lnTo>
                  <a:lnTo>
                    <a:pt x="145732" y="999649"/>
                  </a:lnTo>
                  <a:lnTo>
                    <a:pt x="133826" y="995839"/>
                  </a:lnTo>
                  <a:lnTo>
                    <a:pt x="127159" y="994886"/>
                  </a:lnTo>
                  <a:lnTo>
                    <a:pt x="106204" y="987266"/>
                  </a:lnTo>
                  <a:lnTo>
                    <a:pt x="97631" y="983933"/>
                  </a:lnTo>
                  <a:lnTo>
                    <a:pt x="91916" y="980123"/>
                  </a:lnTo>
                  <a:lnTo>
                    <a:pt x="78581" y="974408"/>
                  </a:lnTo>
                  <a:lnTo>
                    <a:pt x="61913" y="962501"/>
                  </a:lnTo>
                  <a:lnTo>
                    <a:pt x="34766" y="956310"/>
                  </a:lnTo>
                  <a:lnTo>
                    <a:pt x="20002" y="957263"/>
                  </a:lnTo>
                  <a:lnTo>
                    <a:pt x="4763" y="955358"/>
                  </a:lnTo>
                  <a:lnTo>
                    <a:pt x="0" y="954405"/>
                  </a:lnTo>
                  <a:lnTo>
                    <a:pt x="0" y="1469708"/>
                  </a:lnTo>
                  <a:lnTo>
                    <a:pt x="8096" y="1471613"/>
                  </a:lnTo>
                  <a:lnTo>
                    <a:pt x="16192" y="1473518"/>
                  </a:lnTo>
                  <a:lnTo>
                    <a:pt x="18574" y="1469231"/>
                  </a:lnTo>
                  <a:lnTo>
                    <a:pt x="27146" y="1472565"/>
                  </a:lnTo>
                  <a:lnTo>
                    <a:pt x="34766" y="1475423"/>
                  </a:lnTo>
                  <a:lnTo>
                    <a:pt x="39529" y="1472089"/>
                  </a:lnTo>
                  <a:lnTo>
                    <a:pt x="44767" y="1468279"/>
                  </a:lnTo>
                  <a:lnTo>
                    <a:pt x="51911" y="1467803"/>
                  </a:lnTo>
                  <a:lnTo>
                    <a:pt x="60007" y="1467326"/>
                  </a:lnTo>
                  <a:lnTo>
                    <a:pt x="65246" y="1467326"/>
                  </a:lnTo>
                  <a:lnTo>
                    <a:pt x="65246" y="1470660"/>
                  </a:lnTo>
                  <a:lnTo>
                    <a:pt x="63341" y="1475899"/>
                  </a:lnTo>
                  <a:lnTo>
                    <a:pt x="61913" y="1480185"/>
                  </a:lnTo>
                  <a:lnTo>
                    <a:pt x="66675" y="1484948"/>
                  </a:lnTo>
                  <a:lnTo>
                    <a:pt x="72390" y="1487329"/>
                  </a:lnTo>
                  <a:lnTo>
                    <a:pt x="78105" y="1489710"/>
                  </a:lnTo>
                  <a:lnTo>
                    <a:pt x="80486" y="1495901"/>
                  </a:lnTo>
                  <a:lnTo>
                    <a:pt x="86677" y="1500664"/>
                  </a:lnTo>
                  <a:lnTo>
                    <a:pt x="91440" y="1504474"/>
                  </a:lnTo>
                  <a:lnTo>
                    <a:pt x="95726" y="1507808"/>
                  </a:lnTo>
                  <a:lnTo>
                    <a:pt x="101917" y="1512570"/>
                  </a:lnTo>
                  <a:lnTo>
                    <a:pt x="106204" y="1515904"/>
                  </a:lnTo>
                  <a:lnTo>
                    <a:pt x="111919" y="1520666"/>
                  </a:lnTo>
                  <a:lnTo>
                    <a:pt x="115252" y="1523524"/>
                  </a:lnTo>
                  <a:lnTo>
                    <a:pt x="117157" y="1528763"/>
                  </a:lnTo>
                  <a:lnTo>
                    <a:pt x="119063" y="1534954"/>
                  </a:lnTo>
                  <a:lnTo>
                    <a:pt x="117634" y="1538764"/>
                  </a:lnTo>
                  <a:lnTo>
                    <a:pt x="120491" y="1539240"/>
                  </a:lnTo>
                  <a:lnTo>
                    <a:pt x="126206" y="1534954"/>
                  </a:lnTo>
                  <a:lnTo>
                    <a:pt x="131445" y="1532096"/>
                  </a:lnTo>
                  <a:lnTo>
                    <a:pt x="137636" y="1528763"/>
                  </a:lnTo>
                  <a:lnTo>
                    <a:pt x="141922" y="1526381"/>
                  </a:lnTo>
                  <a:lnTo>
                    <a:pt x="150019" y="1526381"/>
                  </a:lnTo>
                  <a:lnTo>
                    <a:pt x="153829" y="1520190"/>
                  </a:lnTo>
                  <a:lnTo>
                    <a:pt x="153829" y="1511141"/>
                  </a:lnTo>
                  <a:lnTo>
                    <a:pt x="157639" y="1511141"/>
                  </a:lnTo>
                  <a:lnTo>
                    <a:pt x="160020" y="1509713"/>
                  </a:lnTo>
                  <a:lnTo>
                    <a:pt x="160972" y="1506855"/>
                  </a:lnTo>
                  <a:lnTo>
                    <a:pt x="158591" y="1503045"/>
                  </a:lnTo>
                  <a:lnTo>
                    <a:pt x="166211" y="1501140"/>
                  </a:lnTo>
                  <a:lnTo>
                    <a:pt x="171926" y="1499711"/>
                  </a:lnTo>
                  <a:lnTo>
                    <a:pt x="180022" y="1496378"/>
                  </a:lnTo>
                  <a:lnTo>
                    <a:pt x="187642" y="1493044"/>
                  </a:lnTo>
                  <a:lnTo>
                    <a:pt x="191452" y="1495425"/>
                  </a:lnTo>
                  <a:lnTo>
                    <a:pt x="195263" y="1497806"/>
                  </a:lnTo>
                  <a:lnTo>
                    <a:pt x="202406" y="1503521"/>
                  </a:lnTo>
                  <a:lnTo>
                    <a:pt x="202882" y="1504950"/>
                  </a:lnTo>
                  <a:lnTo>
                    <a:pt x="202406" y="1507808"/>
                  </a:lnTo>
                  <a:lnTo>
                    <a:pt x="201930" y="1510665"/>
                  </a:lnTo>
                  <a:lnTo>
                    <a:pt x="206216" y="1518285"/>
                  </a:lnTo>
                  <a:lnTo>
                    <a:pt x="207645" y="1519238"/>
                  </a:lnTo>
                  <a:lnTo>
                    <a:pt x="210979" y="1520190"/>
                  </a:lnTo>
                  <a:lnTo>
                    <a:pt x="215265" y="1522571"/>
                  </a:lnTo>
                  <a:lnTo>
                    <a:pt x="217170" y="1524953"/>
                  </a:lnTo>
                  <a:lnTo>
                    <a:pt x="223361" y="1528286"/>
                  </a:lnTo>
                  <a:lnTo>
                    <a:pt x="224314" y="1529715"/>
                  </a:lnTo>
                  <a:lnTo>
                    <a:pt x="224790" y="1532096"/>
                  </a:lnTo>
                  <a:lnTo>
                    <a:pt x="225742" y="1534001"/>
                  </a:lnTo>
                  <a:lnTo>
                    <a:pt x="226695" y="1535430"/>
                  </a:lnTo>
                  <a:lnTo>
                    <a:pt x="227647" y="1537335"/>
                  </a:lnTo>
                  <a:lnTo>
                    <a:pt x="230505" y="1539716"/>
                  </a:lnTo>
                  <a:lnTo>
                    <a:pt x="235744" y="1542574"/>
                  </a:lnTo>
                  <a:lnTo>
                    <a:pt x="239077" y="1544479"/>
                  </a:lnTo>
                  <a:lnTo>
                    <a:pt x="243840" y="1546860"/>
                  </a:lnTo>
                  <a:lnTo>
                    <a:pt x="248602" y="1552099"/>
                  </a:lnTo>
                  <a:lnTo>
                    <a:pt x="252889" y="1556861"/>
                  </a:lnTo>
                  <a:lnTo>
                    <a:pt x="257651" y="1561624"/>
                  </a:lnTo>
                  <a:lnTo>
                    <a:pt x="256699" y="1565434"/>
                  </a:lnTo>
                  <a:lnTo>
                    <a:pt x="261938" y="1571149"/>
                  </a:lnTo>
                  <a:lnTo>
                    <a:pt x="267176" y="1578293"/>
                  </a:lnTo>
                  <a:lnTo>
                    <a:pt x="270986" y="1584484"/>
                  </a:lnTo>
                  <a:lnTo>
                    <a:pt x="273844" y="1587818"/>
                  </a:lnTo>
                  <a:lnTo>
                    <a:pt x="277178" y="1593056"/>
                  </a:lnTo>
                  <a:lnTo>
                    <a:pt x="281464" y="1599248"/>
                  </a:lnTo>
                  <a:lnTo>
                    <a:pt x="286226" y="1606391"/>
                  </a:lnTo>
                  <a:lnTo>
                    <a:pt x="290036" y="1611154"/>
                  </a:lnTo>
                  <a:lnTo>
                    <a:pt x="294799" y="1617345"/>
                  </a:lnTo>
                  <a:lnTo>
                    <a:pt x="297180" y="1621155"/>
                  </a:lnTo>
                  <a:lnTo>
                    <a:pt x="295751" y="1623536"/>
                  </a:lnTo>
                  <a:lnTo>
                    <a:pt x="293846" y="1626870"/>
                  </a:lnTo>
                  <a:lnTo>
                    <a:pt x="300038" y="1628299"/>
                  </a:lnTo>
                  <a:lnTo>
                    <a:pt x="304324" y="1629251"/>
                  </a:lnTo>
                  <a:lnTo>
                    <a:pt x="303371" y="1632585"/>
                  </a:lnTo>
                  <a:lnTo>
                    <a:pt x="301942" y="1637348"/>
                  </a:lnTo>
                  <a:lnTo>
                    <a:pt x="306705" y="1639253"/>
                  </a:lnTo>
                  <a:lnTo>
                    <a:pt x="310039" y="1640681"/>
                  </a:lnTo>
                  <a:lnTo>
                    <a:pt x="309563" y="1643063"/>
                  </a:lnTo>
                  <a:lnTo>
                    <a:pt x="311467" y="1645920"/>
                  </a:lnTo>
                  <a:lnTo>
                    <a:pt x="311944" y="1650683"/>
                  </a:lnTo>
                  <a:lnTo>
                    <a:pt x="317659" y="1650206"/>
                  </a:lnTo>
                  <a:lnTo>
                    <a:pt x="320040" y="1650206"/>
                  </a:lnTo>
                  <a:lnTo>
                    <a:pt x="323374" y="1652111"/>
                  </a:lnTo>
                  <a:lnTo>
                    <a:pt x="328136" y="1654969"/>
                  </a:lnTo>
                  <a:lnTo>
                    <a:pt x="332899" y="1657350"/>
                  </a:lnTo>
                  <a:lnTo>
                    <a:pt x="336709" y="1659255"/>
                  </a:lnTo>
                  <a:lnTo>
                    <a:pt x="341947" y="1660684"/>
                  </a:lnTo>
                  <a:lnTo>
                    <a:pt x="348139" y="1662589"/>
                  </a:lnTo>
                  <a:lnTo>
                    <a:pt x="351472" y="1666399"/>
                  </a:lnTo>
                  <a:lnTo>
                    <a:pt x="357188" y="1667828"/>
                  </a:lnTo>
                  <a:lnTo>
                    <a:pt x="359569" y="1673066"/>
                  </a:lnTo>
                  <a:lnTo>
                    <a:pt x="366236" y="1674971"/>
                  </a:lnTo>
                  <a:lnTo>
                    <a:pt x="370046" y="1673543"/>
                  </a:lnTo>
                  <a:lnTo>
                    <a:pt x="371475" y="1675448"/>
                  </a:lnTo>
                  <a:lnTo>
                    <a:pt x="372427" y="1677829"/>
                  </a:lnTo>
                  <a:lnTo>
                    <a:pt x="372904" y="1680686"/>
                  </a:lnTo>
                  <a:lnTo>
                    <a:pt x="372427" y="1683544"/>
                  </a:lnTo>
                  <a:lnTo>
                    <a:pt x="372427" y="1684020"/>
                  </a:lnTo>
                  <a:lnTo>
                    <a:pt x="370999" y="1687354"/>
                  </a:lnTo>
                  <a:lnTo>
                    <a:pt x="370046" y="1690211"/>
                  </a:lnTo>
                  <a:lnTo>
                    <a:pt x="369570" y="1693069"/>
                  </a:lnTo>
                  <a:lnTo>
                    <a:pt x="369570" y="1695926"/>
                  </a:lnTo>
                  <a:lnTo>
                    <a:pt x="370046" y="1699260"/>
                  </a:lnTo>
                  <a:lnTo>
                    <a:pt x="371475" y="1703546"/>
                  </a:lnTo>
                  <a:lnTo>
                    <a:pt x="373380" y="1708785"/>
                  </a:lnTo>
                  <a:lnTo>
                    <a:pt x="372904" y="1713071"/>
                  </a:lnTo>
                  <a:lnTo>
                    <a:pt x="370999" y="1716405"/>
                  </a:lnTo>
                  <a:lnTo>
                    <a:pt x="370046" y="1720691"/>
                  </a:lnTo>
                  <a:lnTo>
                    <a:pt x="371475" y="1723073"/>
                  </a:lnTo>
                  <a:lnTo>
                    <a:pt x="373856" y="1720691"/>
                  </a:lnTo>
                  <a:lnTo>
                    <a:pt x="377666" y="1714024"/>
                  </a:lnTo>
                  <a:lnTo>
                    <a:pt x="379095" y="1710690"/>
                  </a:lnTo>
                  <a:lnTo>
                    <a:pt x="380047" y="1705928"/>
                  </a:lnTo>
                  <a:lnTo>
                    <a:pt x="380047" y="1700689"/>
                  </a:lnTo>
                  <a:lnTo>
                    <a:pt x="380524" y="1699260"/>
                  </a:lnTo>
                  <a:lnTo>
                    <a:pt x="381476" y="1702118"/>
                  </a:lnTo>
                  <a:lnTo>
                    <a:pt x="382429" y="1704023"/>
                  </a:lnTo>
                  <a:lnTo>
                    <a:pt x="383381" y="1704975"/>
                  </a:lnTo>
                  <a:lnTo>
                    <a:pt x="384334" y="1704975"/>
                  </a:lnTo>
                  <a:lnTo>
                    <a:pt x="385763" y="1704023"/>
                  </a:lnTo>
                  <a:lnTo>
                    <a:pt x="388144" y="1703546"/>
                  </a:lnTo>
                  <a:lnTo>
                    <a:pt x="380524" y="1712119"/>
                  </a:lnTo>
                  <a:lnTo>
                    <a:pt x="376714" y="1717358"/>
                  </a:lnTo>
                  <a:lnTo>
                    <a:pt x="374809" y="1721168"/>
                  </a:lnTo>
                  <a:lnTo>
                    <a:pt x="369570" y="1730216"/>
                  </a:lnTo>
                  <a:lnTo>
                    <a:pt x="368617" y="1733074"/>
                  </a:lnTo>
                  <a:lnTo>
                    <a:pt x="365760" y="1737360"/>
                  </a:lnTo>
                  <a:lnTo>
                    <a:pt x="362902" y="1738789"/>
                  </a:lnTo>
                  <a:lnTo>
                    <a:pt x="361474" y="1740694"/>
                  </a:lnTo>
                  <a:lnTo>
                    <a:pt x="360997" y="1742123"/>
                  </a:lnTo>
                  <a:lnTo>
                    <a:pt x="360521" y="1745933"/>
                  </a:lnTo>
                  <a:lnTo>
                    <a:pt x="360521" y="1748790"/>
                  </a:lnTo>
                  <a:lnTo>
                    <a:pt x="359092" y="1751648"/>
                  </a:lnTo>
                  <a:lnTo>
                    <a:pt x="360045" y="1754981"/>
                  </a:lnTo>
                  <a:lnTo>
                    <a:pt x="363855" y="1758791"/>
                  </a:lnTo>
                  <a:lnTo>
                    <a:pt x="370999" y="1763078"/>
                  </a:lnTo>
                  <a:lnTo>
                    <a:pt x="377190" y="1761173"/>
                  </a:lnTo>
                  <a:lnTo>
                    <a:pt x="380524" y="1760696"/>
                  </a:lnTo>
                  <a:lnTo>
                    <a:pt x="386239" y="1761173"/>
                  </a:lnTo>
                  <a:lnTo>
                    <a:pt x="380524" y="1764030"/>
                  </a:lnTo>
                  <a:lnTo>
                    <a:pt x="371951" y="1765459"/>
                  </a:lnTo>
                  <a:lnTo>
                    <a:pt x="371475" y="1766888"/>
                  </a:lnTo>
                  <a:lnTo>
                    <a:pt x="370522" y="1773079"/>
                  </a:lnTo>
                  <a:lnTo>
                    <a:pt x="365760" y="1778318"/>
                  </a:lnTo>
                  <a:lnTo>
                    <a:pt x="362426" y="1784985"/>
                  </a:lnTo>
                  <a:lnTo>
                    <a:pt x="364808" y="1788319"/>
                  </a:lnTo>
                  <a:lnTo>
                    <a:pt x="370999" y="1792129"/>
                  </a:lnTo>
                  <a:lnTo>
                    <a:pt x="376714" y="1793081"/>
                  </a:lnTo>
                  <a:lnTo>
                    <a:pt x="379571" y="1799273"/>
                  </a:lnTo>
                  <a:lnTo>
                    <a:pt x="384334" y="1803083"/>
                  </a:lnTo>
                  <a:lnTo>
                    <a:pt x="388620" y="1806893"/>
                  </a:lnTo>
                  <a:lnTo>
                    <a:pt x="391954" y="1802606"/>
                  </a:lnTo>
                  <a:lnTo>
                    <a:pt x="398145" y="1800701"/>
                  </a:lnTo>
                  <a:lnTo>
                    <a:pt x="399097" y="1799749"/>
                  </a:lnTo>
                  <a:lnTo>
                    <a:pt x="399574" y="1796891"/>
                  </a:lnTo>
                  <a:lnTo>
                    <a:pt x="400050" y="1792605"/>
                  </a:lnTo>
                  <a:lnTo>
                    <a:pt x="401002" y="1789748"/>
                  </a:lnTo>
                  <a:lnTo>
                    <a:pt x="406241" y="1783556"/>
                  </a:lnTo>
                  <a:lnTo>
                    <a:pt x="407670" y="1782604"/>
                  </a:lnTo>
                  <a:lnTo>
                    <a:pt x="409575" y="1780699"/>
                  </a:lnTo>
                  <a:lnTo>
                    <a:pt x="410051" y="1780699"/>
                  </a:lnTo>
                  <a:lnTo>
                    <a:pt x="410527" y="1781651"/>
                  </a:lnTo>
                  <a:lnTo>
                    <a:pt x="411956" y="1781175"/>
                  </a:lnTo>
                  <a:lnTo>
                    <a:pt x="418147" y="1776889"/>
                  </a:lnTo>
                  <a:lnTo>
                    <a:pt x="420052" y="1776889"/>
                  </a:lnTo>
                  <a:lnTo>
                    <a:pt x="423863" y="1779746"/>
                  </a:lnTo>
                  <a:lnTo>
                    <a:pt x="422910" y="1780223"/>
                  </a:lnTo>
                  <a:lnTo>
                    <a:pt x="419576" y="1780699"/>
                  </a:lnTo>
                  <a:lnTo>
                    <a:pt x="417671" y="1781651"/>
                  </a:lnTo>
                  <a:lnTo>
                    <a:pt x="416719" y="1783080"/>
                  </a:lnTo>
                  <a:lnTo>
                    <a:pt x="416242" y="1784509"/>
                  </a:lnTo>
                  <a:lnTo>
                    <a:pt x="416242" y="1786414"/>
                  </a:lnTo>
                  <a:lnTo>
                    <a:pt x="416719" y="1788795"/>
                  </a:lnTo>
                  <a:lnTo>
                    <a:pt x="419100" y="1793558"/>
                  </a:lnTo>
                  <a:lnTo>
                    <a:pt x="421481" y="1795939"/>
                  </a:lnTo>
                  <a:lnTo>
                    <a:pt x="424339" y="1797368"/>
                  </a:lnTo>
                  <a:lnTo>
                    <a:pt x="425767" y="1797844"/>
                  </a:lnTo>
                  <a:lnTo>
                    <a:pt x="429101" y="1796891"/>
                  </a:lnTo>
                  <a:lnTo>
                    <a:pt x="434816" y="1797368"/>
                  </a:lnTo>
                  <a:lnTo>
                    <a:pt x="438150" y="1799273"/>
                  </a:lnTo>
                  <a:lnTo>
                    <a:pt x="443865" y="1804511"/>
                  </a:lnTo>
                  <a:lnTo>
                    <a:pt x="444817" y="1806893"/>
                  </a:lnTo>
                  <a:lnTo>
                    <a:pt x="440055" y="1805464"/>
                  </a:lnTo>
                  <a:lnTo>
                    <a:pt x="438150" y="1803083"/>
                  </a:lnTo>
                  <a:lnTo>
                    <a:pt x="432911" y="1801178"/>
                  </a:lnTo>
                  <a:lnTo>
                    <a:pt x="430530" y="1801178"/>
                  </a:lnTo>
                  <a:lnTo>
                    <a:pt x="426244" y="1803559"/>
                  </a:lnTo>
                  <a:lnTo>
                    <a:pt x="423863" y="1803083"/>
                  </a:lnTo>
                  <a:lnTo>
                    <a:pt x="413861" y="1797368"/>
                  </a:lnTo>
                  <a:lnTo>
                    <a:pt x="411480" y="1796891"/>
                  </a:lnTo>
                  <a:lnTo>
                    <a:pt x="413385" y="1792129"/>
                  </a:lnTo>
                  <a:lnTo>
                    <a:pt x="413385" y="1790224"/>
                  </a:lnTo>
                  <a:lnTo>
                    <a:pt x="410527" y="1789748"/>
                  </a:lnTo>
                  <a:lnTo>
                    <a:pt x="407670" y="1790700"/>
                  </a:lnTo>
                  <a:lnTo>
                    <a:pt x="404336" y="1793081"/>
                  </a:lnTo>
                  <a:lnTo>
                    <a:pt x="402431" y="1797844"/>
                  </a:lnTo>
                  <a:lnTo>
                    <a:pt x="403860" y="1802130"/>
                  </a:lnTo>
                  <a:lnTo>
                    <a:pt x="405289" y="1805464"/>
                  </a:lnTo>
                  <a:lnTo>
                    <a:pt x="412433" y="1807369"/>
                  </a:lnTo>
                  <a:lnTo>
                    <a:pt x="419576" y="1811179"/>
                  </a:lnTo>
                  <a:lnTo>
                    <a:pt x="423863" y="1815941"/>
                  </a:lnTo>
                  <a:lnTo>
                    <a:pt x="426244" y="1827848"/>
                  </a:lnTo>
                  <a:lnTo>
                    <a:pt x="429101" y="1830229"/>
                  </a:lnTo>
                  <a:lnTo>
                    <a:pt x="438150" y="1826419"/>
                  </a:lnTo>
                  <a:lnTo>
                    <a:pt x="440055" y="1826419"/>
                  </a:lnTo>
                  <a:lnTo>
                    <a:pt x="438150" y="1828800"/>
                  </a:lnTo>
                  <a:lnTo>
                    <a:pt x="437197" y="1831181"/>
                  </a:lnTo>
                  <a:lnTo>
                    <a:pt x="434816" y="1839278"/>
                  </a:lnTo>
                  <a:lnTo>
                    <a:pt x="431959" y="1847850"/>
                  </a:lnTo>
                  <a:lnTo>
                    <a:pt x="431959" y="1851184"/>
                  </a:lnTo>
                  <a:lnTo>
                    <a:pt x="432911" y="1850708"/>
                  </a:lnTo>
                  <a:lnTo>
                    <a:pt x="434816" y="1848803"/>
                  </a:lnTo>
                  <a:lnTo>
                    <a:pt x="439579" y="1843088"/>
                  </a:lnTo>
                  <a:lnTo>
                    <a:pt x="442913" y="1842135"/>
                  </a:lnTo>
                  <a:lnTo>
                    <a:pt x="442913" y="1842611"/>
                  </a:lnTo>
                  <a:lnTo>
                    <a:pt x="440055" y="1844993"/>
                  </a:lnTo>
                  <a:lnTo>
                    <a:pt x="439102" y="1846898"/>
                  </a:lnTo>
                  <a:lnTo>
                    <a:pt x="438626" y="1847850"/>
                  </a:lnTo>
                  <a:lnTo>
                    <a:pt x="439579" y="1851660"/>
                  </a:lnTo>
                  <a:lnTo>
                    <a:pt x="439102" y="1852613"/>
                  </a:lnTo>
                  <a:lnTo>
                    <a:pt x="428149" y="1859756"/>
                  </a:lnTo>
                  <a:lnTo>
                    <a:pt x="433864" y="1866900"/>
                  </a:lnTo>
                  <a:lnTo>
                    <a:pt x="437197" y="1876425"/>
                  </a:lnTo>
                  <a:lnTo>
                    <a:pt x="441008" y="1869281"/>
                  </a:lnTo>
                  <a:lnTo>
                    <a:pt x="444341" y="1860233"/>
                  </a:lnTo>
                  <a:lnTo>
                    <a:pt x="446722" y="1855470"/>
                  </a:lnTo>
                  <a:lnTo>
                    <a:pt x="448151" y="1853565"/>
                  </a:lnTo>
                  <a:lnTo>
                    <a:pt x="451009" y="1852136"/>
                  </a:lnTo>
                  <a:lnTo>
                    <a:pt x="456247" y="1851184"/>
                  </a:lnTo>
                  <a:lnTo>
                    <a:pt x="457676" y="1850231"/>
                  </a:lnTo>
                  <a:lnTo>
                    <a:pt x="471488" y="1837849"/>
                  </a:lnTo>
                  <a:lnTo>
                    <a:pt x="472916" y="1836896"/>
                  </a:lnTo>
                  <a:lnTo>
                    <a:pt x="473869" y="1835468"/>
                  </a:lnTo>
                  <a:lnTo>
                    <a:pt x="474821" y="1833563"/>
                  </a:lnTo>
                  <a:lnTo>
                    <a:pt x="474821" y="1832134"/>
                  </a:lnTo>
                  <a:lnTo>
                    <a:pt x="474345" y="1828324"/>
                  </a:lnTo>
                  <a:lnTo>
                    <a:pt x="474821" y="1828324"/>
                  </a:lnTo>
                  <a:lnTo>
                    <a:pt x="476250" y="1831181"/>
                  </a:lnTo>
                  <a:lnTo>
                    <a:pt x="476726" y="1832610"/>
                  </a:lnTo>
                  <a:lnTo>
                    <a:pt x="476726" y="1834039"/>
                  </a:lnTo>
                  <a:lnTo>
                    <a:pt x="475297" y="1836896"/>
                  </a:lnTo>
                  <a:lnTo>
                    <a:pt x="468630" y="1842135"/>
                  </a:lnTo>
                  <a:lnTo>
                    <a:pt x="467677" y="1844040"/>
                  </a:lnTo>
                  <a:lnTo>
                    <a:pt x="468154" y="1845945"/>
                  </a:lnTo>
                  <a:lnTo>
                    <a:pt x="469106" y="1848803"/>
                  </a:lnTo>
                  <a:lnTo>
                    <a:pt x="470059" y="1849755"/>
                  </a:lnTo>
                  <a:lnTo>
                    <a:pt x="476250" y="1852613"/>
                  </a:lnTo>
                  <a:lnTo>
                    <a:pt x="477679" y="1854518"/>
                  </a:lnTo>
                  <a:lnTo>
                    <a:pt x="477679" y="1856423"/>
                  </a:lnTo>
                  <a:lnTo>
                    <a:pt x="482441" y="1861661"/>
                  </a:lnTo>
                  <a:lnTo>
                    <a:pt x="483870" y="1864043"/>
                  </a:lnTo>
                  <a:lnTo>
                    <a:pt x="482917" y="1864043"/>
                  </a:lnTo>
                  <a:lnTo>
                    <a:pt x="480060" y="1861185"/>
                  </a:lnTo>
                  <a:lnTo>
                    <a:pt x="477679" y="1858328"/>
                  </a:lnTo>
                  <a:lnTo>
                    <a:pt x="475774" y="1855470"/>
                  </a:lnTo>
                  <a:lnTo>
                    <a:pt x="474345" y="1854041"/>
                  </a:lnTo>
                  <a:lnTo>
                    <a:pt x="468630" y="1853089"/>
                  </a:lnTo>
                  <a:lnTo>
                    <a:pt x="466249" y="1849279"/>
                  </a:lnTo>
                  <a:lnTo>
                    <a:pt x="459581" y="1851184"/>
                  </a:lnTo>
                  <a:lnTo>
                    <a:pt x="455771" y="1854041"/>
                  </a:lnTo>
                  <a:lnTo>
                    <a:pt x="451485" y="1855946"/>
                  </a:lnTo>
                  <a:lnTo>
                    <a:pt x="447199" y="1858804"/>
                  </a:lnTo>
                  <a:lnTo>
                    <a:pt x="445770" y="1863566"/>
                  </a:lnTo>
                  <a:lnTo>
                    <a:pt x="445294" y="1867853"/>
                  </a:lnTo>
                  <a:lnTo>
                    <a:pt x="449580" y="1867853"/>
                  </a:lnTo>
                  <a:lnTo>
                    <a:pt x="446246" y="1873091"/>
                  </a:lnTo>
                  <a:lnTo>
                    <a:pt x="445294" y="1875949"/>
                  </a:lnTo>
                  <a:lnTo>
                    <a:pt x="445294" y="1877854"/>
                  </a:lnTo>
                  <a:lnTo>
                    <a:pt x="445770" y="1882616"/>
                  </a:lnTo>
                  <a:lnTo>
                    <a:pt x="446722" y="1885950"/>
                  </a:lnTo>
                  <a:lnTo>
                    <a:pt x="449104" y="1888808"/>
                  </a:lnTo>
                  <a:lnTo>
                    <a:pt x="449580" y="1890713"/>
                  </a:lnTo>
                  <a:lnTo>
                    <a:pt x="450056" y="1891189"/>
                  </a:lnTo>
                  <a:lnTo>
                    <a:pt x="451485" y="1891665"/>
                  </a:lnTo>
                  <a:lnTo>
                    <a:pt x="452438" y="1891665"/>
                  </a:lnTo>
                  <a:lnTo>
                    <a:pt x="453866" y="1890236"/>
                  </a:lnTo>
                  <a:lnTo>
                    <a:pt x="454819" y="1887855"/>
                  </a:lnTo>
                  <a:lnTo>
                    <a:pt x="459581" y="1882616"/>
                  </a:lnTo>
                  <a:lnTo>
                    <a:pt x="462915" y="1881188"/>
                  </a:lnTo>
                  <a:lnTo>
                    <a:pt x="473392" y="1880711"/>
                  </a:lnTo>
                  <a:lnTo>
                    <a:pt x="484822" y="1881188"/>
                  </a:lnTo>
                  <a:lnTo>
                    <a:pt x="483394" y="1881664"/>
                  </a:lnTo>
                  <a:lnTo>
                    <a:pt x="475297" y="1882616"/>
                  </a:lnTo>
                  <a:lnTo>
                    <a:pt x="464820" y="1883093"/>
                  </a:lnTo>
                  <a:lnTo>
                    <a:pt x="462439" y="1883569"/>
                  </a:lnTo>
                  <a:lnTo>
                    <a:pt x="460058" y="1884998"/>
                  </a:lnTo>
                  <a:lnTo>
                    <a:pt x="452914" y="1893094"/>
                  </a:lnTo>
                  <a:lnTo>
                    <a:pt x="451009" y="1896904"/>
                  </a:lnTo>
                  <a:lnTo>
                    <a:pt x="450056" y="1900238"/>
                  </a:lnTo>
                  <a:lnTo>
                    <a:pt x="450056" y="1905476"/>
                  </a:lnTo>
                  <a:lnTo>
                    <a:pt x="453866" y="1908334"/>
                  </a:lnTo>
                  <a:lnTo>
                    <a:pt x="459105" y="1912620"/>
                  </a:lnTo>
                  <a:lnTo>
                    <a:pt x="461963" y="1914525"/>
                  </a:lnTo>
                  <a:lnTo>
                    <a:pt x="464820" y="1915954"/>
                  </a:lnTo>
                  <a:lnTo>
                    <a:pt x="471964" y="1918335"/>
                  </a:lnTo>
                  <a:lnTo>
                    <a:pt x="473392" y="1918335"/>
                  </a:lnTo>
                  <a:lnTo>
                    <a:pt x="475297" y="1916906"/>
                  </a:lnTo>
                  <a:lnTo>
                    <a:pt x="486251" y="1915954"/>
                  </a:lnTo>
                  <a:lnTo>
                    <a:pt x="488633" y="1913573"/>
                  </a:lnTo>
                  <a:lnTo>
                    <a:pt x="490061" y="1909286"/>
                  </a:lnTo>
                  <a:lnTo>
                    <a:pt x="491014" y="1913573"/>
                  </a:lnTo>
                  <a:lnTo>
                    <a:pt x="489585" y="1917859"/>
                  </a:lnTo>
                  <a:lnTo>
                    <a:pt x="490538" y="1918811"/>
                  </a:lnTo>
                  <a:lnTo>
                    <a:pt x="492919" y="1918335"/>
                  </a:lnTo>
                  <a:lnTo>
                    <a:pt x="494347" y="1918811"/>
                  </a:lnTo>
                  <a:lnTo>
                    <a:pt x="493395" y="1920240"/>
                  </a:lnTo>
                  <a:lnTo>
                    <a:pt x="491014" y="1922145"/>
                  </a:lnTo>
                  <a:lnTo>
                    <a:pt x="489585" y="1924050"/>
                  </a:lnTo>
                  <a:lnTo>
                    <a:pt x="489585" y="1925955"/>
                  </a:lnTo>
                  <a:lnTo>
                    <a:pt x="490538" y="1926431"/>
                  </a:lnTo>
                  <a:lnTo>
                    <a:pt x="494824" y="1926908"/>
                  </a:lnTo>
                  <a:lnTo>
                    <a:pt x="508159" y="1925003"/>
                  </a:lnTo>
                  <a:lnTo>
                    <a:pt x="510540" y="1925479"/>
                  </a:lnTo>
                  <a:lnTo>
                    <a:pt x="510540" y="1926431"/>
                  </a:lnTo>
                  <a:lnTo>
                    <a:pt x="504825" y="1927384"/>
                  </a:lnTo>
                  <a:lnTo>
                    <a:pt x="499110" y="1929289"/>
                  </a:lnTo>
                  <a:lnTo>
                    <a:pt x="492919" y="1930241"/>
                  </a:lnTo>
                  <a:lnTo>
                    <a:pt x="491966" y="1931194"/>
                  </a:lnTo>
                  <a:lnTo>
                    <a:pt x="491966" y="1933099"/>
                  </a:lnTo>
                  <a:lnTo>
                    <a:pt x="493395" y="1934051"/>
                  </a:lnTo>
                  <a:lnTo>
                    <a:pt x="499110" y="1934528"/>
                  </a:lnTo>
                  <a:lnTo>
                    <a:pt x="503872" y="1935480"/>
                  </a:lnTo>
                  <a:lnTo>
                    <a:pt x="506254" y="1935480"/>
                  </a:lnTo>
                  <a:lnTo>
                    <a:pt x="508159" y="1935956"/>
                  </a:lnTo>
                  <a:lnTo>
                    <a:pt x="512445" y="1935004"/>
                  </a:lnTo>
                  <a:lnTo>
                    <a:pt x="514826" y="1935004"/>
                  </a:lnTo>
                  <a:lnTo>
                    <a:pt x="515779" y="1936433"/>
                  </a:lnTo>
                  <a:lnTo>
                    <a:pt x="517208" y="1936909"/>
                  </a:lnTo>
                  <a:lnTo>
                    <a:pt x="519113" y="1936909"/>
                  </a:lnTo>
                  <a:lnTo>
                    <a:pt x="520065" y="1935956"/>
                  </a:lnTo>
                  <a:lnTo>
                    <a:pt x="521017" y="1932146"/>
                  </a:lnTo>
                  <a:lnTo>
                    <a:pt x="521970" y="1929289"/>
                  </a:lnTo>
                  <a:lnTo>
                    <a:pt x="522446" y="1928813"/>
                  </a:lnTo>
                  <a:lnTo>
                    <a:pt x="522922" y="1934051"/>
                  </a:lnTo>
                  <a:lnTo>
                    <a:pt x="523399" y="1935480"/>
                  </a:lnTo>
                  <a:lnTo>
                    <a:pt x="524351" y="1935956"/>
                  </a:lnTo>
                  <a:lnTo>
                    <a:pt x="533400" y="1936909"/>
                  </a:lnTo>
                  <a:lnTo>
                    <a:pt x="538639" y="1935480"/>
                  </a:lnTo>
                  <a:lnTo>
                    <a:pt x="541020" y="1932146"/>
                  </a:lnTo>
                  <a:lnTo>
                    <a:pt x="542449" y="1928813"/>
                  </a:lnTo>
                  <a:lnTo>
                    <a:pt x="542925" y="1926431"/>
                  </a:lnTo>
                  <a:lnTo>
                    <a:pt x="542449" y="1924526"/>
                  </a:lnTo>
                  <a:lnTo>
                    <a:pt x="542925" y="1922621"/>
                  </a:lnTo>
                  <a:lnTo>
                    <a:pt x="545306" y="1919764"/>
                  </a:lnTo>
                  <a:lnTo>
                    <a:pt x="544830" y="1921669"/>
                  </a:lnTo>
                  <a:lnTo>
                    <a:pt x="545306" y="1926431"/>
                  </a:lnTo>
                  <a:lnTo>
                    <a:pt x="545306" y="1928813"/>
                  </a:lnTo>
                  <a:lnTo>
                    <a:pt x="544830" y="1930241"/>
                  </a:lnTo>
                  <a:lnTo>
                    <a:pt x="542449" y="1934528"/>
                  </a:lnTo>
                  <a:lnTo>
                    <a:pt x="538163" y="1939766"/>
                  </a:lnTo>
                  <a:lnTo>
                    <a:pt x="538639" y="1942148"/>
                  </a:lnTo>
                  <a:lnTo>
                    <a:pt x="540544" y="1942624"/>
                  </a:lnTo>
                  <a:lnTo>
                    <a:pt x="542449" y="1945005"/>
                  </a:lnTo>
                  <a:lnTo>
                    <a:pt x="542449" y="1946910"/>
                  </a:lnTo>
                  <a:lnTo>
                    <a:pt x="547688" y="1955006"/>
                  </a:lnTo>
                  <a:lnTo>
                    <a:pt x="547688" y="1957388"/>
                  </a:lnTo>
                  <a:lnTo>
                    <a:pt x="550545" y="1960245"/>
                  </a:lnTo>
                  <a:lnTo>
                    <a:pt x="558165" y="1966913"/>
                  </a:lnTo>
                  <a:lnTo>
                    <a:pt x="560546" y="1968341"/>
                  </a:lnTo>
                  <a:lnTo>
                    <a:pt x="564833" y="1968818"/>
                  </a:lnTo>
                  <a:lnTo>
                    <a:pt x="569595" y="1967865"/>
                  </a:lnTo>
                  <a:lnTo>
                    <a:pt x="572452" y="1965008"/>
                  </a:lnTo>
                  <a:lnTo>
                    <a:pt x="574834" y="1964055"/>
                  </a:lnTo>
                  <a:lnTo>
                    <a:pt x="575310" y="1963103"/>
                  </a:lnTo>
                  <a:lnTo>
                    <a:pt x="575310" y="1959769"/>
                  </a:lnTo>
                  <a:lnTo>
                    <a:pt x="575786" y="1958816"/>
                  </a:lnTo>
                  <a:lnTo>
                    <a:pt x="579120" y="1955483"/>
                  </a:lnTo>
                  <a:lnTo>
                    <a:pt x="579120" y="1954054"/>
                  </a:lnTo>
                  <a:lnTo>
                    <a:pt x="576263" y="1950244"/>
                  </a:lnTo>
                  <a:lnTo>
                    <a:pt x="576739" y="1950244"/>
                  </a:lnTo>
                  <a:lnTo>
                    <a:pt x="578644" y="1950720"/>
                  </a:lnTo>
                  <a:lnTo>
                    <a:pt x="580549" y="1952149"/>
                  </a:lnTo>
                  <a:lnTo>
                    <a:pt x="581977" y="1953578"/>
                  </a:lnTo>
                  <a:lnTo>
                    <a:pt x="581977" y="1954530"/>
                  </a:lnTo>
                  <a:lnTo>
                    <a:pt x="580549" y="1956435"/>
                  </a:lnTo>
                  <a:lnTo>
                    <a:pt x="578644" y="1957388"/>
                  </a:lnTo>
                  <a:lnTo>
                    <a:pt x="578168" y="1958816"/>
                  </a:lnTo>
                  <a:lnTo>
                    <a:pt x="578168" y="1966913"/>
                  </a:lnTo>
                  <a:lnTo>
                    <a:pt x="579120" y="1969294"/>
                  </a:lnTo>
                  <a:lnTo>
                    <a:pt x="581025" y="1971675"/>
                  </a:lnTo>
                  <a:lnTo>
                    <a:pt x="582930" y="1972628"/>
                  </a:lnTo>
                  <a:lnTo>
                    <a:pt x="584835" y="1972628"/>
                  </a:lnTo>
                  <a:lnTo>
                    <a:pt x="589121" y="1971675"/>
                  </a:lnTo>
                  <a:lnTo>
                    <a:pt x="588169" y="1972628"/>
                  </a:lnTo>
                  <a:lnTo>
                    <a:pt x="583883" y="1975485"/>
                  </a:lnTo>
                  <a:lnTo>
                    <a:pt x="581025" y="1975961"/>
                  </a:lnTo>
                  <a:lnTo>
                    <a:pt x="580072" y="1973580"/>
                  </a:lnTo>
                  <a:lnTo>
                    <a:pt x="577691" y="1970246"/>
                  </a:lnTo>
                  <a:lnTo>
                    <a:pt x="576263" y="1969294"/>
                  </a:lnTo>
                  <a:lnTo>
                    <a:pt x="575310" y="1969294"/>
                  </a:lnTo>
                  <a:lnTo>
                    <a:pt x="574358" y="1970246"/>
                  </a:lnTo>
                  <a:lnTo>
                    <a:pt x="573405" y="1972628"/>
                  </a:lnTo>
                  <a:lnTo>
                    <a:pt x="574358" y="1975009"/>
                  </a:lnTo>
                  <a:lnTo>
                    <a:pt x="577215" y="1977866"/>
                  </a:lnTo>
                  <a:lnTo>
                    <a:pt x="579120" y="1979771"/>
                  </a:lnTo>
                  <a:lnTo>
                    <a:pt x="580072" y="1980248"/>
                  </a:lnTo>
                  <a:lnTo>
                    <a:pt x="591026" y="1984058"/>
                  </a:lnTo>
                  <a:lnTo>
                    <a:pt x="591979" y="1984058"/>
                  </a:lnTo>
                  <a:lnTo>
                    <a:pt x="594360" y="1982153"/>
                  </a:lnTo>
                  <a:lnTo>
                    <a:pt x="595789" y="1982629"/>
                  </a:lnTo>
                  <a:lnTo>
                    <a:pt x="598170" y="1981676"/>
                  </a:lnTo>
                  <a:lnTo>
                    <a:pt x="598646" y="1979295"/>
                  </a:lnTo>
                  <a:lnTo>
                    <a:pt x="598170" y="1977866"/>
                  </a:lnTo>
                  <a:lnTo>
                    <a:pt x="598646" y="1976438"/>
                  </a:lnTo>
                  <a:lnTo>
                    <a:pt x="603409" y="1972151"/>
                  </a:lnTo>
                  <a:lnTo>
                    <a:pt x="603885" y="1972628"/>
                  </a:lnTo>
                  <a:lnTo>
                    <a:pt x="603409" y="1974056"/>
                  </a:lnTo>
                  <a:lnTo>
                    <a:pt x="602456" y="1976438"/>
                  </a:lnTo>
                  <a:lnTo>
                    <a:pt x="601504" y="1983105"/>
                  </a:lnTo>
                  <a:lnTo>
                    <a:pt x="601027" y="1985486"/>
                  </a:lnTo>
                  <a:lnTo>
                    <a:pt x="600075" y="1985963"/>
                  </a:lnTo>
                  <a:lnTo>
                    <a:pt x="600075" y="1986439"/>
                  </a:lnTo>
                  <a:lnTo>
                    <a:pt x="600551" y="1986915"/>
                  </a:lnTo>
                  <a:lnTo>
                    <a:pt x="603885" y="1986915"/>
                  </a:lnTo>
                  <a:lnTo>
                    <a:pt x="609124" y="1987868"/>
                  </a:lnTo>
                  <a:lnTo>
                    <a:pt x="611029" y="1987391"/>
                  </a:lnTo>
                  <a:lnTo>
                    <a:pt x="613886" y="1984534"/>
                  </a:lnTo>
                  <a:lnTo>
                    <a:pt x="612934" y="1987868"/>
                  </a:lnTo>
                  <a:lnTo>
                    <a:pt x="611981" y="1989296"/>
                  </a:lnTo>
                  <a:lnTo>
                    <a:pt x="607695" y="1989296"/>
                  </a:lnTo>
                  <a:lnTo>
                    <a:pt x="603885" y="1989773"/>
                  </a:lnTo>
                  <a:lnTo>
                    <a:pt x="602456" y="1990725"/>
                  </a:lnTo>
                  <a:lnTo>
                    <a:pt x="603885" y="1992630"/>
                  </a:lnTo>
                  <a:lnTo>
                    <a:pt x="603885" y="1995964"/>
                  </a:lnTo>
                  <a:lnTo>
                    <a:pt x="604361" y="1996916"/>
                  </a:lnTo>
                  <a:lnTo>
                    <a:pt x="605314" y="1997393"/>
                  </a:lnTo>
                  <a:lnTo>
                    <a:pt x="607695" y="1996916"/>
                  </a:lnTo>
                  <a:lnTo>
                    <a:pt x="607695" y="1997393"/>
                  </a:lnTo>
                  <a:lnTo>
                    <a:pt x="606743" y="1998821"/>
                  </a:lnTo>
                  <a:lnTo>
                    <a:pt x="606266" y="2000250"/>
                  </a:lnTo>
                  <a:lnTo>
                    <a:pt x="607219" y="2003108"/>
                  </a:lnTo>
                  <a:lnTo>
                    <a:pt x="607695" y="2003584"/>
                  </a:lnTo>
                  <a:lnTo>
                    <a:pt x="608171" y="2003584"/>
                  </a:lnTo>
                  <a:lnTo>
                    <a:pt x="608647" y="2003108"/>
                  </a:lnTo>
                  <a:lnTo>
                    <a:pt x="609600" y="2001203"/>
                  </a:lnTo>
                  <a:lnTo>
                    <a:pt x="610552" y="2000250"/>
                  </a:lnTo>
                  <a:lnTo>
                    <a:pt x="611981" y="1999774"/>
                  </a:lnTo>
                  <a:lnTo>
                    <a:pt x="613410" y="1999774"/>
                  </a:lnTo>
                  <a:lnTo>
                    <a:pt x="616744" y="2001679"/>
                  </a:lnTo>
                  <a:lnTo>
                    <a:pt x="618172" y="2003108"/>
                  </a:lnTo>
                  <a:lnTo>
                    <a:pt x="723424" y="2003108"/>
                  </a:lnTo>
                  <a:lnTo>
                    <a:pt x="737711" y="2003108"/>
                  </a:lnTo>
                  <a:lnTo>
                    <a:pt x="1073468" y="2003108"/>
                  </a:lnTo>
                  <a:lnTo>
                    <a:pt x="1087755" y="2003108"/>
                  </a:lnTo>
                  <a:lnTo>
                    <a:pt x="1421606" y="2003108"/>
                  </a:lnTo>
                  <a:lnTo>
                    <a:pt x="1435894" y="2003108"/>
                  </a:lnTo>
                  <a:lnTo>
                    <a:pt x="1552099" y="2003108"/>
                  </a:lnTo>
                  <a:lnTo>
                    <a:pt x="1560195" y="2003108"/>
                  </a:lnTo>
                  <a:lnTo>
                    <a:pt x="1560195" y="1994059"/>
                  </a:lnTo>
                  <a:lnTo>
                    <a:pt x="1560195" y="1986915"/>
                  </a:lnTo>
                  <a:lnTo>
                    <a:pt x="1567339" y="1987868"/>
                  </a:lnTo>
                  <a:lnTo>
                    <a:pt x="1569720" y="1989296"/>
                  </a:lnTo>
                  <a:lnTo>
                    <a:pt x="1570196" y="1989773"/>
                  </a:lnTo>
                  <a:lnTo>
                    <a:pt x="1570196" y="1991678"/>
                  </a:lnTo>
                  <a:lnTo>
                    <a:pt x="1570673" y="1997869"/>
                  </a:lnTo>
                  <a:lnTo>
                    <a:pt x="1572101" y="2003108"/>
                  </a:lnTo>
                  <a:lnTo>
                    <a:pt x="1574959" y="2009299"/>
                  </a:lnTo>
                  <a:lnTo>
                    <a:pt x="1574959" y="2009299"/>
                  </a:lnTo>
                  <a:lnTo>
                    <a:pt x="1575435" y="2011680"/>
                  </a:lnTo>
                  <a:lnTo>
                    <a:pt x="1576387" y="2013109"/>
                  </a:lnTo>
                  <a:lnTo>
                    <a:pt x="1578293" y="2014538"/>
                  </a:lnTo>
                  <a:lnTo>
                    <a:pt x="1585436" y="2016443"/>
                  </a:lnTo>
                  <a:lnTo>
                    <a:pt x="1597819" y="2018348"/>
                  </a:lnTo>
                  <a:lnTo>
                    <a:pt x="1604962" y="2020729"/>
                  </a:lnTo>
                  <a:lnTo>
                    <a:pt x="1606391" y="2023110"/>
                  </a:lnTo>
                  <a:lnTo>
                    <a:pt x="1609725" y="2024063"/>
                  </a:lnTo>
                  <a:lnTo>
                    <a:pt x="1614487" y="2023586"/>
                  </a:lnTo>
                  <a:lnTo>
                    <a:pt x="1617821" y="2022634"/>
                  </a:lnTo>
                  <a:lnTo>
                    <a:pt x="1620679" y="2020253"/>
                  </a:lnTo>
                  <a:lnTo>
                    <a:pt x="1624965" y="2019776"/>
                  </a:lnTo>
                  <a:lnTo>
                    <a:pt x="1628299" y="2019776"/>
                  </a:lnTo>
                  <a:lnTo>
                    <a:pt x="1631633" y="2020253"/>
                  </a:lnTo>
                  <a:lnTo>
                    <a:pt x="1633537" y="2020729"/>
                  </a:lnTo>
                  <a:lnTo>
                    <a:pt x="1638776" y="2022634"/>
                  </a:lnTo>
                  <a:lnTo>
                    <a:pt x="1642110" y="2024063"/>
                  </a:lnTo>
                  <a:lnTo>
                    <a:pt x="1647349" y="2026920"/>
                  </a:lnTo>
                  <a:lnTo>
                    <a:pt x="1650206" y="2028349"/>
                  </a:lnTo>
                  <a:lnTo>
                    <a:pt x="1651635" y="2031206"/>
                  </a:lnTo>
                  <a:lnTo>
                    <a:pt x="1653064" y="2035016"/>
                  </a:lnTo>
                  <a:lnTo>
                    <a:pt x="1655445" y="2035016"/>
                  </a:lnTo>
                  <a:lnTo>
                    <a:pt x="1657350" y="2032635"/>
                  </a:lnTo>
                  <a:lnTo>
                    <a:pt x="1661636" y="2032159"/>
                  </a:lnTo>
                  <a:lnTo>
                    <a:pt x="1667351" y="2033588"/>
                  </a:lnTo>
                  <a:lnTo>
                    <a:pt x="1672114" y="2037874"/>
                  </a:lnTo>
                  <a:lnTo>
                    <a:pt x="1679258" y="2041684"/>
                  </a:lnTo>
                  <a:lnTo>
                    <a:pt x="1683544" y="2043589"/>
                  </a:lnTo>
                  <a:lnTo>
                    <a:pt x="1687830" y="2043589"/>
                  </a:lnTo>
                  <a:lnTo>
                    <a:pt x="1693545" y="2041684"/>
                  </a:lnTo>
                  <a:lnTo>
                    <a:pt x="1699736" y="2037874"/>
                  </a:lnTo>
                  <a:lnTo>
                    <a:pt x="1704023" y="2037398"/>
                  </a:lnTo>
                  <a:lnTo>
                    <a:pt x="1706404" y="2037874"/>
                  </a:lnTo>
                  <a:lnTo>
                    <a:pt x="1707833" y="2040731"/>
                  </a:lnTo>
                  <a:lnTo>
                    <a:pt x="1709737" y="2041684"/>
                  </a:lnTo>
                  <a:lnTo>
                    <a:pt x="1714500" y="2041208"/>
                  </a:lnTo>
                  <a:lnTo>
                    <a:pt x="1724025" y="2041684"/>
                  </a:lnTo>
                  <a:lnTo>
                    <a:pt x="1731645" y="2040731"/>
                  </a:lnTo>
                  <a:lnTo>
                    <a:pt x="1733550" y="2042636"/>
                  </a:lnTo>
                  <a:lnTo>
                    <a:pt x="1734979" y="2045494"/>
                  </a:lnTo>
                  <a:lnTo>
                    <a:pt x="1738312" y="2046446"/>
                  </a:lnTo>
                  <a:lnTo>
                    <a:pt x="1742599" y="2045494"/>
                  </a:lnTo>
                  <a:lnTo>
                    <a:pt x="1749266" y="2045970"/>
                  </a:lnTo>
                  <a:lnTo>
                    <a:pt x="1750219" y="2045494"/>
                  </a:lnTo>
                  <a:lnTo>
                    <a:pt x="1753552" y="2042160"/>
                  </a:lnTo>
                  <a:lnTo>
                    <a:pt x="1754029" y="2041684"/>
                  </a:lnTo>
                  <a:lnTo>
                    <a:pt x="1757362" y="2040731"/>
                  </a:lnTo>
                  <a:lnTo>
                    <a:pt x="1758315" y="2039303"/>
                  </a:lnTo>
                  <a:lnTo>
                    <a:pt x="1758791" y="2037398"/>
                  </a:lnTo>
                  <a:lnTo>
                    <a:pt x="1760220" y="2034064"/>
                  </a:lnTo>
                  <a:lnTo>
                    <a:pt x="1761173" y="2032635"/>
                  </a:lnTo>
                  <a:lnTo>
                    <a:pt x="1761649" y="2031206"/>
                  </a:lnTo>
                  <a:lnTo>
                    <a:pt x="1761173" y="2029778"/>
                  </a:lnTo>
                  <a:lnTo>
                    <a:pt x="1761173" y="2028349"/>
                  </a:lnTo>
                  <a:lnTo>
                    <a:pt x="1762125" y="2026920"/>
                  </a:lnTo>
                  <a:lnTo>
                    <a:pt x="1765935" y="2025015"/>
                  </a:lnTo>
                  <a:lnTo>
                    <a:pt x="1776412" y="2021205"/>
                  </a:lnTo>
                  <a:lnTo>
                    <a:pt x="1776889" y="2021681"/>
                  </a:lnTo>
                  <a:lnTo>
                    <a:pt x="1774984" y="2024539"/>
                  </a:lnTo>
                  <a:lnTo>
                    <a:pt x="1773079" y="2029778"/>
                  </a:lnTo>
                  <a:lnTo>
                    <a:pt x="1772602" y="2029778"/>
                  </a:lnTo>
                  <a:lnTo>
                    <a:pt x="1772126" y="2030254"/>
                  </a:lnTo>
                  <a:lnTo>
                    <a:pt x="1771650" y="2031206"/>
                  </a:lnTo>
                  <a:lnTo>
                    <a:pt x="1773079" y="2031206"/>
                  </a:lnTo>
                  <a:lnTo>
                    <a:pt x="1776889" y="2029778"/>
                  </a:lnTo>
                  <a:lnTo>
                    <a:pt x="1778318" y="2029301"/>
                  </a:lnTo>
                  <a:lnTo>
                    <a:pt x="1778794" y="2027873"/>
                  </a:lnTo>
                  <a:lnTo>
                    <a:pt x="1779270" y="2025015"/>
                  </a:lnTo>
                  <a:lnTo>
                    <a:pt x="1780223" y="2023586"/>
                  </a:lnTo>
                  <a:lnTo>
                    <a:pt x="1781175" y="2023110"/>
                  </a:lnTo>
                  <a:lnTo>
                    <a:pt x="1781651" y="2021681"/>
                  </a:lnTo>
                  <a:lnTo>
                    <a:pt x="1782127" y="2019300"/>
                  </a:lnTo>
                  <a:lnTo>
                    <a:pt x="1783080" y="2017871"/>
                  </a:lnTo>
                  <a:lnTo>
                    <a:pt x="1784509" y="2017395"/>
                  </a:lnTo>
                  <a:lnTo>
                    <a:pt x="1784985" y="2016443"/>
                  </a:lnTo>
                  <a:lnTo>
                    <a:pt x="1784985" y="2015490"/>
                  </a:lnTo>
                  <a:lnTo>
                    <a:pt x="1785461" y="2012633"/>
                  </a:lnTo>
                  <a:lnTo>
                    <a:pt x="1785937" y="2011204"/>
                  </a:lnTo>
                  <a:lnTo>
                    <a:pt x="1786890" y="2009299"/>
                  </a:lnTo>
                  <a:lnTo>
                    <a:pt x="1788319" y="2008823"/>
                  </a:lnTo>
                  <a:lnTo>
                    <a:pt x="1790224" y="2008823"/>
                  </a:lnTo>
                  <a:lnTo>
                    <a:pt x="1791652" y="2009775"/>
                  </a:lnTo>
                  <a:lnTo>
                    <a:pt x="1792605" y="2011680"/>
                  </a:lnTo>
                  <a:lnTo>
                    <a:pt x="1792605" y="2013109"/>
                  </a:lnTo>
                  <a:lnTo>
                    <a:pt x="1792129" y="2014538"/>
                  </a:lnTo>
                  <a:lnTo>
                    <a:pt x="1790224" y="2016919"/>
                  </a:lnTo>
                  <a:lnTo>
                    <a:pt x="1784509" y="2022634"/>
                  </a:lnTo>
                  <a:lnTo>
                    <a:pt x="1784033" y="2024063"/>
                  </a:lnTo>
                  <a:lnTo>
                    <a:pt x="1784509" y="2025015"/>
                  </a:lnTo>
                  <a:lnTo>
                    <a:pt x="1784985" y="2025968"/>
                  </a:lnTo>
                  <a:lnTo>
                    <a:pt x="1785461" y="2025968"/>
                  </a:lnTo>
                  <a:lnTo>
                    <a:pt x="1786890" y="2025015"/>
                  </a:lnTo>
                  <a:lnTo>
                    <a:pt x="1787366" y="2024063"/>
                  </a:lnTo>
                  <a:lnTo>
                    <a:pt x="1787366" y="2023110"/>
                  </a:lnTo>
                  <a:lnTo>
                    <a:pt x="1787843" y="2022158"/>
                  </a:lnTo>
                  <a:lnTo>
                    <a:pt x="1788795" y="2020729"/>
                  </a:lnTo>
                  <a:lnTo>
                    <a:pt x="1789748" y="2020253"/>
                  </a:lnTo>
                  <a:lnTo>
                    <a:pt x="1790224" y="2020729"/>
                  </a:lnTo>
                  <a:lnTo>
                    <a:pt x="1791176" y="2020729"/>
                  </a:lnTo>
                  <a:lnTo>
                    <a:pt x="1792605" y="2019776"/>
                  </a:lnTo>
                  <a:lnTo>
                    <a:pt x="1795462" y="2019300"/>
                  </a:lnTo>
                  <a:lnTo>
                    <a:pt x="1795939" y="2019300"/>
                  </a:lnTo>
                  <a:lnTo>
                    <a:pt x="1799273" y="2015490"/>
                  </a:lnTo>
                  <a:lnTo>
                    <a:pt x="1800225" y="2013109"/>
                  </a:lnTo>
                  <a:lnTo>
                    <a:pt x="1800225" y="2011204"/>
                  </a:lnTo>
                  <a:lnTo>
                    <a:pt x="1798796" y="2009299"/>
                  </a:lnTo>
                  <a:lnTo>
                    <a:pt x="1795939" y="2007394"/>
                  </a:lnTo>
                  <a:lnTo>
                    <a:pt x="1794986" y="2005013"/>
                  </a:lnTo>
                  <a:lnTo>
                    <a:pt x="1794986" y="2004060"/>
                  </a:lnTo>
                  <a:lnTo>
                    <a:pt x="1794510" y="2002631"/>
                  </a:lnTo>
                  <a:lnTo>
                    <a:pt x="1794986" y="2002155"/>
                  </a:lnTo>
                  <a:lnTo>
                    <a:pt x="1796415" y="2002631"/>
                  </a:lnTo>
                  <a:lnTo>
                    <a:pt x="1797844" y="2002631"/>
                  </a:lnTo>
                  <a:lnTo>
                    <a:pt x="1798796" y="2001679"/>
                  </a:lnTo>
                  <a:lnTo>
                    <a:pt x="1800701" y="2001679"/>
                  </a:lnTo>
                  <a:lnTo>
                    <a:pt x="1802130" y="2001679"/>
                  </a:lnTo>
                  <a:lnTo>
                    <a:pt x="1804035" y="2003584"/>
                  </a:lnTo>
                  <a:lnTo>
                    <a:pt x="1811179" y="2005489"/>
                  </a:lnTo>
                  <a:lnTo>
                    <a:pt x="1813560" y="2006441"/>
                  </a:lnTo>
                  <a:lnTo>
                    <a:pt x="1816894" y="2007394"/>
                  </a:lnTo>
                  <a:lnTo>
                    <a:pt x="1817846" y="2007870"/>
                  </a:lnTo>
                  <a:lnTo>
                    <a:pt x="1818323" y="2008823"/>
                  </a:lnTo>
                  <a:lnTo>
                    <a:pt x="1819275" y="2009299"/>
                  </a:lnTo>
                  <a:lnTo>
                    <a:pt x="1821180" y="2009299"/>
                  </a:lnTo>
                  <a:lnTo>
                    <a:pt x="1823085" y="2009775"/>
                  </a:lnTo>
                  <a:lnTo>
                    <a:pt x="1826419" y="2011204"/>
                  </a:lnTo>
                  <a:lnTo>
                    <a:pt x="1829276" y="2012156"/>
                  </a:lnTo>
                  <a:lnTo>
                    <a:pt x="1834039" y="2012156"/>
                  </a:lnTo>
                  <a:lnTo>
                    <a:pt x="1836420" y="2011680"/>
                  </a:lnTo>
                  <a:lnTo>
                    <a:pt x="1840706" y="2012156"/>
                  </a:lnTo>
                  <a:lnTo>
                    <a:pt x="1843087" y="2012156"/>
                  </a:lnTo>
                  <a:lnTo>
                    <a:pt x="1845469" y="2010728"/>
                  </a:lnTo>
                  <a:lnTo>
                    <a:pt x="1847374" y="2010251"/>
                  </a:lnTo>
                  <a:lnTo>
                    <a:pt x="1849279" y="2010728"/>
                  </a:lnTo>
                  <a:lnTo>
                    <a:pt x="1850231" y="2011680"/>
                  </a:lnTo>
                  <a:lnTo>
                    <a:pt x="1851660" y="2012633"/>
                  </a:lnTo>
                  <a:lnTo>
                    <a:pt x="1855946" y="2012156"/>
                  </a:lnTo>
                  <a:lnTo>
                    <a:pt x="1856899" y="2012633"/>
                  </a:lnTo>
                  <a:lnTo>
                    <a:pt x="1858327" y="2013585"/>
                  </a:lnTo>
                  <a:lnTo>
                    <a:pt x="1858327" y="2014538"/>
                  </a:lnTo>
                  <a:lnTo>
                    <a:pt x="1858804" y="2015490"/>
                  </a:lnTo>
                  <a:lnTo>
                    <a:pt x="1860233" y="2017871"/>
                  </a:lnTo>
                  <a:lnTo>
                    <a:pt x="1860709" y="2018824"/>
                  </a:lnTo>
                  <a:lnTo>
                    <a:pt x="1861661" y="2019776"/>
                  </a:lnTo>
                  <a:lnTo>
                    <a:pt x="1862614" y="2022158"/>
                  </a:lnTo>
                  <a:lnTo>
                    <a:pt x="1863090" y="2025491"/>
                  </a:lnTo>
                  <a:lnTo>
                    <a:pt x="1864043" y="2027396"/>
                  </a:lnTo>
                  <a:lnTo>
                    <a:pt x="1864995" y="2028349"/>
                  </a:lnTo>
                  <a:lnTo>
                    <a:pt x="1865471" y="2029301"/>
                  </a:lnTo>
                  <a:lnTo>
                    <a:pt x="1866424" y="2032635"/>
                  </a:lnTo>
                  <a:lnTo>
                    <a:pt x="1868329" y="2036445"/>
                  </a:lnTo>
                  <a:lnTo>
                    <a:pt x="1871186" y="2040255"/>
                  </a:lnTo>
                  <a:lnTo>
                    <a:pt x="1874996" y="2044065"/>
                  </a:lnTo>
                  <a:lnTo>
                    <a:pt x="1879759" y="2046446"/>
                  </a:lnTo>
                  <a:lnTo>
                    <a:pt x="1885474" y="2047875"/>
                  </a:lnTo>
                  <a:lnTo>
                    <a:pt x="1890236" y="2048351"/>
                  </a:lnTo>
                  <a:lnTo>
                    <a:pt x="1894523" y="2047875"/>
                  </a:lnTo>
                  <a:lnTo>
                    <a:pt x="1900237" y="2047399"/>
                  </a:lnTo>
                  <a:lnTo>
                    <a:pt x="1907381" y="2047399"/>
                  </a:lnTo>
                  <a:lnTo>
                    <a:pt x="1911191" y="2047875"/>
                  </a:lnTo>
                  <a:lnTo>
                    <a:pt x="1911668" y="2048828"/>
                  </a:lnTo>
                  <a:lnTo>
                    <a:pt x="1911191" y="2050256"/>
                  </a:lnTo>
                  <a:lnTo>
                    <a:pt x="1909762" y="2052161"/>
                  </a:lnTo>
                  <a:lnTo>
                    <a:pt x="1909762" y="2053114"/>
                  </a:lnTo>
                  <a:lnTo>
                    <a:pt x="1909762" y="2054543"/>
                  </a:lnTo>
                  <a:lnTo>
                    <a:pt x="1908334" y="2056448"/>
                  </a:lnTo>
                  <a:lnTo>
                    <a:pt x="1907858" y="2057876"/>
                  </a:lnTo>
                  <a:lnTo>
                    <a:pt x="1907858" y="2058829"/>
                  </a:lnTo>
                  <a:lnTo>
                    <a:pt x="1907381" y="2059781"/>
                  </a:lnTo>
                  <a:lnTo>
                    <a:pt x="1906429" y="2061210"/>
                  </a:lnTo>
                  <a:lnTo>
                    <a:pt x="1906905" y="2063115"/>
                  </a:lnTo>
                  <a:lnTo>
                    <a:pt x="1908810" y="2065496"/>
                  </a:lnTo>
                  <a:lnTo>
                    <a:pt x="1911191" y="2067401"/>
                  </a:lnTo>
                  <a:lnTo>
                    <a:pt x="1914049" y="2068830"/>
                  </a:lnTo>
                  <a:lnTo>
                    <a:pt x="1915954" y="2070259"/>
                  </a:lnTo>
                  <a:lnTo>
                    <a:pt x="1916906" y="2071688"/>
                  </a:lnTo>
                  <a:lnTo>
                    <a:pt x="1917859" y="2072640"/>
                  </a:lnTo>
                  <a:lnTo>
                    <a:pt x="1918811" y="2072640"/>
                  </a:lnTo>
                  <a:lnTo>
                    <a:pt x="1919764" y="2073593"/>
                  </a:lnTo>
                  <a:lnTo>
                    <a:pt x="1920716" y="2075021"/>
                  </a:lnTo>
                  <a:lnTo>
                    <a:pt x="1919764" y="2077403"/>
                  </a:lnTo>
                  <a:lnTo>
                    <a:pt x="1917383" y="2080736"/>
                  </a:lnTo>
                  <a:lnTo>
                    <a:pt x="1916430" y="2082641"/>
                  </a:lnTo>
                  <a:lnTo>
                    <a:pt x="1916906" y="2083594"/>
                  </a:lnTo>
                  <a:lnTo>
                    <a:pt x="1915001" y="2086928"/>
                  </a:lnTo>
                  <a:lnTo>
                    <a:pt x="1915001" y="2088356"/>
                  </a:lnTo>
                  <a:lnTo>
                    <a:pt x="1915954" y="2089309"/>
                  </a:lnTo>
                  <a:lnTo>
                    <a:pt x="1919287" y="2090738"/>
                  </a:lnTo>
                  <a:lnTo>
                    <a:pt x="1920240" y="2091690"/>
                  </a:lnTo>
                  <a:lnTo>
                    <a:pt x="1921193" y="2091690"/>
                  </a:lnTo>
                  <a:lnTo>
                    <a:pt x="1921669" y="2090738"/>
                  </a:lnTo>
                  <a:lnTo>
                    <a:pt x="1923098" y="2090261"/>
                  </a:lnTo>
                  <a:lnTo>
                    <a:pt x="1925002" y="2090261"/>
                  </a:lnTo>
                  <a:lnTo>
                    <a:pt x="1926908" y="2090738"/>
                  </a:lnTo>
                  <a:lnTo>
                    <a:pt x="1928812" y="2091690"/>
                  </a:lnTo>
                  <a:lnTo>
                    <a:pt x="1929289" y="2092643"/>
                  </a:lnTo>
                  <a:lnTo>
                    <a:pt x="1928812" y="2093595"/>
                  </a:lnTo>
                  <a:lnTo>
                    <a:pt x="1927860" y="2094071"/>
                  </a:lnTo>
                  <a:lnTo>
                    <a:pt x="1925479" y="2094071"/>
                  </a:lnTo>
                  <a:lnTo>
                    <a:pt x="1924050" y="2094548"/>
                  </a:lnTo>
                  <a:lnTo>
                    <a:pt x="1923098" y="2095976"/>
                  </a:lnTo>
                  <a:lnTo>
                    <a:pt x="1922621" y="2099310"/>
                  </a:lnTo>
                  <a:lnTo>
                    <a:pt x="1923574" y="2100739"/>
                  </a:lnTo>
                  <a:lnTo>
                    <a:pt x="1924050" y="2100739"/>
                  </a:lnTo>
                  <a:lnTo>
                    <a:pt x="1924526" y="2100263"/>
                  </a:lnTo>
                  <a:lnTo>
                    <a:pt x="1925479" y="2098834"/>
                  </a:lnTo>
                  <a:lnTo>
                    <a:pt x="1926431" y="2098834"/>
                  </a:lnTo>
                  <a:lnTo>
                    <a:pt x="1927384" y="2099786"/>
                  </a:lnTo>
                  <a:lnTo>
                    <a:pt x="1926431" y="2101691"/>
                  </a:lnTo>
                  <a:lnTo>
                    <a:pt x="1923574" y="2105025"/>
                  </a:lnTo>
                  <a:lnTo>
                    <a:pt x="1923098" y="2105978"/>
                  </a:lnTo>
                  <a:lnTo>
                    <a:pt x="1923098" y="2107406"/>
                  </a:lnTo>
                  <a:lnTo>
                    <a:pt x="1925479" y="2109788"/>
                  </a:lnTo>
                  <a:lnTo>
                    <a:pt x="1926431" y="2109311"/>
                  </a:lnTo>
                  <a:lnTo>
                    <a:pt x="1926908" y="2108835"/>
                  </a:lnTo>
                  <a:lnTo>
                    <a:pt x="1927860" y="2107883"/>
                  </a:lnTo>
                  <a:lnTo>
                    <a:pt x="1930718" y="2107406"/>
                  </a:lnTo>
                  <a:lnTo>
                    <a:pt x="1934527" y="2106454"/>
                  </a:lnTo>
                  <a:lnTo>
                    <a:pt x="1936909" y="2105978"/>
                  </a:lnTo>
                  <a:lnTo>
                    <a:pt x="1938337" y="2106930"/>
                  </a:lnTo>
                  <a:lnTo>
                    <a:pt x="1939290" y="2108359"/>
                  </a:lnTo>
                  <a:lnTo>
                    <a:pt x="1939290" y="2109788"/>
                  </a:lnTo>
                  <a:lnTo>
                    <a:pt x="1938337" y="2111693"/>
                  </a:lnTo>
                  <a:lnTo>
                    <a:pt x="1938337" y="2113121"/>
                  </a:lnTo>
                  <a:lnTo>
                    <a:pt x="1938814" y="2114550"/>
                  </a:lnTo>
                  <a:lnTo>
                    <a:pt x="1940719" y="2115503"/>
                  </a:lnTo>
                  <a:lnTo>
                    <a:pt x="1944052" y="2115503"/>
                  </a:lnTo>
                  <a:lnTo>
                    <a:pt x="1945958" y="2115979"/>
                  </a:lnTo>
                  <a:lnTo>
                    <a:pt x="1946434" y="2116931"/>
                  </a:lnTo>
                  <a:lnTo>
                    <a:pt x="1946910" y="2116931"/>
                  </a:lnTo>
                  <a:lnTo>
                    <a:pt x="1953101" y="2117408"/>
                  </a:lnTo>
                  <a:lnTo>
                    <a:pt x="1955483" y="2117884"/>
                  </a:lnTo>
                  <a:lnTo>
                    <a:pt x="1956435" y="2118836"/>
                  </a:lnTo>
                  <a:lnTo>
                    <a:pt x="1960245" y="2119789"/>
                  </a:lnTo>
                  <a:lnTo>
                    <a:pt x="1975009" y="2122170"/>
                  </a:lnTo>
                  <a:lnTo>
                    <a:pt x="1979295" y="2121694"/>
                  </a:lnTo>
                  <a:lnTo>
                    <a:pt x="1985486" y="2120741"/>
                  </a:lnTo>
                  <a:lnTo>
                    <a:pt x="1987391" y="2122170"/>
                  </a:lnTo>
                  <a:lnTo>
                    <a:pt x="1988344" y="2122170"/>
                  </a:lnTo>
                  <a:lnTo>
                    <a:pt x="1989773" y="2122170"/>
                  </a:lnTo>
                  <a:lnTo>
                    <a:pt x="1998345" y="2121694"/>
                  </a:lnTo>
                  <a:lnTo>
                    <a:pt x="1999298" y="2123123"/>
                  </a:lnTo>
                  <a:lnTo>
                    <a:pt x="2003584" y="2124551"/>
                  </a:lnTo>
                  <a:lnTo>
                    <a:pt x="2006441" y="2124551"/>
                  </a:lnTo>
                  <a:lnTo>
                    <a:pt x="2009775" y="2124551"/>
                  </a:lnTo>
                  <a:lnTo>
                    <a:pt x="2016443" y="2125028"/>
                  </a:lnTo>
                  <a:lnTo>
                    <a:pt x="2017871" y="2125504"/>
                  </a:lnTo>
                  <a:lnTo>
                    <a:pt x="2017871" y="2126933"/>
                  </a:lnTo>
                  <a:lnTo>
                    <a:pt x="2017871" y="2127409"/>
                  </a:lnTo>
                  <a:lnTo>
                    <a:pt x="2018348" y="2127409"/>
                  </a:lnTo>
                  <a:lnTo>
                    <a:pt x="2019300" y="2126933"/>
                  </a:lnTo>
                  <a:lnTo>
                    <a:pt x="2020729" y="2126456"/>
                  </a:lnTo>
                  <a:lnTo>
                    <a:pt x="2021681" y="2125980"/>
                  </a:lnTo>
                  <a:lnTo>
                    <a:pt x="2022158" y="2125028"/>
                  </a:lnTo>
                  <a:lnTo>
                    <a:pt x="2023110" y="2125028"/>
                  </a:lnTo>
                  <a:lnTo>
                    <a:pt x="2025491" y="2126456"/>
                  </a:lnTo>
                  <a:lnTo>
                    <a:pt x="2025491" y="2126933"/>
                  </a:lnTo>
                  <a:lnTo>
                    <a:pt x="2022158" y="2128361"/>
                  </a:lnTo>
                  <a:lnTo>
                    <a:pt x="2022634" y="2128838"/>
                  </a:lnTo>
                  <a:lnTo>
                    <a:pt x="2022634" y="2129314"/>
                  </a:lnTo>
                  <a:lnTo>
                    <a:pt x="2023586" y="2129314"/>
                  </a:lnTo>
                  <a:lnTo>
                    <a:pt x="2023586" y="2129790"/>
                  </a:lnTo>
                  <a:lnTo>
                    <a:pt x="2022634" y="2130743"/>
                  </a:lnTo>
                  <a:lnTo>
                    <a:pt x="2023586" y="2131219"/>
                  </a:lnTo>
                  <a:lnTo>
                    <a:pt x="2026920" y="2130266"/>
                  </a:lnTo>
                  <a:lnTo>
                    <a:pt x="2028825" y="2130266"/>
                  </a:lnTo>
                  <a:lnTo>
                    <a:pt x="2033587" y="2131219"/>
                  </a:lnTo>
                  <a:lnTo>
                    <a:pt x="2035969" y="2131219"/>
                  </a:lnTo>
                  <a:lnTo>
                    <a:pt x="2037398" y="2130743"/>
                  </a:lnTo>
                  <a:lnTo>
                    <a:pt x="2037398" y="2130266"/>
                  </a:lnTo>
                  <a:lnTo>
                    <a:pt x="2037874" y="2129790"/>
                  </a:lnTo>
                  <a:lnTo>
                    <a:pt x="2038350" y="2129790"/>
                  </a:lnTo>
                  <a:lnTo>
                    <a:pt x="2038350" y="2130743"/>
                  </a:lnTo>
                  <a:lnTo>
                    <a:pt x="2038350" y="2132171"/>
                  </a:lnTo>
                  <a:lnTo>
                    <a:pt x="2040731" y="2132648"/>
                  </a:lnTo>
                  <a:lnTo>
                    <a:pt x="2045018" y="2132171"/>
                  </a:lnTo>
                  <a:lnTo>
                    <a:pt x="2047875" y="2132171"/>
                  </a:lnTo>
                  <a:lnTo>
                    <a:pt x="2050256" y="2132171"/>
                  </a:lnTo>
                  <a:lnTo>
                    <a:pt x="2050733" y="2132648"/>
                  </a:lnTo>
                  <a:lnTo>
                    <a:pt x="2051209" y="2133600"/>
                  </a:lnTo>
                  <a:lnTo>
                    <a:pt x="2053114" y="2135505"/>
                  </a:lnTo>
                  <a:lnTo>
                    <a:pt x="2053590" y="2136458"/>
                  </a:lnTo>
                  <a:lnTo>
                    <a:pt x="2054066" y="2138363"/>
                  </a:lnTo>
                  <a:lnTo>
                    <a:pt x="2055495" y="2139315"/>
                  </a:lnTo>
                  <a:lnTo>
                    <a:pt x="2055971" y="2140268"/>
                  </a:lnTo>
                  <a:lnTo>
                    <a:pt x="2055971" y="2141220"/>
                  </a:lnTo>
                  <a:lnTo>
                    <a:pt x="2056448" y="2142173"/>
                  </a:lnTo>
                  <a:lnTo>
                    <a:pt x="2057876" y="2144078"/>
                  </a:lnTo>
                  <a:lnTo>
                    <a:pt x="2059305" y="2145506"/>
                  </a:lnTo>
                  <a:lnTo>
                    <a:pt x="2060258" y="2146459"/>
                  </a:lnTo>
                  <a:lnTo>
                    <a:pt x="2060734" y="2147888"/>
                  </a:lnTo>
                  <a:lnTo>
                    <a:pt x="2061686" y="2148364"/>
                  </a:lnTo>
                  <a:lnTo>
                    <a:pt x="2063115" y="2147888"/>
                  </a:lnTo>
                  <a:lnTo>
                    <a:pt x="2063591" y="2147411"/>
                  </a:lnTo>
                  <a:lnTo>
                    <a:pt x="2063591" y="2146459"/>
                  </a:lnTo>
                  <a:lnTo>
                    <a:pt x="2064068" y="2146459"/>
                  </a:lnTo>
                  <a:lnTo>
                    <a:pt x="2065020" y="2148364"/>
                  </a:lnTo>
                  <a:lnTo>
                    <a:pt x="2065020" y="2151221"/>
                  </a:lnTo>
                  <a:lnTo>
                    <a:pt x="2065020" y="2153126"/>
                  </a:lnTo>
                  <a:lnTo>
                    <a:pt x="2066449" y="2155508"/>
                  </a:lnTo>
                  <a:lnTo>
                    <a:pt x="2067877" y="2155984"/>
                  </a:lnTo>
                  <a:lnTo>
                    <a:pt x="2068830" y="2156936"/>
                  </a:lnTo>
                  <a:lnTo>
                    <a:pt x="2072164" y="2157413"/>
                  </a:lnTo>
                  <a:lnTo>
                    <a:pt x="2072640" y="2157413"/>
                  </a:lnTo>
                  <a:lnTo>
                    <a:pt x="2072164" y="2155984"/>
                  </a:lnTo>
                  <a:lnTo>
                    <a:pt x="2072640" y="2155508"/>
                  </a:lnTo>
                  <a:lnTo>
                    <a:pt x="2073593" y="2155508"/>
                  </a:lnTo>
                  <a:lnTo>
                    <a:pt x="2075498" y="2155508"/>
                  </a:lnTo>
                  <a:lnTo>
                    <a:pt x="2076450" y="2156460"/>
                  </a:lnTo>
                  <a:lnTo>
                    <a:pt x="2076926" y="2157889"/>
                  </a:lnTo>
                  <a:lnTo>
                    <a:pt x="2076450" y="2159794"/>
                  </a:lnTo>
                  <a:lnTo>
                    <a:pt x="2074545" y="2161699"/>
                  </a:lnTo>
                  <a:lnTo>
                    <a:pt x="2074069" y="2163128"/>
                  </a:lnTo>
                  <a:lnTo>
                    <a:pt x="2074545" y="2164080"/>
                  </a:lnTo>
                  <a:lnTo>
                    <a:pt x="2075021" y="2164080"/>
                  </a:lnTo>
                  <a:lnTo>
                    <a:pt x="2075498" y="2163604"/>
                  </a:lnTo>
                  <a:lnTo>
                    <a:pt x="2076450" y="2164080"/>
                  </a:lnTo>
                  <a:lnTo>
                    <a:pt x="2077402" y="2165033"/>
                  </a:lnTo>
                  <a:lnTo>
                    <a:pt x="2077879" y="2165985"/>
                  </a:lnTo>
                  <a:lnTo>
                    <a:pt x="2077402" y="2166938"/>
                  </a:lnTo>
                  <a:lnTo>
                    <a:pt x="2075498" y="2167414"/>
                  </a:lnTo>
                  <a:lnTo>
                    <a:pt x="2075498" y="2167890"/>
                  </a:lnTo>
                  <a:lnTo>
                    <a:pt x="2077879" y="2169319"/>
                  </a:lnTo>
                  <a:lnTo>
                    <a:pt x="2079784" y="2171224"/>
                  </a:lnTo>
                  <a:lnTo>
                    <a:pt x="2080736" y="2171224"/>
                  </a:lnTo>
                  <a:lnTo>
                    <a:pt x="2081212" y="2171700"/>
                  </a:lnTo>
                  <a:lnTo>
                    <a:pt x="2081212" y="2172653"/>
                  </a:lnTo>
                  <a:lnTo>
                    <a:pt x="2082165" y="2173605"/>
                  </a:lnTo>
                  <a:lnTo>
                    <a:pt x="2084546" y="2174558"/>
                  </a:lnTo>
                  <a:lnTo>
                    <a:pt x="2085499" y="2176939"/>
                  </a:lnTo>
                  <a:lnTo>
                    <a:pt x="2085975" y="2178368"/>
                  </a:lnTo>
                  <a:lnTo>
                    <a:pt x="2086451" y="2179796"/>
                  </a:lnTo>
                  <a:lnTo>
                    <a:pt x="2087404" y="2179796"/>
                  </a:lnTo>
                  <a:lnTo>
                    <a:pt x="2087880" y="2179320"/>
                  </a:lnTo>
                  <a:lnTo>
                    <a:pt x="2087880" y="2177891"/>
                  </a:lnTo>
                  <a:lnTo>
                    <a:pt x="2089309" y="2177415"/>
                  </a:lnTo>
                  <a:lnTo>
                    <a:pt x="2089309" y="2177891"/>
                  </a:lnTo>
                  <a:lnTo>
                    <a:pt x="2088356" y="2179320"/>
                  </a:lnTo>
                  <a:lnTo>
                    <a:pt x="2088356" y="2180749"/>
                  </a:lnTo>
                  <a:lnTo>
                    <a:pt x="2089309" y="2181701"/>
                  </a:lnTo>
                  <a:lnTo>
                    <a:pt x="2087880" y="2182178"/>
                  </a:lnTo>
                  <a:lnTo>
                    <a:pt x="2084070" y="2181701"/>
                  </a:lnTo>
                  <a:lnTo>
                    <a:pt x="2082165" y="2180273"/>
                  </a:lnTo>
                  <a:lnTo>
                    <a:pt x="2081689" y="2179796"/>
                  </a:lnTo>
                  <a:lnTo>
                    <a:pt x="2080736" y="2179796"/>
                  </a:lnTo>
                  <a:lnTo>
                    <a:pt x="2080260" y="2179320"/>
                  </a:lnTo>
                  <a:lnTo>
                    <a:pt x="2080736" y="2177891"/>
                  </a:lnTo>
                  <a:lnTo>
                    <a:pt x="2078355" y="2176939"/>
                  </a:lnTo>
                  <a:lnTo>
                    <a:pt x="2075974" y="2177415"/>
                  </a:lnTo>
                  <a:lnTo>
                    <a:pt x="2073593" y="2178368"/>
                  </a:lnTo>
                  <a:lnTo>
                    <a:pt x="2072164" y="2179320"/>
                  </a:lnTo>
                  <a:lnTo>
                    <a:pt x="2072164" y="2180749"/>
                  </a:lnTo>
                  <a:lnTo>
                    <a:pt x="2073116" y="2182178"/>
                  </a:lnTo>
                  <a:lnTo>
                    <a:pt x="2075021" y="2183606"/>
                  </a:lnTo>
                  <a:lnTo>
                    <a:pt x="2075974" y="2185988"/>
                  </a:lnTo>
                  <a:lnTo>
                    <a:pt x="2075498" y="2189321"/>
                  </a:lnTo>
                  <a:lnTo>
                    <a:pt x="2074545" y="2191703"/>
                  </a:lnTo>
                  <a:lnTo>
                    <a:pt x="2073116" y="2192655"/>
                  </a:lnTo>
                  <a:lnTo>
                    <a:pt x="2068354" y="2191703"/>
                  </a:lnTo>
                  <a:lnTo>
                    <a:pt x="2060258" y="2188845"/>
                  </a:lnTo>
                  <a:lnTo>
                    <a:pt x="2055971" y="2186464"/>
                  </a:lnTo>
                  <a:lnTo>
                    <a:pt x="2054066" y="2183130"/>
                  </a:lnTo>
                  <a:lnTo>
                    <a:pt x="2053590" y="2183130"/>
                  </a:lnTo>
                  <a:lnTo>
                    <a:pt x="2049304" y="2184083"/>
                  </a:lnTo>
                  <a:lnTo>
                    <a:pt x="2046923" y="2185511"/>
                  </a:lnTo>
                  <a:lnTo>
                    <a:pt x="2045018" y="2187416"/>
                  </a:lnTo>
                  <a:lnTo>
                    <a:pt x="2044541" y="2186940"/>
                  </a:lnTo>
                  <a:lnTo>
                    <a:pt x="2045494" y="2183606"/>
                  </a:lnTo>
                  <a:lnTo>
                    <a:pt x="2045970" y="2181701"/>
                  </a:lnTo>
                  <a:lnTo>
                    <a:pt x="2045970" y="2180749"/>
                  </a:lnTo>
                  <a:lnTo>
                    <a:pt x="2045018" y="2180273"/>
                  </a:lnTo>
                  <a:lnTo>
                    <a:pt x="2043589" y="2179796"/>
                  </a:lnTo>
                  <a:lnTo>
                    <a:pt x="2041684" y="2180273"/>
                  </a:lnTo>
                  <a:lnTo>
                    <a:pt x="2038826" y="2181701"/>
                  </a:lnTo>
                  <a:lnTo>
                    <a:pt x="2038350" y="2181701"/>
                  </a:lnTo>
                  <a:lnTo>
                    <a:pt x="2038350" y="2181225"/>
                  </a:lnTo>
                  <a:lnTo>
                    <a:pt x="2041684" y="2178844"/>
                  </a:lnTo>
                  <a:lnTo>
                    <a:pt x="2042636" y="2177415"/>
                  </a:lnTo>
                  <a:lnTo>
                    <a:pt x="2042636" y="2175986"/>
                  </a:lnTo>
                  <a:lnTo>
                    <a:pt x="2043112" y="2175034"/>
                  </a:lnTo>
                  <a:lnTo>
                    <a:pt x="2044065" y="2174081"/>
                  </a:lnTo>
                  <a:lnTo>
                    <a:pt x="2044065" y="2173605"/>
                  </a:lnTo>
                  <a:lnTo>
                    <a:pt x="2042636" y="2173605"/>
                  </a:lnTo>
                  <a:lnTo>
                    <a:pt x="2042160" y="2174081"/>
                  </a:lnTo>
                  <a:lnTo>
                    <a:pt x="2040731" y="2175986"/>
                  </a:lnTo>
                  <a:lnTo>
                    <a:pt x="2038826" y="2175986"/>
                  </a:lnTo>
                  <a:lnTo>
                    <a:pt x="2038350" y="2175510"/>
                  </a:lnTo>
                  <a:lnTo>
                    <a:pt x="2038826" y="2174558"/>
                  </a:lnTo>
                  <a:lnTo>
                    <a:pt x="2038350" y="2174081"/>
                  </a:lnTo>
                  <a:lnTo>
                    <a:pt x="2035493" y="2172176"/>
                  </a:lnTo>
                  <a:lnTo>
                    <a:pt x="2035016" y="2171224"/>
                  </a:lnTo>
                  <a:lnTo>
                    <a:pt x="2034540" y="2170748"/>
                  </a:lnTo>
                  <a:lnTo>
                    <a:pt x="2032635" y="2169795"/>
                  </a:lnTo>
                  <a:lnTo>
                    <a:pt x="2032635" y="2167414"/>
                  </a:lnTo>
                  <a:lnTo>
                    <a:pt x="2032159" y="2165509"/>
                  </a:lnTo>
                  <a:lnTo>
                    <a:pt x="2031206" y="2164080"/>
                  </a:lnTo>
                  <a:lnTo>
                    <a:pt x="2031206" y="2162651"/>
                  </a:lnTo>
                  <a:lnTo>
                    <a:pt x="2032159" y="2160270"/>
                  </a:lnTo>
                  <a:lnTo>
                    <a:pt x="2031683" y="2159794"/>
                  </a:lnTo>
                  <a:lnTo>
                    <a:pt x="2028349" y="2159318"/>
                  </a:lnTo>
                  <a:lnTo>
                    <a:pt x="2021681" y="2158841"/>
                  </a:lnTo>
                  <a:lnTo>
                    <a:pt x="2018348" y="2159318"/>
                  </a:lnTo>
                  <a:lnTo>
                    <a:pt x="2017871" y="2160270"/>
                  </a:lnTo>
                  <a:lnTo>
                    <a:pt x="2018824" y="2161223"/>
                  </a:lnTo>
                  <a:lnTo>
                    <a:pt x="2020729" y="2161699"/>
                  </a:lnTo>
                  <a:lnTo>
                    <a:pt x="2022158" y="2162651"/>
                  </a:lnTo>
                  <a:lnTo>
                    <a:pt x="2022634" y="2163604"/>
                  </a:lnTo>
                  <a:lnTo>
                    <a:pt x="2024062" y="2164556"/>
                  </a:lnTo>
                  <a:lnTo>
                    <a:pt x="2025491" y="2166461"/>
                  </a:lnTo>
                  <a:lnTo>
                    <a:pt x="2026920" y="2169319"/>
                  </a:lnTo>
                  <a:lnTo>
                    <a:pt x="2028349" y="2170271"/>
                  </a:lnTo>
                  <a:lnTo>
                    <a:pt x="2029777" y="2170271"/>
                  </a:lnTo>
                  <a:lnTo>
                    <a:pt x="2030730" y="2170748"/>
                  </a:lnTo>
                  <a:lnTo>
                    <a:pt x="2030730" y="2173605"/>
                  </a:lnTo>
                  <a:lnTo>
                    <a:pt x="2031206" y="2175510"/>
                  </a:lnTo>
                  <a:lnTo>
                    <a:pt x="2032635" y="2176939"/>
                  </a:lnTo>
                  <a:lnTo>
                    <a:pt x="2033587" y="2178844"/>
                  </a:lnTo>
                  <a:lnTo>
                    <a:pt x="2033587" y="2181701"/>
                  </a:lnTo>
                  <a:lnTo>
                    <a:pt x="2033587" y="2184559"/>
                  </a:lnTo>
                  <a:lnTo>
                    <a:pt x="2033111" y="2186464"/>
                  </a:lnTo>
                  <a:lnTo>
                    <a:pt x="2031206" y="2188845"/>
                  </a:lnTo>
                  <a:lnTo>
                    <a:pt x="2030254" y="2190750"/>
                  </a:lnTo>
                  <a:lnTo>
                    <a:pt x="2029777" y="2192179"/>
                  </a:lnTo>
                  <a:lnTo>
                    <a:pt x="2028825" y="2193131"/>
                  </a:lnTo>
                  <a:lnTo>
                    <a:pt x="2027396" y="2193608"/>
                  </a:lnTo>
                  <a:lnTo>
                    <a:pt x="2025968" y="2194560"/>
                  </a:lnTo>
                  <a:lnTo>
                    <a:pt x="2024539" y="2195989"/>
                  </a:lnTo>
                  <a:lnTo>
                    <a:pt x="2023586" y="2197894"/>
                  </a:lnTo>
                  <a:lnTo>
                    <a:pt x="2023110" y="2200275"/>
                  </a:lnTo>
                  <a:lnTo>
                    <a:pt x="2021681" y="2202656"/>
                  </a:lnTo>
                  <a:lnTo>
                    <a:pt x="2019776" y="2205038"/>
                  </a:lnTo>
                  <a:lnTo>
                    <a:pt x="2018824" y="2207895"/>
                  </a:lnTo>
                  <a:lnTo>
                    <a:pt x="2019300" y="2211229"/>
                  </a:lnTo>
                  <a:lnTo>
                    <a:pt x="2019300" y="2225040"/>
                  </a:lnTo>
                  <a:lnTo>
                    <a:pt x="2019776" y="2228374"/>
                  </a:lnTo>
                  <a:lnTo>
                    <a:pt x="2019300" y="2231708"/>
                  </a:lnTo>
                  <a:lnTo>
                    <a:pt x="2018348" y="2235041"/>
                  </a:lnTo>
                  <a:lnTo>
                    <a:pt x="2016919" y="2237899"/>
                  </a:lnTo>
                  <a:lnTo>
                    <a:pt x="2014537" y="2239804"/>
                  </a:lnTo>
                  <a:lnTo>
                    <a:pt x="2012156" y="2241233"/>
                  </a:lnTo>
                  <a:lnTo>
                    <a:pt x="2010251" y="2242185"/>
                  </a:lnTo>
                  <a:lnTo>
                    <a:pt x="2008346" y="2243614"/>
                  </a:lnTo>
                  <a:lnTo>
                    <a:pt x="2006441" y="2245995"/>
                  </a:lnTo>
                  <a:lnTo>
                    <a:pt x="2003108" y="2247900"/>
                  </a:lnTo>
                  <a:lnTo>
                    <a:pt x="1998821" y="2249805"/>
                  </a:lnTo>
                  <a:lnTo>
                    <a:pt x="1995011" y="2250758"/>
                  </a:lnTo>
                  <a:lnTo>
                    <a:pt x="1992630" y="2262188"/>
                  </a:lnTo>
                  <a:lnTo>
                    <a:pt x="1990725" y="2266950"/>
                  </a:lnTo>
                  <a:lnTo>
                    <a:pt x="1987391" y="2269808"/>
                  </a:lnTo>
                  <a:lnTo>
                    <a:pt x="1987868" y="2270284"/>
                  </a:lnTo>
                  <a:lnTo>
                    <a:pt x="1988344" y="2271236"/>
                  </a:lnTo>
                  <a:lnTo>
                    <a:pt x="1992630" y="2272189"/>
                  </a:lnTo>
                  <a:lnTo>
                    <a:pt x="1993583" y="2272189"/>
                  </a:lnTo>
                  <a:lnTo>
                    <a:pt x="1994059" y="2272189"/>
                  </a:lnTo>
                  <a:lnTo>
                    <a:pt x="1994535" y="2273141"/>
                  </a:lnTo>
                  <a:lnTo>
                    <a:pt x="1994535" y="2275523"/>
                  </a:lnTo>
                  <a:lnTo>
                    <a:pt x="1994059" y="2277428"/>
                  </a:lnTo>
                  <a:lnTo>
                    <a:pt x="1993106" y="2278380"/>
                  </a:lnTo>
                  <a:lnTo>
                    <a:pt x="1991201" y="2278856"/>
                  </a:lnTo>
                  <a:lnTo>
                    <a:pt x="1987868" y="2281714"/>
                  </a:lnTo>
                  <a:lnTo>
                    <a:pt x="1978343" y="2280761"/>
                  </a:lnTo>
                  <a:lnTo>
                    <a:pt x="1975009" y="2281238"/>
                  </a:lnTo>
                  <a:lnTo>
                    <a:pt x="1973580" y="2281714"/>
                  </a:lnTo>
                  <a:lnTo>
                    <a:pt x="1972627" y="2282190"/>
                  </a:lnTo>
                  <a:lnTo>
                    <a:pt x="1971675" y="2283143"/>
                  </a:lnTo>
                  <a:lnTo>
                    <a:pt x="1970723" y="2285524"/>
                  </a:lnTo>
                  <a:lnTo>
                    <a:pt x="1970246" y="2289334"/>
                  </a:lnTo>
                  <a:lnTo>
                    <a:pt x="1970723" y="2291239"/>
                  </a:lnTo>
                  <a:lnTo>
                    <a:pt x="1972151" y="2292191"/>
                  </a:lnTo>
                  <a:lnTo>
                    <a:pt x="1976437" y="2294096"/>
                  </a:lnTo>
                  <a:lnTo>
                    <a:pt x="1979771" y="2294573"/>
                  </a:lnTo>
                  <a:lnTo>
                    <a:pt x="1984534" y="2293144"/>
                  </a:lnTo>
                  <a:lnTo>
                    <a:pt x="1985962" y="2293144"/>
                  </a:lnTo>
                  <a:lnTo>
                    <a:pt x="1987391" y="2293620"/>
                  </a:lnTo>
                  <a:lnTo>
                    <a:pt x="1988820" y="2294573"/>
                  </a:lnTo>
                  <a:lnTo>
                    <a:pt x="1990725" y="2297430"/>
                  </a:lnTo>
                  <a:lnTo>
                    <a:pt x="1991201" y="2296954"/>
                  </a:lnTo>
                  <a:lnTo>
                    <a:pt x="1991201" y="2294573"/>
                  </a:lnTo>
                  <a:lnTo>
                    <a:pt x="1992154" y="2292191"/>
                  </a:lnTo>
                  <a:lnTo>
                    <a:pt x="1994059" y="2290286"/>
                  </a:lnTo>
                  <a:lnTo>
                    <a:pt x="1997393" y="2287905"/>
                  </a:lnTo>
                  <a:lnTo>
                    <a:pt x="2002631" y="2285524"/>
                  </a:lnTo>
                  <a:lnTo>
                    <a:pt x="2006441" y="2284095"/>
                  </a:lnTo>
                  <a:lnTo>
                    <a:pt x="2010251" y="2283619"/>
                  </a:lnTo>
                  <a:lnTo>
                    <a:pt x="2010727" y="2283143"/>
                  </a:lnTo>
                  <a:lnTo>
                    <a:pt x="2012633" y="2281714"/>
                  </a:lnTo>
                  <a:lnTo>
                    <a:pt x="2013109" y="2282190"/>
                  </a:lnTo>
                  <a:lnTo>
                    <a:pt x="2012633" y="2283619"/>
                  </a:lnTo>
                  <a:lnTo>
                    <a:pt x="2012633" y="2284095"/>
                  </a:lnTo>
                  <a:lnTo>
                    <a:pt x="2013109" y="2284095"/>
                  </a:lnTo>
                  <a:lnTo>
                    <a:pt x="2014061" y="2282666"/>
                  </a:lnTo>
                  <a:lnTo>
                    <a:pt x="2015014" y="2279809"/>
                  </a:lnTo>
                  <a:lnTo>
                    <a:pt x="2017871" y="2276475"/>
                  </a:lnTo>
                  <a:lnTo>
                    <a:pt x="2025968" y="2270760"/>
                  </a:lnTo>
                  <a:lnTo>
                    <a:pt x="2028825" y="2269331"/>
                  </a:lnTo>
                  <a:lnTo>
                    <a:pt x="2034064" y="2268379"/>
                  </a:lnTo>
                  <a:lnTo>
                    <a:pt x="2041208" y="2267903"/>
                  </a:lnTo>
                  <a:lnTo>
                    <a:pt x="2048351" y="2268855"/>
                  </a:lnTo>
                  <a:lnTo>
                    <a:pt x="2055495" y="2270760"/>
                  </a:lnTo>
                  <a:lnTo>
                    <a:pt x="2060258" y="2271713"/>
                  </a:lnTo>
                  <a:lnTo>
                    <a:pt x="2062639" y="2271713"/>
                  </a:lnTo>
                  <a:lnTo>
                    <a:pt x="2073116" y="2273141"/>
                  </a:lnTo>
                  <a:lnTo>
                    <a:pt x="2074069" y="2272665"/>
                  </a:lnTo>
                  <a:lnTo>
                    <a:pt x="2072640" y="2272189"/>
                  </a:lnTo>
                  <a:lnTo>
                    <a:pt x="2065973" y="2271236"/>
                  </a:lnTo>
                  <a:lnTo>
                    <a:pt x="2064068" y="2270284"/>
                  </a:lnTo>
                  <a:lnTo>
                    <a:pt x="2061210" y="2270284"/>
                  </a:lnTo>
                  <a:lnTo>
                    <a:pt x="2061210" y="2269808"/>
                  </a:lnTo>
                  <a:lnTo>
                    <a:pt x="2063115" y="2267426"/>
                  </a:lnTo>
                  <a:lnTo>
                    <a:pt x="2064068" y="2266950"/>
                  </a:lnTo>
                  <a:lnTo>
                    <a:pt x="2065496" y="2265998"/>
                  </a:lnTo>
                  <a:lnTo>
                    <a:pt x="2066925" y="2264569"/>
                  </a:lnTo>
                  <a:lnTo>
                    <a:pt x="2069306" y="2263140"/>
                  </a:lnTo>
                  <a:lnTo>
                    <a:pt x="2073593" y="2262188"/>
                  </a:lnTo>
                  <a:lnTo>
                    <a:pt x="2079784" y="2261235"/>
                  </a:lnTo>
                  <a:lnTo>
                    <a:pt x="2085975" y="2259806"/>
                  </a:lnTo>
                  <a:lnTo>
                    <a:pt x="2087404" y="2259806"/>
                  </a:lnTo>
                  <a:lnTo>
                    <a:pt x="2088833" y="2260283"/>
                  </a:lnTo>
                  <a:lnTo>
                    <a:pt x="2091214" y="2260283"/>
                  </a:lnTo>
                  <a:lnTo>
                    <a:pt x="2098358" y="2259330"/>
                  </a:lnTo>
                  <a:lnTo>
                    <a:pt x="2102644" y="2259330"/>
                  </a:lnTo>
                  <a:lnTo>
                    <a:pt x="2105501" y="2259806"/>
                  </a:lnTo>
                  <a:lnTo>
                    <a:pt x="2107406" y="2260283"/>
                  </a:lnTo>
                  <a:lnTo>
                    <a:pt x="2109787" y="2260283"/>
                  </a:lnTo>
                  <a:lnTo>
                    <a:pt x="2114074" y="2258378"/>
                  </a:lnTo>
                  <a:lnTo>
                    <a:pt x="2114550" y="2257901"/>
                  </a:lnTo>
                  <a:lnTo>
                    <a:pt x="2113598" y="2256949"/>
                  </a:lnTo>
                  <a:lnTo>
                    <a:pt x="2111216" y="2255520"/>
                  </a:lnTo>
                  <a:lnTo>
                    <a:pt x="2110264" y="2254091"/>
                  </a:lnTo>
                  <a:lnTo>
                    <a:pt x="2110264" y="2253139"/>
                  </a:lnTo>
                  <a:lnTo>
                    <a:pt x="2109787" y="2252186"/>
                  </a:lnTo>
                  <a:lnTo>
                    <a:pt x="2108835" y="2250758"/>
                  </a:lnTo>
                  <a:lnTo>
                    <a:pt x="2109311" y="2250281"/>
                  </a:lnTo>
                  <a:lnTo>
                    <a:pt x="2109311" y="2243138"/>
                  </a:lnTo>
                  <a:lnTo>
                    <a:pt x="2109311" y="2243138"/>
                  </a:lnTo>
                  <a:lnTo>
                    <a:pt x="2104073" y="2244566"/>
                  </a:lnTo>
                  <a:lnTo>
                    <a:pt x="2101215" y="2245995"/>
                  </a:lnTo>
                  <a:lnTo>
                    <a:pt x="2099786" y="2246471"/>
                  </a:lnTo>
                  <a:lnTo>
                    <a:pt x="2097405" y="2245995"/>
                  </a:lnTo>
                  <a:lnTo>
                    <a:pt x="2093119" y="2245995"/>
                  </a:lnTo>
                  <a:lnTo>
                    <a:pt x="2089309" y="2245043"/>
                  </a:lnTo>
                  <a:lnTo>
                    <a:pt x="2086451" y="2244090"/>
                  </a:lnTo>
                  <a:lnTo>
                    <a:pt x="2085023" y="2242185"/>
                  </a:lnTo>
                  <a:lnTo>
                    <a:pt x="2085023" y="2241233"/>
                  </a:lnTo>
                  <a:lnTo>
                    <a:pt x="2088833" y="2235994"/>
                  </a:lnTo>
                  <a:lnTo>
                    <a:pt x="2090261" y="2233613"/>
                  </a:lnTo>
                  <a:lnTo>
                    <a:pt x="2090737" y="2232184"/>
                  </a:lnTo>
                  <a:lnTo>
                    <a:pt x="2091690" y="2231231"/>
                  </a:lnTo>
                  <a:lnTo>
                    <a:pt x="2094071" y="2229803"/>
                  </a:lnTo>
                  <a:lnTo>
                    <a:pt x="2094548" y="2228850"/>
                  </a:lnTo>
                  <a:lnTo>
                    <a:pt x="2095500" y="2228374"/>
                  </a:lnTo>
                  <a:lnTo>
                    <a:pt x="2097405" y="2228374"/>
                  </a:lnTo>
                  <a:lnTo>
                    <a:pt x="2100739" y="2226469"/>
                  </a:lnTo>
                  <a:lnTo>
                    <a:pt x="2105501" y="2222659"/>
                  </a:lnTo>
                  <a:lnTo>
                    <a:pt x="2108835" y="2220278"/>
                  </a:lnTo>
                  <a:lnTo>
                    <a:pt x="2111216" y="2219325"/>
                  </a:lnTo>
                  <a:lnTo>
                    <a:pt x="2117884" y="2218373"/>
                  </a:lnTo>
                  <a:lnTo>
                    <a:pt x="2122170" y="2217420"/>
                  </a:lnTo>
                  <a:lnTo>
                    <a:pt x="2125028" y="2216944"/>
                  </a:lnTo>
                  <a:lnTo>
                    <a:pt x="2126933" y="2217420"/>
                  </a:lnTo>
                  <a:lnTo>
                    <a:pt x="2129790" y="2216944"/>
                  </a:lnTo>
                  <a:lnTo>
                    <a:pt x="2133600" y="2215991"/>
                  </a:lnTo>
                  <a:lnTo>
                    <a:pt x="2138839" y="2215039"/>
                  </a:lnTo>
                  <a:lnTo>
                    <a:pt x="2145030" y="2214563"/>
                  </a:lnTo>
                  <a:lnTo>
                    <a:pt x="2149316" y="2214086"/>
                  </a:lnTo>
                  <a:lnTo>
                    <a:pt x="2151221" y="2213610"/>
                  </a:lnTo>
                  <a:lnTo>
                    <a:pt x="2154555" y="2213610"/>
                  </a:lnTo>
                  <a:lnTo>
                    <a:pt x="2155031" y="2212658"/>
                  </a:lnTo>
                  <a:lnTo>
                    <a:pt x="2155984" y="2212181"/>
                  </a:lnTo>
                  <a:lnTo>
                    <a:pt x="2159318" y="2212658"/>
                  </a:lnTo>
                  <a:lnTo>
                    <a:pt x="2160270" y="2213134"/>
                  </a:lnTo>
                  <a:lnTo>
                    <a:pt x="2160270" y="2213610"/>
                  </a:lnTo>
                  <a:lnTo>
                    <a:pt x="2159318" y="2214086"/>
                  </a:lnTo>
                  <a:lnTo>
                    <a:pt x="2159794" y="2214563"/>
                  </a:lnTo>
                  <a:lnTo>
                    <a:pt x="2161699" y="2215515"/>
                  </a:lnTo>
                  <a:lnTo>
                    <a:pt x="2164556" y="2215991"/>
                  </a:lnTo>
                  <a:lnTo>
                    <a:pt x="2167890" y="2215039"/>
                  </a:lnTo>
                  <a:lnTo>
                    <a:pt x="2170271" y="2215515"/>
                  </a:lnTo>
                  <a:lnTo>
                    <a:pt x="2169795" y="2215991"/>
                  </a:lnTo>
                  <a:lnTo>
                    <a:pt x="2168843" y="2215991"/>
                  </a:lnTo>
                  <a:lnTo>
                    <a:pt x="2168843" y="2215991"/>
                  </a:lnTo>
                  <a:lnTo>
                    <a:pt x="2169795" y="2216944"/>
                  </a:lnTo>
                  <a:lnTo>
                    <a:pt x="2170748" y="2216944"/>
                  </a:lnTo>
                  <a:lnTo>
                    <a:pt x="2173605" y="2215991"/>
                  </a:lnTo>
                  <a:lnTo>
                    <a:pt x="2173605" y="2216468"/>
                  </a:lnTo>
                  <a:lnTo>
                    <a:pt x="2172653" y="2217896"/>
                  </a:lnTo>
                  <a:lnTo>
                    <a:pt x="2173129" y="2218849"/>
                  </a:lnTo>
                  <a:lnTo>
                    <a:pt x="2175034" y="2219325"/>
                  </a:lnTo>
                  <a:lnTo>
                    <a:pt x="2178368" y="2218849"/>
                  </a:lnTo>
                  <a:lnTo>
                    <a:pt x="2182654" y="2216944"/>
                  </a:lnTo>
                  <a:lnTo>
                    <a:pt x="2184559" y="2216468"/>
                  </a:lnTo>
                  <a:lnTo>
                    <a:pt x="2185035" y="2215515"/>
                  </a:lnTo>
                  <a:lnTo>
                    <a:pt x="2183606" y="2215515"/>
                  </a:lnTo>
                  <a:lnTo>
                    <a:pt x="2180273" y="2215991"/>
                  </a:lnTo>
                  <a:lnTo>
                    <a:pt x="2179320" y="2216468"/>
                  </a:lnTo>
                  <a:lnTo>
                    <a:pt x="2179320" y="2215991"/>
                  </a:lnTo>
                  <a:lnTo>
                    <a:pt x="2179796" y="2214563"/>
                  </a:lnTo>
                  <a:lnTo>
                    <a:pt x="2183130" y="2212658"/>
                  </a:lnTo>
                  <a:lnTo>
                    <a:pt x="2184559" y="2211229"/>
                  </a:lnTo>
                  <a:lnTo>
                    <a:pt x="2185511" y="2209800"/>
                  </a:lnTo>
                  <a:lnTo>
                    <a:pt x="2184559" y="2209800"/>
                  </a:lnTo>
                  <a:lnTo>
                    <a:pt x="2181701" y="2211229"/>
                  </a:lnTo>
                  <a:lnTo>
                    <a:pt x="2179320" y="2212181"/>
                  </a:lnTo>
                  <a:lnTo>
                    <a:pt x="2177415" y="2212181"/>
                  </a:lnTo>
                  <a:lnTo>
                    <a:pt x="2176939" y="2210753"/>
                  </a:lnTo>
                  <a:lnTo>
                    <a:pt x="2177891" y="2207895"/>
                  </a:lnTo>
                  <a:lnTo>
                    <a:pt x="2176939" y="2206943"/>
                  </a:lnTo>
                  <a:lnTo>
                    <a:pt x="2171700" y="2208371"/>
                  </a:lnTo>
                  <a:lnTo>
                    <a:pt x="2171224" y="2208848"/>
                  </a:lnTo>
                  <a:lnTo>
                    <a:pt x="2171224" y="2209324"/>
                  </a:lnTo>
                  <a:lnTo>
                    <a:pt x="2171700" y="2209800"/>
                  </a:lnTo>
                  <a:lnTo>
                    <a:pt x="2171700" y="2210276"/>
                  </a:lnTo>
                  <a:lnTo>
                    <a:pt x="2170748" y="2210753"/>
                  </a:lnTo>
                  <a:lnTo>
                    <a:pt x="2169319" y="2210276"/>
                  </a:lnTo>
                  <a:lnTo>
                    <a:pt x="2169319" y="2209800"/>
                  </a:lnTo>
                  <a:lnTo>
                    <a:pt x="2169795" y="2208848"/>
                  </a:lnTo>
                  <a:lnTo>
                    <a:pt x="2169319" y="2208371"/>
                  </a:lnTo>
                  <a:lnTo>
                    <a:pt x="2167890" y="2208848"/>
                  </a:lnTo>
                  <a:lnTo>
                    <a:pt x="2165509" y="2209324"/>
                  </a:lnTo>
                  <a:lnTo>
                    <a:pt x="2160746" y="2211229"/>
                  </a:lnTo>
                  <a:lnTo>
                    <a:pt x="2160746" y="2210753"/>
                  </a:lnTo>
                  <a:lnTo>
                    <a:pt x="2162175" y="2209324"/>
                  </a:lnTo>
                  <a:lnTo>
                    <a:pt x="2167414" y="2207895"/>
                  </a:lnTo>
                  <a:lnTo>
                    <a:pt x="2169795" y="2206943"/>
                  </a:lnTo>
                  <a:lnTo>
                    <a:pt x="2171224" y="2206943"/>
                  </a:lnTo>
                  <a:lnTo>
                    <a:pt x="2172176" y="2206466"/>
                  </a:lnTo>
                  <a:lnTo>
                    <a:pt x="2173129" y="2206466"/>
                  </a:lnTo>
                  <a:lnTo>
                    <a:pt x="2174081" y="2206943"/>
                  </a:lnTo>
                  <a:lnTo>
                    <a:pt x="2175986" y="2206943"/>
                  </a:lnTo>
                  <a:lnTo>
                    <a:pt x="2178844" y="2205990"/>
                  </a:lnTo>
                  <a:lnTo>
                    <a:pt x="2180273" y="2206466"/>
                  </a:lnTo>
                  <a:lnTo>
                    <a:pt x="2179796" y="2208371"/>
                  </a:lnTo>
                  <a:lnTo>
                    <a:pt x="2180749" y="2208371"/>
                  </a:lnTo>
                  <a:lnTo>
                    <a:pt x="2182654" y="2206943"/>
                  </a:lnTo>
                  <a:lnTo>
                    <a:pt x="2184083" y="2206466"/>
                  </a:lnTo>
                  <a:lnTo>
                    <a:pt x="2184559" y="2206943"/>
                  </a:lnTo>
                  <a:lnTo>
                    <a:pt x="2180273" y="2209324"/>
                  </a:lnTo>
                  <a:lnTo>
                    <a:pt x="2179320" y="2210276"/>
                  </a:lnTo>
                  <a:lnTo>
                    <a:pt x="2179320" y="2210753"/>
                  </a:lnTo>
                  <a:lnTo>
                    <a:pt x="2179796" y="2211705"/>
                  </a:lnTo>
                  <a:lnTo>
                    <a:pt x="2181701" y="2211705"/>
                  </a:lnTo>
                  <a:lnTo>
                    <a:pt x="2188845" y="2207419"/>
                  </a:lnTo>
                  <a:lnTo>
                    <a:pt x="2192179" y="2205990"/>
                  </a:lnTo>
                  <a:lnTo>
                    <a:pt x="2195512" y="2205038"/>
                  </a:lnTo>
                  <a:lnTo>
                    <a:pt x="2198846" y="2205038"/>
                  </a:lnTo>
                  <a:lnTo>
                    <a:pt x="2201704" y="2204085"/>
                  </a:lnTo>
                  <a:lnTo>
                    <a:pt x="2204085" y="2202656"/>
                  </a:lnTo>
                  <a:lnTo>
                    <a:pt x="2213610" y="2199799"/>
                  </a:lnTo>
                  <a:lnTo>
                    <a:pt x="2217420" y="2197894"/>
                  </a:lnTo>
                  <a:lnTo>
                    <a:pt x="2221230" y="2194560"/>
                  </a:lnTo>
                  <a:lnTo>
                    <a:pt x="2222183" y="2194560"/>
                  </a:lnTo>
                  <a:lnTo>
                    <a:pt x="2222659" y="2194560"/>
                  </a:lnTo>
                  <a:lnTo>
                    <a:pt x="2222659" y="2194084"/>
                  </a:lnTo>
                  <a:lnTo>
                    <a:pt x="2235994" y="2182654"/>
                  </a:lnTo>
                  <a:lnTo>
                    <a:pt x="2243614" y="2177415"/>
                  </a:lnTo>
                  <a:lnTo>
                    <a:pt x="2249805" y="2174558"/>
                  </a:lnTo>
                  <a:lnTo>
                    <a:pt x="2254568" y="2173129"/>
                  </a:lnTo>
                  <a:lnTo>
                    <a:pt x="2257901" y="2173129"/>
                  </a:lnTo>
                  <a:lnTo>
                    <a:pt x="2259806" y="2173129"/>
                  </a:lnTo>
                  <a:lnTo>
                    <a:pt x="2271712" y="2164556"/>
                  </a:lnTo>
                  <a:lnTo>
                    <a:pt x="2280761" y="2159794"/>
                  </a:lnTo>
                  <a:lnTo>
                    <a:pt x="2285048" y="2158841"/>
                  </a:lnTo>
                  <a:lnTo>
                    <a:pt x="2284095" y="2155031"/>
                  </a:lnTo>
                  <a:lnTo>
                    <a:pt x="2275523" y="2152650"/>
                  </a:lnTo>
                  <a:lnTo>
                    <a:pt x="2273141" y="2151221"/>
                  </a:lnTo>
                  <a:lnTo>
                    <a:pt x="2282666" y="2152650"/>
                  </a:lnTo>
                  <a:lnTo>
                    <a:pt x="2287429" y="2150269"/>
                  </a:lnTo>
                  <a:lnTo>
                    <a:pt x="2290762" y="2146459"/>
                  </a:lnTo>
                  <a:lnTo>
                    <a:pt x="2293620" y="2144078"/>
                  </a:lnTo>
                  <a:lnTo>
                    <a:pt x="2301716" y="2143125"/>
                  </a:lnTo>
                  <a:lnTo>
                    <a:pt x="2308384" y="2136458"/>
                  </a:lnTo>
                  <a:lnTo>
                    <a:pt x="2311718" y="2131219"/>
                  </a:lnTo>
                  <a:lnTo>
                    <a:pt x="2312670" y="2129314"/>
                  </a:lnTo>
                  <a:lnTo>
                    <a:pt x="2316956" y="2126933"/>
                  </a:lnTo>
                  <a:lnTo>
                    <a:pt x="2318385" y="2123123"/>
                  </a:lnTo>
                  <a:lnTo>
                    <a:pt x="2323148" y="2120741"/>
                  </a:lnTo>
                  <a:lnTo>
                    <a:pt x="2328862" y="2119789"/>
                  </a:lnTo>
                  <a:lnTo>
                    <a:pt x="2343150" y="2111216"/>
                  </a:lnTo>
                  <a:lnTo>
                    <a:pt x="2345055" y="2107883"/>
                  </a:lnTo>
                  <a:lnTo>
                    <a:pt x="2351246" y="2105978"/>
                  </a:lnTo>
                  <a:lnTo>
                    <a:pt x="2356485" y="2102644"/>
                  </a:lnTo>
                  <a:lnTo>
                    <a:pt x="2360771" y="2103120"/>
                  </a:lnTo>
                  <a:lnTo>
                    <a:pt x="2365058" y="2102168"/>
                  </a:lnTo>
                  <a:lnTo>
                    <a:pt x="2377440" y="2097881"/>
                  </a:lnTo>
                  <a:lnTo>
                    <a:pt x="2382679" y="2092166"/>
                  </a:lnTo>
                  <a:lnTo>
                    <a:pt x="2387441" y="2088833"/>
                  </a:lnTo>
                  <a:lnTo>
                    <a:pt x="2396490" y="2083118"/>
                  </a:lnTo>
                  <a:lnTo>
                    <a:pt x="2405062" y="2071211"/>
                  </a:lnTo>
                  <a:lnTo>
                    <a:pt x="2410301" y="2067878"/>
                  </a:lnTo>
                  <a:lnTo>
                    <a:pt x="2420779" y="2057876"/>
                  </a:lnTo>
                  <a:lnTo>
                    <a:pt x="2423636" y="2054066"/>
                  </a:lnTo>
                  <a:lnTo>
                    <a:pt x="2426018" y="2048828"/>
                  </a:lnTo>
                  <a:lnTo>
                    <a:pt x="2428399" y="2042636"/>
                  </a:lnTo>
                  <a:lnTo>
                    <a:pt x="2425541" y="2039303"/>
                  </a:lnTo>
                  <a:lnTo>
                    <a:pt x="2421731" y="2037874"/>
                  </a:lnTo>
                  <a:lnTo>
                    <a:pt x="2416016" y="2036445"/>
                  </a:lnTo>
                  <a:lnTo>
                    <a:pt x="2404110" y="2031683"/>
                  </a:lnTo>
                  <a:lnTo>
                    <a:pt x="2398395" y="2031683"/>
                  </a:lnTo>
                  <a:lnTo>
                    <a:pt x="2392680" y="2031206"/>
                  </a:lnTo>
                  <a:lnTo>
                    <a:pt x="2389823" y="2028825"/>
                  </a:lnTo>
                  <a:lnTo>
                    <a:pt x="2386489" y="2027396"/>
                  </a:lnTo>
                  <a:lnTo>
                    <a:pt x="2407920" y="2031206"/>
                  </a:lnTo>
                  <a:lnTo>
                    <a:pt x="2417445" y="2035016"/>
                  </a:lnTo>
                  <a:lnTo>
                    <a:pt x="2421255" y="2035493"/>
                  </a:lnTo>
                  <a:lnTo>
                    <a:pt x="2426494" y="2038350"/>
                  </a:lnTo>
                  <a:lnTo>
                    <a:pt x="2429351" y="2038826"/>
                  </a:lnTo>
                  <a:lnTo>
                    <a:pt x="2432209" y="2038350"/>
                  </a:lnTo>
                  <a:lnTo>
                    <a:pt x="2436495" y="2035969"/>
                  </a:lnTo>
                  <a:lnTo>
                    <a:pt x="2442686" y="2030254"/>
                  </a:lnTo>
                  <a:lnTo>
                    <a:pt x="2447449" y="2022158"/>
                  </a:lnTo>
                  <a:lnTo>
                    <a:pt x="2457926" y="2011204"/>
                  </a:lnTo>
                  <a:lnTo>
                    <a:pt x="2466975" y="2006441"/>
                  </a:lnTo>
                  <a:lnTo>
                    <a:pt x="2468404" y="2003584"/>
                  </a:lnTo>
                  <a:lnTo>
                    <a:pt x="2471261" y="2001679"/>
                  </a:lnTo>
                  <a:lnTo>
                    <a:pt x="2475548" y="1999774"/>
                  </a:lnTo>
                  <a:lnTo>
                    <a:pt x="2479834" y="1999298"/>
                  </a:lnTo>
                  <a:lnTo>
                    <a:pt x="2482215" y="1997869"/>
                  </a:lnTo>
                  <a:lnTo>
                    <a:pt x="2480310" y="1995964"/>
                  </a:lnTo>
                  <a:lnTo>
                    <a:pt x="2487930" y="1993583"/>
                  </a:lnTo>
                  <a:lnTo>
                    <a:pt x="2505075" y="1990249"/>
                  </a:lnTo>
                  <a:lnTo>
                    <a:pt x="2507933" y="1990249"/>
                  </a:lnTo>
                  <a:lnTo>
                    <a:pt x="2511266" y="1989773"/>
                  </a:lnTo>
                  <a:lnTo>
                    <a:pt x="2515076" y="1985486"/>
                  </a:lnTo>
                  <a:lnTo>
                    <a:pt x="2516029" y="1978819"/>
                  </a:lnTo>
                  <a:lnTo>
                    <a:pt x="2526030" y="1961674"/>
                  </a:lnTo>
                  <a:lnTo>
                    <a:pt x="2532698" y="1958340"/>
                  </a:lnTo>
                  <a:lnTo>
                    <a:pt x="2536984" y="1954530"/>
                  </a:lnTo>
                  <a:lnTo>
                    <a:pt x="2539365" y="1954054"/>
                  </a:lnTo>
                  <a:lnTo>
                    <a:pt x="2541270" y="1951673"/>
                  </a:lnTo>
                  <a:lnTo>
                    <a:pt x="2544128" y="1951196"/>
                  </a:lnTo>
                  <a:lnTo>
                    <a:pt x="2545556" y="1952149"/>
                  </a:lnTo>
                  <a:lnTo>
                    <a:pt x="2549843" y="1951673"/>
                  </a:lnTo>
                  <a:lnTo>
                    <a:pt x="2553653" y="1952625"/>
                  </a:lnTo>
                  <a:lnTo>
                    <a:pt x="2559368" y="1948339"/>
                  </a:lnTo>
                  <a:lnTo>
                    <a:pt x="2566035" y="1949768"/>
                  </a:lnTo>
                  <a:lnTo>
                    <a:pt x="2582704" y="1946910"/>
                  </a:lnTo>
                  <a:lnTo>
                    <a:pt x="2585561" y="1947863"/>
                  </a:lnTo>
                  <a:lnTo>
                    <a:pt x="2596039" y="1948815"/>
                  </a:lnTo>
                  <a:lnTo>
                    <a:pt x="2608421" y="1947386"/>
                  </a:lnTo>
                  <a:lnTo>
                    <a:pt x="2619851" y="1949291"/>
                  </a:lnTo>
                  <a:lnTo>
                    <a:pt x="2625090" y="1947863"/>
                  </a:lnTo>
                  <a:lnTo>
                    <a:pt x="2630805" y="1947386"/>
                  </a:lnTo>
                  <a:lnTo>
                    <a:pt x="2635091" y="1947863"/>
                  </a:lnTo>
                  <a:lnTo>
                    <a:pt x="2639854" y="1949768"/>
                  </a:lnTo>
                  <a:lnTo>
                    <a:pt x="2651760" y="1950244"/>
                  </a:lnTo>
                  <a:lnTo>
                    <a:pt x="2655094" y="1947863"/>
                  </a:lnTo>
                  <a:lnTo>
                    <a:pt x="2661285" y="1947863"/>
                  </a:lnTo>
                  <a:lnTo>
                    <a:pt x="2665571" y="1947386"/>
                  </a:lnTo>
                  <a:lnTo>
                    <a:pt x="2669381" y="1947386"/>
                  </a:lnTo>
                  <a:lnTo>
                    <a:pt x="2675096" y="1948339"/>
                  </a:lnTo>
                  <a:lnTo>
                    <a:pt x="2681287" y="1948815"/>
                  </a:lnTo>
                  <a:lnTo>
                    <a:pt x="2687955" y="1950720"/>
                  </a:lnTo>
                  <a:lnTo>
                    <a:pt x="2696528" y="1951196"/>
                  </a:lnTo>
                  <a:lnTo>
                    <a:pt x="2699385" y="1952625"/>
                  </a:lnTo>
                  <a:lnTo>
                    <a:pt x="2703195" y="1956911"/>
                  </a:lnTo>
                  <a:lnTo>
                    <a:pt x="2717959" y="1952625"/>
                  </a:lnTo>
                  <a:lnTo>
                    <a:pt x="2721769" y="1953101"/>
                  </a:lnTo>
                  <a:lnTo>
                    <a:pt x="2729389" y="1952625"/>
                  </a:lnTo>
                  <a:lnTo>
                    <a:pt x="2734628" y="1950720"/>
                  </a:lnTo>
                  <a:lnTo>
                    <a:pt x="2741295" y="1952149"/>
                  </a:lnTo>
                  <a:lnTo>
                    <a:pt x="2747010" y="1951196"/>
                  </a:lnTo>
                  <a:lnTo>
                    <a:pt x="2759393" y="1950720"/>
                  </a:lnTo>
                  <a:lnTo>
                    <a:pt x="2766060" y="1947863"/>
                  </a:lnTo>
                  <a:lnTo>
                    <a:pt x="2768441" y="1943576"/>
                  </a:lnTo>
                  <a:lnTo>
                    <a:pt x="2775585" y="1940243"/>
                  </a:lnTo>
                  <a:lnTo>
                    <a:pt x="2783681" y="1932146"/>
                  </a:lnTo>
                  <a:lnTo>
                    <a:pt x="2790825" y="1927384"/>
                  </a:lnTo>
                  <a:lnTo>
                    <a:pt x="2788444" y="1917859"/>
                  </a:lnTo>
                  <a:close/>
                  <a:moveTo>
                    <a:pt x="922972" y="482918"/>
                  </a:moveTo>
                  <a:lnTo>
                    <a:pt x="904875" y="484346"/>
                  </a:lnTo>
                  <a:lnTo>
                    <a:pt x="897255" y="486251"/>
                  </a:lnTo>
                  <a:lnTo>
                    <a:pt x="891064" y="490061"/>
                  </a:lnTo>
                  <a:lnTo>
                    <a:pt x="892016" y="491490"/>
                  </a:lnTo>
                  <a:lnTo>
                    <a:pt x="893921" y="492443"/>
                  </a:lnTo>
                  <a:lnTo>
                    <a:pt x="929164" y="495776"/>
                  </a:lnTo>
                  <a:lnTo>
                    <a:pt x="934402" y="493395"/>
                  </a:lnTo>
                  <a:lnTo>
                    <a:pt x="936784" y="490538"/>
                  </a:lnTo>
                  <a:lnTo>
                    <a:pt x="935831" y="487680"/>
                  </a:lnTo>
                  <a:lnTo>
                    <a:pt x="933450" y="486251"/>
                  </a:lnTo>
                  <a:lnTo>
                    <a:pt x="929164" y="484346"/>
                  </a:lnTo>
                  <a:lnTo>
                    <a:pt x="922972" y="482918"/>
                  </a:lnTo>
                  <a:close/>
                  <a:moveTo>
                    <a:pt x="947261" y="382429"/>
                  </a:moveTo>
                  <a:lnTo>
                    <a:pt x="952976" y="381953"/>
                  </a:lnTo>
                  <a:lnTo>
                    <a:pt x="968216" y="378143"/>
                  </a:lnTo>
                  <a:lnTo>
                    <a:pt x="982504" y="376238"/>
                  </a:lnTo>
                  <a:lnTo>
                    <a:pt x="995363" y="382429"/>
                  </a:lnTo>
                  <a:lnTo>
                    <a:pt x="1003459" y="382905"/>
                  </a:lnTo>
                  <a:lnTo>
                    <a:pt x="1006316" y="381953"/>
                  </a:lnTo>
                  <a:lnTo>
                    <a:pt x="1011079" y="378143"/>
                  </a:lnTo>
                  <a:lnTo>
                    <a:pt x="1013460" y="375285"/>
                  </a:lnTo>
                  <a:lnTo>
                    <a:pt x="1015365" y="374333"/>
                  </a:lnTo>
                  <a:lnTo>
                    <a:pt x="1020127" y="375761"/>
                  </a:lnTo>
                  <a:lnTo>
                    <a:pt x="1026319" y="379095"/>
                  </a:lnTo>
                  <a:lnTo>
                    <a:pt x="1029176" y="380048"/>
                  </a:lnTo>
                  <a:lnTo>
                    <a:pt x="1040606" y="381000"/>
                  </a:lnTo>
                  <a:lnTo>
                    <a:pt x="1044893" y="380524"/>
                  </a:lnTo>
                  <a:lnTo>
                    <a:pt x="1053941" y="378619"/>
                  </a:lnTo>
                  <a:lnTo>
                    <a:pt x="1064419" y="380048"/>
                  </a:lnTo>
                  <a:lnTo>
                    <a:pt x="1072039" y="379095"/>
                  </a:lnTo>
                  <a:lnTo>
                    <a:pt x="1075373" y="377666"/>
                  </a:lnTo>
                  <a:lnTo>
                    <a:pt x="1076801" y="375285"/>
                  </a:lnTo>
                  <a:lnTo>
                    <a:pt x="1077277" y="372428"/>
                  </a:lnTo>
                  <a:lnTo>
                    <a:pt x="1077277" y="369094"/>
                  </a:lnTo>
                  <a:lnTo>
                    <a:pt x="1076801" y="366236"/>
                  </a:lnTo>
                  <a:lnTo>
                    <a:pt x="1072991" y="360521"/>
                  </a:lnTo>
                  <a:lnTo>
                    <a:pt x="1071563" y="359569"/>
                  </a:lnTo>
                  <a:lnTo>
                    <a:pt x="1069181" y="358616"/>
                  </a:lnTo>
                  <a:lnTo>
                    <a:pt x="1067276" y="358616"/>
                  </a:lnTo>
                  <a:lnTo>
                    <a:pt x="1061085" y="354330"/>
                  </a:lnTo>
                  <a:lnTo>
                    <a:pt x="1056799" y="352425"/>
                  </a:lnTo>
                  <a:lnTo>
                    <a:pt x="1050131" y="350520"/>
                  </a:lnTo>
                  <a:lnTo>
                    <a:pt x="1041083" y="346710"/>
                  </a:lnTo>
                  <a:lnTo>
                    <a:pt x="1033939" y="346710"/>
                  </a:lnTo>
                  <a:lnTo>
                    <a:pt x="1024890" y="348615"/>
                  </a:lnTo>
                  <a:lnTo>
                    <a:pt x="1018222" y="350520"/>
                  </a:lnTo>
                  <a:lnTo>
                    <a:pt x="1007269" y="355283"/>
                  </a:lnTo>
                  <a:lnTo>
                    <a:pt x="1002983" y="358140"/>
                  </a:lnTo>
                  <a:lnTo>
                    <a:pt x="996315" y="360045"/>
                  </a:lnTo>
                  <a:lnTo>
                    <a:pt x="979170" y="361950"/>
                  </a:lnTo>
                  <a:lnTo>
                    <a:pt x="964883" y="365284"/>
                  </a:lnTo>
                  <a:lnTo>
                    <a:pt x="957739" y="367665"/>
                  </a:lnTo>
                  <a:lnTo>
                    <a:pt x="947738" y="371951"/>
                  </a:lnTo>
                  <a:lnTo>
                    <a:pt x="943451" y="376238"/>
                  </a:lnTo>
                  <a:lnTo>
                    <a:pt x="942975" y="377666"/>
                  </a:lnTo>
                  <a:lnTo>
                    <a:pt x="945356" y="380524"/>
                  </a:lnTo>
                  <a:lnTo>
                    <a:pt x="947261" y="382429"/>
                  </a:lnTo>
                  <a:close/>
                  <a:moveTo>
                    <a:pt x="1048226" y="410051"/>
                  </a:moveTo>
                  <a:lnTo>
                    <a:pt x="1062990" y="406241"/>
                  </a:lnTo>
                  <a:lnTo>
                    <a:pt x="1066324" y="403384"/>
                  </a:lnTo>
                  <a:lnTo>
                    <a:pt x="1068229" y="399098"/>
                  </a:lnTo>
                  <a:lnTo>
                    <a:pt x="1068229" y="397669"/>
                  </a:lnTo>
                  <a:lnTo>
                    <a:pt x="1067276" y="397193"/>
                  </a:lnTo>
                  <a:lnTo>
                    <a:pt x="1040130" y="395288"/>
                  </a:lnTo>
                  <a:lnTo>
                    <a:pt x="1031081" y="395764"/>
                  </a:lnTo>
                  <a:lnTo>
                    <a:pt x="1026319" y="396716"/>
                  </a:lnTo>
                  <a:lnTo>
                    <a:pt x="1014889" y="396240"/>
                  </a:lnTo>
                  <a:lnTo>
                    <a:pt x="977741" y="402431"/>
                  </a:lnTo>
                  <a:lnTo>
                    <a:pt x="960596" y="407194"/>
                  </a:lnTo>
                  <a:lnTo>
                    <a:pt x="952976" y="408623"/>
                  </a:lnTo>
                  <a:lnTo>
                    <a:pt x="947261" y="409099"/>
                  </a:lnTo>
                  <a:lnTo>
                    <a:pt x="946309" y="409575"/>
                  </a:lnTo>
                  <a:lnTo>
                    <a:pt x="944404" y="412909"/>
                  </a:lnTo>
                  <a:lnTo>
                    <a:pt x="943927" y="414814"/>
                  </a:lnTo>
                  <a:lnTo>
                    <a:pt x="943927" y="416243"/>
                  </a:lnTo>
                  <a:lnTo>
                    <a:pt x="944404" y="418624"/>
                  </a:lnTo>
                  <a:lnTo>
                    <a:pt x="947261" y="422910"/>
                  </a:lnTo>
                  <a:lnTo>
                    <a:pt x="948214" y="425768"/>
                  </a:lnTo>
                  <a:lnTo>
                    <a:pt x="949643" y="429101"/>
                  </a:lnTo>
                  <a:lnTo>
                    <a:pt x="949166" y="430054"/>
                  </a:lnTo>
                  <a:lnTo>
                    <a:pt x="947261" y="431483"/>
                  </a:lnTo>
                  <a:lnTo>
                    <a:pt x="946785" y="432911"/>
                  </a:lnTo>
                  <a:lnTo>
                    <a:pt x="947261" y="434340"/>
                  </a:lnTo>
                  <a:lnTo>
                    <a:pt x="948214" y="436245"/>
                  </a:lnTo>
                  <a:lnTo>
                    <a:pt x="952024" y="437674"/>
                  </a:lnTo>
                  <a:lnTo>
                    <a:pt x="956310" y="440055"/>
                  </a:lnTo>
                  <a:lnTo>
                    <a:pt x="965835" y="442436"/>
                  </a:lnTo>
                  <a:lnTo>
                    <a:pt x="974884" y="448151"/>
                  </a:lnTo>
                  <a:lnTo>
                    <a:pt x="981551" y="449580"/>
                  </a:lnTo>
                  <a:lnTo>
                    <a:pt x="989171" y="449580"/>
                  </a:lnTo>
                  <a:lnTo>
                    <a:pt x="1013936" y="443389"/>
                  </a:lnTo>
                  <a:lnTo>
                    <a:pt x="1019651" y="442913"/>
                  </a:lnTo>
                  <a:lnTo>
                    <a:pt x="1025366" y="443389"/>
                  </a:lnTo>
                  <a:lnTo>
                    <a:pt x="1032510" y="441960"/>
                  </a:lnTo>
                  <a:lnTo>
                    <a:pt x="1042988" y="438626"/>
                  </a:lnTo>
                  <a:lnTo>
                    <a:pt x="1048702" y="436245"/>
                  </a:lnTo>
                  <a:lnTo>
                    <a:pt x="1050608" y="432911"/>
                  </a:lnTo>
                  <a:lnTo>
                    <a:pt x="1051560" y="429101"/>
                  </a:lnTo>
                  <a:lnTo>
                    <a:pt x="1051560" y="422434"/>
                  </a:lnTo>
                  <a:lnTo>
                    <a:pt x="1051084" y="420529"/>
                  </a:lnTo>
                  <a:lnTo>
                    <a:pt x="1050131" y="419100"/>
                  </a:lnTo>
                  <a:lnTo>
                    <a:pt x="1048702" y="418148"/>
                  </a:lnTo>
                  <a:lnTo>
                    <a:pt x="1045369" y="417671"/>
                  </a:lnTo>
                  <a:lnTo>
                    <a:pt x="1030605" y="418148"/>
                  </a:lnTo>
                  <a:lnTo>
                    <a:pt x="1027271" y="416719"/>
                  </a:lnTo>
                  <a:lnTo>
                    <a:pt x="1025843" y="415290"/>
                  </a:lnTo>
                  <a:lnTo>
                    <a:pt x="1025366" y="414338"/>
                  </a:lnTo>
                  <a:lnTo>
                    <a:pt x="1029176" y="412433"/>
                  </a:lnTo>
                  <a:lnTo>
                    <a:pt x="1048226" y="410051"/>
                  </a:lnTo>
                  <a:close/>
                  <a:moveTo>
                    <a:pt x="1207294" y="326708"/>
                  </a:moveTo>
                  <a:lnTo>
                    <a:pt x="1214914" y="326708"/>
                  </a:lnTo>
                  <a:lnTo>
                    <a:pt x="1228725" y="325279"/>
                  </a:lnTo>
                  <a:lnTo>
                    <a:pt x="1233964" y="327184"/>
                  </a:lnTo>
                  <a:lnTo>
                    <a:pt x="1234440" y="330041"/>
                  </a:lnTo>
                  <a:lnTo>
                    <a:pt x="1229201" y="337661"/>
                  </a:lnTo>
                  <a:lnTo>
                    <a:pt x="1226820" y="340043"/>
                  </a:lnTo>
                  <a:lnTo>
                    <a:pt x="1226820" y="341948"/>
                  </a:lnTo>
                  <a:lnTo>
                    <a:pt x="1229201" y="343376"/>
                  </a:lnTo>
                  <a:lnTo>
                    <a:pt x="1232059" y="343376"/>
                  </a:lnTo>
                  <a:lnTo>
                    <a:pt x="1234916" y="341948"/>
                  </a:lnTo>
                  <a:lnTo>
                    <a:pt x="1246346" y="331946"/>
                  </a:lnTo>
                  <a:lnTo>
                    <a:pt x="1254443" y="329565"/>
                  </a:lnTo>
                  <a:lnTo>
                    <a:pt x="1255871" y="330041"/>
                  </a:lnTo>
                  <a:lnTo>
                    <a:pt x="1259681" y="332899"/>
                  </a:lnTo>
                  <a:lnTo>
                    <a:pt x="1263968" y="335280"/>
                  </a:lnTo>
                  <a:lnTo>
                    <a:pt x="1264444" y="336709"/>
                  </a:lnTo>
                  <a:lnTo>
                    <a:pt x="1254919" y="343376"/>
                  </a:lnTo>
                  <a:lnTo>
                    <a:pt x="1253490" y="344805"/>
                  </a:lnTo>
                  <a:lnTo>
                    <a:pt x="1253966" y="345758"/>
                  </a:lnTo>
                  <a:lnTo>
                    <a:pt x="1260158" y="347186"/>
                  </a:lnTo>
                  <a:lnTo>
                    <a:pt x="1276826" y="346710"/>
                  </a:lnTo>
                  <a:lnTo>
                    <a:pt x="1280636" y="348139"/>
                  </a:lnTo>
                  <a:lnTo>
                    <a:pt x="1282065" y="349091"/>
                  </a:lnTo>
                  <a:lnTo>
                    <a:pt x="1275398" y="352425"/>
                  </a:lnTo>
                  <a:lnTo>
                    <a:pt x="1263015" y="354806"/>
                  </a:lnTo>
                  <a:lnTo>
                    <a:pt x="1259681" y="356711"/>
                  </a:lnTo>
                  <a:lnTo>
                    <a:pt x="1274445" y="357664"/>
                  </a:lnTo>
                  <a:lnTo>
                    <a:pt x="1278255" y="360045"/>
                  </a:lnTo>
                  <a:lnTo>
                    <a:pt x="1275398" y="363855"/>
                  </a:lnTo>
                  <a:lnTo>
                    <a:pt x="1268730" y="365284"/>
                  </a:lnTo>
                  <a:lnTo>
                    <a:pt x="1253490" y="363855"/>
                  </a:lnTo>
                  <a:lnTo>
                    <a:pt x="1235869" y="360998"/>
                  </a:lnTo>
                  <a:lnTo>
                    <a:pt x="1232535" y="361474"/>
                  </a:lnTo>
                  <a:lnTo>
                    <a:pt x="1229677" y="362903"/>
                  </a:lnTo>
                  <a:lnTo>
                    <a:pt x="1226820" y="365284"/>
                  </a:lnTo>
                  <a:lnTo>
                    <a:pt x="1227296" y="369094"/>
                  </a:lnTo>
                  <a:lnTo>
                    <a:pt x="1231106" y="373856"/>
                  </a:lnTo>
                  <a:lnTo>
                    <a:pt x="1234916" y="377666"/>
                  </a:lnTo>
                  <a:lnTo>
                    <a:pt x="1243489" y="381953"/>
                  </a:lnTo>
                  <a:lnTo>
                    <a:pt x="1249680" y="383858"/>
                  </a:lnTo>
                  <a:lnTo>
                    <a:pt x="1262539" y="384334"/>
                  </a:lnTo>
                  <a:lnTo>
                    <a:pt x="1271588" y="380048"/>
                  </a:lnTo>
                  <a:lnTo>
                    <a:pt x="1303973" y="376238"/>
                  </a:lnTo>
                  <a:lnTo>
                    <a:pt x="1302068" y="379095"/>
                  </a:lnTo>
                  <a:lnTo>
                    <a:pt x="1302544" y="381000"/>
                  </a:lnTo>
                  <a:lnTo>
                    <a:pt x="1304449" y="383381"/>
                  </a:lnTo>
                  <a:lnTo>
                    <a:pt x="1306354" y="384810"/>
                  </a:lnTo>
                  <a:lnTo>
                    <a:pt x="1308259" y="385286"/>
                  </a:lnTo>
                  <a:lnTo>
                    <a:pt x="1319213" y="383381"/>
                  </a:lnTo>
                  <a:lnTo>
                    <a:pt x="1326833" y="382905"/>
                  </a:lnTo>
                  <a:lnTo>
                    <a:pt x="1334452" y="383858"/>
                  </a:lnTo>
                  <a:lnTo>
                    <a:pt x="1352550" y="388620"/>
                  </a:lnTo>
                  <a:lnTo>
                    <a:pt x="1360170" y="389096"/>
                  </a:lnTo>
                  <a:lnTo>
                    <a:pt x="1363980" y="393859"/>
                  </a:lnTo>
                  <a:lnTo>
                    <a:pt x="1368266" y="397193"/>
                  </a:lnTo>
                  <a:lnTo>
                    <a:pt x="1368743" y="398145"/>
                  </a:lnTo>
                  <a:lnTo>
                    <a:pt x="1369695" y="403860"/>
                  </a:lnTo>
                  <a:lnTo>
                    <a:pt x="1370171" y="405289"/>
                  </a:lnTo>
                  <a:lnTo>
                    <a:pt x="1373029" y="408623"/>
                  </a:lnTo>
                  <a:lnTo>
                    <a:pt x="1376363" y="411480"/>
                  </a:lnTo>
                  <a:lnTo>
                    <a:pt x="1386840" y="415766"/>
                  </a:lnTo>
                  <a:lnTo>
                    <a:pt x="1397794" y="418624"/>
                  </a:lnTo>
                  <a:lnTo>
                    <a:pt x="1407795" y="416243"/>
                  </a:lnTo>
                  <a:lnTo>
                    <a:pt x="1418749" y="415290"/>
                  </a:lnTo>
                  <a:lnTo>
                    <a:pt x="1424464" y="413861"/>
                  </a:lnTo>
                  <a:lnTo>
                    <a:pt x="1425893" y="412433"/>
                  </a:lnTo>
                  <a:lnTo>
                    <a:pt x="1428274" y="405765"/>
                  </a:lnTo>
                  <a:lnTo>
                    <a:pt x="1430179" y="403384"/>
                  </a:lnTo>
                  <a:lnTo>
                    <a:pt x="1430179" y="401955"/>
                  </a:lnTo>
                  <a:lnTo>
                    <a:pt x="1428750" y="397669"/>
                  </a:lnTo>
                  <a:lnTo>
                    <a:pt x="1425893" y="394335"/>
                  </a:lnTo>
                  <a:lnTo>
                    <a:pt x="1411129" y="382429"/>
                  </a:lnTo>
                  <a:lnTo>
                    <a:pt x="1404938" y="380524"/>
                  </a:lnTo>
                  <a:lnTo>
                    <a:pt x="1403985" y="379095"/>
                  </a:lnTo>
                  <a:lnTo>
                    <a:pt x="1404461" y="376238"/>
                  </a:lnTo>
                  <a:lnTo>
                    <a:pt x="1404461" y="374333"/>
                  </a:lnTo>
                  <a:lnTo>
                    <a:pt x="1402080" y="370999"/>
                  </a:lnTo>
                  <a:lnTo>
                    <a:pt x="1403033" y="369570"/>
                  </a:lnTo>
                  <a:lnTo>
                    <a:pt x="1407795" y="366713"/>
                  </a:lnTo>
                  <a:lnTo>
                    <a:pt x="1409700" y="362903"/>
                  </a:lnTo>
                  <a:lnTo>
                    <a:pt x="1411129" y="361474"/>
                  </a:lnTo>
                  <a:lnTo>
                    <a:pt x="1410176" y="360045"/>
                  </a:lnTo>
                  <a:lnTo>
                    <a:pt x="1404461" y="357188"/>
                  </a:lnTo>
                  <a:lnTo>
                    <a:pt x="1396365" y="349091"/>
                  </a:lnTo>
                  <a:lnTo>
                    <a:pt x="1382077" y="342424"/>
                  </a:lnTo>
                  <a:lnTo>
                    <a:pt x="1365885" y="345281"/>
                  </a:lnTo>
                  <a:lnTo>
                    <a:pt x="1358741" y="343853"/>
                  </a:lnTo>
                  <a:lnTo>
                    <a:pt x="1358265" y="341948"/>
                  </a:lnTo>
                  <a:lnTo>
                    <a:pt x="1359218" y="339566"/>
                  </a:lnTo>
                  <a:lnTo>
                    <a:pt x="1362075" y="335280"/>
                  </a:lnTo>
                  <a:lnTo>
                    <a:pt x="1362075" y="333375"/>
                  </a:lnTo>
                  <a:lnTo>
                    <a:pt x="1360170" y="331470"/>
                  </a:lnTo>
                  <a:lnTo>
                    <a:pt x="1358265" y="330518"/>
                  </a:lnTo>
                  <a:lnTo>
                    <a:pt x="1353026" y="330041"/>
                  </a:lnTo>
                  <a:lnTo>
                    <a:pt x="1339215" y="322898"/>
                  </a:lnTo>
                  <a:lnTo>
                    <a:pt x="1333500" y="322421"/>
                  </a:lnTo>
                  <a:lnTo>
                    <a:pt x="1330166" y="322898"/>
                  </a:lnTo>
                  <a:lnTo>
                    <a:pt x="1323023" y="325755"/>
                  </a:lnTo>
                  <a:lnTo>
                    <a:pt x="1315879" y="327660"/>
                  </a:lnTo>
                  <a:lnTo>
                    <a:pt x="1315402" y="331946"/>
                  </a:lnTo>
                  <a:lnTo>
                    <a:pt x="1314926" y="333375"/>
                  </a:lnTo>
                  <a:lnTo>
                    <a:pt x="1312545" y="335756"/>
                  </a:lnTo>
                  <a:lnTo>
                    <a:pt x="1309688" y="337185"/>
                  </a:lnTo>
                  <a:lnTo>
                    <a:pt x="1309211" y="335756"/>
                  </a:lnTo>
                  <a:lnTo>
                    <a:pt x="1309688" y="333375"/>
                  </a:lnTo>
                  <a:lnTo>
                    <a:pt x="1309211" y="332423"/>
                  </a:lnTo>
                  <a:lnTo>
                    <a:pt x="1304449" y="330518"/>
                  </a:lnTo>
                  <a:lnTo>
                    <a:pt x="1305877" y="329089"/>
                  </a:lnTo>
                  <a:lnTo>
                    <a:pt x="1306830" y="326231"/>
                  </a:lnTo>
                  <a:lnTo>
                    <a:pt x="1307306" y="324326"/>
                  </a:lnTo>
                  <a:lnTo>
                    <a:pt x="1307306" y="322421"/>
                  </a:lnTo>
                  <a:lnTo>
                    <a:pt x="1306830" y="320993"/>
                  </a:lnTo>
                  <a:lnTo>
                    <a:pt x="1297781" y="310515"/>
                  </a:lnTo>
                  <a:lnTo>
                    <a:pt x="1288256" y="305753"/>
                  </a:lnTo>
                  <a:lnTo>
                    <a:pt x="1280160" y="304324"/>
                  </a:lnTo>
                  <a:lnTo>
                    <a:pt x="1270635" y="301466"/>
                  </a:lnTo>
                  <a:lnTo>
                    <a:pt x="1262063" y="301943"/>
                  </a:lnTo>
                  <a:lnTo>
                    <a:pt x="1232059" y="304800"/>
                  </a:lnTo>
                  <a:lnTo>
                    <a:pt x="1213485" y="303848"/>
                  </a:lnTo>
                  <a:lnTo>
                    <a:pt x="1212056" y="305276"/>
                  </a:lnTo>
                  <a:lnTo>
                    <a:pt x="1209199" y="310039"/>
                  </a:lnTo>
                  <a:lnTo>
                    <a:pt x="1207294" y="315754"/>
                  </a:lnTo>
                  <a:lnTo>
                    <a:pt x="1206818" y="319564"/>
                  </a:lnTo>
                  <a:lnTo>
                    <a:pt x="1207294" y="323374"/>
                  </a:lnTo>
                  <a:lnTo>
                    <a:pt x="1207294" y="326708"/>
                  </a:lnTo>
                  <a:close/>
                  <a:moveTo>
                    <a:pt x="1196340" y="434816"/>
                  </a:moveTo>
                  <a:lnTo>
                    <a:pt x="1199674" y="437674"/>
                  </a:lnTo>
                  <a:lnTo>
                    <a:pt x="1201579" y="442436"/>
                  </a:lnTo>
                  <a:lnTo>
                    <a:pt x="1206341" y="450056"/>
                  </a:lnTo>
                  <a:lnTo>
                    <a:pt x="1212533" y="457200"/>
                  </a:lnTo>
                  <a:lnTo>
                    <a:pt x="1218248" y="462439"/>
                  </a:lnTo>
                  <a:lnTo>
                    <a:pt x="1224915" y="463868"/>
                  </a:lnTo>
                  <a:lnTo>
                    <a:pt x="1235393" y="466725"/>
                  </a:lnTo>
                  <a:lnTo>
                    <a:pt x="1240631" y="465296"/>
                  </a:lnTo>
                  <a:lnTo>
                    <a:pt x="1243013" y="463868"/>
                  </a:lnTo>
                  <a:lnTo>
                    <a:pt x="1244441" y="459581"/>
                  </a:lnTo>
                  <a:lnTo>
                    <a:pt x="1244441" y="457676"/>
                  </a:lnTo>
                  <a:lnTo>
                    <a:pt x="1243013" y="453390"/>
                  </a:lnTo>
                  <a:lnTo>
                    <a:pt x="1241584" y="451485"/>
                  </a:lnTo>
                  <a:lnTo>
                    <a:pt x="1233964" y="446246"/>
                  </a:lnTo>
                  <a:lnTo>
                    <a:pt x="1227773" y="445770"/>
                  </a:lnTo>
                  <a:lnTo>
                    <a:pt x="1226344" y="443389"/>
                  </a:lnTo>
                  <a:lnTo>
                    <a:pt x="1225868" y="439103"/>
                  </a:lnTo>
                  <a:lnTo>
                    <a:pt x="1223486" y="436245"/>
                  </a:lnTo>
                  <a:lnTo>
                    <a:pt x="1216343" y="429578"/>
                  </a:lnTo>
                  <a:lnTo>
                    <a:pt x="1210627" y="425291"/>
                  </a:lnTo>
                  <a:lnTo>
                    <a:pt x="1206341" y="422910"/>
                  </a:lnTo>
                  <a:lnTo>
                    <a:pt x="1196816" y="421481"/>
                  </a:lnTo>
                  <a:lnTo>
                    <a:pt x="1191101" y="422434"/>
                  </a:lnTo>
                  <a:lnTo>
                    <a:pt x="1190149" y="423386"/>
                  </a:lnTo>
                  <a:lnTo>
                    <a:pt x="1196340" y="430530"/>
                  </a:lnTo>
                  <a:lnTo>
                    <a:pt x="1196340" y="434816"/>
                  </a:lnTo>
                  <a:close/>
                  <a:moveTo>
                    <a:pt x="898208" y="420053"/>
                  </a:moveTo>
                  <a:lnTo>
                    <a:pt x="909161" y="423386"/>
                  </a:lnTo>
                  <a:lnTo>
                    <a:pt x="915352" y="423386"/>
                  </a:lnTo>
                  <a:lnTo>
                    <a:pt x="924877" y="421005"/>
                  </a:lnTo>
                  <a:lnTo>
                    <a:pt x="928688" y="419576"/>
                  </a:lnTo>
                  <a:lnTo>
                    <a:pt x="932497" y="416719"/>
                  </a:lnTo>
                  <a:lnTo>
                    <a:pt x="932497" y="415290"/>
                  </a:lnTo>
                  <a:lnTo>
                    <a:pt x="929640" y="412433"/>
                  </a:lnTo>
                  <a:lnTo>
                    <a:pt x="928688" y="411004"/>
                  </a:lnTo>
                  <a:lnTo>
                    <a:pt x="927259" y="410051"/>
                  </a:lnTo>
                  <a:lnTo>
                    <a:pt x="922972" y="409099"/>
                  </a:lnTo>
                  <a:lnTo>
                    <a:pt x="916305" y="404336"/>
                  </a:lnTo>
                  <a:lnTo>
                    <a:pt x="912971" y="402908"/>
                  </a:lnTo>
                  <a:lnTo>
                    <a:pt x="909638" y="402431"/>
                  </a:lnTo>
                  <a:lnTo>
                    <a:pt x="908685" y="400526"/>
                  </a:lnTo>
                  <a:lnTo>
                    <a:pt x="908685" y="398145"/>
                  </a:lnTo>
                  <a:lnTo>
                    <a:pt x="907733" y="397193"/>
                  </a:lnTo>
                  <a:lnTo>
                    <a:pt x="898208" y="400050"/>
                  </a:lnTo>
                  <a:lnTo>
                    <a:pt x="893921" y="401955"/>
                  </a:lnTo>
                  <a:lnTo>
                    <a:pt x="891540" y="403384"/>
                  </a:lnTo>
                  <a:lnTo>
                    <a:pt x="888206" y="404336"/>
                  </a:lnTo>
                  <a:lnTo>
                    <a:pt x="883444" y="404813"/>
                  </a:lnTo>
                  <a:lnTo>
                    <a:pt x="884872" y="408623"/>
                  </a:lnTo>
                  <a:lnTo>
                    <a:pt x="898208" y="420053"/>
                  </a:lnTo>
                  <a:close/>
                  <a:moveTo>
                    <a:pt x="625793" y="534353"/>
                  </a:moveTo>
                  <a:lnTo>
                    <a:pt x="626745" y="534829"/>
                  </a:lnTo>
                  <a:lnTo>
                    <a:pt x="626745" y="535305"/>
                  </a:lnTo>
                  <a:lnTo>
                    <a:pt x="625793" y="536258"/>
                  </a:lnTo>
                  <a:lnTo>
                    <a:pt x="625793" y="537686"/>
                  </a:lnTo>
                  <a:lnTo>
                    <a:pt x="627697" y="539591"/>
                  </a:lnTo>
                  <a:lnTo>
                    <a:pt x="627697" y="540544"/>
                  </a:lnTo>
                  <a:lnTo>
                    <a:pt x="625793" y="543401"/>
                  </a:lnTo>
                  <a:lnTo>
                    <a:pt x="624364" y="543878"/>
                  </a:lnTo>
                  <a:lnTo>
                    <a:pt x="624364" y="545306"/>
                  </a:lnTo>
                  <a:lnTo>
                    <a:pt x="626269" y="547688"/>
                  </a:lnTo>
                  <a:lnTo>
                    <a:pt x="628174" y="549116"/>
                  </a:lnTo>
                  <a:lnTo>
                    <a:pt x="632460" y="549593"/>
                  </a:lnTo>
                  <a:lnTo>
                    <a:pt x="635794" y="548640"/>
                  </a:lnTo>
                  <a:lnTo>
                    <a:pt x="644366" y="544354"/>
                  </a:lnTo>
                  <a:lnTo>
                    <a:pt x="649605" y="543401"/>
                  </a:lnTo>
                  <a:lnTo>
                    <a:pt x="656749" y="544354"/>
                  </a:lnTo>
                  <a:lnTo>
                    <a:pt x="665797" y="547211"/>
                  </a:lnTo>
                  <a:lnTo>
                    <a:pt x="669608" y="547688"/>
                  </a:lnTo>
                  <a:lnTo>
                    <a:pt x="673418" y="547211"/>
                  </a:lnTo>
                  <a:lnTo>
                    <a:pt x="680085" y="544830"/>
                  </a:lnTo>
                  <a:lnTo>
                    <a:pt x="684371" y="534829"/>
                  </a:lnTo>
                  <a:lnTo>
                    <a:pt x="686276" y="533400"/>
                  </a:lnTo>
                  <a:lnTo>
                    <a:pt x="687229" y="533400"/>
                  </a:lnTo>
                  <a:lnTo>
                    <a:pt x="688658" y="534353"/>
                  </a:lnTo>
                  <a:lnTo>
                    <a:pt x="690086" y="536734"/>
                  </a:lnTo>
                  <a:lnTo>
                    <a:pt x="693420" y="543878"/>
                  </a:lnTo>
                  <a:lnTo>
                    <a:pt x="695801" y="545783"/>
                  </a:lnTo>
                  <a:lnTo>
                    <a:pt x="697706" y="549116"/>
                  </a:lnTo>
                  <a:lnTo>
                    <a:pt x="699611" y="555308"/>
                  </a:lnTo>
                  <a:lnTo>
                    <a:pt x="701516" y="558165"/>
                  </a:lnTo>
                  <a:lnTo>
                    <a:pt x="702945" y="558165"/>
                  </a:lnTo>
                  <a:lnTo>
                    <a:pt x="710089" y="556260"/>
                  </a:lnTo>
                  <a:lnTo>
                    <a:pt x="718661" y="555784"/>
                  </a:lnTo>
                  <a:lnTo>
                    <a:pt x="724852" y="551974"/>
                  </a:lnTo>
                  <a:lnTo>
                    <a:pt x="727234" y="550069"/>
                  </a:lnTo>
                  <a:lnTo>
                    <a:pt x="729139" y="547211"/>
                  </a:lnTo>
                  <a:lnTo>
                    <a:pt x="731520" y="547211"/>
                  </a:lnTo>
                  <a:lnTo>
                    <a:pt x="731996" y="546259"/>
                  </a:lnTo>
                  <a:lnTo>
                    <a:pt x="731996" y="543878"/>
                  </a:lnTo>
                  <a:lnTo>
                    <a:pt x="731044" y="542449"/>
                  </a:lnTo>
                  <a:lnTo>
                    <a:pt x="724852" y="539115"/>
                  </a:lnTo>
                  <a:lnTo>
                    <a:pt x="724376" y="537686"/>
                  </a:lnTo>
                  <a:lnTo>
                    <a:pt x="727710" y="534829"/>
                  </a:lnTo>
                  <a:lnTo>
                    <a:pt x="727710" y="532448"/>
                  </a:lnTo>
                  <a:lnTo>
                    <a:pt x="727234" y="528638"/>
                  </a:lnTo>
                  <a:lnTo>
                    <a:pt x="727234" y="526256"/>
                  </a:lnTo>
                  <a:lnTo>
                    <a:pt x="729615" y="522923"/>
                  </a:lnTo>
                  <a:lnTo>
                    <a:pt x="731520" y="521970"/>
                  </a:lnTo>
                  <a:lnTo>
                    <a:pt x="732472" y="523399"/>
                  </a:lnTo>
                  <a:lnTo>
                    <a:pt x="733901" y="526733"/>
                  </a:lnTo>
                  <a:lnTo>
                    <a:pt x="736759" y="530543"/>
                  </a:lnTo>
                  <a:lnTo>
                    <a:pt x="740569" y="534829"/>
                  </a:lnTo>
                  <a:lnTo>
                    <a:pt x="743426" y="537210"/>
                  </a:lnTo>
                  <a:lnTo>
                    <a:pt x="746284" y="537210"/>
                  </a:lnTo>
                  <a:lnTo>
                    <a:pt x="749141" y="535781"/>
                  </a:lnTo>
                  <a:lnTo>
                    <a:pt x="750570" y="534353"/>
                  </a:lnTo>
                  <a:lnTo>
                    <a:pt x="753904" y="528161"/>
                  </a:lnTo>
                  <a:lnTo>
                    <a:pt x="755333" y="526733"/>
                  </a:lnTo>
                  <a:lnTo>
                    <a:pt x="761047" y="522923"/>
                  </a:lnTo>
                  <a:lnTo>
                    <a:pt x="761524" y="520541"/>
                  </a:lnTo>
                  <a:lnTo>
                    <a:pt x="761047" y="516731"/>
                  </a:lnTo>
                  <a:lnTo>
                    <a:pt x="755809" y="513398"/>
                  </a:lnTo>
                  <a:lnTo>
                    <a:pt x="754856" y="511969"/>
                  </a:lnTo>
                  <a:lnTo>
                    <a:pt x="755809" y="510064"/>
                  </a:lnTo>
                  <a:lnTo>
                    <a:pt x="757714" y="509111"/>
                  </a:lnTo>
                  <a:lnTo>
                    <a:pt x="762952" y="509111"/>
                  </a:lnTo>
                  <a:lnTo>
                    <a:pt x="766763" y="507683"/>
                  </a:lnTo>
                  <a:lnTo>
                    <a:pt x="768191" y="504825"/>
                  </a:lnTo>
                  <a:lnTo>
                    <a:pt x="769144" y="499586"/>
                  </a:lnTo>
                  <a:lnTo>
                    <a:pt x="770572" y="496729"/>
                  </a:lnTo>
                  <a:lnTo>
                    <a:pt x="772954" y="494348"/>
                  </a:lnTo>
                  <a:lnTo>
                    <a:pt x="776288" y="492443"/>
                  </a:lnTo>
                  <a:lnTo>
                    <a:pt x="780574" y="491490"/>
                  </a:lnTo>
                  <a:lnTo>
                    <a:pt x="787241" y="489109"/>
                  </a:lnTo>
                  <a:lnTo>
                    <a:pt x="789146" y="489109"/>
                  </a:lnTo>
                  <a:lnTo>
                    <a:pt x="790575" y="490538"/>
                  </a:lnTo>
                  <a:lnTo>
                    <a:pt x="789622" y="493871"/>
                  </a:lnTo>
                  <a:lnTo>
                    <a:pt x="786289" y="499586"/>
                  </a:lnTo>
                  <a:lnTo>
                    <a:pt x="783908" y="505301"/>
                  </a:lnTo>
                  <a:lnTo>
                    <a:pt x="782479" y="510540"/>
                  </a:lnTo>
                  <a:lnTo>
                    <a:pt x="782002" y="513874"/>
                  </a:lnTo>
                  <a:lnTo>
                    <a:pt x="782955" y="516731"/>
                  </a:lnTo>
                  <a:lnTo>
                    <a:pt x="788194" y="521018"/>
                  </a:lnTo>
                  <a:lnTo>
                    <a:pt x="792004" y="522923"/>
                  </a:lnTo>
                  <a:lnTo>
                    <a:pt x="800100" y="525780"/>
                  </a:lnTo>
                  <a:lnTo>
                    <a:pt x="804863" y="525780"/>
                  </a:lnTo>
                  <a:lnTo>
                    <a:pt x="808672" y="525304"/>
                  </a:lnTo>
                  <a:lnTo>
                    <a:pt x="811530" y="524351"/>
                  </a:lnTo>
                  <a:lnTo>
                    <a:pt x="812959" y="522446"/>
                  </a:lnTo>
                  <a:lnTo>
                    <a:pt x="815340" y="518636"/>
                  </a:lnTo>
                  <a:lnTo>
                    <a:pt x="815816" y="516731"/>
                  </a:lnTo>
                  <a:lnTo>
                    <a:pt x="816293" y="511969"/>
                  </a:lnTo>
                  <a:lnTo>
                    <a:pt x="816293" y="510064"/>
                  </a:lnTo>
                  <a:lnTo>
                    <a:pt x="816769" y="507683"/>
                  </a:lnTo>
                  <a:lnTo>
                    <a:pt x="834866" y="504349"/>
                  </a:lnTo>
                  <a:lnTo>
                    <a:pt x="843439" y="501968"/>
                  </a:lnTo>
                  <a:lnTo>
                    <a:pt x="848201" y="499110"/>
                  </a:lnTo>
                  <a:lnTo>
                    <a:pt x="851535" y="496729"/>
                  </a:lnTo>
                  <a:lnTo>
                    <a:pt x="852964" y="494824"/>
                  </a:lnTo>
                  <a:lnTo>
                    <a:pt x="852964" y="492919"/>
                  </a:lnTo>
                  <a:lnTo>
                    <a:pt x="850583" y="489585"/>
                  </a:lnTo>
                  <a:lnTo>
                    <a:pt x="842963" y="483394"/>
                  </a:lnTo>
                  <a:lnTo>
                    <a:pt x="842486" y="481489"/>
                  </a:lnTo>
                  <a:lnTo>
                    <a:pt x="844868" y="480536"/>
                  </a:lnTo>
                  <a:lnTo>
                    <a:pt x="847249" y="480536"/>
                  </a:lnTo>
                  <a:lnTo>
                    <a:pt x="853916" y="481013"/>
                  </a:lnTo>
                  <a:lnTo>
                    <a:pt x="857250" y="478631"/>
                  </a:lnTo>
                  <a:lnTo>
                    <a:pt x="855821" y="476250"/>
                  </a:lnTo>
                  <a:lnTo>
                    <a:pt x="848677" y="471964"/>
                  </a:lnTo>
                  <a:lnTo>
                    <a:pt x="841534" y="466725"/>
                  </a:lnTo>
                  <a:lnTo>
                    <a:pt x="840105" y="464344"/>
                  </a:lnTo>
                  <a:lnTo>
                    <a:pt x="843915" y="461486"/>
                  </a:lnTo>
                  <a:lnTo>
                    <a:pt x="863918" y="455295"/>
                  </a:lnTo>
                  <a:lnTo>
                    <a:pt x="867727" y="453390"/>
                  </a:lnTo>
                  <a:lnTo>
                    <a:pt x="869156" y="452438"/>
                  </a:lnTo>
                  <a:lnTo>
                    <a:pt x="869156" y="451485"/>
                  </a:lnTo>
                  <a:lnTo>
                    <a:pt x="866775" y="448628"/>
                  </a:lnTo>
                  <a:lnTo>
                    <a:pt x="851059" y="441484"/>
                  </a:lnTo>
                  <a:lnTo>
                    <a:pt x="844391" y="437674"/>
                  </a:lnTo>
                  <a:lnTo>
                    <a:pt x="839152" y="435769"/>
                  </a:lnTo>
                  <a:lnTo>
                    <a:pt x="833914" y="435293"/>
                  </a:lnTo>
                  <a:lnTo>
                    <a:pt x="822960" y="436721"/>
                  </a:lnTo>
                  <a:lnTo>
                    <a:pt x="819150" y="438626"/>
                  </a:lnTo>
                  <a:lnTo>
                    <a:pt x="815816" y="441484"/>
                  </a:lnTo>
                  <a:lnTo>
                    <a:pt x="815816" y="442436"/>
                  </a:lnTo>
                  <a:lnTo>
                    <a:pt x="816293" y="443865"/>
                  </a:lnTo>
                  <a:lnTo>
                    <a:pt x="825341" y="446246"/>
                  </a:lnTo>
                  <a:lnTo>
                    <a:pt x="827246" y="447675"/>
                  </a:lnTo>
                  <a:lnTo>
                    <a:pt x="823913" y="450056"/>
                  </a:lnTo>
                  <a:lnTo>
                    <a:pt x="822484" y="450533"/>
                  </a:lnTo>
                  <a:lnTo>
                    <a:pt x="814864" y="450056"/>
                  </a:lnTo>
                  <a:lnTo>
                    <a:pt x="812006" y="449104"/>
                  </a:lnTo>
                  <a:lnTo>
                    <a:pt x="810101" y="451009"/>
                  </a:lnTo>
                  <a:lnTo>
                    <a:pt x="807720" y="452438"/>
                  </a:lnTo>
                  <a:lnTo>
                    <a:pt x="802958" y="451961"/>
                  </a:lnTo>
                  <a:lnTo>
                    <a:pt x="782955" y="447199"/>
                  </a:lnTo>
                  <a:lnTo>
                    <a:pt x="755333" y="450533"/>
                  </a:lnTo>
                  <a:lnTo>
                    <a:pt x="746284" y="452438"/>
                  </a:lnTo>
                  <a:lnTo>
                    <a:pt x="738188" y="457200"/>
                  </a:lnTo>
                  <a:lnTo>
                    <a:pt x="732472" y="461963"/>
                  </a:lnTo>
                  <a:lnTo>
                    <a:pt x="721043" y="469106"/>
                  </a:lnTo>
                  <a:lnTo>
                    <a:pt x="708660" y="479108"/>
                  </a:lnTo>
                  <a:lnTo>
                    <a:pt x="704850" y="481013"/>
                  </a:lnTo>
                  <a:lnTo>
                    <a:pt x="703421" y="482441"/>
                  </a:lnTo>
                  <a:lnTo>
                    <a:pt x="700564" y="487680"/>
                  </a:lnTo>
                  <a:lnTo>
                    <a:pt x="699135" y="489109"/>
                  </a:lnTo>
                  <a:lnTo>
                    <a:pt x="681514" y="496253"/>
                  </a:lnTo>
                  <a:lnTo>
                    <a:pt x="678180" y="498634"/>
                  </a:lnTo>
                  <a:lnTo>
                    <a:pt x="674846" y="501491"/>
                  </a:lnTo>
                  <a:lnTo>
                    <a:pt x="662464" y="513398"/>
                  </a:lnTo>
                  <a:lnTo>
                    <a:pt x="660559" y="514350"/>
                  </a:lnTo>
                  <a:lnTo>
                    <a:pt x="634841" y="517208"/>
                  </a:lnTo>
                  <a:lnTo>
                    <a:pt x="632936" y="518160"/>
                  </a:lnTo>
                  <a:lnTo>
                    <a:pt x="629602" y="520541"/>
                  </a:lnTo>
                  <a:lnTo>
                    <a:pt x="621030" y="529114"/>
                  </a:lnTo>
                  <a:lnTo>
                    <a:pt x="617696" y="533400"/>
                  </a:lnTo>
                  <a:lnTo>
                    <a:pt x="616744" y="535305"/>
                  </a:lnTo>
                  <a:lnTo>
                    <a:pt x="624364" y="533400"/>
                  </a:lnTo>
                  <a:lnTo>
                    <a:pt x="625793" y="534353"/>
                  </a:lnTo>
                  <a:close/>
                  <a:moveTo>
                    <a:pt x="921544" y="530066"/>
                  </a:moveTo>
                  <a:lnTo>
                    <a:pt x="916781" y="524828"/>
                  </a:lnTo>
                  <a:lnTo>
                    <a:pt x="915352" y="522923"/>
                  </a:lnTo>
                  <a:lnTo>
                    <a:pt x="914876" y="521494"/>
                  </a:lnTo>
                  <a:lnTo>
                    <a:pt x="914876" y="518160"/>
                  </a:lnTo>
                  <a:lnTo>
                    <a:pt x="913924" y="516255"/>
                  </a:lnTo>
                  <a:lnTo>
                    <a:pt x="912019" y="514350"/>
                  </a:lnTo>
                  <a:lnTo>
                    <a:pt x="908685" y="512921"/>
                  </a:lnTo>
                  <a:lnTo>
                    <a:pt x="900589" y="511016"/>
                  </a:lnTo>
                  <a:lnTo>
                    <a:pt x="892493" y="510540"/>
                  </a:lnTo>
                  <a:lnTo>
                    <a:pt x="884396" y="511016"/>
                  </a:lnTo>
                  <a:lnTo>
                    <a:pt x="864394" y="515303"/>
                  </a:lnTo>
                  <a:lnTo>
                    <a:pt x="857726" y="520541"/>
                  </a:lnTo>
                  <a:lnTo>
                    <a:pt x="856297" y="522923"/>
                  </a:lnTo>
                  <a:lnTo>
                    <a:pt x="856297" y="525304"/>
                  </a:lnTo>
                  <a:lnTo>
                    <a:pt x="856774" y="527209"/>
                  </a:lnTo>
                  <a:lnTo>
                    <a:pt x="857726" y="528638"/>
                  </a:lnTo>
                  <a:lnTo>
                    <a:pt x="862013" y="529590"/>
                  </a:lnTo>
                  <a:lnTo>
                    <a:pt x="883920" y="531495"/>
                  </a:lnTo>
                  <a:lnTo>
                    <a:pt x="888683" y="532448"/>
                  </a:lnTo>
                  <a:lnTo>
                    <a:pt x="892016" y="533876"/>
                  </a:lnTo>
                  <a:lnTo>
                    <a:pt x="886777" y="534353"/>
                  </a:lnTo>
                  <a:lnTo>
                    <a:pt x="858679" y="532924"/>
                  </a:lnTo>
                  <a:lnTo>
                    <a:pt x="848677" y="531495"/>
                  </a:lnTo>
                  <a:lnTo>
                    <a:pt x="843439" y="531971"/>
                  </a:lnTo>
                  <a:lnTo>
                    <a:pt x="835343" y="535781"/>
                  </a:lnTo>
                  <a:lnTo>
                    <a:pt x="830580" y="539115"/>
                  </a:lnTo>
                  <a:lnTo>
                    <a:pt x="830104" y="540544"/>
                  </a:lnTo>
                  <a:lnTo>
                    <a:pt x="832009" y="544354"/>
                  </a:lnTo>
                  <a:lnTo>
                    <a:pt x="831056" y="546259"/>
                  </a:lnTo>
                  <a:lnTo>
                    <a:pt x="828199" y="548640"/>
                  </a:lnTo>
                  <a:lnTo>
                    <a:pt x="828675" y="550545"/>
                  </a:lnTo>
                  <a:lnTo>
                    <a:pt x="835819" y="553403"/>
                  </a:lnTo>
                  <a:lnTo>
                    <a:pt x="839629" y="553879"/>
                  </a:lnTo>
                  <a:lnTo>
                    <a:pt x="864870" y="552926"/>
                  </a:lnTo>
                  <a:lnTo>
                    <a:pt x="885825" y="552926"/>
                  </a:lnTo>
                  <a:lnTo>
                    <a:pt x="879634" y="554831"/>
                  </a:lnTo>
                  <a:lnTo>
                    <a:pt x="869156" y="556736"/>
                  </a:lnTo>
                  <a:lnTo>
                    <a:pt x="856774" y="556736"/>
                  </a:lnTo>
                  <a:lnTo>
                    <a:pt x="838200" y="559118"/>
                  </a:lnTo>
                  <a:lnTo>
                    <a:pt x="824389" y="561499"/>
                  </a:lnTo>
                  <a:lnTo>
                    <a:pt x="818674" y="563404"/>
                  </a:lnTo>
                  <a:lnTo>
                    <a:pt x="816293" y="565309"/>
                  </a:lnTo>
                  <a:lnTo>
                    <a:pt x="812006" y="570548"/>
                  </a:lnTo>
                  <a:lnTo>
                    <a:pt x="812959" y="572453"/>
                  </a:lnTo>
                  <a:lnTo>
                    <a:pt x="816769" y="573405"/>
                  </a:lnTo>
                  <a:lnTo>
                    <a:pt x="837247" y="574358"/>
                  </a:lnTo>
                  <a:lnTo>
                    <a:pt x="850583" y="572929"/>
                  </a:lnTo>
                  <a:lnTo>
                    <a:pt x="881539" y="566261"/>
                  </a:lnTo>
                  <a:lnTo>
                    <a:pt x="881539" y="567214"/>
                  </a:lnTo>
                  <a:lnTo>
                    <a:pt x="880586" y="568166"/>
                  </a:lnTo>
                  <a:lnTo>
                    <a:pt x="876776" y="571024"/>
                  </a:lnTo>
                  <a:lnTo>
                    <a:pt x="873919" y="572453"/>
                  </a:lnTo>
                  <a:lnTo>
                    <a:pt x="848677" y="581025"/>
                  </a:lnTo>
                  <a:lnTo>
                    <a:pt x="843915" y="581501"/>
                  </a:lnTo>
                  <a:lnTo>
                    <a:pt x="821055" y="581501"/>
                  </a:lnTo>
                  <a:lnTo>
                    <a:pt x="812006" y="581978"/>
                  </a:lnTo>
                  <a:lnTo>
                    <a:pt x="808672" y="582930"/>
                  </a:lnTo>
                  <a:lnTo>
                    <a:pt x="805815" y="583883"/>
                  </a:lnTo>
                  <a:lnTo>
                    <a:pt x="803910" y="585311"/>
                  </a:lnTo>
                  <a:lnTo>
                    <a:pt x="799624" y="589598"/>
                  </a:lnTo>
                  <a:lnTo>
                    <a:pt x="797719" y="592455"/>
                  </a:lnTo>
                  <a:lnTo>
                    <a:pt x="797243" y="593884"/>
                  </a:lnTo>
                  <a:lnTo>
                    <a:pt x="797243" y="595313"/>
                  </a:lnTo>
                  <a:lnTo>
                    <a:pt x="798195" y="597694"/>
                  </a:lnTo>
                  <a:lnTo>
                    <a:pt x="800576" y="599599"/>
                  </a:lnTo>
                  <a:lnTo>
                    <a:pt x="817721" y="602933"/>
                  </a:lnTo>
                  <a:lnTo>
                    <a:pt x="823436" y="603409"/>
                  </a:lnTo>
                  <a:lnTo>
                    <a:pt x="835819" y="601980"/>
                  </a:lnTo>
                  <a:lnTo>
                    <a:pt x="847249" y="611029"/>
                  </a:lnTo>
                  <a:lnTo>
                    <a:pt x="861536" y="615791"/>
                  </a:lnTo>
                  <a:lnTo>
                    <a:pt x="862965" y="615315"/>
                  </a:lnTo>
                  <a:lnTo>
                    <a:pt x="865346" y="612934"/>
                  </a:lnTo>
                  <a:lnTo>
                    <a:pt x="866299" y="609600"/>
                  </a:lnTo>
                  <a:lnTo>
                    <a:pt x="867727" y="607695"/>
                  </a:lnTo>
                  <a:lnTo>
                    <a:pt x="869633" y="606266"/>
                  </a:lnTo>
                  <a:lnTo>
                    <a:pt x="872014" y="605314"/>
                  </a:lnTo>
                  <a:lnTo>
                    <a:pt x="874395" y="605314"/>
                  </a:lnTo>
                  <a:lnTo>
                    <a:pt x="876300" y="606266"/>
                  </a:lnTo>
                  <a:lnTo>
                    <a:pt x="880110" y="610076"/>
                  </a:lnTo>
                  <a:lnTo>
                    <a:pt x="881539" y="612934"/>
                  </a:lnTo>
                  <a:lnTo>
                    <a:pt x="883444" y="614363"/>
                  </a:lnTo>
                  <a:lnTo>
                    <a:pt x="885349" y="614839"/>
                  </a:lnTo>
                  <a:lnTo>
                    <a:pt x="890588" y="613410"/>
                  </a:lnTo>
                  <a:lnTo>
                    <a:pt x="904399" y="607219"/>
                  </a:lnTo>
                  <a:lnTo>
                    <a:pt x="907733" y="603409"/>
                  </a:lnTo>
                  <a:lnTo>
                    <a:pt x="907733" y="601504"/>
                  </a:lnTo>
                  <a:lnTo>
                    <a:pt x="902970" y="595789"/>
                  </a:lnTo>
                  <a:lnTo>
                    <a:pt x="902494" y="594360"/>
                  </a:lnTo>
                  <a:lnTo>
                    <a:pt x="903446" y="593884"/>
                  </a:lnTo>
                  <a:lnTo>
                    <a:pt x="905351" y="594360"/>
                  </a:lnTo>
                  <a:lnTo>
                    <a:pt x="910114" y="596265"/>
                  </a:lnTo>
                  <a:lnTo>
                    <a:pt x="913924" y="596741"/>
                  </a:lnTo>
                  <a:lnTo>
                    <a:pt x="915352" y="593408"/>
                  </a:lnTo>
                  <a:lnTo>
                    <a:pt x="917258" y="586264"/>
                  </a:lnTo>
                  <a:lnTo>
                    <a:pt x="918210" y="584359"/>
                  </a:lnTo>
                  <a:lnTo>
                    <a:pt x="919639" y="582930"/>
                  </a:lnTo>
                  <a:lnTo>
                    <a:pt x="920591" y="583406"/>
                  </a:lnTo>
                  <a:lnTo>
                    <a:pt x="922972" y="586264"/>
                  </a:lnTo>
                  <a:lnTo>
                    <a:pt x="924401" y="587216"/>
                  </a:lnTo>
                  <a:lnTo>
                    <a:pt x="934402" y="584835"/>
                  </a:lnTo>
                  <a:lnTo>
                    <a:pt x="938689" y="584359"/>
                  </a:lnTo>
                  <a:lnTo>
                    <a:pt x="937260" y="585788"/>
                  </a:lnTo>
                  <a:lnTo>
                    <a:pt x="928688" y="591026"/>
                  </a:lnTo>
                  <a:lnTo>
                    <a:pt x="926783" y="592931"/>
                  </a:lnTo>
                  <a:lnTo>
                    <a:pt x="925354" y="595313"/>
                  </a:lnTo>
                  <a:lnTo>
                    <a:pt x="924401" y="598646"/>
                  </a:lnTo>
                  <a:lnTo>
                    <a:pt x="925354" y="600075"/>
                  </a:lnTo>
                  <a:lnTo>
                    <a:pt x="925354" y="603885"/>
                  </a:lnTo>
                  <a:lnTo>
                    <a:pt x="925830" y="604838"/>
                  </a:lnTo>
                  <a:lnTo>
                    <a:pt x="927735" y="606743"/>
                  </a:lnTo>
                  <a:lnTo>
                    <a:pt x="930593" y="607695"/>
                  </a:lnTo>
                  <a:lnTo>
                    <a:pt x="943451" y="605790"/>
                  </a:lnTo>
                  <a:lnTo>
                    <a:pt x="956786" y="604838"/>
                  </a:lnTo>
                  <a:lnTo>
                    <a:pt x="960120" y="603885"/>
                  </a:lnTo>
                  <a:lnTo>
                    <a:pt x="962025" y="602456"/>
                  </a:lnTo>
                  <a:lnTo>
                    <a:pt x="965359" y="599123"/>
                  </a:lnTo>
                  <a:lnTo>
                    <a:pt x="967264" y="597694"/>
                  </a:lnTo>
                  <a:lnTo>
                    <a:pt x="969169" y="597218"/>
                  </a:lnTo>
                  <a:lnTo>
                    <a:pt x="973455" y="598170"/>
                  </a:lnTo>
                  <a:lnTo>
                    <a:pt x="981075" y="602456"/>
                  </a:lnTo>
                  <a:lnTo>
                    <a:pt x="982504" y="602456"/>
                  </a:lnTo>
                  <a:lnTo>
                    <a:pt x="989647" y="601980"/>
                  </a:lnTo>
                  <a:lnTo>
                    <a:pt x="997268" y="600551"/>
                  </a:lnTo>
                  <a:lnTo>
                    <a:pt x="1002506" y="600551"/>
                  </a:lnTo>
                  <a:lnTo>
                    <a:pt x="1007269" y="599123"/>
                  </a:lnTo>
                  <a:lnTo>
                    <a:pt x="1017270" y="594360"/>
                  </a:lnTo>
                  <a:lnTo>
                    <a:pt x="1020127" y="594836"/>
                  </a:lnTo>
                  <a:lnTo>
                    <a:pt x="1022033" y="596741"/>
                  </a:lnTo>
                  <a:lnTo>
                    <a:pt x="1020604" y="599123"/>
                  </a:lnTo>
                  <a:lnTo>
                    <a:pt x="1014413" y="603885"/>
                  </a:lnTo>
                  <a:lnTo>
                    <a:pt x="1005840" y="608648"/>
                  </a:lnTo>
                  <a:lnTo>
                    <a:pt x="1000125" y="611029"/>
                  </a:lnTo>
                  <a:lnTo>
                    <a:pt x="996315" y="611981"/>
                  </a:lnTo>
                  <a:lnTo>
                    <a:pt x="990600" y="612458"/>
                  </a:lnTo>
                  <a:lnTo>
                    <a:pt x="982504" y="611981"/>
                  </a:lnTo>
                  <a:lnTo>
                    <a:pt x="966311" y="612934"/>
                  </a:lnTo>
                  <a:lnTo>
                    <a:pt x="960596" y="614363"/>
                  </a:lnTo>
                  <a:lnTo>
                    <a:pt x="943927" y="621030"/>
                  </a:lnTo>
                  <a:lnTo>
                    <a:pt x="925830" y="625316"/>
                  </a:lnTo>
                  <a:lnTo>
                    <a:pt x="916781" y="628650"/>
                  </a:lnTo>
                  <a:lnTo>
                    <a:pt x="910590" y="631984"/>
                  </a:lnTo>
                  <a:lnTo>
                    <a:pt x="908209" y="634841"/>
                  </a:lnTo>
                  <a:lnTo>
                    <a:pt x="912019" y="639128"/>
                  </a:lnTo>
                  <a:lnTo>
                    <a:pt x="915352" y="641033"/>
                  </a:lnTo>
                  <a:lnTo>
                    <a:pt x="926783" y="646748"/>
                  </a:lnTo>
                  <a:lnTo>
                    <a:pt x="932497" y="649129"/>
                  </a:lnTo>
                  <a:lnTo>
                    <a:pt x="937736" y="650558"/>
                  </a:lnTo>
                  <a:lnTo>
                    <a:pt x="954881" y="652463"/>
                  </a:lnTo>
                  <a:lnTo>
                    <a:pt x="972026" y="651510"/>
                  </a:lnTo>
                  <a:lnTo>
                    <a:pt x="998696" y="645795"/>
                  </a:lnTo>
                  <a:lnTo>
                    <a:pt x="1013936" y="640080"/>
                  </a:lnTo>
                  <a:lnTo>
                    <a:pt x="1025843" y="636270"/>
                  </a:lnTo>
                  <a:lnTo>
                    <a:pt x="1032510" y="632936"/>
                  </a:lnTo>
                  <a:lnTo>
                    <a:pt x="1036796" y="628650"/>
                  </a:lnTo>
                  <a:lnTo>
                    <a:pt x="1039654" y="626745"/>
                  </a:lnTo>
                  <a:lnTo>
                    <a:pt x="1044893" y="624364"/>
                  </a:lnTo>
                  <a:lnTo>
                    <a:pt x="1052036" y="622459"/>
                  </a:lnTo>
                  <a:lnTo>
                    <a:pt x="1074896" y="619601"/>
                  </a:lnTo>
                  <a:lnTo>
                    <a:pt x="1092041" y="611029"/>
                  </a:lnTo>
                  <a:lnTo>
                    <a:pt x="1097756" y="607219"/>
                  </a:lnTo>
                  <a:lnTo>
                    <a:pt x="1103471" y="608648"/>
                  </a:lnTo>
                  <a:lnTo>
                    <a:pt x="1104424" y="609600"/>
                  </a:lnTo>
                  <a:lnTo>
                    <a:pt x="1102995" y="610553"/>
                  </a:lnTo>
                  <a:lnTo>
                    <a:pt x="1100138" y="611505"/>
                  </a:lnTo>
                  <a:lnTo>
                    <a:pt x="1105376" y="613886"/>
                  </a:lnTo>
                  <a:lnTo>
                    <a:pt x="1109663" y="614839"/>
                  </a:lnTo>
                  <a:lnTo>
                    <a:pt x="1113949" y="615315"/>
                  </a:lnTo>
                  <a:lnTo>
                    <a:pt x="1118235" y="614839"/>
                  </a:lnTo>
                  <a:lnTo>
                    <a:pt x="1125379" y="612458"/>
                  </a:lnTo>
                  <a:lnTo>
                    <a:pt x="1132523" y="611505"/>
                  </a:lnTo>
                  <a:lnTo>
                    <a:pt x="1144905" y="614839"/>
                  </a:lnTo>
                  <a:lnTo>
                    <a:pt x="1155383" y="616744"/>
                  </a:lnTo>
                  <a:lnTo>
                    <a:pt x="1158716" y="616744"/>
                  </a:lnTo>
                  <a:lnTo>
                    <a:pt x="1162050" y="615791"/>
                  </a:lnTo>
                  <a:lnTo>
                    <a:pt x="1174909" y="610553"/>
                  </a:lnTo>
                  <a:lnTo>
                    <a:pt x="1191577" y="605314"/>
                  </a:lnTo>
                  <a:lnTo>
                    <a:pt x="1195864" y="602456"/>
                  </a:lnTo>
                  <a:lnTo>
                    <a:pt x="1199674" y="598170"/>
                  </a:lnTo>
                  <a:lnTo>
                    <a:pt x="1204913" y="582930"/>
                  </a:lnTo>
                  <a:lnTo>
                    <a:pt x="1205865" y="576739"/>
                  </a:lnTo>
                  <a:lnTo>
                    <a:pt x="1211104" y="567690"/>
                  </a:lnTo>
                  <a:lnTo>
                    <a:pt x="1212533" y="562928"/>
                  </a:lnTo>
                  <a:lnTo>
                    <a:pt x="1212533" y="560070"/>
                  </a:lnTo>
                  <a:lnTo>
                    <a:pt x="1209675" y="550545"/>
                  </a:lnTo>
                  <a:lnTo>
                    <a:pt x="1208246" y="547211"/>
                  </a:lnTo>
                  <a:lnTo>
                    <a:pt x="1207294" y="546259"/>
                  </a:lnTo>
                  <a:lnTo>
                    <a:pt x="1204436" y="544830"/>
                  </a:lnTo>
                  <a:lnTo>
                    <a:pt x="1197769" y="541973"/>
                  </a:lnTo>
                  <a:lnTo>
                    <a:pt x="1181100" y="538639"/>
                  </a:lnTo>
                  <a:lnTo>
                    <a:pt x="1176814" y="539115"/>
                  </a:lnTo>
                  <a:lnTo>
                    <a:pt x="1171575" y="541020"/>
                  </a:lnTo>
                  <a:lnTo>
                    <a:pt x="1167289" y="544354"/>
                  </a:lnTo>
                  <a:lnTo>
                    <a:pt x="1165860" y="545783"/>
                  </a:lnTo>
                  <a:lnTo>
                    <a:pt x="1165384" y="547211"/>
                  </a:lnTo>
                  <a:lnTo>
                    <a:pt x="1166813" y="551021"/>
                  </a:lnTo>
                  <a:lnTo>
                    <a:pt x="1168718" y="552926"/>
                  </a:lnTo>
                  <a:lnTo>
                    <a:pt x="1171099" y="554355"/>
                  </a:lnTo>
                  <a:lnTo>
                    <a:pt x="1171099" y="554831"/>
                  </a:lnTo>
                  <a:lnTo>
                    <a:pt x="1164431" y="556736"/>
                  </a:lnTo>
                  <a:lnTo>
                    <a:pt x="1163955" y="559594"/>
                  </a:lnTo>
                  <a:lnTo>
                    <a:pt x="1163955" y="563404"/>
                  </a:lnTo>
                  <a:lnTo>
                    <a:pt x="1163479" y="563880"/>
                  </a:lnTo>
                  <a:lnTo>
                    <a:pt x="1161574" y="557213"/>
                  </a:lnTo>
                  <a:lnTo>
                    <a:pt x="1158716" y="551974"/>
                  </a:lnTo>
                  <a:lnTo>
                    <a:pt x="1157764" y="550545"/>
                  </a:lnTo>
                  <a:lnTo>
                    <a:pt x="1155859" y="549593"/>
                  </a:lnTo>
                  <a:lnTo>
                    <a:pt x="1153001" y="548640"/>
                  </a:lnTo>
                  <a:lnTo>
                    <a:pt x="1146334" y="547688"/>
                  </a:lnTo>
                  <a:lnTo>
                    <a:pt x="1142048" y="548164"/>
                  </a:lnTo>
                  <a:lnTo>
                    <a:pt x="1136333" y="549593"/>
                  </a:lnTo>
                  <a:lnTo>
                    <a:pt x="1129189" y="554831"/>
                  </a:lnTo>
                  <a:lnTo>
                    <a:pt x="1128236" y="555308"/>
                  </a:lnTo>
                  <a:lnTo>
                    <a:pt x="1125855" y="554831"/>
                  </a:lnTo>
                  <a:lnTo>
                    <a:pt x="1127760" y="552450"/>
                  </a:lnTo>
                  <a:lnTo>
                    <a:pt x="1134904" y="545306"/>
                  </a:lnTo>
                  <a:lnTo>
                    <a:pt x="1135856" y="544354"/>
                  </a:lnTo>
                  <a:lnTo>
                    <a:pt x="1136333" y="542925"/>
                  </a:lnTo>
                  <a:lnTo>
                    <a:pt x="1136333" y="541496"/>
                  </a:lnTo>
                  <a:lnTo>
                    <a:pt x="1130618" y="543401"/>
                  </a:lnTo>
                  <a:lnTo>
                    <a:pt x="1128236" y="541973"/>
                  </a:lnTo>
                  <a:lnTo>
                    <a:pt x="1122521" y="541496"/>
                  </a:lnTo>
                  <a:lnTo>
                    <a:pt x="1117283" y="542449"/>
                  </a:lnTo>
                  <a:lnTo>
                    <a:pt x="1112996" y="542449"/>
                  </a:lnTo>
                  <a:lnTo>
                    <a:pt x="1109663" y="541973"/>
                  </a:lnTo>
                  <a:lnTo>
                    <a:pt x="1109186" y="540544"/>
                  </a:lnTo>
                  <a:lnTo>
                    <a:pt x="1110139" y="538639"/>
                  </a:lnTo>
                  <a:lnTo>
                    <a:pt x="1112520" y="535781"/>
                  </a:lnTo>
                  <a:lnTo>
                    <a:pt x="1116806" y="532448"/>
                  </a:lnTo>
                  <a:lnTo>
                    <a:pt x="1118711" y="530066"/>
                  </a:lnTo>
                  <a:lnTo>
                    <a:pt x="1116330" y="523399"/>
                  </a:lnTo>
                  <a:lnTo>
                    <a:pt x="1111091" y="519113"/>
                  </a:lnTo>
                  <a:lnTo>
                    <a:pt x="1105376" y="515779"/>
                  </a:lnTo>
                  <a:lnTo>
                    <a:pt x="1104900" y="515303"/>
                  </a:lnTo>
                  <a:lnTo>
                    <a:pt x="1104424" y="511493"/>
                  </a:lnTo>
                  <a:lnTo>
                    <a:pt x="1103948" y="509111"/>
                  </a:lnTo>
                  <a:lnTo>
                    <a:pt x="1101566" y="505778"/>
                  </a:lnTo>
                  <a:lnTo>
                    <a:pt x="1101090" y="504349"/>
                  </a:lnTo>
                  <a:lnTo>
                    <a:pt x="1102043" y="502920"/>
                  </a:lnTo>
                  <a:lnTo>
                    <a:pt x="1105376" y="499110"/>
                  </a:lnTo>
                  <a:lnTo>
                    <a:pt x="1106329" y="497205"/>
                  </a:lnTo>
                  <a:lnTo>
                    <a:pt x="1106805" y="495300"/>
                  </a:lnTo>
                  <a:lnTo>
                    <a:pt x="1105852" y="494348"/>
                  </a:lnTo>
                  <a:lnTo>
                    <a:pt x="1103948" y="493871"/>
                  </a:lnTo>
                  <a:lnTo>
                    <a:pt x="1094423" y="489585"/>
                  </a:lnTo>
                  <a:lnTo>
                    <a:pt x="1085374" y="490061"/>
                  </a:lnTo>
                  <a:lnTo>
                    <a:pt x="1081088" y="491490"/>
                  </a:lnTo>
                  <a:lnTo>
                    <a:pt x="1076801" y="493871"/>
                  </a:lnTo>
                  <a:lnTo>
                    <a:pt x="1071086" y="498634"/>
                  </a:lnTo>
                  <a:lnTo>
                    <a:pt x="1058704" y="510540"/>
                  </a:lnTo>
                  <a:lnTo>
                    <a:pt x="1054894" y="513398"/>
                  </a:lnTo>
                  <a:lnTo>
                    <a:pt x="1044893" y="518160"/>
                  </a:lnTo>
                  <a:lnTo>
                    <a:pt x="1043464" y="519589"/>
                  </a:lnTo>
                  <a:lnTo>
                    <a:pt x="1043464" y="521494"/>
                  </a:lnTo>
                  <a:lnTo>
                    <a:pt x="1044416" y="523875"/>
                  </a:lnTo>
                  <a:lnTo>
                    <a:pt x="1045845" y="525780"/>
                  </a:lnTo>
                  <a:lnTo>
                    <a:pt x="1047274" y="526733"/>
                  </a:lnTo>
                  <a:lnTo>
                    <a:pt x="1057275" y="531495"/>
                  </a:lnTo>
                  <a:lnTo>
                    <a:pt x="1063943" y="531971"/>
                  </a:lnTo>
                  <a:lnTo>
                    <a:pt x="1071563" y="536734"/>
                  </a:lnTo>
                  <a:lnTo>
                    <a:pt x="1073468" y="539115"/>
                  </a:lnTo>
                  <a:lnTo>
                    <a:pt x="1073944" y="541496"/>
                  </a:lnTo>
                  <a:lnTo>
                    <a:pt x="1073468" y="543401"/>
                  </a:lnTo>
                  <a:lnTo>
                    <a:pt x="1072515" y="544830"/>
                  </a:lnTo>
                  <a:lnTo>
                    <a:pt x="1058227" y="551021"/>
                  </a:lnTo>
                  <a:lnTo>
                    <a:pt x="1060609" y="555784"/>
                  </a:lnTo>
                  <a:lnTo>
                    <a:pt x="1089660" y="567214"/>
                  </a:lnTo>
                  <a:lnTo>
                    <a:pt x="1090613" y="569119"/>
                  </a:lnTo>
                  <a:lnTo>
                    <a:pt x="1091089" y="572453"/>
                  </a:lnTo>
                  <a:lnTo>
                    <a:pt x="1090613" y="574834"/>
                  </a:lnTo>
                  <a:lnTo>
                    <a:pt x="1089660" y="578168"/>
                  </a:lnTo>
                  <a:lnTo>
                    <a:pt x="1087755" y="580073"/>
                  </a:lnTo>
                  <a:lnTo>
                    <a:pt x="1084898" y="580549"/>
                  </a:lnTo>
                  <a:lnTo>
                    <a:pt x="1038225" y="577215"/>
                  </a:lnTo>
                  <a:lnTo>
                    <a:pt x="1029176" y="576739"/>
                  </a:lnTo>
                  <a:lnTo>
                    <a:pt x="1023461" y="577691"/>
                  </a:lnTo>
                  <a:lnTo>
                    <a:pt x="1017746" y="577691"/>
                  </a:lnTo>
                  <a:lnTo>
                    <a:pt x="1013936" y="576263"/>
                  </a:lnTo>
                  <a:lnTo>
                    <a:pt x="1010126" y="573405"/>
                  </a:lnTo>
                  <a:lnTo>
                    <a:pt x="1006793" y="569119"/>
                  </a:lnTo>
                  <a:lnTo>
                    <a:pt x="1003935" y="563404"/>
                  </a:lnTo>
                  <a:lnTo>
                    <a:pt x="1002030" y="560070"/>
                  </a:lnTo>
                  <a:lnTo>
                    <a:pt x="1000601" y="559118"/>
                  </a:lnTo>
                  <a:lnTo>
                    <a:pt x="997268" y="557689"/>
                  </a:lnTo>
                  <a:lnTo>
                    <a:pt x="991552" y="558165"/>
                  </a:lnTo>
                  <a:lnTo>
                    <a:pt x="985361" y="557689"/>
                  </a:lnTo>
                  <a:lnTo>
                    <a:pt x="984409" y="556736"/>
                  </a:lnTo>
                  <a:lnTo>
                    <a:pt x="985361" y="555308"/>
                  </a:lnTo>
                  <a:lnTo>
                    <a:pt x="991552" y="552450"/>
                  </a:lnTo>
                  <a:lnTo>
                    <a:pt x="991552" y="550545"/>
                  </a:lnTo>
                  <a:lnTo>
                    <a:pt x="975836" y="541496"/>
                  </a:lnTo>
                  <a:lnTo>
                    <a:pt x="963454" y="532448"/>
                  </a:lnTo>
                  <a:lnTo>
                    <a:pt x="953929" y="529590"/>
                  </a:lnTo>
                  <a:lnTo>
                    <a:pt x="947261" y="528638"/>
                  </a:lnTo>
                  <a:lnTo>
                    <a:pt x="940594" y="529114"/>
                  </a:lnTo>
                  <a:lnTo>
                    <a:pt x="924877" y="531971"/>
                  </a:lnTo>
                  <a:lnTo>
                    <a:pt x="921544" y="530066"/>
                  </a:lnTo>
                  <a:close/>
                  <a:moveTo>
                    <a:pt x="799624" y="539115"/>
                  </a:moveTo>
                  <a:lnTo>
                    <a:pt x="795338" y="538163"/>
                  </a:lnTo>
                  <a:lnTo>
                    <a:pt x="791527" y="538163"/>
                  </a:lnTo>
                  <a:lnTo>
                    <a:pt x="786765" y="540544"/>
                  </a:lnTo>
                  <a:lnTo>
                    <a:pt x="778193" y="546259"/>
                  </a:lnTo>
                  <a:lnTo>
                    <a:pt x="770096" y="548640"/>
                  </a:lnTo>
                  <a:lnTo>
                    <a:pt x="761524" y="552450"/>
                  </a:lnTo>
                  <a:lnTo>
                    <a:pt x="748665" y="561975"/>
                  </a:lnTo>
                  <a:lnTo>
                    <a:pt x="741045" y="566738"/>
                  </a:lnTo>
                  <a:lnTo>
                    <a:pt x="737711" y="569119"/>
                  </a:lnTo>
                  <a:lnTo>
                    <a:pt x="735330" y="572453"/>
                  </a:lnTo>
                  <a:lnTo>
                    <a:pt x="735806" y="573405"/>
                  </a:lnTo>
                  <a:lnTo>
                    <a:pt x="738664" y="574358"/>
                  </a:lnTo>
                  <a:lnTo>
                    <a:pt x="746284" y="575310"/>
                  </a:lnTo>
                  <a:lnTo>
                    <a:pt x="755333" y="578644"/>
                  </a:lnTo>
                  <a:lnTo>
                    <a:pt x="762476" y="579120"/>
                  </a:lnTo>
                  <a:lnTo>
                    <a:pt x="772001" y="574834"/>
                  </a:lnTo>
                  <a:lnTo>
                    <a:pt x="775335" y="572453"/>
                  </a:lnTo>
                  <a:lnTo>
                    <a:pt x="786765" y="559118"/>
                  </a:lnTo>
                  <a:lnTo>
                    <a:pt x="792480" y="551021"/>
                  </a:lnTo>
                  <a:lnTo>
                    <a:pt x="795338" y="547688"/>
                  </a:lnTo>
                  <a:lnTo>
                    <a:pt x="799624" y="540068"/>
                  </a:lnTo>
                  <a:lnTo>
                    <a:pt x="799624" y="539115"/>
                  </a:lnTo>
                  <a:close/>
                  <a:moveTo>
                    <a:pt x="1428750" y="502920"/>
                  </a:moveTo>
                  <a:lnTo>
                    <a:pt x="1430655" y="508635"/>
                  </a:lnTo>
                  <a:lnTo>
                    <a:pt x="1433513" y="513398"/>
                  </a:lnTo>
                  <a:lnTo>
                    <a:pt x="1423988" y="514350"/>
                  </a:lnTo>
                  <a:lnTo>
                    <a:pt x="1418749" y="509588"/>
                  </a:lnTo>
                  <a:lnTo>
                    <a:pt x="1407319" y="502444"/>
                  </a:lnTo>
                  <a:lnTo>
                    <a:pt x="1402556" y="501968"/>
                  </a:lnTo>
                  <a:lnTo>
                    <a:pt x="1393984" y="501968"/>
                  </a:lnTo>
                  <a:lnTo>
                    <a:pt x="1383030" y="503396"/>
                  </a:lnTo>
                  <a:lnTo>
                    <a:pt x="1376839" y="505301"/>
                  </a:lnTo>
                  <a:lnTo>
                    <a:pt x="1368266" y="509588"/>
                  </a:lnTo>
                  <a:lnTo>
                    <a:pt x="1366361" y="512921"/>
                  </a:lnTo>
                  <a:lnTo>
                    <a:pt x="1366838" y="514350"/>
                  </a:lnTo>
                  <a:lnTo>
                    <a:pt x="1368743" y="515779"/>
                  </a:lnTo>
                  <a:lnTo>
                    <a:pt x="1374458" y="518636"/>
                  </a:lnTo>
                  <a:lnTo>
                    <a:pt x="1390650" y="521018"/>
                  </a:lnTo>
                  <a:lnTo>
                    <a:pt x="1393984" y="521970"/>
                  </a:lnTo>
                  <a:lnTo>
                    <a:pt x="1397318" y="523875"/>
                  </a:lnTo>
                  <a:lnTo>
                    <a:pt x="1397318" y="524828"/>
                  </a:lnTo>
                  <a:lnTo>
                    <a:pt x="1395413" y="525304"/>
                  </a:lnTo>
                  <a:lnTo>
                    <a:pt x="1384935" y="526733"/>
                  </a:lnTo>
                  <a:lnTo>
                    <a:pt x="1383030" y="527685"/>
                  </a:lnTo>
                  <a:lnTo>
                    <a:pt x="1383030" y="528638"/>
                  </a:lnTo>
                  <a:lnTo>
                    <a:pt x="1391126" y="531971"/>
                  </a:lnTo>
                  <a:lnTo>
                    <a:pt x="1397318" y="531971"/>
                  </a:lnTo>
                  <a:lnTo>
                    <a:pt x="1403509" y="533876"/>
                  </a:lnTo>
                  <a:lnTo>
                    <a:pt x="1413034" y="535305"/>
                  </a:lnTo>
                  <a:lnTo>
                    <a:pt x="1404461" y="536258"/>
                  </a:lnTo>
                  <a:lnTo>
                    <a:pt x="1397318" y="535781"/>
                  </a:lnTo>
                  <a:lnTo>
                    <a:pt x="1394460" y="536258"/>
                  </a:lnTo>
                  <a:lnTo>
                    <a:pt x="1393508" y="537210"/>
                  </a:lnTo>
                  <a:lnTo>
                    <a:pt x="1395413" y="540544"/>
                  </a:lnTo>
                  <a:lnTo>
                    <a:pt x="1397794" y="542925"/>
                  </a:lnTo>
                  <a:lnTo>
                    <a:pt x="1407795" y="547688"/>
                  </a:lnTo>
                  <a:lnTo>
                    <a:pt x="1407319" y="549116"/>
                  </a:lnTo>
                  <a:lnTo>
                    <a:pt x="1404938" y="550069"/>
                  </a:lnTo>
                  <a:lnTo>
                    <a:pt x="1402080" y="550069"/>
                  </a:lnTo>
                  <a:lnTo>
                    <a:pt x="1396841" y="549116"/>
                  </a:lnTo>
                  <a:lnTo>
                    <a:pt x="1393984" y="547688"/>
                  </a:lnTo>
                  <a:lnTo>
                    <a:pt x="1389698" y="544354"/>
                  </a:lnTo>
                  <a:lnTo>
                    <a:pt x="1366838" y="530543"/>
                  </a:lnTo>
                  <a:lnTo>
                    <a:pt x="1361599" y="527685"/>
                  </a:lnTo>
                  <a:lnTo>
                    <a:pt x="1360170" y="525780"/>
                  </a:lnTo>
                  <a:lnTo>
                    <a:pt x="1360170" y="523399"/>
                  </a:lnTo>
                  <a:lnTo>
                    <a:pt x="1358265" y="521018"/>
                  </a:lnTo>
                  <a:lnTo>
                    <a:pt x="1351598" y="516255"/>
                  </a:lnTo>
                  <a:lnTo>
                    <a:pt x="1349216" y="515303"/>
                  </a:lnTo>
                  <a:lnTo>
                    <a:pt x="1340168" y="513398"/>
                  </a:lnTo>
                  <a:lnTo>
                    <a:pt x="1336358" y="513398"/>
                  </a:lnTo>
                  <a:lnTo>
                    <a:pt x="1333976" y="514350"/>
                  </a:lnTo>
                  <a:lnTo>
                    <a:pt x="1330166" y="517208"/>
                  </a:lnTo>
                  <a:lnTo>
                    <a:pt x="1325404" y="521970"/>
                  </a:lnTo>
                  <a:lnTo>
                    <a:pt x="1324451" y="525304"/>
                  </a:lnTo>
                  <a:lnTo>
                    <a:pt x="1329690" y="528161"/>
                  </a:lnTo>
                  <a:lnTo>
                    <a:pt x="1332548" y="528638"/>
                  </a:lnTo>
                  <a:lnTo>
                    <a:pt x="1344454" y="528638"/>
                  </a:lnTo>
                  <a:lnTo>
                    <a:pt x="1345406" y="530066"/>
                  </a:lnTo>
                  <a:lnTo>
                    <a:pt x="1337310" y="534829"/>
                  </a:lnTo>
                  <a:lnTo>
                    <a:pt x="1334452" y="538163"/>
                  </a:lnTo>
                  <a:lnTo>
                    <a:pt x="1333976" y="539591"/>
                  </a:lnTo>
                  <a:lnTo>
                    <a:pt x="1335405" y="542449"/>
                  </a:lnTo>
                  <a:lnTo>
                    <a:pt x="1339215" y="544830"/>
                  </a:lnTo>
                  <a:lnTo>
                    <a:pt x="1348740" y="545783"/>
                  </a:lnTo>
                  <a:lnTo>
                    <a:pt x="1346359" y="549116"/>
                  </a:lnTo>
                  <a:lnTo>
                    <a:pt x="1346359" y="551021"/>
                  </a:lnTo>
                  <a:lnTo>
                    <a:pt x="1347788" y="553403"/>
                  </a:lnTo>
                  <a:lnTo>
                    <a:pt x="1349693" y="555784"/>
                  </a:lnTo>
                  <a:lnTo>
                    <a:pt x="1353979" y="559594"/>
                  </a:lnTo>
                  <a:lnTo>
                    <a:pt x="1354931" y="560070"/>
                  </a:lnTo>
                  <a:lnTo>
                    <a:pt x="1363504" y="558641"/>
                  </a:lnTo>
                  <a:lnTo>
                    <a:pt x="1364933" y="559118"/>
                  </a:lnTo>
                  <a:lnTo>
                    <a:pt x="1360170" y="561499"/>
                  </a:lnTo>
                  <a:lnTo>
                    <a:pt x="1355408" y="561975"/>
                  </a:lnTo>
                  <a:lnTo>
                    <a:pt x="1350169" y="560546"/>
                  </a:lnTo>
                  <a:lnTo>
                    <a:pt x="1343977" y="557213"/>
                  </a:lnTo>
                  <a:lnTo>
                    <a:pt x="1332071" y="553879"/>
                  </a:lnTo>
                  <a:lnTo>
                    <a:pt x="1325404" y="554355"/>
                  </a:lnTo>
                  <a:lnTo>
                    <a:pt x="1321118" y="558641"/>
                  </a:lnTo>
                  <a:lnTo>
                    <a:pt x="1321594" y="561023"/>
                  </a:lnTo>
                  <a:lnTo>
                    <a:pt x="1316355" y="565309"/>
                  </a:lnTo>
                  <a:lnTo>
                    <a:pt x="1305401" y="570548"/>
                  </a:lnTo>
                  <a:lnTo>
                    <a:pt x="1303020" y="573405"/>
                  </a:lnTo>
                  <a:lnTo>
                    <a:pt x="1306354" y="577215"/>
                  </a:lnTo>
                  <a:lnTo>
                    <a:pt x="1310164" y="579120"/>
                  </a:lnTo>
                  <a:lnTo>
                    <a:pt x="1311593" y="579120"/>
                  </a:lnTo>
                  <a:lnTo>
                    <a:pt x="1348264" y="572453"/>
                  </a:lnTo>
                  <a:lnTo>
                    <a:pt x="1356836" y="573881"/>
                  </a:lnTo>
                  <a:lnTo>
                    <a:pt x="1367314" y="571976"/>
                  </a:lnTo>
                  <a:lnTo>
                    <a:pt x="1400651" y="567690"/>
                  </a:lnTo>
                  <a:lnTo>
                    <a:pt x="1424940" y="566738"/>
                  </a:lnTo>
                  <a:lnTo>
                    <a:pt x="1424464" y="568643"/>
                  </a:lnTo>
                  <a:lnTo>
                    <a:pt x="1411605" y="569595"/>
                  </a:lnTo>
                  <a:lnTo>
                    <a:pt x="1405890" y="571024"/>
                  </a:lnTo>
                  <a:lnTo>
                    <a:pt x="1405414" y="572453"/>
                  </a:lnTo>
                  <a:lnTo>
                    <a:pt x="1398746" y="575310"/>
                  </a:lnTo>
                  <a:lnTo>
                    <a:pt x="1388269" y="582930"/>
                  </a:lnTo>
                  <a:lnTo>
                    <a:pt x="1373505" y="586740"/>
                  </a:lnTo>
                  <a:lnTo>
                    <a:pt x="1373981" y="587693"/>
                  </a:lnTo>
                  <a:lnTo>
                    <a:pt x="1373029" y="591026"/>
                  </a:lnTo>
                  <a:lnTo>
                    <a:pt x="1376839" y="592931"/>
                  </a:lnTo>
                  <a:lnTo>
                    <a:pt x="1385411" y="595313"/>
                  </a:lnTo>
                  <a:lnTo>
                    <a:pt x="1393031" y="598170"/>
                  </a:lnTo>
                  <a:lnTo>
                    <a:pt x="1393031" y="598646"/>
                  </a:lnTo>
                  <a:lnTo>
                    <a:pt x="1382554" y="599599"/>
                  </a:lnTo>
                  <a:lnTo>
                    <a:pt x="1381601" y="601504"/>
                  </a:lnTo>
                  <a:lnTo>
                    <a:pt x="1385888" y="609600"/>
                  </a:lnTo>
                  <a:lnTo>
                    <a:pt x="1388269" y="612458"/>
                  </a:lnTo>
                  <a:lnTo>
                    <a:pt x="1390174" y="613886"/>
                  </a:lnTo>
                  <a:lnTo>
                    <a:pt x="1400175" y="614363"/>
                  </a:lnTo>
                  <a:lnTo>
                    <a:pt x="1411129" y="615791"/>
                  </a:lnTo>
                  <a:lnTo>
                    <a:pt x="1418273" y="611505"/>
                  </a:lnTo>
                  <a:lnTo>
                    <a:pt x="1421606" y="611029"/>
                  </a:lnTo>
                  <a:lnTo>
                    <a:pt x="1424464" y="612458"/>
                  </a:lnTo>
                  <a:lnTo>
                    <a:pt x="1427321" y="612934"/>
                  </a:lnTo>
                  <a:lnTo>
                    <a:pt x="1432084" y="612458"/>
                  </a:lnTo>
                  <a:lnTo>
                    <a:pt x="1438275" y="612458"/>
                  </a:lnTo>
                  <a:lnTo>
                    <a:pt x="1442561" y="613410"/>
                  </a:lnTo>
                  <a:lnTo>
                    <a:pt x="1447324" y="612934"/>
                  </a:lnTo>
                  <a:lnTo>
                    <a:pt x="1456849" y="611505"/>
                  </a:lnTo>
                  <a:lnTo>
                    <a:pt x="1462564" y="611505"/>
                  </a:lnTo>
                  <a:lnTo>
                    <a:pt x="1466850" y="610553"/>
                  </a:lnTo>
                  <a:lnTo>
                    <a:pt x="1468279" y="609600"/>
                  </a:lnTo>
                  <a:lnTo>
                    <a:pt x="1466850" y="606266"/>
                  </a:lnTo>
                  <a:lnTo>
                    <a:pt x="1463993" y="603409"/>
                  </a:lnTo>
                  <a:lnTo>
                    <a:pt x="1463516" y="601980"/>
                  </a:lnTo>
                  <a:lnTo>
                    <a:pt x="1464469" y="600551"/>
                  </a:lnTo>
                  <a:lnTo>
                    <a:pt x="1465421" y="600551"/>
                  </a:lnTo>
                  <a:lnTo>
                    <a:pt x="1467802" y="603885"/>
                  </a:lnTo>
                  <a:lnTo>
                    <a:pt x="1472089" y="605790"/>
                  </a:lnTo>
                  <a:lnTo>
                    <a:pt x="1473518" y="606266"/>
                  </a:lnTo>
                  <a:lnTo>
                    <a:pt x="1477804" y="605314"/>
                  </a:lnTo>
                  <a:lnTo>
                    <a:pt x="1478280" y="603885"/>
                  </a:lnTo>
                  <a:lnTo>
                    <a:pt x="1476851" y="601028"/>
                  </a:lnTo>
                  <a:lnTo>
                    <a:pt x="1471613" y="596265"/>
                  </a:lnTo>
                  <a:lnTo>
                    <a:pt x="1470660" y="585788"/>
                  </a:lnTo>
                  <a:lnTo>
                    <a:pt x="1478280" y="579596"/>
                  </a:lnTo>
                  <a:lnTo>
                    <a:pt x="1484471" y="582930"/>
                  </a:lnTo>
                  <a:lnTo>
                    <a:pt x="1487805" y="585788"/>
                  </a:lnTo>
                  <a:lnTo>
                    <a:pt x="1488758" y="585788"/>
                  </a:lnTo>
                  <a:lnTo>
                    <a:pt x="1486376" y="576739"/>
                  </a:lnTo>
                  <a:lnTo>
                    <a:pt x="1486376" y="568643"/>
                  </a:lnTo>
                  <a:lnTo>
                    <a:pt x="1485424" y="567690"/>
                  </a:lnTo>
                  <a:lnTo>
                    <a:pt x="1471136" y="563880"/>
                  </a:lnTo>
                  <a:lnTo>
                    <a:pt x="1470184" y="562451"/>
                  </a:lnTo>
                  <a:lnTo>
                    <a:pt x="1476851" y="559594"/>
                  </a:lnTo>
                  <a:lnTo>
                    <a:pt x="1480185" y="556260"/>
                  </a:lnTo>
                  <a:lnTo>
                    <a:pt x="1480185" y="554355"/>
                  </a:lnTo>
                  <a:lnTo>
                    <a:pt x="1478280" y="550069"/>
                  </a:lnTo>
                  <a:lnTo>
                    <a:pt x="1478280" y="547211"/>
                  </a:lnTo>
                  <a:lnTo>
                    <a:pt x="1479709" y="541973"/>
                  </a:lnTo>
                  <a:lnTo>
                    <a:pt x="1482566" y="538163"/>
                  </a:lnTo>
                  <a:lnTo>
                    <a:pt x="1482566" y="536258"/>
                  </a:lnTo>
                  <a:lnTo>
                    <a:pt x="1482566" y="533400"/>
                  </a:lnTo>
                  <a:lnTo>
                    <a:pt x="1481138" y="530543"/>
                  </a:lnTo>
                  <a:lnTo>
                    <a:pt x="1476375" y="524828"/>
                  </a:lnTo>
                  <a:lnTo>
                    <a:pt x="1475423" y="522446"/>
                  </a:lnTo>
                  <a:lnTo>
                    <a:pt x="1475423" y="520541"/>
                  </a:lnTo>
                  <a:lnTo>
                    <a:pt x="1476851" y="518636"/>
                  </a:lnTo>
                  <a:lnTo>
                    <a:pt x="1477327" y="516255"/>
                  </a:lnTo>
                  <a:lnTo>
                    <a:pt x="1476851" y="512921"/>
                  </a:lnTo>
                  <a:lnTo>
                    <a:pt x="1475899" y="511016"/>
                  </a:lnTo>
                  <a:lnTo>
                    <a:pt x="1473041" y="509588"/>
                  </a:lnTo>
                  <a:lnTo>
                    <a:pt x="1467802" y="508635"/>
                  </a:lnTo>
                  <a:lnTo>
                    <a:pt x="1458754" y="505778"/>
                  </a:lnTo>
                  <a:lnTo>
                    <a:pt x="1456849" y="504349"/>
                  </a:lnTo>
                  <a:lnTo>
                    <a:pt x="1448752" y="499586"/>
                  </a:lnTo>
                  <a:lnTo>
                    <a:pt x="1442561" y="497681"/>
                  </a:lnTo>
                  <a:lnTo>
                    <a:pt x="1434941" y="501491"/>
                  </a:lnTo>
                  <a:lnTo>
                    <a:pt x="1428750" y="502920"/>
                  </a:lnTo>
                  <a:close/>
                  <a:moveTo>
                    <a:pt x="1460183" y="360045"/>
                  </a:moveTo>
                  <a:lnTo>
                    <a:pt x="1461611" y="361950"/>
                  </a:lnTo>
                  <a:lnTo>
                    <a:pt x="1453039" y="364808"/>
                  </a:lnTo>
                  <a:lnTo>
                    <a:pt x="1452563" y="366236"/>
                  </a:lnTo>
                  <a:lnTo>
                    <a:pt x="1452563" y="367665"/>
                  </a:lnTo>
                  <a:lnTo>
                    <a:pt x="1453991" y="370523"/>
                  </a:lnTo>
                  <a:lnTo>
                    <a:pt x="1454468" y="370999"/>
                  </a:lnTo>
                  <a:lnTo>
                    <a:pt x="1459230" y="372904"/>
                  </a:lnTo>
                  <a:lnTo>
                    <a:pt x="1460659" y="374333"/>
                  </a:lnTo>
                  <a:lnTo>
                    <a:pt x="1461135" y="378619"/>
                  </a:lnTo>
                  <a:lnTo>
                    <a:pt x="1468279" y="383381"/>
                  </a:lnTo>
                  <a:lnTo>
                    <a:pt x="1469231" y="385763"/>
                  </a:lnTo>
                  <a:lnTo>
                    <a:pt x="1485900" y="387668"/>
                  </a:lnTo>
                  <a:lnTo>
                    <a:pt x="1495901" y="391001"/>
                  </a:lnTo>
                  <a:lnTo>
                    <a:pt x="1498759" y="391478"/>
                  </a:lnTo>
                  <a:lnTo>
                    <a:pt x="1498283" y="392430"/>
                  </a:lnTo>
                  <a:lnTo>
                    <a:pt x="1495425" y="393859"/>
                  </a:lnTo>
                  <a:lnTo>
                    <a:pt x="1489234" y="394811"/>
                  </a:lnTo>
                  <a:lnTo>
                    <a:pt x="1474470" y="395764"/>
                  </a:lnTo>
                  <a:lnTo>
                    <a:pt x="1474946" y="397193"/>
                  </a:lnTo>
                  <a:lnTo>
                    <a:pt x="1475899" y="398621"/>
                  </a:lnTo>
                  <a:lnTo>
                    <a:pt x="1482566" y="403384"/>
                  </a:lnTo>
                  <a:lnTo>
                    <a:pt x="1493996" y="406718"/>
                  </a:lnTo>
                  <a:lnTo>
                    <a:pt x="1496377" y="408623"/>
                  </a:lnTo>
                  <a:lnTo>
                    <a:pt x="1495425" y="410528"/>
                  </a:lnTo>
                  <a:lnTo>
                    <a:pt x="1494949" y="411956"/>
                  </a:lnTo>
                  <a:lnTo>
                    <a:pt x="1495901" y="414338"/>
                  </a:lnTo>
                  <a:lnTo>
                    <a:pt x="1497806" y="415766"/>
                  </a:lnTo>
                  <a:lnTo>
                    <a:pt x="1503045" y="415290"/>
                  </a:lnTo>
                  <a:lnTo>
                    <a:pt x="1510665" y="412433"/>
                  </a:lnTo>
                  <a:lnTo>
                    <a:pt x="1514951" y="410528"/>
                  </a:lnTo>
                  <a:lnTo>
                    <a:pt x="1530668" y="409575"/>
                  </a:lnTo>
                  <a:lnTo>
                    <a:pt x="1542098" y="406718"/>
                  </a:lnTo>
                  <a:lnTo>
                    <a:pt x="1549718" y="403860"/>
                  </a:lnTo>
                  <a:lnTo>
                    <a:pt x="1552575" y="403384"/>
                  </a:lnTo>
                  <a:lnTo>
                    <a:pt x="1558290" y="403384"/>
                  </a:lnTo>
                  <a:lnTo>
                    <a:pt x="1562100" y="401479"/>
                  </a:lnTo>
                  <a:lnTo>
                    <a:pt x="1567339" y="395288"/>
                  </a:lnTo>
                  <a:lnTo>
                    <a:pt x="1567339" y="392906"/>
                  </a:lnTo>
                  <a:lnTo>
                    <a:pt x="1565434" y="390525"/>
                  </a:lnTo>
                  <a:lnTo>
                    <a:pt x="1561624" y="387668"/>
                  </a:lnTo>
                  <a:lnTo>
                    <a:pt x="1554004" y="384334"/>
                  </a:lnTo>
                  <a:lnTo>
                    <a:pt x="1555909" y="381476"/>
                  </a:lnTo>
                  <a:lnTo>
                    <a:pt x="1564481" y="377666"/>
                  </a:lnTo>
                  <a:lnTo>
                    <a:pt x="1568768" y="375285"/>
                  </a:lnTo>
                  <a:lnTo>
                    <a:pt x="1568768" y="374333"/>
                  </a:lnTo>
                  <a:lnTo>
                    <a:pt x="1567815" y="371951"/>
                  </a:lnTo>
                  <a:lnTo>
                    <a:pt x="1564005" y="369094"/>
                  </a:lnTo>
                  <a:lnTo>
                    <a:pt x="1551146" y="364331"/>
                  </a:lnTo>
                  <a:lnTo>
                    <a:pt x="1545908" y="362903"/>
                  </a:lnTo>
                  <a:lnTo>
                    <a:pt x="1532096" y="363855"/>
                  </a:lnTo>
                  <a:lnTo>
                    <a:pt x="1524000" y="361950"/>
                  </a:lnTo>
                  <a:lnTo>
                    <a:pt x="1522095" y="360521"/>
                  </a:lnTo>
                  <a:lnTo>
                    <a:pt x="1522571" y="359093"/>
                  </a:lnTo>
                  <a:lnTo>
                    <a:pt x="1521619" y="357664"/>
                  </a:lnTo>
                  <a:lnTo>
                    <a:pt x="1514475" y="352425"/>
                  </a:lnTo>
                  <a:lnTo>
                    <a:pt x="1510665" y="350996"/>
                  </a:lnTo>
                  <a:lnTo>
                    <a:pt x="1498759" y="348615"/>
                  </a:lnTo>
                  <a:lnTo>
                    <a:pt x="1490663" y="345758"/>
                  </a:lnTo>
                  <a:lnTo>
                    <a:pt x="1483519" y="343853"/>
                  </a:lnTo>
                  <a:lnTo>
                    <a:pt x="1476375" y="342900"/>
                  </a:lnTo>
                  <a:lnTo>
                    <a:pt x="1461135" y="342424"/>
                  </a:lnTo>
                  <a:lnTo>
                    <a:pt x="1455420" y="342424"/>
                  </a:lnTo>
                  <a:lnTo>
                    <a:pt x="1451134" y="344805"/>
                  </a:lnTo>
                  <a:lnTo>
                    <a:pt x="1450658" y="346234"/>
                  </a:lnTo>
                  <a:lnTo>
                    <a:pt x="1452563" y="350520"/>
                  </a:lnTo>
                  <a:lnTo>
                    <a:pt x="1460183" y="360045"/>
                  </a:lnTo>
                  <a:close/>
                  <a:moveTo>
                    <a:pt x="1577340" y="249079"/>
                  </a:moveTo>
                  <a:lnTo>
                    <a:pt x="1552099" y="248603"/>
                  </a:lnTo>
                  <a:lnTo>
                    <a:pt x="1538764" y="247650"/>
                  </a:lnTo>
                  <a:lnTo>
                    <a:pt x="1504950" y="242411"/>
                  </a:lnTo>
                  <a:lnTo>
                    <a:pt x="1509713" y="250984"/>
                  </a:lnTo>
                  <a:lnTo>
                    <a:pt x="1510665" y="254794"/>
                  </a:lnTo>
                  <a:lnTo>
                    <a:pt x="1511141" y="259556"/>
                  </a:lnTo>
                  <a:lnTo>
                    <a:pt x="1515427" y="264795"/>
                  </a:lnTo>
                  <a:lnTo>
                    <a:pt x="1531144" y="275749"/>
                  </a:lnTo>
                  <a:lnTo>
                    <a:pt x="1535906" y="278130"/>
                  </a:lnTo>
                  <a:lnTo>
                    <a:pt x="1539716" y="279083"/>
                  </a:lnTo>
                  <a:lnTo>
                    <a:pt x="1545908" y="279559"/>
                  </a:lnTo>
                  <a:lnTo>
                    <a:pt x="1554480" y="279559"/>
                  </a:lnTo>
                  <a:lnTo>
                    <a:pt x="1565434" y="277654"/>
                  </a:lnTo>
                  <a:lnTo>
                    <a:pt x="1578769" y="273844"/>
                  </a:lnTo>
                  <a:lnTo>
                    <a:pt x="1584960" y="272891"/>
                  </a:lnTo>
                  <a:lnTo>
                    <a:pt x="1582579" y="276701"/>
                  </a:lnTo>
                  <a:lnTo>
                    <a:pt x="1581150" y="278130"/>
                  </a:lnTo>
                  <a:lnTo>
                    <a:pt x="1554480" y="285750"/>
                  </a:lnTo>
                  <a:lnTo>
                    <a:pt x="1545431" y="287179"/>
                  </a:lnTo>
                  <a:lnTo>
                    <a:pt x="1542098" y="289084"/>
                  </a:lnTo>
                  <a:lnTo>
                    <a:pt x="1539716" y="297180"/>
                  </a:lnTo>
                  <a:lnTo>
                    <a:pt x="1542098" y="299085"/>
                  </a:lnTo>
                  <a:lnTo>
                    <a:pt x="1553527" y="301943"/>
                  </a:lnTo>
                  <a:lnTo>
                    <a:pt x="1560671" y="306705"/>
                  </a:lnTo>
                  <a:lnTo>
                    <a:pt x="1562576" y="306229"/>
                  </a:lnTo>
                  <a:lnTo>
                    <a:pt x="1569244" y="302895"/>
                  </a:lnTo>
                  <a:lnTo>
                    <a:pt x="1584484" y="298609"/>
                  </a:lnTo>
                  <a:lnTo>
                    <a:pt x="1588770" y="297656"/>
                  </a:lnTo>
                  <a:lnTo>
                    <a:pt x="1594485" y="297656"/>
                  </a:lnTo>
                  <a:lnTo>
                    <a:pt x="1599724" y="298133"/>
                  </a:lnTo>
                  <a:lnTo>
                    <a:pt x="1600200" y="299085"/>
                  </a:lnTo>
                  <a:lnTo>
                    <a:pt x="1596866" y="301466"/>
                  </a:lnTo>
                  <a:lnTo>
                    <a:pt x="1594485" y="304800"/>
                  </a:lnTo>
                  <a:lnTo>
                    <a:pt x="1594961" y="305753"/>
                  </a:lnTo>
                  <a:lnTo>
                    <a:pt x="1596866" y="306229"/>
                  </a:lnTo>
                  <a:lnTo>
                    <a:pt x="1600676" y="306705"/>
                  </a:lnTo>
                  <a:lnTo>
                    <a:pt x="1613535" y="301943"/>
                  </a:lnTo>
                  <a:lnTo>
                    <a:pt x="1619250" y="300990"/>
                  </a:lnTo>
                  <a:lnTo>
                    <a:pt x="1631156" y="296228"/>
                  </a:lnTo>
                  <a:lnTo>
                    <a:pt x="1638300" y="294799"/>
                  </a:lnTo>
                  <a:lnTo>
                    <a:pt x="1644491" y="294799"/>
                  </a:lnTo>
                  <a:lnTo>
                    <a:pt x="1649730" y="295751"/>
                  </a:lnTo>
                  <a:lnTo>
                    <a:pt x="1657826" y="300990"/>
                  </a:lnTo>
                  <a:lnTo>
                    <a:pt x="1676876" y="301466"/>
                  </a:lnTo>
                  <a:lnTo>
                    <a:pt x="1690211" y="300990"/>
                  </a:lnTo>
                  <a:lnTo>
                    <a:pt x="1688783" y="301943"/>
                  </a:lnTo>
                  <a:lnTo>
                    <a:pt x="1671161" y="305276"/>
                  </a:lnTo>
                  <a:lnTo>
                    <a:pt x="1647825" y="308134"/>
                  </a:lnTo>
                  <a:lnTo>
                    <a:pt x="1643062" y="315278"/>
                  </a:lnTo>
                  <a:lnTo>
                    <a:pt x="1637824" y="317659"/>
                  </a:lnTo>
                  <a:lnTo>
                    <a:pt x="1630204" y="317659"/>
                  </a:lnTo>
                  <a:lnTo>
                    <a:pt x="1622584" y="319088"/>
                  </a:lnTo>
                  <a:lnTo>
                    <a:pt x="1600200" y="326708"/>
                  </a:lnTo>
                  <a:lnTo>
                    <a:pt x="1593056" y="330041"/>
                  </a:lnTo>
                  <a:lnTo>
                    <a:pt x="1593056" y="331470"/>
                  </a:lnTo>
                  <a:lnTo>
                    <a:pt x="1593533" y="332899"/>
                  </a:lnTo>
                  <a:lnTo>
                    <a:pt x="1594961" y="334328"/>
                  </a:lnTo>
                  <a:lnTo>
                    <a:pt x="1602105" y="338614"/>
                  </a:lnTo>
                  <a:lnTo>
                    <a:pt x="1621155" y="343376"/>
                  </a:lnTo>
                  <a:lnTo>
                    <a:pt x="1627346" y="345758"/>
                  </a:lnTo>
                  <a:lnTo>
                    <a:pt x="1625918" y="346234"/>
                  </a:lnTo>
                  <a:lnTo>
                    <a:pt x="1614011" y="345758"/>
                  </a:lnTo>
                  <a:lnTo>
                    <a:pt x="1612106" y="346710"/>
                  </a:lnTo>
                  <a:lnTo>
                    <a:pt x="1611630" y="348139"/>
                  </a:lnTo>
                  <a:lnTo>
                    <a:pt x="1614487" y="351473"/>
                  </a:lnTo>
                  <a:lnTo>
                    <a:pt x="1620202" y="356235"/>
                  </a:lnTo>
                  <a:lnTo>
                    <a:pt x="1624489" y="358616"/>
                  </a:lnTo>
                  <a:lnTo>
                    <a:pt x="1629727" y="359093"/>
                  </a:lnTo>
                  <a:lnTo>
                    <a:pt x="1634490" y="358140"/>
                  </a:lnTo>
                  <a:lnTo>
                    <a:pt x="1643062" y="358616"/>
                  </a:lnTo>
                  <a:lnTo>
                    <a:pt x="1669733" y="361950"/>
                  </a:lnTo>
                  <a:lnTo>
                    <a:pt x="1672114" y="363379"/>
                  </a:lnTo>
                  <a:lnTo>
                    <a:pt x="1657350" y="364808"/>
                  </a:lnTo>
                  <a:lnTo>
                    <a:pt x="1642586" y="367189"/>
                  </a:lnTo>
                  <a:lnTo>
                    <a:pt x="1638300" y="369094"/>
                  </a:lnTo>
                  <a:lnTo>
                    <a:pt x="1639729" y="371475"/>
                  </a:lnTo>
                  <a:lnTo>
                    <a:pt x="1644015" y="374333"/>
                  </a:lnTo>
                  <a:lnTo>
                    <a:pt x="1654969" y="380048"/>
                  </a:lnTo>
                  <a:lnTo>
                    <a:pt x="1670209" y="385763"/>
                  </a:lnTo>
                  <a:lnTo>
                    <a:pt x="1686877" y="389573"/>
                  </a:lnTo>
                  <a:lnTo>
                    <a:pt x="1703546" y="391954"/>
                  </a:lnTo>
                  <a:lnTo>
                    <a:pt x="1714024" y="392430"/>
                  </a:lnTo>
                  <a:lnTo>
                    <a:pt x="1721644" y="391478"/>
                  </a:lnTo>
                  <a:lnTo>
                    <a:pt x="1723549" y="390049"/>
                  </a:lnTo>
                  <a:lnTo>
                    <a:pt x="1722596" y="387668"/>
                  </a:lnTo>
                  <a:lnTo>
                    <a:pt x="1721168" y="385763"/>
                  </a:lnTo>
                  <a:lnTo>
                    <a:pt x="1718786" y="384334"/>
                  </a:lnTo>
                  <a:lnTo>
                    <a:pt x="1712595" y="381476"/>
                  </a:lnTo>
                  <a:lnTo>
                    <a:pt x="1713548" y="380524"/>
                  </a:lnTo>
                  <a:lnTo>
                    <a:pt x="1719262" y="380048"/>
                  </a:lnTo>
                  <a:lnTo>
                    <a:pt x="1724977" y="380048"/>
                  </a:lnTo>
                  <a:lnTo>
                    <a:pt x="1730693" y="381000"/>
                  </a:lnTo>
                  <a:lnTo>
                    <a:pt x="1734502" y="382429"/>
                  </a:lnTo>
                  <a:lnTo>
                    <a:pt x="1736408" y="384334"/>
                  </a:lnTo>
                  <a:lnTo>
                    <a:pt x="1739741" y="386239"/>
                  </a:lnTo>
                  <a:lnTo>
                    <a:pt x="1747361" y="389573"/>
                  </a:lnTo>
                  <a:lnTo>
                    <a:pt x="1749743" y="391001"/>
                  </a:lnTo>
                  <a:lnTo>
                    <a:pt x="1751648" y="391478"/>
                  </a:lnTo>
                  <a:lnTo>
                    <a:pt x="1753076" y="390525"/>
                  </a:lnTo>
                  <a:lnTo>
                    <a:pt x="1752600" y="388144"/>
                  </a:lnTo>
                  <a:lnTo>
                    <a:pt x="1749266" y="382429"/>
                  </a:lnTo>
                  <a:lnTo>
                    <a:pt x="1744504" y="375761"/>
                  </a:lnTo>
                  <a:lnTo>
                    <a:pt x="1736408" y="366236"/>
                  </a:lnTo>
                  <a:lnTo>
                    <a:pt x="1734026" y="362426"/>
                  </a:lnTo>
                  <a:lnTo>
                    <a:pt x="1735455" y="358140"/>
                  </a:lnTo>
                  <a:lnTo>
                    <a:pt x="1736884" y="358616"/>
                  </a:lnTo>
                  <a:lnTo>
                    <a:pt x="1739265" y="360521"/>
                  </a:lnTo>
                  <a:lnTo>
                    <a:pt x="1748314" y="370523"/>
                  </a:lnTo>
                  <a:lnTo>
                    <a:pt x="1754505" y="375761"/>
                  </a:lnTo>
                  <a:lnTo>
                    <a:pt x="1767364" y="387668"/>
                  </a:lnTo>
                  <a:lnTo>
                    <a:pt x="1771650" y="389573"/>
                  </a:lnTo>
                  <a:lnTo>
                    <a:pt x="1776889" y="389573"/>
                  </a:lnTo>
                  <a:lnTo>
                    <a:pt x="1777841" y="389096"/>
                  </a:lnTo>
                  <a:lnTo>
                    <a:pt x="1779746" y="385286"/>
                  </a:lnTo>
                  <a:lnTo>
                    <a:pt x="1782604" y="378619"/>
                  </a:lnTo>
                  <a:lnTo>
                    <a:pt x="1784033" y="374333"/>
                  </a:lnTo>
                  <a:lnTo>
                    <a:pt x="1783556" y="369094"/>
                  </a:lnTo>
                  <a:lnTo>
                    <a:pt x="1780699" y="362903"/>
                  </a:lnTo>
                  <a:lnTo>
                    <a:pt x="1779746" y="360045"/>
                  </a:lnTo>
                  <a:lnTo>
                    <a:pt x="1780699" y="359093"/>
                  </a:lnTo>
                  <a:lnTo>
                    <a:pt x="1784985" y="358616"/>
                  </a:lnTo>
                  <a:lnTo>
                    <a:pt x="1794986" y="366236"/>
                  </a:lnTo>
                  <a:lnTo>
                    <a:pt x="1799749" y="367665"/>
                  </a:lnTo>
                  <a:lnTo>
                    <a:pt x="1803559" y="366236"/>
                  </a:lnTo>
                  <a:lnTo>
                    <a:pt x="1805464" y="362903"/>
                  </a:lnTo>
                  <a:lnTo>
                    <a:pt x="1805940" y="360998"/>
                  </a:lnTo>
                  <a:lnTo>
                    <a:pt x="1805464" y="358616"/>
                  </a:lnTo>
                  <a:lnTo>
                    <a:pt x="1804511" y="357188"/>
                  </a:lnTo>
                  <a:lnTo>
                    <a:pt x="1803559" y="356235"/>
                  </a:lnTo>
                  <a:lnTo>
                    <a:pt x="1796891" y="354330"/>
                  </a:lnTo>
                  <a:lnTo>
                    <a:pt x="1795939" y="352901"/>
                  </a:lnTo>
                  <a:lnTo>
                    <a:pt x="1798320" y="350996"/>
                  </a:lnTo>
                  <a:lnTo>
                    <a:pt x="1799273" y="347186"/>
                  </a:lnTo>
                  <a:lnTo>
                    <a:pt x="1798320" y="338138"/>
                  </a:lnTo>
                  <a:lnTo>
                    <a:pt x="1799273" y="333375"/>
                  </a:lnTo>
                  <a:lnTo>
                    <a:pt x="1801177" y="330518"/>
                  </a:lnTo>
                  <a:lnTo>
                    <a:pt x="1803559" y="328613"/>
                  </a:lnTo>
                  <a:lnTo>
                    <a:pt x="1809274" y="325279"/>
                  </a:lnTo>
                  <a:lnTo>
                    <a:pt x="1810702" y="324803"/>
                  </a:lnTo>
                  <a:lnTo>
                    <a:pt x="1811179" y="325279"/>
                  </a:lnTo>
                  <a:lnTo>
                    <a:pt x="1807369" y="331946"/>
                  </a:lnTo>
                  <a:lnTo>
                    <a:pt x="1806416" y="334804"/>
                  </a:lnTo>
                  <a:lnTo>
                    <a:pt x="1805940" y="336233"/>
                  </a:lnTo>
                  <a:lnTo>
                    <a:pt x="1805940" y="339566"/>
                  </a:lnTo>
                  <a:lnTo>
                    <a:pt x="1806893" y="347186"/>
                  </a:lnTo>
                  <a:lnTo>
                    <a:pt x="1808798" y="350520"/>
                  </a:lnTo>
                  <a:lnTo>
                    <a:pt x="1816894" y="352901"/>
                  </a:lnTo>
                  <a:lnTo>
                    <a:pt x="1821656" y="349568"/>
                  </a:lnTo>
                  <a:lnTo>
                    <a:pt x="1829752" y="342424"/>
                  </a:lnTo>
                  <a:lnTo>
                    <a:pt x="1835468" y="338614"/>
                  </a:lnTo>
                  <a:lnTo>
                    <a:pt x="1837849" y="336233"/>
                  </a:lnTo>
                  <a:lnTo>
                    <a:pt x="1839754" y="330518"/>
                  </a:lnTo>
                  <a:lnTo>
                    <a:pt x="1841183" y="330041"/>
                  </a:lnTo>
                  <a:lnTo>
                    <a:pt x="1847850" y="330518"/>
                  </a:lnTo>
                  <a:lnTo>
                    <a:pt x="1851184" y="329565"/>
                  </a:lnTo>
                  <a:lnTo>
                    <a:pt x="1857375" y="326231"/>
                  </a:lnTo>
                  <a:lnTo>
                    <a:pt x="1869758" y="321469"/>
                  </a:lnTo>
                  <a:lnTo>
                    <a:pt x="1896904" y="313373"/>
                  </a:lnTo>
                  <a:lnTo>
                    <a:pt x="1900714" y="311468"/>
                  </a:lnTo>
                  <a:lnTo>
                    <a:pt x="1905476" y="307658"/>
                  </a:lnTo>
                  <a:lnTo>
                    <a:pt x="1904524" y="304324"/>
                  </a:lnTo>
                  <a:lnTo>
                    <a:pt x="1900714" y="300038"/>
                  </a:lnTo>
                  <a:lnTo>
                    <a:pt x="1889760" y="289084"/>
                  </a:lnTo>
                  <a:lnTo>
                    <a:pt x="1884998" y="282893"/>
                  </a:lnTo>
                  <a:lnTo>
                    <a:pt x="1884045" y="282416"/>
                  </a:lnTo>
                  <a:lnTo>
                    <a:pt x="1881664" y="283845"/>
                  </a:lnTo>
                  <a:lnTo>
                    <a:pt x="1879759" y="285274"/>
                  </a:lnTo>
                  <a:lnTo>
                    <a:pt x="1874996" y="291941"/>
                  </a:lnTo>
                  <a:lnTo>
                    <a:pt x="1873091" y="292418"/>
                  </a:lnTo>
                  <a:lnTo>
                    <a:pt x="1870234" y="286703"/>
                  </a:lnTo>
                  <a:lnTo>
                    <a:pt x="1866900" y="282416"/>
                  </a:lnTo>
                  <a:lnTo>
                    <a:pt x="1864995" y="280988"/>
                  </a:lnTo>
                  <a:lnTo>
                    <a:pt x="1861661" y="280035"/>
                  </a:lnTo>
                  <a:lnTo>
                    <a:pt x="1851184" y="279083"/>
                  </a:lnTo>
                  <a:lnTo>
                    <a:pt x="1844040" y="282893"/>
                  </a:lnTo>
                  <a:lnTo>
                    <a:pt x="1841659" y="283369"/>
                  </a:lnTo>
                  <a:lnTo>
                    <a:pt x="1830705" y="284798"/>
                  </a:lnTo>
                  <a:lnTo>
                    <a:pt x="1828800" y="284321"/>
                  </a:lnTo>
                  <a:lnTo>
                    <a:pt x="1831181" y="280511"/>
                  </a:lnTo>
                  <a:lnTo>
                    <a:pt x="1833562" y="278130"/>
                  </a:lnTo>
                  <a:lnTo>
                    <a:pt x="1836896" y="267176"/>
                  </a:lnTo>
                  <a:lnTo>
                    <a:pt x="1839277" y="260509"/>
                  </a:lnTo>
                  <a:lnTo>
                    <a:pt x="1835944" y="254794"/>
                  </a:lnTo>
                  <a:lnTo>
                    <a:pt x="1831658" y="249079"/>
                  </a:lnTo>
                  <a:lnTo>
                    <a:pt x="1827371" y="248603"/>
                  </a:lnTo>
                  <a:lnTo>
                    <a:pt x="1816418" y="246221"/>
                  </a:lnTo>
                  <a:lnTo>
                    <a:pt x="1809274" y="245745"/>
                  </a:lnTo>
                  <a:lnTo>
                    <a:pt x="1807369" y="244793"/>
                  </a:lnTo>
                  <a:lnTo>
                    <a:pt x="1809274" y="241935"/>
                  </a:lnTo>
                  <a:lnTo>
                    <a:pt x="1817370" y="237649"/>
                  </a:lnTo>
                  <a:lnTo>
                    <a:pt x="1817846" y="236220"/>
                  </a:lnTo>
                  <a:lnTo>
                    <a:pt x="1816418" y="229076"/>
                  </a:lnTo>
                  <a:lnTo>
                    <a:pt x="1815941" y="225266"/>
                  </a:lnTo>
                  <a:lnTo>
                    <a:pt x="1814989" y="223361"/>
                  </a:lnTo>
                  <a:lnTo>
                    <a:pt x="1805464" y="220028"/>
                  </a:lnTo>
                  <a:lnTo>
                    <a:pt x="1799749" y="219075"/>
                  </a:lnTo>
                  <a:lnTo>
                    <a:pt x="1789748" y="219075"/>
                  </a:lnTo>
                  <a:lnTo>
                    <a:pt x="1786414" y="220028"/>
                  </a:lnTo>
                  <a:lnTo>
                    <a:pt x="1782604" y="222409"/>
                  </a:lnTo>
                  <a:lnTo>
                    <a:pt x="1782127" y="225266"/>
                  </a:lnTo>
                  <a:lnTo>
                    <a:pt x="1782604" y="230029"/>
                  </a:lnTo>
                  <a:lnTo>
                    <a:pt x="1783556" y="232886"/>
                  </a:lnTo>
                  <a:lnTo>
                    <a:pt x="1791652" y="235268"/>
                  </a:lnTo>
                  <a:lnTo>
                    <a:pt x="1795939" y="240030"/>
                  </a:lnTo>
                  <a:lnTo>
                    <a:pt x="1797844" y="243364"/>
                  </a:lnTo>
                  <a:lnTo>
                    <a:pt x="1797844" y="244316"/>
                  </a:lnTo>
                  <a:lnTo>
                    <a:pt x="1793558" y="242411"/>
                  </a:lnTo>
                  <a:lnTo>
                    <a:pt x="1786414" y="242411"/>
                  </a:lnTo>
                  <a:lnTo>
                    <a:pt x="1775460" y="239554"/>
                  </a:lnTo>
                  <a:lnTo>
                    <a:pt x="1769745" y="237173"/>
                  </a:lnTo>
                  <a:lnTo>
                    <a:pt x="1763554" y="231934"/>
                  </a:lnTo>
                  <a:lnTo>
                    <a:pt x="1763077" y="230029"/>
                  </a:lnTo>
                  <a:lnTo>
                    <a:pt x="1765459" y="224314"/>
                  </a:lnTo>
                  <a:lnTo>
                    <a:pt x="1764983" y="222885"/>
                  </a:lnTo>
                  <a:lnTo>
                    <a:pt x="1763554" y="221456"/>
                  </a:lnTo>
                  <a:lnTo>
                    <a:pt x="1763077" y="220504"/>
                  </a:lnTo>
                  <a:lnTo>
                    <a:pt x="1765459" y="218123"/>
                  </a:lnTo>
                  <a:lnTo>
                    <a:pt x="1765459" y="216694"/>
                  </a:lnTo>
                  <a:lnTo>
                    <a:pt x="1764506" y="214789"/>
                  </a:lnTo>
                  <a:lnTo>
                    <a:pt x="1762125" y="212408"/>
                  </a:lnTo>
                  <a:lnTo>
                    <a:pt x="1758791" y="210979"/>
                  </a:lnTo>
                  <a:lnTo>
                    <a:pt x="1752124" y="210503"/>
                  </a:lnTo>
                  <a:lnTo>
                    <a:pt x="1746885" y="210979"/>
                  </a:lnTo>
                  <a:lnTo>
                    <a:pt x="1742599" y="213360"/>
                  </a:lnTo>
                  <a:lnTo>
                    <a:pt x="1740218" y="213360"/>
                  </a:lnTo>
                  <a:lnTo>
                    <a:pt x="1728311" y="209550"/>
                  </a:lnTo>
                  <a:lnTo>
                    <a:pt x="1717358" y="207169"/>
                  </a:lnTo>
                  <a:lnTo>
                    <a:pt x="1713548" y="205740"/>
                  </a:lnTo>
                  <a:lnTo>
                    <a:pt x="1714024" y="201930"/>
                  </a:lnTo>
                  <a:lnTo>
                    <a:pt x="1714024" y="200978"/>
                  </a:lnTo>
                  <a:lnTo>
                    <a:pt x="1712595" y="198596"/>
                  </a:lnTo>
                  <a:lnTo>
                    <a:pt x="1699736" y="191453"/>
                  </a:lnTo>
                  <a:lnTo>
                    <a:pt x="1692116" y="185738"/>
                  </a:lnTo>
                  <a:lnTo>
                    <a:pt x="1675924" y="170021"/>
                  </a:lnTo>
                  <a:lnTo>
                    <a:pt x="1671637" y="163354"/>
                  </a:lnTo>
                  <a:lnTo>
                    <a:pt x="1667827" y="159068"/>
                  </a:lnTo>
                  <a:lnTo>
                    <a:pt x="1660684" y="154305"/>
                  </a:lnTo>
                  <a:lnTo>
                    <a:pt x="1654016" y="151448"/>
                  </a:lnTo>
                  <a:lnTo>
                    <a:pt x="1633061" y="146209"/>
                  </a:lnTo>
                  <a:lnTo>
                    <a:pt x="1623060" y="144780"/>
                  </a:lnTo>
                  <a:lnTo>
                    <a:pt x="1614011" y="145733"/>
                  </a:lnTo>
                  <a:lnTo>
                    <a:pt x="1598771" y="145733"/>
                  </a:lnTo>
                  <a:lnTo>
                    <a:pt x="1594485" y="146685"/>
                  </a:lnTo>
                  <a:lnTo>
                    <a:pt x="1593056" y="147161"/>
                  </a:lnTo>
                  <a:lnTo>
                    <a:pt x="1592580" y="148590"/>
                  </a:lnTo>
                  <a:lnTo>
                    <a:pt x="1592580" y="150495"/>
                  </a:lnTo>
                  <a:lnTo>
                    <a:pt x="1593056" y="152400"/>
                  </a:lnTo>
                  <a:lnTo>
                    <a:pt x="1594009" y="154305"/>
                  </a:lnTo>
                  <a:lnTo>
                    <a:pt x="1596866" y="155734"/>
                  </a:lnTo>
                  <a:lnTo>
                    <a:pt x="1604010" y="156686"/>
                  </a:lnTo>
                  <a:lnTo>
                    <a:pt x="1620679" y="157163"/>
                  </a:lnTo>
                  <a:lnTo>
                    <a:pt x="1624965" y="159544"/>
                  </a:lnTo>
                  <a:lnTo>
                    <a:pt x="1626870" y="161449"/>
                  </a:lnTo>
                  <a:lnTo>
                    <a:pt x="1626870" y="163354"/>
                  </a:lnTo>
                  <a:lnTo>
                    <a:pt x="1624965" y="165735"/>
                  </a:lnTo>
                  <a:lnTo>
                    <a:pt x="1623060" y="167164"/>
                  </a:lnTo>
                  <a:lnTo>
                    <a:pt x="1619726" y="167164"/>
                  </a:lnTo>
                  <a:lnTo>
                    <a:pt x="1606868" y="165259"/>
                  </a:lnTo>
                  <a:lnTo>
                    <a:pt x="1593533" y="169069"/>
                  </a:lnTo>
                  <a:lnTo>
                    <a:pt x="1583055" y="170974"/>
                  </a:lnTo>
                  <a:lnTo>
                    <a:pt x="1567339" y="169545"/>
                  </a:lnTo>
                  <a:lnTo>
                    <a:pt x="1557337" y="173355"/>
                  </a:lnTo>
                  <a:lnTo>
                    <a:pt x="1549241" y="184309"/>
                  </a:lnTo>
                  <a:lnTo>
                    <a:pt x="1549241" y="186214"/>
                  </a:lnTo>
                  <a:lnTo>
                    <a:pt x="1560195" y="188595"/>
                  </a:lnTo>
                  <a:lnTo>
                    <a:pt x="1574006" y="192881"/>
                  </a:lnTo>
                  <a:lnTo>
                    <a:pt x="1580674" y="201454"/>
                  </a:lnTo>
                  <a:lnTo>
                    <a:pt x="1592580" y="205264"/>
                  </a:lnTo>
                  <a:lnTo>
                    <a:pt x="1598295" y="207169"/>
                  </a:lnTo>
                  <a:lnTo>
                    <a:pt x="1601629" y="209074"/>
                  </a:lnTo>
                  <a:lnTo>
                    <a:pt x="1582579" y="209074"/>
                  </a:lnTo>
                  <a:lnTo>
                    <a:pt x="1574006" y="208121"/>
                  </a:lnTo>
                  <a:lnTo>
                    <a:pt x="1568768" y="208121"/>
                  </a:lnTo>
                  <a:lnTo>
                    <a:pt x="1564005" y="202406"/>
                  </a:lnTo>
                  <a:lnTo>
                    <a:pt x="1557337" y="199073"/>
                  </a:lnTo>
                  <a:lnTo>
                    <a:pt x="1547812" y="198596"/>
                  </a:lnTo>
                  <a:lnTo>
                    <a:pt x="1540669" y="195739"/>
                  </a:lnTo>
                  <a:lnTo>
                    <a:pt x="1533525" y="196215"/>
                  </a:lnTo>
                  <a:lnTo>
                    <a:pt x="1526381" y="198596"/>
                  </a:lnTo>
                  <a:lnTo>
                    <a:pt x="1525905" y="209550"/>
                  </a:lnTo>
                  <a:lnTo>
                    <a:pt x="1534477" y="216218"/>
                  </a:lnTo>
                  <a:lnTo>
                    <a:pt x="1544002" y="221933"/>
                  </a:lnTo>
                  <a:lnTo>
                    <a:pt x="1546384" y="224314"/>
                  </a:lnTo>
                  <a:lnTo>
                    <a:pt x="1539716" y="224314"/>
                  </a:lnTo>
                  <a:lnTo>
                    <a:pt x="1530668" y="222885"/>
                  </a:lnTo>
                  <a:lnTo>
                    <a:pt x="1527334" y="222885"/>
                  </a:lnTo>
                  <a:lnTo>
                    <a:pt x="1519714" y="225266"/>
                  </a:lnTo>
                  <a:lnTo>
                    <a:pt x="1517809" y="226695"/>
                  </a:lnTo>
                  <a:lnTo>
                    <a:pt x="1517333" y="228124"/>
                  </a:lnTo>
                  <a:lnTo>
                    <a:pt x="1518285" y="230029"/>
                  </a:lnTo>
                  <a:lnTo>
                    <a:pt x="1520190" y="231934"/>
                  </a:lnTo>
                  <a:lnTo>
                    <a:pt x="1523524" y="233363"/>
                  </a:lnTo>
                  <a:lnTo>
                    <a:pt x="1530191" y="235268"/>
                  </a:lnTo>
                  <a:lnTo>
                    <a:pt x="1534477" y="235744"/>
                  </a:lnTo>
                  <a:lnTo>
                    <a:pt x="1543050" y="234315"/>
                  </a:lnTo>
                  <a:lnTo>
                    <a:pt x="1551146" y="241935"/>
                  </a:lnTo>
                  <a:lnTo>
                    <a:pt x="1558290" y="241935"/>
                  </a:lnTo>
                  <a:lnTo>
                    <a:pt x="1578769" y="236696"/>
                  </a:lnTo>
                  <a:lnTo>
                    <a:pt x="1589723" y="237173"/>
                  </a:lnTo>
                  <a:lnTo>
                    <a:pt x="1588294" y="238125"/>
                  </a:lnTo>
                  <a:lnTo>
                    <a:pt x="1578769" y="241459"/>
                  </a:lnTo>
                  <a:lnTo>
                    <a:pt x="1577816" y="242888"/>
                  </a:lnTo>
                  <a:lnTo>
                    <a:pt x="1577816" y="244793"/>
                  </a:lnTo>
                  <a:lnTo>
                    <a:pt x="1578293" y="247174"/>
                  </a:lnTo>
                  <a:lnTo>
                    <a:pt x="1577816" y="248603"/>
                  </a:lnTo>
                  <a:lnTo>
                    <a:pt x="1577340" y="249079"/>
                  </a:lnTo>
                  <a:close/>
                  <a:moveTo>
                    <a:pt x="2200751" y="740569"/>
                  </a:moveTo>
                  <a:lnTo>
                    <a:pt x="2196465" y="739140"/>
                  </a:lnTo>
                  <a:lnTo>
                    <a:pt x="2192655" y="736759"/>
                  </a:lnTo>
                  <a:lnTo>
                    <a:pt x="2190750" y="732473"/>
                  </a:lnTo>
                  <a:lnTo>
                    <a:pt x="2189321" y="730568"/>
                  </a:lnTo>
                  <a:lnTo>
                    <a:pt x="2185987" y="726758"/>
                  </a:lnTo>
                  <a:lnTo>
                    <a:pt x="2177415" y="723900"/>
                  </a:lnTo>
                  <a:lnTo>
                    <a:pt x="2175986" y="722948"/>
                  </a:lnTo>
                  <a:lnTo>
                    <a:pt x="2173129" y="717709"/>
                  </a:lnTo>
                  <a:lnTo>
                    <a:pt x="2170271" y="714375"/>
                  </a:lnTo>
                  <a:lnTo>
                    <a:pt x="2164080" y="711994"/>
                  </a:lnTo>
                  <a:lnTo>
                    <a:pt x="2140744" y="704850"/>
                  </a:lnTo>
                  <a:lnTo>
                    <a:pt x="2133124" y="703421"/>
                  </a:lnTo>
                  <a:lnTo>
                    <a:pt x="2097405" y="705326"/>
                  </a:lnTo>
                  <a:lnTo>
                    <a:pt x="2091690" y="704374"/>
                  </a:lnTo>
                  <a:lnTo>
                    <a:pt x="2079784" y="701516"/>
                  </a:lnTo>
                  <a:lnTo>
                    <a:pt x="2072164" y="701040"/>
                  </a:lnTo>
                  <a:lnTo>
                    <a:pt x="2062162" y="697230"/>
                  </a:lnTo>
                  <a:lnTo>
                    <a:pt x="2055019" y="697230"/>
                  </a:lnTo>
                  <a:lnTo>
                    <a:pt x="2050256" y="697706"/>
                  </a:lnTo>
                  <a:lnTo>
                    <a:pt x="2048351" y="698659"/>
                  </a:lnTo>
                  <a:lnTo>
                    <a:pt x="2047399" y="700088"/>
                  </a:lnTo>
                  <a:lnTo>
                    <a:pt x="2046923" y="703421"/>
                  </a:lnTo>
                  <a:lnTo>
                    <a:pt x="2046923" y="708660"/>
                  </a:lnTo>
                  <a:lnTo>
                    <a:pt x="2047875" y="712470"/>
                  </a:lnTo>
                  <a:lnTo>
                    <a:pt x="2051209" y="715804"/>
                  </a:lnTo>
                  <a:lnTo>
                    <a:pt x="2049780" y="715804"/>
                  </a:lnTo>
                  <a:lnTo>
                    <a:pt x="2048827" y="716280"/>
                  </a:lnTo>
                  <a:lnTo>
                    <a:pt x="2047875" y="719138"/>
                  </a:lnTo>
                  <a:lnTo>
                    <a:pt x="2047875" y="722471"/>
                  </a:lnTo>
                  <a:lnTo>
                    <a:pt x="2049304" y="725329"/>
                  </a:lnTo>
                  <a:lnTo>
                    <a:pt x="2051209" y="727234"/>
                  </a:lnTo>
                  <a:lnTo>
                    <a:pt x="2055019" y="729615"/>
                  </a:lnTo>
                  <a:lnTo>
                    <a:pt x="2065973" y="731044"/>
                  </a:lnTo>
                  <a:lnTo>
                    <a:pt x="2069783" y="732473"/>
                  </a:lnTo>
                  <a:lnTo>
                    <a:pt x="2071211" y="736759"/>
                  </a:lnTo>
                  <a:lnTo>
                    <a:pt x="2072164" y="741998"/>
                  </a:lnTo>
                  <a:lnTo>
                    <a:pt x="2074069" y="748665"/>
                  </a:lnTo>
                  <a:lnTo>
                    <a:pt x="2076450" y="753904"/>
                  </a:lnTo>
                  <a:lnTo>
                    <a:pt x="2077879" y="755809"/>
                  </a:lnTo>
                  <a:lnTo>
                    <a:pt x="2081689" y="758190"/>
                  </a:lnTo>
                  <a:lnTo>
                    <a:pt x="2092643" y="762953"/>
                  </a:lnTo>
                  <a:lnTo>
                    <a:pt x="2098834" y="762953"/>
                  </a:lnTo>
                  <a:lnTo>
                    <a:pt x="2105025" y="762000"/>
                  </a:lnTo>
                  <a:lnTo>
                    <a:pt x="2124551" y="756285"/>
                  </a:lnTo>
                  <a:lnTo>
                    <a:pt x="2132648" y="754856"/>
                  </a:lnTo>
                  <a:lnTo>
                    <a:pt x="2148840" y="753904"/>
                  </a:lnTo>
                  <a:lnTo>
                    <a:pt x="2176939" y="757238"/>
                  </a:lnTo>
                  <a:lnTo>
                    <a:pt x="2197894" y="758666"/>
                  </a:lnTo>
                  <a:lnTo>
                    <a:pt x="2205514" y="757238"/>
                  </a:lnTo>
                  <a:lnTo>
                    <a:pt x="2208848" y="754856"/>
                  </a:lnTo>
                  <a:lnTo>
                    <a:pt x="2207419" y="752951"/>
                  </a:lnTo>
                  <a:lnTo>
                    <a:pt x="2203133" y="750094"/>
                  </a:lnTo>
                  <a:lnTo>
                    <a:pt x="2201228" y="747713"/>
                  </a:lnTo>
                  <a:lnTo>
                    <a:pt x="2201704" y="742474"/>
                  </a:lnTo>
                  <a:lnTo>
                    <a:pt x="2200751" y="740569"/>
                  </a:lnTo>
                  <a:close/>
                  <a:moveTo>
                    <a:pt x="421481" y="1817370"/>
                  </a:moveTo>
                  <a:lnTo>
                    <a:pt x="417671" y="1814513"/>
                  </a:lnTo>
                  <a:lnTo>
                    <a:pt x="413861" y="1812131"/>
                  </a:lnTo>
                  <a:lnTo>
                    <a:pt x="410051" y="1810226"/>
                  </a:lnTo>
                  <a:lnTo>
                    <a:pt x="407670" y="1809750"/>
                  </a:lnTo>
                  <a:lnTo>
                    <a:pt x="406717" y="1811655"/>
                  </a:lnTo>
                  <a:lnTo>
                    <a:pt x="405765" y="1816418"/>
                  </a:lnTo>
                  <a:lnTo>
                    <a:pt x="404813" y="1818799"/>
                  </a:lnTo>
                  <a:lnTo>
                    <a:pt x="402431" y="1822133"/>
                  </a:lnTo>
                  <a:lnTo>
                    <a:pt x="402431" y="1823561"/>
                  </a:lnTo>
                  <a:lnTo>
                    <a:pt x="402908" y="1824514"/>
                  </a:lnTo>
                  <a:lnTo>
                    <a:pt x="405765" y="1827848"/>
                  </a:lnTo>
                  <a:lnTo>
                    <a:pt x="406241" y="1831181"/>
                  </a:lnTo>
                  <a:lnTo>
                    <a:pt x="408146" y="1834039"/>
                  </a:lnTo>
                  <a:lnTo>
                    <a:pt x="412433" y="1837849"/>
                  </a:lnTo>
                  <a:lnTo>
                    <a:pt x="414814" y="1837849"/>
                  </a:lnTo>
                  <a:lnTo>
                    <a:pt x="416719" y="1834515"/>
                  </a:lnTo>
                  <a:lnTo>
                    <a:pt x="417671" y="1834039"/>
                  </a:lnTo>
                  <a:lnTo>
                    <a:pt x="417195" y="1841659"/>
                  </a:lnTo>
                  <a:lnTo>
                    <a:pt x="417671" y="1843564"/>
                  </a:lnTo>
                  <a:lnTo>
                    <a:pt x="418147" y="1847374"/>
                  </a:lnTo>
                  <a:lnTo>
                    <a:pt x="418147" y="1852613"/>
                  </a:lnTo>
                  <a:lnTo>
                    <a:pt x="420052" y="1855470"/>
                  </a:lnTo>
                  <a:lnTo>
                    <a:pt x="421958" y="1853089"/>
                  </a:lnTo>
                  <a:lnTo>
                    <a:pt x="423386" y="1847850"/>
                  </a:lnTo>
                  <a:lnTo>
                    <a:pt x="425767" y="1844993"/>
                  </a:lnTo>
                  <a:lnTo>
                    <a:pt x="425767" y="1840230"/>
                  </a:lnTo>
                  <a:lnTo>
                    <a:pt x="424339" y="1825466"/>
                  </a:lnTo>
                  <a:lnTo>
                    <a:pt x="421481" y="1817370"/>
                  </a:lnTo>
                  <a:close/>
                  <a:moveTo>
                    <a:pt x="599599" y="2015014"/>
                  </a:moveTo>
                  <a:lnTo>
                    <a:pt x="598646" y="2013585"/>
                  </a:lnTo>
                  <a:lnTo>
                    <a:pt x="597694" y="2014061"/>
                  </a:lnTo>
                  <a:lnTo>
                    <a:pt x="597218" y="2015014"/>
                  </a:lnTo>
                  <a:lnTo>
                    <a:pt x="596741" y="2018348"/>
                  </a:lnTo>
                  <a:lnTo>
                    <a:pt x="595789" y="2019300"/>
                  </a:lnTo>
                  <a:lnTo>
                    <a:pt x="591502" y="2008823"/>
                  </a:lnTo>
                  <a:lnTo>
                    <a:pt x="587216" y="2003108"/>
                  </a:lnTo>
                  <a:lnTo>
                    <a:pt x="584835" y="1997393"/>
                  </a:lnTo>
                  <a:lnTo>
                    <a:pt x="583883" y="1995964"/>
                  </a:lnTo>
                  <a:lnTo>
                    <a:pt x="581025" y="1993583"/>
                  </a:lnTo>
                  <a:lnTo>
                    <a:pt x="579120" y="1991201"/>
                  </a:lnTo>
                  <a:lnTo>
                    <a:pt x="572452" y="1987868"/>
                  </a:lnTo>
                  <a:lnTo>
                    <a:pt x="561975" y="1984534"/>
                  </a:lnTo>
                  <a:lnTo>
                    <a:pt x="557213" y="1982629"/>
                  </a:lnTo>
                  <a:lnTo>
                    <a:pt x="551021" y="1978343"/>
                  </a:lnTo>
                  <a:lnTo>
                    <a:pt x="547688" y="1973580"/>
                  </a:lnTo>
                  <a:lnTo>
                    <a:pt x="547688" y="1972151"/>
                  </a:lnTo>
                  <a:lnTo>
                    <a:pt x="548640" y="1971675"/>
                  </a:lnTo>
                  <a:lnTo>
                    <a:pt x="547688" y="1969770"/>
                  </a:lnTo>
                  <a:lnTo>
                    <a:pt x="543401" y="1964531"/>
                  </a:lnTo>
                  <a:lnTo>
                    <a:pt x="537686" y="1957388"/>
                  </a:lnTo>
                  <a:lnTo>
                    <a:pt x="534829" y="1953101"/>
                  </a:lnTo>
                  <a:lnTo>
                    <a:pt x="531019" y="1946434"/>
                  </a:lnTo>
                  <a:lnTo>
                    <a:pt x="529114" y="1943576"/>
                  </a:lnTo>
                  <a:lnTo>
                    <a:pt x="527209" y="1942624"/>
                  </a:lnTo>
                  <a:lnTo>
                    <a:pt x="524351" y="1942148"/>
                  </a:lnTo>
                  <a:lnTo>
                    <a:pt x="516731" y="1941195"/>
                  </a:lnTo>
                  <a:lnTo>
                    <a:pt x="504349" y="1937861"/>
                  </a:lnTo>
                  <a:lnTo>
                    <a:pt x="487204" y="1935004"/>
                  </a:lnTo>
                  <a:lnTo>
                    <a:pt x="470535" y="1929289"/>
                  </a:lnTo>
                  <a:lnTo>
                    <a:pt x="452914" y="1921193"/>
                  </a:lnTo>
                  <a:lnTo>
                    <a:pt x="445770" y="1919288"/>
                  </a:lnTo>
                  <a:lnTo>
                    <a:pt x="439579" y="1919288"/>
                  </a:lnTo>
                  <a:lnTo>
                    <a:pt x="434816" y="1920716"/>
                  </a:lnTo>
                  <a:lnTo>
                    <a:pt x="432911" y="1922145"/>
                  </a:lnTo>
                  <a:lnTo>
                    <a:pt x="431483" y="1924526"/>
                  </a:lnTo>
                  <a:lnTo>
                    <a:pt x="431483" y="1926431"/>
                  </a:lnTo>
                  <a:lnTo>
                    <a:pt x="434340" y="1930241"/>
                  </a:lnTo>
                  <a:lnTo>
                    <a:pt x="438626" y="1934051"/>
                  </a:lnTo>
                  <a:lnTo>
                    <a:pt x="441484" y="1935004"/>
                  </a:lnTo>
                  <a:lnTo>
                    <a:pt x="444817" y="1935480"/>
                  </a:lnTo>
                  <a:lnTo>
                    <a:pt x="448151" y="1935004"/>
                  </a:lnTo>
                  <a:lnTo>
                    <a:pt x="452914" y="1933575"/>
                  </a:lnTo>
                  <a:lnTo>
                    <a:pt x="452438" y="1931670"/>
                  </a:lnTo>
                  <a:lnTo>
                    <a:pt x="452438" y="1930241"/>
                  </a:lnTo>
                  <a:lnTo>
                    <a:pt x="460058" y="1930718"/>
                  </a:lnTo>
                  <a:lnTo>
                    <a:pt x="461963" y="1931194"/>
                  </a:lnTo>
                  <a:lnTo>
                    <a:pt x="459581" y="1933099"/>
                  </a:lnTo>
                  <a:lnTo>
                    <a:pt x="459581" y="1935004"/>
                  </a:lnTo>
                  <a:lnTo>
                    <a:pt x="460534" y="1937861"/>
                  </a:lnTo>
                  <a:lnTo>
                    <a:pt x="460534" y="1938814"/>
                  </a:lnTo>
                  <a:lnTo>
                    <a:pt x="457200" y="1935956"/>
                  </a:lnTo>
                  <a:lnTo>
                    <a:pt x="454819" y="1935480"/>
                  </a:lnTo>
                  <a:lnTo>
                    <a:pt x="448151" y="1935956"/>
                  </a:lnTo>
                  <a:lnTo>
                    <a:pt x="446722" y="1936433"/>
                  </a:lnTo>
                  <a:lnTo>
                    <a:pt x="445770" y="1937385"/>
                  </a:lnTo>
                  <a:lnTo>
                    <a:pt x="443865" y="1941671"/>
                  </a:lnTo>
                  <a:lnTo>
                    <a:pt x="444341" y="1942624"/>
                  </a:lnTo>
                  <a:lnTo>
                    <a:pt x="447675" y="1943100"/>
                  </a:lnTo>
                  <a:lnTo>
                    <a:pt x="448151" y="1944053"/>
                  </a:lnTo>
                  <a:lnTo>
                    <a:pt x="448627" y="1947863"/>
                  </a:lnTo>
                  <a:lnTo>
                    <a:pt x="447199" y="1950720"/>
                  </a:lnTo>
                  <a:lnTo>
                    <a:pt x="447675" y="1951673"/>
                  </a:lnTo>
                  <a:lnTo>
                    <a:pt x="449104" y="1952149"/>
                  </a:lnTo>
                  <a:lnTo>
                    <a:pt x="450533" y="1952149"/>
                  </a:lnTo>
                  <a:lnTo>
                    <a:pt x="453866" y="1950244"/>
                  </a:lnTo>
                  <a:lnTo>
                    <a:pt x="461010" y="1950244"/>
                  </a:lnTo>
                  <a:lnTo>
                    <a:pt x="462439" y="1951673"/>
                  </a:lnTo>
                  <a:lnTo>
                    <a:pt x="463391" y="1953578"/>
                  </a:lnTo>
                  <a:lnTo>
                    <a:pt x="464820" y="1955006"/>
                  </a:lnTo>
                  <a:lnTo>
                    <a:pt x="466725" y="1954054"/>
                  </a:lnTo>
                  <a:lnTo>
                    <a:pt x="467201" y="1953101"/>
                  </a:lnTo>
                  <a:lnTo>
                    <a:pt x="467201" y="1951673"/>
                  </a:lnTo>
                  <a:lnTo>
                    <a:pt x="467677" y="1951196"/>
                  </a:lnTo>
                  <a:lnTo>
                    <a:pt x="468630" y="1952149"/>
                  </a:lnTo>
                  <a:lnTo>
                    <a:pt x="469583" y="1953101"/>
                  </a:lnTo>
                  <a:lnTo>
                    <a:pt x="470059" y="1954054"/>
                  </a:lnTo>
                  <a:lnTo>
                    <a:pt x="470059" y="1955006"/>
                  </a:lnTo>
                  <a:lnTo>
                    <a:pt x="469106" y="1957388"/>
                  </a:lnTo>
                  <a:lnTo>
                    <a:pt x="469583" y="1959293"/>
                  </a:lnTo>
                  <a:lnTo>
                    <a:pt x="470535" y="1961198"/>
                  </a:lnTo>
                  <a:lnTo>
                    <a:pt x="472440" y="1962626"/>
                  </a:lnTo>
                  <a:lnTo>
                    <a:pt x="474821" y="1963103"/>
                  </a:lnTo>
                  <a:lnTo>
                    <a:pt x="477202" y="1962626"/>
                  </a:lnTo>
                  <a:lnTo>
                    <a:pt x="478155" y="1961674"/>
                  </a:lnTo>
                  <a:lnTo>
                    <a:pt x="479108" y="1960245"/>
                  </a:lnTo>
                  <a:lnTo>
                    <a:pt x="480060" y="1959769"/>
                  </a:lnTo>
                  <a:lnTo>
                    <a:pt x="481965" y="1960721"/>
                  </a:lnTo>
                  <a:lnTo>
                    <a:pt x="485299" y="1961674"/>
                  </a:lnTo>
                  <a:lnTo>
                    <a:pt x="487204" y="1963103"/>
                  </a:lnTo>
                  <a:lnTo>
                    <a:pt x="490061" y="1967865"/>
                  </a:lnTo>
                  <a:lnTo>
                    <a:pt x="491014" y="1969294"/>
                  </a:lnTo>
                  <a:lnTo>
                    <a:pt x="491966" y="1969770"/>
                  </a:lnTo>
                  <a:lnTo>
                    <a:pt x="493871" y="1969770"/>
                  </a:lnTo>
                  <a:lnTo>
                    <a:pt x="495776" y="1971675"/>
                  </a:lnTo>
                  <a:lnTo>
                    <a:pt x="497681" y="1972628"/>
                  </a:lnTo>
                  <a:lnTo>
                    <a:pt x="504825" y="1972151"/>
                  </a:lnTo>
                  <a:lnTo>
                    <a:pt x="503872" y="1973104"/>
                  </a:lnTo>
                  <a:lnTo>
                    <a:pt x="494347" y="1974533"/>
                  </a:lnTo>
                  <a:lnTo>
                    <a:pt x="491014" y="1975961"/>
                  </a:lnTo>
                  <a:lnTo>
                    <a:pt x="490538" y="1976438"/>
                  </a:lnTo>
                  <a:lnTo>
                    <a:pt x="490538" y="1977866"/>
                  </a:lnTo>
                  <a:lnTo>
                    <a:pt x="491014" y="1983105"/>
                  </a:lnTo>
                  <a:lnTo>
                    <a:pt x="491966" y="1984058"/>
                  </a:lnTo>
                  <a:lnTo>
                    <a:pt x="492442" y="1984058"/>
                  </a:lnTo>
                  <a:lnTo>
                    <a:pt x="494347" y="1981676"/>
                  </a:lnTo>
                  <a:lnTo>
                    <a:pt x="495300" y="1981676"/>
                  </a:lnTo>
                  <a:lnTo>
                    <a:pt x="499110" y="1984534"/>
                  </a:lnTo>
                  <a:lnTo>
                    <a:pt x="500063" y="1984058"/>
                  </a:lnTo>
                  <a:lnTo>
                    <a:pt x="500539" y="1982153"/>
                  </a:lnTo>
                  <a:lnTo>
                    <a:pt x="501491" y="1981676"/>
                  </a:lnTo>
                  <a:lnTo>
                    <a:pt x="503872" y="1983105"/>
                  </a:lnTo>
                  <a:lnTo>
                    <a:pt x="506254" y="1982629"/>
                  </a:lnTo>
                  <a:lnTo>
                    <a:pt x="507206" y="1983105"/>
                  </a:lnTo>
                  <a:lnTo>
                    <a:pt x="508159" y="1984534"/>
                  </a:lnTo>
                  <a:lnTo>
                    <a:pt x="509111" y="1985010"/>
                  </a:lnTo>
                  <a:lnTo>
                    <a:pt x="511969" y="1983581"/>
                  </a:lnTo>
                  <a:lnTo>
                    <a:pt x="511969" y="1984534"/>
                  </a:lnTo>
                  <a:lnTo>
                    <a:pt x="510540" y="1988344"/>
                  </a:lnTo>
                  <a:lnTo>
                    <a:pt x="511492" y="1990249"/>
                  </a:lnTo>
                  <a:lnTo>
                    <a:pt x="512445" y="1990249"/>
                  </a:lnTo>
                  <a:lnTo>
                    <a:pt x="515302" y="1989296"/>
                  </a:lnTo>
                  <a:lnTo>
                    <a:pt x="516731" y="1990249"/>
                  </a:lnTo>
                  <a:lnTo>
                    <a:pt x="519113" y="1993106"/>
                  </a:lnTo>
                  <a:lnTo>
                    <a:pt x="520065" y="1993583"/>
                  </a:lnTo>
                  <a:lnTo>
                    <a:pt x="521494" y="1993583"/>
                  </a:lnTo>
                  <a:lnTo>
                    <a:pt x="521970" y="1994059"/>
                  </a:lnTo>
                  <a:lnTo>
                    <a:pt x="520065" y="1995964"/>
                  </a:lnTo>
                  <a:lnTo>
                    <a:pt x="516255" y="1997393"/>
                  </a:lnTo>
                  <a:lnTo>
                    <a:pt x="515779" y="1997869"/>
                  </a:lnTo>
                  <a:lnTo>
                    <a:pt x="521494" y="2000726"/>
                  </a:lnTo>
                  <a:lnTo>
                    <a:pt x="525304" y="2004060"/>
                  </a:lnTo>
                  <a:lnTo>
                    <a:pt x="527209" y="2005013"/>
                  </a:lnTo>
                  <a:lnTo>
                    <a:pt x="528161" y="2004536"/>
                  </a:lnTo>
                  <a:lnTo>
                    <a:pt x="531495" y="2002155"/>
                  </a:lnTo>
                  <a:lnTo>
                    <a:pt x="538163" y="2002631"/>
                  </a:lnTo>
                  <a:lnTo>
                    <a:pt x="546259" y="2001679"/>
                  </a:lnTo>
                  <a:lnTo>
                    <a:pt x="547211" y="2000726"/>
                  </a:lnTo>
                  <a:lnTo>
                    <a:pt x="548640" y="1998821"/>
                  </a:lnTo>
                  <a:lnTo>
                    <a:pt x="549593" y="1995964"/>
                  </a:lnTo>
                  <a:lnTo>
                    <a:pt x="550069" y="1993106"/>
                  </a:lnTo>
                  <a:lnTo>
                    <a:pt x="550545" y="1992630"/>
                  </a:lnTo>
                  <a:lnTo>
                    <a:pt x="551021" y="1995964"/>
                  </a:lnTo>
                  <a:lnTo>
                    <a:pt x="550545" y="1998345"/>
                  </a:lnTo>
                  <a:lnTo>
                    <a:pt x="549593" y="2000726"/>
                  </a:lnTo>
                  <a:lnTo>
                    <a:pt x="546735" y="2004060"/>
                  </a:lnTo>
                  <a:lnTo>
                    <a:pt x="540068" y="2009775"/>
                  </a:lnTo>
                  <a:lnTo>
                    <a:pt x="540068" y="2010728"/>
                  </a:lnTo>
                  <a:lnTo>
                    <a:pt x="540544" y="2012633"/>
                  </a:lnTo>
                  <a:lnTo>
                    <a:pt x="543877" y="2014538"/>
                  </a:lnTo>
                  <a:lnTo>
                    <a:pt x="549116" y="2016919"/>
                  </a:lnTo>
                  <a:lnTo>
                    <a:pt x="555308" y="2019300"/>
                  </a:lnTo>
                  <a:lnTo>
                    <a:pt x="565785" y="2022634"/>
                  </a:lnTo>
                  <a:lnTo>
                    <a:pt x="574834" y="2025968"/>
                  </a:lnTo>
                  <a:lnTo>
                    <a:pt x="581501" y="2028349"/>
                  </a:lnTo>
                  <a:lnTo>
                    <a:pt x="592455" y="2030730"/>
                  </a:lnTo>
                  <a:lnTo>
                    <a:pt x="593408" y="2031206"/>
                  </a:lnTo>
                  <a:lnTo>
                    <a:pt x="594836" y="2030254"/>
                  </a:lnTo>
                  <a:lnTo>
                    <a:pt x="596741" y="2027873"/>
                  </a:lnTo>
                  <a:lnTo>
                    <a:pt x="598170" y="2026920"/>
                  </a:lnTo>
                  <a:lnTo>
                    <a:pt x="601980" y="2027873"/>
                  </a:lnTo>
                  <a:lnTo>
                    <a:pt x="602933" y="2027873"/>
                  </a:lnTo>
                  <a:lnTo>
                    <a:pt x="603885" y="2025968"/>
                  </a:lnTo>
                  <a:lnTo>
                    <a:pt x="601027" y="2019300"/>
                  </a:lnTo>
                  <a:lnTo>
                    <a:pt x="599599" y="2015014"/>
                  </a:lnTo>
                  <a:close/>
                  <a:moveTo>
                    <a:pt x="373380" y="1800225"/>
                  </a:moveTo>
                  <a:lnTo>
                    <a:pt x="368141" y="1796891"/>
                  </a:lnTo>
                  <a:lnTo>
                    <a:pt x="361474" y="1793558"/>
                  </a:lnTo>
                  <a:lnTo>
                    <a:pt x="359569" y="1793081"/>
                  </a:lnTo>
                  <a:lnTo>
                    <a:pt x="357188" y="1796891"/>
                  </a:lnTo>
                  <a:lnTo>
                    <a:pt x="360997" y="1799273"/>
                  </a:lnTo>
                  <a:lnTo>
                    <a:pt x="364808" y="1803083"/>
                  </a:lnTo>
                  <a:lnTo>
                    <a:pt x="370046" y="1805940"/>
                  </a:lnTo>
                  <a:lnTo>
                    <a:pt x="377666" y="1813560"/>
                  </a:lnTo>
                  <a:lnTo>
                    <a:pt x="380047" y="1814036"/>
                  </a:lnTo>
                  <a:lnTo>
                    <a:pt x="380524" y="1814036"/>
                  </a:lnTo>
                  <a:lnTo>
                    <a:pt x="383381" y="1811655"/>
                  </a:lnTo>
                  <a:lnTo>
                    <a:pt x="383858" y="1810226"/>
                  </a:lnTo>
                  <a:lnTo>
                    <a:pt x="377190" y="1801654"/>
                  </a:lnTo>
                  <a:lnTo>
                    <a:pt x="373380" y="1800225"/>
                  </a:lnTo>
                  <a:close/>
                  <a:moveTo>
                    <a:pt x="673418" y="561499"/>
                  </a:moveTo>
                  <a:lnTo>
                    <a:pt x="672941" y="563404"/>
                  </a:lnTo>
                  <a:lnTo>
                    <a:pt x="675799" y="564356"/>
                  </a:lnTo>
                  <a:lnTo>
                    <a:pt x="678656" y="563880"/>
                  </a:lnTo>
                  <a:lnTo>
                    <a:pt x="681038" y="562451"/>
                  </a:lnTo>
                  <a:lnTo>
                    <a:pt x="682943" y="561023"/>
                  </a:lnTo>
                  <a:lnTo>
                    <a:pt x="683895" y="559118"/>
                  </a:lnTo>
                  <a:lnTo>
                    <a:pt x="684847" y="557213"/>
                  </a:lnTo>
                  <a:lnTo>
                    <a:pt x="685324" y="552926"/>
                  </a:lnTo>
                  <a:lnTo>
                    <a:pt x="684847" y="551498"/>
                  </a:lnTo>
                  <a:lnTo>
                    <a:pt x="683895" y="551021"/>
                  </a:lnTo>
                  <a:lnTo>
                    <a:pt x="681038" y="551498"/>
                  </a:lnTo>
                  <a:lnTo>
                    <a:pt x="679133" y="553403"/>
                  </a:lnTo>
                  <a:lnTo>
                    <a:pt x="680085" y="554831"/>
                  </a:lnTo>
                  <a:lnTo>
                    <a:pt x="680085" y="555784"/>
                  </a:lnTo>
                  <a:lnTo>
                    <a:pt x="679609" y="557213"/>
                  </a:lnTo>
                  <a:lnTo>
                    <a:pt x="673418" y="561499"/>
                  </a:lnTo>
                  <a:close/>
                  <a:moveTo>
                    <a:pt x="335756" y="1854518"/>
                  </a:moveTo>
                  <a:lnTo>
                    <a:pt x="331946" y="1854518"/>
                  </a:lnTo>
                  <a:lnTo>
                    <a:pt x="330041" y="1854041"/>
                  </a:lnTo>
                  <a:lnTo>
                    <a:pt x="329565" y="1853565"/>
                  </a:lnTo>
                  <a:lnTo>
                    <a:pt x="331946" y="1850231"/>
                  </a:lnTo>
                  <a:lnTo>
                    <a:pt x="331946" y="1849279"/>
                  </a:lnTo>
                  <a:lnTo>
                    <a:pt x="331470" y="1848803"/>
                  </a:lnTo>
                  <a:lnTo>
                    <a:pt x="327660" y="1849279"/>
                  </a:lnTo>
                  <a:lnTo>
                    <a:pt x="326231" y="1848803"/>
                  </a:lnTo>
                  <a:lnTo>
                    <a:pt x="325755" y="1847374"/>
                  </a:lnTo>
                  <a:lnTo>
                    <a:pt x="320992" y="1841659"/>
                  </a:lnTo>
                  <a:lnTo>
                    <a:pt x="321469" y="1839754"/>
                  </a:lnTo>
                  <a:lnTo>
                    <a:pt x="325279" y="1836420"/>
                  </a:lnTo>
                  <a:lnTo>
                    <a:pt x="320040" y="1834515"/>
                  </a:lnTo>
                  <a:lnTo>
                    <a:pt x="316230" y="1834039"/>
                  </a:lnTo>
                  <a:lnTo>
                    <a:pt x="313372" y="1831181"/>
                  </a:lnTo>
                  <a:lnTo>
                    <a:pt x="310039" y="1828800"/>
                  </a:lnTo>
                  <a:lnTo>
                    <a:pt x="307658" y="1828324"/>
                  </a:lnTo>
                  <a:lnTo>
                    <a:pt x="309563" y="1826895"/>
                  </a:lnTo>
                  <a:lnTo>
                    <a:pt x="310991" y="1826419"/>
                  </a:lnTo>
                  <a:lnTo>
                    <a:pt x="313849" y="1827848"/>
                  </a:lnTo>
                  <a:lnTo>
                    <a:pt x="319088" y="1825943"/>
                  </a:lnTo>
                  <a:lnTo>
                    <a:pt x="319564" y="1821656"/>
                  </a:lnTo>
                  <a:lnTo>
                    <a:pt x="318611" y="1817846"/>
                  </a:lnTo>
                  <a:lnTo>
                    <a:pt x="315277" y="1813560"/>
                  </a:lnTo>
                  <a:lnTo>
                    <a:pt x="311944" y="1812131"/>
                  </a:lnTo>
                  <a:lnTo>
                    <a:pt x="310515" y="1812131"/>
                  </a:lnTo>
                  <a:lnTo>
                    <a:pt x="307181" y="1813560"/>
                  </a:lnTo>
                  <a:lnTo>
                    <a:pt x="305752" y="1814513"/>
                  </a:lnTo>
                  <a:lnTo>
                    <a:pt x="301942" y="1815465"/>
                  </a:lnTo>
                  <a:lnTo>
                    <a:pt x="295275" y="1816418"/>
                  </a:lnTo>
                  <a:lnTo>
                    <a:pt x="289084" y="1815941"/>
                  </a:lnTo>
                  <a:lnTo>
                    <a:pt x="288131" y="1816418"/>
                  </a:lnTo>
                  <a:lnTo>
                    <a:pt x="289560" y="1818799"/>
                  </a:lnTo>
                  <a:lnTo>
                    <a:pt x="290989" y="1819275"/>
                  </a:lnTo>
                  <a:lnTo>
                    <a:pt x="301942" y="1822609"/>
                  </a:lnTo>
                  <a:lnTo>
                    <a:pt x="301942" y="1824514"/>
                  </a:lnTo>
                  <a:lnTo>
                    <a:pt x="299085" y="1824990"/>
                  </a:lnTo>
                  <a:lnTo>
                    <a:pt x="298133" y="1825466"/>
                  </a:lnTo>
                  <a:lnTo>
                    <a:pt x="298133" y="1826895"/>
                  </a:lnTo>
                  <a:lnTo>
                    <a:pt x="299085" y="1828800"/>
                  </a:lnTo>
                  <a:lnTo>
                    <a:pt x="301466" y="1832610"/>
                  </a:lnTo>
                  <a:lnTo>
                    <a:pt x="303847" y="1834039"/>
                  </a:lnTo>
                  <a:lnTo>
                    <a:pt x="313372" y="1843564"/>
                  </a:lnTo>
                  <a:lnTo>
                    <a:pt x="319564" y="1847850"/>
                  </a:lnTo>
                  <a:lnTo>
                    <a:pt x="321469" y="1849755"/>
                  </a:lnTo>
                  <a:lnTo>
                    <a:pt x="323374" y="1853089"/>
                  </a:lnTo>
                  <a:lnTo>
                    <a:pt x="326231" y="1856899"/>
                  </a:lnTo>
                  <a:lnTo>
                    <a:pt x="332899" y="1860709"/>
                  </a:lnTo>
                  <a:lnTo>
                    <a:pt x="336709" y="1857851"/>
                  </a:lnTo>
                  <a:lnTo>
                    <a:pt x="335756" y="1854518"/>
                  </a:lnTo>
                  <a:close/>
                  <a:moveTo>
                    <a:pt x="367665" y="1732121"/>
                  </a:moveTo>
                  <a:lnTo>
                    <a:pt x="367189" y="1728311"/>
                  </a:lnTo>
                  <a:lnTo>
                    <a:pt x="363855" y="1732121"/>
                  </a:lnTo>
                  <a:lnTo>
                    <a:pt x="357664" y="1737360"/>
                  </a:lnTo>
                  <a:lnTo>
                    <a:pt x="354806" y="1740218"/>
                  </a:lnTo>
                  <a:lnTo>
                    <a:pt x="356235" y="1741170"/>
                  </a:lnTo>
                  <a:lnTo>
                    <a:pt x="362426" y="1738313"/>
                  </a:lnTo>
                  <a:lnTo>
                    <a:pt x="367665" y="1732121"/>
                  </a:lnTo>
                  <a:close/>
                  <a:moveTo>
                    <a:pt x="518636" y="813435"/>
                  </a:moveTo>
                  <a:lnTo>
                    <a:pt x="534829" y="812483"/>
                  </a:lnTo>
                  <a:lnTo>
                    <a:pt x="537686" y="813435"/>
                  </a:lnTo>
                  <a:lnTo>
                    <a:pt x="540544" y="815340"/>
                  </a:lnTo>
                  <a:lnTo>
                    <a:pt x="552926" y="821055"/>
                  </a:lnTo>
                  <a:lnTo>
                    <a:pt x="578644" y="831056"/>
                  </a:lnTo>
                  <a:lnTo>
                    <a:pt x="580549" y="832485"/>
                  </a:lnTo>
                  <a:lnTo>
                    <a:pt x="587216" y="840105"/>
                  </a:lnTo>
                  <a:lnTo>
                    <a:pt x="589597" y="842486"/>
                  </a:lnTo>
                  <a:lnTo>
                    <a:pt x="592455" y="846773"/>
                  </a:lnTo>
                  <a:lnTo>
                    <a:pt x="599122" y="859631"/>
                  </a:lnTo>
                  <a:lnTo>
                    <a:pt x="601980" y="862489"/>
                  </a:lnTo>
                  <a:lnTo>
                    <a:pt x="605314" y="865346"/>
                  </a:lnTo>
                  <a:lnTo>
                    <a:pt x="609124" y="867251"/>
                  </a:lnTo>
                  <a:lnTo>
                    <a:pt x="614363" y="867728"/>
                  </a:lnTo>
                  <a:lnTo>
                    <a:pt x="617696" y="867251"/>
                  </a:lnTo>
                  <a:lnTo>
                    <a:pt x="621983" y="865346"/>
                  </a:lnTo>
                  <a:lnTo>
                    <a:pt x="627697" y="861060"/>
                  </a:lnTo>
                  <a:lnTo>
                    <a:pt x="641033" y="856774"/>
                  </a:lnTo>
                  <a:lnTo>
                    <a:pt x="654844" y="845820"/>
                  </a:lnTo>
                  <a:lnTo>
                    <a:pt x="656272" y="845344"/>
                  </a:lnTo>
                  <a:lnTo>
                    <a:pt x="659130" y="845344"/>
                  </a:lnTo>
                  <a:lnTo>
                    <a:pt x="661511" y="847725"/>
                  </a:lnTo>
                  <a:lnTo>
                    <a:pt x="663893" y="848678"/>
                  </a:lnTo>
                  <a:lnTo>
                    <a:pt x="674370" y="847249"/>
                  </a:lnTo>
                  <a:lnTo>
                    <a:pt x="681990" y="845344"/>
                  </a:lnTo>
                  <a:lnTo>
                    <a:pt x="692468" y="841534"/>
                  </a:lnTo>
                  <a:lnTo>
                    <a:pt x="695801" y="838200"/>
                  </a:lnTo>
                  <a:lnTo>
                    <a:pt x="697706" y="835343"/>
                  </a:lnTo>
                  <a:lnTo>
                    <a:pt x="698183" y="833914"/>
                  </a:lnTo>
                  <a:lnTo>
                    <a:pt x="700564" y="817721"/>
                  </a:lnTo>
                  <a:lnTo>
                    <a:pt x="702469" y="811530"/>
                  </a:lnTo>
                  <a:lnTo>
                    <a:pt x="706279" y="802481"/>
                  </a:lnTo>
                  <a:lnTo>
                    <a:pt x="706755" y="797243"/>
                  </a:lnTo>
                  <a:lnTo>
                    <a:pt x="709613" y="796290"/>
                  </a:lnTo>
                  <a:lnTo>
                    <a:pt x="720566" y="795338"/>
                  </a:lnTo>
                  <a:lnTo>
                    <a:pt x="729139" y="791528"/>
                  </a:lnTo>
                  <a:lnTo>
                    <a:pt x="732949" y="787718"/>
                  </a:lnTo>
                  <a:lnTo>
                    <a:pt x="742474" y="772001"/>
                  </a:lnTo>
                  <a:lnTo>
                    <a:pt x="744379" y="770096"/>
                  </a:lnTo>
                  <a:lnTo>
                    <a:pt x="748189" y="767239"/>
                  </a:lnTo>
                  <a:lnTo>
                    <a:pt x="781526" y="753428"/>
                  </a:lnTo>
                  <a:lnTo>
                    <a:pt x="799147" y="744855"/>
                  </a:lnTo>
                  <a:lnTo>
                    <a:pt x="812959" y="740569"/>
                  </a:lnTo>
                  <a:lnTo>
                    <a:pt x="832961" y="731044"/>
                  </a:lnTo>
                  <a:lnTo>
                    <a:pt x="841058" y="728186"/>
                  </a:lnTo>
                  <a:lnTo>
                    <a:pt x="849630" y="726281"/>
                  </a:lnTo>
                  <a:lnTo>
                    <a:pt x="865346" y="720090"/>
                  </a:lnTo>
                  <a:lnTo>
                    <a:pt x="868204" y="718661"/>
                  </a:lnTo>
                  <a:lnTo>
                    <a:pt x="869633" y="716756"/>
                  </a:lnTo>
                  <a:lnTo>
                    <a:pt x="870109" y="714375"/>
                  </a:lnTo>
                  <a:lnTo>
                    <a:pt x="869633" y="711994"/>
                  </a:lnTo>
                  <a:lnTo>
                    <a:pt x="868204" y="709136"/>
                  </a:lnTo>
                  <a:lnTo>
                    <a:pt x="866299" y="706755"/>
                  </a:lnTo>
                  <a:lnTo>
                    <a:pt x="862013" y="703898"/>
                  </a:lnTo>
                  <a:lnTo>
                    <a:pt x="851059" y="698659"/>
                  </a:lnTo>
                  <a:lnTo>
                    <a:pt x="824865" y="680085"/>
                  </a:lnTo>
                  <a:lnTo>
                    <a:pt x="817245" y="675323"/>
                  </a:lnTo>
                  <a:lnTo>
                    <a:pt x="808672" y="670560"/>
                  </a:lnTo>
                  <a:lnTo>
                    <a:pt x="797719" y="666750"/>
                  </a:lnTo>
                  <a:lnTo>
                    <a:pt x="791051" y="665321"/>
                  </a:lnTo>
                  <a:lnTo>
                    <a:pt x="782479" y="664369"/>
                  </a:lnTo>
                  <a:lnTo>
                    <a:pt x="774383" y="664369"/>
                  </a:lnTo>
                  <a:lnTo>
                    <a:pt x="762476" y="665798"/>
                  </a:lnTo>
                  <a:lnTo>
                    <a:pt x="759619" y="666750"/>
                  </a:lnTo>
                  <a:lnTo>
                    <a:pt x="755809" y="669608"/>
                  </a:lnTo>
                  <a:lnTo>
                    <a:pt x="746284" y="679609"/>
                  </a:lnTo>
                  <a:lnTo>
                    <a:pt x="744379" y="681038"/>
                  </a:lnTo>
                  <a:lnTo>
                    <a:pt x="742950" y="681514"/>
                  </a:lnTo>
                  <a:lnTo>
                    <a:pt x="742474" y="680561"/>
                  </a:lnTo>
                  <a:lnTo>
                    <a:pt x="742474" y="673894"/>
                  </a:lnTo>
                  <a:lnTo>
                    <a:pt x="741997" y="671036"/>
                  </a:lnTo>
                  <a:lnTo>
                    <a:pt x="741045" y="669608"/>
                  </a:lnTo>
                  <a:lnTo>
                    <a:pt x="740093" y="668655"/>
                  </a:lnTo>
                  <a:lnTo>
                    <a:pt x="736283" y="668179"/>
                  </a:lnTo>
                  <a:lnTo>
                    <a:pt x="731044" y="668655"/>
                  </a:lnTo>
                  <a:lnTo>
                    <a:pt x="722471" y="674846"/>
                  </a:lnTo>
                  <a:lnTo>
                    <a:pt x="721995" y="674370"/>
                  </a:lnTo>
                  <a:lnTo>
                    <a:pt x="721995" y="673418"/>
                  </a:lnTo>
                  <a:lnTo>
                    <a:pt x="722947" y="671989"/>
                  </a:lnTo>
                  <a:lnTo>
                    <a:pt x="728186" y="666750"/>
                  </a:lnTo>
                  <a:lnTo>
                    <a:pt x="715327" y="665321"/>
                  </a:lnTo>
                  <a:lnTo>
                    <a:pt x="694372" y="658654"/>
                  </a:lnTo>
                  <a:lnTo>
                    <a:pt x="683419" y="653891"/>
                  </a:lnTo>
                  <a:lnTo>
                    <a:pt x="674846" y="649129"/>
                  </a:lnTo>
                  <a:lnTo>
                    <a:pt x="668655" y="646271"/>
                  </a:lnTo>
                  <a:lnTo>
                    <a:pt x="662464" y="645319"/>
                  </a:lnTo>
                  <a:lnTo>
                    <a:pt x="654368" y="645795"/>
                  </a:lnTo>
                  <a:lnTo>
                    <a:pt x="624364" y="651034"/>
                  </a:lnTo>
                  <a:lnTo>
                    <a:pt x="595789" y="652939"/>
                  </a:lnTo>
                  <a:lnTo>
                    <a:pt x="553879" y="658654"/>
                  </a:lnTo>
                  <a:lnTo>
                    <a:pt x="553402" y="660083"/>
                  </a:lnTo>
                  <a:lnTo>
                    <a:pt x="555784" y="661511"/>
                  </a:lnTo>
                  <a:lnTo>
                    <a:pt x="556260" y="663893"/>
                  </a:lnTo>
                  <a:lnTo>
                    <a:pt x="558165" y="665321"/>
                  </a:lnTo>
                  <a:lnTo>
                    <a:pt x="568643" y="684848"/>
                  </a:lnTo>
                  <a:lnTo>
                    <a:pt x="571024" y="688181"/>
                  </a:lnTo>
                  <a:lnTo>
                    <a:pt x="574358" y="691039"/>
                  </a:lnTo>
                  <a:lnTo>
                    <a:pt x="581501" y="692944"/>
                  </a:lnTo>
                  <a:lnTo>
                    <a:pt x="583883" y="695801"/>
                  </a:lnTo>
                  <a:lnTo>
                    <a:pt x="583883" y="696754"/>
                  </a:lnTo>
                  <a:lnTo>
                    <a:pt x="575786" y="704850"/>
                  </a:lnTo>
                  <a:lnTo>
                    <a:pt x="572929" y="712470"/>
                  </a:lnTo>
                  <a:lnTo>
                    <a:pt x="562451" y="719614"/>
                  </a:lnTo>
                  <a:lnTo>
                    <a:pt x="556736" y="731044"/>
                  </a:lnTo>
                  <a:lnTo>
                    <a:pt x="554831" y="733425"/>
                  </a:lnTo>
                  <a:lnTo>
                    <a:pt x="549593" y="738664"/>
                  </a:lnTo>
                  <a:lnTo>
                    <a:pt x="548640" y="741998"/>
                  </a:lnTo>
                  <a:lnTo>
                    <a:pt x="549116" y="742950"/>
                  </a:lnTo>
                  <a:lnTo>
                    <a:pt x="551974" y="745331"/>
                  </a:lnTo>
                  <a:lnTo>
                    <a:pt x="555308" y="745808"/>
                  </a:lnTo>
                  <a:lnTo>
                    <a:pt x="557213" y="746760"/>
                  </a:lnTo>
                  <a:lnTo>
                    <a:pt x="557689" y="747713"/>
                  </a:lnTo>
                  <a:lnTo>
                    <a:pt x="558165" y="749141"/>
                  </a:lnTo>
                  <a:lnTo>
                    <a:pt x="558165" y="750570"/>
                  </a:lnTo>
                  <a:lnTo>
                    <a:pt x="557689" y="751523"/>
                  </a:lnTo>
                  <a:lnTo>
                    <a:pt x="545783" y="755333"/>
                  </a:lnTo>
                  <a:lnTo>
                    <a:pt x="544354" y="756761"/>
                  </a:lnTo>
                  <a:lnTo>
                    <a:pt x="543401" y="758666"/>
                  </a:lnTo>
                  <a:lnTo>
                    <a:pt x="542925" y="761048"/>
                  </a:lnTo>
                  <a:lnTo>
                    <a:pt x="542925" y="763905"/>
                  </a:lnTo>
                  <a:lnTo>
                    <a:pt x="542449" y="769620"/>
                  </a:lnTo>
                  <a:lnTo>
                    <a:pt x="542925" y="771525"/>
                  </a:lnTo>
                  <a:lnTo>
                    <a:pt x="543877" y="772478"/>
                  </a:lnTo>
                  <a:lnTo>
                    <a:pt x="543877" y="773430"/>
                  </a:lnTo>
                  <a:lnTo>
                    <a:pt x="541020" y="775811"/>
                  </a:lnTo>
                  <a:lnTo>
                    <a:pt x="537686" y="777716"/>
                  </a:lnTo>
                  <a:lnTo>
                    <a:pt x="532924" y="782479"/>
                  </a:lnTo>
                  <a:lnTo>
                    <a:pt x="530543" y="784384"/>
                  </a:lnTo>
                  <a:lnTo>
                    <a:pt x="528638" y="787241"/>
                  </a:lnTo>
                  <a:lnTo>
                    <a:pt x="526256" y="792004"/>
                  </a:lnTo>
                  <a:lnTo>
                    <a:pt x="523875" y="794861"/>
                  </a:lnTo>
                  <a:lnTo>
                    <a:pt x="521970" y="795338"/>
                  </a:lnTo>
                  <a:lnTo>
                    <a:pt x="521494" y="796290"/>
                  </a:lnTo>
                  <a:lnTo>
                    <a:pt x="521970" y="797719"/>
                  </a:lnTo>
                  <a:lnTo>
                    <a:pt x="522922" y="798671"/>
                  </a:lnTo>
                  <a:lnTo>
                    <a:pt x="523875" y="799148"/>
                  </a:lnTo>
                  <a:lnTo>
                    <a:pt x="517684" y="802005"/>
                  </a:lnTo>
                  <a:lnTo>
                    <a:pt x="517684" y="802481"/>
                  </a:lnTo>
                  <a:lnTo>
                    <a:pt x="518160" y="805339"/>
                  </a:lnTo>
                  <a:lnTo>
                    <a:pt x="517684" y="807244"/>
                  </a:lnTo>
                  <a:lnTo>
                    <a:pt x="516731" y="809149"/>
                  </a:lnTo>
                  <a:lnTo>
                    <a:pt x="514826" y="812006"/>
                  </a:lnTo>
                  <a:lnTo>
                    <a:pt x="515302" y="812959"/>
                  </a:lnTo>
                  <a:lnTo>
                    <a:pt x="518636" y="813435"/>
                  </a:lnTo>
                  <a:close/>
                  <a:moveTo>
                    <a:pt x="294799" y="1813560"/>
                  </a:moveTo>
                  <a:lnTo>
                    <a:pt x="306229" y="1810226"/>
                  </a:lnTo>
                  <a:lnTo>
                    <a:pt x="308134" y="1808321"/>
                  </a:lnTo>
                  <a:lnTo>
                    <a:pt x="309086" y="1804988"/>
                  </a:lnTo>
                  <a:lnTo>
                    <a:pt x="309086" y="1795463"/>
                  </a:lnTo>
                  <a:lnTo>
                    <a:pt x="310039" y="1789748"/>
                  </a:lnTo>
                  <a:lnTo>
                    <a:pt x="312420" y="1784033"/>
                  </a:lnTo>
                  <a:lnTo>
                    <a:pt x="316230" y="1777365"/>
                  </a:lnTo>
                  <a:lnTo>
                    <a:pt x="316706" y="1775460"/>
                  </a:lnTo>
                  <a:lnTo>
                    <a:pt x="317183" y="1769745"/>
                  </a:lnTo>
                  <a:lnTo>
                    <a:pt x="316230" y="1769745"/>
                  </a:lnTo>
                  <a:lnTo>
                    <a:pt x="311944" y="1772603"/>
                  </a:lnTo>
                  <a:lnTo>
                    <a:pt x="307658" y="1774031"/>
                  </a:lnTo>
                  <a:lnTo>
                    <a:pt x="300990" y="1774508"/>
                  </a:lnTo>
                  <a:lnTo>
                    <a:pt x="300990" y="1776413"/>
                  </a:lnTo>
                  <a:lnTo>
                    <a:pt x="301942" y="1780699"/>
                  </a:lnTo>
                  <a:lnTo>
                    <a:pt x="301942" y="1782604"/>
                  </a:lnTo>
                  <a:lnTo>
                    <a:pt x="300514" y="1784985"/>
                  </a:lnTo>
                  <a:lnTo>
                    <a:pt x="300038" y="1789748"/>
                  </a:lnTo>
                  <a:lnTo>
                    <a:pt x="299561" y="1790700"/>
                  </a:lnTo>
                  <a:lnTo>
                    <a:pt x="290036" y="1792129"/>
                  </a:lnTo>
                  <a:lnTo>
                    <a:pt x="287655" y="1792129"/>
                  </a:lnTo>
                  <a:lnTo>
                    <a:pt x="286703" y="1791653"/>
                  </a:lnTo>
                  <a:lnTo>
                    <a:pt x="286703" y="1791176"/>
                  </a:lnTo>
                  <a:lnTo>
                    <a:pt x="287179" y="1790700"/>
                  </a:lnTo>
                  <a:lnTo>
                    <a:pt x="299085" y="1784985"/>
                  </a:lnTo>
                  <a:lnTo>
                    <a:pt x="300514" y="1783556"/>
                  </a:lnTo>
                  <a:lnTo>
                    <a:pt x="300990" y="1782128"/>
                  </a:lnTo>
                  <a:lnTo>
                    <a:pt x="300514" y="1778318"/>
                  </a:lnTo>
                  <a:lnTo>
                    <a:pt x="298609" y="1774984"/>
                  </a:lnTo>
                  <a:lnTo>
                    <a:pt x="297180" y="1772603"/>
                  </a:lnTo>
                  <a:lnTo>
                    <a:pt x="295751" y="1771650"/>
                  </a:lnTo>
                  <a:lnTo>
                    <a:pt x="294322" y="1771174"/>
                  </a:lnTo>
                  <a:lnTo>
                    <a:pt x="286703" y="1773079"/>
                  </a:lnTo>
                  <a:lnTo>
                    <a:pt x="283369" y="1770221"/>
                  </a:lnTo>
                  <a:lnTo>
                    <a:pt x="275272" y="1769745"/>
                  </a:lnTo>
                  <a:lnTo>
                    <a:pt x="271939" y="1768793"/>
                  </a:lnTo>
                  <a:lnTo>
                    <a:pt x="270034" y="1768793"/>
                  </a:lnTo>
                  <a:lnTo>
                    <a:pt x="269557" y="1769269"/>
                  </a:lnTo>
                  <a:lnTo>
                    <a:pt x="268605" y="1775460"/>
                  </a:lnTo>
                  <a:lnTo>
                    <a:pt x="268605" y="1779270"/>
                  </a:lnTo>
                  <a:lnTo>
                    <a:pt x="269081" y="1783080"/>
                  </a:lnTo>
                  <a:lnTo>
                    <a:pt x="270034" y="1785938"/>
                  </a:lnTo>
                  <a:lnTo>
                    <a:pt x="274796" y="1792605"/>
                  </a:lnTo>
                  <a:lnTo>
                    <a:pt x="275272" y="1793558"/>
                  </a:lnTo>
                  <a:lnTo>
                    <a:pt x="275272" y="1795463"/>
                  </a:lnTo>
                  <a:lnTo>
                    <a:pt x="277178" y="1797844"/>
                  </a:lnTo>
                  <a:lnTo>
                    <a:pt x="282892" y="1800225"/>
                  </a:lnTo>
                  <a:lnTo>
                    <a:pt x="290989" y="1804988"/>
                  </a:lnTo>
                  <a:lnTo>
                    <a:pt x="290989" y="1805464"/>
                  </a:lnTo>
                  <a:lnTo>
                    <a:pt x="289560" y="1805464"/>
                  </a:lnTo>
                  <a:lnTo>
                    <a:pt x="286703" y="1804511"/>
                  </a:lnTo>
                  <a:lnTo>
                    <a:pt x="282892" y="1804035"/>
                  </a:lnTo>
                  <a:lnTo>
                    <a:pt x="281464" y="1804035"/>
                  </a:lnTo>
                  <a:lnTo>
                    <a:pt x="279559" y="1806893"/>
                  </a:lnTo>
                  <a:lnTo>
                    <a:pt x="281940" y="1809274"/>
                  </a:lnTo>
                  <a:lnTo>
                    <a:pt x="287179" y="1812608"/>
                  </a:lnTo>
                  <a:lnTo>
                    <a:pt x="294799" y="1813560"/>
                  </a:lnTo>
                  <a:close/>
                </a:path>
              </a:pathLst>
            </a:custGeom>
            <a:grpFill/>
            <a:ln w="317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22E8915A-9200-4DE6-B1B3-7904F2C6EE14}"/>
                </a:ext>
              </a:extLst>
            </p:cNvPr>
            <p:cNvSpPr/>
            <p:nvPr/>
          </p:nvSpPr>
          <p:spPr>
            <a:xfrm>
              <a:off x="2683668" y="3671410"/>
              <a:ext cx="40005" cy="89058"/>
            </a:xfrm>
            <a:custGeom>
              <a:avLst/>
              <a:gdLst>
                <a:gd name="connsiteX0" fmla="*/ 33814 w 40005"/>
                <a:gd name="connsiteY0" fmla="*/ 4286 h 89058"/>
                <a:gd name="connsiteX1" fmla="*/ 32385 w 40005"/>
                <a:gd name="connsiteY1" fmla="*/ 4763 h 89058"/>
                <a:gd name="connsiteX2" fmla="*/ 30480 w 40005"/>
                <a:gd name="connsiteY2" fmla="*/ 4286 h 89058"/>
                <a:gd name="connsiteX3" fmla="*/ 32385 w 40005"/>
                <a:gd name="connsiteY3" fmla="*/ 476 h 89058"/>
                <a:gd name="connsiteX4" fmla="*/ 30004 w 40005"/>
                <a:gd name="connsiteY4" fmla="*/ 0 h 89058"/>
                <a:gd name="connsiteX5" fmla="*/ 27146 w 40005"/>
                <a:gd name="connsiteY5" fmla="*/ 0 h 89058"/>
                <a:gd name="connsiteX6" fmla="*/ 25241 w 40005"/>
                <a:gd name="connsiteY6" fmla="*/ 952 h 89058"/>
                <a:gd name="connsiteX7" fmla="*/ 22860 w 40005"/>
                <a:gd name="connsiteY7" fmla="*/ 6191 h 89058"/>
                <a:gd name="connsiteX8" fmla="*/ 17621 w 40005"/>
                <a:gd name="connsiteY8" fmla="*/ 13811 h 89058"/>
                <a:gd name="connsiteX9" fmla="*/ 15716 w 40005"/>
                <a:gd name="connsiteY9" fmla="*/ 17621 h 89058"/>
                <a:gd name="connsiteX10" fmla="*/ 13811 w 40005"/>
                <a:gd name="connsiteY10" fmla="*/ 19050 h 89058"/>
                <a:gd name="connsiteX11" fmla="*/ 12382 w 40005"/>
                <a:gd name="connsiteY11" fmla="*/ 19526 h 89058"/>
                <a:gd name="connsiteX12" fmla="*/ 10954 w 40005"/>
                <a:gd name="connsiteY12" fmla="*/ 18574 h 89058"/>
                <a:gd name="connsiteX13" fmla="*/ 7144 w 40005"/>
                <a:gd name="connsiteY13" fmla="*/ 16669 h 89058"/>
                <a:gd name="connsiteX14" fmla="*/ 4286 w 40005"/>
                <a:gd name="connsiteY14" fmla="*/ 17621 h 89058"/>
                <a:gd name="connsiteX15" fmla="*/ 3334 w 40005"/>
                <a:gd name="connsiteY15" fmla="*/ 20002 h 89058"/>
                <a:gd name="connsiteX16" fmla="*/ 3334 w 40005"/>
                <a:gd name="connsiteY16" fmla="*/ 22860 h 89058"/>
                <a:gd name="connsiteX17" fmla="*/ 2857 w 40005"/>
                <a:gd name="connsiteY17" fmla="*/ 31432 h 89058"/>
                <a:gd name="connsiteX18" fmla="*/ 2381 w 40005"/>
                <a:gd name="connsiteY18" fmla="*/ 40957 h 89058"/>
                <a:gd name="connsiteX19" fmla="*/ 1905 w 40005"/>
                <a:gd name="connsiteY19" fmla="*/ 48101 h 89058"/>
                <a:gd name="connsiteX20" fmla="*/ 1429 w 40005"/>
                <a:gd name="connsiteY20" fmla="*/ 57626 h 89058"/>
                <a:gd name="connsiteX21" fmla="*/ 953 w 40005"/>
                <a:gd name="connsiteY21" fmla="*/ 67151 h 89058"/>
                <a:gd name="connsiteX22" fmla="*/ 476 w 40005"/>
                <a:gd name="connsiteY22" fmla="*/ 80486 h 89058"/>
                <a:gd name="connsiteX23" fmla="*/ 0 w 40005"/>
                <a:gd name="connsiteY23" fmla="*/ 89059 h 89058"/>
                <a:gd name="connsiteX24" fmla="*/ 0 w 40005"/>
                <a:gd name="connsiteY24" fmla="*/ 89059 h 89058"/>
                <a:gd name="connsiteX25" fmla="*/ 4286 w 40005"/>
                <a:gd name="connsiteY25" fmla="*/ 88582 h 89058"/>
                <a:gd name="connsiteX26" fmla="*/ 10478 w 40005"/>
                <a:gd name="connsiteY26" fmla="*/ 89059 h 89058"/>
                <a:gd name="connsiteX27" fmla="*/ 11906 w 40005"/>
                <a:gd name="connsiteY27" fmla="*/ 89059 h 89058"/>
                <a:gd name="connsiteX28" fmla="*/ 11430 w 40005"/>
                <a:gd name="connsiteY28" fmla="*/ 86677 h 89058"/>
                <a:gd name="connsiteX29" fmla="*/ 12382 w 40005"/>
                <a:gd name="connsiteY29" fmla="*/ 84772 h 89058"/>
                <a:gd name="connsiteX30" fmla="*/ 18574 w 40005"/>
                <a:gd name="connsiteY30" fmla="*/ 76676 h 89058"/>
                <a:gd name="connsiteX31" fmla="*/ 22860 w 40005"/>
                <a:gd name="connsiteY31" fmla="*/ 75247 h 89058"/>
                <a:gd name="connsiteX32" fmla="*/ 26194 w 40005"/>
                <a:gd name="connsiteY32" fmla="*/ 70485 h 89058"/>
                <a:gd name="connsiteX33" fmla="*/ 28099 w 40005"/>
                <a:gd name="connsiteY33" fmla="*/ 68580 h 89058"/>
                <a:gd name="connsiteX34" fmla="*/ 31432 w 40005"/>
                <a:gd name="connsiteY34" fmla="*/ 63817 h 89058"/>
                <a:gd name="connsiteX35" fmla="*/ 33338 w 40005"/>
                <a:gd name="connsiteY35" fmla="*/ 52388 h 89058"/>
                <a:gd name="connsiteX36" fmla="*/ 32385 w 40005"/>
                <a:gd name="connsiteY36" fmla="*/ 44291 h 89058"/>
                <a:gd name="connsiteX37" fmla="*/ 32385 w 40005"/>
                <a:gd name="connsiteY37" fmla="*/ 40005 h 89058"/>
                <a:gd name="connsiteX38" fmla="*/ 33338 w 40005"/>
                <a:gd name="connsiteY38" fmla="*/ 37147 h 89058"/>
                <a:gd name="connsiteX39" fmla="*/ 35719 w 40005"/>
                <a:gd name="connsiteY39" fmla="*/ 32861 h 89058"/>
                <a:gd name="connsiteX40" fmla="*/ 33338 w 40005"/>
                <a:gd name="connsiteY40" fmla="*/ 29527 h 89058"/>
                <a:gd name="connsiteX41" fmla="*/ 35243 w 40005"/>
                <a:gd name="connsiteY41" fmla="*/ 24765 h 89058"/>
                <a:gd name="connsiteX42" fmla="*/ 35719 w 40005"/>
                <a:gd name="connsiteY42" fmla="*/ 21431 h 89058"/>
                <a:gd name="connsiteX43" fmla="*/ 39529 w 40005"/>
                <a:gd name="connsiteY43" fmla="*/ 11906 h 89058"/>
                <a:gd name="connsiteX44" fmla="*/ 40005 w 40005"/>
                <a:gd name="connsiteY44" fmla="*/ 8096 h 89058"/>
                <a:gd name="connsiteX45" fmla="*/ 38576 w 40005"/>
                <a:gd name="connsiteY45" fmla="*/ 3810 h 89058"/>
                <a:gd name="connsiteX46" fmla="*/ 33814 w 40005"/>
                <a:gd name="connsiteY46" fmla="*/ 4286 h 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005" h="89058">
                  <a:moveTo>
                    <a:pt x="33814" y="4286"/>
                  </a:moveTo>
                  <a:lnTo>
                    <a:pt x="32385" y="4763"/>
                  </a:lnTo>
                  <a:lnTo>
                    <a:pt x="30480" y="4286"/>
                  </a:lnTo>
                  <a:lnTo>
                    <a:pt x="32385" y="476"/>
                  </a:lnTo>
                  <a:lnTo>
                    <a:pt x="30004" y="0"/>
                  </a:lnTo>
                  <a:lnTo>
                    <a:pt x="27146" y="0"/>
                  </a:lnTo>
                  <a:lnTo>
                    <a:pt x="25241" y="952"/>
                  </a:lnTo>
                  <a:lnTo>
                    <a:pt x="22860" y="6191"/>
                  </a:lnTo>
                  <a:lnTo>
                    <a:pt x="17621" y="13811"/>
                  </a:lnTo>
                  <a:lnTo>
                    <a:pt x="15716" y="17621"/>
                  </a:lnTo>
                  <a:lnTo>
                    <a:pt x="13811" y="19050"/>
                  </a:lnTo>
                  <a:lnTo>
                    <a:pt x="12382" y="19526"/>
                  </a:lnTo>
                  <a:lnTo>
                    <a:pt x="10954" y="18574"/>
                  </a:lnTo>
                  <a:lnTo>
                    <a:pt x="7144" y="16669"/>
                  </a:lnTo>
                  <a:lnTo>
                    <a:pt x="4286" y="17621"/>
                  </a:lnTo>
                  <a:lnTo>
                    <a:pt x="3334" y="20002"/>
                  </a:lnTo>
                  <a:lnTo>
                    <a:pt x="3334" y="22860"/>
                  </a:lnTo>
                  <a:lnTo>
                    <a:pt x="2857" y="31432"/>
                  </a:lnTo>
                  <a:lnTo>
                    <a:pt x="2381" y="40957"/>
                  </a:lnTo>
                  <a:lnTo>
                    <a:pt x="1905" y="48101"/>
                  </a:lnTo>
                  <a:lnTo>
                    <a:pt x="1429" y="57626"/>
                  </a:lnTo>
                  <a:lnTo>
                    <a:pt x="953" y="67151"/>
                  </a:lnTo>
                  <a:lnTo>
                    <a:pt x="476" y="80486"/>
                  </a:lnTo>
                  <a:lnTo>
                    <a:pt x="0" y="89059"/>
                  </a:lnTo>
                  <a:lnTo>
                    <a:pt x="0" y="89059"/>
                  </a:lnTo>
                  <a:lnTo>
                    <a:pt x="4286" y="88582"/>
                  </a:lnTo>
                  <a:lnTo>
                    <a:pt x="10478" y="89059"/>
                  </a:lnTo>
                  <a:lnTo>
                    <a:pt x="11906" y="89059"/>
                  </a:lnTo>
                  <a:lnTo>
                    <a:pt x="11430" y="86677"/>
                  </a:lnTo>
                  <a:lnTo>
                    <a:pt x="12382" y="84772"/>
                  </a:lnTo>
                  <a:lnTo>
                    <a:pt x="18574" y="76676"/>
                  </a:lnTo>
                  <a:lnTo>
                    <a:pt x="22860" y="75247"/>
                  </a:lnTo>
                  <a:lnTo>
                    <a:pt x="26194" y="70485"/>
                  </a:lnTo>
                  <a:lnTo>
                    <a:pt x="28099" y="68580"/>
                  </a:lnTo>
                  <a:lnTo>
                    <a:pt x="31432" y="63817"/>
                  </a:lnTo>
                  <a:lnTo>
                    <a:pt x="33338" y="52388"/>
                  </a:lnTo>
                  <a:lnTo>
                    <a:pt x="32385" y="44291"/>
                  </a:lnTo>
                  <a:lnTo>
                    <a:pt x="32385" y="40005"/>
                  </a:lnTo>
                  <a:lnTo>
                    <a:pt x="33338" y="37147"/>
                  </a:lnTo>
                  <a:lnTo>
                    <a:pt x="35719" y="32861"/>
                  </a:lnTo>
                  <a:lnTo>
                    <a:pt x="33338" y="29527"/>
                  </a:lnTo>
                  <a:lnTo>
                    <a:pt x="35243" y="24765"/>
                  </a:lnTo>
                  <a:lnTo>
                    <a:pt x="35719" y="21431"/>
                  </a:lnTo>
                  <a:lnTo>
                    <a:pt x="39529" y="11906"/>
                  </a:lnTo>
                  <a:lnTo>
                    <a:pt x="40005" y="8096"/>
                  </a:lnTo>
                  <a:lnTo>
                    <a:pt x="38576" y="3810"/>
                  </a:lnTo>
                  <a:lnTo>
                    <a:pt x="33814" y="4286"/>
                  </a:lnTo>
                  <a:close/>
                </a:path>
              </a:pathLst>
            </a:custGeom>
            <a:grpFill/>
            <a:ln w="317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CA3D8CE6-141F-4FE3-B8A3-FB56344EF4E8}"/>
                </a:ext>
              </a:extLst>
            </p:cNvPr>
            <p:cNvSpPr/>
            <p:nvPr/>
          </p:nvSpPr>
          <p:spPr>
            <a:xfrm>
              <a:off x="6507956" y="2179795"/>
              <a:ext cx="324326" cy="225266"/>
            </a:xfrm>
            <a:custGeom>
              <a:avLst/>
              <a:gdLst>
                <a:gd name="connsiteX0" fmla="*/ 324326 w 324326"/>
                <a:gd name="connsiteY0" fmla="*/ 127635 h 225266"/>
                <a:gd name="connsiteX1" fmla="*/ 323850 w 324326"/>
                <a:gd name="connsiteY1" fmla="*/ 126206 h 225266"/>
                <a:gd name="connsiteX2" fmla="*/ 316230 w 324326"/>
                <a:gd name="connsiteY2" fmla="*/ 121920 h 225266"/>
                <a:gd name="connsiteX3" fmla="*/ 315277 w 324326"/>
                <a:gd name="connsiteY3" fmla="*/ 120491 h 225266"/>
                <a:gd name="connsiteX4" fmla="*/ 314801 w 324326"/>
                <a:gd name="connsiteY4" fmla="*/ 118586 h 225266"/>
                <a:gd name="connsiteX5" fmla="*/ 315754 w 324326"/>
                <a:gd name="connsiteY5" fmla="*/ 116681 h 225266"/>
                <a:gd name="connsiteX6" fmla="*/ 315754 w 324326"/>
                <a:gd name="connsiteY6" fmla="*/ 115252 h 225266"/>
                <a:gd name="connsiteX7" fmla="*/ 307181 w 324326"/>
                <a:gd name="connsiteY7" fmla="*/ 110966 h 225266"/>
                <a:gd name="connsiteX8" fmla="*/ 300038 w 324326"/>
                <a:gd name="connsiteY8" fmla="*/ 110490 h 225266"/>
                <a:gd name="connsiteX9" fmla="*/ 294323 w 324326"/>
                <a:gd name="connsiteY9" fmla="*/ 110490 h 225266"/>
                <a:gd name="connsiteX10" fmla="*/ 291941 w 324326"/>
                <a:gd name="connsiteY10" fmla="*/ 109538 h 225266"/>
                <a:gd name="connsiteX11" fmla="*/ 292894 w 324326"/>
                <a:gd name="connsiteY11" fmla="*/ 107632 h 225266"/>
                <a:gd name="connsiteX12" fmla="*/ 294323 w 324326"/>
                <a:gd name="connsiteY12" fmla="*/ 103822 h 225266"/>
                <a:gd name="connsiteX13" fmla="*/ 294799 w 324326"/>
                <a:gd name="connsiteY13" fmla="*/ 100965 h 225266"/>
                <a:gd name="connsiteX14" fmla="*/ 294323 w 324326"/>
                <a:gd name="connsiteY14" fmla="*/ 99536 h 225266"/>
                <a:gd name="connsiteX15" fmla="*/ 293370 w 324326"/>
                <a:gd name="connsiteY15" fmla="*/ 98107 h 225266"/>
                <a:gd name="connsiteX16" fmla="*/ 287655 w 324326"/>
                <a:gd name="connsiteY16" fmla="*/ 95726 h 225266"/>
                <a:gd name="connsiteX17" fmla="*/ 280035 w 324326"/>
                <a:gd name="connsiteY17" fmla="*/ 91916 h 225266"/>
                <a:gd name="connsiteX18" fmla="*/ 276701 w 324326"/>
                <a:gd name="connsiteY18" fmla="*/ 87154 h 225266"/>
                <a:gd name="connsiteX19" fmla="*/ 274796 w 324326"/>
                <a:gd name="connsiteY19" fmla="*/ 82867 h 225266"/>
                <a:gd name="connsiteX20" fmla="*/ 272415 w 324326"/>
                <a:gd name="connsiteY20" fmla="*/ 80010 h 225266"/>
                <a:gd name="connsiteX21" fmla="*/ 269081 w 324326"/>
                <a:gd name="connsiteY21" fmla="*/ 78105 h 225266"/>
                <a:gd name="connsiteX22" fmla="*/ 269081 w 324326"/>
                <a:gd name="connsiteY22" fmla="*/ 76676 h 225266"/>
                <a:gd name="connsiteX23" fmla="*/ 271463 w 324326"/>
                <a:gd name="connsiteY23" fmla="*/ 72390 h 225266"/>
                <a:gd name="connsiteX24" fmla="*/ 271463 w 324326"/>
                <a:gd name="connsiteY24" fmla="*/ 71914 h 225266"/>
                <a:gd name="connsiteX25" fmla="*/ 270510 w 324326"/>
                <a:gd name="connsiteY25" fmla="*/ 70485 h 225266"/>
                <a:gd name="connsiteX26" fmla="*/ 265748 w 324326"/>
                <a:gd name="connsiteY26" fmla="*/ 68580 h 225266"/>
                <a:gd name="connsiteX27" fmla="*/ 259556 w 324326"/>
                <a:gd name="connsiteY27" fmla="*/ 64294 h 225266"/>
                <a:gd name="connsiteX28" fmla="*/ 259080 w 324326"/>
                <a:gd name="connsiteY28" fmla="*/ 63341 h 225266"/>
                <a:gd name="connsiteX29" fmla="*/ 259556 w 324326"/>
                <a:gd name="connsiteY29" fmla="*/ 60960 h 225266"/>
                <a:gd name="connsiteX30" fmla="*/ 260509 w 324326"/>
                <a:gd name="connsiteY30" fmla="*/ 58102 h 225266"/>
                <a:gd name="connsiteX31" fmla="*/ 261938 w 324326"/>
                <a:gd name="connsiteY31" fmla="*/ 57150 h 225266"/>
                <a:gd name="connsiteX32" fmla="*/ 265748 w 324326"/>
                <a:gd name="connsiteY32" fmla="*/ 51911 h 225266"/>
                <a:gd name="connsiteX33" fmla="*/ 265748 w 324326"/>
                <a:gd name="connsiteY33" fmla="*/ 50006 h 225266"/>
                <a:gd name="connsiteX34" fmla="*/ 264795 w 324326"/>
                <a:gd name="connsiteY34" fmla="*/ 47625 h 225266"/>
                <a:gd name="connsiteX35" fmla="*/ 261938 w 324326"/>
                <a:gd name="connsiteY35" fmla="*/ 43815 h 225266"/>
                <a:gd name="connsiteX36" fmla="*/ 260032 w 324326"/>
                <a:gd name="connsiteY36" fmla="*/ 40957 h 225266"/>
                <a:gd name="connsiteX37" fmla="*/ 260032 w 324326"/>
                <a:gd name="connsiteY37" fmla="*/ 40005 h 225266"/>
                <a:gd name="connsiteX38" fmla="*/ 260032 w 324326"/>
                <a:gd name="connsiteY38" fmla="*/ 38576 h 225266"/>
                <a:gd name="connsiteX39" fmla="*/ 261461 w 324326"/>
                <a:gd name="connsiteY39" fmla="*/ 37147 h 225266"/>
                <a:gd name="connsiteX40" fmla="*/ 262890 w 324326"/>
                <a:gd name="connsiteY40" fmla="*/ 35719 h 225266"/>
                <a:gd name="connsiteX41" fmla="*/ 263366 w 324326"/>
                <a:gd name="connsiteY41" fmla="*/ 29527 h 225266"/>
                <a:gd name="connsiteX42" fmla="*/ 263366 w 324326"/>
                <a:gd name="connsiteY42" fmla="*/ 27146 h 225266"/>
                <a:gd name="connsiteX43" fmla="*/ 262414 w 324326"/>
                <a:gd name="connsiteY43" fmla="*/ 26194 h 225266"/>
                <a:gd name="connsiteX44" fmla="*/ 261461 w 324326"/>
                <a:gd name="connsiteY44" fmla="*/ 25717 h 225266"/>
                <a:gd name="connsiteX45" fmla="*/ 259556 w 324326"/>
                <a:gd name="connsiteY45" fmla="*/ 25717 h 225266"/>
                <a:gd name="connsiteX46" fmla="*/ 256699 w 324326"/>
                <a:gd name="connsiteY46" fmla="*/ 24765 h 225266"/>
                <a:gd name="connsiteX47" fmla="*/ 254794 w 324326"/>
                <a:gd name="connsiteY47" fmla="*/ 23336 h 225266"/>
                <a:gd name="connsiteX48" fmla="*/ 253365 w 324326"/>
                <a:gd name="connsiteY48" fmla="*/ 22860 h 225266"/>
                <a:gd name="connsiteX49" fmla="*/ 252413 w 324326"/>
                <a:gd name="connsiteY49" fmla="*/ 20955 h 225266"/>
                <a:gd name="connsiteX50" fmla="*/ 248602 w 324326"/>
                <a:gd name="connsiteY50" fmla="*/ 18097 h 225266"/>
                <a:gd name="connsiteX51" fmla="*/ 247650 w 324326"/>
                <a:gd name="connsiteY51" fmla="*/ 17145 h 225266"/>
                <a:gd name="connsiteX52" fmla="*/ 240030 w 324326"/>
                <a:gd name="connsiteY52" fmla="*/ 14288 h 225266"/>
                <a:gd name="connsiteX53" fmla="*/ 233839 w 324326"/>
                <a:gd name="connsiteY53" fmla="*/ 14764 h 225266"/>
                <a:gd name="connsiteX54" fmla="*/ 230029 w 324326"/>
                <a:gd name="connsiteY54" fmla="*/ 14288 h 225266"/>
                <a:gd name="connsiteX55" fmla="*/ 228124 w 324326"/>
                <a:gd name="connsiteY55" fmla="*/ 14764 h 225266"/>
                <a:gd name="connsiteX56" fmla="*/ 226219 w 324326"/>
                <a:gd name="connsiteY56" fmla="*/ 16669 h 225266"/>
                <a:gd name="connsiteX57" fmla="*/ 223361 w 324326"/>
                <a:gd name="connsiteY57" fmla="*/ 17621 h 225266"/>
                <a:gd name="connsiteX58" fmla="*/ 221456 w 324326"/>
                <a:gd name="connsiteY58" fmla="*/ 18097 h 225266"/>
                <a:gd name="connsiteX59" fmla="*/ 219551 w 324326"/>
                <a:gd name="connsiteY59" fmla="*/ 18574 h 225266"/>
                <a:gd name="connsiteX60" fmla="*/ 214789 w 324326"/>
                <a:gd name="connsiteY60" fmla="*/ 21907 h 225266"/>
                <a:gd name="connsiteX61" fmla="*/ 212407 w 324326"/>
                <a:gd name="connsiteY61" fmla="*/ 20002 h 225266"/>
                <a:gd name="connsiteX62" fmla="*/ 210502 w 324326"/>
                <a:gd name="connsiteY62" fmla="*/ 17145 h 225266"/>
                <a:gd name="connsiteX63" fmla="*/ 210979 w 324326"/>
                <a:gd name="connsiteY63" fmla="*/ 14764 h 225266"/>
                <a:gd name="connsiteX64" fmla="*/ 211931 w 324326"/>
                <a:gd name="connsiteY64" fmla="*/ 12382 h 225266"/>
                <a:gd name="connsiteX65" fmla="*/ 211931 w 324326"/>
                <a:gd name="connsiteY65" fmla="*/ 10954 h 225266"/>
                <a:gd name="connsiteX66" fmla="*/ 210979 w 324326"/>
                <a:gd name="connsiteY66" fmla="*/ 10001 h 225266"/>
                <a:gd name="connsiteX67" fmla="*/ 208121 w 324326"/>
                <a:gd name="connsiteY67" fmla="*/ 8572 h 225266"/>
                <a:gd name="connsiteX68" fmla="*/ 201454 w 324326"/>
                <a:gd name="connsiteY68" fmla="*/ 5715 h 225266"/>
                <a:gd name="connsiteX69" fmla="*/ 199549 w 324326"/>
                <a:gd name="connsiteY69" fmla="*/ 5715 h 225266"/>
                <a:gd name="connsiteX70" fmla="*/ 196691 w 324326"/>
                <a:gd name="connsiteY70" fmla="*/ 6667 h 225266"/>
                <a:gd name="connsiteX71" fmla="*/ 191452 w 324326"/>
                <a:gd name="connsiteY71" fmla="*/ 9525 h 225266"/>
                <a:gd name="connsiteX72" fmla="*/ 189548 w 324326"/>
                <a:gd name="connsiteY72" fmla="*/ 9049 h 225266"/>
                <a:gd name="connsiteX73" fmla="*/ 187643 w 324326"/>
                <a:gd name="connsiteY73" fmla="*/ 6667 h 225266"/>
                <a:gd name="connsiteX74" fmla="*/ 185738 w 324326"/>
                <a:gd name="connsiteY74" fmla="*/ 3810 h 225266"/>
                <a:gd name="connsiteX75" fmla="*/ 183356 w 324326"/>
                <a:gd name="connsiteY75" fmla="*/ 2381 h 225266"/>
                <a:gd name="connsiteX76" fmla="*/ 178118 w 324326"/>
                <a:gd name="connsiteY76" fmla="*/ 2857 h 225266"/>
                <a:gd name="connsiteX77" fmla="*/ 177641 w 324326"/>
                <a:gd name="connsiteY77" fmla="*/ 2857 h 225266"/>
                <a:gd name="connsiteX78" fmla="*/ 174784 w 324326"/>
                <a:gd name="connsiteY78" fmla="*/ 4286 h 225266"/>
                <a:gd name="connsiteX79" fmla="*/ 173831 w 324326"/>
                <a:gd name="connsiteY79" fmla="*/ 4286 h 225266"/>
                <a:gd name="connsiteX80" fmla="*/ 169069 w 324326"/>
                <a:gd name="connsiteY80" fmla="*/ 0 h 225266"/>
                <a:gd name="connsiteX81" fmla="*/ 168116 w 324326"/>
                <a:gd name="connsiteY81" fmla="*/ 0 h 225266"/>
                <a:gd name="connsiteX82" fmla="*/ 165259 w 324326"/>
                <a:gd name="connsiteY82" fmla="*/ 476 h 225266"/>
                <a:gd name="connsiteX83" fmla="*/ 160496 w 324326"/>
                <a:gd name="connsiteY83" fmla="*/ 3334 h 225266"/>
                <a:gd name="connsiteX84" fmla="*/ 153829 w 324326"/>
                <a:gd name="connsiteY84" fmla="*/ 9525 h 225266"/>
                <a:gd name="connsiteX85" fmla="*/ 151924 w 324326"/>
                <a:gd name="connsiteY85" fmla="*/ 10954 h 225266"/>
                <a:gd name="connsiteX86" fmla="*/ 150495 w 324326"/>
                <a:gd name="connsiteY86" fmla="*/ 16192 h 225266"/>
                <a:gd name="connsiteX87" fmla="*/ 150019 w 324326"/>
                <a:gd name="connsiteY87" fmla="*/ 16669 h 225266"/>
                <a:gd name="connsiteX88" fmla="*/ 145732 w 324326"/>
                <a:gd name="connsiteY88" fmla="*/ 16192 h 225266"/>
                <a:gd name="connsiteX89" fmla="*/ 144780 w 324326"/>
                <a:gd name="connsiteY89" fmla="*/ 16192 h 225266"/>
                <a:gd name="connsiteX90" fmla="*/ 140970 w 324326"/>
                <a:gd name="connsiteY90" fmla="*/ 16192 h 225266"/>
                <a:gd name="connsiteX91" fmla="*/ 131921 w 324326"/>
                <a:gd name="connsiteY91" fmla="*/ 14764 h 225266"/>
                <a:gd name="connsiteX92" fmla="*/ 128588 w 324326"/>
                <a:gd name="connsiteY92" fmla="*/ 15716 h 225266"/>
                <a:gd name="connsiteX93" fmla="*/ 124301 w 324326"/>
                <a:gd name="connsiteY93" fmla="*/ 20955 h 225266"/>
                <a:gd name="connsiteX94" fmla="*/ 122396 w 324326"/>
                <a:gd name="connsiteY94" fmla="*/ 21431 h 225266"/>
                <a:gd name="connsiteX95" fmla="*/ 117157 w 324326"/>
                <a:gd name="connsiteY95" fmla="*/ 22384 h 225266"/>
                <a:gd name="connsiteX96" fmla="*/ 116205 w 324326"/>
                <a:gd name="connsiteY96" fmla="*/ 22860 h 225266"/>
                <a:gd name="connsiteX97" fmla="*/ 116205 w 324326"/>
                <a:gd name="connsiteY97" fmla="*/ 24765 h 225266"/>
                <a:gd name="connsiteX98" fmla="*/ 115252 w 324326"/>
                <a:gd name="connsiteY98" fmla="*/ 28575 h 225266"/>
                <a:gd name="connsiteX99" fmla="*/ 113824 w 324326"/>
                <a:gd name="connsiteY99" fmla="*/ 33338 h 225266"/>
                <a:gd name="connsiteX100" fmla="*/ 112395 w 324326"/>
                <a:gd name="connsiteY100" fmla="*/ 36671 h 225266"/>
                <a:gd name="connsiteX101" fmla="*/ 111919 w 324326"/>
                <a:gd name="connsiteY101" fmla="*/ 38100 h 225266"/>
                <a:gd name="connsiteX102" fmla="*/ 112871 w 324326"/>
                <a:gd name="connsiteY102" fmla="*/ 39052 h 225266"/>
                <a:gd name="connsiteX103" fmla="*/ 119539 w 324326"/>
                <a:gd name="connsiteY103" fmla="*/ 40005 h 225266"/>
                <a:gd name="connsiteX104" fmla="*/ 121920 w 324326"/>
                <a:gd name="connsiteY104" fmla="*/ 40481 h 225266"/>
                <a:gd name="connsiteX105" fmla="*/ 122396 w 324326"/>
                <a:gd name="connsiteY105" fmla="*/ 41434 h 225266"/>
                <a:gd name="connsiteX106" fmla="*/ 120968 w 324326"/>
                <a:gd name="connsiteY106" fmla="*/ 42386 h 225266"/>
                <a:gd name="connsiteX107" fmla="*/ 119063 w 324326"/>
                <a:gd name="connsiteY107" fmla="*/ 43815 h 225266"/>
                <a:gd name="connsiteX108" fmla="*/ 118110 w 324326"/>
                <a:gd name="connsiteY108" fmla="*/ 44767 h 225266"/>
                <a:gd name="connsiteX109" fmla="*/ 116681 w 324326"/>
                <a:gd name="connsiteY109" fmla="*/ 48101 h 225266"/>
                <a:gd name="connsiteX110" fmla="*/ 106204 w 324326"/>
                <a:gd name="connsiteY110" fmla="*/ 47625 h 225266"/>
                <a:gd name="connsiteX111" fmla="*/ 104775 w 324326"/>
                <a:gd name="connsiteY111" fmla="*/ 48577 h 225266"/>
                <a:gd name="connsiteX112" fmla="*/ 104299 w 324326"/>
                <a:gd name="connsiteY112" fmla="*/ 50006 h 225266"/>
                <a:gd name="connsiteX113" fmla="*/ 103346 w 324326"/>
                <a:gd name="connsiteY113" fmla="*/ 51911 h 225266"/>
                <a:gd name="connsiteX114" fmla="*/ 102394 w 324326"/>
                <a:gd name="connsiteY114" fmla="*/ 54292 h 225266"/>
                <a:gd name="connsiteX115" fmla="*/ 99536 w 324326"/>
                <a:gd name="connsiteY115" fmla="*/ 56197 h 225266"/>
                <a:gd name="connsiteX116" fmla="*/ 94774 w 324326"/>
                <a:gd name="connsiteY116" fmla="*/ 56674 h 225266"/>
                <a:gd name="connsiteX117" fmla="*/ 91440 w 324326"/>
                <a:gd name="connsiteY117" fmla="*/ 58102 h 225266"/>
                <a:gd name="connsiteX118" fmla="*/ 88582 w 324326"/>
                <a:gd name="connsiteY118" fmla="*/ 61913 h 225266"/>
                <a:gd name="connsiteX119" fmla="*/ 86677 w 324326"/>
                <a:gd name="connsiteY119" fmla="*/ 67627 h 225266"/>
                <a:gd name="connsiteX120" fmla="*/ 86677 w 324326"/>
                <a:gd name="connsiteY120" fmla="*/ 71438 h 225266"/>
                <a:gd name="connsiteX121" fmla="*/ 87154 w 324326"/>
                <a:gd name="connsiteY121" fmla="*/ 73342 h 225266"/>
                <a:gd name="connsiteX122" fmla="*/ 86677 w 324326"/>
                <a:gd name="connsiteY122" fmla="*/ 74771 h 225266"/>
                <a:gd name="connsiteX123" fmla="*/ 85725 w 324326"/>
                <a:gd name="connsiteY123" fmla="*/ 75724 h 225266"/>
                <a:gd name="connsiteX124" fmla="*/ 83344 w 324326"/>
                <a:gd name="connsiteY124" fmla="*/ 79534 h 225266"/>
                <a:gd name="connsiteX125" fmla="*/ 81439 w 324326"/>
                <a:gd name="connsiteY125" fmla="*/ 83344 h 225266"/>
                <a:gd name="connsiteX126" fmla="*/ 80963 w 324326"/>
                <a:gd name="connsiteY126" fmla="*/ 85249 h 225266"/>
                <a:gd name="connsiteX127" fmla="*/ 80963 w 324326"/>
                <a:gd name="connsiteY127" fmla="*/ 86201 h 225266"/>
                <a:gd name="connsiteX128" fmla="*/ 83344 w 324326"/>
                <a:gd name="connsiteY128" fmla="*/ 86677 h 225266"/>
                <a:gd name="connsiteX129" fmla="*/ 86201 w 324326"/>
                <a:gd name="connsiteY129" fmla="*/ 87154 h 225266"/>
                <a:gd name="connsiteX130" fmla="*/ 87630 w 324326"/>
                <a:gd name="connsiteY130" fmla="*/ 88582 h 225266"/>
                <a:gd name="connsiteX131" fmla="*/ 88106 w 324326"/>
                <a:gd name="connsiteY131" fmla="*/ 90488 h 225266"/>
                <a:gd name="connsiteX132" fmla="*/ 88106 w 324326"/>
                <a:gd name="connsiteY132" fmla="*/ 92392 h 225266"/>
                <a:gd name="connsiteX133" fmla="*/ 87630 w 324326"/>
                <a:gd name="connsiteY133" fmla="*/ 93345 h 225266"/>
                <a:gd name="connsiteX134" fmla="*/ 85249 w 324326"/>
                <a:gd name="connsiteY134" fmla="*/ 94297 h 225266"/>
                <a:gd name="connsiteX135" fmla="*/ 81915 w 324326"/>
                <a:gd name="connsiteY135" fmla="*/ 94297 h 225266"/>
                <a:gd name="connsiteX136" fmla="*/ 79534 w 324326"/>
                <a:gd name="connsiteY136" fmla="*/ 93345 h 225266"/>
                <a:gd name="connsiteX137" fmla="*/ 79057 w 324326"/>
                <a:gd name="connsiteY137" fmla="*/ 92869 h 225266"/>
                <a:gd name="connsiteX138" fmla="*/ 80010 w 324326"/>
                <a:gd name="connsiteY138" fmla="*/ 90964 h 225266"/>
                <a:gd name="connsiteX139" fmla="*/ 79534 w 324326"/>
                <a:gd name="connsiteY139" fmla="*/ 88582 h 225266"/>
                <a:gd name="connsiteX140" fmla="*/ 78105 w 324326"/>
                <a:gd name="connsiteY140" fmla="*/ 87154 h 225266"/>
                <a:gd name="connsiteX141" fmla="*/ 74771 w 324326"/>
                <a:gd name="connsiteY141" fmla="*/ 89059 h 225266"/>
                <a:gd name="connsiteX142" fmla="*/ 71914 w 324326"/>
                <a:gd name="connsiteY142" fmla="*/ 89059 h 225266"/>
                <a:gd name="connsiteX143" fmla="*/ 68104 w 324326"/>
                <a:gd name="connsiteY143" fmla="*/ 90964 h 225266"/>
                <a:gd name="connsiteX144" fmla="*/ 66199 w 324326"/>
                <a:gd name="connsiteY144" fmla="*/ 93821 h 225266"/>
                <a:gd name="connsiteX145" fmla="*/ 63818 w 324326"/>
                <a:gd name="connsiteY145" fmla="*/ 94774 h 225266"/>
                <a:gd name="connsiteX146" fmla="*/ 57626 w 324326"/>
                <a:gd name="connsiteY146" fmla="*/ 94297 h 225266"/>
                <a:gd name="connsiteX147" fmla="*/ 56198 w 324326"/>
                <a:gd name="connsiteY147" fmla="*/ 95250 h 225266"/>
                <a:gd name="connsiteX148" fmla="*/ 55245 w 324326"/>
                <a:gd name="connsiteY148" fmla="*/ 100965 h 225266"/>
                <a:gd name="connsiteX149" fmla="*/ 54293 w 324326"/>
                <a:gd name="connsiteY149" fmla="*/ 101917 h 225266"/>
                <a:gd name="connsiteX150" fmla="*/ 49054 w 324326"/>
                <a:gd name="connsiteY150" fmla="*/ 101917 h 225266"/>
                <a:gd name="connsiteX151" fmla="*/ 44291 w 324326"/>
                <a:gd name="connsiteY151" fmla="*/ 103822 h 225266"/>
                <a:gd name="connsiteX152" fmla="*/ 39052 w 324326"/>
                <a:gd name="connsiteY152" fmla="*/ 105727 h 225266"/>
                <a:gd name="connsiteX153" fmla="*/ 36195 w 324326"/>
                <a:gd name="connsiteY153" fmla="*/ 104775 h 225266"/>
                <a:gd name="connsiteX154" fmla="*/ 34766 w 324326"/>
                <a:gd name="connsiteY154" fmla="*/ 103346 h 225266"/>
                <a:gd name="connsiteX155" fmla="*/ 31909 w 324326"/>
                <a:gd name="connsiteY155" fmla="*/ 103346 h 225266"/>
                <a:gd name="connsiteX156" fmla="*/ 28575 w 324326"/>
                <a:gd name="connsiteY156" fmla="*/ 103822 h 225266"/>
                <a:gd name="connsiteX157" fmla="*/ 26194 w 324326"/>
                <a:gd name="connsiteY157" fmla="*/ 103822 h 225266"/>
                <a:gd name="connsiteX158" fmla="*/ 23813 w 324326"/>
                <a:gd name="connsiteY158" fmla="*/ 103822 h 225266"/>
                <a:gd name="connsiteX159" fmla="*/ 19050 w 324326"/>
                <a:gd name="connsiteY159" fmla="*/ 104775 h 225266"/>
                <a:gd name="connsiteX160" fmla="*/ 13335 w 324326"/>
                <a:gd name="connsiteY160" fmla="*/ 104775 h 225266"/>
                <a:gd name="connsiteX161" fmla="*/ 10477 w 324326"/>
                <a:gd name="connsiteY161" fmla="*/ 103822 h 225266"/>
                <a:gd name="connsiteX162" fmla="*/ 14288 w 324326"/>
                <a:gd name="connsiteY162" fmla="*/ 119539 h 225266"/>
                <a:gd name="connsiteX163" fmla="*/ 20955 w 324326"/>
                <a:gd name="connsiteY163" fmla="*/ 134302 h 225266"/>
                <a:gd name="connsiteX164" fmla="*/ 23336 w 324326"/>
                <a:gd name="connsiteY164" fmla="*/ 141922 h 225266"/>
                <a:gd name="connsiteX165" fmla="*/ 24289 w 324326"/>
                <a:gd name="connsiteY165" fmla="*/ 145732 h 225266"/>
                <a:gd name="connsiteX166" fmla="*/ 25241 w 324326"/>
                <a:gd name="connsiteY166" fmla="*/ 151447 h 225266"/>
                <a:gd name="connsiteX167" fmla="*/ 25241 w 324326"/>
                <a:gd name="connsiteY167" fmla="*/ 155257 h 225266"/>
                <a:gd name="connsiteX168" fmla="*/ 25241 w 324326"/>
                <a:gd name="connsiteY168" fmla="*/ 157163 h 225266"/>
                <a:gd name="connsiteX169" fmla="*/ 24765 w 324326"/>
                <a:gd name="connsiteY169" fmla="*/ 160496 h 225266"/>
                <a:gd name="connsiteX170" fmla="*/ 22860 w 324326"/>
                <a:gd name="connsiteY170" fmla="*/ 162401 h 225266"/>
                <a:gd name="connsiteX171" fmla="*/ 10477 w 324326"/>
                <a:gd name="connsiteY171" fmla="*/ 167164 h 225266"/>
                <a:gd name="connsiteX172" fmla="*/ 8096 w 324326"/>
                <a:gd name="connsiteY172" fmla="*/ 169069 h 225266"/>
                <a:gd name="connsiteX173" fmla="*/ 4286 w 324326"/>
                <a:gd name="connsiteY173" fmla="*/ 172879 h 225266"/>
                <a:gd name="connsiteX174" fmla="*/ 952 w 324326"/>
                <a:gd name="connsiteY174" fmla="*/ 177165 h 225266"/>
                <a:gd name="connsiteX175" fmla="*/ 476 w 324326"/>
                <a:gd name="connsiteY175" fmla="*/ 178594 h 225266"/>
                <a:gd name="connsiteX176" fmla="*/ 0 w 324326"/>
                <a:gd name="connsiteY176" fmla="*/ 179546 h 225266"/>
                <a:gd name="connsiteX177" fmla="*/ 952 w 324326"/>
                <a:gd name="connsiteY177" fmla="*/ 180499 h 225266"/>
                <a:gd name="connsiteX178" fmla="*/ 5239 w 324326"/>
                <a:gd name="connsiteY178" fmla="*/ 182880 h 225266"/>
                <a:gd name="connsiteX179" fmla="*/ 9525 w 324326"/>
                <a:gd name="connsiteY179" fmla="*/ 184785 h 225266"/>
                <a:gd name="connsiteX180" fmla="*/ 11430 w 324326"/>
                <a:gd name="connsiteY180" fmla="*/ 186214 h 225266"/>
                <a:gd name="connsiteX181" fmla="*/ 14288 w 324326"/>
                <a:gd name="connsiteY181" fmla="*/ 187642 h 225266"/>
                <a:gd name="connsiteX182" fmla="*/ 15716 w 324326"/>
                <a:gd name="connsiteY182" fmla="*/ 189071 h 225266"/>
                <a:gd name="connsiteX183" fmla="*/ 16193 w 324326"/>
                <a:gd name="connsiteY183" fmla="*/ 190500 h 225266"/>
                <a:gd name="connsiteX184" fmla="*/ 16193 w 324326"/>
                <a:gd name="connsiteY184" fmla="*/ 193357 h 225266"/>
                <a:gd name="connsiteX185" fmla="*/ 14764 w 324326"/>
                <a:gd name="connsiteY185" fmla="*/ 197644 h 225266"/>
                <a:gd name="connsiteX186" fmla="*/ 15240 w 324326"/>
                <a:gd name="connsiteY186" fmla="*/ 200977 h 225266"/>
                <a:gd name="connsiteX187" fmla="*/ 13811 w 324326"/>
                <a:gd name="connsiteY187" fmla="*/ 202882 h 225266"/>
                <a:gd name="connsiteX188" fmla="*/ 12859 w 324326"/>
                <a:gd name="connsiteY188" fmla="*/ 205264 h 225266"/>
                <a:gd name="connsiteX189" fmla="*/ 12382 w 324326"/>
                <a:gd name="connsiteY189" fmla="*/ 209550 h 225266"/>
                <a:gd name="connsiteX190" fmla="*/ 14764 w 324326"/>
                <a:gd name="connsiteY190" fmla="*/ 213836 h 225266"/>
                <a:gd name="connsiteX191" fmla="*/ 15240 w 324326"/>
                <a:gd name="connsiteY191" fmla="*/ 213836 h 225266"/>
                <a:gd name="connsiteX192" fmla="*/ 14764 w 324326"/>
                <a:gd name="connsiteY192" fmla="*/ 210026 h 225266"/>
                <a:gd name="connsiteX193" fmla="*/ 16193 w 324326"/>
                <a:gd name="connsiteY193" fmla="*/ 209074 h 225266"/>
                <a:gd name="connsiteX194" fmla="*/ 18098 w 324326"/>
                <a:gd name="connsiteY194" fmla="*/ 208597 h 225266"/>
                <a:gd name="connsiteX195" fmla="*/ 20955 w 324326"/>
                <a:gd name="connsiteY195" fmla="*/ 208597 h 225266"/>
                <a:gd name="connsiteX196" fmla="*/ 23336 w 324326"/>
                <a:gd name="connsiteY196" fmla="*/ 209074 h 225266"/>
                <a:gd name="connsiteX197" fmla="*/ 26670 w 324326"/>
                <a:gd name="connsiteY197" fmla="*/ 210979 h 225266"/>
                <a:gd name="connsiteX198" fmla="*/ 27623 w 324326"/>
                <a:gd name="connsiteY198" fmla="*/ 210502 h 225266"/>
                <a:gd name="connsiteX199" fmla="*/ 32385 w 324326"/>
                <a:gd name="connsiteY199" fmla="*/ 207645 h 225266"/>
                <a:gd name="connsiteX200" fmla="*/ 37624 w 324326"/>
                <a:gd name="connsiteY200" fmla="*/ 202406 h 225266"/>
                <a:gd name="connsiteX201" fmla="*/ 39052 w 324326"/>
                <a:gd name="connsiteY201" fmla="*/ 199549 h 225266"/>
                <a:gd name="connsiteX202" fmla="*/ 40481 w 324326"/>
                <a:gd name="connsiteY202" fmla="*/ 198120 h 225266"/>
                <a:gd name="connsiteX203" fmla="*/ 45244 w 324326"/>
                <a:gd name="connsiteY203" fmla="*/ 197644 h 225266"/>
                <a:gd name="connsiteX204" fmla="*/ 49054 w 324326"/>
                <a:gd name="connsiteY204" fmla="*/ 197167 h 225266"/>
                <a:gd name="connsiteX205" fmla="*/ 51435 w 324326"/>
                <a:gd name="connsiteY205" fmla="*/ 197167 h 225266"/>
                <a:gd name="connsiteX206" fmla="*/ 57626 w 324326"/>
                <a:gd name="connsiteY206" fmla="*/ 196691 h 225266"/>
                <a:gd name="connsiteX207" fmla="*/ 61436 w 324326"/>
                <a:gd name="connsiteY207" fmla="*/ 196215 h 225266"/>
                <a:gd name="connsiteX208" fmla="*/ 64294 w 324326"/>
                <a:gd name="connsiteY208" fmla="*/ 195263 h 225266"/>
                <a:gd name="connsiteX209" fmla="*/ 71438 w 324326"/>
                <a:gd name="connsiteY209" fmla="*/ 195263 h 225266"/>
                <a:gd name="connsiteX210" fmla="*/ 81915 w 324326"/>
                <a:gd name="connsiteY210" fmla="*/ 195739 h 225266"/>
                <a:gd name="connsiteX211" fmla="*/ 89059 w 324326"/>
                <a:gd name="connsiteY211" fmla="*/ 195739 h 225266"/>
                <a:gd name="connsiteX212" fmla="*/ 93821 w 324326"/>
                <a:gd name="connsiteY212" fmla="*/ 196215 h 225266"/>
                <a:gd name="connsiteX213" fmla="*/ 105251 w 324326"/>
                <a:gd name="connsiteY213" fmla="*/ 199072 h 225266"/>
                <a:gd name="connsiteX214" fmla="*/ 109538 w 324326"/>
                <a:gd name="connsiteY214" fmla="*/ 199549 h 225266"/>
                <a:gd name="connsiteX215" fmla="*/ 111443 w 324326"/>
                <a:gd name="connsiteY215" fmla="*/ 200501 h 225266"/>
                <a:gd name="connsiteX216" fmla="*/ 115729 w 324326"/>
                <a:gd name="connsiteY216" fmla="*/ 201454 h 225266"/>
                <a:gd name="connsiteX217" fmla="*/ 122396 w 324326"/>
                <a:gd name="connsiteY217" fmla="*/ 202882 h 225266"/>
                <a:gd name="connsiteX218" fmla="*/ 128588 w 324326"/>
                <a:gd name="connsiteY218" fmla="*/ 203359 h 225266"/>
                <a:gd name="connsiteX219" fmla="*/ 132874 w 324326"/>
                <a:gd name="connsiteY219" fmla="*/ 202882 h 225266"/>
                <a:gd name="connsiteX220" fmla="*/ 135255 w 324326"/>
                <a:gd name="connsiteY220" fmla="*/ 203359 h 225266"/>
                <a:gd name="connsiteX221" fmla="*/ 139541 w 324326"/>
                <a:gd name="connsiteY221" fmla="*/ 209550 h 225266"/>
                <a:gd name="connsiteX222" fmla="*/ 140494 w 324326"/>
                <a:gd name="connsiteY222" fmla="*/ 210502 h 225266"/>
                <a:gd name="connsiteX223" fmla="*/ 141923 w 324326"/>
                <a:gd name="connsiteY223" fmla="*/ 210502 h 225266"/>
                <a:gd name="connsiteX224" fmla="*/ 145732 w 324326"/>
                <a:gd name="connsiteY224" fmla="*/ 210026 h 225266"/>
                <a:gd name="connsiteX225" fmla="*/ 150495 w 324326"/>
                <a:gd name="connsiteY225" fmla="*/ 210026 h 225266"/>
                <a:gd name="connsiteX226" fmla="*/ 153829 w 324326"/>
                <a:gd name="connsiteY226" fmla="*/ 211455 h 225266"/>
                <a:gd name="connsiteX227" fmla="*/ 153352 w 324326"/>
                <a:gd name="connsiteY227" fmla="*/ 215265 h 225266"/>
                <a:gd name="connsiteX228" fmla="*/ 153829 w 324326"/>
                <a:gd name="connsiteY228" fmla="*/ 215741 h 225266"/>
                <a:gd name="connsiteX229" fmla="*/ 155257 w 324326"/>
                <a:gd name="connsiteY229" fmla="*/ 215741 h 225266"/>
                <a:gd name="connsiteX230" fmla="*/ 157163 w 324326"/>
                <a:gd name="connsiteY230" fmla="*/ 213360 h 225266"/>
                <a:gd name="connsiteX231" fmla="*/ 158591 w 324326"/>
                <a:gd name="connsiteY231" fmla="*/ 211455 h 225266"/>
                <a:gd name="connsiteX232" fmla="*/ 159544 w 324326"/>
                <a:gd name="connsiteY232" fmla="*/ 210502 h 225266"/>
                <a:gd name="connsiteX233" fmla="*/ 164782 w 324326"/>
                <a:gd name="connsiteY233" fmla="*/ 211931 h 225266"/>
                <a:gd name="connsiteX234" fmla="*/ 167164 w 324326"/>
                <a:gd name="connsiteY234" fmla="*/ 211931 h 225266"/>
                <a:gd name="connsiteX235" fmla="*/ 169069 w 324326"/>
                <a:gd name="connsiteY235" fmla="*/ 210026 h 225266"/>
                <a:gd name="connsiteX236" fmla="*/ 170498 w 324326"/>
                <a:gd name="connsiteY236" fmla="*/ 210026 h 225266"/>
                <a:gd name="connsiteX237" fmla="*/ 174307 w 324326"/>
                <a:gd name="connsiteY237" fmla="*/ 210979 h 225266"/>
                <a:gd name="connsiteX238" fmla="*/ 178594 w 324326"/>
                <a:gd name="connsiteY238" fmla="*/ 211931 h 225266"/>
                <a:gd name="connsiteX239" fmla="*/ 182404 w 324326"/>
                <a:gd name="connsiteY239" fmla="*/ 211931 h 225266"/>
                <a:gd name="connsiteX240" fmla="*/ 184785 w 324326"/>
                <a:gd name="connsiteY240" fmla="*/ 212884 h 225266"/>
                <a:gd name="connsiteX241" fmla="*/ 186214 w 324326"/>
                <a:gd name="connsiteY241" fmla="*/ 216694 h 225266"/>
                <a:gd name="connsiteX242" fmla="*/ 187643 w 324326"/>
                <a:gd name="connsiteY242" fmla="*/ 217646 h 225266"/>
                <a:gd name="connsiteX243" fmla="*/ 189071 w 324326"/>
                <a:gd name="connsiteY243" fmla="*/ 217646 h 225266"/>
                <a:gd name="connsiteX244" fmla="*/ 191452 w 324326"/>
                <a:gd name="connsiteY244" fmla="*/ 214313 h 225266"/>
                <a:gd name="connsiteX245" fmla="*/ 193357 w 324326"/>
                <a:gd name="connsiteY245" fmla="*/ 212884 h 225266"/>
                <a:gd name="connsiteX246" fmla="*/ 195739 w 324326"/>
                <a:gd name="connsiteY246" fmla="*/ 211931 h 225266"/>
                <a:gd name="connsiteX247" fmla="*/ 197644 w 324326"/>
                <a:gd name="connsiteY247" fmla="*/ 211455 h 225266"/>
                <a:gd name="connsiteX248" fmla="*/ 198596 w 324326"/>
                <a:gd name="connsiteY248" fmla="*/ 210502 h 225266"/>
                <a:gd name="connsiteX249" fmla="*/ 200501 w 324326"/>
                <a:gd name="connsiteY249" fmla="*/ 209074 h 225266"/>
                <a:gd name="connsiteX250" fmla="*/ 201930 w 324326"/>
                <a:gd name="connsiteY250" fmla="*/ 209074 h 225266"/>
                <a:gd name="connsiteX251" fmla="*/ 202882 w 324326"/>
                <a:gd name="connsiteY251" fmla="*/ 209550 h 225266"/>
                <a:gd name="connsiteX252" fmla="*/ 204311 w 324326"/>
                <a:gd name="connsiteY252" fmla="*/ 210979 h 225266"/>
                <a:gd name="connsiteX253" fmla="*/ 206216 w 324326"/>
                <a:gd name="connsiteY253" fmla="*/ 214789 h 225266"/>
                <a:gd name="connsiteX254" fmla="*/ 208598 w 324326"/>
                <a:gd name="connsiteY254" fmla="*/ 218599 h 225266"/>
                <a:gd name="connsiteX255" fmla="*/ 210026 w 324326"/>
                <a:gd name="connsiteY255" fmla="*/ 220027 h 225266"/>
                <a:gd name="connsiteX256" fmla="*/ 214313 w 324326"/>
                <a:gd name="connsiteY256" fmla="*/ 219075 h 225266"/>
                <a:gd name="connsiteX257" fmla="*/ 217170 w 324326"/>
                <a:gd name="connsiteY257" fmla="*/ 217646 h 225266"/>
                <a:gd name="connsiteX258" fmla="*/ 222409 w 324326"/>
                <a:gd name="connsiteY258" fmla="*/ 217646 h 225266"/>
                <a:gd name="connsiteX259" fmla="*/ 229076 w 324326"/>
                <a:gd name="connsiteY259" fmla="*/ 216694 h 225266"/>
                <a:gd name="connsiteX260" fmla="*/ 234315 w 324326"/>
                <a:gd name="connsiteY260" fmla="*/ 215741 h 225266"/>
                <a:gd name="connsiteX261" fmla="*/ 237649 w 324326"/>
                <a:gd name="connsiteY261" fmla="*/ 215741 h 225266"/>
                <a:gd name="connsiteX262" fmla="*/ 239554 w 324326"/>
                <a:gd name="connsiteY262" fmla="*/ 217170 h 225266"/>
                <a:gd name="connsiteX263" fmla="*/ 242888 w 324326"/>
                <a:gd name="connsiteY263" fmla="*/ 219551 h 225266"/>
                <a:gd name="connsiteX264" fmla="*/ 243840 w 324326"/>
                <a:gd name="connsiteY264" fmla="*/ 222409 h 225266"/>
                <a:gd name="connsiteX265" fmla="*/ 247650 w 324326"/>
                <a:gd name="connsiteY265" fmla="*/ 224790 h 225266"/>
                <a:gd name="connsiteX266" fmla="*/ 250984 w 324326"/>
                <a:gd name="connsiteY266" fmla="*/ 225266 h 225266"/>
                <a:gd name="connsiteX267" fmla="*/ 251936 w 324326"/>
                <a:gd name="connsiteY267" fmla="*/ 222885 h 225266"/>
                <a:gd name="connsiteX268" fmla="*/ 253841 w 324326"/>
                <a:gd name="connsiteY268" fmla="*/ 221456 h 225266"/>
                <a:gd name="connsiteX269" fmla="*/ 252889 w 324326"/>
                <a:gd name="connsiteY269" fmla="*/ 219075 h 225266"/>
                <a:gd name="connsiteX270" fmla="*/ 252889 w 324326"/>
                <a:gd name="connsiteY270" fmla="*/ 216217 h 225266"/>
                <a:gd name="connsiteX271" fmla="*/ 251460 w 324326"/>
                <a:gd name="connsiteY271" fmla="*/ 213360 h 225266"/>
                <a:gd name="connsiteX272" fmla="*/ 250507 w 324326"/>
                <a:gd name="connsiteY272" fmla="*/ 210502 h 225266"/>
                <a:gd name="connsiteX273" fmla="*/ 251936 w 324326"/>
                <a:gd name="connsiteY273" fmla="*/ 206216 h 225266"/>
                <a:gd name="connsiteX274" fmla="*/ 253841 w 324326"/>
                <a:gd name="connsiteY274" fmla="*/ 202882 h 225266"/>
                <a:gd name="connsiteX275" fmla="*/ 254794 w 324326"/>
                <a:gd name="connsiteY275" fmla="*/ 200501 h 225266"/>
                <a:gd name="connsiteX276" fmla="*/ 258127 w 324326"/>
                <a:gd name="connsiteY276" fmla="*/ 197167 h 225266"/>
                <a:gd name="connsiteX277" fmla="*/ 260985 w 324326"/>
                <a:gd name="connsiteY277" fmla="*/ 194310 h 225266"/>
                <a:gd name="connsiteX278" fmla="*/ 265748 w 324326"/>
                <a:gd name="connsiteY278" fmla="*/ 190024 h 225266"/>
                <a:gd name="connsiteX279" fmla="*/ 269081 w 324326"/>
                <a:gd name="connsiteY279" fmla="*/ 189071 h 225266"/>
                <a:gd name="connsiteX280" fmla="*/ 271939 w 324326"/>
                <a:gd name="connsiteY280" fmla="*/ 189547 h 225266"/>
                <a:gd name="connsiteX281" fmla="*/ 273844 w 324326"/>
                <a:gd name="connsiteY281" fmla="*/ 190024 h 225266"/>
                <a:gd name="connsiteX282" fmla="*/ 278130 w 324326"/>
                <a:gd name="connsiteY282" fmla="*/ 187642 h 225266"/>
                <a:gd name="connsiteX283" fmla="*/ 285750 w 324326"/>
                <a:gd name="connsiteY283" fmla="*/ 187642 h 225266"/>
                <a:gd name="connsiteX284" fmla="*/ 292418 w 324326"/>
                <a:gd name="connsiteY284" fmla="*/ 187642 h 225266"/>
                <a:gd name="connsiteX285" fmla="*/ 291941 w 324326"/>
                <a:gd name="connsiteY285" fmla="*/ 186690 h 225266"/>
                <a:gd name="connsiteX286" fmla="*/ 290036 w 324326"/>
                <a:gd name="connsiteY286" fmla="*/ 182404 h 225266"/>
                <a:gd name="connsiteX287" fmla="*/ 288607 w 324326"/>
                <a:gd name="connsiteY287" fmla="*/ 180499 h 225266"/>
                <a:gd name="connsiteX288" fmla="*/ 286702 w 324326"/>
                <a:gd name="connsiteY288" fmla="*/ 179546 h 225266"/>
                <a:gd name="connsiteX289" fmla="*/ 285750 w 324326"/>
                <a:gd name="connsiteY289" fmla="*/ 178117 h 225266"/>
                <a:gd name="connsiteX290" fmla="*/ 285750 w 324326"/>
                <a:gd name="connsiteY290" fmla="*/ 172879 h 225266"/>
                <a:gd name="connsiteX291" fmla="*/ 286226 w 324326"/>
                <a:gd name="connsiteY291" fmla="*/ 168116 h 225266"/>
                <a:gd name="connsiteX292" fmla="*/ 287179 w 324326"/>
                <a:gd name="connsiteY292" fmla="*/ 167640 h 225266"/>
                <a:gd name="connsiteX293" fmla="*/ 284321 w 324326"/>
                <a:gd name="connsiteY293" fmla="*/ 163830 h 225266"/>
                <a:gd name="connsiteX294" fmla="*/ 283845 w 324326"/>
                <a:gd name="connsiteY294" fmla="*/ 160496 h 225266"/>
                <a:gd name="connsiteX295" fmla="*/ 285274 w 324326"/>
                <a:gd name="connsiteY295" fmla="*/ 159067 h 225266"/>
                <a:gd name="connsiteX296" fmla="*/ 285750 w 324326"/>
                <a:gd name="connsiteY296" fmla="*/ 158115 h 225266"/>
                <a:gd name="connsiteX297" fmla="*/ 284321 w 324326"/>
                <a:gd name="connsiteY297" fmla="*/ 156210 h 225266"/>
                <a:gd name="connsiteX298" fmla="*/ 281464 w 324326"/>
                <a:gd name="connsiteY298" fmla="*/ 153352 h 225266"/>
                <a:gd name="connsiteX299" fmla="*/ 278130 w 324326"/>
                <a:gd name="connsiteY299" fmla="*/ 150019 h 225266"/>
                <a:gd name="connsiteX300" fmla="*/ 276225 w 324326"/>
                <a:gd name="connsiteY300" fmla="*/ 147161 h 225266"/>
                <a:gd name="connsiteX301" fmla="*/ 275273 w 324326"/>
                <a:gd name="connsiteY301" fmla="*/ 146209 h 225266"/>
                <a:gd name="connsiteX302" fmla="*/ 276701 w 324326"/>
                <a:gd name="connsiteY302" fmla="*/ 144304 h 225266"/>
                <a:gd name="connsiteX303" fmla="*/ 278606 w 324326"/>
                <a:gd name="connsiteY303" fmla="*/ 140494 h 225266"/>
                <a:gd name="connsiteX304" fmla="*/ 279559 w 324326"/>
                <a:gd name="connsiteY304" fmla="*/ 138589 h 225266"/>
                <a:gd name="connsiteX305" fmla="*/ 280511 w 324326"/>
                <a:gd name="connsiteY305" fmla="*/ 138113 h 225266"/>
                <a:gd name="connsiteX306" fmla="*/ 285274 w 324326"/>
                <a:gd name="connsiteY306" fmla="*/ 137636 h 225266"/>
                <a:gd name="connsiteX307" fmla="*/ 289084 w 324326"/>
                <a:gd name="connsiteY307" fmla="*/ 137636 h 225266"/>
                <a:gd name="connsiteX308" fmla="*/ 291941 w 324326"/>
                <a:gd name="connsiteY308" fmla="*/ 138589 h 225266"/>
                <a:gd name="connsiteX309" fmla="*/ 292894 w 324326"/>
                <a:gd name="connsiteY309" fmla="*/ 140017 h 225266"/>
                <a:gd name="connsiteX310" fmla="*/ 295275 w 324326"/>
                <a:gd name="connsiteY310" fmla="*/ 141922 h 225266"/>
                <a:gd name="connsiteX311" fmla="*/ 302419 w 324326"/>
                <a:gd name="connsiteY311" fmla="*/ 142875 h 225266"/>
                <a:gd name="connsiteX312" fmla="*/ 305276 w 324326"/>
                <a:gd name="connsiteY312" fmla="*/ 142875 h 225266"/>
                <a:gd name="connsiteX313" fmla="*/ 309086 w 324326"/>
                <a:gd name="connsiteY313" fmla="*/ 140970 h 225266"/>
                <a:gd name="connsiteX314" fmla="*/ 314801 w 324326"/>
                <a:gd name="connsiteY314" fmla="*/ 137160 h 225266"/>
                <a:gd name="connsiteX315" fmla="*/ 316230 w 324326"/>
                <a:gd name="connsiteY315" fmla="*/ 134302 h 225266"/>
                <a:gd name="connsiteX316" fmla="*/ 320040 w 324326"/>
                <a:gd name="connsiteY316" fmla="*/ 132397 h 225266"/>
                <a:gd name="connsiteX317" fmla="*/ 322421 w 324326"/>
                <a:gd name="connsiteY317" fmla="*/ 131921 h 225266"/>
                <a:gd name="connsiteX318" fmla="*/ 324326 w 324326"/>
                <a:gd name="connsiteY318" fmla="*/ 131445 h 225266"/>
                <a:gd name="connsiteX319" fmla="*/ 324326 w 324326"/>
                <a:gd name="connsiteY319" fmla="*/ 130016 h 22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324326" h="225266">
                  <a:moveTo>
                    <a:pt x="324326" y="127635"/>
                  </a:moveTo>
                  <a:lnTo>
                    <a:pt x="323850" y="126206"/>
                  </a:lnTo>
                  <a:lnTo>
                    <a:pt x="316230" y="121920"/>
                  </a:lnTo>
                  <a:lnTo>
                    <a:pt x="315277" y="120491"/>
                  </a:lnTo>
                  <a:lnTo>
                    <a:pt x="314801" y="118586"/>
                  </a:lnTo>
                  <a:lnTo>
                    <a:pt x="315754" y="116681"/>
                  </a:lnTo>
                  <a:lnTo>
                    <a:pt x="315754" y="115252"/>
                  </a:lnTo>
                  <a:lnTo>
                    <a:pt x="307181" y="110966"/>
                  </a:lnTo>
                  <a:lnTo>
                    <a:pt x="300038" y="110490"/>
                  </a:lnTo>
                  <a:lnTo>
                    <a:pt x="294323" y="110490"/>
                  </a:lnTo>
                  <a:lnTo>
                    <a:pt x="291941" y="109538"/>
                  </a:lnTo>
                  <a:lnTo>
                    <a:pt x="292894" y="107632"/>
                  </a:lnTo>
                  <a:lnTo>
                    <a:pt x="294323" y="103822"/>
                  </a:lnTo>
                  <a:lnTo>
                    <a:pt x="294799" y="100965"/>
                  </a:lnTo>
                  <a:lnTo>
                    <a:pt x="294323" y="99536"/>
                  </a:lnTo>
                  <a:lnTo>
                    <a:pt x="293370" y="98107"/>
                  </a:lnTo>
                  <a:lnTo>
                    <a:pt x="287655" y="95726"/>
                  </a:lnTo>
                  <a:lnTo>
                    <a:pt x="280035" y="91916"/>
                  </a:lnTo>
                  <a:lnTo>
                    <a:pt x="276701" y="87154"/>
                  </a:lnTo>
                  <a:lnTo>
                    <a:pt x="274796" y="82867"/>
                  </a:lnTo>
                  <a:lnTo>
                    <a:pt x="272415" y="80010"/>
                  </a:lnTo>
                  <a:lnTo>
                    <a:pt x="269081" y="78105"/>
                  </a:lnTo>
                  <a:lnTo>
                    <a:pt x="269081" y="76676"/>
                  </a:lnTo>
                  <a:lnTo>
                    <a:pt x="271463" y="72390"/>
                  </a:lnTo>
                  <a:lnTo>
                    <a:pt x="271463" y="71914"/>
                  </a:lnTo>
                  <a:lnTo>
                    <a:pt x="270510" y="70485"/>
                  </a:lnTo>
                  <a:lnTo>
                    <a:pt x="265748" y="68580"/>
                  </a:lnTo>
                  <a:lnTo>
                    <a:pt x="259556" y="64294"/>
                  </a:lnTo>
                  <a:lnTo>
                    <a:pt x="259080" y="63341"/>
                  </a:lnTo>
                  <a:lnTo>
                    <a:pt x="259556" y="60960"/>
                  </a:lnTo>
                  <a:lnTo>
                    <a:pt x="260509" y="58102"/>
                  </a:lnTo>
                  <a:lnTo>
                    <a:pt x="261938" y="57150"/>
                  </a:lnTo>
                  <a:lnTo>
                    <a:pt x="265748" y="51911"/>
                  </a:lnTo>
                  <a:lnTo>
                    <a:pt x="265748" y="50006"/>
                  </a:lnTo>
                  <a:lnTo>
                    <a:pt x="264795" y="47625"/>
                  </a:lnTo>
                  <a:lnTo>
                    <a:pt x="261938" y="43815"/>
                  </a:lnTo>
                  <a:lnTo>
                    <a:pt x="260032" y="40957"/>
                  </a:lnTo>
                  <a:lnTo>
                    <a:pt x="260032" y="40005"/>
                  </a:lnTo>
                  <a:lnTo>
                    <a:pt x="260032" y="38576"/>
                  </a:lnTo>
                  <a:lnTo>
                    <a:pt x="261461" y="37147"/>
                  </a:lnTo>
                  <a:lnTo>
                    <a:pt x="262890" y="35719"/>
                  </a:lnTo>
                  <a:lnTo>
                    <a:pt x="263366" y="29527"/>
                  </a:lnTo>
                  <a:lnTo>
                    <a:pt x="263366" y="27146"/>
                  </a:lnTo>
                  <a:lnTo>
                    <a:pt x="262414" y="26194"/>
                  </a:lnTo>
                  <a:lnTo>
                    <a:pt x="261461" y="25717"/>
                  </a:lnTo>
                  <a:lnTo>
                    <a:pt x="259556" y="25717"/>
                  </a:lnTo>
                  <a:lnTo>
                    <a:pt x="256699" y="24765"/>
                  </a:lnTo>
                  <a:lnTo>
                    <a:pt x="254794" y="23336"/>
                  </a:lnTo>
                  <a:lnTo>
                    <a:pt x="253365" y="22860"/>
                  </a:lnTo>
                  <a:lnTo>
                    <a:pt x="252413" y="20955"/>
                  </a:lnTo>
                  <a:lnTo>
                    <a:pt x="248602" y="18097"/>
                  </a:lnTo>
                  <a:lnTo>
                    <a:pt x="247650" y="17145"/>
                  </a:lnTo>
                  <a:lnTo>
                    <a:pt x="240030" y="14288"/>
                  </a:lnTo>
                  <a:lnTo>
                    <a:pt x="233839" y="14764"/>
                  </a:lnTo>
                  <a:lnTo>
                    <a:pt x="230029" y="14288"/>
                  </a:lnTo>
                  <a:lnTo>
                    <a:pt x="228124" y="14764"/>
                  </a:lnTo>
                  <a:lnTo>
                    <a:pt x="226219" y="16669"/>
                  </a:lnTo>
                  <a:lnTo>
                    <a:pt x="223361" y="17621"/>
                  </a:lnTo>
                  <a:lnTo>
                    <a:pt x="221456" y="18097"/>
                  </a:lnTo>
                  <a:lnTo>
                    <a:pt x="219551" y="18574"/>
                  </a:lnTo>
                  <a:lnTo>
                    <a:pt x="214789" y="21907"/>
                  </a:lnTo>
                  <a:lnTo>
                    <a:pt x="212407" y="20002"/>
                  </a:lnTo>
                  <a:lnTo>
                    <a:pt x="210502" y="17145"/>
                  </a:lnTo>
                  <a:lnTo>
                    <a:pt x="210979" y="14764"/>
                  </a:lnTo>
                  <a:lnTo>
                    <a:pt x="211931" y="12382"/>
                  </a:lnTo>
                  <a:lnTo>
                    <a:pt x="211931" y="10954"/>
                  </a:lnTo>
                  <a:lnTo>
                    <a:pt x="210979" y="10001"/>
                  </a:lnTo>
                  <a:lnTo>
                    <a:pt x="208121" y="8572"/>
                  </a:lnTo>
                  <a:lnTo>
                    <a:pt x="201454" y="5715"/>
                  </a:lnTo>
                  <a:lnTo>
                    <a:pt x="199549" y="5715"/>
                  </a:lnTo>
                  <a:lnTo>
                    <a:pt x="196691" y="6667"/>
                  </a:lnTo>
                  <a:lnTo>
                    <a:pt x="191452" y="9525"/>
                  </a:lnTo>
                  <a:lnTo>
                    <a:pt x="189548" y="9049"/>
                  </a:lnTo>
                  <a:lnTo>
                    <a:pt x="187643" y="6667"/>
                  </a:lnTo>
                  <a:lnTo>
                    <a:pt x="185738" y="3810"/>
                  </a:lnTo>
                  <a:lnTo>
                    <a:pt x="183356" y="2381"/>
                  </a:lnTo>
                  <a:lnTo>
                    <a:pt x="178118" y="2857"/>
                  </a:lnTo>
                  <a:lnTo>
                    <a:pt x="177641" y="2857"/>
                  </a:lnTo>
                  <a:lnTo>
                    <a:pt x="174784" y="4286"/>
                  </a:lnTo>
                  <a:lnTo>
                    <a:pt x="173831" y="4286"/>
                  </a:lnTo>
                  <a:lnTo>
                    <a:pt x="169069" y="0"/>
                  </a:lnTo>
                  <a:lnTo>
                    <a:pt x="168116" y="0"/>
                  </a:lnTo>
                  <a:lnTo>
                    <a:pt x="165259" y="476"/>
                  </a:lnTo>
                  <a:lnTo>
                    <a:pt x="160496" y="3334"/>
                  </a:lnTo>
                  <a:lnTo>
                    <a:pt x="153829" y="9525"/>
                  </a:lnTo>
                  <a:lnTo>
                    <a:pt x="151924" y="10954"/>
                  </a:lnTo>
                  <a:lnTo>
                    <a:pt x="150495" y="16192"/>
                  </a:lnTo>
                  <a:lnTo>
                    <a:pt x="150019" y="16669"/>
                  </a:lnTo>
                  <a:lnTo>
                    <a:pt x="145732" y="16192"/>
                  </a:lnTo>
                  <a:lnTo>
                    <a:pt x="144780" y="16192"/>
                  </a:lnTo>
                  <a:lnTo>
                    <a:pt x="140970" y="16192"/>
                  </a:lnTo>
                  <a:lnTo>
                    <a:pt x="131921" y="14764"/>
                  </a:lnTo>
                  <a:lnTo>
                    <a:pt x="128588" y="15716"/>
                  </a:lnTo>
                  <a:lnTo>
                    <a:pt x="124301" y="20955"/>
                  </a:lnTo>
                  <a:lnTo>
                    <a:pt x="122396" y="21431"/>
                  </a:lnTo>
                  <a:lnTo>
                    <a:pt x="117157" y="22384"/>
                  </a:lnTo>
                  <a:lnTo>
                    <a:pt x="116205" y="22860"/>
                  </a:lnTo>
                  <a:lnTo>
                    <a:pt x="116205" y="24765"/>
                  </a:lnTo>
                  <a:lnTo>
                    <a:pt x="115252" y="28575"/>
                  </a:lnTo>
                  <a:lnTo>
                    <a:pt x="113824" y="33338"/>
                  </a:lnTo>
                  <a:lnTo>
                    <a:pt x="112395" y="36671"/>
                  </a:lnTo>
                  <a:lnTo>
                    <a:pt x="111919" y="38100"/>
                  </a:lnTo>
                  <a:lnTo>
                    <a:pt x="112871" y="39052"/>
                  </a:lnTo>
                  <a:lnTo>
                    <a:pt x="119539" y="40005"/>
                  </a:lnTo>
                  <a:lnTo>
                    <a:pt x="121920" y="40481"/>
                  </a:lnTo>
                  <a:lnTo>
                    <a:pt x="122396" y="41434"/>
                  </a:lnTo>
                  <a:lnTo>
                    <a:pt x="120968" y="42386"/>
                  </a:lnTo>
                  <a:lnTo>
                    <a:pt x="119063" y="43815"/>
                  </a:lnTo>
                  <a:lnTo>
                    <a:pt x="118110" y="44767"/>
                  </a:lnTo>
                  <a:lnTo>
                    <a:pt x="116681" y="48101"/>
                  </a:lnTo>
                  <a:lnTo>
                    <a:pt x="106204" y="47625"/>
                  </a:lnTo>
                  <a:lnTo>
                    <a:pt x="104775" y="48577"/>
                  </a:lnTo>
                  <a:lnTo>
                    <a:pt x="104299" y="50006"/>
                  </a:lnTo>
                  <a:lnTo>
                    <a:pt x="103346" y="51911"/>
                  </a:lnTo>
                  <a:lnTo>
                    <a:pt x="102394" y="54292"/>
                  </a:lnTo>
                  <a:lnTo>
                    <a:pt x="99536" y="56197"/>
                  </a:lnTo>
                  <a:lnTo>
                    <a:pt x="94774" y="56674"/>
                  </a:lnTo>
                  <a:lnTo>
                    <a:pt x="91440" y="58102"/>
                  </a:lnTo>
                  <a:lnTo>
                    <a:pt x="88582" y="61913"/>
                  </a:lnTo>
                  <a:lnTo>
                    <a:pt x="86677" y="67627"/>
                  </a:lnTo>
                  <a:lnTo>
                    <a:pt x="86677" y="71438"/>
                  </a:lnTo>
                  <a:lnTo>
                    <a:pt x="87154" y="73342"/>
                  </a:lnTo>
                  <a:lnTo>
                    <a:pt x="86677" y="74771"/>
                  </a:lnTo>
                  <a:lnTo>
                    <a:pt x="85725" y="75724"/>
                  </a:lnTo>
                  <a:lnTo>
                    <a:pt x="83344" y="79534"/>
                  </a:lnTo>
                  <a:lnTo>
                    <a:pt x="81439" y="83344"/>
                  </a:lnTo>
                  <a:lnTo>
                    <a:pt x="80963" y="85249"/>
                  </a:lnTo>
                  <a:lnTo>
                    <a:pt x="80963" y="86201"/>
                  </a:lnTo>
                  <a:lnTo>
                    <a:pt x="83344" y="86677"/>
                  </a:lnTo>
                  <a:lnTo>
                    <a:pt x="86201" y="87154"/>
                  </a:lnTo>
                  <a:lnTo>
                    <a:pt x="87630" y="88582"/>
                  </a:lnTo>
                  <a:lnTo>
                    <a:pt x="88106" y="90488"/>
                  </a:lnTo>
                  <a:lnTo>
                    <a:pt x="88106" y="92392"/>
                  </a:lnTo>
                  <a:lnTo>
                    <a:pt x="87630" y="93345"/>
                  </a:lnTo>
                  <a:lnTo>
                    <a:pt x="85249" y="94297"/>
                  </a:lnTo>
                  <a:lnTo>
                    <a:pt x="81915" y="94297"/>
                  </a:lnTo>
                  <a:lnTo>
                    <a:pt x="79534" y="93345"/>
                  </a:lnTo>
                  <a:lnTo>
                    <a:pt x="79057" y="92869"/>
                  </a:lnTo>
                  <a:lnTo>
                    <a:pt x="80010" y="90964"/>
                  </a:lnTo>
                  <a:lnTo>
                    <a:pt x="79534" y="88582"/>
                  </a:lnTo>
                  <a:lnTo>
                    <a:pt x="78105" y="87154"/>
                  </a:lnTo>
                  <a:lnTo>
                    <a:pt x="74771" y="89059"/>
                  </a:lnTo>
                  <a:lnTo>
                    <a:pt x="71914" y="89059"/>
                  </a:lnTo>
                  <a:lnTo>
                    <a:pt x="68104" y="90964"/>
                  </a:lnTo>
                  <a:lnTo>
                    <a:pt x="66199" y="93821"/>
                  </a:lnTo>
                  <a:lnTo>
                    <a:pt x="63818" y="94774"/>
                  </a:lnTo>
                  <a:lnTo>
                    <a:pt x="57626" y="94297"/>
                  </a:lnTo>
                  <a:lnTo>
                    <a:pt x="56198" y="95250"/>
                  </a:lnTo>
                  <a:lnTo>
                    <a:pt x="55245" y="100965"/>
                  </a:lnTo>
                  <a:lnTo>
                    <a:pt x="54293" y="101917"/>
                  </a:lnTo>
                  <a:lnTo>
                    <a:pt x="49054" y="101917"/>
                  </a:lnTo>
                  <a:lnTo>
                    <a:pt x="44291" y="103822"/>
                  </a:lnTo>
                  <a:lnTo>
                    <a:pt x="39052" y="105727"/>
                  </a:lnTo>
                  <a:lnTo>
                    <a:pt x="36195" y="104775"/>
                  </a:lnTo>
                  <a:lnTo>
                    <a:pt x="34766" y="103346"/>
                  </a:lnTo>
                  <a:lnTo>
                    <a:pt x="31909" y="103346"/>
                  </a:lnTo>
                  <a:lnTo>
                    <a:pt x="28575" y="103822"/>
                  </a:lnTo>
                  <a:lnTo>
                    <a:pt x="26194" y="103822"/>
                  </a:lnTo>
                  <a:lnTo>
                    <a:pt x="23813" y="103822"/>
                  </a:lnTo>
                  <a:lnTo>
                    <a:pt x="19050" y="104775"/>
                  </a:lnTo>
                  <a:lnTo>
                    <a:pt x="13335" y="104775"/>
                  </a:lnTo>
                  <a:lnTo>
                    <a:pt x="10477" y="103822"/>
                  </a:lnTo>
                  <a:lnTo>
                    <a:pt x="14288" y="119539"/>
                  </a:lnTo>
                  <a:lnTo>
                    <a:pt x="20955" y="134302"/>
                  </a:lnTo>
                  <a:lnTo>
                    <a:pt x="23336" y="141922"/>
                  </a:lnTo>
                  <a:lnTo>
                    <a:pt x="24289" y="145732"/>
                  </a:lnTo>
                  <a:lnTo>
                    <a:pt x="25241" y="151447"/>
                  </a:lnTo>
                  <a:lnTo>
                    <a:pt x="25241" y="155257"/>
                  </a:lnTo>
                  <a:lnTo>
                    <a:pt x="25241" y="157163"/>
                  </a:lnTo>
                  <a:lnTo>
                    <a:pt x="24765" y="160496"/>
                  </a:lnTo>
                  <a:lnTo>
                    <a:pt x="22860" y="162401"/>
                  </a:lnTo>
                  <a:lnTo>
                    <a:pt x="10477" y="167164"/>
                  </a:lnTo>
                  <a:lnTo>
                    <a:pt x="8096" y="169069"/>
                  </a:lnTo>
                  <a:lnTo>
                    <a:pt x="4286" y="172879"/>
                  </a:lnTo>
                  <a:lnTo>
                    <a:pt x="952" y="177165"/>
                  </a:lnTo>
                  <a:lnTo>
                    <a:pt x="476" y="178594"/>
                  </a:lnTo>
                  <a:lnTo>
                    <a:pt x="0" y="179546"/>
                  </a:lnTo>
                  <a:lnTo>
                    <a:pt x="952" y="180499"/>
                  </a:lnTo>
                  <a:lnTo>
                    <a:pt x="5239" y="182880"/>
                  </a:lnTo>
                  <a:lnTo>
                    <a:pt x="9525" y="184785"/>
                  </a:lnTo>
                  <a:lnTo>
                    <a:pt x="11430" y="186214"/>
                  </a:lnTo>
                  <a:lnTo>
                    <a:pt x="14288" y="187642"/>
                  </a:lnTo>
                  <a:lnTo>
                    <a:pt x="15716" y="189071"/>
                  </a:lnTo>
                  <a:lnTo>
                    <a:pt x="16193" y="190500"/>
                  </a:lnTo>
                  <a:lnTo>
                    <a:pt x="16193" y="193357"/>
                  </a:lnTo>
                  <a:lnTo>
                    <a:pt x="14764" y="197644"/>
                  </a:lnTo>
                  <a:lnTo>
                    <a:pt x="15240" y="200977"/>
                  </a:lnTo>
                  <a:lnTo>
                    <a:pt x="13811" y="202882"/>
                  </a:lnTo>
                  <a:lnTo>
                    <a:pt x="12859" y="205264"/>
                  </a:lnTo>
                  <a:lnTo>
                    <a:pt x="12382" y="209550"/>
                  </a:lnTo>
                  <a:lnTo>
                    <a:pt x="14764" y="213836"/>
                  </a:lnTo>
                  <a:lnTo>
                    <a:pt x="15240" y="213836"/>
                  </a:lnTo>
                  <a:lnTo>
                    <a:pt x="14764" y="210026"/>
                  </a:lnTo>
                  <a:lnTo>
                    <a:pt x="16193" y="209074"/>
                  </a:lnTo>
                  <a:lnTo>
                    <a:pt x="18098" y="208597"/>
                  </a:lnTo>
                  <a:lnTo>
                    <a:pt x="20955" y="208597"/>
                  </a:lnTo>
                  <a:lnTo>
                    <a:pt x="23336" y="209074"/>
                  </a:lnTo>
                  <a:lnTo>
                    <a:pt x="26670" y="210979"/>
                  </a:lnTo>
                  <a:lnTo>
                    <a:pt x="27623" y="210502"/>
                  </a:lnTo>
                  <a:lnTo>
                    <a:pt x="32385" y="207645"/>
                  </a:lnTo>
                  <a:lnTo>
                    <a:pt x="37624" y="202406"/>
                  </a:lnTo>
                  <a:lnTo>
                    <a:pt x="39052" y="199549"/>
                  </a:lnTo>
                  <a:lnTo>
                    <a:pt x="40481" y="198120"/>
                  </a:lnTo>
                  <a:lnTo>
                    <a:pt x="45244" y="197644"/>
                  </a:lnTo>
                  <a:lnTo>
                    <a:pt x="49054" y="197167"/>
                  </a:lnTo>
                  <a:lnTo>
                    <a:pt x="51435" y="197167"/>
                  </a:lnTo>
                  <a:lnTo>
                    <a:pt x="57626" y="196691"/>
                  </a:lnTo>
                  <a:lnTo>
                    <a:pt x="61436" y="196215"/>
                  </a:lnTo>
                  <a:lnTo>
                    <a:pt x="64294" y="195263"/>
                  </a:lnTo>
                  <a:lnTo>
                    <a:pt x="71438" y="195263"/>
                  </a:lnTo>
                  <a:lnTo>
                    <a:pt x="81915" y="195739"/>
                  </a:lnTo>
                  <a:lnTo>
                    <a:pt x="89059" y="195739"/>
                  </a:lnTo>
                  <a:lnTo>
                    <a:pt x="93821" y="196215"/>
                  </a:lnTo>
                  <a:lnTo>
                    <a:pt x="105251" y="199072"/>
                  </a:lnTo>
                  <a:lnTo>
                    <a:pt x="109538" y="199549"/>
                  </a:lnTo>
                  <a:lnTo>
                    <a:pt x="111443" y="200501"/>
                  </a:lnTo>
                  <a:lnTo>
                    <a:pt x="115729" y="201454"/>
                  </a:lnTo>
                  <a:lnTo>
                    <a:pt x="122396" y="202882"/>
                  </a:lnTo>
                  <a:lnTo>
                    <a:pt x="128588" y="203359"/>
                  </a:lnTo>
                  <a:lnTo>
                    <a:pt x="132874" y="202882"/>
                  </a:lnTo>
                  <a:lnTo>
                    <a:pt x="135255" y="203359"/>
                  </a:lnTo>
                  <a:lnTo>
                    <a:pt x="139541" y="209550"/>
                  </a:lnTo>
                  <a:lnTo>
                    <a:pt x="140494" y="210502"/>
                  </a:lnTo>
                  <a:lnTo>
                    <a:pt x="141923" y="210502"/>
                  </a:lnTo>
                  <a:lnTo>
                    <a:pt x="145732" y="210026"/>
                  </a:lnTo>
                  <a:lnTo>
                    <a:pt x="150495" y="210026"/>
                  </a:lnTo>
                  <a:lnTo>
                    <a:pt x="153829" y="211455"/>
                  </a:lnTo>
                  <a:lnTo>
                    <a:pt x="153352" y="215265"/>
                  </a:lnTo>
                  <a:lnTo>
                    <a:pt x="153829" y="215741"/>
                  </a:lnTo>
                  <a:lnTo>
                    <a:pt x="155257" y="215741"/>
                  </a:lnTo>
                  <a:lnTo>
                    <a:pt x="157163" y="213360"/>
                  </a:lnTo>
                  <a:lnTo>
                    <a:pt x="158591" y="211455"/>
                  </a:lnTo>
                  <a:lnTo>
                    <a:pt x="159544" y="210502"/>
                  </a:lnTo>
                  <a:lnTo>
                    <a:pt x="164782" y="211931"/>
                  </a:lnTo>
                  <a:lnTo>
                    <a:pt x="167164" y="211931"/>
                  </a:lnTo>
                  <a:lnTo>
                    <a:pt x="169069" y="210026"/>
                  </a:lnTo>
                  <a:lnTo>
                    <a:pt x="170498" y="210026"/>
                  </a:lnTo>
                  <a:lnTo>
                    <a:pt x="174307" y="210979"/>
                  </a:lnTo>
                  <a:lnTo>
                    <a:pt x="178594" y="211931"/>
                  </a:lnTo>
                  <a:lnTo>
                    <a:pt x="182404" y="211931"/>
                  </a:lnTo>
                  <a:lnTo>
                    <a:pt x="184785" y="212884"/>
                  </a:lnTo>
                  <a:lnTo>
                    <a:pt x="186214" y="216694"/>
                  </a:lnTo>
                  <a:lnTo>
                    <a:pt x="187643" y="217646"/>
                  </a:lnTo>
                  <a:lnTo>
                    <a:pt x="189071" y="217646"/>
                  </a:lnTo>
                  <a:lnTo>
                    <a:pt x="191452" y="214313"/>
                  </a:lnTo>
                  <a:lnTo>
                    <a:pt x="193357" y="212884"/>
                  </a:lnTo>
                  <a:lnTo>
                    <a:pt x="195739" y="211931"/>
                  </a:lnTo>
                  <a:lnTo>
                    <a:pt x="197644" y="211455"/>
                  </a:lnTo>
                  <a:lnTo>
                    <a:pt x="198596" y="210502"/>
                  </a:lnTo>
                  <a:lnTo>
                    <a:pt x="200501" y="209074"/>
                  </a:lnTo>
                  <a:lnTo>
                    <a:pt x="201930" y="209074"/>
                  </a:lnTo>
                  <a:lnTo>
                    <a:pt x="202882" y="209550"/>
                  </a:lnTo>
                  <a:lnTo>
                    <a:pt x="204311" y="210979"/>
                  </a:lnTo>
                  <a:lnTo>
                    <a:pt x="206216" y="214789"/>
                  </a:lnTo>
                  <a:lnTo>
                    <a:pt x="208598" y="218599"/>
                  </a:lnTo>
                  <a:lnTo>
                    <a:pt x="210026" y="220027"/>
                  </a:lnTo>
                  <a:lnTo>
                    <a:pt x="214313" y="219075"/>
                  </a:lnTo>
                  <a:lnTo>
                    <a:pt x="217170" y="217646"/>
                  </a:lnTo>
                  <a:lnTo>
                    <a:pt x="222409" y="217646"/>
                  </a:lnTo>
                  <a:lnTo>
                    <a:pt x="229076" y="216694"/>
                  </a:lnTo>
                  <a:lnTo>
                    <a:pt x="234315" y="215741"/>
                  </a:lnTo>
                  <a:lnTo>
                    <a:pt x="237649" y="215741"/>
                  </a:lnTo>
                  <a:lnTo>
                    <a:pt x="239554" y="217170"/>
                  </a:lnTo>
                  <a:lnTo>
                    <a:pt x="242888" y="219551"/>
                  </a:lnTo>
                  <a:lnTo>
                    <a:pt x="243840" y="222409"/>
                  </a:lnTo>
                  <a:lnTo>
                    <a:pt x="247650" y="224790"/>
                  </a:lnTo>
                  <a:lnTo>
                    <a:pt x="250984" y="225266"/>
                  </a:lnTo>
                  <a:lnTo>
                    <a:pt x="251936" y="222885"/>
                  </a:lnTo>
                  <a:lnTo>
                    <a:pt x="253841" y="221456"/>
                  </a:lnTo>
                  <a:lnTo>
                    <a:pt x="252889" y="219075"/>
                  </a:lnTo>
                  <a:lnTo>
                    <a:pt x="252889" y="216217"/>
                  </a:lnTo>
                  <a:lnTo>
                    <a:pt x="251460" y="213360"/>
                  </a:lnTo>
                  <a:lnTo>
                    <a:pt x="250507" y="210502"/>
                  </a:lnTo>
                  <a:lnTo>
                    <a:pt x="251936" y="206216"/>
                  </a:lnTo>
                  <a:lnTo>
                    <a:pt x="253841" y="202882"/>
                  </a:lnTo>
                  <a:lnTo>
                    <a:pt x="254794" y="200501"/>
                  </a:lnTo>
                  <a:lnTo>
                    <a:pt x="258127" y="197167"/>
                  </a:lnTo>
                  <a:lnTo>
                    <a:pt x="260985" y="194310"/>
                  </a:lnTo>
                  <a:lnTo>
                    <a:pt x="265748" y="190024"/>
                  </a:lnTo>
                  <a:lnTo>
                    <a:pt x="269081" y="189071"/>
                  </a:lnTo>
                  <a:lnTo>
                    <a:pt x="271939" y="189547"/>
                  </a:lnTo>
                  <a:lnTo>
                    <a:pt x="273844" y="190024"/>
                  </a:lnTo>
                  <a:lnTo>
                    <a:pt x="278130" y="187642"/>
                  </a:lnTo>
                  <a:lnTo>
                    <a:pt x="285750" y="187642"/>
                  </a:lnTo>
                  <a:lnTo>
                    <a:pt x="292418" y="187642"/>
                  </a:lnTo>
                  <a:lnTo>
                    <a:pt x="291941" y="186690"/>
                  </a:lnTo>
                  <a:lnTo>
                    <a:pt x="290036" y="182404"/>
                  </a:lnTo>
                  <a:lnTo>
                    <a:pt x="288607" y="180499"/>
                  </a:lnTo>
                  <a:lnTo>
                    <a:pt x="286702" y="179546"/>
                  </a:lnTo>
                  <a:lnTo>
                    <a:pt x="285750" y="178117"/>
                  </a:lnTo>
                  <a:lnTo>
                    <a:pt x="285750" y="172879"/>
                  </a:lnTo>
                  <a:lnTo>
                    <a:pt x="286226" y="168116"/>
                  </a:lnTo>
                  <a:lnTo>
                    <a:pt x="287179" y="167640"/>
                  </a:lnTo>
                  <a:lnTo>
                    <a:pt x="284321" y="163830"/>
                  </a:lnTo>
                  <a:lnTo>
                    <a:pt x="283845" y="160496"/>
                  </a:lnTo>
                  <a:lnTo>
                    <a:pt x="285274" y="159067"/>
                  </a:lnTo>
                  <a:lnTo>
                    <a:pt x="285750" y="158115"/>
                  </a:lnTo>
                  <a:lnTo>
                    <a:pt x="284321" y="156210"/>
                  </a:lnTo>
                  <a:lnTo>
                    <a:pt x="281464" y="153352"/>
                  </a:lnTo>
                  <a:lnTo>
                    <a:pt x="278130" y="150019"/>
                  </a:lnTo>
                  <a:lnTo>
                    <a:pt x="276225" y="147161"/>
                  </a:lnTo>
                  <a:lnTo>
                    <a:pt x="275273" y="146209"/>
                  </a:lnTo>
                  <a:lnTo>
                    <a:pt x="276701" y="144304"/>
                  </a:lnTo>
                  <a:lnTo>
                    <a:pt x="278606" y="140494"/>
                  </a:lnTo>
                  <a:lnTo>
                    <a:pt x="279559" y="138589"/>
                  </a:lnTo>
                  <a:lnTo>
                    <a:pt x="280511" y="138113"/>
                  </a:lnTo>
                  <a:lnTo>
                    <a:pt x="285274" y="137636"/>
                  </a:lnTo>
                  <a:lnTo>
                    <a:pt x="289084" y="137636"/>
                  </a:lnTo>
                  <a:lnTo>
                    <a:pt x="291941" y="138589"/>
                  </a:lnTo>
                  <a:lnTo>
                    <a:pt x="292894" y="140017"/>
                  </a:lnTo>
                  <a:lnTo>
                    <a:pt x="295275" y="141922"/>
                  </a:lnTo>
                  <a:lnTo>
                    <a:pt x="302419" y="142875"/>
                  </a:lnTo>
                  <a:lnTo>
                    <a:pt x="305276" y="142875"/>
                  </a:lnTo>
                  <a:lnTo>
                    <a:pt x="309086" y="140970"/>
                  </a:lnTo>
                  <a:lnTo>
                    <a:pt x="314801" y="137160"/>
                  </a:lnTo>
                  <a:lnTo>
                    <a:pt x="316230" y="134302"/>
                  </a:lnTo>
                  <a:lnTo>
                    <a:pt x="320040" y="132397"/>
                  </a:lnTo>
                  <a:lnTo>
                    <a:pt x="322421" y="131921"/>
                  </a:lnTo>
                  <a:lnTo>
                    <a:pt x="324326" y="131445"/>
                  </a:lnTo>
                  <a:lnTo>
                    <a:pt x="324326" y="130016"/>
                  </a:lnTo>
                  <a:close/>
                </a:path>
              </a:pathLst>
            </a:custGeom>
            <a:grpFill/>
            <a:ln w="317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8EDF95BD-E842-4012-A16A-6F87AC97149E}"/>
                </a:ext>
              </a:extLst>
            </p:cNvPr>
            <p:cNvSpPr/>
            <p:nvPr/>
          </p:nvSpPr>
          <p:spPr>
            <a:xfrm>
              <a:off x="6399371" y="4902040"/>
              <a:ext cx="319087" cy="320516"/>
            </a:xfrm>
            <a:custGeom>
              <a:avLst/>
              <a:gdLst>
                <a:gd name="connsiteX0" fmla="*/ 317659 w 319087"/>
                <a:gd name="connsiteY0" fmla="*/ 152876 h 320516"/>
                <a:gd name="connsiteX1" fmla="*/ 314802 w 319087"/>
                <a:gd name="connsiteY1" fmla="*/ 150019 h 320516"/>
                <a:gd name="connsiteX2" fmla="*/ 310515 w 319087"/>
                <a:gd name="connsiteY2" fmla="*/ 149543 h 320516"/>
                <a:gd name="connsiteX3" fmla="*/ 309086 w 319087"/>
                <a:gd name="connsiteY3" fmla="*/ 149066 h 320516"/>
                <a:gd name="connsiteX4" fmla="*/ 308134 w 319087"/>
                <a:gd name="connsiteY4" fmla="*/ 148114 h 320516"/>
                <a:gd name="connsiteX5" fmla="*/ 307658 w 319087"/>
                <a:gd name="connsiteY5" fmla="*/ 146685 h 320516"/>
                <a:gd name="connsiteX6" fmla="*/ 307181 w 319087"/>
                <a:gd name="connsiteY6" fmla="*/ 145256 h 320516"/>
                <a:gd name="connsiteX7" fmla="*/ 308134 w 319087"/>
                <a:gd name="connsiteY7" fmla="*/ 140494 h 320516"/>
                <a:gd name="connsiteX8" fmla="*/ 307658 w 319087"/>
                <a:gd name="connsiteY8" fmla="*/ 140018 h 320516"/>
                <a:gd name="connsiteX9" fmla="*/ 306705 w 319087"/>
                <a:gd name="connsiteY9" fmla="*/ 139541 h 320516"/>
                <a:gd name="connsiteX10" fmla="*/ 304324 w 319087"/>
                <a:gd name="connsiteY10" fmla="*/ 139065 h 320516"/>
                <a:gd name="connsiteX11" fmla="*/ 298133 w 319087"/>
                <a:gd name="connsiteY11" fmla="*/ 137160 h 320516"/>
                <a:gd name="connsiteX12" fmla="*/ 290989 w 319087"/>
                <a:gd name="connsiteY12" fmla="*/ 135255 h 320516"/>
                <a:gd name="connsiteX13" fmla="*/ 279083 w 319087"/>
                <a:gd name="connsiteY13" fmla="*/ 132874 h 320516"/>
                <a:gd name="connsiteX14" fmla="*/ 274320 w 319087"/>
                <a:gd name="connsiteY14" fmla="*/ 132397 h 320516"/>
                <a:gd name="connsiteX15" fmla="*/ 273368 w 319087"/>
                <a:gd name="connsiteY15" fmla="*/ 131445 h 320516"/>
                <a:gd name="connsiteX16" fmla="*/ 271939 w 319087"/>
                <a:gd name="connsiteY16" fmla="*/ 130016 h 320516"/>
                <a:gd name="connsiteX17" fmla="*/ 269558 w 319087"/>
                <a:gd name="connsiteY17" fmla="*/ 124778 h 320516"/>
                <a:gd name="connsiteX18" fmla="*/ 267653 w 319087"/>
                <a:gd name="connsiteY18" fmla="*/ 121444 h 320516"/>
                <a:gd name="connsiteX19" fmla="*/ 262414 w 319087"/>
                <a:gd name="connsiteY19" fmla="*/ 116205 h 320516"/>
                <a:gd name="connsiteX20" fmla="*/ 261461 w 319087"/>
                <a:gd name="connsiteY20" fmla="*/ 114300 h 320516"/>
                <a:gd name="connsiteX21" fmla="*/ 261938 w 319087"/>
                <a:gd name="connsiteY21" fmla="*/ 110014 h 320516"/>
                <a:gd name="connsiteX22" fmla="*/ 262414 w 319087"/>
                <a:gd name="connsiteY22" fmla="*/ 106680 h 320516"/>
                <a:gd name="connsiteX23" fmla="*/ 262890 w 319087"/>
                <a:gd name="connsiteY23" fmla="*/ 103822 h 320516"/>
                <a:gd name="connsiteX24" fmla="*/ 262414 w 319087"/>
                <a:gd name="connsiteY24" fmla="*/ 101441 h 320516"/>
                <a:gd name="connsiteX25" fmla="*/ 262414 w 319087"/>
                <a:gd name="connsiteY25" fmla="*/ 98108 h 320516"/>
                <a:gd name="connsiteX26" fmla="*/ 262414 w 319087"/>
                <a:gd name="connsiteY26" fmla="*/ 95726 h 320516"/>
                <a:gd name="connsiteX27" fmla="*/ 261938 w 319087"/>
                <a:gd name="connsiteY27" fmla="*/ 94774 h 320516"/>
                <a:gd name="connsiteX28" fmla="*/ 260033 w 319087"/>
                <a:gd name="connsiteY28" fmla="*/ 93821 h 320516"/>
                <a:gd name="connsiteX29" fmla="*/ 254794 w 319087"/>
                <a:gd name="connsiteY29" fmla="*/ 93821 h 320516"/>
                <a:gd name="connsiteX30" fmla="*/ 248603 w 319087"/>
                <a:gd name="connsiteY30" fmla="*/ 93821 h 320516"/>
                <a:gd name="connsiteX31" fmla="*/ 248127 w 319087"/>
                <a:gd name="connsiteY31" fmla="*/ 90488 h 320516"/>
                <a:gd name="connsiteX32" fmla="*/ 247650 w 319087"/>
                <a:gd name="connsiteY32" fmla="*/ 85249 h 320516"/>
                <a:gd name="connsiteX33" fmla="*/ 246222 w 319087"/>
                <a:gd name="connsiteY33" fmla="*/ 82391 h 320516"/>
                <a:gd name="connsiteX34" fmla="*/ 244793 w 319087"/>
                <a:gd name="connsiteY34" fmla="*/ 80486 h 320516"/>
                <a:gd name="connsiteX35" fmla="*/ 241935 w 319087"/>
                <a:gd name="connsiteY35" fmla="*/ 79058 h 320516"/>
                <a:gd name="connsiteX36" fmla="*/ 235744 w 319087"/>
                <a:gd name="connsiteY36" fmla="*/ 76676 h 320516"/>
                <a:gd name="connsiteX37" fmla="*/ 227648 w 319087"/>
                <a:gd name="connsiteY37" fmla="*/ 73343 h 320516"/>
                <a:gd name="connsiteX38" fmla="*/ 220980 w 319087"/>
                <a:gd name="connsiteY38" fmla="*/ 68580 h 320516"/>
                <a:gd name="connsiteX39" fmla="*/ 212884 w 319087"/>
                <a:gd name="connsiteY39" fmla="*/ 61913 h 320516"/>
                <a:gd name="connsiteX40" fmla="*/ 210503 w 319087"/>
                <a:gd name="connsiteY40" fmla="*/ 60960 h 320516"/>
                <a:gd name="connsiteX41" fmla="*/ 207645 w 319087"/>
                <a:gd name="connsiteY41" fmla="*/ 55245 h 320516"/>
                <a:gd name="connsiteX42" fmla="*/ 202883 w 319087"/>
                <a:gd name="connsiteY42" fmla="*/ 45244 h 320516"/>
                <a:gd name="connsiteX43" fmla="*/ 203359 w 319087"/>
                <a:gd name="connsiteY43" fmla="*/ 41910 h 320516"/>
                <a:gd name="connsiteX44" fmla="*/ 202883 w 319087"/>
                <a:gd name="connsiteY44" fmla="*/ 40005 h 320516"/>
                <a:gd name="connsiteX45" fmla="*/ 198597 w 319087"/>
                <a:gd name="connsiteY45" fmla="*/ 35243 h 320516"/>
                <a:gd name="connsiteX46" fmla="*/ 197644 w 319087"/>
                <a:gd name="connsiteY46" fmla="*/ 32861 h 320516"/>
                <a:gd name="connsiteX47" fmla="*/ 196691 w 319087"/>
                <a:gd name="connsiteY47" fmla="*/ 30004 h 320516"/>
                <a:gd name="connsiteX48" fmla="*/ 189548 w 319087"/>
                <a:gd name="connsiteY48" fmla="*/ 22860 h 320516"/>
                <a:gd name="connsiteX49" fmla="*/ 187643 w 319087"/>
                <a:gd name="connsiteY49" fmla="*/ 19526 h 320516"/>
                <a:gd name="connsiteX50" fmla="*/ 185738 w 319087"/>
                <a:gd name="connsiteY50" fmla="*/ 15716 h 320516"/>
                <a:gd name="connsiteX51" fmla="*/ 183833 w 319087"/>
                <a:gd name="connsiteY51" fmla="*/ 12383 h 320516"/>
                <a:gd name="connsiteX52" fmla="*/ 182404 w 319087"/>
                <a:gd name="connsiteY52" fmla="*/ 10954 h 320516"/>
                <a:gd name="connsiteX53" fmla="*/ 180499 w 319087"/>
                <a:gd name="connsiteY53" fmla="*/ 9049 h 320516"/>
                <a:gd name="connsiteX54" fmla="*/ 179070 w 319087"/>
                <a:gd name="connsiteY54" fmla="*/ 6668 h 320516"/>
                <a:gd name="connsiteX55" fmla="*/ 178594 w 319087"/>
                <a:gd name="connsiteY55" fmla="*/ 4763 h 320516"/>
                <a:gd name="connsiteX56" fmla="*/ 179070 w 319087"/>
                <a:gd name="connsiteY56" fmla="*/ 1905 h 320516"/>
                <a:gd name="connsiteX57" fmla="*/ 179547 w 319087"/>
                <a:gd name="connsiteY57" fmla="*/ 476 h 320516"/>
                <a:gd name="connsiteX58" fmla="*/ 178118 w 319087"/>
                <a:gd name="connsiteY58" fmla="*/ 0 h 320516"/>
                <a:gd name="connsiteX59" fmla="*/ 167640 w 319087"/>
                <a:gd name="connsiteY59" fmla="*/ 1429 h 320516"/>
                <a:gd name="connsiteX60" fmla="*/ 163830 w 319087"/>
                <a:gd name="connsiteY60" fmla="*/ 2858 h 320516"/>
                <a:gd name="connsiteX61" fmla="*/ 154781 w 319087"/>
                <a:gd name="connsiteY61" fmla="*/ 9525 h 320516"/>
                <a:gd name="connsiteX62" fmla="*/ 152877 w 319087"/>
                <a:gd name="connsiteY62" fmla="*/ 8572 h 320516"/>
                <a:gd name="connsiteX63" fmla="*/ 150972 w 319087"/>
                <a:gd name="connsiteY63" fmla="*/ 7144 h 320516"/>
                <a:gd name="connsiteX64" fmla="*/ 149066 w 319087"/>
                <a:gd name="connsiteY64" fmla="*/ 6668 h 320516"/>
                <a:gd name="connsiteX65" fmla="*/ 145256 w 319087"/>
                <a:gd name="connsiteY65" fmla="*/ 8096 h 320516"/>
                <a:gd name="connsiteX66" fmla="*/ 140970 w 319087"/>
                <a:gd name="connsiteY66" fmla="*/ 10001 h 320516"/>
                <a:gd name="connsiteX67" fmla="*/ 136684 w 319087"/>
                <a:gd name="connsiteY67" fmla="*/ 12859 h 320516"/>
                <a:gd name="connsiteX68" fmla="*/ 133350 w 319087"/>
                <a:gd name="connsiteY68" fmla="*/ 15240 h 320516"/>
                <a:gd name="connsiteX69" fmla="*/ 131922 w 319087"/>
                <a:gd name="connsiteY69" fmla="*/ 16669 h 320516"/>
                <a:gd name="connsiteX70" fmla="*/ 126683 w 319087"/>
                <a:gd name="connsiteY70" fmla="*/ 22384 h 320516"/>
                <a:gd name="connsiteX71" fmla="*/ 124778 w 319087"/>
                <a:gd name="connsiteY71" fmla="*/ 23336 h 320516"/>
                <a:gd name="connsiteX72" fmla="*/ 123349 w 319087"/>
                <a:gd name="connsiteY72" fmla="*/ 23336 h 320516"/>
                <a:gd name="connsiteX73" fmla="*/ 122397 w 319087"/>
                <a:gd name="connsiteY73" fmla="*/ 23336 h 320516"/>
                <a:gd name="connsiteX74" fmla="*/ 121920 w 319087"/>
                <a:gd name="connsiteY74" fmla="*/ 20955 h 320516"/>
                <a:gd name="connsiteX75" fmla="*/ 118586 w 319087"/>
                <a:gd name="connsiteY75" fmla="*/ 15716 h 320516"/>
                <a:gd name="connsiteX76" fmla="*/ 112872 w 319087"/>
                <a:gd name="connsiteY76" fmla="*/ 8572 h 320516"/>
                <a:gd name="connsiteX77" fmla="*/ 111443 w 319087"/>
                <a:gd name="connsiteY77" fmla="*/ 7620 h 320516"/>
                <a:gd name="connsiteX78" fmla="*/ 110014 w 319087"/>
                <a:gd name="connsiteY78" fmla="*/ 7620 h 320516"/>
                <a:gd name="connsiteX79" fmla="*/ 106204 w 319087"/>
                <a:gd name="connsiteY79" fmla="*/ 7620 h 320516"/>
                <a:gd name="connsiteX80" fmla="*/ 94298 w 319087"/>
                <a:gd name="connsiteY80" fmla="*/ 10001 h 320516"/>
                <a:gd name="connsiteX81" fmla="*/ 84297 w 319087"/>
                <a:gd name="connsiteY81" fmla="*/ 11430 h 320516"/>
                <a:gd name="connsiteX82" fmla="*/ 69056 w 319087"/>
                <a:gd name="connsiteY82" fmla="*/ 14288 h 320516"/>
                <a:gd name="connsiteX83" fmla="*/ 52864 w 319087"/>
                <a:gd name="connsiteY83" fmla="*/ 16669 h 320516"/>
                <a:gd name="connsiteX84" fmla="*/ 42386 w 319087"/>
                <a:gd name="connsiteY84" fmla="*/ 18097 h 320516"/>
                <a:gd name="connsiteX85" fmla="*/ 33814 w 319087"/>
                <a:gd name="connsiteY85" fmla="*/ 18574 h 320516"/>
                <a:gd name="connsiteX86" fmla="*/ 33814 w 319087"/>
                <a:gd name="connsiteY86" fmla="*/ 25718 h 320516"/>
                <a:gd name="connsiteX87" fmla="*/ 33814 w 319087"/>
                <a:gd name="connsiteY87" fmla="*/ 39529 h 320516"/>
                <a:gd name="connsiteX88" fmla="*/ 33814 w 319087"/>
                <a:gd name="connsiteY88" fmla="*/ 53816 h 320516"/>
                <a:gd name="connsiteX89" fmla="*/ 33814 w 319087"/>
                <a:gd name="connsiteY89" fmla="*/ 68104 h 320516"/>
                <a:gd name="connsiteX90" fmla="*/ 33814 w 319087"/>
                <a:gd name="connsiteY90" fmla="*/ 82391 h 320516"/>
                <a:gd name="connsiteX91" fmla="*/ 33814 w 319087"/>
                <a:gd name="connsiteY91" fmla="*/ 96679 h 320516"/>
                <a:gd name="connsiteX92" fmla="*/ 33814 w 319087"/>
                <a:gd name="connsiteY92" fmla="*/ 110966 h 320516"/>
                <a:gd name="connsiteX93" fmla="*/ 33814 w 319087"/>
                <a:gd name="connsiteY93" fmla="*/ 125254 h 320516"/>
                <a:gd name="connsiteX94" fmla="*/ 33814 w 319087"/>
                <a:gd name="connsiteY94" fmla="*/ 139541 h 320516"/>
                <a:gd name="connsiteX95" fmla="*/ 33814 w 319087"/>
                <a:gd name="connsiteY95" fmla="*/ 146209 h 320516"/>
                <a:gd name="connsiteX96" fmla="*/ 33814 w 319087"/>
                <a:gd name="connsiteY96" fmla="*/ 147161 h 320516"/>
                <a:gd name="connsiteX97" fmla="*/ 28575 w 319087"/>
                <a:gd name="connsiteY97" fmla="*/ 147161 h 320516"/>
                <a:gd name="connsiteX98" fmla="*/ 17145 w 319087"/>
                <a:gd name="connsiteY98" fmla="*/ 147161 h 320516"/>
                <a:gd name="connsiteX99" fmla="*/ 7620 w 319087"/>
                <a:gd name="connsiteY99" fmla="*/ 147161 h 320516"/>
                <a:gd name="connsiteX100" fmla="*/ 0 w 319087"/>
                <a:gd name="connsiteY100" fmla="*/ 147161 h 320516"/>
                <a:gd name="connsiteX101" fmla="*/ 0 w 319087"/>
                <a:gd name="connsiteY101" fmla="*/ 155734 h 320516"/>
                <a:gd name="connsiteX102" fmla="*/ 0 w 319087"/>
                <a:gd name="connsiteY102" fmla="*/ 166211 h 320516"/>
                <a:gd name="connsiteX103" fmla="*/ 0 w 319087"/>
                <a:gd name="connsiteY103" fmla="*/ 176213 h 320516"/>
                <a:gd name="connsiteX104" fmla="*/ 0 w 319087"/>
                <a:gd name="connsiteY104" fmla="*/ 186214 h 320516"/>
                <a:gd name="connsiteX105" fmla="*/ 0 w 319087"/>
                <a:gd name="connsiteY105" fmla="*/ 196215 h 320516"/>
                <a:gd name="connsiteX106" fmla="*/ 0 w 319087"/>
                <a:gd name="connsiteY106" fmla="*/ 206693 h 320516"/>
                <a:gd name="connsiteX107" fmla="*/ 0 w 319087"/>
                <a:gd name="connsiteY107" fmla="*/ 216694 h 320516"/>
                <a:gd name="connsiteX108" fmla="*/ 0 w 319087"/>
                <a:gd name="connsiteY108" fmla="*/ 227171 h 320516"/>
                <a:gd name="connsiteX109" fmla="*/ 0 w 319087"/>
                <a:gd name="connsiteY109" fmla="*/ 237172 h 320516"/>
                <a:gd name="connsiteX110" fmla="*/ 0 w 319087"/>
                <a:gd name="connsiteY110" fmla="*/ 244793 h 320516"/>
                <a:gd name="connsiteX111" fmla="*/ 0 w 319087"/>
                <a:gd name="connsiteY111" fmla="*/ 245745 h 320516"/>
                <a:gd name="connsiteX112" fmla="*/ 1429 w 319087"/>
                <a:gd name="connsiteY112" fmla="*/ 246697 h 320516"/>
                <a:gd name="connsiteX113" fmla="*/ 12383 w 319087"/>
                <a:gd name="connsiteY113" fmla="*/ 254794 h 320516"/>
                <a:gd name="connsiteX114" fmla="*/ 15240 w 319087"/>
                <a:gd name="connsiteY114" fmla="*/ 259080 h 320516"/>
                <a:gd name="connsiteX115" fmla="*/ 16669 w 319087"/>
                <a:gd name="connsiteY115" fmla="*/ 261938 h 320516"/>
                <a:gd name="connsiteX116" fmla="*/ 21431 w 319087"/>
                <a:gd name="connsiteY116" fmla="*/ 271463 h 320516"/>
                <a:gd name="connsiteX117" fmla="*/ 24765 w 319087"/>
                <a:gd name="connsiteY117" fmla="*/ 280035 h 320516"/>
                <a:gd name="connsiteX118" fmla="*/ 27623 w 319087"/>
                <a:gd name="connsiteY118" fmla="*/ 286703 h 320516"/>
                <a:gd name="connsiteX119" fmla="*/ 27623 w 319087"/>
                <a:gd name="connsiteY119" fmla="*/ 289560 h 320516"/>
                <a:gd name="connsiteX120" fmla="*/ 28099 w 319087"/>
                <a:gd name="connsiteY120" fmla="*/ 292418 h 320516"/>
                <a:gd name="connsiteX121" fmla="*/ 28575 w 319087"/>
                <a:gd name="connsiteY121" fmla="*/ 293846 h 320516"/>
                <a:gd name="connsiteX122" fmla="*/ 28575 w 319087"/>
                <a:gd name="connsiteY122" fmla="*/ 295751 h 320516"/>
                <a:gd name="connsiteX123" fmla="*/ 26194 w 319087"/>
                <a:gd name="connsiteY123" fmla="*/ 299085 h 320516"/>
                <a:gd name="connsiteX124" fmla="*/ 24289 w 319087"/>
                <a:gd name="connsiteY124" fmla="*/ 301943 h 320516"/>
                <a:gd name="connsiteX125" fmla="*/ 21908 w 319087"/>
                <a:gd name="connsiteY125" fmla="*/ 305753 h 320516"/>
                <a:gd name="connsiteX126" fmla="*/ 21908 w 319087"/>
                <a:gd name="connsiteY126" fmla="*/ 310515 h 320516"/>
                <a:gd name="connsiteX127" fmla="*/ 22384 w 319087"/>
                <a:gd name="connsiteY127" fmla="*/ 316230 h 320516"/>
                <a:gd name="connsiteX128" fmla="*/ 23813 w 319087"/>
                <a:gd name="connsiteY128" fmla="*/ 319564 h 320516"/>
                <a:gd name="connsiteX129" fmla="*/ 25718 w 319087"/>
                <a:gd name="connsiteY129" fmla="*/ 320516 h 320516"/>
                <a:gd name="connsiteX130" fmla="*/ 30480 w 319087"/>
                <a:gd name="connsiteY130" fmla="*/ 318611 h 320516"/>
                <a:gd name="connsiteX131" fmla="*/ 33338 w 319087"/>
                <a:gd name="connsiteY131" fmla="*/ 319088 h 320516"/>
                <a:gd name="connsiteX132" fmla="*/ 37148 w 319087"/>
                <a:gd name="connsiteY132" fmla="*/ 320516 h 320516"/>
                <a:gd name="connsiteX133" fmla="*/ 50006 w 319087"/>
                <a:gd name="connsiteY133" fmla="*/ 319564 h 320516"/>
                <a:gd name="connsiteX134" fmla="*/ 51911 w 319087"/>
                <a:gd name="connsiteY134" fmla="*/ 320040 h 320516"/>
                <a:gd name="connsiteX135" fmla="*/ 56674 w 319087"/>
                <a:gd name="connsiteY135" fmla="*/ 320516 h 320516"/>
                <a:gd name="connsiteX136" fmla="*/ 58103 w 319087"/>
                <a:gd name="connsiteY136" fmla="*/ 320040 h 320516"/>
                <a:gd name="connsiteX137" fmla="*/ 60008 w 319087"/>
                <a:gd name="connsiteY137" fmla="*/ 318611 h 320516"/>
                <a:gd name="connsiteX138" fmla="*/ 61436 w 319087"/>
                <a:gd name="connsiteY138" fmla="*/ 315278 h 320516"/>
                <a:gd name="connsiteX139" fmla="*/ 62865 w 319087"/>
                <a:gd name="connsiteY139" fmla="*/ 314325 h 320516"/>
                <a:gd name="connsiteX140" fmla="*/ 65723 w 319087"/>
                <a:gd name="connsiteY140" fmla="*/ 313372 h 320516"/>
                <a:gd name="connsiteX141" fmla="*/ 69056 w 319087"/>
                <a:gd name="connsiteY141" fmla="*/ 312420 h 320516"/>
                <a:gd name="connsiteX142" fmla="*/ 71914 w 319087"/>
                <a:gd name="connsiteY142" fmla="*/ 310515 h 320516"/>
                <a:gd name="connsiteX143" fmla="*/ 76200 w 319087"/>
                <a:gd name="connsiteY143" fmla="*/ 303847 h 320516"/>
                <a:gd name="connsiteX144" fmla="*/ 84773 w 319087"/>
                <a:gd name="connsiteY144" fmla="*/ 297656 h 320516"/>
                <a:gd name="connsiteX145" fmla="*/ 87154 w 319087"/>
                <a:gd name="connsiteY145" fmla="*/ 296228 h 320516"/>
                <a:gd name="connsiteX146" fmla="*/ 89059 w 319087"/>
                <a:gd name="connsiteY146" fmla="*/ 294322 h 320516"/>
                <a:gd name="connsiteX147" fmla="*/ 90488 w 319087"/>
                <a:gd name="connsiteY147" fmla="*/ 292418 h 320516"/>
                <a:gd name="connsiteX148" fmla="*/ 93345 w 319087"/>
                <a:gd name="connsiteY148" fmla="*/ 284797 h 320516"/>
                <a:gd name="connsiteX149" fmla="*/ 95727 w 319087"/>
                <a:gd name="connsiteY149" fmla="*/ 278130 h 320516"/>
                <a:gd name="connsiteX150" fmla="*/ 96679 w 319087"/>
                <a:gd name="connsiteY150" fmla="*/ 275272 h 320516"/>
                <a:gd name="connsiteX151" fmla="*/ 98584 w 319087"/>
                <a:gd name="connsiteY151" fmla="*/ 270034 h 320516"/>
                <a:gd name="connsiteX152" fmla="*/ 100965 w 319087"/>
                <a:gd name="connsiteY152" fmla="*/ 267176 h 320516"/>
                <a:gd name="connsiteX153" fmla="*/ 103347 w 319087"/>
                <a:gd name="connsiteY153" fmla="*/ 265271 h 320516"/>
                <a:gd name="connsiteX154" fmla="*/ 104775 w 319087"/>
                <a:gd name="connsiteY154" fmla="*/ 264795 h 320516"/>
                <a:gd name="connsiteX155" fmla="*/ 107633 w 319087"/>
                <a:gd name="connsiteY155" fmla="*/ 264319 h 320516"/>
                <a:gd name="connsiteX156" fmla="*/ 111919 w 319087"/>
                <a:gd name="connsiteY156" fmla="*/ 263366 h 320516"/>
                <a:gd name="connsiteX157" fmla="*/ 116205 w 319087"/>
                <a:gd name="connsiteY157" fmla="*/ 264319 h 320516"/>
                <a:gd name="connsiteX158" fmla="*/ 120491 w 319087"/>
                <a:gd name="connsiteY158" fmla="*/ 266224 h 320516"/>
                <a:gd name="connsiteX159" fmla="*/ 125730 w 319087"/>
                <a:gd name="connsiteY159" fmla="*/ 269558 h 320516"/>
                <a:gd name="connsiteX160" fmla="*/ 130969 w 319087"/>
                <a:gd name="connsiteY160" fmla="*/ 273368 h 320516"/>
                <a:gd name="connsiteX161" fmla="*/ 133350 w 319087"/>
                <a:gd name="connsiteY161" fmla="*/ 275272 h 320516"/>
                <a:gd name="connsiteX162" fmla="*/ 135731 w 319087"/>
                <a:gd name="connsiteY162" fmla="*/ 276225 h 320516"/>
                <a:gd name="connsiteX163" fmla="*/ 140494 w 319087"/>
                <a:gd name="connsiteY163" fmla="*/ 276701 h 320516"/>
                <a:gd name="connsiteX164" fmla="*/ 143352 w 319087"/>
                <a:gd name="connsiteY164" fmla="*/ 276701 h 320516"/>
                <a:gd name="connsiteX165" fmla="*/ 148114 w 319087"/>
                <a:gd name="connsiteY165" fmla="*/ 280511 h 320516"/>
                <a:gd name="connsiteX166" fmla="*/ 150495 w 319087"/>
                <a:gd name="connsiteY166" fmla="*/ 280511 h 320516"/>
                <a:gd name="connsiteX167" fmla="*/ 155734 w 319087"/>
                <a:gd name="connsiteY167" fmla="*/ 281940 h 320516"/>
                <a:gd name="connsiteX168" fmla="*/ 162402 w 319087"/>
                <a:gd name="connsiteY168" fmla="*/ 283369 h 320516"/>
                <a:gd name="connsiteX169" fmla="*/ 166211 w 319087"/>
                <a:gd name="connsiteY169" fmla="*/ 282893 h 320516"/>
                <a:gd name="connsiteX170" fmla="*/ 170498 w 319087"/>
                <a:gd name="connsiteY170" fmla="*/ 280988 h 320516"/>
                <a:gd name="connsiteX171" fmla="*/ 173831 w 319087"/>
                <a:gd name="connsiteY171" fmla="*/ 280988 h 320516"/>
                <a:gd name="connsiteX172" fmla="*/ 178118 w 319087"/>
                <a:gd name="connsiteY172" fmla="*/ 280988 h 320516"/>
                <a:gd name="connsiteX173" fmla="*/ 182404 w 319087"/>
                <a:gd name="connsiteY173" fmla="*/ 280511 h 320516"/>
                <a:gd name="connsiteX174" fmla="*/ 185738 w 319087"/>
                <a:gd name="connsiteY174" fmla="*/ 279559 h 320516"/>
                <a:gd name="connsiteX175" fmla="*/ 188595 w 319087"/>
                <a:gd name="connsiteY175" fmla="*/ 277654 h 320516"/>
                <a:gd name="connsiteX176" fmla="*/ 190500 w 319087"/>
                <a:gd name="connsiteY176" fmla="*/ 275749 h 320516"/>
                <a:gd name="connsiteX177" fmla="*/ 193358 w 319087"/>
                <a:gd name="connsiteY177" fmla="*/ 269558 h 320516"/>
                <a:gd name="connsiteX178" fmla="*/ 194786 w 319087"/>
                <a:gd name="connsiteY178" fmla="*/ 264795 h 320516"/>
                <a:gd name="connsiteX179" fmla="*/ 197168 w 319087"/>
                <a:gd name="connsiteY179" fmla="*/ 259080 h 320516"/>
                <a:gd name="connsiteX180" fmla="*/ 199549 w 319087"/>
                <a:gd name="connsiteY180" fmla="*/ 251460 h 320516"/>
                <a:gd name="connsiteX181" fmla="*/ 200978 w 319087"/>
                <a:gd name="connsiteY181" fmla="*/ 246221 h 320516"/>
                <a:gd name="connsiteX182" fmla="*/ 201930 w 319087"/>
                <a:gd name="connsiteY182" fmla="*/ 244793 h 320516"/>
                <a:gd name="connsiteX183" fmla="*/ 205740 w 319087"/>
                <a:gd name="connsiteY183" fmla="*/ 243364 h 320516"/>
                <a:gd name="connsiteX184" fmla="*/ 209074 w 319087"/>
                <a:gd name="connsiteY184" fmla="*/ 241935 h 320516"/>
                <a:gd name="connsiteX185" fmla="*/ 218123 w 319087"/>
                <a:gd name="connsiteY185" fmla="*/ 240030 h 320516"/>
                <a:gd name="connsiteX186" fmla="*/ 220028 w 319087"/>
                <a:gd name="connsiteY186" fmla="*/ 239078 h 320516"/>
                <a:gd name="connsiteX187" fmla="*/ 221933 w 319087"/>
                <a:gd name="connsiteY187" fmla="*/ 236220 h 320516"/>
                <a:gd name="connsiteX188" fmla="*/ 225743 w 319087"/>
                <a:gd name="connsiteY188" fmla="*/ 232410 h 320516"/>
                <a:gd name="connsiteX189" fmla="*/ 230505 w 319087"/>
                <a:gd name="connsiteY189" fmla="*/ 228600 h 320516"/>
                <a:gd name="connsiteX190" fmla="*/ 233363 w 319087"/>
                <a:gd name="connsiteY190" fmla="*/ 226695 h 320516"/>
                <a:gd name="connsiteX191" fmla="*/ 237649 w 319087"/>
                <a:gd name="connsiteY191" fmla="*/ 209550 h 320516"/>
                <a:gd name="connsiteX192" fmla="*/ 238602 w 319087"/>
                <a:gd name="connsiteY192" fmla="*/ 207645 h 320516"/>
                <a:gd name="connsiteX193" fmla="*/ 241935 w 319087"/>
                <a:gd name="connsiteY193" fmla="*/ 203359 h 320516"/>
                <a:gd name="connsiteX194" fmla="*/ 243840 w 319087"/>
                <a:gd name="connsiteY194" fmla="*/ 201454 h 320516"/>
                <a:gd name="connsiteX195" fmla="*/ 245269 w 319087"/>
                <a:gd name="connsiteY195" fmla="*/ 200978 h 320516"/>
                <a:gd name="connsiteX196" fmla="*/ 247174 w 319087"/>
                <a:gd name="connsiteY196" fmla="*/ 200025 h 320516"/>
                <a:gd name="connsiteX197" fmla="*/ 249555 w 319087"/>
                <a:gd name="connsiteY197" fmla="*/ 197644 h 320516"/>
                <a:gd name="connsiteX198" fmla="*/ 252413 w 319087"/>
                <a:gd name="connsiteY198" fmla="*/ 196215 h 320516"/>
                <a:gd name="connsiteX199" fmla="*/ 255747 w 319087"/>
                <a:gd name="connsiteY199" fmla="*/ 195739 h 320516"/>
                <a:gd name="connsiteX200" fmla="*/ 258128 w 319087"/>
                <a:gd name="connsiteY200" fmla="*/ 194310 h 320516"/>
                <a:gd name="connsiteX201" fmla="*/ 259080 w 319087"/>
                <a:gd name="connsiteY201" fmla="*/ 191453 h 320516"/>
                <a:gd name="connsiteX202" fmla="*/ 260509 w 319087"/>
                <a:gd name="connsiteY202" fmla="*/ 190500 h 320516"/>
                <a:gd name="connsiteX203" fmla="*/ 263366 w 319087"/>
                <a:gd name="connsiteY203" fmla="*/ 190500 h 320516"/>
                <a:gd name="connsiteX204" fmla="*/ 264795 w 319087"/>
                <a:gd name="connsiteY204" fmla="*/ 189547 h 320516"/>
                <a:gd name="connsiteX205" fmla="*/ 264795 w 319087"/>
                <a:gd name="connsiteY205" fmla="*/ 188119 h 320516"/>
                <a:gd name="connsiteX206" fmla="*/ 266224 w 319087"/>
                <a:gd name="connsiteY206" fmla="*/ 186690 h 320516"/>
                <a:gd name="connsiteX207" fmla="*/ 269081 w 319087"/>
                <a:gd name="connsiteY207" fmla="*/ 185261 h 320516"/>
                <a:gd name="connsiteX208" fmla="*/ 270510 w 319087"/>
                <a:gd name="connsiteY208" fmla="*/ 183833 h 320516"/>
                <a:gd name="connsiteX209" fmla="*/ 270510 w 319087"/>
                <a:gd name="connsiteY209" fmla="*/ 182404 h 320516"/>
                <a:gd name="connsiteX210" fmla="*/ 273844 w 319087"/>
                <a:gd name="connsiteY210" fmla="*/ 178118 h 320516"/>
                <a:gd name="connsiteX211" fmla="*/ 280035 w 319087"/>
                <a:gd name="connsiteY211" fmla="*/ 171926 h 320516"/>
                <a:gd name="connsiteX212" fmla="*/ 285750 w 319087"/>
                <a:gd name="connsiteY212" fmla="*/ 168116 h 320516"/>
                <a:gd name="connsiteX213" fmla="*/ 291465 w 319087"/>
                <a:gd name="connsiteY213" fmla="*/ 167640 h 320516"/>
                <a:gd name="connsiteX214" fmla="*/ 296704 w 319087"/>
                <a:gd name="connsiteY214" fmla="*/ 166211 h 320516"/>
                <a:gd name="connsiteX215" fmla="*/ 301466 w 319087"/>
                <a:gd name="connsiteY215" fmla="*/ 164306 h 320516"/>
                <a:gd name="connsiteX216" fmla="*/ 304800 w 319087"/>
                <a:gd name="connsiteY216" fmla="*/ 161449 h 320516"/>
                <a:gd name="connsiteX217" fmla="*/ 307181 w 319087"/>
                <a:gd name="connsiteY217" fmla="*/ 157163 h 320516"/>
                <a:gd name="connsiteX218" fmla="*/ 311468 w 319087"/>
                <a:gd name="connsiteY218" fmla="*/ 154781 h 320516"/>
                <a:gd name="connsiteX219" fmla="*/ 319088 w 319087"/>
                <a:gd name="connsiteY219" fmla="*/ 154305 h 320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19087" h="320516">
                  <a:moveTo>
                    <a:pt x="317659" y="152876"/>
                  </a:moveTo>
                  <a:lnTo>
                    <a:pt x="314802" y="150019"/>
                  </a:lnTo>
                  <a:lnTo>
                    <a:pt x="310515" y="149543"/>
                  </a:lnTo>
                  <a:lnTo>
                    <a:pt x="309086" y="149066"/>
                  </a:lnTo>
                  <a:lnTo>
                    <a:pt x="308134" y="148114"/>
                  </a:lnTo>
                  <a:lnTo>
                    <a:pt x="307658" y="146685"/>
                  </a:lnTo>
                  <a:lnTo>
                    <a:pt x="307181" y="145256"/>
                  </a:lnTo>
                  <a:lnTo>
                    <a:pt x="308134" y="140494"/>
                  </a:lnTo>
                  <a:lnTo>
                    <a:pt x="307658" y="140018"/>
                  </a:lnTo>
                  <a:lnTo>
                    <a:pt x="306705" y="139541"/>
                  </a:lnTo>
                  <a:lnTo>
                    <a:pt x="304324" y="139065"/>
                  </a:lnTo>
                  <a:lnTo>
                    <a:pt x="298133" y="137160"/>
                  </a:lnTo>
                  <a:lnTo>
                    <a:pt x="290989" y="135255"/>
                  </a:lnTo>
                  <a:lnTo>
                    <a:pt x="279083" y="132874"/>
                  </a:lnTo>
                  <a:lnTo>
                    <a:pt x="274320" y="132397"/>
                  </a:lnTo>
                  <a:lnTo>
                    <a:pt x="273368" y="131445"/>
                  </a:lnTo>
                  <a:lnTo>
                    <a:pt x="271939" y="130016"/>
                  </a:lnTo>
                  <a:lnTo>
                    <a:pt x="269558" y="124778"/>
                  </a:lnTo>
                  <a:lnTo>
                    <a:pt x="267653" y="121444"/>
                  </a:lnTo>
                  <a:lnTo>
                    <a:pt x="262414" y="116205"/>
                  </a:lnTo>
                  <a:lnTo>
                    <a:pt x="261461" y="114300"/>
                  </a:lnTo>
                  <a:lnTo>
                    <a:pt x="261938" y="110014"/>
                  </a:lnTo>
                  <a:lnTo>
                    <a:pt x="262414" y="106680"/>
                  </a:lnTo>
                  <a:lnTo>
                    <a:pt x="262890" y="103822"/>
                  </a:lnTo>
                  <a:lnTo>
                    <a:pt x="262414" y="101441"/>
                  </a:lnTo>
                  <a:lnTo>
                    <a:pt x="262414" y="98108"/>
                  </a:lnTo>
                  <a:lnTo>
                    <a:pt x="262414" y="95726"/>
                  </a:lnTo>
                  <a:lnTo>
                    <a:pt x="261938" y="94774"/>
                  </a:lnTo>
                  <a:lnTo>
                    <a:pt x="260033" y="93821"/>
                  </a:lnTo>
                  <a:lnTo>
                    <a:pt x="254794" y="93821"/>
                  </a:lnTo>
                  <a:lnTo>
                    <a:pt x="248603" y="93821"/>
                  </a:lnTo>
                  <a:lnTo>
                    <a:pt x="248127" y="90488"/>
                  </a:lnTo>
                  <a:lnTo>
                    <a:pt x="247650" y="85249"/>
                  </a:lnTo>
                  <a:lnTo>
                    <a:pt x="246222" y="82391"/>
                  </a:lnTo>
                  <a:lnTo>
                    <a:pt x="244793" y="80486"/>
                  </a:lnTo>
                  <a:lnTo>
                    <a:pt x="241935" y="79058"/>
                  </a:lnTo>
                  <a:lnTo>
                    <a:pt x="235744" y="76676"/>
                  </a:lnTo>
                  <a:lnTo>
                    <a:pt x="227648" y="73343"/>
                  </a:lnTo>
                  <a:lnTo>
                    <a:pt x="220980" y="68580"/>
                  </a:lnTo>
                  <a:lnTo>
                    <a:pt x="212884" y="61913"/>
                  </a:lnTo>
                  <a:lnTo>
                    <a:pt x="210503" y="60960"/>
                  </a:lnTo>
                  <a:lnTo>
                    <a:pt x="207645" y="55245"/>
                  </a:lnTo>
                  <a:lnTo>
                    <a:pt x="202883" y="45244"/>
                  </a:lnTo>
                  <a:lnTo>
                    <a:pt x="203359" y="41910"/>
                  </a:lnTo>
                  <a:lnTo>
                    <a:pt x="202883" y="40005"/>
                  </a:lnTo>
                  <a:lnTo>
                    <a:pt x="198597" y="35243"/>
                  </a:lnTo>
                  <a:lnTo>
                    <a:pt x="197644" y="32861"/>
                  </a:lnTo>
                  <a:lnTo>
                    <a:pt x="196691" y="30004"/>
                  </a:lnTo>
                  <a:lnTo>
                    <a:pt x="189548" y="22860"/>
                  </a:lnTo>
                  <a:lnTo>
                    <a:pt x="187643" y="19526"/>
                  </a:lnTo>
                  <a:lnTo>
                    <a:pt x="185738" y="15716"/>
                  </a:lnTo>
                  <a:lnTo>
                    <a:pt x="183833" y="12383"/>
                  </a:lnTo>
                  <a:lnTo>
                    <a:pt x="182404" y="10954"/>
                  </a:lnTo>
                  <a:lnTo>
                    <a:pt x="180499" y="9049"/>
                  </a:lnTo>
                  <a:lnTo>
                    <a:pt x="179070" y="6668"/>
                  </a:lnTo>
                  <a:lnTo>
                    <a:pt x="178594" y="4763"/>
                  </a:lnTo>
                  <a:lnTo>
                    <a:pt x="179070" y="1905"/>
                  </a:lnTo>
                  <a:lnTo>
                    <a:pt x="179547" y="476"/>
                  </a:lnTo>
                  <a:lnTo>
                    <a:pt x="178118" y="0"/>
                  </a:lnTo>
                  <a:lnTo>
                    <a:pt x="167640" y="1429"/>
                  </a:lnTo>
                  <a:lnTo>
                    <a:pt x="163830" y="2858"/>
                  </a:lnTo>
                  <a:lnTo>
                    <a:pt x="154781" y="9525"/>
                  </a:lnTo>
                  <a:lnTo>
                    <a:pt x="152877" y="8572"/>
                  </a:lnTo>
                  <a:lnTo>
                    <a:pt x="150972" y="7144"/>
                  </a:lnTo>
                  <a:lnTo>
                    <a:pt x="149066" y="6668"/>
                  </a:lnTo>
                  <a:lnTo>
                    <a:pt x="145256" y="8096"/>
                  </a:lnTo>
                  <a:lnTo>
                    <a:pt x="140970" y="10001"/>
                  </a:lnTo>
                  <a:lnTo>
                    <a:pt x="136684" y="12859"/>
                  </a:lnTo>
                  <a:lnTo>
                    <a:pt x="133350" y="15240"/>
                  </a:lnTo>
                  <a:lnTo>
                    <a:pt x="131922" y="16669"/>
                  </a:lnTo>
                  <a:lnTo>
                    <a:pt x="126683" y="22384"/>
                  </a:lnTo>
                  <a:lnTo>
                    <a:pt x="124778" y="23336"/>
                  </a:lnTo>
                  <a:lnTo>
                    <a:pt x="123349" y="23336"/>
                  </a:lnTo>
                  <a:lnTo>
                    <a:pt x="122397" y="23336"/>
                  </a:lnTo>
                  <a:lnTo>
                    <a:pt x="121920" y="20955"/>
                  </a:lnTo>
                  <a:lnTo>
                    <a:pt x="118586" y="15716"/>
                  </a:lnTo>
                  <a:lnTo>
                    <a:pt x="112872" y="8572"/>
                  </a:lnTo>
                  <a:lnTo>
                    <a:pt x="111443" y="7620"/>
                  </a:lnTo>
                  <a:lnTo>
                    <a:pt x="110014" y="7620"/>
                  </a:lnTo>
                  <a:lnTo>
                    <a:pt x="106204" y="7620"/>
                  </a:lnTo>
                  <a:lnTo>
                    <a:pt x="94298" y="10001"/>
                  </a:lnTo>
                  <a:lnTo>
                    <a:pt x="84297" y="11430"/>
                  </a:lnTo>
                  <a:lnTo>
                    <a:pt x="69056" y="14288"/>
                  </a:lnTo>
                  <a:lnTo>
                    <a:pt x="52864" y="16669"/>
                  </a:lnTo>
                  <a:lnTo>
                    <a:pt x="42386" y="18097"/>
                  </a:lnTo>
                  <a:lnTo>
                    <a:pt x="33814" y="18574"/>
                  </a:lnTo>
                  <a:lnTo>
                    <a:pt x="33814" y="25718"/>
                  </a:lnTo>
                  <a:lnTo>
                    <a:pt x="33814" y="39529"/>
                  </a:lnTo>
                  <a:lnTo>
                    <a:pt x="33814" y="53816"/>
                  </a:lnTo>
                  <a:lnTo>
                    <a:pt x="33814" y="68104"/>
                  </a:lnTo>
                  <a:lnTo>
                    <a:pt x="33814" y="82391"/>
                  </a:lnTo>
                  <a:lnTo>
                    <a:pt x="33814" y="96679"/>
                  </a:lnTo>
                  <a:lnTo>
                    <a:pt x="33814" y="110966"/>
                  </a:lnTo>
                  <a:lnTo>
                    <a:pt x="33814" y="125254"/>
                  </a:lnTo>
                  <a:lnTo>
                    <a:pt x="33814" y="139541"/>
                  </a:lnTo>
                  <a:lnTo>
                    <a:pt x="33814" y="146209"/>
                  </a:lnTo>
                  <a:lnTo>
                    <a:pt x="33814" y="147161"/>
                  </a:lnTo>
                  <a:lnTo>
                    <a:pt x="28575" y="147161"/>
                  </a:lnTo>
                  <a:lnTo>
                    <a:pt x="17145" y="147161"/>
                  </a:lnTo>
                  <a:lnTo>
                    <a:pt x="7620" y="147161"/>
                  </a:lnTo>
                  <a:lnTo>
                    <a:pt x="0" y="147161"/>
                  </a:lnTo>
                  <a:lnTo>
                    <a:pt x="0" y="155734"/>
                  </a:lnTo>
                  <a:lnTo>
                    <a:pt x="0" y="166211"/>
                  </a:lnTo>
                  <a:lnTo>
                    <a:pt x="0" y="176213"/>
                  </a:lnTo>
                  <a:lnTo>
                    <a:pt x="0" y="186214"/>
                  </a:lnTo>
                  <a:lnTo>
                    <a:pt x="0" y="196215"/>
                  </a:lnTo>
                  <a:lnTo>
                    <a:pt x="0" y="206693"/>
                  </a:lnTo>
                  <a:lnTo>
                    <a:pt x="0" y="216694"/>
                  </a:lnTo>
                  <a:lnTo>
                    <a:pt x="0" y="227171"/>
                  </a:lnTo>
                  <a:lnTo>
                    <a:pt x="0" y="237172"/>
                  </a:lnTo>
                  <a:lnTo>
                    <a:pt x="0" y="244793"/>
                  </a:lnTo>
                  <a:lnTo>
                    <a:pt x="0" y="245745"/>
                  </a:lnTo>
                  <a:lnTo>
                    <a:pt x="1429" y="246697"/>
                  </a:lnTo>
                  <a:lnTo>
                    <a:pt x="12383" y="254794"/>
                  </a:lnTo>
                  <a:lnTo>
                    <a:pt x="15240" y="259080"/>
                  </a:lnTo>
                  <a:lnTo>
                    <a:pt x="16669" y="261938"/>
                  </a:lnTo>
                  <a:lnTo>
                    <a:pt x="21431" y="271463"/>
                  </a:lnTo>
                  <a:lnTo>
                    <a:pt x="24765" y="280035"/>
                  </a:lnTo>
                  <a:lnTo>
                    <a:pt x="27623" y="286703"/>
                  </a:lnTo>
                  <a:lnTo>
                    <a:pt x="27623" y="289560"/>
                  </a:lnTo>
                  <a:lnTo>
                    <a:pt x="28099" y="292418"/>
                  </a:lnTo>
                  <a:lnTo>
                    <a:pt x="28575" y="293846"/>
                  </a:lnTo>
                  <a:lnTo>
                    <a:pt x="28575" y="295751"/>
                  </a:lnTo>
                  <a:lnTo>
                    <a:pt x="26194" y="299085"/>
                  </a:lnTo>
                  <a:lnTo>
                    <a:pt x="24289" y="301943"/>
                  </a:lnTo>
                  <a:lnTo>
                    <a:pt x="21908" y="305753"/>
                  </a:lnTo>
                  <a:lnTo>
                    <a:pt x="21908" y="310515"/>
                  </a:lnTo>
                  <a:lnTo>
                    <a:pt x="22384" y="316230"/>
                  </a:lnTo>
                  <a:lnTo>
                    <a:pt x="23813" y="319564"/>
                  </a:lnTo>
                  <a:lnTo>
                    <a:pt x="25718" y="320516"/>
                  </a:lnTo>
                  <a:lnTo>
                    <a:pt x="30480" y="318611"/>
                  </a:lnTo>
                  <a:lnTo>
                    <a:pt x="33338" y="319088"/>
                  </a:lnTo>
                  <a:lnTo>
                    <a:pt x="37148" y="320516"/>
                  </a:lnTo>
                  <a:lnTo>
                    <a:pt x="50006" y="319564"/>
                  </a:lnTo>
                  <a:lnTo>
                    <a:pt x="51911" y="320040"/>
                  </a:lnTo>
                  <a:lnTo>
                    <a:pt x="56674" y="320516"/>
                  </a:lnTo>
                  <a:lnTo>
                    <a:pt x="58103" y="320040"/>
                  </a:lnTo>
                  <a:lnTo>
                    <a:pt x="60008" y="318611"/>
                  </a:lnTo>
                  <a:lnTo>
                    <a:pt x="61436" y="315278"/>
                  </a:lnTo>
                  <a:lnTo>
                    <a:pt x="62865" y="314325"/>
                  </a:lnTo>
                  <a:lnTo>
                    <a:pt x="65723" y="313372"/>
                  </a:lnTo>
                  <a:lnTo>
                    <a:pt x="69056" y="312420"/>
                  </a:lnTo>
                  <a:lnTo>
                    <a:pt x="71914" y="310515"/>
                  </a:lnTo>
                  <a:lnTo>
                    <a:pt x="76200" y="303847"/>
                  </a:lnTo>
                  <a:lnTo>
                    <a:pt x="84773" y="297656"/>
                  </a:lnTo>
                  <a:lnTo>
                    <a:pt x="87154" y="296228"/>
                  </a:lnTo>
                  <a:lnTo>
                    <a:pt x="89059" y="294322"/>
                  </a:lnTo>
                  <a:lnTo>
                    <a:pt x="90488" y="292418"/>
                  </a:lnTo>
                  <a:lnTo>
                    <a:pt x="93345" y="284797"/>
                  </a:lnTo>
                  <a:lnTo>
                    <a:pt x="95727" y="278130"/>
                  </a:lnTo>
                  <a:lnTo>
                    <a:pt x="96679" y="275272"/>
                  </a:lnTo>
                  <a:lnTo>
                    <a:pt x="98584" y="270034"/>
                  </a:lnTo>
                  <a:lnTo>
                    <a:pt x="100965" y="267176"/>
                  </a:lnTo>
                  <a:lnTo>
                    <a:pt x="103347" y="265271"/>
                  </a:lnTo>
                  <a:lnTo>
                    <a:pt x="104775" y="264795"/>
                  </a:lnTo>
                  <a:lnTo>
                    <a:pt x="107633" y="264319"/>
                  </a:lnTo>
                  <a:lnTo>
                    <a:pt x="111919" y="263366"/>
                  </a:lnTo>
                  <a:lnTo>
                    <a:pt x="116205" y="264319"/>
                  </a:lnTo>
                  <a:lnTo>
                    <a:pt x="120491" y="266224"/>
                  </a:lnTo>
                  <a:lnTo>
                    <a:pt x="125730" y="269558"/>
                  </a:lnTo>
                  <a:lnTo>
                    <a:pt x="130969" y="273368"/>
                  </a:lnTo>
                  <a:lnTo>
                    <a:pt x="133350" y="275272"/>
                  </a:lnTo>
                  <a:lnTo>
                    <a:pt x="135731" y="276225"/>
                  </a:lnTo>
                  <a:lnTo>
                    <a:pt x="140494" y="276701"/>
                  </a:lnTo>
                  <a:lnTo>
                    <a:pt x="143352" y="276701"/>
                  </a:lnTo>
                  <a:lnTo>
                    <a:pt x="148114" y="280511"/>
                  </a:lnTo>
                  <a:lnTo>
                    <a:pt x="150495" y="280511"/>
                  </a:lnTo>
                  <a:lnTo>
                    <a:pt x="155734" y="281940"/>
                  </a:lnTo>
                  <a:lnTo>
                    <a:pt x="162402" y="283369"/>
                  </a:lnTo>
                  <a:lnTo>
                    <a:pt x="166211" y="282893"/>
                  </a:lnTo>
                  <a:lnTo>
                    <a:pt x="170498" y="280988"/>
                  </a:lnTo>
                  <a:lnTo>
                    <a:pt x="173831" y="280988"/>
                  </a:lnTo>
                  <a:lnTo>
                    <a:pt x="178118" y="280988"/>
                  </a:lnTo>
                  <a:lnTo>
                    <a:pt x="182404" y="280511"/>
                  </a:lnTo>
                  <a:lnTo>
                    <a:pt x="185738" y="279559"/>
                  </a:lnTo>
                  <a:lnTo>
                    <a:pt x="188595" y="277654"/>
                  </a:lnTo>
                  <a:lnTo>
                    <a:pt x="190500" y="275749"/>
                  </a:lnTo>
                  <a:lnTo>
                    <a:pt x="193358" y="269558"/>
                  </a:lnTo>
                  <a:lnTo>
                    <a:pt x="194786" y="264795"/>
                  </a:lnTo>
                  <a:lnTo>
                    <a:pt x="197168" y="259080"/>
                  </a:lnTo>
                  <a:lnTo>
                    <a:pt x="199549" y="251460"/>
                  </a:lnTo>
                  <a:lnTo>
                    <a:pt x="200978" y="246221"/>
                  </a:lnTo>
                  <a:lnTo>
                    <a:pt x="201930" y="244793"/>
                  </a:lnTo>
                  <a:lnTo>
                    <a:pt x="205740" y="243364"/>
                  </a:lnTo>
                  <a:lnTo>
                    <a:pt x="209074" y="241935"/>
                  </a:lnTo>
                  <a:lnTo>
                    <a:pt x="218123" y="240030"/>
                  </a:lnTo>
                  <a:lnTo>
                    <a:pt x="220028" y="239078"/>
                  </a:lnTo>
                  <a:lnTo>
                    <a:pt x="221933" y="236220"/>
                  </a:lnTo>
                  <a:lnTo>
                    <a:pt x="225743" y="232410"/>
                  </a:lnTo>
                  <a:lnTo>
                    <a:pt x="230505" y="228600"/>
                  </a:lnTo>
                  <a:lnTo>
                    <a:pt x="233363" y="226695"/>
                  </a:lnTo>
                  <a:lnTo>
                    <a:pt x="237649" y="209550"/>
                  </a:lnTo>
                  <a:lnTo>
                    <a:pt x="238602" y="207645"/>
                  </a:lnTo>
                  <a:lnTo>
                    <a:pt x="241935" y="203359"/>
                  </a:lnTo>
                  <a:lnTo>
                    <a:pt x="243840" y="201454"/>
                  </a:lnTo>
                  <a:lnTo>
                    <a:pt x="245269" y="200978"/>
                  </a:lnTo>
                  <a:lnTo>
                    <a:pt x="247174" y="200025"/>
                  </a:lnTo>
                  <a:lnTo>
                    <a:pt x="249555" y="197644"/>
                  </a:lnTo>
                  <a:lnTo>
                    <a:pt x="252413" y="196215"/>
                  </a:lnTo>
                  <a:lnTo>
                    <a:pt x="255747" y="195739"/>
                  </a:lnTo>
                  <a:lnTo>
                    <a:pt x="258128" y="194310"/>
                  </a:lnTo>
                  <a:lnTo>
                    <a:pt x="259080" y="191453"/>
                  </a:lnTo>
                  <a:lnTo>
                    <a:pt x="260509" y="190500"/>
                  </a:lnTo>
                  <a:lnTo>
                    <a:pt x="263366" y="190500"/>
                  </a:lnTo>
                  <a:lnTo>
                    <a:pt x="264795" y="189547"/>
                  </a:lnTo>
                  <a:lnTo>
                    <a:pt x="264795" y="188119"/>
                  </a:lnTo>
                  <a:lnTo>
                    <a:pt x="266224" y="186690"/>
                  </a:lnTo>
                  <a:lnTo>
                    <a:pt x="269081" y="185261"/>
                  </a:lnTo>
                  <a:lnTo>
                    <a:pt x="270510" y="183833"/>
                  </a:lnTo>
                  <a:lnTo>
                    <a:pt x="270510" y="182404"/>
                  </a:lnTo>
                  <a:lnTo>
                    <a:pt x="273844" y="178118"/>
                  </a:lnTo>
                  <a:lnTo>
                    <a:pt x="280035" y="171926"/>
                  </a:lnTo>
                  <a:lnTo>
                    <a:pt x="285750" y="168116"/>
                  </a:lnTo>
                  <a:lnTo>
                    <a:pt x="291465" y="167640"/>
                  </a:lnTo>
                  <a:lnTo>
                    <a:pt x="296704" y="166211"/>
                  </a:lnTo>
                  <a:lnTo>
                    <a:pt x="301466" y="164306"/>
                  </a:lnTo>
                  <a:lnTo>
                    <a:pt x="304800" y="161449"/>
                  </a:lnTo>
                  <a:lnTo>
                    <a:pt x="307181" y="157163"/>
                  </a:lnTo>
                  <a:lnTo>
                    <a:pt x="311468" y="154781"/>
                  </a:lnTo>
                  <a:lnTo>
                    <a:pt x="319088" y="154305"/>
                  </a:lnTo>
                  <a:close/>
                </a:path>
              </a:pathLst>
            </a:custGeom>
            <a:grpFill/>
            <a:ln w="317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14FB0B31-18CF-4262-9D25-65501AF9A43A}"/>
                </a:ext>
              </a:extLst>
            </p:cNvPr>
            <p:cNvSpPr/>
            <p:nvPr/>
          </p:nvSpPr>
          <p:spPr>
            <a:xfrm>
              <a:off x="8738711" y="3322319"/>
              <a:ext cx="113823" cy="58578"/>
            </a:xfrm>
            <a:custGeom>
              <a:avLst/>
              <a:gdLst>
                <a:gd name="connsiteX0" fmla="*/ 111919 w 113823"/>
                <a:gd name="connsiteY0" fmla="*/ 46196 h 58578"/>
                <a:gd name="connsiteX1" fmla="*/ 110966 w 113823"/>
                <a:gd name="connsiteY1" fmla="*/ 44768 h 58578"/>
                <a:gd name="connsiteX2" fmla="*/ 110490 w 113823"/>
                <a:gd name="connsiteY2" fmla="*/ 43815 h 58578"/>
                <a:gd name="connsiteX3" fmla="*/ 110966 w 113823"/>
                <a:gd name="connsiteY3" fmla="*/ 42386 h 58578"/>
                <a:gd name="connsiteX4" fmla="*/ 111919 w 113823"/>
                <a:gd name="connsiteY4" fmla="*/ 40005 h 58578"/>
                <a:gd name="connsiteX5" fmla="*/ 113824 w 113823"/>
                <a:gd name="connsiteY5" fmla="*/ 37148 h 58578"/>
                <a:gd name="connsiteX6" fmla="*/ 112395 w 113823"/>
                <a:gd name="connsiteY6" fmla="*/ 34290 h 58578"/>
                <a:gd name="connsiteX7" fmla="*/ 110490 w 113823"/>
                <a:gd name="connsiteY7" fmla="*/ 31433 h 58578"/>
                <a:gd name="connsiteX8" fmla="*/ 109061 w 113823"/>
                <a:gd name="connsiteY8" fmla="*/ 30956 h 58578"/>
                <a:gd name="connsiteX9" fmla="*/ 105727 w 113823"/>
                <a:gd name="connsiteY9" fmla="*/ 31909 h 58578"/>
                <a:gd name="connsiteX10" fmla="*/ 101918 w 113823"/>
                <a:gd name="connsiteY10" fmla="*/ 31433 h 58578"/>
                <a:gd name="connsiteX11" fmla="*/ 99060 w 113823"/>
                <a:gd name="connsiteY11" fmla="*/ 29528 h 58578"/>
                <a:gd name="connsiteX12" fmla="*/ 97155 w 113823"/>
                <a:gd name="connsiteY12" fmla="*/ 27623 h 58578"/>
                <a:gd name="connsiteX13" fmla="*/ 96678 w 113823"/>
                <a:gd name="connsiteY13" fmla="*/ 25241 h 58578"/>
                <a:gd name="connsiteX14" fmla="*/ 97155 w 113823"/>
                <a:gd name="connsiteY14" fmla="*/ 22860 h 58578"/>
                <a:gd name="connsiteX15" fmla="*/ 98107 w 113823"/>
                <a:gd name="connsiteY15" fmla="*/ 20955 h 58578"/>
                <a:gd name="connsiteX16" fmla="*/ 98584 w 113823"/>
                <a:gd name="connsiteY16" fmla="*/ 20003 h 58578"/>
                <a:gd name="connsiteX17" fmla="*/ 98107 w 113823"/>
                <a:gd name="connsiteY17" fmla="*/ 18574 h 58578"/>
                <a:gd name="connsiteX18" fmla="*/ 98584 w 113823"/>
                <a:gd name="connsiteY18" fmla="*/ 14288 h 58578"/>
                <a:gd name="connsiteX19" fmla="*/ 97631 w 113823"/>
                <a:gd name="connsiteY19" fmla="*/ 13335 h 58578"/>
                <a:gd name="connsiteX20" fmla="*/ 93821 w 113823"/>
                <a:gd name="connsiteY20" fmla="*/ 11906 h 58578"/>
                <a:gd name="connsiteX21" fmla="*/ 89535 w 113823"/>
                <a:gd name="connsiteY21" fmla="*/ 10478 h 58578"/>
                <a:gd name="connsiteX22" fmla="*/ 87153 w 113823"/>
                <a:gd name="connsiteY22" fmla="*/ 9049 h 58578"/>
                <a:gd name="connsiteX23" fmla="*/ 86201 w 113823"/>
                <a:gd name="connsiteY23" fmla="*/ 8573 h 58578"/>
                <a:gd name="connsiteX24" fmla="*/ 84772 w 113823"/>
                <a:gd name="connsiteY24" fmla="*/ 8573 h 58578"/>
                <a:gd name="connsiteX25" fmla="*/ 81915 w 113823"/>
                <a:gd name="connsiteY25" fmla="*/ 10478 h 58578"/>
                <a:gd name="connsiteX26" fmla="*/ 79534 w 113823"/>
                <a:gd name="connsiteY26" fmla="*/ 12383 h 58578"/>
                <a:gd name="connsiteX27" fmla="*/ 77628 w 113823"/>
                <a:gd name="connsiteY27" fmla="*/ 12383 h 58578"/>
                <a:gd name="connsiteX28" fmla="*/ 75724 w 113823"/>
                <a:gd name="connsiteY28" fmla="*/ 11430 h 58578"/>
                <a:gd name="connsiteX29" fmla="*/ 73819 w 113823"/>
                <a:gd name="connsiteY29" fmla="*/ 10478 h 58578"/>
                <a:gd name="connsiteX30" fmla="*/ 67151 w 113823"/>
                <a:gd name="connsiteY30" fmla="*/ 8573 h 58578"/>
                <a:gd name="connsiteX31" fmla="*/ 64294 w 113823"/>
                <a:gd name="connsiteY31" fmla="*/ 8573 h 58578"/>
                <a:gd name="connsiteX32" fmla="*/ 59055 w 113823"/>
                <a:gd name="connsiteY32" fmla="*/ 8573 h 58578"/>
                <a:gd name="connsiteX33" fmla="*/ 54769 w 113823"/>
                <a:gd name="connsiteY33" fmla="*/ 8573 h 58578"/>
                <a:gd name="connsiteX34" fmla="*/ 54293 w 113823"/>
                <a:gd name="connsiteY34" fmla="*/ 8096 h 58578"/>
                <a:gd name="connsiteX35" fmla="*/ 54293 w 113823"/>
                <a:gd name="connsiteY35" fmla="*/ 7144 h 58578"/>
                <a:gd name="connsiteX36" fmla="*/ 54769 w 113823"/>
                <a:gd name="connsiteY36" fmla="*/ 5239 h 58578"/>
                <a:gd name="connsiteX37" fmla="*/ 55245 w 113823"/>
                <a:gd name="connsiteY37" fmla="*/ 3334 h 58578"/>
                <a:gd name="connsiteX38" fmla="*/ 54769 w 113823"/>
                <a:gd name="connsiteY38" fmla="*/ 2381 h 58578"/>
                <a:gd name="connsiteX39" fmla="*/ 50482 w 113823"/>
                <a:gd name="connsiteY39" fmla="*/ 1429 h 58578"/>
                <a:gd name="connsiteX40" fmla="*/ 46196 w 113823"/>
                <a:gd name="connsiteY40" fmla="*/ 476 h 58578"/>
                <a:gd name="connsiteX41" fmla="*/ 42386 w 113823"/>
                <a:gd name="connsiteY41" fmla="*/ 0 h 58578"/>
                <a:gd name="connsiteX42" fmla="*/ 39528 w 113823"/>
                <a:gd name="connsiteY42" fmla="*/ 476 h 58578"/>
                <a:gd name="connsiteX43" fmla="*/ 36671 w 113823"/>
                <a:gd name="connsiteY43" fmla="*/ 1905 h 58578"/>
                <a:gd name="connsiteX44" fmla="*/ 34290 w 113823"/>
                <a:gd name="connsiteY44" fmla="*/ 4286 h 58578"/>
                <a:gd name="connsiteX45" fmla="*/ 30956 w 113823"/>
                <a:gd name="connsiteY45" fmla="*/ 5715 h 58578"/>
                <a:gd name="connsiteX46" fmla="*/ 27146 w 113823"/>
                <a:gd name="connsiteY46" fmla="*/ 7620 h 58578"/>
                <a:gd name="connsiteX47" fmla="*/ 25241 w 113823"/>
                <a:gd name="connsiteY47" fmla="*/ 9049 h 58578"/>
                <a:gd name="connsiteX48" fmla="*/ 22384 w 113823"/>
                <a:gd name="connsiteY48" fmla="*/ 12859 h 58578"/>
                <a:gd name="connsiteX49" fmla="*/ 18097 w 113823"/>
                <a:gd name="connsiteY49" fmla="*/ 17621 h 58578"/>
                <a:gd name="connsiteX50" fmla="*/ 14288 w 113823"/>
                <a:gd name="connsiteY50" fmla="*/ 21908 h 58578"/>
                <a:gd name="connsiteX51" fmla="*/ 12382 w 113823"/>
                <a:gd name="connsiteY51" fmla="*/ 26194 h 58578"/>
                <a:gd name="connsiteX52" fmla="*/ 9525 w 113823"/>
                <a:gd name="connsiteY52" fmla="*/ 29051 h 58578"/>
                <a:gd name="connsiteX53" fmla="*/ 7144 w 113823"/>
                <a:gd name="connsiteY53" fmla="*/ 30956 h 58578"/>
                <a:gd name="connsiteX54" fmla="*/ 5239 w 113823"/>
                <a:gd name="connsiteY54" fmla="*/ 36195 h 58578"/>
                <a:gd name="connsiteX55" fmla="*/ 4763 w 113823"/>
                <a:gd name="connsiteY55" fmla="*/ 36671 h 58578"/>
                <a:gd name="connsiteX56" fmla="*/ 476 w 113823"/>
                <a:gd name="connsiteY56" fmla="*/ 39529 h 58578"/>
                <a:gd name="connsiteX57" fmla="*/ 0 w 113823"/>
                <a:gd name="connsiteY57" fmla="*/ 41434 h 58578"/>
                <a:gd name="connsiteX58" fmla="*/ 952 w 113823"/>
                <a:gd name="connsiteY58" fmla="*/ 42863 h 58578"/>
                <a:gd name="connsiteX59" fmla="*/ 2381 w 113823"/>
                <a:gd name="connsiteY59" fmla="*/ 43815 h 58578"/>
                <a:gd name="connsiteX60" fmla="*/ 3334 w 113823"/>
                <a:gd name="connsiteY60" fmla="*/ 45244 h 58578"/>
                <a:gd name="connsiteX61" fmla="*/ 3810 w 113823"/>
                <a:gd name="connsiteY61" fmla="*/ 49054 h 58578"/>
                <a:gd name="connsiteX62" fmla="*/ 6191 w 113823"/>
                <a:gd name="connsiteY62" fmla="*/ 50006 h 58578"/>
                <a:gd name="connsiteX63" fmla="*/ 10001 w 113823"/>
                <a:gd name="connsiteY63" fmla="*/ 52388 h 58578"/>
                <a:gd name="connsiteX64" fmla="*/ 13811 w 113823"/>
                <a:gd name="connsiteY64" fmla="*/ 54293 h 58578"/>
                <a:gd name="connsiteX65" fmla="*/ 20002 w 113823"/>
                <a:gd name="connsiteY65" fmla="*/ 52864 h 58578"/>
                <a:gd name="connsiteX66" fmla="*/ 21907 w 113823"/>
                <a:gd name="connsiteY66" fmla="*/ 53816 h 58578"/>
                <a:gd name="connsiteX67" fmla="*/ 24765 w 113823"/>
                <a:gd name="connsiteY67" fmla="*/ 54769 h 58578"/>
                <a:gd name="connsiteX68" fmla="*/ 27146 w 113823"/>
                <a:gd name="connsiteY68" fmla="*/ 54769 h 58578"/>
                <a:gd name="connsiteX69" fmla="*/ 28575 w 113823"/>
                <a:gd name="connsiteY69" fmla="*/ 55721 h 58578"/>
                <a:gd name="connsiteX70" fmla="*/ 29527 w 113823"/>
                <a:gd name="connsiteY70" fmla="*/ 56198 h 58578"/>
                <a:gd name="connsiteX71" fmla="*/ 29527 w 113823"/>
                <a:gd name="connsiteY71" fmla="*/ 57150 h 58578"/>
                <a:gd name="connsiteX72" fmla="*/ 29527 w 113823"/>
                <a:gd name="connsiteY72" fmla="*/ 57626 h 58578"/>
                <a:gd name="connsiteX73" fmla="*/ 32861 w 113823"/>
                <a:gd name="connsiteY73" fmla="*/ 58103 h 58578"/>
                <a:gd name="connsiteX74" fmla="*/ 34766 w 113823"/>
                <a:gd name="connsiteY74" fmla="*/ 58579 h 58578"/>
                <a:gd name="connsiteX75" fmla="*/ 40957 w 113823"/>
                <a:gd name="connsiteY75" fmla="*/ 57626 h 58578"/>
                <a:gd name="connsiteX76" fmla="*/ 47149 w 113823"/>
                <a:gd name="connsiteY76" fmla="*/ 56674 h 58578"/>
                <a:gd name="connsiteX77" fmla="*/ 50006 w 113823"/>
                <a:gd name="connsiteY77" fmla="*/ 53340 h 58578"/>
                <a:gd name="connsiteX78" fmla="*/ 50959 w 113823"/>
                <a:gd name="connsiteY78" fmla="*/ 52864 h 58578"/>
                <a:gd name="connsiteX79" fmla="*/ 54769 w 113823"/>
                <a:gd name="connsiteY79" fmla="*/ 51435 h 58578"/>
                <a:gd name="connsiteX80" fmla="*/ 58102 w 113823"/>
                <a:gd name="connsiteY80" fmla="*/ 52864 h 58578"/>
                <a:gd name="connsiteX81" fmla="*/ 61913 w 113823"/>
                <a:gd name="connsiteY81" fmla="*/ 54769 h 58578"/>
                <a:gd name="connsiteX82" fmla="*/ 63818 w 113823"/>
                <a:gd name="connsiteY82" fmla="*/ 55721 h 58578"/>
                <a:gd name="connsiteX83" fmla="*/ 68103 w 113823"/>
                <a:gd name="connsiteY83" fmla="*/ 55721 h 58578"/>
                <a:gd name="connsiteX84" fmla="*/ 71914 w 113823"/>
                <a:gd name="connsiteY84" fmla="*/ 55721 h 58578"/>
                <a:gd name="connsiteX85" fmla="*/ 81439 w 113823"/>
                <a:gd name="connsiteY85" fmla="*/ 54769 h 58578"/>
                <a:gd name="connsiteX86" fmla="*/ 86677 w 113823"/>
                <a:gd name="connsiteY86" fmla="*/ 55245 h 58578"/>
                <a:gd name="connsiteX87" fmla="*/ 91440 w 113823"/>
                <a:gd name="connsiteY87" fmla="*/ 52388 h 58578"/>
                <a:gd name="connsiteX88" fmla="*/ 92393 w 113823"/>
                <a:gd name="connsiteY88" fmla="*/ 52388 h 58578"/>
                <a:gd name="connsiteX89" fmla="*/ 94297 w 113823"/>
                <a:gd name="connsiteY89" fmla="*/ 54769 h 58578"/>
                <a:gd name="connsiteX90" fmla="*/ 99536 w 113823"/>
                <a:gd name="connsiteY90" fmla="*/ 54769 h 58578"/>
                <a:gd name="connsiteX91" fmla="*/ 102394 w 113823"/>
                <a:gd name="connsiteY91" fmla="*/ 53816 h 58578"/>
                <a:gd name="connsiteX92" fmla="*/ 105727 w 113823"/>
                <a:gd name="connsiteY92" fmla="*/ 52864 h 58578"/>
                <a:gd name="connsiteX93" fmla="*/ 107632 w 113823"/>
                <a:gd name="connsiteY93" fmla="*/ 52864 h 58578"/>
                <a:gd name="connsiteX94" fmla="*/ 109061 w 113823"/>
                <a:gd name="connsiteY94" fmla="*/ 52864 h 58578"/>
                <a:gd name="connsiteX95" fmla="*/ 110966 w 113823"/>
                <a:gd name="connsiteY95" fmla="*/ 52864 h 58578"/>
                <a:gd name="connsiteX96" fmla="*/ 112395 w 113823"/>
                <a:gd name="connsiteY96" fmla="*/ 51911 h 58578"/>
                <a:gd name="connsiteX97" fmla="*/ 113347 w 113823"/>
                <a:gd name="connsiteY97" fmla="*/ 50483 h 58578"/>
                <a:gd name="connsiteX98" fmla="*/ 113347 w 113823"/>
                <a:gd name="connsiteY98" fmla="*/ 48578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13823" h="58578">
                  <a:moveTo>
                    <a:pt x="111919" y="46196"/>
                  </a:moveTo>
                  <a:lnTo>
                    <a:pt x="110966" y="44768"/>
                  </a:lnTo>
                  <a:lnTo>
                    <a:pt x="110490" y="43815"/>
                  </a:lnTo>
                  <a:lnTo>
                    <a:pt x="110966" y="42386"/>
                  </a:lnTo>
                  <a:lnTo>
                    <a:pt x="111919" y="40005"/>
                  </a:lnTo>
                  <a:lnTo>
                    <a:pt x="113824" y="37148"/>
                  </a:lnTo>
                  <a:lnTo>
                    <a:pt x="112395" y="34290"/>
                  </a:lnTo>
                  <a:lnTo>
                    <a:pt x="110490" y="31433"/>
                  </a:lnTo>
                  <a:lnTo>
                    <a:pt x="109061" y="30956"/>
                  </a:lnTo>
                  <a:lnTo>
                    <a:pt x="105727" y="31909"/>
                  </a:lnTo>
                  <a:lnTo>
                    <a:pt x="101918" y="31433"/>
                  </a:lnTo>
                  <a:lnTo>
                    <a:pt x="99060" y="29528"/>
                  </a:lnTo>
                  <a:lnTo>
                    <a:pt x="97155" y="27623"/>
                  </a:lnTo>
                  <a:lnTo>
                    <a:pt x="96678" y="25241"/>
                  </a:lnTo>
                  <a:lnTo>
                    <a:pt x="97155" y="22860"/>
                  </a:lnTo>
                  <a:lnTo>
                    <a:pt x="98107" y="20955"/>
                  </a:lnTo>
                  <a:lnTo>
                    <a:pt x="98584" y="20003"/>
                  </a:lnTo>
                  <a:lnTo>
                    <a:pt x="98107" y="18574"/>
                  </a:lnTo>
                  <a:lnTo>
                    <a:pt x="98584" y="14288"/>
                  </a:lnTo>
                  <a:lnTo>
                    <a:pt x="97631" y="13335"/>
                  </a:lnTo>
                  <a:lnTo>
                    <a:pt x="93821" y="11906"/>
                  </a:lnTo>
                  <a:lnTo>
                    <a:pt x="89535" y="10478"/>
                  </a:lnTo>
                  <a:lnTo>
                    <a:pt x="87153" y="9049"/>
                  </a:lnTo>
                  <a:lnTo>
                    <a:pt x="86201" y="8573"/>
                  </a:lnTo>
                  <a:lnTo>
                    <a:pt x="84772" y="8573"/>
                  </a:lnTo>
                  <a:lnTo>
                    <a:pt x="81915" y="10478"/>
                  </a:lnTo>
                  <a:lnTo>
                    <a:pt x="79534" y="12383"/>
                  </a:lnTo>
                  <a:lnTo>
                    <a:pt x="77628" y="12383"/>
                  </a:lnTo>
                  <a:lnTo>
                    <a:pt x="75724" y="11430"/>
                  </a:lnTo>
                  <a:lnTo>
                    <a:pt x="73819" y="10478"/>
                  </a:lnTo>
                  <a:lnTo>
                    <a:pt x="67151" y="8573"/>
                  </a:lnTo>
                  <a:lnTo>
                    <a:pt x="64294" y="8573"/>
                  </a:lnTo>
                  <a:lnTo>
                    <a:pt x="59055" y="8573"/>
                  </a:lnTo>
                  <a:lnTo>
                    <a:pt x="54769" y="8573"/>
                  </a:lnTo>
                  <a:lnTo>
                    <a:pt x="54293" y="8096"/>
                  </a:lnTo>
                  <a:lnTo>
                    <a:pt x="54293" y="7144"/>
                  </a:lnTo>
                  <a:lnTo>
                    <a:pt x="54769" y="5239"/>
                  </a:lnTo>
                  <a:lnTo>
                    <a:pt x="55245" y="3334"/>
                  </a:lnTo>
                  <a:lnTo>
                    <a:pt x="54769" y="2381"/>
                  </a:lnTo>
                  <a:lnTo>
                    <a:pt x="50482" y="1429"/>
                  </a:lnTo>
                  <a:lnTo>
                    <a:pt x="46196" y="476"/>
                  </a:lnTo>
                  <a:lnTo>
                    <a:pt x="42386" y="0"/>
                  </a:lnTo>
                  <a:lnTo>
                    <a:pt x="39528" y="476"/>
                  </a:lnTo>
                  <a:lnTo>
                    <a:pt x="36671" y="1905"/>
                  </a:lnTo>
                  <a:lnTo>
                    <a:pt x="34290" y="4286"/>
                  </a:lnTo>
                  <a:lnTo>
                    <a:pt x="30956" y="5715"/>
                  </a:lnTo>
                  <a:lnTo>
                    <a:pt x="27146" y="7620"/>
                  </a:lnTo>
                  <a:lnTo>
                    <a:pt x="25241" y="9049"/>
                  </a:lnTo>
                  <a:lnTo>
                    <a:pt x="22384" y="12859"/>
                  </a:lnTo>
                  <a:lnTo>
                    <a:pt x="18097" y="17621"/>
                  </a:lnTo>
                  <a:lnTo>
                    <a:pt x="14288" y="21908"/>
                  </a:lnTo>
                  <a:lnTo>
                    <a:pt x="12382" y="26194"/>
                  </a:lnTo>
                  <a:lnTo>
                    <a:pt x="9525" y="29051"/>
                  </a:lnTo>
                  <a:lnTo>
                    <a:pt x="7144" y="30956"/>
                  </a:lnTo>
                  <a:lnTo>
                    <a:pt x="5239" y="36195"/>
                  </a:lnTo>
                  <a:lnTo>
                    <a:pt x="4763" y="36671"/>
                  </a:lnTo>
                  <a:lnTo>
                    <a:pt x="476" y="39529"/>
                  </a:lnTo>
                  <a:lnTo>
                    <a:pt x="0" y="41434"/>
                  </a:lnTo>
                  <a:lnTo>
                    <a:pt x="952" y="42863"/>
                  </a:lnTo>
                  <a:lnTo>
                    <a:pt x="2381" y="43815"/>
                  </a:lnTo>
                  <a:lnTo>
                    <a:pt x="3334" y="45244"/>
                  </a:lnTo>
                  <a:lnTo>
                    <a:pt x="3810" y="49054"/>
                  </a:lnTo>
                  <a:lnTo>
                    <a:pt x="6191" y="50006"/>
                  </a:lnTo>
                  <a:lnTo>
                    <a:pt x="10001" y="52388"/>
                  </a:lnTo>
                  <a:lnTo>
                    <a:pt x="13811" y="54293"/>
                  </a:lnTo>
                  <a:lnTo>
                    <a:pt x="20002" y="52864"/>
                  </a:lnTo>
                  <a:lnTo>
                    <a:pt x="21907" y="53816"/>
                  </a:lnTo>
                  <a:lnTo>
                    <a:pt x="24765" y="54769"/>
                  </a:lnTo>
                  <a:lnTo>
                    <a:pt x="27146" y="54769"/>
                  </a:lnTo>
                  <a:lnTo>
                    <a:pt x="28575" y="55721"/>
                  </a:lnTo>
                  <a:lnTo>
                    <a:pt x="29527" y="56198"/>
                  </a:lnTo>
                  <a:lnTo>
                    <a:pt x="29527" y="57150"/>
                  </a:lnTo>
                  <a:lnTo>
                    <a:pt x="29527" y="57626"/>
                  </a:lnTo>
                  <a:lnTo>
                    <a:pt x="32861" y="58103"/>
                  </a:lnTo>
                  <a:lnTo>
                    <a:pt x="34766" y="58579"/>
                  </a:lnTo>
                  <a:lnTo>
                    <a:pt x="40957" y="57626"/>
                  </a:lnTo>
                  <a:lnTo>
                    <a:pt x="47149" y="56674"/>
                  </a:lnTo>
                  <a:lnTo>
                    <a:pt x="50006" y="53340"/>
                  </a:lnTo>
                  <a:lnTo>
                    <a:pt x="50959" y="52864"/>
                  </a:lnTo>
                  <a:lnTo>
                    <a:pt x="54769" y="51435"/>
                  </a:lnTo>
                  <a:lnTo>
                    <a:pt x="58102" y="52864"/>
                  </a:lnTo>
                  <a:lnTo>
                    <a:pt x="61913" y="54769"/>
                  </a:lnTo>
                  <a:lnTo>
                    <a:pt x="63818" y="55721"/>
                  </a:lnTo>
                  <a:lnTo>
                    <a:pt x="68103" y="55721"/>
                  </a:lnTo>
                  <a:lnTo>
                    <a:pt x="71914" y="55721"/>
                  </a:lnTo>
                  <a:lnTo>
                    <a:pt x="81439" y="54769"/>
                  </a:lnTo>
                  <a:lnTo>
                    <a:pt x="86677" y="55245"/>
                  </a:lnTo>
                  <a:lnTo>
                    <a:pt x="91440" y="52388"/>
                  </a:lnTo>
                  <a:lnTo>
                    <a:pt x="92393" y="52388"/>
                  </a:lnTo>
                  <a:lnTo>
                    <a:pt x="94297" y="54769"/>
                  </a:lnTo>
                  <a:lnTo>
                    <a:pt x="99536" y="54769"/>
                  </a:lnTo>
                  <a:lnTo>
                    <a:pt x="102394" y="53816"/>
                  </a:lnTo>
                  <a:lnTo>
                    <a:pt x="105727" y="52864"/>
                  </a:lnTo>
                  <a:lnTo>
                    <a:pt x="107632" y="52864"/>
                  </a:lnTo>
                  <a:lnTo>
                    <a:pt x="109061" y="52864"/>
                  </a:lnTo>
                  <a:lnTo>
                    <a:pt x="110966" y="52864"/>
                  </a:lnTo>
                  <a:lnTo>
                    <a:pt x="112395" y="51911"/>
                  </a:lnTo>
                  <a:lnTo>
                    <a:pt x="113347" y="50483"/>
                  </a:lnTo>
                  <a:lnTo>
                    <a:pt x="113347" y="48578"/>
                  </a:lnTo>
                  <a:close/>
                </a:path>
              </a:pathLst>
            </a:custGeom>
            <a:grpFill/>
            <a:ln w="317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E84C1864-E296-4CC5-A80F-228AD4575629}"/>
                </a:ext>
              </a:extLst>
            </p:cNvPr>
            <p:cNvSpPr/>
            <p:nvPr/>
          </p:nvSpPr>
          <p:spPr>
            <a:xfrm>
              <a:off x="3031331" y="3371849"/>
              <a:ext cx="214788" cy="214788"/>
            </a:xfrm>
            <a:custGeom>
              <a:avLst/>
              <a:gdLst>
                <a:gd name="connsiteX0" fmla="*/ 62865 w 214788"/>
                <a:gd name="connsiteY0" fmla="*/ 12859 h 214788"/>
                <a:gd name="connsiteX1" fmla="*/ 59531 w 214788"/>
                <a:gd name="connsiteY1" fmla="*/ 11430 h 214788"/>
                <a:gd name="connsiteX2" fmla="*/ 59055 w 214788"/>
                <a:gd name="connsiteY2" fmla="*/ 10478 h 214788"/>
                <a:gd name="connsiteX3" fmla="*/ 59055 w 214788"/>
                <a:gd name="connsiteY3" fmla="*/ 9525 h 214788"/>
                <a:gd name="connsiteX4" fmla="*/ 58103 w 214788"/>
                <a:gd name="connsiteY4" fmla="*/ 8572 h 214788"/>
                <a:gd name="connsiteX5" fmla="*/ 55721 w 214788"/>
                <a:gd name="connsiteY5" fmla="*/ 7144 h 214788"/>
                <a:gd name="connsiteX6" fmla="*/ 52864 w 214788"/>
                <a:gd name="connsiteY6" fmla="*/ 3810 h 214788"/>
                <a:gd name="connsiteX7" fmla="*/ 50006 w 214788"/>
                <a:gd name="connsiteY7" fmla="*/ 1429 h 214788"/>
                <a:gd name="connsiteX8" fmla="*/ 45244 w 214788"/>
                <a:gd name="connsiteY8" fmla="*/ 953 h 214788"/>
                <a:gd name="connsiteX9" fmla="*/ 41434 w 214788"/>
                <a:gd name="connsiteY9" fmla="*/ 0 h 214788"/>
                <a:gd name="connsiteX10" fmla="*/ 39053 w 214788"/>
                <a:gd name="connsiteY10" fmla="*/ 0 h 214788"/>
                <a:gd name="connsiteX11" fmla="*/ 36195 w 214788"/>
                <a:gd name="connsiteY11" fmla="*/ 1429 h 214788"/>
                <a:gd name="connsiteX12" fmla="*/ 41434 w 214788"/>
                <a:gd name="connsiteY12" fmla="*/ 1429 h 214788"/>
                <a:gd name="connsiteX13" fmla="*/ 50959 w 214788"/>
                <a:gd name="connsiteY13" fmla="*/ 3334 h 214788"/>
                <a:gd name="connsiteX14" fmla="*/ 57150 w 214788"/>
                <a:gd name="connsiteY14" fmla="*/ 11430 h 214788"/>
                <a:gd name="connsiteX15" fmla="*/ 60484 w 214788"/>
                <a:gd name="connsiteY15" fmla="*/ 13335 h 214788"/>
                <a:gd name="connsiteX16" fmla="*/ 61436 w 214788"/>
                <a:gd name="connsiteY16" fmla="*/ 15716 h 214788"/>
                <a:gd name="connsiteX17" fmla="*/ 60484 w 214788"/>
                <a:gd name="connsiteY17" fmla="*/ 18097 h 214788"/>
                <a:gd name="connsiteX18" fmla="*/ 60960 w 214788"/>
                <a:gd name="connsiteY18" fmla="*/ 20479 h 214788"/>
                <a:gd name="connsiteX19" fmla="*/ 60007 w 214788"/>
                <a:gd name="connsiteY19" fmla="*/ 23336 h 214788"/>
                <a:gd name="connsiteX20" fmla="*/ 60007 w 214788"/>
                <a:gd name="connsiteY20" fmla="*/ 28099 h 214788"/>
                <a:gd name="connsiteX21" fmla="*/ 58579 w 214788"/>
                <a:gd name="connsiteY21" fmla="*/ 30480 h 214788"/>
                <a:gd name="connsiteX22" fmla="*/ 54769 w 214788"/>
                <a:gd name="connsiteY22" fmla="*/ 33338 h 214788"/>
                <a:gd name="connsiteX23" fmla="*/ 57150 w 214788"/>
                <a:gd name="connsiteY23" fmla="*/ 34290 h 214788"/>
                <a:gd name="connsiteX24" fmla="*/ 60007 w 214788"/>
                <a:gd name="connsiteY24" fmla="*/ 38100 h 214788"/>
                <a:gd name="connsiteX25" fmla="*/ 60484 w 214788"/>
                <a:gd name="connsiteY25" fmla="*/ 37624 h 214788"/>
                <a:gd name="connsiteX26" fmla="*/ 61436 w 214788"/>
                <a:gd name="connsiteY26" fmla="*/ 35719 h 214788"/>
                <a:gd name="connsiteX27" fmla="*/ 62389 w 214788"/>
                <a:gd name="connsiteY27" fmla="*/ 25241 h 214788"/>
                <a:gd name="connsiteX28" fmla="*/ 66675 w 214788"/>
                <a:gd name="connsiteY28" fmla="*/ 21907 h 214788"/>
                <a:gd name="connsiteX29" fmla="*/ 65722 w 214788"/>
                <a:gd name="connsiteY29" fmla="*/ 14764 h 214788"/>
                <a:gd name="connsiteX30" fmla="*/ 62865 w 214788"/>
                <a:gd name="connsiteY30" fmla="*/ 12859 h 214788"/>
                <a:gd name="connsiteX31" fmla="*/ 109061 w 214788"/>
                <a:gd name="connsiteY31" fmla="*/ 121920 h 214788"/>
                <a:gd name="connsiteX32" fmla="*/ 104299 w 214788"/>
                <a:gd name="connsiteY32" fmla="*/ 118110 h 214788"/>
                <a:gd name="connsiteX33" fmla="*/ 102394 w 214788"/>
                <a:gd name="connsiteY33" fmla="*/ 117157 h 214788"/>
                <a:gd name="connsiteX34" fmla="*/ 101441 w 214788"/>
                <a:gd name="connsiteY34" fmla="*/ 119539 h 214788"/>
                <a:gd name="connsiteX35" fmla="*/ 104299 w 214788"/>
                <a:gd name="connsiteY35" fmla="*/ 120015 h 214788"/>
                <a:gd name="connsiteX36" fmla="*/ 110490 w 214788"/>
                <a:gd name="connsiteY36" fmla="*/ 124301 h 214788"/>
                <a:gd name="connsiteX37" fmla="*/ 112871 w 214788"/>
                <a:gd name="connsiteY37" fmla="*/ 125254 h 214788"/>
                <a:gd name="connsiteX38" fmla="*/ 114300 w 214788"/>
                <a:gd name="connsiteY38" fmla="*/ 125254 h 214788"/>
                <a:gd name="connsiteX39" fmla="*/ 111443 w 214788"/>
                <a:gd name="connsiteY39" fmla="*/ 123825 h 214788"/>
                <a:gd name="connsiteX40" fmla="*/ 109061 w 214788"/>
                <a:gd name="connsiteY40" fmla="*/ 121920 h 214788"/>
                <a:gd name="connsiteX41" fmla="*/ 96203 w 214788"/>
                <a:gd name="connsiteY41" fmla="*/ 63341 h 214788"/>
                <a:gd name="connsiteX42" fmla="*/ 90964 w 214788"/>
                <a:gd name="connsiteY42" fmla="*/ 58103 h 214788"/>
                <a:gd name="connsiteX43" fmla="*/ 86201 w 214788"/>
                <a:gd name="connsiteY43" fmla="*/ 56674 h 214788"/>
                <a:gd name="connsiteX44" fmla="*/ 80486 w 214788"/>
                <a:gd name="connsiteY44" fmla="*/ 52864 h 214788"/>
                <a:gd name="connsiteX45" fmla="*/ 78581 w 214788"/>
                <a:gd name="connsiteY45" fmla="*/ 50006 h 214788"/>
                <a:gd name="connsiteX46" fmla="*/ 78105 w 214788"/>
                <a:gd name="connsiteY46" fmla="*/ 50482 h 214788"/>
                <a:gd name="connsiteX47" fmla="*/ 77153 w 214788"/>
                <a:gd name="connsiteY47" fmla="*/ 52864 h 214788"/>
                <a:gd name="connsiteX48" fmla="*/ 76200 w 214788"/>
                <a:gd name="connsiteY48" fmla="*/ 54769 h 214788"/>
                <a:gd name="connsiteX49" fmla="*/ 79057 w 214788"/>
                <a:gd name="connsiteY49" fmla="*/ 54293 h 214788"/>
                <a:gd name="connsiteX50" fmla="*/ 81439 w 214788"/>
                <a:gd name="connsiteY50" fmla="*/ 54769 h 214788"/>
                <a:gd name="connsiteX51" fmla="*/ 85725 w 214788"/>
                <a:gd name="connsiteY51" fmla="*/ 58103 h 214788"/>
                <a:gd name="connsiteX52" fmla="*/ 90011 w 214788"/>
                <a:gd name="connsiteY52" fmla="*/ 59055 h 214788"/>
                <a:gd name="connsiteX53" fmla="*/ 92869 w 214788"/>
                <a:gd name="connsiteY53" fmla="*/ 62389 h 214788"/>
                <a:gd name="connsiteX54" fmla="*/ 97155 w 214788"/>
                <a:gd name="connsiteY54" fmla="*/ 66199 h 214788"/>
                <a:gd name="connsiteX55" fmla="*/ 97631 w 214788"/>
                <a:gd name="connsiteY55" fmla="*/ 69532 h 214788"/>
                <a:gd name="connsiteX56" fmla="*/ 95726 w 214788"/>
                <a:gd name="connsiteY56" fmla="*/ 72866 h 214788"/>
                <a:gd name="connsiteX57" fmla="*/ 95250 w 214788"/>
                <a:gd name="connsiteY57" fmla="*/ 77153 h 214788"/>
                <a:gd name="connsiteX58" fmla="*/ 91440 w 214788"/>
                <a:gd name="connsiteY58" fmla="*/ 77153 h 214788"/>
                <a:gd name="connsiteX59" fmla="*/ 91916 w 214788"/>
                <a:gd name="connsiteY59" fmla="*/ 78105 h 214788"/>
                <a:gd name="connsiteX60" fmla="*/ 93821 w 214788"/>
                <a:gd name="connsiteY60" fmla="*/ 79534 h 214788"/>
                <a:gd name="connsiteX61" fmla="*/ 95250 w 214788"/>
                <a:gd name="connsiteY61" fmla="*/ 81915 h 214788"/>
                <a:gd name="connsiteX62" fmla="*/ 96679 w 214788"/>
                <a:gd name="connsiteY62" fmla="*/ 82868 h 214788"/>
                <a:gd name="connsiteX63" fmla="*/ 96679 w 214788"/>
                <a:gd name="connsiteY63" fmla="*/ 79057 h 214788"/>
                <a:gd name="connsiteX64" fmla="*/ 97631 w 214788"/>
                <a:gd name="connsiteY64" fmla="*/ 74771 h 214788"/>
                <a:gd name="connsiteX65" fmla="*/ 98584 w 214788"/>
                <a:gd name="connsiteY65" fmla="*/ 67151 h 214788"/>
                <a:gd name="connsiteX66" fmla="*/ 98107 w 214788"/>
                <a:gd name="connsiteY66" fmla="*/ 65722 h 214788"/>
                <a:gd name="connsiteX67" fmla="*/ 96203 w 214788"/>
                <a:gd name="connsiteY67" fmla="*/ 63341 h 214788"/>
                <a:gd name="connsiteX68" fmla="*/ 50482 w 214788"/>
                <a:gd name="connsiteY68" fmla="*/ 107632 h 214788"/>
                <a:gd name="connsiteX69" fmla="*/ 50482 w 214788"/>
                <a:gd name="connsiteY69" fmla="*/ 106680 h 214788"/>
                <a:gd name="connsiteX70" fmla="*/ 50482 w 214788"/>
                <a:gd name="connsiteY70" fmla="*/ 105728 h 214788"/>
                <a:gd name="connsiteX71" fmla="*/ 49530 w 214788"/>
                <a:gd name="connsiteY71" fmla="*/ 100489 h 214788"/>
                <a:gd name="connsiteX72" fmla="*/ 47625 w 214788"/>
                <a:gd name="connsiteY72" fmla="*/ 97631 h 214788"/>
                <a:gd name="connsiteX73" fmla="*/ 45244 w 214788"/>
                <a:gd name="connsiteY73" fmla="*/ 100965 h 214788"/>
                <a:gd name="connsiteX74" fmla="*/ 42863 w 214788"/>
                <a:gd name="connsiteY74" fmla="*/ 99536 h 214788"/>
                <a:gd name="connsiteX75" fmla="*/ 46196 w 214788"/>
                <a:gd name="connsiteY75" fmla="*/ 97155 h 214788"/>
                <a:gd name="connsiteX76" fmla="*/ 46196 w 214788"/>
                <a:gd name="connsiteY76" fmla="*/ 96203 h 214788"/>
                <a:gd name="connsiteX77" fmla="*/ 44768 w 214788"/>
                <a:gd name="connsiteY77" fmla="*/ 94774 h 214788"/>
                <a:gd name="connsiteX78" fmla="*/ 42863 w 214788"/>
                <a:gd name="connsiteY78" fmla="*/ 95250 h 214788"/>
                <a:gd name="connsiteX79" fmla="*/ 39529 w 214788"/>
                <a:gd name="connsiteY79" fmla="*/ 95726 h 214788"/>
                <a:gd name="connsiteX80" fmla="*/ 38576 w 214788"/>
                <a:gd name="connsiteY80" fmla="*/ 96203 h 214788"/>
                <a:gd name="connsiteX81" fmla="*/ 36195 w 214788"/>
                <a:gd name="connsiteY81" fmla="*/ 95726 h 214788"/>
                <a:gd name="connsiteX82" fmla="*/ 34290 w 214788"/>
                <a:gd name="connsiteY82" fmla="*/ 96679 h 214788"/>
                <a:gd name="connsiteX83" fmla="*/ 37147 w 214788"/>
                <a:gd name="connsiteY83" fmla="*/ 101441 h 214788"/>
                <a:gd name="connsiteX84" fmla="*/ 39053 w 214788"/>
                <a:gd name="connsiteY84" fmla="*/ 103346 h 214788"/>
                <a:gd name="connsiteX85" fmla="*/ 40481 w 214788"/>
                <a:gd name="connsiteY85" fmla="*/ 109061 h 214788"/>
                <a:gd name="connsiteX86" fmla="*/ 41434 w 214788"/>
                <a:gd name="connsiteY86" fmla="*/ 110014 h 214788"/>
                <a:gd name="connsiteX87" fmla="*/ 41434 w 214788"/>
                <a:gd name="connsiteY87" fmla="*/ 113824 h 214788"/>
                <a:gd name="connsiteX88" fmla="*/ 48101 w 214788"/>
                <a:gd name="connsiteY88" fmla="*/ 114300 h 214788"/>
                <a:gd name="connsiteX89" fmla="*/ 50006 w 214788"/>
                <a:gd name="connsiteY89" fmla="*/ 109538 h 214788"/>
                <a:gd name="connsiteX90" fmla="*/ 50006 w 214788"/>
                <a:gd name="connsiteY90" fmla="*/ 108109 h 214788"/>
                <a:gd name="connsiteX91" fmla="*/ 50482 w 214788"/>
                <a:gd name="connsiteY91" fmla="*/ 107632 h 214788"/>
                <a:gd name="connsiteX92" fmla="*/ 37147 w 214788"/>
                <a:gd name="connsiteY92" fmla="*/ 10478 h 214788"/>
                <a:gd name="connsiteX93" fmla="*/ 37147 w 214788"/>
                <a:gd name="connsiteY93" fmla="*/ 9525 h 214788"/>
                <a:gd name="connsiteX94" fmla="*/ 36195 w 214788"/>
                <a:gd name="connsiteY94" fmla="*/ 7620 h 214788"/>
                <a:gd name="connsiteX95" fmla="*/ 31432 w 214788"/>
                <a:gd name="connsiteY95" fmla="*/ 8572 h 214788"/>
                <a:gd name="connsiteX96" fmla="*/ 25241 w 214788"/>
                <a:gd name="connsiteY96" fmla="*/ 8096 h 214788"/>
                <a:gd name="connsiteX97" fmla="*/ 23813 w 214788"/>
                <a:gd name="connsiteY97" fmla="*/ 9049 h 214788"/>
                <a:gd name="connsiteX98" fmla="*/ 21431 w 214788"/>
                <a:gd name="connsiteY98" fmla="*/ 9049 h 214788"/>
                <a:gd name="connsiteX99" fmla="*/ 17145 w 214788"/>
                <a:gd name="connsiteY99" fmla="*/ 8096 h 214788"/>
                <a:gd name="connsiteX100" fmla="*/ 13811 w 214788"/>
                <a:gd name="connsiteY100" fmla="*/ 5715 h 214788"/>
                <a:gd name="connsiteX101" fmla="*/ 12382 w 214788"/>
                <a:gd name="connsiteY101" fmla="*/ 8096 h 214788"/>
                <a:gd name="connsiteX102" fmla="*/ 12859 w 214788"/>
                <a:gd name="connsiteY102" fmla="*/ 9049 h 214788"/>
                <a:gd name="connsiteX103" fmla="*/ 12382 w 214788"/>
                <a:gd name="connsiteY103" fmla="*/ 10478 h 214788"/>
                <a:gd name="connsiteX104" fmla="*/ 9525 w 214788"/>
                <a:gd name="connsiteY104" fmla="*/ 12859 h 214788"/>
                <a:gd name="connsiteX105" fmla="*/ 6668 w 214788"/>
                <a:gd name="connsiteY105" fmla="*/ 13335 h 214788"/>
                <a:gd name="connsiteX106" fmla="*/ 1905 w 214788"/>
                <a:gd name="connsiteY106" fmla="*/ 10001 h 214788"/>
                <a:gd name="connsiteX107" fmla="*/ 0 w 214788"/>
                <a:gd name="connsiteY107" fmla="*/ 9525 h 214788"/>
                <a:gd name="connsiteX108" fmla="*/ 6191 w 214788"/>
                <a:gd name="connsiteY108" fmla="*/ 15240 h 214788"/>
                <a:gd name="connsiteX109" fmla="*/ 8096 w 214788"/>
                <a:gd name="connsiteY109" fmla="*/ 16193 h 214788"/>
                <a:gd name="connsiteX110" fmla="*/ 10478 w 214788"/>
                <a:gd name="connsiteY110" fmla="*/ 16193 h 214788"/>
                <a:gd name="connsiteX111" fmla="*/ 15716 w 214788"/>
                <a:gd name="connsiteY111" fmla="*/ 14288 h 214788"/>
                <a:gd name="connsiteX112" fmla="*/ 25241 w 214788"/>
                <a:gd name="connsiteY112" fmla="*/ 11430 h 214788"/>
                <a:gd name="connsiteX113" fmla="*/ 37147 w 214788"/>
                <a:gd name="connsiteY113" fmla="*/ 10478 h 214788"/>
                <a:gd name="connsiteX114" fmla="*/ 38576 w 214788"/>
                <a:gd name="connsiteY114" fmla="*/ 92393 h 214788"/>
                <a:gd name="connsiteX115" fmla="*/ 39529 w 214788"/>
                <a:gd name="connsiteY115" fmla="*/ 90964 h 214788"/>
                <a:gd name="connsiteX116" fmla="*/ 43339 w 214788"/>
                <a:gd name="connsiteY116" fmla="*/ 88582 h 214788"/>
                <a:gd name="connsiteX117" fmla="*/ 43815 w 214788"/>
                <a:gd name="connsiteY117" fmla="*/ 87630 h 214788"/>
                <a:gd name="connsiteX118" fmla="*/ 43339 w 214788"/>
                <a:gd name="connsiteY118" fmla="*/ 84296 h 214788"/>
                <a:gd name="connsiteX119" fmla="*/ 43339 w 214788"/>
                <a:gd name="connsiteY119" fmla="*/ 80010 h 214788"/>
                <a:gd name="connsiteX120" fmla="*/ 40005 w 214788"/>
                <a:gd name="connsiteY120" fmla="*/ 76676 h 214788"/>
                <a:gd name="connsiteX121" fmla="*/ 37147 w 214788"/>
                <a:gd name="connsiteY121" fmla="*/ 71438 h 214788"/>
                <a:gd name="connsiteX122" fmla="*/ 35243 w 214788"/>
                <a:gd name="connsiteY122" fmla="*/ 69056 h 214788"/>
                <a:gd name="connsiteX123" fmla="*/ 35243 w 214788"/>
                <a:gd name="connsiteY123" fmla="*/ 66199 h 214788"/>
                <a:gd name="connsiteX124" fmla="*/ 33338 w 214788"/>
                <a:gd name="connsiteY124" fmla="*/ 64294 h 214788"/>
                <a:gd name="connsiteX125" fmla="*/ 29051 w 214788"/>
                <a:gd name="connsiteY125" fmla="*/ 62389 h 214788"/>
                <a:gd name="connsiteX126" fmla="*/ 27622 w 214788"/>
                <a:gd name="connsiteY126" fmla="*/ 62865 h 214788"/>
                <a:gd name="connsiteX127" fmla="*/ 29528 w 214788"/>
                <a:gd name="connsiteY127" fmla="*/ 69056 h 214788"/>
                <a:gd name="connsiteX128" fmla="*/ 28575 w 214788"/>
                <a:gd name="connsiteY128" fmla="*/ 72866 h 214788"/>
                <a:gd name="connsiteX129" fmla="*/ 24765 w 214788"/>
                <a:gd name="connsiteY129" fmla="*/ 78581 h 214788"/>
                <a:gd name="connsiteX130" fmla="*/ 25718 w 214788"/>
                <a:gd name="connsiteY130" fmla="*/ 80963 h 214788"/>
                <a:gd name="connsiteX131" fmla="*/ 26194 w 214788"/>
                <a:gd name="connsiteY131" fmla="*/ 80963 h 214788"/>
                <a:gd name="connsiteX132" fmla="*/ 26670 w 214788"/>
                <a:gd name="connsiteY132" fmla="*/ 82391 h 214788"/>
                <a:gd name="connsiteX133" fmla="*/ 24289 w 214788"/>
                <a:gd name="connsiteY133" fmla="*/ 84772 h 214788"/>
                <a:gd name="connsiteX134" fmla="*/ 23813 w 214788"/>
                <a:gd name="connsiteY134" fmla="*/ 82868 h 214788"/>
                <a:gd name="connsiteX135" fmla="*/ 20479 w 214788"/>
                <a:gd name="connsiteY135" fmla="*/ 83344 h 214788"/>
                <a:gd name="connsiteX136" fmla="*/ 22860 w 214788"/>
                <a:gd name="connsiteY136" fmla="*/ 86201 h 214788"/>
                <a:gd name="connsiteX137" fmla="*/ 26670 w 214788"/>
                <a:gd name="connsiteY137" fmla="*/ 88582 h 214788"/>
                <a:gd name="connsiteX138" fmla="*/ 29051 w 214788"/>
                <a:gd name="connsiteY138" fmla="*/ 89059 h 214788"/>
                <a:gd name="connsiteX139" fmla="*/ 30480 w 214788"/>
                <a:gd name="connsiteY139" fmla="*/ 88106 h 214788"/>
                <a:gd name="connsiteX140" fmla="*/ 30956 w 214788"/>
                <a:gd name="connsiteY140" fmla="*/ 90964 h 214788"/>
                <a:gd name="connsiteX141" fmla="*/ 32861 w 214788"/>
                <a:gd name="connsiteY141" fmla="*/ 92869 h 214788"/>
                <a:gd name="connsiteX142" fmla="*/ 33814 w 214788"/>
                <a:gd name="connsiteY142" fmla="*/ 95726 h 214788"/>
                <a:gd name="connsiteX143" fmla="*/ 35719 w 214788"/>
                <a:gd name="connsiteY143" fmla="*/ 93821 h 214788"/>
                <a:gd name="connsiteX144" fmla="*/ 38576 w 214788"/>
                <a:gd name="connsiteY144" fmla="*/ 92393 h 214788"/>
                <a:gd name="connsiteX145" fmla="*/ 200025 w 214788"/>
                <a:gd name="connsiteY145" fmla="*/ 204311 h 214788"/>
                <a:gd name="connsiteX146" fmla="*/ 196691 w 214788"/>
                <a:gd name="connsiteY146" fmla="*/ 206216 h 214788"/>
                <a:gd name="connsiteX147" fmla="*/ 194310 w 214788"/>
                <a:gd name="connsiteY147" fmla="*/ 206216 h 214788"/>
                <a:gd name="connsiteX148" fmla="*/ 190024 w 214788"/>
                <a:gd name="connsiteY148" fmla="*/ 204788 h 214788"/>
                <a:gd name="connsiteX149" fmla="*/ 186690 w 214788"/>
                <a:gd name="connsiteY149" fmla="*/ 205264 h 214788"/>
                <a:gd name="connsiteX150" fmla="*/ 184785 w 214788"/>
                <a:gd name="connsiteY150" fmla="*/ 207645 h 214788"/>
                <a:gd name="connsiteX151" fmla="*/ 181451 w 214788"/>
                <a:gd name="connsiteY151" fmla="*/ 208597 h 214788"/>
                <a:gd name="connsiteX152" fmla="*/ 181928 w 214788"/>
                <a:gd name="connsiteY152" fmla="*/ 209550 h 214788"/>
                <a:gd name="connsiteX153" fmla="*/ 181928 w 214788"/>
                <a:gd name="connsiteY153" fmla="*/ 210503 h 214788"/>
                <a:gd name="connsiteX154" fmla="*/ 181451 w 214788"/>
                <a:gd name="connsiteY154" fmla="*/ 212407 h 214788"/>
                <a:gd name="connsiteX155" fmla="*/ 181451 w 214788"/>
                <a:gd name="connsiteY155" fmla="*/ 213360 h 214788"/>
                <a:gd name="connsiteX156" fmla="*/ 181928 w 214788"/>
                <a:gd name="connsiteY156" fmla="*/ 214789 h 214788"/>
                <a:gd name="connsiteX157" fmla="*/ 190976 w 214788"/>
                <a:gd name="connsiteY157" fmla="*/ 214789 h 214788"/>
                <a:gd name="connsiteX158" fmla="*/ 199072 w 214788"/>
                <a:gd name="connsiteY158" fmla="*/ 213360 h 214788"/>
                <a:gd name="connsiteX159" fmla="*/ 202882 w 214788"/>
                <a:gd name="connsiteY159" fmla="*/ 208597 h 214788"/>
                <a:gd name="connsiteX160" fmla="*/ 203835 w 214788"/>
                <a:gd name="connsiteY160" fmla="*/ 206216 h 214788"/>
                <a:gd name="connsiteX161" fmla="*/ 204311 w 214788"/>
                <a:gd name="connsiteY161" fmla="*/ 202406 h 214788"/>
                <a:gd name="connsiteX162" fmla="*/ 202882 w 214788"/>
                <a:gd name="connsiteY162" fmla="*/ 201930 h 214788"/>
                <a:gd name="connsiteX163" fmla="*/ 200025 w 214788"/>
                <a:gd name="connsiteY163" fmla="*/ 204311 h 214788"/>
                <a:gd name="connsiteX164" fmla="*/ 126206 w 214788"/>
                <a:gd name="connsiteY164" fmla="*/ 98584 h 214788"/>
                <a:gd name="connsiteX165" fmla="*/ 119063 w 214788"/>
                <a:gd name="connsiteY165" fmla="*/ 90488 h 214788"/>
                <a:gd name="connsiteX166" fmla="*/ 118586 w 214788"/>
                <a:gd name="connsiteY166" fmla="*/ 89535 h 214788"/>
                <a:gd name="connsiteX167" fmla="*/ 114300 w 214788"/>
                <a:gd name="connsiteY167" fmla="*/ 81439 h 214788"/>
                <a:gd name="connsiteX168" fmla="*/ 112395 w 214788"/>
                <a:gd name="connsiteY168" fmla="*/ 80963 h 214788"/>
                <a:gd name="connsiteX169" fmla="*/ 111919 w 214788"/>
                <a:gd name="connsiteY169" fmla="*/ 80963 h 214788"/>
                <a:gd name="connsiteX170" fmla="*/ 111443 w 214788"/>
                <a:gd name="connsiteY170" fmla="*/ 82391 h 214788"/>
                <a:gd name="connsiteX171" fmla="*/ 114300 w 214788"/>
                <a:gd name="connsiteY171" fmla="*/ 84772 h 214788"/>
                <a:gd name="connsiteX172" fmla="*/ 115253 w 214788"/>
                <a:gd name="connsiteY172" fmla="*/ 87154 h 214788"/>
                <a:gd name="connsiteX173" fmla="*/ 116681 w 214788"/>
                <a:gd name="connsiteY173" fmla="*/ 88582 h 214788"/>
                <a:gd name="connsiteX174" fmla="*/ 120015 w 214788"/>
                <a:gd name="connsiteY174" fmla="*/ 94297 h 214788"/>
                <a:gd name="connsiteX175" fmla="*/ 122872 w 214788"/>
                <a:gd name="connsiteY175" fmla="*/ 96679 h 214788"/>
                <a:gd name="connsiteX176" fmla="*/ 122872 w 214788"/>
                <a:gd name="connsiteY176" fmla="*/ 98107 h 214788"/>
                <a:gd name="connsiteX177" fmla="*/ 120491 w 214788"/>
                <a:gd name="connsiteY177" fmla="*/ 100013 h 214788"/>
                <a:gd name="connsiteX178" fmla="*/ 119539 w 214788"/>
                <a:gd name="connsiteY178" fmla="*/ 101441 h 214788"/>
                <a:gd name="connsiteX179" fmla="*/ 120968 w 214788"/>
                <a:gd name="connsiteY179" fmla="*/ 101441 h 214788"/>
                <a:gd name="connsiteX180" fmla="*/ 124301 w 214788"/>
                <a:gd name="connsiteY180" fmla="*/ 100965 h 214788"/>
                <a:gd name="connsiteX181" fmla="*/ 126682 w 214788"/>
                <a:gd name="connsiteY181" fmla="*/ 101441 h 214788"/>
                <a:gd name="connsiteX182" fmla="*/ 126206 w 214788"/>
                <a:gd name="connsiteY182" fmla="*/ 98584 h 214788"/>
                <a:gd name="connsiteX183" fmla="*/ 175736 w 214788"/>
                <a:gd name="connsiteY183" fmla="*/ 150495 h 214788"/>
                <a:gd name="connsiteX184" fmla="*/ 172403 w 214788"/>
                <a:gd name="connsiteY184" fmla="*/ 150971 h 214788"/>
                <a:gd name="connsiteX185" fmla="*/ 171450 w 214788"/>
                <a:gd name="connsiteY185" fmla="*/ 151924 h 214788"/>
                <a:gd name="connsiteX186" fmla="*/ 171450 w 214788"/>
                <a:gd name="connsiteY186" fmla="*/ 153829 h 214788"/>
                <a:gd name="connsiteX187" fmla="*/ 173355 w 214788"/>
                <a:gd name="connsiteY187" fmla="*/ 156210 h 214788"/>
                <a:gd name="connsiteX188" fmla="*/ 173831 w 214788"/>
                <a:gd name="connsiteY188" fmla="*/ 157639 h 214788"/>
                <a:gd name="connsiteX189" fmla="*/ 172879 w 214788"/>
                <a:gd name="connsiteY189" fmla="*/ 159544 h 214788"/>
                <a:gd name="connsiteX190" fmla="*/ 170974 w 214788"/>
                <a:gd name="connsiteY190" fmla="*/ 160496 h 214788"/>
                <a:gd name="connsiteX191" fmla="*/ 170497 w 214788"/>
                <a:gd name="connsiteY191" fmla="*/ 161449 h 214788"/>
                <a:gd name="connsiteX192" fmla="*/ 169069 w 214788"/>
                <a:gd name="connsiteY192" fmla="*/ 162401 h 214788"/>
                <a:gd name="connsiteX193" fmla="*/ 166688 w 214788"/>
                <a:gd name="connsiteY193" fmla="*/ 165259 h 214788"/>
                <a:gd name="connsiteX194" fmla="*/ 161925 w 214788"/>
                <a:gd name="connsiteY194" fmla="*/ 168593 h 214788"/>
                <a:gd name="connsiteX195" fmla="*/ 161449 w 214788"/>
                <a:gd name="connsiteY195" fmla="*/ 170497 h 214788"/>
                <a:gd name="connsiteX196" fmla="*/ 163830 w 214788"/>
                <a:gd name="connsiteY196" fmla="*/ 169545 h 214788"/>
                <a:gd name="connsiteX197" fmla="*/ 167640 w 214788"/>
                <a:gd name="connsiteY197" fmla="*/ 166211 h 214788"/>
                <a:gd name="connsiteX198" fmla="*/ 171450 w 214788"/>
                <a:gd name="connsiteY198" fmla="*/ 164306 h 214788"/>
                <a:gd name="connsiteX199" fmla="*/ 176213 w 214788"/>
                <a:gd name="connsiteY199" fmla="*/ 158115 h 214788"/>
                <a:gd name="connsiteX200" fmla="*/ 174784 w 214788"/>
                <a:gd name="connsiteY200" fmla="*/ 152876 h 214788"/>
                <a:gd name="connsiteX201" fmla="*/ 175736 w 214788"/>
                <a:gd name="connsiteY201" fmla="*/ 150495 h 214788"/>
                <a:gd name="connsiteX202" fmla="*/ 212884 w 214788"/>
                <a:gd name="connsiteY202" fmla="*/ 164306 h 214788"/>
                <a:gd name="connsiteX203" fmla="*/ 210503 w 214788"/>
                <a:gd name="connsiteY203" fmla="*/ 162878 h 214788"/>
                <a:gd name="connsiteX204" fmla="*/ 206693 w 214788"/>
                <a:gd name="connsiteY204" fmla="*/ 161925 h 214788"/>
                <a:gd name="connsiteX205" fmla="*/ 205740 w 214788"/>
                <a:gd name="connsiteY205" fmla="*/ 161925 h 214788"/>
                <a:gd name="connsiteX206" fmla="*/ 203835 w 214788"/>
                <a:gd name="connsiteY206" fmla="*/ 161449 h 214788"/>
                <a:gd name="connsiteX207" fmla="*/ 200978 w 214788"/>
                <a:gd name="connsiteY207" fmla="*/ 160496 h 214788"/>
                <a:gd name="connsiteX208" fmla="*/ 200025 w 214788"/>
                <a:gd name="connsiteY208" fmla="*/ 163354 h 214788"/>
                <a:gd name="connsiteX209" fmla="*/ 201930 w 214788"/>
                <a:gd name="connsiteY209" fmla="*/ 163830 h 214788"/>
                <a:gd name="connsiteX210" fmla="*/ 206216 w 214788"/>
                <a:gd name="connsiteY210" fmla="*/ 163830 h 214788"/>
                <a:gd name="connsiteX211" fmla="*/ 209550 w 214788"/>
                <a:gd name="connsiteY211" fmla="*/ 164306 h 214788"/>
                <a:gd name="connsiteX212" fmla="*/ 213360 w 214788"/>
                <a:gd name="connsiteY212" fmla="*/ 166688 h 214788"/>
                <a:gd name="connsiteX213" fmla="*/ 214789 w 214788"/>
                <a:gd name="connsiteY213" fmla="*/ 165259 h 214788"/>
                <a:gd name="connsiteX214" fmla="*/ 212884 w 214788"/>
                <a:gd name="connsiteY214" fmla="*/ 164306 h 214788"/>
                <a:gd name="connsiteX215" fmla="*/ 138589 w 214788"/>
                <a:gd name="connsiteY215" fmla="*/ 138113 h 214788"/>
                <a:gd name="connsiteX216" fmla="*/ 134303 w 214788"/>
                <a:gd name="connsiteY216" fmla="*/ 135731 h 214788"/>
                <a:gd name="connsiteX217" fmla="*/ 132874 w 214788"/>
                <a:gd name="connsiteY217" fmla="*/ 129064 h 214788"/>
                <a:gd name="connsiteX218" fmla="*/ 130493 w 214788"/>
                <a:gd name="connsiteY218" fmla="*/ 125254 h 214788"/>
                <a:gd name="connsiteX219" fmla="*/ 129064 w 214788"/>
                <a:gd name="connsiteY219" fmla="*/ 121444 h 214788"/>
                <a:gd name="connsiteX220" fmla="*/ 125730 w 214788"/>
                <a:gd name="connsiteY220" fmla="*/ 117157 h 214788"/>
                <a:gd name="connsiteX221" fmla="*/ 125730 w 214788"/>
                <a:gd name="connsiteY221" fmla="*/ 120015 h 214788"/>
                <a:gd name="connsiteX222" fmla="*/ 126682 w 214788"/>
                <a:gd name="connsiteY222" fmla="*/ 120968 h 214788"/>
                <a:gd name="connsiteX223" fmla="*/ 128111 w 214788"/>
                <a:gd name="connsiteY223" fmla="*/ 124301 h 214788"/>
                <a:gd name="connsiteX224" fmla="*/ 130969 w 214788"/>
                <a:gd name="connsiteY224" fmla="*/ 129064 h 214788"/>
                <a:gd name="connsiteX225" fmla="*/ 131921 w 214788"/>
                <a:gd name="connsiteY225" fmla="*/ 131445 h 214788"/>
                <a:gd name="connsiteX226" fmla="*/ 131445 w 214788"/>
                <a:gd name="connsiteY226" fmla="*/ 133826 h 214788"/>
                <a:gd name="connsiteX227" fmla="*/ 129064 w 214788"/>
                <a:gd name="connsiteY227" fmla="*/ 134303 h 214788"/>
                <a:gd name="connsiteX228" fmla="*/ 128588 w 214788"/>
                <a:gd name="connsiteY228" fmla="*/ 135255 h 214788"/>
                <a:gd name="connsiteX229" fmla="*/ 131921 w 214788"/>
                <a:gd name="connsiteY229" fmla="*/ 137160 h 214788"/>
                <a:gd name="connsiteX230" fmla="*/ 137160 w 214788"/>
                <a:gd name="connsiteY230" fmla="*/ 139065 h 214788"/>
                <a:gd name="connsiteX231" fmla="*/ 141446 w 214788"/>
                <a:gd name="connsiteY231" fmla="*/ 146209 h 214788"/>
                <a:gd name="connsiteX232" fmla="*/ 141446 w 214788"/>
                <a:gd name="connsiteY232" fmla="*/ 145256 h 214788"/>
                <a:gd name="connsiteX233" fmla="*/ 141446 w 214788"/>
                <a:gd name="connsiteY233" fmla="*/ 141446 h 214788"/>
                <a:gd name="connsiteX234" fmla="*/ 138589 w 214788"/>
                <a:gd name="connsiteY234" fmla="*/ 138113 h 214788"/>
                <a:gd name="connsiteX235" fmla="*/ 162401 w 214788"/>
                <a:gd name="connsiteY235" fmla="*/ 151447 h 214788"/>
                <a:gd name="connsiteX236" fmla="*/ 167164 w 214788"/>
                <a:gd name="connsiteY236" fmla="*/ 153353 h 214788"/>
                <a:gd name="connsiteX237" fmla="*/ 169545 w 214788"/>
                <a:gd name="connsiteY237" fmla="*/ 151924 h 214788"/>
                <a:gd name="connsiteX238" fmla="*/ 168593 w 214788"/>
                <a:gd name="connsiteY238" fmla="*/ 151447 h 214788"/>
                <a:gd name="connsiteX239" fmla="*/ 164782 w 214788"/>
                <a:gd name="connsiteY239" fmla="*/ 150019 h 214788"/>
                <a:gd name="connsiteX240" fmla="*/ 163354 w 214788"/>
                <a:gd name="connsiteY240" fmla="*/ 148114 h 214788"/>
                <a:gd name="connsiteX241" fmla="*/ 160496 w 214788"/>
                <a:gd name="connsiteY241" fmla="*/ 147161 h 214788"/>
                <a:gd name="connsiteX242" fmla="*/ 160496 w 214788"/>
                <a:gd name="connsiteY242" fmla="*/ 148590 h 214788"/>
                <a:gd name="connsiteX243" fmla="*/ 160972 w 214788"/>
                <a:gd name="connsiteY243" fmla="*/ 150019 h 214788"/>
                <a:gd name="connsiteX244" fmla="*/ 161925 w 214788"/>
                <a:gd name="connsiteY244" fmla="*/ 151924 h 214788"/>
                <a:gd name="connsiteX245" fmla="*/ 162401 w 214788"/>
                <a:gd name="connsiteY245" fmla="*/ 151447 h 21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214788" h="214788">
                  <a:moveTo>
                    <a:pt x="62865" y="12859"/>
                  </a:moveTo>
                  <a:lnTo>
                    <a:pt x="59531" y="11430"/>
                  </a:lnTo>
                  <a:lnTo>
                    <a:pt x="59055" y="10478"/>
                  </a:lnTo>
                  <a:lnTo>
                    <a:pt x="59055" y="9525"/>
                  </a:lnTo>
                  <a:lnTo>
                    <a:pt x="58103" y="8572"/>
                  </a:lnTo>
                  <a:lnTo>
                    <a:pt x="55721" y="7144"/>
                  </a:lnTo>
                  <a:lnTo>
                    <a:pt x="52864" y="3810"/>
                  </a:lnTo>
                  <a:lnTo>
                    <a:pt x="50006" y="1429"/>
                  </a:lnTo>
                  <a:lnTo>
                    <a:pt x="45244" y="953"/>
                  </a:lnTo>
                  <a:lnTo>
                    <a:pt x="41434" y="0"/>
                  </a:lnTo>
                  <a:lnTo>
                    <a:pt x="39053" y="0"/>
                  </a:lnTo>
                  <a:lnTo>
                    <a:pt x="36195" y="1429"/>
                  </a:lnTo>
                  <a:lnTo>
                    <a:pt x="41434" y="1429"/>
                  </a:lnTo>
                  <a:lnTo>
                    <a:pt x="50959" y="3334"/>
                  </a:lnTo>
                  <a:lnTo>
                    <a:pt x="57150" y="11430"/>
                  </a:lnTo>
                  <a:lnTo>
                    <a:pt x="60484" y="13335"/>
                  </a:lnTo>
                  <a:lnTo>
                    <a:pt x="61436" y="15716"/>
                  </a:lnTo>
                  <a:lnTo>
                    <a:pt x="60484" y="18097"/>
                  </a:lnTo>
                  <a:lnTo>
                    <a:pt x="60960" y="20479"/>
                  </a:lnTo>
                  <a:lnTo>
                    <a:pt x="60007" y="23336"/>
                  </a:lnTo>
                  <a:lnTo>
                    <a:pt x="60007" y="28099"/>
                  </a:lnTo>
                  <a:lnTo>
                    <a:pt x="58579" y="30480"/>
                  </a:lnTo>
                  <a:lnTo>
                    <a:pt x="54769" y="33338"/>
                  </a:lnTo>
                  <a:lnTo>
                    <a:pt x="57150" y="34290"/>
                  </a:lnTo>
                  <a:lnTo>
                    <a:pt x="60007" y="38100"/>
                  </a:lnTo>
                  <a:lnTo>
                    <a:pt x="60484" y="37624"/>
                  </a:lnTo>
                  <a:lnTo>
                    <a:pt x="61436" y="35719"/>
                  </a:lnTo>
                  <a:lnTo>
                    <a:pt x="62389" y="25241"/>
                  </a:lnTo>
                  <a:lnTo>
                    <a:pt x="66675" y="21907"/>
                  </a:lnTo>
                  <a:lnTo>
                    <a:pt x="65722" y="14764"/>
                  </a:lnTo>
                  <a:lnTo>
                    <a:pt x="62865" y="12859"/>
                  </a:lnTo>
                  <a:close/>
                  <a:moveTo>
                    <a:pt x="109061" y="121920"/>
                  </a:moveTo>
                  <a:lnTo>
                    <a:pt x="104299" y="118110"/>
                  </a:lnTo>
                  <a:lnTo>
                    <a:pt x="102394" y="117157"/>
                  </a:lnTo>
                  <a:lnTo>
                    <a:pt x="101441" y="119539"/>
                  </a:lnTo>
                  <a:lnTo>
                    <a:pt x="104299" y="120015"/>
                  </a:lnTo>
                  <a:lnTo>
                    <a:pt x="110490" y="124301"/>
                  </a:lnTo>
                  <a:lnTo>
                    <a:pt x="112871" y="125254"/>
                  </a:lnTo>
                  <a:lnTo>
                    <a:pt x="114300" y="125254"/>
                  </a:lnTo>
                  <a:lnTo>
                    <a:pt x="111443" y="123825"/>
                  </a:lnTo>
                  <a:lnTo>
                    <a:pt x="109061" y="121920"/>
                  </a:lnTo>
                  <a:close/>
                  <a:moveTo>
                    <a:pt x="96203" y="63341"/>
                  </a:moveTo>
                  <a:lnTo>
                    <a:pt x="90964" y="58103"/>
                  </a:lnTo>
                  <a:lnTo>
                    <a:pt x="86201" y="56674"/>
                  </a:lnTo>
                  <a:lnTo>
                    <a:pt x="80486" y="52864"/>
                  </a:lnTo>
                  <a:lnTo>
                    <a:pt x="78581" y="50006"/>
                  </a:lnTo>
                  <a:lnTo>
                    <a:pt x="78105" y="50482"/>
                  </a:lnTo>
                  <a:lnTo>
                    <a:pt x="77153" y="52864"/>
                  </a:lnTo>
                  <a:lnTo>
                    <a:pt x="76200" y="54769"/>
                  </a:lnTo>
                  <a:lnTo>
                    <a:pt x="79057" y="54293"/>
                  </a:lnTo>
                  <a:lnTo>
                    <a:pt x="81439" y="54769"/>
                  </a:lnTo>
                  <a:lnTo>
                    <a:pt x="85725" y="58103"/>
                  </a:lnTo>
                  <a:lnTo>
                    <a:pt x="90011" y="59055"/>
                  </a:lnTo>
                  <a:lnTo>
                    <a:pt x="92869" y="62389"/>
                  </a:lnTo>
                  <a:lnTo>
                    <a:pt x="97155" y="66199"/>
                  </a:lnTo>
                  <a:lnTo>
                    <a:pt x="97631" y="69532"/>
                  </a:lnTo>
                  <a:lnTo>
                    <a:pt x="95726" y="72866"/>
                  </a:lnTo>
                  <a:lnTo>
                    <a:pt x="95250" y="77153"/>
                  </a:lnTo>
                  <a:lnTo>
                    <a:pt x="91440" y="77153"/>
                  </a:lnTo>
                  <a:lnTo>
                    <a:pt x="91916" y="78105"/>
                  </a:lnTo>
                  <a:lnTo>
                    <a:pt x="93821" y="79534"/>
                  </a:lnTo>
                  <a:lnTo>
                    <a:pt x="95250" y="81915"/>
                  </a:lnTo>
                  <a:lnTo>
                    <a:pt x="96679" y="82868"/>
                  </a:lnTo>
                  <a:lnTo>
                    <a:pt x="96679" y="79057"/>
                  </a:lnTo>
                  <a:lnTo>
                    <a:pt x="97631" y="74771"/>
                  </a:lnTo>
                  <a:lnTo>
                    <a:pt x="98584" y="67151"/>
                  </a:lnTo>
                  <a:lnTo>
                    <a:pt x="98107" y="65722"/>
                  </a:lnTo>
                  <a:lnTo>
                    <a:pt x="96203" y="63341"/>
                  </a:lnTo>
                  <a:close/>
                  <a:moveTo>
                    <a:pt x="50482" y="107632"/>
                  </a:moveTo>
                  <a:lnTo>
                    <a:pt x="50482" y="106680"/>
                  </a:lnTo>
                  <a:lnTo>
                    <a:pt x="50482" y="105728"/>
                  </a:lnTo>
                  <a:lnTo>
                    <a:pt x="49530" y="100489"/>
                  </a:lnTo>
                  <a:lnTo>
                    <a:pt x="47625" y="97631"/>
                  </a:lnTo>
                  <a:lnTo>
                    <a:pt x="45244" y="100965"/>
                  </a:lnTo>
                  <a:lnTo>
                    <a:pt x="42863" y="99536"/>
                  </a:lnTo>
                  <a:lnTo>
                    <a:pt x="46196" y="97155"/>
                  </a:lnTo>
                  <a:lnTo>
                    <a:pt x="46196" y="96203"/>
                  </a:lnTo>
                  <a:lnTo>
                    <a:pt x="44768" y="94774"/>
                  </a:lnTo>
                  <a:lnTo>
                    <a:pt x="42863" y="95250"/>
                  </a:lnTo>
                  <a:lnTo>
                    <a:pt x="39529" y="95726"/>
                  </a:lnTo>
                  <a:lnTo>
                    <a:pt x="38576" y="96203"/>
                  </a:lnTo>
                  <a:lnTo>
                    <a:pt x="36195" y="95726"/>
                  </a:lnTo>
                  <a:lnTo>
                    <a:pt x="34290" y="96679"/>
                  </a:lnTo>
                  <a:lnTo>
                    <a:pt x="37147" y="101441"/>
                  </a:lnTo>
                  <a:lnTo>
                    <a:pt x="39053" y="103346"/>
                  </a:lnTo>
                  <a:lnTo>
                    <a:pt x="40481" y="109061"/>
                  </a:lnTo>
                  <a:lnTo>
                    <a:pt x="41434" y="110014"/>
                  </a:lnTo>
                  <a:lnTo>
                    <a:pt x="41434" y="113824"/>
                  </a:lnTo>
                  <a:lnTo>
                    <a:pt x="48101" y="114300"/>
                  </a:lnTo>
                  <a:lnTo>
                    <a:pt x="50006" y="109538"/>
                  </a:lnTo>
                  <a:lnTo>
                    <a:pt x="50006" y="108109"/>
                  </a:lnTo>
                  <a:lnTo>
                    <a:pt x="50482" y="107632"/>
                  </a:lnTo>
                  <a:close/>
                  <a:moveTo>
                    <a:pt x="37147" y="10478"/>
                  </a:moveTo>
                  <a:lnTo>
                    <a:pt x="37147" y="9525"/>
                  </a:lnTo>
                  <a:lnTo>
                    <a:pt x="36195" y="7620"/>
                  </a:lnTo>
                  <a:lnTo>
                    <a:pt x="31432" y="8572"/>
                  </a:lnTo>
                  <a:lnTo>
                    <a:pt x="25241" y="8096"/>
                  </a:lnTo>
                  <a:lnTo>
                    <a:pt x="23813" y="9049"/>
                  </a:lnTo>
                  <a:lnTo>
                    <a:pt x="21431" y="9049"/>
                  </a:lnTo>
                  <a:lnTo>
                    <a:pt x="17145" y="8096"/>
                  </a:lnTo>
                  <a:lnTo>
                    <a:pt x="13811" y="5715"/>
                  </a:lnTo>
                  <a:lnTo>
                    <a:pt x="12382" y="8096"/>
                  </a:lnTo>
                  <a:lnTo>
                    <a:pt x="12859" y="9049"/>
                  </a:lnTo>
                  <a:lnTo>
                    <a:pt x="12382" y="10478"/>
                  </a:lnTo>
                  <a:lnTo>
                    <a:pt x="9525" y="12859"/>
                  </a:lnTo>
                  <a:lnTo>
                    <a:pt x="6668" y="13335"/>
                  </a:lnTo>
                  <a:lnTo>
                    <a:pt x="1905" y="10001"/>
                  </a:lnTo>
                  <a:lnTo>
                    <a:pt x="0" y="9525"/>
                  </a:lnTo>
                  <a:lnTo>
                    <a:pt x="6191" y="15240"/>
                  </a:lnTo>
                  <a:lnTo>
                    <a:pt x="8096" y="16193"/>
                  </a:lnTo>
                  <a:lnTo>
                    <a:pt x="10478" y="16193"/>
                  </a:lnTo>
                  <a:lnTo>
                    <a:pt x="15716" y="14288"/>
                  </a:lnTo>
                  <a:lnTo>
                    <a:pt x="25241" y="11430"/>
                  </a:lnTo>
                  <a:lnTo>
                    <a:pt x="37147" y="10478"/>
                  </a:lnTo>
                  <a:close/>
                  <a:moveTo>
                    <a:pt x="38576" y="92393"/>
                  </a:moveTo>
                  <a:lnTo>
                    <a:pt x="39529" y="90964"/>
                  </a:lnTo>
                  <a:lnTo>
                    <a:pt x="43339" y="88582"/>
                  </a:lnTo>
                  <a:lnTo>
                    <a:pt x="43815" y="87630"/>
                  </a:lnTo>
                  <a:lnTo>
                    <a:pt x="43339" y="84296"/>
                  </a:lnTo>
                  <a:lnTo>
                    <a:pt x="43339" y="80010"/>
                  </a:lnTo>
                  <a:lnTo>
                    <a:pt x="40005" y="76676"/>
                  </a:lnTo>
                  <a:lnTo>
                    <a:pt x="37147" y="71438"/>
                  </a:lnTo>
                  <a:lnTo>
                    <a:pt x="35243" y="69056"/>
                  </a:lnTo>
                  <a:lnTo>
                    <a:pt x="35243" y="66199"/>
                  </a:lnTo>
                  <a:lnTo>
                    <a:pt x="33338" y="64294"/>
                  </a:lnTo>
                  <a:lnTo>
                    <a:pt x="29051" y="62389"/>
                  </a:lnTo>
                  <a:lnTo>
                    <a:pt x="27622" y="62865"/>
                  </a:lnTo>
                  <a:lnTo>
                    <a:pt x="29528" y="69056"/>
                  </a:lnTo>
                  <a:lnTo>
                    <a:pt x="28575" y="72866"/>
                  </a:lnTo>
                  <a:lnTo>
                    <a:pt x="24765" y="78581"/>
                  </a:lnTo>
                  <a:lnTo>
                    <a:pt x="25718" y="80963"/>
                  </a:lnTo>
                  <a:lnTo>
                    <a:pt x="26194" y="80963"/>
                  </a:lnTo>
                  <a:lnTo>
                    <a:pt x="26670" y="82391"/>
                  </a:lnTo>
                  <a:lnTo>
                    <a:pt x="24289" y="84772"/>
                  </a:lnTo>
                  <a:lnTo>
                    <a:pt x="23813" y="82868"/>
                  </a:lnTo>
                  <a:lnTo>
                    <a:pt x="20479" y="83344"/>
                  </a:lnTo>
                  <a:lnTo>
                    <a:pt x="22860" y="86201"/>
                  </a:lnTo>
                  <a:lnTo>
                    <a:pt x="26670" y="88582"/>
                  </a:lnTo>
                  <a:lnTo>
                    <a:pt x="29051" y="89059"/>
                  </a:lnTo>
                  <a:lnTo>
                    <a:pt x="30480" y="88106"/>
                  </a:lnTo>
                  <a:lnTo>
                    <a:pt x="30956" y="90964"/>
                  </a:lnTo>
                  <a:lnTo>
                    <a:pt x="32861" y="92869"/>
                  </a:lnTo>
                  <a:lnTo>
                    <a:pt x="33814" y="95726"/>
                  </a:lnTo>
                  <a:lnTo>
                    <a:pt x="35719" y="93821"/>
                  </a:lnTo>
                  <a:lnTo>
                    <a:pt x="38576" y="92393"/>
                  </a:lnTo>
                  <a:close/>
                  <a:moveTo>
                    <a:pt x="200025" y="204311"/>
                  </a:moveTo>
                  <a:lnTo>
                    <a:pt x="196691" y="206216"/>
                  </a:lnTo>
                  <a:lnTo>
                    <a:pt x="194310" y="206216"/>
                  </a:lnTo>
                  <a:lnTo>
                    <a:pt x="190024" y="204788"/>
                  </a:lnTo>
                  <a:lnTo>
                    <a:pt x="186690" y="205264"/>
                  </a:lnTo>
                  <a:lnTo>
                    <a:pt x="184785" y="207645"/>
                  </a:lnTo>
                  <a:lnTo>
                    <a:pt x="181451" y="208597"/>
                  </a:lnTo>
                  <a:lnTo>
                    <a:pt x="181928" y="209550"/>
                  </a:lnTo>
                  <a:lnTo>
                    <a:pt x="181928" y="210503"/>
                  </a:lnTo>
                  <a:lnTo>
                    <a:pt x="181451" y="212407"/>
                  </a:lnTo>
                  <a:lnTo>
                    <a:pt x="181451" y="213360"/>
                  </a:lnTo>
                  <a:lnTo>
                    <a:pt x="181928" y="214789"/>
                  </a:lnTo>
                  <a:lnTo>
                    <a:pt x="190976" y="214789"/>
                  </a:lnTo>
                  <a:lnTo>
                    <a:pt x="199072" y="213360"/>
                  </a:lnTo>
                  <a:lnTo>
                    <a:pt x="202882" y="208597"/>
                  </a:lnTo>
                  <a:lnTo>
                    <a:pt x="203835" y="206216"/>
                  </a:lnTo>
                  <a:lnTo>
                    <a:pt x="204311" y="202406"/>
                  </a:lnTo>
                  <a:lnTo>
                    <a:pt x="202882" y="201930"/>
                  </a:lnTo>
                  <a:lnTo>
                    <a:pt x="200025" y="204311"/>
                  </a:lnTo>
                  <a:close/>
                  <a:moveTo>
                    <a:pt x="126206" y="98584"/>
                  </a:moveTo>
                  <a:lnTo>
                    <a:pt x="119063" y="90488"/>
                  </a:lnTo>
                  <a:lnTo>
                    <a:pt x="118586" y="89535"/>
                  </a:lnTo>
                  <a:lnTo>
                    <a:pt x="114300" y="81439"/>
                  </a:lnTo>
                  <a:lnTo>
                    <a:pt x="112395" y="80963"/>
                  </a:lnTo>
                  <a:lnTo>
                    <a:pt x="111919" y="80963"/>
                  </a:lnTo>
                  <a:lnTo>
                    <a:pt x="111443" y="82391"/>
                  </a:lnTo>
                  <a:lnTo>
                    <a:pt x="114300" y="84772"/>
                  </a:lnTo>
                  <a:lnTo>
                    <a:pt x="115253" y="87154"/>
                  </a:lnTo>
                  <a:lnTo>
                    <a:pt x="116681" y="88582"/>
                  </a:lnTo>
                  <a:lnTo>
                    <a:pt x="120015" y="94297"/>
                  </a:lnTo>
                  <a:lnTo>
                    <a:pt x="122872" y="96679"/>
                  </a:lnTo>
                  <a:lnTo>
                    <a:pt x="122872" y="98107"/>
                  </a:lnTo>
                  <a:lnTo>
                    <a:pt x="120491" y="100013"/>
                  </a:lnTo>
                  <a:lnTo>
                    <a:pt x="119539" y="101441"/>
                  </a:lnTo>
                  <a:lnTo>
                    <a:pt x="120968" y="101441"/>
                  </a:lnTo>
                  <a:lnTo>
                    <a:pt x="124301" y="100965"/>
                  </a:lnTo>
                  <a:lnTo>
                    <a:pt x="126682" y="101441"/>
                  </a:lnTo>
                  <a:lnTo>
                    <a:pt x="126206" y="98584"/>
                  </a:lnTo>
                  <a:close/>
                  <a:moveTo>
                    <a:pt x="175736" y="150495"/>
                  </a:moveTo>
                  <a:lnTo>
                    <a:pt x="172403" y="150971"/>
                  </a:lnTo>
                  <a:lnTo>
                    <a:pt x="171450" y="151924"/>
                  </a:lnTo>
                  <a:lnTo>
                    <a:pt x="171450" y="153829"/>
                  </a:lnTo>
                  <a:lnTo>
                    <a:pt x="173355" y="156210"/>
                  </a:lnTo>
                  <a:lnTo>
                    <a:pt x="173831" y="157639"/>
                  </a:lnTo>
                  <a:lnTo>
                    <a:pt x="172879" y="159544"/>
                  </a:lnTo>
                  <a:lnTo>
                    <a:pt x="170974" y="160496"/>
                  </a:lnTo>
                  <a:lnTo>
                    <a:pt x="170497" y="161449"/>
                  </a:lnTo>
                  <a:lnTo>
                    <a:pt x="169069" y="162401"/>
                  </a:lnTo>
                  <a:lnTo>
                    <a:pt x="166688" y="165259"/>
                  </a:lnTo>
                  <a:lnTo>
                    <a:pt x="161925" y="168593"/>
                  </a:lnTo>
                  <a:lnTo>
                    <a:pt x="161449" y="170497"/>
                  </a:lnTo>
                  <a:lnTo>
                    <a:pt x="163830" y="169545"/>
                  </a:lnTo>
                  <a:lnTo>
                    <a:pt x="167640" y="166211"/>
                  </a:lnTo>
                  <a:lnTo>
                    <a:pt x="171450" y="164306"/>
                  </a:lnTo>
                  <a:lnTo>
                    <a:pt x="176213" y="158115"/>
                  </a:lnTo>
                  <a:lnTo>
                    <a:pt x="174784" y="152876"/>
                  </a:lnTo>
                  <a:lnTo>
                    <a:pt x="175736" y="150495"/>
                  </a:lnTo>
                  <a:close/>
                  <a:moveTo>
                    <a:pt x="212884" y="164306"/>
                  </a:moveTo>
                  <a:lnTo>
                    <a:pt x="210503" y="162878"/>
                  </a:lnTo>
                  <a:lnTo>
                    <a:pt x="206693" y="161925"/>
                  </a:lnTo>
                  <a:lnTo>
                    <a:pt x="205740" y="161925"/>
                  </a:lnTo>
                  <a:lnTo>
                    <a:pt x="203835" y="161449"/>
                  </a:lnTo>
                  <a:lnTo>
                    <a:pt x="200978" y="160496"/>
                  </a:lnTo>
                  <a:lnTo>
                    <a:pt x="200025" y="163354"/>
                  </a:lnTo>
                  <a:lnTo>
                    <a:pt x="201930" y="163830"/>
                  </a:lnTo>
                  <a:lnTo>
                    <a:pt x="206216" y="163830"/>
                  </a:lnTo>
                  <a:lnTo>
                    <a:pt x="209550" y="164306"/>
                  </a:lnTo>
                  <a:lnTo>
                    <a:pt x="213360" y="166688"/>
                  </a:lnTo>
                  <a:lnTo>
                    <a:pt x="214789" y="165259"/>
                  </a:lnTo>
                  <a:lnTo>
                    <a:pt x="212884" y="164306"/>
                  </a:lnTo>
                  <a:close/>
                  <a:moveTo>
                    <a:pt x="138589" y="138113"/>
                  </a:moveTo>
                  <a:lnTo>
                    <a:pt x="134303" y="135731"/>
                  </a:lnTo>
                  <a:lnTo>
                    <a:pt x="132874" y="129064"/>
                  </a:lnTo>
                  <a:lnTo>
                    <a:pt x="130493" y="125254"/>
                  </a:lnTo>
                  <a:lnTo>
                    <a:pt x="129064" y="121444"/>
                  </a:lnTo>
                  <a:lnTo>
                    <a:pt x="125730" y="117157"/>
                  </a:lnTo>
                  <a:lnTo>
                    <a:pt x="125730" y="120015"/>
                  </a:lnTo>
                  <a:lnTo>
                    <a:pt x="126682" y="120968"/>
                  </a:lnTo>
                  <a:lnTo>
                    <a:pt x="128111" y="124301"/>
                  </a:lnTo>
                  <a:lnTo>
                    <a:pt x="130969" y="129064"/>
                  </a:lnTo>
                  <a:lnTo>
                    <a:pt x="131921" y="131445"/>
                  </a:lnTo>
                  <a:lnTo>
                    <a:pt x="131445" y="133826"/>
                  </a:lnTo>
                  <a:lnTo>
                    <a:pt x="129064" y="134303"/>
                  </a:lnTo>
                  <a:lnTo>
                    <a:pt x="128588" y="135255"/>
                  </a:lnTo>
                  <a:lnTo>
                    <a:pt x="131921" y="137160"/>
                  </a:lnTo>
                  <a:lnTo>
                    <a:pt x="137160" y="139065"/>
                  </a:lnTo>
                  <a:lnTo>
                    <a:pt x="141446" y="146209"/>
                  </a:lnTo>
                  <a:lnTo>
                    <a:pt x="141446" y="145256"/>
                  </a:lnTo>
                  <a:lnTo>
                    <a:pt x="141446" y="141446"/>
                  </a:lnTo>
                  <a:lnTo>
                    <a:pt x="138589" y="138113"/>
                  </a:lnTo>
                  <a:close/>
                  <a:moveTo>
                    <a:pt x="162401" y="151447"/>
                  </a:moveTo>
                  <a:lnTo>
                    <a:pt x="167164" y="153353"/>
                  </a:lnTo>
                  <a:lnTo>
                    <a:pt x="169545" y="151924"/>
                  </a:lnTo>
                  <a:lnTo>
                    <a:pt x="168593" y="151447"/>
                  </a:lnTo>
                  <a:lnTo>
                    <a:pt x="164782" y="150019"/>
                  </a:lnTo>
                  <a:lnTo>
                    <a:pt x="163354" y="148114"/>
                  </a:lnTo>
                  <a:lnTo>
                    <a:pt x="160496" y="147161"/>
                  </a:lnTo>
                  <a:lnTo>
                    <a:pt x="160496" y="148590"/>
                  </a:lnTo>
                  <a:lnTo>
                    <a:pt x="160972" y="150019"/>
                  </a:lnTo>
                  <a:lnTo>
                    <a:pt x="161925" y="151924"/>
                  </a:lnTo>
                  <a:lnTo>
                    <a:pt x="162401" y="151447"/>
                  </a:lnTo>
                  <a:close/>
                </a:path>
              </a:pathLst>
            </a:custGeom>
            <a:grpFill/>
            <a:ln w="317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4348466A-99AE-48B9-94C8-8A71661B34EF}"/>
                </a:ext>
              </a:extLst>
            </p:cNvPr>
            <p:cNvSpPr/>
            <p:nvPr/>
          </p:nvSpPr>
          <p:spPr>
            <a:xfrm>
              <a:off x="3202305" y="4120990"/>
              <a:ext cx="1333023" cy="1351121"/>
            </a:xfrm>
            <a:custGeom>
              <a:avLst/>
              <a:gdLst>
                <a:gd name="connsiteX0" fmla="*/ 832009 w 1333023"/>
                <a:gd name="connsiteY0" fmla="*/ 185738 h 1351121"/>
                <a:gd name="connsiteX1" fmla="*/ 828675 w 1333023"/>
                <a:gd name="connsiteY1" fmla="*/ 185738 h 1351121"/>
                <a:gd name="connsiteX2" fmla="*/ 807720 w 1333023"/>
                <a:gd name="connsiteY2" fmla="*/ 181928 h 1351121"/>
                <a:gd name="connsiteX3" fmla="*/ 800576 w 1333023"/>
                <a:gd name="connsiteY3" fmla="*/ 183356 h 1351121"/>
                <a:gd name="connsiteX4" fmla="*/ 794385 w 1333023"/>
                <a:gd name="connsiteY4" fmla="*/ 187166 h 1351121"/>
                <a:gd name="connsiteX5" fmla="*/ 792956 w 1333023"/>
                <a:gd name="connsiteY5" fmla="*/ 190024 h 1351121"/>
                <a:gd name="connsiteX6" fmla="*/ 792004 w 1333023"/>
                <a:gd name="connsiteY6" fmla="*/ 193358 h 1351121"/>
                <a:gd name="connsiteX7" fmla="*/ 792480 w 1333023"/>
                <a:gd name="connsiteY7" fmla="*/ 195263 h 1351121"/>
                <a:gd name="connsiteX8" fmla="*/ 792004 w 1333023"/>
                <a:gd name="connsiteY8" fmla="*/ 197168 h 1351121"/>
                <a:gd name="connsiteX9" fmla="*/ 790099 w 1333023"/>
                <a:gd name="connsiteY9" fmla="*/ 199072 h 1351121"/>
                <a:gd name="connsiteX10" fmla="*/ 789622 w 1333023"/>
                <a:gd name="connsiteY10" fmla="*/ 200501 h 1351121"/>
                <a:gd name="connsiteX11" fmla="*/ 789146 w 1333023"/>
                <a:gd name="connsiteY11" fmla="*/ 207645 h 1351121"/>
                <a:gd name="connsiteX12" fmla="*/ 789622 w 1333023"/>
                <a:gd name="connsiteY12" fmla="*/ 210979 h 1351121"/>
                <a:gd name="connsiteX13" fmla="*/ 792004 w 1333023"/>
                <a:gd name="connsiteY13" fmla="*/ 213360 h 1351121"/>
                <a:gd name="connsiteX14" fmla="*/ 795814 w 1333023"/>
                <a:gd name="connsiteY14" fmla="*/ 213360 h 1351121"/>
                <a:gd name="connsiteX15" fmla="*/ 796290 w 1333023"/>
                <a:gd name="connsiteY15" fmla="*/ 214313 h 1351121"/>
                <a:gd name="connsiteX16" fmla="*/ 796290 w 1333023"/>
                <a:gd name="connsiteY16" fmla="*/ 215741 h 1351121"/>
                <a:gd name="connsiteX17" fmla="*/ 795814 w 1333023"/>
                <a:gd name="connsiteY17" fmla="*/ 216218 h 1351121"/>
                <a:gd name="connsiteX18" fmla="*/ 793432 w 1333023"/>
                <a:gd name="connsiteY18" fmla="*/ 215741 h 1351121"/>
                <a:gd name="connsiteX19" fmla="*/ 791527 w 1333023"/>
                <a:gd name="connsiteY19" fmla="*/ 215741 h 1351121"/>
                <a:gd name="connsiteX20" fmla="*/ 790575 w 1333023"/>
                <a:gd name="connsiteY20" fmla="*/ 219551 h 1351121"/>
                <a:gd name="connsiteX21" fmla="*/ 792004 w 1333023"/>
                <a:gd name="connsiteY21" fmla="*/ 223838 h 1351121"/>
                <a:gd name="connsiteX22" fmla="*/ 793909 w 1333023"/>
                <a:gd name="connsiteY22" fmla="*/ 228600 h 1351121"/>
                <a:gd name="connsiteX23" fmla="*/ 795814 w 1333023"/>
                <a:gd name="connsiteY23" fmla="*/ 232886 h 1351121"/>
                <a:gd name="connsiteX24" fmla="*/ 796290 w 1333023"/>
                <a:gd name="connsiteY24" fmla="*/ 234791 h 1351121"/>
                <a:gd name="connsiteX25" fmla="*/ 799624 w 1333023"/>
                <a:gd name="connsiteY25" fmla="*/ 237649 h 1351121"/>
                <a:gd name="connsiteX26" fmla="*/ 802005 w 1333023"/>
                <a:gd name="connsiteY26" fmla="*/ 238125 h 1351121"/>
                <a:gd name="connsiteX27" fmla="*/ 805815 w 1333023"/>
                <a:gd name="connsiteY27" fmla="*/ 236696 h 1351121"/>
                <a:gd name="connsiteX28" fmla="*/ 813435 w 1333023"/>
                <a:gd name="connsiteY28" fmla="*/ 236220 h 1351121"/>
                <a:gd name="connsiteX29" fmla="*/ 814864 w 1333023"/>
                <a:gd name="connsiteY29" fmla="*/ 234791 h 1351121"/>
                <a:gd name="connsiteX30" fmla="*/ 816769 w 1333023"/>
                <a:gd name="connsiteY30" fmla="*/ 234791 h 1351121"/>
                <a:gd name="connsiteX31" fmla="*/ 820102 w 1333023"/>
                <a:gd name="connsiteY31" fmla="*/ 236696 h 1351121"/>
                <a:gd name="connsiteX32" fmla="*/ 823913 w 1333023"/>
                <a:gd name="connsiteY32" fmla="*/ 237649 h 1351121"/>
                <a:gd name="connsiteX33" fmla="*/ 825817 w 1333023"/>
                <a:gd name="connsiteY33" fmla="*/ 236696 h 1351121"/>
                <a:gd name="connsiteX34" fmla="*/ 829151 w 1333023"/>
                <a:gd name="connsiteY34" fmla="*/ 236220 h 1351121"/>
                <a:gd name="connsiteX35" fmla="*/ 831056 w 1333023"/>
                <a:gd name="connsiteY35" fmla="*/ 235268 h 1351121"/>
                <a:gd name="connsiteX36" fmla="*/ 832961 w 1333023"/>
                <a:gd name="connsiteY36" fmla="*/ 232410 h 1351121"/>
                <a:gd name="connsiteX37" fmla="*/ 833438 w 1333023"/>
                <a:gd name="connsiteY37" fmla="*/ 228600 h 1351121"/>
                <a:gd name="connsiteX38" fmla="*/ 836771 w 1333023"/>
                <a:gd name="connsiteY38" fmla="*/ 230029 h 1351121"/>
                <a:gd name="connsiteX39" fmla="*/ 838676 w 1333023"/>
                <a:gd name="connsiteY39" fmla="*/ 231458 h 1351121"/>
                <a:gd name="connsiteX40" fmla="*/ 842486 w 1333023"/>
                <a:gd name="connsiteY40" fmla="*/ 231458 h 1351121"/>
                <a:gd name="connsiteX41" fmla="*/ 843439 w 1333023"/>
                <a:gd name="connsiteY41" fmla="*/ 230029 h 1351121"/>
                <a:gd name="connsiteX42" fmla="*/ 844391 w 1333023"/>
                <a:gd name="connsiteY42" fmla="*/ 227647 h 1351121"/>
                <a:gd name="connsiteX43" fmla="*/ 844867 w 1333023"/>
                <a:gd name="connsiteY43" fmla="*/ 225266 h 1351121"/>
                <a:gd name="connsiteX44" fmla="*/ 847725 w 1333023"/>
                <a:gd name="connsiteY44" fmla="*/ 228600 h 1351121"/>
                <a:gd name="connsiteX45" fmla="*/ 849154 w 1333023"/>
                <a:gd name="connsiteY45" fmla="*/ 229076 h 1351121"/>
                <a:gd name="connsiteX46" fmla="*/ 851059 w 1333023"/>
                <a:gd name="connsiteY46" fmla="*/ 228600 h 1351121"/>
                <a:gd name="connsiteX47" fmla="*/ 852964 w 1333023"/>
                <a:gd name="connsiteY47" fmla="*/ 227647 h 1351121"/>
                <a:gd name="connsiteX48" fmla="*/ 856297 w 1333023"/>
                <a:gd name="connsiteY48" fmla="*/ 224790 h 1351121"/>
                <a:gd name="connsiteX49" fmla="*/ 857250 w 1333023"/>
                <a:gd name="connsiteY49" fmla="*/ 222885 h 1351121"/>
                <a:gd name="connsiteX50" fmla="*/ 856297 w 1333023"/>
                <a:gd name="connsiteY50" fmla="*/ 220980 h 1351121"/>
                <a:gd name="connsiteX51" fmla="*/ 855821 w 1333023"/>
                <a:gd name="connsiteY51" fmla="*/ 219075 h 1351121"/>
                <a:gd name="connsiteX52" fmla="*/ 857726 w 1333023"/>
                <a:gd name="connsiteY52" fmla="*/ 217170 h 1351121"/>
                <a:gd name="connsiteX53" fmla="*/ 859631 w 1333023"/>
                <a:gd name="connsiteY53" fmla="*/ 215741 h 1351121"/>
                <a:gd name="connsiteX54" fmla="*/ 860584 w 1333023"/>
                <a:gd name="connsiteY54" fmla="*/ 214789 h 1351121"/>
                <a:gd name="connsiteX55" fmla="*/ 863441 w 1333023"/>
                <a:gd name="connsiteY55" fmla="*/ 210979 h 1351121"/>
                <a:gd name="connsiteX56" fmla="*/ 865346 w 1333023"/>
                <a:gd name="connsiteY56" fmla="*/ 207645 h 1351121"/>
                <a:gd name="connsiteX57" fmla="*/ 866299 w 1333023"/>
                <a:gd name="connsiteY57" fmla="*/ 206216 h 1351121"/>
                <a:gd name="connsiteX58" fmla="*/ 866775 w 1333023"/>
                <a:gd name="connsiteY58" fmla="*/ 204788 h 1351121"/>
                <a:gd name="connsiteX59" fmla="*/ 865822 w 1333023"/>
                <a:gd name="connsiteY59" fmla="*/ 200978 h 1351121"/>
                <a:gd name="connsiteX60" fmla="*/ 867251 w 1333023"/>
                <a:gd name="connsiteY60" fmla="*/ 200978 h 1351121"/>
                <a:gd name="connsiteX61" fmla="*/ 868204 w 1333023"/>
                <a:gd name="connsiteY61" fmla="*/ 200025 h 1351121"/>
                <a:gd name="connsiteX62" fmla="*/ 869156 w 1333023"/>
                <a:gd name="connsiteY62" fmla="*/ 195739 h 1351121"/>
                <a:gd name="connsiteX63" fmla="*/ 870585 w 1333023"/>
                <a:gd name="connsiteY63" fmla="*/ 192405 h 1351121"/>
                <a:gd name="connsiteX64" fmla="*/ 872014 w 1333023"/>
                <a:gd name="connsiteY64" fmla="*/ 189547 h 1351121"/>
                <a:gd name="connsiteX65" fmla="*/ 871538 w 1333023"/>
                <a:gd name="connsiteY65" fmla="*/ 187643 h 1351121"/>
                <a:gd name="connsiteX66" fmla="*/ 869632 w 1333023"/>
                <a:gd name="connsiteY66" fmla="*/ 186690 h 1351121"/>
                <a:gd name="connsiteX67" fmla="*/ 867251 w 1333023"/>
                <a:gd name="connsiteY67" fmla="*/ 185738 h 1351121"/>
                <a:gd name="connsiteX68" fmla="*/ 864870 w 1333023"/>
                <a:gd name="connsiteY68" fmla="*/ 185261 h 1351121"/>
                <a:gd name="connsiteX69" fmla="*/ 858202 w 1333023"/>
                <a:gd name="connsiteY69" fmla="*/ 184785 h 1351121"/>
                <a:gd name="connsiteX70" fmla="*/ 846772 w 1333023"/>
                <a:gd name="connsiteY70" fmla="*/ 182880 h 1351121"/>
                <a:gd name="connsiteX71" fmla="*/ 843439 w 1333023"/>
                <a:gd name="connsiteY71" fmla="*/ 182880 h 1351121"/>
                <a:gd name="connsiteX72" fmla="*/ 840105 w 1333023"/>
                <a:gd name="connsiteY72" fmla="*/ 183356 h 1351121"/>
                <a:gd name="connsiteX73" fmla="*/ 837247 w 1333023"/>
                <a:gd name="connsiteY73" fmla="*/ 184785 h 1351121"/>
                <a:gd name="connsiteX74" fmla="*/ 832009 w 1333023"/>
                <a:gd name="connsiteY74" fmla="*/ 185738 h 1351121"/>
                <a:gd name="connsiteX75" fmla="*/ 1332548 w 1333023"/>
                <a:gd name="connsiteY75" fmla="*/ 426720 h 1351121"/>
                <a:gd name="connsiteX76" fmla="*/ 1333024 w 1333023"/>
                <a:gd name="connsiteY76" fmla="*/ 422910 h 1351121"/>
                <a:gd name="connsiteX77" fmla="*/ 1332071 w 1333023"/>
                <a:gd name="connsiteY77" fmla="*/ 413861 h 1351121"/>
                <a:gd name="connsiteX78" fmla="*/ 1330642 w 1333023"/>
                <a:gd name="connsiteY78" fmla="*/ 412909 h 1351121"/>
                <a:gd name="connsiteX79" fmla="*/ 1330642 w 1333023"/>
                <a:gd name="connsiteY79" fmla="*/ 409575 h 1351121"/>
                <a:gd name="connsiteX80" fmla="*/ 1328738 w 1333023"/>
                <a:gd name="connsiteY80" fmla="*/ 405289 h 1351121"/>
                <a:gd name="connsiteX81" fmla="*/ 1326832 w 1333023"/>
                <a:gd name="connsiteY81" fmla="*/ 391954 h 1351121"/>
                <a:gd name="connsiteX82" fmla="*/ 1323023 w 1333023"/>
                <a:gd name="connsiteY82" fmla="*/ 384810 h 1351121"/>
                <a:gd name="connsiteX83" fmla="*/ 1321594 w 1333023"/>
                <a:gd name="connsiteY83" fmla="*/ 375761 h 1351121"/>
                <a:gd name="connsiteX84" fmla="*/ 1318260 w 1333023"/>
                <a:gd name="connsiteY84" fmla="*/ 363855 h 1351121"/>
                <a:gd name="connsiteX85" fmla="*/ 1313021 w 1333023"/>
                <a:gd name="connsiteY85" fmla="*/ 353378 h 1351121"/>
                <a:gd name="connsiteX86" fmla="*/ 1310164 w 1333023"/>
                <a:gd name="connsiteY86" fmla="*/ 350520 h 1351121"/>
                <a:gd name="connsiteX87" fmla="*/ 1307782 w 1333023"/>
                <a:gd name="connsiteY87" fmla="*/ 349091 h 1351121"/>
                <a:gd name="connsiteX88" fmla="*/ 1293019 w 1333023"/>
                <a:gd name="connsiteY88" fmla="*/ 346710 h 1351121"/>
                <a:gd name="connsiteX89" fmla="*/ 1286827 w 1333023"/>
                <a:gd name="connsiteY89" fmla="*/ 348139 h 1351121"/>
                <a:gd name="connsiteX90" fmla="*/ 1279207 w 1333023"/>
                <a:gd name="connsiteY90" fmla="*/ 347663 h 1351121"/>
                <a:gd name="connsiteX91" fmla="*/ 1272064 w 1333023"/>
                <a:gd name="connsiteY91" fmla="*/ 348139 h 1351121"/>
                <a:gd name="connsiteX92" fmla="*/ 1266825 w 1333023"/>
                <a:gd name="connsiteY92" fmla="*/ 346710 h 1351121"/>
                <a:gd name="connsiteX93" fmla="*/ 1263015 w 1333023"/>
                <a:gd name="connsiteY93" fmla="*/ 343853 h 1351121"/>
                <a:gd name="connsiteX94" fmla="*/ 1259681 w 1333023"/>
                <a:gd name="connsiteY94" fmla="*/ 342900 h 1351121"/>
                <a:gd name="connsiteX95" fmla="*/ 1252061 w 1333023"/>
                <a:gd name="connsiteY95" fmla="*/ 341947 h 1351121"/>
                <a:gd name="connsiteX96" fmla="*/ 1247775 w 1333023"/>
                <a:gd name="connsiteY96" fmla="*/ 335280 h 1351121"/>
                <a:gd name="connsiteX97" fmla="*/ 1236821 w 1333023"/>
                <a:gd name="connsiteY97" fmla="*/ 330994 h 1351121"/>
                <a:gd name="connsiteX98" fmla="*/ 1231106 w 1333023"/>
                <a:gd name="connsiteY98" fmla="*/ 324803 h 1351121"/>
                <a:gd name="connsiteX99" fmla="*/ 1222534 w 1333023"/>
                <a:gd name="connsiteY99" fmla="*/ 318611 h 1351121"/>
                <a:gd name="connsiteX100" fmla="*/ 1214914 w 1333023"/>
                <a:gd name="connsiteY100" fmla="*/ 309563 h 1351121"/>
                <a:gd name="connsiteX101" fmla="*/ 1212056 w 1333023"/>
                <a:gd name="connsiteY101" fmla="*/ 307181 h 1351121"/>
                <a:gd name="connsiteX102" fmla="*/ 1208246 w 1333023"/>
                <a:gd name="connsiteY102" fmla="*/ 301943 h 1351121"/>
                <a:gd name="connsiteX103" fmla="*/ 1201102 w 1333023"/>
                <a:gd name="connsiteY103" fmla="*/ 299561 h 1351121"/>
                <a:gd name="connsiteX104" fmla="*/ 1193959 w 1333023"/>
                <a:gd name="connsiteY104" fmla="*/ 294322 h 1351121"/>
                <a:gd name="connsiteX105" fmla="*/ 1190149 w 1333023"/>
                <a:gd name="connsiteY105" fmla="*/ 290513 h 1351121"/>
                <a:gd name="connsiteX106" fmla="*/ 1178719 w 1333023"/>
                <a:gd name="connsiteY106" fmla="*/ 283845 h 1351121"/>
                <a:gd name="connsiteX107" fmla="*/ 1173480 w 1333023"/>
                <a:gd name="connsiteY107" fmla="*/ 281464 h 1351121"/>
                <a:gd name="connsiteX108" fmla="*/ 1170146 w 1333023"/>
                <a:gd name="connsiteY108" fmla="*/ 279083 h 1351121"/>
                <a:gd name="connsiteX109" fmla="*/ 1164431 w 1333023"/>
                <a:gd name="connsiteY109" fmla="*/ 276701 h 1351121"/>
                <a:gd name="connsiteX110" fmla="*/ 1157764 w 1333023"/>
                <a:gd name="connsiteY110" fmla="*/ 272415 h 1351121"/>
                <a:gd name="connsiteX111" fmla="*/ 1148715 w 1333023"/>
                <a:gd name="connsiteY111" fmla="*/ 270986 h 1351121"/>
                <a:gd name="connsiteX112" fmla="*/ 1140619 w 1333023"/>
                <a:gd name="connsiteY112" fmla="*/ 270510 h 1351121"/>
                <a:gd name="connsiteX113" fmla="*/ 1126807 w 1333023"/>
                <a:gd name="connsiteY113" fmla="*/ 272891 h 1351121"/>
                <a:gd name="connsiteX114" fmla="*/ 1115854 w 1333023"/>
                <a:gd name="connsiteY114" fmla="*/ 273368 h 1351121"/>
                <a:gd name="connsiteX115" fmla="*/ 1111567 w 1333023"/>
                <a:gd name="connsiteY115" fmla="*/ 275272 h 1351121"/>
                <a:gd name="connsiteX116" fmla="*/ 1105852 w 1333023"/>
                <a:gd name="connsiteY116" fmla="*/ 274796 h 1351121"/>
                <a:gd name="connsiteX117" fmla="*/ 1100614 w 1333023"/>
                <a:gd name="connsiteY117" fmla="*/ 273368 h 1351121"/>
                <a:gd name="connsiteX118" fmla="*/ 1097756 w 1333023"/>
                <a:gd name="connsiteY118" fmla="*/ 270986 h 1351121"/>
                <a:gd name="connsiteX119" fmla="*/ 1092517 w 1333023"/>
                <a:gd name="connsiteY119" fmla="*/ 269081 h 1351121"/>
                <a:gd name="connsiteX120" fmla="*/ 1088231 w 1333023"/>
                <a:gd name="connsiteY120" fmla="*/ 270986 h 1351121"/>
                <a:gd name="connsiteX121" fmla="*/ 1079659 w 1333023"/>
                <a:gd name="connsiteY121" fmla="*/ 270510 h 1351121"/>
                <a:gd name="connsiteX122" fmla="*/ 1067752 w 1333023"/>
                <a:gd name="connsiteY122" fmla="*/ 266224 h 1351121"/>
                <a:gd name="connsiteX123" fmla="*/ 1064895 w 1333023"/>
                <a:gd name="connsiteY123" fmla="*/ 263843 h 1351121"/>
                <a:gd name="connsiteX124" fmla="*/ 1059656 w 1333023"/>
                <a:gd name="connsiteY124" fmla="*/ 261938 h 1351121"/>
                <a:gd name="connsiteX125" fmla="*/ 1056323 w 1333023"/>
                <a:gd name="connsiteY125" fmla="*/ 259556 h 1351121"/>
                <a:gd name="connsiteX126" fmla="*/ 1046321 w 1333023"/>
                <a:gd name="connsiteY126" fmla="*/ 256699 h 1351121"/>
                <a:gd name="connsiteX127" fmla="*/ 1041082 w 1333023"/>
                <a:gd name="connsiteY127" fmla="*/ 256222 h 1351121"/>
                <a:gd name="connsiteX128" fmla="*/ 1039177 w 1333023"/>
                <a:gd name="connsiteY128" fmla="*/ 257651 h 1351121"/>
                <a:gd name="connsiteX129" fmla="*/ 1038701 w 1333023"/>
                <a:gd name="connsiteY129" fmla="*/ 260509 h 1351121"/>
                <a:gd name="connsiteX130" fmla="*/ 1029176 w 1333023"/>
                <a:gd name="connsiteY130" fmla="*/ 260985 h 1351121"/>
                <a:gd name="connsiteX131" fmla="*/ 1024414 w 1333023"/>
                <a:gd name="connsiteY131" fmla="*/ 263366 h 1351121"/>
                <a:gd name="connsiteX132" fmla="*/ 1022032 w 1333023"/>
                <a:gd name="connsiteY132" fmla="*/ 262890 h 1351121"/>
                <a:gd name="connsiteX133" fmla="*/ 1019175 w 1333023"/>
                <a:gd name="connsiteY133" fmla="*/ 264795 h 1351121"/>
                <a:gd name="connsiteX134" fmla="*/ 1012984 w 1333023"/>
                <a:gd name="connsiteY134" fmla="*/ 270510 h 1351121"/>
                <a:gd name="connsiteX135" fmla="*/ 1012031 w 1333023"/>
                <a:gd name="connsiteY135" fmla="*/ 268605 h 1351121"/>
                <a:gd name="connsiteX136" fmla="*/ 1012984 w 1333023"/>
                <a:gd name="connsiteY136" fmla="*/ 266700 h 1351121"/>
                <a:gd name="connsiteX137" fmla="*/ 1015841 w 1333023"/>
                <a:gd name="connsiteY137" fmla="*/ 263366 h 1351121"/>
                <a:gd name="connsiteX138" fmla="*/ 1016317 w 1333023"/>
                <a:gd name="connsiteY138" fmla="*/ 261938 h 1351121"/>
                <a:gd name="connsiteX139" fmla="*/ 1016317 w 1333023"/>
                <a:gd name="connsiteY139" fmla="*/ 259556 h 1351121"/>
                <a:gd name="connsiteX140" fmla="*/ 1013936 w 1333023"/>
                <a:gd name="connsiteY140" fmla="*/ 258604 h 1351121"/>
                <a:gd name="connsiteX141" fmla="*/ 1012031 w 1333023"/>
                <a:gd name="connsiteY141" fmla="*/ 258604 h 1351121"/>
                <a:gd name="connsiteX142" fmla="*/ 1009174 w 1333023"/>
                <a:gd name="connsiteY142" fmla="*/ 260985 h 1351121"/>
                <a:gd name="connsiteX143" fmla="*/ 1006792 w 1333023"/>
                <a:gd name="connsiteY143" fmla="*/ 267653 h 1351121"/>
                <a:gd name="connsiteX144" fmla="*/ 1004888 w 1333023"/>
                <a:gd name="connsiteY144" fmla="*/ 274796 h 1351121"/>
                <a:gd name="connsiteX145" fmla="*/ 998696 w 1333023"/>
                <a:gd name="connsiteY145" fmla="*/ 281464 h 1351121"/>
                <a:gd name="connsiteX146" fmla="*/ 995363 w 1333023"/>
                <a:gd name="connsiteY146" fmla="*/ 283845 h 1351121"/>
                <a:gd name="connsiteX147" fmla="*/ 995363 w 1333023"/>
                <a:gd name="connsiteY147" fmla="*/ 281940 h 1351121"/>
                <a:gd name="connsiteX148" fmla="*/ 998220 w 1333023"/>
                <a:gd name="connsiteY148" fmla="*/ 269081 h 1351121"/>
                <a:gd name="connsiteX149" fmla="*/ 999172 w 1333023"/>
                <a:gd name="connsiteY149" fmla="*/ 266224 h 1351121"/>
                <a:gd name="connsiteX150" fmla="*/ 1000125 w 1333023"/>
                <a:gd name="connsiteY150" fmla="*/ 262890 h 1351121"/>
                <a:gd name="connsiteX151" fmla="*/ 1001077 w 1333023"/>
                <a:gd name="connsiteY151" fmla="*/ 261461 h 1351121"/>
                <a:gd name="connsiteX152" fmla="*/ 1002506 w 1333023"/>
                <a:gd name="connsiteY152" fmla="*/ 260033 h 1351121"/>
                <a:gd name="connsiteX153" fmla="*/ 1002506 w 1333023"/>
                <a:gd name="connsiteY153" fmla="*/ 257651 h 1351121"/>
                <a:gd name="connsiteX154" fmla="*/ 1007269 w 1333023"/>
                <a:gd name="connsiteY154" fmla="*/ 256222 h 1351121"/>
                <a:gd name="connsiteX155" fmla="*/ 1006792 w 1333023"/>
                <a:gd name="connsiteY155" fmla="*/ 252889 h 1351121"/>
                <a:gd name="connsiteX156" fmla="*/ 1005364 w 1333023"/>
                <a:gd name="connsiteY156" fmla="*/ 249555 h 1351121"/>
                <a:gd name="connsiteX157" fmla="*/ 1002506 w 1333023"/>
                <a:gd name="connsiteY157" fmla="*/ 250508 h 1351121"/>
                <a:gd name="connsiteX158" fmla="*/ 1000601 w 1333023"/>
                <a:gd name="connsiteY158" fmla="*/ 251936 h 1351121"/>
                <a:gd name="connsiteX159" fmla="*/ 997744 w 1333023"/>
                <a:gd name="connsiteY159" fmla="*/ 256699 h 1351121"/>
                <a:gd name="connsiteX160" fmla="*/ 996315 w 1333023"/>
                <a:gd name="connsiteY160" fmla="*/ 254794 h 1351121"/>
                <a:gd name="connsiteX161" fmla="*/ 994410 w 1333023"/>
                <a:gd name="connsiteY161" fmla="*/ 252889 h 1351121"/>
                <a:gd name="connsiteX162" fmla="*/ 995839 w 1333023"/>
                <a:gd name="connsiteY162" fmla="*/ 251936 h 1351121"/>
                <a:gd name="connsiteX163" fmla="*/ 997267 w 1333023"/>
                <a:gd name="connsiteY163" fmla="*/ 251460 h 1351121"/>
                <a:gd name="connsiteX164" fmla="*/ 998696 w 1333023"/>
                <a:gd name="connsiteY164" fmla="*/ 249079 h 1351121"/>
                <a:gd name="connsiteX165" fmla="*/ 1000125 w 1333023"/>
                <a:gd name="connsiteY165" fmla="*/ 247650 h 1351121"/>
                <a:gd name="connsiteX166" fmla="*/ 1001554 w 1333023"/>
                <a:gd name="connsiteY166" fmla="*/ 245745 h 1351121"/>
                <a:gd name="connsiteX167" fmla="*/ 1001077 w 1333023"/>
                <a:gd name="connsiteY167" fmla="*/ 241935 h 1351121"/>
                <a:gd name="connsiteX168" fmla="*/ 999649 w 1333023"/>
                <a:gd name="connsiteY168" fmla="*/ 238601 h 1351121"/>
                <a:gd name="connsiteX169" fmla="*/ 998220 w 1333023"/>
                <a:gd name="connsiteY169" fmla="*/ 236696 h 1351121"/>
                <a:gd name="connsiteX170" fmla="*/ 995839 w 1333023"/>
                <a:gd name="connsiteY170" fmla="*/ 238125 h 1351121"/>
                <a:gd name="connsiteX171" fmla="*/ 993934 w 1333023"/>
                <a:gd name="connsiteY171" fmla="*/ 238125 h 1351121"/>
                <a:gd name="connsiteX172" fmla="*/ 995839 w 1333023"/>
                <a:gd name="connsiteY172" fmla="*/ 235744 h 1351121"/>
                <a:gd name="connsiteX173" fmla="*/ 993457 w 1333023"/>
                <a:gd name="connsiteY173" fmla="*/ 235268 h 1351121"/>
                <a:gd name="connsiteX174" fmla="*/ 992029 w 1333023"/>
                <a:gd name="connsiteY174" fmla="*/ 233363 h 1351121"/>
                <a:gd name="connsiteX175" fmla="*/ 988695 w 1333023"/>
                <a:gd name="connsiteY175" fmla="*/ 230505 h 1351121"/>
                <a:gd name="connsiteX176" fmla="*/ 984885 w 1333023"/>
                <a:gd name="connsiteY176" fmla="*/ 228124 h 1351121"/>
                <a:gd name="connsiteX177" fmla="*/ 983932 w 1333023"/>
                <a:gd name="connsiteY177" fmla="*/ 227171 h 1351121"/>
                <a:gd name="connsiteX178" fmla="*/ 980122 w 1333023"/>
                <a:gd name="connsiteY178" fmla="*/ 228600 h 1351121"/>
                <a:gd name="connsiteX179" fmla="*/ 978217 w 1333023"/>
                <a:gd name="connsiteY179" fmla="*/ 232886 h 1351121"/>
                <a:gd name="connsiteX180" fmla="*/ 976789 w 1333023"/>
                <a:gd name="connsiteY180" fmla="*/ 235268 h 1351121"/>
                <a:gd name="connsiteX181" fmla="*/ 975360 w 1333023"/>
                <a:gd name="connsiteY181" fmla="*/ 235744 h 1351121"/>
                <a:gd name="connsiteX182" fmla="*/ 974407 w 1333023"/>
                <a:gd name="connsiteY182" fmla="*/ 230505 h 1351121"/>
                <a:gd name="connsiteX183" fmla="*/ 970597 w 1333023"/>
                <a:gd name="connsiteY183" fmla="*/ 223361 h 1351121"/>
                <a:gd name="connsiteX184" fmla="*/ 967264 w 1333023"/>
                <a:gd name="connsiteY184" fmla="*/ 222409 h 1351121"/>
                <a:gd name="connsiteX185" fmla="*/ 964406 w 1333023"/>
                <a:gd name="connsiteY185" fmla="*/ 222885 h 1351121"/>
                <a:gd name="connsiteX186" fmla="*/ 959644 w 1333023"/>
                <a:gd name="connsiteY186" fmla="*/ 219551 h 1351121"/>
                <a:gd name="connsiteX187" fmla="*/ 952976 w 1333023"/>
                <a:gd name="connsiteY187" fmla="*/ 217646 h 1351121"/>
                <a:gd name="connsiteX188" fmla="*/ 950595 w 1333023"/>
                <a:gd name="connsiteY188" fmla="*/ 214789 h 1351121"/>
                <a:gd name="connsiteX189" fmla="*/ 947261 w 1333023"/>
                <a:gd name="connsiteY189" fmla="*/ 215265 h 1351121"/>
                <a:gd name="connsiteX190" fmla="*/ 944880 w 1333023"/>
                <a:gd name="connsiteY190" fmla="*/ 214789 h 1351121"/>
                <a:gd name="connsiteX191" fmla="*/ 944880 w 1333023"/>
                <a:gd name="connsiteY191" fmla="*/ 212408 h 1351121"/>
                <a:gd name="connsiteX192" fmla="*/ 941546 w 1333023"/>
                <a:gd name="connsiteY192" fmla="*/ 212884 h 1351121"/>
                <a:gd name="connsiteX193" fmla="*/ 938213 w 1333023"/>
                <a:gd name="connsiteY193" fmla="*/ 212408 h 1351121"/>
                <a:gd name="connsiteX194" fmla="*/ 934879 w 1333023"/>
                <a:gd name="connsiteY194" fmla="*/ 211455 h 1351121"/>
                <a:gd name="connsiteX195" fmla="*/ 931545 w 1333023"/>
                <a:gd name="connsiteY195" fmla="*/ 210503 h 1351121"/>
                <a:gd name="connsiteX196" fmla="*/ 930592 w 1333023"/>
                <a:gd name="connsiteY196" fmla="*/ 208597 h 1351121"/>
                <a:gd name="connsiteX197" fmla="*/ 926306 w 1333023"/>
                <a:gd name="connsiteY197" fmla="*/ 205740 h 1351121"/>
                <a:gd name="connsiteX198" fmla="*/ 924877 w 1333023"/>
                <a:gd name="connsiteY198" fmla="*/ 203835 h 1351121"/>
                <a:gd name="connsiteX199" fmla="*/ 922020 w 1333023"/>
                <a:gd name="connsiteY199" fmla="*/ 203835 h 1351121"/>
                <a:gd name="connsiteX200" fmla="*/ 920115 w 1333023"/>
                <a:gd name="connsiteY200" fmla="*/ 202406 h 1351121"/>
                <a:gd name="connsiteX201" fmla="*/ 917257 w 1333023"/>
                <a:gd name="connsiteY201" fmla="*/ 202406 h 1351121"/>
                <a:gd name="connsiteX202" fmla="*/ 913924 w 1333023"/>
                <a:gd name="connsiteY202" fmla="*/ 202406 h 1351121"/>
                <a:gd name="connsiteX203" fmla="*/ 911542 w 1333023"/>
                <a:gd name="connsiteY203" fmla="*/ 200025 h 1351121"/>
                <a:gd name="connsiteX204" fmla="*/ 909161 w 1333023"/>
                <a:gd name="connsiteY204" fmla="*/ 199072 h 1351121"/>
                <a:gd name="connsiteX205" fmla="*/ 904875 w 1333023"/>
                <a:gd name="connsiteY205" fmla="*/ 198596 h 1351121"/>
                <a:gd name="connsiteX206" fmla="*/ 903446 w 1333023"/>
                <a:gd name="connsiteY206" fmla="*/ 199072 h 1351121"/>
                <a:gd name="connsiteX207" fmla="*/ 902494 w 1333023"/>
                <a:gd name="connsiteY207" fmla="*/ 200025 h 1351121"/>
                <a:gd name="connsiteX208" fmla="*/ 903446 w 1333023"/>
                <a:gd name="connsiteY208" fmla="*/ 201454 h 1351121"/>
                <a:gd name="connsiteX209" fmla="*/ 903922 w 1333023"/>
                <a:gd name="connsiteY209" fmla="*/ 202883 h 1351121"/>
                <a:gd name="connsiteX210" fmla="*/ 902017 w 1333023"/>
                <a:gd name="connsiteY210" fmla="*/ 202406 h 1351121"/>
                <a:gd name="connsiteX211" fmla="*/ 899160 w 1333023"/>
                <a:gd name="connsiteY211" fmla="*/ 199549 h 1351121"/>
                <a:gd name="connsiteX212" fmla="*/ 895826 w 1333023"/>
                <a:gd name="connsiteY212" fmla="*/ 200978 h 1351121"/>
                <a:gd name="connsiteX213" fmla="*/ 894397 w 1333023"/>
                <a:gd name="connsiteY213" fmla="*/ 200978 h 1351121"/>
                <a:gd name="connsiteX214" fmla="*/ 892969 w 1333023"/>
                <a:gd name="connsiteY214" fmla="*/ 200501 h 1351121"/>
                <a:gd name="connsiteX215" fmla="*/ 891540 w 1333023"/>
                <a:gd name="connsiteY215" fmla="*/ 199549 h 1351121"/>
                <a:gd name="connsiteX216" fmla="*/ 890588 w 1333023"/>
                <a:gd name="connsiteY216" fmla="*/ 199072 h 1351121"/>
                <a:gd name="connsiteX217" fmla="*/ 888206 w 1333023"/>
                <a:gd name="connsiteY217" fmla="*/ 200025 h 1351121"/>
                <a:gd name="connsiteX218" fmla="*/ 885349 w 1333023"/>
                <a:gd name="connsiteY218" fmla="*/ 202406 h 1351121"/>
                <a:gd name="connsiteX219" fmla="*/ 882967 w 1333023"/>
                <a:gd name="connsiteY219" fmla="*/ 200025 h 1351121"/>
                <a:gd name="connsiteX220" fmla="*/ 881539 w 1333023"/>
                <a:gd name="connsiteY220" fmla="*/ 200501 h 1351121"/>
                <a:gd name="connsiteX221" fmla="*/ 880110 w 1333023"/>
                <a:gd name="connsiteY221" fmla="*/ 201454 h 1351121"/>
                <a:gd name="connsiteX222" fmla="*/ 879634 w 1333023"/>
                <a:gd name="connsiteY222" fmla="*/ 203359 h 1351121"/>
                <a:gd name="connsiteX223" fmla="*/ 877252 w 1333023"/>
                <a:gd name="connsiteY223" fmla="*/ 204311 h 1351121"/>
                <a:gd name="connsiteX224" fmla="*/ 874871 w 1333023"/>
                <a:gd name="connsiteY224" fmla="*/ 206693 h 1351121"/>
                <a:gd name="connsiteX225" fmla="*/ 872966 w 1333023"/>
                <a:gd name="connsiteY225" fmla="*/ 209074 h 1351121"/>
                <a:gd name="connsiteX226" fmla="*/ 873442 w 1333023"/>
                <a:gd name="connsiteY226" fmla="*/ 211931 h 1351121"/>
                <a:gd name="connsiteX227" fmla="*/ 868680 w 1333023"/>
                <a:gd name="connsiteY227" fmla="*/ 215265 h 1351121"/>
                <a:gd name="connsiteX228" fmla="*/ 870109 w 1333023"/>
                <a:gd name="connsiteY228" fmla="*/ 218122 h 1351121"/>
                <a:gd name="connsiteX229" fmla="*/ 867727 w 1333023"/>
                <a:gd name="connsiteY229" fmla="*/ 221456 h 1351121"/>
                <a:gd name="connsiteX230" fmla="*/ 868204 w 1333023"/>
                <a:gd name="connsiteY230" fmla="*/ 223838 h 1351121"/>
                <a:gd name="connsiteX231" fmla="*/ 868680 w 1333023"/>
                <a:gd name="connsiteY231" fmla="*/ 225266 h 1351121"/>
                <a:gd name="connsiteX232" fmla="*/ 872014 w 1333023"/>
                <a:gd name="connsiteY232" fmla="*/ 226695 h 1351121"/>
                <a:gd name="connsiteX233" fmla="*/ 868680 w 1333023"/>
                <a:gd name="connsiteY233" fmla="*/ 228124 h 1351121"/>
                <a:gd name="connsiteX234" fmla="*/ 868204 w 1333023"/>
                <a:gd name="connsiteY234" fmla="*/ 231458 h 1351121"/>
                <a:gd name="connsiteX235" fmla="*/ 865822 w 1333023"/>
                <a:gd name="connsiteY235" fmla="*/ 230029 h 1351121"/>
                <a:gd name="connsiteX236" fmla="*/ 863441 w 1333023"/>
                <a:gd name="connsiteY236" fmla="*/ 227171 h 1351121"/>
                <a:gd name="connsiteX237" fmla="*/ 859631 w 1333023"/>
                <a:gd name="connsiteY237" fmla="*/ 227171 h 1351121"/>
                <a:gd name="connsiteX238" fmla="*/ 850106 w 1333023"/>
                <a:gd name="connsiteY238" fmla="*/ 238601 h 1351121"/>
                <a:gd name="connsiteX239" fmla="*/ 844391 w 1333023"/>
                <a:gd name="connsiteY239" fmla="*/ 240030 h 1351121"/>
                <a:gd name="connsiteX240" fmla="*/ 842486 w 1333023"/>
                <a:gd name="connsiteY240" fmla="*/ 241459 h 1351121"/>
                <a:gd name="connsiteX241" fmla="*/ 835819 w 1333023"/>
                <a:gd name="connsiteY241" fmla="*/ 255746 h 1351121"/>
                <a:gd name="connsiteX242" fmla="*/ 833914 w 1333023"/>
                <a:gd name="connsiteY242" fmla="*/ 260985 h 1351121"/>
                <a:gd name="connsiteX243" fmla="*/ 831532 w 1333023"/>
                <a:gd name="connsiteY243" fmla="*/ 264319 h 1351121"/>
                <a:gd name="connsiteX244" fmla="*/ 829627 w 1333023"/>
                <a:gd name="connsiteY244" fmla="*/ 265271 h 1351121"/>
                <a:gd name="connsiteX245" fmla="*/ 827722 w 1333023"/>
                <a:gd name="connsiteY245" fmla="*/ 266224 h 1351121"/>
                <a:gd name="connsiteX246" fmla="*/ 829151 w 1333023"/>
                <a:gd name="connsiteY246" fmla="*/ 263843 h 1351121"/>
                <a:gd name="connsiteX247" fmla="*/ 830580 w 1333023"/>
                <a:gd name="connsiteY247" fmla="*/ 261461 h 1351121"/>
                <a:gd name="connsiteX248" fmla="*/ 832009 w 1333023"/>
                <a:gd name="connsiteY248" fmla="*/ 253365 h 1351121"/>
                <a:gd name="connsiteX249" fmla="*/ 833438 w 1333023"/>
                <a:gd name="connsiteY249" fmla="*/ 250508 h 1351121"/>
                <a:gd name="connsiteX250" fmla="*/ 835342 w 1333023"/>
                <a:gd name="connsiteY250" fmla="*/ 242888 h 1351121"/>
                <a:gd name="connsiteX251" fmla="*/ 838200 w 1333023"/>
                <a:gd name="connsiteY251" fmla="*/ 234791 h 1351121"/>
                <a:gd name="connsiteX252" fmla="*/ 829151 w 1333023"/>
                <a:gd name="connsiteY252" fmla="*/ 239554 h 1351121"/>
                <a:gd name="connsiteX253" fmla="*/ 824389 w 1333023"/>
                <a:gd name="connsiteY253" fmla="*/ 241459 h 1351121"/>
                <a:gd name="connsiteX254" fmla="*/ 818197 w 1333023"/>
                <a:gd name="connsiteY254" fmla="*/ 239554 h 1351121"/>
                <a:gd name="connsiteX255" fmla="*/ 814864 w 1333023"/>
                <a:gd name="connsiteY255" fmla="*/ 238125 h 1351121"/>
                <a:gd name="connsiteX256" fmla="*/ 811054 w 1333023"/>
                <a:gd name="connsiteY256" fmla="*/ 239078 h 1351121"/>
                <a:gd name="connsiteX257" fmla="*/ 809149 w 1333023"/>
                <a:gd name="connsiteY257" fmla="*/ 240506 h 1351121"/>
                <a:gd name="connsiteX258" fmla="*/ 806291 w 1333023"/>
                <a:gd name="connsiteY258" fmla="*/ 241459 h 1351121"/>
                <a:gd name="connsiteX259" fmla="*/ 801529 w 1333023"/>
                <a:gd name="connsiteY259" fmla="*/ 244793 h 1351121"/>
                <a:gd name="connsiteX260" fmla="*/ 795338 w 1333023"/>
                <a:gd name="connsiteY260" fmla="*/ 239078 h 1351121"/>
                <a:gd name="connsiteX261" fmla="*/ 793432 w 1333023"/>
                <a:gd name="connsiteY261" fmla="*/ 238125 h 1351121"/>
                <a:gd name="connsiteX262" fmla="*/ 791527 w 1333023"/>
                <a:gd name="connsiteY262" fmla="*/ 236220 h 1351121"/>
                <a:gd name="connsiteX263" fmla="*/ 792004 w 1333023"/>
                <a:gd name="connsiteY263" fmla="*/ 233839 h 1351121"/>
                <a:gd name="connsiteX264" fmla="*/ 792004 w 1333023"/>
                <a:gd name="connsiteY264" fmla="*/ 231934 h 1351121"/>
                <a:gd name="connsiteX265" fmla="*/ 788194 w 1333023"/>
                <a:gd name="connsiteY265" fmla="*/ 226695 h 1351121"/>
                <a:gd name="connsiteX266" fmla="*/ 787241 w 1333023"/>
                <a:gd name="connsiteY266" fmla="*/ 222885 h 1351121"/>
                <a:gd name="connsiteX267" fmla="*/ 787241 w 1333023"/>
                <a:gd name="connsiteY267" fmla="*/ 220504 h 1351121"/>
                <a:gd name="connsiteX268" fmla="*/ 786765 w 1333023"/>
                <a:gd name="connsiteY268" fmla="*/ 217646 h 1351121"/>
                <a:gd name="connsiteX269" fmla="*/ 784860 w 1333023"/>
                <a:gd name="connsiteY269" fmla="*/ 215741 h 1351121"/>
                <a:gd name="connsiteX270" fmla="*/ 784384 w 1333023"/>
                <a:gd name="connsiteY270" fmla="*/ 214313 h 1351121"/>
                <a:gd name="connsiteX271" fmla="*/ 787241 w 1333023"/>
                <a:gd name="connsiteY271" fmla="*/ 211931 h 1351121"/>
                <a:gd name="connsiteX272" fmla="*/ 787241 w 1333023"/>
                <a:gd name="connsiteY272" fmla="*/ 210503 h 1351121"/>
                <a:gd name="connsiteX273" fmla="*/ 785336 w 1333023"/>
                <a:gd name="connsiteY273" fmla="*/ 208597 h 1351121"/>
                <a:gd name="connsiteX274" fmla="*/ 782002 w 1333023"/>
                <a:gd name="connsiteY274" fmla="*/ 210026 h 1351121"/>
                <a:gd name="connsiteX275" fmla="*/ 780574 w 1333023"/>
                <a:gd name="connsiteY275" fmla="*/ 211455 h 1351121"/>
                <a:gd name="connsiteX276" fmla="*/ 774859 w 1333023"/>
                <a:gd name="connsiteY276" fmla="*/ 214789 h 1351121"/>
                <a:gd name="connsiteX277" fmla="*/ 771525 w 1333023"/>
                <a:gd name="connsiteY277" fmla="*/ 217646 h 1351121"/>
                <a:gd name="connsiteX278" fmla="*/ 763429 w 1333023"/>
                <a:gd name="connsiteY278" fmla="*/ 221933 h 1351121"/>
                <a:gd name="connsiteX279" fmla="*/ 759619 w 1333023"/>
                <a:gd name="connsiteY279" fmla="*/ 223361 h 1351121"/>
                <a:gd name="connsiteX280" fmla="*/ 749141 w 1333023"/>
                <a:gd name="connsiteY280" fmla="*/ 230029 h 1351121"/>
                <a:gd name="connsiteX281" fmla="*/ 740569 w 1333023"/>
                <a:gd name="connsiteY281" fmla="*/ 231934 h 1351121"/>
                <a:gd name="connsiteX282" fmla="*/ 736759 w 1333023"/>
                <a:gd name="connsiteY282" fmla="*/ 229076 h 1351121"/>
                <a:gd name="connsiteX283" fmla="*/ 724852 w 1333023"/>
                <a:gd name="connsiteY283" fmla="*/ 228600 h 1351121"/>
                <a:gd name="connsiteX284" fmla="*/ 728663 w 1333023"/>
                <a:gd name="connsiteY284" fmla="*/ 227171 h 1351121"/>
                <a:gd name="connsiteX285" fmla="*/ 739616 w 1333023"/>
                <a:gd name="connsiteY285" fmla="*/ 221933 h 1351121"/>
                <a:gd name="connsiteX286" fmla="*/ 746760 w 1333023"/>
                <a:gd name="connsiteY286" fmla="*/ 223361 h 1351121"/>
                <a:gd name="connsiteX287" fmla="*/ 748189 w 1333023"/>
                <a:gd name="connsiteY287" fmla="*/ 222409 h 1351121"/>
                <a:gd name="connsiteX288" fmla="*/ 749617 w 1333023"/>
                <a:gd name="connsiteY288" fmla="*/ 220980 h 1351121"/>
                <a:gd name="connsiteX289" fmla="*/ 750094 w 1333023"/>
                <a:gd name="connsiteY289" fmla="*/ 216218 h 1351121"/>
                <a:gd name="connsiteX290" fmla="*/ 753427 w 1333023"/>
                <a:gd name="connsiteY290" fmla="*/ 214313 h 1351121"/>
                <a:gd name="connsiteX291" fmla="*/ 756761 w 1333023"/>
                <a:gd name="connsiteY291" fmla="*/ 210979 h 1351121"/>
                <a:gd name="connsiteX292" fmla="*/ 756761 w 1333023"/>
                <a:gd name="connsiteY292" fmla="*/ 205740 h 1351121"/>
                <a:gd name="connsiteX293" fmla="*/ 757238 w 1333023"/>
                <a:gd name="connsiteY293" fmla="*/ 202406 h 1351121"/>
                <a:gd name="connsiteX294" fmla="*/ 762476 w 1333023"/>
                <a:gd name="connsiteY294" fmla="*/ 195263 h 1351121"/>
                <a:gd name="connsiteX295" fmla="*/ 764381 w 1333023"/>
                <a:gd name="connsiteY295" fmla="*/ 193834 h 1351121"/>
                <a:gd name="connsiteX296" fmla="*/ 767715 w 1333023"/>
                <a:gd name="connsiteY296" fmla="*/ 190024 h 1351121"/>
                <a:gd name="connsiteX297" fmla="*/ 771049 w 1333023"/>
                <a:gd name="connsiteY297" fmla="*/ 182880 h 1351121"/>
                <a:gd name="connsiteX298" fmla="*/ 771525 w 1333023"/>
                <a:gd name="connsiteY298" fmla="*/ 179546 h 1351121"/>
                <a:gd name="connsiteX299" fmla="*/ 777716 w 1333023"/>
                <a:gd name="connsiteY299" fmla="*/ 177641 h 1351121"/>
                <a:gd name="connsiteX300" fmla="*/ 782479 w 1333023"/>
                <a:gd name="connsiteY300" fmla="*/ 172403 h 1351121"/>
                <a:gd name="connsiteX301" fmla="*/ 784384 w 1333023"/>
                <a:gd name="connsiteY301" fmla="*/ 171450 h 1351121"/>
                <a:gd name="connsiteX302" fmla="*/ 787717 w 1333023"/>
                <a:gd name="connsiteY302" fmla="*/ 170974 h 1351121"/>
                <a:gd name="connsiteX303" fmla="*/ 789622 w 1333023"/>
                <a:gd name="connsiteY303" fmla="*/ 169069 h 1351121"/>
                <a:gd name="connsiteX304" fmla="*/ 795338 w 1333023"/>
                <a:gd name="connsiteY304" fmla="*/ 162401 h 1351121"/>
                <a:gd name="connsiteX305" fmla="*/ 799147 w 1333023"/>
                <a:gd name="connsiteY305" fmla="*/ 155258 h 1351121"/>
                <a:gd name="connsiteX306" fmla="*/ 803434 w 1333023"/>
                <a:gd name="connsiteY306" fmla="*/ 151447 h 1351121"/>
                <a:gd name="connsiteX307" fmla="*/ 804863 w 1333023"/>
                <a:gd name="connsiteY307" fmla="*/ 148590 h 1351121"/>
                <a:gd name="connsiteX308" fmla="*/ 812482 w 1333023"/>
                <a:gd name="connsiteY308" fmla="*/ 142399 h 1351121"/>
                <a:gd name="connsiteX309" fmla="*/ 813435 w 1333023"/>
                <a:gd name="connsiteY309" fmla="*/ 140970 h 1351121"/>
                <a:gd name="connsiteX310" fmla="*/ 817245 w 1333023"/>
                <a:gd name="connsiteY310" fmla="*/ 138589 h 1351121"/>
                <a:gd name="connsiteX311" fmla="*/ 818674 w 1333023"/>
                <a:gd name="connsiteY311" fmla="*/ 137160 h 1351121"/>
                <a:gd name="connsiteX312" fmla="*/ 818197 w 1333023"/>
                <a:gd name="connsiteY312" fmla="*/ 133826 h 1351121"/>
                <a:gd name="connsiteX313" fmla="*/ 819150 w 1333023"/>
                <a:gd name="connsiteY313" fmla="*/ 128588 h 1351121"/>
                <a:gd name="connsiteX314" fmla="*/ 816769 w 1333023"/>
                <a:gd name="connsiteY314" fmla="*/ 120491 h 1351121"/>
                <a:gd name="connsiteX315" fmla="*/ 813435 w 1333023"/>
                <a:gd name="connsiteY315" fmla="*/ 118110 h 1351121"/>
                <a:gd name="connsiteX316" fmla="*/ 809149 w 1333023"/>
                <a:gd name="connsiteY316" fmla="*/ 116205 h 1351121"/>
                <a:gd name="connsiteX317" fmla="*/ 805339 w 1333023"/>
                <a:gd name="connsiteY317" fmla="*/ 115729 h 1351121"/>
                <a:gd name="connsiteX318" fmla="*/ 800100 w 1333023"/>
                <a:gd name="connsiteY318" fmla="*/ 114776 h 1351121"/>
                <a:gd name="connsiteX319" fmla="*/ 797719 w 1333023"/>
                <a:gd name="connsiteY319" fmla="*/ 111443 h 1351121"/>
                <a:gd name="connsiteX320" fmla="*/ 796290 w 1333023"/>
                <a:gd name="connsiteY320" fmla="*/ 109061 h 1351121"/>
                <a:gd name="connsiteX321" fmla="*/ 795338 w 1333023"/>
                <a:gd name="connsiteY321" fmla="*/ 105728 h 1351121"/>
                <a:gd name="connsiteX322" fmla="*/ 793432 w 1333023"/>
                <a:gd name="connsiteY322" fmla="*/ 104775 h 1351121"/>
                <a:gd name="connsiteX323" fmla="*/ 791527 w 1333023"/>
                <a:gd name="connsiteY323" fmla="*/ 104775 h 1351121"/>
                <a:gd name="connsiteX324" fmla="*/ 792956 w 1333023"/>
                <a:gd name="connsiteY324" fmla="*/ 103346 h 1351121"/>
                <a:gd name="connsiteX325" fmla="*/ 792956 w 1333023"/>
                <a:gd name="connsiteY325" fmla="*/ 102394 h 1351121"/>
                <a:gd name="connsiteX326" fmla="*/ 791051 w 1333023"/>
                <a:gd name="connsiteY326" fmla="*/ 96679 h 1351121"/>
                <a:gd name="connsiteX327" fmla="*/ 789146 w 1333023"/>
                <a:gd name="connsiteY327" fmla="*/ 93345 h 1351121"/>
                <a:gd name="connsiteX328" fmla="*/ 788194 w 1333023"/>
                <a:gd name="connsiteY328" fmla="*/ 90011 h 1351121"/>
                <a:gd name="connsiteX329" fmla="*/ 787717 w 1333023"/>
                <a:gd name="connsiteY329" fmla="*/ 87154 h 1351121"/>
                <a:gd name="connsiteX330" fmla="*/ 782002 w 1333023"/>
                <a:gd name="connsiteY330" fmla="*/ 72866 h 1351121"/>
                <a:gd name="connsiteX331" fmla="*/ 780097 w 1333023"/>
                <a:gd name="connsiteY331" fmla="*/ 66199 h 1351121"/>
                <a:gd name="connsiteX332" fmla="*/ 779145 w 1333023"/>
                <a:gd name="connsiteY332" fmla="*/ 52864 h 1351121"/>
                <a:gd name="connsiteX333" fmla="*/ 774382 w 1333023"/>
                <a:gd name="connsiteY333" fmla="*/ 38576 h 1351121"/>
                <a:gd name="connsiteX334" fmla="*/ 770572 w 1333023"/>
                <a:gd name="connsiteY334" fmla="*/ 34290 h 1351121"/>
                <a:gd name="connsiteX335" fmla="*/ 765810 w 1333023"/>
                <a:gd name="connsiteY335" fmla="*/ 31433 h 1351121"/>
                <a:gd name="connsiteX336" fmla="*/ 762952 w 1333023"/>
                <a:gd name="connsiteY336" fmla="*/ 31433 h 1351121"/>
                <a:gd name="connsiteX337" fmla="*/ 762476 w 1333023"/>
                <a:gd name="connsiteY337" fmla="*/ 33814 h 1351121"/>
                <a:gd name="connsiteX338" fmla="*/ 760095 w 1333023"/>
                <a:gd name="connsiteY338" fmla="*/ 41434 h 1351121"/>
                <a:gd name="connsiteX339" fmla="*/ 759142 w 1333023"/>
                <a:gd name="connsiteY339" fmla="*/ 42386 h 1351121"/>
                <a:gd name="connsiteX340" fmla="*/ 756285 w 1333023"/>
                <a:gd name="connsiteY340" fmla="*/ 43815 h 1351121"/>
                <a:gd name="connsiteX341" fmla="*/ 754856 w 1333023"/>
                <a:gd name="connsiteY341" fmla="*/ 45720 h 1351121"/>
                <a:gd name="connsiteX342" fmla="*/ 753904 w 1333023"/>
                <a:gd name="connsiteY342" fmla="*/ 47625 h 1351121"/>
                <a:gd name="connsiteX343" fmla="*/ 751999 w 1333023"/>
                <a:gd name="connsiteY343" fmla="*/ 49054 h 1351121"/>
                <a:gd name="connsiteX344" fmla="*/ 750570 w 1333023"/>
                <a:gd name="connsiteY344" fmla="*/ 50959 h 1351121"/>
                <a:gd name="connsiteX345" fmla="*/ 750094 w 1333023"/>
                <a:gd name="connsiteY345" fmla="*/ 52388 h 1351121"/>
                <a:gd name="connsiteX346" fmla="*/ 748665 w 1333023"/>
                <a:gd name="connsiteY346" fmla="*/ 53340 h 1351121"/>
                <a:gd name="connsiteX347" fmla="*/ 748189 w 1333023"/>
                <a:gd name="connsiteY347" fmla="*/ 55245 h 1351121"/>
                <a:gd name="connsiteX348" fmla="*/ 744379 w 1333023"/>
                <a:gd name="connsiteY348" fmla="*/ 61913 h 1351121"/>
                <a:gd name="connsiteX349" fmla="*/ 742950 w 1333023"/>
                <a:gd name="connsiteY349" fmla="*/ 64770 h 1351121"/>
                <a:gd name="connsiteX350" fmla="*/ 740569 w 1333023"/>
                <a:gd name="connsiteY350" fmla="*/ 68104 h 1351121"/>
                <a:gd name="connsiteX351" fmla="*/ 739140 w 1333023"/>
                <a:gd name="connsiteY351" fmla="*/ 69056 h 1351121"/>
                <a:gd name="connsiteX352" fmla="*/ 737235 w 1333023"/>
                <a:gd name="connsiteY352" fmla="*/ 70961 h 1351121"/>
                <a:gd name="connsiteX353" fmla="*/ 736282 w 1333023"/>
                <a:gd name="connsiteY353" fmla="*/ 73343 h 1351121"/>
                <a:gd name="connsiteX354" fmla="*/ 736282 w 1333023"/>
                <a:gd name="connsiteY354" fmla="*/ 75724 h 1351121"/>
                <a:gd name="connsiteX355" fmla="*/ 734854 w 1333023"/>
                <a:gd name="connsiteY355" fmla="*/ 78581 h 1351121"/>
                <a:gd name="connsiteX356" fmla="*/ 733901 w 1333023"/>
                <a:gd name="connsiteY356" fmla="*/ 80963 h 1351121"/>
                <a:gd name="connsiteX357" fmla="*/ 732472 w 1333023"/>
                <a:gd name="connsiteY357" fmla="*/ 82391 h 1351121"/>
                <a:gd name="connsiteX358" fmla="*/ 729139 w 1333023"/>
                <a:gd name="connsiteY358" fmla="*/ 89535 h 1351121"/>
                <a:gd name="connsiteX359" fmla="*/ 729139 w 1333023"/>
                <a:gd name="connsiteY359" fmla="*/ 91916 h 1351121"/>
                <a:gd name="connsiteX360" fmla="*/ 728186 w 1333023"/>
                <a:gd name="connsiteY360" fmla="*/ 93345 h 1351121"/>
                <a:gd name="connsiteX361" fmla="*/ 725805 w 1333023"/>
                <a:gd name="connsiteY361" fmla="*/ 96679 h 1351121"/>
                <a:gd name="connsiteX362" fmla="*/ 724376 w 1333023"/>
                <a:gd name="connsiteY362" fmla="*/ 98584 h 1351121"/>
                <a:gd name="connsiteX363" fmla="*/ 721519 w 1333023"/>
                <a:gd name="connsiteY363" fmla="*/ 100013 h 1351121"/>
                <a:gd name="connsiteX364" fmla="*/ 718661 w 1333023"/>
                <a:gd name="connsiteY364" fmla="*/ 101918 h 1351121"/>
                <a:gd name="connsiteX365" fmla="*/ 717709 w 1333023"/>
                <a:gd name="connsiteY365" fmla="*/ 103822 h 1351121"/>
                <a:gd name="connsiteX366" fmla="*/ 715804 w 1333023"/>
                <a:gd name="connsiteY366" fmla="*/ 104775 h 1351121"/>
                <a:gd name="connsiteX367" fmla="*/ 714375 w 1333023"/>
                <a:gd name="connsiteY367" fmla="*/ 104775 h 1351121"/>
                <a:gd name="connsiteX368" fmla="*/ 711994 w 1333023"/>
                <a:gd name="connsiteY368" fmla="*/ 104299 h 1351121"/>
                <a:gd name="connsiteX369" fmla="*/ 708660 w 1333023"/>
                <a:gd name="connsiteY369" fmla="*/ 103822 h 1351121"/>
                <a:gd name="connsiteX370" fmla="*/ 706755 w 1333023"/>
                <a:gd name="connsiteY370" fmla="*/ 103822 h 1351121"/>
                <a:gd name="connsiteX371" fmla="*/ 705802 w 1333023"/>
                <a:gd name="connsiteY371" fmla="*/ 102870 h 1351121"/>
                <a:gd name="connsiteX372" fmla="*/ 704850 w 1333023"/>
                <a:gd name="connsiteY372" fmla="*/ 100965 h 1351121"/>
                <a:gd name="connsiteX373" fmla="*/ 703421 w 1333023"/>
                <a:gd name="connsiteY373" fmla="*/ 99536 h 1351121"/>
                <a:gd name="connsiteX374" fmla="*/ 702469 w 1333023"/>
                <a:gd name="connsiteY374" fmla="*/ 100013 h 1351121"/>
                <a:gd name="connsiteX375" fmla="*/ 700088 w 1333023"/>
                <a:gd name="connsiteY375" fmla="*/ 101441 h 1351121"/>
                <a:gd name="connsiteX376" fmla="*/ 697230 w 1333023"/>
                <a:gd name="connsiteY376" fmla="*/ 102394 h 1351121"/>
                <a:gd name="connsiteX377" fmla="*/ 695325 w 1333023"/>
                <a:gd name="connsiteY377" fmla="*/ 101918 h 1351121"/>
                <a:gd name="connsiteX378" fmla="*/ 691039 w 1333023"/>
                <a:gd name="connsiteY378" fmla="*/ 100965 h 1351121"/>
                <a:gd name="connsiteX379" fmla="*/ 689134 w 1333023"/>
                <a:gd name="connsiteY379" fmla="*/ 100489 h 1351121"/>
                <a:gd name="connsiteX380" fmla="*/ 688657 w 1333023"/>
                <a:gd name="connsiteY380" fmla="*/ 99536 h 1351121"/>
                <a:gd name="connsiteX381" fmla="*/ 688181 w 1333023"/>
                <a:gd name="connsiteY381" fmla="*/ 99060 h 1351121"/>
                <a:gd name="connsiteX382" fmla="*/ 687229 w 1333023"/>
                <a:gd name="connsiteY382" fmla="*/ 99536 h 1351121"/>
                <a:gd name="connsiteX383" fmla="*/ 685800 w 1333023"/>
                <a:gd name="connsiteY383" fmla="*/ 100489 h 1351121"/>
                <a:gd name="connsiteX384" fmla="*/ 684371 w 1333023"/>
                <a:gd name="connsiteY384" fmla="*/ 101441 h 1351121"/>
                <a:gd name="connsiteX385" fmla="*/ 681990 w 1333023"/>
                <a:gd name="connsiteY385" fmla="*/ 102870 h 1351121"/>
                <a:gd name="connsiteX386" fmla="*/ 677227 w 1333023"/>
                <a:gd name="connsiteY386" fmla="*/ 105728 h 1351121"/>
                <a:gd name="connsiteX387" fmla="*/ 675799 w 1333023"/>
                <a:gd name="connsiteY387" fmla="*/ 106680 h 1351121"/>
                <a:gd name="connsiteX388" fmla="*/ 674370 w 1333023"/>
                <a:gd name="connsiteY388" fmla="*/ 106204 h 1351121"/>
                <a:gd name="connsiteX389" fmla="*/ 672465 w 1333023"/>
                <a:gd name="connsiteY389" fmla="*/ 105728 h 1351121"/>
                <a:gd name="connsiteX390" fmla="*/ 670084 w 1333023"/>
                <a:gd name="connsiteY390" fmla="*/ 105728 h 1351121"/>
                <a:gd name="connsiteX391" fmla="*/ 665321 w 1333023"/>
                <a:gd name="connsiteY391" fmla="*/ 103822 h 1351121"/>
                <a:gd name="connsiteX392" fmla="*/ 662464 w 1333023"/>
                <a:gd name="connsiteY392" fmla="*/ 102394 h 1351121"/>
                <a:gd name="connsiteX393" fmla="*/ 661035 w 1333023"/>
                <a:gd name="connsiteY393" fmla="*/ 100965 h 1351121"/>
                <a:gd name="connsiteX394" fmla="*/ 659606 w 1333023"/>
                <a:gd name="connsiteY394" fmla="*/ 100489 h 1351121"/>
                <a:gd name="connsiteX395" fmla="*/ 658654 w 1333023"/>
                <a:gd name="connsiteY395" fmla="*/ 100013 h 1351121"/>
                <a:gd name="connsiteX396" fmla="*/ 657225 w 1333023"/>
                <a:gd name="connsiteY396" fmla="*/ 100013 h 1351121"/>
                <a:gd name="connsiteX397" fmla="*/ 655796 w 1333023"/>
                <a:gd name="connsiteY397" fmla="*/ 99060 h 1351121"/>
                <a:gd name="connsiteX398" fmla="*/ 655796 w 1333023"/>
                <a:gd name="connsiteY398" fmla="*/ 97631 h 1351121"/>
                <a:gd name="connsiteX399" fmla="*/ 655320 w 1333023"/>
                <a:gd name="connsiteY399" fmla="*/ 96203 h 1351121"/>
                <a:gd name="connsiteX400" fmla="*/ 653891 w 1333023"/>
                <a:gd name="connsiteY400" fmla="*/ 95726 h 1351121"/>
                <a:gd name="connsiteX401" fmla="*/ 651034 w 1333023"/>
                <a:gd name="connsiteY401" fmla="*/ 96203 h 1351121"/>
                <a:gd name="connsiteX402" fmla="*/ 650081 w 1333023"/>
                <a:gd name="connsiteY402" fmla="*/ 95726 h 1351121"/>
                <a:gd name="connsiteX403" fmla="*/ 648176 w 1333023"/>
                <a:gd name="connsiteY403" fmla="*/ 94297 h 1351121"/>
                <a:gd name="connsiteX404" fmla="*/ 646747 w 1333023"/>
                <a:gd name="connsiteY404" fmla="*/ 92393 h 1351121"/>
                <a:gd name="connsiteX405" fmla="*/ 646271 w 1333023"/>
                <a:gd name="connsiteY405" fmla="*/ 90964 h 1351121"/>
                <a:gd name="connsiteX406" fmla="*/ 645319 w 1333023"/>
                <a:gd name="connsiteY406" fmla="*/ 90964 h 1351121"/>
                <a:gd name="connsiteX407" fmla="*/ 642938 w 1333023"/>
                <a:gd name="connsiteY407" fmla="*/ 92393 h 1351121"/>
                <a:gd name="connsiteX408" fmla="*/ 641509 w 1333023"/>
                <a:gd name="connsiteY408" fmla="*/ 92869 h 1351121"/>
                <a:gd name="connsiteX409" fmla="*/ 640556 w 1333023"/>
                <a:gd name="connsiteY409" fmla="*/ 92393 h 1351121"/>
                <a:gd name="connsiteX410" fmla="*/ 639127 w 1333023"/>
                <a:gd name="connsiteY410" fmla="*/ 92393 h 1351121"/>
                <a:gd name="connsiteX411" fmla="*/ 636270 w 1333023"/>
                <a:gd name="connsiteY411" fmla="*/ 93821 h 1351121"/>
                <a:gd name="connsiteX412" fmla="*/ 634365 w 1333023"/>
                <a:gd name="connsiteY412" fmla="*/ 94297 h 1351121"/>
                <a:gd name="connsiteX413" fmla="*/ 632936 w 1333023"/>
                <a:gd name="connsiteY413" fmla="*/ 95726 h 1351121"/>
                <a:gd name="connsiteX414" fmla="*/ 623411 w 1333023"/>
                <a:gd name="connsiteY414" fmla="*/ 96679 h 1351121"/>
                <a:gd name="connsiteX415" fmla="*/ 621030 w 1333023"/>
                <a:gd name="connsiteY415" fmla="*/ 97155 h 1351121"/>
                <a:gd name="connsiteX416" fmla="*/ 615315 w 1333023"/>
                <a:gd name="connsiteY416" fmla="*/ 94297 h 1351121"/>
                <a:gd name="connsiteX417" fmla="*/ 613886 w 1333023"/>
                <a:gd name="connsiteY417" fmla="*/ 93345 h 1351121"/>
                <a:gd name="connsiteX418" fmla="*/ 612934 w 1333023"/>
                <a:gd name="connsiteY418" fmla="*/ 93345 h 1351121"/>
                <a:gd name="connsiteX419" fmla="*/ 612457 w 1333023"/>
                <a:gd name="connsiteY419" fmla="*/ 93345 h 1351121"/>
                <a:gd name="connsiteX420" fmla="*/ 612457 w 1333023"/>
                <a:gd name="connsiteY420" fmla="*/ 93821 h 1351121"/>
                <a:gd name="connsiteX421" fmla="*/ 611505 w 1333023"/>
                <a:gd name="connsiteY421" fmla="*/ 97155 h 1351121"/>
                <a:gd name="connsiteX422" fmla="*/ 610552 w 1333023"/>
                <a:gd name="connsiteY422" fmla="*/ 98108 h 1351121"/>
                <a:gd name="connsiteX423" fmla="*/ 609124 w 1333023"/>
                <a:gd name="connsiteY423" fmla="*/ 99060 h 1351121"/>
                <a:gd name="connsiteX424" fmla="*/ 607695 w 1333023"/>
                <a:gd name="connsiteY424" fmla="*/ 100489 h 1351121"/>
                <a:gd name="connsiteX425" fmla="*/ 607219 w 1333023"/>
                <a:gd name="connsiteY425" fmla="*/ 101918 h 1351121"/>
                <a:gd name="connsiteX426" fmla="*/ 609600 w 1333023"/>
                <a:gd name="connsiteY426" fmla="*/ 102870 h 1351121"/>
                <a:gd name="connsiteX427" fmla="*/ 611505 w 1333023"/>
                <a:gd name="connsiteY427" fmla="*/ 105728 h 1351121"/>
                <a:gd name="connsiteX428" fmla="*/ 613410 w 1333023"/>
                <a:gd name="connsiteY428" fmla="*/ 107633 h 1351121"/>
                <a:gd name="connsiteX429" fmla="*/ 614839 w 1333023"/>
                <a:gd name="connsiteY429" fmla="*/ 109538 h 1351121"/>
                <a:gd name="connsiteX430" fmla="*/ 614839 w 1333023"/>
                <a:gd name="connsiteY430" fmla="*/ 111443 h 1351121"/>
                <a:gd name="connsiteX431" fmla="*/ 614363 w 1333023"/>
                <a:gd name="connsiteY431" fmla="*/ 114300 h 1351121"/>
                <a:gd name="connsiteX432" fmla="*/ 613410 w 1333023"/>
                <a:gd name="connsiteY432" fmla="*/ 115253 h 1351121"/>
                <a:gd name="connsiteX433" fmla="*/ 611505 w 1333023"/>
                <a:gd name="connsiteY433" fmla="*/ 115729 h 1351121"/>
                <a:gd name="connsiteX434" fmla="*/ 604361 w 1333023"/>
                <a:gd name="connsiteY434" fmla="*/ 114300 h 1351121"/>
                <a:gd name="connsiteX435" fmla="*/ 599122 w 1333023"/>
                <a:gd name="connsiteY435" fmla="*/ 112871 h 1351121"/>
                <a:gd name="connsiteX436" fmla="*/ 596741 w 1333023"/>
                <a:gd name="connsiteY436" fmla="*/ 112395 h 1351121"/>
                <a:gd name="connsiteX437" fmla="*/ 595789 w 1333023"/>
                <a:gd name="connsiteY437" fmla="*/ 111919 h 1351121"/>
                <a:gd name="connsiteX438" fmla="*/ 594360 w 1333023"/>
                <a:gd name="connsiteY438" fmla="*/ 112395 h 1351121"/>
                <a:gd name="connsiteX439" fmla="*/ 592931 w 1333023"/>
                <a:gd name="connsiteY439" fmla="*/ 112871 h 1351121"/>
                <a:gd name="connsiteX440" fmla="*/ 591026 w 1333023"/>
                <a:gd name="connsiteY440" fmla="*/ 112395 h 1351121"/>
                <a:gd name="connsiteX441" fmla="*/ 588645 w 1333023"/>
                <a:gd name="connsiteY441" fmla="*/ 112871 h 1351121"/>
                <a:gd name="connsiteX442" fmla="*/ 586264 w 1333023"/>
                <a:gd name="connsiteY442" fmla="*/ 113824 h 1351121"/>
                <a:gd name="connsiteX443" fmla="*/ 583882 w 1333023"/>
                <a:gd name="connsiteY443" fmla="*/ 114300 h 1351121"/>
                <a:gd name="connsiteX444" fmla="*/ 579596 w 1333023"/>
                <a:gd name="connsiteY444" fmla="*/ 113347 h 1351121"/>
                <a:gd name="connsiteX445" fmla="*/ 578167 w 1333023"/>
                <a:gd name="connsiteY445" fmla="*/ 113347 h 1351121"/>
                <a:gd name="connsiteX446" fmla="*/ 577215 w 1333023"/>
                <a:gd name="connsiteY446" fmla="*/ 112871 h 1351121"/>
                <a:gd name="connsiteX447" fmla="*/ 575310 w 1333023"/>
                <a:gd name="connsiteY447" fmla="*/ 110490 h 1351121"/>
                <a:gd name="connsiteX448" fmla="*/ 574357 w 1333023"/>
                <a:gd name="connsiteY448" fmla="*/ 110014 h 1351121"/>
                <a:gd name="connsiteX449" fmla="*/ 571976 w 1333023"/>
                <a:gd name="connsiteY449" fmla="*/ 110966 h 1351121"/>
                <a:gd name="connsiteX450" fmla="*/ 569119 w 1333023"/>
                <a:gd name="connsiteY450" fmla="*/ 111919 h 1351121"/>
                <a:gd name="connsiteX451" fmla="*/ 567690 w 1333023"/>
                <a:gd name="connsiteY451" fmla="*/ 111919 h 1351121"/>
                <a:gd name="connsiteX452" fmla="*/ 565785 w 1333023"/>
                <a:gd name="connsiteY452" fmla="*/ 112871 h 1351121"/>
                <a:gd name="connsiteX453" fmla="*/ 564356 w 1333023"/>
                <a:gd name="connsiteY453" fmla="*/ 113824 h 1351121"/>
                <a:gd name="connsiteX454" fmla="*/ 561499 w 1333023"/>
                <a:gd name="connsiteY454" fmla="*/ 118586 h 1351121"/>
                <a:gd name="connsiteX455" fmla="*/ 560070 w 1333023"/>
                <a:gd name="connsiteY455" fmla="*/ 120015 h 1351121"/>
                <a:gd name="connsiteX456" fmla="*/ 558641 w 1333023"/>
                <a:gd name="connsiteY456" fmla="*/ 120968 h 1351121"/>
                <a:gd name="connsiteX457" fmla="*/ 555307 w 1333023"/>
                <a:gd name="connsiteY457" fmla="*/ 120968 h 1351121"/>
                <a:gd name="connsiteX458" fmla="*/ 551974 w 1333023"/>
                <a:gd name="connsiteY458" fmla="*/ 120968 h 1351121"/>
                <a:gd name="connsiteX459" fmla="*/ 549116 w 1333023"/>
                <a:gd name="connsiteY459" fmla="*/ 121920 h 1351121"/>
                <a:gd name="connsiteX460" fmla="*/ 545782 w 1333023"/>
                <a:gd name="connsiteY460" fmla="*/ 122396 h 1351121"/>
                <a:gd name="connsiteX461" fmla="*/ 544354 w 1333023"/>
                <a:gd name="connsiteY461" fmla="*/ 122396 h 1351121"/>
                <a:gd name="connsiteX462" fmla="*/ 543877 w 1333023"/>
                <a:gd name="connsiteY462" fmla="*/ 124778 h 1351121"/>
                <a:gd name="connsiteX463" fmla="*/ 543401 w 1333023"/>
                <a:gd name="connsiteY463" fmla="*/ 125730 h 1351121"/>
                <a:gd name="connsiteX464" fmla="*/ 542449 w 1333023"/>
                <a:gd name="connsiteY464" fmla="*/ 126206 h 1351121"/>
                <a:gd name="connsiteX465" fmla="*/ 540544 w 1333023"/>
                <a:gd name="connsiteY465" fmla="*/ 126206 h 1351121"/>
                <a:gd name="connsiteX466" fmla="*/ 538639 w 1333023"/>
                <a:gd name="connsiteY466" fmla="*/ 126206 h 1351121"/>
                <a:gd name="connsiteX467" fmla="*/ 537686 w 1333023"/>
                <a:gd name="connsiteY467" fmla="*/ 125254 h 1351121"/>
                <a:gd name="connsiteX468" fmla="*/ 535781 w 1333023"/>
                <a:gd name="connsiteY468" fmla="*/ 124778 h 1351121"/>
                <a:gd name="connsiteX469" fmla="*/ 533876 w 1333023"/>
                <a:gd name="connsiteY469" fmla="*/ 124301 h 1351121"/>
                <a:gd name="connsiteX470" fmla="*/ 532924 w 1333023"/>
                <a:gd name="connsiteY470" fmla="*/ 123825 h 1351121"/>
                <a:gd name="connsiteX471" fmla="*/ 531971 w 1333023"/>
                <a:gd name="connsiteY471" fmla="*/ 123825 h 1351121"/>
                <a:gd name="connsiteX472" fmla="*/ 531019 w 1333023"/>
                <a:gd name="connsiteY472" fmla="*/ 124778 h 1351121"/>
                <a:gd name="connsiteX473" fmla="*/ 530542 w 1333023"/>
                <a:gd name="connsiteY473" fmla="*/ 125730 h 1351121"/>
                <a:gd name="connsiteX474" fmla="*/ 530066 w 1333023"/>
                <a:gd name="connsiteY474" fmla="*/ 127159 h 1351121"/>
                <a:gd name="connsiteX475" fmla="*/ 527209 w 1333023"/>
                <a:gd name="connsiteY475" fmla="*/ 127635 h 1351121"/>
                <a:gd name="connsiteX476" fmla="*/ 526256 w 1333023"/>
                <a:gd name="connsiteY476" fmla="*/ 128588 h 1351121"/>
                <a:gd name="connsiteX477" fmla="*/ 526732 w 1333023"/>
                <a:gd name="connsiteY477" fmla="*/ 131445 h 1351121"/>
                <a:gd name="connsiteX478" fmla="*/ 526256 w 1333023"/>
                <a:gd name="connsiteY478" fmla="*/ 132874 h 1351121"/>
                <a:gd name="connsiteX479" fmla="*/ 525780 w 1333023"/>
                <a:gd name="connsiteY479" fmla="*/ 133826 h 1351121"/>
                <a:gd name="connsiteX480" fmla="*/ 522446 w 1333023"/>
                <a:gd name="connsiteY480" fmla="*/ 133826 h 1351121"/>
                <a:gd name="connsiteX481" fmla="*/ 519589 w 1333023"/>
                <a:gd name="connsiteY481" fmla="*/ 133826 h 1351121"/>
                <a:gd name="connsiteX482" fmla="*/ 518160 w 1333023"/>
                <a:gd name="connsiteY482" fmla="*/ 134779 h 1351121"/>
                <a:gd name="connsiteX483" fmla="*/ 516255 w 1333023"/>
                <a:gd name="connsiteY483" fmla="*/ 136208 h 1351121"/>
                <a:gd name="connsiteX484" fmla="*/ 515302 w 1333023"/>
                <a:gd name="connsiteY484" fmla="*/ 136684 h 1351121"/>
                <a:gd name="connsiteX485" fmla="*/ 513874 w 1333023"/>
                <a:gd name="connsiteY485" fmla="*/ 136684 h 1351121"/>
                <a:gd name="connsiteX486" fmla="*/ 511969 w 1333023"/>
                <a:gd name="connsiteY486" fmla="*/ 135255 h 1351121"/>
                <a:gd name="connsiteX487" fmla="*/ 510064 w 1333023"/>
                <a:gd name="connsiteY487" fmla="*/ 133350 h 1351121"/>
                <a:gd name="connsiteX488" fmla="*/ 505777 w 1333023"/>
                <a:gd name="connsiteY488" fmla="*/ 131921 h 1351121"/>
                <a:gd name="connsiteX489" fmla="*/ 501491 w 1333023"/>
                <a:gd name="connsiteY489" fmla="*/ 130969 h 1351121"/>
                <a:gd name="connsiteX490" fmla="*/ 498634 w 1333023"/>
                <a:gd name="connsiteY490" fmla="*/ 128111 h 1351121"/>
                <a:gd name="connsiteX491" fmla="*/ 498157 w 1333023"/>
                <a:gd name="connsiteY491" fmla="*/ 126683 h 1351121"/>
                <a:gd name="connsiteX492" fmla="*/ 496729 w 1333023"/>
                <a:gd name="connsiteY492" fmla="*/ 126206 h 1351121"/>
                <a:gd name="connsiteX493" fmla="*/ 493395 w 1333023"/>
                <a:gd name="connsiteY493" fmla="*/ 122872 h 1351121"/>
                <a:gd name="connsiteX494" fmla="*/ 491490 w 1333023"/>
                <a:gd name="connsiteY494" fmla="*/ 120491 h 1351121"/>
                <a:gd name="connsiteX495" fmla="*/ 489585 w 1333023"/>
                <a:gd name="connsiteY495" fmla="*/ 120015 h 1351121"/>
                <a:gd name="connsiteX496" fmla="*/ 487204 w 1333023"/>
                <a:gd name="connsiteY496" fmla="*/ 119063 h 1351121"/>
                <a:gd name="connsiteX497" fmla="*/ 487204 w 1333023"/>
                <a:gd name="connsiteY497" fmla="*/ 117634 h 1351121"/>
                <a:gd name="connsiteX498" fmla="*/ 487204 w 1333023"/>
                <a:gd name="connsiteY498" fmla="*/ 116205 h 1351121"/>
                <a:gd name="connsiteX499" fmla="*/ 486251 w 1333023"/>
                <a:gd name="connsiteY499" fmla="*/ 115729 h 1351121"/>
                <a:gd name="connsiteX500" fmla="*/ 484822 w 1333023"/>
                <a:gd name="connsiteY500" fmla="*/ 115253 h 1351121"/>
                <a:gd name="connsiteX501" fmla="*/ 484346 w 1333023"/>
                <a:gd name="connsiteY501" fmla="*/ 114300 h 1351121"/>
                <a:gd name="connsiteX502" fmla="*/ 484346 w 1333023"/>
                <a:gd name="connsiteY502" fmla="*/ 112395 h 1351121"/>
                <a:gd name="connsiteX503" fmla="*/ 484822 w 1333023"/>
                <a:gd name="connsiteY503" fmla="*/ 107156 h 1351121"/>
                <a:gd name="connsiteX504" fmla="*/ 484346 w 1333023"/>
                <a:gd name="connsiteY504" fmla="*/ 101918 h 1351121"/>
                <a:gd name="connsiteX505" fmla="*/ 481013 w 1333023"/>
                <a:gd name="connsiteY505" fmla="*/ 100013 h 1351121"/>
                <a:gd name="connsiteX506" fmla="*/ 479584 w 1333023"/>
                <a:gd name="connsiteY506" fmla="*/ 98584 h 1351121"/>
                <a:gd name="connsiteX507" fmla="*/ 477202 w 1333023"/>
                <a:gd name="connsiteY507" fmla="*/ 90964 h 1351121"/>
                <a:gd name="connsiteX508" fmla="*/ 476250 w 1333023"/>
                <a:gd name="connsiteY508" fmla="*/ 87630 h 1351121"/>
                <a:gd name="connsiteX509" fmla="*/ 476250 w 1333023"/>
                <a:gd name="connsiteY509" fmla="*/ 85249 h 1351121"/>
                <a:gd name="connsiteX510" fmla="*/ 477202 w 1333023"/>
                <a:gd name="connsiteY510" fmla="*/ 77629 h 1351121"/>
                <a:gd name="connsiteX511" fmla="*/ 478155 w 1333023"/>
                <a:gd name="connsiteY511" fmla="*/ 74295 h 1351121"/>
                <a:gd name="connsiteX512" fmla="*/ 480536 w 1333023"/>
                <a:gd name="connsiteY512" fmla="*/ 67628 h 1351121"/>
                <a:gd name="connsiteX513" fmla="*/ 481965 w 1333023"/>
                <a:gd name="connsiteY513" fmla="*/ 65246 h 1351121"/>
                <a:gd name="connsiteX514" fmla="*/ 481965 w 1333023"/>
                <a:gd name="connsiteY514" fmla="*/ 63818 h 1351121"/>
                <a:gd name="connsiteX515" fmla="*/ 481965 w 1333023"/>
                <a:gd name="connsiteY515" fmla="*/ 61913 h 1351121"/>
                <a:gd name="connsiteX516" fmla="*/ 481013 w 1333023"/>
                <a:gd name="connsiteY516" fmla="*/ 57626 h 1351121"/>
                <a:gd name="connsiteX517" fmla="*/ 485299 w 1333023"/>
                <a:gd name="connsiteY517" fmla="*/ 54769 h 1351121"/>
                <a:gd name="connsiteX518" fmla="*/ 487204 w 1333023"/>
                <a:gd name="connsiteY518" fmla="*/ 53816 h 1351121"/>
                <a:gd name="connsiteX519" fmla="*/ 487680 w 1333023"/>
                <a:gd name="connsiteY519" fmla="*/ 51911 h 1351121"/>
                <a:gd name="connsiteX520" fmla="*/ 490061 w 1333023"/>
                <a:gd name="connsiteY520" fmla="*/ 49530 h 1351121"/>
                <a:gd name="connsiteX521" fmla="*/ 491014 w 1333023"/>
                <a:gd name="connsiteY521" fmla="*/ 47149 h 1351121"/>
                <a:gd name="connsiteX522" fmla="*/ 491966 w 1333023"/>
                <a:gd name="connsiteY522" fmla="*/ 45244 h 1351121"/>
                <a:gd name="connsiteX523" fmla="*/ 491966 w 1333023"/>
                <a:gd name="connsiteY523" fmla="*/ 44291 h 1351121"/>
                <a:gd name="connsiteX524" fmla="*/ 491014 w 1333023"/>
                <a:gd name="connsiteY524" fmla="*/ 43815 h 1351121"/>
                <a:gd name="connsiteX525" fmla="*/ 490061 w 1333023"/>
                <a:gd name="connsiteY525" fmla="*/ 42386 h 1351121"/>
                <a:gd name="connsiteX526" fmla="*/ 487680 w 1333023"/>
                <a:gd name="connsiteY526" fmla="*/ 37624 h 1351121"/>
                <a:gd name="connsiteX527" fmla="*/ 486727 w 1333023"/>
                <a:gd name="connsiteY527" fmla="*/ 36671 h 1351121"/>
                <a:gd name="connsiteX528" fmla="*/ 485775 w 1333023"/>
                <a:gd name="connsiteY528" fmla="*/ 35243 h 1351121"/>
                <a:gd name="connsiteX529" fmla="*/ 486251 w 1333023"/>
                <a:gd name="connsiteY529" fmla="*/ 33338 h 1351121"/>
                <a:gd name="connsiteX530" fmla="*/ 487204 w 1333023"/>
                <a:gd name="connsiteY530" fmla="*/ 30956 h 1351121"/>
                <a:gd name="connsiteX531" fmla="*/ 487204 w 1333023"/>
                <a:gd name="connsiteY531" fmla="*/ 30004 h 1351121"/>
                <a:gd name="connsiteX532" fmla="*/ 485775 w 1333023"/>
                <a:gd name="connsiteY532" fmla="*/ 28575 h 1351121"/>
                <a:gd name="connsiteX533" fmla="*/ 482917 w 1333023"/>
                <a:gd name="connsiteY533" fmla="*/ 26670 h 1351121"/>
                <a:gd name="connsiteX534" fmla="*/ 480536 w 1333023"/>
                <a:gd name="connsiteY534" fmla="*/ 26670 h 1351121"/>
                <a:gd name="connsiteX535" fmla="*/ 478631 w 1333023"/>
                <a:gd name="connsiteY535" fmla="*/ 25718 h 1351121"/>
                <a:gd name="connsiteX536" fmla="*/ 475774 w 1333023"/>
                <a:gd name="connsiteY536" fmla="*/ 25718 h 1351121"/>
                <a:gd name="connsiteX537" fmla="*/ 473392 w 1333023"/>
                <a:gd name="connsiteY537" fmla="*/ 25718 h 1351121"/>
                <a:gd name="connsiteX538" fmla="*/ 471964 w 1333023"/>
                <a:gd name="connsiteY538" fmla="*/ 24765 h 1351121"/>
                <a:gd name="connsiteX539" fmla="*/ 472440 w 1333023"/>
                <a:gd name="connsiteY539" fmla="*/ 23336 h 1351121"/>
                <a:gd name="connsiteX540" fmla="*/ 472916 w 1333023"/>
                <a:gd name="connsiteY540" fmla="*/ 22384 h 1351121"/>
                <a:gd name="connsiteX541" fmla="*/ 474821 w 1333023"/>
                <a:gd name="connsiteY541" fmla="*/ 20003 h 1351121"/>
                <a:gd name="connsiteX542" fmla="*/ 476250 w 1333023"/>
                <a:gd name="connsiteY542" fmla="*/ 17621 h 1351121"/>
                <a:gd name="connsiteX543" fmla="*/ 476250 w 1333023"/>
                <a:gd name="connsiteY543" fmla="*/ 15240 h 1351121"/>
                <a:gd name="connsiteX544" fmla="*/ 476726 w 1333023"/>
                <a:gd name="connsiteY544" fmla="*/ 11906 h 1351121"/>
                <a:gd name="connsiteX545" fmla="*/ 477202 w 1333023"/>
                <a:gd name="connsiteY545" fmla="*/ 9049 h 1351121"/>
                <a:gd name="connsiteX546" fmla="*/ 477679 w 1333023"/>
                <a:gd name="connsiteY546" fmla="*/ 5715 h 1351121"/>
                <a:gd name="connsiteX547" fmla="*/ 474821 w 1333023"/>
                <a:gd name="connsiteY547" fmla="*/ 3810 h 1351121"/>
                <a:gd name="connsiteX548" fmla="*/ 473869 w 1333023"/>
                <a:gd name="connsiteY548" fmla="*/ 1905 h 1351121"/>
                <a:gd name="connsiteX549" fmla="*/ 472440 w 1333023"/>
                <a:gd name="connsiteY549" fmla="*/ 476 h 1351121"/>
                <a:gd name="connsiteX550" fmla="*/ 469582 w 1333023"/>
                <a:gd name="connsiteY550" fmla="*/ 476 h 1351121"/>
                <a:gd name="connsiteX551" fmla="*/ 467677 w 1333023"/>
                <a:gd name="connsiteY551" fmla="*/ 0 h 1351121"/>
                <a:gd name="connsiteX552" fmla="*/ 464820 w 1333023"/>
                <a:gd name="connsiteY552" fmla="*/ 3334 h 1351121"/>
                <a:gd name="connsiteX553" fmla="*/ 462439 w 1333023"/>
                <a:gd name="connsiteY553" fmla="*/ 2858 h 1351121"/>
                <a:gd name="connsiteX554" fmla="*/ 460534 w 1333023"/>
                <a:gd name="connsiteY554" fmla="*/ 3810 h 1351121"/>
                <a:gd name="connsiteX555" fmla="*/ 456724 w 1333023"/>
                <a:gd name="connsiteY555" fmla="*/ 3810 h 1351121"/>
                <a:gd name="connsiteX556" fmla="*/ 454342 w 1333023"/>
                <a:gd name="connsiteY556" fmla="*/ 2858 h 1351121"/>
                <a:gd name="connsiteX557" fmla="*/ 450532 w 1333023"/>
                <a:gd name="connsiteY557" fmla="*/ 3334 h 1351121"/>
                <a:gd name="connsiteX558" fmla="*/ 451485 w 1333023"/>
                <a:gd name="connsiteY558" fmla="*/ 3810 h 1351121"/>
                <a:gd name="connsiteX559" fmla="*/ 452914 w 1333023"/>
                <a:gd name="connsiteY559" fmla="*/ 4763 h 1351121"/>
                <a:gd name="connsiteX560" fmla="*/ 454342 w 1333023"/>
                <a:gd name="connsiteY560" fmla="*/ 7620 h 1351121"/>
                <a:gd name="connsiteX561" fmla="*/ 455295 w 1333023"/>
                <a:gd name="connsiteY561" fmla="*/ 10478 h 1351121"/>
                <a:gd name="connsiteX562" fmla="*/ 455295 w 1333023"/>
                <a:gd name="connsiteY562" fmla="*/ 11906 h 1351121"/>
                <a:gd name="connsiteX563" fmla="*/ 454342 w 1333023"/>
                <a:gd name="connsiteY563" fmla="*/ 13811 h 1351121"/>
                <a:gd name="connsiteX564" fmla="*/ 452438 w 1333023"/>
                <a:gd name="connsiteY564" fmla="*/ 16193 h 1351121"/>
                <a:gd name="connsiteX565" fmla="*/ 450532 w 1333023"/>
                <a:gd name="connsiteY565" fmla="*/ 17621 h 1351121"/>
                <a:gd name="connsiteX566" fmla="*/ 447199 w 1333023"/>
                <a:gd name="connsiteY566" fmla="*/ 19050 h 1351121"/>
                <a:gd name="connsiteX567" fmla="*/ 444817 w 1333023"/>
                <a:gd name="connsiteY567" fmla="*/ 20479 h 1351121"/>
                <a:gd name="connsiteX568" fmla="*/ 442913 w 1333023"/>
                <a:gd name="connsiteY568" fmla="*/ 24289 h 1351121"/>
                <a:gd name="connsiteX569" fmla="*/ 441484 w 1333023"/>
                <a:gd name="connsiteY569" fmla="*/ 25718 h 1351121"/>
                <a:gd name="connsiteX570" fmla="*/ 440531 w 1333023"/>
                <a:gd name="connsiteY570" fmla="*/ 26194 h 1351121"/>
                <a:gd name="connsiteX571" fmla="*/ 438150 w 1333023"/>
                <a:gd name="connsiteY571" fmla="*/ 26670 h 1351121"/>
                <a:gd name="connsiteX572" fmla="*/ 434340 w 1333023"/>
                <a:gd name="connsiteY572" fmla="*/ 26670 h 1351121"/>
                <a:gd name="connsiteX573" fmla="*/ 431959 w 1333023"/>
                <a:gd name="connsiteY573" fmla="*/ 26194 h 1351121"/>
                <a:gd name="connsiteX574" fmla="*/ 429101 w 1333023"/>
                <a:gd name="connsiteY574" fmla="*/ 29051 h 1351121"/>
                <a:gd name="connsiteX575" fmla="*/ 425291 w 1333023"/>
                <a:gd name="connsiteY575" fmla="*/ 30004 h 1351121"/>
                <a:gd name="connsiteX576" fmla="*/ 422910 w 1333023"/>
                <a:gd name="connsiteY576" fmla="*/ 33814 h 1351121"/>
                <a:gd name="connsiteX577" fmla="*/ 413861 w 1333023"/>
                <a:gd name="connsiteY577" fmla="*/ 36671 h 1351121"/>
                <a:gd name="connsiteX578" fmla="*/ 404813 w 1333023"/>
                <a:gd name="connsiteY578" fmla="*/ 39053 h 1351121"/>
                <a:gd name="connsiteX579" fmla="*/ 402431 w 1333023"/>
                <a:gd name="connsiteY579" fmla="*/ 40005 h 1351121"/>
                <a:gd name="connsiteX580" fmla="*/ 393859 w 1333023"/>
                <a:gd name="connsiteY580" fmla="*/ 38100 h 1351121"/>
                <a:gd name="connsiteX581" fmla="*/ 391954 w 1333023"/>
                <a:gd name="connsiteY581" fmla="*/ 38576 h 1351121"/>
                <a:gd name="connsiteX582" fmla="*/ 389572 w 1333023"/>
                <a:gd name="connsiteY582" fmla="*/ 40481 h 1351121"/>
                <a:gd name="connsiteX583" fmla="*/ 387191 w 1333023"/>
                <a:gd name="connsiteY583" fmla="*/ 41910 h 1351121"/>
                <a:gd name="connsiteX584" fmla="*/ 385286 w 1333023"/>
                <a:gd name="connsiteY584" fmla="*/ 41910 h 1351121"/>
                <a:gd name="connsiteX585" fmla="*/ 383857 w 1333023"/>
                <a:gd name="connsiteY585" fmla="*/ 42863 h 1351121"/>
                <a:gd name="connsiteX586" fmla="*/ 382905 w 1333023"/>
                <a:gd name="connsiteY586" fmla="*/ 45244 h 1351121"/>
                <a:gd name="connsiteX587" fmla="*/ 381952 w 1333023"/>
                <a:gd name="connsiteY587" fmla="*/ 54293 h 1351121"/>
                <a:gd name="connsiteX588" fmla="*/ 378619 w 1333023"/>
                <a:gd name="connsiteY588" fmla="*/ 57150 h 1351121"/>
                <a:gd name="connsiteX589" fmla="*/ 374809 w 1333023"/>
                <a:gd name="connsiteY589" fmla="*/ 57150 h 1351121"/>
                <a:gd name="connsiteX590" fmla="*/ 372427 w 1333023"/>
                <a:gd name="connsiteY590" fmla="*/ 53816 h 1351121"/>
                <a:gd name="connsiteX591" fmla="*/ 369570 w 1333023"/>
                <a:gd name="connsiteY591" fmla="*/ 51435 h 1351121"/>
                <a:gd name="connsiteX592" fmla="*/ 364331 w 1333023"/>
                <a:gd name="connsiteY592" fmla="*/ 45720 h 1351121"/>
                <a:gd name="connsiteX593" fmla="*/ 362902 w 1333023"/>
                <a:gd name="connsiteY593" fmla="*/ 44768 h 1351121"/>
                <a:gd name="connsiteX594" fmla="*/ 361474 w 1333023"/>
                <a:gd name="connsiteY594" fmla="*/ 44768 h 1351121"/>
                <a:gd name="connsiteX595" fmla="*/ 356235 w 1333023"/>
                <a:gd name="connsiteY595" fmla="*/ 46196 h 1351121"/>
                <a:gd name="connsiteX596" fmla="*/ 353854 w 1333023"/>
                <a:gd name="connsiteY596" fmla="*/ 45244 h 1351121"/>
                <a:gd name="connsiteX597" fmla="*/ 351949 w 1333023"/>
                <a:gd name="connsiteY597" fmla="*/ 44291 h 1351121"/>
                <a:gd name="connsiteX598" fmla="*/ 348615 w 1333023"/>
                <a:gd name="connsiteY598" fmla="*/ 44768 h 1351121"/>
                <a:gd name="connsiteX599" fmla="*/ 342900 w 1333023"/>
                <a:gd name="connsiteY599" fmla="*/ 44768 h 1351121"/>
                <a:gd name="connsiteX600" fmla="*/ 339090 w 1333023"/>
                <a:gd name="connsiteY600" fmla="*/ 44768 h 1351121"/>
                <a:gd name="connsiteX601" fmla="*/ 337185 w 1333023"/>
                <a:gd name="connsiteY601" fmla="*/ 43339 h 1351121"/>
                <a:gd name="connsiteX602" fmla="*/ 335756 w 1333023"/>
                <a:gd name="connsiteY602" fmla="*/ 40005 h 1351121"/>
                <a:gd name="connsiteX603" fmla="*/ 334804 w 1333023"/>
                <a:gd name="connsiteY603" fmla="*/ 39053 h 1351121"/>
                <a:gd name="connsiteX604" fmla="*/ 333375 w 1333023"/>
                <a:gd name="connsiteY604" fmla="*/ 38100 h 1351121"/>
                <a:gd name="connsiteX605" fmla="*/ 330994 w 1333023"/>
                <a:gd name="connsiteY605" fmla="*/ 37624 h 1351121"/>
                <a:gd name="connsiteX606" fmla="*/ 321945 w 1333023"/>
                <a:gd name="connsiteY606" fmla="*/ 37624 h 1351121"/>
                <a:gd name="connsiteX607" fmla="*/ 320040 w 1333023"/>
                <a:gd name="connsiteY607" fmla="*/ 37624 h 1351121"/>
                <a:gd name="connsiteX608" fmla="*/ 318611 w 1333023"/>
                <a:gd name="connsiteY608" fmla="*/ 37147 h 1351121"/>
                <a:gd name="connsiteX609" fmla="*/ 316706 w 1333023"/>
                <a:gd name="connsiteY609" fmla="*/ 34290 h 1351121"/>
                <a:gd name="connsiteX610" fmla="*/ 314801 w 1333023"/>
                <a:gd name="connsiteY610" fmla="*/ 32861 h 1351121"/>
                <a:gd name="connsiteX611" fmla="*/ 312420 w 1333023"/>
                <a:gd name="connsiteY611" fmla="*/ 32861 h 1351121"/>
                <a:gd name="connsiteX612" fmla="*/ 311467 w 1333023"/>
                <a:gd name="connsiteY612" fmla="*/ 34290 h 1351121"/>
                <a:gd name="connsiteX613" fmla="*/ 315277 w 1333023"/>
                <a:gd name="connsiteY613" fmla="*/ 39053 h 1351121"/>
                <a:gd name="connsiteX614" fmla="*/ 316230 w 1333023"/>
                <a:gd name="connsiteY614" fmla="*/ 41434 h 1351121"/>
                <a:gd name="connsiteX615" fmla="*/ 319564 w 1333023"/>
                <a:gd name="connsiteY615" fmla="*/ 45244 h 1351121"/>
                <a:gd name="connsiteX616" fmla="*/ 329565 w 1333023"/>
                <a:gd name="connsiteY616" fmla="*/ 53340 h 1351121"/>
                <a:gd name="connsiteX617" fmla="*/ 331470 w 1333023"/>
                <a:gd name="connsiteY617" fmla="*/ 55721 h 1351121"/>
                <a:gd name="connsiteX618" fmla="*/ 331470 w 1333023"/>
                <a:gd name="connsiteY618" fmla="*/ 59055 h 1351121"/>
                <a:gd name="connsiteX619" fmla="*/ 331470 w 1333023"/>
                <a:gd name="connsiteY619" fmla="*/ 63818 h 1351121"/>
                <a:gd name="connsiteX620" fmla="*/ 331946 w 1333023"/>
                <a:gd name="connsiteY620" fmla="*/ 68580 h 1351121"/>
                <a:gd name="connsiteX621" fmla="*/ 334327 w 1333023"/>
                <a:gd name="connsiteY621" fmla="*/ 75247 h 1351121"/>
                <a:gd name="connsiteX622" fmla="*/ 338138 w 1333023"/>
                <a:gd name="connsiteY622" fmla="*/ 81915 h 1351121"/>
                <a:gd name="connsiteX623" fmla="*/ 339090 w 1333023"/>
                <a:gd name="connsiteY623" fmla="*/ 86201 h 1351121"/>
                <a:gd name="connsiteX624" fmla="*/ 338614 w 1333023"/>
                <a:gd name="connsiteY624" fmla="*/ 89535 h 1351121"/>
                <a:gd name="connsiteX625" fmla="*/ 338138 w 1333023"/>
                <a:gd name="connsiteY625" fmla="*/ 91440 h 1351121"/>
                <a:gd name="connsiteX626" fmla="*/ 338138 w 1333023"/>
                <a:gd name="connsiteY626" fmla="*/ 92393 h 1351121"/>
                <a:gd name="connsiteX627" fmla="*/ 339090 w 1333023"/>
                <a:gd name="connsiteY627" fmla="*/ 92869 h 1351121"/>
                <a:gd name="connsiteX628" fmla="*/ 342424 w 1333023"/>
                <a:gd name="connsiteY628" fmla="*/ 93821 h 1351121"/>
                <a:gd name="connsiteX629" fmla="*/ 349567 w 1333023"/>
                <a:gd name="connsiteY629" fmla="*/ 94297 h 1351121"/>
                <a:gd name="connsiteX630" fmla="*/ 353854 w 1333023"/>
                <a:gd name="connsiteY630" fmla="*/ 94297 h 1351121"/>
                <a:gd name="connsiteX631" fmla="*/ 360521 w 1333023"/>
                <a:gd name="connsiteY631" fmla="*/ 95250 h 1351121"/>
                <a:gd name="connsiteX632" fmla="*/ 360997 w 1333023"/>
                <a:gd name="connsiteY632" fmla="*/ 97631 h 1351121"/>
                <a:gd name="connsiteX633" fmla="*/ 360521 w 1333023"/>
                <a:gd name="connsiteY633" fmla="*/ 101441 h 1351121"/>
                <a:gd name="connsiteX634" fmla="*/ 359092 w 1333023"/>
                <a:gd name="connsiteY634" fmla="*/ 103822 h 1351121"/>
                <a:gd name="connsiteX635" fmla="*/ 358140 w 1333023"/>
                <a:gd name="connsiteY635" fmla="*/ 104299 h 1351121"/>
                <a:gd name="connsiteX636" fmla="*/ 354330 w 1333023"/>
                <a:gd name="connsiteY636" fmla="*/ 104775 h 1351121"/>
                <a:gd name="connsiteX637" fmla="*/ 350520 w 1333023"/>
                <a:gd name="connsiteY637" fmla="*/ 107156 h 1351121"/>
                <a:gd name="connsiteX638" fmla="*/ 344805 w 1333023"/>
                <a:gd name="connsiteY638" fmla="*/ 109538 h 1351121"/>
                <a:gd name="connsiteX639" fmla="*/ 341471 w 1333023"/>
                <a:gd name="connsiteY639" fmla="*/ 110014 h 1351121"/>
                <a:gd name="connsiteX640" fmla="*/ 340042 w 1333023"/>
                <a:gd name="connsiteY640" fmla="*/ 110490 h 1351121"/>
                <a:gd name="connsiteX641" fmla="*/ 339090 w 1333023"/>
                <a:gd name="connsiteY641" fmla="*/ 111443 h 1351121"/>
                <a:gd name="connsiteX642" fmla="*/ 338138 w 1333023"/>
                <a:gd name="connsiteY642" fmla="*/ 112395 h 1351121"/>
                <a:gd name="connsiteX643" fmla="*/ 337185 w 1333023"/>
                <a:gd name="connsiteY643" fmla="*/ 116681 h 1351121"/>
                <a:gd name="connsiteX644" fmla="*/ 335756 w 1333023"/>
                <a:gd name="connsiteY644" fmla="*/ 121920 h 1351121"/>
                <a:gd name="connsiteX645" fmla="*/ 332899 w 1333023"/>
                <a:gd name="connsiteY645" fmla="*/ 124778 h 1351121"/>
                <a:gd name="connsiteX646" fmla="*/ 329565 w 1333023"/>
                <a:gd name="connsiteY646" fmla="*/ 127159 h 1351121"/>
                <a:gd name="connsiteX647" fmla="*/ 326231 w 1333023"/>
                <a:gd name="connsiteY647" fmla="*/ 127635 h 1351121"/>
                <a:gd name="connsiteX648" fmla="*/ 323374 w 1333023"/>
                <a:gd name="connsiteY648" fmla="*/ 127635 h 1351121"/>
                <a:gd name="connsiteX649" fmla="*/ 321945 w 1333023"/>
                <a:gd name="connsiteY649" fmla="*/ 128588 h 1351121"/>
                <a:gd name="connsiteX650" fmla="*/ 320040 w 1333023"/>
                <a:gd name="connsiteY650" fmla="*/ 130493 h 1351121"/>
                <a:gd name="connsiteX651" fmla="*/ 317182 w 1333023"/>
                <a:gd name="connsiteY651" fmla="*/ 132874 h 1351121"/>
                <a:gd name="connsiteX652" fmla="*/ 314801 w 1333023"/>
                <a:gd name="connsiteY652" fmla="*/ 134303 h 1351121"/>
                <a:gd name="connsiteX653" fmla="*/ 311944 w 1333023"/>
                <a:gd name="connsiteY653" fmla="*/ 134303 h 1351121"/>
                <a:gd name="connsiteX654" fmla="*/ 308610 w 1333023"/>
                <a:gd name="connsiteY654" fmla="*/ 135731 h 1351121"/>
                <a:gd name="connsiteX655" fmla="*/ 304800 w 1333023"/>
                <a:gd name="connsiteY655" fmla="*/ 137636 h 1351121"/>
                <a:gd name="connsiteX656" fmla="*/ 301942 w 1333023"/>
                <a:gd name="connsiteY656" fmla="*/ 139541 h 1351121"/>
                <a:gd name="connsiteX657" fmla="*/ 299561 w 1333023"/>
                <a:gd name="connsiteY657" fmla="*/ 142399 h 1351121"/>
                <a:gd name="connsiteX658" fmla="*/ 296227 w 1333023"/>
                <a:gd name="connsiteY658" fmla="*/ 145256 h 1351121"/>
                <a:gd name="connsiteX659" fmla="*/ 292894 w 1333023"/>
                <a:gd name="connsiteY659" fmla="*/ 147161 h 1351121"/>
                <a:gd name="connsiteX660" fmla="*/ 291465 w 1333023"/>
                <a:gd name="connsiteY660" fmla="*/ 150019 h 1351121"/>
                <a:gd name="connsiteX661" fmla="*/ 289084 w 1333023"/>
                <a:gd name="connsiteY661" fmla="*/ 153353 h 1351121"/>
                <a:gd name="connsiteX662" fmla="*/ 286226 w 1333023"/>
                <a:gd name="connsiteY662" fmla="*/ 153353 h 1351121"/>
                <a:gd name="connsiteX663" fmla="*/ 286226 w 1333023"/>
                <a:gd name="connsiteY663" fmla="*/ 151447 h 1351121"/>
                <a:gd name="connsiteX664" fmla="*/ 287655 w 1333023"/>
                <a:gd name="connsiteY664" fmla="*/ 148114 h 1351121"/>
                <a:gd name="connsiteX665" fmla="*/ 286226 w 1333023"/>
                <a:gd name="connsiteY665" fmla="*/ 145256 h 1351121"/>
                <a:gd name="connsiteX666" fmla="*/ 283369 w 1333023"/>
                <a:gd name="connsiteY666" fmla="*/ 143828 h 1351121"/>
                <a:gd name="connsiteX667" fmla="*/ 281940 w 1333023"/>
                <a:gd name="connsiteY667" fmla="*/ 143351 h 1351121"/>
                <a:gd name="connsiteX668" fmla="*/ 280511 w 1333023"/>
                <a:gd name="connsiteY668" fmla="*/ 143351 h 1351121"/>
                <a:gd name="connsiteX669" fmla="*/ 277177 w 1333023"/>
                <a:gd name="connsiteY669" fmla="*/ 144780 h 1351121"/>
                <a:gd name="connsiteX670" fmla="*/ 273367 w 1333023"/>
                <a:gd name="connsiteY670" fmla="*/ 147161 h 1351121"/>
                <a:gd name="connsiteX671" fmla="*/ 270986 w 1333023"/>
                <a:gd name="connsiteY671" fmla="*/ 149066 h 1351121"/>
                <a:gd name="connsiteX672" fmla="*/ 268605 w 1333023"/>
                <a:gd name="connsiteY672" fmla="*/ 150019 h 1351121"/>
                <a:gd name="connsiteX673" fmla="*/ 264319 w 1333023"/>
                <a:gd name="connsiteY673" fmla="*/ 150971 h 1351121"/>
                <a:gd name="connsiteX674" fmla="*/ 260509 w 1333023"/>
                <a:gd name="connsiteY674" fmla="*/ 151447 h 1351121"/>
                <a:gd name="connsiteX675" fmla="*/ 259080 w 1333023"/>
                <a:gd name="connsiteY675" fmla="*/ 150971 h 1351121"/>
                <a:gd name="connsiteX676" fmla="*/ 256222 w 1333023"/>
                <a:gd name="connsiteY676" fmla="*/ 149066 h 1351121"/>
                <a:gd name="connsiteX677" fmla="*/ 249555 w 1333023"/>
                <a:gd name="connsiteY677" fmla="*/ 143351 h 1351121"/>
                <a:gd name="connsiteX678" fmla="*/ 240982 w 1333023"/>
                <a:gd name="connsiteY678" fmla="*/ 135731 h 1351121"/>
                <a:gd name="connsiteX679" fmla="*/ 234315 w 1333023"/>
                <a:gd name="connsiteY679" fmla="*/ 137160 h 1351121"/>
                <a:gd name="connsiteX680" fmla="*/ 233839 w 1333023"/>
                <a:gd name="connsiteY680" fmla="*/ 137160 h 1351121"/>
                <a:gd name="connsiteX681" fmla="*/ 233363 w 1333023"/>
                <a:gd name="connsiteY681" fmla="*/ 136208 h 1351121"/>
                <a:gd name="connsiteX682" fmla="*/ 233363 w 1333023"/>
                <a:gd name="connsiteY682" fmla="*/ 130016 h 1351121"/>
                <a:gd name="connsiteX683" fmla="*/ 233363 w 1333023"/>
                <a:gd name="connsiteY683" fmla="*/ 122872 h 1351121"/>
                <a:gd name="connsiteX684" fmla="*/ 232410 w 1333023"/>
                <a:gd name="connsiteY684" fmla="*/ 120015 h 1351121"/>
                <a:gd name="connsiteX685" fmla="*/ 229552 w 1333023"/>
                <a:gd name="connsiteY685" fmla="*/ 115253 h 1351121"/>
                <a:gd name="connsiteX686" fmla="*/ 225742 w 1333023"/>
                <a:gd name="connsiteY686" fmla="*/ 109061 h 1351121"/>
                <a:gd name="connsiteX687" fmla="*/ 224790 w 1333023"/>
                <a:gd name="connsiteY687" fmla="*/ 107156 h 1351121"/>
                <a:gd name="connsiteX688" fmla="*/ 223361 w 1333023"/>
                <a:gd name="connsiteY688" fmla="*/ 106204 h 1351121"/>
                <a:gd name="connsiteX689" fmla="*/ 221456 w 1333023"/>
                <a:gd name="connsiteY689" fmla="*/ 106204 h 1351121"/>
                <a:gd name="connsiteX690" fmla="*/ 220027 w 1333023"/>
                <a:gd name="connsiteY690" fmla="*/ 106680 h 1351121"/>
                <a:gd name="connsiteX691" fmla="*/ 218122 w 1333023"/>
                <a:gd name="connsiteY691" fmla="*/ 107633 h 1351121"/>
                <a:gd name="connsiteX692" fmla="*/ 216217 w 1333023"/>
                <a:gd name="connsiteY692" fmla="*/ 109061 h 1351121"/>
                <a:gd name="connsiteX693" fmla="*/ 212884 w 1333023"/>
                <a:gd name="connsiteY693" fmla="*/ 112871 h 1351121"/>
                <a:gd name="connsiteX694" fmla="*/ 209550 w 1333023"/>
                <a:gd name="connsiteY694" fmla="*/ 117158 h 1351121"/>
                <a:gd name="connsiteX695" fmla="*/ 207645 w 1333023"/>
                <a:gd name="connsiteY695" fmla="*/ 118110 h 1351121"/>
                <a:gd name="connsiteX696" fmla="*/ 205740 w 1333023"/>
                <a:gd name="connsiteY696" fmla="*/ 118586 h 1351121"/>
                <a:gd name="connsiteX697" fmla="*/ 203835 w 1333023"/>
                <a:gd name="connsiteY697" fmla="*/ 118586 h 1351121"/>
                <a:gd name="connsiteX698" fmla="*/ 202406 w 1333023"/>
                <a:gd name="connsiteY698" fmla="*/ 117158 h 1351121"/>
                <a:gd name="connsiteX699" fmla="*/ 200977 w 1333023"/>
                <a:gd name="connsiteY699" fmla="*/ 114776 h 1351121"/>
                <a:gd name="connsiteX700" fmla="*/ 199072 w 1333023"/>
                <a:gd name="connsiteY700" fmla="*/ 111443 h 1351121"/>
                <a:gd name="connsiteX701" fmla="*/ 196691 w 1333023"/>
                <a:gd name="connsiteY701" fmla="*/ 110490 h 1351121"/>
                <a:gd name="connsiteX702" fmla="*/ 195739 w 1333023"/>
                <a:gd name="connsiteY702" fmla="*/ 111443 h 1351121"/>
                <a:gd name="connsiteX703" fmla="*/ 194786 w 1333023"/>
                <a:gd name="connsiteY703" fmla="*/ 113347 h 1351121"/>
                <a:gd name="connsiteX704" fmla="*/ 194310 w 1333023"/>
                <a:gd name="connsiteY704" fmla="*/ 115253 h 1351121"/>
                <a:gd name="connsiteX705" fmla="*/ 195739 w 1333023"/>
                <a:gd name="connsiteY705" fmla="*/ 117634 h 1351121"/>
                <a:gd name="connsiteX706" fmla="*/ 197167 w 1333023"/>
                <a:gd name="connsiteY706" fmla="*/ 119539 h 1351121"/>
                <a:gd name="connsiteX707" fmla="*/ 195263 w 1333023"/>
                <a:gd name="connsiteY707" fmla="*/ 119539 h 1351121"/>
                <a:gd name="connsiteX708" fmla="*/ 188119 w 1333023"/>
                <a:gd name="connsiteY708" fmla="*/ 119539 h 1351121"/>
                <a:gd name="connsiteX709" fmla="*/ 180022 w 1333023"/>
                <a:gd name="connsiteY709" fmla="*/ 119539 h 1351121"/>
                <a:gd name="connsiteX710" fmla="*/ 171926 w 1333023"/>
                <a:gd name="connsiteY710" fmla="*/ 119539 h 1351121"/>
                <a:gd name="connsiteX711" fmla="*/ 164782 w 1333023"/>
                <a:gd name="connsiteY711" fmla="*/ 119539 h 1351121"/>
                <a:gd name="connsiteX712" fmla="*/ 158115 w 1333023"/>
                <a:gd name="connsiteY712" fmla="*/ 119539 h 1351121"/>
                <a:gd name="connsiteX713" fmla="*/ 155734 w 1333023"/>
                <a:gd name="connsiteY713" fmla="*/ 119539 h 1351121"/>
                <a:gd name="connsiteX714" fmla="*/ 153352 w 1333023"/>
                <a:gd name="connsiteY714" fmla="*/ 118586 h 1351121"/>
                <a:gd name="connsiteX715" fmla="*/ 150971 w 1333023"/>
                <a:gd name="connsiteY715" fmla="*/ 118110 h 1351121"/>
                <a:gd name="connsiteX716" fmla="*/ 149542 w 1333023"/>
                <a:gd name="connsiteY716" fmla="*/ 118110 h 1351121"/>
                <a:gd name="connsiteX717" fmla="*/ 147161 w 1333023"/>
                <a:gd name="connsiteY717" fmla="*/ 119063 h 1351121"/>
                <a:gd name="connsiteX718" fmla="*/ 144304 w 1333023"/>
                <a:gd name="connsiteY718" fmla="*/ 119063 h 1351121"/>
                <a:gd name="connsiteX719" fmla="*/ 142399 w 1333023"/>
                <a:gd name="connsiteY719" fmla="*/ 120015 h 1351121"/>
                <a:gd name="connsiteX720" fmla="*/ 140970 w 1333023"/>
                <a:gd name="connsiteY720" fmla="*/ 120015 h 1351121"/>
                <a:gd name="connsiteX721" fmla="*/ 140970 w 1333023"/>
                <a:gd name="connsiteY721" fmla="*/ 125730 h 1351121"/>
                <a:gd name="connsiteX722" fmla="*/ 140970 w 1333023"/>
                <a:gd name="connsiteY722" fmla="*/ 133826 h 1351121"/>
                <a:gd name="connsiteX723" fmla="*/ 140970 w 1333023"/>
                <a:gd name="connsiteY723" fmla="*/ 142399 h 1351121"/>
                <a:gd name="connsiteX724" fmla="*/ 142875 w 1333023"/>
                <a:gd name="connsiteY724" fmla="*/ 141922 h 1351121"/>
                <a:gd name="connsiteX725" fmla="*/ 144304 w 1333023"/>
                <a:gd name="connsiteY725" fmla="*/ 141922 h 1351121"/>
                <a:gd name="connsiteX726" fmla="*/ 145256 w 1333023"/>
                <a:gd name="connsiteY726" fmla="*/ 142399 h 1351121"/>
                <a:gd name="connsiteX727" fmla="*/ 148590 w 1333023"/>
                <a:gd name="connsiteY727" fmla="*/ 141922 h 1351121"/>
                <a:gd name="connsiteX728" fmla="*/ 150495 w 1333023"/>
                <a:gd name="connsiteY728" fmla="*/ 142399 h 1351121"/>
                <a:gd name="connsiteX729" fmla="*/ 152400 w 1333023"/>
                <a:gd name="connsiteY729" fmla="*/ 142399 h 1351121"/>
                <a:gd name="connsiteX730" fmla="*/ 153829 w 1333023"/>
                <a:gd name="connsiteY730" fmla="*/ 142399 h 1351121"/>
                <a:gd name="connsiteX731" fmla="*/ 154781 w 1333023"/>
                <a:gd name="connsiteY731" fmla="*/ 142875 h 1351121"/>
                <a:gd name="connsiteX732" fmla="*/ 156210 w 1333023"/>
                <a:gd name="connsiteY732" fmla="*/ 142875 h 1351121"/>
                <a:gd name="connsiteX733" fmla="*/ 157639 w 1333023"/>
                <a:gd name="connsiteY733" fmla="*/ 141922 h 1351121"/>
                <a:gd name="connsiteX734" fmla="*/ 159544 w 1333023"/>
                <a:gd name="connsiteY734" fmla="*/ 142399 h 1351121"/>
                <a:gd name="connsiteX735" fmla="*/ 161449 w 1333023"/>
                <a:gd name="connsiteY735" fmla="*/ 143351 h 1351121"/>
                <a:gd name="connsiteX736" fmla="*/ 162401 w 1333023"/>
                <a:gd name="connsiteY736" fmla="*/ 145256 h 1351121"/>
                <a:gd name="connsiteX737" fmla="*/ 163354 w 1333023"/>
                <a:gd name="connsiteY737" fmla="*/ 147638 h 1351121"/>
                <a:gd name="connsiteX738" fmla="*/ 164306 w 1333023"/>
                <a:gd name="connsiteY738" fmla="*/ 148590 h 1351121"/>
                <a:gd name="connsiteX739" fmla="*/ 164306 w 1333023"/>
                <a:gd name="connsiteY739" fmla="*/ 150495 h 1351121"/>
                <a:gd name="connsiteX740" fmla="*/ 164306 w 1333023"/>
                <a:gd name="connsiteY740" fmla="*/ 151924 h 1351121"/>
                <a:gd name="connsiteX741" fmla="*/ 163830 w 1333023"/>
                <a:gd name="connsiteY741" fmla="*/ 153353 h 1351121"/>
                <a:gd name="connsiteX742" fmla="*/ 164306 w 1333023"/>
                <a:gd name="connsiteY742" fmla="*/ 154305 h 1351121"/>
                <a:gd name="connsiteX743" fmla="*/ 164782 w 1333023"/>
                <a:gd name="connsiteY743" fmla="*/ 155258 h 1351121"/>
                <a:gd name="connsiteX744" fmla="*/ 164782 w 1333023"/>
                <a:gd name="connsiteY744" fmla="*/ 155734 h 1351121"/>
                <a:gd name="connsiteX745" fmla="*/ 164306 w 1333023"/>
                <a:gd name="connsiteY745" fmla="*/ 156210 h 1351121"/>
                <a:gd name="connsiteX746" fmla="*/ 162877 w 1333023"/>
                <a:gd name="connsiteY746" fmla="*/ 156210 h 1351121"/>
                <a:gd name="connsiteX747" fmla="*/ 161449 w 1333023"/>
                <a:gd name="connsiteY747" fmla="*/ 156210 h 1351121"/>
                <a:gd name="connsiteX748" fmla="*/ 160496 w 1333023"/>
                <a:gd name="connsiteY748" fmla="*/ 156210 h 1351121"/>
                <a:gd name="connsiteX749" fmla="*/ 159544 w 1333023"/>
                <a:gd name="connsiteY749" fmla="*/ 155258 h 1351121"/>
                <a:gd name="connsiteX750" fmla="*/ 158591 w 1333023"/>
                <a:gd name="connsiteY750" fmla="*/ 155258 h 1351121"/>
                <a:gd name="connsiteX751" fmla="*/ 157639 w 1333023"/>
                <a:gd name="connsiteY751" fmla="*/ 155258 h 1351121"/>
                <a:gd name="connsiteX752" fmla="*/ 156686 w 1333023"/>
                <a:gd name="connsiteY752" fmla="*/ 154781 h 1351121"/>
                <a:gd name="connsiteX753" fmla="*/ 155734 w 1333023"/>
                <a:gd name="connsiteY753" fmla="*/ 153829 h 1351121"/>
                <a:gd name="connsiteX754" fmla="*/ 153829 w 1333023"/>
                <a:gd name="connsiteY754" fmla="*/ 152876 h 1351121"/>
                <a:gd name="connsiteX755" fmla="*/ 151924 w 1333023"/>
                <a:gd name="connsiteY755" fmla="*/ 153353 h 1351121"/>
                <a:gd name="connsiteX756" fmla="*/ 150495 w 1333023"/>
                <a:gd name="connsiteY756" fmla="*/ 153829 h 1351121"/>
                <a:gd name="connsiteX757" fmla="*/ 149066 w 1333023"/>
                <a:gd name="connsiteY757" fmla="*/ 154305 h 1351121"/>
                <a:gd name="connsiteX758" fmla="*/ 147638 w 1333023"/>
                <a:gd name="connsiteY758" fmla="*/ 154781 h 1351121"/>
                <a:gd name="connsiteX759" fmla="*/ 146209 w 1333023"/>
                <a:gd name="connsiteY759" fmla="*/ 154781 h 1351121"/>
                <a:gd name="connsiteX760" fmla="*/ 144780 w 1333023"/>
                <a:gd name="connsiteY760" fmla="*/ 155258 h 1351121"/>
                <a:gd name="connsiteX761" fmla="*/ 143351 w 1333023"/>
                <a:gd name="connsiteY761" fmla="*/ 156210 h 1351121"/>
                <a:gd name="connsiteX762" fmla="*/ 141446 w 1333023"/>
                <a:gd name="connsiteY762" fmla="*/ 156686 h 1351121"/>
                <a:gd name="connsiteX763" fmla="*/ 139541 w 1333023"/>
                <a:gd name="connsiteY763" fmla="*/ 157163 h 1351121"/>
                <a:gd name="connsiteX764" fmla="*/ 137160 w 1333023"/>
                <a:gd name="connsiteY764" fmla="*/ 157639 h 1351121"/>
                <a:gd name="connsiteX765" fmla="*/ 135255 w 1333023"/>
                <a:gd name="connsiteY765" fmla="*/ 157639 h 1351121"/>
                <a:gd name="connsiteX766" fmla="*/ 132874 w 1333023"/>
                <a:gd name="connsiteY766" fmla="*/ 158115 h 1351121"/>
                <a:gd name="connsiteX767" fmla="*/ 132874 w 1333023"/>
                <a:gd name="connsiteY767" fmla="*/ 162401 h 1351121"/>
                <a:gd name="connsiteX768" fmla="*/ 132397 w 1333023"/>
                <a:gd name="connsiteY768" fmla="*/ 170974 h 1351121"/>
                <a:gd name="connsiteX769" fmla="*/ 132397 w 1333023"/>
                <a:gd name="connsiteY769" fmla="*/ 176689 h 1351121"/>
                <a:gd name="connsiteX770" fmla="*/ 132397 w 1333023"/>
                <a:gd name="connsiteY770" fmla="*/ 181928 h 1351121"/>
                <a:gd name="connsiteX771" fmla="*/ 133350 w 1333023"/>
                <a:gd name="connsiteY771" fmla="*/ 183833 h 1351121"/>
                <a:gd name="connsiteX772" fmla="*/ 137636 w 1333023"/>
                <a:gd name="connsiteY772" fmla="*/ 188119 h 1351121"/>
                <a:gd name="connsiteX773" fmla="*/ 140970 w 1333023"/>
                <a:gd name="connsiteY773" fmla="*/ 190500 h 1351121"/>
                <a:gd name="connsiteX774" fmla="*/ 143827 w 1333023"/>
                <a:gd name="connsiteY774" fmla="*/ 192881 h 1351121"/>
                <a:gd name="connsiteX775" fmla="*/ 146685 w 1333023"/>
                <a:gd name="connsiteY775" fmla="*/ 193834 h 1351121"/>
                <a:gd name="connsiteX776" fmla="*/ 147638 w 1333023"/>
                <a:gd name="connsiteY776" fmla="*/ 194786 h 1351121"/>
                <a:gd name="connsiteX777" fmla="*/ 148590 w 1333023"/>
                <a:gd name="connsiteY777" fmla="*/ 196215 h 1351121"/>
                <a:gd name="connsiteX778" fmla="*/ 149066 w 1333023"/>
                <a:gd name="connsiteY778" fmla="*/ 197644 h 1351121"/>
                <a:gd name="connsiteX779" fmla="*/ 149542 w 1333023"/>
                <a:gd name="connsiteY779" fmla="*/ 199072 h 1351121"/>
                <a:gd name="connsiteX780" fmla="*/ 149066 w 1333023"/>
                <a:gd name="connsiteY780" fmla="*/ 200501 h 1351121"/>
                <a:gd name="connsiteX781" fmla="*/ 148590 w 1333023"/>
                <a:gd name="connsiteY781" fmla="*/ 201930 h 1351121"/>
                <a:gd name="connsiteX782" fmla="*/ 149066 w 1333023"/>
                <a:gd name="connsiteY782" fmla="*/ 203359 h 1351121"/>
                <a:gd name="connsiteX783" fmla="*/ 150019 w 1333023"/>
                <a:gd name="connsiteY783" fmla="*/ 204311 h 1351121"/>
                <a:gd name="connsiteX784" fmla="*/ 150495 w 1333023"/>
                <a:gd name="connsiteY784" fmla="*/ 205740 h 1351121"/>
                <a:gd name="connsiteX785" fmla="*/ 150971 w 1333023"/>
                <a:gd name="connsiteY785" fmla="*/ 207169 h 1351121"/>
                <a:gd name="connsiteX786" fmla="*/ 151447 w 1333023"/>
                <a:gd name="connsiteY786" fmla="*/ 208597 h 1351121"/>
                <a:gd name="connsiteX787" fmla="*/ 152400 w 1333023"/>
                <a:gd name="connsiteY787" fmla="*/ 209550 h 1351121"/>
                <a:gd name="connsiteX788" fmla="*/ 153352 w 1333023"/>
                <a:gd name="connsiteY788" fmla="*/ 210026 h 1351121"/>
                <a:gd name="connsiteX789" fmla="*/ 154781 w 1333023"/>
                <a:gd name="connsiteY789" fmla="*/ 210979 h 1351121"/>
                <a:gd name="connsiteX790" fmla="*/ 154781 w 1333023"/>
                <a:gd name="connsiteY790" fmla="*/ 211931 h 1351121"/>
                <a:gd name="connsiteX791" fmla="*/ 154781 w 1333023"/>
                <a:gd name="connsiteY791" fmla="*/ 212884 h 1351121"/>
                <a:gd name="connsiteX792" fmla="*/ 154781 w 1333023"/>
                <a:gd name="connsiteY792" fmla="*/ 213836 h 1351121"/>
                <a:gd name="connsiteX793" fmla="*/ 156210 w 1333023"/>
                <a:gd name="connsiteY793" fmla="*/ 215741 h 1351121"/>
                <a:gd name="connsiteX794" fmla="*/ 156686 w 1333023"/>
                <a:gd name="connsiteY794" fmla="*/ 217170 h 1351121"/>
                <a:gd name="connsiteX795" fmla="*/ 156210 w 1333023"/>
                <a:gd name="connsiteY795" fmla="*/ 219075 h 1351121"/>
                <a:gd name="connsiteX796" fmla="*/ 155734 w 1333023"/>
                <a:gd name="connsiteY796" fmla="*/ 224790 h 1351121"/>
                <a:gd name="connsiteX797" fmla="*/ 154305 w 1333023"/>
                <a:gd name="connsiteY797" fmla="*/ 231458 h 1351121"/>
                <a:gd name="connsiteX798" fmla="*/ 153352 w 1333023"/>
                <a:gd name="connsiteY798" fmla="*/ 236696 h 1351121"/>
                <a:gd name="connsiteX799" fmla="*/ 151924 w 1333023"/>
                <a:gd name="connsiteY799" fmla="*/ 245269 h 1351121"/>
                <a:gd name="connsiteX800" fmla="*/ 150019 w 1333023"/>
                <a:gd name="connsiteY800" fmla="*/ 254794 h 1351121"/>
                <a:gd name="connsiteX801" fmla="*/ 147638 w 1333023"/>
                <a:gd name="connsiteY801" fmla="*/ 266700 h 1351121"/>
                <a:gd name="connsiteX802" fmla="*/ 145256 w 1333023"/>
                <a:gd name="connsiteY802" fmla="*/ 278606 h 1351121"/>
                <a:gd name="connsiteX803" fmla="*/ 143351 w 1333023"/>
                <a:gd name="connsiteY803" fmla="*/ 290036 h 1351121"/>
                <a:gd name="connsiteX804" fmla="*/ 141446 w 1333023"/>
                <a:gd name="connsiteY804" fmla="*/ 300514 h 1351121"/>
                <a:gd name="connsiteX805" fmla="*/ 139541 w 1333023"/>
                <a:gd name="connsiteY805" fmla="*/ 311944 h 1351121"/>
                <a:gd name="connsiteX806" fmla="*/ 138113 w 1333023"/>
                <a:gd name="connsiteY806" fmla="*/ 318611 h 1351121"/>
                <a:gd name="connsiteX807" fmla="*/ 137636 w 1333023"/>
                <a:gd name="connsiteY807" fmla="*/ 319564 h 1351121"/>
                <a:gd name="connsiteX808" fmla="*/ 137636 w 1333023"/>
                <a:gd name="connsiteY808" fmla="*/ 321945 h 1351121"/>
                <a:gd name="connsiteX809" fmla="*/ 136684 w 1333023"/>
                <a:gd name="connsiteY809" fmla="*/ 322897 h 1351121"/>
                <a:gd name="connsiteX810" fmla="*/ 134779 w 1333023"/>
                <a:gd name="connsiteY810" fmla="*/ 322897 h 1351121"/>
                <a:gd name="connsiteX811" fmla="*/ 132397 w 1333023"/>
                <a:gd name="connsiteY811" fmla="*/ 321469 h 1351121"/>
                <a:gd name="connsiteX812" fmla="*/ 130492 w 1333023"/>
                <a:gd name="connsiteY812" fmla="*/ 321945 h 1351121"/>
                <a:gd name="connsiteX813" fmla="*/ 128588 w 1333023"/>
                <a:gd name="connsiteY813" fmla="*/ 321945 h 1351121"/>
                <a:gd name="connsiteX814" fmla="*/ 125730 w 1333023"/>
                <a:gd name="connsiteY814" fmla="*/ 320040 h 1351121"/>
                <a:gd name="connsiteX815" fmla="*/ 124777 w 1333023"/>
                <a:gd name="connsiteY815" fmla="*/ 318135 h 1351121"/>
                <a:gd name="connsiteX816" fmla="*/ 122872 w 1333023"/>
                <a:gd name="connsiteY816" fmla="*/ 316706 h 1351121"/>
                <a:gd name="connsiteX817" fmla="*/ 118586 w 1333023"/>
                <a:gd name="connsiteY817" fmla="*/ 317183 h 1351121"/>
                <a:gd name="connsiteX818" fmla="*/ 115252 w 1333023"/>
                <a:gd name="connsiteY818" fmla="*/ 317183 h 1351121"/>
                <a:gd name="connsiteX819" fmla="*/ 112395 w 1333023"/>
                <a:gd name="connsiteY819" fmla="*/ 316706 h 1351121"/>
                <a:gd name="connsiteX820" fmla="*/ 109538 w 1333023"/>
                <a:gd name="connsiteY820" fmla="*/ 317183 h 1351121"/>
                <a:gd name="connsiteX821" fmla="*/ 107156 w 1333023"/>
                <a:gd name="connsiteY821" fmla="*/ 319088 h 1351121"/>
                <a:gd name="connsiteX822" fmla="*/ 105251 w 1333023"/>
                <a:gd name="connsiteY822" fmla="*/ 321469 h 1351121"/>
                <a:gd name="connsiteX823" fmla="*/ 103346 w 1333023"/>
                <a:gd name="connsiteY823" fmla="*/ 323374 h 1351121"/>
                <a:gd name="connsiteX824" fmla="*/ 97631 w 1333023"/>
                <a:gd name="connsiteY824" fmla="*/ 324803 h 1351121"/>
                <a:gd name="connsiteX825" fmla="*/ 94774 w 1333023"/>
                <a:gd name="connsiteY825" fmla="*/ 324803 h 1351121"/>
                <a:gd name="connsiteX826" fmla="*/ 91916 w 1333023"/>
                <a:gd name="connsiteY826" fmla="*/ 326231 h 1351121"/>
                <a:gd name="connsiteX827" fmla="*/ 87630 w 1333023"/>
                <a:gd name="connsiteY827" fmla="*/ 326708 h 1351121"/>
                <a:gd name="connsiteX828" fmla="*/ 84772 w 1333023"/>
                <a:gd name="connsiteY828" fmla="*/ 327660 h 1351121"/>
                <a:gd name="connsiteX829" fmla="*/ 79534 w 1333023"/>
                <a:gd name="connsiteY829" fmla="*/ 328136 h 1351121"/>
                <a:gd name="connsiteX830" fmla="*/ 73342 w 1333023"/>
                <a:gd name="connsiteY830" fmla="*/ 328613 h 1351121"/>
                <a:gd name="connsiteX831" fmla="*/ 70009 w 1333023"/>
                <a:gd name="connsiteY831" fmla="*/ 330041 h 1351121"/>
                <a:gd name="connsiteX832" fmla="*/ 68580 w 1333023"/>
                <a:gd name="connsiteY832" fmla="*/ 330994 h 1351121"/>
                <a:gd name="connsiteX833" fmla="*/ 65246 w 1333023"/>
                <a:gd name="connsiteY833" fmla="*/ 333375 h 1351121"/>
                <a:gd name="connsiteX834" fmla="*/ 59531 w 1333023"/>
                <a:gd name="connsiteY834" fmla="*/ 337185 h 1351121"/>
                <a:gd name="connsiteX835" fmla="*/ 56197 w 1333023"/>
                <a:gd name="connsiteY835" fmla="*/ 338614 h 1351121"/>
                <a:gd name="connsiteX836" fmla="*/ 52388 w 1333023"/>
                <a:gd name="connsiteY836" fmla="*/ 342424 h 1351121"/>
                <a:gd name="connsiteX837" fmla="*/ 47625 w 1333023"/>
                <a:gd name="connsiteY837" fmla="*/ 346234 h 1351121"/>
                <a:gd name="connsiteX838" fmla="*/ 44767 w 1333023"/>
                <a:gd name="connsiteY838" fmla="*/ 348139 h 1351121"/>
                <a:gd name="connsiteX839" fmla="*/ 40005 w 1333023"/>
                <a:gd name="connsiteY839" fmla="*/ 349091 h 1351121"/>
                <a:gd name="connsiteX840" fmla="*/ 38100 w 1333023"/>
                <a:gd name="connsiteY840" fmla="*/ 350044 h 1351121"/>
                <a:gd name="connsiteX841" fmla="*/ 37624 w 1333023"/>
                <a:gd name="connsiteY841" fmla="*/ 350996 h 1351121"/>
                <a:gd name="connsiteX842" fmla="*/ 38100 w 1333023"/>
                <a:gd name="connsiteY842" fmla="*/ 352425 h 1351121"/>
                <a:gd name="connsiteX843" fmla="*/ 37147 w 1333023"/>
                <a:gd name="connsiteY843" fmla="*/ 355759 h 1351121"/>
                <a:gd name="connsiteX844" fmla="*/ 35719 w 1333023"/>
                <a:gd name="connsiteY844" fmla="*/ 362426 h 1351121"/>
                <a:gd name="connsiteX845" fmla="*/ 35242 w 1333023"/>
                <a:gd name="connsiteY845" fmla="*/ 365760 h 1351121"/>
                <a:gd name="connsiteX846" fmla="*/ 34766 w 1333023"/>
                <a:gd name="connsiteY846" fmla="*/ 367189 h 1351121"/>
                <a:gd name="connsiteX847" fmla="*/ 31909 w 1333023"/>
                <a:gd name="connsiteY847" fmla="*/ 372428 h 1351121"/>
                <a:gd name="connsiteX848" fmla="*/ 28575 w 1333023"/>
                <a:gd name="connsiteY848" fmla="*/ 377190 h 1351121"/>
                <a:gd name="connsiteX849" fmla="*/ 27146 w 1333023"/>
                <a:gd name="connsiteY849" fmla="*/ 380524 h 1351121"/>
                <a:gd name="connsiteX850" fmla="*/ 26194 w 1333023"/>
                <a:gd name="connsiteY850" fmla="*/ 382905 h 1351121"/>
                <a:gd name="connsiteX851" fmla="*/ 27146 w 1333023"/>
                <a:gd name="connsiteY851" fmla="*/ 384810 h 1351121"/>
                <a:gd name="connsiteX852" fmla="*/ 28575 w 1333023"/>
                <a:gd name="connsiteY852" fmla="*/ 388144 h 1351121"/>
                <a:gd name="connsiteX853" fmla="*/ 29527 w 1333023"/>
                <a:gd name="connsiteY853" fmla="*/ 391001 h 1351121"/>
                <a:gd name="connsiteX854" fmla="*/ 30004 w 1333023"/>
                <a:gd name="connsiteY854" fmla="*/ 392906 h 1351121"/>
                <a:gd name="connsiteX855" fmla="*/ 29527 w 1333023"/>
                <a:gd name="connsiteY855" fmla="*/ 395288 h 1351121"/>
                <a:gd name="connsiteX856" fmla="*/ 28099 w 1333023"/>
                <a:gd name="connsiteY856" fmla="*/ 397193 h 1351121"/>
                <a:gd name="connsiteX857" fmla="*/ 26194 w 1333023"/>
                <a:gd name="connsiteY857" fmla="*/ 398621 h 1351121"/>
                <a:gd name="connsiteX858" fmla="*/ 23336 w 1333023"/>
                <a:gd name="connsiteY858" fmla="*/ 399097 h 1351121"/>
                <a:gd name="connsiteX859" fmla="*/ 17621 w 1333023"/>
                <a:gd name="connsiteY859" fmla="*/ 402431 h 1351121"/>
                <a:gd name="connsiteX860" fmla="*/ 10954 w 1333023"/>
                <a:gd name="connsiteY860" fmla="*/ 407670 h 1351121"/>
                <a:gd name="connsiteX861" fmla="*/ 8572 w 1333023"/>
                <a:gd name="connsiteY861" fmla="*/ 410051 h 1351121"/>
                <a:gd name="connsiteX862" fmla="*/ 8096 w 1333023"/>
                <a:gd name="connsiteY862" fmla="*/ 412433 h 1351121"/>
                <a:gd name="connsiteX863" fmla="*/ 7144 w 1333023"/>
                <a:gd name="connsiteY863" fmla="*/ 416243 h 1351121"/>
                <a:gd name="connsiteX864" fmla="*/ 7620 w 1333023"/>
                <a:gd name="connsiteY864" fmla="*/ 418147 h 1351121"/>
                <a:gd name="connsiteX865" fmla="*/ 8572 w 1333023"/>
                <a:gd name="connsiteY865" fmla="*/ 419576 h 1351121"/>
                <a:gd name="connsiteX866" fmla="*/ 9525 w 1333023"/>
                <a:gd name="connsiteY866" fmla="*/ 422434 h 1351121"/>
                <a:gd name="connsiteX867" fmla="*/ 9525 w 1333023"/>
                <a:gd name="connsiteY867" fmla="*/ 423863 h 1351121"/>
                <a:gd name="connsiteX868" fmla="*/ 8572 w 1333023"/>
                <a:gd name="connsiteY868" fmla="*/ 424815 h 1351121"/>
                <a:gd name="connsiteX869" fmla="*/ 6667 w 1333023"/>
                <a:gd name="connsiteY869" fmla="*/ 424815 h 1351121"/>
                <a:gd name="connsiteX870" fmla="*/ 4763 w 1333023"/>
                <a:gd name="connsiteY870" fmla="*/ 425291 h 1351121"/>
                <a:gd name="connsiteX871" fmla="*/ 3334 w 1333023"/>
                <a:gd name="connsiteY871" fmla="*/ 426244 h 1351121"/>
                <a:gd name="connsiteX872" fmla="*/ 1905 w 1333023"/>
                <a:gd name="connsiteY872" fmla="*/ 426244 h 1351121"/>
                <a:gd name="connsiteX873" fmla="*/ 952 w 1333023"/>
                <a:gd name="connsiteY873" fmla="*/ 426720 h 1351121"/>
                <a:gd name="connsiteX874" fmla="*/ 952 w 1333023"/>
                <a:gd name="connsiteY874" fmla="*/ 428149 h 1351121"/>
                <a:gd name="connsiteX875" fmla="*/ 1429 w 1333023"/>
                <a:gd name="connsiteY875" fmla="*/ 429578 h 1351121"/>
                <a:gd name="connsiteX876" fmla="*/ 1429 w 1333023"/>
                <a:gd name="connsiteY876" fmla="*/ 431006 h 1351121"/>
                <a:gd name="connsiteX877" fmla="*/ 476 w 1333023"/>
                <a:gd name="connsiteY877" fmla="*/ 431959 h 1351121"/>
                <a:gd name="connsiteX878" fmla="*/ 0 w 1333023"/>
                <a:gd name="connsiteY878" fmla="*/ 432435 h 1351121"/>
                <a:gd name="connsiteX879" fmla="*/ 476 w 1333023"/>
                <a:gd name="connsiteY879" fmla="*/ 433388 h 1351121"/>
                <a:gd name="connsiteX880" fmla="*/ 1429 w 1333023"/>
                <a:gd name="connsiteY880" fmla="*/ 434340 h 1351121"/>
                <a:gd name="connsiteX881" fmla="*/ 3334 w 1333023"/>
                <a:gd name="connsiteY881" fmla="*/ 435769 h 1351121"/>
                <a:gd name="connsiteX882" fmla="*/ 5715 w 1333023"/>
                <a:gd name="connsiteY882" fmla="*/ 438626 h 1351121"/>
                <a:gd name="connsiteX883" fmla="*/ 7620 w 1333023"/>
                <a:gd name="connsiteY883" fmla="*/ 439103 h 1351121"/>
                <a:gd name="connsiteX884" fmla="*/ 9049 w 1333023"/>
                <a:gd name="connsiteY884" fmla="*/ 440055 h 1351121"/>
                <a:gd name="connsiteX885" fmla="*/ 9049 w 1333023"/>
                <a:gd name="connsiteY885" fmla="*/ 441484 h 1351121"/>
                <a:gd name="connsiteX886" fmla="*/ 8572 w 1333023"/>
                <a:gd name="connsiteY886" fmla="*/ 442913 h 1351121"/>
                <a:gd name="connsiteX887" fmla="*/ 7144 w 1333023"/>
                <a:gd name="connsiteY887" fmla="*/ 443389 h 1351121"/>
                <a:gd name="connsiteX888" fmla="*/ 7144 w 1333023"/>
                <a:gd name="connsiteY888" fmla="*/ 444818 h 1351121"/>
                <a:gd name="connsiteX889" fmla="*/ 9049 w 1333023"/>
                <a:gd name="connsiteY889" fmla="*/ 446246 h 1351121"/>
                <a:gd name="connsiteX890" fmla="*/ 10477 w 1333023"/>
                <a:gd name="connsiteY890" fmla="*/ 447199 h 1351121"/>
                <a:gd name="connsiteX891" fmla="*/ 11906 w 1333023"/>
                <a:gd name="connsiteY891" fmla="*/ 449104 h 1351121"/>
                <a:gd name="connsiteX892" fmla="*/ 12859 w 1333023"/>
                <a:gd name="connsiteY892" fmla="*/ 451485 h 1351121"/>
                <a:gd name="connsiteX893" fmla="*/ 12859 w 1333023"/>
                <a:gd name="connsiteY893" fmla="*/ 452914 h 1351121"/>
                <a:gd name="connsiteX894" fmla="*/ 14288 w 1333023"/>
                <a:gd name="connsiteY894" fmla="*/ 454819 h 1351121"/>
                <a:gd name="connsiteX895" fmla="*/ 15240 w 1333023"/>
                <a:gd name="connsiteY895" fmla="*/ 456724 h 1351121"/>
                <a:gd name="connsiteX896" fmla="*/ 15240 w 1333023"/>
                <a:gd name="connsiteY896" fmla="*/ 458153 h 1351121"/>
                <a:gd name="connsiteX897" fmla="*/ 17145 w 1333023"/>
                <a:gd name="connsiteY897" fmla="*/ 459581 h 1351121"/>
                <a:gd name="connsiteX898" fmla="*/ 19050 w 1333023"/>
                <a:gd name="connsiteY898" fmla="*/ 460534 h 1351121"/>
                <a:gd name="connsiteX899" fmla="*/ 20479 w 1333023"/>
                <a:gd name="connsiteY899" fmla="*/ 461486 h 1351121"/>
                <a:gd name="connsiteX900" fmla="*/ 21907 w 1333023"/>
                <a:gd name="connsiteY900" fmla="*/ 461963 h 1351121"/>
                <a:gd name="connsiteX901" fmla="*/ 22384 w 1333023"/>
                <a:gd name="connsiteY901" fmla="*/ 462915 h 1351121"/>
                <a:gd name="connsiteX902" fmla="*/ 22384 w 1333023"/>
                <a:gd name="connsiteY902" fmla="*/ 464820 h 1351121"/>
                <a:gd name="connsiteX903" fmla="*/ 24289 w 1333023"/>
                <a:gd name="connsiteY903" fmla="*/ 467678 h 1351121"/>
                <a:gd name="connsiteX904" fmla="*/ 27622 w 1333023"/>
                <a:gd name="connsiteY904" fmla="*/ 470059 h 1351121"/>
                <a:gd name="connsiteX905" fmla="*/ 30480 w 1333023"/>
                <a:gd name="connsiteY905" fmla="*/ 473393 h 1351121"/>
                <a:gd name="connsiteX906" fmla="*/ 32385 w 1333023"/>
                <a:gd name="connsiteY906" fmla="*/ 475774 h 1351121"/>
                <a:gd name="connsiteX907" fmla="*/ 35719 w 1333023"/>
                <a:gd name="connsiteY907" fmla="*/ 479584 h 1351121"/>
                <a:gd name="connsiteX908" fmla="*/ 35719 w 1333023"/>
                <a:gd name="connsiteY908" fmla="*/ 483870 h 1351121"/>
                <a:gd name="connsiteX909" fmla="*/ 31432 w 1333023"/>
                <a:gd name="connsiteY909" fmla="*/ 488633 h 1351121"/>
                <a:gd name="connsiteX910" fmla="*/ 27146 w 1333023"/>
                <a:gd name="connsiteY910" fmla="*/ 493395 h 1351121"/>
                <a:gd name="connsiteX911" fmla="*/ 33814 w 1333023"/>
                <a:gd name="connsiteY911" fmla="*/ 493395 h 1351121"/>
                <a:gd name="connsiteX912" fmla="*/ 40481 w 1333023"/>
                <a:gd name="connsiteY912" fmla="*/ 493395 h 1351121"/>
                <a:gd name="connsiteX913" fmla="*/ 47625 w 1333023"/>
                <a:gd name="connsiteY913" fmla="*/ 494824 h 1351121"/>
                <a:gd name="connsiteX914" fmla="*/ 52388 w 1333023"/>
                <a:gd name="connsiteY914" fmla="*/ 496253 h 1351121"/>
                <a:gd name="connsiteX915" fmla="*/ 55245 w 1333023"/>
                <a:gd name="connsiteY915" fmla="*/ 496729 h 1351121"/>
                <a:gd name="connsiteX916" fmla="*/ 57150 w 1333023"/>
                <a:gd name="connsiteY916" fmla="*/ 498158 h 1351121"/>
                <a:gd name="connsiteX917" fmla="*/ 58102 w 1333023"/>
                <a:gd name="connsiteY917" fmla="*/ 500539 h 1351121"/>
                <a:gd name="connsiteX918" fmla="*/ 59055 w 1333023"/>
                <a:gd name="connsiteY918" fmla="*/ 502444 h 1351121"/>
                <a:gd name="connsiteX919" fmla="*/ 59055 w 1333023"/>
                <a:gd name="connsiteY919" fmla="*/ 505301 h 1351121"/>
                <a:gd name="connsiteX920" fmla="*/ 61913 w 1333023"/>
                <a:gd name="connsiteY920" fmla="*/ 507683 h 1351121"/>
                <a:gd name="connsiteX921" fmla="*/ 61913 w 1333023"/>
                <a:gd name="connsiteY921" fmla="*/ 510064 h 1351121"/>
                <a:gd name="connsiteX922" fmla="*/ 61913 w 1333023"/>
                <a:gd name="connsiteY922" fmla="*/ 513397 h 1351121"/>
                <a:gd name="connsiteX923" fmla="*/ 63341 w 1333023"/>
                <a:gd name="connsiteY923" fmla="*/ 513397 h 1351121"/>
                <a:gd name="connsiteX924" fmla="*/ 71914 w 1333023"/>
                <a:gd name="connsiteY924" fmla="*/ 513397 h 1351121"/>
                <a:gd name="connsiteX925" fmla="*/ 81439 w 1333023"/>
                <a:gd name="connsiteY925" fmla="*/ 513397 h 1351121"/>
                <a:gd name="connsiteX926" fmla="*/ 90488 w 1333023"/>
                <a:gd name="connsiteY926" fmla="*/ 512921 h 1351121"/>
                <a:gd name="connsiteX927" fmla="*/ 93821 w 1333023"/>
                <a:gd name="connsiteY927" fmla="*/ 511969 h 1351121"/>
                <a:gd name="connsiteX928" fmla="*/ 98107 w 1333023"/>
                <a:gd name="connsiteY928" fmla="*/ 508159 h 1351121"/>
                <a:gd name="connsiteX929" fmla="*/ 100489 w 1333023"/>
                <a:gd name="connsiteY929" fmla="*/ 507206 h 1351121"/>
                <a:gd name="connsiteX930" fmla="*/ 102870 w 1333023"/>
                <a:gd name="connsiteY930" fmla="*/ 505301 h 1351121"/>
                <a:gd name="connsiteX931" fmla="*/ 105727 w 1333023"/>
                <a:gd name="connsiteY931" fmla="*/ 501968 h 1351121"/>
                <a:gd name="connsiteX932" fmla="*/ 108109 w 1333023"/>
                <a:gd name="connsiteY932" fmla="*/ 500539 h 1351121"/>
                <a:gd name="connsiteX933" fmla="*/ 110014 w 1333023"/>
                <a:gd name="connsiteY933" fmla="*/ 498634 h 1351121"/>
                <a:gd name="connsiteX934" fmla="*/ 112871 w 1333023"/>
                <a:gd name="connsiteY934" fmla="*/ 496729 h 1351121"/>
                <a:gd name="connsiteX935" fmla="*/ 114300 w 1333023"/>
                <a:gd name="connsiteY935" fmla="*/ 495300 h 1351121"/>
                <a:gd name="connsiteX936" fmla="*/ 115252 w 1333023"/>
                <a:gd name="connsiteY936" fmla="*/ 494824 h 1351121"/>
                <a:gd name="connsiteX937" fmla="*/ 117634 w 1333023"/>
                <a:gd name="connsiteY937" fmla="*/ 493871 h 1351121"/>
                <a:gd name="connsiteX938" fmla="*/ 116681 w 1333023"/>
                <a:gd name="connsiteY938" fmla="*/ 495776 h 1351121"/>
                <a:gd name="connsiteX939" fmla="*/ 115729 w 1333023"/>
                <a:gd name="connsiteY939" fmla="*/ 497681 h 1351121"/>
                <a:gd name="connsiteX940" fmla="*/ 115729 w 1333023"/>
                <a:gd name="connsiteY940" fmla="*/ 500063 h 1351121"/>
                <a:gd name="connsiteX941" fmla="*/ 116681 w 1333023"/>
                <a:gd name="connsiteY941" fmla="*/ 502920 h 1351121"/>
                <a:gd name="connsiteX942" fmla="*/ 115729 w 1333023"/>
                <a:gd name="connsiteY942" fmla="*/ 504825 h 1351121"/>
                <a:gd name="connsiteX943" fmla="*/ 114300 w 1333023"/>
                <a:gd name="connsiteY943" fmla="*/ 506730 h 1351121"/>
                <a:gd name="connsiteX944" fmla="*/ 114300 w 1333023"/>
                <a:gd name="connsiteY944" fmla="*/ 511969 h 1351121"/>
                <a:gd name="connsiteX945" fmla="*/ 114300 w 1333023"/>
                <a:gd name="connsiteY945" fmla="*/ 519113 h 1351121"/>
                <a:gd name="connsiteX946" fmla="*/ 114300 w 1333023"/>
                <a:gd name="connsiteY946" fmla="*/ 525304 h 1351121"/>
                <a:gd name="connsiteX947" fmla="*/ 114300 w 1333023"/>
                <a:gd name="connsiteY947" fmla="*/ 532924 h 1351121"/>
                <a:gd name="connsiteX948" fmla="*/ 114300 w 1333023"/>
                <a:gd name="connsiteY948" fmla="*/ 541496 h 1351121"/>
                <a:gd name="connsiteX949" fmla="*/ 114300 w 1333023"/>
                <a:gd name="connsiteY949" fmla="*/ 547211 h 1351121"/>
                <a:gd name="connsiteX950" fmla="*/ 115729 w 1333023"/>
                <a:gd name="connsiteY950" fmla="*/ 546259 h 1351121"/>
                <a:gd name="connsiteX951" fmla="*/ 118110 w 1333023"/>
                <a:gd name="connsiteY951" fmla="*/ 545306 h 1351121"/>
                <a:gd name="connsiteX952" fmla="*/ 120967 w 1333023"/>
                <a:gd name="connsiteY952" fmla="*/ 548164 h 1351121"/>
                <a:gd name="connsiteX953" fmla="*/ 122872 w 1333023"/>
                <a:gd name="connsiteY953" fmla="*/ 549116 h 1351121"/>
                <a:gd name="connsiteX954" fmla="*/ 124777 w 1333023"/>
                <a:gd name="connsiteY954" fmla="*/ 549593 h 1351121"/>
                <a:gd name="connsiteX955" fmla="*/ 126682 w 1333023"/>
                <a:gd name="connsiteY955" fmla="*/ 549593 h 1351121"/>
                <a:gd name="connsiteX956" fmla="*/ 129064 w 1333023"/>
                <a:gd name="connsiteY956" fmla="*/ 549116 h 1351121"/>
                <a:gd name="connsiteX957" fmla="*/ 134302 w 1333023"/>
                <a:gd name="connsiteY957" fmla="*/ 546735 h 1351121"/>
                <a:gd name="connsiteX958" fmla="*/ 138113 w 1333023"/>
                <a:gd name="connsiteY958" fmla="*/ 544830 h 1351121"/>
                <a:gd name="connsiteX959" fmla="*/ 142399 w 1333023"/>
                <a:gd name="connsiteY959" fmla="*/ 544830 h 1351121"/>
                <a:gd name="connsiteX960" fmla="*/ 148114 w 1333023"/>
                <a:gd name="connsiteY960" fmla="*/ 545306 h 1351121"/>
                <a:gd name="connsiteX961" fmla="*/ 151447 w 1333023"/>
                <a:gd name="connsiteY961" fmla="*/ 545306 h 1351121"/>
                <a:gd name="connsiteX962" fmla="*/ 155257 w 1333023"/>
                <a:gd name="connsiteY962" fmla="*/ 545306 h 1351121"/>
                <a:gd name="connsiteX963" fmla="*/ 163354 w 1333023"/>
                <a:gd name="connsiteY963" fmla="*/ 545783 h 1351121"/>
                <a:gd name="connsiteX964" fmla="*/ 170974 w 1333023"/>
                <a:gd name="connsiteY964" fmla="*/ 547211 h 1351121"/>
                <a:gd name="connsiteX965" fmla="*/ 176213 w 1333023"/>
                <a:gd name="connsiteY965" fmla="*/ 547688 h 1351121"/>
                <a:gd name="connsiteX966" fmla="*/ 178594 w 1333023"/>
                <a:gd name="connsiteY966" fmla="*/ 548640 h 1351121"/>
                <a:gd name="connsiteX967" fmla="*/ 179070 w 1333023"/>
                <a:gd name="connsiteY967" fmla="*/ 550545 h 1351121"/>
                <a:gd name="connsiteX968" fmla="*/ 180499 w 1333023"/>
                <a:gd name="connsiteY968" fmla="*/ 551497 h 1351121"/>
                <a:gd name="connsiteX969" fmla="*/ 182404 w 1333023"/>
                <a:gd name="connsiteY969" fmla="*/ 551021 h 1351121"/>
                <a:gd name="connsiteX970" fmla="*/ 184309 w 1333023"/>
                <a:gd name="connsiteY970" fmla="*/ 551021 h 1351121"/>
                <a:gd name="connsiteX971" fmla="*/ 188595 w 1333023"/>
                <a:gd name="connsiteY971" fmla="*/ 549116 h 1351121"/>
                <a:gd name="connsiteX972" fmla="*/ 191929 w 1333023"/>
                <a:gd name="connsiteY972" fmla="*/ 547688 h 1351121"/>
                <a:gd name="connsiteX973" fmla="*/ 194786 w 1333023"/>
                <a:gd name="connsiteY973" fmla="*/ 546259 h 1351121"/>
                <a:gd name="connsiteX974" fmla="*/ 196215 w 1333023"/>
                <a:gd name="connsiteY974" fmla="*/ 544830 h 1351121"/>
                <a:gd name="connsiteX975" fmla="*/ 200025 w 1333023"/>
                <a:gd name="connsiteY975" fmla="*/ 539591 h 1351121"/>
                <a:gd name="connsiteX976" fmla="*/ 202882 w 1333023"/>
                <a:gd name="connsiteY976" fmla="*/ 536734 h 1351121"/>
                <a:gd name="connsiteX977" fmla="*/ 205740 w 1333023"/>
                <a:gd name="connsiteY977" fmla="*/ 535781 h 1351121"/>
                <a:gd name="connsiteX978" fmla="*/ 210979 w 1333023"/>
                <a:gd name="connsiteY978" fmla="*/ 535305 h 1351121"/>
                <a:gd name="connsiteX979" fmla="*/ 212884 w 1333023"/>
                <a:gd name="connsiteY979" fmla="*/ 536258 h 1351121"/>
                <a:gd name="connsiteX980" fmla="*/ 215265 w 1333023"/>
                <a:gd name="connsiteY980" fmla="*/ 536258 h 1351121"/>
                <a:gd name="connsiteX981" fmla="*/ 217170 w 1333023"/>
                <a:gd name="connsiteY981" fmla="*/ 533400 h 1351121"/>
                <a:gd name="connsiteX982" fmla="*/ 220027 w 1333023"/>
                <a:gd name="connsiteY982" fmla="*/ 530066 h 1351121"/>
                <a:gd name="connsiteX983" fmla="*/ 225742 w 1333023"/>
                <a:gd name="connsiteY983" fmla="*/ 526256 h 1351121"/>
                <a:gd name="connsiteX984" fmla="*/ 228600 w 1333023"/>
                <a:gd name="connsiteY984" fmla="*/ 525304 h 1351121"/>
                <a:gd name="connsiteX985" fmla="*/ 230505 w 1333023"/>
                <a:gd name="connsiteY985" fmla="*/ 523875 h 1351121"/>
                <a:gd name="connsiteX986" fmla="*/ 233363 w 1333023"/>
                <a:gd name="connsiteY986" fmla="*/ 523875 h 1351121"/>
                <a:gd name="connsiteX987" fmla="*/ 236220 w 1333023"/>
                <a:gd name="connsiteY987" fmla="*/ 522446 h 1351121"/>
                <a:gd name="connsiteX988" fmla="*/ 249079 w 1333023"/>
                <a:gd name="connsiteY988" fmla="*/ 512445 h 1351121"/>
                <a:gd name="connsiteX989" fmla="*/ 254317 w 1333023"/>
                <a:gd name="connsiteY989" fmla="*/ 510064 h 1351121"/>
                <a:gd name="connsiteX990" fmla="*/ 257651 w 1333023"/>
                <a:gd name="connsiteY990" fmla="*/ 509588 h 1351121"/>
                <a:gd name="connsiteX991" fmla="*/ 260509 w 1333023"/>
                <a:gd name="connsiteY991" fmla="*/ 509111 h 1351121"/>
                <a:gd name="connsiteX992" fmla="*/ 265271 w 1333023"/>
                <a:gd name="connsiteY992" fmla="*/ 507683 h 1351121"/>
                <a:gd name="connsiteX993" fmla="*/ 276701 w 1333023"/>
                <a:gd name="connsiteY993" fmla="*/ 506254 h 1351121"/>
                <a:gd name="connsiteX994" fmla="*/ 284321 w 1333023"/>
                <a:gd name="connsiteY994" fmla="*/ 505778 h 1351121"/>
                <a:gd name="connsiteX995" fmla="*/ 286702 w 1333023"/>
                <a:gd name="connsiteY995" fmla="*/ 507206 h 1351121"/>
                <a:gd name="connsiteX996" fmla="*/ 289560 w 1333023"/>
                <a:gd name="connsiteY996" fmla="*/ 506730 h 1351121"/>
                <a:gd name="connsiteX997" fmla="*/ 291941 w 1333023"/>
                <a:gd name="connsiteY997" fmla="*/ 504349 h 1351121"/>
                <a:gd name="connsiteX998" fmla="*/ 293846 w 1333023"/>
                <a:gd name="connsiteY998" fmla="*/ 503396 h 1351121"/>
                <a:gd name="connsiteX999" fmla="*/ 295275 w 1333023"/>
                <a:gd name="connsiteY999" fmla="*/ 503396 h 1351121"/>
                <a:gd name="connsiteX1000" fmla="*/ 297180 w 1333023"/>
                <a:gd name="connsiteY1000" fmla="*/ 506254 h 1351121"/>
                <a:gd name="connsiteX1001" fmla="*/ 298132 w 1333023"/>
                <a:gd name="connsiteY1001" fmla="*/ 509111 h 1351121"/>
                <a:gd name="connsiteX1002" fmla="*/ 297656 w 1333023"/>
                <a:gd name="connsiteY1002" fmla="*/ 511016 h 1351121"/>
                <a:gd name="connsiteX1003" fmla="*/ 297656 w 1333023"/>
                <a:gd name="connsiteY1003" fmla="*/ 514350 h 1351121"/>
                <a:gd name="connsiteX1004" fmla="*/ 298609 w 1333023"/>
                <a:gd name="connsiteY1004" fmla="*/ 518636 h 1351121"/>
                <a:gd name="connsiteX1005" fmla="*/ 298132 w 1333023"/>
                <a:gd name="connsiteY1005" fmla="*/ 522446 h 1351121"/>
                <a:gd name="connsiteX1006" fmla="*/ 295275 w 1333023"/>
                <a:gd name="connsiteY1006" fmla="*/ 527209 h 1351121"/>
                <a:gd name="connsiteX1007" fmla="*/ 293846 w 1333023"/>
                <a:gd name="connsiteY1007" fmla="*/ 529114 h 1351121"/>
                <a:gd name="connsiteX1008" fmla="*/ 293370 w 1333023"/>
                <a:gd name="connsiteY1008" fmla="*/ 531019 h 1351121"/>
                <a:gd name="connsiteX1009" fmla="*/ 293846 w 1333023"/>
                <a:gd name="connsiteY1009" fmla="*/ 533876 h 1351121"/>
                <a:gd name="connsiteX1010" fmla="*/ 295275 w 1333023"/>
                <a:gd name="connsiteY1010" fmla="*/ 538163 h 1351121"/>
                <a:gd name="connsiteX1011" fmla="*/ 297656 w 1333023"/>
                <a:gd name="connsiteY1011" fmla="*/ 544354 h 1351121"/>
                <a:gd name="connsiteX1012" fmla="*/ 298132 w 1333023"/>
                <a:gd name="connsiteY1012" fmla="*/ 548640 h 1351121"/>
                <a:gd name="connsiteX1013" fmla="*/ 296704 w 1333023"/>
                <a:gd name="connsiteY1013" fmla="*/ 551497 h 1351121"/>
                <a:gd name="connsiteX1014" fmla="*/ 295751 w 1333023"/>
                <a:gd name="connsiteY1014" fmla="*/ 553879 h 1351121"/>
                <a:gd name="connsiteX1015" fmla="*/ 295751 w 1333023"/>
                <a:gd name="connsiteY1015" fmla="*/ 555784 h 1351121"/>
                <a:gd name="connsiteX1016" fmla="*/ 296227 w 1333023"/>
                <a:gd name="connsiteY1016" fmla="*/ 557213 h 1351121"/>
                <a:gd name="connsiteX1017" fmla="*/ 297180 w 1333023"/>
                <a:gd name="connsiteY1017" fmla="*/ 558165 h 1351121"/>
                <a:gd name="connsiteX1018" fmla="*/ 297656 w 1333023"/>
                <a:gd name="connsiteY1018" fmla="*/ 560070 h 1351121"/>
                <a:gd name="connsiteX1019" fmla="*/ 297656 w 1333023"/>
                <a:gd name="connsiteY1019" fmla="*/ 562451 h 1351121"/>
                <a:gd name="connsiteX1020" fmla="*/ 299085 w 1333023"/>
                <a:gd name="connsiteY1020" fmla="*/ 564833 h 1351121"/>
                <a:gd name="connsiteX1021" fmla="*/ 301466 w 1333023"/>
                <a:gd name="connsiteY1021" fmla="*/ 567214 h 1351121"/>
                <a:gd name="connsiteX1022" fmla="*/ 302419 w 1333023"/>
                <a:gd name="connsiteY1022" fmla="*/ 569595 h 1351121"/>
                <a:gd name="connsiteX1023" fmla="*/ 301942 w 1333023"/>
                <a:gd name="connsiteY1023" fmla="*/ 571976 h 1351121"/>
                <a:gd name="connsiteX1024" fmla="*/ 301942 w 1333023"/>
                <a:gd name="connsiteY1024" fmla="*/ 573405 h 1351121"/>
                <a:gd name="connsiteX1025" fmla="*/ 302895 w 1333023"/>
                <a:gd name="connsiteY1025" fmla="*/ 573881 h 1351121"/>
                <a:gd name="connsiteX1026" fmla="*/ 303371 w 1333023"/>
                <a:gd name="connsiteY1026" fmla="*/ 573405 h 1351121"/>
                <a:gd name="connsiteX1027" fmla="*/ 304324 w 1333023"/>
                <a:gd name="connsiteY1027" fmla="*/ 572929 h 1351121"/>
                <a:gd name="connsiteX1028" fmla="*/ 305276 w 1333023"/>
                <a:gd name="connsiteY1028" fmla="*/ 572929 h 1351121"/>
                <a:gd name="connsiteX1029" fmla="*/ 307181 w 1333023"/>
                <a:gd name="connsiteY1029" fmla="*/ 575786 h 1351121"/>
                <a:gd name="connsiteX1030" fmla="*/ 307181 w 1333023"/>
                <a:gd name="connsiteY1030" fmla="*/ 576263 h 1351121"/>
                <a:gd name="connsiteX1031" fmla="*/ 308134 w 1333023"/>
                <a:gd name="connsiteY1031" fmla="*/ 578644 h 1351121"/>
                <a:gd name="connsiteX1032" fmla="*/ 308610 w 1333023"/>
                <a:gd name="connsiteY1032" fmla="*/ 580549 h 1351121"/>
                <a:gd name="connsiteX1033" fmla="*/ 311467 w 1333023"/>
                <a:gd name="connsiteY1033" fmla="*/ 581501 h 1351121"/>
                <a:gd name="connsiteX1034" fmla="*/ 314325 w 1333023"/>
                <a:gd name="connsiteY1034" fmla="*/ 582454 h 1351121"/>
                <a:gd name="connsiteX1035" fmla="*/ 315754 w 1333023"/>
                <a:gd name="connsiteY1035" fmla="*/ 583406 h 1351121"/>
                <a:gd name="connsiteX1036" fmla="*/ 319088 w 1333023"/>
                <a:gd name="connsiteY1036" fmla="*/ 586264 h 1351121"/>
                <a:gd name="connsiteX1037" fmla="*/ 321945 w 1333023"/>
                <a:gd name="connsiteY1037" fmla="*/ 588169 h 1351121"/>
                <a:gd name="connsiteX1038" fmla="*/ 325279 w 1333023"/>
                <a:gd name="connsiteY1038" fmla="*/ 589597 h 1351121"/>
                <a:gd name="connsiteX1039" fmla="*/ 326231 w 1333023"/>
                <a:gd name="connsiteY1039" fmla="*/ 591979 h 1351121"/>
                <a:gd name="connsiteX1040" fmla="*/ 328136 w 1333023"/>
                <a:gd name="connsiteY1040" fmla="*/ 595789 h 1351121"/>
                <a:gd name="connsiteX1041" fmla="*/ 333851 w 1333023"/>
                <a:gd name="connsiteY1041" fmla="*/ 597218 h 1351121"/>
                <a:gd name="connsiteX1042" fmla="*/ 340519 w 1333023"/>
                <a:gd name="connsiteY1042" fmla="*/ 598170 h 1351121"/>
                <a:gd name="connsiteX1043" fmla="*/ 344805 w 1333023"/>
                <a:gd name="connsiteY1043" fmla="*/ 599122 h 1351121"/>
                <a:gd name="connsiteX1044" fmla="*/ 350044 w 1333023"/>
                <a:gd name="connsiteY1044" fmla="*/ 597218 h 1351121"/>
                <a:gd name="connsiteX1045" fmla="*/ 353377 w 1333023"/>
                <a:gd name="connsiteY1045" fmla="*/ 597694 h 1351121"/>
                <a:gd name="connsiteX1046" fmla="*/ 356711 w 1333023"/>
                <a:gd name="connsiteY1046" fmla="*/ 599122 h 1351121"/>
                <a:gd name="connsiteX1047" fmla="*/ 358140 w 1333023"/>
                <a:gd name="connsiteY1047" fmla="*/ 600075 h 1351121"/>
                <a:gd name="connsiteX1048" fmla="*/ 360521 w 1333023"/>
                <a:gd name="connsiteY1048" fmla="*/ 601980 h 1351121"/>
                <a:gd name="connsiteX1049" fmla="*/ 364331 w 1333023"/>
                <a:gd name="connsiteY1049" fmla="*/ 604361 h 1351121"/>
                <a:gd name="connsiteX1050" fmla="*/ 367665 w 1333023"/>
                <a:gd name="connsiteY1050" fmla="*/ 605314 h 1351121"/>
                <a:gd name="connsiteX1051" fmla="*/ 370046 w 1333023"/>
                <a:gd name="connsiteY1051" fmla="*/ 603885 h 1351121"/>
                <a:gd name="connsiteX1052" fmla="*/ 372427 w 1333023"/>
                <a:gd name="connsiteY1052" fmla="*/ 603409 h 1351121"/>
                <a:gd name="connsiteX1053" fmla="*/ 374332 w 1333023"/>
                <a:gd name="connsiteY1053" fmla="*/ 603885 h 1351121"/>
                <a:gd name="connsiteX1054" fmla="*/ 375285 w 1333023"/>
                <a:gd name="connsiteY1054" fmla="*/ 606743 h 1351121"/>
                <a:gd name="connsiteX1055" fmla="*/ 376238 w 1333023"/>
                <a:gd name="connsiteY1055" fmla="*/ 608647 h 1351121"/>
                <a:gd name="connsiteX1056" fmla="*/ 378142 w 1333023"/>
                <a:gd name="connsiteY1056" fmla="*/ 610076 h 1351121"/>
                <a:gd name="connsiteX1057" fmla="*/ 382429 w 1333023"/>
                <a:gd name="connsiteY1057" fmla="*/ 613886 h 1351121"/>
                <a:gd name="connsiteX1058" fmla="*/ 384810 w 1333023"/>
                <a:gd name="connsiteY1058" fmla="*/ 615315 h 1351121"/>
                <a:gd name="connsiteX1059" fmla="*/ 387667 w 1333023"/>
                <a:gd name="connsiteY1059" fmla="*/ 615315 h 1351121"/>
                <a:gd name="connsiteX1060" fmla="*/ 393382 w 1333023"/>
                <a:gd name="connsiteY1060" fmla="*/ 617696 h 1351121"/>
                <a:gd name="connsiteX1061" fmla="*/ 399097 w 1333023"/>
                <a:gd name="connsiteY1061" fmla="*/ 620078 h 1351121"/>
                <a:gd name="connsiteX1062" fmla="*/ 401955 w 1333023"/>
                <a:gd name="connsiteY1062" fmla="*/ 620554 h 1351121"/>
                <a:gd name="connsiteX1063" fmla="*/ 404813 w 1333023"/>
                <a:gd name="connsiteY1063" fmla="*/ 620078 h 1351121"/>
                <a:gd name="connsiteX1064" fmla="*/ 406717 w 1333023"/>
                <a:gd name="connsiteY1064" fmla="*/ 621030 h 1351121"/>
                <a:gd name="connsiteX1065" fmla="*/ 407670 w 1333023"/>
                <a:gd name="connsiteY1065" fmla="*/ 623888 h 1351121"/>
                <a:gd name="connsiteX1066" fmla="*/ 412909 w 1333023"/>
                <a:gd name="connsiteY1066" fmla="*/ 629603 h 1351121"/>
                <a:gd name="connsiteX1067" fmla="*/ 415290 w 1333023"/>
                <a:gd name="connsiteY1067" fmla="*/ 631984 h 1351121"/>
                <a:gd name="connsiteX1068" fmla="*/ 418147 w 1333023"/>
                <a:gd name="connsiteY1068" fmla="*/ 633889 h 1351121"/>
                <a:gd name="connsiteX1069" fmla="*/ 425291 w 1333023"/>
                <a:gd name="connsiteY1069" fmla="*/ 633889 h 1351121"/>
                <a:gd name="connsiteX1070" fmla="*/ 427672 w 1333023"/>
                <a:gd name="connsiteY1070" fmla="*/ 634365 h 1351121"/>
                <a:gd name="connsiteX1071" fmla="*/ 431006 w 1333023"/>
                <a:gd name="connsiteY1071" fmla="*/ 633889 h 1351121"/>
                <a:gd name="connsiteX1072" fmla="*/ 440531 w 1333023"/>
                <a:gd name="connsiteY1072" fmla="*/ 632936 h 1351121"/>
                <a:gd name="connsiteX1073" fmla="*/ 442436 w 1333023"/>
                <a:gd name="connsiteY1073" fmla="*/ 632460 h 1351121"/>
                <a:gd name="connsiteX1074" fmla="*/ 448151 w 1333023"/>
                <a:gd name="connsiteY1074" fmla="*/ 634841 h 1351121"/>
                <a:gd name="connsiteX1075" fmla="*/ 454819 w 1333023"/>
                <a:gd name="connsiteY1075" fmla="*/ 638175 h 1351121"/>
                <a:gd name="connsiteX1076" fmla="*/ 459105 w 1333023"/>
                <a:gd name="connsiteY1076" fmla="*/ 641033 h 1351121"/>
                <a:gd name="connsiteX1077" fmla="*/ 461963 w 1333023"/>
                <a:gd name="connsiteY1077" fmla="*/ 642461 h 1351121"/>
                <a:gd name="connsiteX1078" fmla="*/ 463391 w 1333023"/>
                <a:gd name="connsiteY1078" fmla="*/ 644843 h 1351121"/>
                <a:gd name="connsiteX1079" fmla="*/ 464820 w 1333023"/>
                <a:gd name="connsiteY1079" fmla="*/ 647224 h 1351121"/>
                <a:gd name="connsiteX1080" fmla="*/ 465296 w 1333023"/>
                <a:gd name="connsiteY1080" fmla="*/ 650081 h 1351121"/>
                <a:gd name="connsiteX1081" fmla="*/ 464344 w 1333023"/>
                <a:gd name="connsiteY1081" fmla="*/ 652939 h 1351121"/>
                <a:gd name="connsiteX1082" fmla="*/ 463391 w 1333023"/>
                <a:gd name="connsiteY1082" fmla="*/ 653891 h 1351121"/>
                <a:gd name="connsiteX1083" fmla="*/ 462915 w 1333023"/>
                <a:gd name="connsiteY1083" fmla="*/ 655796 h 1351121"/>
                <a:gd name="connsiteX1084" fmla="*/ 463391 w 1333023"/>
                <a:gd name="connsiteY1084" fmla="*/ 658654 h 1351121"/>
                <a:gd name="connsiteX1085" fmla="*/ 465772 w 1333023"/>
                <a:gd name="connsiteY1085" fmla="*/ 661035 h 1351121"/>
                <a:gd name="connsiteX1086" fmla="*/ 466725 w 1333023"/>
                <a:gd name="connsiteY1086" fmla="*/ 663893 h 1351121"/>
                <a:gd name="connsiteX1087" fmla="*/ 467677 w 1333023"/>
                <a:gd name="connsiteY1087" fmla="*/ 669131 h 1351121"/>
                <a:gd name="connsiteX1088" fmla="*/ 469106 w 1333023"/>
                <a:gd name="connsiteY1088" fmla="*/ 670560 h 1351121"/>
                <a:gd name="connsiteX1089" fmla="*/ 470059 w 1333023"/>
                <a:gd name="connsiteY1089" fmla="*/ 686753 h 1351121"/>
                <a:gd name="connsiteX1090" fmla="*/ 465772 w 1333023"/>
                <a:gd name="connsiteY1090" fmla="*/ 686753 h 1351121"/>
                <a:gd name="connsiteX1091" fmla="*/ 459581 w 1333023"/>
                <a:gd name="connsiteY1091" fmla="*/ 686753 h 1351121"/>
                <a:gd name="connsiteX1092" fmla="*/ 461486 w 1333023"/>
                <a:gd name="connsiteY1092" fmla="*/ 688181 h 1351121"/>
                <a:gd name="connsiteX1093" fmla="*/ 466725 w 1333023"/>
                <a:gd name="connsiteY1093" fmla="*/ 694372 h 1351121"/>
                <a:gd name="connsiteX1094" fmla="*/ 471488 w 1333023"/>
                <a:gd name="connsiteY1094" fmla="*/ 700088 h 1351121"/>
                <a:gd name="connsiteX1095" fmla="*/ 472440 w 1333023"/>
                <a:gd name="connsiteY1095" fmla="*/ 709136 h 1351121"/>
                <a:gd name="connsiteX1096" fmla="*/ 472916 w 1333023"/>
                <a:gd name="connsiteY1096" fmla="*/ 714851 h 1351121"/>
                <a:gd name="connsiteX1097" fmla="*/ 473392 w 1333023"/>
                <a:gd name="connsiteY1097" fmla="*/ 722947 h 1351121"/>
                <a:gd name="connsiteX1098" fmla="*/ 473869 w 1333023"/>
                <a:gd name="connsiteY1098" fmla="*/ 727710 h 1351121"/>
                <a:gd name="connsiteX1099" fmla="*/ 485775 w 1333023"/>
                <a:gd name="connsiteY1099" fmla="*/ 728186 h 1351121"/>
                <a:gd name="connsiteX1100" fmla="*/ 499110 w 1333023"/>
                <a:gd name="connsiteY1100" fmla="*/ 728663 h 1351121"/>
                <a:gd name="connsiteX1101" fmla="*/ 515302 w 1333023"/>
                <a:gd name="connsiteY1101" fmla="*/ 729139 h 1351121"/>
                <a:gd name="connsiteX1102" fmla="*/ 529590 w 1333023"/>
                <a:gd name="connsiteY1102" fmla="*/ 729615 h 1351121"/>
                <a:gd name="connsiteX1103" fmla="*/ 531019 w 1333023"/>
                <a:gd name="connsiteY1103" fmla="*/ 729615 h 1351121"/>
                <a:gd name="connsiteX1104" fmla="*/ 533400 w 1333023"/>
                <a:gd name="connsiteY1104" fmla="*/ 729139 h 1351121"/>
                <a:gd name="connsiteX1105" fmla="*/ 534829 w 1333023"/>
                <a:gd name="connsiteY1105" fmla="*/ 728186 h 1351121"/>
                <a:gd name="connsiteX1106" fmla="*/ 535781 w 1333023"/>
                <a:gd name="connsiteY1106" fmla="*/ 728186 h 1351121"/>
                <a:gd name="connsiteX1107" fmla="*/ 535781 w 1333023"/>
                <a:gd name="connsiteY1107" fmla="*/ 730091 h 1351121"/>
                <a:gd name="connsiteX1108" fmla="*/ 535305 w 1333023"/>
                <a:gd name="connsiteY1108" fmla="*/ 732472 h 1351121"/>
                <a:gd name="connsiteX1109" fmla="*/ 535305 w 1333023"/>
                <a:gd name="connsiteY1109" fmla="*/ 735330 h 1351121"/>
                <a:gd name="connsiteX1110" fmla="*/ 531019 w 1333023"/>
                <a:gd name="connsiteY1110" fmla="*/ 741045 h 1351121"/>
                <a:gd name="connsiteX1111" fmla="*/ 530542 w 1333023"/>
                <a:gd name="connsiteY1111" fmla="*/ 742950 h 1351121"/>
                <a:gd name="connsiteX1112" fmla="*/ 531019 w 1333023"/>
                <a:gd name="connsiteY1112" fmla="*/ 750094 h 1351121"/>
                <a:gd name="connsiteX1113" fmla="*/ 532447 w 1333023"/>
                <a:gd name="connsiteY1113" fmla="*/ 755809 h 1351121"/>
                <a:gd name="connsiteX1114" fmla="*/ 533400 w 1333023"/>
                <a:gd name="connsiteY1114" fmla="*/ 761047 h 1351121"/>
                <a:gd name="connsiteX1115" fmla="*/ 534829 w 1333023"/>
                <a:gd name="connsiteY1115" fmla="*/ 762476 h 1351121"/>
                <a:gd name="connsiteX1116" fmla="*/ 539591 w 1333023"/>
                <a:gd name="connsiteY1116" fmla="*/ 765334 h 1351121"/>
                <a:gd name="connsiteX1117" fmla="*/ 546735 w 1333023"/>
                <a:gd name="connsiteY1117" fmla="*/ 770572 h 1351121"/>
                <a:gd name="connsiteX1118" fmla="*/ 549592 w 1333023"/>
                <a:gd name="connsiteY1118" fmla="*/ 771049 h 1351121"/>
                <a:gd name="connsiteX1119" fmla="*/ 551974 w 1333023"/>
                <a:gd name="connsiteY1119" fmla="*/ 770572 h 1351121"/>
                <a:gd name="connsiteX1120" fmla="*/ 553402 w 1333023"/>
                <a:gd name="connsiteY1120" fmla="*/ 772478 h 1351121"/>
                <a:gd name="connsiteX1121" fmla="*/ 553879 w 1333023"/>
                <a:gd name="connsiteY1121" fmla="*/ 775811 h 1351121"/>
                <a:gd name="connsiteX1122" fmla="*/ 557689 w 1333023"/>
                <a:gd name="connsiteY1122" fmla="*/ 785336 h 1351121"/>
                <a:gd name="connsiteX1123" fmla="*/ 560070 w 1333023"/>
                <a:gd name="connsiteY1123" fmla="*/ 791528 h 1351121"/>
                <a:gd name="connsiteX1124" fmla="*/ 561022 w 1333023"/>
                <a:gd name="connsiteY1124" fmla="*/ 793433 h 1351121"/>
                <a:gd name="connsiteX1125" fmla="*/ 562927 w 1333023"/>
                <a:gd name="connsiteY1125" fmla="*/ 794385 h 1351121"/>
                <a:gd name="connsiteX1126" fmla="*/ 562451 w 1333023"/>
                <a:gd name="connsiteY1126" fmla="*/ 795338 h 1351121"/>
                <a:gd name="connsiteX1127" fmla="*/ 561022 w 1333023"/>
                <a:gd name="connsiteY1127" fmla="*/ 795814 h 1351121"/>
                <a:gd name="connsiteX1128" fmla="*/ 560546 w 1333023"/>
                <a:gd name="connsiteY1128" fmla="*/ 796766 h 1351121"/>
                <a:gd name="connsiteX1129" fmla="*/ 558165 w 1333023"/>
                <a:gd name="connsiteY1129" fmla="*/ 803434 h 1351121"/>
                <a:gd name="connsiteX1130" fmla="*/ 555307 w 1333023"/>
                <a:gd name="connsiteY1130" fmla="*/ 812483 h 1351121"/>
                <a:gd name="connsiteX1131" fmla="*/ 553402 w 1333023"/>
                <a:gd name="connsiteY1131" fmla="*/ 818674 h 1351121"/>
                <a:gd name="connsiteX1132" fmla="*/ 555307 w 1333023"/>
                <a:gd name="connsiteY1132" fmla="*/ 818674 h 1351121"/>
                <a:gd name="connsiteX1133" fmla="*/ 555307 w 1333023"/>
                <a:gd name="connsiteY1133" fmla="*/ 820579 h 1351121"/>
                <a:gd name="connsiteX1134" fmla="*/ 555784 w 1333023"/>
                <a:gd name="connsiteY1134" fmla="*/ 823436 h 1351121"/>
                <a:gd name="connsiteX1135" fmla="*/ 553402 w 1333023"/>
                <a:gd name="connsiteY1135" fmla="*/ 823913 h 1351121"/>
                <a:gd name="connsiteX1136" fmla="*/ 552926 w 1333023"/>
                <a:gd name="connsiteY1136" fmla="*/ 824865 h 1351121"/>
                <a:gd name="connsiteX1137" fmla="*/ 550545 w 1333023"/>
                <a:gd name="connsiteY1137" fmla="*/ 830104 h 1351121"/>
                <a:gd name="connsiteX1138" fmla="*/ 547211 w 1333023"/>
                <a:gd name="connsiteY1138" fmla="*/ 836771 h 1351121"/>
                <a:gd name="connsiteX1139" fmla="*/ 543877 w 1333023"/>
                <a:gd name="connsiteY1139" fmla="*/ 843915 h 1351121"/>
                <a:gd name="connsiteX1140" fmla="*/ 541972 w 1333023"/>
                <a:gd name="connsiteY1140" fmla="*/ 848201 h 1351121"/>
                <a:gd name="connsiteX1141" fmla="*/ 545306 w 1333023"/>
                <a:gd name="connsiteY1141" fmla="*/ 851059 h 1351121"/>
                <a:gd name="connsiteX1142" fmla="*/ 551021 w 1333023"/>
                <a:gd name="connsiteY1142" fmla="*/ 856297 h 1351121"/>
                <a:gd name="connsiteX1143" fmla="*/ 550069 w 1333023"/>
                <a:gd name="connsiteY1143" fmla="*/ 857726 h 1351121"/>
                <a:gd name="connsiteX1144" fmla="*/ 547688 w 1333023"/>
                <a:gd name="connsiteY1144" fmla="*/ 858203 h 1351121"/>
                <a:gd name="connsiteX1145" fmla="*/ 545782 w 1333023"/>
                <a:gd name="connsiteY1145" fmla="*/ 858679 h 1351121"/>
                <a:gd name="connsiteX1146" fmla="*/ 544354 w 1333023"/>
                <a:gd name="connsiteY1146" fmla="*/ 860584 h 1351121"/>
                <a:gd name="connsiteX1147" fmla="*/ 543401 w 1333023"/>
                <a:gd name="connsiteY1147" fmla="*/ 862013 h 1351121"/>
                <a:gd name="connsiteX1148" fmla="*/ 541020 w 1333023"/>
                <a:gd name="connsiteY1148" fmla="*/ 862489 h 1351121"/>
                <a:gd name="connsiteX1149" fmla="*/ 541972 w 1333023"/>
                <a:gd name="connsiteY1149" fmla="*/ 864870 h 1351121"/>
                <a:gd name="connsiteX1150" fmla="*/ 542449 w 1333023"/>
                <a:gd name="connsiteY1150" fmla="*/ 866775 h 1351121"/>
                <a:gd name="connsiteX1151" fmla="*/ 543401 w 1333023"/>
                <a:gd name="connsiteY1151" fmla="*/ 868204 h 1351121"/>
                <a:gd name="connsiteX1152" fmla="*/ 544354 w 1333023"/>
                <a:gd name="connsiteY1152" fmla="*/ 870109 h 1351121"/>
                <a:gd name="connsiteX1153" fmla="*/ 545306 w 1333023"/>
                <a:gd name="connsiteY1153" fmla="*/ 871061 h 1351121"/>
                <a:gd name="connsiteX1154" fmla="*/ 546259 w 1333023"/>
                <a:gd name="connsiteY1154" fmla="*/ 872966 h 1351121"/>
                <a:gd name="connsiteX1155" fmla="*/ 546259 w 1333023"/>
                <a:gd name="connsiteY1155" fmla="*/ 874871 h 1351121"/>
                <a:gd name="connsiteX1156" fmla="*/ 546735 w 1333023"/>
                <a:gd name="connsiteY1156" fmla="*/ 877253 h 1351121"/>
                <a:gd name="connsiteX1157" fmla="*/ 547211 w 1333023"/>
                <a:gd name="connsiteY1157" fmla="*/ 879634 h 1351121"/>
                <a:gd name="connsiteX1158" fmla="*/ 547688 w 1333023"/>
                <a:gd name="connsiteY1158" fmla="*/ 880110 h 1351121"/>
                <a:gd name="connsiteX1159" fmla="*/ 549116 w 1333023"/>
                <a:gd name="connsiteY1159" fmla="*/ 880586 h 1351121"/>
                <a:gd name="connsiteX1160" fmla="*/ 550069 w 1333023"/>
                <a:gd name="connsiteY1160" fmla="*/ 882491 h 1351121"/>
                <a:gd name="connsiteX1161" fmla="*/ 549592 w 1333023"/>
                <a:gd name="connsiteY1161" fmla="*/ 883444 h 1351121"/>
                <a:gd name="connsiteX1162" fmla="*/ 549592 w 1333023"/>
                <a:gd name="connsiteY1162" fmla="*/ 884396 h 1351121"/>
                <a:gd name="connsiteX1163" fmla="*/ 550069 w 1333023"/>
                <a:gd name="connsiteY1163" fmla="*/ 885349 h 1351121"/>
                <a:gd name="connsiteX1164" fmla="*/ 549592 w 1333023"/>
                <a:gd name="connsiteY1164" fmla="*/ 886301 h 1351121"/>
                <a:gd name="connsiteX1165" fmla="*/ 550069 w 1333023"/>
                <a:gd name="connsiteY1165" fmla="*/ 887254 h 1351121"/>
                <a:gd name="connsiteX1166" fmla="*/ 551021 w 1333023"/>
                <a:gd name="connsiteY1166" fmla="*/ 888206 h 1351121"/>
                <a:gd name="connsiteX1167" fmla="*/ 551974 w 1333023"/>
                <a:gd name="connsiteY1167" fmla="*/ 891064 h 1351121"/>
                <a:gd name="connsiteX1168" fmla="*/ 551974 w 1333023"/>
                <a:gd name="connsiteY1168" fmla="*/ 895826 h 1351121"/>
                <a:gd name="connsiteX1169" fmla="*/ 551021 w 1333023"/>
                <a:gd name="connsiteY1169" fmla="*/ 898208 h 1351121"/>
                <a:gd name="connsiteX1170" fmla="*/ 550069 w 1333023"/>
                <a:gd name="connsiteY1170" fmla="*/ 900113 h 1351121"/>
                <a:gd name="connsiteX1171" fmla="*/ 550069 w 1333023"/>
                <a:gd name="connsiteY1171" fmla="*/ 901541 h 1351121"/>
                <a:gd name="connsiteX1172" fmla="*/ 550545 w 1333023"/>
                <a:gd name="connsiteY1172" fmla="*/ 903446 h 1351121"/>
                <a:gd name="connsiteX1173" fmla="*/ 549592 w 1333023"/>
                <a:gd name="connsiteY1173" fmla="*/ 905828 h 1351121"/>
                <a:gd name="connsiteX1174" fmla="*/ 548164 w 1333023"/>
                <a:gd name="connsiteY1174" fmla="*/ 908685 h 1351121"/>
                <a:gd name="connsiteX1175" fmla="*/ 548640 w 1333023"/>
                <a:gd name="connsiteY1175" fmla="*/ 910590 h 1351121"/>
                <a:gd name="connsiteX1176" fmla="*/ 548640 w 1333023"/>
                <a:gd name="connsiteY1176" fmla="*/ 912495 h 1351121"/>
                <a:gd name="connsiteX1177" fmla="*/ 548640 w 1333023"/>
                <a:gd name="connsiteY1177" fmla="*/ 914400 h 1351121"/>
                <a:gd name="connsiteX1178" fmla="*/ 549116 w 1333023"/>
                <a:gd name="connsiteY1178" fmla="*/ 916305 h 1351121"/>
                <a:gd name="connsiteX1179" fmla="*/ 548640 w 1333023"/>
                <a:gd name="connsiteY1179" fmla="*/ 918210 h 1351121"/>
                <a:gd name="connsiteX1180" fmla="*/ 548164 w 1333023"/>
                <a:gd name="connsiteY1180" fmla="*/ 919639 h 1351121"/>
                <a:gd name="connsiteX1181" fmla="*/ 548164 w 1333023"/>
                <a:gd name="connsiteY1181" fmla="*/ 921544 h 1351121"/>
                <a:gd name="connsiteX1182" fmla="*/ 548640 w 1333023"/>
                <a:gd name="connsiteY1182" fmla="*/ 923449 h 1351121"/>
                <a:gd name="connsiteX1183" fmla="*/ 547688 w 1333023"/>
                <a:gd name="connsiteY1183" fmla="*/ 925354 h 1351121"/>
                <a:gd name="connsiteX1184" fmla="*/ 547211 w 1333023"/>
                <a:gd name="connsiteY1184" fmla="*/ 926783 h 1351121"/>
                <a:gd name="connsiteX1185" fmla="*/ 547211 w 1333023"/>
                <a:gd name="connsiteY1185" fmla="*/ 928211 h 1351121"/>
                <a:gd name="connsiteX1186" fmla="*/ 548164 w 1333023"/>
                <a:gd name="connsiteY1186" fmla="*/ 930593 h 1351121"/>
                <a:gd name="connsiteX1187" fmla="*/ 550545 w 1333023"/>
                <a:gd name="connsiteY1187" fmla="*/ 931545 h 1351121"/>
                <a:gd name="connsiteX1188" fmla="*/ 552450 w 1333023"/>
                <a:gd name="connsiteY1188" fmla="*/ 931545 h 1351121"/>
                <a:gd name="connsiteX1189" fmla="*/ 554355 w 1333023"/>
                <a:gd name="connsiteY1189" fmla="*/ 930593 h 1351121"/>
                <a:gd name="connsiteX1190" fmla="*/ 555784 w 1333023"/>
                <a:gd name="connsiteY1190" fmla="*/ 930116 h 1351121"/>
                <a:gd name="connsiteX1191" fmla="*/ 558641 w 1333023"/>
                <a:gd name="connsiteY1191" fmla="*/ 931069 h 1351121"/>
                <a:gd name="connsiteX1192" fmla="*/ 561022 w 1333023"/>
                <a:gd name="connsiteY1192" fmla="*/ 932974 h 1351121"/>
                <a:gd name="connsiteX1193" fmla="*/ 564356 w 1333023"/>
                <a:gd name="connsiteY1193" fmla="*/ 932974 h 1351121"/>
                <a:gd name="connsiteX1194" fmla="*/ 567214 w 1333023"/>
                <a:gd name="connsiteY1194" fmla="*/ 933450 h 1351121"/>
                <a:gd name="connsiteX1195" fmla="*/ 569119 w 1333023"/>
                <a:gd name="connsiteY1195" fmla="*/ 933926 h 1351121"/>
                <a:gd name="connsiteX1196" fmla="*/ 572452 w 1333023"/>
                <a:gd name="connsiteY1196" fmla="*/ 933450 h 1351121"/>
                <a:gd name="connsiteX1197" fmla="*/ 575786 w 1333023"/>
                <a:gd name="connsiteY1197" fmla="*/ 933926 h 1351121"/>
                <a:gd name="connsiteX1198" fmla="*/ 579596 w 1333023"/>
                <a:gd name="connsiteY1198" fmla="*/ 934879 h 1351121"/>
                <a:gd name="connsiteX1199" fmla="*/ 582930 w 1333023"/>
                <a:gd name="connsiteY1199" fmla="*/ 935831 h 1351121"/>
                <a:gd name="connsiteX1200" fmla="*/ 586264 w 1333023"/>
                <a:gd name="connsiteY1200" fmla="*/ 935831 h 1351121"/>
                <a:gd name="connsiteX1201" fmla="*/ 588645 w 1333023"/>
                <a:gd name="connsiteY1201" fmla="*/ 935831 h 1351121"/>
                <a:gd name="connsiteX1202" fmla="*/ 591026 w 1333023"/>
                <a:gd name="connsiteY1202" fmla="*/ 934879 h 1351121"/>
                <a:gd name="connsiteX1203" fmla="*/ 593407 w 1333023"/>
                <a:gd name="connsiteY1203" fmla="*/ 934879 h 1351121"/>
                <a:gd name="connsiteX1204" fmla="*/ 595313 w 1333023"/>
                <a:gd name="connsiteY1204" fmla="*/ 932974 h 1351121"/>
                <a:gd name="connsiteX1205" fmla="*/ 596265 w 1333023"/>
                <a:gd name="connsiteY1205" fmla="*/ 931545 h 1351121"/>
                <a:gd name="connsiteX1206" fmla="*/ 597217 w 1333023"/>
                <a:gd name="connsiteY1206" fmla="*/ 930593 h 1351121"/>
                <a:gd name="connsiteX1207" fmla="*/ 599599 w 1333023"/>
                <a:gd name="connsiteY1207" fmla="*/ 929640 h 1351121"/>
                <a:gd name="connsiteX1208" fmla="*/ 601504 w 1333023"/>
                <a:gd name="connsiteY1208" fmla="*/ 930116 h 1351121"/>
                <a:gd name="connsiteX1209" fmla="*/ 602932 w 1333023"/>
                <a:gd name="connsiteY1209" fmla="*/ 932974 h 1351121"/>
                <a:gd name="connsiteX1210" fmla="*/ 605314 w 1333023"/>
                <a:gd name="connsiteY1210" fmla="*/ 934879 h 1351121"/>
                <a:gd name="connsiteX1211" fmla="*/ 606266 w 1333023"/>
                <a:gd name="connsiteY1211" fmla="*/ 936308 h 1351121"/>
                <a:gd name="connsiteX1212" fmla="*/ 608171 w 1333023"/>
                <a:gd name="connsiteY1212" fmla="*/ 936784 h 1351121"/>
                <a:gd name="connsiteX1213" fmla="*/ 612457 w 1333023"/>
                <a:gd name="connsiteY1213" fmla="*/ 936784 h 1351121"/>
                <a:gd name="connsiteX1214" fmla="*/ 614839 w 1333023"/>
                <a:gd name="connsiteY1214" fmla="*/ 936784 h 1351121"/>
                <a:gd name="connsiteX1215" fmla="*/ 617696 w 1333023"/>
                <a:gd name="connsiteY1215" fmla="*/ 937736 h 1351121"/>
                <a:gd name="connsiteX1216" fmla="*/ 619601 w 1333023"/>
                <a:gd name="connsiteY1216" fmla="*/ 937736 h 1351121"/>
                <a:gd name="connsiteX1217" fmla="*/ 621506 w 1333023"/>
                <a:gd name="connsiteY1217" fmla="*/ 939165 h 1351121"/>
                <a:gd name="connsiteX1218" fmla="*/ 622935 w 1333023"/>
                <a:gd name="connsiteY1218" fmla="*/ 941070 h 1351121"/>
                <a:gd name="connsiteX1219" fmla="*/ 622935 w 1333023"/>
                <a:gd name="connsiteY1219" fmla="*/ 944880 h 1351121"/>
                <a:gd name="connsiteX1220" fmla="*/ 624364 w 1333023"/>
                <a:gd name="connsiteY1220" fmla="*/ 947738 h 1351121"/>
                <a:gd name="connsiteX1221" fmla="*/ 626269 w 1333023"/>
                <a:gd name="connsiteY1221" fmla="*/ 948690 h 1351121"/>
                <a:gd name="connsiteX1222" fmla="*/ 627221 w 1333023"/>
                <a:gd name="connsiteY1222" fmla="*/ 950595 h 1351121"/>
                <a:gd name="connsiteX1223" fmla="*/ 626745 w 1333023"/>
                <a:gd name="connsiteY1223" fmla="*/ 952976 h 1351121"/>
                <a:gd name="connsiteX1224" fmla="*/ 625792 w 1333023"/>
                <a:gd name="connsiteY1224" fmla="*/ 955358 h 1351121"/>
                <a:gd name="connsiteX1225" fmla="*/ 625792 w 1333023"/>
                <a:gd name="connsiteY1225" fmla="*/ 958215 h 1351121"/>
                <a:gd name="connsiteX1226" fmla="*/ 626745 w 1333023"/>
                <a:gd name="connsiteY1226" fmla="*/ 960596 h 1351121"/>
                <a:gd name="connsiteX1227" fmla="*/ 626745 w 1333023"/>
                <a:gd name="connsiteY1227" fmla="*/ 962978 h 1351121"/>
                <a:gd name="connsiteX1228" fmla="*/ 627221 w 1333023"/>
                <a:gd name="connsiteY1228" fmla="*/ 965359 h 1351121"/>
                <a:gd name="connsiteX1229" fmla="*/ 628650 w 1333023"/>
                <a:gd name="connsiteY1229" fmla="*/ 967264 h 1351121"/>
                <a:gd name="connsiteX1230" fmla="*/ 629126 w 1333023"/>
                <a:gd name="connsiteY1230" fmla="*/ 970597 h 1351121"/>
                <a:gd name="connsiteX1231" fmla="*/ 629126 w 1333023"/>
                <a:gd name="connsiteY1231" fmla="*/ 972979 h 1351121"/>
                <a:gd name="connsiteX1232" fmla="*/ 630079 w 1333023"/>
                <a:gd name="connsiteY1232" fmla="*/ 974408 h 1351121"/>
                <a:gd name="connsiteX1233" fmla="*/ 630555 w 1333023"/>
                <a:gd name="connsiteY1233" fmla="*/ 976313 h 1351121"/>
                <a:gd name="connsiteX1234" fmla="*/ 630079 w 1333023"/>
                <a:gd name="connsiteY1234" fmla="*/ 977741 h 1351121"/>
                <a:gd name="connsiteX1235" fmla="*/ 630079 w 1333023"/>
                <a:gd name="connsiteY1235" fmla="*/ 980122 h 1351121"/>
                <a:gd name="connsiteX1236" fmla="*/ 630079 w 1333023"/>
                <a:gd name="connsiteY1236" fmla="*/ 982028 h 1351121"/>
                <a:gd name="connsiteX1237" fmla="*/ 630555 w 1333023"/>
                <a:gd name="connsiteY1237" fmla="*/ 983456 h 1351121"/>
                <a:gd name="connsiteX1238" fmla="*/ 632460 w 1333023"/>
                <a:gd name="connsiteY1238" fmla="*/ 985361 h 1351121"/>
                <a:gd name="connsiteX1239" fmla="*/ 632936 w 1333023"/>
                <a:gd name="connsiteY1239" fmla="*/ 989171 h 1351121"/>
                <a:gd name="connsiteX1240" fmla="*/ 632936 w 1333023"/>
                <a:gd name="connsiteY1240" fmla="*/ 991553 h 1351121"/>
                <a:gd name="connsiteX1241" fmla="*/ 633889 w 1333023"/>
                <a:gd name="connsiteY1241" fmla="*/ 994410 h 1351121"/>
                <a:gd name="connsiteX1242" fmla="*/ 635794 w 1333023"/>
                <a:gd name="connsiteY1242" fmla="*/ 995839 h 1351121"/>
                <a:gd name="connsiteX1243" fmla="*/ 638651 w 1333023"/>
                <a:gd name="connsiteY1243" fmla="*/ 996315 h 1351121"/>
                <a:gd name="connsiteX1244" fmla="*/ 641985 w 1333023"/>
                <a:gd name="connsiteY1244" fmla="*/ 996791 h 1351121"/>
                <a:gd name="connsiteX1245" fmla="*/ 645795 w 1333023"/>
                <a:gd name="connsiteY1245" fmla="*/ 996315 h 1351121"/>
                <a:gd name="connsiteX1246" fmla="*/ 649129 w 1333023"/>
                <a:gd name="connsiteY1246" fmla="*/ 995363 h 1351121"/>
                <a:gd name="connsiteX1247" fmla="*/ 651034 w 1333023"/>
                <a:gd name="connsiteY1247" fmla="*/ 994410 h 1351121"/>
                <a:gd name="connsiteX1248" fmla="*/ 654844 w 1333023"/>
                <a:gd name="connsiteY1248" fmla="*/ 992029 h 1351121"/>
                <a:gd name="connsiteX1249" fmla="*/ 658177 w 1333023"/>
                <a:gd name="connsiteY1249" fmla="*/ 990600 h 1351121"/>
                <a:gd name="connsiteX1250" fmla="*/ 660082 w 1333023"/>
                <a:gd name="connsiteY1250" fmla="*/ 989647 h 1351121"/>
                <a:gd name="connsiteX1251" fmla="*/ 661511 w 1333023"/>
                <a:gd name="connsiteY1251" fmla="*/ 989171 h 1351121"/>
                <a:gd name="connsiteX1252" fmla="*/ 664845 w 1333023"/>
                <a:gd name="connsiteY1252" fmla="*/ 990600 h 1351121"/>
                <a:gd name="connsiteX1253" fmla="*/ 667702 w 1333023"/>
                <a:gd name="connsiteY1253" fmla="*/ 992505 h 1351121"/>
                <a:gd name="connsiteX1254" fmla="*/ 670084 w 1333023"/>
                <a:gd name="connsiteY1254" fmla="*/ 994886 h 1351121"/>
                <a:gd name="connsiteX1255" fmla="*/ 674370 w 1333023"/>
                <a:gd name="connsiteY1255" fmla="*/ 997744 h 1351121"/>
                <a:gd name="connsiteX1256" fmla="*/ 673417 w 1333023"/>
                <a:gd name="connsiteY1256" fmla="*/ 998220 h 1351121"/>
                <a:gd name="connsiteX1257" fmla="*/ 671513 w 1333023"/>
                <a:gd name="connsiteY1257" fmla="*/ 1000601 h 1351121"/>
                <a:gd name="connsiteX1258" fmla="*/ 671513 w 1333023"/>
                <a:gd name="connsiteY1258" fmla="*/ 1002983 h 1351121"/>
                <a:gd name="connsiteX1259" fmla="*/ 672941 w 1333023"/>
                <a:gd name="connsiteY1259" fmla="*/ 1006793 h 1351121"/>
                <a:gd name="connsiteX1260" fmla="*/ 671989 w 1333023"/>
                <a:gd name="connsiteY1260" fmla="*/ 1014889 h 1351121"/>
                <a:gd name="connsiteX1261" fmla="*/ 668655 w 1333023"/>
                <a:gd name="connsiteY1261" fmla="*/ 1026795 h 1351121"/>
                <a:gd name="connsiteX1262" fmla="*/ 667226 w 1333023"/>
                <a:gd name="connsiteY1262" fmla="*/ 1033939 h 1351121"/>
                <a:gd name="connsiteX1263" fmla="*/ 667702 w 1333023"/>
                <a:gd name="connsiteY1263" fmla="*/ 1035844 h 1351121"/>
                <a:gd name="connsiteX1264" fmla="*/ 666274 w 1333023"/>
                <a:gd name="connsiteY1264" fmla="*/ 1039178 h 1351121"/>
                <a:gd name="connsiteX1265" fmla="*/ 661511 w 1333023"/>
                <a:gd name="connsiteY1265" fmla="*/ 1046797 h 1351121"/>
                <a:gd name="connsiteX1266" fmla="*/ 661511 w 1333023"/>
                <a:gd name="connsiteY1266" fmla="*/ 1052036 h 1351121"/>
                <a:gd name="connsiteX1267" fmla="*/ 664369 w 1333023"/>
                <a:gd name="connsiteY1267" fmla="*/ 1052036 h 1351121"/>
                <a:gd name="connsiteX1268" fmla="*/ 665797 w 1333023"/>
                <a:gd name="connsiteY1268" fmla="*/ 1052989 h 1351121"/>
                <a:gd name="connsiteX1269" fmla="*/ 667702 w 1333023"/>
                <a:gd name="connsiteY1269" fmla="*/ 1053465 h 1351121"/>
                <a:gd name="connsiteX1270" fmla="*/ 669607 w 1333023"/>
                <a:gd name="connsiteY1270" fmla="*/ 1052036 h 1351121"/>
                <a:gd name="connsiteX1271" fmla="*/ 671513 w 1333023"/>
                <a:gd name="connsiteY1271" fmla="*/ 1051560 h 1351121"/>
                <a:gd name="connsiteX1272" fmla="*/ 674370 w 1333023"/>
                <a:gd name="connsiteY1272" fmla="*/ 1051560 h 1351121"/>
                <a:gd name="connsiteX1273" fmla="*/ 675799 w 1333023"/>
                <a:gd name="connsiteY1273" fmla="*/ 1050131 h 1351121"/>
                <a:gd name="connsiteX1274" fmla="*/ 677704 w 1333023"/>
                <a:gd name="connsiteY1274" fmla="*/ 1050131 h 1351121"/>
                <a:gd name="connsiteX1275" fmla="*/ 679132 w 1333023"/>
                <a:gd name="connsiteY1275" fmla="*/ 1051084 h 1351121"/>
                <a:gd name="connsiteX1276" fmla="*/ 680085 w 1333023"/>
                <a:gd name="connsiteY1276" fmla="*/ 1052036 h 1351121"/>
                <a:gd name="connsiteX1277" fmla="*/ 682466 w 1333023"/>
                <a:gd name="connsiteY1277" fmla="*/ 1052036 h 1351121"/>
                <a:gd name="connsiteX1278" fmla="*/ 684371 w 1333023"/>
                <a:gd name="connsiteY1278" fmla="*/ 1054418 h 1351121"/>
                <a:gd name="connsiteX1279" fmla="*/ 686752 w 1333023"/>
                <a:gd name="connsiteY1279" fmla="*/ 1055370 h 1351121"/>
                <a:gd name="connsiteX1280" fmla="*/ 687705 w 1333023"/>
                <a:gd name="connsiteY1280" fmla="*/ 1058228 h 1351121"/>
                <a:gd name="connsiteX1281" fmla="*/ 689134 w 1333023"/>
                <a:gd name="connsiteY1281" fmla="*/ 1065848 h 1351121"/>
                <a:gd name="connsiteX1282" fmla="*/ 691515 w 1333023"/>
                <a:gd name="connsiteY1282" fmla="*/ 1070134 h 1351121"/>
                <a:gd name="connsiteX1283" fmla="*/ 693896 w 1333023"/>
                <a:gd name="connsiteY1283" fmla="*/ 1075373 h 1351121"/>
                <a:gd name="connsiteX1284" fmla="*/ 693896 w 1333023"/>
                <a:gd name="connsiteY1284" fmla="*/ 1077754 h 1351121"/>
                <a:gd name="connsiteX1285" fmla="*/ 692467 w 1333023"/>
                <a:gd name="connsiteY1285" fmla="*/ 1080135 h 1351121"/>
                <a:gd name="connsiteX1286" fmla="*/ 691991 w 1333023"/>
                <a:gd name="connsiteY1286" fmla="*/ 1083469 h 1351121"/>
                <a:gd name="connsiteX1287" fmla="*/ 691039 w 1333023"/>
                <a:gd name="connsiteY1287" fmla="*/ 1091565 h 1351121"/>
                <a:gd name="connsiteX1288" fmla="*/ 690563 w 1333023"/>
                <a:gd name="connsiteY1288" fmla="*/ 1094423 h 1351121"/>
                <a:gd name="connsiteX1289" fmla="*/ 691515 w 1333023"/>
                <a:gd name="connsiteY1289" fmla="*/ 1096328 h 1351121"/>
                <a:gd name="connsiteX1290" fmla="*/ 691991 w 1333023"/>
                <a:gd name="connsiteY1290" fmla="*/ 1099185 h 1351121"/>
                <a:gd name="connsiteX1291" fmla="*/ 690563 w 1333023"/>
                <a:gd name="connsiteY1291" fmla="*/ 1102519 h 1351121"/>
                <a:gd name="connsiteX1292" fmla="*/ 687705 w 1333023"/>
                <a:gd name="connsiteY1292" fmla="*/ 1107758 h 1351121"/>
                <a:gd name="connsiteX1293" fmla="*/ 684847 w 1333023"/>
                <a:gd name="connsiteY1293" fmla="*/ 1109186 h 1351121"/>
                <a:gd name="connsiteX1294" fmla="*/ 684371 w 1333023"/>
                <a:gd name="connsiteY1294" fmla="*/ 1109186 h 1351121"/>
                <a:gd name="connsiteX1295" fmla="*/ 681038 w 1333023"/>
                <a:gd name="connsiteY1295" fmla="*/ 1112044 h 1351121"/>
                <a:gd name="connsiteX1296" fmla="*/ 678656 w 1333023"/>
                <a:gd name="connsiteY1296" fmla="*/ 1112996 h 1351121"/>
                <a:gd name="connsiteX1297" fmla="*/ 677227 w 1333023"/>
                <a:gd name="connsiteY1297" fmla="*/ 1112044 h 1351121"/>
                <a:gd name="connsiteX1298" fmla="*/ 675799 w 1333023"/>
                <a:gd name="connsiteY1298" fmla="*/ 1113473 h 1351121"/>
                <a:gd name="connsiteX1299" fmla="*/ 673894 w 1333023"/>
                <a:gd name="connsiteY1299" fmla="*/ 1116806 h 1351121"/>
                <a:gd name="connsiteX1300" fmla="*/ 671513 w 1333023"/>
                <a:gd name="connsiteY1300" fmla="*/ 1118235 h 1351121"/>
                <a:gd name="connsiteX1301" fmla="*/ 667226 w 1333023"/>
                <a:gd name="connsiteY1301" fmla="*/ 1119188 h 1351121"/>
                <a:gd name="connsiteX1302" fmla="*/ 665797 w 1333023"/>
                <a:gd name="connsiteY1302" fmla="*/ 1119664 h 1351121"/>
                <a:gd name="connsiteX1303" fmla="*/ 663416 w 1333023"/>
                <a:gd name="connsiteY1303" fmla="*/ 1119664 h 1351121"/>
                <a:gd name="connsiteX1304" fmla="*/ 661511 w 1333023"/>
                <a:gd name="connsiteY1304" fmla="*/ 1120616 h 1351121"/>
                <a:gd name="connsiteX1305" fmla="*/ 659606 w 1333023"/>
                <a:gd name="connsiteY1305" fmla="*/ 1122521 h 1351121"/>
                <a:gd name="connsiteX1306" fmla="*/ 657701 w 1333023"/>
                <a:gd name="connsiteY1306" fmla="*/ 1122998 h 1351121"/>
                <a:gd name="connsiteX1307" fmla="*/ 655796 w 1333023"/>
                <a:gd name="connsiteY1307" fmla="*/ 1122521 h 1351121"/>
                <a:gd name="connsiteX1308" fmla="*/ 653891 w 1333023"/>
                <a:gd name="connsiteY1308" fmla="*/ 1122998 h 1351121"/>
                <a:gd name="connsiteX1309" fmla="*/ 652463 w 1333023"/>
                <a:gd name="connsiteY1309" fmla="*/ 1124903 h 1351121"/>
                <a:gd name="connsiteX1310" fmla="*/ 651510 w 1333023"/>
                <a:gd name="connsiteY1310" fmla="*/ 1126808 h 1351121"/>
                <a:gd name="connsiteX1311" fmla="*/ 651034 w 1333023"/>
                <a:gd name="connsiteY1311" fmla="*/ 1128713 h 1351121"/>
                <a:gd name="connsiteX1312" fmla="*/ 649605 w 1333023"/>
                <a:gd name="connsiteY1312" fmla="*/ 1130141 h 1351121"/>
                <a:gd name="connsiteX1313" fmla="*/ 646747 w 1333023"/>
                <a:gd name="connsiteY1313" fmla="*/ 1131094 h 1351121"/>
                <a:gd name="connsiteX1314" fmla="*/ 645795 w 1333023"/>
                <a:gd name="connsiteY1314" fmla="*/ 1132046 h 1351121"/>
                <a:gd name="connsiteX1315" fmla="*/ 645795 w 1333023"/>
                <a:gd name="connsiteY1315" fmla="*/ 1133475 h 1351121"/>
                <a:gd name="connsiteX1316" fmla="*/ 644366 w 1333023"/>
                <a:gd name="connsiteY1316" fmla="*/ 1134428 h 1351121"/>
                <a:gd name="connsiteX1317" fmla="*/ 639604 w 1333023"/>
                <a:gd name="connsiteY1317" fmla="*/ 1135380 h 1351121"/>
                <a:gd name="connsiteX1318" fmla="*/ 636270 w 1333023"/>
                <a:gd name="connsiteY1318" fmla="*/ 1137285 h 1351121"/>
                <a:gd name="connsiteX1319" fmla="*/ 633889 w 1333023"/>
                <a:gd name="connsiteY1319" fmla="*/ 1140143 h 1351121"/>
                <a:gd name="connsiteX1320" fmla="*/ 631507 w 1333023"/>
                <a:gd name="connsiteY1320" fmla="*/ 1142048 h 1351121"/>
                <a:gd name="connsiteX1321" fmla="*/ 627697 w 1333023"/>
                <a:gd name="connsiteY1321" fmla="*/ 1143000 h 1351121"/>
                <a:gd name="connsiteX1322" fmla="*/ 622935 w 1333023"/>
                <a:gd name="connsiteY1322" fmla="*/ 1145858 h 1351121"/>
                <a:gd name="connsiteX1323" fmla="*/ 622459 w 1333023"/>
                <a:gd name="connsiteY1323" fmla="*/ 1147763 h 1351121"/>
                <a:gd name="connsiteX1324" fmla="*/ 624364 w 1333023"/>
                <a:gd name="connsiteY1324" fmla="*/ 1149668 h 1351121"/>
                <a:gd name="connsiteX1325" fmla="*/ 624840 w 1333023"/>
                <a:gd name="connsiteY1325" fmla="*/ 1151096 h 1351121"/>
                <a:gd name="connsiteX1326" fmla="*/ 624364 w 1333023"/>
                <a:gd name="connsiteY1326" fmla="*/ 1152525 h 1351121"/>
                <a:gd name="connsiteX1327" fmla="*/ 622935 w 1333023"/>
                <a:gd name="connsiteY1327" fmla="*/ 1152525 h 1351121"/>
                <a:gd name="connsiteX1328" fmla="*/ 620554 w 1333023"/>
                <a:gd name="connsiteY1328" fmla="*/ 1151573 h 1351121"/>
                <a:gd name="connsiteX1329" fmla="*/ 618649 w 1333023"/>
                <a:gd name="connsiteY1329" fmla="*/ 1151573 h 1351121"/>
                <a:gd name="connsiteX1330" fmla="*/ 617696 w 1333023"/>
                <a:gd name="connsiteY1330" fmla="*/ 1152049 h 1351121"/>
                <a:gd name="connsiteX1331" fmla="*/ 617220 w 1333023"/>
                <a:gd name="connsiteY1331" fmla="*/ 1153001 h 1351121"/>
                <a:gd name="connsiteX1332" fmla="*/ 617220 w 1333023"/>
                <a:gd name="connsiteY1332" fmla="*/ 1154430 h 1351121"/>
                <a:gd name="connsiteX1333" fmla="*/ 616267 w 1333023"/>
                <a:gd name="connsiteY1333" fmla="*/ 1155383 h 1351121"/>
                <a:gd name="connsiteX1334" fmla="*/ 614363 w 1333023"/>
                <a:gd name="connsiteY1334" fmla="*/ 1155859 h 1351121"/>
                <a:gd name="connsiteX1335" fmla="*/ 613410 w 1333023"/>
                <a:gd name="connsiteY1335" fmla="*/ 1157288 h 1351121"/>
                <a:gd name="connsiteX1336" fmla="*/ 612934 w 1333023"/>
                <a:gd name="connsiteY1336" fmla="*/ 1159193 h 1351121"/>
                <a:gd name="connsiteX1337" fmla="*/ 610552 w 1333023"/>
                <a:gd name="connsiteY1337" fmla="*/ 1161574 h 1351121"/>
                <a:gd name="connsiteX1338" fmla="*/ 606266 w 1333023"/>
                <a:gd name="connsiteY1338" fmla="*/ 1164908 h 1351121"/>
                <a:gd name="connsiteX1339" fmla="*/ 602932 w 1333023"/>
                <a:gd name="connsiteY1339" fmla="*/ 1169194 h 1351121"/>
                <a:gd name="connsiteX1340" fmla="*/ 600551 w 1333023"/>
                <a:gd name="connsiteY1340" fmla="*/ 1174433 h 1351121"/>
                <a:gd name="connsiteX1341" fmla="*/ 597694 w 1333023"/>
                <a:gd name="connsiteY1341" fmla="*/ 1177766 h 1351121"/>
                <a:gd name="connsiteX1342" fmla="*/ 594360 w 1333023"/>
                <a:gd name="connsiteY1342" fmla="*/ 1179671 h 1351121"/>
                <a:gd name="connsiteX1343" fmla="*/ 591979 w 1333023"/>
                <a:gd name="connsiteY1343" fmla="*/ 1182053 h 1351121"/>
                <a:gd name="connsiteX1344" fmla="*/ 590550 w 1333023"/>
                <a:gd name="connsiteY1344" fmla="*/ 1184910 h 1351121"/>
                <a:gd name="connsiteX1345" fmla="*/ 587216 w 1333023"/>
                <a:gd name="connsiteY1345" fmla="*/ 1189673 h 1351121"/>
                <a:gd name="connsiteX1346" fmla="*/ 581501 w 1333023"/>
                <a:gd name="connsiteY1346" fmla="*/ 1196340 h 1351121"/>
                <a:gd name="connsiteX1347" fmla="*/ 576263 w 1333023"/>
                <a:gd name="connsiteY1347" fmla="*/ 1200626 h 1351121"/>
                <a:gd name="connsiteX1348" fmla="*/ 571500 w 1333023"/>
                <a:gd name="connsiteY1348" fmla="*/ 1203008 h 1351121"/>
                <a:gd name="connsiteX1349" fmla="*/ 569119 w 1333023"/>
                <a:gd name="connsiteY1349" fmla="*/ 1205865 h 1351121"/>
                <a:gd name="connsiteX1350" fmla="*/ 568642 w 1333023"/>
                <a:gd name="connsiteY1350" fmla="*/ 1208723 h 1351121"/>
                <a:gd name="connsiteX1351" fmla="*/ 565785 w 1333023"/>
                <a:gd name="connsiteY1351" fmla="*/ 1212056 h 1351121"/>
                <a:gd name="connsiteX1352" fmla="*/ 560546 w 1333023"/>
                <a:gd name="connsiteY1352" fmla="*/ 1215866 h 1351121"/>
                <a:gd name="connsiteX1353" fmla="*/ 559117 w 1333023"/>
                <a:gd name="connsiteY1353" fmla="*/ 1217771 h 1351121"/>
                <a:gd name="connsiteX1354" fmla="*/ 561022 w 1333023"/>
                <a:gd name="connsiteY1354" fmla="*/ 1220629 h 1351121"/>
                <a:gd name="connsiteX1355" fmla="*/ 566738 w 1333023"/>
                <a:gd name="connsiteY1355" fmla="*/ 1221582 h 1351121"/>
                <a:gd name="connsiteX1356" fmla="*/ 572452 w 1333023"/>
                <a:gd name="connsiteY1356" fmla="*/ 1221582 h 1351121"/>
                <a:gd name="connsiteX1357" fmla="*/ 573405 w 1333023"/>
                <a:gd name="connsiteY1357" fmla="*/ 1221105 h 1351121"/>
                <a:gd name="connsiteX1358" fmla="*/ 575786 w 1333023"/>
                <a:gd name="connsiteY1358" fmla="*/ 1216819 h 1351121"/>
                <a:gd name="connsiteX1359" fmla="*/ 578644 w 1333023"/>
                <a:gd name="connsiteY1359" fmla="*/ 1215390 h 1351121"/>
                <a:gd name="connsiteX1360" fmla="*/ 581977 w 1333023"/>
                <a:gd name="connsiteY1360" fmla="*/ 1214914 h 1351121"/>
                <a:gd name="connsiteX1361" fmla="*/ 585311 w 1333023"/>
                <a:gd name="connsiteY1361" fmla="*/ 1214914 h 1351121"/>
                <a:gd name="connsiteX1362" fmla="*/ 589121 w 1333023"/>
                <a:gd name="connsiteY1362" fmla="*/ 1217771 h 1351121"/>
                <a:gd name="connsiteX1363" fmla="*/ 599599 w 1333023"/>
                <a:gd name="connsiteY1363" fmla="*/ 1227296 h 1351121"/>
                <a:gd name="connsiteX1364" fmla="*/ 607695 w 1333023"/>
                <a:gd name="connsiteY1364" fmla="*/ 1233964 h 1351121"/>
                <a:gd name="connsiteX1365" fmla="*/ 610076 w 1333023"/>
                <a:gd name="connsiteY1365" fmla="*/ 1237298 h 1351121"/>
                <a:gd name="connsiteX1366" fmla="*/ 611981 w 1333023"/>
                <a:gd name="connsiteY1366" fmla="*/ 1239679 h 1351121"/>
                <a:gd name="connsiteX1367" fmla="*/ 613410 w 1333023"/>
                <a:gd name="connsiteY1367" fmla="*/ 1242060 h 1351121"/>
                <a:gd name="connsiteX1368" fmla="*/ 612934 w 1333023"/>
                <a:gd name="connsiteY1368" fmla="*/ 1247775 h 1351121"/>
                <a:gd name="connsiteX1369" fmla="*/ 612934 w 1333023"/>
                <a:gd name="connsiteY1369" fmla="*/ 1250157 h 1351121"/>
                <a:gd name="connsiteX1370" fmla="*/ 613410 w 1333023"/>
                <a:gd name="connsiteY1370" fmla="*/ 1251109 h 1351121"/>
                <a:gd name="connsiteX1371" fmla="*/ 615315 w 1333023"/>
                <a:gd name="connsiteY1371" fmla="*/ 1251109 h 1351121"/>
                <a:gd name="connsiteX1372" fmla="*/ 618172 w 1333023"/>
                <a:gd name="connsiteY1372" fmla="*/ 1250633 h 1351121"/>
                <a:gd name="connsiteX1373" fmla="*/ 620554 w 1333023"/>
                <a:gd name="connsiteY1373" fmla="*/ 1249204 h 1351121"/>
                <a:gd name="connsiteX1374" fmla="*/ 622459 w 1333023"/>
                <a:gd name="connsiteY1374" fmla="*/ 1247299 h 1351121"/>
                <a:gd name="connsiteX1375" fmla="*/ 624364 w 1333023"/>
                <a:gd name="connsiteY1375" fmla="*/ 1245870 h 1351121"/>
                <a:gd name="connsiteX1376" fmla="*/ 625792 w 1333023"/>
                <a:gd name="connsiteY1376" fmla="*/ 1244917 h 1351121"/>
                <a:gd name="connsiteX1377" fmla="*/ 626269 w 1333023"/>
                <a:gd name="connsiteY1377" fmla="*/ 1243489 h 1351121"/>
                <a:gd name="connsiteX1378" fmla="*/ 627221 w 1333023"/>
                <a:gd name="connsiteY1378" fmla="*/ 1242060 h 1351121"/>
                <a:gd name="connsiteX1379" fmla="*/ 628174 w 1333023"/>
                <a:gd name="connsiteY1379" fmla="*/ 1241584 h 1351121"/>
                <a:gd name="connsiteX1380" fmla="*/ 629602 w 1333023"/>
                <a:gd name="connsiteY1380" fmla="*/ 1242536 h 1351121"/>
                <a:gd name="connsiteX1381" fmla="*/ 633413 w 1333023"/>
                <a:gd name="connsiteY1381" fmla="*/ 1245870 h 1351121"/>
                <a:gd name="connsiteX1382" fmla="*/ 636270 w 1333023"/>
                <a:gd name="connsiteY1382" fmla="*/ 1248728 h 1351121"/>
                <a:gd name="connsiteX1383" fmla="*/ 636746 w 1333023"/>
                <a:gd name="connsiteY1383" fmla="*/ 1250633 h 1351121"/>
                <a:gd name="connsiteX1384" fmla="*/ 637699 w 1333023"/>
                <a:gd name="connsiteY1384" fmla="*/ 1252538 h 1351121"/>
                <a:gd name="connsiteX1385" fmla="*/ 638651 w 1333023"/>
                <a:gd name="connsiteY1385" fmla="*/ 1253966 h 1351121"/>
                <a:gd name="connsiteX1386" fmla="*/ 639604 w 1333023"/>
                <a:gd name="connsiteY1386" fmla="*/ 1255395 h 1351121"/>
                <a:gd name="connsiteX1387" fmla="*/ 642461 w 1333023"/>
                <a:gd name="connsiteY1387" fmla="*/ 1257300 h 1351121"/>
                <a:gd name="connsiteX1388" fmla="*/ 645319 w 1333023"/>
                <a:gd name="connsiteY1388" fmla="*/ 1258729 h 1351121"/>
                <a:gd name="connsiteX1389" fmla="*/ 647224 w 1333023"/>
                <a:gd name="connsiteY1389" fmla="*/ 1257300 h 1351121"/>
                <a:gd name="connsiteX1390" fmla="*/ 651986 w 1333023"/>
                <a:gd name="connsiteY1390" fmla="*/ 1261586 h 1351121"/>
                <a:gd name="connsiteX1391" fmla="*/ 662464 w 1333023"/>
                <a:gd name="connsiteY1391" fmla="*/ 1264920 h 1351121"/>
                <a:gd name="connsiteX1392" fmla="*/ 664369 w 1333023"/>
                <a:gd name="connsiteY1392" fmla="*/ 1266825 h 1351121"/>
                <a:gd name="connsiteX1393" fmla="*/ 666274 w 1333023"/>
                <a:gd name="connsiteY1393" fmla="*/ 1269683 h 1351121"/>
                <a:gd name="connsiteX1394" fmla="*/ 670084 w 1333023"/>
                <a:gd name="connsiteY1394" fmla="*/ 1274445 h 1351121"/>
                <a:gd name="connsiteX1395" fmla="*/ 675322 w 1333023"/>
                <a:gd name="connsiteY1395" fmla="*/ 1278732 h 1351121"/>
                <a:gd name="connsiteX1396" fmla="*/ 679609 w 1333023"/>
                <a:gd name="connsiteY1396" fmla="*/ 1280636 h 1351121"/>
                <a:gd name="connsiteX1397" fmla="*/ 683419 w 1333023"/>
                <a:gd name="connsiteY1397" fmla="*/ 1281589 h 1351121"/>
                <a:gd name="connsiteX1398" fmla="*/ 685800 w 1333023"/>
                <a:gd name="connsiteY1398" fmla="*/ 1282541 h 1351121"/>
                <a:gd name="connsiteX1399" fmla="*/ 687229 w 1333023"/>
                <a:gd name="connsiteY1399" fmla="*/ 1283970 h 1351121"/>
                <a:gd name="connsiteX1400" fmla="*/ 689610 w 1333023"/>
                <a:gd name="connsiteY1400" fmla="*/ 1285875 h 1351121"/>
                <a:gd name="connsiteX1401" fmla="*/ 691039 w 1333023"/>
                <a:gd name="connsiteY1401" fmla="*/ 1286351 h 1351121"/>
                <a:gd name="connsiteX1402" fmla="*/ 691515 w 1333023"/>
                <a:gd name="connsiteY1402" fmla="*/ 1287780 h 1351121"/>
                <a:gd name="connsiteX1403" fmla="*/ 692944 w 1333023"/>
                <a:gd name="connsiteY1403" fmla="*/ 1291114 h 1351121"/>
                <a:gd name="connsiteX1404" fmla="*/ 694372 w 1333023"/>
                <a:gd name="connsiteY1404" fmla="*/ 1295400 h 1351121"/>
                <a:gd name="connsiteX1405" fmla="*/ 696277 w 1333023"/>
                <a:gd name="connsiteY1405" fmla="*/ 1299210 h 1351121"/>
                <a:gd name="connsiteX1406" fmla="*/ 700088 w 1333023"/>
                <a:gd name="connsiteY1406" fmla="*/ 1303020 h 1351121"/>
                <a:gd name="connsiteX1407" fmla="*/ 704374 w 1333023"/>
                <a:gd name="connsiteY1407" fmla="*/ 1305878 h 1351121"/>
                <a:gd name="connsiteX1408" fmla="*/ 708660 w 1333023"/>
                <a:gd name="connsiteY1408" fmla="*/ 1307307 h 1351121"/>
                <a:gd name="connsiteX1409" fmla="*/ 710565 w 1333023"/>
                <a:gd name="connsiteY1409" fmla="*/ 1309211 h 1351121"/>
                <a:gd name="connsiteX1410" fmla="*/ 711517 w 1333023"/>
                <a:gd name="connsiteY1410" fmla="*/ 1308259 h 1351121"/>
                <a:gd name="connsiteX1411" fmla="*/ 712946 w 1333023"/>
                <a:gd name="connsiteY1411" fmla="*/ 1307307 h 1351121"/>
                <a:gd name="connsiteX1412" fmla="*/ 714851 w 1333023"/>
                <a:gd name="connsiteY1412" fmla="*/ 1306354 h 1351121"/>
                <a:gd name="connsiteX1413" fmla="*/ 716280 w 1333023"/>
                <a:gd name="connsiteY1413" fmla="*/ 1303973 h 1351121"/>
                <a:gd name="connsiteX1414" fmla="*/ 717232 w 1333023"/>
                <a:gd name="connsiteY1414" fmla="*/ 1301591 h 1351121"/>
                <a:gd name="connsiteX1415" fmla="*/ 720090 w 1333023"/>
                <a:gd name="connsiteY1415" fmla="*/ 1300163 h 1351121"/>
                <a:gd name="connsiteX1416" fmla="*/ 722471 w 1333023"/>
                <a:gd name="connsiteY1416" fmla="*/ 1298734 h 1351121"/>
                <a:gd name="connsiteX1417" fmla="*/ 722471 w 1333023"/>
                <a:gd name="connsiteY1417" fmla="*/ 1297305 h 1351121"/>
                <a:gd name="connsiteX1418" fmla="*/ 722947 w 1333023"/>
                <a:gd name="connsiteY1418" fmla="*/ 1295876 h 1351121"/>
                <a:gd name="connsiteX1419" fmla="*/ 723424 w 1333023"/>
                <a:gd name="connsiteY1419" fmla="*/ 1293971 h 1351121"/>
                <a:gd name="connsiteX1420" fmla="*/ 724376 w 1333023"/>
                <a:gd name="connsiteY1420" fmla="*/ 1292066 h 1351121"/>
                <a:gd name="connsiteX1421" fmla="*/ 725329 w 1333023"/>
                <a:gd name="connsiteY1421" fmla="*/ 1291590 h 1351121"/>
                <a:gd name="connsiteX1422" fmla="*/ 725805 w 1333023"/>
                <a:gd name="connsiteY1422" fmla="*/ 1291590 h 1351121"/>
                <a:gd name="connsiteX1423" fmla="*/ 726281 w 1333023"/>
                <a:gd name="connsiteY1423" fmla="*/ 1293019 h 1351121"/>
                <a:gd name="connsiteX1424" fmla="*/ 726281 w 1333023"/>
                <a:gd name="connsiteY1424" fmla="*/ 1297305 h 1351121"/>
                <a:gd name="connsiteX1425" fmla="*/ 727710 w 1333023"/>
                <a:gd name="connsiteY1425" fmla="*/ 1299210 h 1351121"/>
                <a:gd name="connsiteX1426" fmla="*/ 728663 w 1333023"/>
                <a:gd name="connsiteY1426" fmla="*/ 1301591 h 1351121"/>
                <a:gd name="connsiteX1427" fmla="*/ 729615 w 1333023"/>
                <a:gd name="connsiteY1427" fmla="*/ 1303496 h 1351121"/>
                <a:gd name="connsiteX1428" fmla="*/ 729615 w 1333023"/>
                <a:gd name="connsiteY1428" fmla="*/ 1304925 h 1351121"/>
                <a:gd name="connsiteX1429" fmla="*/ 729615 w 1333023"/>
                <a:gd name="connsiteY1429" fmla="*/ 1306830 h 1351121"/>
                <a:gd name="connsiteX1430" fmla="*/ 729139 w 1333023"/>
                <a:gd name="connsiteY1430" fmla="*/ 1308735 h 1351121"/>
                <a:gd name="connsiteX1431" fmla="*/ 727710 w 1333023"/>
                <a:gd name="connsiteY1431" fmla="*/ 1311116 h 1351121"/>
                <a:gd name="connsiteX1432" fmla="*/ 726757 w 1333023"/>
                <a:gd name="connsiteY1432" fmla="*/ 1313498 h 1351121"/>
                <a:gd name="connsiteX1433" fmla="*/ 725329 w 1333023"/>
                <a:gd name="connsiteY1433" fmla="*/ 1315403 h 1351121"/>
                <a:gd name="connsiteX1434" fmla="*/ 723900 w 1333023"/>
                <a:gd name="connsiteY1434" fmla="*/ 1317784 h 1351121"/>
                <a:gd name="connsiteX1435" fmla="*/ 722471 w 1333023"/>
                <a:gd name="connsiteY1435" fmla="*/ 1318736 h 1351121"/>
                <a:gd name="connsiteX1436" fmla="*/ 721042 w 1333023"/>
                <a:gd name="connsiteY1436" fmla="*/ 1319213 h 1351121"/>
                <a:gd name="connsiteX1437" fmla="*/ 719614 w 1333023"/>
                <a:gd name="connsiteY1437" fmla="*/ 1318736 h 1351121"/>
                <a:gd name="connsiteX1438" fmla="*/ 718185 w 1333023"/>
                <a:gd name="connsiteY1438" fmla="*/ 1316832 h 1351121"/>
                <a:gd name="connsiteX1439" fmla="*/ 716756 w 1333023"/>
                <a:gd name="connsiteY1439" fmla="*/ 1315403 h 1351121"/>
                <a:gd name="connsiteX1440" fmla="*/ 715327 w 1333023"/>
                <a:gd name="connsiteY1440" fmla="*/ 1314450 h 1351121"/>
                <a:gd name="connsiteX1441" fmla="*/ 713422 w 1333023"/>
                <a:gd name="connsiteY1441" fmla="*/ 1314926 h 1351121"/>
                <a:gd name="connsiteX1442" fmla="*/ 711041 w 1333023"/>
                <a:gd name="connsiteY1442" fmla="*/ 1316355 h 1351121"/>
                <a:gd name="connsiteX1443" fmla="*/ 709613 w 1333023"/>
                <a:gd name="connsiteY1443" fmla="*/ 1320641 h 1351121"/>
                <a:gd name="connsiteX1444" fmla="*/ 707707 w 1333023"/>
                <a:gd name="connsiteY1444" fmla="*/ 1324451 h 1351121"/>
                <a:gd name="connsiteX1445" fmla="*/ 705326 w 1333023"/>
                <a:gd name="connsiteY1445" fmla="*/ 1325404 h 1351121"/>
                <a:gd name="connsiteX1446" fmla="*/ 704374 w 1333023"/>
                <a:gd name="connsiteY1446" fmla="*/ 1325404 h 1351121"/>
                <a:gd name="connsiteX1447" fmla="*/ 703421 w 1333023"/>
                <a:gd name="connsiteY1447" fmla="*/ 1325880 h 1351121"/>
                <a:gd name="connsiteX1448" fmla="*/ 702469 w 1333023"/>
                <a:gd name="connsiteY1448" fmla="*/ 1326833 h 1351121"/>
                <a:gd name="connsiteX1449" fmla="*/ 701516 w 1333023"/>
                <a:gd name="connsiteY1449" fmla="*/ 1328261 h 1351121"/>
                <a:gd name="connsiteX1450" fmla="*/ 700564 w 1333023"/>
                <a:gd name="connsiteY1450" fmla="*/ 1331119 h 1351121"/>
                <a:gd name="connsiteX1451" fmla="*/ 700088 w 1333023"/>
                <a:gd name="connsiteY1451" fmla="*/ 1335405 h 1351121"/>
                <a:gd name="connsiteX1452" fmla="*/ 700564 w 1333023"/>
                <a:gd name="connsiteY1452" fmla="*/ 1340167 h 1351121"/>
                <a:gd name="connsiteX1453" fmla="*/ 700088 w 1333023"/>
                <a:gd name="connsiteY1453" fmla="*/ 1342549 h 1351121"/>
                <a:gd name="connsiteX1454" fmla="*/ 698659 w 1333023"/>
                <a:gd name="connsiteY1454" fmla="*/ 1343025 h 1351121"/>
                <a:gd name="connsiteX1455" fmla="*/ 698182 w 1333023"/>
                <a:gd name="connsiteY1455" fmla="*/ 1343501 h 1351121"/>
                <a:gd name="connsiteX1456" fmla="*/ 697706 w 1333023"/>
                <a:gd name="connsiteY1456" fmla="*/ 1343501 h 1351121"/>
                <a:gd name="connsiteX1457" fmla="*/ 697706 w 1333023"/>
                <a:gd name="connsiteY1457" fmla="*/ 1343501 h 1351121"/>
                <a:gd name="connsiteX1458" fmla="*/ 697706 w 1333023"/>
                <a:gd name="connsiteY1458" fmla="*/ 1346359 h 1351121"/>
                <a:gd name="connsiteX1459" fmla="*/ 697706 w 1333023"/>
                <a:gd name="connsiteY1459" fmla="*/ 1347788 h 1351121"/>
                <a:gd name="connsiteX1460" fmla="*/ 698182 w 1333023"/>
                <a:gd name="connsiteY1460" fmla="*/ 1348740 h 1351121"/>
                <a:gd name="connsiteX1461" fmla="*/ 700088 w 1333023"/>
                <a:gd name="connsiteY1461" fmla="*/ 1350169 h 1351121"/>
                <a:gd name="connsiteX1462" fmla="*/ 702469 w 1333023"/>
                <a:gd name="connsiteY1462" fmla="*/ 1351121 h 1351121"/>
                <a:gd name="connsiteX1463" fmla="*/ 703421 w 1333023"/>
                <a:gd name="connsiteY1463" fmla="*/ 1351121 h 1351121"/>
                <a:gd name="connsiteX1464" fmla="*/ 718661 w 1333023"/>
                <a:gd name="connsiteY1464" fmla="*/ 1338263 h 1351121"/>
                <a:gd name="connsiteX1465" fmla="*/ 723900 w 1333023"/>
                <a:gd name="connsiteY1465" fmla="*/ 1333024 h 1351121"/>
                <a:gd name="connsiteX1466" fmla="*/ 727710 w 1333023"/>
                <a:gd name="connsiteY1466" fmla="*/ 1328261 h 1351121"/>
                <a:gd name="connsiteX1467" fmla="*/ 732472 w 1333023"/>
                <a:gd name="connsiteY1467" fmla="*/ 1318260 h 1351121"/>
                <a:gd name="connsiteX1468" fmla="*/ 738188 w 1333023"/>
                <a:gd name="connsiteY1468" fmla="*/ 1302067 h 1351121"/>
                <a:gd name="connsiteX1469" fmla="*/ 740569 w 1333023"/>
                <a:gd name="connsiteY1469" fmla="*/ 1297782 h 1351121"/>
                <a:gd name="connsiteX1470" fmla="*/ 743426 w 1333023"/>
                <a:gd name="connsiteY1470" fmla="*/ 1293971 h 1351121"/>
                <a:gd name="connsiteX1471" fmla="*/ 745331 w 1333023"/>
                <a:gd name="connsiteY1471" fmla="*/ 1292066 h 1351121"/>
                <a:gd name="connsiteX1472" fmla="*/ 743902 w 1333023"/>
                <a:gd name="connsiteY1472" fmla="*/ 1289209 h 1351121"/>
                <a:gd name="connsiteX1473" fmla="*/ 742950 w 1333023"/>
                <a:gd name="connsiteY1473" fmla="*/ 1284923 h 1351121"/>
                <a:gd name="connsiteX1474" fmla="*/ 742950 w 1333023"/>
                <a:gd name="connsiteY1474" fmla="*/ 1282065 h 1351121"/>
                <a:gd name="connsiteX1475" fmla="*/ 745331 w 1333023"/>
                <a:gd name="connsiteY1475" fmla="*/ 1274921 h 1351121"/>
                <a:gd name="connsiteX1476" fmla="*/ 748665 w 1333023"/>
                <a:gd name="connsiteY1476" fmla="*/ 1271588 h 1351121"/>
                <a:gd name="connsiteX1477" fmla="*/ 749617 w 1333023"/>
                <a:gd name="connsiteY1477" fmla="*/ 1267301 h 1351121"/>
                <a:gd name="connsiteX1478" fmla="*/ 750570 w 1333023"/>
                <a:gd name="connsiteY1478" fmla="*/ 1263491 h 1351121"/>
                <a:gd name="connsiteX1479" fmla="*/ 751999 w 1333023"/>
                <a:gd name="connsiteY1479" fmla="*/ 1261586 h 1351121"/>
                <a:gd name="connsiteX1480" fmla="*/ 759142 w 1333023"/>
                <a:gd name="connsiteY1480" fmla="*/ 1258253 h 1351121"/>
                <a:gd name="connsiteX1481" fmla="*/ 766286 w 1333023"/>
                <a:gd name="connsiteY1481" fmla="*/ 1253014 h 1351121"/>
                <a:gd name="connsiteX1482" fmla="*/ 767715 w 1333023"/>
                <a:gd name="connsiteY1482" fmla="*/ 1251109 h 1351121"/>
                <a:gd name="connsiteX1483" fmla="*/ 766763 w 1333023"/>
                <a:gd name="connsiteY1483" fmla="*/ 1248251 h 1351121"/>
                <a:gd name="connsiteX1484" fmla="*/ 767715 w 1333023"/>
                <a:gd name="connsiteY1484" fmla="*/ 1245870 h 1351121"/>
                <a:gd name="connsiteX1485" fmla="*/ 770572 w 1333023"/>
                <a:gd name="connsiteY1485" fmla="*/ 1243489 h 1351121"/>
                <a:gd name="connsiteX1486" fmla="*/ 771049 w 1333023"/>
                <a:gd name="connsiteY1486" fmla="*/ 1237298 h 1351121"/>
                <a:gd name="connsiteX1487" fmla="*/ 772477 w 1333023"/>
                <a:gd name="connsiteY1487" fmla="*/ 1238250 h 1351121"/>
                <a:gd name="connsiteX1488" fmla="*/ 773430 w 1333023"/>
                <a:gd name="connsiteY1488" fmla="*/ 1240155 h 1351121"/>
                <a:gd name="connsiteX1489" fmla="*/ 773430 w 1333023"/>
                <a:gd name="connsiteY1489" fmla="*/ 1234440 h 1351121"/>
                <a:gd name="connsiteX1490" fmla="*/ 774859 w 1333023"/>
                <a:gd name="connsiteY1490" fmla="*/ 1229678 h 1351121"/>
                <a:gd name="connsiteX1491" fmla="*/ 776764 w 1333023"/>
                <a:gd name="connsiteY1491" fmla="*/ 1227773 h 1351121"/>
                <a:gd name="connsiteX1492" fmla="*/ 777716 w 1333023"/>
                <a:gd name="connsiteY1492" fmla="*/ 1225867 h 1351121"/>
                <a:gd name="connsiteX1493" fmla="*/ 773430 w 1333023"/>
                <a:gd name="connsiteY1493" fmla="*/ 1221582 h 1351121"/>
                <a:gd name="connsiteX1494" fmla="*/ 772954 w 1333023"/>
                <a:gd name="connsiteY1494" fmla="*/ 1217771 h 1351121"/>
                <a:gd name="connsiteX1495" fmla="*/ 772954 w 1333023"/>
                <a:gd name="connsiteY1495" fmla="*/ 1213961 h 1351121"/>
                <a:gd name="connsiteX1496" fmla="*/ 774382 w 1333023"/>
                <a:gd name="connsiteY1496" fmla="*/ 1214914 h 1351121"/>
                <a:gd name="connsiteX1497" fmla="*/ 774859 w 1333023"/>
                <a:gd name="connsiteY1497" fmla="*/ 1217295 h 1351121"/>
                <a:gd name="connsiteX1498" fmla="*/ 776764 w 1333023"/>
                <a:gd name="connsiteY1498" fmla="*/ 1220629 h 1351121"/>
                <a:gd name="connsiteX1499" fmla="*/ 781526 w 1333023"/>
                <a:gd name="connsiteY1499" fmla="*/ 1222534 h 1351121"/>
                <a:gd name="connsiteX1500" fmla="*/ 782002 w 1333023"/>
                <a:gd name="connsiteY1500" fmla="*/ 1226344 h 1351121"/>
                <a:gd name="connsiteX1501" fmla="*/ 785336 w 1333023"/>
                <a:gd name="connsiteY1501" fmla="*/ 1226344 h 1351121"/>
                <a:gd name="connsiteX1502" fmla="*/ 794861 w 1333023"/>
                <a:gd name="connsiteY1502" fmla="*/ 1221105 h 1351121"/>
                <a:gd name="connsiteX1503" fmla="*/ 797719 w 1333023"/>
                <a:gd name="connsiteY1503" fmla="*/ 1221582 h 1351121"/>
                <a:gd name="connsiteX1504" fmla="*/ 798195 w 1333023"/>
                <a:gd name="connsiteY1504" fmla="*/ 1223963 h 1351121"/>
                <a:gd name="connsiteX1505" fmla="*/ 796766 w 1333023"/>
                <a:gd name="connsiteY1505" fmla="*/ 1228249 h 1351121"/>
                <a:gd name="connsiteX1506" fmla="*/ 795814 w 1333023"/>
                <a:gd name="connsiteY1506" fmla="*/ 1228725 h 1351121"/>
                <a:gd name="connsiteX1507" fmla="*/ 793432 w 1333023"/>
                <a:gd name="connsiteY1507" fmla="*/ 1227296 h 1351121"/>
                <a:gd name="connsiteX1508" fmla="*/ 792480 w 1333023"/>
                <a:gd name="connsiteY1508" fmla="*/ 1227773 h 1351121"/>
                <a:gd name="connsiteX1509" fmla="*/ 793432 w 1333023"/>
                <a:gd name="connsiteY1509" fmla="*/ 1238250 h 1351121"/>
                <a:gd name="connsiteX1510" fmla="*/ 790575 w 1333023"/>
                <a:gd name="connsiteY1510" fmla="*/ 1242060 h 1351121"/>
                <a:gd name="connsiteX1511" fmla="*/ 784860 w 1333023"/>
                <a:gd name="connsiteY1511" fmla="*/ 1245394 h 1351121"/>
                <a:gd name="connsiteX1512" fmla="*/ 783907 w 1333023"/>
                <a:gd name="connsiteY1512" fmla="*/ 1249204 h 1351121"/>
                <a:gd name="connsiteX1513" fmla="*/ 784384 w 1333023"/>
                <a:gd name="connsiteY1513" fmla="*/ 1251109 h 1351121"/>
                <a:gd name="connsiteX1514" fmla="*/ 783431 w 1333023"/>
                <a:gd name="connsiteY1514" fmla="*/ 1252538 h 1351121"/>
                <a:gd name="connsiteX1515" fmla="*/ 779145 w 1333023"/>
                <a:gd name="connsiteY1515" fmla="*/ 1252061 h 1351121"/>
                <a:gd name="connsiteX1516" fmla="*/ 777240 w 1333023"/>
                <a:gd name="connsiteY1516" fmla="*/ 1253490 h 1351121"/>
                <a:gd name="connsiteX1517" fmla="*/ 777240 w 1333023"/>
                <a:gd name="connsiteY1517" fmla="*/ 1259205 h 1351121"/>
                <a:gd name="connsiteX1518" fmla="*/ 776764 w 1333023"/>
                <a:gd name="connsiteY1518" fmla="*/ 1262063 h 1351121"/>
                <a:gd name="connsiteX1519" fmla="*/ 773430 w 1333023"/>
                <a:gd name="connsiteY1519" fmla="*/ 1267301 h 1351121"/>
                <a:gd name="connsiteX1520" fmla="*/ 767715 w 1333023"/>
                <a:gd name="connsiteY1520" fmla="*/ 1270159 h 1351121"/>
                <a:gd name="connsiteX1521" fmla="*/ 759619 w 1333023"/>
                <a:gd name="connsiteY1521" fmla="*/ 1278255 h 1351121"/>
                <a:gd name="connsiteX1522" fmla="*/ 755332 w 1333023"/>
                <a:gd name="connsiteY1522" fmla="*/ 1279208 h 1351121"/>
                <a:gd name="connsiteX1523" fmla="*/ 753904 w 1333023"/>
                <a:gd name="connsiteY1523" fmla="*/ 1280636 h 1351121"/>
                <a:gd name="connsiteX1524" fmla="*/ 751999 w 1333023"/>
                <a:gd name="connsiteY1524" fmla="*/ 1282065 h 1351121"/>
                <a:gd name="connsiteX1525" fmla="*/ 748665 w 1333023"/>
                <a:gd name="connsiteY1525" fmla="*/ 1280160 h 1351121"/>
                <a:gd name="connsiteX1526" fmla="*/ 746284 w 1333023"/>
                <a:gd name="connsiteY1526" fmla="*/ 1280636 h 1351121"/>
                <a:gd name="connsiteX1527" fmla="*/ 746284 w 1333023"/>
                <a:gd name="connsiteY1527" fmla="*/ 1283970 h 1351121"/>
                <a:gd name="connsiteX1528" fmla="*/ 746760 w 1333023"/>
                <a:gd name="connsiteY1528" fmla="*/ 1286351 h 1351121"/>
                <a:gd name="connsiteX1529" fmla="*/ 745807 w 1333023"/>
                <a:gd name="connsiteY1529" fmla="*/ 1289685 h 1351121"/>
                <a:gd name="connsiteX1530" fmla="*/ 746760 w 1333023"/>
                <a:gd name="connsiteY1530" fmla="*/ 1291590 h 1351121"/>
                <a:gd name="connsiteX1531" fmla="*/ 751046 w 1333023"/>
                <a:gd name="connsiteY1531" fmla="*/ 1286828 h 1351121"/>
                <a:gd name="connsiteX1532" fmla="*/ 755332 w 1333023"/>
                <a:gd name="connsiteY1532" fmla="*/ 1283494 h 1351121"/>
                <a:gd name="connsiteX1533" fmla="*/ 766763 w 1333023"/>
                <a:gd name="connsiteY1533" fmla="*/ 1276350 h 1351121"/>
                <a:gd name="connsiteX1534" fmla="*/ 777240 w 1333023"/>
                <a:gd name="connsiteY1534" fmla="*/ 1268254 h 1351121"/>
                <a:gd name="connsiteX1535" fmla="*/ 784860 w 1333023"/>
                <a:gd name="connsiteY1535" fmla="*/ 1260158 h 1351121"/>
                <a:gd name="connsiteX1536" fmla="*/ 790575 w 1333023"/>
                <a:gd name="connsiteY1536" fmla="*/ 1253014 h 1351121"/>
                <a:gd name="connsiteX1537" fmla="*/ 794861 w 1333023"/>
                <a:gd name="connsiteY1537" fmla="*/ 1246823 h 1351121"/>
                <a:gd name="connsiteX1538" fmla="*/ 805815 w 1333023"/>
                <a:gd name="connsiteY1538" fmla="*/ 1229201 h 1351121"/>
                <a:gd name="connsiteX1539" fmla="*/ 814864 w 1333023"/>
                <a:gd name="connsiteY1539" fmla="*/ 1206341 h 1351121"/>
                <a:gd name="connsiteX1540" fmla="*/ 824865 w 1333023"/>
                <a:gd name="connsiteY1540" fmla="*/ 1190149 h 1351121"/>
                <a:gd name="connsiteX1541" fmla="*/ 833438 w 1333023"/>
                <a:gd name="connsiteY1541" fmla="*/ 1179671 h 1351121"/>
                <a:gd name="connsiteX1542" fmla="*/ 841057 w 1333023"/>
                <a:gd name="connsiteY1542" fmla="*/ 1172051 h 1351121"/>
                <a:gd name="connsiteX1543" fmla="*/ 849630 w 1333023"/>
                <a:gd name="connsiteY1543" fmla="*/ 1165860 h 1351121"/>
                <a:gd name="connsiteX1544" fmla="*/ 857250 w 1333023"/>
                <a:gd name="connsiteY1544" fmla="*/ 1161574 h 1351121"/>
                <a:gd name="connsiteX1545" fmla="*/ 857250 w 1333023"/>
                <a:gd name="connsiteY1545" fmla="*/ 1156811 h 1351121"/>
                <a:gd name="connsiteX1546" fmla="*/ 860584 w 1333023"/>
                <a:gd name="connsiteY1546" fmla="*/ 1152049 h 1351121"/>
                <a:gd name="connsiteX1547" fmla="*/ 862013 w 1333023"/>
                <a:gd name="connsiteY1547" fmla="*/ 1148239 h 1351121"/>
                <a:gd name="connsiteX1548" fmla="*/ 862965 w 1333023"/>
                <a:gd name="connsiteY1548" fmla="*/ 1143476 h 1351121"/>
                <a:gd name="connsiteX1549" fmla="*/ 863441 w 1333023"/>
                <a:gd name="connsiteY1549" fmla="*/ 1134428 h 1351121"/>
                <a:gd name="connsiteX1550" fmla="*/ 862013 w 1333023"/>
                <a:gd name="connsiteY1550" fmla="*/ 1124903 h 1351121"/>
                <a:gd name="connsiteX1551" fmla="*/ 864394 w 1333023"/>
                <a:gd name="connsiteY1551" fmla="*/ 1118235 h 1351121"/>
                <a:gd name="connsiteX1552" fmla="*/ 863441 w 1333023"/>
                <a:gd name="connsiteY1552" fmla="*/ 1114425 h 1351121"/>
                <a:gd name="connsiteX1553" fmla="*/ 864870 w 1333023"/>
                <a:gd name="connsiteY1553" fmla="*/ 1112044 h 1351121"/>
                <a:gd name="connsiteX1554" fmla="*/ 864394 w 1333023"/>
                <a:gd name="connsiteY1554" fmla="*/ 1109186 h 1351121"/>
                <a:gd name="connsiteX1555" fmla="*/ 863441 w 1333023"/>
                <a:gd name="connsiteY1555" fmla="*/ 1106805 h 1351121"/>
                <a:gd name="connsiteX1556" fmla="*/ 862489 w 1333023"/>
                <a:gd name="connsiteY1556" fmla="*/ 1100138 h 1351121"/>
                <a:gd name="connsiteX1557" fmla="*/ 860584 w 1333023"/>
                <a:gd name="connsiteY1557" fmla="*/ 1093946 h 1351121"/>
                <a:gd name="connsiteX1558" fmla="*/ 860584 w 1333023"/>
                <a:gd name="connsiteY1558" fmla="*/ 1090613 h 1351121"/>
                <a:gd name="connsiteX1559" fmla="*/ 861060 w 1333023"/>
                <a:gd name="connsiteY1559" fmla="*/ 1087279 h 1351121"/>
                <a:gd name="connsiteX1560" fmla="*/ 861060 w 1333023"/>
                <a:gd name="connsiteY1560" fmla="*/ 1082993 h 1351121"/>
                <a:gd name="connsiteX1561" fmla="*/ 859155 w 1333023"/>
                <a:gd name="connsiteY1561" fmla="*/ 1081088 h 1351121"/>
                <a:gd name="connsiteX1562" fmla="*/ 857726 w 1333023"/>
                <a:gd name="connsiteY1562" fmla="*/ 1078230 h 1351121"/>
                <a:gd name="connsiteX1563" fmla="*/ 858679 w 1333023"/>
                <a:gd name="connsiteY1563" fmla="*/ 1076801 h 1351121"/>
                <a:gd name="connsiteX1564" fmla="*/ 859631 w 1333023"/>
                <a:gd name="connsiteY1564" fmla="*/ 1076801 h 1351121"/>
                <a:gd name="connsiteX1565" fmla="*/ 861536 w 1333023"/>
                <a:gd name="connsiteY1565" fmla="*/ 1074896 h 1351121"/>
                <a:gd name="connsiteX1566" fmla="*/ 862965 w 1333023"/>
                <a:gd name="connsiteY1566" fmla="*/ 1066324 h 1351121"/>
                <a:gd name="connsiteX1567" fmla="*/ 861536 w 1333023"/>
                <a:gd name="connsiteY1567" fmla="*/ 1063943 h 1351121"/>
                <a:gd name="connsiteX1568" fmla="*/ 859155 w 1333023"/>
                <a:gd name="connsiteY1568" fmla="*/ 1063943 h 1351121"/>
                <a:gd name="connsiteX1569" fmla="*/ 859631 w 1333023"/>
                <a:gd name="connsiteY1569" fmla="*/ 1062990 h 1351121"/>
                <a:gd name="connsiteX1570" fmla="*/ 863917 w 1333023"/>
                <a:gd name="connsiteY1570" fmla="*/ 1062038 h 1351121"/>
                <a:gd name="connsiteX1571" fmla="*/ 868680 w 1333023"/>
                <a:gd name="connsiteY1571" fmla="*/ 1054418 h 1351121"/>
                <a:gd name="connsiteX1572" fmla="*/ 867727 w 1333023"/>
                <a:gd name="connsiteY1572" fmla="*/ 1052513 h 1351121"/>
                <a:gd name="connsiteX1573" fmla="*/ 864870 w 1333023"/>
                <a:gd name="connsiteY1573" fmla="*/ 1051560 h 1351121"/>
                <a:gd name="connsiteX1574" fmla="*/ 858679 w 1333023"/>
                <a:gd name="connsiteY1574" fmla="*/ 1050608 h 1351121"/>
                <a:gd name="connsiteX1575" fmla="*/ 857250 w 1333023"/>
                <a:gd name="connsiteY1575" fmla="*/ 1046321 h 1351121"/>
                <a:gd name="connsiteX1576" fmla="*/ 860107 w 1333023"/>
                <a:gd name="connsiteY1576" fmla="*/ 1048703 h 1351121"/>
                <a:gd name="connsiteX1577" fmla="*/ 862965 w 1333023"/>
                <a:gd name="connsiteY1577" fmla="*/ 1049179 h 1351121"/>
                <a:gd name="connsiteX1578" fmla="*/ 865822 w 1333023"/>
                <a:gd name="connsiteY1578" fmla="*/ 1049179 h 1351121"/>
                <a:gd name="connsiteX1579" fmla="*/ 867251 w 1333023"/>
                <a:gd name="connsiteY1579" fmla="*/ 1047750 h 1351121"/>
                <a:gd name="connsiteX1580" fmla="*/ 866299 w 1333023"/>
                <a:gd name="connsiteY1580" fmla="*/ 1044416 h 1351121"/>
                <a:gd name="connsiteX1581" fmla="*/ 868204 w 1333023"/>
                <a:gd name="connsiteY1581" fmla="*/ 1042988 h 1351121"/>
                <a:gd name="connsiteX1582" fmla="*/ 872490 w 1333023"/>
                <a:gd name="connsiteY1582" fmla="*/ 1044416 h 1351121"/>
                <a:gd name="connsiteX1583" fmla="*/ 875347 w 1333023"/>
                <a:gd name="connsiteY1583" fmla="*/ 1044416 h 1351121"/>
                <a:gd name="connsiteX1584" fmla="*/ 873442 w 1333023"/>
                <a:gd name="connsiteY1584" fmla="*/ 1047750 h 1351121"/>
                <a:gd name="connsiteX1585" fmla="*/ 874871 w 1333023"/>
                <a:gd name="connsiteY1585" fmla="*/ 1048226 h 1351121"/>
                <a:gd name="connsiteX1586" fmla="*/ 881063 w 1333023"/>
                <a:gd name="connsiteY1586" fmla="*/ 1041559 h 1351121"/>
                <a:gd name="connsiteX1587" fmla="*/ 884396 w 1333023"/>
                <a:gd name="connsiteY1587" fmla="*/ 1039178 h 1351121"/>
                <a:gd name="connsiteX1588" fmla="*/ 885349 w 1333023"/>
                <a:gd name="connsiteY1588" fmla="*/ 1035368 h 1351121"/>
                <a:gd name="connsiteX1589" fmla="*/ 883444 w 1333023"/>
                <a:gd name="connsiteY1589" fmla="*/ 1035368 h 1351121"/>
                <a:gd name="connsiteX1590" fmla="*/ 882491 w 1333023"/>
                <a:gd name="connsiteY1590" fmla="*/ 1034415 h 1351121"/>
                <a:gd name="connsiteX1591" fmla="*/ 884872 w 1333023"/>
                <a:gd name="connsiteY1591" fmla="*/ 1032986 h 1351121"/>
                <a:gd name="connsiteX1592" fmla="*/ 886301 w 1333023"/>
                <a:gd name="connsiteY1592" fmla="*/ 1032986 h 1351121"/>
                <a:gd name="connsiteX1593" fmla="*/ 887730 w 1333023"/>
                <a:gd name="connsiteY1593" fmla="*/ 1031558 h 1351121"/>
                <a:gd name="connsiteX1594" fmla="*/ 895826 w 1333023"/>
                <a:gd name="connsiteY1594" fmla="*/ 1025366 h 1351121"/>
                <a:gd name="connsiteX1595" fmla="*/ 911542 w 1333023"/>
                <a:gd name="connsiteY1595" fmla="*/ 1014889 h 1351121"/>
                <a:gd name="connsiteX1596" fmla="*/ 920591 w 1333023"/>
                <a:gd name="connsiteY1596" fmla="*/ 1005840 h 1351121"/>
                <a:gd name="connsiteX1597" fmla="*/ 928688 w 1333023"/>
                <a:gd name="connsiteY1597" fmla="*/ 1001554 h 1351121"/>
                <a:gd name="connsiteX1598" fmla="*/ 951071 w 1333023"/>
                <a:gd name="connsiteY1598" fmla="*/ 990124 h 1351121"/>
                <a:gd name="connsiteX1599" fmla="*/ 955357 w 1333023"/>
                <a:gd name="connsiteY1599" fmla="*/ 989171 h 1351121"/>
                <a:gd name="connsiteX1600" fmla="*/ 961549 w 1333023"/>
                <a:gd name="connsiteY1600" fmla="*/ 989171 h 1351121"/>
                <a:gd name="connsiteX1601" fmla="*/ 966311 w 1333023"/>
                <a:gd name="connsiteY1601" fmla="*/ 990600 h 1351121"/>
                <a:gd name="connsiteX1602" fmla="*/ 968216 w 1333023"/>
                <a:gd name="connsiteY1602" fmla="*/ 990600 h 1351121"/>
                <a:gd name="connsiteX1603" fmla="*/ 969169 w 1333023"/>
                <a:gd name="connsiteY1603" fmla="*/ 989171 h 1351121"/>
                <a:gd name="connsiteX1604" fmla="*/ 969645 w 1333023"/>
                <a:gd name="connsiteY1604" fmla="*/ 986790 h 1351121"/>
                <a:gd name="connsiteX1605" fmla="*/ 972979 w 1333023"/>
                <a:gd name="connsiteY1605" fmla="*/ 983933 h 1351121"/>
                <a:gd name="connsiteX1606" fmla="*/ 976789 w 1333023"/>
                <a:gd name="connsiteY1606" fmla="*/ 982980 h 1351121"/>
                <a:gd name="connsiteX1607" fmla="*/ 985838 w 1333023"/>
                <a:gd name="connsiteY1607" fmla="*/ 976313 h 1351121"/>
                <a:gd name="connsiteX1608" fmla="*/ 995363 w 1333023"/>
                <a:gd name="connsiteY1608" fmla="*/ 974884 h 1351121"/>
                <a:gd name="connsiteX1609" fmla="*/ 996791 w 1333023"/>
                <a:gd name="connsiteY1609" fmla="*/ 974408 h 1351121"/>
                <a:gd name="connsiteX1610" fmla="*/ 998696 w 1333023"/>
                <a:gd name="connsiteY1610" fmla="*/ 972979 h 1351121"/>
                <a:gd name="connsiteX1611" fmla="*/ 996791 w 1333023"/>
                <a:gd name="connsiteY1611" fmla="*/ 971550 h 1351121"/>
                <a:gd name="connsiteX1612" fmla="*/ 994886 w 1333023"/>
                <a:gd name="connsiteY1612" fmla="*/ 970597 h 1351121"/>
                <a:gd name="connsiteX1613" fmla="*/ 994410 w 1333023"/>
                <a:gd name="connsiteY1613" fmla="*/ 967264 h 1351121"/>
                <a:gd name="connsiteX1614" fmla="*/ 995839 w 1333023"/>
                <a:gd name="connsiteY1614" fmla="*/ 965359 h 1351121"/>
                <a:gd name="connsiteX1615" fmla="*/ 1004888 w 1333023"/>
                <a:gd name="connsiteY1615" fmla="*/ 963454 h 1351121"/>
                <a:gd name="connsiteX1616" fmla="*/ 1012507 w 1333023"/>
                <a:gd name="connsiteY1616" fmla="*/ 963454 h 1351121"/>
                <a:gd name="connsiteX1617" fmla="*/ 1015841 w 1333023"/>
                <a:gd name="connsiteY1617" fmla="*/ 961072 h 1351121"/>
                <a:gd name="connsiteX1618" fmla="*/ 1022032 w 1333023"/>
                <a:gd name="connsiteY1618" fmla="*/ 959644 h 1351121"/>
                <a:gd name="connsiteX1619" fmla="*/ 1027747 w 1333023"/>
                <a:gd name="connsiteY1619" fmla="*/ 961549 h 1351121"/>
                <a:gd name="connsiteX1620" fmla="*/ 1028700 w 1333023"/>
                <a:gd name="connsiteY1620" fmla="*/ 962978 h 1351121"/>
                <a:gd name="connsiteX1621" fmla="*/ 1024890 w 1333023"/>
                <a:gd name="connsiteY1621" fmla="*/ 964406 h 1351121"/>
                <a:gd name="connsiteX1622" fmla="*/ 1021080 w 1333023"/>
                <a:gd name="connsiteY1622" fmla="*/ 963930 h 1351121"/>
                <a:gd name="connsiteX1623" fmla="*/ 1018699 w 1333023"/>
                <a:gd name="connsiteY1623" fmla="*/ 964883 h 1351121"/>
                <a:gd name="connsiteX1624" fmla="*/ 1021080 w 1333023"/>
                <a:gd name="connsiteY1624" fmla="*/ 966311 h 1351121"/>
                <a:gd name="connsiteX1625" fmla="*/ 1026795 w 1333023"/>
                <a:gd name="connsiteY1625" fmla="*/ 964883 h 1351121"/>
                <a:gd name="connsiteX1626" fmla="*/ 1033939 w 1333023"/>
                <a:gd name="connsiteY1626" fmla="*/ 963930 h 1351121"/>
                <a:gd name="connsiteX1627" fmla="*/ 1039654 w 1333023"/>
                <a:gd name="connsiteY1627" fmla="*/ 962025 h 1351121"/>
                <a:gd name="connsiteX1628" fmla="*/ 1044416 w 1333023"/>
                <a:gd name="connsiteY1628" fmla="*/ 961549 h 1351121"/>
                <a:gd name="connsiteX1629" fmla="*/ 1045369 w 1333023"/>
                <a:gd name="connsiteY1629" fmla="*/ 959644 h 1351121"/>
                <a:gd name="connsiteX1630" fmla="*/ 1044892 w 1333023"/>
                <a:gd name="connsiteY1630" fmla="*/ 957739 h 1351121"/>
                <a:gd name="connsiteX1631" fmla="*/ 1043940 w 1333023"/>
                <a:gd name="connsiteY1631" fmla="*/ 955834 h 1351121"/>
                <a:gd name="connsiteX1632" fmla="*/ 1043940 w 1333023"/>
                <a:gd name="connsiteY1632" fmla="*/ 954405 h 1351121"/>
                <a:gd name="connsiteX1633" fmla="*/ 1044416 w 1333023"/>
                <a:gd name="connsiteY1633" fmla="*/ 952500 h 1351121"/>
                <a:gd name="connsiteX1634" fmla="*/ 1046797 w 1333023"/>
                <a:gd name="connsiteY1634" fmla="*/ 951547 h 1351121"/>
                <a:gd name="connsiteX1635" fmla="*/ 1049179 w 1333023"/>
                <a:gd name="connsiteY1635" fmla="*/ 951547 h 1351121"/>
                <a:gd name="connsiteX1636" fmla="*/ 1049655 w 1333023"/>
                <a:gd name="connsiteY1636" fmla="*/ 953453 h 1351121"/>
                <a:gd name="connsiteX1637" fmla="*/ 1048226 w 1333023"/>
                <a:gd name="connsiteY1637" fmla="*/ 956310 h 1351121"/>
                <a:gd name="connsiteX1638" fmla="*/ 1048702 w 1333023"/>
                <a:gd name="connsiteY1638" fmla="*/ 958215 h 1351121"/>
                <a:gd name="connsiteX1639" fmla="*/ 1051084 w 1333023"/>
                <a:gd name="connsiteY1639" fmla="*/ 959644 h 1351121"/>
                <a:gd name="connsiteX1640" fmla="*/ 1052989 w 1333023"/>
                <a:gd name="connsiteY1640" fmla="*/ 960596 h 1351121"/>
                <a:gd name="connsiteX1641" fmla="*/ 1057275 w 1333023"/>
                <a:gd name="connsiteY1641" fmla="*/ 960596 h 1351121"/>
                <a:gd name="connsiteX1642" fmla="*/ 1065848 w 1333023"/>
                <a:gd name="connsiteY1642" fmla="*/ 959644 h 1351121"/>
                <a:gd name="connsiteX1643" fmla="*/ 1081564 w 1333023"/>
                <a:gd name="connsiteY1643" fmla="*/ 959644 h 1351121"/>
                <a:gd name="connsiteX1644" fmla="*/ 1084421 w 1333023"/>
                <a:gd name="connsiteY1644" fmla="*/ 959644 h 1351121"/>
                <a:gd name="connsiteX1645" fmla="*/ 1086326 w 1333023"/>
                <a:gd name="connsiteY1645" fmla="*/ 955834 h 1351121"/>
                <a:gd name="connsiteX1646" fmla="*/ 1087755 w 1333023"/>
                <a:gd name="connsiteY1646" fmla="*/ 953929 h 1351121"/>
                <a:gd name="connsiteX1647" fmla="*/ 1086326 w 1333023"/>
                <a:gd name="connsiteY1647" fmla="*/ 952024 h 1351121"/>
                <a:gd name="connsiteX1648" fmla="*/ 1085850 w 1333023"/>
                <a:gd name="connsiteY1648" fmla="*/ 948690 h 1351121"/>
                <a:gd name="connsiteX1649" fmla="*/ 1086326 w 1333023"/>
                <a:gd name="connsiteY1649" fmla="*/ 946309 h 1351121"/>
                <a:gd name="connsiteX1650" fmla="*/ 1095851 w 1333023"/>
                <a:gd name="connsiteY1650" fmla="*/ 936784 h 1351121"/>
                <a:gd name="connsiteX1651" fmla="*/ 1100138 w 1333023"/>
                <a:gd name="connsiteY1651" fmla="*/ 934403 h 1351121"/>
                <a:gd name="connsiteX1652" fmla="*/ 1115854 w 1333023"/>
                <a:gd name="connsiteY1652" fmla="*/ 928688 h 1351121"/>
                <a:gd name="connsiteX1653" fmla="*/ 1120140 w 1333023"/>
                <a:gd name="connsiteY1653" fmla="*/ 925830 h 1351121"/>
                <a:gd name="connsiteX1654" fmla="*/ 1120616 w 1333023"/>
                <a:gd name="connsiteY1654" fmla="*/ 922972 h 1351121"/>
                <a:gd name="connsiteX1655" fmla="*/ 1119664 w 1333023"/>
                <a:gd name="connsiteY1655" fmla="*/ 912019 h 1351121"/>
                <a:gd name="connsiteX1656" fmla="*/ 1119664 w 1333023"/>
                <a:gd name="connsiteY1656" fmla="*/ 911543 h 1351121"/>
                <a:gd name="connsiteX1657" fmla="*/ 1118711 w 1333023"/>
                <a:gd name="connsiteY1657" fmla="*/ 908209 h 1351121"/>
                <a:gd name="connsiteX1658" fmla="*/ 1122045 w 1333023"/>
                <a:gd name="connsiteY1658" fmla="*/ 898684 h 1351121"/>
                <a:gd name="connsiteX1659" fmla="*/ 1126331 w 1333023"/>
                <a:gd name="connsiteY1659" fmla="*/ 891540 h 1351121"/>
                <a:gd name="connsiteX1660" fmla="*/ 1127760 w 1333023"/>
                <a:gd name="connsiteY1660" fmla="*/ 887254 h 1351121"/>
                <a:gd name="connsiteX1661" fmla="*/ 1129665 w 1333023"/>
                <a:gd name="connsiteY1661" fmla="*/ 885349 h 1351121"/>
                <a:gd name="connsiteX1662" fmla="*/ 1133951 w 1333023"/>
                <a:gd name="connsiteY1662" fmla="*/ 882968 h 1351121"/>
                <a:gd name="connsiteX1663" fmla="*/ 1140619 w 1333023"/>
                <a:gd name="connsiteY1663" fmla="*/ 875347 h 1351121"/>
                <a:gd name="connsiteX1664" fmla="*/ 1143476 w 1333023"/>
                <a:gd name="connsiteY1664" fmla="*/ 870109 h 1351121"/>
                <a:gd name="connsiteX1665" fmla="*/ 1143952 w 1333023"/>
                <a:gd name="connsiteY1665" fmla="*/ 865346 h 1351121"/>
                <a:gd name="connsiteX1666" fmla="*/ 1147286 w 1333023"/>
                <a:gd name="connsiteY1666" fmla="*/ 862489 h 1351121"/>
                <a:gd name="connsiteX1667" fmla="*/ 1149191 w 1333023"/>
                <a:gd name="connsiteY1667" fmla="*/ 854393 h 1351121"/>
                <a:gd name="connsiteX1668" fmla="*/ 1153954 w 1333023"/>
                <a:gd name="connsiteY1668" fmla="*/ 846296 h 1351121"/>
                <a:gd name="connsiteX1669" fmla="*/ 1159192 w 1333023"/>
                <a:gd name="connsiteY1669" fmla="*/ 842963 h 1351121"/>
                <a:gd name="connsiteX1670" fmla="*/ 1161098 w 1333023"/>
                <a:gd name="connsiteY1670" fmla="*/ 840105 h 1351121"/>
                <a:gd name="connsiteX1671" fmla="*/ 1163002 w 1333023"/>
                <a:gd name="connsiteY1671" fmla="*/ 835819 h 1351121"/>
                <a:gd name="connsiteX1672" fmla="*/ 1163955 w 1333023"/>
                <a:gd name="connsiteY1672" fmla="*/ 829628 h 1351121"/>
                <a:gd name="connsiteX1673" fmla="*/ 1162526 w 1333023"/>
                <a:gd name="connsiteY1673" fmla="*/ 814388 h 1351121"/>
                <a:gd name="connsiteX1674" fmla="*/ 1162526 w 1333023"/>
                <a:gd name="connsiteY1674" fmla="*/ 807244 h 1351121"/>
                <a:gd name="connsiteX1675" fmla="*/ 1165384 w 1333023"/>
                <a:gd name="connsiteY1675" fmla="*/ 793909 h 1351121"/>
                <a:gd name="connsiteX1676" fmla="*/ 1171099 w 1333023"/>
                <a:gd name="connsiteY1676" fmla="*/ 784860 h 1351121"/>
                <a:gd name="connsiteX1677" fmla="*/ 1173480 w 1333023"/>
                <a:gd name="connsiteY1677" fmla="*/ 782479 h 1351121"/>
                <a:gd name="connsiteX1678" fmla="*/ 1178242 w 1333023"/>
                <a:gd name="connsiteY1678" fmla="*/ 780097 h 1351121"/>
                <a:gd name="connsiteX1679" fmla="*/ 1182529 w 1333023"/>
                <a:gd name="connsiteY1679" fmla="*/ 774859 h 1351121"/>
                <a:gd name="connsiteX1680" fmla="*/ 1182052 w 1333023"/>
                <a:gd name="connsiteY1680" fmla="*/ 772954 h 1351121"/>
                <a:gd name="connsiteX1681" fmla="*/ 1180624 w 1333023"/>
                <a:gd name="connsiteY1681" fmla="*/ 761524 h 1351121"/>
                <a:gd name="connsiteX1682" fmla="*/ 1181100 w 1333023"/>
                <a:gd name="connsiteY1682" fmla="*/ 756761 h 1351121"/>
                <a:gd name="connsiteX1683" fmla="*/ 1182529 w 1333023"/>
                <a:gd name="connsiteY1683" fmla="*/ 751999 h 1351121"/>
                <a:gd name="connsiteX1684" fmla="*/ 1183957 w 1333023"/>
                <a:gd name="connsiteY1684" fmla="*/ 742474 h 1351121"/>
                <a:gd name="connsiteX1685" fmla="*/ 1185863 w 1333023"/>
                <a:gd name="connsiteY1685" fmla="*/ 733425 h 1351121"/>
                <a:gd name="connsiteX1686" fmla="*/ 1189196 w 1333023"/>
                <a:gd name="connsiteY1686" fmla="*/ 722471 h 1351121"/>
                <a:gd name="connsiteX1687" fmla="*/ 1192054 w 1333023"/>
                <a:gd name="connsiteY1687" fmla="*/ 711518 h 1351121"/>
                <a:gd name="connsiteX1688" fmla="*/ 1192054 w 1333023"/>
                <a:gd name="connsiteY1688" fmla="*/ 710565 h 1351121"/>
                <a:gd name="connsiteX1689" fmla="*/ 1190149 w 1333023"/>
                <a:gd name="connsiteY1689" fmla="*/ 701040 h 1351121"/>
                <a:gd name="connsiteX1690" fmla="*/ 1188244 w 1333023"/>
                <a:gd name="connsiteY1690" fmla="*/ 690563 h 1351121"/>
                <a:gd name="connsiteX1691" fmla="*/ 1187767 w 1333023"/>
                <a:gd name="connsiteY1691" fmla="*/ 679609 h 1351121"/>
                <a:gd name="connsiteX1692" fmla="*/ 1186339 w 1333023"/>
                <a:gd name="connsiteY1692" fmla="*/ 670084 h 1351121"/>
                <a:gd name="connsiteX1693" fmla="*/ 1190149 w 1333023"/>
                <a:gd name="connsiteY1693" fmla="*/ 648653 h 1351121"/>
                <a:gd name="connsiteX1694" fmla="*/ 1189196 w 1333023"/>
                <a:gd name="connsiteY1694" fmla="*/ 647700 h 1351121"/>
                <a:gd name="connsiteX1695" fmla="*/ 1187767 w 1333023"/>
                <a:gd name="connsiteY1695" fmla="*/ 651034 h 1351121"/>
                <a:gd name="connsiteX1696" fmla="*/ 1186339 w 1333023"/>
                <a:gd name="connsiteY1696" fmla="*/ 649129 h 1351121"/>
                <a:gd name="connsiteX1697" fmla="*/ 1186815 w 1333023"/>
                <a:gd name="connsiteY1697" fmla="*/ 647224 h 1351121"/>
                <a:gd name="connsiteX1698" fmla="*/ 1186815 w 1333023"/>
                <a:gd name="connsiteY1698" fmla="*/ 639128 h 1351121"/>
                <a:gd name="connsiteX1699" fmla="*/ 1188244 w 1333023"/>
                <a:gd name="connsiteY1699" fmla="*/ 635794 h 1351121"/>
                <a:gd name="connsiteX1700" fmla="*/ 1188720 w 1333023"/>
                <a:gd name="connsiteY1700" fmla="*/ 633889 h 1351121"/>
                <a:gd name="connsiteX1701" fmla="*/ 1188244 w 1333023"/>
                <a:gd name="connsiteY1701" fmla="*/ 632936 h 1351121"/>
                <a:gd name="connsiteX1702" fmla="*/ 1187291 w 1333023"/>
                <a:gd name="connsiteY1702" fmla="*/ 631984 h 1351121"/>
                <a:gd name="connsiteX1703" fmla="*/ 1185386 w 1333023"/>
                <a:gd name="connsiteY1703" fmla="*/ 632936 h 1351121"/>
                <a:gd name="connsiteX1704" fmla="*/ 1186339 w 1333023"/>
                <a:gd name="connsiteY1704" fmla="*/ 629126 h 1351121"/>
                <a:gd name="connsiteX1705" fmla="*/ 1187767 w 1333023"/>
                <a:gd name="connsiteY1705" fmla="*/ 625316 h 1351121"/>
                <a:gd name="connsiteX1706" fmla="*/ 1190149 w 1333023"/>
                <a:gd name="connsiteY1706" fmla="*/ 621983 h 1351121"/>
                <a:gd name="connsiteX1707" fmla="*/ 1194435 w 1333023"/>
                <a:gd name="connsiteY1707" fmla="*/ 617696 h 1351121"/>
                <a:gd name="connsiteX1708" fmla="*/ 1194435 w 1333023"/>
                <a:gd name="connsiteY1708" fmla="*/ 613886 h 1351121"/>
                <a:gd name="connsiteX1709" fmla="*/ 1196816 w 1333023"/>
                <a:gd name="connsiteY1709" fmla="*/ 609600 h 1351121"/>
                <a:gd name="connsiteX1710" fmla="*/ 1196340 w 1333023"/>
                <a:gd name="connsiteY1710" fmla="*/ 607695 h 1351121"/>
                <a:gd name="connsiteX1711" fmla="*/ 1193959 w 1333023"/>
                <a:gd name="connsiteY1711" fmla="*/ 605790 h 1351121"/>
                <a:gd name="connsiteX1712" fmla="*/ 1196340 w 1333023"/>
                <a:gd name="connsiteY1712" fmla="*/ 605314 h 1351121"/>
                <a:gd name="connsiteX1713" fmla="*/ 1197769 w 1333023"/>
                <a:gd name="connsiteY1713" fmla="*/ 604361 h 1351121"/>
                <a:gd name="connsiteX1714" fmla="*/ 1199674 w 1333023"/>
                <a:gd name="connsiteY1714" fmla="*/ 600075 h 1351121"/>
                <a:gd name="connsiteX1715" fmla="*/ 1201102 w 1333023"/>
                <a:gd name="connsiteY1715" fmla="*/ 600551 h 1351121"/>
                <a:gd name="connsiteX1716" fmla="*/ 1205389 w 1333023"/>
                <a:gd name="connsiteY1716" fmla="*/ 604361 h 1351121"/>
                <a:gd name="connsiteX1717" fmla="*/ 1206341 w 1333023"/>
                <a:gd name="connsiteY1717" fmla="*/ 611029 h 1351121"/>
                <a:gd name="connsiteX1718" fmla="*/ 1208246 w 1333023"/>
                <a:gd name="connsiteY1718" fmla="*/ 611505 h 1351121"/>
                <a:gd name="connsiteX1719" fmla="*/ 1209675 w 1333023"/>
                <a:gd name="connsiteY1719" fmla="*/ 611505 h 1351121"/>
                <a:gd name="connsiteX1720" fmla="*/ 1215390 w 1333023"/>
                <a:gd name="connsiteY1720" fmla="*/ 607219 h 1351121"/>
                <a:gd name="connsiteX1721" fmla="*/ 1223010 w 1333023"/>
                <a:gd name="connsiteY1721" fmla="*/ 598646 h 1351121"/>
                <a:gd name="connsiteX1722" fmla="*/ 1224915 w 1333023"/>
                <a:gd name="connsiteY1722" fmla="*/ 594836 h 1351121"/>
                <a:gd name="connsiteX1723" fmla="*/ 1233964 w 1333023"/>
                <a:gd name="connsiteY1723" fmla="*/ 581978 h 1351121"/>
                <a:gd name="connsiteX1724" fmla="*/ 1241584 w 1333023"/>
                <a:gd name="connsiteY1724" fmla="*/ 566738 h 1351121"/>
                <a:gd name="connsiteX1725" fmla="*/ 1243489 w 1333023"/>
                <a:gd name="connsiteY1725" fmla="*/ 561499 h 1351121"/>
                <a:gd name="connsiteX1726" fmla="*/ 1242536 w 1333023"/>
                <a:gd name="connsiteY1726" fmla="*/ 558165 h 1351121"/>
                <a:gd name="connsiteX1727" fmla="*/ 1245394 w 1333023"/>
                <a:gd name="connsiteY1727" fmla="*/ 553403 h 1351121"/>
                <a:gd name="connsiteX1728" fmla="*/ 1246823 w 1333023"/>
                <a:gd name="connsiteY1728" fmla="*/ 551974 h 1351121"/>
                <a:gd name="connsiteX1729" fmla="*/ 1246823 w 1333023"/>
                <a:gd name="connsiteY1729" fmla="*/ 553879 h 1351121"/>
                <a:gd name="connsiteX1730" fmla="*/ 1246346 w 1333023"/>
                <a:gd name="connsiteY1730" fmla="*/ 555308 h 1351121"/>
                <a:gd name="connsiteX1731" fmla="*/ 1245394 w 1333023"/>
                <a:gd name="connsiteY1731" fmla="*/ 556736 h 1351121"/>
                <a:gd name="connsiteX1732" fmla="*/ 1245394 w 1333023"/>
                <a:gd name="connsiteY1732" fmla="*/ 558641 h 1351121"/>
                <a:gd name="connsiteX1733" fmla="*/ 1246823 w 1333023"/>
                <a:gd name="connsiteY1733" fmla="*/ 557689 h 1351121"/>
                <a:gd name="connsiteX1734" fmla="*/ 1251585 w 1333023"/>
                <a:gd name="connsiteY1734" fmla="*/ 551497 h 1351121"/>
                <a:gd name="connsiteX1735" fmla="*/ 1251585 w 1333023"/>
                <a:gd name="connsiteY1735" fmla="*/ 547688 h 1351121"/>
                <a:gd name="connsiteX1736" fmla="*/ 1253490 w 1333023"/>
                <a:gd name="connsiteY1736" fmla="*/ 548164 h 1351121"/>
                <a:gd name="connsiteX1737" fmla="*/ 1254442 w 1333023"/>
                <a:gd name="connsiteY1737" fmla="*/ 547211 h 1351121"/>
                <a:gd name="connsiteX1738" fmla="*/ 1259681 w 1333023"/>
                <a:gd name="connsiteY1738" fmla="*/ 539115 h 1351121"/>
                <a:gd name="connsiteX1739" fmla="*/ 1265396 w 1333023"/>
                <a:gd name="connsiteY1739" fmla="*/ 533876 h 1351121"/>
                <a:gd name="connsiteX1740" fmla="*/ 1269682 w 1333023"/>
                <a:gd name="connsiteY1740" fmla="*/ 531019 h 1351121"/>
                <a:gd name="connsiteX1741" fmla="*/ 1277302 w 1333023"/>
                <a:gd name="connsiteY1741" fmla="*/ 527685 h 1351121"/>
                <a:gd name="connsiteX1742" fmla="*/ 1277779 w 1333023"/>
                <a:gd name="connsiteY1742" fmla="*/ 527685 h 1351121"/>
                <a:gd name="connsiteX1743" fmla="*/ 1283494 w 1333023"/>
                <a:gd name="connsiteY1743" fmla="*/ 519113 h 1351121"/>
                <a:gd name="connsiteX1744" fmla="*/ 1289209 w 1333023"/>
                <a:gd name="connsiteY1744" fmla="*/ 513874 h 1351121"/>
                <a:gd name="connsiteX1745" fmla="*/ 1294924 w 1333023"/>
                <a:gd name="connsiteY1745" fmla="*/ 506254 h 1351121"/>
                <a:gd name="connsiteX1746" fmla="*/ 1296352 w 1333023"/>
                <a:gd name="connsiteY1746" fmla="*/ 503872 h 1351121"/>
                <a:gd name="connsiteX1747" fmla="*/ 1294924 w 1333023"/>
                <a:gd name="connsiteY1747" fmla="*/ 501015 h 1351121"/>
                <a:gd name="connsiteX1748" fmla="*/ 1296829 w 1333023"/>
                <a:gd name="connsiteY1748" fmla="*/ 501968 h 1351121"/>
                <a:gd name="connsiteX1749" fmla="*/ 1299210 w 1333023"/>
                <a:gd name="connsiteY1749" fmla="*/ 501491 h 1351121"/>
                <a:gd name="connsiteX1750" fmla="*/ 1304925 w 1333023"/>
                <a:gd name="connsiteY1750" fmla="*/ 495776 h 1351121"/>
                <a:gd name="connsiteX1751" fmla="*/ 1313498 w 1333023"/>
                <a:gd name="connsiteY1751" fmla="*/ 485299 h 1351121"/>
                <a:gd name="connsiteX1752" fmla="*/ 1319689 w 1333023"/>
                <a:gd name="connsiteY1752" fmla="*/ 475297 h 1351121"/>
                <a:gd name="connsiteX1753" fmla="*/ 1326356 w 1333023"/>
                <a:gd name="connsiteY1753" fmla="*/ 457676 h 1351121"/>
                <a:gd name="connsiteX1754" fmla="*/ 1328738 w 1333023"/>
                <a:gd name="connsiteY1754" fmla="*/ 447199 h 1351121"/>
                <a:gd name="connsiteX1755" fmla="*/ 1330642 w 1333023"/>
                <a:gd name="connsiteY1755" fmla="*/ 442913 h 1351121"/>
                <a:gd name="connsiteX1756" fmla="*/ 1330642 w 1333023"/>
                <a:gd name="connsiteY1756" fmla="*/ 439579 h 1351121"/>
                <a:gd name="connsiteX1757" fmla="*/ 1329214 w 1333023"/>
                <a:gd name="connsiteY1757" fmla="*/ 435293 h 1351121"/>
                <a:gd name="connsiteX1758" fmla="*/ 1329214 w 1333023"/>
                <a:gd name="connsiteY1758" fmla="*/ 433388 h 1351121"/>
                <a:gd name="connsiteX1759" fmla="*/ 1329690 w 1333023"/>
                <a:gd name="connsiteY1759" fmla="*/ 431483 h 1351121"/>
                <a:gd name="connsiteX1760" fmla="*/ 1329690 w 1333023"/>
                <a:gd name="connsiteY1760" fmla="*/ 430054 h 1351121"/>
                <a:gd name="connsiteX1761" fmla="*/ 1329690 w 1333023"/>
                <a:gd name="connsiteY1761" fmla="*/ 428149 h 1351121"/>
                <a:gd name="connsiteX1762" fmla="*/ 1332548 w 1333023"/>
                <a:gd name="connsiteY1762" fmla="*/ 426720 h 135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Lst>
              <a:rect l="l" t="t" r="r" b="b"/>
              <a:pathLst>
                <a:path w="1333023" h="1351121">
                  <a:moveTo>
                    <a:pt x="832009" y="185738"/>
                  </a:moveTo>
                  <a:lnTo>
                    <a:pt x="828675" y="185738"/>
                  </a:lnTo>
                  <a:lnTo>
                    <a:pt x="807720" y="181928"/>
                  </a:lnTo>
                  <a:lnTo>
                    <a:pt x="800576" y="183356"/>
                  </a:lnTo>
                  <a:lnTo>
                    <a:pt x="794385" y="187166"/>
                  </a:lnTo>
                  <a:lnTo>
                    <a:pt x="792956" y="190024"/>
                  </a:lnTo>
                  <a:lnTo>
                    <a:pt x="792004" y="193358"/>
                  </a:lnTo>
                  <a:lnTo>
                    <a:pt x="792480" y="195263"/>
                  </a:lnTo>
                  <a:lnTo>
                    <a:pt x="792004" y="197168"/>
                  </a:lnTo>
                  <a:lnTo>
                    <a:pt x="790099" y="199072"/>
                  </a:lnTo>
                  <a:lnTo>
                    <a:pt x="789622" y="200501"/>
                  </a:lnTo>
                  <a:lnTo>
                    <a:pt x="789146" y="207645"/>
                  </a:lnTo>
                  <a:lnTo>
                    <a:pt x="789622" y="210979"/>
                  </a:lnTo>
                  <a:lnTo>
                    <a:pt x="792004" y="213360"/>
                  </a:lnTo>
                  <a:lnTo>
                    <a:pt x="795814" y="213360"/>
                  </a:lnTo>
                  <a:lnTo>
                    <a:pt x="796290" y="214313"/>
                  </a:lnTo>
                  <a:lnTo>
                    <a:pt x="796290" y="215741"/>
                  </a:lnTo>
                  <a:lnTo>
                    <a:pt x="795814" y="216218"/>
                  </a:lnTo>
                  <a:lnTo>
                    <a:pt x="793432" y="215741"/>
                  </a:lnTo>
                  <a:lnTo>
                    <a:pt x="791527" y="215741"/>
                  </a:lnTo>
                  <a:lnTo>
                    <a:pt x="790575" y="219551"/>
                  </a:lnTo>
                  <a:lnTo>
                    <a:pt x="792004" y="223838"/>
                  </a:lnTo>
                  <a:lnTo>
                    <a:pt x="793909" y="228600"/>
                  </a:lnTo>
                  <a:lnTo>
                    <a:pt x="795814" y="232886"/>
                  </a:lnTo>
                  <a:lnTo>
                    <a:pt x="796290" y="234791"/>
                  </a:lnTo>
                  <a:lnTo>
                    <a:pt x="799624" y="237649"/>
                  </a:lnTo>
                  <a:lnTo>
                    <a:pt x="802005" y="238125"/>
                  </a:lnTo>
                  <a:lnTo>
                    <a:pt x="805815" y="236696"/>
                  </a:lnTo>
                  <a:lnTo>
                    <a:pt x="813435" y="236220"/>
                  </a:lnTo>
                  <a:lnTo>
                    <a:pt x="814864" y="234791"/>
                  </a:lnTo>
                  <a:lnTo>
                    <a:pt x="816769" y="234791"/>
                  </a:lnTo>
                  <a:lnTo>
                    <a:pt x="820102" y="236696"/>
                  </a:lnTo>
                  <a:lnTo>
                    <a:pt x="823913" y="237649"/>
                  </a:lnTo>
                  <a:lnTo>
                    <a:pt x="825817" y="236696"/>
                  </a:lnTo>
                  <a:lnTo>
                    <a:pt x="829151" y="236220"/>
                  </a:lnTo>
                  <a:lnTo>
                    <a:pt x="831056" y="235268"/>
                  </a:lnTo>
                  <a:lnTo>
                    <a:pt x="832961" y="232410"/>
                  </a:lnTo>
                  <a:lnTo>
                    <a:pt x="833438" y="228600"/>
                  </a:lnTo>
                  <a:lnTo>
                    <a:pt x="836771" y="230029"/>
                  </a:lnTo>
                  <a:lnTo>
                    <a:pt x="838676" y="231458"/>
                  </a:lnTo>
                  <a:lnTo>
                    <a:pt x="842486" y="231458"/>
                  </a:lnTo>
                  <a:lnTo>
                    <a:pt x="843439" y="230029"/>
                  </a:lnTo>
                  <a:lnTo>
                    <a:pt x="844391" y="227647"/>
                  </a:lnTo>
                  <a:lnTo>
                    <a:pt x="844867" y="225266"/>
                  </a:lnTo>
                  <a:lnTo>
                    <a:pt x="847725" y="228600"/>
                  </a:lnTo>
                  <a:lnTo>
                    <a:pt x="849154" y="229076"/>
                  </a:lnTo>
                  <a:lnTo>
                    <a:pt x="851059" y="228600"/>
                  </a:lnTo>
                  <a:lnTo>
                    <a:pt x="852964" y="227647"/>
                  </a:lnTo>
                  <a:lnTo>
                    <a:pt x="856297" y="224790"/>
                  </a:lnTo>
                  <a:lnTo>
                    <a:pt x="857250" y="222885"/>
                  </a:lnTo>
                  <a:lnTo>
                    <a:pt x="856297" y="220980"/>
                  </a:lnTo>
                  <a:lnTo>
                    <a:pt x="855821" y="219075"/>
                  </a:lnTo>
                  <a:lnTo>
                    <a:pt x="857726" y="217170"/>
                  </a:lnTo>
                  <a:lnTo>
                    <a:pt x="859631" y="215741"/>
                  </a:lnTo>
                  <a:lnTo>
                    <a:pt x="860584" y="214789"/>
                  </a:lnTo>
                  <a:lnTo>
                    <a:pt x="863441" y="210979"/>
                  </a:lnTo>
                  <a:lnTo>
                    <a:pt x="865346" y="207645"/>
                  </a:lnTo>
                  <a:lnTo>
                    <a:pt x="866299" y="206216"/>
                  </a:lnTo>
                  <a:lnTo>
                    <a:pt x="866775" y="204788"/>
                  </a:lnTo>
                  <a:lnTo>
                    <a:pt x="865822" y="200978"/>
                  </a:lnTo>
                  <a:lnTo>
                    <a:pt x="867251" y="200978"/>
                  </a:lnTo>
                  <a:lnTo>
                    <a:pt x="868204" y="200025"/>
                  </a:lnTo>
                  <a:lnTo>
                    <a:pt x="869156" y="195739"/>
                  </a:lnTo>
                  <a:lnTo>
                    <a:pt x="870585" y="192405"/>
                  </a:lnTo>
                  <a:lnTo>
                    <a:pt x="872014" y="189547"/>
                  </a:lnTo>
                  <a:lnTo>
                    <a:pt x="871538" y="187643"/>
                  </a:lnTo>
                  <a:lnTo>
                    <a:pt x="869632" y="186690"/>
                  </a:lnTo>
                  <a:lnTo>
                    <a:pt x="867251" y="185738"/>
                  </a:lnTo>
                  <a:lnTo>
                    <a:pt x="864870" y="185261"/>
                  </a:lnTo>
                  <a:lnTo>
                    <a:pt x="858202" y="184785"/>
                  </a:lnTo>
                  <a:lnTo>
                    <a:pt x="846772" y="182880"/>
                  </a:lnTo>
                  <a:lnTo>
                    <a:pt x="843439" y="182880"/>
                  </a:lnTo>
                  <a:lnTo>
                    <a:pt x="840105" y="183356"/>
                  </a:lnTo>
                  <a:lnTo>
                    <a:pt x="837247" y="184785"/>
                  </a:lnTo>
                  <a:lnTo>
                    <a:pt x="832009" y="185738"/>
                  </a:lnTo>
                  <a:close/>
                  <a:moveTo>
                    <a:pt x="1332548" y="426720"/>
                  </a:moveTo>
                  <a:lnTo>
                    <a:pt x="1333024" y="422910"/>
                  </a:lnTo>
                  <a:lnTo>
                    <a:pt x="1332071" y="413861"/>
                  </a:lnTo>
                  <a:lnTo>
                    <a:pt x="1330642" y="412909"/>
                  </a:lnTo>
                  <a:lnTo>
                    <a:pt x="1330642" y="409575"/>
                  </a:lnTo>
                  <a:lnTo>
                    <a:pt x="1328738" y="405289"/>
                  </a:lnTo>
                  <a:lnTo>
                    <a:pt x="1326832" y="391954"/>
                  </a:lnTo>
                  <a:lnTo>
                    <a:pt x="1323023" y="384810"/>
                  </a:lnTo>
                  <a:lnTo>
                    <a:pt x="1321594" y="375761"/>
                  </a:lnTo>
                  <a:lnTo>
                    <a:pt x="1318260" y="363855"/>
                  </a:lnTo>
                  <a:lnTo>
                    <a:pt x="1313021" y="353378"/>
                  </a:lnTo>
                  <a:lnTo>
                    <a:pt x="1310164" y="350520"/>
                  </a:lnTo>
                  <a:lnTo>
                    <a:pt x="1307782" y="349091"/>
                  </a:lnTo>
                  <a:lnTo>
                    <a:pt x="1293019" y="346710"/>
                  </a:lnTo>
                  <a:lnTo>
                    <a:pt x="1286827" y="348139"/>
                  </a:lnTo>
                  <a:lnTo>
                    <a:pt x="1279207" y="347663"/>
                  </a:lnTo>
                  <a:lnTo>
                    <a:pt x="1272064" y="348139"/>
                  </a:lnTo>
                  <a:lnTo>
                    <a:pt x="1266825" y="346710"/>
                  </a:lnTo>
                  <a:lnTo>
                    <a:pt x="1263015" y="343853"/>
                  </a:lnTo>
                  <a:lnTo>
                    <a:pt x="1259681" y="342900"/>
                  </a:lnTo>
                  <a:lnTo>
                    <a:pt x="1252061" y="341947"/>
                  </a:lnTo>
                  <a:lnTo>
                    <a:pt x="1247775" y="335280"/>
                  </a:lnTo>
                  <a:lnTo>
                    <a:pt x="1236821" y="330994"/>
                  </a:lnTo>
                  <a:lnTo>
                    <a:pt x="1231106" y="324803"/>
                  </a:lnTo>
                  <a:lnTo>
                    <a:pt x="1222534" y="318611"/>
                  </a:lnTo>
                  <a:lnTo>
                    <a:pt x="1214914" y="309563"/>
                  </a:lnTo>
                  <a:lnTo>
                    <a:pt x="1212056" y="307181"/>
                  </a:lnTo>
                  <a:lnTo>
                    <a:pt x="1208246" y="301943"/>
                  </a:lnTo>
                  <a:lnTo>
                    <a:pt x="1201102" y="299561"/>
                  </a:lnTo>
                  <a:lnTo>
                    <a:pt x="1193959" y="294322"/>
                  </a:lnTo>
                  <a:lnTo>
                    <a:pt x="1190149" y="290513"/>
                  </a:lnTo>
                  <a:lnTo>
                    <a:pt x="1178719" y="283845"/>
                  </a:lnTo>
                  <a:lnTo>
                    <a:pt x="1173480" y="281464"/>
                  </a:lnTo>
                  <a:lnTo>
                    <a:pt x="1170146" y="279083"/>
                  </a:lnTo>
                  <a:lnTo>
                    <a:pt x="1164431" y="276701"/>
                  </a:lnTo>
                  <a:lnTo>
                    <a:pt x="1157764" y="272415"/>
                  </a:lnTo>
                  <a:lnTo>
                    <a:pt x="1148715" y="270986"/>
                  </a:lnTo>
                  <a:lnTo>
                    <a:pt x="1140619" y="270510"/>
                  </a:lnTo>
                  <a:lnTo>
                    <a:pt x="1126807" y="272891"/>
                  </a:lnTo>
                  <a:lnTo>
                    <a:pt x="1115854" y="273368"/>
                  </a:lnTo>
                  <a:lnTo>
                    <a:pt x="1111567" y="275272"/>
                  </a:lnTo>
                  <a:lnTo>
                    <a:pt x="1105852" y="274796"/>
                  </a:lnTo>
                  <a:lnTo>
                    <a:pt x="1100614" y="273368"/>
                  </a:lnTo>
                  <a:lnTo>
                    <a:pt x="1097756" y="270986"/>
                  </a:lnTo>
                  <a:lnTo>
                    <a:pt x="1092517" y="269081"/>
                  </a:lnTo>
                  <a:lnTo>
                    <a:pt x="1088231" y="270986"/>
                  </a:lnTo>
                  <a:lnTo>
                    <a:pt x="1079659" y="270510"/>
                  </a:lnTo>
                  <a:lnTo>
                    <a:pt x="1067752" y="266224"/>
                  </a:lnTo>
                  <a:lnTo>
                    <a:pt x="1064895" y="263843"/>
                  </a:lnTo>
                  <a:lnTo>
                    <a:pt x="1059656" y="261938"/>
                  </a:lnTo>
                  <a:lnTo>
                    <a:pt x="1056323" y="259556"/>
                  </a:lnTo>
                  <a:lnTo>
                    <a:pt x="1046321" y="256699"/>
                  </a:lnTo>
                  <a:lnTo>
                    <a:pt x="1041082" y="256222"/>
                  </a:lnTo>
                  <a:lnTo>
                    <a:pt x="1039177" y="257651"/>
                  </a:lnTo>
                  <a:lnTo>
                    <a:pt x="1038701" y="260509"/>
                  </a:lnTo>
                  <a:lnTo>
                    <a:pt x="1029176" y="260985"/>
                  </a:lnTo>
                  <a:lnTo>
                    <a:pt x="1024414" y="263366"/>
                  </a:lnTo>
                  <a:lnTo>
                    <a:pt x="1022032" y="262890"/>
                  </a:lnTo>
                  <a:lnTo>
                    <a:pt x="1019175" y="264795"/>
                  </a:lnTo>
                  <a:lnTo>
                    <a:pt x="1012984" y="270510"/>
                  </a:lnTo>
                  <a:lnTo>
                    <a:pt x="1012031" y="268605"/>
                  </a:lnTo>
                  <a:lnTo>
                    <a:pt x="1012984" y="266700"/>
                  </a:lnTo>
                  <a:lnTo>
                    <a:pt x="1015841" y="263366"/>
                  </a:lnTo>
                  <a:lnTo>
                    <a:pt x="1016317" y="261938"/>
                  </a:lnTo>
                  <a:lnTo>
                    <a:pt x="1016317" y="259556"/>
                  </a:lnTo>
                  <a:lnTo>
                    <a:pt x="1013936" y="258604"/>
                  </a:lnTo>
                  <a:lnTo>
                    <a:pt x="1012031" y="258604"/>
                  </a:lnTo>
                  <a:lnTo>
                    <a:pt x="1009174" y="260985"/>
                  </a:lnTo>
                  <a:lnTo>
                    <a:pt x="1006792" y="267653"/>
                  </a:lnTo>
                  <a:lnTo>
                    <a:pt x="1004888" y="274796"/>
                  </a:lnTo>
                  <a:lnTo>
                    <a:pt x="998696" y="281464"/>
                  </a:lnTo>
                  <a:lnTo>
                    <a:pt x="995363" y="283845"/>
                  </a:lnTo>
                  <a:lnTo>
                    <a:pt x="995363" y="281940"/>
                  </a:lnTo>
                  <a:lnTo>
                    <a:pt x="998220" y="269081"/>
                  </a:lnTo>
                  <a:lnTo>
                    <a:pt x="999172" y="266224"/>
                  </a:lnTo>
                  <a:lnTo>
                    <a:pt x="1000125" y="262890"/>
                  </a:lnTo>
                  <a:lnTo>
                    <a:pt x="1001077" y="261461"/>
                  </a:lnTo>
                  <a:lnTo>
                    <a:pt x="1002506" y="260033"/>
                  </a:lnTo>
                  <a:lnTo>
                    <a:pt x="1002506" y="257651"/>
                  </a:lnTo>
                  <a:lnTo>
                    <a:pt x="1007269" y="256222"/>
                  </a:lnTo>
                  <a:lnTo>
                    <a:pt x="1006792" y="252889"/>
                  </a:lnTo>
                  <a:lnTo>
                    <a:pt x="1005364" y="249555"/>
                  </a:lnTo>
                  <a:lnTo>
                    <a:pt x="1002506" y="250508"/>
                  </a:lnTo>
                  <a:lnTo>
                    <a:pt x="1000601" y="251936"/>
                  </a:lnTo>
                  <a:lnTo>
                    <a:pt x="997744" y="256699"/>
                  </a:lnTo>
                  <a:lnTo>
                    <a:pt x="996315" y="254794"/>
                  </a:lnTo>
                  <a:lnTo>
                    <a:pt x="994410" y="252889"/>
                  </a:lnTo>
                  <a:lnTo>
                    <a:pt x="995839" y="251936"/>
                  </a:lnTo>
                  <a:lnTo>
                    <a:pt x="997267" y="251460"/>
                  </a:lnTo>
                  <a:lnTo>
                    <a:pt x="998696" y="249079"/>
                  </a:lnTo>
                  <a:lnTo>
                    <a:pt x="1000125" y="247650"/>
                  </a:lnTo>
                  <a:lnTo>
                    <a:pt x="1001554" y="245745"/>
                  </a:lnTo>
                  <a:lnTo>
                    <a:pt x="1001077" y="241935"/>
                  </a:lnTo>
                  <a:lnTo>
                    <a:pt x="999649" y="238601"/>
                  </a:lnTo>
                  <a:lnTo>
                    <a:pt x="998220" y="236696"/>
                  </a:lnTo>
                  <a:lnTo>
                    <a:pt x="995839" y="238125"/>
                  </a:lnTo>
                  <a:lnTo>
                    <a:pt x="993934" y="238125"/>
                  </a:lnTo>
                  <a:lnTo>
                    <a:pt x="995839" y="235744"/>
                  </a:lnTo>
                  <a:lnTo>
                    <a:pt x="993457" y="235268"/>
                  </a:lnTo>
                  <a:lnTo>
                    <a:pt x="992029" y="233363"/>
                  </a:lnTo>
                  <a:lnTo>
                    <a:pt x="988695" y="230505"/>
                  </a:lnTo>
                  <a:lnTo>
                    <a:pt x="984885" y="228124"/>
                  </a:lnTo>
                  <a:lnTo>
                    <a:pt x="983932" y="227171"/>
                  </a:lnTo>
                  <a:lnTo>
                    <a:pt x="980122" y="228600"/>
                  </a:lnTo>
                  <a:lnTo>
                    <a:pt x="978217" y="232886"/>
                  </a:lnTo>
                  <a:lnTo>
                    <a:pt x="976789" y="235268"/>
                  </a:lnTo>
                  <a:lnTo>
                    <a:pt x="975360" y="235744"/>
                  </a:lnTo>
                  <a:lnTo>
                    <a:pt x="974407" y="230505"/>
                  </a:lnTo>
                  <a:lnTo>
                    <a:pt x="970597" y="223361"/>
                  </a:lnTo>
                  <a:lnTo>
                    <a:pt x="967264" y="222409"/>
                  </a:lnTo>
                  <a:lnTo>
                    <a:pt x="964406" y="222885"/>
                  </a:lnTo>
                  <a:lnTo>
                    <a:pt x="959644" y="219551"/>
                  </a:lnTo>
                  <a:lnTo>
                    <a:pt x="952976" y="217646"/>
                  </a:lnTo>
                  <a:lnTo>
                    <a:pt x="950595" y="214789"/>
                  </a:lnTo>
                  <a:lnTo>
                    <a:pt x="947261" y="215265"/>
                  </a:lnTo>
                  <a:lnTo>
                    <a:pt x="944880" y="214789"/>
                  </a:lnTo>
                  <a:lnTo>
                    <a:pt x="944880" y="212408"/>
                  </a:lnTo>
                  <a:lnTo>
                    <a:pt x="941546" y="212884"/>
                  </a:lnTo>
                  <a:lnTo>
                    <a:pt x="938213" y="212408"/>
                  </a:lnTo>
                  <a:lnTo>
                    <a:pt x="934879" y="211455"/>
                  </a:lnTo>
                  <a:lnTo>
                    <a:pt x="931545" y="210503"/>
                  </a:lnTo>
                  <a:lnTo>
                    <a:pt x="930592" y="208597"/>
                  </a:lnTo>
                  <a:lnTo>
                    <a:pt x="926306" y="205740"/>
                  </a:lnTo>
                  <a:lnTo>
                    <a:pt x="924877" y="203835"/>
                  </a:lnTo>
                  <a:lnTo>
                    <a:pt x="922020" y="203835"/>
                  </a:lnTo>
                  <a:lnTo>
                    <a:pt x="920115" y="202406"/>
                  </a:lnTo>
                  <a:lnTo>
                    <a:pt x="917257" y="202406"/>
                  </a:lnTo>
                  <a:lnTo>
                    <a:pt x="913924" y="202406"/>
                  </a:lnTo>
                  <a:lnTo>
                    <a:pt x="911542" y="200025"/>
                  </a:lnTo>
                  <a:lnTo>
                    <a:pt x="909161" y="199072"/>
                  </a:lnTo>
                  <a:lnTo>
                    <a:pt x="904875" y="198596"/>
                  </a:lnTo>
                  <a:lnTo>
                    <a:pt x="903446" y="199072"/>
                  </a:lnTo>
                  <a:lnTo>
                    <a:pt x="902494" y="200025"/>
                  </a:lnTo>
                  <a:lnTo>
                    <a:pt x="903446" y="201454"/>
                  </a:lnTo>
                  <a:lnTo>
                    <a:pt x="903922" y="202883"/>
                  </a:lnTo>
                  <a:lnTo>
                    <a:pt x="902017" y="202406"/>
                  </a:lnTo>
                  <a:lnTo>
                    <a:pt x="899160" y="199549"/>
                  </a:lnTo>
                  <a:lnTo>
                    <a:pt x="895826" y="200978"/>
                  </a:lnTo>
                  <a:lnTo>
                    <a:pt x="894397" y="200978"/>
                  </a:lnTo>
                  <a:lnTo>
                    <a:pt x="892969" y="200501"/>
                  </a:lnTo>
                  <a:lnTo>
                    <a:pt x="891540" y="199549"/>
                  </a:lnTo>
                  <a:lnTo>
                    <a:pt x="890588" y="199072"/>
                  </a:lnTo>
                  <a:lnTo>
                    <a:pt x="888206" y="200025"/>
                  </a:lnTo>
                  <a:lnTo>
                    <a:pt x="885349" y="202406"/>
                  </a:lnTo>
                  <a:lnTo>
                    <a:pt x="882967" y="200025"/>
                  </a:lnTo>
                  <a:lnTo>
                    <a:pt x="881539" y="200501"/>
                  </a:lnTo>
                  <a:lnTo>
                    <a:pt x="880110" y="201454"/>
                  </a:lnTo>
                  <a:lnTo>
                    <a:pt x="879634" y="203359"/>
                  </a:lnTo>
                  <a:lnTo>
                    <a:pt x="877252" y="204311"/>
                  </a:lnTo>
                  <a:lnTo>
                    <a:pt x="874871" y="206693"/>
                  </a:lnTo>
                  <a:lnTo>
                    <a:pt x="872966" y="209074"/>
                  </a:lnTo>
                  <a:lnTo>
                    <a:pt x="873442" y="211931"/>
                  </a:lnTo>
                  <a:lnTo>
                    <a:pt x="868680" y="215265"/>
                  </a:lnTo>
                  <a:lnTo>
                    <a:pt x="870109" y="218122"/>
                  </a:lnTo>
                  <a:lnTo>
                    <a:pt x="867727" y="221456"/>
                  </a:lnTo>
                  <a:lnTo>
                    <a:pt x="868204" y="223838"/>
                  </a:lnTo>
                  <a:lnTo>
                    <a:pt x="868680" y="225266"/>
                  </a:lnTo>
                  <a:lnTo>
                    <a:pt x="872014" y="226695"/>
                  </a:lnTo>
                  <a:lnTo>
                    <a:pt x="868680" y="228124"/>
                  </a:lnTo>
                  <a:lnTo>
                    <a:pt x="868204" y="231458"/>
                  </a:lnTo>
                  <a:lnTo>
                    <a:pt x="865822" y="230029"/>
                  </a:lnTo>
                  <a:lnTo>
                    <a:pt x="863441" y="227171"/>
                  </a:lnTo>
                  <a:lnTo>
                    <a:pt x="859631" y="227171"/>
                  </a:lnTo>
                  <a:lnTo>
                    <a:pt x="850106" y="238601"/>
                  </a:lnTo>
                  <a:lnTo>
                    <a:pt x="844391" y="240030"/>
                  </a:lnTo>
                  <a:lnTo>
                    <a:pt x="842486" y="241459"/>
                  </a:lnTo>
                  <a:lnTo>
                    <a:pt x="835819" y="255746"/>
                  </a:lnTo>
                  <a:lnTo>
                    <a:pt x="833914" y="260985"/>
                  </a:lnTo>
                  <a:lnTo>
                    <a:pt x="831532" y="264319"/>
                  </a:lnTo>
                  <a:lnTo>
                    <a:pt x="829627" y="265271"/>
                  </a:lnTo>
                  <a:lnTo>
                    <a:pt x="827722" y="266224"/>
                  </a:lnTo>
                  <a:lnTo>
                    <a:pt x="829151" y="263843"/>
                  </a:lnTo>
                  <a:lnTo>
                    <a:pt x="830580" y="261461"/>
                  </a:lnTo>
                  <a:lnTo>
                    <a:pt x="832009" y="253365"/>
                  </a:lnTo>
                  <a:lnTo>
                    <a:pt x="833438" y="250508"/>
                  </a:lnTo>
                  <a:lnTo>
                    <a:pt x="835342" y="242888"/>
                  </a:lnTo>
                  <a:lnTo>
                    <a:pt x="838200" y="234791"/>
                  </a:lnTo>
                  <a:lnTo>
                    <a:pt x="829151" y="239554"/>
                  </a:lnTo>
                  <a:lnTo>
                    <a:pt x="824389" y="241459"/>
                  </a:lnTo>
                  <a:lnTo>
                    <a:pt x="818197" y="239554"/>
                  </a:lnTo>
                  <a:lnTo>
                    <a:pt x="814864" y="238125"/>
                  </a:lnTo>
                  <a:lnTo>
                    <a:pt x="811054" y="239078"/>
                  </a:lnTo>
                  <a:lnTo>
                    <a:pt x="809149" y="240506"/>
                  </a:lnTo>
                  <a:lnTo>
                    <a:pt x="806291" y="241459"/>
                  </a:lnTo>
                  <a:lnTo>
                    <a:pt x="801529" y="244793"/>
                  </a:lnTo>
                  <a:lnTo>
                    <a:pt x="795338" y="239078"/>
                  </a:lnTo>
                  <a:lnTo>
                    <a:pt x="793432" y="238125"/>
                  </a:lnTo>
                  <a:lnTo>
                    <a:pt x="791527" y="236220"/>
                  </a:lnTo>
                  <a:lnTo>
                    <a:pt x="792004" y="233839"/>
                  </a:lnTo>
                  <a:lnTo>
                    <a:pt x="792004" y="231934"/>
                  </a:lnTo>
                  <a:lnTo>
                    <a:pt x="788194" y="226695"/>
                  </a:lnTo>
                  <a:lnTo>
                    <a:pt x="787241" y="222885"/>
                  </a:lnTo>
                  <a:lnTo>
                    <a:pt x="787241" y="220504"/>
                  </a:lnTo>
                  <a:lnTo>
                    <a:pt x="786765" y="217646"/>
                  </a:lnTo>
                  <a:lnTo>
                    <a:pt x="784860" y="215741"/>
                  </a:lnTo>
                  <a:lnTo>
                    <a:pt x="784384" y="214313"/>
                  </a:lnTo>
                  <a:lnTo>
                    <a:pt x="787241" y="211931"/>
                  </a:lnTo>
                  <a:lnTo>
                    <a:pt x="787241" y="210503"/>
                  </a:lnTo>
                  <a:lnTo>
                    <a:pt x="785336" y="208597"/>
                  </a:lnTo>
                  <a:lnTo>
                    <a:pt x="782002" y="210026"/>
                  </a:lnTo>
                  <a:lnTo>
                    <a:pt x="780574" y="211455"/>
                  </a:lnTo>
                  <a:lnTo>
                    <a:pt x="774859" y="214789"/>
                  </a:lnTo>
                  <a:lnTo>
                    <a:pt x="771525" y="217646"/>
                  </a:lnTo>
                  <a:lnTo>
                    <a:pt x="763429" y="221933"/>
                  </a:lnTo>
                  <a:lnTo>
                    <a:pt x="759619" y="223361"/>
                  </a:lnTo>
                  <a:lnTo>
                    <a:pt x="749141" y="230029"/>
                  </a:lnTo>
                  <a:lnTo>
                    <a:pt x="740569" y="231934"/>
                  </a:lnTo>
                  <a:lnTo>
                    <a:pt x="736759" y="229076"/>
                  </a:lnTo>
                  <a:lnTo>
                    <a:pt x="724852" y="228600"/>
                  </a:lnTo>
                  <a:lnTo>
                    <a:pt x="728663" y="227171"/>
                  </a:lnTo>
                  <a:lnTo>
                    <a:pt x="739616" y="221933"/>
                  </a:lnTo>
                  <a:lnTo>
                    <a:pt x="746760" y="223361"/>
                  </a:lnTo>
                  <a:lnTo>
                    <a:pt x="748189" y="222409"/>
                  </a:lnTo>
                  <a:lnTo>
                    <a:pt x="749617" y="220980"/>
                  </a:lnTo>
                  <a:lnTo>
                    <a:pt x="750094" y="216218"/>
                  </a:lnTo>
                  <a:lnTo>
                    <a:pt x="753427" y="214313"/>
                  </a:lnTo>
                  <a:lnTo>
                    <a:pt x="756761" y="210979"/>
                  </a:lnTo>
                  <a:lnTo>
                    <a:pt x="756761" y="205740"/>
                  </a:lnTo>
                  <a:lnTo>
                    <a:pt x="757238" y="202406"/>
                  </a:lnTo>
                  <a:lnTo>
                    <a:pt x="762476" y="195263"/>
                  </a:lnTo>
                  <a:lnTo>
                    <a:pt x="764381" y="193834"/>
                  </a:lnTo>
                  <a:lnTo>
                    <a:pt x="767715" y="190024"/>
                  </a:lnTo>
                  <a:lnTo>
                    <a:pt x="771049" y="182880"/>
                  </a:lnTo>
                  <a:lnTo>
                    <a:pt x="771525" y="179546"/>
                  </a:lnTo>
                  <a:lnTo>
                    <a:pt x="777716" y="177641"/>
                  </a:lnTo>
                  <a:lnTo>
                    <a:pt x="782479" y="172403"/>
                  </a:lnTo>
                  <a:lnTo>
                    <a:pt x="784384" y="171450"/>
                  </a:lnTo>
                  <a:lnTo>
                    <a:pt x="787717" y="170974"/>
                  </a:lnTo>
                  <a:lnTo>
                    <a:pt x="789622" y="169069"/>
                  </a:lnTo>
                  <a:lnTo>
                    <a:pt x="795338" y="162401"/>
                  </a:lnTo>
                  <a:lnTo>
                    <a:pt x="799147" y="155258"/>
                  </a:lnTo>
                  <a:lnTo>
                    <a:pt x="803434" y="151447"/>
                  </a:lnTo>
                  <a:lnTo>
                    <a:pt x="804863" y="148590"/>
                  </a:lnTo>
                  <a:lnTo>
                    <a:pt x="812482" y="142399"/>
                  </a:lnTo>
                  <a:lnTo>
                    <a:pt x="813435" y="140970"/>
                  </a:lnTo>
                  <a:lnTo>
                    <a:pt x="817245" y="138589"/>
                  </a:lnTo>
                  <a:lnTo>
                    <a:pt x="818674" y="137160"/>
                  </a:lnTo>
                  <a:lnTo>
                    <a:pt x="818197" y="133826"/>
                  </a:lnTo>
                  <a:lnTo>
                    <a:pt x="819150" y="128588"/>
                  </a:lnTo>
                  <a:lnTo>
                    <a:pt x="816769" y="120491"/>
                  </a:lnTo>
                  <a:lnTo>
                    <a:pt x="813435" y="118110"/>
                  </a:lnTo>
                  <a:lnTo>
                    <a:pt x="809149" y="116205"/>
                  </a:lnTo>
                  <a:lnTo>
                    <a:pt x="805339" y="115729"/>
                  </a:lnTo>
                  <a:lnTo>
                    <a:pt x="800100" y="114776"/>
                  </a:lnTo>
                  <a:lnTo>
                    <a:pt x="797719" y="111443"/>
                  </a:lnTo>
                  <a:lnTo>
                    <a:pt x="796290" y="109061"/>
                  </a:lnTo>
                  <a:lnTo>
                    <a:pt x="795338" y="105728"/>
                  </a:lnTo>
                  <a:lnTo>
                    <a:pt x="793432" y="104775"/>
                  </a:lnTo>
                  <a:lnTo>
                    <a:pt x="791527" y="104775"/>
                  </a:lnTo>
                  <a:lnTo>
                    <a:pt x="792956" y="103346"/>
                  </a:lnTo>
                  <a:lnTo>
                    <a:pt x="792956" y="102394"/>
                  </a:lnTo>
                  <a:lnTo>
                    <a:pt x="791051" y="96679"/>
                  </a:lnTo>
                  <a:lnTo>
                    <a:pt x="789146" y="93345"/>
                  </a:lnTo>
                  <a:lnTo>
                    <a:pt x="788194" y="90011"/>
                  </a:lnTo>
                  <a:lnTo>
                    <a:pt x="787717" y="87154"/>
                  </a:lnTo>
                  <a:lnTo>
                    <a:pt x="782002" y="72866"/>
                  </a:lnTo>
                  <a:lnTo>
                    <a:pt x="780097" y="66199"/>
                  </a:lnTo>
                  <a:lnTo>
                    <a:pt x="779145" y="52864"/>
                  </a:lnTo>
                  <a:lnTo>
                    <a:pt x="774382" y="38576"/>
                  </a:lnTo>
                  <a:lnTo>
                    <a:pt x="770572" y="34290"/>
                  </a:lnTo>
                  <a:lnTo>
                    <a:pt x="765810" y="31433"/>
                  </a:lnTo>
                  <a:lnTo>
                    <a:pt x="762952" y="31433"/>
                  </a:lnTo>
                  <a:lnTo>
                    <a:pt x="762476" y="33814"/>
                  </a:lnTo>
                  <a:lnTo>
                    <a:pt x="760095" y="41434"/>
                  </a:lnTo>
                  <a:lnTo>
                    <a:pt x="759142" y="42386"/>
                  </a:lnTo>
                  <a:lnTo>
                    <a:pt x="756285" y="43815"/>
                  </a:lnTo>
                  <a:lnTo>
                    <a:pt x="754856" y="45720"/>
                  </a:lnTo>
                  <a:lnTo>
                    <a:pt x="753904" y="47625"/>
                  </a:lnTo>
                  <a:lnTo>
                    <a:pt x="751999" y="49054"/>
                  </a:lnTo>
                  <a:lnTo>
                    <a:pt x="750570" y="50959"/>
                  </a:lnTo>
                  <a:lnTo>
                    <a:pt x="750094" y="52388"/>
                  </a:lnTo>
                  <a:lnTo>
                    <a:pt x="748665" y="53340"/>
                  </a:lnTo>
                  <a:lnTo>
                    <a:pt x="748189" y="55245"/>
                  </a:lnTo>
                  <a:lnTo>
                    <a:pt x="744379" y="61913"/>
                  </a:lnTo>
                  <a:lnTo>
                    <a:pt x="742950" y="64770"/>
                  </a:lnTo>
                  <a:lnTo>
                    <a:pt x="740569" y="68104"/>
                  </a:lnTo>
                  <a:lnTo>
                    <a:pt x="739140" y="69056"/>
                  </a:lnTo>
                  <a:lnTo>
                    <a:pt x="737235" y="70961"/>
                  </a:lnTo>
                  <a:lnTo>
                    <a:pt x="736282" y="73343"/>
                  </a:lnTo>
                  <a:lnTo>
                    <a:pt x="736282" y="75724"/>
                  </a:lnTo>
                  <a:lnTo>
                    <a:pt x="734854" y="78581"/>
                  </a:lnTo>
                  <a:lnTo>
                    <a:pt x="733901" y="80963"/>
                  </a:lnTo>
                  <a:lnTo>
                    <a:pt x="732472" y="82391"/>
                  </a:lnTo>
                  <a:lnTo>
                    <a:pt x="729139" y="89535"/>
                  </a:lnTo>
                  <a:lnTo>
                    <a:pt x="729139" y="91916"/>
                  </a:lnTo>
                  <a:lnTo>
                    <a:pt x="728186" y="93345"/>
                  </a:lnTo>
                  <a:lnTo>
                    <a:pt x="725805" y="96679"/>
                  </a:lnTo>
                  <a:lnTo>
                    <a:pt x="724376" y="98584"/>
                  </a:lnTo>
                  <a:lnTo>
                    <a:pt x="721519" y="100013"/>
                  </a:lnTo>
                  <a:lnTo>
                    <a:pt x="718661" y="101918"/>
                  </a:lnTo>
                  <a:lnTo>
                    <a:pt x="717709" y="103822"/>
                  </a:lnTo>
                  <a:lnTo>
                    <a:pt x="715804" y="104775"/>
                  </a:lnTo>
                  <a:lnTo>
                    <a:pt x="714375" y="104775"/>
                  </a:lnTo>
                  <a:lnTo>
                    <a:pt x="711994" y="104299"/>
                  </a:lnTo>
                  <a:lnTo>
                    <a:pt x="708660" y="103822"/>
                  </a:lnTo>
                  <a:lnTo>
                    <a:pt x="706755" y="103822"/>
                  </a:lnTo>
                  <a:lnTo>
                    <a:pt x="705802" y="102870"/>
                  </a:lnTo>
                  <a:lnTo>
                    <a:pt x="704850" y="100965"/>
                  </a:lnTo>
                  <a:lnTo>
                    <a:pt x="703421" y="99536"/>
                  </a:lnTo>
                  <a:lnTo>
                    <a:pt x="702469" y="100013"/>
                  </a:lnTo>
                  <a:lnTo>
                    <a:pt x="700088" y="101441"/>
                  </a:lnTo>
                  <a:lnTo>
                    <a:pt x="697230" y="102394"/>
                  </a:lnTo>
                  <a:lnTo>
                    <a:pt x="695325" y="101918"/>
                  </a:lnTo>
                  <a:lnTo>
                    <a:pt x="691039" y="100965"/>
                  </a:lnTo>
                  <a:lnTo>
                    <a:pt x="689134" y="100489"/>
                  </a:lnTo>
                  <a:lnTo>
                    <a:pt x="688657" y="99536"/>
                  </a:lnTo>
                  <a:lnTo>
                    <a:pt x="688181" y="99060"/>
                  </a:lnTo>
                  <a:lnTo>
                    <a:pt x="687229" y="99536"/>
                  </a:lnTo>
                  <a:lnTo>
                    <a:pt x="685800" y="100489"/>
                  </a:lnTo>
                  <a:lnTo>
                    <a:pt x="684371" y="101441"/>
                  </a:lnTo>
                  <a:lnTo>
                    <a:pt x="681990" y="102870"/>
                  </a:lnTo>
                  <a:lnTo>
                    <a:pt x="677227" y="105728"/>
                  </a:lnTo>
                  <a:lnTo>
                    <a:pt x="675799" y="106680"/>
                  </a:lnTo>
                  <a:lnTo>
                    <a:pt x="674370" y="106204"/>
                  </a:lnTo>
                  <a:lnTo>
                    <a:pt x="672465" y="105728"/>
                  </a:lnTo>
                  <a:lnTo>
                    <a:pt x="670084" y="105728"/>
                  </a:lnTo>
                  <a:lnTo>
                    <a:pt x="665321" y="103822"/>
                  </a:lnTo>
                  <a:lnTo>
                    <a:pt x="662464" y="102394"/>
                  </a:lnTo>
                  <a:lnTo>
                    <a:pt x="661035" y="100965"/>
                  </a:lnTo>
                  <a:lnTo>
                    <a:pt x="659606" y="100489"/>
                  </a:lnTo>
                  <a:lnTo>
                    <a:pt x="658654" y="100013"/>
                  </a:lnTo>
                  <a:lnTo>
                    <a:pt x="657225" y="100013"/>
                  </a:lnTo>
                  <a:lnTo>
                    <a:pt x="655796" y="99060"/>
                  </a:lnTo>
                  <a:lnTo>
                    <a:pt x="655796" y="97631"/>
                  </a:lnTo>
                  <a:lnTo>
                    <a:pt x="655320" y="96203"/>
                  </a:lnTo>
                  <a:lnTo>
                    <a:pt x="653891" y="95726"/>
                  </a:lnTo>
                  <a:lnTo>
                    <a:pt x="651034" y="96203"/>
                  </a:lnTo>
                  <a:lnTo>
                    <a:pt x="650081" y="95726"/>
                  </a:lnTo>
                  <a:lnTo>
                    <a:pt x="648176" y="94297"/>
                  </a:lnTo>
                  <a:lnTo>
                    <a:pt x="646747" y="92393"/>
                  </a:lnTo>
                  <a:lnTo>
                    <a:pt x="646271" y="90964"/>
                  </a:lnTo>
                  <a:lnTo>
                    <a:pt x="645319" y="90964"/>
                  </a:lnTo>
                  <a:lnTo>
                    <a:pt x="642938" y="92393"/>
                  </a:lnTo>
                  <a:lnTo>
                    <a:pt x="641509" y="92869"/>
                  </a:lnTo>
                  <a:lnTo>
                    <a:pt x="640556" y="92393"/>
                  </a:lnTo>
                  <a:lnTo>
                    <a:pt x="639127" y="92393"/>
                  </a:lnTo>
                  <a:lnTo>
                    <a:pt x="636270" y="93821"/>
                  </a:lnTo>
                  <a:lnTo>
                    <a:pt x="634365" y="94297"/>
                  </a:lnTo>
                  <a:lnTo>
                    <a:pt x="632936" y="95726"/>
                  </a:lnTo>
                  <a:lnTo>
                    <a:pt x="623411" y="96679"/>
                  </a:lnTo>
                  <a:lnTo>
                    <a:pt x="621030" y="97155"/>
                  </a:lnTo>
                  <a:lnTo>
                    <a:pt x="615315" y="94297"/>
                  </a:lnTo>
                  <a:lnTo>
                    <a:pt x="613886" y="93345"/>
                  </a:lnTo>
                  <a:lnTo>
                    <a:pt x="612934" y="93345"/>
                  </a:lnTo>
                  <a:lnTo>
                    <a:pt x="612457" y="93345"/>
                  </a:lnTo>
                  <a:lnTo>
                    <a:pt x="612457" y="93821"/>
                  </a:lnTo>
                  <a:lnTo>
                    <a:pt x="611505" y="97155"/>
                  </a:lnTo>
                  <a:lnTo>
                    <a:pt x="610552" y="98108"/>
                  </a:lnTo>
                  <a:lnTo>
                    <a:pt x="609124" y="99060"/>
                  </a:lnTo>
                  <a:lnTo>
                    <a:pt x="607695" y="100489"/>
                  </a:lnTo>
                  <a:lnTo>
                    <a:pt x="607219" y="101918"/>
                  </a:lnTo>
                  <a:lnTo>
                    <a:pt x="609600" y="102870"/>
                  </a:lnTo>
                  <a:lnTo>
                    <a:pt x="611505" y="105728"/>
                  </a:lnTo>
                  <a:lnTo>
                    <a:pt x="613410" y="107633"/>
                  </a:lnTo>
                  <a:lnTo>
                    <a:pt x="614839" y="109538"/>
                  </a:lnTo>
                  <a:lnTo>
                    <a:pt x="614839" y="111443"/>
                  </a:lnTo>
                  <a:lnTo>
                    <a:pt x="614363" y="114300"/>
                  </a:lnTo>
                  <a:lnTo>
                    <a:pt x="613410" y="115253"/>
                  </a:lnTo>
                  <a:lnTo>
                    <a:pt x="611505" y="115729"/>
                  </a:lnTo>
                  <a:lnTo>
                    <a:pt x="604361" y="114300"/>
                  </a:lnTo>
                  <a:lnTo>
                    <a:pt x="599122" y="112871"/>
                  </a:lnTo>
                  <a:lnTo>
                    <a:pt x="596741" y="112395"/>
                  </a:lnTo>
                  <a:lnTo>
                    <a:pt x="595789" y="111919"/>
                  </a:lnTo>
                  <a:lnTo>
                    <a:pt x="594360" y="112395"/>
                  </a:lnTo>
                  <a:lnTo>
                    <a:pt x="592931" y="112871"/>
                  </a:lnTo>
                  <a:lnTo>
                    <a:pt x="591026" y="112395"/>
                  </a:lnTo>
                  <a:lnTo>
                    <a:pt x="588645" y="112871"/>
                  </a:lnTo>
                  <a:lnTo>
                    <a:pt x="586264" y="113824"/>
                  </a:lnTo>
                  <a:lnTo>
                    <a:pt x="583882" y="114300"/>
                  </a:lnTo>
                  <a:lnTo>
                    <a:pt x="579596" y="113347"/>
                  </a:lnTo>
                  <a:lnTo>
                    <a:pt x="578167" y="113347"/>
                  </a:lnTo>
                  <a:lnTo>
                    <a:pt x="577215" y="112871"/>
                  </a:lnTo>
                  <a:lnTo>
                    <a:pt x="575310" y="110490"/>
                  </a:lnTo>
                  <a:lnTo>
                    <a:pt x="574357" y="110014"/>
                  </a:lnTo>
                  <a:lnTo>
                    <a:pt x="571976" y="110966"/>
                  </a:lnTo>
                  <a:lnTo>
                    <a:pt x="569119" y="111919"/>
                  </a:lnTo>
                  <a:lnTo>
                    <a:pt x="567690" y="111919"/>
                  </a:lnTo>
                  <a:lnTo>
                    <a:pt x="565785" y="112871"/>
                  </a:lnTo>
                  <a:lnTo>
                    <a:pt x="564356" y="113824"/>
                  </a:lnTo>
                  <a:lnTo>
                    <a:pt x="561499" y="118586"/>
                  </a:lnTo>
                  <a:lnTo>
                    <a:pt x="560070" y="120015"/>
                  </a:lnTo>
                  <a:lnTo>
                    <a:pt x="558641" y="120968"/>
                  </a:lnTo>
                  <a:lnTo>
                    <a:pt x="555307" y="120968"/>
                  </a:lnTo>
                  <a:lnTo>
                    <a:pt x="551974" y="120968"/>
                  </a:lnTo>
                  <a:lnTo>
                    <a:pt x="549116" y="121920"/>
                  </a:lnTo>
                  <a:lnTo>
                    <a:pt x="545782" y="122396"/>
                  </a:lnTo>
                  <a:lnTo>
                    <a:pt x="544354" y="122396"/>
                  </a:lnTo>
                  <a:lnTo>
                    <a:pt x="543877" y="124778"/>
                  </a:lnTo>
                  <a:lnTo>
                    <a:pt x="543401" y="125730"/>
                  </a:lnTo>
                  <a:lnTo>
                    <a:pt x="542449" y="126206"/>
                  </a:lnTo>
                  <a:lnTo>
                    <a:pt x="540544" y="126206"/>
                  </a:lnTo>
                  <a:lnTo>
                    <a:pt x="538639" y="126206"/>
                  </a:lnTo>
                  <a:lnTo>
                    <a:pt x="537686" y="125254"/>
                  </a:lnTo>
                  <a:lnTo>
                    <a:pt x="535781" y="124778"/>
                  </a:lnTo>
                  <a:lnTo>
                    <a:pt x="533876" y="124301"/>
                  </a:lnTo>
                  <a:lnTo>
                    <a:pt x="532924" y="123825"/>
                  </a:lnTo>
                  <a:lnTo>
                    <a:pt x="531971" y="123825"/>
                  </a:lnTo>
                  <a:lnTo>
                    <a:pt x="531019" y="124778"/>
                  </a:lnTo>
                  <a:lnTo>
                    <a:pt x="530542" y="125730"/>
                  </a:lnTo>
                  <a:lnTo>
                    <a:pt x="530066" y="127159"/>
                  </a:lnTo>
                  <a:lnTo>
                    <a:pt x="527209" y="127635"/>
                  </a:lnTo>
                  <a:lnTo>
                    <a:pt x="526256" y="128588"/>
                  </a:lnTo>
                  <a:lnTo>
                    <a:pt x="526732" y="131445"/>
                  </a:lnTo>
                  <a:lnTo>
                    <a:pt x="526256" y="132874"/>
                  </a:lnTo>
                  <a:lnTo>
                    <a:pt x="525780" y="133826"/>
                  </a:lnTo>
                  <a:lnTo>
                    <a:pt x="522446" y="133826"/>
                  </a:lnTo>
                  <a:lnTo>
                    <a:pt x="519589" y="133826"/>
                  </a:lnTo>
                  <a:lnTo>
                    <a:pt x="518160" y="134779"/>
                  </a:lnTo>
                  <a:lnTo>
                    <a:pt x="516255" y="136208"/>
                  </a:lnTo>
                  <a:lnTo>
                    <a:pt x="515302" y="136684"/>
                  </a:lnTo>
                  <a:lnTo>
                    <a:pt x="513874" y="136684"/>
                  </a:lnTo>
                  <a:lnTo>
                    <a:pt x="511969" y="135255"/>
                  </a:lnTo>
                  <a:lnTo>
                    <a:pt x="510064" y="133350"/>
                  </a:lnTo>
                  <a:lnTo>
                    <a:pt x="505777" y="131921"/>
                  </a:lnTo>
                  <a:lnTo>
                    <a:pt x="501491" y="130969"/>
                  </a:lnTo>
                  <a:lnTo>
                    <a:pt x="498634" y="128111"/>
                  </a:lnTo>
                  <a:lnTo>
                    <a:pt x="498157" y="126683"/>
                  </a:lnTo>
                  <a:lnTo>
                    <a:pt x="496729" y="126206"/>
                  </a:lnTo>
                  <a:lnTo>
                    <a:pt x="493395" y="122872"/>
                  </a:lnTo>
                  <a:lnTo>
                    <a:pt x="491490" y="120491"/>
                  </a:lnTo>
                  <a:lnTo>
                    <a:pt x="489585" y="120015"/>
                  </a:lnTo>
                  <a:lnTo>
                    <a:pt x="487204" y="119063"/>
                  </a:lnTo>
                  <a:lnTo>
                    <a:pt x="487204" y="117634"/>
                  </a:lnTo>
                  <a:lnTo>
                    <a:pt x="487204" y="116205"/>
                  </a:lnTo>
                  <a:lnTo>
                    <a:pt x="486251" y="115729"/>
                  </a:lnTo>
                  <a:lnTo>
                    <a:pt x="484822" y="115253"/>
                  </a:lnTo>
                  <a:lnTo>
                    <a:pt x="484346" y="114300"/>
                  </a:lnTo>
                  <a:lnTo>
                    <a:pt x="484346" y="112395"/>
                  </a:lnTo>
                  <a:lnTo>
                    <a:pt x="484822" y="107156"/>
                  </a:lnTo>
                  <a:lnTo>
                    <a:pt x="484346" y="101918"/>
                  </a:lnTo>
                  <a:lnTo>
                    <a:pt x="481013" y="100013"/>
                  </a:lnTo>
                  <a:lnTo>
                    <a:pt x="479584" y="98584"/>
                  </a:lnTo>
                  <a:lnTo>
                    <a:pt x="477202" y="90964"/>
                  </a:lnTo>
                  <a:lnTo>
                    <a:pt x="476250" y="87630"/>
                  </a:lnTo>
                  <a:lnTo>
                    <a:pt x="476250" y="85249"/>
                  </a:lnTo>
                  <a:lnTo>
                    <a:pt x="477202" y="77629"/>
                  </a:lnTo>
                  <a:lnTo>
                    <a:pt x="478155" y="74295"/>
                  </a:lnTo>
                  <a:lnTo>
                    <a:pt x="480536" y="67628"/>
                  </a:lnTo>
                  <a:lnTo>
                    <a:pt x="481965" y="65246"/>
                  </a:lnTo>
                  <a:lnTo>
                    <a:pt x="481965" y="63818"/>
                  </a:lnTo>
                  <a:lnTo>
                    <a:pt x="481965" y="61913"/>
                  </a:lnTo>
                  <a:lnTo>
                    <a:pt x="481013" y="57626"/>
                  </a:lnTo>
                  <a:lnTo>
                    <a:pt x="485299" y="54769"/>
                  </a:lnTo>
                  <a:lnTo>
                    <a:pt x="487204" y="53816"/>
                  </a:lnTo>
                  <a:lnTo>
                    <a:pt x="487680" y="51911"/>
                  </a:lnTo>
                  <a:lnTo>
                    <a:pt x="490061" y="49530"/>
                  </a:lnTo>
                  <a:lnTo>
                    <a:pt x="491014" y="47149"/>
                  </a:lnTo>
                  <a:lnTo>
                    <a:pt x="491966" y="45244"/>
                  </a:lnTo>
                  <a:lnTo>
                    <a:pt x="491966" y="44291"/>
                  </a:lnTo>
                  <a:lnTo>
                    <a:pt x="491014" y="43815"/>
                  </a:lnTo>
                  <a:lnTo>
                    <a:pt x="490061" y="42386"/>
                  </a:lnTo>
                  <a:lnTo>
                    <a:pt x="487680" y="37624"/>
                  </a:lnTo>
                  <a:lnTo>
                    <a:pt x="486727" y="36671"/>
                  </a:lnTo>
                  <a:lnTo>
                    <a:pt x="485775" y="35243"/>
                  </a:lnTo>
                  <a:lnTo>
                    <a:pt x="486251" y="33338"/>
                  </a:lnTo>
                  <a:lnTo>
                    <a:pt x="487204" y="30956"/>
                  </a:lnTo>
                  <a:lnTo>
                    <a:pt x="487204" y="30004"/>
                  </a:lnTo>
                  <a:lnTo>
                    <a:pt x="485775" y="28575"/>
                  </a:lnTo>
                  <a:lnTo>
                    <a:pt x="482917" y="26670"/>
                  </a:lnTo>
                  <a:lnTo>
                    <a:pt x="480536" y="26670"/>
                  </a:lnTo>
                  <a:lnTo>
                    <a:pt x="478631" y="25718"/>
                  </a:lnTo>
                  <a:lnTo>
                    <a:pt x="475774" y="25718"/>
                  </a:lnTo>
                  <a:lnTo>
                    <a:pt x="473392" y="25718"/>
                  </a:lnTo>
                  <a:lnTo>
                    <a:pt x="471964" y="24765"/>
                  </a:lnTo>
                  <a:lnTo>
                    <a:pt x="472440" y="23336"/>
                  </a:lnTo>
                  <a:lnTo>
                    <a:pt x="472916" y="22384"/>
                  </a:lnTo>
                  <a:lnTo>
                    <a:pt x="474821" y="20003"/>
                  </a:lnTo>
                  <a:lnTo>
                    <a:pt x="476250" y="17621"/>
                  </a:lnTo>
                  <a:lnTo>
                    <a:pt x="476250" y="15240"/>
                  </a:lnTo>
                  <a:lnTo>
                    <a:pt x="476726" y="11906"/>
                  </a:lnTo>
                  <a:lnTo>
                    <a:pt x="477202" y="9049"/>
                  </a:lnTo>
                  <a:lnTo>
                    <a:pt x="477679" y="5715"/>
                  </a:lnTo>
                  <a:lnTo>
                    <a:pt x="474821" y="3810"/>
                  </a:lnTo>
                  <a:lnTo>
                    <a:pt x="473869" y="1905"/>
                  </a:lnTo>
                  <a:lnTo>
                    <a:pt x="472440" y="476"/>
                  </a:lnTo>
                  <a:lnTo>
                    <a:pt x="469582" y="476"/>
                  </a:lnTo>
                  <a:lnTo>
                    <a:pt x="467677" y="0"/>
                  </a:lnTo>
                  <a:lnTo>
                    <a:pt x="464820" y="3334"/>
                  </a:lnTo>
                  <a:lnTo>
                    <a:pt x="462439" y="2858"/>
                  </a:lnTo>
                  <a:lnTo>
                    <a:pt x="460534" y="3810"/>
                  </a:lnTo>
                  <a:lnTo>
                    <a:pt x="456724" y="3810"/>
                  </a:lnTo>
                  <a:lnTo>
                    <a:pt x="454342" y="2858"/>
                  </a:lnTo>
                  <a:lnTo>
                    <a:pt x="450532" y="3334"/>
                  </a:lnTo>
                  <a:lnTo>
                    <a:pt x="451485" y="3810"/>
                  </a:lnTo>
                  <a:lnTo>
                    <a:pt x="452914" y="4763"/>
                  </a:lnTo>
                  <a:lnTo>
                    <a:pt x="454342" y="7620"/>
                  </a:lnTo>
                  <a:lnTo>
                    <a:pt x="455295" y="10478"/>
                  </a:lnTo>
                  <a:lnTo>
                    <a:pt x="455295" y="11906"/>
                  </a:lnTo>
                  <a:lnTo>
                    <a:pt x="454342" y="13811"/>
                  </a:lnTo>
                  <a:lnTo>
                    <a:pt x="452438" y="16193"/>
                  </a:lnTo>
                  <a:lnTo>
                    <a:pt x="450532" y="17621"/>
                  </a:lnTo>
                  <a:lnTo>
                    <a:pt x="447199" y="19050"/>
                  </a:lnTo>
                  <a:lnTo>
                    <a:pt x="444817" y="20479"/>
                  </a:lnTo>
                  <a:lnTo>
                    <a:pt x="442913" y="24289"/>
                  </a:lnTo>
                  <a:lnTo>
                    <a:pt x="441484" y="25718"/>
                  </a:lnTo>
                  <a:lnTo>
                    <a:pt x="440531" y="26194"/>
                  </a:lnTo>
                  <a:lnTo>
                    <a:pt x="438150" y="26670"/>
                  </a:lnTo>
                  <a:lnTo>
                    <a:pt x="434340" y="26670"/>
                  </a:lnTo>
                  <a:lnTo>
                    <a:pt x="431959" y="26194"/>
                  </a:lnTo>
                  <a:lnTo>
                    <a:pt x="429101" y="29051"/>
                  </a:lnTo>
                  <a:lnTo>
                    <a:pt x="425291" y="30004"/>
                  </a:lnTo>
                  <a:lnTo>
                    <a:pt x="422910" y="33814"/>
                  </a:lnTo>
                  <a:lnTo>
                    <a:pt x="413861" y="36671"/>
                  </a:lnTo>
                  <a:lnTo>
                    <a:pt x="404813" y="39053"/>
                  </a:lnTo>
                  <a:lnTo>
                    <a:pt x="402431" y="40005"/>
                  </a:lnTo>
                  <a:lnTo>
                    <a:pt x="393859" y="38100"/>
                  </a:lnTo>
                  <a:lnTo>
                    <a:pt x="391954" y="38576"/>
                  </a:lnTo>
                  <a:lnTo>
                    <a:pt x="389572" y="40481"/>
                  </a:lnTo>
                  <a:lnTo>
                    <a:pt x="387191" y="41910"/>
                  </a:lnTo>
                  <a:lnTo>
                    <a:pt x="385286" y="41910"/>
                  </a:lnTo>
                  <a:lnTo>
                    <a:pt x="383857" y="42863"/>
                  </a:lnTo>
                  <a:lnTo>
                    <a:pt x="382905" y="45244"/>
                  </a:lnTo>
                  <a:lnTo>
                    <a:pt x="381952" y="54293"/>
                  </a:lnTo>
                  <a:lnTo>
                    <a:pt x="378619" y="57150"/>
                  </a:lnTo>
                  <a:lnTo>
                    <a:pt x="374809" y="57150"/>
                  </a:lnTo>
                  <a:lnTo>
                    <a:pt x="372427" y="53816"/>
                  </a:lnTo>
                  <a:lnTo>
                    <a:pt x="369570" y="51435"/>
                  </a:lnTo>
                  <a:lnTo>
                    <a:pt x="364331" y="45720"/>
                  </a:lnTo>
                  <a:lnTo>
                    <a:pt x="362902" y="44768"/>
                  </a:lnTo>
                  <a:lnTo>
                    <a:pt x="361474" y="44768"/>
                  </a:lnTo>
                  <a:lnTo>
                    <a:pt x="356235" y="46196"/>
                  </a:lnTo>
                  <a:lnTo>
                    <a:pt x="353854" y="45244"/>
                  </a:lnTo>
                  <a:lnTo>
                    <a:pt x="351949" y="44291"/>
                  </a:lnTo>
                  <a:lnTo>
                    <a:pt x="348615" y="44768"/>
                  </a:lnTo>
                  <a:lnTo>
                    <a:pt x="342900" y="44768"/>
                  </a:lnTo>
                  <a:lnTo>
                    <a:pt x="339090" y="44768"/>
                  </a:lnTo>
                  <a:lnTo>
                    <a:pt x="337185" y="43339"/>
                  </a:lnTo>
                  <a:lnTo>
                    <a:pt x="335756" y="40005"/>
                  </a:lnTo>
                  <a:lnTo>
                    <a:pt x="334804" y="39053"/>
                  </a:lnTo>
                  <a:lnTo>
                    <a:pt x="333375" y="38100"/>
                  </a:lnTo>
                  <a:lnTo>
                    <a:pt x="330994" y="37624"/>
                  </a:lnTo>
                  <a:lnTo>
                    <a:pt x="321945" y="37624"/>
                  </a:lnTo>
                  <a:lnTo>
                    <a:pt x="320040" y="37624"/>
                  </a:lnTo>
                  <a:lnTo>
                    <a:pt x="318611" y="37147"/>
                  </a:lnTo>
                  <a:lnTo>
                    <a:pt x="316706" y="34290"/>
                  </a:lnTo>
                  <a:lnTo>
                    <a:pt x="314801" y="32861"/>
                  </a:lnTo>
                  <a:lnTo>
                    <a:pt x="312420" y="32861"/>
                  </a:lnTo>
                  <a:lnTo>
                    <a:pt x="311467" y="34290"/>
                  </a:lnTo>
                  <a:lnTo>
                    <a:pt x="315277" y="39053"/>
                  </a:lnTo>
                  <a:lnTo>
                    <a:pt x="316230" y="41434"/>
                  </a:lnTo>
                  <a:lnTo>
                    <a:pt x="319564" y="45244"/>
                  </a:lnTo>
                  <a:lnTo>
                    <a:pt x="329565" y="53340"/>
                  </a:lnTo>
                  <a:lnTo>
                    <a:pt x="331470" y="55721"/>
                  </a:lnTo>
                  <a:lnTo>
                    <a:pt x="331470" y="59055"/>
                  </a:lnTo>
                  <a:lnTo>
                    <a:pt x="331470" y="63818"/>
                  </a:lnTo>
                  <a:lnTo>
                    <a:pt x="331946" y="68580"/>
                  </a:lnTo>
                  <a:lnTo>
                    <a:pt x="334327" y="75247"/>
                  </a:lnTo>
                  <a:lnTo>
                    <a:pt x="338138" y="81915"/>
                  </a:lnTo>
                  <a:lnTo>
                    <a:pt x="339090" y="86201"/>
                  </a:lnTo>
                  <a:lnTo>
                    <a:pt x="338614" y="89535"/>
                  </a:lnTo>
                  <a:lnTo>
                    <a:pt x="338138" y="91440"/>
                  </a:lnTo>
                  <a:lnTo>
                    <a:pt x="338138" y="92393"/>
                  </a:lnTo>
                  <a:lnTo>
                    <a:pt x="339090" y="92869"/>
                  </a:lnTo>
                  <a:lnTo>
                    <a:pt x="342424" y="93821"/>
                  </a:lnTo>
                  <a:lnTo>
                    <a:pt x="349567" y="94297"/>
                  </a:lnTo>
                  <a:lnTo>
                    <a:pt x="353854" y="94297"/>
                  </a:lnTo>
                  <a:lnTo>
                    <a:pt x="360521" y="95250"/>
                  </a:lnTo>
                  <a:lnTo>
                    <a:pt x="360997" y="97631"/>
                  </a:lnTo>
                  <a:lnTo>
                    <a:pt x="360521" y="101441"/>
                  </a:lnTo>
                  <a:lnTo>
                    <a:pt x="359092" y="103822"/>
                  </a:lnTo>
                  <a:lnTo>
                    <a:pt x="358140" y="104299"/>
                  </a:lnTo>
                  <a:lnTo>
                    <a:pt x="354330" y="104775"/>
                  </a:lnTo>
                  <a:lnTo>
                    <a:pt x="350520" y="107156"/>
                  </a:lnTo>
                  <a:lnTo>
                    <a:pt x="344805" y="109538"/>
                  </a:lnTo>
                  <a:lnTo>
                    <a:pt x="341471" y="110014"/>
                  </a:lnTo>
                  <a:lnTo>
                    <a:pt x="340042" y="110490"/>
                  </a:lnTo>
                  <a:lnTo>
                    <a:pt x="339090" y="111443"/>
                  </a:lnTo>
                  <a:lnTo>
                    <a:pt x="338138" y="112395"/>
                  </a:lnTo>
                  <a:lnTo>
                    <a:pt x="337185" y="116681"/>
                  </a:lnTo>
                  <a:lnTo>
                    <a:pt x="335756" y="121920"/>
                  </a:lnTo>
                  <a:lnTo>
                    <a:pt x="332899" y="124778"/>
                  </a:lnTo>
                  <a:lnTo>
                    <a:pt x="329565" y="127159"/>
                  </a:lnTo>
                  <a:lnTo>
                    <a:pt x="326231" y="127635"/>
                  </a:lnTo>
                  <a:lnTo>
                    <a:pt x="323374" y="127635"/>
                  </a:lnTo>
                  <a:lnTo>
                    <a:pt x="321945" y="128588"/>
                  </a:lnTo>
                  <a:lnTo>
                    <a:pt x="320040" y="130493"/>
                  </a:lnTo>
                  <a:lnTo>
                    <a:pt x="317182" y="132874"/>
                  </a:lnTo>
                  <a:lnTo>
                    <a:pt x="314801" y="134303"/>
                  </a:lnTo>
                  <a:lnTo>
                    <a:pt x="311944" y="134303"/>
                  </a:lnTo>
                  <a:lnTo>
                    <a:pt x="308610" y="135731"/>
                  </a:lnTo>
                  <a:lnTo>
                    <a:pt x="304800" y="137636"/>
                  </a:lnTo>
                  <a:lnTo>
                    <a:pt x="301942" y="139541"/>
                  </a:lnTo>
                  <a:lnTo>
                    <a:pt x="299561" y="142399"/>
                  </a:lnTo>
                  <a:lnTo>
                    <a:pt x="296227" y="145256"/>
                  </a:lnTo>
                  <a:lnTo>
                    <a:pt x="292894" y="147161"/>
                  </a:lnTo>
                  <a:lnTo>
                    <a:pt x="291465" y="150019"/>
                  </a:lnTo>
                  <a:lnTo>
                    <a:pt x="289084" y="153353"/>
                  </a:lnTo>
                  <a:lnTo>
                    <a:pt x="286226" y="153353"/>
                  </a:lnTo>
                  <a:lnTo>
                    <a:pt x="286226" y="151447"/>
                  </a:lnTo>
                  <a:lnTo>
                    <a:pt x="287655" y="148114"/>
                  </a:lnTo>
                  <a:lnTo>
                    <a:pt x="286226" y="145256"/>
                  </a:lnTo>
                  <a:lnTo>
                    <a:pt x="283369" y="143828"/>
                  </a:lnTo>
                  <a:lnTo>
                    <a:pt x="281940" y="143351"/>
                  </a:lnTo>
                  <a:lnTo>
                    <a:pt x="280511" y="143351"/>
                  </a:lnTo>
                  <a:lnTo>
                    <a:pt x="277177" y="144780"/>
                  </a:lnTo>
                  <a:lnTo>
                    <a:pt x="273367" y="147161"/>
                  </a:lnTo>
                  <a:lnTo>
                    <a:pt x="270986" y="149066"/>
                  </a:lnTo>
                  <a:lnTo>
                    <a:pt x="268605" y="150019"/>
                  </a:lnTo>
                  <a:lnTo>
                    <a:pt x="264319" y="150971"/>
                  </a:lnTo>
                  <a:lnTo>
                    <a:pt x="260509" y="151447"/>
                  </a:lnTo>
                  <a:lnTo>
                    <a:pt x="259080" y="150971"/>
                  </a:lnTo>
                  <a:lnTo>
                    <a:pt x="256222" y="149066"/>
                  </a:lnTo>
                  <a:lnTo>
                    <a:pt x="249555" y="143351"/>
                  </a:lnTo>
                  <a:lnTo>
                    <a:pt x="240982" y="135731"/>
                  </a:lnTo>
                  <a:lnTo>
                    <a:pt x="234315" y="137160"/>
                  </a:lnTo>
                  <a:lnTo>
                    <a:pt x="233839" y="137160"/>
                  </a:lnTo>
                  <a:lnTo>
                    <a:pt x="233363" y="136208"/>
                  </a:lnTo>
                  <a:lnTo>
                    <a:pt x="233363" y="130016"/>
                  </a:lnTo>
                  <a:lnTo>
                    <a:pt x="233363" y="122872"/>
                  </a:lnTo>
                  <a:lnTo>
                    <a:pt x="232410" y="120015"/>
                  </a:lnTo>
                  <a:lnTo>
                    <a:pt x="229552" y="115253"/>
                  </a:lnTo>
                  <a:lnTo>
                    <a:pt x="225742" y="109061"/>
                  </a:lnTo>
                  <a:lnTo>
                    <a:pt x="224790" y="107156"/>
                  </a:lnTo>
                  <a:lnTo>
                    <a:pt x="223361" y="106204"/>
                  </a:lnTo>
                  <a:lnTo>
                    <a:pt x="221456" y="106204"/>
                  </a:lnTo>
                  <a:lnTo>
                    <a:pt x="220027" y="106680"/>
                  </a:lnTo>
                  <a:lnTo>
                    <a:pt x="218122" y="107633"/>
                  </a:lnTo>
                  <a:lnTo>
                    <a:pt x="216217" y="109061"/>
                  </a:lnTo>
                  <a:lnTo>
                    <a:pt x="212884" y="112871"/>
                  </a:lnTo>
                  <a:lnTo>
                    <a:pt x="209550" y="117158"/>
                  </a:lnTo>
                  <a:lnTo>
                    <a:pt x="207645" y="118110"/>
                  </a:lnTo>
                  <a:lnTo>
                    <a:pt x="205740" y="118586"/>
                  </a:lnTo>
                  <a:lnTo>
                    <a:pt x="203835" y="118586"/>
                  </a:lnTo>
                  <a:lnTo>
                    <a:pt x="202406" y="117158"/>
                  </a:lnTo>
                  <a:lnTo>
                    <a:pt x="200977" y="114776"/>
                  </a:lnTo>
                  <a:lnTo>
                    <a:pt x="199072" y="111443"/>
                  </a:lnTo>
                  <a:lnTo>
                    <a:pt x="196691" y="110490"/>
                  </a:lnTo>
                  <a:lnTo>
                    <a:pt x="195739" y="111443"/>
                  </a:lnTo>
                  <a:lnTo>
                    <a:pt x="194786" y="113347"/>
                  </a:lnTo>
                  <a:lnTo>
                    <a:pt x="194310" y="115253"/>
                  </a:lnTo>
                  <a:lnTo>
                    <a:pt x="195739" y="117634"/>
                  </a:lnTo>
                  <a:lnTo>
                    <a:pt x="197167" y="119539"/>
                  </a:lnTo>
                  <a:lnTo>
                    <a:pt x="195263" y="119539"/>
                  </a:lnTo>
                  <a:lnTo>
                    <a:pt x="188119" y="119539"/>
                  </a:lnTo>
                  <a:lnTo>
                    <a:pt x="180022" y="119539"/>
                  </a:lnTo>
                  <a:lnTo>
                    <a:pt x="171926" y="119539"/>
                  </a:lnTo>
                  <a:lnTo>
                    <a:pt x="164782" y="119539"/>
                  </a:lnTo>
                  <a:lnTo>
                    <a:pt x="158115" y="119539"/>
                  </a:lnTo>
                  <a:lnTo>
                    <a:pt x="155734" y="119539"/>
                  </a:lnTo>
                  <a:lnTo>
                    <a:pt x="153352" y="118586"/>
                  </a:lnTo>
                  <a:lnTo>
                    <a:pt x="150971" y="118110"/>
                  </a:lnTo>
                  <a:lnTo>
                    <a:pt x="149542" y="118110"/>
                  </a:lnTo>
                  <a:lnTo>
                    <a:pt x="147161" y="119063"/>
                  </a:lnTo>
                  <a:lnTo>
                    <a:pt x="144304" y="119063"/>
                  </a:lnTo>
                  <a:lnTo>
                    <a:pt x="142399" y="120015"/>
                  </a:lnTo>
                  <a:lnTo>
                    <a:pt x="140970" y="120015"/>
                  </a:lnTo>
                  <a:lnTo>
                    <a:pt x="140970" y="125730"/>
                  </a:lnTo>
                  <a:lnTo>
                    <a:pt x="140970" y="133826"/>
                  </a:lnTo>
                  <a:lnTo>
                    <a:pt x="140970" y="142399"/>
                  </a:lnTo>
                  <a:lnTo>
                    <a:pt x="142875" y="141922"/>
                  </a:lnTo>
                  <a:lnTo>
                    <a:pt x="144304" y="141922"/>
                  </a:lnTo>
                  <a:lnTo>
                    <a:pt x="145256" y="142399"/>
                  </a:lnTo>
                  <a:lnTo>
                    <a:pt x="148590" y="141922"/>
                  </a:lnTo>
                  <a:lnTo>
                    <a:pt x="150495" y="142399"/>
                  </a:lnTo>
                  <a:lnTo>
                    <a:pt x="152400" y="142399"/>
                  </a:lnTo>
                  <a:lnTo>
                    <a:pt x="153829" y="142399"/>
                  </a:lnTo>
                  <a:lnTo>
                    <a:pt x="154781" y="142875"/>
                  </a:lnTo>
                  <a:lnTo>
                    <a:pt x="156210" y="142875"/>
                  </a:lnTo>
                  <a:lnTo>
                    <a:pt x="157639" y="141922"/>
                  </a:lnTo>
                  <a:lnTo>
                    <a:pt x="159544" y="142399"/>
                  </a:lnTo>
                  <a:lnTo>
                    <a:pt x="161449" y="143351"/>
                  </a:lnTo>
                  <a:lnTo>
                    <a:pt x="162401" y="145256"/>
                  </a:lnTo>
                  <a:lnTo>
                    <a:pt x="163354" y="147638"/>
                  </a:lnTo>
                  <a:lnTo>
                    <a:pt x="164306" y="148590"/>
                  </a:lnTo>
                  <a:lnTo>
                    <a:pt x="164306" y="150495"/>
                  </a:lnTo>
                  <a:lnTo>
                    <a:pt x="164306" y="151924"/>
                  </a:lnTo>
                  <a:lnTo>
                    <a:pt x="163830" y="153353"/>
                  </a:lnTo>
                  <a:lnTo>
                    <a:pt x="164306" y="154305"/>
                  </a:lnTo>
                  <a:lnTo>
                    <a:pt x="164782" y="155258"/>
                  </a:lnTo>
                  <a:lnTo>
                    <a:pt x="164782" y="155734"/>
                  </a:lnTo>
                  <a:lnTo>
                    <a:pt x="164306" y="156210"/>
                  </a:lnTo>
                  <a:lnTo>
                    <a:pt x="162877" y="156210"/>
                  </a:lnTo>
                  <a:lnTo>
                    <a:pt x="161449" y="156210"/>
                  </a:lnTo>
                  <a:lnTo>
                    <a:pt x="160496" y="156210"/>
                  </a:lnTo>
                  <a:lnTo>
                    <a:pt x="159544" y="155258"/>
                  </a:lnTo>
                  <a:lnTo>
                    <a:pt x="158591" y="155258"/>
                  </a:lnTo>
                  <a:lnTo>
                    <a:pt x="157639" y="155258"/>
                  </a:lnTo>
                  <a:lnTo>
                    <a:pt x="156686" y="154781"/>
                  </a:lnTo>
                  <a:lnTo>
                    <a:pt x="155734" y="153829"/>
                  </a:lnTo>
                  <a:lnTo>
                    <a:pt x="153829" y="152876"/>
                  </a:lnTo>
                  <a:lnTo>
                    <a:pt x="151924" y="153353"/>
                  </a:lnTo>
                  <a:lnTo>
                    <a:pt x="150495" y="153829"/>
                  </a:lnTo>
                  <a:lnTo>
                    <a:pt x="149066" y="154305"/>
                  </a:lnTo>
                  <a:lnTo>
                    <a:pt x="147638" y="154781"/>
                  </a:lnTo>
                  <a:lnTo>
                    <a:pt x="146209" y="154781"/>
                  </a:lnTo>
                  <a:lnTo>
                    <a:pt x="144780" y="155258"/>
                  </a:lnTo>
                  <a:lnTo>
                    <a:pt x="143351" y="156210"/>
                  </a:lnTo>
                  <a:lnTo>
                    <a:pt x="141446" y="156686"/>
                  </a:lnTo>
                  <a:lnTo>
                    <a:pt x="139541" y="157163"/>
                  </a:lnTo>
                  <a:lnTo>
                    <a:pt x="137160" y="157639"/>
                  </a:lnTo>
                  <a:lnTo>
                    <a:pt x="135255" y="157639"/>
                  </a:lnTo>
                  <a:lnTo>
                    <a:pt x="132874" y="158115"/>
                  </a:lnTo>
                  <a:lnTo>
                    <a:pt x="132874" y="162401"/>
                  </a:lnTo>
                  <a:lnTo>
                    <a:pt x="132397" y="170974"/>
                  </a:lnTo>
                  <a:lnTo>
                    <a:pt x="132397" y="176689"/>
                  </a:lnTo>
                  <a:lnTo>
                    <a:pt x="132397" y="181928"/>
                  </a:lnTo>
                  <a:lnTo>
                    <a:pt x="133350" y="183833"/>
                  </a:lnTo>
                  <a:lnTo>
                    <a:pt x="137636" y="188119"/>
                  </a:lnTo>
                  <a:lnTo>
                    <a:pt x="140970" y="190500"/>
                  </a:lnTo>
                  <a:lnTo>
                    <a:pt x="143827" y="192881"/>
                  </a:lnTo>
                  <a:lnTo>
                    <a:pt x="146685" y="193834"/>
                  </a:lnTo>
                  <a:lnTo>
                    <a:pt x="147638" y="194786"/>
                  </a:lnTo>
                  <a:lnTo>
                    <a:pt x="148590" y="196215"/>
                  </a:lnTo>
                  <a:lnTo>
                    <a:pt x="149066" y="197644"/>
                  </a:lnTo>
                  <a:lnTo>
                    <a:pt x="149542" y="199072"/>
                  </a:lnTo>
                  <a:lnTo>
                    <a:pt x="149066" y="200501"/>
                  </a:lnTo>
                  <a:lnTo>
                    <a:pt x="148590" y="201930"/>
                  </a:lnTo>
                  <a:lnTo>
                    <a:pt x="149066" y="203359"/>
                  </a:lnTo>
                  <a:lnTo>
                    <a:pt x="150019" y="204311"/>
                  </a:lnTo>
                  <a:lnTo>
                    <a:pt x="150495" y="205740"/>
                  </a:lnTo>
                  <a:lnTo>
                    <a:pt x="150971" y="207169"/>
                  </a:lnTo>
                  <a:lnTo>
                    <a:pt x="151447" y="208597"/>
                  </a:lnTo>
                  <a:lnTo>
                    <a:pt x="152400" y="209550"/>
                  </a:lnTo>
                  <a:lnTo>
                    <a:pt x="153352" y="210026"/>
                  </a:lnTo>
                  <a:lnTo>
                    <a:pt x="154781" y="210979"/>
                  </a:lnTo>
                  <a:lnTo>
                    <a:pt x="154781" y="211931"/>
                  </a:lnTo>
                  <a:lnTo>
                    <a:pt x="154781" y="212884"/>
                  </a:lnTo>
                  <a:lnTo>
                    <a:pt x="154781" y="213836"/>
                  </a:lnTo>
                  <a:lnTo>
                    <a:pt x="156210" y="215741"/>
                  </a:lnTo>
                  <a:lnTo>
                    <a:pt x="156686" y="217170"/>
                  </a:lnTo>
                  <a:lnTo>
                    <a:pt x="156210" y="219075"/>
                  </a:lnTo>
                  <a:lnTo>
                    <a:pt x="155734" y="224790"/>
                  </a:lnTo>
                  <a:lnTo>
                    <a:pt x="154305" y="231458"/>
                  </a:lnTo>
                  <a:lnTo>
                    <a:pt x="153352" y="236696"/>
                  </a:lnTo>
                  <a:lnTo>
                    <a:pt x="151924" y="245269"/>
                  </a:lnTo>
                  <a:lnTo>
                    <a:pt x="150019" y="254794"/>
                  </a:lnTo>
                  <a:lnTo>
                    <a:pt x="147638" y="266700"/>
                  </a:lnTo>
                  <a:lnTo>
                    <a:pt x="145256" y="278606"/>
                  </a:lnTo>
                  <a:lnTo>
                    <a:pt x="143351" y="290036"/>
                  </a:lnTo>
                  <a:lnTo>
                    <a:pt x="141446" y="300514"/>
                  </a:lnTo>
                  <a:lnTo>
                    <a:pt x="139541" y="311944"/>
                  </a:lnTo>
                  <a:lnTo>
                    <a:pt x="138113" y="318611"/>
                  </a:lnTo>
                  <a:lnTo>
                    <a:pt x="137636" y="319564"/>
                  </a:lnTo>
                  <a:lnTo>
                    <a:pt x="137636" y="321945"/>
                  </a:lnTo>
                  <a:lnTo>
                    <a:pt x="136684" y="322897"/>
                  </a:lnTo>
                  <a:lnTo>
                    <a:pt x="134779" y="322897"/>
                  </a:lnTo>
                  <a:lnTo>
                    <a:pt x="132397" y="321469"/>
                  </a:lnTo>
                  <a:lnTo>
                    <a:pt x="130492" y="321945"/>
                  </a:lnTo>
                  <a:lnTo>
                    <a:pt x="128588" y="321945"/>
                  </a:lnTo>
                  <a:lnTo>
                    <a:pt x="125730" y="320040"/>
                  </a:lnTo>
                  <a:lnTo>
                    <a:pt x="124777" y="318135"/>
                  </a:lnTo>
                  <a:lnTo>
                    <a:pt x="122872" y="316706"/>
                  </a:lnTo>
                  <a:lnTo>
                    <a:pt x="118586" y="317183"/>
                  </a:lnTo>
                  <a:lnTo>
                    <a:pt x="115252" y="317183"/>
                  </a:lnTo>
                  <a:lnTo>
                    <a:pt x="112395" y="316706"/>
                  </a:lnTo>
                  <a:lnTo>
                    <a:pt x="109538" y="317183"/>
                  </a:lnTo>
                  <a:lnTo>
                    <a:pt x="107156" y="319088"/>
                  </a:lnTo>
                  <a:lnTo>
                    <a:pt x="105251" y="321469"/>
                  </a:lnTo>
                  <a:lnTo>
                    <a:pt x="103346" y="323374"/>
                  </a:lnTo>
                  <a:lnTo>
                    <a:pt x="97631" y="324803"/>
                  </a:lnTo>
                  <a:lnTo>
                    <a:pt x="94774" y="324803"/>
                  </a:lnTo>
                  <a:lnTo>
                    <a:pt x="91916" y="326231"/>
                  </a:lnTo>
                  <a:lnTo>
                    <a:pt x="87630" y="326708"/>
                  </a:lnTo>
                  <a:lnTo>
                    <a:pt x="84772" y="327660"/>
                  </a:lnTo>
                  <a:lnTo>
                    <a:pt x="79534" y="328136"/>
                  </a:lnTo>
                  <a:lnTo>
                    <a:pt x="73342" y="328613"/>
                  </a:lnTo>
                  <a:lnTo>
                    <a:pt x="70009" y="330041"/>
                  </a:lnTo>
                  <a:lnTo>
                    <a:pt x="68580" y="330994"/>
                  </a:lnTo>
                  <a:lnTo>
                    <a:pt x="65246" y="333375"/>
                  </a:lnTo>
                  <a:lnTo>
                    <a:pt x="59531" y="337185"/>
                  </a:lnTo>
                  <a:lnTo>
                    <a:pt x="56197" y="338614"/>
                  </a:lnTo>
                  <a:lnTo>
                    <a:pt x="52388" y="342424"/>
                  </a:lnTo>
                  <a:lnTo>
                    <a:pt x="47625" y="346234"/>
                  </a:lnTo>
                  <a:lnTo>
                    <a:pt x="44767" y="348139"/>
                  </a:lnTo>
                  <a:lnTo>
                    <a:pt x="40005" y="349091"/>
                  </a:lnTo>
                  <a:lnTo>
                    <a:pt x="38100" y="350044"/>
                  </a:lnTo>
                  <a:lnTo>
                    <a:pt x="37624" y="350996"/>
                  </a:lnTo>
                  <a:lnTo>
                    <a:pt x="38100" y="352425"/>
                  </a:lnTo>
                  <a:lnTo>
                    <a:pt x="37147" y="355759"/>
                  </a:lnTo>
                  <a:lnTo>
                    <a:pt x="35719" y="362426"/>
                  </a:lnTo>
                  <a:lnTo>
                    <a:pt x="35242" y="365760"/>
                  </a:lnTo>
                  <a:lnTo>
                    <a:pt x="34766" y="367189"/>
                  </a:lnTo>
                  <a:lnTo>
                    <a:pt x="31909" y="372428"/>
                  </a:lnTo>
                  <a:lnTo>
                    <a:pt x="28575" y="377190"/>
                  </a:lnTo>
                  <a:lnTo>
                    <a:pt x="27146" y="380524"/>
                  </a:lnTo>
                  <a:lnTo>
                    <a:pt x="26194" y="382905"/>
                  </a:lnTo>
                  <a:lnTo>
                    <a:pt x="27146" y="384810"/>
                  </a:lnTo>
                  <a:lnTo>
                    <a:pt x="28575" y="388144"/>
                  </a:lnTo>
                  <a:lnTo>
                    <a:pt x="29527" y="391001"/>
                  </a:lnTo>
                  <a:lnTo>
                    <a:pt x="30004" y="392906"/>
                  </a:lnTo>
                  <a:lnTo>
                    <a:pt x="29527" y="395288"/>
                  </a:lnTo>
                  <a:lnTo>
                    <a:pt x="28099" y="397193"/>
                  </a:lnTo>
                  <a:lnTo>
                    <a:pt x="26194" y="398621"/>
                  </a:lnTo>
                  <a:lnTo>
                    <a:pt x="23336" y="399097"/>
                  </a:lnTo>
                  <a:lnTo>
                    <a:pt x="17621" y="402431"/>
                  </a:lnTo>
                  <a:lnTo>
                    <a:pt x="10954" y="407670"/>
                  </a:lnTo>
                  <a:lnTo>
                    <a:pt x="8572" y="410051"/>
                  </a:lnTo>
                  <a:lnTo>
                    <a:pt x="8096" y="412433"/>
                  </a:lnTo>
                  <a:lnTo>
                    <a:pt x="7144" y="416243"/>
                  </a:lnTo>
                  <a:lnTo>
                    <a:pt x="7620" y="418147"/>
                  </a:lnTo>
                  <a:lnTo>
                    <a:pt x="8572" y="419576"/>
                  </a:lnTo>
                  <a:lnTo>
                    <a:pt x="9525" y="422434"/>
                  </a:lnTo>
                  <a:lnTo>
                    <a:pt x="9525" y="423863"/>
                  </a:lnTo>
                  <a:lnTo>
                    <a:pt x="8572" y="424815"/>
                  </a:lnTo>
                  <a:lnTo>
                    <a:pt x="6667" y="424815"/>
                  </a:lnTo>
                  <a:lnTo>
                    <a:pt x="4763" y="425291"/>
                  </a:lnTo>
                  <a:lnTo>
                    <a:pt x="3334" y="426244"/>
                  </a:lnTo>
                  <a:lnTo>
                    <a:pt x="1905" y="426244"/>
                  </a:lnTo>
                  <a:lnTo>
                    <a:pt x="952" y="426720"/>
                  </a:lnTo>
                  <a:lnTo>
                    <a:pt x="952" y="428149"/>
                  </a:lnTo>
                  <a:lnTo>
                    <a:pt x="1429" y="429578"/>
                  </a:lnTo>
                  <a:lnTo>
                    <a:pt x="1429" y="431006"/>
                  </a:lnTo>
                  <a:lnTo>
                    <a:pt x="476" y="431959"/>
                  </a:lnTo>
                  <a:lnTo>
                    <a:pt x="0" y="432435"/>
                  </a:lnTo>
                  <a:lnTo>
                    <a:pt x="476" y="433388"/>
                  </a:lnTo>
                  <a:lnTo>
                    <a:pt x="1429" y="434340"/>
                  </a:lnTo>
                  <a:lnTo>
                    <a:pt x="3334" y="435769"/>
                  </a:lnTo>
                  <a:lnTo>
                    <a:pt x="5715" y="438626"/>
                  </a:lnTo>
                  <a:lnTo>
                    <a:pt x="7620" y="439103"/>
                  </a:lnTo>
                  <a:lnTo>
                    <a:pt x="9049" y="440055"/>
                  </a:lnTo>
                  <a:lnTo>
                    <a:pt x="9049" y="441484"/>
                  </a:lnTo>
                  <a:lnTo>
                    <a:pt x="8572" y="442913"/>
                  </a:lnTo>
                  <a:lnTo>
                    <a:pt x="7144" y="443389"/>
                  </a:lnTo>
                  <a:lnTo>
                    <a:pt x="7144" y="444818"/>
                  </a:lnTo>
                  <a:lnTo>
                    <a:pt x="9049" y="446246"/>
                  </a:lnTo>
                  <a:lnTo>
                    <a:pt x="10477" y="447199"/>
                  </a:lnTo>
                  <a:lnTo>
                    <a:pt x="11906" y="449104"/>
                  </a:lnTo>
                  <a:lnTo>
                    <a:pt x="12859" y="451485"/>
                  </a:lnTo>
                  <a:lnTo>
                    <a:pt x="12859" y="452914"/>
                  </a:lnTo>
                  <a:lnTo>
                    <a:pt x="14288" y="454819"/>
                  </a:lnTo>
                  <a:lnTo>
                    <a:pt x="15240" y="456724"/>
                  </a:lnTo>
                  <a:lnTo>
                    <a:pt x="15240" y="458153"/>
                  </a:lnTo>
                  <a:lnTo>
                    <a:pt x="17145" y="459581"/>
                  </a:lnTo>
                  <a:lnTo>
                    <a:pt x="19050" y="460534"/>
                  </a:lnTo>
                  <a:lnTo>
                    <a:pt x="20479" y="461486"/>
                  </a:lnTo>
                  <a:lnTo>
                    <a:pt x="21907" y="461963"/>
                  </a:lnTo>
                  <a:lnTo>
                    <a:pt x="22384" y="462915"/>
                  </a:lnTo>
                  <a:lnTo>
                    <a:pt x="22384" y="464820"/>
                  </a:lnTo>
                  <a:lnTo>
                    <a:pt x="24289" y="467678"/>
                  </a:lnTo>
                  <a:lnTo>
                    <a:pt x="27622" y="470059"/>
                  </a:lnTo>
                  <a:lnTo>
                    <a:pt x="30480" y="473393"/>
                  </a:lnTo>
                  <a:lnTo>
                    <a:pt x="32385" y="475774"/>
                  </a:lnTo>
                  <a:lnTo>
                    <a:pt x="35719" y="479584"/>
                  </a:lnTo>
                  <a:lnTo>
                    <a:pt x="35719" y="483870"/>
                  </a:lnTo>
                  <a:lnTo>
                    <a:pt x="31432" y="488633"/>
                  </a:lnTo>
                  <a:lnTo>
                    <a:pt x="27146" y="493395"/>
                  </a:lnTo>
                  <a:lnTo>
                    <a:pt x="33814" y="493395"/>
                  </a:lnTo>
                  <a:lnTo>
                    <a:pt x="40481" y="493395"/>
                  </a:lnTo>
                  <a:lnTo>
                    <a:pt x="47625" y="494824"/>
                  </a:lnTo>
                  <a:lnTo>
                    <a:pt x="52388" y="496253"/>
                  </a:lnTo>
                  <a:lnTo>
                    <a:pt x="55245" y="496729"/>
                  </a:lnTo>
                  <a:lnTo>
                    <a:pt x="57150" y="498158"/>
                  </a:lnTo>
                  <a:lnTo>
                    <a:pt x="58102" y="500539"/>
                  </a:lnTo>
                  <a:lnTo>
                    <a:pt x="59055" y="502444"/>
                  </a:lnTo>
                  <a:lnTo>
                    <a:pt x="59055" y="505301"/>
                  </a:lnTo>
                  <a:lnTo>
                    <a:pt x="61913" y="507683"/>
                  </a:lnTo>
                  <a:lnTo>
                    <a:pt x="61913" y="510064"/>
                  </a:lnTo>
                  <a:lnTo>
                    <a:pt x="61913" y="513397"/>
                  </a:lnTo>
                  <a:lnTo>
                    <a:pt x="63341" y="513397"/>
                  </a:lnTo>
                  <a:lnTo>
                    <a:pt x="71914" y="513397"/>
                  </a:lnTo>
                  <a:lnTo>
                    <a:pt x="81439" y="513397"/>
                  </a:lnTo>
                  <a:lnTo>
                    <a:pt x="90488" y="512921"/>
                  </a:lnTo>
                  <a:lnTo>
                    <a:pt x="93821" y="511969"/>
                  </a:lnTo>
                  <a:lnTo>
                    <a:pt x="98107" y="508159"/>
                  </a:lnTo>
                  <a:lnTo>
                    <a:pt x="100489" y="507206"/>
                  </a:lnTo>
                  <a:lnTo>
                    <a:pt x="102870" y="505301"/>
                  </a:lnTo>
                  <a:lnTo>
                    <a:pt x="105727" y="501968"/>
                  </a:lnTo>
                  <a:lnTo>
                    <a:pt x="108109" y="500539"/>
                  </a:lnTo>
                  <a:lnTo>
                    <a:pt x="110014" y="498634"/>
                  </a:lnTo>
                  <a:lnTo>
                    <a:pt x="112871" y="496729"/>
                  </a:lnTo>
                  <a:lnTo>
                    <a:pt x="114300" y="495300"/>
                  </a:lnTo>
                  <a:lnTo>
                    <a:pt x="115252" y="494824"/>
                  </a:lnTo>
                  <a:lnTo>
                    <a:pt x="117634" y="493871"/>
                  </a:lnTo>
                  <a:lnTo>
                    <a:pt x="116681" y="495776"/>
                  </a:lnTo>
                  <a:lnTo>
                    <a:pt x="115729" y="497681"/>
                  </a:lnTo>
                  <a:lnTo>
                    <a:pt x="115729" y="500063"/>
                  </a:lnTo>
                  <a:lnTo>
                    <a:pt x="116681" y="502920"/>
                  </a:lnTo>
                  <a:lnTo>
                    <a:pt x="115729" y="504825"/>
                  </a:lnTo>
                  <a:lnTo>
                    <a:pt x="114300" y="506730"/>
                  </a:lnTo>
                  <a:lnTo>
                    <a:pt x="114300" y="511969"/>
                  </a:lnTo>
                  <a:lnTo>
                    <a:pt x="114300" y="519113"/>
                  </a:lnTo>
                  <a:lnTo>
                    <a:pt x="114300" y="525304"/>
                  </a:lnTo>
                  <a:lnTo>
                    <a:pt x="114300" y="532924"/>
                  </a:lnTo>
                  <a:lnTo>
                    <a:pt x="114300" y="541496"/>
                  </a:lnTo>
                  <a:lnTo>
                    <a:pt x="114300" y="547211"/>
                  </a:lnTo>
                  <a:lnTo>
                    <a:pt x="115729" y="546259"/>
                  </a:lnTo>
                  <a:lnTo>
                    <a:pt x="118110" y="545306"/>
                  </a:lnTo>
                  <a:lnTo>
                    <a:pt x="120967" y="548164"/>
                  </a:lnTo>
                  <a:lnTo>
                    <a:pt x="122872" y="549116"/>
                  </a:lnTo>
                  <a:lnTo>
                    <a:pt x="124777" y="549593"/>
                  </a:lnTo>
                  <a:lnTo>
                    <a:pt x="126682" y="549593"/>
                  </a:lnTo>
                  <a:lnTo>
                    <a:pt x="129064" y="549116"/>
                  </a:lnTo>
                  <a:lnTo>
                    <a:pt x="134302" y="546735"/>
                  </a:lnTo>
                  <a:lnTo>
                    <a:pt x="138113" y="544830"/>
                  </a:lnTo>
                  <a:lnTo>
                    <a:pt x="142399" y="544830"/>
                  </a:lnTo>
                  <a:lnTo>
                    <a:pt x="148114" y="545306"/>
                  </a:lnTo>
                  <a:lnTo>
                    <a:pt x="151447" y="545306"/>
                  </a:lnTo>
                  <a:lnTo>
                    <a:pt x="155257" y="545306"/>
                  </a:lnTo>
                  <a:lnTo>
                    <a:pt x="163354" y="545783"/>
                  </a:lnTo>
                  <a:lnTo>
                    <a:pt x="170974" y="547211"/>
                  </a:lnTo>
                  <a:lnTo>
                    <a:pt x="176213" y="547688"/>
                  </a:lnTo>
                  <a:lnTo>
                    <a:pt x="178594" y="548640"/>
                  </a:lnTo>
                  <a:lnTo>
                    <a:pt x="179070" y="550545"/>
                  </a:lnTo>
                  <a:lnTo>
                    <a:pt x="180499" y="551497"/>
                  </a:lnTo>
                  <a:lnTo>
                    <a:pt x="182404" y="551021"/>
                  </a:lnTo>
                  <a:lnTo>
                    <a:pt x="184309" y="551021"/>
                  </a:lnTo>
                  <a:lnTo>
                    <a:pt x="188595" y="549116"/>
                  </a:lnTo>
                  <a:lnTo>
                    <a:pt x="191929" y="547688"/>
                  </a:lnTo>
                  <a:lnTo>
                    <a:pt x="194786" y="546259"/>
                  </a:lnTo>
                  <a:lnTo>
                    <a:pt x="196215" y="544830"/>
                  </a:lnTo>
                  <a:lnTo>
                    <a:pt x="200025" y="539591"/>
                  </a:lnTo>
                  <a:lnTo>
                    <a:pt x="202882" y="536734"/>
                  </a:lnTo>
                  <a:lnTo>
                    <a:pt x="205740" y="535781"/>
                  </a:lnTo>
                  <a:lnTo>
                    <a:pt x="210979" y="535305"/>
                  </a:lnTo>
                  <a:lnTo>
                    <a:pt x="212884" y="536258"/>
                  </a:lnTo>
                  <a:lnTo>
                    <a:pt x="215265" y="536258"/>
                  </a:lnTo>
                  <a:lnTo>
                    <a:pt x="217170" y="533400"/>
                  </a:lnTo>
                  <a:lnTo>
                    <a:pt x="220027" y="530066"/>
                  </a:lnTo>
                  <a:lnTo>
                    <a:pt x="225742" y="526256"/>
                  </a:lnTo>
                  <a:lnTo>
                    <a:pt x="228600" y="525304"/>
                  </a:lnTo>
                  <a:lnTo>
                    <a:pt x="230505" y="523875"/>
                  </a:lnTo>
                  <a:lnTo>
                    <a:pt x="233363" y="523875"/>
                  </a:lnTo>
                  <a:lnTo>
                    <a:pt x="236220" y="522446"/>
                  </a:lnTo>
                  <a:lnTo>
                    <a:pt x="249079" y="512445"/>
                  </a:lnTo>
                  <a:lnTo>
                    <a:pt x="254317" y="510064"/>
                  </a:lnTo>
                  <a:lnTo>
                    <a:pt x="257651" y="509588"/>
                  </a:lnTo>
                  <a:lnTo>
                    <a:pt x="260509" y="509111"/>
                  </a:lnTo>
                  <a:lnTo>
                    <a:pt x="265271" y="507683"/>
                  </a:lnTo>
                  <a:lnTo>
                    <a:pt x="276701" y="506254"/>
                  </a:lnTo>
                  <a:lnTo>
                    <a:pt x="284321" y="505778"/>
                  </a:lnTo>
                  <a:lnTo>
                    <a:pt x="286702" y="507206"/>
                  </a:lnTo>
                  <a:lnTo>
                    <a:pt x="289560" y="506730"/>
                  </a:lnTo>
                  <a:lnTo>
                    <a:pt x="291941" y="504349"/>
                  </a:lnTo>
                  <a:lnTo>
                    <a:pt x="293846" y="503396"/>
                  </a:lnTo>
                  <a:lnTo>
                    <a:pt x="295275" y="503396"/>
                  </a:lnTo>
                  <a:lnTo>
                    <a:pt x="297180" y="506254"/>
                  </a:lnTo>
                  <a:lnTo>
                    <a:pt x="298132" y="509111"/>
                  </a:lnTo>
                  <a:lnTo>
                    <a:pt x="297656" y="511016"/>
                  </a:lnTo>
                  <a:lnTo>
                    <a:pt x="297656" y="514350"/>
                  </a:lnTo>
                  <a:lnTo>
                    <a:pt x="298609" y="518636"/>
                  </a:lnTo>
                  <a:lnTo>
                    <a:pt x="298132" y="522446"/>
                  </a:lnTo>
                  <a:lnTo>
                    <a:pt x="295275" y="527209"/>
                  </a:lnTo>
                  <a:lnTo>
                    <a:pt x="293846" y="529114"/>
                  </a:lnTo>
                  <a:lnTo>
                    <a:pt x="293370" y="531019"/>
                  </a:lnTo>
                  <a:lnTo>
                    <a:pt x="293846" y="533876"/>
                  </a:lnTo>
                  <a:lnTo>
                    <a:pt x="295275" y="538163"/>
                  </a:lnTo>
                  <a:lnTo>
                    <a:pt x="297656" y="544354"/>
                  </a:lnTo>
                  <a:lnTo>
                    <a:pt x="298132" y="548640"/>
                  </a:lnTo>
                  <a:lnTo>
                    <a:pt x="296704" y="551497"/>
                  </a:lnTo>
                  <a:lnTo>
                    <a:pt x="295751" y="553879"/>
                  </a:lnTo>
                  <a:lnTo>
                    <a:pt x="295751" y="555784"/>
                  </a:lnTo>
                  <a:lnTo>
                    <a:pt x="296227" y="557213"/>
                  </a:lnTo>
                  <a:lnTo>
                    <a:pt x="297180" y="558165"/>
                  </a:lnTo>
                  <a:lnTo>
                    <a:pt x="297656" y="560070"/>
                  </a:lnTo>
                  <a:lnTo>
                    <a:pt x="297656" y="562451"/>
                  </a:lnTo>
                  <a:lnTo>
                    <a:pt x="299085" y="564833"/>
                  </a:lnTo>
                  <a:lnTo>
                    <a:pt x="301466" y="567214"/>
                  </a:lnTo>
                  <a:lnTo>
                    <a:pt x="302419" y="569595"/>
                  </a:lnTo>
                  <a:lnTo>
                    <a:pt x="301942" y="571976"/>
                  </a:lnTo>
                  <a:lnTo>
                    <a:pt x="301942" y="573405"/>
                  </a:lnTo>
                  <a:lnTo>
                    <a:pt x="302895" y="573881"/>
                  </a:lnTo>
                  <a:lnTo>
                    <a:pt x="303371" y="573405"/>
                  </a:lnTo>
                  <a:lnTo>
                    <a:pt x="304324" y="572929"/>
                  </a:lnTo>
                  <a:lnTo>
                    <a:pt x="305276" y="572929"/>
                  </a:lnTo>
                  <a:lnTo>
                    <a:pt x="307181" y="575786"/>
                  </a:lnTo>
                  <a:lnTo>
                    <a:pt x="307181" y="576263"/>
                  </a:lnTo>
                  <a:lnTo>
                    <a:pt x="308134" y="578644"/>
                  </a:lnTo>
                  <a:lnTo>
                    <a:pt x="308610" y="580549"/>
                  </a:lnTo>
                  <a:lnTo>
                    <a:pt x="311467" y="581501"/>
                  </a:lnTo>
                  <a:lnTo>
                    <a:pt x="314325" y="582454"/>
                  </a:lnTo>
                  <a:lnTo>
                    <a:pt x="315754" y="583406"/>
                  </a:lnTo>
                  <a:lnTo>
                    <a:pt x="319088" y="586264"/>
                  </a:lnTo>
                  <a:lnTo>
                    <a:pt x="321945" y="588169"/>
                  </a:lnTo>
                  <a:lnTo>
                    <a:pt x="325279" y="589597"/>
                  </a:lnTo>
                  <a:lnTo>
                    <a:pt x="326231" y="591979"/>
                  </a:lnTo>
                  <a:lnTo>
                    <a:pt x="328136" y="595789"/>
                  </a:lnTo>
                  <a:lnTo>
                    <a:pt x="333851" y="597218"/>
                  </a:lnTo>
                  <a:lnTo>
                    <a:pt x="340519" y="598170"/>
                  </a:lnTo>
                  <a:lnTo>
                    <a:pt x="344805" y="599122"/>
                  </a:lnTo>
                  <a:lnTo>
                    <a:pt x="350044" y="597218"/>
                  </a:lnTo>
                  <a:lnTo>
                    <a:pt x="353377" y="597694"/>
                  </a:lnTo>
                  <a:lnTo>
                    <a:pt x="356711" y="599122"/>
                  </a:lnTo>
                  <a:lnTo>
                    <a:pt x="358140" y="600075"/>
                  </a:lnTo>
                  <a:lnTo>
                    <a:pt x="360521" y="601980"/>
                  </a:lnTo>
                  <a:lnTo>
                    <a:pt x="364331" y="604361"/>
                  </a:lnTo>
                  <a:lnTo>
                    <a:pt x="367665" y="605314"/>
                  </a:lnTo>
                  <a:lnTo>
                    <a:pt x="370046" y="603885"/>
                  </a:lnTo>
                  <a:lnTo>
                    <a:pt x="372427" y="603409"/>
                  </a:lnTo>
                  <a:lnTo>
                    <a:pt x="374332" y="603885"/>
                  </a:lnTo>
                  <a:lnTo>
                    <a:pt x="375285" y="606743"/>
                  </a:lnTo>
                  <a:lnTo>
                    <a:pt x="376238" y="608647"/>
                  </a:lnTo>
                  <a:lnTo>
                    <a:pt x="378142" y="610076"/>
                  </a:lnTo>
                  <a:lnTo>
                    <a:pt x="382429" y="613886"/>
                  </a:lnTo>
                  <a:lnTo>
                    <a:pt x="384810" y="615315"/>
                  </a:lnTo>
                  <a:lnTo>
                    <a:pt x="387667" y="615315"/>
                  </a:lnTo>
                  <a:lnTo>
                    <a:pt x="393382" y="617696"/>
                  </a:lnTo>
                  <a:lnTo>
                    <a:pt x="399097" y="620078"/>
                  </a:lnTo>
                  <a:lnTo>
                    <a:pt x="401955" y="620554"/>
                  </a:lnTo>
                  <a:lnTo>
                    <a:pt x="404813" y="620078"/>
                  </a:lnTo>
                  <a:lnTo>
                    <a:pt x="406717" y="621030"/>
                  </a:lnTo>
                  <a:lnTo>
                    <a:pt x="407670" y="623888"/>
                  </a:lnTo>
                  <a:lnTo>
                    <a:pt x="412909" y="629603"/>
                  </a:lnTo>
                  <a:lnTo>
                    <a:pt x="415290" y="631984"/>
                  </a:lnTo>
                  <a:lnTo>
                    <a:pt x="418147" y="633889"/>
                  </a:lnTo>
                  <a:lnTo>
                    <a:pt x="425291" y="633889"/>
                  </a:lnTo>
                  <a:lnTo>
                    <a:pt x="427672" y="634365"/>
                  </a:lnTo>
                  <a:lnTo>
                    <a:pt x="431006" y="633889"/>
                  </a:lnTo>
                  <a:lnTo>
                    <a:pt x="440531" y="632936"/>
                  </a:lnTo>
                  <a:lnTo>
                    <a:pt x="442436" y="632460"/>
                  </a:lnTo>
                  <a:lnTo>
                    <a:pt x="448151" y="634841"/>
                  </a:lnTo>
                  <a:lnTo>
                    <a:pt x="454819" y="638175"/>
                  </a:lnTo>
                  <a:lnTo>
                    <a:pt x="459105" y="641033"/>
                  </a:lnTo>
                  <a:lnTo>
                    <a:pt x="461963" y="642461"/>
                  </a:lnTo>
                  <a:lnTo>
                    <a:pt x="463391" y="644843"/>
                  </a:lnTo>
                  <a:lnTo>
                    <a:pt x="464820" y="647224"/>
                  </a:lnTo>
                  <a:lnTo>
                    <a:pt x="465296" y="650081"/>
                  </a:lnTo>
                  <a:lnTo>
                    <a:pt x="464344" y="652939"/>
                  </a:lnTo>
                  <a:lnTo>
                    <a:pt x="463391" y="653891"/>
                  </a:lnTo>
                  <a:lnTo>
                    <a:pt x="462915" y="655796"/>
                  </a:lnTo>
                  <a:lnTo>
                    <a:pt x="463391" y="658654"/>
                  </a:lnTo>
                  <a:lnTo>
                    <a:pt x="465772" y="661035"/>
                  </a:lnTo>
                  <a:lnTo>
                    <a:pt x="466725" y="663893"/>
                  </a:lnTo>
                  <a:lnTo>
                    <a:pt x="467677" y="669131"/>
                  </a:lnTo>
                  <a:lnTo>
                    <a:pt x="469106" y="670560"/>
                  </a:lnTo>
                  <a:lnTo>
                    <a:pt x="470059" y="686753"/>
                  </a:lnTo>
                  <a:lnTo>
                    <a:pt x="465772" y="686753"/>
                  </a:lnTo>
                  <a:lnTo>
                    <a:pt x="459581" y="686753"/>
                  </a:lnTo>
                  <a:lnTo>
                    <a:pt x="461486" y="688181"/>
                  </a:lnTo>
                  <a:lnTo>
                    <a:pt x="466725" y="694372"/>
                  </a:lnTo>
                  <a:lnTo>
                    <a:pt x="471488" y="700088"/>
                  </a:lnTo>
                  <a:lnTo>
                    <a:pt x="472440" y="709136"/>
                  </a:lnTo>
                  <a:lnTo>
                    <a:pt x="472916" y="714851"/>
                  </a:lnTo>
                  <a:lnTo>
                    <a:pt x="473392" y="722947"/>
                  </a:lnTo>
                  <a:lnTo>
                    <a:pt x="473869" y="727710"/>
                  </a:lnTo>
                  <a:lnTo>
                    <a:pt x="485775" y="728186"/>
                  </a:lnTo>
                  <a:lnTo>
                    <a:pt x="499110" y="728663"/>
                  </a:lnTo>
                  <a:lnTo>
                    <a:pt x="515302" y="729139"/>
                  </a:lnTo>
                  <a:lnTo>
                    <a:pt x="529590" y="729615"/>
                  </a:lnTo>
                  <a:lnTo>
                    <a:pt x="531019" y="729615"/>
                  </a:lnTo>
                  <a:lnTo>
                    <a:pt x="533400" y="729139"/>
                  </a:lnTo>
                  <a:lnTo>
                    <a:pt x="534829" y="728186"/>
                  </a:lnTo>
                  <a:lnTo>
                    <a:pt x="535781" y="728186"/>
                  </a:lnTo>
                  <a:lnTo>
                    <a:pt x="535781" y="730091"/>
                  </a:lnTo>
                  <a:lnTo>
                    <a:pt x="535305" y="732472"/>
                  </a:lnTo>
                  <a:lnTo>
                    <a:pt x="535305" y="735330"/>
                  </a:lnTo>
                  <a:lnTo>
                    <a:pt x="531019" y="741045"/>
                  </a:lnTo>
                  <a:lnTo>
                    <a:pt x="530542" y="742950"/>
                  </a:lnTo>
                  <a:lnTo>
                    <a:pt x="531019" y="750094"/>
                  </a:lnTo>
                  <a:lnTo>
                    <a:pt x="532447" y="755809"/>
                  </a:lnTo>
                  <a:lnTo>
                    <a:pt x="533400" y="761047"/>
                  </a:lnTo>
                  <a:lnTo>
                    <a:pt x="534829" y="762476"/>
                  </a:lnTo>
                  <a:lnTo>
                    <a:pt x="539591" y="765334"/>
                  </a:lnTo>
                  <a:lnTo>
                    <a:pt x="546735" y="770572"/>
                  </a:lnTo>
                  <a:lnTo>
                    <a:pt x="549592" y="771049"/>
                  </a:lnTo>
                  <a:lnTo>
                    <a:pt x="551974" y="770572"/>
                  </a:lnTo>
                  <a:lnTo>
                    <a:pt x="553402" y="772478"/>
                  </a:lnTo>
                  <a:lnTo>
                    <a:pt x="553879" y="775811"/>
                  </a:lnTo>
                  <a:lnTo>
                    <a:pt x="557689" y="785336"/>
                  </a:lnTo>
                  <a:lnTo>
                    <a:pt x="560070" y="791528"/>
                  </a:lnTo>
                  <a:lnTo>
                    <a:pt x="561022" y="793433"/>
                  </a:lnTo>
                  <a:lnTo>
                    <a:pt x="562927" y="794385"/>
                  </a:lnTo>
                  <a:lnTo>
                    <a:pt x="562451" y="795338"/>
                  </a:lnTo>
                  <a:lnTo>
                    <a:pt x="561022" y="795814"/>
                  </a:lnTo>
                  <a:lnTo>
                    <a:pt x="560546" y="796766"/>
                  </a:lnTo>
                  <a:lnTo>
                    <a:pt x="558165" y="803434"/>
                  </a:lnTo>
                  <a:lnTo>
                    <a:pt x="555307" y="812483"/>
                  </a:lnTo>
                  <a:lnTo>
                    <a:pt x="553402" y="818674"/>
                  </a:lnTo>
                  <a:lnTo>
                    <a:pt x="555307" y="818674"/>
                  </a:lnTo>
                  <a:lnTo>
                    <a:pt x="555307" y="820579"/>
                  </a:lnTo>
                  <a:lnTo>
                    <a:pt x="555784" y="823436"/>
                  </a:lnTo>
                  <a:lnTo>
                    <a:pt x="553402" y="823913"/>
                  </a:lnTo>
                  <a:lnTo>
                    <a:pt x="552926" y="824865"/>
                  </a:lnTo>
                  <a:lnTo>
                    <a:pt x="550545" y="830104"/>
                  </a:lnTo>
                  <a:lnTo>
                    <a:pt x="547211" y="836771"/>
                  </a:lnTo>
                  <a:lnTo>
                    <a:pt x="543877" y="843915"/>
                  </a:lnTo>
                  <a:lnTo>
                    <a:pt x="541972" y="848201"/>
                  </a:lnTo>
                  <a:lnTo>
                    <a:pt x="545306" y="851059"/>
                  </a:lnTo>
                  <a:lnTo>
                    <a:pt x="551021" y="856297"/>
                  </a:lnTo>
                  <a:lnTo>
                    <a:pt x="550069" y="857726"/>
                  </a:lnTo>
                  <a:lnTo>
                    <a:pt x="547688" y="858203"/>
                  </a:lnTo>
                  <a:lnTo>
                    <a:pt x="545782" y="858679"/>
                  </a:lnTo>
                  <a:lnTo>
                    <a:pt x="544354" y="860584"/>
                  </a:lnTo>
                  <a:lnTo>
                    <a:pt x="543401" y="862013"/>
                  </a:lnTo>
                  <a:lnTo>
                    <a:pt x="541020" y="862489"/>
                  </a:lnTo>
                  <a:lnTo>
                    <a:pt x="541972" y="864870"/>
                  </a:lnTo>
                  <a:lnTo>
                    <a:pt x="542449" y="866775"/>
                  </a:lnTo>
                  <a:lnTo>
                    <a:pt x="543401" y="868204"/>
                  </a:lnTo>
                  <a:lnTo>
                    <a:pt x="544354" y="870109"/>
                  </a:lnTo>
                  <a:lnTo>
                    <a:pt x="545306" y="871061"/>
                  </a:lnTo>
                  <a:lnTo>
                    <a:pt x="546259" y="872966"/>
                  </a:lnTo>
                  <a:lnTo>
                    <a:pt x="546259" y="874871"/>
                  </a:lnTo>
                  <a:lnTo>
                    <a:pt x="546735" y="877253"/>
                  </a:lnTo>
                  <a:lnTo>
                    <a:pt x="547211" y="879634"/>
                  </a:lnTo>
                  <a:lnTo>
                    <a:pt x="547688" y="880110"/>
                  </a:lnTo>
                  <a:lnTo>
                    <a:pt x="549116" y="880586"/>
                  </a:lnTo>
                  <a:lnTo>
                    <a:pt x="550069" y="882491"/>
                  </a:lnTo>
                  <a:lnTo>
                    <a:pt x="549592" y="883444"/>
                  </a:lnTo>
                  <a:lnTo>
                    <a:pt x="549592" y="884396"/>
                  </a:lnTo>
                  <a:lnTo>
                    <a:pt x="550069" y="885349"/>
                  </a:lnTo>
                  <a:lnTo>
                    <a:pt x="549592" y="886301"/>
                  </a:lnTo>
                  <a:lnTo>
                    <a:pt x="550069" y="887254"/>
                  </a:lnTo>
                  <a:lnTo>
                    <a:pt x="551021" y="888206"/>
                  </a:lnTo>
                  <a:lnTo>
                    <a:pt x="551974" y="891064"/>
                  </a:lnTo>
                  <a:lnTo>
                    <a:pt x="551974" y="895826"/>
                  </a:lnTo>
                  <a:lnTo>
                    <a:pt x="551021" y="898208"/>
                  </a:lnTo>
                  <a:lnTo>
                    <a:pt x="550069" y="900113"/>
                  </a:lnTo>
                  <a:lnTo>
                    <a:pt x="550069" y="901541"/>
                  </a:lnTo>
                  <a:lnTo>
                    <a:pt x="550545" y="903446"/>
                  </a:lnTo>
                  <a:lnTo>
                    <a:pt x="549592" y="905828"/>
                  </a:lnTo>
                  <a:lnTo>
                    <a:pt x="548164" y="908685"/>
                  </a:lnTo>
                  <a:lnTo>
                    <a:pt x="548640" y="910590"/>
                  </a:lnTo>
                  <a:lnTo>
                    <a:pt x="548640" y="912495"/>
                  </a:lnTo>
                  <a:lnTo>
                    <a:pt x="548640" y="914400"/>
                  </a:lnTo>
                  <a:lnTo>
                    <a:pt x="549116" y="916305"/>
                  </a:lnTo>
                  <a:lnTo>
                    <a:pt x="548640" y="918210"/>
                  </a:lnTo>
                  <a:lnTo>
                    <a:pt x="548164" y="919639"/>
                  </a:lnTo>
                  <a:lnTo>
                    <a:pt x="548164" y="921544"/>
                  </a:lnTo>
                  <a:lnTo>
                    <a:pt x="548640" y="923449"/>
                  </a:lnTo>
                  <a:lnTo>
                    <a:pt x="547688" y="925354"/>
                  </a:lnTo>
                  <a:lnTo>
                    <a:pt x="547211" y="926783"/>
                  </a:lnTo>
                  <a:lnTo>
                    <a:pt x="547211" y="928211"/>
                  </a:lnTo>
                  <a:lnTo>
                    <a:pt x="548164" y="930593"/>
                  </a:lnTo>
                  <a:lnTo>
                    <a:pt x="550545" y="931545"/>
                  </a:lnTo>
                  <a:lnTo>
                    <a:pt x="552450" y="931545"/>
                  </a:lnTo>
                  <a:lnTo>
                    <a:pt x="554355" y="930593"/>
                  </a:lnTo>
                  <a:lnTo>
                    <a:pt x="555784" y="930116"/>
                  </a:lnTo>
                  <a:lnTo>
                    <a:pt x="558641" y="931069"/>
                  </a:lnTo>
                  <a:lnTo>
                    <a:pt x="561022" y="932974"/>
                  </a:lnTo>
                  <a:lnTo>
                    <a:pt x="564356" y="932974"/>
                  </a:lnTo>
                  <a:lnTo>
                    <a:pt x="567214" y="933450"/>
                  </a:lnTo>
                  <a:lnTo>
                    <a:pt x="569119" y="933926"/>
                  </a:lnTo>
                  <a:lnTo>
                    <a:pt x="572452" y="933450"/>
                  </a:lnTo>
                  <a:lnTo>
                    <a:pt x="575786" y="933926"/>
                  </a:lnTo>
                  <a:lnTo>
                    <a:pt x="579596" y="934879"/>
                  </a:lnTo>
                  <a:lnTo>
                    <a:pt x="582930" y="935831"/>
                  </a:lnTo>
                  <a:lnTo>
                    <a:pt x="586264" y="935831"/>
                  </a:lnTo>
                  <a:lnTo>
                    <a:pt x="588645" y="935831"/>
                  </a:lnTo>
                  <a:lnTo>
                    <a:pt x="591026" y="934879"/>
                  </a:lnTo>
                  <a:lnTo>
                    <a:pt x="593407" y="934879"/>
                  </a:lnTo>
                  <a:lnTo>
                    <a:pt x="595313" y="932974"/>
                  </a:lnTo>
                  <a:lnTo>
                    <a:pt x="596265" y="931545"/>
                  </a:lnTo>
                  <a:lnTo>
                    <a:pt x="597217" y="930593"/>
                  </a:lnTo>
                  <a:lnTo>
                    <a:pt x="599599" y="929640"/>
                  </a:lnTo>
                  <a:lnTo>
                    <a:pt x="601504" y="930116"/>
                  </a:lnTo>
                  <a:lnTo>
                    <a:pt x="602932" y="932974"/>
                  </a:lnTo>
                  <a:lnTo>
                    <a:pt x="605314" y="934879"/>
                  </a:lnTo>
                  <a:lnTo>
                    <a:pt x="606266" y="936308"/>
                  </a:lnTo>
                  <a:lnTo>
                    <a:pt x="608171" y="936784"/>
                  </a:lnTo>
                  <a:lnTo>
                    <a:pt x="612457" y="936784"/>
                  </a:lnTo>
                  <a:lnTo>
                    <a:pt x="614839" y="936784"/>
                  </a:lnTo>
                  <a:lnTo>
                    <a:pt x="617696" y="937736"/>
                  </a:lnTo>
                  <a:lnTo>
                    <a:pt x="619601" y="937736"/>
                  </a:lnTo>
                  <a:lnTo>
                    <a:pt x="621506" y="939165"/>
                  </a:lnTo>
                  <a:lnTo>
                    <a:pt x="622935" y="941070"/>
                  </a:lnTo>
                  <a:lnTo>
                    <a:pt x="622935" y="944880"/>
                  </a:lnTo>
                  <a:lnTo>
                    <a:pt x="624364" y="947738"/>
                  </a:lnTo>
                  <a:lnTo>
                    <a:pt x="626269" y="948690"/>
                  </a:lnTo>
                  <a:lnTo>
                    <a:pt x="627221" y="950595"/>
                  </a:lnTo>
                  <a:lnTo>
                    <a:pt x="626745" y="952976"/>
                  </a:lnTo>
                  <a:lnTo>
                    <a:pt x="625792" y="955358"/>
                  </a:lnTo>
                  <a:lnTo>
                    <a:pt x="625792" y="958215"/>
                  </a:lnTo>
                  <a:lnTo>
                    <a:pt x="626745" y="960596"/>
                  </a:lnTo>
                  <a:lnTo>
                    <a:pt x="626745" y="962978"/>
                  </a:lnTo>
                  <a:lnTo>
                    <a:pt x="627221" y="965359"/>
                  </a:lnTo>
                  <a:lnTo>
                    <a:pt x="628650" y="967264"/>
                  </a:lnTo>
                  <a:lnTo>
                    <a:pt x="629126" y="970597"/>
                  </a:lnTo>
                  <a:lnTo>
                    <a:pt x="629126" y="972979"/>
                  </a:lnTo>
                  <a:lnTo>
                    <a:pt x="630079" y="974408"/>
                  </a:lnTo>
                  <a:lnTo>
                    <a:pt x="630555" y="976313"/>
                  </a:lnTo>
                  <a:lnTo>
                    <a:pt x="630079" y="977741"/>
                  </a:lnTo>
                  <a:lnTo>
                    <a:pt x="630079" y="980122"/>
                  </a:lnTo>
                  <a:lnTo>
                    <a:pt x="630079" y="982028"/>
                  </a:lnTo>
                  <a:lnTo>
                    <a:pt x="630555" y="983456"/>
                  </a:lnTo>
                  <a:lnTo>
                    <a:pt x="632460" y="985361"/>
                  </a:lnTo>
                  <a:lnTo>
                    <a:pt x="632936" y="989171"/>
                  </a:lnTo>
                  <a:lnTo>
                    <a:pt x="632936" y="991553"/>
                  </a:lnTo>
                  <a:lnTo>
                    <a:pt x="633889" y="994410"/>
                  </a:lnTo>
                  <a:lnTo>
                    <a:pt x="635794" y="995839"/>
                  </a:lnTo>
                  <a:lnTo>
                    <a:pt x="638651" y="996315"/>
                  </a:lnTo>
                  <a:lnTo>
                    <a:pt x="641985" y="996791"/>
                  </a:lnTo>
                  <a:lnTo>
                    <a:pt x="645795" y="996315"/>
                  </a:lnTo>
                  <a:lnTo>
                    <a:pt x="649129" y="995363"/>
                  </a:lnTo>
                  <a:lnTo>
                    <a:pt x="651034" y="994410"/>
                  </a:lnTo>
                  <a:lnTo>
                    <a:pt x="654844" y="992029"/>
                  </a:lnTo>
                  <a:lnTo>
                    <a:pt x="658177" y="990600"/>
                  </a:lnTo>
                  <a:lnTo>
                    <a:pt x="660082" y="989647"/>
                  </a:lnTo>
                  <a:lnTo>
                    <a:pt x="661511" y="989171"/>
                  </a:lnTo>
                  <a:lnTo>
                    <a:pt x="664845" y="990600"/>
                  </a:lnTo>
                  <a:lnTo>
                    <a:pt x="667702" y="992505"/>
                  </a:lnTo>
                  <a:lnTo>
                    <a:pt x="670084" y="994886"/>
                  </a:lnTo>
                  <a:lnTo>
                    <a:pt x="674370" y="997744"/>
                  </a:lnTo>
                  <a:lnTo>
                    <a:pt x="673417" y="998220"/>
                  </a:lnTo>
                  <a:lnTo>
                    <a:pt x="671513" y="1000601"/>
                  </a:lnTo>
                  <a:lnTo>
                    <a:pt x="671513" y="1002983"/>
                  </a:lnTo>
                  <a:lnTo>
                    <a:pt x="672941" y="1006793"/>
                  </a:lnTo>
                  <a:lnTo>
                    <a:pt x="671989" y="1014889"/>
                  </a:lnTo>
                  <a:lnTo>
                    <a:pt x="668655" y="1026795"/>
                  </a:lnTo>
                  <a:lnTo>
                    <a:pt x="667226" y="1033939"/>
                  </a:lnTo>
                  <a:lnTo>
                    <a:pt x="667702" y="1035844"/>
                  </a:lnTo>
                  <a:lnTo>
                    <a:pt x="666274" y="1039178"/>
                  </a:lnTo>
                  <a:lnTo>
                    <a:pt x="661511" y="1046797"/>
                  </a:lnTo>
                  <a:lnTo>
                    <a:pt x="661511" y="1052036"/>
                  </a:lnTo>
                  <a:lnTo>
                    <a:pt x="664369" y="1052036"/>
                  </a:lnTo>
                  <a:lnTo>
                    <a:pt x="665797" y="1052989"/>
                  </a:lnTo>
                  <a:lnTo>
                    <a:pt x="667702" y="1053465"/>
                  </a:lnTo>
                  <a:lnTo>
                    <a:pt x="669607" y="1052036"/>
                  </a:lnTo>
                  <a:lnTo>
                    <a:pt x="671513" y="1051560"/>
                  </a:lnTo>
                  <a:lnTo>
                    <a:pt x="674370" y="1051560"/>
                  </a:lnTo>
                  <a:lnTo>
                    <a:pt x="675799" y="1050131"/>
                  </a:lnTo>
                  <a:lnTo>
                    <a:pt x="677704" y="1050131"/>
                  </a:lnTo>
                  <a:lnTo>
                    <a:pt x="679132" y="1051084"/>
                  </a:lnTo>
                  <a:lnTo>
                    <a:pt x="680085" y="1052036"/>
                  </a:lnTo>
                  <a:lnTo>
                    <a:pt x="682466" y="1052036"/>
                  </a:lnTo>
                  <a:lnTo>
                    <a:pt x="684371" y="1054418"/>
                  </a:lnTo>
                  <a:lnTo>
                    <a:pt x="686752" y="1055370"/>
                  </a:lnTo>
                  <a:lnTo>
                    <a:pt x="687705" y="1058228"/>
                  </a:lnTo>
                  <a:lnTo>
                    <a:pt x="689134" y="1065848"/>
                  </a:lnTo>
                  <a:lnTo>
                    <a:pt x="691515" y="1070134"/>
                  </a:lnTo>
                  <a:lnTo>
                    <a:pt x="693896" y="1075373"/>
                  </a:lnTo>
                  <a:lnTo>
                    <a:pt x="693896" y="1077754"/>
                  </a:lnTo>
                  <a:lnTo>
                    <a:pt x="692467" y="1080135"/>
                  </a:lnTo>
                  <a:lnTo>
                    <a:pt x="691991" y="1083469"/>
                  </a:lnTo>
                  <a:lnTo>
                    <a:pt x="691039" y="1091565"/>
                  </a:lnTo>
                  <a:lnTo>
                    <a:pt x="690563" y="1094423"/>
                  </a:lnTo>
                  <a:lnTo>
                    <a:pt x="691515" y="1096328"/>
                  </a:lnTo>
                  <a:lnTo>
                    <a:pt x="691991" y="1099185"/>
                  </a:lnTo>
                  <a:lnTo>
                    <a:pt x="690563" y="1102519"/>
                  </a:lnTo>
                  <a:lnTo>
                    <a:pt x="687705" y="1107758"/>
                  </a:lnTo>
                  <a:lnTo>
                    <a:pt x="684847" y="1109186"/>
                  </a:lnTo>
                  <a:lnTo>
                    <a:pt x="684371" y="1109186"/>
                  </a:lnTo>
                  <a:lnTo>
                    <a:pt x="681038" y="1112044"/>
                  </a:lnTo>
                  <a:lnTo>
                    <a:pt x="678656" y="1112996"/>
                  </a:lnTo>
                  <a:lnTo>
                    <a:pt x="677227" y="1112044"/>
                  </a:lnTo>
                  <a:lnTo>
                    <a:pt x="675799" y="1113473"/>
                  </a:lnTo>
                  <a:lnTo>
                    <a:pt x="673894" y="1116806"/>
                  </a:lnTo>
                  <a:lnTo>
                    <a:pt x="671513" y="1118235"/>
                  </a:lnTo>
                  <a:lnTo>
                    <a:pt x="667226" y="1119188"/>
                  </a:lnTo>
                  <a:lnTo>
                    <a:pt x="665797" y="1119664"/>
                  </a:lnTo>
                  <a:lnTo>
                    <a:pt x="663416" y="1119664"/>
                  </a:lnTo>
                  <a:lnTo>
                    <a:pt x="661511" y="1120616"/>
                  </a:lnTo>
                  <a:lnTo>
                    <a:pt x="659606" y="1122521"/>
                  </a:lnTo>
                  <a:lnTo>
                    <a:pt x="657701" y="1122998"/>
                  </a:lnTo>
                  <a:lnTo>
                    <a:pt x="655796" y="1122521"/>
                  </a:lnTo>
                  <a:lnTo>
                    <a:pt x="653891" y="1122998"/>
                  </a:lnTo>
                  <a:lnTo>
                    <a:pt x="652463" y="1124903"/>
                  </a:lnTo>
                  <a:lnTo>
                    <a:pt x="651510" y="1126808"/>
                  </a:lnTo>
                  <a:lnTo>
                    <a:pt x="651034" y="1128713"/>
                  </a:lnTo>
                  <a:lnTo>
                    <a:pt x="649605" y="1130141"/>
                  </a:lnTo>
                  <a:lnTo>
                    <a:pt x="646747" y="1131094"/>
                  </a:lnTo>
                  <a:lnTo>
                    <a:pt x="645795" y="1132046"/>
                  </a:lnTo>
                  <a:lnTo>
                    <a:pt x="645795" y="1133475"/>
                  </a:lnTo>
                  <a:lnTo>
                    <a:pt x="644366" y="1134428"/>
                  </a:lnTo>
                  <a:lnTo>
                    <a:pt x="639604" y="1135380"/>
                  </a:lnTo>
                  <a:lnTo>
                    <a:pt x="636270" y="1137285"/>
                  </a:lnTo>
                  <a:lnTo>
                    <a:pt x="633889" y="1140143"/>
                  </a:lnTo>
                  <a:lnTo>
                    <a:pt x="631507" y="1142048"/>
                  </a:lnTo>
                  <a:lnTo>
                    <a:pt x="627697" y="1143000"/>
                  </a:lnTo>
                  <a:lnTo>
                    <a:pt x="622935" y="1145858"/>
                  </a:lnTo>
                  <a:lnTo>
                    <a:pt x="622459" y="1147763"/>
                  </a:lnTo>
                  <a:lnTo>
                    <a:pt x="624364" y="1149668"/>
                  </a:lnTo>
                  <a:lnTo>
                    <a:pt x="624840" y="1151096"/>
                  </a:lnTo>
                  <a:lnTo>
                    <a:pt x="624364" y="1152525"/>
                  </a:lnTo>
                  <a:lnTo>
                    <a:pt x="622935" y="1152525"/>
                  </a:lnTo>
                  <a:lnTo>
                    <a:pt x="620554" y="1151573"/>
                  </a:lnTo>
                  <a:lnTo>
                    <a:pt x="618649" y="1151573"/>
                  </a:lnTo>
                  <a:lnTo>
                    <a:pt x="617696" y="1152049"/>
                  </a:lnTo>
                  <a:lnTo>
                    <a:pt x="617220" y="1153001"/>
                  </a:lnTo>
                  <a:lnTo>
                    <a:pt x="617220" y="1154430"/>
                  </a:lnTo>
                  <a:lnTo>
                    <a:pt x="616267" y="1155383"/>
                  </a:lnTo>
                  <a:lnTo>
                    <a:pt x="614363" y="1155859"/>
                  </a:lnTo>
                  <a:lnTo>
                    <a:pt x="613410" y="1157288"/>
                  </a:lnTo>
                  <a:lnTo>
                    <a:pt x="612934" y="1159193"/>
                  </a:lnTo>
                  <a:lnTo>
                    <a:pt x="610552" y="1161574"/>
                  </a:lnTo>
                  <a:lnTo>
                    <a:pt x="606266" y="1164908"/>
                  </a:lnTo>
                  <a:lnTo>
                    <a:pt x="602932" y="1169194"/>
                  </a:lnTo>
                  <a:lnTo>
                    <a:pt x="600551" y="1174433"/>
                  </a:lnTo>
                  <a:lnTo>
                    <a:pt x="597694" y="1177766"/>
                  </a:lnTo>
                  <a:lnTo>
                    <a:pt x="594360" y="1179671"/>
                  </a:lnTo>
                  <a:lnTo>
                    <a:pt x="591979" y="1182053"/>
                  </a:lnTo>
                  <a:lnTo>
                    <a:pt x="590550" y="1184910"/>
                  </a:lnTo>
                  <a:lnTo>
                    <a:pt x="587216" y="1189673"/>
                  </a:lnTo>
                  <a:lnTo>
                    <a:pt x="581501" y="1196340"/>
                  </a:lnTo>
                  <a:lnTo>
                    <a:pt x="576263" y="1200626"/>
                  </a:lnTo>
                  <a:lnTo>
                    <a:pt x="571500" y="1203008"/>
                  </a:lnTo>
                  <a:lnTo>
                    <a:pt x="569119" y="1205865"/>
                  </a:lnTo>
                  <a:lnTo>
                    <a:pt x="568642" y="1208723"/>
                  </a:lnTo>
                  <a:lnTo>
                    <a:pt x="565785" y="1212056"/>
                  </a:lnTo>
                  <a:lnTo>
                    <a:pt x="560546" y="1215866"/>
                  </a:lnTo>
                  <a:lnTo>
                    <a:pt x="559117" y="1217771"/>
                  </a:lnTo>
                  <a:lnTo>
                    <a:pt x="561022" y="1220629"/>
                  </a:lnTo>
                  <a:lnTo>
                    <a:pt x="566738" y="1221582"/>
                  </a:lnTo>
                  <a:lnTo>
                    <a:pt x="572452" y="1221582"/>
                  </a:lnTo>
                  <a:lnTo>
                    <a:pt x="573405" y="1221105"/>
                  </a:lnTo>
                  <a:lnTo>
                    <a:pt x="575786" y="1216819"/>
                  </a:lnTo>
                  <a:lnTo>
                    <a:pt x="578644" y="1215390"/>
                  </a:lnTo>
                  <a:lnTo>
                    <a:pt x="581977" y="1214914"/>
                  </a:lnTo>
                  <a:lnTo>
                    <a:pt x="585311" y="1214914"/>
                  </a:lnTo>
                  <a:lnTo>
                    <a:pt x="589121" y="1217771"/>
                  </a:lnTo>
                  <a:lnTo>
                    <a:pt x="599599" y="1227296"/>
                  </a:lnTo>
                  <a:lnTo>
                    <a:pt x="607695" y="1233964"/>
                  </a:lnTo>
                  <a:lnTo>
                    <a:pt x="610076" y="1237298"/>
                  </a:lnTo>
                  <a:lnTo>
                    <a:pt x="611981" y="1239679"/>
                  </a:lnTo>
                  <a:lnTo>
                    <a:pt x="613410" y="1242060"/>
                  </a:lnTo>
                  <a:lnTo>
                    <a:pt x="612934" y="1247775"/>
                  </a:lnTo>
                  <a:lnTo>
                    <a:pt x="612934" y="1250157"/>
                  </a:lnTo>
                  <a:lnTo>
                    <a:pt x="613410" y="1251109"/>
                  </a:lnTo>
                  <a:lnTo>
                    <a:pt x="615315" y="1251109"/>
                  </a:lnTo>
                  <a:lnTo>
                    <a:pt x="618172" y="1250633"/>
                  </a:lnTo>
                  <a:lnTo>
                    <a:pt x="620554" y="1249204"/>
                  </a:lnTo>
                  <a:lnTo>
                    <a:pt x="622459" y="1247299"/>
                  </a:lnTo>
                  <a:lnTo>
                    <a:pt x="624364" y="1245870"/>
                  </a:lnTo>
                  <a:lnTo>
                    <a:pt x="625792" y="1244917"/>
                  </a:lnTo>
                  <a:lnTo>
                    <a:pt x="626269" y="1243489"/>
                  </a:lnTo>
                  <a:lnTo>
                    <a:pt x="627221" y="1242060"/>
                  </a:lnTo>
                  <a:lnTo>
                    <a:pt x="628174" y="1241584"/>
                  </a:lnTo>
                  <a:lnTo>
                    <a:pt x="629602" y="1242536"/>
                  </a:lnTo>
                  <a:lnTo>
                    <a:pt x="633413" y="1245870"/>
                  </a:lnTo>
                  <a:lnTo>
                    <a:pt x="636270" y="1248728"/>
                  </a:lnTo>
                  <a:lnTo>
                    <a:pt x="636746" y="1250633"/>
                  </a:lnTo>
                  <a:lnTo>
                    <a:pt x="637699" y="1252538"/>
                  </a:lnTo>
                  <a:lnTo>
                    <a:pt x="638651" y="1253966"/>
                  </a:lnTo>
                  <a:lnTo>
                    <a:pt x="639604" y="1255395"/>
                  </a:lnTo>
                  <a:lnTo>
                    <a:pt x="642461" y="1257300"/>
                  </a:lnTo>
                  <a:lnTo>
                    <a:pt x="645319" y="1258729"/>
                  </a:lnTo>
                  <a:lnTo>
                    <a:pt x="647224" y="1257300"/>
                  </a:lnTo>
                  <a:lnTo>
                    <a:pt x="651986" y="1261586"/>
                  </a:lnTo>
                  <a:lnTo>
                    <a:pt x="662464" y="1264920"/>
                  </a:lnTo>
                  <a:lnTo>
                    <a:pt x="664369" y="1266825"/>
                  </a:lnTo>
                  <a:lnTo>
                    <a:pt x="666274" y="1269683"/>
                  </a:lnTo>
                  <a:lnTo>
                    <a:pt x="670084" y="1274445"/>
                  </a:lnTo>
                  <a:lnTo>
                    <a:pt x="675322" y="1278732"/>
                  </a:lnTo>
                  <a:lnTo>
                    <a:pt x="679609" y="1280636"/>
                  </a:lnTo>
                  <a:lnTo>
                    <a:pt x="683419" y="1281589"/>
                  </a:lnTo>
                  <a:lnTo>
                    <a:pt x="685800" y="1282541"/>
                  </a:lnTo>
                  <a:lnTo>
                    <a:pt x="687229" y="1283970"/>
                  </a:lnTo>
                  <a:lnTo>
                    <a:pt x="689610" y="1285875"/>
                  </a:lnTo>
                  <a:lnTo>
                    <a:pt x="691039" y="1286351"/>
                  </a:lnTo>
                  <a:lnTo>
                    <a:pt x="691515" y="1287780"/>
                  </a:lnTo>
                  <a:lnTo>
                    <a:pt x="692944" y="1291114"/>
                  </a:lnTo>
                  <a:lnTo>
                    <a:pt x="694372" y="1295400"/>
                  </a:lnTo>
                  <a:lnTo>
                    <a:pt x="696277" y="1299210"/>
                  </a:lnTo>
                  <a:lnTo>
                    <a:pt x="700088" y="1303020"/>
                  </a:lnTo>
                  <a:lnTo>
                    <a:pt x="704374" y="1305878"/>
                  </a:lnTo>
                  <a:lnTo>
                    <a:pt x="708660" y="1307307"/>
                  </a:lnTo>
                  <a:lnTo>
                    <a:pt x="710565" y="1309211"/>
                  </a:lnTo>
                  <a:lnTo>
                    <a:pt x="711517" y="1308259"/>
                  </a:lnTo>
                  <a:lnTo>
                    <a:pt x="712946" y="1307307"/>
                  </a:lnTo>
                  <a:lnTo>
                    <a:pt x="714851" y="1306354"/>
                  </a:lnTo>
                  <a:lnTo>
                    <a:pt x="716280" y="1303973"/>
                  </a:lnTo>
                  <a:lnTo>
                    <a:pt x="717232" y="1301591"/>
                  </a:lnTo>
                  <a:lnTo>
                    <a:pt x="720090" y="1300163"/>
                  </a:lnTo>
                  <a:lnTo>
                    <a:pt x="722471" y="1298734"/>
                  </a:lnTo>
                  <a:lnTo>
                    <a:pt x="722471" y="1297305"/>
                  </a:lnTo>
                  <a:lnTo>
                    <a:pt x="722947" y="1295876"/>
                  </a:lnTo>
                  <a:lnTo>
                    <a:pt x="723424" y="1293971"/>
                  </a:lnTo>
                  <a:lnTo>
                    <a:pt x="724376" y="1292066"/>
                  </a:lnTo>
                  <a:lnTo>
                    <a:pt x="725329" y="1291590"/>
                  </a:lnTo>
                  <a:lnTo>
                    <a:pt x="725805" y="1291590"/>
                  </a:lnTo>
                  <a:lnTo>
                    <a:pt x="726281" y="1293019"/>
                  </a:lnTo>
                  <a:lnTo>
                    <a:pt x="726281" y="1297305"/>
                  </a:lnTo>
                  <a:lnTo>
                    <a:pt x="727710" y="1299210"/>
                  </a:lnTo>
                  <a:lnTo>
                    <a:pt x="728663" y="1301591"/>
                  </a:lnTo>
                  <a:lnTo>
                    <a:pt x="729615" y="1303496"/>
                  </a:lnTo>
                  <a:lnTo>
                    <a:pt x="729615" y="1304925"/>
                  </a:lnTo>
                  <a:lnTo>
                    <a:pt x="729615" y="1306830"/>
                  </a:lnTo>
                  <a:lnTo>
                    <a:pt x="729139" y="1308735"/>
                  </a:lnTo>
                  <a:lnTo>
                    <a:pt x="727710" y="1311116"/>
                  </a:lnTo>
                  <a:lnTo>
                    <a:pt x="726757" y="1313498"/>
                  </a:lnTo>
                  <a:lnTo>
                    <a:pt x="725329" y="1315403"/>
                  </a:lnTo>
                  <a:lnTo>
                    <a:pt x="723900" y="1317784"/>
                  </a:lnTo>
                  <a:lnTo>
                    <a:pt x="722471" y="1318736"/>
                  </a:lnTo>
                  <a:lnTo>
                    <a:pt x="721042" y="1319213"/>
                  </a:lnTo>
                  <a:lnTo>
                    <a:pt x="719614" y="1318736"/>
                  </a:lnTo>
                  <a:lnTo>
                    <a:pt x="718185" y="1316832"/>
                  </a:lnTo>
                  <a:lnTo>
                    <a:pt x="716756" y="1315403"/>
                  </a:lnTo>
                  <a:lnTo>
                    <a:pt x="715327" y="1314450"/>
                  </a:lnTo>
                  <a:lnTo>
                    <a:pt x="713422" y="1314926"/>
                  </a:lnTo>
                  <a:lnTo>
                    <a:pt x="711041" y="1316355"/>
                  </a:lnTo>
                  <a:lnTo>
                    <a:pt x="709613" y="1320641"/>
                  </a:lnTo>
                  <a:lnTo>
                    <a:pt x="707707" y="1324451"/>
                  </a:lnTo>
                  <a:lnTo>
                    <a:pt x="705326" y="1325404"/>
                  </a:lnTo>
                  <a:lnTo>
                    <a:pt x="704374" y="1325404"/>
                  </a:lnTo>
                  <a:lnTo>
                    <a:pt x="703421" y="1325880"/>
                  </a:lnTo>
                  <a:lnTo>
                    <a:pt x="702469" y="1326833"/>
                  </a:lnTo>
                  <a:lnTo>
                    <a:pt x="701516" y="1328261"/>
                  </a:lnTo>
                  <a:lnTo>
                    <a:pt x="700564" y="1331119"/>
                  </a:lnTo>
                  <a:lnTo>
                    <a:pt x="700088" y="1335405"/>
                  </a:lnTo>
                  <a:lnTo>
                    <a:pt x="700564" y="1340167"/>
                  </a:lnTo>
                  <a:lnTo>
                    <a:pt x="700088" y="1342549"/>
                  </a:lnTo>
                  <a:lnTo>
                    <a:pt x="698659" y="1343025"/>
                  </a:lnTo>
                  <a:lnTo>
                    <a:pt x="698182" y="1343501"/>
                  </a:lnTo>
                  <a:lnTo>
                    <a:pt x="697706" y="1343501"/>
                  </a:lnTo>
                  <a:lnTo>
                    <a:pt x="697706" y="1343501"/>
                  </a:lnTo>
                  <a:lnTo>
                    <a:pt x="697706" y="1346359"/>
                  </a:lnTo>
                  <a:lnTo>
                    <a:pt x="697706" y="1347788"/>
                  </a:lnTo>
                  <a:lnTo>
                    <a:pt x="698182" y="1348740"/>
                  </a:lnTo>
                  <a:lnTo>
                    <a:pt x="700088" y="1350169"/>
                  </a:lnTo>
                  <a:lnTo>
                    <a:pt x="702469" y="1351121"/>
                  </a:lnTo>
                  <a:lnTo>
                    <a:pt x="703421" y="1351121"/>
                  </a:lnTo>
                  <a:lnTo>
                    <a:pt x="718661" y="1338263"/>
                  </a:lnTo>
                  <a:lnTo>
                    <a:pt x="723900" y="1333024"/>
                  </a:lnTo>
                  <a:lnTo>
                    <a:pt x="727710" y="1328261"/>
                  </a:lnTo>
                  <a:lnTo>
                    <a:pt x="732472" y="1318260"/>
                  </a:lnTo>
                  <a:lnTo>
                    <a:pt x="738188" y="1302067"/>
                  </a:lnTo>
                  <a:lnTo>
                    <a:pt x="740569" y="1297782"/>
                  </a:lnTo>
                  <a:lnTo>
                    <a:pt x="743426" y="1293971"/>
                  </a:lnTo>
                  <a:lnTo>
                    <a:pt x="745331" y="1292066"/>
                  </a:lnTo>
                  <a:lnTo>
                    <a:pt x="743902" y="1289209"/>
                  </a:lnTo>
                  <a:lnTo>
                    <a:pt x="742950" y="1284923"/>
                  </a:lnTo>
                  <a:lnTo>
                    <a:pt x="742950" y="1282065"/>
                  </a:lnTo>
                  <a:lnTo>
                    <a:pt x="745331" y="1274921"/>
                  </a:lnTo>
                  <a:lnTo>
                    <a:pt x="748665" y="1271588"/>
                  </a:lnTo>
                  <a:lnTo>
                    <a:pt x="749617" y="1267301"/>
                  </a:lnTo>
                  <a:lnTo>
                    <a:pt x="750570" y="1263491"/>
                  </a:lnTo>
                  <a:lnTo>
                    <a:pt x="751999" y="1261586"/>
                  </a:lnTo>
                  <a:lnTo>
                    <a:pt x="759142" y="1258253"/>
                  </a:lnTo>
                  <a:lnTo>
                    <a:pt x="766286" y="1253014"/>
                  </a:lnTo>
                  <a:lnTo>
                    <a:pt x="767715" y="1251109"/>
                  </a:lnTo>
                  <a:lnTo>
                    <a:pt x="766763" y="1248251"/>
                  </a:lnTo>
                  <a:lnTo>
                    <a:pt x="767715" y="1245870"/>
                  </a:lnTo>
                  <a:lnTo>
                    <a:pt x="770572" y="1243489"/>
                  </a:lnTo>
                  <a:lnTo>
                    <a:pt x="771049" y="1237298"/>
                  </a:lnTo>
                  <a:lnTo>
                    <a:pt x="772477" y="1238250"/>
                  </a:lnTo>
                  <a:lnTo>
                    <a:pt x="773430" y="1240155"/>
                  </a:lnTo>
                  <a:lnTo>
                    <a:pt x="773430" y="1234440"/>
                  </a:lnTo>
                  <a:lnTo>
                    <a:pt x="774859" y="1229678"/>
                  </a:lnTo>
                  <a:lnTo>
                    <a:pt x="776764" y="1227773"/>
                  </a:lnTo>
                  <a:lnTo>
                    <a:pt x="777716" y="1225867"/>
                  </a:lnTo>
                  <a:lnTo>
                    <a:pt x="773430" y="1221582"/>
                  </a:lnTo>
                  <a:lnTo>
                    <a:pt x="772954" y="1217771"/>
                  </a:lnTo>
                  <a:lnTo>
                    <a:pt x="772954" y="1213961"/>
                  </a:lnTo>
                  <a:lnTo>
                    <a:pt x="774382" y="1214914"/>
                  </a:lnTo>
                  <a:lnTo>
                    <a:pt x="774859" y="1217295"/>
                  </a:lnTo>
                  <a:lnTo>
                    <a:pt x="776764" y="1220629"/>
                  </a:lnTo>
                  <a:lnTo>
                    <a:pt x="781526" y="1222534"/>
                  </a:lnTo>
                  <a:lnTo>
                    <a:pt x="782002" y="1226344"/>
                  </a:lnTo>
                  <a:lnTo>
                    <a:pt x="785336" y="1226344"/>
                  </a:lnTo>
                  <a:lnTo>
                    <a:pt x="794861" y="1221105"/>
                  </a:lnTo>
                  <a:lnTo>
                    <a:pt x="797719" y="1221582"/>
                  </a:lnTo>
                  <a:lnTo>
                    <a:pt x="798195" y="1223963"/>
                  </a:lnTo>
                  <a:lnTo>
                    <a:pt x="796766" y="1228249"/>
                  </a:lnTo>
                  <a:lnTo>
                    <a:pt x="795814" y="1228725"/>
                  </a:lnTo>
                  <a:lnTo>
                    <a:pt x="793432" y="1227296"/>
                  </a:lnTo>
                  <a:lnTo>
                    <a:pt x="792480" y="1227773"/>
                  </a:lnTo>
                  <a:lnTo>
                    <a:pt x="793432" y="1238250"/>
                  </a:lnTo>
                  <a:lnTo>
                    <a:pt x="790575" y="1242060"/>
                  </a:lnTo>
                  <a:lnTo>
                    <a:pt x="784860" y="1245394"/>
                  </a:lnTo>
                  <a:lnTo>
                    <a:pt x="783907" y="1249204"/>
                  </a:lnTo>
                  <a:lnTo>
                    <a:pt x="784384" y="1251109"/>
                  </a:lnTo>
                  <a:lnTo>
                    <a:pt x="783431" y="1252538"/>
                  </a:lnTo>
                  <a:lnTo>
                    <a:pt x="779145" y="1252061"/>
                  </a:lnTo>
                  <a:lnTo>
                    <a:pt x="777240" y="1253490"/>
                  </a:lnTo>
                  <a:lnTo>
                    <a:pt x="777240" y="1259205"/>
                  </a:lnTo>
                  <a:lnTo>
                    <a:pt x="776764" y="1262063"/>
                  </a:lnTo>
                  <a:lnTo>
                    <a:pt x="773430" y="1267301"/>
                  </a:lnTo>
                  <a:lnTo>
                    <a:pt x="767715" y="1270159"/>
                  </a:lnTo>
                  <a:lnTo>
                    <a:pt x="759619" y="1278255"/>
                  </a:lnTo>
                  <a:lnTo>
                    <a:pt x="755332" y="1279208"/>
                  </a:lnTo>
                  <a:lnTo>
                    <a:pt x="753904" y="1280636"/>
                  </a:lnTo>
                  <a:lnTo>
                    <a:pt x="751999" y="1282065"/>
                  </a:lnTo>
                  <a:lnTo>
                    <a:pt x="748665" y="1280160"/>
                  </a:lnTo>
                  <a:lnTo>
                    <a:pt x="746284" y="1280636"/>
                  </a:lnTo>
                  <a:lnTo>
                    <a:pt x="746284" y="1283970"/>
                  </a:lnTo>
                  <a:lnTo>
                    <a:pt x="746760" y="1286351"/>
                  </a:lnTo>
                  <a:lnTo>
                    <a:pt x="745807" y="1289685"/>
                  </a:lnTo>
                  <a:lnTo>
                    <a:pt x="746760" y="1291590"/>
                  </a:lnTo>
                  <a:lnTo>
                    <a:pt x="751046" y="1286828"/>
                  </a:lnTo>
                  <a:lnTo>
                    <a:pt x="755332" y="1283494"/>
                  </a:lnTo>
                  <a:lnTo>
                    <a:pt x="766763" y="1276350"/>
                  </a:lnTo>
                  <a:lnTo>
                    <a:pt x="777240" y="1268254"/>
                  </a:lnTo>
                  <a:lnTo>
                    <a:pt x="784860" y="1260158"/>
                  </a:lnTo>
                  <a:lnTo>
                    <a:pt x="790575" y="1253014"/>
                  </a:lnTo>
                  <a:lnTo>
                    <a:pt x="794861" y="1246823"/>
                  </a:lnTo>
                  <a:lnTo>
                    <a:pt x="805815" y="1229201"/>
                  </a:lnTo>
                  <a:lnTo>
                    <a:pt x="814864" y="1206341"/>
                  </a:lnTo>
                  <a:lnTo>
                    <a:pt x="824865" y="1190149"/>
                  </a:lnTo>
                  <a:lnTo>
                    <a:pt x="833438" y="1179671"/>
                  </a:lnTo>
                  <a:lnTo>
                    <a:pt x="841057" y="1172051"/>
                  </a:lnTo>
                  <a:lnTo>
                    <a:pt x="849630" y="1165860"/>
                  </a:lnTo>
                  <a:lnTo>
                    <a:pt x="857250" y="1161574"/>
                  </a:lnTo>
                  <a:lnTo>
                    <a:pt x="857250" y="1156811"/>
                  </a:lnTo>
                  <a:lnTo>
                    <a:pt x="860584" y="1152049"/>
                  </a:lnTo>
                  <a:lnTo>
                    <a:pt x="862013" y="1148239"/>
                  </a:lnTo>
                  <a:lnTo>
                    <a:pt x="862965" y="1143476"/>
                  </a:lnTo>
                  <a:lnTo>
                    <a:pt x="863441" y="1134428"/>
                  </a:lnTo>
                  <a:lnTo>
                    <a:pt x="862013" y="1124903"/>
                  </a:lnTo>
                  <a:lnTo>
                    <a:pt x="864394" y="1118235"/>
                  </a:lnTo>
                  <a:lnTo>
                    <a:pt x="863441" y="1114425"/>
                  </a:lnTo>
                  <a:lnTo>
                    <a:pt x="864870" y="1112044"/>
                  </a:lnTo>
                  <a:lnTo>
                    <a:pt x="864394" y="1109186"/>
                  </a:lnTo>
                  <a:lnTo>
                    <a:pt x="863441" y="1106805"/>
                  </a:lnTo>
                  <a:lnTo>
                    <a:pt x="862489" y="1100138"/>
                  </a:lnTo>
                  <a:lnTo>
                    <a:pt x="860584" y="1093946"/>
                  </a:lnTo>
                  <a:lnTo>
                    <a:pt x="860584" y="1090613"/>
                  </a:lnTo>
                  <a:lnTo>
                    <a:pt x="861060" y="1087279"/>
                  </a:lnTo>
                  <a:lnTo>
                    <a:pt x="861060" y="1082993"/>
                  </a:lnTo>
                  <a:lnTo>
                    <a:pt x="859155" y="1081088"/>
                  </a:lnTo>
                  <a:lnTo>
                    <a:pt x="857726" y="1078230"/>
                  </a:lnTo>
                  <a:lnTo>
                    <a:pt x="858679" y="1076801"/>
                  </a:lnTo>
                  <a:lnTo>
                    <a:pt x="859631" y="1076801"/>
                  </a:lnTo>
                  <a:lnTo>
                    <a:pt x="861536" y="1074896"/>
                  </a:lnTo>
                  <a:lnTo>
                    <a:pt x="862965" y="1066324"/>
                  </a:lnTo>
                  <a:lnTo>
                    <a:pt x="861536" y="1063943"/>
                  </a:lnTo>
                  <a:lnTo>
                    <a:pt x="859155" y="1063943"/>
                  </a:lnTo>
                  <a:lnTo>
                    <a:pt x="859631" y="1062990"/>
                  </a:lnTo>
                  <a:lnTo>
                    <a:pt x="863917" y="1062038"/>
                  </a:lnTo>
                  <a:lnTo>
                    <a:pt x="868680" y="1054418"/>
                  </a:lnTo>
                  <a:lnTo>
                    <a:pt x="867727" y="1052513"/>
                  </a:lnTo>
                  <a:lnTo>
                    <a:pt x="864870" y="1051560"/>
                  </a:lnTo>
                  <a:lnTo>
                    <a:pt x="858679" y="1050608"/>
                  </a:lnTo>
                  <a:lnTo>
                    <a:pt x="857250" y="1046321"/>
                  </a:lnTo>
                  <a:lnTo>
                    <a:pt x="860107" y="1048703"/>
                  </a:lnTo>
                  <a:lnTo>
                    <a:pt x="862965" y="1049179"/>
                  </a:lnTo>
                  <a:lnTo>
                    <a:pt x="865822" y="1049179"/>
                  </a:lnTo>
                  <a:lnTo>
                    <a:pt x="867251" y="1047750"/>
                  </a:lnTo>
                  <a:lnTo>
                    <a:pt x="866299" y="1044416"/>
                  </a:lnTo>
                  <a:lnTo>
                    <a:pt x="868204" y="1042988"/>
                  </a:lnTo>
                  <a:lnTo>
                    <a:pt x="872490" y="1044416"/>
                  </a:lnTo>
                  <a:lnTo>
                    <a:pt x="875347" y="1044416"/>
                  </a:lnTo>
                  <a:lnTo>
                    <a:pt x="873442" y="1047750"/>
                  </a:lnTo>
                  <a:lnTo>
                    <a:pt x="874871" y="1048226"/>
                  </a:lnTo>
                  <a:lnTo>
                    <a:pt x="881063" y="1041559"/>
                  </a:lnTo>
                  <a:lnTo>
                    <a:pt x="884396" y="1039178"/>
                  </a:lnTo>
                  <a:lnTo>
                    <a:pt x="885349" y="1035368"/>
                  </a:lnTo>
                  <a:lnTo>
                    <a:pt x="883444" y="1035368"/>
                  </a:lnTo>
                  <a:lnTo>
                    <a:pt x="882491" y="1034415"/>
                  </a:lnTo>
                  <a:lnTo>
                    <a:pt x="884872" y="1032986"/>
                  </a:lnTo>
                  <a:lnTo>
                    <a:pt x="886301" y="1032986"/>
                  </a:lnTo>
                  <a:lnTo>
                    <a:pt x="887730" y="1031558"/>
                  </a:lnTo>
                  <a:lnTo>
                    <a:pt x="895826" y="1025366"/>
                  </a:lnTo>
                  <a:lnTo>
                    <a:pt x="911542" y="1014889"/>
                  </a:lnTo>
                  <a:lnTo>
                    <a:pt x="920591" y="1005840"/>
                  </a:lnTo>
                  <a:lnTo>
                    <a:pt x="928688" y="1001554"/>
                  </a:lnTo>
                  <a:lnTo>
                    <a:pt x="951071" y="990124"/>
                  </a:lnTo>
                  <a:lnTo>
                    <a:pt x="955357" y="989171"/>
                  </a:lnTo>
                  <a:lnTo>
                    <a:pt x="961549" y="989171"/>
                  </a:lnTo>
                  <a:lnTo>
                    <a:pt x="966311" y="990600"/>
                  </a:lnTo>
                  <a:lnTo>
                    <a:pt x="968216" y="990600"/>
                  </a:lnTo>
                  <a:lnTo>
                    <a:pt x="969169" y="989171"/>
                  </a:lnTo>
                  <a:lnTo>
                    <a:pt x="969645" y="986790"/>
                  </a:lnTo>
                  <a:lnTo>
                    <a:pt x="972979" y="983933"/>
                  </a:lnTo>
                  <a:lnTo>
                    <a:pt x="976789" y="982980"/>
                  </a:lnTo>
                  <a:lnTo>
                    <a:pt x="985838" y="976313"/>
                  </a:lnTo>
                  <a:lnTo>
                    <a:pt x="995363" y="974884"/>
                  </a:lnTo>
                  <a:lnTo>
                    <a:pt x="996791" y="974408"/>
                  </a:lnTo>
                  <a:lnTo>
                    <a:pt x="998696" y="972979"/>
                  </a:lnTo>
                  <a:lnTo>
                    <a:pt x="996791" y="971550"/>
                  </a:lnTo>
                  <a:lnTo>
                    <a:pt x="994886" y="970597"/>
                  </a:lnTo>
                  <a:lnTo>
                    <a:pt x="994410" y="967264"/>
                  </a:lnTo>
                  <a:lnTo>
                    <a:pt x="995839" y="965359"/>
                  </a:lnTo>
                  <a:lnTo>
                    <a:pt x="1004888" y="963454"/>
                  </a:lnTo>
                  <a:lnTo>
                    <a:pt x="1012507" y="963454"/>
                  </a:lnTo>
                  <a:lnTo>
                    <a:pt x="1015841" y="961072"/>
                  </a:lnTo>
                  <a:lnTo>
                    <a:pt x="1022032" y="959644"/>
                  </a:lnTo>
                  <a:lnTo>
                    <a:pt x="1027747" y="961549"/>
                  </a:lnTo>
                  <a:lnTo>
                    <a:pt x="1028700" y="962978"/>
                  </a:lnTo>
                  <a:lnTo>
                    <a:pt x="1024890" y="964406"/>
                  </a:lnTo>
                  <a:lnTo>
                    <a:pt x="1021080" y="963930"/>
                  </a:lnTo>
                  <a:lnTo>
                    <a:pt x="1018699" y="964883"/>
                  </a:lnTo>
                  <a:lnTo>
                    <a:pt x="1021080" y="966311"/>
                  </a:lnTo>
                  <a:lnTo>
                    <a:pt x="1026795" y="964883"/>
                  </a:lnTo>
                  <a:lnTo>
                    <a:pt x="1033939" y="963930"/>
                  </a:lnTo>
                  <a:lnTo>
                    <a:pt x="1039654" y="962025"/>
                  </a:lnTo>
                  <a:lnTo>
                    <a:pt x="1044416" y="961549"/>
                  </a:lnTo>
                  <a:lnTo>
                    <a:pt x="1045369" y="959644"/>
                  </a:lnTo>
                  <a:lnTo>
                    <a:pt x="1044892" y="957739"/>
                  </a:lnTo>
                  <a:lnTo>
                    <a:pt x="1043940" y="955834"/>
                  </a:lnTo>
                  <a:lnTo>
                    <a:pt x="1043940" y="954405"/>
                  </a:lnTo>
                  <a:lnTo>
                    <a:pt x="1044416" y="952500"/>
                  </a:lnTo>
                  <a:lnTo>
                    <a:pt x="1046797" y="951547"/>
                  </a:lnTo>
                  <a:lnTo>
                    <a:pt x="1049179" y="951547"/>
                  </a:lnTo>
                  <a:lnTo>
                    <a:pt x="1049655" y="953453"/>
                  </a:lnTo>
                  <a:lnTo>
                    <a:pt x="1048226" y="956310"/>
                  </a:lnTo>
                  <a:lnTo>
                    <a:pt x="1048702" y="958215"/>
                  </a:lnTo>
                  <a:lnTo>
                    <a:pt x="1051084" y="959644"/>
                  </a:lnTo>
                  <a:lnTo>
                    <a:pt x="1052989" y="960596"/>
                  </a:lnTo>
                  <a:lnTo>
                    <a:pt x="1057275" y="960596"/>
                  </a:lnTo>
                  <a:lnTo>
                    <a:pt x="1065848" y="959644"/>
                  </a:lnTo>
                  <a:lnTo>
                    <a:pt x="1081564" y="959644"/>
                  </a:lnTo>
                  <a:lnTo>
                    <a:pt x="1084421" y="959644"/>
                  </a:lnTo>
                  <a:lnTo>
                    <a:pt x="1086326" y="955834"/>
                  </a:lnTo>
                  <a:lnTo>
                    <a:pt x="1087755" y="953929"/>
                  </a:lnTo>
                  <a:lnTo>
                    <a:pt x="1086326" y="952024"/>
                  </a:lnTo>
                  <a:lnTo>
                    <a:pt x="1085850" y="948690"/>
                  </a:lnTo>
                  <a:lnTo>
                    <a:pt x="1086326" y="946309"/>
                  </a:lnTo>
                  <a:lnTo>
                    <a:pt x="1095851" y="936784"/>
                  </a:lnTo>
                  <a:lnTo>
                    <a:pt x="1100138" y="934403"/>
                  </a:lnTo>
                  <a:lnTo>
                    <a:pt x="1115854" y="928688"/>
                  </a:lnTo>
                  <a:lnTo>
                    <a:pt x="1120140" y="925830"/>
                  </a:lnTo>
                  <a:lnTo>
                    <a:pt x="1120616" y="922972"/>
                  </a:lnTo>
                  <a:lnTo>
                    <a:pt x="1119664" y="912019"/>
                  </a:lnTo>
                  <a:lnTo>
                    <a:pt x="1119664" y="911543"/>
                  </a:lnTo>
                  <a:lnTo>
                    <a:pt x="1118711" y="908209"/>
                  </a:lnTo>
                  <a:lnTo>
                    <a:pt x="1122045" y="898684"/>
                  </a:lnTo>
                  <a:lnTo>
                    <a:pt x="1126331" y="891540"/>
                  </a:lnTo>
                  <a:lnTo>
                    <a:pt x="1127760" y="887254"/>
                  </a:lnTo>
                  <a:lnTo>
                    <a:pt x="1129665" y="885349"/>
                  </a:lnTo>
                  <a:lnTo>
                    <a:pt x="1133951" y="882968"/>
                  </a:lnTo>
                  <a:lnTo>
                    <a:pt x="1140619" y="875347"/>
                  </a:lnTo>
                  <a:lnTo>
                    <a:pt x="1143476" y="870109"/>
                  </a:lnTo>
                  <a:lnTo>
                    <a:pt x="1143952" y="865346"/>
                  </a:lnTo>
                  <a:lnTo>
                    <a:pt x="1147286" y="862489"/>
                  </a:lnTo>
                  <a:lnTo>
                    <a:pt x="1149191" y="854393"/>
                  </a:lnTo>
                  <a:lnTo>
                    <a:pt x="1153954" y="846296"/>
                  </a:lnTo>
                  <a:lnTo>
                    <a:pt x="1159192" y="842963"/>
                  </a:lnTo>
                  <a:lnTo>
                    <a:pt x="1161098" y="840105"/>
                  </a:lnTo>
                  <a:lnTo>
                    <a:pt x="1163002" y="835819"/>
                  </a:lnTo>
                  <a:lnTo>
                    <a:pt x="1163955" y="829628"/>
                  </a:lnTo>
                  <a:lnTo>
                    <a:pt x="1162526" y="814388"/>
                  </a:lnTo>
                  <a:lnTo>
                    <a:pt x="1162526" y="807244"/>
                  </a:lnTo>
                  <a:lnTo>
                    <a:pt x="1165384" y="793909"/>
                  </a:lnTo>
                  <a:lnTo>
                    <a:pt x="1171099" y="784860"/>
                  </a:lnTo>
                  <a:lnTo>
                    <a:pt x="1173480" y="782479"/>
                  </a:lnTo>
                  <a:lnTo>
                    <a:pt x="1178242" y="780097"/>
                  </a:lnTo>
                  <a:lnTo>
                    <a:pt x="1182529" y="774859"/>
                  </a:lnTo>
                  <a:lnTo>
                    <a:pt x="1182052" y="772954"/>
                  </a:lnTo>
                  <a:lnTo>
                    <a:pt x="1180624" y="761524"/>
                  </a:lnTo>
                  <a:lnTo>
                    <a:pt x="1181100" y="756761"/>
                  </a:lnTo>
                  <a:lnTo>
                    <a:pt x="1182529" y="751999"/>
                  </a:lnTo>
                  <a:lnTo>
                    <a:pt x="1183957" y="742474"/>
                  </a:lnTo>
                  <a:lnTo>
                    <a:pt x="1185863" y="733425"/>
                  </a:lnTo>
                  <a:lnTo>
                    <a:pt x="1189196" y="722471"/>
                  </a:lnTo>
                  <a:lnTo>
                    <a:pt x="1192054" y="711518"/>
                  </a:lnTo>
                  <a:lnTo>
                    <a:pt x="1192054" y="710565"/>
                  </a:lnTo>
                  <a:lnTo>
                    <a:pt x="1190149" y="701040"/>
                  </a:lnTo>
                  <a:lnTo>
                    <a:pt x="1188244" y="690563"/>
                  </a:lnTo>
                  <a:lnTo>
                    <a:pt x="1187767" y="679609"/>
                  </a:lnTo>
                  <a:lnTo>
                    <a:pt x="1186339" y="670084"/>
                  </a:lnTo>
                  <a:lnTo>
                    <a:pt x="1190149" y="648653"/>
                  </a:lnTo>
                  <a:lnTo>
                    <a:pt x="1189196" y="647700"/>
                  </a:lnTo>
                  <a:lnTo>
                    <a:pt x="1187767" y="651034"/>
                  </a:lnTo>
                  <a:lnTo>
                    <a:pt x="1186339" y="649129"/>
                  </a:lnTo>
                  <a:lnTo>
                    <a:pt x="1186815" y="647224"/>
                  </a:lnTo>
                  <a:lnTo>
                    <a:pt x="1186815" y="639128"/>
                  </a:lnTo>
                  <a:lnTo>
                    <a:pt x="1188244" y="635794"/>
                  </a:lnTo>
                  <a:lnTo>
                    <a:pt x="1188720" y="633889"/>
                  </a:lnTo>
                  <a:lnTo>
                    <a:pt x="1188244" y="632936"/>
                  </a:lnTo>
                  <a:lnTo>
                    <a:pt x="1187291" y="631984"/>
                  </a:lnTo>
                  <a:lnTo>
                    <a:pt x="1185386" y="632936"/>
                  </a:lnTo>
                  <a:lnTo>
                    <a:pt x="1186339" y="629126"/>
                  </a:lnTo>
                  <a:lnTo>
                    <a:pt x="1187767" y="625316"/>
                  </a:lnTo>
                  <a:lnTo>
                    <a:pt x="1190149" y="621983"/>
                  </a:lnTo>
                  <a:lnTo>
                    <a:pt x="1194435" y="617696"/>
                  </a:lnTo>
                  <a:lnTo>
                    <a:pt x="1194435" y="613886"/>
                  </a:lnTo>
                  <a:lnTo>
                    <a:pt x="1196816" y="609600"/>
                  </a:lnTo>
                  <a:lnTo>
                    <a:pt x="1196340" y="607695"/>
                  </a:lnTo>
                  <a:lnTo>
                    <a:pt x="1193959" y="605790"/>
                  </a:lnTo>
                  <a:lnTo>
                    <a:pt x="1196340" y="605314"/>
                  </a:lnTo>
                  <a:lnTo>
                    <a:pt x="1197769" y="604361"/>
                  </a:lnTo>
                  <a:lnTo>
                    <a:pt x="1199674" y="600075"/>
                  </a:lnTo>
                  <a:lnTo>
                    <a:pt x="1201102" y="600551"/>
                  </a:lnTo>
                  <a:lnTo>
                    <a:pt x="1205389" y="604361"/>
                  </a:lnTo>
                  <a:lnTo>
                    <a:pt x="1206341" y="611029"/>
                  </a:lnTo>
                  <a:lnTo>
                    <a:pt x="1208246" y="611505"/>
                  </a:lnTo>
                  <a:lnTo>
                    <a:pt x="1209675" y="611505"/>
                  </a:lnTo>
                  <a:lnTo>
                    <a:pt x="1215390" y="607219"/>
                  </a:lnTo>
                  <a:lnTo>
                    <a:pt x="1223010" y="598646"/>
                  </a:lnTo>
                  <a:lnTo>
                    <a:pt x="1224915" y="594836"/>
                  </a:lnTo>
                  <a:lnTo>
                    <a:pt x="1233964" y="581978"/>
                  </a:lnTo>
                  <a:lnTo>
                    <a:pt x="1241584" y="566738"/>
                  </a:lnTo>
                  <a:lnTo>
                    <a:pt x="1243489" y="561499"/>
                  </a:lnTo>
                  <a:lnTo>
                    <a:pt x="1242536" y="558165"/>
                  </a:lnTo>
                  <a:lnTo>
                    <a:pt x="1245394" y="553403"/>
                  </a:lnTo>
                  <a:lnTo>
                    <a:pt x="1246823" y="551974"/>
                  </a:lnTo>
                  <a:lnTo>
                    <a:pt x="1246823" y="553879"/>
                  </a:lnTo>
                  <a:lnTo>
                    <a:pt x="1246346" y="555308"/>
                  </a:lnTo>
                  <a:lnTo>
                    <a:pt x="1245394" y="556736"/>
                  </a:lnTo>
                  <a:lnTo>
                    <a:pt x="1245394" y="558641"/>
                  </a:lnTo>
                  <a:lnTo>
                    <a:pt x="1246823" y="557689"/>
                  </a:lnTo>
                  <a:lnTo>
                    <a:pt x="1251585" y="551497"/>
                  </a:lnTo>
                  <a:lnTo>
                    <a:pt x="1251585" y="547688"/>
                  </a:lnTo>
                  <a:lnTo>
                    <a:pt x="1253490" y="548164"/>
                  </a:lnTo>
                  <a:lnTo>
                    <a:pt x="1254442" y="547211"/>
                  </a:lnTo>
                  <a:lnTo>
                    <a:pt x="1259681" y="539115"/>
                  </a:lnTo>
                  <a:lnTo>
                    <a:pt x="1265396" y="533876"/>
                  </a:lnTo>
                  <a:lnTo>
                    <a:pt x="1269682" y="531019"/>
                  </a:lnTo>
                  <a:lnTo>
                    <a:pt x="1277302" y="527685"/>
                  </a:lnTo>
                  <a:lnTo>
                    <a:pt x="1277779" y="527685"/>
                  </a:lnTo>
                  <a:lnTo>
                    <a:pt x="1283494" y="519113"/>
                  </a:lnTo>
                  <a:lnTo>
                    <a:pt x="1289209" y="513874"/>
                  </a:lnTo>
                  <a:lnTo>
                    <a:pt x="1294924" y="506254"/>
                  </a:lnTo>
                  <a:lnTo>
                    <a:pt x="1296352" y="503872"/>
                  </a:lnTo>
                  <a:lnTo>
                    <a:pt x="1294924" y="501015"/>
                  </a:lnTo>
                  <a:lnTo>
                    <a:pt x="1296829" y="501968"/>
                  </a:lnTo>
                  <a:lnTo>
                    <a:pt x="1299210" y="501491"/>
                  </a:lnTo>
                  <a:lnTo>
                    <a:pt x="1304925" y="495776"/>
                  </a:lnTo>
                  <a:lnTo>
                    <a:pt x="1313498" y="485299"/>
                  </a:lnTo>
                  <a:lnTo>
                    <a:pt x="1319689" y="475297"/>
                  </a:lnTo>
                  <a:lnTo>
                    <a:pt x="1326356" y="457676"/>
                  </a:lnTo>
                  <a:lnTo>
                    <a:pt x="1328738" y="447199"/>
                  </a:lnTo>
                  <a:lnTo>
                    <a:pt x="1330642" y="442913"/>
                  </a:lnTo>
                  <a:lnTo>
                    <a:pt x="1330642" y="439579"/>
                  </a:lnTo>
                  <a:lnTo>
                    <a:pt x="1329214" y="435293"/>
                  </a:lnTo>
                  <a:lnTo>
                    <a:pt x="1329214" y="433388"/>
                  </a:lnTo>
                  <a:lnTo>
                    <a:pt x="1329690" y="431483"/>
                  </a:lnTo>
                  <a:lnTo>
                    <a:pt x="1329690" y="430054"/>
                  </a:lnTo>
                  <a:lnTo>
                    <a:pt x="1329690" y="428149"/>
                  </a:lnTo>
                  <a:lnTo>
                    <a:pt x="1332548" y="426720"/>
                  </a:lnTo>
                  <a:close/>
                </a:path>
              </a:pathLst>
            </a:custGeom>
            <a:grpFill/>
            <a:ln w="317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3A3F6930-0329-4B71-A1E9-6D56B70A73D3}"/>
                </a:ext>
              </a:extLst>
            </p:cNvPr>
            <p:cNvSpPr/>
            <p:nvPr/>
          </p:nvSpPr>
          <p:spPr>
            <a:xfrm>
              <a:off x="3347561" y="4625339"/>
              <a:ext cx="415766" cy="457676"/>
            </a:xfrm>
            <a:custGeom>
              <a:avLst/>
              <a:gdLst>
                <a:gd name="connsiteX0" fmla="*/ 413861 w 415766"/>
                <a:gd name="connsiteY0" fmla="*/ 290513 h 457676"/>
                <a:gd name="connsiteX1" fmla="*/ 412909 w 415766"/>
                <a:gd name="connsiteY1" fmla="*/ 288607 h 457676"/>
                <a:gd name="connsiteX2" fmla="*/ 410527 w 415766"/>
                <a:gd name="connsiteY2" fmla="*/ 282416 h 457676"/>
                <a:gd name="connsiteX3" fmla="*/ 406717 w 415766"/>
                <a:gd name="connsiteY3" fmla="*/ 272891 h 457676"/>
                <a:gd name="connsiteX4" fmla="*/ 406241 w 415766"/>
                <a:gd name="connsiteY4" fmla="*/ 269557 h 457676"/>
                <a:gd name="connsiteX5" fmla="*/ 404813 w 415766"/>
                <a:gd name="connsiteY5" fmla="*/ 267653 h 457676"/>
                <a:gd name="connsiteX6" fmla="*/ 402431 w 415766"/>
                <a:gd name="connsiteY6" fmla="*/ 268129 h 457676"/>
                <a:gd name="connsiteX7" fmla="*/ 399574 w 415766"/>
                <a:gd name="connsiteY7" fmla="*/ 267653 h 457676"/>
                <a:gd name="connsiteX8" fmla="*/ 392430 w 415766"/>
                <a:gd name="connsiteY8" fmla="*/ 262414 h 457676"/>
                <a:gd name="connsiteX9" fmla="*/ 387667 w 415766"/>
                <a:gd name="connsiteY9" fmla="*/ 259556 h 457676"/>
                <a:gd name="connsiteX10" fmla="*/ 386239 w 415766"/>
                <a:gd name="connsiteY10" fmla="*/ 258128 h 457676"/>
                <a:gd name="connsiteX11" fmla="*/ 385286 w 415766"/>
                <a:gd name="connsiteY11" fmla="*/ 252889 h 457676"/>
                <a:gd name="connsiteX12" fmla="*/ 383857 w 415766"/>
                <a:gd name="connsiteY12" fmla="*/ 247174 h 457676"/>
                <a:gd name="connsiteX13" fmla="*/ 383381 w 415766"/>
                <a:gd name="connsiteY13" fmla="*/ 240030 h 457676"/>
                <a:gd name="connsiteX14" fmla="*/ 383857 w 415766"/>
                <a:gd name="connsiteY14" fmla="*/ 238125 h 457676"/>
                <a:gd name="connsiteX15" fmla="*/ 388144 w 415766"/>
                <a:gd name="connsiteY15" fmla="*/ 232410 h 457676"/>
                <a:gd name="connsiteX16" fmla="*/ 388144 w 415766"/>
                <a:gd name="connsiteY16" fmla="*/ 229553 h 457676"/>
                <a:gd name="connsiteX17" fmla="*/ 388620 w 415766"/>
                <a:gd name="connsiteY17" fmla="*/ 227171 h 457676"/>
                <a:gd name="connsiteX18" fmla="*/ 388620 w 415766"/>
                <a:gd name="connsiteY18" fmla="*/ 225266 h 457676"/>
                <a:gd name="connsiteX19" fmla="*/ 387667 w 415766"/>
                <a:gd name="connsiteY19" fmla="*/ 225266 h 457676"/>
                <a:gd name="connsiteX20" fmla="*/ 386239 w 415766"/>
                <a:gd name="connsiteY20" fmla="*/ 226219 h 457676"/>
                <a:gd name="connsiteX21" fmla="*/ 383857 w 415766"/>
                <a:gd name="connsiteY21" fmla="*/ 226695 h 457676"/>
                <a:gd name="connsiteX22" fmla="*/ 382429 w 415766"/>
                <a:gd name="connsiteY22" fmla="*/ 226695 h 457676"/>
                <a:gd name="connsiteX23" fmla="*/ 368141 w 415766"/>
                <a:gd name="connsiteY23" fmla="*/ 226219 h 457676"/>
                <a:gd name="connsiteX24" fmla="*/ 351949 w 415766"/>
                <a:gd name="connsiteY24" fmla="*/ 225742 h 457676"/>
                <a:gd name="connsiteX25" fmla="*/ 338614 w 415766"/>
                <a:gd name="connsiteY25" fmla="*/ 225266 h 457676"/>
                <a:gd name="connsiteX26" fmla="*/ 326707 w 415766"/>
                <a:gd name="connsiteY26" fmla="*/ 224790 h 457676"/>
                <a:gd name="connsiteX27" fmla="*/ 326231 w 415766"/>
                <a:gd name="connsiteY27" fmla="*/ 220028 h 457676"/>
                <a:gd name="connsiteX28" fmla="*/ 325755 w 415766"/>
                <a:gd name="connsiteY28" fmla="*/ 211931 h 457676"/>
                <a:gd name="connsiteX29" fmla="*/ 325279 w 415766"/>
                <a:gd name="connsiteY29" fmla="*/ 206216 h 457676"/>
                <a:gd name="connsiteX30" fmla="*/ 324326 w 415766"/>
                <a:gd name="connsiteY30" fmla="*/ 197167 h 457676"/>
                <a:gd name="connsiteX31" fmla="*/ 319564 w 415766"/>
                <a:gd name="connsiteY31" fmla="*/ 191453 h 457676"/>
                <a:gd name="connsiteX32" fmla="*/ 314325 w 415766"/>
                <a:gd name="connsiteY32" fmla="*/ 185261 h 457676"/>
                <a:gd name="connsiteX33" fmla="*/ 312420 w 415766"/>
                <a:gd name="connsiteY33" fmla="*/ 183832 h 457676"/>
                <a:gd name="connsiteX34" fmla="*/ 318611 w 415766"/>
                <a:gd name="connsiteY34" fmla="*/ 183832 h 457676"/>
                <a:gd name="connsiteX35" fmla="*/ 322897 w 415766"/>
                <a:gd name="connsiteY35" fmla="*/ 183832 h 457676"/>
                <a:gd name="connsiteX36" fmla="*/ 321945 w 415766"/>
                <a:gd name="connsiteY36" fmla="*/ 167640 h 457676"/>
                <a:gd name="connsiteX37" fmla="*/ 320516 w 415766"/>
                <a:gd name="connsiteY37" fmla="*/ 166211 h 457676"/>
                <a:gd name="connsiteX38" fmla="*/ 319564 w 415766"/>
                <a:gd name="connsiteY38" fmla="*/ 160972 h 457676"/>
                <a:gd name="connsiteX39" fmla="*/ 318611 w 415766"/>
                <a:gd name="connsiteY39" fmla="*/ 158115 h 457676"/>
                <a:gd name="connsiteX40" fmla="*/ 316230 w 415766"/>
                <a:gd name="connsiteY40" fmla="*/ 155734 h 457676"/>
                <a:gd name="connsiteX41" fmla="*/ 315754 w 415766"/>
                <a:gd name="connsiteY41" fmla="*/ 152876 h 457676"/>
                <a:gd name="connsiteX42" fmla="*/ 316230 w 415766"/>
                <a:gd name="connsiteY42" fmla="*/ 150971 h 457676"/>
                <a:gd name="connsiteX43" fmla="*/ 317182 w 415766"/>
                <a:gd name="connsiteY43" fmla="*/ 150019 h 457676"/>
                <a:gd name="connsiteX44" fmla="*/ 318135 w 415766"/>
                <a:gd name="connsiteY44" fmla="*/ 147161 h 457676"/>
                <a:gd name="connsiteX45" fmla="*/ 317659 w 415766"/>
                <a:gd name="connsiteY45" fmla="*/ 144304 h 457676"/>
                <a:gd name="connsiteX46" fmla="*/ 316230 w 415766"/>
                <a:gd name="connsiteY46" fmla="*/ 141922 h 457676"/>
                <a:gd name="connsiteX47" fmla="*/ 314801 w 415766"/>
                <a:gd name="connsiteY47" fmla="*/ 139541 h 457676"/>
                <a:gd name="connsiteX48" fmla="*/ 311944 w 415766"/>
                <a:gd name="connsiteY48" fmla="*/ 138113 h 457676"/>
                <a:gd name="connsiteX49" fmla="*/ 307657 w 415766"/>
                <a:gd name="connsiteY49" fmla="*/ 135255 h 457676"/>
                <a:gd name="connsiteX50" fmla="*/ 300990 w 415766"/>
                <a:gd name="connsiteY50" fmla="*/ 131921 h 457676"/>
                <a:gd name="connsiteX51" fmla="*/ 295275 w 415766"/>
                <a:gd name="connsiteY51" fmla="*/ 129540 h 457676"/>
                <a:gd name="connsiteX52" fmla="*/ 293370 w 415766"/>
                <a:gd name="connsiteY52" fmla="*/ 130016 h 457676"/>
                <a:gd name="connsiteX53" fmla="*/ 283845 w 415766"/>
                <a:gd name="connsiteY53" fmla="*/ 130969 h 457676"/>
                <a:gd name="connsiteX54" fmla="*/ 280511 w 415766"/>
                <a:gd name="connsiteY54" fmla="*/ 131445 h 457676"/>
                <a:gd name="connsiteX55" fmla="*/ 278130 w 415766"/>
                <a:gd name="connsiteY55" fmla="*/ 130969 h 457676"/>
                <a:gd name="connsiteX56" fmla="*/ 270986 w 415766"/>
                <a:gd name="connsiteY56" fmla="*/ 130969 h 457676"/>
                <a:gd name="connsiteX57" fmla="*/ 268129 w 415766"/>
                <a:gd name="connsiteY57" fmla="*/ 129064 h 457676"/>
                <a:gd name="connsiteX58" fmla="*/ 265747 w 415766"/>
                <a:gd name="connsiteY58" fmla="*/ 126682 h 457676"/>
                <a:gd name="connsiteX59" fmla="*/ 260509 w 415766"/>
                <a:gd name="connsiteY59" fmla="*/ 120967 h 457676"/>
                <a:gd name="connsiteX60" fmla="*/ 259556 w 415766"/>
                <a:gd name="connsiteY60" fmla="*/ 118110 h 457676"/>
                <a:gd name="connsiteX61" fmla="*/ 257651 w 415766"/>
                <a:gd name="connsiteY61" fmla="*/ 117157 h 457676"/>
                <a:gd name="connsiteX62" fmla="*/ 254794 w 415766"/>
                <a:gd name="connsiteY62" fmla="*/ 117634 h 457676"/>
                <a:gd name="connsiteX63" fmla="*/ 251936 w 415766"/>
                <a:gd name="connsiteY63" fmla="*/ 117157 h 457676"/>
                <a:gd name="connsiteX64" fmla="*/ 246221 w 415766"/>
                <a:gd name="connsiteY64" fmla="*/ 114776 h 457676"/>
                <a:gd name="connsiteX65" fmla="*/ 240506 w 415766"/>
                <a:gd name="connsiteY65" fmla="*/ 112395 h 457676"/>
                <a:gd name="connsiteX66" fmla="*/ 237649 w 415766"/>
                <a:gd name="connsiteY66" fmla="*/ 112395 h 457676"/>
                <a:gd name="connsiteX67" fmla="*/ 235267 w 415766"/>
                <a:gd name="connsiteY67" fmla="*/ 110966 h 457676"/>
                <a:gd name="connsiteX68" fmla="*/ 230981 w 415766"/>
                <a:gd name="connsiteY68" fmla="*/ 107156 h 457676"/>
                <a:gd name="connsiteX69" fmla="*/ 229076 w 415766"/>
                <a:gd name="connsiteY69" fmla="*/ 105728 h 457676"/>
                <a:gd name="connsiteX70" fmla="*/ 228124 w 415766"/>
                <a:gd name="connsiteY70" fmla="*/ 103822 h 457676"/>
                <a:gd name="connsiteX71" fmla="*/ 227171 w 415766"/>
                <a:gd name="connsiteY71" fmla="*/ 100965 h 457676"/>
                <a:gd name="connsiteX72" fmla="*/ 225266 w 415766"/>
                <a:gd name="connsiteY72" fmla="*/ 100489 h 457676"/>
                <a:gd name="connsiteX73" fmla="*/ 222885 w 415766"/>
                <a:gd name="connsiteY73" fmla="*/ 100965 h 457676"/>
                <a:gd name="connsiteX74" fmla="*/ 220504 w 415766"/>
                <a:gd name="connsiteY74" fmla="*/ 102394 h 457676"/>
                <a:gd name="connsiteX75" fmla="*/ 217170 w 415766"/>
                <a:gd name="connsiteY75" fmla="*/ 101441 h 457676"/>
                <a:gd name="connsiteX76" fmla="*/ 213360 w 415766"/>
                <a:gd name="connsiteY76" fmla="*/ 99060 h 457676"/>
                <a:gd name="connsiteX77" fmla="*/ 210979 w 415766"/>
                <a:gd name="connsiteY77" fmla="*/ 97155 h 457676"/>
                <a:gd name="connsiteX78" fmla="*/ 209550 w 415766"/>
                <a:gd name="connsiteY78" fmla="*/ 96203 h 457676"/>
                <a:gd name="connsiteX79" fmla="*/ 205264 w 415766"/>
                <a:gd name="connsiteY79" fmla="*/ 94297 h 457676"/>
                <a:gd name="connsiteX80" fmla="*/ 201930 w 415766"/>
                <a:gd name="connsiteY80" fmla="*/ 93821 h 457676"/>
                <a:gd name="connsiteX81" fmla="*/ 196691 w 415766"/>
                <a:gd name="connsiteY81" fmla="*/ 95726 h 457676"/>
                <a:gd name="connsiteX82" fmla="*/ 192405 w 415766"/>
                <a:gd name="connsiteY82" fmla="*/ 94774 h 457676"/>
                <a:gd name="connsiteX83" fmla="*/ 185738 w 415766"/>
                <a:gd name="connsiteY83" fmla="*/ 93821 h 457676"/>
                <a:gd name="connsiteX84" fmla="*/ 180022 w 415766"/>
                <a:gd name="connsiteY84" fmla="*/ 92392 h 457676"/>
                <a:gd name="connsiteX85" fmla="*/ 178117 w 415766"/>
                <a:gd name="connsiteY85" fmla="*/ 88582 h 457676"/>
                <a:gd name="connsiteX86" fmla="*/ 177165 w 415766"/>
                <a:gd name="connsiteY86" fmla="*/ 86201 h 457676"/>
                <a:gd name="connsiteX87" fmla="*/ 173831 w 415766"/>
                <a:gd name="connsiteY87" fmla="*/ 84772 h 457676"/>
                <a:gd name="connsiteX88" fmla="*/ 170974 w 415766"/>
                <a:gd name="connsiteY88" fmla="*/ 82867 h 457676"/>
                <a:gd name="connsiteX89" fmla="*/ 167640 w 415766"/>
                <a:gd name="connsiteY89" fmla="*/ 80010 h 457676"/>
                <a:gd name="connsiteX90" fmla="*/ 166211 w 415766"/>
                <a:gd name="connsiteY90" fmla="*/ 79057 h 457676"/>
                <a:gd name="connsiteX91" fmla="*/ 163354 w 415766"/>
                <a:gd name="connsiteY91" fmla="*/ 78105 h 457676"/>
                <a:gd name="connsiteX92" fmla="*/ 160496 w 415766"/>
                <a:gd name="connsiteY92" fmla="*/ 77153 h 457676"/>
                <a:gd name="connsiteX93" fmla="*/ 160020 w 415766"/>
                <a:gd name="connsiteY93" fmla="*/ 75247 h 457676"/>
                <a:gd name="connsiteX94" fmla="*/ 159067 w 415766"/>
                <a:gd name="connsiteY94" fmla="*/ 72866 h 457676"/>
                <a:gd name="connsiteX95" fmla="*/ 159067 w 415766"/>
                <a:gd name="connsiteY95" fmla="*/ 72390 h 457676"/>
                <a:gd name="connsiteX96" fmla="*/ 157163 w 415766"/>
                <a:gd name="connsiteY96" fmla="*/ 69532 h 457676"/>
                <a:gd name="connsiteX97" fmla="*/ 156210 w 415766"/>
                <a:gd name="connsiteY97" fmla="*/ 69532 h 457676"/>
                <a:gd name="connsiteX98" fmla="*/ 155257 w 415766"/>
                <a:gd name="connsiteY98" fmla="*/ 70009 h 457676"/>
                <a:gd name="connsiteX99" fmla="*/ 154781 w 415766"/>
                <a:gd name="connsiteY99" fmla="*/ 70485 h 457676"/>
                <a:gd name="connsiteX100" fmla="*/ 153829 w 415766"/>
                <a:gd name="connsiteY100" fmla="*/ 70009 h 457676"/>
                <a:gd name="connsiteX101" fmla="*/ 153829 w 415766"/>
                <a:gd name="connsiteY101" fmla="*/ 68580 h 457676"/>
                <a:gd name="connsiteX102" fmla="*/ 154305 w 415766"/>
                <a:gd name="connsiteY102" fmla="*/ 66199 h 457676"/>
                <a:gd name="connsiteX103" fmla="*/ 153352 w 415766"/>
                <a:gd name="connsiteY103" fmla="*/ 63817 h 457676"/>
                <a:gd name="connsiteX104" fmla="*/ 150971 w 415766"/>
                <a:gd name="connsiteY104" fmla="*/ 61436 h 457676"/>
                <a:gd name="connsiteX105" fmla="*/ 149542 w 415766"/>
                <a:gd name="connsiteY105" fmla="*/ 59055 h 457676"/>
                <a:gd name="connsiteX106" fmla="*/ 149542 w 415766"/>
                <a:gd name="connsiteY106" fmla="*/ 56674 h 457676"/>
                <a:gd name="connsiteX107" fmla="*/ 149066 w 415766"/>
                <a:gd name="connsiteY107" fmla="*/ 54769 h 457676"/>
                <a:gd name="connsiteX108" fmla="*/ 148114 w 415766"/>
                <a:gd name="connsiteY108" fmla="*/ 53816 h 457676"/>
                <a:gd name="connsiteX109" fmla="*/ 147638 w 415766"/>
                <a:gd name="connsiteY109" fmla="*/ 52388 h 457676"/>
                <a:gd name="connsiteX110" fmla="*/ 147638 w 415766"/>
                <a:gd name="connsiteY110" fmla="*/ 50482 h 457676"/>
                <a:gd name="connsiteX111" fmla="*/ 148590 w 415766"/>
                <a:gd name="connsiteY111" fmla="*/ 48101 h 457676"/>
                <a:gd name="connsiteX112" fmla="*/ 150019 w 415766"/>
                <a:gd name="connsiteY112" fmla="*/ 45244 h 457676"/>
                <a:gd name="connsiteX113" fmla="*/ 149542 w 415766"/>
                <a:gd name="connsiteY113" fmla="*/ 40957 h 457676"/>
                <a:gd name="connsiteX114" fmla="*/ 147161 w 415766"/>
                <a:gd name="connsiteY114" fmla="*/ 34766 h 457676"/>
                <a:gd name="connsiteX115" fmla="*/ 145732 w 415766"/>
                <a:gd name="connsiteY115" fmla="*/ 30480 h 457676"/>
                <a:gd name="connsiteX116" fmla="*/ 145256 w 415766"/>
                <a:gd name="connsiteY116" fmla="*/ 27622 h 457676"/>
                <a:gd name="connsiteX117" fmla="*/ 145732 w 415766"/>
                <a:gd name="connsiteY117" fmla="*/ 25717 h 457676"/>
                <a:gd name="connsiteX118" fmla="*/ 147161 w 415766"/>
                <a:gd name="connsiteY118" fmla="*/ 23813 h 457676"/>
                <a:gd name="connsiteX119" fmla="*/ 150019 w 415766"/>
                <a:gd name="connsiteY119" fmla="*/ 19050 h 457676"/>
                <a:gd name="connsiteX120" fmla="*/ 150495 w 415766"/>
                <a:gd name="connsiteY120" fmla="*/ 15240 h 457676"/>
                <a:gd name="connsiteX121" fmla="*/ 149542 w 415766"/>
                <a:gd name="connsiteY121" fmla="*/ 10954 h 457676"/>
                <a:gd name="connsiteX122" fmla="*/ 149542 w 415766"/>
                <a:gd name="connsiteY122" fmla="*/ 7620 h 457676"/>
                <a:gd name="connsiteX123" fmla="*/ 150019 w 415766"/>
                <a:gd name="connsiteY123" fmla="*/ 5715 h 457676"/>
                <a:gd name="connsiteX124" fmla="*/ 149066 w 415766"/>
                <a:gd name="connsiteY124" fmla="*/ 2857 h 457676"/>
                <a:gd name="connsiteX125" fmla="*/ 147161 w 415766"/>
                <a:gd name="connsiteY125" fmla="*/ 0 h 457676"/>
                <a:gd name="connsiteX126" fmla="*/ 145732 w 415766"/>
                <a:gd name="connsiteY126" fmla="*/ 0 h 457676"/>
                <a:gd name="connsiteX127" fmla="*/ 143827 w 415766"/>
                <a:gd name="connsiteY127" fmla="*/ 953 h 457676"/>
                <a:gd name="connsiteX128" fmla="*/ 141446 w 415766"/>
                <a:gd name="connsiteY128" fmla="*/ 3334 h 457676"/>
                <a:gd name="connsiteX129" fmla="*/ 138589 w 415766"/>
                <a:gd name="connsiteY129" fmla="*/ 3810 h 457676"/>
                <a:gd name="connsiteX130" fmla="*/ 136207 w 415766"/>
                <a:gd name="connsiteY130" fmla="*/ 2381 h 457676"/>
                <a:gd name="connsiteX131" fmla="*/ 128588 w 415766"/>
                <a:gd name="connsiteY131" fmla="*/ 2857 h 457676"/>
                <a:gd name="connsiteX132" fmla="*/ 117157 w 415766"/>
                <a:gd name="connsiteY132" fmla="*/ 4286 h 457676"/>
                <a:gd name="connsiteX133" fmla="*/ 112395 w 415766"/>
                <a:gd name="connsiteY133" fmla="*/ 5715 h 457676"/>
                <a:gd name="connsiteX134" fmla="*/ 109538 w 415766"/>
                <a:gd name="connsiteY134" fmla="*/ 6191 h 457676"/>
                <a:gd name="connsiteX135" fmla="*/ 106204 w 415766"/>
                <a:gd name="connsiteY135" fmla="*/ 6667 h 457676"/>
                <a:gd name="connsiteX136" fmla="*/ 100965 w 415766"/>
                <a:gd name="connsiteY136" fmla="*/ 9049 h 457676"/>
                <a:gd name="connsiteX137" fmla="*/ 88106 w 415766"/>
                <a:gd name="connsiteY137" fmla="*/ 19050 h 457676"/>
                <a:gd name="connsiteX138" fmla="*/ 85249 w 415766"/>
                <a:gd name="connsiteY138" fmla="*/ 20479 h 457676"/>
                <a:gd name="connsiteX139" fmla="*/ 82391 w 415766"/>
                <a:gd name="connsiteY139" fmla="*/ 20479 h 457676"/>
                <a:gd name="connsiteX140" fmla="*/ 80486 w 415766"/>
                <a:gd name="connsiteY140" fmla="*/ 21907 h 457676"/>
                <a:gd name="connsiteX141" fmla="*/ 77629 w 415766"/>
                <a:gd name="connsiteY141" fmla="*/ 22860 h 457676"/>
                <a:gd name="connsiteX142" fmla="*/ 71914 w 415766"/>
                <a:gd name="connsiteY142" fmla="*/ 26670 h 457676"/>
                <a:gd name="connsiteX143" fmla="*/ 69056 w 415766"/>
                <a:gd name="connsiteY143" fmla="*/ 30004 h 457676"/>
                <a:gd name="connsiteX144" fmla="*/ 67151 w 415766"/>
                <a:gd name="connsiteY144" fmla="*/ 32861 h 457676"/>
                <a:gd name="connsiteX145" fmla="*/ 64770 w 415766"/>
                <a:gd name="connsiteY145" fmla="*/ 32861 h 457676"/>
                <a:gd name="connsiteX146" fmla="*/ 62865 w 415766"/>
                <a:gd name="connsiteY146" fmla="*/ 31909 h 457676"/>
                <a:gd name="connsiteX147" fmla="*/ 57626 w 415766"/>
                <a:gd name="connsiteY147" fmla="*/ 32385 h 457676"/>
                <a:gd name="connsiteX148" fmla="*/ 54769 w 415766"/>
                <a:gd name="connsiteY148" fmla="*/ 33338 h 457676"/>
                <a:gd name="connsiteX149" fmla="*/ 51911 w 415766"/>
                <a:gd name="connsiteY149" fmla="*/ 36195 h 457676"/>
                <a:gd name="connsiteX150" fmla="*/ 48101 w 415766"/>
                <a:gd name="connsiteY150" fmla="*/ 41434 h 457676"/>
                <a:gd name="connsiteX151" fmla="*/ 46672 w 415766"/>
                <a:gd name="connsiteY151" fmla="*/ 42863 h 457676"/>
                <a:gd name="connsiteX152" fmla="*/ 43815 w 415766"/>
                <a:gd name="connsiteY152" fmla="*/ 44291 h 457676"/>
                <a:gd name="connsiteX153" fmla="*/ 40481 w 415766"/>
                <a:gd name="connsiteY153" fmla="*/ 45720 h 457676"/>
                <a:gd name="connsiteX154" fmla="*/ 36195 w 415766"/>
                <a:gd name="connsiteY154" fmla="*/ 47625 h 457676"/>
                <a:gd name="connsiteX155" fmla="*/ 34290 w 415766"/>
                <a:gd name="connsiteY155" fmla="*/ 47625 h 457676"/>
                <a:gd name="connsiteX156" fmla="*/ 32385 w 415766"/>
                <a:gd name="connsiteY156" fmla="*/ 48101 h 457676"/>
                <a:gd name="connsiteX157" fmla="*/ 30956 w 415766"/>
                <a:gd name="connsiteY157" fmla="*/ 47149 h 457676"/>
                <a:gd name="connsiteX158" fmla="*/ 30480 w 415766"/>
                <a:gd name="connsiteY158" fmla="*/ 45244 h 457676"/>
                <a:gd name="connsiteX159" fmla="*/ 28099 w 415766"/>
                <a:gd name="connsiteY159" fmla="*/ 44291 h 457676"/>
                <a:gd name="connsiteX160" fmla="*/ 22860 w 415766"/>
                <a:gd name="connsiteY160" fmla="*/ 43815 h 457676"/>
                <a:gd name="connsiteX161" fmla="*/ 15240 w 415766"/>
                <a:gd name="connsiteY161" fmla="*/ 42386 h 457676"/>
                <a:gd name="connsiteX162" fmla="*/ 7144 w 415766"/>
                <a:gd name="connsiteY162" fmla="*/ 41910 h 457676"/>
                <a:gd name="connsiteX163" fmla="*/ 3334 w 415766"/>
                <a:gd name="connsiteY163" fmla="*/ 41910 h 457676"/>
                <a:gd name="connsiteX164" fmla="*/ 7620 w 415766"/>
                <a:gd name="connsiteY164" fmla="*/ 49054 h 457676"/>
                <a:gd name="connsiteX165" fmla="*/ 10954 w 415766"/>
                <a:gd name="connsiteY165" fmla="*/ 54292 h 457676"/>
                <a:gd name="connsiteX166" fmla="*/ 14288 w 415766"/>
                <a:gd name="connsiteY166" fmla="*/ 60484 h 457676"/>
                <a:gd name="connsiteX167" fmla="*/ 17145 w 415766"/>
                <a:gd name="connsiteY167" fmla="*/ 65246 h 457676"/>
                <a:gd name="connsiteX168" fmla="*/ 21431 w 415766"/>
                <a:gd name="connsiteY168" fmla="*/ 72866 h 457676"/>
                <a:gd name="connsiteX169" fmla="*/ 25241 w 415766"/>
                <a:gd name="connsiteY169" fmla="*/ 79534 h 457676"/>
                <a:gd name="connsiteX170" fmla="*/ 29051 w 415766"/>
                <a:gd name="connsiteY170" fmla="*/ 86678 h 457676"/>
                <a:gd name="connsiteX171" fmla="*/ 33814 w 415766"/>
                <a:gd name="connsiteY171" fmla="*/ 94774 h 457676"/>
                <a:gd name="connsiteX172" fmla="*/ 32385 w 415766"/>
                <a:gd name="connsiteY172" fmla="*/ 96679 h 457676"/>
                <a:gd name="connsiteX173" fmla="*/ 31432 w 415766"/>
                <a:gd name="connsiteY173" fmla="*/ 98107 h 457676"/>
                <a:gd name="connsiteX174" fmla="*/ 31432 w 415766"/>
                <a:gd name="connsiteY174" fmla="*/ 100965 h 457676"/>
                <a:gd name="connsiteX175" fmla="*/ 29527 w 415766"/>
                <a:gd name="connsiteY175" fmla="*/ 102394 h 457676"/>
                <a:gd name="connsiteX176" fmla="*/ 29051 w 415766"/>
                <a:gd name="connsiteY176" fmla="*/ 103822 h 457676"/>
                <a:gd name="connsiteX177" fmla="*/ 26670 w 415766"/>
                <a:gd name="connsiteY177" fmla="*/ 106204 h 457676"/>
                <a:gd name="connsiteX178" fmla="*/ 25241 w 415766"/>
                <a:gd name="connsiteY178" fmla="*/ 108109 h 457676"/>
                <a:gd name="connsiteX179" fmla="*/ 25241 w 415766"/>
                <a:gd name="connsiteY179" fmla="*/ 110966 h 457676"/>
                <a:gd name="connsiteX180" fmla="*/ 25717 w 415766"/>
                <a:gd name="connsiteY180" fmla="*/ 125254 h 457676"/>
                <a:gd name="connsiteX181" fmla="*/ 25241 w 415766"/>
                <a:gd name="connsiteY181" fmla="*/ 129064 h 457676"/>
                <a:gd name="connsiteX182" fmla="*/ 24289 w 415766"/>
                <a:gd name="connsiteY182" fmla="*/ 132397 h 457676"/>
                <a:gd name="connsiteX183" fmla="*/ 22860 w 415766"/>
                <a:gd name="connsiteY183" fmla="*/ 134303 h 457676"/>
                <a:gd name="connsiteX184" fmla="*/ 21907 w 415766"/>
                <a:gd name="connsiteY184" fmla="*/ 135731 h 457676"/>
                <a:gd name="connsiteX185" fmla="*/ 23813 w 415766"/>
                <a:gd name="connsiteY185" fmla="*/ 139065 h 457676"/>
                <a:gd name="connsiteX186" fmla="*/ 25241 w 415766"/>
                <a:gd name="connsiteY186" fmla="*/ 145732 h 457676"/>
                <a:gd name="connsiteX187" fmla="*/ 26670 w 415766"/>
                <a:gd name="connsiteY187" fmla="*/ 147161 h 457676"/>
                <a:gd name="connsiteX188" fmla="*/ 28099 w 415766"/>
                <a:gd name="connsiteY188" fmla="*/ 150019 h 457676"/>
                <a:gd name="connsiteX189" fmla="*/ 28575 w 415766"/>
                <a:gd name="connsiteY189" fmla="*/ 152400 h 457676"/>
                <a:gd name="connsiteX190" fmla="*/ 28099 w 415766"/>
                <a:gd name="connsiteY190" fmla="*/ 153353 h 457676"/>
                <a:gd name="connsiteX191" fmla="*/ 24765 w 415766"/>
                <a:gd name="connsiteY191" fmla="*/ 154781 h 457676"/>
                <a:gd name="connsiteX192" fmla="*/ 23813 w 415766"/>
                <a:gd name="connsiteY192" fmla="*/ 155734 h 457676"/>
                <a:gd name="connsiteX193" fmla="*/ 23336 w 415766"/>
                <a:gd name="connsiteY193" fmla="*/ 159544 h 457676"/>
                <a:gd name="connsiteX194" fmla="*/ 21907 w 415766"/>
                <a:gd name="connsiteY194" fmla="*/ 160972 h 457676"/>
                <a:gd name="connsiteX195" fmla="*/ 19526 w 415766"/>
                <a:gd name="connsiteY195" fmla="*/ 162878 h 457676"/>
                <a:gd name="connsiteX196" fmla="*/ 18097 w 415766"/>
                <a:gd name="connsiteY196" fmla="*/ 164782 h 457676"/>
                <a:gd name="connsiteX197" fmla="*/ 16669 w 415766"/>
                <a:gd name="connsiteY197" fmla="*/ 166211 h 457676"/>
                <a:gd name="connsiteX198" fmla="*/ 15240 w 415766"/>
                <a:gd name="connsiteY198" fmla="*/ 167164 h 457676"/>
                <a:gd name="connsiteX199" fmla="*/ 14764 w 415766"/>
                <a:gd name="connsiteY199" fmla="*/ 169545 h 457676"/>
                <a:gd name="connsiteX200" fmla="*/ 13811 w 415766"/>
                <a:gd name="connsiteY200" fmla="*/ 171926 h 457676"/>
                <a:gd name="connsiteX201" fmla="*/ 10954 w 415766"/>
                <a:gd name="connsiteY201" fmla="*/ 173831 h 457676"/>
                <a:gd name="connsiteX202" fmla="*/ 10477 w 415766"/>
                <a:gd name="connsiteY202" fmla="*/ 177165 h 457676"/>
                <a:gd name="connsiteX203" fmla="*/ 10477 w 415766"/>
                <a:gd name="connsiteY203" fmla="*/ 179546 h 457676"/>
                <a:gd name="connsiteX204" fmla="*/ 11906 w 415766"/>
                <a:gd name="connsiteY204" fmla="*/ 181928 h 457676"/>
                <a:gd name="connsiteX205" fmla="*/ 16669 w 415766"/>
                <a:gd name="connsiteY205" fmla="*/ 187642 h 457676"/>
                <a:gd name="connsiteX206" fmla="*/ 17145 w 415766"/>
                <a:gd name="connsiteY206" fmla="*/ 189071 h 457676"/>
                <a:gd name="connsiteX207" fmla="*/ 14288 w 415766"/>
                <a:gd name="connsiteY207" fmla="*/ 192405 h 457676"/>
                <a:gd name="connsiteX208" fmla="*/ 12859 w 415766"/>
                <a:gd name="connsiteY208" fmla="*/ 194786 h 457676"/>
                <a:gd name="connsiteX209" fmla="*/ 10954 w 415766"/>
                <a:gd name="connsiteY209" fmla="*/ 198596 h 457676"/>
                <a:gd name="connsiteX210" fmla="*/ 10954 w 415766"/>
                <a:gd name="connsiteY210" fmla="*/ 198596 h 457676"/>
                <a:gd name="connsiteX211" fmla="*/ 12859 w 415766"/>
                <a:gd name="connsiteY211" fmla="*/ 202406 h 457676"/>
                <a:gd name="connsiteX212" fmla="*/ 13811 w 415766"/>
                <a:gd name="connsiteY212" fmla="*/ 202406 h 457676"/>
                <a:gd name="connsiteX213" fmla="*/ 15240 w 415766"/>
                <a:gd name="connsiteY213" fmla="*/ 203359 h 457676"/>
                <a:gd name="connsiteX214" fmla="*/ 16192 w 415766"/>
                <a:gd name="connsiteY214" fmla="*/ 203835 h 457676"/>
                <a:gd name="connsiteX215" fmla="*/ 16669 w 415766"/>
                <a:gd name="connsiteY215" fmla="*/ 204311 h 457676"/>
                <a:gd name="connsiteX216" fmla="*/ 17621 w 415766"/>
                <a:gd name="connsiteY216" fmla="*/ 205264 h 457676"/>
                <a:gd name="connsiteX217" fmla="*/ 19050 w 415766"/>
                <a:gd name="connsiteY217" fmla="*/ 206692 h 457676"/>
                <a:gd name="connsiteX218" fmla="*/ 21431 w 415766"/>
                <a:gd name="connsiteY218" fmla="*/ 207645 h 457676"/>
                <a:gd name="connsiteX219" fmla="*/ 22384 w 415766"/>
                <a:gd name="connsiteY219" fmla="*/ 209550 h 457676"/>
                <a:gd name="connsiteX220" fmla="*/ 22384 w 415766"/>
                <a:gd name="connsiteY220" fmla="*/ 211455 h 457676"/>
                <a:gd name="connsiteX221" fmla="*/ 22860 w 415766"/>
                <a:gd name="connsiteY221" fmla="*/ 211931 h 457676"/>
                <a:gd name="connsiteX222" fmla="*/ 25717 w 415766"/>
                <a:gd name="connsiteY222" fmla="*/ 212407 h 457676"/>
                <a:gd name="connsiteX223" fmla="*/ 28099 w 415766"/>
                <a:gd name="connsiteY223" fmla="*/ 212407 h 457676"/>
                <a:gd name="connsiteX224" fmla="*/ 29527 w 415766"/>
                <a:gd name="connsiteY224" fmla="*/ 213360 h 457676"/>
                <a:gd name="connsiteX225" fmla="*/ 29051 w 415766"/>
                <a:gd name="connsiteY225" fmla="*/ 214313 h 457676"/>
                <a:gd name="connsiteX226" fmla="*/ 28575 w 415766"/>
                <a:gd name="connsiteY226" fmla="*/ 215265 h 457676"/>
                <a:gd name="connsiteX227" fmla="*/ 27622 w 415766"/>
                <a:gd name="connsiteY227" fmla="*/ 216217 h 457676"/>
                <a:gd name="connsiteX228" fmla="*/ 26194 w 415766"/>
                <a:gd name="connsiteY228" fmla="*/ 217646 h 457676"/>
                <a:gd name="connsiteX229" fmla="*/ 26670 w 415766"/>
                <a:gd name="connsiteY229" fmla="*/ 219551 h 457676"/>
                <a:gd name="connsiteX230" fmla="*/ 28099 w 415766"/>
                <a:gd name="connsiteY230" fmla="*/ 221456 h 457676"/>
                <a:gd name="connsiteX231" fmla="*/ 30480 w 415766"/>
                <a:gd name="connsiteY231" fmla="*/ 221932 h 457676"/>
                <a:gd name="connsiteX232" fmla="*/ 32861 w 415766"/>
                <a:gd name="connsiteY232" fmla="*/ 222409 h 457676"/>
                <a:gd name="connsiteX233" fmla="*/ 34766 w 415766"/>
                <a:gd name="connsiteY233" fmla="*/ 222409 h 457676"/>
                <a:gd name="connsiteX234" fmla="*/ 36195 w 415766"/>
                <a:gd name="connsiteY234" fmla="*/ 222885 h 457676"/>
                <a:gd name="connsiteX235" fmla="*/ 36195 w 415766"/>
                <a:gd name="connsiteY235" fmla="*/ 223838 h 457676"/>
                <a:gd name="connsiteX236" fmla="*/ 36671 w 415766"/>
                <a:gd name="connsiteY236" fmla="*/ 224314 h 457676"/>
                <a:gd name="connsiteX237" fmla="*/ 36671 w 415766"/>
                <a:gd name="connsiteY237" fmla="*/ 224790 h 457676"/>
                <a:gd name="connsiteX238" fmla="*/ 35719 w 415766"/>
                <a:gd name="connsiteY238" fmla="*/ 225266 h 457676"/>
                <a:gd name="connsiteX239" fmla="*/ 34290 w 415766"/>
                <a:gd name="connsiteY239" fmla="*/ 225266 h 457676"/>
                <a:gd name="connsiteX240" fmla="*/ 32861 w 415766"/>
                <a:gd name="connsiteY240" fmla="*/ 225742 h 457676"/>
                <a:gd name="connsiteX241" fmla="*/ 32385 w 415766"/>
                <a:gd name="connsiteY241" fmla="*/ 226219 h 457676"/>
                <a:gd name="connsiteX242" fmla="*/ 31909 w 415766"/>
                <a:gd name="connsiteY242" fmla="*/ 226695 h 457676"/>
                <a:gd name="connsiteX243" fmla="*/ 30956 w 415766"/>
                <a:gd name="connsiteY243" fmla="*/ 227647 h 457676"/>
                <a:gd name="connsiteX244" fmla="*/ 29527 w 415766"/>
                <a:gd name="connsiteY244" fmla="*/ 228600 h 457676"/>
                <a:gd name="connsiteX245" fmla="*/ 27146 w 415766"/>
                <a:gd name="connsiteY245" fmla="*/ 229076 h 457676"/>
                <a:gd name="connsiteX246" fmla="*/ 25717 w 415766"/>
                <a:gd name="connsiteY246" fmla="*/ 229553 h 457676"/>
                <a:gd name="connsiteX247" fmla="*/ 24765 w 415766"/>
                <a:gd name="connsiteY247" fmla="*/ 230505 h 457676"/>
                <a:gd name="connsiteX248" fmla="*/ 25717 w 415766"/>
                <a:gd name="connsiteY248" fmla="*/ 230981 h 457676"/>
                <a:gd name="connsiteX249" fmla="*/ 26670 w 415766"/>
                <a:gd name="connsiteY249" fmla="*/ 232410 h 457676"/>
                <a:gd name="connsiteX250" fmla="*/ 27146 w 415766"/>
                <a:gd name="connsiteY250" fmla="*/ 233363 h 457676"/>
                <a:gd name="connsiteX251" fmla="*/ 27146 w 415766"/>
                <a:gd name="connsiteY251" fmla="*/ 234315 h 457676"/>
                <a:gd name="connsiteX252" fmla="*/ 27146 w 415766"/>
                <a:gd name="connsiteY252" fmla="*/ 235267 h 457676"/>
                <a:gd name="connsiteX253" fmla="*/ 26670 w 415766"/>
                <a:gd name="connsiteY253" fmla="*/ 235744 h 457676"/>
                <a:gd name="connsiteX254" fmla="*/ 25717 w 415766"/>
                <a:gd name="connsiteY254" fmla="*/ 235744 h 457676"/>
                <a:gd name="connsiteX255" fmla="*/ 24289 w 415766"/>
                <a:gd name="connsiteY255" fmla="*/ 235267 h 457676"/>
                <a:gd name="connsiteX256" fmla="*/ 21907 w 415766"/>
                <a:gd name="connsiteY256" fmla="*/ 234315 h 457676"/>
                <a:gd name="connsiteX257" fmla="*/ 20955 w 415766"/>
                <a:gd name="connsiteY257" fmla="*/ 233839 h 457676"/>
                <a:gd name="connsiteX258" fmla="*/ 20955 w 415766"/>
                <a:gd name="connsiteY258" fmla="*/ 234315 h 457676"/>
                <a:gd name="connsiteX259" fmla="*/ 21431 w 415766"/>
                <a:gd name="connsiteY259" fmla="*/ 237649 h 457676"/>
                <a:gd name="connsiteX260" fmla="*/ 20479 w 415766"/>
                <a:gd name="connsiteY260" fmla="*/ 238601 h 457676"/>
                <a:gd name="connsiteX261" fmla="*/ 17621 w 415766"/>
                <a:gd name="connsiteY261" fmla="*/ 240030 h 457676"/>
                <a:gd name="connsiteX262" fmla="*/ 15240 w 415766"/>
                <a:gd name="connsiteY262" fmla="*/ 241935 h 457676"/>
                <a:gd name="connsiteX263" fmla="*/ 12859 w 415766"/>
                <a:gd name="connsiteY263" fmla="*/ 245269 h 457676"/>
                <a:gd name="connsiteX264" fmla="*/ 9049 w 415766"/>
                <a:gd name="connsiteY264" fmla="*/ 250031 h 457676"/>
                <a:gd name="connsiteX265" fmla="*/ 7620 w 415766"/>
                <a:gd name="connsiteY265" fmla="*/ 251460 h 457676"/>
                <a:gd name="connsiteX266" fmla="*/ 7144 w 415766"/>
                <a:gd name="connsiteY266" fmla="*/ 253365 h 457676"/>
                <a:gd name="connsiteX267" fmla="*/ 4763 w 415766"/>
                <a:gd name="connsiteY267" fmla="*/ 253841 h 457676"/>
                <a:gd name="connsiteX268" fmla="*/ 476 w 415766"/>
                <a:gd name="connsiteY268" fmla="*/ 257175 h 457676"/>
                <a:gd name="connsiteX269" fmla="*/ 0 w 415766"/>
                <a:gd name="connsiteY269" fmla="*/ 259080 h 457676"/>
                <a:gd name="connsiteX270" fmla="*/ 476 w 415766"/>
                <a:gd name="connsiteY270" fmla="*/ 260509 h 457676"/>
                <a:gd name="connsiteX271" fmla="*/ 2381 w 415766"/>
                <a:gd name="connsiteY271" fmla="*/ 261938 h 457676"/>
                <a:gd name="connsiteX272" fmla="*/ 3810 w 415766"/>
                <a:gd name="connsiteY272" fmla="*/ 263842 h 457676"/>
                <a:gd name="connsiteX273" fmla="*/ 4286 w 415766"/>
                <a:gd name="connsiteY273" fmla="*/ 266224 h 457676"/>
                <a:gd name="connsiteX274" fmla="*/ 4286 w 415766"/>
                <a:gd name="connsiteY274" fmla="*/ 267653 h 457676"/>
                <a:gd name="connsiteX275" fmla="*/ 4286 w 415766"/>
                <a:gd name="connsiteY275" fmla="*/ 267653 h 457676"/>
                <a:gd name="connsiteX276" fmla="*/ 4763 w 415766"/>
                <a:gd name="connsiteY276" fmla="*/ 271463 h 457676"/>
                <a:gd name="connsiteX277" fmla="*/ 9525 w 415766"/>
                <a:gd name="connsiteY277" fmla="*/ 276701 h 457676"/>
                <a:gd name="connsiteX278" fmla="*/ 10954 w 415766"/>
                <a:gd name="connsiteY278" fmla="*/ 282416 h 457676"/>
                <a:gd name="connsiteX279" fmla="*/ 11906 w 415766"/>
                <a:gd name="connsiteY279" fmla="*/ 283369 h 457676"/>
                <a:gd name="connsiteX280" fmla="*/ 18097 w 415766"/>
                <a:gd name="connsiteY280" fmla="*/ 286226 h 457676"/>
                <a:gd name="connsiteX281" fmla="*/ 18097 w 415766"/>
                <a:gd name="connsiteY281" fmla="*/ 286703 h 457676"/>
                <a:gd name="connsiteX282" fmla="*/ 17145 w 415766"/>
                <a:gd name="connsiteY282" fmla="*/ 287655 h 457676"/>
                <a:gd name="connsiteX283" fmla="*/ 16192 w 415766"/>
                <a:gd name="connsiteY283" fmla="*/ 289084 h 457676"/>
                <a:gd name="connsiteX284" fmla="*/ 16669 w 415766"/>
                <a:gd name="connsiteY284" fmla="*/ 290989 h 457676"/>
                <a:gd name="connsiteX285" fmla="*/ 17621 w 415766"/>
                <a:gd name="connsiteY285" fmla="*/ 293846 h 457676"/>
                <a:gd name="connsiteX286" fmla="*/ 18097 w 415766"/>
                <a:gd name="connsiteY286" fmla="*/ 296228 h 457676"/>
                <a:gd name="connsiteX287" fmla="*/ 18574 w 415766"/>
                <a:gd name="connsiteY287" fmla="*/ 299085 h 457676"/>
                <a:gd name="connsiteX288" fmla="*/ 19050 w 415766"/>
                <a:gd name="connsiteY288" fmla="*/ 303371 h 457676"/>
                <a:gd name="connsiteX289" fmla="*/ 19526 w 415766"/>
                <a:gd name="connsiteY289" fmla="*/ 307181 h 457676"/>
                <a:gd name="connsiteX290" fmla="*/ 20955 w 415766"/>
                <a:gd name="connsiteY290" fmla="*/ 312420 h 457676"/>
                <a:gd name="connsiteX291" fmla="*/ 21431 w 415766"/>
                <a:gd name="connsiteY291" fmla="*/ 315754 h 457676"/>
                <a:gd name="connsiteX292" fmla="*/ 21431 w 415766"/>
                <a:gd name="connsiteY292" fmla="*/ 317659 h 457676"/>
                <a:gd name="connsiteX293" fmla="*/ 22860 w 415766"/>
                <a:gd name="connsiteY293" fmla="*/ 319564 h 457676"/>
                <a:gd name="connsiteX294" fmla="*/ 25241 w 415766"/>
                <a:gd name="connsiteY294" fmla="*/ 321945 h 457676"/>
                <a:gd name="connsiteX295" fmla="*/ 28575 w 415766"/>
                <a:gd name="connsiteY295" fmla="*/ 324326 h 457676"/>
                <a:gd name="connsiteX296" fmla="*/ 31432 w 415766"/>
                <a:gd name="connsiteY296" fmla="*/ 327184 h 457676"/>
                <a:gd name="connsiteX297" fmla="*/ 33338 w 415766"/>
                <a:gd name="connsiteY297" fmla="*/ 329089 h 457676"/>
                <a:gd name="connsiteX298" fmla="*/ 35719 w 415766"/>
                <a:gd name="connsiteY298" fmla="*/ 330517 h 457676"/>
                <a:gd name="connsiteX299" fmla="*/ 37624 w 415766"/>
                <a:gd name="connsiteY299" fmla="*/ 331946 h 457676"/>
                <a:gd name="connsiteX300" fmla="*/ 38576 w 415766"/>
                <a:gd name="connsiteY300" fmla="*/ 332899 h 457676"/>
                <a:gd name="connsiteX301" fmla="*/ 39052 w 415766"/>
                <a:gd name="connsiteY301" fmla="*/ 333851 h 457676"/>
                <a:gd name="connsiteX302" fmla="*/ 38100 w 415766"/>
                <a:gd name="connsiteY302" fmla="*/ 334804 h 457676"/>
                <a:gd name="connsiteX303" fmla="*/ 35242 w 415766"/>
                <a:gd name="connsiteY303" fmla="*/ 338614 h 457676"/>
                <a:gd name="connsiteX304" fmla="*/ 30956 w 415766"/>
                <a:gd name="connsiteY304" fmla="*/ 344329 h 457676"/>
                <a:gd name="connsiteX305" fmla="*/ 30956 w 415766"/>
                <a:gd name="connsiteY305" fmla="*/ 344805 h 457676"/>
                <a:gd name="connsiteX306" fmla="*/ 34766 w 415766"/>
                <a:gd name="connsiteY306" fmla="*/ 348615 h 457676"/>
                <a:gd name="connsiteX307" fmla="*/ 35242 w 415766"/>
                <a:gd name="connsiteY307" fmla="*/ 350044 h 457676"/>
                <a:gd name="connsiteX308" fmla="*/ 35242 w 415766"/>
                <a:gd name="connsiteY308" fmla="*/ 352425 h 457676"/>
                <a:gd name="connsiteX309" fmla="*/ 33814 w 415766"/>
                <a:gd name="connsiteY309" fmla="*/ 355282 h 457676"/>
                <a:gd name="connsiteX310" fmla="*/ 33814 w 415766"/>
                <a:gd name="connsiteY310" fmla="*/ 356235 h 457676"/>
                <a:gd name="connsiteX311" fmla="*/ 32861 w 415766"/>
                <a:gd name="connsiteY311" fmla="*/ 357188 h 457676"/>
                <a:gd name="connsiteX312" fmla="*/ 32861 w 415766"/>
                <a:gd name="connsiteY312" fmla="*/ 358140 h 457676"/>
                <a:gd name="connsiteX313" fmla="*/ 33814 w 415766"/>
                <a:gd name="connsiteY313" fmla="*/ 359092 h 457676"/>
                <a:gd name="connsiteX314" fmla="*/ 33814 w 415766"/>
                <a:gd name="connsiteY314" fmla="*/ 361950 h 457676"/>
                <a:gd name="connsiteX315" fmla="*/ 35242 w 415766"/>
                <a:gd name="connsiteY315" fmla="*/ 364807 h 457676"/>
                <a:gd name="connsiteX316" fmla="*/ 34290 w 415766"/>
                <a:gd name="connsiteY316" fmla="*/ 365760 h 457676"/>
                <a:gd name="connsiteX317" fmla="*/ 32861 w 415766"/>
                <a:gd name="connsiteY317" fmla="*/ 367189 h 457676"/>
                <a:gd name="connsiteX318" fmla="*/ 32861 w 415766"/>
                <a:gd name="connsiteY318" fmla="*/ 368617 h 457676"/>
                <a:gd name="connsiteX319" fmla="*/ 33338 w 415766"/>
                <a:gd name="connsiteY319" fmla="*/ 370046 h 457676"/>
                <a:gd name="connsiteX320" fmla="*/ 35242 w 415766"/>
                <a:gd name="connsiteY320" fmla="*/ 371475 h 457676"/>
                <a:gd name="connsiteX321" fmla="*/ 41910 w 415766"/>
                <a:gd name="connsiteY321" fmla="*/ 375761 h 457676"/>
                <a:gd name="connsiteX322" fmla="*/ 42386 w 415766"/>
                <a:gd name="connsiteY322" fmla="*/ 376238 h 457676"/>
                <a:gd name="connsiteX323" fmla="*/ 42386 w 415766"/>
                <a:gd name="connsiteY323" fmla="*/ 376714 h 457676"/>
                <a:gd name="connsiteX324" fmla="*/ 40005 w 415766"/>
                <a:gd name="connsiteY324" fmla="*/ 379571 h 457676"/>
                <a:gd name="connsiteX325" fmla="*/ 39529 w 415766"/>
                <a:gd name="connsiteY325" fmla="*/ 381476 h 457676"/>
                <a:gd name="connsiteX326" fmla="*/ 39529 w 415766"/>
                <a:gd name="connsiteY326" fmla="*/ 384334 h 457676"/>
                <a:gd name="connsiteX327" fmla="*/ 40005 w 415766"/>
                <a:gd name="connsiteY327" fmla="*/ 386239 h 457676"/>
                <a:gd name="connsiteX328" fmla="*/ 40957 w 415766"/>
                <a:gd name="connsiteY328" fmla="*/ 387191 h 457676"/>
                <a:gd name="connsiteX329" fmla="*/ 44291 w 415766"/>
                <a:gd name="connsiteY329" fmla="*/ 388144 h 457676"/>
                <a:gd name="connsiteX330" fmla="*/ 48577 w 415766"/>
                <a:gd name="connsiteY330" fmla="*/ 394335 h 457676"/>
                <a:gd name="connsiteX331" fmla="*/ 52388 w 415766"/>
                <a:gd name="connsiteY331" fmla="*/ 400526 h 457676"/>
                <a:gd name="connsiteX332" fmla="*/ 52388 w 415766"/>
                <a:gd name="connsiteY332" fmla="*/ 405765 h 457676"/>
                <a:gd name="connsiteX333" fmla="*/ 52864 w 415766"/>
                <a:gd name="connsiteY333" fmla="*/ 411956 h 457676"/>
                <a:gd name="connsiteX334" fmla="*/ 55245 w 415766"/>
                <a:gd name="connsiteY334" fmla="*/ 416719 h 457676"/>
                <a:gd name="connsiteX335" fmla="*/ 55721 w 415766"/>
                <a:gd name="connsiteY335" fmla="*/ 420529 h 457676"/>
                <a:gd name="connsiteX336" fmla="*/ 56674 w 415766"/>
                <a:gd name="connsiteY336" fmla="*/ 424815 h 457676"/>
                <a:gd name="connsiteX337" fmla="*/ 59531 w 415766"/>
                <a:gd name="connsiteY337" fmla="*/ 427672 h 457676"/>
                <a:gd name="connsiteX338" fmla="*/ 60484 w 415766"/>
                <a:gd name="connsiteY338" fmla="*/ 432911 h 457676"/>
                <a:gd name="connsiteX339" fmla="*/ 60960 w 415766"/>
                <a:gd name="connsiteY339" fmla="*/ 435769 h 457676"/>
                <a:gd name="connsiteX340" fmla="*/ 60960 w 415766"/>
                <a:gd name="connsiteY340" fmla="*/ 437674 h 457676"/>
                <a:gd name="connsiteX341" fmla="*/ 63341 w 415766"/>
                <a:gd name="connsiteY341" fmla="*/ 443389 h 457676"/>
                <a:gd name="connsiteX342" fmla="*/ 63817 w 415766"/>
                <a:gd name="connsiteY342" fmla="*/ 448151 h 457676"/>
                <a:gd name="connsiteX343" fmla="*/ 63341 w 415766"/>
                <a:gd name="connsiteY343" fmla="*/ 451485 h 457676"/>
                <a:gd name="connsiteX344" fmla="*/ 63341 w 415766"/>
                <a:gd name="connsiteY344" fmla="*/ 453390 h 457676"/>
                <a:gd name="connsiteX345" fmla="*/ 63817 w 415766"/>
                <a:gd name="connsiteY345" fmla="*/ 454819 h 457676"/>
                <a:gd name="connsiteX346" fmla="*/ 65722 w 415766"/>
                <a:gd name="connsiteY346" fmla="*/ 456247 h 457676"/>
                <a:gd name="connsiteX347" fmla="*/ 66675 w 415766"/>
                <a:gd name="connsiteY347" fmla="*/ 457200 h 457676"/>
                <a:gd name="connsiteX348" fmla="*/ 69532 w 415766"/>
                <a:gd name="connsiteY348" fmla="*/ 457676 h 457676"/>
                <a:gd name="connsiteX349" fmla="*/ 73819 w 415766"/>
                <a:gd name="connsiteY349" fmla="*/ 457676 h 457676"/>
                <a:gd name="connsiteX350" fmla="*/ 81439 w 415766"/>
                <a:gd name="connsiteY350" fmla="*/ 456247 h 457676"/>
                <a:gd name="connsiteX351" fmla="*/ 87154 w 415766"/>
                <a:gd name="connsiteY351" fmla="*/ 455295 h 457676"/>
                <a:gd name="connsiteX352" fmla="*/ 88106 w 415766"/>
                <a:gd name="connsiteY352" fmla="*/ 453390 h 457676"/>
                <a:gd name="connsiteX353" fmla="*/ 91916 w 415766"/>
                <a:gd name="connsiteY353" fmla="*/ 449104 h 457676"/>
                <a:gd name="connsiteX354" fmla="*/ 92869 w 415766"/>
                <a:gd name="connsiteY354" fmla="*/ 445770 h 457676"/>
                <a:gd name="connsiteX355" fmla="*/ 94297 w 415766"/>
                <a:gd name="connsiteY355" fmla="*/ 444341 h 457676"/>
                <a:gd name="connsiteX356" fmla="*/ 100965 w 415766"/>
                <a:gd name="connsiteY356" fmla="*/ 441007 h 457676"/>
                <a:gd name="connsiteX357" fmla="*/ 101917 w 415766"/>
                <a:gd name="connsiteY357" fmla="*/ 438626 h 457676"/>
                <a:gd name="connsiteX358" fmla="*/ 102394 w 415766"/>
                <a:gd name="connsiteY358" fmla="*/ 436245 h 457676"/>
                <a:gd name="connsiteX359" fmla="*/ 103822 w 415766"/>
                <a:gd name="connsiteY359" fmla="*/ 434340 h 457676"/>
                <a:gd name="connsiteX360" fmla="*/ 106204 w 415766"/>
                <a:gd name="connsiteY360" fmla="*/ 433864 h 457676"/>
                <a:gd name="connsiteX361" fmla="*/ 110490 w 415766"/>
                <a:gd name="connsiteY361" fmla="*/ 432435 h 457676"/>
                <a:gd name="connsiteX362" fmla="*/ 115252 w 415766"/>
                <a:gd name="connsiteY362" fmla="*/ 431006 h 457676"/>
                <a:gd name="connsiteX363" fmla="*/ 116681 w 415766"/>
                <a:gd name="connsiteY363" fmla="*/ 429101 h 457676"/>
                <a:gd name="connsiteX364" fmla="*/ 118110 w 415766"/>
                <a:gd name="connsiteY364" fmla="*/ 425291 h 457676"/>
                <a:gd name="connsiteX365" fmla="*/ 119063 w 415766"/>
                <a:gd name="connsiteY365" fmla="*/ 421005 h 457676"/>
                <a:gd name="connsiteX366" fmla="*/ 120015 w 415766"/>
                <a:gd name="connsiteY366" fmla="*/ 420053 h 457676"/>
                <a:gd name="connsiteX367" fmla="*/ 121444 w 415766"/>
                <a:gd name="connsiteY367" fmla="*/ 420053 h 457676"/>
                <a:gd name="connsiteX368" fmla="*/ 123825 w 415766"/>
                <a:gd name="connsiteY368" fmla="*/ 421005 h 457676"/>
                <a:gd name="connsiteX369" fmla="*/ 125254 w 415766"/>
                <a:gd name="connsiteY369" fmla="*/ 422434 h 457676"/>
                <a:gd name="connsiteX370" fmla="*/ 131921 w 415766"/>
                <a:gd name="connsiteY370" fmla="*/ 427196 h 457676"/>
                <a:gd name="connsiteX371" fmla="*/ 134779 w 415766"/>
                <a:gd name="connsiteY371" fmla="*/ 430054 h 457676"/>
                <a:gd name="connsiteX372" fmla="*/ 137636 w 415766"/>
                <a:gd name="connsiteY372" fmla="*/ 430530 h 457676"/>
                <a:gd name="connsiteX373" fmla="*/ 143351 w 415766"/>
                <a:gd name="connsiteY373" fmla="*/ 430054 h 457676"/>
                <a:gd name="connsiteX374" fmla="*/ 144304 w 415766"/>
                <a:gd name="connsiteY374" fmla="*/ 430054 h 457676"/>
                <a:gd name="connsiteX375" fmla="*/ 159067 w 415766"/>
                <a:gd name="connsiteY375" fmla="*/ 430054 h 457676"/>
                <a:gd name="connsiteX376" fmla="*/ 161449 w 415766"/>
                <a:gd name="connsiteY376" fmla="*/ 430530 h 457676"/>
                <a:gd name="connsiteX377" fmla="*/ 166688 w 415766"/>
                <a:gd name="connsiteY377" fmla="*/ 431959 h 457676"/>
                <a:gd name="connsiteX378" fmla="*/ 169545 w 415766"/>
                <a:gd name="connsiteY378" fmla="*/ 432911 h 457676"/>
                <a:gd name="connsiteX379" fmla="*/ 171450 w 415766"/>
                <a:gd name="connsiteY379" fmla="*/ 433388 h 457676"/>
                <a:gd name="connsiteX380" fmla="*/ 174784 w 415766"/>
                <a:gd name="connsiteY380" fmla="*/ 434816 h 457676"/>
                <a:gd name="connsiteX381" fmla="*/ 177641 w 415766"/>
                <a:gd name="connsiteY381" fmla="*/ 440055 h 457676"/>
                <a:gd name="connsiteX382" fmla="*/ 179070 w 415766"/>
                <a:gd name="connsiteY382" fmla="*/ 443865 h 457676"/>
                <a:gd name="connsiteX383" fmla="*/ 180022 w 415766"/>
                <a:gd name="connsiteY383" fmla="*/ 447199 h 457676"/>
                <a:gd name="connsiteX384" fmla="*/ 182404 w 415766"/>
                <a:gd name="connsiteY384" fmla="*/ 453390 h 457676"/>
                <a:gd name="connsiteX385" fmla="*/ 183832 w 415766"/>
                <a:gd name="connsiteY385" fmla="*/ 455771 h 457676"/>
                <a:gd name="connsiteX386" fmla="*/ 184309 w 415766"/>
                <a:gd name="connsiteY386" fmla="*/ 454819 h 457676"/>
                <a:gd name="connsiteX387" fmla="*/ 185738 w 415766"/>
                <a:gd name="connsiteY387" fmla="*/ 448151 h 457676"/>
                <a:gd name="connsiteX388" fmla="*/ 187642 w 415766"/>
                <a:gd name="connsiteY388" fmla="*/ 444341 h 457676"/>
                <a:gd name="connsiteX389" fmla="*/ 190500 w 415766"/>
                <a:gd name="connsiteY389" fmla="*/ 440055 h 457676"/>
                <a:gd name="connsiteX390" fmla="*/ 195739 w 415766"/>
                <a:gd name="connsiteY390" fmla="*/ 429578 h 457676"/>
                <a:gd name="connsiteX391" fmla="*/ 197644 w 415766"/>
                <a:gd name="connsiteY391" fmla="*/ 428149 h 457676"/>
                <a:gd name="connsiteX392" fmla="*/ 199549 w 415766"/>
                <a:gd name="connsiteY392" fmla="*/ 427196 h 457676"/>
                <a:gd name="connsiteX393" fmla="*/ 200977 w 415766"/>
                <a:gd name="connsiteY393" fmla="*/ 427196 h 457676"/>
                <a:gd name="connsiteX394" fmla="*/ 202406 w 415766"/>
                <a:gd name="connsiteY394" fmla="*/ 428149 h 457676"/>
                <a:gd name="connsiteX395" fmla="*/ 204311 w 415766"/>
                <a:gd name="connsiteY395" fmla="*/ 428149 h 457676"/>
                <a:gd name="connsiteX396" fmla="*/ 205740 w 415766"/>
                <a:gd name="connsiteY396" fmla="*/ 427196 h 457676"/>
                <a:gd name="connsiteX397" fmla="*/ 219551 w 415766"/>
                <a:gd name="connsiteY397" fmla="*/ 427196 h 457676"/>
                <a:gd name="connsiteX398" fmla="*/ 233839 w 415766"/>
                <a:gd name="connsiteY398" fmla="*/ 427196 h 457676"/>
                <a:gd name="connsiteX399" fmla="*/ 234315 w 415766"/>
                <a:gd name="connsiteY399" fmla="*/ 427196 h 457676"/>
                <a:gd name="connsiteX400" fmla="*/ 234791 w 415766"/>
                <a:gd name="connsiteY400" fmla="*/ 429101 h 457676"/>
                <a:gd name="connsiteX401" fmla="*/ 237172 w 415766"/>
                <a:gd name="connsiteY401" fmla="*/ 432911 h 457676"/>
                <a:gd name="connsiteX402" fmla="*/ 240030 w 415766"/>
                <a:gd name="connsiteY402" fmla="*/ 434816 h 457676"/>
                <a:gd name="connsiteX403" fmla="*/ 240506 w 415766"/>
                <a:gd name="connsiteY403" fmla="*/ 435292 h 457676"/>
                <a:gd name="connsiteX404" fmla="*/ 241459 w 415766"/>
                <a:gd name="connsiteY404" fmla="*/ 433388 h 457676"/>
                <a:gd name="connsiteX405" fmla="*/ 243364 w 415766"/>
                <a:gd name="connsiteY405" fmla="*/ 426720 h 457676"/>
                <a:gd name="connsiteX406" fmla="*/ 246221 w 415766"/>
                <a:gd name="connsiteY406" fmla="*/ 416719 h 457676"/>
                <a:gd name="connsiteX407" fmla="*/ 249555 w 415766"/>
                <a:gd name="connsiteY407" fmla="*/ 406241 h 457676"/>
                <a:gd name="connsiteX408" fmla="*/ 253365 w 415766"/>
                <a:gd name="connsiteY408" fmla="*/ 393859 h 457676"/>
                <a:gd name="connsiteX409" fmla="*/ 253365 w 415766"/>
                <a:gd name="connsiteY409" fmla="*/ 385286 h 457676"/>
                <a:gd name="connsiteX410" fmla="*/ 253365 w 415766"/>
                <a:gd name="connsiteY410" fmla="*/ 376238 h 457676"/>
                <a:gd name="connsiteX411" fmla="*/ 258604 w 415766"/>
                <a:gd name="connsiteY411" fmla="*/ 368617 h 457676"/>
                <a:gd name="connsiteX412" fmla="*/ 262414 w 415766"/>
                <a:gd name="connsiteY412" fmla="*/ 363379 h 457676"/>
                <a:gd name="connsiteX413" fmla="*/ 265747 w 415766"/>
                <a:gd name="connsiteY413" fmla="*/ 358140 h 457676"/>
                <a:gd name="connsiteX414" fmla="*/ 269081 w 415766"/>
                <a:gd name="connsiteY414" fmla="*/ 349567 h 457676"/>
                <a:gd name="connsiteX415" fmla="*/ 271463 w 415766"/>
                <a:gd name="connsiteY415" fmla="*/ 343853 h 457676"/>
                <a:gd name="connsiteX416" fmla="*/ 280035 w 415766"/>
                <a:gd name="connsiteY416" fmla="*/ 342424 h 457676"/>
                <a:gd name="connsiteX417" fmla="*/ 294322 w 415766"/>
                <a:gd name="connsiteY417" fmla="*/ 339566 h 457676"/>
                <a:gd name="connsiteX418" fmla="*/ 301466 w 415766"/>
                <a:gd name="connsiteY418" fmla="*/ 338138 h 457676"/>
                <a:gd name="connsiteX419" fmla="*/ 316230 w 415766"/>
                <a:gd name="connsiteY419" fmla="*/ 334804 h 457676"/>
                <a:gd name="connsiteX420" fmla="*/ 331470 w 415766"/>
                <a:gd name="connsiteY420" fmla="*/ 331470 h 457676"/>
                <a:gd name="connsiteX421" fmla="*/ 347186 w 415766"/>
                <a:gd name="connsiteY421" fmla="*/ 331470 h 457676"/>
                <a:gd name="connsiteX422" fmla="*/ 362426 w 415766"/>
                <a:gd name="connsiteY422" fmla="*/ 331470 h 457676"/>
                <a:gd name="connsiteX423" fmla="*/ 374332 w 415766"/>
                <a:gd name="connsiteY423" fmla="*/ 338614 h 457676"/>
                <a:gd name="connsiteX424" fmla="*/ 383381 w 415766"/>
                <a:gd name="connsiteY424" fmla="*/ 343853 h 457676"/>
                <a:gd name="connsiteX425" fmla="*/ 393382 w 415766"/>
                <a:gd name="connsiteY425" fmla="*/ 350044 h 457676"/>
                <a:gd name="connsiteX426" fmla="*/ 393859 w 415766"/>
                <a:gd name="connsiteY426" fmla="*/ 351472 h 457676"/>
                <a:gd name="connsiteX427" fmla="*/ 394335 w 415766"/>
                <a:gd name="connsiteY427" fmla="*/ 356711 h 457676"/>
                <a:gd name="connsiteX428" fmla="*/ 393859 w 415766"/>
                <a:gd name="connsiteY428" fmla="*/ 362426 h 457676"/>
                <a:gd name="connsiteX429" fmla="*/ 396240 w 415766"/>
                <a:gd name="connsiteY429" fmla="*/ 361950 h 457676"/>
                <a:gd name="connsiteX430" fmla="*/ 397192 w 415766"/>
                <a:gd name="connsiteY430" fmla="*/ 360521 h 457676"/>
                <a:gd name="connsiteX431" fmla="*/ 398621 w 415766"/>
                <a:gd name="connsiteY431" fmla="*/ 358616 h 457676"/>
                <a:gd name="connsiteX432" fmla="*/ 400526 w 415766"/>
                <a:gd name="connsiteY432" fmla="*/ 358140 h 457676"/>
                <a:gd name="connsiteX433" fmla="*/ 402907 w 415766"/>
                <a:gd name="connsiteY433" fmla="*/ 357664 h 457676"/>
                <a:gd name="connsiteX434" fmla="*/ 403860 w 415766"/>
                <a:gd name="connsiteY434" fmla="*/ 356235 h 457676"/>
                <a:gd name="connsiteX435" fmla="*/ 398145 w 415766"/>
                <a:gd name="connsiteY435" fmla="*/ 350996 h 457676"/>
                <a:gd name="connsiteX436" fmla="*/ 394811 w 415766"/>
                <a:gd name="connsiteY436" fmla="*/ 348139 h 457676"/>
                <a:gd name="connsiteX437" fmla="*/ 396716 w 415766"/>
                <a:gd name="connsiteY437" fmla="*/ 343853 h 457676"/>
                <a:gd name="connsiteX438" fmla="*/ 400050 w 415766"/>
                <a:gd name="connsiteY438" fmla="*/ 336709 h 457676"/>
                <a:gd name="connsiteX439" fmla="*/ 403384 w 415766"/>
                <a:gd name="connsiteY439" fmla="*/ 330041 h 457676"/>
                <a:gd name="connsiteX440" fmla="*/ 405765 w 415766"/>
                <a:gd name="connsiteY440" fmla="*/ 324803 h 457676"/>
                <a:gd name="connsiteX441" fmla="*/ 406241 w 415766"/>
                <a:gd name="connsiteY441" fmla="*/ 323850 h 457676"/>
                <a:gd name="connsiteX442" fmla="*/ 408622 w 415766"/>
                <a:gd name="connsiteY442" fmla="*/ 323374 h 457676"/>
                <a:gd name="connsiteX443" fmla="*/ 408146 w 415766"/>
                <a:gd name="connsiteY443" fmla="*/ 320516 h 457676"/>
                <a:gd name="connsiteX444" fmla="*/ 408146 w 415766"/>
                <a:gd name="connsiteY444" fmla="*/ 318611 h 457676"/>
                <a:gd name="connsiteX445" fmla="*/ 406241 w 415766"/>
                <a:gd name="connsiteY445" fmla="*/ 318611 h 457676"/>
                <a:gd name="connsiteX446" fmla="*/ 408146 w 415766"/>
                <a:gd name="connsiteY446" fmla="*/ 312420 h 457676"/>
                <a:gd name="connsiteX447" fmla="*/ 411004 w 415766"/>
                <a:gd name="connsiteY447" fmla="*/ 303371 h 457676"/>
                <a:gd name="connsiteX448" fmla="*/ 413385 w 415766"/>
                <a:gd name="connsiteY448" fmla="*/ 296704 h 457676"/>
                <a:gd name="connsiteX449" fmla="*/ 413861 w 415766"/>
                <a:gd name="connsiteY449" fmla="*/ 295751 h 457676"/>
                <a:gd name="connsiteX450" fmla="*/ 415290 w 415766"/>
                <a:gd name="connsiteY450" fmla="*/ 295275 h 457676"/>
                <a:gd name="connsiteX451" fmla="*/ 415766 w 415766"/>
                <a:gd name="connsiteY451" fmla="*/ 294322 h 457676"/>
                <a:gd name="connsiteX452" fmla="*/ 413861 w 415766"/>
                <a:gd name="connsiteY452" fmla="*/ 290513 h 457676"/>
                <a:gd name="connsiteX453" fmla="*/ 25241 w 415766"/>
                <a:gd name="connsiteY453" fmla="*/ 223361 h 457676"/>
                <a:gd name="connsiteX454" fmla="*/ 26194 w 415766"/>
                <a:gd name="connsiteY454" fmla="*/ 222885 h 457676"/>
                <a:gd name="connsiteX455" fmla="*/ 27622 w 415766"/>
                <a:gd name="connsiteY455" fmla="*/ 223361 h 457676"/>
                <a:gd name="connsiteX456" fmla="*/ 28099 w 415766"/>
                <a:gd name="connsiteY456" fmla="*/ 223361 h 457676"/>
                <a:gd name="connsiteX457" fmla="*/ 28099 w 415766"/>
                <a:gd name="connsiteY457" fmla="*/ 221932 h 457676"/>
                <a:gd name="connsiteX458" fmla="*/ 26194 w 415766"/>
                <a:gd name="connsiteY458" fmla="*/ 220980 h 457676"/>
                <a:gd name="connsiteX459" fmla="*/ 23813 w 415766"/>
                <a:gd name="connsiteY459" fmla="*/ 218599 h 457676"/>
                <a:gd name="connsiteX460" fmla="*/ 21907 w 415766"/>
                <a:gd name="connsiteY460" fmla="*/ 217646 h 457676"/>
                <a:gd name="connsiteX461" fmla="*/ 20955 w 415766"/>
                <a:gd name="connsiteY461" fmla="*/ 217646 h 457676"/>
                <a:gd name="connsiteX462" fmla="*/ 20955 w 415766"/>
                <a:gd name="connsiteY462" fmla="*/ 219075 h 457676"/>
                <a:gd name="connsiteX463" fmla="*/ 20479 w 415766"/>
                <a:gd name="connsiteY463" fmla="*/ 220504 h 457676"/>
                <a:gd name="connsiteX464" fmla="*/ 20002 w 415766"/>
                <a:gd name="connsiteY464" fmla="*/ 221932 h 457676"/>
                <a:gd name="connsiteX465" fmla="*/ 22860 w 415766"/>
                <a:gd name="connsiteY465" fmla="*/ 221932 h 457676"/>
                <a:gd name="connsiteX466" fmla="*/ 25241 w 415766"/>
                <a:gd name="connsiteY466" fmla="*/ 223361 h 45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Lst>
              <a:rect l="l" t="t" r="r" b="b"/>
              <a:pathLst>
                <a:path w="415766" h="457676">
                  <a:moveTo>
                    <a:pt x="413861" y="290513"/>
                  </a:moveTo>
                  <a:lnTo>
                    <a:pt x="412909" y="288607"/>
                  </a:lnTo>
                  <a:lnTo>
                    <a:pt x="410527" y="282416"/>
                  </a:lnTo>
                  <a:lnTo>
                    <a:pt x="406717" y="272891"/>
                  </a:lnTo>
                  <a:lnTo>
                    <a:pt x="406241" y="269557"/>
                  </a:lnTo>
                  <a:lnTo>
                    <a:pt x="404813" y="267653"/>
                  </a:lnTo>
                  <a:lnTo>
                    <a:pt x="402431" y="268129"/>
                  </a:lnTo>
                  <a:lnTo>
                    <a:pt x="399574" y="267653"/>
                  </a:lnTo>
                  <a:lnTo>
                    <a:pt x="392430" y="262414"/>
                  </a:lnTo>
                  <a:lnTo>
                    <a:pt x="387667" y="259556"/>
                  </a:lnTo>
                  <a:lnTo>
                    <a:pt x="386239" y="258128"/>
                  </a:lnTo>
                  <a:lnTo>
                    <a:pt x="385286" y="252889"/>
                  </a:lnTo>
                  <a:lnTo>
                    <a:pt x="383857" y="247174"/>
                  </a:lnTo>
                  <a:lnTo>
                    <a:pt x="383381" y="240030"/>
                  </a:lnTo>
                  <a:lnTo>
                    <a:pt x="383857" y="238125"/>
                  </a:lnTo>
                  <a:lnTo>
                    <a:pt x="388144" y="232410"/>
                  </a:lnTo>
                  <a:lnTo>
                    <a:pt x="388144" y="229553"/>
                  </a:lnTo>
                  <a:lnTo>
                    <a:pt x="388620" y="227171"/>
                  </a:lnTo>
                  <a:lnTo>
                    <a:pt x="388620" y="225266"/>
                  </a:lnTo>
                  <a:lnTo>
                    <a:pt x="387667" y="225266"/>
                  </a:lnTo>
                  <a:lnTo>
                    <a:pt x="386239" y="226219"/>
                  </a:lnTo>
                  <a:lnTo>
                    <a:pt x="383857" y="226695"/>
                  </a:lnTo>
                  <a:lnTo>
                    <a:pt x="382429" y="226695"/>
                  </a:lnTo>
                  <a:lnTo>
                    <a:pt x="368141" y="226219"/>
                  </a:lnTo>
                  <a:lnTo>
                    <a:pt x="351949" y="225742"/>
                  </a:lnTo>
                  <a:lnTo>
                    <a:pt x="338614" y="225266"/>
                  </a:lnTo>
                  <a:lnTo>
                    <a:pt x="326707" y="224790"/>
                  </a:lnTo>
                  <a:lnTo>
                    <a:pt x="326231" y="220028"/>
                  </a:lnTo>
                  <a:lnTo>
                    <a:pt x="325755" y="211931"/>
                  </a:lnTo>
                  <a:lnTo>
                    <a:pt x="325279" y="206216"/>
                  </a:lnTo>
                  <a:lnTo>
                    <a:pt x="324326" y="197167"/>
                  </a:lnTo>
                  <a:lnTo>
                    <a:pt x="319564" y="191453"/>
                  </a:lnTo>
                  <a:lnTo>
                    <a:pt x="314325" y="185261"/>
                  </a:lnTo>
                  <a:lnTo>
                    <a:pt x="312420" y="183832"/>
                  </a:lnTo>
                  <a:lnTo>
                    <a:pt x="318611" y="183832"/>
                  </a:lnTo>
                  <a:lnTo>
                    <a:pt x="322897" y="183832"/>
                  </a:lnTo>
                  <a:lnTo>
                    <a:pt x="321945" y="167640"/>
                  </a:lnTo>
                  <a:lnTo>
                    <a:pt x="320516" y="166211"/>
                  </a:lnTo>
                  <a:lnTo>
                    <a:pt x="319564" y="160972"/>
                  </a:lnTo>
                  <a:lnTo>
                    <a:pt x="318611" y="158115"/>
                  </a:lnTo>
                  <a:lnTo>
                    <a:pt x="316230" y="155734"/>
                  </a:lnTo>
                  <a:lnTo>
                    <a:pt x="315754" y="152876"/>
                  </a:lnTo>
                  <a:lnTo>
                    <a:pt x="316230" y="150971"/>
                  </a:lnTo>
                  <a:lnTo>
                    <a:pt x="317182" y="150019"/>
                  </a:lnTo>
                  <a:lnTo>
                    <a:pt x="318135" y="147161"/>
                  </a:lnTo>
                  <a:lnTo>
                    <a:pt x="317659" y="144304"/>
                  </a:lnTo>
                  <a:lnTo>
                    <a:pt x="316230" y="141922"/>
                  </a:lnTo>
                  <a:lnTo>
                    <a:pt x="314801" y="139541"/>
                  </a:lnTo>
                  <a:lnTo>
                    <a:pt x="311944" y="138113"/>
                  </a:lnTo>
                  <a:lnTo>
                    <a:pt x="307657" y="135255"/>
                  </a:lnTo>
                  <a:lnTo>
                    <a:pt x="300990" y="131921"/>
                  </a:lnTo>
                  <a:lnTo>
                    <a:pt x="295275" y="129540"/>
                  </a:lnTo>
                  <a:lnTo>
                    <a:pt x="293370" y="130016"/>
                  </a:lnTo>
                  <a:lnTo>
                    <a:pt x="283845" y="130969"/>
                  </a:lnTo>
                  <a:lnTo>
                    <a:pt x="280511" y="131445"/>
                  </a:lnTo>
                  <a:lnTo>
                    <a:pt x="278130" y="130969"/>
                  </a:lnTo>
                  <a:lnTo>
                    <a:pt x="270986" y="130969"/>
                  </a:lnTo>
                  <a:lnTo>
                    <a:pt x="268129" y="129064"/>
                  </a:lnTo>
                  <a:lnTo>
                    <a:pt x="265747" y="126682"/>
                  </a:lnTo>
                  <a:lnTo>
                    <a:pt x="260509" y="120967"/>
                  </a:lnTo>
                  <a:lnTo>
                    <a:pt x="259556" y="118110"/>
                  </a:lnTo>
                  <a:lnTo>
                    <a:pt x="257651" y="117157"/>
                  </a:lnTo>
                  <a:lnTo>
                    <a:pt x="254794" y="117634"/>
                  </a:lnTo>
                  <a:lnTo>
                    <a:pt x="251936" y="117157"/>
                  </a:lnTo>
                  <a:lnTo>
                    <a:pt x="246221" y="114776"/>
                  </a:lnTo>
                  <a:lnTo>
                    <a:pt x="240506" y="112395"/>
                  </a:lnTo>
                  <a:lnTo>
                    <a:pt x="237649" y="112395"/>
                  </a:lnTo>
                  <a:lnTo>
                    <a:pt x="235267" y="110966"/>
                  </a:lnTo>
                  <a:lnTo>
                    <a:pt x="230981" y="107156"/>
                  </a:lnTo>
                  <a:lnTo>
                    <a:pt x="229076" y="105728"/>
                  </a:lnTo>
                  <a:lnTo>
                    <a:pt x="228124" y="103822"/>
                  </a:lnTo>
                  <a:lnTo>
                    <a:pt x="227171" y="100965"/>
                  </a:lnTo>
                  <a:lnTo>
                    <a:pt x="225266" y="100489"/>
                  </a:lnTo>
                  <a:lnTo>
                    <a:pt x="222885" y="100965"/>
                  </a:lnTo>
                  <a:lnTo>
                    <a:pt x="220504" y="102394"/>
                  </a:lnTo>
                  <a:lnTo>
                    <a:pt x="217170" y="101441"/>
                  </a:lnTo>
                  <a:lnTo>
                    <a:pt x="213360" y="99060"/>
                  </a:lnTo>
                  <a:lnTo>
                    <a:pt x="210979" y="97155"/>
                  </a:lnTo>
                  <a:lnTo>
                    <a:pt x="209550" y="96203"/>
                  </a:lnTo>
                  <a:lnTo>
                    <a:pt x="205264" y="94297"/>
                  </a:lnTo>
                  <a:lnTo>
                    <a:pt x="201930" y="93821"/>
                  </a:lnTo>
                  <a:lnTo>
                    <a:pt x="196691" y="95726"/>
                  </a:lnTo>
                  <a:lnTo>
                    <a:pt x="192405" y="94774"/>
                  </a:lnTo>
                  <a:lnTo>
                    <a:pt x="185738" y="93821"/>
                  </a:lnTo>
                  <a:lnTo>
                    <a:pt x="180022" y="92392"/>
                  </a:lnTo>
                  <a:lnTo>
                    <a:pt x="178117" y="88582"/>
                  </a:lnTo>
                  <a:lnTo>
                    <a:pt x="177165" y="86201"/>
                  </a:lnTo>
                  <a:lnTo>
                    <a:pt x="173831" y="84772"/>
                  </a:lnTo>
                  <a:lnTo>
                    <a:pt x="170974" y="82867"/>
                  </a:lnTo>
                  <a:lnTo>
                    <a:pt x="167640" y="80010"/>
                  </a:lnTo>
                  <a:lnTo>
                    <a:pt x="166211" y="79057"/>
                  </a:lnTo>
                  <a:lnTo>
                    <a:pt x="163354" y="78105"/>
                  </a:lnTo>
                  <a:lnTo>
                    <a:pt x="160496" y="77153"/>
                  </a:lnTo>
                  <a:lnTo>
                    <a:pt x="160020" y="75247"/>
                  </a:lnTo>
                  <a:lnTo>
                    <a:pt x="159067" y="72866"/>
                  </a:lnTo>
                  <a:lnTo>
                    <a:pt x="159067" y="72390"/>
                  </a:lnTo>
                  <a:lnTo>
                    <a:pt x="157163" y="69532"/>
                  </a:lnTo>
                  <a:lnTo>
                    <a:pt x="156210" y="69532"/>
                  </a:lnTo>
                  <a:lnTo>
                    <a:pt x="155257" y="70009"/>
                  </a:lnTo>
                  <a:lnTo>
                    <a:pt x="154781" y="70485"/>
                  </a:lnTo>
                  <a:lnTo>
                    <a:pt x="153829" y="70009"/>
                  </a:lnTo>
                  <a:lnTo>
                    <a:pt x="153829" y="68580"/>
                  </a:lnTo>
                  <a:lnTo>
                    <a:pt x="154305" y="66199"/>
                  </a:lnTo>
                  <a:lnTo>
                    <a:pt x="153352" y="63817"/>
                  </a:lnTo>
                  <a:lnTo>
                    <a:pt x="150971" y="61436"/>
                  </a:lnTo>
                  <a:lnTo>
                    <a:pt x="149542" y="59055"/>
                  </a:lnTo>
                  <a:lnTo>
                    <a:pt x="149542" y="56674"/>
                  </a:lnTo>
                  <a:lnTo>
                    <a:pt x="149066" y="54769"/>
                  </a:lnTo>
                  <a:lnTo>
                    <a:pt x="148114" y="53816"/>
                  </a:lnTo>
                  <a:lnTo>
                    <a:pt x="147638" y="52388"/>
                  </a:lnTo>
                  <a:lnTo>
                    <a:pt x="147638" y="50482"/>
                  </a:lnTo>
                  <a:lnTo>
                    <a:pt x="148590" y="48101"/>
                  </a:lnTo>
                  <a:lnTo>
                    <a:pt x="150019" y="45244"/>
                  </a:lnTo>
                  <a:lnTo>
                    <a:pt x="149542" y="40957"/>
                  </a:lnTo>
                  <a:lnTo>
                    <a:pt x="147161" y="34766"/>
                  </a:lnTo>
                  <a:lnTo>
                    <a:pt x="145732" y="30480"/>
                  </a:lnTo>
                  <a:lnTo>
                    <a:pt x="145256" y="27622"/>
                  </a:lnTo>
                  <a:lnTo>
                    <a:pt x="145732" y="25717"/>
                  </a:lnTo>
                  <a:lnTo>
                    <a:pt x="147161" y="23813"/>
                  </a:lnTo>
                  <a:lnTo>
                    <a:pt x="150019" y="19050"/>
                  </a:lnTo>
                  <a:lnTo>
                    <a:pt x="150495" y="15240"/>
                  </a:lnTo>
                  <a:lnTo>
                    <a:pt x="149542" y="10954"/>
                  </a:lnTo>
                  <a:lnTo>
                    <a:pt x="149542" y="7620"/>
                  </a:lnTo>
                  <a:lnTo>
                    <a:pt x="150019" y="5715"/>
                  </a:lnTo>
                  <a:lnTo>
                    <a:pt x="149066" y="2857"/>
                  </a:lnTo>
                  <a:lnTo>
                    <a:pt x="147161" y="0"/>
                  </a:lnTo>
                  <a:lnTo>
                    <a:pt x="145732" y="0"/>
                  </a:lnTo>
                  <a:lnTo>
                    <a:pt x="143827" y="953"/>
                  </a:lnTo>
                  <a:lnTo>
                    <a:pt x="141446" y="3334"/>
                  </a:lnTo>
                  <a:lnTo>
                    <a:pt x="138589" y="3810"/>
                  </a:lnTo>
                  <a:lnTo>
                    <a:pt x="136207" y="2381"/>
                  </a:lnTo>
                  <a:lnTo>
                    <a:pt x="128588" y="2857"/>
                  </a:lnTo>
                  <a:lnTo>
                    <a:pt x="117157" y="4286"/>
                  </a:lnTo>
                  <a:lnTo>
                    <a:pt x="112395" y="5715"/>
                  </a:lnTo>
                  <a:lnTo>
                    <a:pt x="109538" y="6191"/>
                  </a:lnTo>
                  <a:lnTo>
                    <a:pt x="106204" y="6667"/>
                  </a:lnTo>
                  <a:lnTo>
                    <a:pt x="100965" y="9049"/>
                  </a:lnTo>
                  <a:lnTo>
                    <a:pt x="88106" y="19050"/>
                  </a:lnTo>
                  <a:lnTo>
                    <a:pt x="85249" y="20479"/>
                  </a:lnTo>
                  <a:lnTo>
                    <a:pt x="82391" y="20479"/>
                  </a:lnTo>
                  <a:lnTo>
                    <a:pt x="80486" y="21907"/>
                  </a:lnTo>
                  <a:lnTo>
                    <a:pt x="77629" y="22860"/>
                  </a:lnTo>
                  <a:lnTo>
                    <a:pt x="71914" y="26670"/>
                  </a:lnTo>
                  <a:lnTo>
                    <a:pt x="69056" y="30004"/>
                  </a:lnTo>
                  <a:lnTo>
                    <a:pt x="67151" y="32861"/>
                  </a:lnTo>
                  <a:lnTo>
                    <a:pt x="64770" y="32861"/>
                  </a:lnTo>
                  <a:lnTo>
                    <a:pt x="62865" y="31909"/>
                  </a:lnTo>
                  <a:lnTo>
                    <a:pt x="57626" y="32385"/>
                  </a:lnTo>
                  <a:lnTo>
                    <a:pt x="54769" y="33338"/>
                  </a:lnTo>
                  <a:lnTo>
                    <a:pt x="51911" y="36195"/>
                  </a:lnTo>
                  <a:lnTo>
                    <a:pt x="48101" y="41434"/>
                  </a:lnTo>
                  <a:lnTo>
                    <a:pt x="46672" y="42863"/>
                  </a:lnTo>
                  <a:lnTo>
                    <a:pt x="43815" y="44291"/>
                  </a:lnTo>
                  <a:lnTo>
                    <a:pt x="40481" y="45720"/>
                  </a:lnTo>
                  <a:lnTo>
                    <a:pt x="36195" y="47625"/>
                  </a:lnTo>
                  <a:lnTo>
                    <a:pt x="34290" y="47625"/>
                  </a:lnTo>
                  <a:lnTo>
                    <a:pt x="32385" y="48101"/>
                  </a:lnTo>
                  <a:lnTo>
                    <a:pt x="30956" y="47149"/>
                  </a:lnTo>
                  <a:lnTo>
                    <a:pt x="30480" y="45244"/>
                  </a:lnTo>
                  <a:lnTo>
                    <a:pt x="28099" y="44291"/>
                  </a:lnTo>
                  <a:lnTo>
                    <a:pt x="22860" y="43815"/>
                  </a:lnTo>
                  <a:lnTo>
                    <a:pt x="15240" y="42386"/>
                  </a:lnTo>
                  <a:lnTo>
                    <a:pt x="7144" y="41910"/>
                  </a:lnTo>
                  <a:lnTo>
                    <a:pt x="3334" y="41910"/>
                  </a:lnTo>
                  <a:lnTo>
                    <a:pt x="7620" y="49054"/>
                  </a:lnTo>
                  <a:lnTo>
                    <a:pt x="10954" y="54292"/>
                  </a:lnTo>
                  <a:lnTo>
                    <a:pt x="14288" y="60484"/>
                  </a:lnTo>
                  <a:lnTo>
                    <a:pt x="17145" y="65246"/>
                  </a:lnTo>
                  <a:lnTo>
                    <a:pt x="21431" y="72866"/>
                  </a:lnTo>
                  <a:lnTo>
                    <a:pt x="25241" y="79534"/>
                  </a:lnTo>
                  <a:lnTo>
                    <a:pt x="29051" y="86678"/>
                  </a:lnTo>
                  <a:lnTo>
                    <a:pt x="33814" y="94774"/>
                  </a:lnTo>
                  <a:lnTo>
                    <a:pt x="32385" y="96679"/>
                  </a:lnTo>
                  <a:lnTo>
                    <a:pt x="31432" y="98107"/>
                  </a:lnTo>
                  <a:lnTo>
                    <a:pt x="31432" y="100965"/>
                  </a:lnTo>
                  <a:lnTo>
                    <a:pt x="29527" y="102394"/>
                  </a:lnTo>
                  <a:lnTo>
                    <a:pt x="29051" y="103822"/>
                  </a:lnTo>
                  <a:lnTo>
                    <a:pt x="26670" y="106204"/>
                  </a:lnTo>
                  <a:lnTo>
                    <a:pt x="25241" y="108109"/>
                  </a:lnTo>
                  <a:lnTo>
                    <a:pt x="25241" y="110966"/>
                  </a:lnTo>
                  <a:lnTo>
                    <a:pt x="25717" y="125254"/>
                  </a:lnTo>
                  <a:lnTo>
                    <a:pt x="25241" y="129064"/>
                  </a:lnTo>
                  <a:lnTo>
                    <a:pt x="24289" y="132397"/>
                  </a:lnTo>
                  <a:lnTo>
                    <a:pt x="22860" y="134303"/>
                  </a:lnTo>
                  <a:lnTo>
                    <a:pt x="21907" y="135731"/>
                  </a:lnTo>
                  <a:lnTo>
                    <a:pt x="23813" y="139065"/>
                  </a:lnTo>
                  <a:lnTo>
                    <a:pt x="25241" y="145732"/>
                  </a:lnTo>
                  <a:lnTo>
                    <a:pt x="26670" y="147161"/>
                  </a:lnTo>
                  <a:lnTo>
                    <a:pt x="28099" y="150019"/>
                  </a:lnTo>
                  <a:lnTo>
                    <a:pt x="28575" y="152400"/>
                  </a:lnTo>
                  <a:lnTo>
                    <a:pt x="28099" y="153353"/>
                  </a:lnTo>
                  <a:lnTo>
                    <a:pt x="24765" y="154781"/>
                  </a:lnTo>
                  <a:lnTo>
                    <a:pt x="23813" y="155734"/>
                  </a:lnTo>
                  <a:lnTo>
                    <a:pt x="23336" y="159544"/>
                  </a:lnTo>
                  <a:lnTo>
                    <a:pt x="21907" y="160972"/>
                  </a:lnTo>
                  <a:lnTo>
                    <a:pt x="19526" y="162878"/>
                  </a:lnTo>
                  <a:lnTo>
                    <a:pt x="18097" y="164782"/>
                  </a:lnTo>
                  <a:lnTo>
                    <a:pt x="16669" y="166211"/>
                  </a:lnTo>
                  <a:lnTo>
                    <a:pt x="15240" y="167164"/>
                  </a:lnTo>
                  <a:lnTo>
                    <a:pt x="14764" y="169545"/>
                  </a:lnTo>
                  <a:lnTo>
                    <a:pt x="13811" y="171926"/>
                  </a:lnTo>
                  <a:lnTo>
                    <a:pt x="10954" y="173831"/>
                  </a:lnTo>
                  <a:lnTo>
                    <a:pt x="10477" y="177165"/>
                  </a:lnTo>
                  <a:lnTo>
                    <a:pt x="10477" y="179546"/>
                  </a:lnTo>
                  <a:lnTo>
                    <a:pt x="11906" y="181928"/>
                  </a:lnTo>
                  <a:lnTo>
                    <a:pt x="16669" y="187642"/>
                  </a:lnTo>
                  <a:lnTo>
                    <a:pt x="17145" y="189071"/>
                  </a:lnTo>
                  <a:lnTo>
                    <a:pt x="14288" y="192405"/>
                  </a:lnTo>
                  <a:lnTo>
                    <a:pt x="12859" y="194786"/>
                  </a:lnTo>
                  <a:lnTo>
                    <a:pt x="10954" y="198596"/>
                  </a:lnTo>
                  <a:lnTo>
                    <a:pt x="10954" y="198596"/>
                  </a:lnTo>
                  <a:lnTo>
                    <a:pt x="12859" y="202406"/>
                  </a:lnTo>
                  <a:lnTo>
                    <a:pt x="13811" y="202406"/>
                  </a:lnTo>
                  <a:lnTo>
                    <a:pt x="15240" y="203359"/>
                  </a:lnTo>
                  <a:lnTo>
                    <a:pt x="16192" y="203835"/>
                  </a:lnTo>
                  <a:lnTo>
                    <a:pt x="16669" y="204311"/>
                  </a:lnTo>
                  <a:lnTo>
                    <a:pt x="17621" y="205264"/>
                  </a:lnTo>
                  <a:lnTo>
                    <a:pt x="19050" y="206692"/>
                  </a:lnTo>
                  <a:lnTo>
                    <a:pt x="21431" y="207645"/>
                  </a:lnTo>
                  <a:lnTo>
                    <a:pt x="22384" y="209550"/>
                  </a:lnTo>
                  <a:lnTo>
                    <a:pt x="22384" y="211455"/>
                  </a:lnTo>
                  <a:lnTo>
                    <a:pt x="22860" y="211931"/>
                  </a:lnTo>
                  <a:lnTo>
                    <a:pt x="25717" y="212407"/>
                  </a:lnTo>
                  <a:lnTo>
                    <a:pt x="28099" y="212407"/>
                  </a:lnTo>
                  <a:lnTo>
                    <a:pt x="29527" y="213360"/>
                  </a:lnTo>
                  <a:lnTo>
                    <a:pt x="29051" y="214313"/>
                  </a:lnTo>
                  <a:lnTo>
                    <a:pt x="28575" y="215265"/>
                  </a:lnTo>
                  <a:lnTo>
                    <a:pt x="27622" y="216217"/>
                  </a:lnTo>
                  <a:lnTo>
                    <a:pt x="26194" y="217646"/>
                  </a:lnTo>
                  <a:lnTo>
                    <a:pt x="26670" y="219551"/>
                  </a:lnTo>
                  <a:lnTo>
                    <a:pt x="28099" y="221456"/>
                  </a:lnTo>
                  <a:lnTo>
                    <a:pt x="30480" y="221932"/>
                  </a:lnTo>
                  <a:lnTo>
                    <a:pt x="32861" y="222409"/>
                  </a:lnTo>
                  <a:lnTo>
                    <a:pt x="34766" y="222409"/>
                  </a:lnTo>
                  <a:lnTo>
                    <a:pt x="36195" y="222885"/>
                  </a:lnTo>
                  <a:lnTo>
                    <a:pt x="36195" y="223838"/>
                  </a:lnTo>
                  <a:lnTo>
                    <a:pt x="36671" y="224314"/>
                  </a:lnTo>
                  <a:lnTo>
                    <a:pt x="36671" y="224790"/>
                  </a:lnTo>
                  <a:lnTo>
                    <a:pt x="35719" y="225266"/>
                  </a:lnTo>
                  <a:lnTo>
                    <a:pt x="34290" y="225266"/>
                  </a:lnTo>
                  <a:lnTo>
                    <a:pt x="32861" y="225742"/>
                  </a:lnTo>
                  <a:lnTo>
                    <a:pt x="32385" y="226219"/>
                  </a:lnTo>
                  <a:lnTo>
                    <a:pt x="31909" y="226695"/>
                  </a:lnTo>
                  <a:lnTo>
                    <a:pt x="30956" y="227647"/>
                  </a:lnTo>
                  <a:lnTo>
                    <a:pt x="29527" y="228600"/>
                  </a:lnTo>
                  <a:lnTo>
                    <a:pt x="27146" y="229076"/>
                  </a:lnTo>
                  <a:lnTo>
                    <a:pt x="25717" y="229553"/>
                  </a:lnTo>
                  <a:lnTo>
                    <a:pt x="24765" y="230505"/>
                  </a:lnTo>
                  <a:lnTo>
                    <a:pt x="25717" y="230981"/>
                  </a:lnTo>
                  <a:lnTo>
                    <a:pt x="26670" y="232410"/>
                  </a:lnTo>
                  <a:lnTo>
                    <a:pt x="27146" y="233363"/>
                  </a:lnTo>
                  <a:lnTo>
                    <a:pt x="27146" y="234315"/>
                  </a:lnTo>
                  <a:lnTo>
                    <a:pt x="27146" y="235267"/>
                  </a:lnTo>
                  <a:lnTo>
                    <a:pt x="26670" y="235744"/>
                  </a:lnTo>
                  <a:lnTo>
                    <a:pt x="25717" y="235744"/>
                  </a:lnTo>
                  <a:lnTo>
                    <a:pt x="24289" y="235267"/>
                  </a:lnTo>
                  <a:lnTo>
                    <a:pt x="21907" y="234315"/>
                  </a:lnTo>
                  <a:lnTo>
                    <a:pt x="20955" y="233839"/>
                  </a:lnTo>
                  <a:lnTo>
                    <a:pt x="20955" y="234315"/>
                  </a:lnTo>
                  <a:lnTo>
                    <a:pt x="21431" y="237649"/>
                  </a:lnTo>
                  <a:lnTo>
                    <a:pt x="20479" y="238601"/>
                  </a:lnTo>
                  <a:lnTo>
                    <a:pt x="17621" y="240030"/>
                  </a:lnTo>
                  <a:lnTo>
                    <a:pt x="15240" y="241935"/>
                  </a:lnTo>
                  <a:lnTo>
                    <a:pt x="12859" y="245269"/>
                  </a:lnTo>
                  <a:lnTo>
                    <a:pt x="9049" y="250031"/>
                  </a:lnTo>
                  <a:lnTo>
                    <a:pt x="7620" y="251460"/>
                  </a:lnTo>
                  <a:lnTo>
                    <a:pt x="7144" y="253365"/>
                  </a:lnTo>
                  <a:lnTo>
                    <a:pt x="4763" y="253841"/>
                  </a:lnTo>
                  <a:lnTo>
                    <a:pt x="476" y="257175"/>
                  </a:lnTo>
                  <a:lnTo>
                    <a:pt x="0" y="259080"/>
                  </a:lnTo>
                  <a:lnTo>
                    <a:pt x="476" y="260509"/>
                  </a:lnTo>
                  <a:lnTo>
                    <a:pt x="2381" y="261938"/>
                  </a:lnTo>
                  <a:lnTo>
                    <a:pt x="3810" y="263842"/>
                  </a:lnTo>
                  <a:lnTo>
                    <a:pt x="4286" y="266224"/>
                  </a:lnTo>
                  <a:lnTo>
                    <a:pt x="4286" y="267653"/>
                  </a:lnTo>
                  <a:lnTo>
                    <a:pt x="4286" y="267653"/>
                  </a:lnTo>
                  <a:lnTo>
                    <a:pt x="4763" y="271463"/>
                  </a:lnTo>
                  <a:lnTo>
                    <a:pt x="9525" y="276701"/>
                  </a:lnTo>
                  <a:lnTo>
                    <a:pt x="10954" y="282416"/>
                  </a:lnTo>
                  <a:lnTo>
                    <a:pt x="11906" y="283369"/>
                  </a:lnTo>
                  <a:lnTo>
                    <a:pt x="18097" y="286226"/>
                  </a:lnTo>
                  <a:lnTo>
                    <a:pt x="18097" y="286703"/>
                  </a:lnTo>
                  <a:lnTo>
                    <a:pt x="17145" y="287655"/>
                  </a:lnTo>
                  <a:lnTo>
                    <a:pt x="16192" y="289084"/>
                  </a:lnTo>
                  <a:lnTo>
                    <a:pt x="16669" y="290989"/>
                  </a:lnTo>
                  <a:lnTo>
                    <a:pt x="17621" y="293846"/>
                  </a:lnTo>
                  <a:lnTo>
                    <a:pt x="18097" y="296228"/>
                  </a:lnTo>
                  <a:lnTo>
                    <a:pt x="18574" y="299085"/>
                  </a:lnTo>
                  <a:lnTo>
                    <a:pt x="19050" y="303371"/>
                  </a:lnTo>
                  <a:lnTo>
                    <a:pt x="19526" y="307181"/>
                  </a:lnTo>
                  <a:lnTo>
                    <a:pt x="20955" y="312420"/>
                  </a:lnTo>
                  <a:lnTo>
                    <a:pt x="21431" y="315754"/>
                  </a:lnTo>
                  <a:lnTo>
                    <a:pt x="21431" y="317659"/>
                  </a:lnTo>
                  <a:lnTo>
                    <a:pt x="22860" y="319564"/>
                  </a:lnTo>
                  <a:lnTo>
                    <a:pt x="25241" y="321945"/>
                  </a:lnTo>
                  <a:lnTo>
                    <a:pt x="28575" y="324326"/>
                  </a:lnTo>
                  <a:lnTo>
                    <a:pt x="31432" y="327184"/>
                  </a:lnTo>
                  <a:lnTo>
                    <a:pt x="33338" y="329089"/>
                  </a:lnTo>
                  <a:lnTo>
                    <a:pt x="35719" y="330517"/>
                  </a:lnTo>
                  <a:lnTo>
                    <a:pt x="37624" y="331946"/>
                  </a:lnTo>
                  <a:lnTo>
                    <a:pt x="38576" y="332899"/>
                  </a:lnTo>
                  <a:lnTo>
                    <a:pt x="39052" y="333851"/>
                  </a:lnTo>
                  <a:lnTo>
                    <a:pt x="38100" y="334804"/>
                  </a:lnTo>
                  <a:lnTo>
                    <a:pt x="35242" y="338614"/>
                  </a:lnTo>
                  <a:lnTo>
                    <a:pt x="30956" y="344329"/>
                  </a:lnTo>
                  <a:lnTo>
                    <a:pt x="30956" y="344805"/>
                  </a:lnTo>
                  <a:lnTo>
                    <a:pt x="34766" y="348615"/>
                  </a:lnTo>
                  <a:lnTo>
                    <a:pt x="35242" y="350044"/>
                  </a:lnTo>
                  <a:lnTo>
                    <a:pt x="35242" y="352425"/>
                  </a:lnTo>
                  <a:lnTo>
                    <a:pt x="33814" y="355282"/>
                  </a:lnTo>
                  <a:lnTo>
                    <a:pt x="33814" y="356235"/>
                  </a:lnTo>
                  <a:lnTo>
                    <a:pt x="32861" y="357188"/>
                  </a:lnTo>
                  <a:lnTo>
                    <a:pt x="32861" y="358140"/>
                  </a:lnTo>
                  <a:lnTo>
                    <a:pt x="33814" y="359092"/>
                  </a:lnTo>
                  <a:lnTo>
                    <a:pt x="33814" y="361950"/>
                  </a:lnTo>
                  <a:lnTo>
                    <a:pt x="35242" y="364807"/>
                  </a:lnTo>
                  <a:lnTo>
                    <a:pt x="34290" y="365760"/>
                  </a:lnTo>
                  <a:lnTo>
                    <a:pt x="32861" y="367189"/>
                  </a:lnTo>
                  <a:lnTo>
                    <a:pt x="32861" y="368617"/>
                  </a:lnTo>
                  <a:lnTo>
                    <a:pt x="33338" y="370046"/>
                  </a:lnTo>
                  <a:lnTo>
                    <a:pt x="35242" y="371475"/>
                  </a:lnTo>
                  <a:lnTo>
                    <a:pt x="41910" y="375761"/>
                  </a:lnTo>
                  <a:lnTo>
                    <a:pt x="42386" y="376238"/>
                  </a:lnTo>
                  <a:lnTo>
                    <a:pt x="42386" y="376714"/>
                  </a:lnTo>
                  <a:lnTo>
                    <a:pt x="40005" y="379571"/>
                  </a:lnTo>
                  <a:lnTo>
                    <a:pt x="39529" y="381476"/>
                  </a:lnTo>
                  <a:lnTo>
                    <a:pt x="39529" y="384334"/>
                  </a:lnTo>
                  <a:lnTo>
                    <a:pt x="40005" y="386239"/>
                  </a:lnTo>
                  <a:lnTo>
                    <a:pt x="40957" y="387191"/>
                  </a:lnTo>
                  <a:lnTo>
                    <a:pt x="44291" y="388144"/>
                  </a:lnTo>
                  <a:lnTo>
                    <a:pt x="48577" y="394335"/>
                  </a:lnTo>
                  <a:lnTo>
                    <a:pt x="52388" y="400526"/>
                  </a:lnTo>
                  <a:lnTo>
                    <a:pt x="52388" y="405765"/>
                  </a:lnTo>
                  <a:lnTo>
                    <a:pt x="52864" y="411956"/>
                  </a:lnTo>
                  <a:lnTo>
                    <a:pt x="55245" y="416719"/>
                  </a:lnTo>
                  <a:lnTo>
                    <a:pt x="55721" y="420529"/>
                  </a:lnTo>
                  <a:lnTo>
                    <a:pt x="56674" y="424815"/>
                  </a:lnTo>
                  <a:lnTo>
                    <a:pt x="59531" y="427672"/>
                  </a:lnTo>
                  <a:lnTo>
                    <a:pt x="60484" y="432911"/>
                  </a:lnTo>
                  <a:lnTo>
                    <a:pt x="60960" y="435769"/>
                  </a:lnTo>
                  <a:lnTo>
                    <a:pt x="60960" y="437674"/>
                  </a:lnTo>
                  <a:lnTo>
                    <a:pt x="63341" y="443389"/>
                  </a:lnTo>
                  <a:lnTo>
                    <a:pt x="63817" y="448151"/>
                  </a:lnTo>
                  <a:lnTo>
                    <a:pt x="63341" y="451485"/>
                  </a:lnTo>
                  <a:lnTo>
                    <a:pt x="63341" y="453390"/>
                  </a:lnTo>
                  <a:lnTo>
                    <a:pt x="63817" y="454819"/>
                  </a:lnTo>
                  <a:lnTo>
                    <a:pt x="65722" y="456247"/>
                  </a:lnTo>
                  <a:lnTo>
                    <a:pt x="66675" y="457200"/>
                  </a:lnTo>
                  <a:lnTo>
                    <a:pt x="69532" y="457676"/>
                  </a:lnTo>
                  <a:lnTo>
                    <a:pt x="73819" y="457676"/>
                  </a:lnTo>
                  <a:lnTo>
                    <a:pt x="81439" y="456247"/>
                  </a:lnTo>
                  <a:lnTo>
                    <a:pt x="87154" y="455295"/>
                  </a:lnTo>
                  <a:lnTo>
                    <a:pt x="88106" y="453390"/>
                  </a:lnTo>
                  <a:lnTo>
                    <a:pt x="91916" y="449104"/>
                  </a:lnTo>
                  <a:lnTo>
                    <a:pt x="92869" y="445770"/>
                  </a:lnTo>
                  <a:lnTo>
                    <a:pt x="94297" y="444341"/>
                  </a:lnTo>
                  <a:lnTo>
                    <a:pt x="100965" y="441007"/>
                  </a:lnTo>
                  <a:lnTo>
                    <a:pt x="101917" y="438626"/>
                  </a:lnTo>
                  <a:lnTo>
                    <a:pt x="102394" y="436245"/>
                  </a:lnTo>
                  <a:lnTo>
                    <a:pt x="103822" y="434340"/>
                  </a:lnTo>
                  <a:lnTo>
                    <a:pt x="106204" y="433864"/>
                  </a:lnTo>
                  <a:lnTo>
                    <a:pt x="110490" y="432435"/>
                  </a:lnTo>
                  <a:lnTo>
                    <a:pt x="115252" y="431006"/>
                  </a:lnTo>
                  <a:lnTo>
                    <a:pt x="116681" y="429101"/>
                  </a:lnTo>
                  <a:lnTo>
                    <a:pt x="118110" y="425291"/>
                  </a:lnTo>
                  <a:lnTo>
                    <a:pt x="119063" y="421005"/>
                  </a:lnTo>
                  <a:lnTo>
                    <a:pt x="120015" y="420053"/>
                  </a:lnTo>
                  <a:lnTo>
                    <a:pt x="121444" y="420053"/>
                  </a:lnTo>
                  <a:lnTo>
                    <a:pt x="123825" y="421005"/>
                  </a:lnTo>
                  <a:lnTo>
                    <a:pt x="125254" y="422434"/>
                  </a:lnTo>
                  <a:lnTo>
                    <a:pt x="131921" y="427196"/>
                  </a:lnTo>
                  <a:lnTo>
                    <a:pt x="134779" y="430054"/>
                  </a:lnTo>
                  <a:lnTo>
                    <a:pt x="137636" y="430530"/>
                  </a:lnTo>
                  <a:lnTo>
                    <a:pt x="143351" y="430054"/>
                  </a:lnTo>
                  <a:lnTo>
                    <a:pt x="144304" y="430054"/>
                  </a:lnTo>
                  <a:lnTo>
                    <a:pt x="159067" y="430054"/>
                  </a:lnTo>
                  <a:lnTo>
                    <a:pt x="161449" y="430530"/>
                  </a:lnTo>
                  <a:lnTo>
                    <a:pt x="166688" y="431959"/>
                  </a:lnTo>
                  <a:lnTo>
                    <a:pt x="169545" y="432911"/>
                  </a:lnTo>
                  <a:lnTo>
                    <a:pt x="171450" y="433388"/>
                  </a:lnTo>
                  <a:lnTo>
                    <a:pt x="174784" y="434816"/>
                  </a:lnTo>
                  <a:lnTo>
                    <a:pt x="177641" y="440055"/>
                  </a:lnTo>
                  <a:lnTo>
                    <a:pt x="179070" y="443865"/>
                  </a:lnTo>
                  <a:lnTo>
                    <a:pt x="180022" y="447199"/>
                  </a:lnTo>
                  <a:lnTo>
                    <a:pt x="182404" y="453390"/>
                  </a:lnTo>
                  <a:lnTo>
                    <a:pt x="183832" y="455771"/>
                  </a:lnTo>
                  <a:lnTo>
                    <a:pt x="184309" y="454819"/>
                  </a:lnTo>
                  <a:lnTo>
                    <a:pt x="185738" y="448151"/>
                  </a:lnTo>
                  <a:lnTo>
                    <a:pt x="187642" y="444341"/>
                  </a:lnTo>
                  <a:lnTo>
                    <a:pt x="190500" y="440055"/>
                  </a:lnTo>
                  <a:lnTo>
                    <a:pt x="195739" y="429578"/>
                  </a:lnTo>
                  <a:lnTo>
                    <a:pt x="197644" y="428149"/>
                  </a:lnTo>
                  <a:lnTo>
                    <a:pt x="199549" y="427196"/>
                  </a:lnTo>
                  <a:lnTo>
                    <a:pt x="200977" y="427196"/>
                  </a:lnTo>
                  <a:lnTo>
                    <a:pt x="202406" y="428149"/>
                  </a:lnTo>
                  <a:lnTo>
                    <a:pt x="204311" y="428149"/>
                  </a:lnTo>
                  <a:lnTo>
                    <a:pt x="205740" y="427196"/>
                  </a:lnTo>
                  <a:lnTo>
                    <a:pt x="219551" y="427196"/>
                  </a:lnTo>
                  <a:lnTo>
                    <a:pt x="233839" y="427196"/>
                  </a:lnTo>
                  <a:lnTo>
                    <a:pt x="234315" y="427196"/>
                  </a:lnTo>
                  <a:lnTo>
                    <a:pt x="234791" y="429101"/>
                  </a:lnTo>
                  <a:lnTo>
                    <a:pt x="237172" y="432911"/>
                  </a:lnTo>
                  <a:lnTo>
                    <a:pt x="240030" y="434816"/>
                  </a:lnTo>
                  <a:lnTo>
                    <a:pt x="240506" y="435292"/>
                  </a:lnTo>
                  <a:lnTo>
                    <a:pt x="241459" y="433388"/>
                  </a:lnTo>
                  <a:lnTo>
                    <a:pt x="243364" y="426720"/>
                  </a:lnTo>
                  <a:lnTo>
                    <a:pt x="246221" y="416719"/>
                  </a:lnTo>
                  <a:lnTo>
                    <a:pt x="249555" y="406241"/>
                  </a:lnTo>
                  <a:lnTo>
                    <a:pt x="253365" y="393859"/>
                  </a:lnTo>
                  <a:lnTo>
                    <a:pt x="253365" y="385286"/>
                  </a:lnTo>
                  <a:lnTo>
                    <a:pt x="253365" y="376238"/>
                  </a:lnTo>
                  <a:lnTo>
                    <a:pt x="258604" y="368617"/>
                  </a:lnTo>
                  <a:lnTo>
                    <a:pt x="262414" y="363379"/>
                  </a:lnTo>
                  <a:lnTo>
                    <a:pt x="265747" y="358140"/>
                  </a:lnTo>
                  <a:lnTo>
                    <a:pt x="269081" y="349567"/>
                  </a:lnTo>
                  <a:lnTo>
                    <a:pt x="271463" y="343853"/>
                  </a:lnTo>
                  <a:lnTo>
                    <a:pt x="280035" y="342424"/>
                  </a:lnTo>
                  <a:lnTo>
                    <a:pt x="294322" y="339566"/>
                  </a:lnTo>
                  <a:lnTo>
                    <a:pt x="301466" y="338138"/>
                  </a:lnTo>
                  <a:lnTo>
                    <a:pt x="316230" y="334804"/>
                  </a:lnTo>
                  <a:lnTo>
                    <a:pt x="331470" y="331470"/>
                  </a:lnTo>
                  <a:lnTo>
                    <a:pt x="347186" y="331470"/>
                  </a:lnTo>
                  <a:lnTo>
                    <a:pt x="362426" y="331470"/>
                  </a:lnTo>
                  <a:lnTo>
                    <a:pt x="374332" y="338614"/>
                  </a:lnTo>
                  <a:lnTo>
                    <a:pt x="383381" y="343853"/>
                  </a:lnTo>
                  <a:lnTo>
                    <a:pt x="393382" y="350044"/>
                  </a:lnTo>
                  <a:lnTo>
                    <a:pt x="393859" y="351472"/>
                  </a:lnTo>
                  <a:lnTo>
                    <a:pt x="394335" y="356711"/>
                  </a:lnTo>
                  <a:lnTo>
                    <a:pt x="393859" y="362426"/>
                  </a:lnTo>
                  <a:lnTo>
                    <a:pt x="396240" y="361950"/>
                  </a:lnTo>
                  <a:lnTo>
                    <a:pt x="397192" y="360521"/>
                  </a:lnTo>
                  <a:lnTo>
                    <a:pt x="398621" y="358616"/>
                  </a:lnTo>
                  <a:lnTo>
                    <a:pt x="400526" y="358140"/>
                  </a:lnTo>
                  <a:lnTo>
                    <a:pt x="402907" y="357664"/>
                  </a:lnTo>
                  <a:lnTo>
                    <a:pt x="403860" y="356235"/>
                  </a:lnTo>
                  <a:lnTo>
                    <a:pt x="398145" y="350996"/>
                  </a:lnTo>
                  <a:lnTo>
                    <a:pt x="394811" y="348139"/>
                  </a:lnTo>
                  <a:lnTo>
                    <a:pt x="396716" y="343853"/>
                  </a:lnTo>
                  <a:lnTo>
                    <a:pt x="400050" y="336709"/>
                  </a:lnTo>
                  <a:lnTo>
                    <a:pt x="403384" y="330041"/>
                  </a:lnTo>
                  <a:lnTo>
                    <a:pt x="405765" y="324803"/>
                  </a:lnTo>
                  <a:lnTo>
                    <a:pt x="406241" y="323850"/>
                  </a:lnTo>
                  <a:lnTo>
                    <a:pt x="408622" y="323374"/>
                  </a:lnTo>
                  <a:lnTo>
                    <a:pt x="408146" y="320516"/>
                  </a:lnTo>
                  <a:lnTo>
                    <a:pt x="408146" y="318611"/>
                  </a:lnTo>
                  <a:lnTo>
                    <a:pt x="406241" y="318611"/>
                  </a:lnTo>
                  <a:lnTo>
                    <a:pt x="408146" y="312420"/>
                  </a:lnTo>
                  <a:lnTo>
                    <a:pt x="411004" y="303371"/>
                  </a:lnTo>
                  <a:lnTo>
                    <a:pt x="413385" y="296704"/>
                  </a:lnTo>
                  <a:lnTo>
                    <a:pt x="413861" y="295751"/>
                  </a:lnTo>
                  <a:lnTo>
                    <a:pt x="415290" y="295275"/>
                  </a:lnTo>
                  <a:lnTo>
                    <a:pt x="415766" y="294322"/>
                  </a:lnTo>
                  <a:lnTo>
                    <a:pt x="413861" y="290513"/>
                  </a:lnTo>
                  <a:close/>
                  <a:moveTo>
                    <a:pt x="25241" y="223361"/>
                  </a:moveTo>
                  <a:lnTo>
                    <a:pt x="26194" y="222885"/>
                  </a:lnTo>
                  <a:lnTo>
                    <a:pt x="27622" y="223361"/>
                  </a:lnTo>
                  <a:lnTo>
                    <a:pt x="28099" y="223361"/>
                  </a:lnTo>
                  <a:lnTo>
                    <a:pt x="28099" y="221932"/>
                  </a:lnTo>
                  <a:lnTo>
                    <a:pt x="26194" y="220980"/>
                  </a:lnTo>
                  <a:lnTo>
                    <a:pt x="23813" y="218599"/>
                  </a:lnTo>
                  <a:lnTo>
                    <a:pt x="21907" y="217646"/>
                  </a:lnTo>
                  <a:lnTo>
                    <a:pt x="20955" y="217646"/>
                  </a:lnTo>
                  <a:lnTo>
                    <a:pt x="20955" y="219075"/>
                  </a:lnTo>
                  <a:lnTo>
                    <a:pt x="20479" y="220504"/>
                  </a:lnTo>
                  <a:lnTo>
                    <a:pt x="20002" y="221932"/>
                  </a:lnTo>
                  <a:lnTo>
                    <a:pt x="22860" y="221932"/>
                  </a:lnTo>
                  <a:lnTo>
                    <a:pt x="25241" y="223361"/>
                  </a:lnTo>
                  <a:close/>
                </a:path>
              </a:pathLst>
            </a:custGeom>
            <a:grpFill/>
            <a:ln w="317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765A335D-F705-4BD3-B547-44D9FB2B1989}"/>
                </a:ext>
              </a:extLst>
            </p:cNvPr>
            <p:cNvSpPr/>
            <p:nvPr/>
          </p:nvSpPr>
          <p:spPr>
            <a:xfrm>
              <a:off x="5745480" y="3880960"/>
              <a:ext cx="104775" cy="209073"/>
            </a:xfrm>
            <a:custGeom>
              <a:avLst/>
              <a:gdLst>
                <a:gd name="connsiteX0" fmla="*/ 104299 w 104775"/>
                <a:gd name="connsiteY0" fmla="*/ 59055 h 209073"/>
                <a:gd name="connsiteX1" fmla="*/ 101918 w 104775"/>
                <a:gd name="connsiteY1" fmla="*/ 55245 h 209073"/>
                <a:gd name="connsiteX2" fmla="*/ 101441 w 104775"/>
                <a:gd name="connsiteY2" fmla="*/ 52388 h 209073"/>
                <a:gd name="connsiteX3" fmla="*/ 100965 w 104775"/>
                <a:gd name="connsiteY3" fmla="*/ 48101 h 209073"/>
                <a:gd name="connsiteX4" fmla="*/ 100489 w 104775"/>
                <a:gd name="connsiteY4" fmla="*/ 44767 h 209073"/>
                <a:gd name="connsiteX5" fmla="*/ 100013 w 104775"/>
                <a:gd name="connsiteY5" fmla="*/ 43339 h 209073"/>
                <a:gd name="connsiteX6" fmla="*/ 98584 w 104775"/>
                <a:gd name="connsiteY6" fmla="*/ 41910 h 209073"/>
                <a:gd name="connsiteX7" fmla="*/ 98107 w 104775"/>
                <a:gd name="connsiteY7" fmla="*/ 41434 h 209073"/>
                <a:gd name="connsiteX8" fmla="*/ 92869 w 104775"/>
                <a:gd name="connsiteY8" fmla="*/ 33814 h 209073"/>
                <a:gd name="connsiteX9" fmla="*/ 92869 w 104775"/>
                <a:gd name="connsiteY9" fmla="*/ 30480 h 209073"/>
                <a:gd name="connsiteX10" fmla="*/ 95250 w 104775"/>
                <a:gd name="connsiteY10" fmla="*/ 25717 h 209073"/>
                <a:gd name="connsiteX11" fmla="*/ 96678 w 104775"/>
                <a:gd name="connsiteY11" fmla="*/ 23813 h 209073"/>
                <a:gd name="connsiteX12" fmla="*/ 94297 w 104775"/>
                <a:gd name="connsiteY12" fmla="*/ 20479 h 209073"/>
                <a:gd name="connsiteX13" fmla="*/ 91440 w 104775"/>
                <a:gd name="connsiteY13" fmla="*/ 18097 h 209073"/>
                <a:gd name="connsiteX14" fmla="*/ 88582 w 104775"/>
                <a:gd name="connsiteY14" fmla="*/ 17145 h 209073"/>
                <a:gd name="connsiteX15" fmla="*/ 86201 w 104775"/>
                <a:gd name="connsiteY15" fmla="*/ 15716 h 209073"/>
                <a:gd name="connsiteX16" fmla="*/ 85249 w 104775"/>
                <a:gd name="connsiteY16" fmla="*/ 13335 h 209073"/>
                <a:gd name="connsiteX17" fmla="*/ 81439 w 104775"/>
                <a:gd name="connsiteY17" fmla="*/ 9049 h 209073"/>
                <a:gd name="connsiteX18" fmla="*/ 71914 w 104775"/>
                <a:gd name="connsiteY18" fmla="*/ 952 h 209073"/>
                <a:gd name="connsiteX19" fmla="*/ 70961 w 104775"/>
                <a:gd name="connsiteY19" fmla="*/ 476 h 209073"/>
                <a:gd name="connsiteX20" fmla="*/ 69532 w 104775"/>
                <a:gd name="connsiteY20" fmla="*/ 0 h 209073"/>
                <a:gd name="connsiteX21" fmla="*/ 67151 w 104775"/>
                <a:gd name="connsiteY21" fmla="*/ 1429 h 209073"/>
                <a:gd name="connsiteX22" fmla="*/ 65246 w 104775"/>
                <a:gd name="connsiteY22" fmla="*/ 2381 h 209073"/>
                <a:gd name="connsiteX23" fmla="*/ 64294 w 104775"/>
                <a:gd name="connsiteY23" fmla="*/ 3334 h 209073"/>
                <a:gd name="connsiteX24" fmla="*/ 62389 w 104775"/>
                <a:gd name="connsiteY24" fmla="*/ 3334 h 209073"/>
                <a:gd name="connsiteX25" fmla="*/ 58102 w 104775"/>
                <a:gd name="connsiteY25" fmla="*/ 4286 h 209073"/>
                <a:gd name="connsiteX26" fmla="*/ 54769 w 104775"/>
                <a:gd name="connsiteY26" fmla="*/ 5715 h 209073"/>
                <a:gd name="connsiteX27" fmla="*/ 54293 w 104775"/>
                <a:gd name="connsiteY27" fmla="*/ 6667 h 209073"/>
                <a:gd name="connsiteX28" fmla="*/ 56197 w 104775"/>
                <a:gd name="connsiteY28" fmla="*/ 13335 h 209073"/>
                <a:gd name="connsiteX29" fmla="*/ 55245 w 104775"/>
                <a:gd name="connsiteY29" fmla="*/ 16669 h 209073"/>
                <a:gd name="connsiteX30" fmla="*/ 54293 w 104775"/>
                <a:gd name="connsiteY30" fmla="*/ 18574 h 209073"/>
                <a:gd name="connsiteX31" fmla="*/ 51911 w 104775"/>
                <a:gd name="connsiteY31" fmla="*/ 23813 h 209073"/>
                <a:gd name="connsiteX32" fmla="*/ 50006 w 104775"/>
                <a:gd name="connsiteY32" fmla="*/ 25717 h 209073"/>
                <a:gd name="connsiteX33" fmla="*/ 41434 w 104775"/>
                <a:gd name="connsiteY33" fmla="*/ 32861 h 209073"/>
                <a:gd name="connsiteX34" fmla="*/ 37147 w 104775"/>
                <a:gd name="connsiteY34" fmla="*/ 32385 h 209073"/>
                <a:gd name="connsiteX35" fmla="*/ 28575 w 104775"/>
                <a:gd name="connsiteY35" fmla="*/ 33814 h 209073"/>
                <a:gd name="connsiteX36" fmla="*/ 27146 w 104775"/>
                <a:gd name="connsiteY36" fmla="*/ 31909 h 209073"/>
                <a:gd name="connsiteX37" fmla="*/ 25241 w 104775"/>
                <a:gd name="connsiteY37" fmla="*/ 31909 h 209073"/>
                <a:gd name="connsiteX38" fmla="*/ 22860 w 104775"/>
                <a:gd name="connsiteY38" fmla="*/ 31909 h 209073"/>
                <a:gd name="connsiteX39" fmla="*/ 21907 w 104775"/>
                <a:gd name="connsiteY39" fmla="*/ 32861 h 209073"/>
                <a:gd name="connsiteX40" fmla="*/ 21431 w 104775"/>
                <a:gd name="connsiteY40" fmla="*/ 33338 h 209073"/>
                <a:gd name="connsiteX41" fmla="*/ 20478 w 104775"/>
                <a:gd name="connsiteY41" fmla="*/ 34290 h 209073"/>
                <a:gd name="connsiteX42" fmla="*/ 19050 w 104775"/>
                <a:gd name="connsiteY42" fmla="*/ 37147 h 209073"/>
                <a:gd name="connsiteX43" fmla="*/ 17621 w 104775"/>
                <a:gd name="connsiteY43" fmla="*/ 38100 h 209073"/>
                <a:gd name="connsiteX44" fmla="*/ 16193 w 104775"/>
                <a:gd name="connsiteY44" fmla="*/ 38576 h 209073"/>
                <a:gd name="connsiteX45" fmla="*/ 14288 w 104775"/>
                <a:gd name="connsiteY45" fmla="*/ 38576 h 209073"/>
                <a:gd name="connsiteX46" fmla="*/ 13335 w 104775"/>
                <a:gd name="connsiteY46" fmla="*/ 38576 h 209073"/>
                <a:gd name="connsiteX47" fmla="*/ 12859 w 104775"/>
                <a:gd name="connsiteY47" fmla="*/ 40005 h 209073"/>
                <a:gd name="connsiteX48" fmla="*/ 12859 w 104775"/>
                <a:gd name="connsiteY48" fmla="*/ 41434 h 209073"/>
                <a:gd name="connsiteX49" fmla="*/ 11430 w 104775"/>
                <a:gd name="connsiteY49" fmla="*/ 41910 h 209073"/>
                <a:gd name="connsiteX50" fmla="*/ 10953 w 104775"/>
                <a:gd name="connsiteY50" fmla="*/ 43339 h 209073"/>
                <a:gd name="connsiteX51" fmla="*/ 10953 w 104775"/>
                <a:gd name="connsiteY51" fmla="*/ 44767 h 209073"/>
                <a:gd name="connsiteX52" fmla="*/ 10477 w 104775"/>
                <a:gd name="connsiteY52" fmla="*/ 45244 h 209073"/>
                <a:gd name="connsiteX53" fmla="*/ 8572 w 104775"/>
                <a:gd name="connsiteY53" fmla="*/ 44767 h 209073"/>
                <a:gd name="connsiteX54" fmla="*/ 7620 w 104775"/>
                <a:gd name="connsiteY54" fmla="*/ 44767 h 209073"/>
                <a:gd name="connsiteX55" fmla="*/ 6668 w 104775"/>
                <a:gd name="connsiteY55" fmla="*/ 46196 h 209073"/>
                <a:gd name="connsiteX56" fmla="*/ 5715 w 104775"/>
                <a:gd name="connsiteY56" fmla="*/ 47625 h 209073"/>
                <a:gd name="connsiteX57" fmla="*/ 4763 w 104775"/>
                <a:gd name="connsiteY57" fmla="*/ 47625 h 209073"/>
                <a:gd name="connsiteX58" fmla="*/ 3810 w 104775"/>
                <a:gd name="connsiteY58" fmla="*/ 50959 h 209073"/>
                <a:gd name="connsiteX59" fmla="*/ 1905 w 104775"/>
                <a:gd name="connsiteY59" fmla="*/ 55721 h 209073"/>
                <a:gd name="connsiteX60" fmla="*/ 952 w 104775"/>
                <a:gd name="connsiteY60" fmla="*/ 57150 h 209073"/>
                <a:gd name="connsiteX61" fmla="*/ 0 w 104775"/>
                <a:gd name="connsiteY61" fmla="*/ 68104 h 209073"/>
                <a:gd name="connsiteX62" fmla="*/ 476 w 104775"/>
                <a:gd name="connsiteY62" fmla="*/ 69056 h 209073"/>
                <a:gd name="connsiteX63" fmla="*/ 952 w 104775"/>
                <a:gd name="connsiteY63" fmla="*/ 69056 h 209073"/>
                <a:gd name="connsiteX64" fmla="*/ 6668 w 104775"/>
                <a:gd name="connsiteY64" fmla="*/ 72866 h 209073"/>
                <a:gd name="connsiteX65" fmla="*/ 14288 w 104775"/>
                <a:gd name="connsiteY65" fmla="*/ 78105 h 209073"/>
                <a:gd name="connsiteX66" fmla="*/ 19526 w 104775"/>
                <a:gd name="connsiteY66" fmla="*/ 81439 h 209073"/>
                <a:gd name="connsiteX67" fmla="*/ 20002 w 104775"/>
                <a:gd name="connsiteY67" fmla="*/ 82391 h 209073"/>
                <a:gd name="connsiteX68" fmla="*/ 20002 w 104775"/>
                <a:gd name="connsiteY68" fmla="*/ 89535 h 209073"/>
                <a:gd name="connsiteX69" fmla="*/ 20002 w 104775"/>
                <a:gd name="connsiteY69" fmla="*/ 95726 h 209073"/>
                <a:gd name="connsiteX70" fmla="*/ 20955 w 104775"/>
                <a:gd name="connsiteY70" fmla="*/ 99536 h 209073"/>
                <a:gd name="connsiteX71" fmla="*/ 21431 w 104775"/>
                <a:gd name="connsiteY71" fmla="*/ 102870 h 209073"/>
                <a:gd name="connsiteX72" fmla="*/ 22384 w 104775"/>
                <a:gd name="connsiteY72" fmla="*/ 105251 h 209073"/>
                <a:gd name="connsiteX73" fmla="*/ 27622 w 104775"/>
                <a:gd name="connsiteY73" fmla="*/ 110490 h 209073"/>
                <a:gd name="connsiteX74" fmla="*/ 28575 w 104775"/>
                <a:gd name="connsiteY74" fmla="*/ 113347 h 209073"/>
                <a:gd name="connsiteX75" fmla="*/ 28575 w 104775"/>
                <a:gd name="connsiteY75" fmla="*/ 122872 h 209073"/>
                <a:gd name="connsiteX76" fmla="*/ 28575 w 104775"/>
                <a:gd name="connsiteY76" fmla="*/ 130016 h 209073"/>
                <a:gd name="connsiteX77" fmla="*/ 29527 w 104775"/>
                <a:gd name="connsiteY77" fmla="*/ 139541 h 209073"/>
                <a:gd name="connsiteX78" fmla="*/ 29527 w 104775"/>
                <a:gd name="connsiteY78" fmla="*/ 147638 h 209073"/>
                <a:gd name="connsiteX79" fmla="*/ 29527 w 104775"/>
                <a:gd name="connsiteY79" fmla="*/ 158115 h 209073"/>
                <a:gd name="connsiteX80" fmla="*/ 29527 w 104775"/>
                <a:gd name="connsiteY80" fmla="*/ 170021 h 209073"/>
                <a:gd name="connsiteX81" fmla="*/ 29527 w 104775"/>
                <a:gd name="connsiteY81" fmla="*/ 182880 h 209073"/>
                <a:gd name="connsiteX82" fmla="*/ 26194 w 104775"/>
                <a:gd name="connsiteY82" fmla="*/ 182880 h 209073"/>
                <a:gd name="connsiteX83" fmla="*/ 28099 w 104775"/>
                <a:gd name="connsiteY83" fmla="*/ 186690 h 209073"/>
                <a:gd name="connsiteX84" fmla="*/ 28099 w 104775"/>
                <a:gd name="connsiteY84" fmla="*/ 190500 h 209073"/>
                <a:gd name="connsiteX85" fmla="*/ 28575 w 104775"/>
                <a:gd name="connsiteY85" fmla="*/ 191452 h 209073"/>
                <a:gd name="connsiteX86" fmla="*/ 27622 w 104775"/>
                <a:gd name="connsiteY86" fmla="*/ 193357 h 209073"/>
                <a:gd name="connsiteX87" fmla="*/ 28575 w 104775"/>
                <a:gd name="connsiteY87" fmla="*/ 195739 h 209073"/>
                <a:gd name="connsiteX88" fmla="*/ 30003 w 104775"/>
                <a:gd name="connsiteY88" fmla="*/ 196691 h 209073"/>
                <a:gd name="connsiteX89" fmla="*/ 33338 w 104775"/>
                <a:gd name="connsiteY89" fmla="*/ 201930 h 209073"/>
                <a:gd name="connsiteX90" fmla="*/ 34766 w 104775"/>
                <a:gd name="connsiteY90" fmla="*/ 206216 h 209073"/>
                <a:gd name="connsiteX91" fmla="*/ 29051 w 104775"/>
                <a:gd name="connsiteY91" fmla="*/ 207645 h 209073"/>
                <a:gd name="connsiteX92" fmla="*/ 29527 w 104775"/>
                <a:gd name="connsiteY92" fmla="*/ 209074 h 209073"/>
                <a:gd name="connsiteX93" fmla="*/ 36195 w 104775"/>
                <a:gd name="connsiteY93" fmla="*/ 207645 h 209073"/>
                <a:gd name="connsiteX94" fmla="*/ 51911 w 104775"/>
                <a:gd name="connsiteY94" fmla="*/ 205264 h 209073"/>
                <a:gd name="connsiteX95" fmla="*/ 66199 w 104775"/>
                <a:gd name="connsiteY95" fmla="*/ 203835 h 209073"/>
                <a:gd name="connsiteX96" fmla="*/ 66199 w 104775"/>
                <a:gd name="connsiteY96" fmla="*/ 201930 h 209073"/>
                <a:gd name="connsiteX97" fmla="*/ 67151 w 104775"/>
                <a:gd name="connsiteY97" fmla="*/ 196215 h 209073"/>
                <a:gd name="connsiteX98" fmla="*/ 67627 w 104775"/>
                <a:gd name="connsiteY98" fmla="*/ 193834 h 209073"/>
                <a:gd name="connsiteX99" fmla="*/ 68580 w 104775"/>
                <a:gd name="connsiteY99" fmla="*/ 192405 h 209073"/>
                <a:gd name="connsiteX100" fmla="*/ 67627 w 104775"/>
                <a:gd name="connsiteY100" fmla="*/ 190500 h 209073"/>
                <a:gd name="connsiteX101" fmla="*/ 67151 w 104775"/>
                <a:gd name="connsiteY101" fmla="*/ 187642 h 209073"/>
                <a:gd name="connsiteX102" fmla="*/ 66675 w 104775"/>
                <a:gd name="connsiteY102" fmla="*/ 183356 h 209073"/>
                <a:gd name="connsiteX103" fmla="*/ 67627 w 104775"/>
                <a:gd name="connsiteY103" fmla="*/ 181927 h 209073"/>
                <a:gd name="connsiteX104" fmla="*/ 68103 w 104775"/>
                <a:gd name="connsiteY104" fmla="*/ 180499 h 209073"/>
                <a:gd name="connsiteX105" fmla="*/ 67627 w 104775"/>
                <a:gd name="connsiteY105" fmla="*/ 177641 h 209073"/>
                <a:gd name="connsiteX106" fmla="*/ 67627 w 104775"/>
                <a:gd name="connsiteY106" fmla="*/ 169069 h 209073"/>
                <a:gd name="connsiteX107" fmla="*/ 68103 w 104775"/>
                <a:gd name="connsiteY107" fmla="*/ 168592 h 209073"/>
                <a:gd name="connsiteX108" fmla="*/ 69056 w 104775"/>
                <a:gd name="connsiteY108" fmla="*/ 167640 h 209073"/>
                <a:gd name="connsiteX109" fmla="*/ 69056 w 104775"/>
                <a:gd name="connsiteY109" fmla="*/ 166688 h 209073"/>
                <a:gd name="connsiteX110" fmla="*/ 67627 w 104775"/>
                <a:gd name="connsiteY110" fmla="*/ 164306 h 209073"/>
                <a:gd name="connsiteX111" fmla="*/ 66675 w 104775"/>
                <a:gd name="connsiteY111" fmla="*/ 161925 h 209073"/>
                <a:gd name="connsiteX112" fmla="*/ 66675 w 104775"/>
                <a:gd name="connsiteY112" fmla="*/ 158115 h 209073"/>
                <a:gd name="connsiteX113" fmla="*/ 66199 w 104775"/>
                <a:gd name="connsiteY113" fmla="*/ 154781 h 209073"/>
                <a:gd name="connsiteX114" fmla="*/ 65722 w 104775"/>
                <a:gd name="connsiteY114" fmla="*/ 153352 h 209073"/>
                <a:gd name="connsiteX115" fmla="*/ 66199 w 104775"/>
                <a:gd name="connsiteY115" fmla="*/ 147161 h 209073"/>
                <a:gd name="connsiteX116" fmla="*/ 66199 w 104775"/>
                <a:gd name="connsiteY116" fmla="*/ 139541 h 209073"/>
                <a:gd name="connsiteX117" fmla="*/ 66199 w 104775"/>
                <a:gd name="connsiteY117" fmla="*/ 136207 h 209073"/>
                <a:gd name="connsiteX118" fmla="*/ 66675 w 104775"/>
                <a:gd name="connsiteY118" fmla="*/ 133826 h 209073"/>
                <a:gd name="connsiteX119" fmla="*/ 67151 w 104775"/>
                <a:gd name="connsiteY119" fmla="*/ 128111 h 209073"/>
                <a:gd name="connsiteX120" fmla="*/ 67151 w 104775"/>
                <a:gd name="connsiteY120" fmla="*/ 122396 h 209073"/>
                <a:gd name="connsiteX121" fmla="*/ 68580 w 104775"/>
                <a:gd name="connsiteY121" fmla="*/ 113347 h 209073"/>
                <a:gd name="connsiteX122" fmla="*/ 72866 w 104775"/>
                <a:gd name="connsiteY122" fmla="*/ 112871 h 209073"/>
                <a:gd name="connsiteX123" fmla="*/ 77628 w 104775"/>
                <a:gd name="connsiteY123" fmla="*/ 112395 h 209073"/>
                <a:gd name="connsiteX124" fmla="*/ 80010 w 104775"/>
                <a:gd name="connsiteY124" fmla="*/ 108585 h 209073"/>
                <a:gd name="connsiteX125" fmla="*/ 81439 w 104775"/>
                <a:gd name="connsiteY125" fmla="*/ 104299 h 209073"/>
                <a:gd name="connsiteX126" fmla="*/ 80963 w 104775"/>
                <a:gd name="connsiteY126" fmla="*/ 100013 h 209073"/>
                <a:gd name="connsiteX127" fmla="*/ 81915 w 104775"/>
                <a:gd name="connsiteY127" fmla="*/ 98107 h 209073"/>
                <a:gd name="connsiteX128" fmla="*/ 83820 w 104775"/>
                <a:gd name="connsiteY128" fmla="*/ 95726 h 209073"/>
                <a:gd name="connsiteX129" fmla="*/ 87630 w 104775"/>
                <a:gd name="connsiteY129" fmla="*/ 92392 h 209073"/>
                <a:gd name="connsiteX130" fmla="*/ 87153 w 104775"/>
                <a:gd name="connsiteY130" fmla="*/ 88582 h 209073"/>
                <a:gd name="connsiteX131" fmla="*/ 88106 w 104775"/>
                <a:gd name="connsiteY131" fmla="*/ 87630 h 209073"/>
                <a:gd name="connsiteX132" fmla="*/ 90011 w 104775"/>
                <a:gd name="connsiteY132" fmla="*/ 86677 h 209073"/>
                <a:gd name="connsiteX133" fmla="*/ 92393 w 104775"/>
                <a:gd name="connsiteY133" fmla="*/ 86201 h 209073"/>
                <a:gd name="connsiteX134" fmla="*/ 95250 w 104775"/>
                <a:gd name="connsiteY134" fmla="*/ 84296 h 209073"/>
                <a:gd name="connsiteX135" fmla="*/ 96678 w 104775"/>
                <a:gd name="connsiteY135" fmla="*/ 80963 h 209073"/>
                <a:gd name="connsiteX136" fmla="*/ 98107 w 104775"/>
                <a:gd name="connsiteY136" fmla="*/ 75724 h 209073"/>
                <a:gd name="connsiteX137" fmla="*/ 95726 w 104775"/>
                <a:gd name="connsiteY137" fmla="*/ 71914 h 209073"/>
                <a:gd name="connsiteX138" fmla="*/ 95726 w 104775"/>
                <a:gd name="connsiteY138" fmla="*/ 71438 h 209073"/>
                <a:gd name="connsiteX139" fmla="*/ 96678 w 104775"/>
                <a:gd name="connsiteY139" fmla="*/ 69532 h 209073"/>
                <a:gd name="connsiteX140" fmla="*/ 98107 w 104775"/>
                <a:gd name="connsiteY140" fmla="*/ 67151 h 209073"/>
                <a:gd name="connsiteX141" fmla="*/ 99536 w 104775"/>
                <a:gd name="connsiteY141" fmla="*/ 66675 h 209073"/>
                <a:gd name="connsiteX142" fmla="*/ 101918 w 104775"/>
                <a:gd name="connsiteY142" fmla="*/ 67151 h 209073"/>
                <a:gd name="connsiteX143" fmla="*/ 102394 w 104775"/>
                <a:gd name="connsiteY143" fmla="*/ 67151 h 209073"/>
                <a:gd name="connsiteX144" fmla="*/ 102870 w 104775"/>
                <a:gd name="connsiteY144" fmla="*/ 66199 h 209073"/>
                <a:gd name="connsiteX145" fmla="*/ 104775 w 104775"/>
                <a:gd name="connsiteY145" fmla="*/ 60484 h 20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4775" h="209073">
                  <a:moveTo>
                    <a:pt x="104299" y="59055"/>
                  </a:moveTo>
                  <a:lnTo>
                    <a:pt x="101918" y="55245"/>
                  </a:lnTo>
                  <a:lnTo>
                    <a:pt x="101441" y="52388"/>
                  </a:lnTo>
                  <a:lnTo>
                    <a:pt x="100965" y="48101"/>
                  </a:lnTo>
                  <a:lnTo>
                    <a:pt x="100489" y="44767"/>
                  </a:lnTo>
                  <a:lnTo>
                    <a:pt x="100013" y="43339"/>
                  </a:lnTo>
                  <a:lnTo>
                    <a:pt x="98584" y="41910"/>
                  </a:lnTo>
                  <a:lnTo>
                    <a:pt x="98107" y="41434"/>
                  </a:lnTo>
                  <a:lnTo>
                    <a:pt x="92869" y="33814"/>
                  </a:lnTo>
                  <a:lnTo>
                    <a:pt x="92869" y="30480"/>
                  </a:lnTo>
                  <a:lnTo>
                    <a:pt x="95250" y="25717"/>
                  </a:lnTo>
                  <a:lnTo>
                    <a:pt x="96678" y="23813"/>
                  </a:lnTo>
                  <a:lnTo>
                    <a:pt x="94297" y="20479"/>
                  </a:lnTo>
                  <a:lnTo>
                    <a:pt x="91440" y="18097"/>
                  </a:lnTo>
                  <a:lnTo>
                    <a:pt x="88582" y="17145"/>
                  </a:lnTo>
                  <a:lnTo>
                    <a:pt x="86201" y="15716"/>
                  </a:lnTo>
                  <a:lnTo>
                    <a:pt x="85249" y="13335"/>
                  </a:lnTo>
                  <a:lnTo>
                    <a:pt x="81439" y="9049"/>
                  </a:lnTo>
                  <a:lnTo>
                    <a:pt x="71914" y="952"/>
                  </a:lnTo>
                  <a:lnTo>
                    <a:pt x="70961" y="476"/>
                  </a:lnTo>
                  <a:lnTo>
                    <a:pt x="69532" y="0"/>
                  </a:lnTo>
                  <a:lnTo>
                    <a:pt x="67151" y="1429"/>
                  </a:lnTo>
                  <a:lnTo>
                    <a:pt x="65246" y="2381"/>
                  </a:lnTo>
                  <a:lnTo>
                    <a:pt x="64294" y="3334"/>
                  </a:lnTo>
                  <a:lnTo>
                    <a:pt x="62389" y="3334"/>
                  </a:lnTo>
                  <a:lnTo>
                    <a:pt x="58102" y="4286"/>
                  </a:lnTo>
                  <a:lnTo>
                    <a:pt x="54769" y="5715"/>
                  </a:lnTo>
                  <a:lnTo>
                    <a:pt x="54293" y="6667"/>
                  </a:lnTo>
                  <a:lnTo>
                    <a:pt x="56197" y="13335"/>
                  </a:lnTo>
                  <a:lnTo>
                    <a:pt x="55245" y="16669"/>
                  </a:lnTo>
                  <a:lnTo>
                    <a:pt x="54293" y="18574"/>
                  </a:lnTo>
                  <a:lnTo>
                    <a:pt x="51911" y="23813"/>
                  </a:lnTo>
                  <a:lnTo>
                    <a:pt x="50006" y="25717"/>
                  </a:lnTo>
                  <a:lnTo>
                    <a:pt x="41434" y="32861"/>
                  </a:lnTo>
                  <a:lnTo>
                    <a:pt x="37147" y="32385"/>
                  </a:lnTo>
                  <a:lnTo>
                    <a:pt x="28575" y="33814"/>
                  </a:lnTo>
                  <a:lnTo>
                    <a:pt x="27146" y="31909"/>
                  </a:lnTo>
                  <a:lnTo>
                    <a:pt x="25241" y="31909"/>
                  </a:lnTo>
                  <a:lnTo>
                    <a:pt x="22860" y="31909"/>
                  </a:lnTo>
                  <a:lnTo>
                    <a:pt x="21907" y="32861"/>
                  </a:lnTo>
                  <a:lnTo>
                    <a:pt x="21431" y="33338"/>
                  </a:lnTo>
                  <a:lnTo>
                    <a:pt x="20478" y="34290"/>
                  </a:lnTo>
                  <a:lnTo>
                    <a:pt x="19050" y="37147"/>
                  </a:lnTo>
                  <a:lnTo>
                    <a:pt x="17621" y="38100"/>
                  </a:lnTo>
                  <a:lnTo>
                    <a:pt x="16193" y="38576"/>
                  </a:lnTo>
                  <a:lnTo>
                    <a:pt x="14288" y="38576"/>
                  </a:lnTo>
                  <a:lnTo>
                    <a:pt x="13335" y="38576"/>
                  </a:lnTo>
                  <a:lnTo>
                    <a:pt x="12859" y="40005"/>
                  </a:lnTo>
                  <a:lnTo>
                    <a:pt x="12859" y="41434"/>
                  </a:lnTo>
                  <a:lnTo>
                    <a:pt x="11430" y="41910"/>
                  </a:lnTo>
                  <a:lnTo>
                    <a:pt x="10953" y="43339"/>
                  </a:lnTo>
                  <a:lnTo>
                    <a:pt x="10953" y="44767"/>
                  </a:lnTo>
                  <a:lnTo>
                    <a:pt x="10477" y="45244"/>
                  </a:lnTo>
                  <a:lnTo>
                    <a:pt x="8572" y="44767"/>
                  </a:lnTo>
                  <a:lnTo>
                    <a:pt x="7620" y="44767"/>
                  </a:lnTo>
                  <a:lnTo>
                    <a:pt x="6668" y="46196"/>
                  </a:lnTo>
                  <a:lnTo>
                    <a:pt x="5715" y="47625"/>
                  </a:lnTo>
                  <a:lnTo>
                    <a:pt x="4763" y="47625"/>
                  </a:lnTo>
                  <a:lnTo>
                    <a:pt x="3810" y="50959"/>
                  </a:lnTo>
                  <a:lnTo>
                    <a:pt x="1905" y="55721"/>
                  </a:lnTo>
                  <a:lnTo>
                    <a:pt x="952" y="57150"/>
                  </a:lnTo>
                  <a:lnTo>
                    <a:pt x="0" y="68104"/>
                  </a:lnTo>
                  <a:lnTo>
                    <a:pt x="476" y="69056"/>
                  </a:lnTo>
                  <a:lnTo>
                    <a:pt x="952" y="69056"/>
                  </a:lnTo>
                  <a:lnTo>
                    <a:pt x="6668" y="72866"/>
                  </a:lnTo>
                  <a:lnTo>
                    <a:pt x="14288" y="78105"/>
                  </a:lnTo>
                  <a:lnTo>
                    <a:pt x="19526" y="81439"/>
                  </a:lnTo>
                  <a:lnTo>
                    <a:pt x="20002" y="82391"/>
                  </a:lnTo>
                  <a:lnTo>
                    <a:pt x="20002" y="89535"/>
                  </a:lnTo>
                  <a:lnTo>
                    <a:pt x="20002" y="95726"/>
                  </a:lnTo>
                  <a:lnTo>
                    <a:pt x="20955" y="99536"/>
                  </a:lnTo>
                  <a:lnTo>
                    <a:pt x="21431" y="102870"/>
                  </a:lnTo>
                  <a:lnTo>
                    <a:pt x="22384" y="105251"/>
                  </a:lnTo>
                  <a:lnTo>
                    <a:pt x="27622" y="110490"/>
                  </a:lnTo>
                  <a:lnTo>
                    <a:pt x="28575" y="113347"/>
                  </a:lnTo>
                  <a:lnTo>
                    <a:pt x="28575" y="122872"/>
                  </a:lnTo>
                  <a:lnTo>
                    <a:pt x="28575" y="130016"/>
                  </a:lnTo>
                  <a:lnTo>
                    <a:pt x="29527" y="139541"/>
                  </a:lnTo>
                  <a:lnTo>
                    <a:pt x="29527" y="147638"/>
                  </a:lnTo>
                  <a:lnTo>
                    <a:pt x="29527" y="158115"/>
                  </a:lnTo>
                  <a:lnTo>
                    <a:pt x="29527" y="170021"/>
                  </a:lnTo>
                  <a:lnTo>
                    <a:pt x="29527" y="182880"/>
                  </a:lnTo>
                  <a:lnTo>
                    <a:pt x="26194" y="182880"/>
                  </a:lnTo>
                  <a:lnTo>
                    <a:pt x="28099" y="186690"/>
                  </a:lnTo>
                  <a:lnTo>
                    <a:pt x="28099" y="190500"/>
                  </a:lnTo>
                  <a:lnTo>
                    <a:pt x="28575" y="191452"/>
                  </a:lnTo>
                  <a:lnTo>
                    <a:pt x="27622" y="193357"/>
                  </a:lnTo>
                  <a:lnTo>
                    <a:pt x="28575" y="195739"/>
                  </a:lnTo>
                  <a:lnTo>
                    <a:pt x="30003" y="196691"/>
                  </a:lnTo>
                  <a:lnTo>
                    <a:pt x="33338" y="201930"/>
                  </a:lnTo>
                  <a:lnTo>
                    <a:pt x="34766" y="206216"/>
                  </a:lnTo>
                  <a:lnTo>
                    <a:pt x="29051" y="207645"/>
                  </a:lnTo>
                  <a:lnTo>
                    <a:pt x="29527" y="209074"/>
                  </a:lnTo>
                  <a:lnTo>
                    <a:pt x="36195" y="207645"/>
                  </a:lnTo>
                  <a:lnTo>
                    <a:pt x="51911" y="205264"/>
                  </a:lnTo>
                  <a:lnTo>
                    <a:pt x="66199" y="203835"/>
                  </a:lnTo>
                  <a:lnTo>
                    <a:pt x="66199" y="201930"/>
                  </a:lnTo>
                  <a:lnTo>
                    <a:pt x="67151" y="196215"/>
                  </a:lnTo>
                  <a:lnTo>
                    <a:pt x="67627" y="193834"/>
                  </a:lnTo>
                  <a:lnTo>
                    <a:pt x="68580" y="192405"/>
                  </a:lnTo>
                  <a:lnTo>
                    <a:pt x="67627" y="190500"/>
                  </a:lnTo>
                  <a:lnTo>
                    <a:pt x="67151" y="187642"/>
                  </a:lnTo>
                  <a:lnTo>
                    <a:pt x="66675" y="183356"/>
                  </a:lnTo>
                  <a:lnTo>
                    <a:pt x="67627" y="181927"/>
                  </a:lnTo>
                  <a:lnTo>
                    <a:pt x="68103" y="180499"/>
                  </a:lnTo>
                  <a:lnTo>
                    <a:pt x="67627" y="177641"/>
                  </a:lnTo>
                  <a:lnTo>
                    <a:pt x="67627" y="169069"/>
                  </a:lnTo>
                  <a:lnTo>
                    <a:pt x="68103" y="168592"/>
                  </a:lnTo>
                  <a:lnTo>
                    <a:pt x="69056" y="167640"/>
                  </a:lnTo>
                  <a:lnTo>
                    <a:pt x="69056" y="166688"/>
                  </a:lnTo>
                  <a:lnTo>
                    <a:pt x="67627" y="164306"/>
                  </a:lnTo>
                  <a:lnTo>
                    <a:pt x="66675" y="161925"/>
                  </a:lnTo>
                  <a:lnTo>
                    <a:pt x="66675" y="158115"/>
                  </a:lnTo>
                  <a:lnTo>
                    <a:pt x="66199" y="154781"/>
                  </a:lnTo>
                  <a:lnTo>
                    <a:pt x="65722" y="153352"/>
                  </a:lnTo>
                  <a:lnTo>
                    <a:pt x="66199" y="147161"/>
                  </a:lnTo>
                  <a:lnTo>
                    <a:pt x="66199" y="139541"/>
                  </a:lnTo>
                  <a:lnTo>
                    <a:pt x="66199" y="136207"/>
                  </a:lnTo>
                  <a:lnTo>
                    <a:pt x="66675" y="133826"/>
                  </a:lnTo>
                  <a:lnTo>
                    <a:pt x="67151" y="128111"/>
                  </a:lnTo>
                  <a:lnTo>
                    <a:pt x="67151" y="122396"/>
                  </a:lnTo>
                  <a:lnTo>
                    <a:pt x="68580" y="113347"/>
                  </a:lnTo>
                  <a:lnTo>
                    <a:pt x="72866" y="112871"/>
                  </a:lnTo>
                  <a:lnTo>
                    <a:pt x="77628" y="112395"/>
                  </a:lnTo>
                  <a:lnTo>
                    <a:pt x="80010" y="108585"/>
                  </a:lnTo>
                  <a:lnTo>
                    <a:pt x="81439" y="104299"/>
                  </a:lnTo>
                  <a:lnTo>
                    <a:pt x="80963" y="100013"/>
                  </a:lnTo>
                  <a:lnTo>
                    <a:pt x="81915" y="98107"/>
                  </a:lnTo>
                  <a:lnTo>
                    <a:pt x="83820" y="95726"/>
                  </a:lnTo>
                  <a:lnTo>
                    <a:pt x="87630" y="92392"/>
                  </a:lnTo>
                  <a:lnTo>
                    <a:pt x="87153" y="88582"/>
                  </a:lnTo>
                  <a:lnTo>
                    <a:pt x="88106" y="87630"/>
                  </a:lnTo>
                  <a:lnTo>
                    <a:pt x="90011" y="86677"/>
                  </a:lnTo>
                  <a:lnTo>
                    <a:pt x="92393" y="86201"/>
                  </a:lnTo>
                  <a:lnTo>
                    <a:pt x="95250" y="84296"/>
                  </a:lnTo>
                  <a:lnTo>
                    <a:pt x="96678" y="80963"/>
                  </a:lnTo>
                  <a:lnTo>
                    <a:pt x="98107" y="75724"/>
                  </a:lnTo>
                  <a:lnTo>
                    <a:pt x="95726" y="71914"/>
                  </a:lnTo>
                  <a:lnTo>
                    <a:pt x="95726" y="71438"/>
                  </a:lnTo>
                  <a:lnTo>
                    <a:pt x="96678" y="69532"/>
                  </a:lnTo>
                  <a:lnTo>
                    <a:pt x="98107" y="67151"/>
                  </a:lnTo>
                  <a:lnTo>
                    <a:pt x="99536" y="66675"/>
                  </a:lnTo>
                  <a:lnTo>
                    <a:pt x="101918" y="67151"/>
                  </a:lnTo>
                  <a:lnTo>
                    <a:pt x="102394" y="67151"/>
                  </a:lnTo>
                  <a:lnTo>
                    <a:pt x="102870" y="66199"/>
                  </a:lnTo>
                  <a:lnTo>
                    <a:pt x="104775" y="60484"/>
                  </a:lnTo>
                  <a:close/>
                </a:path>
              </a:pathLst>
            </a:custGeom>
            <a:grpFill/>
            <a:ln w="317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8E835637-25DA-40F3-A49D-ABDDEA8EDEE6}"/>
                </a:ext>
              </a:extLst>
            </p:cNvPr>
            <p:cNvSpPr/>
            <p:nvPr/>
          </p:nvSpPr>
          <p:spPr>
            <a:xfrm>
              <a:off x="6706552" y="4376737"/>
              <a:ext cx="61436" cy="71913"/>
            </a:xfrm>
            <a:custGeom>
              <a:avLst/>
              <a:gdLst>
                <a:gd name="connsiteX0" fmla="*/ 61436 w 61436"/>
                <a:gd name="connsiteY0" fmla="*/ 26670 h 71913"/>
                <a:gd name="connsiteX1" fmla="*/ 60484 w 61436"/>
                <a:gd name="connsiteY1" fmla="*/ 25241 h 71913"/>
                <a:gd name="connsiteX2" fmla="*/ 60960 w 61436"/>
                <a:gd name="connsiteY2" fmla="*/ 23336 h 71913"/>
                <a:gd name="connsiteX3" fmla="*/ 60008 w 61436"/>
                <a:gd name="connsiteY3" fmla="*/ 22384 h 71913"/>
                <a:gd name="connsiteX4" fmla="*/ 57627 w 61436"/>
                <a:gd name="connsiteY4" fmla="*/ 21907 h 71913"/>
                <a:gd name="connsiteX5" fmla="*/ 54293 w 61436"/>
                <a:gd name="connsiteY5" fmla="*/ 20479 h 71913"/>
                <a:gd name="connsiteX6" fmla="*/ 51435 w 61436"/>
                <a:gd name="connsiteY6" fmla="*/ 20003 h 71913"/>
                <a:gd name="connsiteX7" fmla="*/ 49054 w 61436"/>
                <a:gd name="connsiteY7" fmla="*/ 19050 h 71913"/>
                <a:gd name="connsiteX8" fmla="*/ 48578 w 61436"/>
                <a:gd name="connsiteY8" fmla="*/ 18574 h 71913"/>
                <a:gd name="connsiteX9" fmla="*/ 48102 w 61436"/>
                <a:gd name="connsiteY9" fmla="*/ 17145 h 71913"/>
                <a:gd name="connsiteX10" fmla="*/ 48578 w 61436"/>
                <a:gd name="connsiteY10" fmla="*/ 15240 h 71913"/>
                <a:gd name="connsiteX11" fmla="*/ 49054 w 61436"/>
                <a:gd name="connsiteY11" fmla="*/ 14764 h 71913"/>
                <a:gd name="connsiteX12" fmla="*/ 50006 w 61436"/>
                <a:gd name="connsiteY12" fmla="*/ 12382 h 71913"/>
                <a:gd name="connsiteX13" fmla="*/ 48578 w 61436"/>
                <a:gd name="connsiteY13" fmla="*/ 11430 h 71913"/>
                <a:gd name="connsiteX14" fmla="*/ 48102 w 61436"/>
                <a:gd name="connsiteY14" fmla="*/ 10954 h 71913"/>
                <a:gd name="connsiteX15" fmla="*/ 48578 w 61436"/>
                <a:gd name="connsiteY15" fmla="*/ 10001 h 71913"/>
                <a:gd name="connsiteX16" fmla="*/ 51911 w 61436"/>
                <a:gd name="connsiteY16" fmla="*/ 3334 h 71913"/>
                <a:gd name="connsiteX17" fmla="*/ 52388 w 61436"/>
                <a:gd name="connsiteY17" fmla="*/ 2857 h 71913"/>
                <a:gd name="connsiteX18" fmla="*/ 51911 w 61436"/>
                <a:gd name="connsiteY18" fmla="*/ 2381 h 71913"/>
                <a:gd name="connsiteX19" fmla="*/ 50006 w 61436"/>
                <a:gd name="connsiteY19" fmla="*/ 1905 h 71913"/>
                <a:gd name="connsiteX20" fmla="*/ 47625 w 61436"/>
                <a:gd name="connsiteY20" fmla="*/ 0 h 71913"/>
                <a:gd name="connsiteX21" fmla="*/ 42863 w 61436"/>
                <a:gd name="connsiteY21" fmla="*/ 953 h 71913"/>
                <a:gd name="connsiteX22" fmla="*/ 41434 w 61436"/>
                <a:gd name="connsiteY22" fmla="*/ 953 h 71913"/>
                <a:gd name="connsiteX23" fmla="*/ 40005 w 61436"/>
                <a:gd name="connsiteY23" fmla="*/ 1905 h 71913"/>
                <a:gd name="connsiteX24" fmla="*/ 38577 w 61436"/>
                <a:gd name="connsiteY24" fmla="*/ 3334 h 71913"/>
                <a:gd name="connsiteX25" fmla="*/ 37624 w 61436"/>
                <a:gd name="connsiteY25" fmla="*/ 3334 h 71913"/>
                <a:gd name="connsiteX26" fmla="*/ 36672 w 61436"/>
                <a:gd name="connsiteY26" fmla="*/ 2857 h 71913"/>
                <a:gd name="connsiteX27" fmla="*/ 32861 w 61436"/>
                <a:gd name="connsiteY27" fmla="*/ 476 h 71913"/>
                <a:gd name="connsiteX28" fmla="*/ 31433 w 61436"/>
                <a:gd name="connsiteY28" fmla="*/ 476 h 71913"/>
                <a:gd name="connsiteX29" fmla="*/ 30480 w 61436"/>
                <a:gd name="connsiteY29" fmla="*/ 7620 h 71913"/>
                <a:gd name="connsiteX30" fmla="*/ 30004 w 61436"/>
                <a:gd name="connsiteY30" fmla="*/ 11430 h 71913"/>
                <a:gd name="connsiteX31" fmla="*/ 29052 w 61436"/>
                <a:gd name="connsiteY31" fmla="*/ 13335 h 71913"/>
                <a:gd name="connsiteX32" fmla="*/ 26194 w 61436"/>
                <a:gd name="connsiteY32" fmla="*/ 14764 h 71913"/>
                <a:gd name="connsiteX33" fmla="*/ 23336 w 61436"/>
                <a:gd name="connsiteY33" fmla="*/ 15716 h 71913"/>
                <a:gd name="connsiteX34" fmla="*/ 21908 w 61436"/>
                <a:gd name="connsiteY34" fmla="*/ 15716 h 71913"/>
                <a:gd name="connsiteX35" fmla="*/ 15240 w 61436"/>
                <a:gd name="connsiteY35" fmla="*/ 16193 h 71913"/>
                <a:gd name="connsiteX36" fmla="*/ 12859 w 61436"/>
                <a:gd name="connsiteY36" fmla="*/ 16193 h 71913"/>
                <a:gd name="connsiteX37" fmla="*/ 11430 w 61436"/>
                <a:gd name="connsiteY37" fmla="*/ 15716 h 71913"/>
                <a:gd name="connsiteX38" fmla="*/ 10002 w 61436"/>
                <a:gd name="connsiteY38" fmla="*/ 11906 h 71913"/>
                <a:gd name="connsiteX39" fmla="*/ 6191 w 61436"/>
                <a:gd name="connsiteY39" fmla="*/ 10001 h 71913"/>
                <a:gd name="connsiteX40" fmla="*/ 3334 w 61436"/>
                <a:gd name="connsiteY40" fmla="*/ 9049 h 71913"/>
                <a:gd name="connsiteX41" fmla="*/ 1905 w 61436"/>
                <a:gd name="connsiteY41" fmla="*/ 9525 h 71913"/>
                <a:gd name="connsiteX42" fmla="*/ 477 w 61436"/>
                <a:gd name="connsiteY42" fmla="*/ 11430 h 71913"/>
                <a:gd name="connsiteX43" fmla="*/ 0 w 61436"/>
                <a:gd name="connsiteY43" fmla="*/ 13335 h 71913"/>
                <a:gd name="connsiteX44" fmla="*/ 0 w 61436"/>
                <a:gd name="connsiteY44" fmla="*/ 14764 h 71913"/>
                <a:gd name="connsiteX45" fmla="*/ 477 w 61436"/>
                <a:gd name="connsiteY45" fmla="*/ 16193 h 71913"/>
                <a:gd name="connsiteX46" fmla="*/ 1905 w 61436"/>
                <a:gd name="connsiteY46" fmla="*/ 17621 h 71913"/>
                <a:gd name="connsiteX47" fmla="*/ 4763 w 61436"/>
                <a:gd name="connsiteY47" fmla="*/ 21431 h 71913"/>
                <a:gd name="connsiteX48" fmla="*/ 7144 w 61436"/>
                <a:gd name="connsiteY48" fmla="*/ 24765 h 71913"/>
                <a:gd name="connsiteX49" fmla="*/ 7144 w 61436"/>
                <a:gd name="connsiteY49" fmla="*/ 27622 h 71913"/>
                <a:gd name="connsiteX50" fmla="*/ 6668 w 61436"/>
                <a:gd name="connsiteY50" fmla="*/ 32385 h 71913"/>
                <a:gd name="connsiteX51" fmla="*/ 6668 w 61436"/>
                <a:gd name="connsiteY51" fmla="*/ 34290 h 71913"/>
                <a:gd name="connsiteX52" fmla="*/ 10002 w 61436"/>
                <a:gd name="connsiteY52" fmla="*/ 34766 h 71913"/>
                <a:gd name="connsiteX53" fmla="*/ 10954 w 61436"/>
                <a:gd name="connsiteY53" fmla="*/ 35719 h 71913"/>
                <a:gd name="connsiteX54" fmla="*/ 10954 w 61436"/>
                <a:gd name="connsiteY54" fmla="*/ 38576 h 71913"/>
                <a:gd name="connsiteX55" fmla="*/ 10954 w 61436"/>
                <a:gd name="connsiteY55" fmla="*/ 45244 h 71913"/>
                <a:gd name="connsiteX56" fmla="*/ 11430 w 61436"/>
                <a:gd name="connsiteY56" fmla="*/ 49530 h 71913"/>
                <a:gd name="connsiteX57" fmla="*/ 11906 w 61436"/>
                <a:gd name="connsiteY57" fmla="*/ 51435 h 71913"/>
                <a:gd name="connsiteX58" fmla="*/ 14288 w 61436"/>
                <a:gd name="connsiteY58" fmla="*/ 55721 h 71913"/>
                <a:gd name="connsiteX59" fmla="*/ 14288 w 61436"/>
                <a:gd name="connsiteY59" fmla="*/ 56674 h 71913"/>
                <a:gd name="connsiteX60" fmla="*/ 17622 w 61436"/>
                <a:gd name="connsiteY60" fmla="*/ 63341 h 71913"/>
                <a:gd name="connsiteX61" fmla="*/ 19527 w 61436"/>
                <a:gd name="connsiteY61" fmla="*/ 66675 h 71913"/>
                <a:gd name="connsiteX62" fmla="*/ 20955 w 61436"/>
                <a:gd name="connsiteY62" fmla="*/ 68580 h 71913"/>
                <a:gd name="connsiteX63" fmla="*/ 21908 w 61436"/>
                <a:gd name="connsiteY63" fmla="*/ 70485 h 71913"/>
                <a:gd name="connsiteX64" fmla="*/ 21908 w 61436"/>
                <a:gd name="connsiteY64" fmla="*/ 71914 h 71913"/>
                <a:gd name="connsiteX65" fmla="*/ 24289 w 61436"/>
                <a:gd name="connsiteY65" fmla="*/ 71914 h 71913"/>
                <a:gd name="connsiteX66" fmla="*/ 25718 w 61436"/>
                <a:gd name="connsiteY66" fmla="*/ 70485 h 71913"/>
                <a:gd name="connsiteX67" fmla="*/ 31909 w 61436"/>
                <a:gd name="connsiteY67" fmla="*/ 66675 h 71913"/>
                <a:gd name="connsiteX68" fmla="*/ 38577 w 61436"/>
                <a:gd name="connsiteY68" fmla="*/ 59531 h 71913"/>
                <a:gd name="connsiteX69" fmla="*/ 40005 w 61436"/>
                <a:gd name="connsiteY69" fmla="*/ 56197 h 71913"/>
                <a:gd name="connsiteX70" fmla="*/ 42863 w 61436"/>
                <a:gd name="connsiteY70" fmla="*/ 51435 h 71913"/>
                <a:gd name="connsiteX71" fmla="*/ 45720 w 61436"/>
                <a:gd name="connsiteY71" fmla="*/ 49054 h 71913"/>
                <a:gd name="connsiteX72" fmla="*/ 46673 w 61436"/>
                <a:gd name="connsiteY72" fmla="*/ 47625 h 71913"/>
                <a:gd name="connsiteX73" fmla="*/ 47149 w 61436"/>
                <a:gd name="connsiteY73" fmla="*/ 44768 h 71913"/>
                <a:gd name="connsiteX74" fmla="*/ 48102 w 61436"/>
                <a:gd name="connsiteY74" fmla="*/ 42386 h 71913"/>
                <a:gd name="connsiteX75" fmla="*/ 51911 w 61436"/>
                <a:gd name="connsiteY75" fmla="*/ 39529 h 71913"/>
                <a:gd name="connsiteX76" fmla="*/ 55245 w 61436"/>
                <a:gd name="connsiteY76" fmla="*/ 36671 h 71913"/>
                <a:gd name="connsiteX77" fmla="*/ 54769 w 61436"/>
                <a:gd name="connsiteY77" fmla="*/ 35719 h 71913"/>
                <a:gd name="connsiteX78" fmla="*/ 54293 w 61436"/>
                <a:gd name="connsiteY78" fmla="*/ 35243 h 71913"/>
                <a:gd name="connsiteX79" fmla="*/ 54769 w 61436"/>
                <a:gd name="connsiteY79" fmla="*/ 34290 h 71913"/>
                <a:gd name="connsiteX80" fmla="*/ 56674 w 61436"/>
                <a:gd name="connsiteY80" fmla="*/ 33338 h 71913"/>
                <a:gd name="connsiteX81" fmla="*/ 60484 w 61436"/>
                <a:gd name="connsiteY81" fmla="*/ 31909 h 71913"/>
                <a:gd name="connsiteX82" fmla="*/ 61436 w 61436"/>
                <a:gd name="connsiteY82" fmla="*/ 29528 h 7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1436" h="71913">
                  <a:moveTo>
                    <a:pt x="61436" y="26670"/>
                  </a:moveTo>
                  <a:lnTo>
                    <a:pt x="60484" y="25241"/>
                  </a:lnTo>
                  <a:lnTo>
                    <a:pt x="60960" y="23336"/>
                  </a:lnTo>
                  <a:lnTo>
                    <a:pt x="60008" y="22384"/>
                  </a:lnTo>
                  <a:lnTo>
                    <a:pt x="57627" y="21907"/>
                  </a:lnTo>
                  <a:lnTo>
                    <a:pt x="54293" y="20479"/>
                  </a:lnTo>
                  <a:lnTo>
                    <a:pt x="51435" y="20003"/>
                  </a:lnTo>
                  <a:lnTo>
                    <a:pt x="49054" y="19050"/>
                  </a:lnTo>
                  <a:lnTo>
                    <a:pt x="48578" y="18574"/>
                  </a:lnTo>
                  <a:lnTo>
                    <a:pt x="48102" y="17145"/>
                  </a:lnTo>
                  <a:lnTo>
                    <a:pt x="48578" y="15240"/>
                  </a:lnTo>
                  <a:lnTo>
                    <a:pt x="49054" y="14764"/>
                  </a:lnTo>
                  <a:lnTo>
                    <a:pt x="50006" y="12382"/>
                  </a:lnTo>
                  <a:lnTo>
                    <a:pt x="48578" y="11430"/>
                  </a:lnTo>
                  <a:lnTo>
                    <a:pt x="48102" y="10954"/>
                  </a:lnTo>
                  <a:lnTo>
                    <a:pt x="48578" y="10001"/>
                  </a:lnTo>
                  <a:lnTo>
                    <a:pt x="51911" y="3334"/>
                  </a:lnTo>
                  <a:lnTo>
                    <a:pt x="52388" y="2857"/>
                  </a:lnTo>
                  <a:lnTo>
                    <a:pt x="51911" y="2381"/>
                  </a:lnTo>
                  <a:lnTo>
                    <a:pt x="50006" y="1905"/>
                  </a:lnTo>
                  <a:lnTo>
                    <a:pt x="47625" y="0"/>
                  </a:lnTo>
                  <a:lnTo>
                    <a:pt x="42863" y="953"/>
                  </a:lnTo>
                  <a:lnTo>
                    <a:pt x="41434" y="953"/>
                  </a:lnTo>
                  <a:lnTo>
                    <a:pt x="40005" y="1905"/>
                  </a:lnTo>
                  <a:lnTo>
                    <a:pt x="38577" y="3334"/>
                  </a:lnTo>
                  <a:lnTo>
                    <a:pt x="37624" y="3334"/>
                  </a:lnTo>
                  <a:lnTo>
                    <a:pt x="36672" y="2857"/>
                  </a:lnTo>
                  <a:lnTo>
                    <a:pt x="32861" y="476"/>
                  </a:lnTo>
                  <a:lnTo>
                    <a:pt x="31433" y="476"/>
                  </a:lnTo>
                  <a:lnTo>
                    <a:pt x="30480" y="7620"/>
                  </a:lnTo>
                  <a:lnTo>
                    <a:pt x="30004" y="11430"/>
                  </a:lnTo>
                  <a:lnTo>
                    <a:pt x="29052" y="13335"/>
                  </a:lnTo>
                  <a:lnTo>
                    <a:pt x="26194" y="14764"/>
                  </a:lnTo>
                  <a:lnTo>
                    <a:pt x="23336" y="15716"/>
                  </a:lnTo>
                  <a:lnTo>
                    <a:pt x="21908" y="15716"/>
                  </a:lnTo>
                  <a:lnTo>
                    <a:pt x="15240" y="16193"/>
                  </a:lnTo>
                  <a:lnTo>
                    <a:pt x="12859" y="16193"/>
                  </a:lnTo>
                  <a:lnTo>
                    <a:pt x="11430" y="15716"/>
                  </a:lnTo>
                  <a:lnTo>
                    <a:pt x="10002" y="11906"/>
                  </a:lnTo>
                  <a:lnTo>
                    <a:pt x="6191" y="10001"/>
                  </a:lnTo>
                  <a:lnTo>
                    <a:pt x="3334" y="9049"/>
                  </a:lnTo>
                  <a:lnTo>
                    <a:pt x="1905" y="9525"/>
                  </a:lnTo>
                  <a:lnTo>
                    <a:pt x="477" y="11430"/>
                  </a:lnTo>
                  <a:lnTo>
                    <a:pt x="0" y="13335"/>
                  </a:lnTo>
                  <a:lnTo>
                    <a:pt x="0" y="14764"/>
                  </a:lnTo>
                  <a:lnTo>
                    <a:pt x="477" y="16193"/>
                  </a:lnTo>
                  <a:lnTo>
                    <a:pt x="1905" y="17621"/>
                  </a:lnTo>
                  <a:lnTo>
                    <a:pt x="4763" y="21431"/>
                  </a:lnTo>
                  <a:lnTo>
                    <a:pt x="7144" y="24765"/>
                  </a:lnTo>
                  <a:lnTo>
                    <a:pt x="7144" y="27622"/>
                  </a:lnTo>
                  <a:lnTo>
                    <a:pt x="6668" y="32385"/>
                  </a:lnTo>
                  <a:lnTo>
                    <a:pt x="6668" y="34290"/>
                  </a:lnTo>
                  <a:lnTo>
                    <a:pt x="10002" y="34766"/>
                  </a:lnTo>
                  <a:lnTo>
                    <a:pt x="10954" y="35719"/>
                  </a:lnTo>
                  <a:lnTo>
                    <a:pt x="10954" y="38576"/>
                  </a:lnTo>
                  <a:lnTo>
                    <a:pt x="10954" y="45244"/>
                  </a:lnTo>
                  <a:lnTo>
                    <a:pt x="11430" y="49530"/>
                  </a:lnTo>
                  <a:lnTo>
                    <a:pt x="11906" y="51435"/>
                  </a:lnTo>
                  <a:lnTo>
                    <a:pt x="14288" y="55721"/>
                  </a:lnTo>
                  <a:lnTo>
                    <a:pt x="14288" y="56674"/>
                  </a:lnTo>
                  <a:lnTo>
                    <a:pt x="17622" y="63341"/>
                  </a:lnTo>
                  <a:lnTo>
                    <a:pt x="19527" y="66675"/>
                  </a:lnTo>
                  <a:lnTo>
                    <a:pt x="20955" y="68580"/>
                  </a:lnTo>
                  <a:lnTo>
                    <a:pt x="21908" y="70485"/>
                  </a:lnTo>
                  <a:lnTo>
                    <a:pt x="21908" y="71914"/>
                  </a:lnTo>
                  <a:lnTo>
                    <a:pt x="24289" y="71914"/>
                  </a:lnTo>
                  <a:lnTo>
                    <a:pt x="25718" y="70485"/>
                  </a:lnTo>
                  <a:lnTo>
                    <a:pt x="31909" y="66675"/>
                  </a:lnTo>
                  <a:lnTo>
                    <a:pt x="38577" y="59531"/>
                  </a:lnTo>
                  <a:lnTo>
                    <a:pt x="40005" y="56197"/>
                  </a:lnTo>
                  <a:lnTo>
                    <a:pt x="42863" y="51435"/>
                  </a:lnTo>
                  <a:lnTo>
                    <a:pt x="45720" y="49054"/>
                  </a:lnTo>
                  <a:lnTo>
                    <a:pt x="46673" y="47625"/>
                  </a:lnTo>
                  <a:lnTo>
                    <a:pt x="47149" y="44768"/>
                  </a:lnTo>
                  <a:lnTo>
                    <a:pt x="48102" y="42386"/>
                  </a:lnTo>
                  <a:lnTo>
                    <a:pt x="51911" y="39529"/>
                  </a:lnTo>
                  <a:lnTo>
                    <a:pt x="55245" y="36671"/>
                  </a:lnTo>
                  <a:lnTo>
                    <a:pt x="54769" y="35719"/>
                  </a:lnTo>
                  <a:lnTo>
                    <a:pt x="54293" y="35243"/>
                  </a:lnTo>
                  <a:lnTo>
                    <a:pt x="54769" y="34290"/>
                  </a:lnTo>
                  <a:lnTo>
                    <a:pt x="56674" y="33338"/>
                  </a:lnTo>
                  <a:lnTo>
                    <a:pt x="60484" y="31909"/>
                  </a:lnTo>
                  <a:lnTo>
                    <a:pt x="61436" y="29528"/>
                  </a:lnTo>
                  <a:close/>
                </a:path>
              </a:pathLst>
            </a:custGeom>
            <a:grpFill/>
            <a:ln w="317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58DCB45E-EDE2-4B5E-98EE-1205186F4B3E}"/>
                </a:ext>
              </a:extLst>
            </p:cNvPr>
            <p:cNvSpPr/>
            <p:nvPr/>
          </p:nvSpPr>
          <p:spPr>
            <a:xfrm>
              <a:off x="6479857" y="2707004"/>
              <a:ext cx="212407" cy="121920"/>
            </a:xfrm>
            <a:custGeom>
              <a:avLst/>
              <a:gdLst>
                <a:gd name="connsiteX0" fmla="*/ 206693 w 212407"/>
                <a:gd name="connsiteY0" fmla="*/ 20479 h 121920"/>
                <a:gd name="connsiteX1" fmla="*/ 205264 w 212407"/>
                <a:gd name="connsiteY1" fmla="*/ 20479 h 121920"/>
                <a:gd name="connsiteX2" fmla="*/ 200025 w 212407"/>
                <a:gd name="connsiteY2" fmla="*/ 19050 h 121920"/>
                <a:gd name="connsiteX3" fmla="*/ 193834 w 212407"/>
                <a:gd name="connsiteY3" fmla="*/ 17145 h 121920"/>
                <a:gd name="connsiteX4" fmla="*/ 190500 w 212407"/>
                <a:gd name="connsiteY4" fmla="*/ 13335 h 121920"/>
                <a:gd name="connsiteX5" fmla="*/ 188595 w 212407"/>
                <a:gd name="connsiteY5" fmla="*/ 10478 h 121920"/>
                <a:gd name="connsiteX6" fmla="*/ 183356 w 212407"/>
                <a:gd name="connsiteY6" fmla="*/ 11906 h 121920"/>
                <a:gd name="connsiteX7" fmla="*/ 182404 w 212407"/>
                <a:gd name="connsiteY7" fmla="*/ 11430 h 121920"/>
                <a:gd name="connsiteX8" fmla="*/ 180975 w 212407"/>
                <a:gd name="connsiteY8" fmla="*/ 10001 h 121920"/>
                <a:gd name="connsiteX9" fmla="*/ 177641 w 212407"/>
                <a:gd name="connsiteY9" fmla="*/ 9049 h 121920"/>
                <a:gd name="connsiteX10" fmla="*/ 172879 w 212407"/>
                <a:gd name="connsiteY10" fmla="*/ 9049 h 121920"/>
                <a:gd name="connsiteX11" fmla="*/ 162401 w 212407"/>
                <a:gd name="connsiteY11" fmla="*/ 3810 h 121920"/>
                <a:gd name="connsiteX12" fmla="*/ 161449 w 212407"/>
                <a:gd name="connsiteY12" fmla="*/ 2858 h 121920"/>
                <a:gd name="connsiteX13" fmla="*/ 153353 w 212407"/>
                <a:gd name="connsiteY13" fmla="*/ 3810 h 121920"/>
                <a:gd name="connsiteX14" fmla="*/ 140970 w 212407"/>
                <a:gd name="connsiteY14" fmla="*/ 6191 h 121920"/>
                <a:gd name="connsiteX15" fmla="*/ 131445 w 212407"/>
                <a:gd name="connsiteY15" fmla="*/ 9525 h 121920"/>
                <a:gd name="connsiteX16" fmla="*/ 121920 w 212407"/>
                <a:gd name="connsiteY16" fmla="*/ 15240 h 121920"/>
                <a:gd name="connsiteX17" fmla="*/ 118110 w 212407"/>
                <a:gd name="connsiteY17" fmla="*/ 19526 h 121920"/>
                <a:gd name="connsiteX18" fmla="*/ 113824 w 212407"/>
                <a:gd name="connsiteY18" fmla="*/ 21908 h 121920"/>
                <a:gd name="connsiteX19" fmla="*/ 107156 w 212407"/>
                <a:gd name="connsiteY19" fmla="*/ 23336 h 121920"/>
                <a:gd name="connsiteX20" fmla="*/ 95726 w 212407"/>
                <a:gd name="connsiteY20" fmla="*/ 22860 h 121920"/>
                <a:gd name="connsiteX21" fmla="*/ 83820 w 212407"/>
                <a:gd name="connsiteY21" fmla="*/ 20479 h 121920"/>
                <a:gd name="connsiteX22" fmla="*/ 70961 w 212407"/>
                <a:gd name="connsiteY22" fmla="*/ 18574 h 121920"/>
                <a:gd name="connsiteX23" fmla="*/ 63818 w 212407"/>
                <a:gd name="connsiteY23" fmla="*/ 19526 h 121920"/>
                <a:gd name="connsiteX24" fmla="*/ 54769 w 212407"/>
                <a:gd name="connsiteY24" fmla="*/ 18574 h 121920"/>
                <a:gd name="connsiteX25" fmla="*/ 40481 w 212407"/>
                <a:gd name="connsiteY25" fmla="*/ 15716 h 121920"/>
                <a:gd name="connsiteX26" fmla="*/ 30004 w 212407"/>
                <a:gd name="connsiteY26" fmla="*/ 15240 h 121920"/>
                <a:gd name="connsiteX27" fmla="*/ 19526 w 212407"/>
                <a:gd name="connsiteY27" fmla="*/ 16669 h 121920"/>
                <a:gd name="connsiteX28" fmla="*/ 17622 w 212407"/>
                <a:gd name="connsiteY28" fmla="*/ 15240 h 121920"/>
                <a:gd name="connsiteX29" fmla="*/ 17145 w 212407"/>
                <a:gd name="connsiteY29" fmla="*/ 14288 h 121920"/>
                <a:gd name="connsiteX30" fmla="*/ 17622 w 212407"/>
                <a:gd name="connsiteY30" fmla="*/ 11906 h 121920"/>
                <a:gd name="connsiteX31" fmla="*/ 19050 w 212407"/>
                <a:gd name="connsiteY31" fmla="*/ 10478 h 121920"/>
                <a:gd name="connsiteX32" fmla="*/ 21907 w 212407"/>
                <a:gd name="connsiteY32" fmla="*/ 9049 h 121920"/>
                <a:gd name="connsiteX33" fmla="*/ 22860 w 212407"/>
                <a:gd name="connsiteY33" fmla="*/ 8096 h 121920"/>
                <a:gd name="connsiteX34" fmla="*/ 23336 w 212407"/>
                <a:gd name="connsiteY34" fmla="*/ 6667 h 121920"/>
                <a:gd name="connsiteX35" fmla="*/ 20479 w 212407"/>
                <a:gd name="connsiteY35" fmla="*/ 4763 h 121920"/>
                <a:gd name="connsiteX36" fmla="*/ 14764 w 212407"/>
                <a:gd name="connsiteY36" fmla="*/ 1905 h 121920"/>
                <a:gd name="connsiteX37" fmla="*/ 12382 w 212407"/>
                <a:gd name="connsiteY37" fmla="*/ 0 h 121920"/>
                <a:gd name="connsiteX38" fmla="*/ 10954 w 212407"/>
                <a:gd name="connsiteY38" fmla="*/ 953 h 121920"/>
                <a:gd name="connsiteX39" fmla="*/ 9525 w 212407"/>
                <a:gd name="connsiteY39" fmla="*/ 1905 h 121920"/>
                <a:gd name="connsiteX40" fmla="*/ 8573 w 212407"/>
                <a:gd name="connsiteY40" fmla="*/ 3810 h 121920"/>
                <a:gd name="connsiteX41" fmla="*/ 8573 w 212407"/>
                <a:gd name="connsiteY41" fmla="*/ 6667 h 121920"/>
                <a:gd name="connsiteX42" fmla="*/ 4286 w 212407"/>
                <a:gd name="connsiteY42" fmla="*/ 9049 h 121920"/>
                <a:gd name="connsiteX43" fmla="*/ 2381 w 212407"/>
                <a:gd name="connsiteY43" fmla="*/ 9525 h 121920"/>
                <a:gd name="connsiteX44" fmla="*/ 1905 w 212407"/>
                <a:gd name="connsiteY44" fmla="*/ 10954 h 121920"/>
                <a:gd name="connsiteX45" fmla="*/ 476 w 212407"/>
                <a:gd name="connsiteY45" fmla="*/ 15716 h 121920"/>
                <a:gd name="connsiteX46" fmla="*/ 953 w 212407"/>
                <a:gd name="connsiteY46" fmla="*/ 19050 h 121920"/>
                <a:gd name="connsiteX47" fmla="*/ 1429 w 212407"/>
                <a:gd name="connsiteY47" fmla="*/ 20479 h 121920"/>
                <a:gd name="connsiteX48" fmla="*/ 1429 w 212407"/>
                <a:gd name="connsiteY48" fmla="*/ 21908 h 121920"/>
                <a:gd name="connsiteX49" fmla="*/ 2857 w 212407"/>
                <a:gd name="connsiteY49" fmla="*/ 23813 h 121920"/>
                <a:gd name="connsiteX50" fmla="*/ 4286 w 212407"/>
                <a:gd name="connsiteY50" fmla="*/ 26194 h 121920"/>
                <a:gd name="connsiteX51" fmla="*/ 5239 w 212407"/>
                <a:gd name="connsiteY51" fmla="*/ 29528 h 121920"/>
                <a:gd name="connsiteX52" fmla="*/ 7144 w 212407"/>
                <a:gd name="connsiteY52" fmla="*/ 32385 h 121920"/>
                <a:gd name="connsiteX53" fmla="*/ 11906 w 212407"/>
                <a:gd name="connsiteY53" fmla="*/ 34766 h 121920"/>
                <a:gd name="connsiteX54" fmla="*/ 14288 w 212407"/>
                <a:gd name="connsiteY54" fmla="*/ 36671 h 121920"/>
                <a:gd name="connsiteX55" fmla="*/ 16193 w 212407"/>
                <a:gd name="connsiteY55" fmla="*/ 38576 h 121920"/>
                <a:gd name="connsiteX56" fmla="*/ 17622 w 212407"/>
                <a:gd name="connsiteY56" fmla="*/ 40481 h 121920"/>
                <a:gd name="connsiteX57" fmla="*/ 21431 w 212407"/>
                <a:gd name="connsiteY57" fmla="*/ 43339 h 121920"/>
                <a:gd name="connsiteX58" fmla="*/ 20955 w 212407"/>
                <a:gd name="connsiteY58" fmla="*/ 45244 h 121920"/>
                <a:gd name="connsiteX59" fmla="*/ 20479 w 212407"/>
                <a:gd name="connsiteY59" fmla="*/ 47149 h 121920"/>
                <a:gd name="connsiteX60" fmla="*/ 19526 w 212407"/>
                <a:gd name="connsiteY60" fmla="*/ 47625 h 121920"/>
                <a:gd name="connsiteX61" fmla="*/ 17145 w 212407"/>
                <a:gd name="connsiteY61" fmla="*/ 50006 h 121920"/>
                <a:gd name="connsiteX62" fmla="*/ 15240 w 212407"/>
                <a:gd name="connsiteY62" fmla="*/ 51435 h 121920"/>
                <a:gd name="connsiteX63" fmla="*/ 12382 w 212407"/>
                <a:gd name="connsiteY63" fmla="*/ 55721 h 121920"/>
                <a:gd name="connsiteX64" fmla="*/ 7144 w 212407"/>
                <a:gd name="connsiteY64" fmla="*/ 55721 h 121920"/>
                <a:gd name="connsiteX65" fmla="*/ 6191 w 212407"/>
                <a:gd name="connsiteY65" fmla="*/ 56198 h 121920"/>
                <a:gd name="connsiteX66" fmla="*/ 4286 w 212407"/>
                <a:gd name="connsiteY66" fmla="*/ 57150 h 121920"/>
                <a:gd name="connsiteX67" fmla="*/ 3334 w 212407"/>
                <a:gd name="connsiteY67" fmla="*/ 59531 h 121920"/>
                <a:gd name="connsiteX68" fmla="*/ 4286 w 212407"/>
                <a:gd name="connsiteY68" fmla="*/ 60960 h 121920"/>
                <a:gd name="connsiteX69" fmla="*/ 3810 w 212407"/>
                <a:gd name="connsiteY69" fmla="*/ 62865 h 121920"/>
                <a:gd name="connsiteX70" fmla="*/ 2857 w 212407"/>
                <a:gd name="connsiteY70" fmla="*/ 66199 h 121920"/>
                <a:gd name="connsiteX71" fmla="*/ 4286 w 212407"/>
                <a:gd name="connsiteY71" fmla="*/ 69533 h 121920"/>
                <a:gd name="connsiteX72" fmla="*/ 6191 w 212407"/>
                <a:gd name="connsiteY72" fmla="*/ 70961 h 121920"/>
                <a:gd name="connsiteX73" fmla="*/ 6191 w 212407"/>
                <a:gd name="connsiteY73" fmla="*/ 71914 h 121920"/>
                <a:gd name="connsiteX74" fmla="*/ 6191 w 212407"/>
                <a:gd name="connsiteY74" fmla="*/ 73819 h 121920"/>
                <a:gd name="connsiteX75" fmla="*/ 3334 w 212407"/>
                <a:gd name="connsiteY75" fmla="*/ 77153 h 121920"/>
                <a:gd name="connsiteX76" fmla="*/ 2381 w 212407"/>
                <a:gd name="connsiteY76" fmla="*/ 78105 h 121920"/>
                <a:gd name="connsiteX77" fmla="*/ 0 w 212407"/>
                <a:gd name="connsiteY77" fmla="*/ 79058 h 121920"/>
                <a:gd name="connsiteX78" fmla="*/ 5239 w 212407"/>
                <a:gd name="connsiteY78" fmla="*/ 84773 h 121920"/>
                <a:gd name="connsiteX79" fmla="*/ 8097 w 212407"/>
                <a:gd name="connsiteY79" fmla="*/ 87154 h 121920"/>
                <a:gd name="connsiteX80" fmla="*/ 11430 w 212407"/>
                <a:gd name="connsiteY80" fmla="*/ 89059 h 121920"/>
                <a:gd name="connsiteX81" fmla="*/ 15240 w 212407"/>
                <a:gd name="connsiteY81" fmla="*/ 90488 h 121920"/>
                <a:gd name="connsiteX82" fmla="*/ 16669 w 212407"/>
                <a:gd name="connsiteY82" fmla="*/ 91916 h 121920"/>
                <a:gd name="connsiteX83" fmla="*/ 19050 w 212407"/>
                <a:gd name="connsiteY83" fmla="*/ 98108 h 121920"/>
                <a:gd name="connsiteX84" fmla="*/ 20479 w 212407"/>
                <a:gd name="connsiteY84" fmla="*/ 100489 h 121920"/>
                <a:gd name="connsiteX85" fmla="*/ 21907 w 212407"/>
                <a:gd name="connsiteY85" fmla="*/ 101441 h 121920"/>
                <a:gd name="connsiteX86" fmla="*/ 22384 w 212407"/>
                <a:gd name="connsiteY86" fmla="*/ 101917 h 121920"/>
                <a:gd name="connsiteX87" fmla="*/ 22384 w 212407"/>
                <a:gd name="connsiteY87" fmla="*/ 102870 h 121920"/>
                <a:gd name="connsiteX88" fmla="*/ 20479 w 212407"/>
                <a:gd name="connsiteY88" fmla="*/ 107633 h 121920"/>
                <a:gd name="connsiteX89" fmla="*/ 20003 w 212407"/>
                <a:gd name="connsiteY89" fmla="*/ 117634 h 121920"/>
                <a:gd name="connsiteX90" fmla="*/ 19526 w 212407"/>
                <a:gd name="connsiteY90" fmla="*/ 118586 h 121920"/>
                <a:gd name="connsiteX91" fmla="*/ 23336 w 212407"/>
                <a:gd name="connsiteY91" fmla="*/ 118586 h 121920"/>
                <a:gd name="connsiteX92" fmla="*/ 27623 w 212407"/>
                <a:gd name="connsiteY92" fmla="*/ 119063 h 121920"/>
                <a:gd name="connsiteX93" fmla="*/ 30480 w 212407"/>
                <a:gd name="connsiteY93" fmla="*/ 116205 h 121920"/>
                <a:gd name="connsiteX94" fmla="*/ 34766 w 212407"/>
                <a:gd name="connsiteY94" fmla="*/ 116205 h 121920"/>
                <a:gd name="connsiteX95" fmla="*/ 37148 w 212407"/>
                <a:gd name="connsiteY95" fmla="*/ 115729 h 121920"/>
                <a:gd name="connsiteX96" fmla="*/ 40481 w 212407"/>
                <a:gd name="connsiteY96" fmla="*/ 116205 h 121920"/>
                <a:gd name="connsiteX97" fmla="*/ 43815 w 212407"/>
                <a:gd name="connsiteY97" fmla="*/ 116205 h 121920"/>
                <a:gd name="connsiteX98" fmla="*/ 48101 w 212407"/>
                <a:gd name="connsiteY98" fmla="*/ 115253 h 121920"/>
                <a:gd name="connsiteX99" fmla="*/ 52388 w 212407"/>
                <a:gd name="connsiteY99" fmla="*/ 113348 h 121920"/>
                <a:gd name="connsiteX100" fmla="*/ 55245 w 212407"/>
                <a:gd name="connsiteY100" fmla="*/ 113824 h 121920"/>
                <a:gd name="connsiteX101" fmla="*/ 56674 w 212407"/>
                <a:gd name="connsiteY101" fmla="*/ 113348 h 121920"/>
                <a:gd name="connsiteX102" fmla="*/ 57150 w 212407"/>
                <a:gd name="connsiteY102" fmla="*/ 112871 h 121920"/>
                <a:gd name="connsiteX103" fmla="*/ 58103 w 212407"/>
                <a:gd name="connsiteY103" fmla="*/ 110490 h 121920"/>
                <a:gd name="connsiteX104" fmla="*/ 64294 w 212407"/>
                <a:gd name="connsiteY104" fmla="*/ 110490 h 121920"/>
                <a:gd name="connsiteX105" fmla="*/ 66199 w 212407"/>
                <a:gd name="connsiteY105" fmla="*/ 110966 h 121920"/>
                <a:gd name="connsiteX106" fmla="*/ 69532 w 212407"/>
                <a:gd name="connsiteY106" fmla="*/ 110966 h 121920"/>
                <a:gd name="connsiteX107" fmla="*/ 72866 w 212407"/>
                <a:gd name="connsiteY107" fmla="*/ 109538 h 121920"/>
                <a:gd name="connsiteX108" fmla="*/ 73819 w 212407"/>
                <a:gd name="connsiteY108" fmla="*/ 109538 h 121920"/>
                <a:gd name="connsiteX109" fmla="*/ 75724 w 212407"/>
                <a:gd name="connsiteY109" fmla="*/ 112871 h 121920"/>
                <a:gd name="connsiteX110" fmla="*/ 76676 w 212407"/>
                <a:gd name="connsiteY110" fmla="*/ 114300 h 121920"/>
                <a:gd name="connsiteX111" fmla="*/ 78581 w 212407"/>
                <a:gd name="connsiteY111" fmla="*/ 114776 h 121920"/>
                <a:gd name="connsiteX112" fmla="*/ 82391 w 212407"/>
                <a:gd name="connsiteY112" fmla="*/ 117634 h 121920"/>
                <a:gd name="connsiteX113" fmla="*/ 83344 w 212407"/>
                <a:gd name="connsiteY113" fmla="*/ 116681 h 121920"/>
                <a:gd name="connsiteX114" fmla="*/ 85249 w 212407"/>
                <a:gd name="connsiteY114" fmla="*/ 116205 h 121920"/>
                <a:gd name="connsiteX115" fmla="*/ 90011 w 212407"/>
                <a:gd name="connsiteY115" fmla="*/ 117158 h 121920"/>
                <a:gd name="connsiteX116" fmla="*/ 94774 w 212407"/>
                <a:gd name="connsiteY116" fmla="*/ 119063 h 121920"/>
                <a:gd name="connsiteX117" fmla="*/ 99060 w 212407"/>
                <a:gd name="connsiteY117" fmla="*/ 121920 h 121920"/>
                <a:gd name="connsiteX118" fmla="*/ 103347 w 212407"/>
                <a:gd name="connsiteY118" fmla="*/ 121444 h 121920"/>
                <a:gd name="connsiteX119" fmla="*/ 108109 w 212407"/>
                <a:gd name="connsiteY119" fmla="*/ 120015 h 121920"/>
                <a:gd name="connsiteX120" fmla="*/ 111443 w 212407"/>
                <a:gd name="connsiteY120" fmla="*/ 119539 h 121920"/>
                <a:gd name="connsiteX121" fmla="*/ 114776 w 212407"/>
                <a:gd name="connsiteY121" fmla="*/ 119063 h 121920"/>
                <a:gd name="connsiteX122" fmla="*/ 117157 w 212407"/>
                <a:gd name="connsiteY122" fmla="*/ 118586 h 121920"/>
                <a:gd name="connsiteX123" fmla="*/ 121920 w 212407"/>
                <a:gd name="connsiteY123" fmla="*/ 119539 h 121920"/>
                <a:gd name="connsiteX124" fmla="*/ 126682 w 212407"/>
                <a:gd name="connsiteY124" fmla="*/ 117634 h 121920"/>
                <a:gd name="connsiteX125" fmla="*/ 129064 w 212407"/>
                <a:gd name="connsiteY125" fmla="*/ 116205 h 121920"/>
                <a:gd name="connsiteX126" fmla="*/ 129540 w 212407"/>
                <a:gd name="connsiteY126" fmla="*/ 114300 h 121920"/>
                <a:gd name="connsiteX127" fmla="*/ 129064 w 212407"/>
                <a:gd name="connsiteY127" fmla="*/ 110966 h 121920"/>
                <a:gd name="connsiteX128" fmla="*/ 128111 w 212407"/>
                <a:gd name="connsiteY128" fmla="*/ 107633 h 121920"/>
                <a:gd name="connsiteX129" fmla="*/ 127159 w 212407"/>
                <a:gd name="connsiteY129" fmla="*/ 106204 h 121920"/>
                <a:gd name="connsiteX130" fmla="*/ 126682 w 212407"/>
                <a:gd name="connsiteY130" fmla="*/ 104775 h 121920"/>
                <a:gd name="connsiteX131" fmla="*/ 127159 w 212407"/>
                <a:gd name="connsiteY131" fmla="*/ 103346 h 121920"/>
                <a:gd name="connsiteX132" fmla="*/ 128111 w 212407"/>
                <a:gd name="connsiteY132" fmla="*/ 102870 h 121920"/>
                <a:gd name="connsiteX133" fmla="*/ 130969 w 212407"/>
                <a:gd name="connsiteY133" fmla="*/ 101917 h 121920"/>
                <a:gd name="connsiteX134" fmla="*/ 135255 w 212407"/>
                <a:gd name="connsiteY134" fmla="*/ 102870 h 121920"/>
                <a:gd name="connsiteX135" fmla="*/ 135255 w 212407"/>
                <a:gd name="connsiteY135" fmla="*/ 101917 h 121920"/>
                <a:gd name="connsiteX136" fmla="*/ 135255 w 212407"/>
                <a:gd name="connsiteY136" fmla="*/ 100965 h 121920"/>
                <a:gd name="connsiteX137" fmla="*/ 136684 w 212407"/>
                <a:gd name="connsiteY137" fmla="*/ 99536 h 121920"/>
                <a:gd name="connsiteX138" fmla="*/ 141923 w 212407"/>
                <a:gd name="connsiteY138" fmla="*/ 98584 h 121920"/>
                <a:gd name="connsiteX139" fmla="*/ 142399 w 212407"/>
                <a:gd name="connsiteY139" fmla="*/ 97631 h 121920"/>
                <a:gd name="connsiteX140" fmla="*/ 142875 w 212407"/>
                <a:gd name="connsiteY140" fmla="*/ 95726 h 121920"/>
                <a:gd name="connsiteX141" fmla="*/ 143828 w 212407"/>
                <a:gd name="connsiteY141" fmla="*/ 93821 h 121920"/>
                <a:gd name="connsiteX142" fmla="*/ 145256 w 212407"/>
                <a:gd name="connsiteY142" fmla="*/ 92869 h 121920"/>
                <a:gd name="connsiteX143" fmla="*/ 147638 w 212407"/>
                <a:gd name="connsiteY143" fmla="*/ 92869 h 121920"/>
                <a:gd name="connsiteX144" fmla="*/ 151448 w 212407"/>
                <a:gd name="connsiteY144" fmla="*/ 92392 h 121920"/>
                <a:gd name="connsiteX145" fmla="*/ 154305 w 212407"/>
                <a:gd name="connsiteY145" fmla="*/ 91916 h 121920"/>
                <a:gd name="connsiteX146" fmla="*/ 157163 w 212407"/>
                <a:gd name="connsiteY146" fmla="*/ 90488 h 121920"/>
                <a:gd name="connsiteX147" fmla="*/ 158591 w 212407"/>
                <a:gd name="connsiteY147" fmla="*/ 89059 h 121920"/>
                <a:gd name="connsiteX148" fmla="*/ 164782 w 212407"/>
                <a:gd name="connsiteY148" fmla="*/ 88583 h 121920"/>
                <a:gd name="connsiteX149" fmla="*/ 166688 w 212407"/>
                <a:gd name="connsiteY149" fmla="*/ 87630 h 121920"/>
                <a:gd name="connsiteX150" fmla="*/ 168593 w 212407"/>
                <a:gd name="connsiteY150" fmla="*/ 88583 h 121920"/>
                <a:gd name="connsiteX151" fmla="*/ 170498 w 212407"/>
                <a:gd name="connsiteY151" fmla="*/ 90488 h 121920"/>
                <a:gd name="connsiteX152" fmla="*/ 174307 w 212407"/>
                <a:gd name="connsiteY152" fmla="*/ 93821 h 121920"/>
                <a:gd name="connsiteX153" fmla="*/ 176689 w 212407"/>
                <a:gd name="connsiteY153" fmla="*/ 94774 h 121920"/>
                <a:gd name="connsiteX154" fmla="*/ 178118 w 212407"/>
                <a:gd name="connsiteY154" fmla="*/ 94298 h 121920"/>
                <a:gd name="connsiteX155" fmla="*/ 180975 w 212407"/>
                <a:gd name="connsiteY155" fmla="*/ 93345 h 121920"/>
                <a:gd name="connsiteX156" fmla="*/ 183356 w 212407"/>
                <a:gd name="connsiteY156" fmla="*/ 93345 h 121920"/>
                <a:gd name="connsiteX157" fmla="*/ 185738 w 212407"/>
                <a:gd name="connsiteY157" fmla="*/ 93345 h 121920"/>
                <a:gd name="connsiteX158" fmla="*/ 186690 w 212407"/>
                <a:gd name="connsiteY158" fmla="*/ 92392 h 121920"/>
                <a:gd name="connsiteX159" fmla="*/ 188119 w 212407"/>
                <a:gd name="connsiteY159" fmla="*/ 91916 h 121920"/>
                <a:gd name="connsiteX160" fmla="*/ 192881 w 212407"/>
                <a:gd name="connsiteY160" fmla="*/ 92869 h 121920"/>
                <a:gd name="connsiteX161" fmla="*/ 191929 w 212407"/>
                <a:gd name="connsiteY161" fmla="*/ 89535 h 121920"/>
                <a:gd name="connsiteX162" fmla="*/ 186214 w 212407"/>
                <a:gd name="connsiteY162" fmla="*/ 83344 h 121920"/>
                <a:gd name="connsiteX163" fmla="*/ 182404 w 212407"/>
                <a:gd name="connsiteY163" fmla="*/ 77629 h 121920"/>
                <a:gd name="connsiteX164" fmla="*/ 180023 w 212407"/>
                <a:gd name="connsiteY164" fmla="*/ 75248 h 121920"/>
                <a:gd name="connsiteX165" fmla="*/ 174784 w 212407"/>
                <a:gd name="connsiteY165" fmla="*/ 72390 h 121920"/>
                <a:gd name="connsiteX166" fmla="*/ 183832 w 212407"/>
                <a:gd name="connsiteY166" fmla="*/ 62865 h 121920"/>
                <a:gd name="connsiteX167" fmla="*/ 186214 w 212407"/>
                <a:gd name="connsiteY167" fmla="*/ 62389 h 121920"/>
                <a:gd name="connsiteX168" fmla="*/ 188595 w 212407"/>
                <a:gd name="connsiteY168" fmla="*/ 60960 h 121920"/>
                <a:gd name="connsiteX169" fmla="*/ 188595 w 212407"/>
                <a:gd name="connsiteY169" fmla="*/ 50006 h 121920"/>
                <a:gd name="connsiteX170" fmla="*/ 190024 w 212407"/>
                <a:gd name="connsiteY170" fmla="*/ 43339 h 121920"/>
                <a:gd name="connsiteX171" fmla="*/ 191453 w 212407"/>
                <a:gd name="connsiteY171" fmla="*/ 41434 h 121920"/>
                <a:gd name="connsiteX172" fmla="*/ 193357 w 212407"/>
                <a:gd name="connsiteY172" fmla="*/ 40005 h 121920"/>
                <a:gd name="connsiteX173" fmla="*/ 196691 w 212407"/>
                <a:gd name="connsiteY173" fmla="*/ 34766 h 121920"/>
                <a:gd name="connsiteX174" fmla="*/ 203359 w 212407"/>
                <a:gd name="connsiteY174" fmla="*/ 33338 h 121920"/>
                <a:gd name="connsiteX175" fmla="*/ 208122 w 212407"/>
                <a:gd name="connsiteY175" fmla="*/ 35242 h 121920"/>
                <a:gd name="connsiteX176" fmla="*/ 211455 w 212407"/>
                <a:gd name="connsiteY176" fmla="*/ 30480 h 121920"/>
                <a:gd name="connsiteX177" fmla="*/ 212407 w 212407"/>
                <a:gd name="connsiteY177" fmla="*/ 20479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212407" h="121920">
                  <a:moveTo>
                    <a:pt x="206693" y="20479"/>
                  </a:moveTo>
                  <a:lnTo>
                    <a:pt x="205264" y="20479"/>
                  </a:lnTo>
                  <a:lnTo>
                    <a:pt x="200025" y="19050"/>
                  </a:lnTo>
                  <a:lnTo>
                    <a:pt x="193834" y="17145"/>
                  </a:lnTo>
                  <a:lnTo>
                    <a:pt x="190500" y="13335"/>
                  </a:lnTo>
                  <a:lnTo>
                    <a:pt x="188595" y="10478"/>
                  </a:lnTo>
                  <a:lnTo>
                    <a:pt x="183356" y="11906"/>
                  </a:lnTo>
                  <a:lnTo>
                    <a:pt x="182404" y="11430"/>
                  </a:lnTo>
                  <a:lnTo>
                    <a:pt x="180975" y="10001"/>
                  </a:lnTo>
                  <a:lnTo>
                    <a:pt x="177641" y="9049"/>
                  </a:lnTo>
                  <a:lnTo>
                    <a:pt x="172879" y="9049"/>
                  </a:lnTo>
                  <a:lnTo>
                    <a:pt x="162401" y="3810"/>
                  </a:lnTo>
                  <a:lnTo>
                    <a:pt x="161449" y="2858"/>
                  </a:lnTo>
                  <a:lnTo>
                    <a:pt x="153353" y="3810"/>
                  </a:lnTo>
                  <a:lnTo>
                    <a:pt x="140970" y="6191"/>
                  </a:lnTo>
                  <a:lnTo>
                    <a:pt x="131445" y="9525"/>
                  </a:lnTo>
                  <a:lnTo>
                    <a:pt x="121920" y="15240"/>
                  </a:lnTo>
                  <a:lnTo>
                    <a:pt x="118110" y="19526"/>
                  </a:lnTo>
                  <a:lnTo>
                    <a:pt x="113824" y="21908"/>
                  </a:lnTo>
                  <a:lnTo>
                    <a:pt x="107156" y="23336"/>
                  </a:lnTo>
                  <a:lnTo>
                    <a:pt x="95726" y="22860"/>
                  </a:lnTo>
                  <a:lnTo>
                    <a:pt x="83820" y="20479"/>
                  </a:lnTo>
                  <a:lnTo>
                    <a:pt x="70961" y="18574"/>
                  </a:lnTo>
                  <a:lnTo>
                    <a:pt x="63818" y="19526"/>
                  </a:lnTo>
                  <a:lnTo>
                    <a:pt x="54769" y="18574"/>
                  </a:lnTo>
                  <a:lnTo>
                    <a:pt x="40481" y="15716"/>
                  </a:lnTo>
                  <a:lnTo>
                    <a:pt x="30004" y="15240"/>
                  </a:lnTo>
                  <a:lnTo>
                    <a:pt x="19526" y="16669"/>
                  </a:lnTo>
                  <a:lnTo>
                    <a:pt x="17622" y="15240"/>
                  </a:lnTo>
                  <a:lnTo>
                    <a:pt x="17145" y="14288"/>
                  </a:lnTo>
                  <a:lnTo>
                    <a:pt x="17622" y="11906"/>
                  </a:lnTo>
                  <a:lnTo>
                    <a:pt x="19050" y="10478"/>
                  </a:lnTo>
                  <a:lnTo>
                    <a:pt x="21907" y="9049"/>
                  </a:lnTo>
                  <a:lnTo>
                    <a:pt x="22860" y="8096"/>
                  </a:lnTo>
                  <a:lnTo>
                    <a:pt x="23336" y="6667"/>
                  </a:lnTo>
                  <a:lnTo>
                    <a:pt x="20479" y="4763"/>
                  </a:lnTo>
                  <a:lnTo>
                    <a:pt x="14764" y="1905"/>
                  </a:lnTo>
                  <a:lnTo>
                    <a:pt x="12382" y="0"/>
                  </a:lnTo>
                  <a:lnTo>
                    <a:pt x="10954" y="953"/>
                  </a:lnTo>
                  <a:lnTo>
                    <a:pt x="9525" y="1905"/>
                  </a:lnTo>
                  <a:lnTo>
                    <a:pt x="8573" y="3810"/>
                  </a:lnTo>
                  <a:lnTo>
                    <a:pt x="8573" y="6667"/>
                  </a:lnTo>
                  <a:lnTo>
                    <a:pt x="4286" y="9049"/>
                  </a:lnTo>
                  <a:lnTo>
                    <a:pt x="2381" y="9525"/>
                  </a:lnTo>
                  <a:lnTo>
                    <a:pt x="1905" y="10954"/>
                  </a:lnTo>
                  <a:lnTo>
                    <a:pt x="476" y="15716"/>
                  </a:lnTo>
                  <a:lnTo>
                    <a:pt x="953" y="19050"/>
                  </a:lnTo>
                  <a:lnTo>
                    <a:pt x="1429" y="20479"/>
                  </a:lnTo>
                  <a:lnTo>
                    <a:pt x="1429" y="21908"/>
                  </a:lnTo>
                  <a:lnTo>
                    <a:pt x="2857" y="23813"/>
                  </a:lnTo>
                  <a:lnTo>
                    <a:pt x="4286" y="26194"/>
                  </a:lnTo>
                  <a:lnTo>
                    <a:pt x="5239" y="29528"/>
                  </a:lnTo>
                  <a:lnTo>
                    <a:pt x="7144" y="32385"/>
                  </a:lnTo>
                  <a:lnTo>
                    <a:pt x="11906" y="34766"/>
                  </a:lnTo>
                  <a:lnTo>
                    <a:pt x="14288" y="36671"/>
                  </a:lnTo>
                  <a:lnTo>
                    <a:pt x="16193" y="38576"/>
                  </a:lnTo>
                  <a:lnTo>
                    <a:pt x="17622" y="40481"/>
                  </a:lnTo>
                  <a:lnTo>
                    <a:pt x="21431" y="43339"/>
                  </a:lnTo>
                  <a:lnTo>
                    <a:pt x="20955" y="45244"/>
                  </a:lnTo>
                  <a:lnTo>
                    <a:pt x="20479" y="47149"/>
                  </a:lnTo>
                  <a:lnTo>
                    <a:pt x="19526" y="47625"/>
                  </a:lnTo>
                  <a:lnTo>
                    <a:pt x="17145" y="50006"/>
                  </a:lnTo>
                  <a:lnTo>
                    <a:pt x="15240" y="51435"/>
                  </a:lnTo>
                  <a:lnTo>
                    <a:pt x="12382" y="55721"/>
                  </a:lnTo>
                  <a:lnTo>
                    <a:pt x="7144" y="55721"/>
                  </a:lnTo>
                  <a:lnTo>
                    <a:pt x="6191" y="56198"/>
                  </a:lnTo>
                  <a:lnTo>
                    <a:pt x="4286" y="57150"/>
                  </a:lnTo>
                  <a:lnTo>
                    <a:pt x="3334" y="59531"/>
                  </a:lnTo>
                  <a:lnTo>
                    <a:pt x="4286" y="60960"/>
                  </a:lnTo>
                  <a:lnTo>
                    <a:pt x="3810" y="62865"/>
                  </a:lnTo>
                  <a:lnTo>
                    <a:pt x="2857" y="66199"/>
                  </a:lnTo>
                  <a:lnTo>
                    <a:pt x="4286" y="69533"/>
                  </a:lnTo>
                  <a:lnTo>
                    <a:pt x="6191" y="70961"/>
                  </a:lnTo>
                  <a:lnTo>
                    <a:pt x="6191" y="71914"/>
                  </a:lnTo>
                  <a:lnTo>
                    <a:pt x="6191" y="73819"/>
                  </a:lnTo>
                  <a:lnTo>
                    <a:pt x="3334" y="77153"/>
                  </a:lnTo>
                  <a:lnTo>
                    <a:pt x="2381" y="78105"/>
                  </a:lnTo>
                  <a:lnTo>
                    <a:pt x="0" y="79058"/>
                  </a:lnTo>
                  <a:lnTo>
                    <a:pt x="5239" y="84773"/>
                  </a:lnTo>
                  <a:lnTo>
                    <a:pt x="8097" y="87154"/>
                  </a:lnTo>
                  <a:lnTo>
                    <a:pt x="11430" y="89059"/>
                  </a:lnTo>
                  <a:lnTo>
                    <a:pt x="15240" y="90488"/>
                  </a:lnTo>
                  <a:lnTo>
                    <a:pt x="16669" y="91916"/>
                  </a:lnTo>
                  <a:lnTo>
                    <a:pt x="19050" y="98108"/>
                  </a:lnTo>
                  <a:lnTo>
                    <a:pt x="20479" y="100489"/>
                  </a:lnTo>
                  <a:lnTo>
                    <a:pt x="21907" y="101441"/>
                  </a:lnTo>
                  <a:lnTo>
                    <a:pt x="22384" y="101917"/>
                  </a:lnTo>
                  <a:lnTo>
                    <a:pt x="22384" y="102870"/>
                  </a:lnTo>
                  <a:lnTo>
                    <a:pt x="20479" y="107633"/>
                  </a:lnTo>
                  <a:lnTo>
                    <a:pt x="20003" y="117634"/>
                  </a:lnTo>
                  <a:lnTo>
                    <a:pt x="19526" y="118586"/>
                  </a:lnTo>
                  <a:lnTo>
                    <a:pt x="23336" y="118586"/>
                  </a:lnTo>
                  <a:lnTo>
                    <a:pt x="27623" y="119063"/>
                  </a:lnTo>
                  <a:lnTo>
                    <a:pt x="30480" y="116205"/>
                  </a:lnTo>
                  <a:lnTo>
                    <a:pt x="34766" y="116205"/>
                  </a:lnTo>
                  <a:lnTo>
                    <a:pt x="37148" y="115729"/>
                  </a:lnTo>
                  <a:lnTo>
                    <a:pt x="40481" y="116205"/>
                  </a:lnTo>
                  <a:lnTo>
                    <a:pt x="43815" y="116205"/>
                  </a:lnTo>
                  <a:lnTo>
                    <a:pt x="48101" y="115253"/>
                  </a:lnTo>
                  <a:lnTo>
                    <a:pt x="52388" y="113348"/>
                  </a:lnTo>
                  <a:lnTo>
                    <a:pt x="55245" y="113824"/>
                  </a:lnTo>
                  <a:lnTo>
                    <a:pt x="56674" y="113348"/>
                  </a:lnTo>
                  <a:lnTo>
                    <a:pt x="57150" y="112871"/>
                  </a:lnTo>
                  <a:lnTo>
                    <a:pt x="58103" y="110490"/>
                  </a:lnTo>
                  <a:lnTo>
                    <a:pt x="64294" y="110490"/>
                  </a:lnTo>
                  <a:lnTo>
                    <a:pt x="66199" y="110966"/>
                  </a:lnTo>
                  <a:lnTo>
                    <a:pt x="69532" y="110966"/>
                  </a:lnTo>
                  <a:lnTo>
                    <a:pt x="72866" y="109538"/>
                  </a:lnTo>
                  <a:lnTo>
                    <a:pt x="73819" y="109538"/>
                  </a:lnTo>
                  <a:lnTo>
                    <a:pt x="75724" y="112871"/>
                  </a:lnTo>
                  <a:lnTo>
                    <a:pt x="76676" y="114300"/>
                  </a:lnTo>
                  <a:lnTo>
                    <a:pt x="78581" y="114776"/>
                  </a:lnTo>
                  <a:lnTo>
                    <a:pt x="82391" y="117634"/>
                  </a:lnTo>
                  <a:lnTo>
                    <a:pt x="83344" y="116681"/>
                  </a:lnTo>
                  <a:lnTo>
                    <a:pt x="85249" y="116205"/>
                  </a:lnTo>
                  <a:lnTo>
                    <a:pt x="90011" y="117158"/>
                  </a:lnTo>
                  <a:lnTo>
                    <a:pt x="94774" y="119063"/>
                  </a:lnTo>
                  <a:lnTo>
                    <a:pt x="99060" y="121920"/>
                  </a:lnTo>
                  <a:lnTo>
                    <a:pt x="103347" y="121444"/>
                  </a:lnTo>
                  <a:lnTo>
                    <a:pt x="108109" y="120015"/>
                  </a:lnTo>
                  <a:lnTo>
                    <a:pt x="111443" y="119539"/>
                  </a:lnTo>
                  <a:lnTo>
                    <a:pt x="114776" y="119063"/>
                  </a:lnTo>
                  <a:lnTo>
                    <a:pt x="117157" y="118586"/>
                  </a:lnTo>
                  <a:lnTo>
                    <a:pt x="121920" y="119539"/>
                  </a:lnTo>
                  <a:lnTo>
                    <a:pt x="126682" y="117634"/>
                  </a:lnTo>
                  <a:lnTo>
                    <a:pt x="129064" y="116205"/>
                  </a:lnTo>
                  <a:lnTo>
                    <a:pt x="129540" y="114300"/>
                  </a:lnTo>
                  <a:lnTo>
                    <a:pt x="129064" y="110966"/>
                  </a:lnTo>
                  <a:lnTo>
                    <a:pt x="128111" y="107633"/>
                  </a:lnTo>
                  <a:lnTo>
                    <a:pt x="127159" y="106204"/>
                  </a:lnTo>
                  <a:lnTo>
                    <a:pt x="126682" y="104775"/>
                  </a:lnTo>
                  <a:lnTo>
                    <a:pt x="127159" y="103346"/>
                  </a:lnTo>
                  <a:lnTo>
                    <a:pt x="128111" y="102870"/>
                  </a:lnTo>
                  <a:lnTo>
                    <a:pt x="130969" y="101917"/>
                  </a:lnTo>
                  <a:lnTo>
                    <a:pt x="135255" y="102870"/>
                  </a:lnTo>
                  <a:lnTo>
                    <a:pt x="135255" y="101917"/>
                  </a:lnTo>
                  <a:lnTo>
                    <a:pt x="135255" y="100965"/>
                  </a:lnTo>
                  <a:lnTo>
                    <a:pt x="136684" y="99536"/>
                  </a:lnTo>
                  <a:lnTo>
                    <a:pt x="141923" y="98584"/>
                  </a:lnTo>
                  <a:lnTo>
                    <a:pt x="142399" y="97631"/>
                  </a:lnTo>
                  <a:lnTo>
                    <a:pt x="142875" y="95726"/>
                  </a:lnTo>
                  <a:lnTo>
                    <a:pt x="143828" y="93821"/>
                  </a:lnTo>
                  <a:lnTo>
                    <a:pt x="145256" y="92869"/>
                  </a:lnTo>
                  <a:lnTo>
                    <a:pt x="147638" y="92869"/>
                  </a:lnTo>
                  <a:lnTo>
                    <a:pt x="151448" y="92392"/>
                  </a:lnTo>
                  <a:lnTo>
                    <a:pt x="154305" y="91916"/>
                  </a:lnTo>
                  <a:lnTo>
                    <a:pt x="157163" y="90488"/>
                  </a:lnTo>
                  <a:lnTo>
                    <a:pt x="158591" y="89059"/>
                  </a:lnTo>
                  <a:lnTo>
                    <a:pt x="164782" y="88583"/>
                  </a:lnTo>
                  <a:lnTo>
                    <a:pt x="166688" y="87630"/>
                  </a:lnTo>
                  <a:lnTo>
                    <a:pt x="168593" y="88583"/>
                  </a:lnTo>
                  <a:lnTo>
                    <a:pt x="170498" y="90488"/>
                  </a:lnTo>
                  <a:lnTo>
                    <a:pt x="174307" y="93821"/>
                  </a:lnTo>
                  <a:lnTo>
                    <a:pt x="176689" y="94774"/>
                  </a:lnTo>
                  <a:lnTo>
                    <a:pt x="178118" y="94298"/>
                  </a:lnTo>
                  <a:lnTo>
                    <a:pt x="180975" y="93345"/>
                  </a:lnTo>
                  <a:lnTo>
                    <a:pt x="183356" y="93345"/>
                  </a:lnTo>
                  <a:lnTo>
                    <a:pt x="185738" y="93345"/>
                  </a:lnTo>
                  <a:lnTo>
                    <a:pt x="186690" y="92392"/>
                  </a:lnTo>
                  <a:lnTo>
                    <a:pt x="188119" y="91916"/>
                  </a:lnTo>
                  <a:lnTo>
                    <a:pt x="192881" y="92869"/>
                  </a:lnTo>
                  <a:lnTo>
                    <a:pt x="191929" y="89535"/>
                  </a:lnTo>
                  <a:lnTo>
                    <a:pt x="186214" y="83344"/>
                  </a:lnTo>
                  <a:lnTo>
                    <a:pt x="182404" y="77629"/>
                  </a:lnTo>
                  <a:lnTo>
                    <a:pt x="180023" y="75248"/>
                  </a:lnTo>
                  <a:lnTo>
                    <a:pt x="174784" y="72390"/>
                  </a:lnTo>
                  <a:lnTo>
                    <a:pt x="183832" y="62865"/>
                  </a:lnTo>
                  <a:lnTo>
                    <a:pt x="186214" y="62389"/>
                  </a:lnTo>
                  <a:lnTo>
                    <a:pt x="188595" y="60960"/>
                  </a:lnTo>
                  <a:lnTo>
                    <a:pt x="188595" y="50006"/>
                  </a:lnTo>
                  <a:lnTo>
                    <a:pt x="190024" y="43339"/>
                  </a:lnTo>
                  <a:lnTo>
                    <a:pt x="191453" y="41434"/>
                  </a:lnTo>
                  <a:lnTo>
                    <a:pt x="193357" y="40005"/>
                  </a:lnTo>
                  <a:lnTo>
                    <a:pt x="196691" y="34766"/>
                  </a:lnTo>
                  <a:lnTo>
                    <a:pt x="203359" y="33338"/>
                  </a:lnTo>
                  <a:lnTo>
                    <a:pt x="208122" y="35242"/>
                  </a:lnTo>
                  <a:lnTo>
                    <a:pt x="211455" y="30480"/>
                  </a:lnTo>
                  <a:lnTo>
                    <a:pt x="212407" y="20479"/>
                  </a:lnTo>
                  <a:close/>
                </a:path>
              </a:pathLst>
            </a:custGeom>
            <a:grpFill/>
            <a:ln w="317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D09C3C47-8AE2-4712-B03F-0ACF060F60E7}"/>
                </a:ext>
              </a:extLst>
            </p:cNvPr>
            <p:cNvSpPr/>
            <p:nvPr/>
          </p:nvSpPr>
          <p:spPr>
            <a:xfrm>
              <a:off x="5531643" y="3789044"/>
              <a:ext cx="269081" cy="192405"/>
            </a:xfrm>
            <a:custGeom>
              <a:avLst/>
              <a:gdLst>
                <a:gd name="connsiteX0" fmla="*/ 267652 w 269081"/>
                <a:gd name="connsiteY0" fmla="*/ 107156 h 192405"/>
                <a:gd name="connsiteX1" fmla="*/ 262414 w 269081"/>
                <a:gd name="connsiteY1" fmla="*/ 100489 h 192405"/>
                <a:gd name="connsiteX2" fmla="*/ 259080 w 269081"/>
                <a:gd name="connsiteY2" fmla="*/ 95726 h 192405"/>
                <a:gd name="connsiteX3" fmla="*/ 258604 w 269081"/>
                <a:gd name="connsiteY3" fmla="*/ 94774 h 192405"/>
                <a:gd name="connsiteX4" fmla="*/ 258127 w 269081"/>
                <a:gd name="connsiteY4" fmla="*/ 92869 h 192405"/>
                <a:gd name="connsiteX5" fmla="*/ 258127 w 269081"/>
                <a:gd name="connsiteY5" fmla="*/ 92393 h 192405"/>
                <a:gd name="connsiteX6" fmla="*/ 259556 w 269081"/>
                <a:gd name="connsiteY6" fmla="*/ 91916 h 192405"/>
                <a:gd name="connsiteX7" fmla="*/ 262890 w 269081"/>
                <a:gd name="connsiteY7" fmla="*/ 90964 h 192405"/>
                <a:gd name="connsiteX8" fmla="*/ 263366 w 269081"/>
                <a:gd name="connsiteY8" fmla="*/ 90488 h 192405"/>
                <a:gd name="connsiteX9" fmla="*/ 263843 w 269081"/>
                <a:gd name="connsiteY9" fmla="*/ 89535 h 192405"/>
                <a:gd name="connsiteX10" fmla="*/ 263366 w 269081"/>
                <a:gd name="connsiteY10" fmla="*/ 86678 h 192405"/>
                <a:gd name="connsiteX11" fmla="*/ 261461 w 269081"/>
                <a:gd name="connsiteY11" fmla="*/ 83344 h 192405"/>
                <a:gd name="connsiteX12" fmla="*/ 259556 w 269081"/>
                <a:gd name="connsiteY12" fmla="*/ 81439 h 192405"/>
                <a:gd name="connsiteX13" fmla="*/ 258604 w 269081"/>
                <a:gd name="connsiteY13" fmla="*/ 80963 h 192405"/>
                <a:gd name="connsiteX14" fmla="*/ 256699 w 269081"/>
                <a:gd name="connsiteY14" fmla="*/ 80963 h 192405"/>
                <a:gd name="connsiteX15" fmla="*/ 254318 w 269081"/>
                <a:gd name="connsiteY15" fmla="*/ 80963 h 192405"/>
                <a:gd name="connsiteX16" fmla="*/ 250507 w 269081"/>
                <a:gd name="connsiteY16" fmla="*/ 83820 h 192405"/>
                <a:gd name="connsiteX17" fmla="*/ 249079 w 269081"/>
                <a:gd name="connsiteY17" fmla="*/ 84296 h 192405"/>
                <a:gd name="connsiteX18" fmla="*/ 244793 w 269081"/>
                <a:gd name="connsiteY18" fmla="*/ 84296 h 192405"/>
                <a:gd name="connsiteX19" fmla="*/ 240982 w 269081"/>
                <a:gd name="connsiteY19" fmla="*/ 83344 h 192405"/>
                <a:gd name="connsiteX20" fmla="*/ 239077 w 269081"/>
                <a:gd name="connsiteY20" fmla="*/ 81915 h 192405"/>
                <a:gd name="connsiteX21" fmla="*/ 232410 w 269081"/>
                <a:gd name="connsiteY21" fmla="*/ 76676 h 192405"/>
                <a:gd name="connsiteX22" fmla="*/ 225266 w 269081"/>
                <a:gd name="connsiteY22" fmla="*/ 70961 h 192405"/>
                <a:gd name="connsiteX23" fmla="*/ 222409 w 269081"/>
                <a:gd name="connsiteY23" fmla="*/ 70485 h 192405"/>
                <a:gd name="connsiteX24" fmla="*/ 221456 w 269081"/>
                <a:gd name="connsiteY24" fmla="*/ 69533 h 192405"/>
                <a:gd name="connsiteX25" fmla="*/ 220980 w 269081"/>
                <a:gd name="connsiteY25" fmla="*/ 65246 h 192405"/>
                <a:gd name="connsiteX26" fmla="*/ 220980 w 269081"/>
                <a:gd name="connsiteY26" fmla="*/ 60008 h 192405"/>
                <a:gd name="connsiteX27" fmla="*/ 221456 w 269081"/>
                <a:gd name="connsiteY27" fmla="*/ 58579 h 192405"/>
                <a:gd name="connsiteX28" fmla="*/ 224790 w 269081"/>
                <a:gd name="connsiteY28" fmla="*/ 59531 h 192405"/>
                <a:gd name="connsiteX29" fmla="*/ 227648 w 269081"/>
                <a:gd name="connsiteY29" fmla="*/ 60008 h 192405"/>
                <a:gd name="connsiteX30" fmla="*/ 228600 w 269081"/>
                <a:gd name="connsiteY30" fmla="*/ 59055 h 192405"/>
                <a:gd name="connsiteX31" fmla="*/ 226219 w 269081"/>
                <a:gd name="connsiteY31" fmla="*/ 57150 h 192405"/>
                <a:gd name="connsiteX32" fmla="*/ 222409 w 269081"/>
                <a:gd name="connsiteY32" fmla="*/ 55245 h 192405"/>
                <a:gd name="connsiteX33" fmla="*/ 221456 w 269081"/>
                <a:gd name="connsiteY33" fmla="*/ 52388 h 192405"/>
                <a:gd name="connsiteX34" fmla="*/ 220027 w 269081"/>
                <a:gd name="connsiteY34" fmla="*/ 51435 h 192405"/>
                <a:gd name="connsiteX35" fmla="*/ 218599 w 269081"/>
                <a:gd name="connsiteY35" fmla="*/ 50006 h 192405"/>
                <a:gd name="connsiteX36" fmla="*/ 216694 w 269081"/>
                <a:gd name="connsiteY36" fmla="*/ 49530 h 192405"/>
                <a:gd name="connsiteX37" fmla="*/ 214789 w 269081"/>
                <a:gd name="connsiteY37" fmla="*/ 49054 h 192405"/>
                <a:gd name="connsiteX38" fmla="*/ 213360 w 269081"/>
                <a:gd name="connsiteY38" fmla="*/ 48101 h 192405"/>
                <a:gd name="connsiteX39" fmla="*/ 211455 w 269081"/>
                <a:gd name="connsiteY39" fmla="*/ 47625 h 192405"/>
                <a:gd name="connsiteX40" fmla="*/ 209074 w 269081"/>
                <a:gd name="connsiteY40" fmla="*/ 47149 h 192405"/>
                <a:gd name="connsiteX41" fmla="*/ 205740 w 269081"/>
                <a:gd name="connsiteY41" fmla="*/ 42386 h 192405"/>
                <a:gd name="connsiteX42" fmla="*/ 202406 w 269081"/>
                <a:gd name="connsiteY42" fmla="*/ 38100 h 192405"/>
                <a:gd name="connsiteX43" fmla="*/ 200501 w 269081"/>
                <a:gd name="connsiteY43" fmla="*/ 34290 h 192405"/>
                <a:gd name="connsiteX44" fmla="*/ 200025 w 269081"/>
                <a:gd name="connsiteY44" fmla="*/ 32385 h 192405"/>
                <a:gd name="connsiteX45" fmla="*/ 200977 w 269081"/>
                <a:gd name="connsiteY45" fmla="*/ 28575 h 192405"/>
                <a:gd name="connsiteX46" fmla="*/ 200025 w 269081"/>
                <a:gd name="connsiteY46" fmla="*/ 27146 h 192405"/>
                <a:gd name="connsiteX47" fmla="*/ 196691 w 269081"/>
                <a:gd name="connsiteY47" fmla="*/ 23336 h 192405"/>
                <a:gd name="connsiteX48" fmla="*/ 193357 w 269081"/>
                <a:gd name="connsiteY48" fmla="*/ 20003 h 192405"/>
                <a:gd name="connsiteX49" fmla="*/ 194310 w 269081"/>
                <a:gd name="connsiteY49" fmla="*/ 14764 h 192405"/>
                <a:gd name="connsiteX50" fmla="*/ 194786 w 269081"/>
                <a:gd name="connsiteY50" fmla="*/ 10001 h 192405"/>
                <a:gd name="connsiteX51" fmla="*/ 194786 w 269081"/>
                <a:gd name="connsiteY51" fmla="*/ 7144 h 192405"/>
                <a:gd name="connsiteX52" fmla="*/ 195263 w 269081"/>
                <a:gd name="connsiteY52" fmla="*/ 5715 h 192405"/>
                <a:gd name="connsiteX53" fmla="*/ 188119 w 269081"/>
                <a:gd name="connsiteY53" fmla="*/ 3334 h 192405"/>
                <a:gd name="connsiteX54" fmla="*/ 180023 w 269081"/>
                <a:gd name="connsiteY54" fmla="*/ 476 h 192405"/>
                <a:gd name="connsiteX55" fmla="*/ 174307 w 269081"/>
                <a:gd name="connsiteY55" fmla="*/ 2381 h 192405"/>
                <a:gd name="connsiteX56" fmla="*/ 173355 w 269081"/>
                <a:gd name="connsiteY56" fmla="*/ 1429 h 192405"/>
                <a:gd name="connsiteX57" fmla="*/ 172402 w 269081"/>
                <a:gd name="connsiteY57" fmla="*/ 476 h 192405"/>
                <a:gd name="connsiteX58" fmla="*/ 169545 w 269081"/>
                <a:gd name="connsiteY58" fmla="*/ 0 h 192405"/>
                <a:gd name="connsiteX59" fmla="*/ 165259 w 269081"/>
                <a:gd name="connsiteY59" fmla="*/ 476 h 192405"/>
                <a:gd name="connsiteX60" fmla="*/ 161925 w 269081"/>
                <a:gd name="connsiteY60" fmla="*/ 953 h 192405"/>
                <a:gd name="connsiteX61" fmla="*/ 157163 w 269081"/>
                <a:gd name="connsiteY61" fmla="*/ 4763 h 192405"/>
                <a:gd name="connsiteX62" fmla="*/ 153352 w 269081"/>
                <a:gd name="connsiteY62" fmla="*/ 8096 h 192405"/>
                <a:gd name="connsiteX63" fmla="*/ 152400 w 269081"/>
                <a:gd name="connsiteY63" fmla="*/ 9049 h 192405"/>
                <a:gd name="connsiteX64" fmla="*/ 147161 w 269081"/>
                <a:gd name="connsiteY64" fmla="*/ 10954 h 192405"/>
                <a:gd name="connsiteX65" fmla="*/ 137160 w 269081"/>
                <a:gd name="connsiteY65" fmla="*/ 15240 h 192405"/>
                <a:gd name="connsiteX66" fmla="*/ 131445 w 269081"/>
                <a:gd name="connsiteY66" fmla="*/ 19050 h 192405"/>
                <a:gd name="connsiteX67" fmla="*/ 130493 w 269081"/>
                <a:gd name="connsiteY67" fmla="*/ 19526 h 192405"/>
                <a:gd name="connsiteX68" fmla="*/ 127635 w 269081"/>
                <a:gd name="connsiteY68" fmla="*/ 20479 h 192405"/>
                <a:gd name="connsiteX69" fmla="*/ 123825 w 269081"/>
                <a:gd name="connsiteY69" fmla="*/ 20479 h 192405"/>
                <a:gd name="connsiteX70" fmla="*/ 120968 w 269081"/>
                <a:gd name="connsiteY70" fmla="*/ 21431 h 192405"/>
                <a:gd name="connsiteX71" fmla="*/ 118110 w 269081"/>
                <a:gd name="connsiteY71" fmla="*/ 30480 h 192405"/>
                <a:gd name="connsiteX72" fmla="*/ 116205 w 269081"/>
                <a:gd name="connsiteY72" fmla="*/ 30956 h 192405"/>
                <a:gd name="connsiteX73" fmla="*/ 104299 w 269081"/>
                <a:gd name="connsiteY73" fmla="*/ 27623 h 192405"/>
                <a:gd name="connsiteX74" fmla="*/ 101918 w 269081"/>
                <a:gd name="connsiteY74" fmla="*/ 28099 h 192405"/>
                <a:gd name="connsiteX75" fmla="*/ 100013 w 269081"/>
                <a:gd name="connsiteY75" fmla="*/ 29051 h 192405"/>
                <a:gd name="connsiteX76" fmla="*/ 93345 w 269081"/>
                <a:gd name="connsiteY76" fmla="*/ 34290 h 192405"/>
                <a:gd name="connsiteX77" fmla="*/ 90011 w 269081"/>
                <a:gd name="connsiteY77" fmla="*/ 38576 h 192405"/>
                <a:gd name="connsiteX78" fmla="*/ 88582 w 269081"/>
                <a:gd name="connsiteY78" fmla="*/ 44291 h 192405"/>
                <a:gd name="connsiteX79" fmla="*/ 88582 w 269081"/>
                <a:gd name="connsiteY79" fmla="*/ 45720 h 192405"/>
                <a:gd name="connsiteX80" fmla="*/ 88582 w 269081"/>
                <a:gd name="connsiteY80" fmla="*/ 48101 h 192405"/>
                <a:gd name="connsiteX81" fmla="*/ 87630 w 269081"/>
                <a:gd name="connsiteY81" fmla="*/ 49054 h 192405"/>
                <a:gd name="connsiteX82" fmla="*/ 86201 w 269081"/>
                <a:gd name="connsiteY82" fmla="*/ 49530 h 192405"/>
                <a:gd name="connsiteX83" fmla="*/ 84773 w 269081"/>
                <a:gd name="connsiteY83" fmla="*/ 49054 h 192405"/>
                <a:gd name="connsiteX84" fmla="*/ 79057 w 269081"/>
                <a:gd name="connsiteY84" fmla="*/ 48101 h 192405"/>
                <a:gd name="connsiteX85" fmla="*/ 77629 w 269081"/>
                <a:gd name="connsiteY85" fmla="*/ 48578 h 192405"/>
                <a:gd name="connsiteX86" fmla="*/ 76676 w 269081"/>
                <a:gd name="connsiteY86" fmla="*/ 51435 h 192405"/>
                <a:gd name="connsiteX87" fmla="*/ 76676 w 269081"/>
                <a:gd name="connsiteY87" fmla="*/ 57626 h 192405"/>
                <a:gd name="connsiteX88" fmla="*/ 75724 w 269081"/>
                <a:gd name="connsiteY88" fmla="*/ 61436 h 192405"/>
                <a:gd name="connsiteX89" fmla="*/ 72390 w 269081"/>
                <a:gd name="connsiteY89" fmla="*/ 62865 h 192405"/>
                <a:gd name="connsiteX90" fmla="*/ 70009 w 269081"/>
                <a:gd name="connsiteY90" fmla="*/ 64294 h 192405"/>
                <a:gd name="connsiteX91" fmla="*/ 68104 w 269081"/>
                <a:gd name="connsiteY91" fmla="*/ 64770 h 192405"/>
                <a:gd name="connsiteX92" fmla="*/ 66199 w 269081"/>
                <a:gd name="connsiteY92" fmla="*/ 64294 h 192405"/>
                <a:gd name="connsiteX93" fmla="*/ 56674 w 269081"/>
                <a:gd name="connsiteY93" fmla="*/ 58103 h 192405"/>
                <a:gd name="connsiteX94" fmla="*/ 53816 w 269081"/>
                <a:gd name="connsiteY94" fmla="*/ 57150 h 192405"/>
                <a:gd name="connsiteX95" fmla="*/ 50006 w 269081"/>
                <a:gd name="connsiteY95" fmla="*/ 58103 h 192405"/>
                <a:gd name="connsiteX96" fmla="*/ 46673 w 269081"/>
                <a:gd name="connsiteY96" fmla="*/ 60484 h 192405"/>
                <a:gd name="connsiteX97" fmla="*/ 45244 w 269081"/>
                <a:gd name="connsiteY97" fmla="*/ 62389 h 192405"/>
                <a:gd name="connsiteX98" fmla="*/ 42863 w 269081"/>
                <a:gd name="connsiteY98" fmla="*/ 64294 h 192405"/>
                <a:gd name="connsiteX99" fmla="*/ 40481 w 269081"/>
                <a:gd name="connsiteY99" fmla="*/ 67151 h 192405"/>
                <a:gd name="connsiteX100" fmla="*/ 41434 w 269081"/>
                <a:gd name="connsiteY100" fmla="*/ 69533 h 192405"/>
                <a:gd name="connsiteX101" fmla="*/ 42863 w 269081"/>
                <a:gd name="connsiteY101" fmla="*/ 71914 h 192405"/>
                <a:gd name="connsiteX102" fmla="*/ 44291 w 269081"/>
                <a:gd name="connsiteY102" fmla="*/ 75248 h 192405"/>
                <a:gd name="connsiteX103" fmla="*/ 44291 w 269081"/>
                <a:gd name="connsiteY103" fmla="*/ 78105 h 192405"/>
                <a:gd name="connsiteX104" fmla="*/ 35719 w 269081"/>
                <a:gd name="connsiteY104" fmla="*/ 82391 h 192405"/>
                <a:gd name="connsiteX105" fmla="*/ 36195 w 269081"/>
                <a:gd name="connsiteY105" fmla="*/ 83820 h 192405"/>
                <a:gd name="connsiteX106" fmla="*/ 37624 w 269081"/>
                <a:gd name="connsiteY106" fmla="*/ 85249 h 192405"/>
                <a:gd name="connsiteX107" fmla="*/ 37624 w 269081"/>
                <a:gd name="connsiteY107" fmla="*/ 88583 h 192405"/>
                <a:gd name="connsiteX108" fmla="*/ 37148 w 269081"/>
                <a:gd name="connsiteY108" fmla="*/ 93821 h 192405"/>
                <a:gd name="connsiteX109" fmla="*/ 35719 w 269081"/>
                <a:gd name="connsiteY109" fmla="*/ 95726 h 192405"/>
                <a:gd name="connsiteX110" fmla="*/ 33338 w 269081"/>
                <a:gd name="connsiteY110" fmla="*/ 97631 h 192405"/>
                <a:gd name="connsiteX111" fmla="*/ 31909 w 269081"/>
                <a:gd name="connsiteY111" fmla="*/ 100013 h 192405"/>
                <a:gd name="connsiteX112" fmla="*/ 30480 w 269081"/>
                <a:gd name="connsiteY112" fmla="*/ 100965 h 192405"/>
                <a:gd name="connsiteX113" fmla="*/ 28099 w 269081"/>
                <a:gd name="connsiteY113" fmla="*/ 102394 h 192405"/>
                <a:gd name="connsiteX114" fmla="*/ 24765 w 269081"/>
                <a:gd name="connsiteY114" fmla="*/ 104299 h 192405"/>
                <a:gd name="connsiteX115" fmla="*/ 19050 w 269081"/>
                <a:gd name="connsiteY115" fmla="*/ 105251 h 192405"/>
                <a:gd name="connsiteX116" fmla="*/ 14288 w 269081"/>
                <a:gd name="connsiteY116" fmla="*/ 106204 h 192405"/>
                <a:gd name="connsiteX117" fmla="*/ 12382 w 269081"/>
                <a:gd name="connsiteY117" fmla="*/ 107156 h 192405"/>
                <a:gd name="connsiteX118" fmla="*/ 10001 w 269081"/>
                <a:gd name="connsiteY118" fmla="*/ 109061 h 192405"/>
                <a:gd name="connsiteX119" fmla="*/ 8096 w 269081"/>
                <a:gd name="connsiteY119" fmla="*/ 110966 h 192405"/>
                <a:gd name="connsiteX120" fmla="*/ 7620 w 269081"/>
                <a:gd name="connsiteY120" fmla="*/ 113348 h 192405"/>
                <a:gd name="connsiteX121" fmla="*/ 8096 w 269081"/>
                <a:gd name="connsiteY121" fmla="*/ 115729 h 192405"/>
                <a:gd name="connsiteX122" fmla="*/ 8573 w 269081"/>
                <a:gd name="connsiteY122" fmla="*/ 118110 h 192405"/>
                <a:gd name="connsiteX123" fmla="*/ 9525 w 269081"/>
                <a:gd name="connsiteY123" fmla="*/ 119539 h 192405"/>
                <a:gd name="connsiteX124" fmla="*/ 10001 w 269081"/>
                <a:gd name="connsiteY124" fmla="*/ 121444 h 192405"/>
                <a:gd name="connsiteX125" fmla="*/ 9525 w 269081"/>
                <a:gd name="connsiteY125" fmla="*/ 126206 h 192405"/>
                <a:gd name="connsiteX126" fmla="*/ 7620 w 269081"/>
                <a:gd name="connsiteY126" fmla="*/ 132398 h 192405"/>
                <a:gd name="connsiteX127" fmla="*/ 6191 w 269081"/>
                <a:gd name="connsiteY127" fmla="*/ 134779 h 192405"/>
                <a:gd name="connsiteX128" fmla="*/ 3334 w 269081"/>
                <a:gd name="connsiteY128" fmla="*/ 136208 h 192405"/>
                <a:gd name="connsiteX129" fmla="*/ 952 w 269081"/>
                <a:gd name="connsiteY129" fmla="*/ 137636 h 192405"/>
                <a:gd name="connsiteX130" fmla="*/ 1905 w 269081"/>
                <a:gd name="connsiteY130" fmla="*/ 141446 h 192405"/>
                <a:gd name="connsiteX131" fmla="*/ 2381 w 269081"/>
                <a:gd name="connsiteY131" fmla="*/ 147161 h 192405"/>
                <a:gd name="connsiteX132" fmla="*/ 1429 w 269081"/>
                <a:gd name="connsiteY132" fmla="*/ 151448 h 192405"/>
                <a:gd name="connsiteX133" fmla="*/ 1429 w 269081"/>
                <a:gd name="connsiteY133" fmla="*/ 153829 h 192405"/>
                <a:gd name="connsiteX134" fmla="*/ 476 w 269081"/>
                <a:gd name="connsiteY134" fmla="*/ 156686 h 192405"/>
                <a:gd name="connsiteX135" fmla="*/ 0 w 269081"/>
                <a:gd name="connsiteY135" fmla="*/ 158591 h 192405"/>
                <a:gd name="connsiteX136" fmla="*/ 2381 w 269081"/>
                <a:gd name="connsiteY136" fmla="*/ 160973 h 192405"/>
                <a:gd name="connsiteX137" fmla="*/ 4763 w 269081"/>
                <a:gd name="connsiteY137" fmla="*/ 162401 h 192405"/>
                <a:gd name="connsiteX138" fmla="*/ 9049 w 269081"/>
                <a:gd name="connsiteY138" fmla="*/ 162401 h 192405"/>
                <a:gd name="connsiteX139" fmla="*/ 11906 w 269081"/>
                <a:gd name="connsiteY139" fmla="*/ 163354 h 192405"/>
                <a:gd name="connsiteX140" fmla="*/ 14288 w 269081"/>
                <a:gd name="connsiteY140" fmla="*/ 164783 h 192405"/>
                <a:gd name="connsiteX141" fmla="*/ 16193 w 269081"/>
                <a:gd name="connsiteY141" fmla="*/ 168593 h 192405"/>
                <a:gd name="connsiteX142" fmla="*/ 18098 w 269081"/>
                <a:gd name="connsiteY142" fmla="*/ 171450 h 192405"/>
                <a:gd name="connsiteX143" fmla="*/ 19050 w 269081"/>
                <a:gd name="connsiteY143" fmla="*/ 175260 h 192405"/>
                <a:gd name="connsiteX144" fmla="*/ 21907 w 269081"/>
                <a:gd name="connsiteY144" fmla="*/ 177641 h 192405"/>
                <a:gd name="connsiteX145" fmla="*/ 24289 w 269081"/>
                <a:gd name="connsiteY145" fmla="*/ 178594 h 192405"/>
                <a:gd name="connsiteX146" fmla="*/ 27146 w 269081"/>
                <a:gd name="connsiteY146" fmla="*/ 181451 h 192405"/>
                <a:gd name="connsiteX147" fmla="*/ 30480 w 269081"/>
                <a:gd name="connsiteY147" fmla="*/ 182880 h 192405"/>
                <a:gd name="connsiteX148" fmla="*/ 33814 w 269081"/>
                <a:gd name="connsiteY148" fmla="*/ 182404 h 192405"/>
                <a:gd name="connsiteX149" fmla="*/ 35719 w 269081"/>
                <a:gd name="connsiteY149" fmla="*/ 183833 h 192405"/>
                <a:gd name="connsiteX150" fmla="*/ 38100 w 269081"/>
                <a:gd name="connsiteY150" fmla="*/ 185261 h 192405"/>
                <a:gd name="connsiteX151" fmla="*/ 40481 w 269081"/>
                <a:gd name="connsiteY151" fmla="*/ 185261 h 192405"/>
                <a:gd name="connsiteX152" fmla="*/ 42863 w 269081"/>
                <a:gd name="connsiteY152" fmla="*/ 181928 h 192405"/>
                <a:gd name="connsiteX153" fmla="*/ 45720 w 269081"/>
                <a:gd name="connsiteY153" fmla="*/ 180499 h 192405"/>
                <a:gd name="connsiteX154" fmla="*/ 53340 w 269081"/>
                <a:gd name="connsiteY154" fmla="*/ 178118 h 192405"/>
                <a:gd name="connsiteX155" fmla="*/ 56198 w 269081"/>
                <a:gd name="connsiteY155" fmla="*/ 176689 h 192405"/>
                <a:gd name="connsiteX156" fmla="*/ 59055 w 269081"/>
                <a:gd name="connsiteY156" fmla="*/ 175736 h 192405"/>
                <a:gd name="connsiteX157" fmla="*/ 66199 w 269081"/>
                <a:gd name="connsiteY157" fmla="*/ 175736 h 192405"/>
                <a:gd name="connsiteX158" fmla="*/ 72866 w 269081"/>
                <a:gd name="connsiteY158" fmla="*/ 176689 h 192405"/>
                <a:gd name="connsiteX159" fmla="*/ 76200 w 269081"/>
                <a:gd name="connsiteY159" fmla="*/ 177165 h 192405"/>
                <a:gd name="connsiteX160" fmla="*/ 78105 w 269081"/>
                <a:gd name="connsiteY160" fmla="*/ 176689 h 192405"/>
                <a:gd name="connsiteX161" fmla="*/ 80486 w 269081"/>
                <a:gd name="connsiteY161" fmla="*/ 178118 h 192405"/>
                <a:gd name="connsiteX162" fmla="*/ 82868 w 269081"/>
                <a:gd name="connsiteY162" fmla="*/ 181451 h 192405"/>
                <a:gd name="connsiteX163" fmla="*/ 84296 w 269081"/>
                <a:gd name="connsiteY163" fmla="*/ 182404 h 192405"/>
                <a:gd name="connsiteX164" fmla="*/ 86201 w 269081"/>
                <a:gd name="connsiteY164" fmla="*/ 183833 h 192405"/>
                <a:gd name="connsiteX165" fmla="*/ 87630 w 269081"/>
                <a:gd name="connsiteY165" fmla="*/ 186214 h 192405"/>
                <a:gd name="connsiteX166" fmla="*/ 89059 w 269081"/>
                <a:gd name="connsiteY166" fmla="*/ 189071 h 192405"/>
                <a:gd name="connsiteX167" fmla="*/ 90011 w 269081"/>
                <a:gd name="connsiteY167" fmla="*/ 190024 h 192405"/>
                <a:gd name="connsiteX168" fmla="*/ 91916 w 269081"/>
                <a:gd name="connsiteY168" fmla="*/ 192405 h 192405"/>
                <a:gd name="connsiteX169" fmla="*/ 93821 w 269081"/>
                <a:gd name="connsiteY169" fmla="*/ 192405 h 192405"/>
                <a:gd name="connsiteX170" fmla="*/ 95726 w 269081"/>
                <a:gd name="connsiteY170" fmla="*/ 191453 h 192405"/>
                <a:gd name="connsiteX171" fmla="*/ 96202 w 269081"/>
                <a:gd name="connsiteY171" fmla="*/ 190500 h 192405"/>
                <a:gd name="connsiteX172" fmla="*/ 95726 w 269081"/>
                <a:gd name="connsiteY172" fmla="*/ 189071 h 192405"/>
                <a:gd name="connsiteX173" fmla="*/ 93821 w 269081"/>
                <a:gd name="connsiteY173" fmla="*/ 184785 h 192405"/>
                <a:gd name="connsiteX174" fmla="*/ 93345 w 269081"/>
                <a:gd name="connsiteY174" fmla="*/ 181928 h 192405"/>
                <a:gd name="connsiteX175" fmla="*/ 94298 w 269081"/>
                <a:gd name="connsiteY175" fmla="*/ 180023 h 192405"/>
                <a:gd name="connsiteX176" fmla="*/ 94298 w 269081"/>
                <a:gd name="connsiteY176" fmla="*/ 176213 h 192405"/>
                <a:gd name="connsiteX177" fmla="*/ 93345 w 269081"/>
                <a:gd name="connsiteY177" fmla="*/ 170498 h 192405"/>
                <a:gd name="connsiteX178" fmla="*/ 92869 w 269081"/>
                <a:gd name="connsiteY178" fmla="*/ 166688 h 192405"/>
                <a:gd name="connsiteX179" fmla="*/ 93821 w 269081"/>
                <a:gd name="connsiteY179" fmla="*/ 165259 h 192405"/>
                <a:gd name="connsiteX180" fmla="*/ 93345 w 269081"/>
                <a:gd name="connsiteY180" fmla="*/ 163354 h 192405"/>
                <a:gd name="connsiteX181" fmla="*/ 91916 w 269081"/>
                <a:gd name="connsiteY181" fmla="*/ 162401 h 192405"/>
                <a:gd name="connsiteX182" fmla="*/ 91916 w 269081"/>
                <a:gd name="connsiteY182" fmla="*/ 160973 h 192405"/>
                <a:gd name="connsiteX183" fmla="*/ 93345 w 269081"/>
                <a:gd name="connsiteY183" fmla="*/ 159544 h 192405"/>
                <a:gd name="connsiteX184" fmla="*/ 92869 w 269081"/>
                <a:gd name="connsiteY184" fmla="*/ 158591 h 192405"/>
                <a:gd name="connsiteX185" fmla="*/ 91440 w 269081"/>
                <a:gd name="connsiteY185" fmla="*/ 157639 h 192405"/>
                <a:gd name="connsiteX186" fmla="*/ 90011 w 269081"/>
                <a:gd name="connsiteY186" fmla="*/ 155734 h 192405"/>
                <a:gd name="connsiteX187" fmla="*/ 88582 w 269081"/>
                <a:gd name="connsiteY187" fmla="*/ 152876 h 192405"/>
                <a:gd name="connsiteX188" fmla="*/ 89059 w 269081"/>
                <a:gd name="connsiteY188" fmla="*/ 148590 h 192405"/>
                <a:gd name="connsiteX189" fmla="*/ 91440 w 269081"/>
                <a:gd name="connsiteY189" fmla="*/ 140018 h 192405"/>
                <a:gd name="connsiteX190" fmla="*/ 91440 w 269081"/>
                <a:gd name="connsiteY190" fmla="*/ 139065 h 192405"/>
                <a:gd name="connsiteX191" fmla="*/ 94298 w 269081"/>
                <a:gd name="connsiteY191" fmla="*/ 139065 h 192405"/>
                <a:gd name="connsiteX192" fmla="*/ 94298 w 269081"/>
                <a:gd name="connsiteY192" fmla="*/ 139541 h 192405"/>
                <a:gd name="connsiteX193" fmla="*/ 102394 w 269081"/>
                <a:gd name="connsiteY193" fmla="*/ 139541 h 192405"/>
                <a:gd name="connsiteX194" fmla="*/ 111919 w 269081"/>
                <a:gd name="connsiteY194" fmla="*/ 139541 h 192405"/>
                <a:gd name="connsiteX195" fmla="*/ 123349 w 269081"/>
                <a:gd name="connsiteY195" fmla="*/ 139541 h 192405"/>
                <a:gd name="connsiteX196" fmla="*/ 133350 w 269081"/>
                <a:gd name="connsiteY196" fmla="*/ 139065 h 192405"/>
                <a:gd name="connsiteX197" fmla="*/ 133826 w 269081"/>
                <a:gd name="connsiteY197" fmla="*/ 139065 h 192405"/>
                <a:gd name="connsiteX198" fmla="*/ 135731 w 269081"/>
                <a:gd name="connsiteY198" fmla="*/ 138589 h 192405"/>
                <a:gd name="connsiteX199" fmla="*/ 146209 w 269081"/>
                <a:gd name="connsiteY199" fmla="*/ 139065 h 192405"/>
                <a:gd name="connsiteX200" fmla="*/ 152400 w 269081"/>
                <a:gd name="connsiteY200" fmla="*/ 139065 h 192405"/>
                <a:gd name="connsiteX201" fmla="*/ 155257 w 269081"/>
                <a:gd name="connsiteY201" fmla="*/ 139065 h 192405"/>
                <a:gd name="connsiteX202" fmla="*/ 157163 w 269081"/>
                <a:gd name="connsiteY202" fmla="*/ 139541 h 192405"/>
                <a:gd name="connsiteX203" fmla="*/ 161925 w 269081"/>
                <a:gd name="connsiteY203" fmla="*/ 139541 h 192405"/>
                <a:gd name="connsiteX204" fmla="*/ 164306 w 269081"/>
                <a:gd name="connsiteY204" fmla="*/ 139541 h 192405"/>
                <a:gd name="connsiteX205" fmla="*/ 165735 w 269081"/>
                <a:gd name="connsiteY205" fmla="*/ 141446 h 192405"/>
                <a:gd name="connsiteX206" fmla="*/ 166688 w 269081"/>
                <a:gd name="connsiteY206" fmla="*/ 141446 h 192405"/>
                <a:gd name="connsiteX207" fmla="*/ 167640 w 269081"/>
                <a:gd name="connsiteY207" fmla="*/ 140970 h 192405"/>
                <a:gd name="connsiteX208" fmla="*/ 169545 w 269081"/>
                <a:gd name="connsiteY208" fmla="*/ 139541 h 192405"/>
                <a:gd name="connsiteX209" fmla="*/ 171450 w 269081"/>
                <a:gd name="connsiteY209" fmla="*/ 139065 h 192405"/>
                <a:gd name="connsiteX210" fmla="*/ 172402 w 269081"/>
                <a:gd name="connsiteY210" fmla="*/ 137160 h 192405"/>
                <a:gd name="connsiteX211" fmla="*/ 173355 w 269081"/>
                <a:gd name="connsiteY211" fmla="*/ 136208 h 192405"/>
                <a:gd name="connsiteX212" fmla="*/ 174307 w 269081"/>
                <a:gd name="connsiteY212" fmla="*/ 136208 h 192405"/>
                <a:gd name="connsiteX213" fmla="*/ 176213 w 269081"/>
                <a:gd name="connsiteY213" fmla="*/ 136208 h 192405"/>
                <a:gd name="connsiteX214" fmla="*/ 177165 w 269081"/>
                <a:gd name="connsiteY214" fmla="*/ 135255 h 192405"/>
                <a:gd name="connsiteX215" fmla="*/ 177641 w 269081"/>
                <a:gd name="connsiteY215" fmla="*/ 133350 h 192405"/>
                <a:gd name="connsiteX216" fmla="*/ 185738 w 269081"/>
                <a:gd name="connsiteY216" fmla="*/ 135255 h 192405"/>
                <a:gd name="connsiteX217" fmla="*/ 193357 w 269081"/>
                <a:gd name="connsiteY217" fmla="*/ 136684 h 192405"/>
                <a:gd name="connsiteX218" fmla="*/ 204311 w 269081"/>
                <a:gd name="connsiteY218" fmla="*/ 139541 h 192405"/>
                <a:gd name="connsiteX219" fmla="*/ 204788 w 269081"/>
                <a:gd name="connsiteY219" fmla="*/ 140018 h 192405"/>
                <a:gd name="connsiteX220" fmla="*/ 204788 w 269081"/>
                <a:gd name="connsiteY220" fmla="*/ 140494 h 192405"/>
                <a:gd name="connsiteX221" fmla="*/ 206693 w 269081"/>
                <a:gd name="connsiteY221" fmla="*/ 140494 h 192405"/>
                <a:gd name="connsiteX222" fmla="*/ 210026 w 269081"/>
                <a:gd name="connsiteY222" fmla="*/ 139541 h 192405"/>
                <a:gd name="connsiteX223" fmla="*/ 218599 w 269081"/>
                <a:gd name="connsiteY223" fmla="*/ 139541 h 192405"/>
                <a:gd name="connsiteX224" fmla="*/ 219551 w 269081"/>
                <a:gd name="connsiteY224" fmla="*/ 139541 h 192405"/>
                <a:gd name="connsiteX225" fmla="*/ 220504 w 269081"/>
                <a:gd name="connsiteY225" fmla="*/ 138113 h 192405"/>
                <a:gd name="connsiteX226" fmla="*/ 221456 w 269081"/>
                <a:gd name="connsiteY226" fmla="*/ 136684 h 192405"/>
                <a:gd name="connsiteX227" fmla="*/ 222409 w 269081"/>
                <a:gd name="connsiteY227" fmla="*/ 136684 h 192405"/>
                <a:gd name="connsiteX228" fmla="*/ 224314 w 269081"/>
                <a:gd name="connsiteY228" fmla="*/ 137160 h 192405"/>
                <a:gd name="connsiteX229" fmla="*/ 224790 w 269081"/>
                <a:gd name="connsiteY229" fmla="*/ 136684 h 192405"/>
                <a:gd name="connsiteX230" fmla="*/ 224790 w 269081"/>
                <a:gd name="connsiteY230" fmla="*/ 135255 h 192405"/>
                <a:gd name="connsiteX231" fmla="*/ 225266 w 269081"/>
                <a:gd name="connsiteY231" fmla="*/ 133826 h 192405"/>
                <a:gd name="connsiteX232" fmla="*/ 226695 w 269081"/>
                <a:gd name="connsiteY232" fmla="*/ 133350 h 192405"/>
                <a:gd name="connsiteX233" fmla="*/ 226695 w 269081"/>
                <a:gd name="connsiteY233" fmla="*/ 131921 h 192405"/>
                <a:gd name="connsiteX234" fmla="*/ 227171 w 269081"/>
                <a:gd name="connsiteY234" fmla="*/ 130493 h 192405"/>
                <a:gd name="connsiteX235" fmla="*/ 228124 w 269081"/>
                <a:gd name="connsiteY235" fmla="*/ 130493 h 192405"/>
                <a:gd name="connsiteX236" fmla="*/ 230029 w 269081"/>
                <a:gd name="connsiteY236" fmla="*/ 130493 h 192405"/>
                <a:gd name="connsiteX237" fmla="*/ 231457 w 269081"/>
                <a:gd name="connsiteY237" fmla="*/ 130016 h 192405"/>
                <a:gd name="connsiteX238" fmla="*/ 232886 w 269081"/>
                <a:gd name="connsiteY238" fmla="*/ 129064 h 192405"/>
                <a:gd name="connsiteX239" fmla="*/ 234315 w 269081"/>
                <a:gd name="connsiteY239" fmla="*/ 126206 h 192405"/>
                <a:gd name="connsiteX240" fmla="*/ 235268 w 269081"/>
                <a:gd name="connsiteY240" fmla="*/ 125254 h 192405"/>
                <a:gd name="connsiteX241" fmla="*/ 235744 w 269081"/>
                <a:gd name="connsiteY241" fmla="*/ 124778 h 192405"/>
                <a:gd name="connsiteX242" fmla="*/ 236696 w 269081"/>
                <a:gd name="connsiteY242" fmla="*/ 123825 h 192405"/>
                <a:gd name="connsiteX243" fmla="*/ 239077 w 269081"/>
                <a:gd name="connsiteY243" fmla="*/ 123825 h 192405"/>
                <a:gd name="connsiteX244" fmla="*/ 240982 w 269081"/>
                <a:gd name="connsiteY244" fmla="*/ 123825 h 192405"/>
                <a:gd name="connsiteX245" fmla="*/ 242411 w 269081"/>
                <a:gd name="connsiteY245" fmla="*/ 125730 h 192405"/>
                <a:gd name="connsiteX246" fmla="*/ 250984 w 269081"/>
                <a:gd name="connsiteY246" fmla="*/ 124301 h 192405"/>
                <a:gd name="connsiteX247" fmla="*/ 255270 w 269081"/>
                <a:gd name="connsiteY247" fmla="*/ 124778 h 192405"/>
                <a:gd name="connsiteX248" fmla="*/ 263843 w 269081"/>
                <a:gd name="connsiteY248" fmla="*/ 117634 h 192405"/>
                <a:gd name="connsiteX249" fmla="*/ 265748 w 269081"/>
                <a:gd name="connsiteY249" fmla="*/ 115729 h 192405"/>
                <a:gd name="connsiteX250" fmla="*/ 268129 w 269081"/>
                <a:gd name="connsiteY250" fmla="*/ 110490 h 192405"/>
                <a:gd name="connsiteX251" fmla="*/ 269081 w 269081"/>
                <a:gd name="connsiteY251" fmla="*/ 108585 h 19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269081" h="192405">
                  <a:moveTo>
                    <a:pt x="267652" y="107156"/>
                  </a:moveTo>
                  <a:lnTo>
                    <a:pt x="262414" y="100489"/>
                  </a:lnTo>
                  <a:lnTo>
                    <a:pt x="259080" y="95726"/>
                  </a:lnTo>
                  <a:lnTo>
                    <a:pt x="258604" y="94774"/>
                  </a:lnTo>
                  <a:lnTo>
                    <a:pt x="258127" y="92869"/>
                  </a:lnTo>
                  <a:lnTo>
                    <a:pt x="258127" y="92393"/>
                  </a:lnTo>
                  <a:lnTo>
                    <a:pt x="259556" y="91916"/>
                  </a:lnTo>
                  <a:lnTo>
                    <a:pt x="262890" y="90964"/>
                  </a:lnTo>
                  <a:lnTo>
                    <a:pt x="263366" y="90488"/>
                  </a:lnTo>
                  <a:lnTo>
                    <a:pt x="263843" y="89535"/>
                  </a:lnTo>
                  <a:lnTo>
                    <a:pt x="263366" y="86678"/>
                  </a:lnTo>
                  <a:lnTo>
                    <a:pt x="261461" y="83344"/>
                  </a:lnTo>
                  <a:lnTo>
                    <a:pt x="259556" y="81439"/>
                  </a:lnTo>
                  <a:lnTo>
                    <a:pt x="258604" y="80963"/>
                  </a:lnTo>
                  <a:lnTo>
                    <a:pt x="256699" y="80963"/>
                  </a:lnTo>
                  <a:lnTo>
                    <a:pt x="254318" y="80963"/>
                  </a:lnTo>
                  <a:lnTo>
                    <a:pt x="250507" y="83820"/>
                  </a:lnTo>
                  <a:lnTo>
                    <a:pt x="249079" y="84296"/>
                  </a:lnTo>
                  <a:lnTo>
                    <a:pt x="244793" y="84296"/>
                  </a:lnTo>
                  <a:lnTo>
                    <a:pt x="240982" y="83344"/>
                  </a:lnTo>
                  <a:lnTo>
                    <a:pt x="239077" y="81915"/>
                  </a:lnTo>
                  <a:lnTo>
                    <a:pt x="232410" y="76676"/>
                  </a:lnTo>
                  <a:lnTo>
                    <a:pt x="225266" y="70961"/>
                  </a:lnTo>
                  <a:lnTo>
                    <a:pt x="222409" y="70485"/>
                  </a:lnTo>
                  <a:lnTo>
                    <a:pt x="221456" y="69533"/>
                  </a:lnTo>
                  <a:lnTo>
                    <a:pt x="220980" y="65246"/>
                  </a:lnTo>
                  <a:lnTo>
                    <a:pt x="220980" y="60008"/>
                  </a:lnTo>
                  <a:lnTo>
                    <a:pt x="221456" y="58579"/>
                  </a:lnTo>
                  <a:lnTo>
                    <a:pt x="224790" y="59531"/>
                  </a:lnTo>
                  <a:lnTo>
                    <a:pt x="227648" y="60008"/>
                  </a:lnTo>
                  <a:lnTo>
                    <a:pt x="228600" y="59055"/>
                  </a:lnTo>
                  <a:lnTo>
                    <a:pt x="226219" y="57150"/>
                  </a:lnTo>
                  <a:lnTo>
                    <a:pt x="222409" y="55245"/>
                  </a:lnTo>
                  <a:lnTo>
                    <a:pt x="221456" y="52388"/>
                  </a:lnTo>
                  <a:lnTo>
                    <a:pt x="220027" y="51435"/>
                  </a:lnTo>
                  <a:lnTo>
                    <a:pt x="218599" y="50006"/>
                  </a:lnTo>
                  <a:lnTo>
                    <a:pt x="216694" y="49530"/>
                  </a:lnTo>
                  <a:lnTo>
                    <a:pt x="214789" y="49054"/>
                  </a:lnTo>
                  <a:lnTo>
                    <a:pt x="213360" y="48101"/>
                  </a:lnTo>
                  <a:lnTo>
                    <a:pt x="211455" y="47625"/>
                  </a:lnTo>
                  <a:lnTo>
                    <a:pt x="209074" y="47149"/>
                  </a:lnTo>
                  <a:lnTo>
                    <a:pt x="205740" y="42386"/>
                  </a:lnTo>
                  <a:lnTo>
                    <a:pt x="202406" y="38100"/>
                  </a:lnTo>
                  <a:lnTo>
                    <a:pt x="200501" y="34290"/>
                  </a:lnTo>
                  <a:lnTo>
                    <a:pt x="200025" y="32385"/>
                  </a:lnTo>
                  <a:lnTo>
                    <a:pt x="200977" y="28575"/>
                  </a:lnTo>
                  <a:lnTo>
                    <a:pt x="200025" y="27146"/>
                  </a:lnTo>
                  <a:lnTo>
                    <a:pt x="196691" y="23336"/>
                  </a:lnTo>
                  <a:lnTo>
                    <a:pt x="193357" y="20003"/>
                  </a:lnTo>
                  <a:lnTo>
                    <a:pt x="194310" y="14764"/>
                  </a:lnTo>
                  <a:lnTo>
                    <a:pt x="194786" y="10001"/>
                  </a:lnTo>
                  <a:lnTo>
                    <a:pt x="194786" y="7144"/>
                  </a:lnTo>
                  <a:lnTo>
                    <a:pt x="195263" y="5715"/>
                  </a:lnTo>
                  <a:lnTo>
                    <a:pt x="188119" y="3334"/>
                  </a:lnTo>
                  <a:lnTo>
                    <a:pt x="180023" y="476"/>
                  </a:lnTo>
                  <a:lnTo>
                    <a:pt x="174307" y="2381"/>
                  </a:lnTo>
                  <a:lnTo>
                    <a:pt x="173355" y="1429"/>
                  </a:lnTo>
                  <a:lnTo>
                    <a:pt x="172402" y="476"/>
                  </a:lnTo>
                  <a:lnTo>
                    <a:pt x="169545" y="0"/>
                  </a:lnTo>
                  <a:lnTo>
                    <a:pt x="165259" y="476"/>
                  </a:lnTo>
                  <a:lnTo>
                    <a:pt x="161925" y="953"/>
                  </a:lnTo>
                  <a:lnTo>
                    <a:pt x="157163" y="4763"/>
                  </a:lnTo>
                  <a:lnTo>
                    <a:pt x="153352" y="8096"/>
                  </a:lnTo>
                  <a:lnTo>
                    <a:pt x="152400" y="9049"/>
                  </a:lnTo>
                  <a:lnTo>
                    <a:pt x="147161" y="10954"/>
                  </a:lnTo>
                  <a:lnTo>
                    <a:pt x="137160" y="15240"/>
                  </a:lnTo>
                  <a:lnTo>
                    <a:pt x="131445" y="19050"/>
                  </a:lnTo>
                  <a:lnTo>
                    <a:pt x="130493" y="19526"/>
                  </a:lnTo>
                  <a:lnTo>
                    <a:pt x="127635" y="20479"/>
                  </a:lnTo>
                  <a:lnTo>
                    <a:pt x="123825" y="20479"/>
                  </a:lnTo>
                  <a:lnTo>
                    <a:pt x="120968" y="21431"/>
                  </a:lnTo>
                  <a:lnTo>
                    <a:pt x="118110" y="30480"/>
                  </a:lnTo>
                  <a:lnTo>
                    <a:pt x="116205" y="30956"/>
                  </a:lnTo>
                  <a:lnTo>
                    <a:pt x="104299" y="27623"/>
                  </a:lnTo>
                  <a:lnTo>
                    <a:pt x="101918" y="28099"/>
                  </a:lnTo>
                  <a:lnTo>
                    <a:pt x="100013" y="29051"/>
                  </a:lnTo>
                  <a:lnTo>
                    <a:pt x="93345" y="34290"/>
                  </a:lnTo>
                  <a:lnTo>
                    <a:pt x="90011" y="38576"/>
                  </a:lnTo>
                  <a:lnTo>
                    <a:pt x="88582" y="44291"/>
                  </a:lnTo>
                  <a:lnTo>
                    <a:pt x="88582" y="45720"/>
                  </a:lnTo>
                  <a:lnTo>
                    <a:pt x="88582" y="48101"/>
                  </a:lnTo>
                  <a:lnTo>
                    <a:pt x="87630" y="49054"/>
                  </a:lnTo>
                  <a:lnTo>
                    <a:pt x="86201" y="49530"/>
                  </a:lnTo>
                  <a:lnTo>
                    <a:pt x="84773" y="49054"/>
                  </a:lnTo>
                  <a:lnTo>
                    <a:pt x="79057" y="48101"/>
                  </a:lnTo>
                  <a:lnTo>
                    <a:pt x="77629" y="48578"/>
                  </a:lnTo>
                  <a:lnTo>
                    <a:pt x="76676" y="51435"/>
                  </a:lnTo>
                  <a:lnTo>
                    <a:pt x="76676" y="57626"/>
                  </a:lnTo>
                  <a:lnTo>
                    <a:pt x="75724" y="61436"/>
                  </a:lnTo>
                  <a:lnTo>
                    <a:pt x="72390" y="62865"/>
                  </a:lnTo>
                  <a:lnTo>
                    <a:pt x="70009" y="64294"/>
                  </a:lnTo>
                  <a:lnTo>
                    <a:pt x="68104" y="64770"/>
                  </a:lnTo>
                  <a:lnTo>
                    <a:pt x="66199" y="64294"/>
                  </a:lnTo>
                  <a:lnTo>
                    <a:pt x="56674" y="58103"/>
                  </a:lnTo>
                  <a:lnTo>
                    <a:pt x="53816" y="57150"/>
                  </a:lnTo>
                  <a:lnTo>
                    <a:pt x="50006" y="58103"/>
                  </a:lnTo>
                  <a:lnTo>
                    <a:pt x="46673" y="60484"/>
                  </a:lnTo>
                  <a:lnTo>
                    <a:pt x="45244" y="62389"/>
                  </a:lnTo>
                  <a:lnTo>
                    <a:pt x="42863" y="64294"/>
                  </a:lnTo>
                  <a:lnTo>
                    <a:pt x="40481" y="67151"/>
                  </a:lnTo>
                  <a:lnTo>
                    <a:pt x="41434" y="69533"/>
                  </a:lnTo>
                  <a:lnTo>
                    <a:pt x="42863" y="71914"/>
                  </a:lnTo>
                  <a:lnTo>
                    <a:pt x="44291" y="75248"/>
                  </a:lnTo>
                  <a:lnTo>
                    <a:pt x="44291" y="78105"/>
                  </a:lnTo>
                  <a:lnTo>
                    <a:pt x="35719" y="82391"/>
                  </a:lnTo>
                  <a:lnTo>
                    <a:pt x="36195" y="83820"/>
                  </a:lnTo>
                  <a:lnTo>
                    <a:pt x="37624" y="85249"/>
                  </a:lnTo>
                  <a:lnTo>
                    <a:pt x="37624" y="88583"/>
                  </a:lnTo>
                  <a:lnTo>
                    <a:pt x="37148" y="93821"/>
                  </a:lnTo>
                  <a:lnTo>
                    <a:pt x="35719" y="95726"/>
                  </a:lnTo>
                  <a:lnTo>
                    <a:pt x="33338" y="97631"/>
                  </a:lnTo>
                  <a:lnTo>
                    <a:pt x="31909" y="100013"/>
                  </a:lnTo>
                  <a:lnTo>
                    <a:pt x="30480" y="100965"/>
                  </a:lnTo>
                  <a:lnTo>
                    <a:pt x="28099" y="102394"/>
                  </a:lnTo>
                  <a:lnTo>
                    <a:pt x="24765" y="104299"/>
                  </a:lnTo>
                  <a:lnTo>
                    <a:pt x="19050" y="105251"/>
                  </a:lnTo>
                  <a:lnTo>
                    <a:pt x="14288" y="106204"/>
                  </a:lnTo>
                  <a:lnTo>
                    <a:pt x="12382" y="107156"/>
                  </a:lnTo>
                  <a:lnTo>
                    <a:pt x="10001" y="109061"/>
                  </a:lnTo>
                  <a:lnTo>
                    <a:pt x="8096" y="110966"/>
                  </a:lnTo>
                  <a:lnTo>
                    <a:pt x="7620" y="113348"/>
                  </a:lnTo>
                  <a:lnTo>
                    <a:pt x="8096" y="115729"/>
                  </a:lnTo>
                  <a:lnTo>
                    <a:pt x="8573" y="118110"/>
                  </a:lnTo>
                  <a:lnTo>
                    <a:pt x="9525" y="119539"/>
                  </a:lnTo>
                  <a:lnTo>
                    <a:pt x="10001" y="121444"/>
                  </a:lnTo>
                  <a:lnTo>
                    <a:pt x="9525" y="126206"/>
                  </a:lnTo>
                  <a:lnTo>
                    <a:pt x="7620" y="132398"/>
                  </a:lnTo>
                  <a:lnTo>
                    <a:pt x="6191" y="134779"/>
                  </a:lnTo>
                  <a:lnTo>
                    <a:pt x="3334" y="136208"/>
                  </a:lnTo>
                  <a:lnTo>
                    <a:pt x="952" y="137636"/>
                  </a:lnTo>
                  <a:lnTo>
                    <a:pt x="1905" y="141446"/>
                  </a:lnTo>
                  <a:lnTo>
                    <a:pt x="2381" y="147161"/>
                  </a:lnTo>
                  <a:lnTo>
                    <a:pt x="1429" y="151448"/>
                  </a:lnTo>
                  <a:lnTo>
                    <a:pt x="1429" y="153829"/>
                  </a:lnTo>
                  <a:lnTo>
                    <a:pt x="476" y="156686"/>
                  </a:lnTo>
                  <a:lnTo>
                    <a:pt x="0" y="158591"/>
                  </a:lnTo>
                  <a:lnTo>
                    <a:pt x="2381" y="160973"/>
                  </a:lnTo>
                  <a:lnTo>
                    <a:pt x="4763" y="162401"/>
                  </a:lnTo>
                  <a:lnTo>
                    <a:pt x="9049" y="162401"/>
                  </a:lnTo>
                  <a:lnTo>
                    <a:pt x="11906" y="163354"/>
                  </a:lnTo>
                  <a:lnTo>
                    <a:pt x="14288" y="164783"/>
                  </a:lnTo>
                  <a:lnTo>
                    <a:pt x="16193" y="168593"/>
                  </a:lnTo>
                  <a:lnTo>
                    <a:pt x="18098" y="171450"/>
                  </a:lnTo>
                  <a:lnTo>
                    <a:pt x="19050" y="175260"/>
                  </a:lnTo>
                  <a:lnTo>
                    <a:pt x="21907" y="177641"/>
                  </a:lnTo>
                  <a:lnTo>
                    <a:pt x="24289" y="178594"/>
                  </a:lnTo>
                  <a:lnTo>
                    <a:pt x="27146" y="181451"/>
                  </a:lnTo>
                  <a:lnTo>
                    <a:pt x="30480" y="182880"/>
                  </a:lnTo>
                  <a:lnTo>
                    <a:pt x="33814" y="182404"/>
                  </a:lnTo>
                  <a:lnTo>
                    <a:pt x="35719" y="183833"/>
                  </a:lnTo>
                  <a:lnTo>
                    <a:pt x="38100" y="185261"/>
                  </a:lnTo>
                  <a:lnTo>
                    <a:pt x="40481" y="185261"/>
                  </a:lnTo>
                  <a:lnTo>
                    <a:pt x="42863" y="181928"/>
                  </a:lnTo>
                  <a:lnTo>
                    <a:pt x="45720" y="180499"/>
                  </a:lnTo>
                  <a:lnTo>
                    <a:pt x="53340" y="178118"/>
                  </a:lnTo>
                  <a:lnTo>
                    <a:pt x="56198" y="176689"/>
                  </a:lnTo>
                  <a:lnTo>
                    <a:pt x="59055" y="175736"/>
                  </a:lnTo>
                  <a:lnTo>
                    <a:pt x="66199" y="175736"/>
                  </a:lnTo>
                  <a:lnTo>
                    <a:pt x="72866" y="176689"/>
                  </a:lnTo>
                  <a:lnTo>
                    <a:pt x="76200" y="177165"/>
                  </a:lnTo>
                  <a:lnTo>
                    <a:pt x="78105" y="176689"/>
                  </a:lnTo>
                  <a:lnTo>
                    <a:pt x="80486" y="178118"/>
                  </a:lnTo>
                  <a:lnTo>
                    <a:pt x="82868" y="181451"/>
                  </a:lnTo>
                  <a:lnTo>
                    <a:pt x="84296" y="182404"/>
                  </a:lnTo>
                  <a:lnTo>
                    <a:pt x="86201" y="183833"/>
                  </a:lnTo>
                  <a:lnTo>
                    <a:pt x="87630" y="186214"/>
                  </a:lnTo>
                  <a:lnTo>
                    <a:pt x="89059" y="189071"/>
                  </a:lnTo>
                  <a:lnTo>
                    <a:pt x="90011" y="190024"/>
                  </a:lnTo>
                  <a:lnTo>
                    <a:pt x="91916" y="192405"/>
                  </a:lnTo>
                  <a:lnTo>
                    <a:pt x="93821" y="192405"/>
                  </a:lnTo>
                  <a:lnTo>
                    <a:pt x="95726" y="191453"/>
                  </a:lnTo>
                  <a:lnTo>
                    <a:pt x="96202" y="190500"/>
                  </a:lnTo>
                  <a:lnTo>
                    <a:pt x="95726" y="189071"/>
                  </a:lnTo>
                  <a:lnTo>
                    <a:pt x="93821" y="184785"/>
                  </a:lnTo>
                  <a:lnTo>
                    <a:pt x="93345" y="181928"/>
                  </a:lnTo>
                  <a:lnTo>
                    <a:pt x="94298" y="180023"/>
                  </a:lnTo>
                  <a:lnTo>
                    <a:pt x="94298" y="176213"/>
                  </a:lnTo>
                  <a:lnTo>
                    <a:pt x="93345" y="170498"/>
                  </a:lnTo>
                  <a:lnTo>
                    <a:pt x="92869" y="166688"/>
                  </a:lnTo>
                  <a:lnTo>
                    <a:pt x="93821" y="165259"/>
                  </a:lnTo>
                  <a:lnTo>
                    <a:pt x="93345" y="163354"/>
                  </a:lnTo>
                  <a:lnTo>
                    <a:pt x="91916" y="162401"/>
                  </a:lnTo>
                  <a:lnTo>
                    <a:pt x="91916" y="160973"/>
                  </a:lnTo>
                  <a:lnTo>
                    <a:pt x="93345" y="159544"/>
                  </a:lnTo>
                  <a:lnTo>
                    <a:pt x="92869" y="158591"/>
                  </a:lnTo>
                  <a:lnTo>
                    <a:pt x="91440" y="157639"/>
                  </a:lnTo>
                  <a:lnTo>
                    <a:pt x="90011" y="155734"/>
                  </a:lnTo>
                  <a:lnTo>
                    <a:pt x="88582" y="152876"/>
                  </a:lnTo>
                  <a:lnTo>
                    <a:pt x="89059" y="148590"/>
                  </a:lnTo>
                  <a:lnTo>
                    <a:pt x="91440" y="140018"/>
                  </a:lnTo>
                  <a:lnTo>
                    <a:pt x="91440" y="139065"/>
                  </a:lnTo>
                  <a:lnTo>
                    <a:pt x="94298" y="139065"/>
                  </a:lnTo>
                  <a:lnTo>
                    <a:pt x="94298" y="139541"/>
                  </a:lnTo>
                  <a:lnTo>
                    <a:pt x="102394" y="139541"/>
                  </a:lnTo>
                  <a:lnTo>
                    <a:pt x="111919" y="139541"/>
                  </a:lnTo>
                  <a:lnTo>
                    <a:pt x="123349" y="139541"/>
                  </a:lnTo>
                  <a:lnTo>
                    <a:pt x="133350" y="139065"/>
                  </a:lnTo>
                  <a:lnTo>
                    <a:pt x="133826" y="139065"/>
                  </a:lnTo>
                  <a:lnTo>
                    <a:pt x="135731" y="138589"/>
                  </a:lnTo>
                  <a:lnTo>
                    <a:pt x="146209" y="139065"/>
                  </a:lnTo>
                  <a:lnTo>
                    <a:pt x="152400" y="139065"/>
                  </a:lnTo>
                  <a:lnTo>
                    <a:pt x="155257" y="139065"/>
                  </a:lnTo>
                  <a:lnTo>
                    <a:pt x="157163" y="139541"/>
                  </a:lnTo>
                  <a:lnTo>
                    <a:pt x="161925" y="139541"/>
                  </a:lnTo>
                  <a:lnTo>
                    <a:pt x="164306" y="139541"/>
                  </a:lnTo>
                  <a:lnTo>
                    <a:pt x="165735" y="141446"/>
                  </a:lnTo>
                  <a:lnTo>
                    <a:pt x="166688" y="141446"/>
                  </a:lnTo>
                  <a:lnTo>
                    <a:pt x="167640" y="140970"/>
                  </a:lnTo>
                  <a:lnTo>
                    <a:pt x="169545" y="139541"/>
                  </a:lnTo>
                  <a:lnTo>
                    <a:pt x="171450" y="139065"/>
                  </a:lnTo>
                  <a:lnTo>
                    <a:pt x="172402" y="137160"/>
                  </a:lnTo>
                  <a:lnTo>
                    <a:pt x="173355" y="136208"/>
                  </a:lnTo>
                  <a:lnTo>
                    <a:pt x="174307" y="136208"/>
                  </a:lnTo>
                  <a:lnTo>
                    <a:pt x="176213" y="136208"/>
                  </a:lnTo>
                  <a:lnTo>
                    <a:pt x="177165" y="135255"/>
                  </a:lnTo>
                  <a:lnTo>
                    <a:pt x="177641" y="133350"/>
                  </a:lnTo>
                  <a:lnTo>
                    <a:pt x="185738" y="135255"/>
                  </a:lnTo>
                  <a:lnTo>
                    <a:pt x="193357" y="136684"/>
                  </a:lnTo>
                  <a:lnTo>
                    <a:pt x="204311" y="139541"/>
                  </a:lnTo>
                  <a:lnTo>
                    <a:pt x="204788" y="140018"/>
                  </a:lnTo>
                  <a:lnTo>
                    <a:pt x="204788" y="140494"/>
                  </a:lnTo>
                  <a:lnTo>
                    <a:pt x="206693" y="140494"/>
                  </a:lnTo>
                  <a:lnTo>
                    <a:pt x="210026" y="139541"/>
                  </a:lnTo>
                  <a:lnTo>
                    <a:pt x="218599" y="139541"/>
                  </a:lnTo>
                  <a:lnTo>
                    <a:pt x="219551" y="139541"/>
                  </a:lnTo>
                  <a:lnTo>
                    <a:pt x="220504" y="138113"/>
                  </a:lnTo>
                  <a:lnTo>
                    <a:pt x="221456" y="136684"/>
                  </a:lnTo>
                  <a:lnTo>
                    <a:pt x="222409" y="136684"/>
                  </a:lnTo>
                  <a:lnTo>
                    <a:pt x="224314" y="137160"/>
                  </a:lnTo>
                  <a:lnTo>
                    <a:pt x="224790" y="136684"/>
                  </a:lnTo>
                  <a:lnTo>
                    <a:pt x="224790" y="135255"/>
                  </a:lnTo>
                  <a:lnTo>
                    <a:pt x="225266" y="133826"/>
                  </a:lnTo>
                  <a:lnTo>
                    <a:pt x="226695" y="133350"/>
                  </a:lnTo>
                  <a:lnTo>
                    <a:pt x="226695" y="131921"/>
                  </a:lnTo>
                  <a:lnTo>
                    <a:pt x="227171" y="130493"/>
                  </a:lnTo>
                  <a:lnTo>
                    <a:pt x="228124" y="130493"/>
                  </a:lnTo>
                  <a:lnTo>
                    <a:pt x="230029" y="130493"/>
                  </a:lnTo>
                  <a:lnTo>
                    <a:pt x="231457" y="130016"/>
                  </a:lnTo>
                  <a:lnTo>
                    <a:pt x="232886" y="129064"/>
                  </a:lnTo>
                  <a:lnTo>
                    <a:pt x="234315" y="126206"/>
                  </a:lnTo>
                  <a:lnTo>
                    <a:pt x="235268" y="125254"/>
                  </a:lnTo>
                  <a:lnTo>
                    <a:pt x="235744" y="124778"/>
                  </a:lnTo>
                  <a:lnTo>
                    <a:pt x="236696" y="123825"/>
                  </a:lnTo>
                  <a:lnTo>
                    <a:pt x="239077" y="123825"/>
                  </a:lnTo>
                  <a:lnTo>
                    <a:pt x="240982" y="123825"/>
                  </a:lnTo>
                  <a:lnTo>
                    <a:pt x="242411" y="125730"/>
                  </a:lnTo>
                  <a:lnTo>
                    <a:pt x="250984" y="124301"/>
                  </a:lnTo>
                  <a:lnTo>
                    <a:pt x="255270" y="124778"/>
                  </a:lnTo>
                  <a:lnTo>
                    <a:pt x="263843" y="117634"/>
                  </a:lnTo>
                  <a:lnTo>
                    <a:pt x="265748" y="115729"/>
                  </a:lnTo>
                  <a:lnTo>
                    <a:pt x="268129" y="110490"/>
                  </a:lnTo>
                  <a:lnTo>
                    <a:pt x="269081" y="108585"/>
                  </a:lnTo>
                  <a:close/>
                </a:path>
              </a:pathLst>
            </a:custGeom>
            <a:grpFill/>
            <a:ln w="317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8D782493-F4EC-465F-9266-DCAD79FE5D60}"/>
                </a:ext>
              </a:extLst>
            </p:cNvPr>
            <p:cNvSpPr/>
            <p:nvPr/>
          </p:nvSpPr>
          <p:spPr>
            <a:xfrm>
              <a:off x="5805487" y="2395060"/>
              <a:ext cx="130492" cy="87629"/>
            </a:xfrm>
            <a:custGeom>
              <a:avLst/>
              <a:gdLst>
                <a:gd name="connsiteX0" fmla="*/ 130016 w 130492"/>
                <a:gd name="connsiteY0" fmla="*/ 48578 h 87629"/>
                <a:gd name="connsiteX1" fmla="*/ 130016 w 130492"/>
                <a:gd name="connsiteY1" fmla="*/ 46196 h 87629"/>
                <a:gd name="connsiteX2" fmla="*/ 128111 w 130492"/>
                <a:gd name="connsiteY2" fmla="*/ 44767 h 87629"/>
                <a:gd name="connsiteX3" fmla="*/ 125254 w 130492"/>
                <a:gd name="connsiteY3" fmla="*/ 44291 h 87629"/>
                <a:gd name="connsiteX4" fmla="*/ 124301 w 130492"/>
                <a:gd name="connsiteY4" fmla="*/ 43339 h 87629"/>
                <a:gd name="connsiteX5" fmla="*/ 123825 w 130492"/>
                <a:gd name="connsiteY5" fmla="*/ 41910 h 87629"/>
                <a:gd name="connsiteX6" fmla="*/ 126206 w 130492"/>
                <a:gd name="connsiteY6" fmla="*/ 40005 h 87629"/>
                <a:gd name="connsiteX7" fmla="*/ 123349 w 130492"/>
                <a:gd name="connsiteY7" fmla="*/ 38100 h 87629"/>
                <a:gd name="connsiteX8" fmla="*/ 122396 w 130492"/>
                <a:gd name="connsiteY8" fmla="*/ 36195 h 87629"/>
                <a:gd name="connsiteX9" fmla="*/ 118586 w 130492"/>
                <a:gd name="connsiteY9" fmla="*/ 33814 h 87629"/>
                <a:gd name="connsiteX10" fmla="*/ 118110 w 130492"/>
                <a:gd name="connsiteY10" fmla="*/ 32861 h 87629"/>
                <a:gd name="connsiteX11" fmla="*/ 114776 w 130492"/>
                <a:gd name="connsiteY11" fmla="*/ 32861 h 87629"/>
                <a:gd name="connsiteX12" fmla="*/ 112395 w 130492"/>
                <a:gd name="connsiteY12" fmla="*/ 30480 h 87629"/>
                <a:gd name="connsiteX13" fmla="*/ 107632 w 130492"/>
                <a:gd name="connsiteY13" fmla="*/ 31433 h 87629"/>
                <a:gd name="connsiteX14" fmla="*/ 107632 w 130492"/>
                <a:gd name="connsiteY14" fmla="*/ 31909 h 87629"/>
                <a:gd name="connsiteX15" fmla="*/ 107156 w 130492"/>
                <a:gd name="connsiteY15" fmla="*/ 30480 h 87629"/>
                <a:gd name="connsiteX16" fmla="*/ 106204 w 130492"/>
                <a:gd name="connsiteY16" fmla="*/ 29051 h 87629"/>
                <a:gd name="connsiteX17" fmla="*/ 106204 w 130492"/>
                <a:gd name="connsiteY17" fmla="*/ 27623 h 87629"/>
                <a:gd name="connsiteX18" fmla="*/ 109061 w 130492"/>
                <a:gd name="connsiteY18" fmla="*/ 24765 h 87629"/>
                <a:gd name="connsiteX19" fmla="*/ 109538 w 130492"/>
                <a:gd name="connsiteY19" fmla="*/ 24289 h 87629"/>
                <a:gd name="connsiteX20" fmla="*/ 109538 w 130492"/>
                <a:gd name="connsiteY20" fmla="*/ 23813 h 87629"/>
                <a:gd name="connsiteX21" fmla="*/ 109538 w 130492"/>
                <a:gd name="connsiteY21" fmla="*/ 22384 h 87629"/>
                <a:gd name="connsiteX22" fmla="*/ 111919 w 130492"/>
                <a:gd name="connsiteY22" fmla="*/ 18098 h 87629"/>
                <a:gd name="connsiteX23" fmla="*/ 112395 w 130492"/>
                <a:gd name="connsiteY23" fmla="*/ 16192 h 87629"/>
                <a:gd name="connsiteX24" fmla="*/ 111443 w 130492"/>
                <a:gd name="connsiteY24" fmla="*/ 15240 h 87629"/>
                <a:gd name="connsiteX25" fmla="*/ 110014 w 130492"/>
                <a:gd name="connsiteY25" fmla="*/ 14288 h 87629"/>
                <a:gd name="connsiteX26" fmla="*/ 104775 w 130492"/>
                <a:gd name="connsiteY26" fmla="*/ 12859 h 87629"/>
                <a:gd name="connsiteX27" fmla="*/ 102394 w 130492"/>
                <a:gd name="connsiteY27" fmla="*/ 11430 h 87629"/>
                <a:gd name="connsiteX28" fmla="*/ 101441 w 130492"/>
                <a:gd name="connsiteY28" fmla="*/ 9525 h 87629"/>
                <a:gd name="connsiteX29" fmla="*/ 100489 w 130492"/>
                <a:gd name="connsiteY29" fmla="*/ 9049 h 87629"/>
                <a:gd name="connsiteX30" fmla="*/ 99060 w 130492"/>
                <a:gd name="connsiteY30" fmla="*/ 9525 h 87629"/>
                <a:gd name="connsiteX31" fmla="*/ 94774 w 130492"/>
                <a:gd name="connsiteY31" fmla="*/ 10478 h 87629"/>
                <a:gd name="connsiteX32" fmla="*/ 91440 w 130492"/>
                <a:gd name="connsiteY32" fmla="*/ 9525 h 87629"/>
                <a:gd name="connsiteX33" fmla="*/ 87630 w 130492"/>
                <a:gd name="connsiteY33" fmla="*/ 6667 h 87629"/>
                <a:gd name="connsiteX34" fmla="*/ 86677 w 130492"/>
                <a:gd name="connsiteY34" fmla="*/ 3810 h 87629"/>
                <a:gd name="connsiteX35" fmla="*/ 86201 w 130492"/>
                <a:gd name="connsiteY35" fmla="*/ 1429 h 87629"/>
                <a:gd name="connsiteX36" fmla="*/ 85249 w 130492"/>
                <a:gd name="connsiteY36" fmla="*/ 953 h 87629"/>
                <a:gd name="connsiteX37" fmla="*/ 83820 w 130492"/>
                <a:gd name="connsiteY37" fmla="*/ 1905 h 87629"/>
                <a:gd name="connsiteX38" fmla="*/ 82391 w 130492"/>
                <a:gd name="connsiteY38" fmla="*/ 3810 h 87629"/>
                <a:gd name="connsiteX39" fmla="*/ 79057 w 130492"/>
                <a:gd name="connsiteY39" fmla="*/ 3810 h 87629"/>
                <a:gd name="connsiteX40" fmla="*/ 78105 w 130492"/>
                <a:gd name="connsiteY40" fmla="*/ 3334 h 87629"/>
                <a:gd name="connsiteX41" fmla="*/ 78105 w 130492"/>
                <a:gd name="connsiteY41" fmla="*/ 2381 h 87629"/>
                <a:gd name="connsiteX42" fmla="*/ 77629 w 130492"/>
                <a:gd name="connsiteY42" fmla="*/ 1905 h 87629"/>
                <a:gd name="connsiteX43" fmla="*/ 76676 w 130492"/>
                <a:gd name="connsiteY43" fmla="*/ 476 h 87629"/>
                <a:gd name="connsiteX44" fmla="*/ 75724 w 130492"/>
                <a:gd name="connsiteY44" fmla="*/ 0 h 87629"/>
                <a:gd name="connsiteX45" fmla="*/ 71914 w 130492"/>
                <a:gd name="connsiteY45" fmla="*/ 2858 h 87629"/>
                <a:gd name="connsiteX46" fmla="*/ 70009 w 130492"/>
                <a:gd name="connsiteY46" fmla="*/ 2858 h 87629"/>
                <a:gd name="connsiteX47" fmla="*/ 68104 w 130492"/>
                <a:gd name="connsiteY47" fmla="*/ 1905 h 87629"/>
                <a:gd name="connsiteX48" fmla="*/ 67151 w 130492"/>
                <a:gd name="connsiteY48" fmla="*/ 476 h 87629"/>
                <a:gd name="connsiteX49" fmla="*/ 65246 w 130492"/>
                <a:gd name="connsiteY49" fmla="*/ 1429 h 87629"/>
                <a:gd name="connsiteX50" fmla="*/ 63341 w 130492"/>
                <a:gd name="connsiteY50" fmla="*/ 2858 h 87629"/>
                <a:gd name="connsiteX51" fmla="*/ 63818 w 130492"/>
                <a:gd name="connsiteY51" fmla="*/ 5715 h 87629"/>
                <a:gd name="connsiteX52" fmla="*/ 62865 w 130492"/>
                <a:gd name="connsiteY52" fmla="*/ 6191 h 87629"/>
                <a:gd name="connsiteX53" fmla="*/ 60484 w 130492"/>
                <a:gd name="connsiteY53" fmla="*/ 5715 h 87629"/>
                <a:gd name="connsiteX54" fmla="*/ 58102 w 130492"/>
                <a:gd name="connsiteY54" fmla="*/ 4763 h 87629"/>
                <a:gd name="connsiteX55" fmla="*/ 57626 w 130492"/>
                <a:gd name="connsiteY55" fmla="*/ 6191 h 87629"/>
                <a:gd name="connsiteX56" fmla="*/ 56198 w 130492"/>
                <a:gd name="connsiteY56" fmla="*/ 8096 h 87629"/>
                <a:gd name="connsiteX57" fmla="*/ 51435 w 130492"/>
                <a:gd name="connsiteY57" fmla="*/ 10954 h 87629"/>
                <a:gd name="connsiteX58" fmla="*/ 46673 w 130492"/>
                <a:gd name="connsiteY58" fmla="*/ 12859 h 87629"/>
                <a:gd name="connsiteX59" fmla="*/ 44291 w 130492"/>
                <a:gd name="connsiteY59" fmla="*/ 12383 h 87629"/>
                <a:gd name="connsiteX60" fmla="*/ 42863 w 130492"/>
                <a:gd name="connsiteY60" fmla="*/ 11430 h 87629"/>
                <a:gd name="connsiteX61" fmla="*/ 41910 w 130492"/>
                <a:gd name="connsiteY61" fmla="*/ 10478 h 87629"/>
                <a:gd name="connsiteX62" fmla="*/ 39529 w 130492"/>
                <a:gd name="connsiteY62" fmla="*/ 9525 h 87629"/>
                <a:gd name="connsiteX63" fmla="*/ 35719 w 130492"/>
                <a:gd name="connsiteY63" fmla="*/ 9049 h 87629"/>
                <a:gd name="connsiteX64" fmla="*/ 33814 w 130492"/>
                <a:gd name="connsiteY64" fmla="*/ 10001 h 87629"/>
                <a:gd name="connsiteX65" fmla="*/ 32385 w 130492"/>
                <a:gd name="connsiteY65" fmla="*/ 10954 h 87629"/>
                <a:gd name="connsiteX66" fmla="*/ 30956 w 130492"/>
                <a:gd name="connsiteY66" fmla="*/ 10954 h 87629"/>
                <a:gd name="connsiteX67" fmla="*/ 30004 w 130492"/>
                <a:gd name="connsiteY67" fmla="*/ 10001 h 87629"/>
                <a:gd name="connsiteX68" fmla="*/ 29051 w 130492"/>
                <a:gd name="connsiteY68" fmla="*/ 9049 h 87629"/>
                <a:gd name="connsiteX69" fmla="*/ 28099 w 130492"/>
                <a:gd name="connsiteY69" fmla="*/ 5239 h 87629"/>
                <a:gd name="connsiteX70" fmla="*/ 23813 w 130492"/>
                <a:gd name="connsiteY70" fmla="*/ 6191 h 87629"/>
                <a:gd name="connsiteX71" fmla="*/ 14764 w 130492"/>
                <a:gd name="connsiteY71" fmla="*/ 10001 h 87629"/>
                <a:gd name="connsiteX72" fmla="*/ 0 w 130492"/>
                <a:gd name="connsiteY72" fmla="*/ 17621 h 87629"/>
                <a:gd name="connsiteX73" fmla="*/ 476 w 130492"/>
                <a:gd name="connsiteY73" fmla="*/ 19526 h 87629"/>
                <a:gd name="connsiteX74" fmla="*/ 1905 w 130492"/>
                <a:gd name="connsiteY74" fmla="*/ 22384 h 87629"/>
                <a:gd name="connsiteX75" fmla="*/ 2381 w 130492"/>
                <a:gd name="connsiteY75" fmla="*/ 23813 h 87629"/>
                <a:gd name="connsiteX76" fmla="*/ 1905 w 130492"/>
                <a:gd name="connsiteY76" fmla="*/ 25717 h 87629"/>
                <a:gd name="connsiteX77" fmla="*/ 2381 w 130492"/>
                <a:gd name="connsiteY77" fmla="*/ 27623 h 87629"/>
                <a:gd name="connsiteX78" fmla="*/ 4763 w 130492"/>
                <a:gd name="connsiteY78" fmla="*/ 30480 h 87629"/>
                <a:gd name="connsiteX79" fmla="*/ 8096 w 130492"/>
                <a:gd name="connsiteY79" fmla="*/ 32861 h 87629"/>
                <a:gd name="connsiteX80" fmla="*/ 10954 w 130492"/>
                <a:gd name="connsiteY80" fmla="*/ 34766 h 87629"/>
                <a:gd name="connsiteX81" fmla="*/ 11430 w 130492"/>
                <a:gd name="connsiteY81" fmla="*/ 34766 h 87629"/>
                <a:gd name="connsiteX82" fmla="*/ 13335 w 130492"/>
                <a:gd name="connsiteY82" fmla="*/ 34290 h 87629"/>
                <a:gd name="connsiteX83" fmla="*/ 17145 w 130492"/>
                <a:gd name="connsiteY83" fmla="*/ 32385 h 87629"/>
                <a:gd name="connsiteX84" fmla="*/ 20002 w 130492"/>
                <a:gd name="connsiteY84" fmla="*/ 31909 h 87629"/>
                <a:gd name="connsiteX85" fmla="*/ 21431 w 130492"/>
                <a:gd name="connsiteY85" fmla="*/ 32861 h 87629"/>
                <a:gd name="connsiteX86" fmla="*/ 22384 w 130492"/>
                <a:gd name="connsiteY86" fmla="*/ 33814 h 87629"/>
                <a:gd name="connsiteX87" fmla="*/ 24289 w 130492"/>
                <a:gd name="connsiteY87" fmla="*/ 37148 h 87629"/>
                <a:gd name="connsiteX88" fmla="*/ 24765 w 130492"/>
                <a:gd name="connsiteY88" fmla="*/ 40005 h 87629"/>
                <a:gd name="connsiteX89" fmla="*/ 25241 w 130492"/>
                <a:gd name="connsiteY89" fmla="*/ 42863 h 87629"/>
                <a:gd name="connsiteX90" fmla="*/ 27146 w 130492"/>
                <a:gd name="connsiteY90" fmla="*/ 43815 h 87629"/>
                <a:gd name="connsiteX91" fmla="*/ 32385 w 130492"/>
                <a:gd name="connsiteY91" fmla="*/ 44291 h 87629"/>
                <a:gd name="connsiteX92" fmla="*/ 36671 w 130492"/>
                <a:gd name="connsiteY92" fmla="*/ 45244 h 87629"/>
                <a:gd name="connsiteX93" fmla="*/ 37624 w 130492"/>
                <a:gd name="connsiteY93" fmla="*/ 46196 h 87629"/>
                <a:gd name="connsiteX94" fmla="*/ 39052 w 130492"/>
                <a:gd name="connsiteY94" fmla="*/ 51911 h 87629"/>
                <a:gd name="connsiteX95" fmla="*/ 39529 w 130492"/>
                <a:gd name="connsiteY95" fmla="*/ 52864 h 87629"/>
                <a:gd name="connsiteX96" fmla="*/ 40481 w 130492"/>
                <a:gd name="connsiteY96" fmla="*/ 51911 h 87629"/>
                <a:gd name="connsiteX97" fmla="*/ 41434 w 130492"/>
                <a:gd name="connsiteY97" fmla="*/ 50959 h 87629"/>
                <a:gd name="connsiteX98" fmla="*/ 42863 w 130492"/>
                <a:gd name="connsiteY98" fmla="*/ 50959 h 87629"/>
                <a:gd name="connsiteX99" fmla="*/ 45244 w 130492"/>
                <a:gd name="connsiteY99" fmla="*/ 51435 h 87629"/>
                <a:gd name="connsiteX100" fmla="*/ 48577 w 130492"/>
                <a:gd name="connsiteY100" fmla="*/ 51435 h 87629"/>
                <a:gd name="connsiteX101" fmla="*/ 51911 w 130492"/>
                <a:gd name="connsiteY101" fmla="*/ 51911 h 87629"/>
                <a:gd name="connsiteX102" fmla="*/ 56198 w 130492"/>
                <a:gd name="connsiteY102" fmla="*/ 55245 h 87629"/>
                <a:gd name="connsiteX103" fmla="*/ 56198 w 130492"/>
                <a:gd name="connsiteY103" fmla="*/ 56674 h 87629"/>
                <a:gd name="connsiteX104" fmla="*/ 55245 w 130492"/>
                <a:gd name="connsiteY104" fmla="*/ 58579 h 87629"/>
                <a:gd name="connsiteX105" fmla="*/ 54769 w 130492"/>
                <a:gd name="connsiteY105" fmla="*/ 60008 h 87629"/>
                <a:gd name="connsiteX106" fmla="*/ 55721 w 130492"/>
                <a:gd name="connsiteY106" fmla="*/ 60484 h 87629"/>
                <a:gd name="connsiteX107" fmla="*/ 56674 w 130492"/>
                <a:gd name="connsiteY107" fmla="*/ 61913 h 87629"/>
                <a:gd name="connsiteX108" fmla="*/ 56674 w 130492"/>
                <a:gd name="connsiteY108" fmla="*/ 63817 h 87629"/>
                <a:gd name="connsiteX109" fmla="*/ 55245 w 130492"/>
                <a:gd name="connsiteY109" fmla="*/ 65246 h 87629"/>
                <a:gd name="connsiteX110" fmla="*/ 54769 w 130492"/>
                <a:gd name="connsiteY110" fmla="*/ 66199 h 87629"/>
                <a:gd name="connsiteX111" fmla="*/ 54769 w 130492"/>
                <a:gd name="connsiteY111" fmla="*/ 67151 h 87629"/>
                <a:gd name="connsiteX112" fmla="*/ 55245 w 130492"/>
                <a:gd name="connsiteY112" fmla="*/ 67628 h 87629"/>
                <a:gd name="connsiteX113" fmla="*/ 56198 w 130492"/>
                <a:gd name="connsiteY113" fmla="*/ 68104 h 87629"/>
                <a:gd name="connsiteX114" fmla="*/ 62865 w 130492"/>
                <a:gd name="connsiteY114" fmla="*/ 68580 h 87629"/>
                <a:gd name="connsiteX115" fmla="*/ 68580 w 130492"/>
                <a:gd name="connsiteY115" fmla="*/ 68104 h 87629"/>
                <a:gd name="connsiteX116" fmla="*/ 72390 w 130492"/>
                <a:gd name="connsiteY116" fmla="*/ 66199 h 87629"/>
                <a:gd name="connsiteX117" fmla="*/ 73343 w 130492"/>
                <a:gd name="connsiteY117" fmla="*/ 64294 h 87629"/>
                <a:gd name="connsiteX118" fmla="*/ 74295 w 130492"/>
                <a:gd name="connsiteY118" fmla="*/ 61913 h 87629"/>
                <a:gd name="connsiteX119" fmla="*/ 76676 w 130492"/>
                <a:gd name="connsiteY119" fmla="*/ 60008 h 87629"/>
                <a:gd name="connsiteX120" fmla="*/ 78105 w 130492"/>
                <a:gd name="connsiteY120" fmla="*/ 59531 h 87629"/>
                <a:gd name="connsiteX121" fmla="*/ 79534 w 130492"/>
                <a:gd name="connsiteY121" fmla="*/ 60484 h 87629"/>
                <a:gd name="connsiteX122" fmla="*/ 77152 w 130492"/>
                <a:gd name="connsiteY122" fmla="*/ 68104 h 87629"/>
                <a:gd name="connsiteX123" fmla="*/ 79057 w 130492"/>
                <a:gd name="connsiteY123" fmla="*/ 70009 h 87629"/>
                <a:gd name="connsiteX124" fmla="*/ 79057 w 130492"/>
                <a:gd name="connsiteY124" fmla="*/ 72866 h 87629"/>
                <a:gd name="connsiteX125" fmla="*/ 79534 w 130492"/>
                <a:gd name="connsiteY125" fmla="*/ 75724 h 87629"/>
                <a:gd name="connsiteX126" fmla="*/ 81915 w 130492"/>
                <a:gd name="connsiteY126" fmla="*/ 75724 h 87629"/>
                <a:gd name="connsiteX127" fmla="*/ 84296 w 130492"/>
                <a:gd name="connsiteY127" fmla="*/ 76200 h 87629"/>
                <a:gd name="connsiteX128" fmla="*/ 86201 w 130492"/>
                <a:gd name="connsiteY128" fmla="*/ 77153 h 87629"/>
                <a:gd name="connsiteX129" fmla="*/ 88582 w 130492"/>
                <a:gd name="connsiteY129" fmla="*/ 78581 h 87629"/>
                <a:gd name="connsiteX130" fmla="*/ 91440 w 130492"/>
                <a:gd name="connsiteY130" fmla="*/ 80010 h 87629"/>
                <a:gd name="connsiteX131" fmla="*/ 93821 w 130492"/>
                <a:gd name="connsiteY131" fmla="*/ 80486 h 87629"/>
                <a:gd name="connsiteX132" fmla="*/ 94298 w 130492"/>
                <a:gd name="connsiteY132" fmla="*/ 81439 h 87629"/>
                <a:gd name="connsiteX133" fmla="*/ 96202 w 130492"/>
                <a:gd name="connsiteY133" fmla="*/ 82867 h 87629"/>
                <a:gd name="connsiteX134" fmla="*/ 99060 w 130492"/>
                <a:gd name="connsiteY134" fmla="*/ 85725 h 87629"/>
                <a:gd name="connsiteX135" fmla="*/ 101441 w 130492"/>
                <a:gd name="connsiteY135" fmla="*/ 87630 h 87629"/>
                <a:gd name="connsiteX136" fmla="*/ 102870 w 130492"/>
                <a:gd name="connsiteY136" fmla="*/ 87630 h 87629"/>
                <a:gd name="connsiteX137" fmla="*/ 104775 w 130492"/>
                <a:gd name="connsiteY137" fmla="*/ 87154 h 87629"/>
                <a:gd name="connsiteX138" fmla="*/ 108585 w 130492"/>
                <a:gd name="connsiteY138" fmla="*/ 86678 h 87629"/>
                <a:gd name="connsiteX139" fmla="*/ 110966 w 130492"/>
                <a:gd name="connsiteY139" fmla="*/ 86678 h 87629"/>
                <a:gd name="connsiteX140" fmla="*/ 111919 w 130492"/>
                <a:gd name="connsiteY140" fmla="*/ 85725 h 87629"/>
                <a:gd name="connsiteX141" fmla="*/ 112871 w 130492"/>
                <a:gd name="connsiteY141" fmla="*/ 84773 h 87629"/>
                <a:gd name="connsiteX142" fmla="*/ 113348 w 130492"/>
                <a:gd name="connsiteY142" fmla="*/ 83344 h 87629"/>
                <a:gd name="connsiteX143" fmla="*/ 114300 w 130492"/>
                <a:gd name="connsiteY143" fmla="*/ 81915 h 87629"/>
                <a:gd name="connsiteX144" fmla="*/ 111443 w 130492"/>
                <a:gd name="connsiteY144" fmla="*/ 78105 h 87629"/>
                <a:gd name="connsiteX145" fmla="*/ 110966 w 130492"/>
                <a:gd name="connsiteY145" fmla="*/ 76676 h 87629"/>
                <a:gd name="connsiteX146" fmla="*/ 109061 w 130492"/>
                <a:gd name="connsiteY146" fmla="*/ 74771 h 87629"/>
                <a:gd name="connsiteX147" fmla="*/ 109061 w 130492"/>
                <a:gd name="connsiteY147" fmla="*/ 73342 h 87629"/>
                <a:gd name="connsiteX148" fmla="*/ 109538 w 130492"/>
                <a:gd name="connsiteY148" fmla="*/ 72390 h 87629"/>
                <a:gd name="connsiteX149" fmla="*/ 109061 w 130492"/>
                <a:gd name="connsiteY149" fmla="*/ 71914 h 87629"/>
                <a:gd name="connsiteX150" fmla="*/ 109538 w 130492"/>
                <a:gd name="connsiteY150" fmla="*/ 70009 h 87629"/>
                <a:gd name="connsiteX151" fmla="*/ 110966 w 130492"/>
                <a:gd name="connsiteY151" fmla="*/ 68104 h 87629"/>
                <a:gd name="connsiteX152" fmla="*/ 111919 w 130492"/>
                <a:gd name="connsiteY152" fmla="*/ 65723 h 87629"/>
                <a:gd name="connsiteX153" fmla="*/ 113824 w 130492"/>
                <a:gd name="connsiteY153" fmla="*/ 62389 h 87629"/>
                <a:gd name="connsiteX154" fmla="*/ 117634 w 130492"/>
                <a:gd name="connsiteY154" fmla="*/ 59055 h 87629"/>
                <a:gd name="connsiteX155" fmla="*/ 120015 w 130492"/>
                <a:gd name="connsiteY155" fmla="*/ 59531 h 87629"/>
                <a:gd name="connsiteX156" fmla="*/ 121444 w 130492"/>
                <a:gd name="connsiteY156" fmla="*/ 59531 h 87629"/>
                <a:gd name="connsiteX157" fmla="*/ 121920 w 130492"/>
                <a:gd name="connsiteY157" fmla="*/ 60960 h 87629"/>
                <a:gd name="connsiteX158" fmla="*/ 122396 w 130492"/>
                <a:gd name="connsiteY158" fmla="*/ 60960 h 87629"/>
                <a:gd name="connsiteX159" fmla="*/ 122396 w 130492"/>
                <a:gd name="connsiteY159" fmla="*/ 60008 h 87629"/>
                <a:gd name="connsiteX160" fmla="*/ 124301 w 130492"/>
                <a:gd name="connsiteY160" fmla="*/ 56198 h 87629"/>
                <a:gd name="connsiteX161" fmla="*/ 130493 w 130492"/>
                <a:gd name="connsiteY161" fmla="*/ 52388 h 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30492" h="87629">
                  <a:moveTo>
                    <a:pt x="130016" y="48578"/>
                  </a:moveTo>
                  <a:lnTo>
                    <a:pt x="130016" y="46196"/>
                  </a:lnTo>
                  <a:lnTo>
                    <a:pt x="128111" y="44767"/>
                  </a:lnTo>
                  <a:lnTo>
                    <a:pt x="125254" y="44291"/>
                  </a:lnTo>
                  <a:lnTo>
                    <a:pt x="124301" y="43339"/>
                  </a:lnTo>
                  <a:lnTo>
                    <a:pt x="123825" y="41910"/>
                  </a:lnTo>
                  <a:lnTo>
                    <a:pt x="126206" y="40005"/>
                  </a:lnTo>
                  <a:lnTo>
                    <a:pt x="123349" y="38100"/>
                  </a:lnTo>
                  <a:lnTo>
                    <a:pt x="122396" y="36195"/>
                  </a:lnTo>
                  <a:lnTo>
                    <a:pt x="118586" y="33814"/>
                  </a:lnTo>
                  <a:lnTo>
                    <a:pt x="118110" y="32861"/>
                  </a:lnTo>
                  <a:lnTo>
                    <a:pt x="114776" y="32861"/>
                  </a:lnTo>
                  <a:lnTo>
                    <a:pt x="112395" y="30480"/>
                  </a:lnTo>
                  <a:lnTo>
                    <a:pt x="107632" y="31433"/>
                  </a:lnTo>
                  <a:lnTo>
                    <a:pt x="107632" y="31909"/>
                  </a:lnTo>
                  <a:lnTo>
                    <a:pt x="107156" y="30480"/>
                  </a:lnTo>
                  <a:lnTo>
                    <a:pt x="106204" y="29051"/>
                  </a:lnTo>
                  <a:lnTo>
                    <a:pt x="106204" y="27623"/>
                  </a:lnTo>
                  <a:lnTo>
                    <a:pt x="109061" y="24765"/>
                  </a:lnTo>
                  <a:lnTo>
                    <a:pt x="109538" y="24289"/>
                  </a:lnTo>
                  <a:lnTo>
                    <a:pt x="109538" y="23813"/>
                  </a:lnTo>
                  <a:lnTo>
                    <a:pt x="109538" y="22384"/>
                  </a:lnTo>
                  <a:lnTo>
                    <a:pt x="111919" y="18098"/>
                  </a:lnTo>
                  <a:lnTo>
                    <a:pt x="112395" y="16192"/>
                  </a:lnTo>
                  <a:lnTo>
                    <a:pt x="111443" y="15240"/>
                  </a:lnTo>
                  <a:lnTo>
                    <a:pt x="110014" y="14288"/>
                  </a:lnTo>
                  <a:lnTo>
                    <a:pt x="104775" y="12859"/>
                  </a:lnTo>
                  <a:lnTo>
                    <a:pt x="102394" y="11430"/>
                  </a:lnTo>
                  <a:lnTo>
                    <a:pt x="101441" y="9525"/>
                  </a:lnTo>
                  <a:lnTo>
                    <a:pt x="100489" y="9049"/>
                  </a:lnTo>
                  <a:lnTo>
                    <a:pt x="99060" y="9525"/>
                  </a:lnTo>
                  <a:lnTo>
                    <a:pt x="94774" y="10478"/>
                  </a:lnTo>
                  <a:lnTo>
                    <a:pt x="91440" y="9525"/>
                  </a:lnTo>
                  <a:lnTo>
                    <a:pt x="87630" y="6667"/>
                  </a:lnTo>
                  <a:lnTo>
                    <a:pt x="86677" y="3810"/>
                  </a:lnTo>
                  <a:lnTo>
                    <a:pt x="86201" y="1429"/>
                  </a:lnTo>
                  <a:lnTo>
                    <a:pt x="85249" y="953"/>
                  </a:lnTo>
                  <a:lnTo>
                    <a:pt x="83820" y="1905"/>
                  </a:lnTo>
                  <a:lnTo>
                    <a:pt x="82391" y="3810"/>
                  </a:lnTo>
                  <a:lnTo>
                    <a:pt x="79057" y="3810"/>
                  </a:lnTo>
                  <a:lnTo>
                    <a:pt x="78105" y="3334"/>
                  </a:lnTo>
                  <a:lnTo>
                    <a:pt x="78105" y="2381"/>
                  </a:lnTo>
                  <a:lnTo>
                    <a:pt x="77629" y="1905"/>
                  </a:lnTo>
                  <a:lnTo>
                    <a:pt x="76676" y="476"/>
                  </a:lnTo>
                  <a:lnTo>
                    <a:pt x="75724" y="0"/>
                  </a:lnTo>
                  <a:lnTo>
                    <a:pt x="71914" y="2858"/>
                  </a:lnTo>
                  <a:lnTo>
                    <a:pt x="70009" y="2858"/>
                  </a:lnTo>
                  <a:lnTo>
                    <a:pt x="68104" y="1905"/>
                  </a:lnTo>
                  <a:lnTo>
                    <a:pt x="67151" y="476"/>
                  </a:lnTo>
                  <a:lnTo>
                    <a:pt x="65246" y="1429"/>
                  </a:lnTo>
                  <a:lnTo>
                    <a:pt x="63341" y="2858"/>
                  </a:lnTo>
                  <a:lnTo>
                    <a:pt x="63818" y="5715"/>
                  </a:lnTo>
                  <a:lnTo>
                    <a:pt x="62865" y="6191"/>
                  </a:lnTo>
                  <a:lnTo>
                    <a:pt x="60484" y="5715"/>
                  </a:lnTo>
                  <a:lnTo>
                    <a:pt x="58102" y="4763"/>
                  </a:lnTo>
                  <a:lnTo>
                    <a:pt x="57626" y="6191"/>
                  </a:lnTo>
                  <a:lnTo>
                    <a:pt x="56198" y="8096"/>
                  </a:lnTo>
                  <a:lnTo>
                    <a:pt x="51435" y="10954"/>
                  </a:lnTo>
                  <a:lnTo>
                    <a:pt x="46673" y="12859"/>
                  </a:lnTo>
                  <a:lnTo>
                    <a:pt x="44291" y="12383"/>
                  </a:lnTo>
                  <a:lnTo>
                    <a:pt x="42863" y="11430"/>
                  </a:lnTo>
                  <a:lnTo>
                    <a:pt x="41910" y="10478"/>
                  </a:lnTo>
                  <a:lnTo>
                    <a:pt x="39529" y="9525"/>
                  </a:lnTo>
                  <a:lnTo>
                    <a:pt x="35719" y="9049"/>
                  </a:lnTo>
                  <a:lnTo>
                    <a:pt x="33814" y="10001"/>
                  </a:lnTo>
                  <a:lnTo>
                    <a:pt x="32385" y="10954"/>
                  </a:lnTo>
                  <a:lnTo>
                    <a:pt x="30956" y="10954"/>
                  </a:lnTo>
                  <a:lnTo>
                    <a:pt x="30004" y="10001"/>
                  </a:lnTo>
                  <a:lnTo>
                    <a:pt x="29051" y="9049"/>
                  </a:lnTo>
                  <a:lnTo>
                    <a:pt x="28099" y="5239"/>
                  </a:lnTo>
                  <a:lnTo>
                    <a:pt x="23813" y="6191"/>
                  </a:lnTo>
                  <a:lnTo>
                    <a:pt x="14764" y="10001"/>
                  </a:lnTo>
                  <a:lnTo>
                    <a:pt x="0" y="17621"/>
                  </a:lnTo>
                  <a:lnTo>
                    <a:pt x="476" y="19526"/>
                  </a:lnTo>
                  <a:lnTo>
                    <a:pt x="1905" y="22384"/>
                  </a:lnTo>
                  <a:lnTo>
                    <a:pt x="2381" y="23813"/>
                  </a:lnTo>
                  <a:lnTo>
                    <a:pt x="1905" y="25717"/>
                  </a:lnTo>
                  <a:lnTo>
                    <a:pt x="2381" y="27623"/>
                  </a:lnTo>
                  <a:lnTo>
                    <a:pt x="4763" y="30480"/>
                  </a:lnTo>
                  <a:lnTo>
                    <a:pt x="8096" y="32861"/>
                  </a:lnTo>
                  <a:lnTo>
                    <a:pt x="10954" y="34766"/>
                  </a:lnTo>
                  <a:lnTo>
                    <a:pt x="11430" y="34766"/>
                  </a:lnTo>
                  <a:lnTo>
                    <a:pt x="13335" y="34290"/>
                  </a:lnTo>
                  <a:lnTo>
                    <a:pt x="17145" y="32385"/>
                  </a:lnTo>
                  <a:lnTo>
                    <a:pt x="20002" y="31909"/>
                  </a:lnTo>
                  <a:lnTo>
                    <a:pt x="21431" y="32861"/>
                  </a:lnTo>
                  <a:lnTo>
                    <a:pt x="22384" y="33814"/>
                  </a:lnTo>
                  <a:lnTo>
                    <a:pt x="24289" y="37148"/>
                  </a:lnTo>
                  <a:lnTo>
                    <a:pt x="24765" y="40005"/>
                  </a:lnTo>
                  <a:lnTo>
                    <a:pt x="25241" y="42863"/>
                  </a:lnTo>
                  <a:lnTo>
                    <a:pt x="27146" y="43815"/>
                  </a:lnTo>
                  <a:lnTo>
                    <a:pt x="32385" y="44291"/>
                  </a:lnTo>
                  <a:lnTo>
                    <a:pt x="36671" y="45244"/>
                  </a:lnTo>
                  <a:lnTo>
                    <a:pt x="37624" y="46196"/>
                  </a:lnTo>
                  <a:lnTo>
                    <a:pt x="39052" y="51911"/>
                  </a:lnTo>
                  <a:lnTo>
                    <a:pt x="39529" y="52864"/>
                  </a:lnTo>
                  <a:lnTo>
                    <a:pt x="40481" y="51911"/>
                  </a:lnTo>
                  <a:lnTo>
                    <a:pt x="41434" y="50959"/>
                  </a:lnTo>
                  <a:lnTo>
                    <a:pt x="42863" y="50959"/>
                  </a:lnTo>
                  <a:lnTo>
                    <a:pt x="45244" y="51435"/>
                  </a:lnTo>
                  <a:lnTo>
                    <a:pt x="48577" y="51435"/>
                  </a:lnTo>
                  <a:lnTo>
                    <a:pt x="51911" y="51911"/>
                  </a:lnTo>
                  <a:lnTo>
                    <a:pt x="56198" y="55245"/>
                  </a:lnTo>
                  <a:lnTo>
                    <a:pt x="56198" y="56674"/>
                  </a:lnTo>
                  <a:lnTo>
                    <a:pt x="55245" y="58579"/>
                  </a:lnTo>
                  <a:lnTo>
                    <a:pt x="54769" y="60008"/>
                  </a:lnTo>
                  <a:lnTo>
                    <a:pt x="55721" y="60484"/>
                  </a:lnTo>
                  <a:lnTo>
                    <a:pt x="56674" y="61913"/>
                  </a:lnTo>
                  <a:lnTo>
                    <a:pt x="56674" y="63817"/>
                  </a:lnTo>
                  <a:lnTo>
                    <a:pt x="55245" y="65246"/>
                  </a:lnTo>
                  <a:lnTo>
                    <a:pt x="54769" y="66199"/>
                  </a:lnTo>
                  <a:lnTo>
                    <a:pt x="54769" y="67151"/>
                  </a:lnTo>
                  <a:lnTo>
                    <a:pt x="55245" y="67628"/>
                  </a:lnTo>
                  <a:lnTo>
                    <a:pt x="56198" y="68104"/>
                  </a:lnTo>
                  <a:lnTo>
                    <a:pt x="62865" y="68580"/>
                  </a:lnTo>
                  <a:lnTo>
                    <a:pt x="68580" y="68104"/>
                  </a:lnTo>
                  <a:lnTo>
                    <a:pt x="72390" y="66199"/>
                  </a:lnTo>
                  <a:lnTo>
                    <a:pt x="73343" y="64294"/>
                  </a:lnTo>
                  <a:lnTo>
                    <a:pt x="74295" y="61913"/>
                  </a:lnTo>
                  <a:lnTo>
                    <a:pt x="76676" y="60008"/>
                  </a:lnTo>
                  <a:lnTo>
                    <a:pt x="78105" y="59531"/>
                  </a:lnTo>
                  <a:lnTo>
                    <a:pt x="79534" y="60484"/>
                  </a:lnTo>
                  <a:lnTo>
                    <a:pt x="77152" y="68104"/>
                  </a:lnTo>
                  <a:lnTo>
                    <a:pt x="79057" y="70009"/>
                  </a:lnTo>
                  <a:lnTo>
                    <a:pt x="79057" y="72866"/>
                  </a:lnTo>
                  <a:lnTo>
                    <a:pt x="79534" y="75724"/>
                  </a:lnTo>
                  <a:lnTo>
                    <a:pt x="81915" y="75724"/>
                  </a:lnTo>
                  <a:lnTo>
                    <a:pt x="84296" y="76200"/>
                  </a:lnTo>
                  <a:lnTo>
                    <a:pt x="86201" y="77153"/>
                  </a:lnTo>
                  <a:lnTo>
                    <a:pt x="88582" y="78581"/>
                  </a:lnTo>
                  <a:lnTo>
                    <a:pt x="91440" y="80010"/>
                  </a:lnTo>
                  <a:lnTo>
                    <a:pt x="93821" y="80486"/>
                  </a:lnTo>
                  <a:lnTo>
                    <a:pt x="94298" y="81439"/>
                  </a:lnTo>
                  <a:lnTo>
                    <a:pt x="96202" y="82867"/>
                  </a:lnTo>
                  <a:lnTo>
                    <a:pt x="99060" y="85725"/>
                  </a:lnTo>
                  <a:lnTo>
                    <a:pt x="101441" y="87630"/>
                  </a:lnTo>
                  <a:lnTo>
                    <a:pt x="102870" y="87630"/>
                  </a:lnTo>
                  <a:lnTo>
                    <a:pt x="104775" y="87154"/>
                  </a:lnTo>
                  <a:lnTo>
                    <a:pt x="108585" y="86678"/>
                  </a:lnTo>
                  <a:lnTo>
                    <a:pt x="110966" y="86678"/>
                  </a:lnTo>
                  <a:lnTo>
                    <a:pt x="111919" y="85725"/>
                  </a:lnTo>
                  <a:lnTo>
                    <a:pt x="112871" y="84773"/>
                  </a:lnTo>
                  <a:lnTo>
                    <a:pt x="113348" y="83344"/>
                  </a:lnTo>
                  <a:lnTo>
                    <a:pt x="114300" y="81915"/>
                  </a:lnTo>
                  <a:lnTo>
                    <a:pt x="111443" y="78105"/>
                  </a:lnTo>
                  <a:lnTo>
                    <a:pt x="110966" y="76676"/>
                  </a:lnTo>
                  <a:lnTo>
                    <a:pt x="109061" y="74771"/>
                  </a:lnTo>
                  <a:lnTo>
                    <a:pt x="109061" y="73342"/>
                  </a:lnTo>
                  <a:lnTo>
                    <a:pt x="109538" y="72390"/>
                  </a:lnTo>
                  <a:lnTo>
                    <a:pt x="109061" y="71914"/>
                  </a:lnTo>
                  <a:lnTo>
                    <a:pt x="109538" y="70009"/>
                  </a:lnTo>
                  <a:lnTo>
                    <a:pt x="110966" y="68104"/>
                  </a:lnTo>
                  <a:lnTo>
                    <a:pt x="111919" y="65723"/>
                  </a:lnTo>
                  <a:lnTo>
                    <a:pt x="113824" y="62389"/>
                  </a:lnTo>
                  <a:lnTo>
                    <a:pt x="117634" y="59055"/>
                  </a:lnTo>
                  <a:lnTo>
                    <a:pt x="120015" y="59531"/>
                  </a:lnTo>
                  <a:lnTo>
                    <a:pt x="121444" y="59531"/>
                  </a:lnTo>
                  <a:lnTo>
                    <a:pt x="121920" y="60960"/>
                  </a:lnTo>
                  <a:lnTo>
                    <a:pt x="122396" y="60960"/>
                  </a:lnTo>
                  <a:lnTo>
                    <a:pt x="122396" y="60008"/>
                  </a:lnTo>
                  <a:lnTo>
                    <a:pt x="124301" y="56198"/>
                  </a:lnTo>
                  <a:lnTo>
                    <a:pt x="130493" y="52388"/>
                  </a:lnTo>
                  <a:close/>
                </a:path>
              </a:pathLst>
            </a:custGeom>
            <a:grpFill/>
            <a:ln w="317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31900CFC-0B13-4FBC-901E-B304E93AD338}"/>
                </a:ext>
              </a:extLst>
            </p:cNvPr>
            <p:cNvSpPr/>
            <p:nvPr/>
          </p:nvSpPr>
          <p:spPr>
            <a:xfrm>
              <a:off x="8717756" y="3388518"/>
              <a:ext cx="154305" cy="204311"/>
            </a:xfrm>
            <a:custGeom>
              <a:avLst/>
              <a:gdLst>
                <a:gd name="connsiteX0" fmla="*/ 153352 w 154305"/>
                <a:gd name="connsiteY0" fmla="*/ 182880 h 204311"/>
                <a:gd name="connsiteX1" fmla="*/ 152400 w 154305"/>
                <a:gd name="connsiteY1" fmla="*/ 178594 h 204311"/>
                <a:gd name="connsiteX2" fmla="*/ 151924 w 154305"/>
                <a:gd name="connsiteY2" fmla="*/ 173831 h 204311"/>
                <a:gd name="connsiteX3" fmla="*/ 151924 w 154305"/>
                <a:gd name="connsiteY3" fmla="*/ 162401 h 204311"/>
                <a:gd name="connsiteX4" fmla="*/ 151448 w 154305"/>
                <a:gd name="connsiteY4" fmla="*/ 160972 h 204311"/>
                <a:gd name="connsiteX5" fmla="*/ 150971 w 154305"/>
                <a:gd name="connsiteY5" fmla="*/ 158591 h 204311"/>
                <a:gd name="connsiteX6" fmla="*/ 150019 w 154305"/>
                <a:gd name="connsiteY6" fmla="*/ 145732 h 204311"/>
                <a:gd name="connsiteX7" fmla="*/ 149066 w 154305"/>
                <a:gd name="connsiteY7" fmla="*/ 141446 h 204311"/>
                <a:gd name="connsiteX8" fmla="*/ 148590 w 154305"/>
                <a:gd name="connsiteY8" fmla="*/ 135731 h 204311"/>
                <a:gd name="connsiteX9" fmla="*/ 147638 w 154305"/>
                <a:gd name="connsiteY9" fmla="*/ 133826 h 204311"/>
                <a:gd name="connsiteX10" fmla="*/ 146685 w 154305"/>
                <a:gd name="connsiteY10" fmla="*/ 130969 h 204311"/>
                <a:gd name="connsiteX11" fmla="*/ 145256 w 154305"/>
                <a:gd name="connsiteY11" fmla="*/ 128111 h 204311"/>
                <a:gd name="connsiteX12" fmla="*/ 144304 w 154305"/>
                <a:gd name="connsiteY12" fmla="*/ 127159 h 204311"/>
                <a:gd name="connsiteX13" fmla="*/ 143827 w 154305"/>
                <a:gd name="connsiteY13" fmla="*/ 122396 h 204311"/>
                <a:gd name="connsiteX14" fmla="*/ 143351 w 154305"/>
                <a:gd name="connsiteY14" fmla="*/ 116205 h 204311"/>
                <a:gd name="connsiteX15" fmla="*/ 143351 w 154305"/>
                <a:gd name="connsiteY15" fmla="*/ 113347 h 204311"/>
                <a:gd name="connsiteX16" fmla="*/ 141923 w 154305"/>
                <a:gd name="connsiteY16" fmla="*/ 107156 h 204311"/>
                <a:gd name="connsiteX17" fmla="*/ 140494 w 154305"/>
                <a:gd name="connsiteY17" fmla="*/ 100489 h 204311"/>
                <a:gd name="connsiteX18" fmla="*/ 138589 w 154305"/>
                <a:gd name="connsiteY18" fmla="*/ 100965 h 204311"/>
                <a:gd name="connsiteX19" fmla="*/ 137636 w 154305"/>
                <a:gd name="connsiteY19" fmla="*/ 99536 h 204311"/>
                <a:gd name="connsiteX20" fmla="*/ 136684 w 154305"/>
                <a:gd name="connsiteY20" fmla="*/ 99536 h 204311"/>
                <a:gd name="connsiteX21" fmla="*/ 133826 w 154305"/>
                <a:gd name="connsiteY21" fmla="*/ 100965 h 204311"/>
                <a:gd name="connsiteX22" fmla="*/ 131445 w 154305"/>
                <a:gd name="connsiteY22" fmla="*/ 100489 h 204311"/>
                <a:gd name="connsiteX23" fmla="*/ 130016 w 154305"/>
                <a:gd name="connsiteY23" fmla="*/ 100489 h 204311"/>
                <a:gd name="connsiteX24" fmla="*/ 130016 w 154305"/>
                <a:gd name="connsiteY24" fmla="*/ 103822 h 204311"/>
                <a:gd name="connsiteX25" fmla="*/ 130493 w 154305"/>
                <a:gd name="connsiteY25" fmla="*/ 107156 h 204311"/>
                <a:gd name="connsiteX26" fmla="*/ 130016 w 154305"/>
                <a:gd name="connsiteY26" fmla="*/ 108585 h 204311"/>
                <a:gd name="connsiteX27" fmla="*/ 125730 w 154305"/>
                <a:gd name="connsiteY27" fmla="*/ 112395 h 204311"/>
                <a:gd name="connsiteX28" fmla="*/ 124301 w 154305"/>
                <a:gd name="connsiteY28" fmla="*/ 114776 h 204311"/>
                <a:gd name="connsiteX29" fmla="*/ 124301 w 154305"/>
                <a:gd name="connsiteY29" fmla="*/ 117634 h 204311"/>
                <a:gd name="connsiteX30" fmla="*/ 124777 w 154305"/>
                <a:gd name="connsiteY30" fmla="*/ 121444 h 204311"/>
                <a:gd name="connsiteX31" fmla="*/ 123825 w 154305"/>
                <a:gd name="connsiteY31" fmla="*/ 123349 h 204311"/>
                <a:gd name="connsiteX32" fmla="*/ 121920 w 154305"/>
                <a:gd name="connsiteY32" fmla="*/ 125254 h 204311"/>
                <a:gd name="connsiteX33" fmla="*/ 119539 w 154305"/>
                <a:gd name="connsiteY33" fmla="*/ 126206 h 204311"/>
                <a:gd name="connsiteX34" fmla="*/ 117157 w 154305"/>
                <a:gd name="connsiteY34" fmla="*/ 125730 h 204311"/>
                <a:gd name="connsiteX35" fmla="*/ 115729 w 154305"/>
                <a:gd name="connsiteY35" fmla="*/ 124301 h 204311"/>
                <a:gd name="connsiteX36" fmla="*/ 114300 w 154305"/>
                <a:gd name="connsiteY36" fmla="*/ 120491 h 204311"/>
                <a:gd name="connsiteX37" fmla="*/ 112871 w 154305"/>
                <a:gd name="connsiteY37" fmla="*/ 118586 h 204311"/>
                <a:gd name="connsiteX38" fmla="*/ 111443 w 154305"/>
                <a:gd name="connsiteY38" fmla="*/ 118110 h 204311"/>
                <a:gd name="connsiteX39" fmla="*/ 110490 w 154305"/>
                <a:gd name="connsiteY39" fmla="*/ 118586 h 204311"/>
                <a:gd name="connsiteX40" fmla="*/ 110490 w 154305"/>
                <a:gd name="connsiteY40" fmla="*/ 120968 h 204311"/>
                <a:gd name="connsiteX41" fmla="*/ 110490 w 154305"/>
                <a:gd name="connsiteY41" fmla="*/ 122872 h 204311"/>
                <a:gd name="connsiteX42" fmla="*/ 110014 w 154305"/>
                <a:gd name="connsiteY42" fmla="*/ 122872 h 204311"/>
                <a:gd name="connsiteX43" fmla="*/ 109538 w 154305"/>
                <a:gd name="connsiteY43" fmla="*/ 122396 h 204311"/>
                <a:gd name="connsiteX44" fmla="*/ 108585 w 154305"/>
                <a:gd name="connsiteY44" fmla="*/ 121444 h 204311"/>
                <a:gd name="connsiteX45" fmla="*/ 106680 w 154305"/>
                <a:gd name="connsiteY45" fmla="*/ 111919 h 204311"/>
                <a:gd name="connsiteX46" fmla="*/ 103823 w 154305"/>
                <a:gd name="connsiteY46" fmla="*/ 104775 h 204311"/>
                <a:gd name="connsiteX47" fmla="*/ 103823 w 154305"/>
                <a:gd name="connsiteY47" fmla="*/ 101918 h 204311"/>
                <a:gd name="connsiteX48" fmla="*/ 104775 w 154305"/>
                <a:gd name="connsiteY48" fmla="*/ 98107 h 204311"/>
                <a:gd name="connsiteX49" fmla="*/ 106204 w 154305"/>
                <a:gd name="connsiteY49" fmla="*/ 92393 h 204311"/>
                <a:gd name="connsiteX50" fmla="*/ 109538 w 154305"/>
                <a:gd name="connsiteY50" fmla="*/ 89059 h 204311"/>
                <a:gd name="connsiteX51" fmla="*/ 110014 w 154305"/>
                <a:gd name="connsiteY51" fmla="*/ 87630 h 204311"/>
                <a:gd name="connsiteX52" fmla="*/ 110490 w 154305"/>
                <a:gd name="connsiteY52" fmla="*/ 86678 h 204311"/>
                <a:gd name="connsiteX53" fmla="*/ 111443 w 154305"/>
                <a:gd name="connsiteY53" fmla="*/ 86678 h 204311"/>
                <a:gd name="connsiteX54" fmla="*/ 116205 w 154305"/>
                <a:gd name="connsiteY54" fmla="*/ 87154 h 204311"/>
                <a:gd name="connsiteX55" fmla="*/ 117634 w 154305"/>
                <a:gd name="connsiteY55" fmla="*/ 86678 h 204311"/>
                <a:gd name="connsiteX56" fmla="*/ 119063 w 154305"/>
                <a:gd name="connsiteY56" fmla="*/ 85249 h 204311"/>
                <a:gd name="connsiteX57" fmla="*/ 120968 w 154305"/>
                <a:gd name="connsiteY57" fmla="*/ 83820 h 204311"/>
                <a:gd name="connsiteX58" fmla="*/ 122873 w 154305"/>
                <a:gd name="connsiteY58" fmla="*/ 83344 h 204311"/>
                <a:gd name="connsiteX59" fmla="*/ 124301 w 154305"/>
                <a:gd name="connsiteY59" fmla="*/ 83344 h 204311"/>
                <a:gd name="connsiteX60" fmla="*/ 126682 w 154305"/>
                <a:gd name="connsiteY60" fmla="*/ 84772 h 204311"/>
                <a:gd name="connsiteX61" fmla="*/ 127635 w 154305"/>
                <a:gd name="connsiteY61" fmla="*/ 84296 h 204311"/>
                <a:gd name="connsiteX62" fmla="*/ 128588 w 154305"/>
                <a:gd name="connsiteY62" fmla="*/ 81915 h 204311"/>
                <a:gd name="connsiteX63" fmla="*/ 129540 w 154305"/>
                <a:gd name="connsiteY63" fmla="*/ 79534 h 204311"/>
                <a:gd name="connsiteX64" fmla="*/ 130016 w 154305"/>
                <a:gd name="connsiteY64" fmla="*/ 78581 h 204311"/>
                <a:gd name="connsiteX65" fmla="*/ 131921 w 154305"/>
                <a:gd name="connsiteY65" fmla="*/ 78105 h 204311"/>
                <a:gd name="connsiteX66" fmla="*/ 134302 w 154305"/>
                <a:gd name="connsiteY66" fmla="*/ 78105 h 204311"/>
                <a:gd name="connsiteX67" fmla="*/ 134779 w 154305"/>
                <a:gd name="connsiteY67" fmla="*/ 77629 h 204311"/>
                <a:gd name="connsiteX68" fmla="*/ 135255 w 154305"/>
                <a:gd name="connsiteY68" fmla="*/ 76676 h 204311"/>
                <a:gd name="connsiteX69" fmla="*/ 135731 w 154305"/>
                <a:gd name="connsiteY69" fmla="*/ 73819 h 204311"/>
                <a:gd name="connsiteX70" fmla="*/ 138589 w 154305"/>
                <a:gd name="connsiteY70" fmla="*/ 67151 h 204311"/>
                <a:gd name="connsiteX71" fmla="*/ 139541 w 154305"/>
                <a:gd name="connsiteY71" fmla="*/ 64294 h 204311"/>
                <a:gd name="connsiteX72" fmla="*/ 139541 w 154305"/>
                <a:gd name="connsiteY72" fmla="*/ 63818 h 204311"/>
                <a:gd name="connsiteX73" fmla="*/ 139541 w 154305"/>
                <a:gd name="connsiteY73" fmla="*/ 60484 h 204311"/>
                <a:gd name="connsiteX74" fmla="*/ 140494 w 154305"/>
                <a:gd name="connsiteY74" fmla="*/ 60007 h 204311"/>
                <a:gd name="connsiteX75" fmla="*/ 145256 w 154305"/>
                <a:gd name="connsiteY75" fmla="*/ 61436 h 204311"/>
                <a:gd name="connsiteX76" fmla="*/ 147161 w 154305"/>
                <a:gd name="connsiteY76" fmla="*/ 61436 h 204311"/>
                <a:gd name="connsiteX77" fmla="*/ 148114 w 154305"/>
                <a:gd name="connsiteY77" fmla="*/ 60960 h 204311"/>
                <a:gd name="connsiteX78" fmla="*/ 148590 w 154305"/>
                <a:gd name="connsiteY78" fmla="*/ 59531 h 204311"/>
                <a:gd name="connsiteX79" fmla="*/ 148114 w 154305"/>
                <a:gd name="connsiteY79" fmla="*/ 58103 h 204311"/>
                <a:gd name="connsiteX80" fmla="*/ 144780 w 154305"/>
                <a:gd name="connsiteY80" fmla="*/ 55721 h 204311"/>
                <a:gd name="connsiteX81" fmla="*/ 139065 w 154305"/>
                <a:gd name="connsiteY81" fmla="*/ 52388 h 204311"/>
                <a:gd name="connsiteX82" fmla="*/ 133826 w 154305"/>
                <a:gd name="connsiteY82" fmla="*/ 50482 h 204311"/>
                <a:gd name="connsiteX83" fmla="*/ 124301 w 154305"/>
                <a:gd name="connsiteY83" fmla="*/ 50959 h 204311"/>
                <a:gd name="connsiteX84" fmla="*/ 114776 w 154305"/>
                <a:gd name="connsiteY84" fmla="*/ 51435 h 204311"/>
                <a:gd name="connsiteX85" fmla="*/ 111919 w 154305"/>
                <a:gd name="connsiteY85" fmla="*/ 50959 h 204311"/>
                <a:gd name="connsiteX86" fmla="*/ 108585 w 154305"/>
                <a:gd name="connsiteY86" fmla="*/ 50006 h 204311"/>
                <a:gd name="connsiteX87" fmla="*/ 100013 w 154305"/>
                <a:gd name="connsiteY87" fmla="*/ 50006 h 204311"/>
                <a:gd name="connsiteX88" fmla="*/ 89535 w 154305"/>
                <a:gd name="connsiteY88" fmla="*/ 50482 h 204311"/>
                <a:gd name="connsiteX89" fmla="*/ 85725 w 154305"/>
                <a:gd name="connsiteY89" fmla="*/ 50006 h 204311"/>
                <a:gd name="connsiteX90" fmla="*/ 83820 w 154305"/>
                <a:gd name="connsiteY90" fmla="*/ 50006 h 204311"/>
                <a:gd name="connsiteX91" fmla="*/ 80010 w 154305"/>
                <a:gd name="connsiteY91" fmla="*/ 50482 h 204311"/>
                <a:gd name="connsiteX92" fmla="*/ 73819 w 154305"/>
                <a:gd name="connsiteY92" fmla="*/ 49530 h 204311"/>
                <a:gd name="connsiteX93" fmla="*/ 69532 w 154305"/>
                <a:gd name="connsiteY93" fmla="*/ 48101 h 204311"/>
                <a:gd name="connsiteX94" fmla="*/ 65723 w 154305"/>
                <a:gd name="connsiteY94" fmla="*/ 46672 h 204311"/>
                <a:gd name="connsiteX95" fmla="*/ 60960 w 154305"/>
                <a:gd name="connsiteY95" fmla="*/ 45244 h 204311"/>
                <a:gd name="connsiteX96" fmla="*/ 60007 w 154305"/>
                <a:gd name="connsiteY96" fmla="*/ 45244 h 204311"/>
                <a:gd name="connsiteX97" fmla="*/ 59531 w 154305"/>
                <a:gd name="connsiteY97" fmla="*/ 44768 h 204311"/>
                <a:gd name="connsiteX98" fmla="*/ 59055 w 154305"/>
                <a:gd name="connsiteY98" fmla="*/ 43815 h 204311"/>
                <a:gd name="connsiteX99" fmla="*/ 59055 w 154305"/>
                <a:gd name="connsiteY99" fmla="*/ 42386 h 204311"/>
                <a:gd name="connsiteX100" fmla="*/ 60007 w 154305"/>
                <a:gd name="connsiteY100" fmla="*/ 35719 h 204311"/>
                <a:gd name="connsiteX101" fmla="*/ 59055 w 154305"/>
                <a:gd name="connsiteY101" fmla="*/ 25718 h 204311"/>
                <a:gd name="connsiteX102" fmla="*/ 60007 w 154305"/>
                <a:gd name="connsiteY102" fmla="*/ 21907 h 204311"/>
                <a:gd name="connsiteX103" fmla="*/ 56198 w 154305"/>
                <a:gd name="connsiteY103" fmla="*/ 13811 h 204311"/>
                <a:gd name="connsiteX104" fmla="*/ 54769 w 154305"/>
                <a:gd name="connsiteY104" fmla="*/ 12382 h 204311"/>
                <a:gd name="connsiteX105" fmla="*/ 52864 w 154305"/>
                <a:gd name="connsiteY105" fmla="*/ 12382 h 204311"/>
                <a:gd name="connsiteX106" fmla="*/ 51911 w 154305"/>
                <a:gd name="connsiteY106" fmla="*/ 13335 h 204311"/>
                <a:gd name="connsiteX107" fmla="*/ 51435 w 154305"/>
                <a:gd name="connsiteY107" fmla="*/ 15240 h 204311"/>
                <a:gd name="connsiteX108" fmla="*/ 51911 w 154305"/>
                <a:gd name="connsiteY108" fmla="*/ 17621 h 204311"/>
                <a:gd name="connsiteX109" fmla="*/ 50482 w 154305"/>
                <a:gd name="connsiteY109" fmla="*/ 20003 h 204311"/>
                <a:gd name="connsiteX110" fmla="*/ 47625 w 154305"/>
                <a:gd name="connsiteY110" fmla="*/ 20955 h 204311"/>
                <a:gd name="connsiteX111" fmla="*/ 44291 w 154305"/>
                <a:gd name="connsiteY111" fmla="*/ 20003 h 204311"/>
                <a:gd name="connsiteX112" fmla="*/ 41434 w 154305"/>
                <a:gd name="connsiteY112" fmla="*/ 19050 h 204311"/>
                <a:gd name="connsiteX113" fmla="*/ 38100 w 154305"/>
                <a:gd name="connsiteY113" fmla="*/ 16669 h 204311"/>
                <a:gd name="connsiteX114" fmla="*/ 35243 w 154305"/>
                <a:gd name="connsiteY114" fmla="*/ 13335 h 204311"/>
                <a:gd name="connsiteX115" fmla="*/ 35243 w 154305"/>
                <a:gd name="connsiteY115" fmla="*/ 9525 h 204311"/>
                <a:gd name="connsiteX116" fmla="*/ 33814 w 154305"/>
                <a:gd name="connsiteY116" fmla="*/ 7144 h 204311"/>
                <a:gd name="connsiteX117" fmla="*/ 32385 w 154305"/>
                <a:gd name="connsiteY117" fmla="*/ 5715 h 204311"/>
                <a:gd name="connsiteX118" fmla="*/ 30956 w 154305"/>
                <a:gd name="connsiteY118" fmla="*/ 5239 h 204311"/>
                <a:gd name="connsiteX119" fmla="*/ 30004 w 154305"/>
                <a:gd name="connsiteY119" fmla="*/ 5715 h 204311"/>
                <a:gd name="connsiteX120" fmla="*/ 29051 w 154305"/>
                <a:gd name="connsiteY120" fmla="*/ 7144 h 204311"/>
                <a:gd name="connsiteX121" fmla="*/ 30004 w 154305"/>
                <a:gd name="connsiteY121" fmla="*/ 8572 h 204311"/>
                <a:gd name="connsiteX122" fmla="*/ 30956 w 154305"/>
                <a:gd name="connsiteY122" fmla="*/ 10478 h 204311"/>
                <a:gd name="connsiteX123" fmla="*/ 30480 w 154305"/>
                <a:gd name="connsiteY123" fmla="*/ 11906 h 204311"/>
                <a:gd name="connsiteX124" fmla="*/ 29527 w 154305"/>
                <a:gd name="connsiteY124" fmla="*/ 11906 h 204311"/>
                <a:gd name="connsiteX125" fmla="*/ 28099 w 154305"/>
                <a:gd name="connsiteY125" fmla="*/ 11430 h 204311"/>
                <a:gd name="connsiteX126" fmla="*/ 25718 w 154305"/>
                <a:gd name="connsiteY126" fmla="*/ 11906 h 204311"/>
                <a:gd name="connsiteX127" fmla="*/ 23336 w 154305"/>
                <a:gd name="connsiteY127" fmla="*/ 10954 h 204311"/>
                <a:gd name="connsiteX128" fmla="*/ 21907 w 154305"/>
                <a:gd name="connsiteY128" fmla="*/ 10954 h 204311"/>
                <a:gd name="connsiteX129" fmla="*/ 20479 w 154305"/>
                <a:gd name="connsiteY129" fmla="*/ 10478 h 204311"/>
                <a:gd name="connsiteX130" fmla="*/ 20479 w 154305"/>
                <a:gd name="connsiteY130" fmla="*/ 8096 h 204311"/>
                <a:gd name="connsiteX131" fmla="*/ 18574 w 154305"/>
                <a:gd name="connsiteY131" fmla="*/ 5239 h 204311"/>
                <a:gd name="connsiteX132" fmla="*/ 15240 w 154305"/>
                <a:gd name="connsiteY132" fmla="*/ 1905 h 204311"/>
                <a:gd name="connsiteX133" fmla="*/ 11906 w 154305"/>
                <a:gd name="connsiteY133" fmla="*/ 0 h 204311"/>
                <a:gd name="connsiteX134" fmla="*/ 10477 w 154305"/>
                <a:gd name="connsiteY134" fmla="*/ 476 h 204311"/>
                <a:gd name="connsiteX135" fmla="*/ 9525 w 154305"/>
                <a:gd name="connsiteY135" fmla="*/ 2381 h 204311"/>
                <a:gd name="connsiteX136" fmla="*/ 9525 w 154305"/>
                <a:gd name="connsiteY136" fmla="*/ 3334 h 204311"/>
                <a:gd name="connsiteX137" fmla="*/ 10477 w 154305"/>
                <a:gd name="connsiteY137" fmla="*/ 3810 h 204311"/>
                <a:gd name="connsiteX138" fmla="*/ 12382 w 154305"/>
                <a:gd name="connsiteY138" fmla="*/ 5239 h 204311"/>
                <a:gd name="connsiteX139" fmla="*/ 12859 w 154305"/>
                <a:gd name="connsiteY139" fmla="*/ 6668 h 204311"/>
                <a:gd name="connsiteX140" fmla="*/ 12382 w 154305"/>
                <a:gd name="connsiteY140" fmla="*/ 7620 h 204311"/>
                <a:gd name="connsiteX141" fmla="*/ 10477 w 154305"/>
                <a:gd name="connsiteY141" fmla="*/ 9525 h 204311"/>
                <a:gd name="connsiteX142" fmla="*/ 9049 w 154305"/>
                <a:gd name="connsiteY142" fmla="*/ 11430 h 204311"/>
                <a:gd name="connsiteX143" fmla="*/ 5715 w 154305"/>
                <a:gd name="connsiteY143" fmla="*/ 14288 h 204311"/>
                <a:gd name="connsiteX144" fmla="*/ 2857 w 154305"/>
                <a:gd name="connsiteY144" fmla="*/ 17621 h 204311"/>
                <a:gd name="connsiteX145" fmla="*/ 1905 w 154305"/>
                <a:gd name="connsiteY145" fmla="*/ 20003 h 204311"/>
                <a:gd name="connsiteX146" fmla="*/ 952 w 154305"/>
                <a:gd name="connsiteY146" fmla="*/ 22384 h 204311"/>
                <a:gd name="connsiteX147" fmla="*/ 476 w 154305"/>
                <a:gd name="connsiteY147" fmla="*/ 24765 h 204311"/>
                <a:gd name="connsiteX148" fmla="*/ 1429 w 154305"/>
                <a:gd name="connsiteY148" fmla="*/ 26670 h 204311"/>
                <a:gd name="connsiteX149" fmla="*/ 2857 w 154305"/>
                <a:gd name="connsiteY149" fmla="*/ 27622 h 204311"/>
                <a:gd name="connsiteX150" fmla="*/ 6668 w 154305"/>
                <a:gd name="connsiteY150" fmla="*/ 28575 h 204311"/>
                <a:gd name="connsiteX151" fmla="*/ 10477 w 154305"/>
                <a:gd name="connsiteY151" fmla="*/ 31909 h 204311"/>
                <a:gd name="connsiteX152" fmla="*/ 13335 w 154305"/>
                <a:gd name="connsiteY152" fmla="*/ 36195 h 204311"/>
                <a:gd name="connsiteX153" fmla="*/ 15240 w 154305"/>
                <a:gd name="connsiteY153" fmla="*/ 37624 h 204311"/>
                <a:gd name="connsiteX154" fmla="*/ 18098 w 154305"/>
                <a:gd name="connsiteY154" fmla="*/ 39053 h 204311"/>
                <a:gd name="connsiteX155" fmla="*/ 24289 w 154305"/>
                <a:gd name="connsiteY155" fmla="*/ 39053 h 204311"/>
                <a:gd name="connsiteX156" fmla="*/ 25241 w 154305"/>
                <a:gd name="connsiteY156" fmla="*/ 40481 h 204311"/>
                <a:gd name="connsiteX157" fmla="*/ 26194 w 154305"/>
                <a:gd name="connsiteY157" fmla="*/ 43815 h 204311"/>
                <a:gd name="connsiteX158" fmla="*/ 27146 w 154305"/>
                <a:gd name="connsiteY158" fmla="*/ 44768 h 204311"/>
                <a:gd name="connsiteX159" fmla="*/ 30004 w 154305"/>
                <a:gd name="connsiteY159" fmla="*/ 46196 h 204311"/>
                <a:gd name="connsiteX160" fmla="*/ 30480 w 154305"/>
                <a:gd name="connsiteY160" fmla="*/ 47149 h 204311"/>
                <a:gd name="connsiteX161" fmla="*/ 29527 w 154305"/>
                <a:gd name="connsiteY161" fmla="*/ 48578 h 204311"/>
                <a:gd name="connsiteX162" fmla="*/ 28099 w 154305"/>
                <a:gd name="connsiteY162" fmla="*/ 49530 h 204311"/>
                <a:gd name="connsiteX163" fmla="*/ 25718 w 154305"/>
                <a:gd name="connsiteY163" fmla="*/ 50006 h 204311"/>
                <a:gd name="connsiteX164" fmla="*/ 23336 w 154305"/>
                <a:gd name="connsiteY164" fmla="*/ 50482 h 204311"/>
                <a:gd name="connsiteX165" fmla="*/ 20955 w 154305"/>
                <a:gd name="connsiteY165" fmla="*/ 50006 h 204311"/>
                <a:gd name="connsiteX166" fmla="*/ 17621 w 154305"/>
                <a:gd name="connsiteY166" fmla="*/ 49530 h 204311"/>
                <a:gd name="connsiteX167" fmla="*/ 13811 w 154305"/>
                <a:gd name="connsiteY167" fmla="*/ 49530 h 204311"/>
                <a:gd name="connsiteX168" fmla="*/ 10954 w 154305"/>
                <a:gd name="connsiteY168" fmla="*/ 57626 h 204311"/>
                <a:gd name="connsiteX169" fmla="*/ 9049 w 154305"/>
                <a:gd name="connsiteY169" fmla="*/ 60484 h 204311"/>
                <a:gd name="connsiteX170" fmla="*/ 8096 w 154305"/>
                <a:gd name="connsiteY170" fmla="*/ 60484 h 204311"/>
                <a:gd name="connsiteX171" fmla="*/ 5239 w 154305"/>
                <a:gd name="connsiteY171" fmla="*/ 59055 h 204311"/>
                <a:gd name="connsiteX172" fmla="*/ 3810 w 154305"/>
                <a:gd name="connsiteY172" fmla="*/ 59055 h 204311"/>
                <a:gd name="connsiteX173" fmla="*/ 476 w 154305"/>
                <a:gd name="connsiteY173" fmla="*/ 66199 h 204311"/>
                <a:gd name="connsiteX174" fmla="*/ 0 w 154305"/>
                <a:gd name="connsiteY174" fmla="*/ 68104 h 204311"/>
                <a:gd name="connsiteX175" fmla="*/ 0 w 154305"/>
                <a:gd name="connsiteY175" fmla="*/ 69532 h 204311"/>
                <a:gd name="connsiteX176" fmla="*/ 1905 w 154305"/>
                <a:gd name="connsiteY176" fmla="*/ 72390 h 204311"/>
                <a:gd name="connsiteX177" fmla="*/ 4286 w 154305"/>
                <a:gd name="connsiteY177" fmla="*/ 74771 h 204311"/>
                <a:gd name="connsiteX178" fmla="*/ 7144 w 154305"/>
                <a:gd name="connsiteY178" fmla="*/ 75724 h 204311"/>
                <a:gd name="connsiteX179" fmla="*/ 9049 w 154305"/>
                <a:gd name="connsiteY179" fmla="*/ 75247 h 204311"/>
                <a:gd name="connsiteX180" fmla="*/ 10954 w 154305"/>
                <a:gd name="connsiteY180" fmla="*/ 76200 h 204311"/>
                <a:gd name="connsiteX181" fmla="*/ 12859 w 154305"/>
                <a:gd name="connsiteY181" fmla="*/ 78581 h 204311"/>
                <a:gd name="connsiteX182" fmla="*/ 16193 w 154305"/>
                <a:gd name="connsiteY182" fmla="*/ 80010 h 204311"/>
                <a:gd name="connsiteX183" fmla="*/ 20955 w 154305"/>
                <a:gd name="connsiteY183" fmla="*/ 80963 h 204311"/>
                <a:gd name="connsiteX184" fmla="*/ 23813 w 154305"/>
                <a:gd name="connsiteY184" fmla="*/ 82868 h 204311"/>
                <a:gd name="connsiteX185" fmla="*/ 24289 w 154305"/>
                <a:gd name="connsiteY185" fmla="*/ 84296 h 204311"/>
                <a:gd name="connsiteX186" fmla="*/ 23813 w 154305"/>
                <a:gd name="connsiteY186" fmla="*/ 85725 h 204311"/>
                <a:gd name="connsiteX187" fmla="*/ 23336 w 154305"/>
                <a:gd name="connsiteY187" fmla="*/ 90011 h 204311"/>
                <a:gd name="connsiteX188" fmla="*/ 22860 w 154305"/>
                <a:gd name="connsiteY188" fmla="*/ 92393 h 204311"/>
                <a:gd name="connsiteX189" fmla="*/ 20002 w 154305"/>
                <a:gd name="connsiteY189" fmla="*/ 98584 h 204311"/>
                <a:gd name="connsiteX190" fmla="*/ 18098 w 154305"/>
                <a:gd name="connsiteY190" fmla="*/ 103822 h 204311"/>
                <a:gd name="connsiteX191" fmla="*/ 19050 w 154305"/>
                <a:gd name="connsiteY191" fmla="*/ 106204 h 204311"/>
                <a:gd name="connsiteX192" fmla="*/ 19526 w 154305"/>
                <a:gd name="connsiteY192" fmla="*/ 107156 h 204311"/>
                <a:gd name="connsiteX193" fmla="*/ 20002 w 154305"/>
                <a:gd name="connsiteY193" fmla="*/ 108109 h 204311"/>
                <a:gd name="connsiteX194" fmla="*/ 21907 w 154305"/>
                <a:gd name="connsiteY194" fmla="*/ 110014 h 204311"/>
                <a:gd name="connsiteX195" fmla="*/ 23336 w 154305"/>
                <a:gd name="connsiteY195" fmla="*/ 111919 h 204311"/>
                <a:gd name="connsiteX196" fmla="*/ 21907 w 154305"/>
                <a:gd name="connsiteY196" fmla="*/ 117157 h 204311"/>
                <a:gd name="connsiteX197" fmla="*/ 22384 w 154305"/>
                <a:gd name="connsiteY197" fmla="*/ 118586 h 204311"/>
                <a:gd name="connsiteX198" fmla="*/ 25241 w 154305"/>
                <a:gd name="connsiteY198" fmla="*/ 119539 h 204311"/>
                <a:gd name="connsiteX199" fmla="*/ 28099 w 154305"/>
                <a:gd name="connsiteY199" fmla="*/ 120015 h 204311"/>
                <a:gd name="connsiteX200" fmla="*/ 29051 w 154305"/>
                <a:gd name="connsiteY200" fmla="*/ 120968 h 204311"/>
                <a:gd name="connsiteX201" fmla="*/ 26194 w 154305"/>
                <a:gd name="connsiteY201" fmla="*/ 126206 h 204311"/>
                <a:gd name="connsiteX202" fmla="*/ 26670 w 154305"/>
                <a:gd name="connsiteY202" fmla="*/ 130016 h 204311"/>
                <a:gd name="connsiteX203" fmla="*/ 27623 w 154305"/>
                <a:gd name="connsiteY203" fmla="*/ 133350 h 204311"/>
                <a:gd name="connsiteX204" fmla="*/ 28575 w 154305"/>
                <a:gd name="connsiteY204" fmla="*/ 139065 h 204311"/>
                <a:gd name="connsiteX205" fmla="*/ 28575 w 154305"/>
                <a:gd name="connsiteY205" fmla="*/ 139541 h 204311"/>
                <a:gd name="connsiteX206" fmla="*/ 28575 w 154305"/>
                <a:gd name="connsiteY206" fmla="*/ 140970 h 204311"/>
                <a:gd name="connsiteX207" fmla="*/ 30480 w 154305"/>
                <a:gd name="connsiteY207" fmla="*/ 145256 h 204311"/>
                <a:gd name="connsiteX208" fmla="*/ 33338 w 154305"/>
                <a:gd name="connsiteY208" fmla="*/ 153829 h 204311"/>
                <a:gd name="connsiteX209" fmla="*/ 33338 w 154305"/>
                <a:gd name="connsiteY209" fmla="*/ 157163 h 204311"/>
                <a:gd name="connsiteX210" fmla="*/ 33338 w 154305"/>
                <a:gd name="connsiteY210" fmla="*/ 160496 h 204311"/>
                <a:gd name="connsiteX211" fmla="*/ 34290 w 154305"/>
                <a:gd name="connsiteY211" fmla="*/ 163354 h 204311"/>
                <a:gd name="connsiteX212" fmla="*/ 34766 w 154305"/>
                <a:gd name="connsiteY212" fmla="*/ 168593 h 204311"/>
                <a:gd name="connsiteX213" fmla="*/ 37148 w 154305"/>
                <a:gd name="connsiteY213" fmla="*/ 171926 h 204311"/>
                <a:gd name="connsiteX214" fmla="*/ 39529 w 154305"/>
                <a:gd name="connsiteY214" fmla="*/ 174307 h 204311"/>
                <a:gd name="connsiteX215" fmla="*/ 40957 w 154305"/>
                <a:gd name="connsiteY215" fmla="*/ 174784 h 204311"/>
                <a:gd name="connsiteX216" fmla="*/ 43339 w 154305"/>
                <a:gd name="connsiteY216" fmla="*/ 174307 h 204311"/>
                <a:gd name="connsiteX217" fmla="*/ 46673 w 154305"/>
                <a:gd name="connsiteY217" fmla="*/ 170974 h 204311"/>
                <a:gd name="connsiteX218" fmla="*/ 48101 w 154305"/>
                <a:gd name="connsiteY218" fmla="*/ 167640 h 204311"/>
                <a:gd name="connsiteX219" fmla="*/ 48101 w 154305"/>
                <a:gd name="connsiteY219" fmla="*/ 163354 h 204311"/>
                <a:gd name="connsiteX220" fmla="*/ 47149 w 154305"/>
                <a:gd name="connsiteY220" fmla="*/ 157163 h 204311"/>
                <a:gd name="connsiteX221" fmla="*/ 47625 w 154305"/>
                <a:gd name="connsiteY221" fmla="*/ 154781 h 204311"/>
                <a:gd name="connsiteX222" fmla="*/ 50006 w 154305"/>
                <a:gd name="connsiteY222" fmla="*/ 165259 h 204311"/>
                <a:gd name="connsiteX223" fmla="*/ 50482 w 154305"/>
                <a:gd name="connsiteY223" fmla="*/ 169545 h 204311"/>
                <a:gd name="connsiteX224" fmla="*/ 50482 w 154305"/>
                <a:gd name="connsiteY224" fmla="*/ 172879 h 204311"/>
                <a:gd name="connsiteX225" fmla="*/ 52388 w 154305"/>
                <a:gd name="connsiteY225" fmla="*/ 171450 h 204311"/>
                <a:gd name="connsiteX226" fmla="*/ 53816 w 154305"/>
                <a:gd name="connsiteY226" fmla="*/ 169069 h 204311"/>
                <a:gd name="connsiteX227" fmla="*/ 56674 w 154305"/>
                <a:gd name="connsiteY227" fmla="*/ 167640 h 204311"/>
                <a:gd name="connsiteX228" fmla="*/ 58579 w 154305"/>
                <a:gd name="connsiteY228" fmla="*/ 165259 h 204311"/>
                <a:gd name="connsiteX229" fmla="*/ 60007 w 154305"/>
                <a:gd name="connsiteY229" fmla="*/ 161449 h 204311"/>
                <a:gd name="connsiteX230" fmla="*/ 60484 w 154305"/>
                <a:gd name="connsiteY230" fmla="*/ 158591 h 204311"/>
                <a:gd name="connsiteX231" fmla="*/ 60007 w 154305"/>
                <a:gd name="connsiteY231" fmla="*/ 154305 h 204311"/>
                <a:gd name="connsiteX232" fmla="*/ 60960 w 154305"/>
                <a:gd name="connsiteY232" fmla="*/ 150971 h 204311"/>
                <a:gd name="connsiteX233" fmla="*/ 64294 w 154305"/>
                <a:gd name="connsiteY233" fmla="*/ 148114 h 204311"/>
                <a:gd name="connsiteX234" fmla="*/ 60960 w 154305"/>
                <a:gd name="connsiteY234" fmla="*/ 153829 h 204311"/>
                <a:gd name="connsiteX235" fmla="*/ 60960 w 154305"/>
                <a:gd name="connsiteY235" fmla="*/ 157639 h 204311"/>
                <a:gd name="connsiteX236" fmla="*/ 61913 w 154305"/>
                <a:gd name="connsiteY236" fmla="*/ 160496 h 204311"/>
                <a:gd name="connsiteX237" fmla="*/ 63341 w 154305"/>
                <a:gd name="connsiteY237" fmla="*/ 163830 h 204311"/>
                <a:gd name="connsiteX238" fmla="*/ 67151 w 154305"/>
                <a:gd name="connsiteY238" fmla="*/ 160972 h 204311"/>
                <a:gd name="connsiteX239" fmla="*/ 69532 w 154305"/>
                <a:gd name="connsiteY239" fmla="*/ 159544 h 204311"/>
                <a:gd name="connsiteX240" fmla="*/ 71914 w 154305"/>
                <a:gd name="connsiteY240" fmla="*/ 159068 h 204311"/>
                <a:gd name="connsiteX241" fmla="*/ 67627 w 154305"/>
                <a:gd name="connsiteY241" fmla="*/ 163830 h 204311"/>
                <a:gd name="connsiteX242" fmla="*/ 67151 w 154305"/>
                <a:gd name="connsiteY242" fmla="*/ 165735 h 204311"/>
                <a:gd name="connsiteX243" fmla="*/ 67151 w 154305"/>
                <a:gd name="connsiteY243" fmla="*/ 168116 h 204311"/>
                <a:gd name="connsiteX244" fmla="*/ 69056 w 154305"/>
                <a:gd name="connsiteY244" fmla="*/ 169545 h 204311"/>
                <a:gd name="connsiteX245" fmla="*/ 70009 w 154305"/>
                <a:gd name="connsiteY245" fmla="*/ 170497 h 204311"/>
                <a:gd name="connsiteX246" fmla="*/ 72390 w 154305"/>
                <a:gd name="connsiteY246" fmla="*/ 170021 h 204311"/>
                <a:gd name="connsiteX247" fmla="*/ 74295 w 154305"/>
                <a:gd name="connsiteY247" fmla="*/ 167640 h 204311"/>
                <a:gd name="connsiteX248" fmla="*/ 76676 w 154305"/>
                <a:gd name="connsiteY248" fmla="*/ 162401 h 204311"/>
                <a:gd name="connsiteX249" fmla="*/ 81439 w 154305"/>
                <a:gd name="connsiteY249" fmla="*/ 157639 h 204311"/>
                <a:gd name="connsiteX250" fmla="*/ 83344 w 154305"/>
                <a:gd name="connsiteY250" fmla="*/ 156210 h 204311"/>
                <a:gd name="connsiteX251" fmla="*/ 84773 w 154305"/>
                <a:gd name="connsiteY251" fmla="*/ 154781 h 204311"/>
                <a:gd name="connsiteX252" fmla="*/ 85725 w 154305"/>
                <a:gd name="connsiteY252" fmla="*/ 150971 h 204311"/>
                <a:gd name="connsiteX253" fmla="*/ 85249 w 154305"/>
                <a:gd name="connsiteY253" fmla="*/ 148590 h 204311"/>
                <a:gd name="connsiteX254" fmla="*/ 82868 w 154305"/>
                <a:gd name="connsiteY254" fmla="*/ 144780 h 204311"/>
                <a:gd name="connsiteX255" fmla="*/ 81439 w 154305"/>
                <a:gd name="connsiteY255" fmla="*/ 142875 h 204311"/>
                <a:gd name="connsiteX256" fmla="*/ 81915 w 154305"/>
                <a:gd name="connsiteY256" fmla="*/ 141446 h 204311"/>
                <a:gd name="connsiteX257" fmla="*/ 81439 w 154305"/>
                <a:gd name="connsiteY257" fmla="*/ 139541 h 204311"/>
                <a:gd name="connsiteX258" fmla="*/ 80010 w 154305"/>
                <a:gd name="connsiteY258" fmla="*/ 137160 h 204311"/>
                <a:gd name="connsiteX259" fmla="*/ 80010 w 154305"/>
                <a:gd name="connsiteY259" fmla="*/ 134303 h 204311"/>
                <a:gd name="connsiteX260" fmla="*/ 80963 w 154305"/>
                <a:gd name="connsiteY260" fmla="*/ 132397 h 204311"/>
                <a:gd name="connsiteX261" fmla="*/ 83820 w 154305"/>
                <a:gd name="connsiteY261" fmla="*/ 131445 h 204311"/>
                <a:gd name="connsiteX262" fmla="*/ 81439 w 154305"/>
                <a:gd name="connsiteY262" fmla="*/ 128588 h 204311"/>
                <a:gd name="connsiteX263" fmla="*/ 80963 w 154305"/>
                <a:gd name="connsiteY263" fmla="*/ 126206 h 204311"/>
                <a:gd name="connsiteX264" fmla="*/ 82868 w 154305"/>
                <a:gd name="connsiteY264" fmla="*/ 125254 h 204311"/>
                <a:gd name="connsiteX265" fmla="*/ 85249 w 154305"/>
                <a:gd name="connsiteY265" fmla="*/ 123349 h 204311"/>
                <a:gd name="connsiteX266" fmla="*/ 85249 w 154305"/>
                <a:gd name="connsiteY266" fmla="*/ 120968 h 204311"/>
                <a:gd name="connsiteX267" fmla="*/ 84773 w 154305"/>
                <a:gd name="connsiteY267" fmla="*/ 118586 h 204311"/>
                <a:gd name="connsiteX268" fmla="*/ 82391 w 154305"/>
                <a:gd name="connsiteY268" fmla="*/ 115729 h 204311"/>
                <a:gd name="connsiteX269" fmla="*/ 78105 w 154305"/>
                <a:gd name="connsiteY269" fmla="*/ 114776 h 204311"/>
                <a:gd name="connsiteX270" fmla="*/ 73819 w 154305"/>
                <a:gd name="connsiteY270" fmla="*/ 111443 h 204311"/>
                <a:gd name="connsiteX271" fmla="*/ 78581 w 154305"/>
                <a:gd name="connsiteY271" fmla="*/ 112395 h 204311"/>
                <a:gd name="connsiteX272" fmla="*/ 83820 w 154305"/>
                <a:gd name="connsiteY272" fmla="*/ 112871 h 204311"/>
                <a:gd name="connsiteX273" fmla="*/ 84296 w 154305"/>
                <a:gd name="connsiteY273" fmla="*/ 110966 h 204311"/>
                <a:gd name="connsiteX274" fmla="*/ 84296 w 154305"/>
                <a:gd name="connsiteY274" fmla="*/ 108585 h 204311"/>
                <a:gd name="connsiteX275" fmla="*/ 84773 w 154305"/>
                <a:gd name="connsiteY275" fmla="*/ 107156 h 204311"/>
                <a:gd name="connsiteX276" fmla="*/ 85725 w 154305"/>
                <a:gd name="connsiteY276" fmla="*/ 106680 h 204311"/>
                <a:gd name="connsiteX277" fmla="*/ 86201 w 154305"/>
                <a:gd name="connsiteY277" fmla="*/ 108585 h 204311"/>
                <a:gd name="connsiteX278" fmla="*/ 86201 w 154305"/>
                <a:gd name="connsiteY278" fmla="*/ 111919 h 204311"/>
                <a:gd name="connsiteX279" fmla="*/ 87630 w 154305"/>
                <a:gd name="connsiteY279" fmla="*/ 118110 h 204311"/>
                <a:gd name="connsiteX280" fmla="*/ 86677 w 154305"/>
                <a:gd name="connsiteY280" fmla="*/ 124301 h 204311"/>
                <a:gd name="connsiteX281" fmla="*/ 87630 w 154305"/>
                <a:gd name="connsiteY281" fmla="*/ 126682 h 204311"/>
                <a:gd name="connsiteX282" fmla="*/ 93345 w 154305"/>
                <a:gd name="connsiteY282" fmla="*/ 137636 h 204311"/>
                <a:gd name="connsiteX283" fmla="*/ 97155 w 154305"/>
                <a:gd name="connsiteY283" fmla="*/ 141922 h 204311"/>
                <a:gd name="connsiteX284" fmla="*/ 104299 w 154305"/>
                <a:gd name="connsiteY284" fmla="*/ 141446 h 204311"/>
                <a:gd name="connsiteX285" fmla="*/ 106680 w 154305"/>
                <a:gd name="connsiteY285" fmla="*/ 140494 h 204311"/>
                <a:gd name="connsiteX286" fmla="*/ 110014 w 154305"/>
                <a:gd name="connsiteY286" fmla="*/ 137160 h 204311"/>
                <a:gd name="connsiteX287" fmla="*/ 113348 w 154305"/>
                <a:gd name="connsiteY287" fmla="*/ 134779 h 204311"/>
                <a:gd name="connsiteX288" fmla="*/ 115729 w 154305"/>
                <a:gd name="connsiteY288" fmla="*/ 131445 h 204311"/>
                <a:gd name="connsiteX289" fmla="*/ 115729 w 154305"/>
                <a:gd name="connsiteY289" fmla="*/ 134303 h 204311"/>
                <a:gd name="connsiteX290" fmla="*/ 117157 w 154305"/>
                <a:gd name="connsiteY290" fmla="*/ 137636 h 204311"/>
                <a:gd name="connsiteX291" fmla="*/ 122873 w 154305"/>
                <a:gd name="connsiteY291" fmla="*/ 144780 h 204311"/>
                <a:gd name="connsiteX292" fmla="*/ 124301 w 154305"/>
                <a:gd name="connsiteY292" fmla="*/ 148114 h 204311"/>
                <a:gd name="connsiteX293" fmla="*/ 126206 w 154305"/>
                <a:gd name="connsiteY293" fmla="*/ 151924 h 204311"/>
                <a:gd name="connsiteX294" fmla="*/ 127635 w 154305"/>
                <a:gd name="connsiteY294" fmla="*/ 150495 h 204311"/>
                <a:gd name="connsiteX295" fmla="*/ 128111 w 154305"/>
                <a:gd name="connsiteY295" fmla="*/ 150019 h 204311"/>
                <a:gd name="connsiteX296" fmla="*/ 128111 w 154305"/>
                <a:gd name="connsiteY296" fmla="*/ 150971 h 204311"/>
                <a:gd name="connsiteX297" fmla="*/ 127159 w 154305"/>
                <a:gd name="connsiteY297" fmla="*/ 154305 h 204311"/>
                <a:gd name="connsiteX298" fmla="*/ 128111 w 154305"/>
                <a:gd name="connsiteY298" fmla="*/ 156686 h 204311"/>
                <a:gd name="connsiteX299" fmla="*/ 130493 w 154305"/>
                <a:gd name="connsiteY299" fmla="*/ 166211 h 204311"/>
                <a:gd name="connsiteX300" fmla="*/ 133826 w 154305"/>
                <a:gd name="connsiteY300" fmla="*/ 173355 h 204311"/>
                <a:gd name="connsiteX301" fmla="*/ 133826 w 154305"/>
                <a:gd name="connsiteY301" fmla="*/ 179070 h 204311"/>
                <a:gd name="connsiteX302" fmla="*/ 135255 w 154305"/>
                <a:gd name="connsiteY302" fmla="*/ 190976 h 204311"/>
                <a:gd name="connsiteX303" fmla="*/ 140018 w 154305"/>
                <a:gd name="connsiteY303" fmla="*/ 197644 h 204311"/>
                <a:gd name="connsiteX304" fmla="*/ 141923 w 154305"/>
                <a:gd name="connsiteY304" fmla="*/ 200978 h 204311"/>
                <a:gd name="connsiteX305" fmla="*/ 143827 w 154305"/>
                <a:gd name="connsiteY305" fmla="*/ 204311 h 204311"/>
                <a:gd name="connsiteX306" fmla="*/ 144304 w 154305"/>
                <a:gd name="connsiteY306" fmla="*/ 204311 h 204311"/>
                <a:gd name="connsiteX307" fmla="*/ 143827 w 154305"/>
                <a:gd name="connsiteY307" fmla="*/ 201930 h 204311"/>
                <a:gd name="connsiteX308" fmla="*/ 142875 w 154305"/>
                <a:gd name="connsiteY308" fmla="*/ 199549 h 204311"/>
                <a:gd name="connsiteX309" fmla="*/ 142399 w 154305"/>
                <a:gd name="connsiteY309" fmla="*/ 197168 h 204311"/>
                <a:gd name="connsiteX310" fmla="*/ 142399 w 154305"/>
                <a:gd name="connsiteY310" fmla="*/ 195263 h 204311"/>
                <a:gd name="connsiteX311" fmla="*/ 140494 w 154305"/>
                <a:gd name="connsiteY311" fmla="*/ 193357 h 204311"/>
                <a:gd name="connsiteX312" fmla="*/ 139541 w 154305"/>
                <a:gd name="connsiteY312" fmla="*/ 190024 h 204311"/>
                <a:gd name="connsiteX313" fmla="*/ 139065 w 154305"/>
                <a:gd name="connsiteY313" fmla="*/ 186690 h 204311"/>
                <a:gd name="connsiteX314" fmla="*/ 140018 w 154305"/>
                <a:gd name="connsiteY314" fmla="*/ 184309 h 204311"/>
                <a:gd name="connsiteX315" fmla="*/ 142399 w 154305"/>
                <a:gd name="connsiteY315" fmla="*/ 181928 h 204311"/>
                <a:gd name="connsiteX316" fmla="*/ 144304 w 154305"/>
                <a:gd name="connsiteY316" fmla="*/ 181451 h 204311"/>
                <a:gd name="connsiteX317" fmla="*/ 145732 w 154305"/>
                <a:gd name="connsiteY317" fmla="*/ 182404 h 204311"/>
                <a:gd name="connsiteX318" fmla="*/ 149066 w 154305"/>
                <a:gd name="connsiteY318" fmla="*/ 183832 h 204311"/>
                <a:gd name="connsiteX319" fmla="*/ 151448 w 154305"/>
                <a:gd name="connsiteY319" fmla="*/ 185261 h 204311"/>
                <a:gd name="connsiteX320" fmla="*/ 152400 w 154305"/>
                <a:gd name="connsiteY320" fmla="*/ 187166 h 204311"/>
                <a:gd name="connsiteX321" fmla="*/ 153352 w 154305"/>
                <a:gd name="connsiteY321" fmla="*/ 186690 h 204311"/>
                <a:gd name="connsiteX322" fmla="*/ 154305 w 154305"/>
                <a:gd name="connsiteY322" fmla="*/ 185261 h 204311"/>
                <a:gd name="connsiteX323" fmla="*/ 153352 w 154305"/>
                <a:gd name="connsiteY323" fmla="*/ 182880 h 204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4305" h="204311">
                  <a:moveTo>
                    <a:pt x="153352" y="182880"/>
                  </a:moveTo>
                  <a:lnTo>
                    <a:pt x="152400" y="178594"/>
                  </a:lnTo>
                  <a:lnTo>
                    <a:pt x="151924" y="173831"/>
                  </a:lnTo>
                  <a:lnTo>
                    <a:pt x="151924" y="162401"/>
                  </a:lnTo>
                  <a:lnTo>
                    <a:pt x="151448" y="160972"/>
                  </a:lnTo>
                  <a:lnTo>
                    <a:pt x="150971" y="158591"/>
                  </a:lnTo>
                  <a:lnTo>
                    <a:pt x="150019" y="145732"/>
                  </a:lnTo>
                  <a:lnTo>
                    <a:pt x="149066" y="141446"/>
                  </a:lnTo>
                  <a:lnTo>
                    <a:pt x="148590" y="135731"/>
                  </a:lnTo>
                  <a:lnTo>
                    <a:pt x="147638" y="133826"/>
                  </a:lnTo>
                  <a:lnTo>
                    <a:pt x="146685" y="130969"/>
                  </a:lnTo>
                  <a:lnTo>
                    <a:pt x="145256" y="128111"/>
                  </a:lnTo>
                  <a:lnTo>
                    <a:pt x="144304" y="127159"/>
                  </a:lnTo>
                  <a:lnTo>
                    <a:pt x="143827" y="122396"/>
                  </a:lnTo>
                  <a:lnTo>
                    <a:pt x="143351" y="116205"/>
                  </a:lnTo>
                  <a:lnTo>
                    <a:pt x="143351" y="113347"/>
                  </a:lnTo>
                  <a:lnTo>
                    <a:pt x="141923" y="107156"/>
                  </a:lnTo>
                  <a:lnTo>
                    <a:pt x="140494" y="100489"/>
                  </a:lnTo>
                  <a:lnTo>
                    <a:pt x="138589" y="100965"/>
                  </a:lnTo>
                  <a:lnTo>
                    <a:pt x="137636" y="99536"/>
                  </a:lnTo>
                  <a:lnTo>
                    <a:pt x="136684" y="99536"/>
                  </a:lnTo>
                  <a:lnTo>
                    <a:pt x="133826" y="100965"/>
                  </a:lnTo>
                  <a:lnTo>
                    <a:pt x="131445" y="100489"/>
                  </a:lnTo>
                  <a:lnTo>
                    <a:pt x="130016" y="100489"/>
                  </a:lnTo>
                  <a:lnTo>
                    <a:pt x="130016" y="103822"/>
                  </a:lnTo>
                  <a:lnTo>
                    <a:pt x="130493" y="107156"/>
                  </a:lnTo>
                  <a:lnTo>
                    <a:pt x="130016" y="108585"/>
                  </a:lnTo>
                  <a:lnTo>
                    <a:pt x="125730" y="112395"/>
                  </a:lnTo>
                  <a:lnTo>
                    <a:pt x="124301" y="114776"/>
                  </a:lnTo>
                  <a:lnTo>
                    <a:pt x="124301" y="117634"/>
                  </a:lnTo>
                  <a:lnTo>
                    <a:pt x="124777" y="121444"/>
                  </a:lnTo>
                  <a:lnTo>
                    <a:pt x="123825" y="123349"/>
                  </a:lnTo>
                  <a:lnTo>
                    <a:pt x="121920" y="125254"/>
                  </a:lnTo>
                  <a:lnTo>
                    <a:pt x="119539" y="126206"/>
                  </a:lnTo>
                  <a:lnTo>
                    <a:pt x="117157" y="125730"/>
                  </a:lnTo>
                  <a:lnTo>
                    <a:pt x="115729" y="124301"/>
                  </a:lnTo>
                  <a:lnTo>
                    <a:pt x="114300" y="120491"/>
                  </a:lnTo>
                  <a:lnTo>
                    <a:pt x="112871" y="118586"/>
                  </a:lnTo>
                  <a:lnTo>
                    <a:pt x="111443" y="118110"/>
                  </a:lnTo>
                  <a:lnTo>
                    <a:pt x="110490" y="118586"/>
                  </a:lnTo>
                  <a:lnTo>
                    <a:pt x="110490" y="120968"/>
                  </a:lnTo>
                  <a:lnTo>
                    <a:pt x="110490" y="122872"/>
                  </a:lnTo>
                  <a:lnTo>
                    <a:pt x="110014" y="122872"/>
                  </a:lnTo>
                  <a:lnTo>
                    <a:pt x="109538" y="122396"/>
                  </a:lnTo>
                  <a:lnTo>
                    <a:pt x="108585" y="121444"/>
                  </a:lnTo>
                  <a:lnTo>
                    <a:pt x="106680" y="111919"/>
                  </a:lnTo>
                  <a:lnTo>
                    <a:pt x="103823" y="104775"/>
                  </a:lnTo>
                  <a:lnTo>
                    <a:pt x="103823" y="101918"/>
                  </a:lnTo>
                  <a:lnTo>
                    <a:pt x="104775" y="98107"/>
                  </a:lnTo>
                  <a:lnTo>
                    <a:pt x="106204" y="92393"/>
                  </a:lnTo>
                  <a:lnTo>
                    <a:pt x="109538" y="89059"/>
                  </a:lnTo>
                  <a:lnTo>
                    <a:pt x="110014" y="87630"/>
                  </a:lnTo>
                  <a:lnTo>
                    <a:pt x="110490" y="86678"/>
                  </a:lnTo>
                  <a:lnTo>
                    <a:pt x="111443" y="86678"/>
                  </a:lnTo>
                  <a:lnTo>
                    <a:pt x="116205" y="87154"/>
                  </a:lnTo>
                  <a:lnTo>
                    <a:pt x="117634" y="86678"/>
                  </a:lnTo>
                  <a:lnTo>
                    <a:pt x="119063" y="85249"/>
                  </a:lnTo>
                  <a:lnTo>
                    <a:pt x="120968" y="83820"/>
                  </a:lnTo>
                  <a:lnTo>
                    <a:pt x="122873" y="83344"/>
                  </a:lnTo>
                  <a:lnTo>
                    <a:pt x="124301" y="83344"/>
                  </a:lnTo>
                  <a:lnTo>
                    <a:pt x="126682" y="84772"/>
                  </a:lnTo>
                  <a:lnTo>
                    <a:pt x="127635" y="84296"/>
                  </a:lnTo>
                  <a:lnTo>
                    <a:pt x="128588" y="81915"/>
                  </a:lnTo>
                  <a:lnTo>
                    <a:pt x="129540" y="79534"/>
                  </a:lnTo>
                  <a:lnTo>
                    <a:pt x="130016" y="78581"/>
                  </a:lnTo>
                  <a:lnTo>
                    <a:pt x="131921" y="78105"/>
                  </a:lnTo>
                  <a:lnTo>
                    <a:pt x="134302" y="78105"/>
                  </a:lnTo>
                  <a:lnTo>
                    <a:pt x="134779" y="77629"/>
                  </a:lnTo>
                  <a:lnTo>
                    <a:pt x="135255" y="76676"/>
                  </a:lnTo>
                  <a:lnTo>
                    <a:pt x="135731" y="73819"/>
                  </a:lnTo>
                  <a:lnTo>
                    <a:pt x="138589" y="67151"/>
                  </a:lnTo>
                  <a:lnTo>
                    <a:pt x="139541" y="64294"/>
                  </a:lnTo>
                  <a:lnTo>
                    <a:pt x="139541" y="63818"/>
                  </a:lnTo>
                  <a:lnTo>
                    <a:pt x="139541" y="60484"/>
                  </a:lnTo>
                  <a:lnTo>
                    <a:pt x="140494" y="60007"/>
                  </a:lnTo>
                  <a:lnTo>
                    <a:pt x="145256" y="61436"/>
                  </a:lnTo>
                  <a:lnTo>
                    <a:pt x="147161" y="61436"/>
                  </a:lnTo>
                  <a:lnTo>
                    <a:pt x="148114" y="60960"/>
                  </a:lnTo>
                  <a:lnTo>
                    <a:pt x="148590" y="59531"/>
                  </a:lnTo>
                  <a:lnTo>
                    <a:pt x="148114" y="58103"/>
                  </a:lnTo>
                  <a:lnTo>
                    <a:pt x="144780" y="55721"/>
                  </a:lnTo>
                  <a:lnTo>
                    <a:pt x="139065" y="52388"/>
                  </a:lnTo>
                  <a:lnTo>
                    <a:pt x="133826" y="50482"/>
                  </a:lnTo>
                  <a:lnTo>
                    <a:pt x="124301" y="50959"/>
                  </a:lnTo>
                  <a:lnTo>
                    <a:pt x="114776" y="51435"/>
                  </a:lnTo>
                  <a:lnTo>
                    <a:pt x="111919" y="50959"/>
                  </a:lnTo>
                  <a:lnTo>
                    <a:pt x="108585" y="50006"/>
                  </a:lnTo>
                  <a:lnTo>
                    <a:pt x="100013" y="50006"/>
                  </a:lnTo>
                  <a:lnTo>
                    <a:pt x="89535" y="50482"/>
                  </a:lnTo>
                  <a:lnTo>
                    <a:pt x="85725" y="50006"/>
                  </a:lnTo>
                  <a:lnTo>
                    <a:pt x="83820" y="50006"/>
                  </a:lnTo>
                  <a:lnTo>
                    <a:pt x="80010" y="50482"/>
                  </a:lnTo>
                  <a:lnTo>
                    <a:pt x="73819" y="49530"/>
                  </a:lnTo>
                  <a:lnTo>
                    <a:pt x="69532" y="48101"/>
                  </a:lnTo>
                  <a:lnTo>
                    <a:pt x="65723" y="46672"/>
                  </a:lnTo>
                  <a:lnTo>
                    <a:pt x="60960" y="45244"/>
                  </a:lnTo>
                  <a:lnTo>
                    <a:pt x="60007" y="45244"/>
                  </a:lnTo>
                  <a:lnTo>
                    <a:pt x="59531" y="44768"/>
                  </a:lnTo>
                  <a:lnTo>
                    <a:pt x="59055" y="43815"/>
                  </a:lnTo>
                  <a:lnTo>
                    <a:pt x="59055" y="42386"/>
                  </a:lnTo>
                  <a:lnTo>
                    <a:pt x="60007" y="35719"/>
                  </a:lnTo>
                  <a:lnTo>
                    <a:pt x="59055" y="25718"/>
                  </a:lnTo>
                  <a:lnTo>
                    <a:pt x="60007" y="21907"/>
                  </a:lnTo>
                  <a:lnTo>
                    <a:pt x="56198" y="13811"/>
                  </a:lnTo>
                  <a:lnTo>
                    <a:pt x="54769" y="12382"/>
                  </a:lnTo>
                  <a:lnTo>
                    <a:pt x="52864" y="12382"/>
                  </a:lnTo>
                  <a:lnTo>
                    <a:pt x="51911" y="13335"/>
                  </a:lnTo>
                  <a:lnTo>
                    <a:pt x="51435" y="15240"/>
                  </a:lnTo>
                  <a:lnTo>
                    <a:pt x="51911" y="17621"/>
                  </a:lnTo>
                  <a:lnTo>
                    <a:pt x="50482" y="20003"/>
                  </a:lnTo>
                  <a:lnTo>
                    <a:pt x="47625" y="20955"/>
                  </a:lnTo>
                  <a:lnTo>
                    <a:pt x="44291" y="20003"/>
                  </a:lnTo>
                  <a:lnTo>
                    <a:pt x="41434" y="19050"/>
                  </a:lnTo>
                  <a:lnTo>
                    <a:pt x="38100" y="16669"/>
                  </a:lnTo>
                  <a:lnTo>
                    <a:pt x="35243" y="13335"/>
                  </a:lnTo>
                  <a:lnTo>
                    <a:pt x="35243" y="9525"/>
                  </a:lnTo>
                  <a:lnTo>
                    <a:pt x="33814" y="7144"/>
                  </a:lnTo>
                  <a:lnTo>
                    <a:pt x="32385" y="5715"/>
                  </a:lnTo>
                  <a:lnTo>
                    <a:pt x="30956" y="5239"/>
                  </a:lnTo>
                  <a:lnTo>
                    <a:pt x="30004" y="5715"/>
                  </a:lnTo>
                  <a:lnTo>
                    <a:pt x="29051" y="7144"/>
                  </a:lnTo>
                  <a:lnTo>
                    <a:pt x="30004" y="8572"/>
                  </a:lnTo>
                  <a:lnTo>
                    <a:pt x="30956" y="10478"/>
                  </a:lnTo>
                  <a:lnTo>
                    <a:pt x="30480" y="11906"/>
                  </a:lnTo>
                  <a:lnTo>
                    <a:pt x="29527" y="11906"/>
                  </a:lnTo>
                  <a:lnTo>
                    <a:pt x="28099" y="11430"/>
                  </a:lnTo>
                  <a:lnTo>
                    <a:pt x="25718" y="11906"/>
                  </a:lnTo>
                  <a:lnTo>
                    <a:pt x="23336" y="10954"/>
                  </a:lnTo>
                  <a:lnTo>
                    <a:pt x="21907" y="10954"/>
                  </a:lnTo>
                  <a:lnTo>
                    <a:pt x="20479" y="10478"/>
                  </a:lnTo>
                  <a:lnTo>
                    <a:pt x="20479" y="8096"/>
                  </a:lnTo>
                  <a:lnTo>
                    <a:pt x="18574" y="5239"/>
                  </a:lnTo>
                  <a:lnTo>
                    <a:pt x="15240" y="1905"/>
                  </a:lnTo>
                  <a:lnTo>
                    <a:pt x="11906" y="0"/>
                  </a:lnTo>
                  <a:lnTo>
                    <a:pt x="10477" y="476"/>
                  </a:lnTo>
                  <a:lnTo>
                    <a:pt x="9525" y="2381"/>
                  </a:lnTo>
                  <a:lnTo>
                    <a:pt x="9525" y="3334"/>
                  </a:lnTo>
                  <a:lnTo>
                    <a:pt x="10477" y="3810"/>
                  </a:lnTo>
                  <a:lnTo>
                    <a:pt x="12382" y="5239"/>
                  </a:lnTo>
                  <a:lnTo>
                    <a:pt x="12859" y="6668"/>
                  </a:lnTo>
                  <a:lnTo>
                    <a:pt x="12382" y="7620"/>
                  </a:lnTo>
                  <a:lnTo>
                    <a:pt x="10477" y="9525"/>
                  </a:lnTo>
                  <a:lnTo>
                    <a:pt x="9049" y="11430"/>
                  </a:lnTo>
                  <a:lnTo>
                    <a:pt x="5715" y="14288"/>
                  </a:lnTo>
                  <a:lnTo>
                    <a:pt x="2857" y="17621"/>
                  </a:lnTo>
                  <a:lnTo>
                    <a:pt x="1905" y="20003"/>
                  </a:lnTo>
                  <a:lnTo>
                    <a:pt x="952" y="22384"/>
                  </a:lnTo>
                  <a:lnTo>
                    <a:pt x="476" y="24765"/>
                  </a:lnTo>
                  <a:lnTo>
                    <a:pt x="1429" y="26670"/>
                  </a:lnTo>
                  <a:lnTo>
                    <a:pt x="2857" y="27622"/>
                  </a:lnTo>
                  <a:lnTo>
                    <a:pt x="6668" y="28575"/>
                  </a:lnTo>
                  <a:lnTo>
                    <a:pt x="10477" y="31909"/>
                  </a:lnTo>
                  <a:lnTo>
                    <a:pt x="13335" y="36195"/>
                  </a:lnTo>
                  <a:lnTo>
                    <a:pt x="15240" y="37624"/>
                  </a:lnTo>
                  <a:lnTo>
                    <a:pt x="18098" y="39053"/>
                  </a:lnTo>
                  <a:lnTo>
                    <a:pt x="24289" y="39053"/>
                  </a:lnTo>
                  <a:lnTo>
                    <a:pt x="25241" y="40481"/>
                  </a:lnTo>
                  <a:lnTo>
                    <a:pt x="26194" y="43815"/>
                  </a:lnTo>
                  <a:lnTo>
                    <a:pt x="27146" y="44768"/>
                  </a:lnTo>
                  <a:lnTo>
                    <a:pt x="30004" y="46196"/>
                  </a:lnTo>
                  <a:lnTo>
                    <a:pt x="30480" y="47149"/>
                  </a:lnTo>
                  <a:lnTo>
                    <a:pt x="29527" y="48578"/>
                  </a:lnTo>
                  <a:lnTo>
                    <a:pt x="28099" y="49530"/>
                  </a:lnTo>
                  <a:lnTo>
                    <a:pt x="25718" y="50006"/>
                  </a:lnTo>
                  <a:lnTo>
                    <a:pt x="23336" y="50482"/>
                  </a:lnTo>
                  <a:lnTo>
                    <a:pt x="20955" y="50006"/>
                  </a:lnTo>
                  <a:lnTo>
                    <a:pt x="17621" y="49530"/>
                  </a:lnTo>
                  <a:lnTo>
                    <a:pt x="13811" y="49530"/>
                  </a:lnTo>
                  <a:lnTo>
                    <a:pt x="10954" y="57626"/>
                  </a:lnTo>
                  <a:lnTo>
                    <a:pt x="9049" y="60484"/>
                  </a:lnTo>
                  <a:lnTo>
                    <a:pt x="8096" y="60484"/>
                  </a:lnTo>
                  <a:lnTo>
                    <a:pt x="5239" y="59055"/>
                  </a:lnTo>
                  <a:lnTo>
                    <a:pt x="3810" y="59055"/>
                  </a:lnTo>
                  <a:lnTo>
                    <a:pt x="476" y="66199"/>
                  </a:lnTo>
                  <a:lnTo>
                    <a:pt x="0" y="68104"/>
                  </a:lnTo>
                  <a:lnTo>
                    <a:pt x="0" y="69532"/>
                  </a:lnTo>
                  <a:lnTo>
                    <a:pt x="1905" y="72390"/>
                  </a:lnTo>
                  <a:lnTo>
                    <a:pt x="4286" y="74771"/>
                  </a:lnTo>
                  <a:lnTo>
                    <a:pt x="7144" y="75724"/>
                  </a:lnTo>
                  <a:lnTo>
                    <a:pt x="9049" y="75247"/>
                  </a:lnTo>
                  <a:lnTo>
                    <a:pt x="10954" y="76200"/>
                  </a:lnTo>
                  <a:lnTo>
                    <a:pt x="12859" y="78581"/>
                  </a:lnTo>
                  <a:lnTo>
                    <a:pt x="16193" y="80010"/>
                  </a:lnTo>
                  <a:lnTo>
                    <a:pt x="20955" y="80963"/>
                  </a:lnTo>
                  <a:lnTo>
                    <a:pt x="23813" y="82868"/>
                  </a:lnTo>
                  <a:lnTo>
                    <a:pt x="24289" y="84296"/>
                  </a:lnTo>
                  <a:lnTo>
                    <a:pt x="23813" y="85725"/>
                  </a:lnTo>
                  <a:lnTo>
                    <a:pt x="23336" y="90011"/>
                  </a:lnTo>
                  <a:lnTo>
                    <a:pt x="22860" y="92393"/>
                  </a:lnTo>
                  <a:lnTo>
                    <a:pt x="20002" y="98584"/>
                  </a:lnTo>
                  <a:lnTo>
                    <a:pt x="18098" y="103822"/>
                  </a:lnTo>
                  <a:lnTo>
                    <a:pt x="19050" y="106204"/>
                  </a:lnTo>
                  <a:lnTo>
                    <a:pt x="19526" y="107156"/>
                  </a:lnTo>
                  <a:lnTo>
                    <a:pt x="20002" y="108109"/>
                  </a:lnTo>
                  <a:lnTo>
                    <a:pt x="21907" y="110014"/>
                  </a:lnTo>
                  <a:lnTo>
                    <a:pt x="23336" y="111919"/>
                  </a:lnTo>
                  <a:lnTo>
                    <a:pt x="21907" y="117157"/>
                  </a:lnTo>
                  <a:lnTo>
                    <a:pt x="22384" y="118586"/>
                  </a:lnTo>
                  <a:lnTo>
                    <a:pt x="25241" y="119539"/>
                  </a:lnTo>
                  <a:lnTo>
                    <a:pt x="28099" y="120015"/>
                  </a:lnTo>
                  <a:lnTo>
                    <a:pt x="29051" y="120968"/>
                  </a:lnTo>
                  <a:lnTo>
                    <a:pt x="26194" y="126206"/>
                  </a:lnTo>
                  <a:lnTo>
                    <a:pt x="26670" y="130016"/>
                  </a:lnTo>
                  <a:lnTo>
                    <a:pt x="27623" y="133350"/>
                  </a:lnTo>
                  <a:lnTo>
                    <a:pt x="28575" y="139065"/>
                  </a:lnTo>
                  <a:lnTo>
                    <a:pt x="28575" y="139541"/>
                  </a:lnTo>
                  <a:lnTo>
                    <a:pt x="28575" y="140970"/>
                  </a:lnTo>
                  <a:lnTo>
                    <a:pt x="30480" y="145256"/>
                  </a:lnTo>
                  <a:lnTo>
                    <a:pt x="33338" y="153829"/>
                  </a:lnTo>
                  <a:lnTo>
                    <a:pt x="33338" y="157163"/>
                  </a:lnTo>
                  <a:lnTo>
                    <a:pt x="33338" y="160496"/>
                  </a:lnTo>
                  <a:lnTo>
                    <a:pt x="34290" y="163354"/>
                  </a:lnTo>
                  <a:lnTo>
                    <a:pt x="34766" y="168593"/>
                  </a:lnTo>
                  <a:lnTo>
                    <a:pt x="37148" y="171926"/>
                  </a:lnTo>
                  <a:lnTo>
                    <a:pt x="39529" y="174307"/>
                  </a:lnTo>
                  <a:lnTo>
                    <a:pt x="40957" y="174784"/>
                  </a:lnTo>
                  <a:lnTo>
                    <a:pt x="43339" y="174307"/>
                  </a:lnTo>
                  <a:lnTo>
                    <a:pt x="46673" y="170974"/>
                  </a:lnTo>
                  <a:lnTo>
                    <a:pt x="48101" y="167640"/>
                  </a:lnTo>
                  <a:lnTo>
                    <a:pt x="48101" y="163354"/>
                  </a:lnTo>
                  <a:lnTo>
                    <a:pt x="47149" y="157163"/>
                  </a:lnTo>
                  <a:lnTo>
                    <a:pt x="47625" y="154781"/>
                  </a:lnTo>
                  <a:lnTo>
                    <a:pt x="50006" y="165259"/>
                  </a:lnTo>
                  <a:lnTo>
                    <a:pt x="50482" y="169545"/>
                  </a:lnTo>
                  <a:lnTo>
                    <a:pt x="50482" y="172879"/>
                  </a:lnTo>
                  <a:lnTo>
                    <a:pt x="52388" y="171450"/>
                  </a:lnTo>
                  <a:lnTo>
                    <a:pt x="53816" y="169069"/>
                  </a:lnTo>
                  <a:lnTo>
                    <a:pt x="56674" y="167640"/>
                  </a:lnTo>
                  <a:lnTo>
                    <a:pt x="58579" y="165259"/>
                  </a:lnTo>
                  <a:lnTo>
                    <a:pt x="60007" y="161449"/>
                  </a:lnTo>
                  <a:lnTo>
                    <a:pt x="60484" y="158591"/>
                  </a:lnTo>
                  <a:lnTo>
                    <a:pt x="60007" y="154305"/>
                  </a:lnTo>
                  <a:lnTo>
                    <a:pt x="60960" y="150971"/>
                  </a:lnTo>
                  <a:lnTo>
                    <a:pt x="64294" y="148114"/>
                  </a:lnTo>
                  <a:lnTo>
                    <a:pt x="60960" y="153829"/>
                  </a:lnTo>
                  <a:lnTo>
                    <a:pt x="60960" y="157639"/>
                  </a:lnTo>
                  <a:lnTo>
                    <a:pt x="61913" y="160496"/>
                  </a:lnTo>
                  <a:lnTo>
                    <a:pt x="63341" y="163830"/>
                  </a:lnTo>
                  <a:lnTo>
                    <a:pt x="67151" y="160972"/>
                  </a:lnTo>
                  <a:lnTo>
                    <a:pt x="69532" y="159544"/>
                  </a:lnTo>
                  <a:lnTo>
                    <a:pt x="71914" y="159068"/>
                  </a:lnTo>
                  <a:lnTo>
                    <a:pt x="67627" y="163830"/>
                  </a:lnTo>
                  <a:lnTo>
                    <a:pt x="67151" y="165735"/>
                  </a:lnTo>
                  <a:lnTo>
                    <a:pt x="67151" y="168116"/>
                  </a:lnTo>
                  <a:lnTo>
                    <a:pt x="69056" y="169545"/>
                  </a:lnTo>
                  <a:lnTo>
                    <a:pt x="70009" y="170497"/>
                  </a:lnTo>
                  <a:lnTo>
                    <a:pt x="72390" y="170021"/>
                  </a:lnTo>
                  <a:lnTo>
                    <a:pt x="74295" y="167640"/>
                  </a:lnTo>
                  <a:lnTo>
                    <a:pt x="76676" y="162401"/>
                  </a:lnTo>
                  <a:lnTo>
                    <a:pt x="81439" y="157639"/>
                  </a:lnTo>
                  <a:lnTo>
                    <a:pt x="83344" y="156210"/>
                  </a:lnTo>
                  <a:lnTo>
                    <a:pt x="84773" y="154781"/>
                  </a:lnTo>
                  <a:lnTo>
                    <a:pt x="85725" y="150971"/>
                  </a:lnTo>
                  <a:lnTo>
                    <a:pt x="85249" y="148590"/>
                  </a:lnTo>
                  <a:lnTo>
                    <a:pt x="82868" y="144780"/>
                  </a:lnTo>
                  <a:lnTo>
                    <a:pt x="81439" y="142875"/>
                  </a:lnTo>
                  <a:lnTo>
                    <a:pt x="81915" y="141446"/>
                  </a:lnTo>
                  <a:lnTo>
                    <a:pt x="81439" y="139541"/>
                  </a:lnTo>
                  <a:lnTo>
                    <a:pt x="80010" y="137160"/>
                  </a:lnTo>
                  <a:lnTo>
                    <a:pt x="80010" y="134303"/>
                  </a:lnTo>
                  <a:lnTo>
                    <a:pt x="80963" y="132397"/>
                  </a:lnTo>
                  <a:lnTo>
                    <a:pt x="83820" y="131445"/>
                  </a:lnTo>
                  <a:lnTo>
                    <a:pt x="81439" y="128588"/>
                  </a:lnTo>
                  <a:lnTo>
                    <a:pt x="80963" y="126206"/>
                  </a:lnTo>
                  <a:lnTo>
                    <a:pt x="82868" y="125254"/>
                  </a:lnTo>
                  <a:lnTo>
                    <a:pt x="85249" y="123349"/>
                  </a:lnTo>
                  <a:lnTo>
                    <a:pt x="85249" y="120968"/>
                  </a:lnTo>
                  <a:lnTo>
                    <a:pt x="84773" y="118586"/>
                  </a:lnTo>
                  <a:lnTo>
                    <a:pt x="82391" y="115729"/>
                  </a:lnTo>
                  <a:lnTo>
                    <a:pt x="78105" y="114776"/>
                  </a:lnTo>
                  <a:lnTo>
                    <a:pt x="73819" y="111443"/>
                  </a:lnTo>
                  <a:lnTo>
                    <a:pt x="78581" y="112395"/>
                  </a:lnTo>
                  <a:lnTo>
                    <a:pt x="83820" y="112871"/>
                  </a:lnTo>
                  <a:lnTo>
                    <a:pt x="84296" y="110966"/>
                  </a:lnTo>
                  <a:lnTo>
                    <a:pt x="84296" y="108585"/>
                  </a:lnTo>
                  <a:lnTo>
                    <a:pt x="84773" y="107156"/>
                  </a:lnTo>
                  <a:lnTo>
                    <a:pt x="85725" y="106680"/>
                  </a:lnTo>
                  <a:lnTo>
                    <a:pt x="86201" y="108585"/>
                  </a:lnTo>
                  <a:lnTo>
                    <a:pt x="86201" y="111919"/>
                  </a:lnTo>
                  <a:lnTo>
                    <a:pt x="87630" y="118110"/>
                  </a:lnTo>
                  <a:lnTo>
                    <a:pt x="86677" y="124301"/>
                  </a:lnTo>
                  <a:lnTo>
                    <a:pt x="87630" y="126682"/>
                  </a:lnTo>
                  <a:lnTo>
                    <a:pt x="93345" y="137636"/>
                  </a:lnTo>
                  <a:lnTo>
                    <a:pt x="97155" y="141922"/>
                  </a:lnTo>
                  <a:lnTo>
                    <a:pt x="104299" y="141446"/>
                  </a:lnTo>
                  <a:lnTo>
                    <a:pt x="106680" y="140494"/>
                  </a:lnTo>
                  <a:lnTo>
                    <a:pt x="110014" y="137160"/>
                  </a:lnTo>
                  <a:lnTo>
                    <a:pt x="113348" y="134779"/>
                  </a:lnTo>
                  <a:lnTo>
                    <a:pt x="115729" y="131445"/>
                  </a:lnTo>
                  <a:lnTo>
                    <a:pt x="115729" y="134303"/>
                  </a:lnTo>
                  <a:lnTo>
                    <a:pt x="117157" y="137636"/>
                  </a:lnTo>
                  <a:lnTo>
                    <a:pt x="122873" y="144780"/>
                  </a:lnTo>
                  <a:lnTo>
                    <a:pt x="124301" y="148114"/>
                  </a:lnTo>
                  <a:lnTo>
                    <a:pt x="126206" y="151924"/>
                  </a:lnTo>
                  <a:lnTo>
                    <a:pt x="127635" y="150495"/>
                  </a:lnTo>
                  <a:lnTo>
                    <a:pt x="128111" y="150019"/>
                  </a:lnTo>
                  <a:lnTo>
                    <a:pt x="128111" y="150971"/>
                  </a:lnTo>
                  <a:lnTo>
                    <a:pt x="127159" y="154305"/>
                  </a:lnTo>
                  <a:lnTo>
                    <a:pt x="128111" y="156686"/>
                  </a:lnTo>
                  <a:lnTo>
                    <a:pt x="130493" y="166211"/>
                  </a:lnTo>
                  <a:lnTo>
                    <a:pt x="133826" y="173355"/>
                  </a:lnTo>
                  <a:lnTo>
                    <a:pt x="133826" y="179070"/>
                  </a:lnTo>
                  <a:lnTo>
                    <a:pt x="135255" y="190976"/>
                  </a:lnTo>
                  <a:lnTo>
                    <a:pt x="140018" y="197644"/>
                  </a:lnTo>
                  <a:lnTo>
                    <a:pt x="141923" y="200978"/>
                  </a:lnTo>
                  <a:lnTo>
                    <a:pt x="143827" y="204311"/>
                  </a:lnTo>
                  <a:lnTo>
                    <a:pt x="144304" y="204311"/>
                  </a:lnTo>
                  <a:lnTo>
                    <a:pt x="143827" y="201930"/>
                  </a:lnTo>
                  <a:lnTo>
                    <a:pt x="142875" y="199549"/>
                  </a:lnTo>
                  <a:lnTo>
                    <a:pt x="142399" y="197168"/>
                  </a:lnTo>
                  <a:lnTo>
                    <a:pt x="142399" y="195263"/>
                  </a:lnTo>
                  <a:lnTo>
                    <a:pt x="140494" y="193357"/>
                  </a:lnTo>
                  <a:lnTo>
                    <a:pt x="139541" y="190024"/>
                  </a:lnTo>
                  <a:lnTo>
                    <a:pt x="139065" y="186690"/>
                  </a:lnTo>
                  <a:lnTo>
                    <a:pt x="140018" y="184309"/>
                  </a:lnTo>
                  <a:lnTo>
                    <a:pt x="142399" y="181928"/>
                  </a:lnTo>
                  <a:lnTo>
                    <a:pt x="144304" y="181451"/>
                  </a:lnTo>
                  <a:lnTo>
                    <a:pt x="145732" y="182404"/>
                  </a:lnTo>
                  <a:lnTo>
                    <a:pt x="149066" y="183832"/>
                  </a:lnTo>
                  <a:lnTo>
                    <a:pt x="151448" y="185261"/>
                  </a:lnTo>
                  <a:lnTo>
                    <a:pt x="152400" y="187166"/>
                  </a:lnTo>
                  <a:lnTo>
                    <a:pt x="153352" y="186690"/>
                  </a:lnTo>
                  <a:lnTo>
                    <a:pt x="154305" y="185261"/>
                  </a:lnTo>
                  <a:lnTo>
                    <a:pt x="153352" y="182880"/>
                  </a:lnTo>
                  <a:close/>
                </a:path>
              </a:pathLst>
            </a:custGeom>
            <a:grpFill/>
            <a:ln w="317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BD38CFB0-7101-4209-9440-DD247E29A5DE}"/>
                </a:ext>
              </a:extLst>
            </p:cNvPr>
            <p:cNvSpPr/>
            <p:nvPr/>
          </p:nvSpPr>
          <p:spPr>
            <a:xfrm>
              <a:off x="3690461" y="3849528"/>
              <a:ext cx="7143" cy="8572"/>
            </a:xfrm>
            <a:custGeom>
              <a:avLst/>
              <a:gdLst>
                <a:gd name="connsiteX0" fmla="*/ 5239 w 7143"/>
                <a:gd name="connsiteY0" fmla="*/ 3810 h 8572"/>
                <a:gd name="connsiteX1" fmla="*/ 1905 w 7143"/>
                <a:gd name="connsiteY1" fmla="*/ 0 h 8572"/>
                <a:gd name="connsiteX2" fmla="*/ 0 w 7143"/>
                <a:gd name="connsiteY2" fmla="*/ 476 h 8572"/>
                <a:gd name="connsiteX3" fmla="*/ 0 w 7143"/>
                <a:gd name="connsiteY3" fmla="*/ 5715 h 8572"/>
                <a:gd name="connsiteX4" fmla="*/ 952 w 7143"/>
                <a:gd name="connsiteY4" fmla="*/ 7144 h 8572"/>
                <a:gd name="connsiteX5" fmla="*/ 4286 w 7143"/>
                <a:gd name="connsiteY5" fmla="*/ 8572 h 8572"/>
                <a:gd name="connsiteX6" fmla="*/ 5239 w 7143"/>
                <a:gd name="connsiteY6" fmla="*/ 7620 h 8572"/>
                <a:gd name="connsiteX7" fmla="*/ 7144 w 7143"/>
                <a:gd name="connsiteY7" fmla="*/ 5239 h 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3" h="8572">
                  <a:moveTo>
                    <a:pt x="5239" y="3810"/>
                  </a:moveTo>
                  <a:lnTo>
                    <a:pt x="1905" y="0"/>
                  </a:lnTo>
                  <a:lnTo>
                    <a:pt x="0" y="476"/>
                  </a:lnTo>
                  <a:lnTo>
                    <a:pt x="0" y="5715"/>
                  </a:lnTo>
                  <a:lnTo>
                    <a:pt x="952" y="7144"/>
                  </a:lnTo>
                  <a:lnTo>
                    <a:pt x="4286" y="8572"/>
                  </a:lnTo>
                  <a:lnTo>
                    <a:pt x="5239" y="7620"/>
                  </a:lnTo>
                  <a:lnTo>
                    <a:pt x="7144" y="5239"/>
                  </a:lnTo>
                  <a:close/>
                </a:path>
              </a:pathLst>
            </a:custGeom>
            <a:grpFill/>
            <a:ln w="317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43AF7D50-40F1-4F5A-84AF-0202F4E3DCFE}"/>
                </a:ext>
              </a:extLst>
            </p:cNvPr>
            <p:cNvSpPr/>
            <p:nvPr/>
          </p:nvSpPr>
          <p:spPr>
            <a:xfrm>
              <a:off x="6255067" y="2663665"/>
              <a:ext cx="130968" cy="112395"/>
            </a:xfrm>
            <a:custGeom>
              <a:avLst/>
              <a:gdLst>
                <a:gd name="connsiteX0" fmla="*/ 129540 w 130968"/>
                <a:gd name="connsiteY0" fmla="*/ 50006 h 112395"/>
                <a:gd name="connsiteX1" fmla="*/ 125730 w 130968"/>
                <a:gd name="connsiteY1" fmla="*/ 46673 h 112395"/>
                <a:gd name="connsiteX2" fmla="*/ 122396 w 130968"/>
                <a:gd name="connsiteY2" fmla="*/ 43815 h 112395"/>
                <a:gd name="connsiteX3" fmla="*/ 118586 w 130968"/>
                <a:gd name="connsiteY3" fmla="*/ 41434 h 112395"/>
                <a:gd name="connsiteX4" fmla="*/ 116205 w 130968"/>
                <a:gd name="connsiteY4" fmla="*/ 40958 h 112395"/>
                <a:gd name="connsiteX5" fmla="*/ 115252 w 130968"/>
                <a:gd name="connsiteY5" fmla="*/ 39529 h 112395"/>
                <a:gd name="connsiteX6" fmla="*/ 114776 w 130968"/>
                <a:gd name="connsiteY6" fmla="*/ 38576 h 112395"/>
                <a:gd name="connsiteX7" fmla="*/ 115252 w 130968"/>
                <a:gd name="connsiteY7" fmla="*/ 36195 h 112395"/>
                <a:gd name="connsiteX8" fmla="*/ 115252 w 130968"/>
                <a:gd name="connsiteY8" fmla="*/ 33338 h 112395"/>
                <a:gd name="connsiteX9" fmla="*/ 116205 w 130968"/>
                <a:gd name="connsiteY9" fmla="*/ 31433 h 112395"/>
                <a:gd name="connsiteX10" fmla="*/ 118586 w 130968"/>
                <a:gd name="connsiteY10" fmla="*/ 28099 h 112395"/>
                <a:gd name="connsiteX11" fmla="*/ 120968 w 130968"/>
                <a:gd name="connsiteY11" fmla="*/ 24289 h 112395"/>
                <a:gd name="connsiteX12" fmla="*/ 122396 w 130968"/>
                <a:gd name="connsiteY12" fmla="*/ 20955 h 112395"/>
                <a:gd name="connsiteX13" fmla="*/ 122872 w 130968"/>
                <a:gd name="connsiteY13" fmla="*/ 17621 h 112395"/>
                <a:gd name="connsiteX14" fmla="*/ 122872 w 130968"/>
                <a:gd name="connsiteY14" fmla="*/ 16669 h 112395"/>
                <a:gd name="connsiteX15" fmla="*/ 121444 w 130968"/>
                <a:gd name="connsiteY15" fmla="*/ 16193 h 112395"/>
                <a:gd name="connsiteX16" fmla="*/ 119063 w 130968"/>
                <a:gd name="connsiteY16" fmla="*/ 15240 h 112395"/>
                <a:gd name="connsiteX17" fmla="*/ 115252 w 130968"/>
                <a:gd name="connsiteY17" fmla="*/ 15716 h 112395"/>
                <a:gd name="connsiteX18" fmla="*/ 112395 w 130968"/>
                <a:gd name="connsiteY18" fmla="*/ 17145 h 112395"/>
                <a:gd name="connsiteX19" fmla="*/ 110966 w 130968"/>
                <a:gd name="connsiteY19" fmla="*/ 17145 h 112395"/>
                <a:gd name="connsiteX20" fmla="*/ 109061 w 130968"/>
                <a:gd name="connsiteY20" fmla="*/ 17145 h 112395"/>
                <a:gd name="connsiteX21" fmla="*/ 105251 w 130968"/>
                <a:gd name="connsiteY21" fmla="*/ 16669 h 112395"/>
                <a:gd name="connsiteX22" fmla="*/ 103822 w 130968"/>
                <a:gd name="connsiteY22" fmla="*/ 15240 h 112395"/>
                <a:gd name="connsiteX23" fmla="*/ 103346 w 130968"/>
                <a:gd name="connsiteY23" fmla="*/ 13811 h 112395"/>
                <a:gd name="connsiteX24" fmla="*/ 103346 w 130968"/>
                <a:gd name="connsiteY24" fmla="*/ 12859 h 112395"/>
                <a:gd name="connsiteX25" fmla="*/ 102394 w 130968"/>
                <a:gd name="connsiteY25" fmla="*/ 10478 h 112395"/>
                <a:gd name="connsiteX26" fmla="*/ 99536 w 130968"/>
                <a:gd name="connsiteY26" fmla="*/ 8573 h 112395"/>
                <a:gd name="connsiteX27" fmla="*/ 93345 w 130968"/>
                <a:gd name="connsiteY27" fmla="*/ 8096 h 112395"/>
                <a:gd name="connsiteX28" fmla="*/ 91440 w 130968"/>
                <a:gd name="connsiteY28" fmla="*/ 7620 h 112395"/>
                <a:gd name="connsiteX29" fmla="*/ 89059 w 130968"/>
                <a:gd name="connsiteY29" fmla="*/ 6668 h 112395"/>
                <a:gd name="connsiteX30" fmla="*/ 86677 w 130968"/>
                <a:gd name="connsiteY30" fmla="*/ 6191 h 112395"/>
                <a:gd name="connsiteX31" fmla="*/ 84296 w 130968"/>
                <a:gd name="connsiteY31" fmla="*/ 6191 h 112395"/>
                <a:gd name="connsiteX32" fmla="*/ 81439 w 130968"/>
                <a:gd name="connsiteY32" fmla="*/ 6668 h 112395"/>
                <a:gd name="connsiteX33" fmla="*/ 76676 w 130968"/>
                <a:gd name="connsiteY33" fmla="*/ 5715 h 112395"/>
                <a:gd name="connsiteX34" fmla="*/ 75247 w 130968"/>
                <a:gd name="connsiteY34" fmla="*/ 7144 h 112395"/>
                <a:gd name="connsiteX35" fmla="*/ 72866 w 130968"/>
                <a:gd name="connsiteY35" fmla="*/ 8573 h 112395"/>
                <a:gd name="connsiteX36" fmla="*/ 70485 w 130968"/>
                <a:gd name="connsiteY36" fmla="*/ 8573 h 112395"/>
                <a:gd name="connsiteX37" fmla="*/ 66199 w 130968"/>
                <a:gd name="connsiteY37" fmla="*/ 5239 h 112395"/>
                <a:gd name="connsiteX38" fmla="*/ 65246 w 130968"/>
                <a:gd name="connsiteY38" fmla="*/ 4763 h 112395"/>
                <a:gd name="connsiteX39" fmla="*/ 61436 w 130968"/>
                <a:gd name="connsiteY39" fmla="*/ 6668 h 112395"/>
                <a:gd name="connsiteX40" fmla="*/ 60007 w 130968"/>
                <a:gd name="connsiteY40" fmla="*/ 6668 h 112395"/>
                <a:gd name="connsiteX41" fmla="*/ 59055 w 130968"/>
                <a:gd name="connsiteY41" fmla="*/ 6191 h 112395"/>
                <a:gd name="connsiteX42" fmla="*/ 53816 w 130968"/>
                <a:gd name="connsiteY42" fmla="*/ 4763 h 112395"/>
                <a:gd name="connsiteX43" fmla="*/ 51911 w 130968"/>
                <a:gd name="connsiteY43" fmla="*/ 4763 h 112395"/>
                <a:gd name="connsiteX44" fmla="*/ 50006 w 130968"/>
                <a:gd name="connsiteY44" fmla="*/ 5239 h 112395"/>
                <a:gd name="connsiteX45" fmla="*/ 47149 w 130968"/>
                <a:gd name="connsiteY45" fmla="*/ 4763 h 112395"/>
                <a:gd name="connsiteX46" fmla="*/ 40005 w 130968"/>
                <a:gd name="connsiteY46" fmla="*/ 0 h 112395"/>
                <a:gd name="connsiteX47" fmla="*/ 35719 w 130968"/>
                <a:gd name="connsiteY47" fmla="*/ 3334 h 112395"/>
                <a:gd name="connsiteX48" fmla="*/ 27146 w 130968"/>
                <a:gd name="connsiteY48" fmla="*/ 2858 h 112395"/>
                <a:gd name="connsiteX49" fmla="*/ 24289 w 130968"/>
                <a:gd name="connsiteY49" fmla="*/ 5239 h 112395"/>
                <a:gd name="connsiteX50" fmla="*/ 21431 w 130968"/>
                <a:gd name="connsiteY50" fmla="*/ 9525 h 112395"/>
                <a:gd name="connsiteX51" fmla="*/ 19050 w 130968"/>
                <a:gd name="connsiteY51" fmla="*/ 11430 h 112395"/>
                <a:gd name="connsiteX52" fmla="*/ 16669 w 130968"/>
                <a:gd name="connsiteY52" fmla="*/ 10478 h 112395"/>
                <a:gd name="connsiteX53" fmla="*/ 14288 w 130968"/>
                <a:gd name="connsiteY53" fmla="*/ 8573 h 112395"/>
                <a:gd name="connsiteX54" fmla="*/ 10001 w 130968"/>
                <a:gd name="connsiteY54" fmla="*/ 3810 h 112395"/>
                <a:gd name="connsiteX55" fmla="*/ 7620 w 130968"/>
                <a:gd name="connsiteY55" fmla="*/ 2858 h 112395"/>
                <a:gd name="connsiteX56" fmla="*/ 5239 w 130968"/>
                <a:gd name="connsiteY56" fmla="*/ 2858 h 112395"/>
                <a:gd name="connsiteX57" fmla="*/ 2857 w 130968"/>
                <a:gd name="connsiteY57" fmla="*/ 3334 h 112395"/>
                <a:gd name="connsiteX58" fmla="*/ 1905 w 130968"/>
                <a:gd name="connsiteY58" fmla="*/ 4286 h 112395"/>
                <a:gd name="connsiteX59" fmla="*/ 952 w 130968"/>
                <a:gd name="connsiteY59" fmla="*/ 11430 h 112395"/>
                <a:gd name="connsiteX60" fmla="*/ 0 w 130968"/>
                <a:gd name="connsiteY60" fmla="*/ 17621 h 112395"/>
                <a:gd name="connsiteX61" fmla="*/ 0 w 130968"/>
                <a:gd name="connsiteY61" fmla="*/ 21431 h 112395"/>
                <a:gd name="connsiteX62" fmla="*/ 4763 w 130968"/>
                <a:gd name="connsiteY62" fmla="*/ 24765 h 112395"/>
                <a:gd name="connsiteX63" fmla="*/ 10477 w 130968"/>
                <a:gd name="connsiteY63" fmla="*/ 30956 h 112395"/>
                <a:gd name="connsiteX64" fmla="*/ 12382 w 130968"/>
                <a:gd name="connsiteY64" fmla="*/ 31909 h 112395"/>
                <a:gd name="connsiteX65" fmla="*/ 13335 w 130968"/>
                <a:gd name="connsiteY65" fmla="*/ 33814 h 112395"/>
                <a:gd name="connsiteX66" fmla="*/ 14764 w 130968"/>
                <a:gd name="connsiteY66" fmla="*/ 38576 h 112395"/>
                <a:gd name="connsiteX67" fmla="*/ 16193 w 130968"/>
                <a:gd name="connsiteY67" fmla="*/ 44291 h 112395"/>
                <a:gd name="connsiteX68" fmla="*/ 19050 w 130968"/>
                <a:gd name="connsiteY68" fmla="*/ 48101 h 112395"/>
                <a:gd name="connsiteX69" fmla="*/ 21907 w 130968"/>
                <a:gd name="connsiteY69" fmla="*/ 50959 h 112395"/>
                <a:gd name="connsiteX70" fmla="*/ 24765 w 130968"/>
                <a:gd name="connsiteY70" fmla="*/ 53340 h 112395"/>
                <a:gd name="connsiteX71" fmla="*/ 29051 w 130968"/>
                <a:gd name="connsiteY71" fmla="*/ 56674 h 112395"/>
                <a:gd name="connsiteX72" fmla="*/ 32385 w 130968"/>
                <a:gd name="connsiteY72" fmla="*/ 60960 h 112395"/>
                <a:gd name="connsiteX73" fmla="*/ 33338 w 130968"/>
                <a:gd name="connsiteY73" fmla="*/ 62389 h 112395"/>
                <a:gd name="connsiteX74" fmla="*/ 39528 w 130968"/>
                <a:gd name="connsiteY74" fmla="*/ 67628 h 112395"/>
                <a:gd name="connsiteX75" fmla="*/ 45720 w 130968"/>
                <a:gd name="connsiteY75" fmla="*/ 73343 h 112395"/>
                <a:gd name="connsiteX76" fmla="*/ 51435 w 130968"/>
                <a:gd name="connsiteY76" fmla="*/ 75248 h 112395"/>
                <a:gd name="connsiteX77" fmla="*/ 52388 w 130968"/>
                <a:gd name="connsiteY77" fmla="*/ 76200 h 112395"/>
                <a:gd name="connsiteX78" fmla="*/ 52388 w 130968"/>
                <a:gd name="connsiteY78" fmla="*/ 80010 h 112395"/>
                <a:gd name="connsiteX79" fmla="*/ 52864 w 130968"/>
                <a:gd name="connsiteY79" fmla="*/ 81915 h 112395"/>
                <a:gd name="connsiteX80" fmla="*/ 56674 w 130968"/>
                <a:gd name="connsiteY80" fmla="*/ 86201 h 112395"/>
                <a:gd name="connsiteX81" fmla="*/ 64294 w 130968"/>
                <a:gd name="connsiteY81" fmla="*/ 92393 h 112395"/>
                <a:gd name="connsiteX82" fmla="*/ 65246 w 130968"/>
                <a:gd name="connsiteY82" fmla="*/ 93821 h 112395"/>
                <a:gd name="connsiteX83" fmla="*/ 65246 w 130968"/>
                <a:gd name="connsiteY83" fmla="*/ 95250 h 112395"/>
                <a:gd name="connsiteX84" fmla="*/ 64770 w 130968"/>
                <a:gd name="connsiteY84" fmla="*/ 95726 h 112395"/>
                <a:gd name="connsiteX85" fmla="*/ 62865 w 130968"/>
                <a:gd name="connsiteY85" fmla="*/ 96679 h 112395"/>
                <a:gd name="connsiteX86" fmla="*/ 65722 w 130968"/>
                <a:gd name="connsiteY86" fmla="*/ 98584 h 112395"/>
                <a:gd name="connsiteX87" fmla="*/ 68103 w 130968"/>
                <a:gd name="connsiteY87" fmla="*/ 97631 h 112395"/>
                <a:gd name="connsiteX88" fmla="*/ 70009 w 130968"/>
                <a:gd name="connsiteY88" fmla="*/ 98108 h 112395"/>
                <a:gd name="connsiteX89" fmla="*/ 71438 w 130968"/>
                <a:gd name="connsiteY89" fmla="*/ 100489 h 112395"/>
                <a:gd name="connsiteX90" fmla="*/ 74295 w 130968"/>
                <a:gd name="connsiteY90" fmla="*/ 101918 h 112395"/>
                <a:gd name="connsiteX91" fmla="*/ 78581 w 130968"/>
                <a:gd name="connsiteY91" fmla="*/ 104775 h 112395"/>
                <a:gd name="connsiteX92" fmla="*/ 80963 w 130968"/>
                <a:gd name="connsiteY92" fmla="*/ 106680 h 112395"/>
                <a:gd name="connsiteX93" fmla="*/ 87153 w 130968"/>
                <a:gd name="connsiteY93" fmla="*/ 110490 h 112395"/>
                <a:gd name="connsiteX94" fmla="*/ 88582 w 130968"/>
                <a:gd name="connsiteY94" fmla="*/ 110966 h 112395"/>
                <a:gd name="connsiteX95" fmla="*/ 91916 w 130968"/>
                <a:gd name="connsiteY95" fmla="*/ 112395 h 112395"/>
                <a:gd name="connsiteX96" fmla="*/ 92393 w 130968"/>
                <a:gd name="connsiteY96" fmla="*/ 111919 h 112395"/>
                <a:gd name="connsiteX97" fmla="*/ 93345 w 130968"/>
                <a:gd name="connsiteY97" fmla="*/ 111443 h 112395"/>
                <a:gd name="connsiteX98" fmla="*/ 95250 w 130968"/>
                <a:gd name="connsiteY98" fmla="*/ 109538 h 112395"/>
                <a:gd name="connsiteX99" fmla="*/ 95726 w 130968"/>
                <a:gd name="connsiteY99" fmla="*/ 109061 h 112395"/>
                <a:gd name="connsiteX100" fmla="*/ 95250 w 130968"/>
                <a:gd name="connsiteY100" fmla="*/ 107633 h 112395"/>
                <a:gd name="connsiteX101" fmla="*/ 92869 w 130968"/>
                <a:gd name="connsiteY101" fmla="*/ 103346 h 112395"/>
                <a:gd name="connsiteX102" fmla="*/ 92393 w 130968"/>
                <a:gd name="connsiteY102" fmla="*/ 100489 h 112395"/>
                <a:gd name="connsiteX103" fmla="*/ 91916 w 130968"/>
                <a:gd name="connsiteY103" fmla="*/ 95726 h 112395"/>
                <a:gd name="connsiteX104" fmla="*/ 92393 w 130968"/>
                <a:gd name="connsiteY104" fmla="*/ 94298 h 112395"/>
                <a:gd name="connsiteX105" fmla="*/ 93345 w 130968"/>
                <a:gd name="connsiteY105" fmla="*/ 93821 h 112395"/>
                <a:gd name="connsiteX106" fmla="*/ 98107 w 130968"/>
                <a:gd name="connsiteY106" fmla="*/ 93345 h 112395"/>
                <a:gd name="connsiteX107" fmla="*/ 98107 w 130968"/>
                <a:gd name="connsiteY107" fmla="*/ 89059 h 112395"/>
                <a:gd name="connsiteX108" fmla="*/ 98584 w 130968"/>
                <a:gd name="connsiteY108" fmla="*/ 88106 h 112395"/>
                <a:gd name="connsiteX109" fmla="*/ 99060 w 130968"/>
                <a:gd name="connsiteY109" fmla="*/ 86201 h 112395"/>
                <a:gd name="connsiteX110" fmla="*/ 100013 w 130968"/>
                <a:gd name="connsiteY110" fmla="*/ 84773 h 112395"/>
                <a:gd name="connsiteX111" fmla="*/ 102394 w 130968"/>
                <a:gd name="connsiteY111" fmla="*/ 82868 h 112395"/>
                <a:gd name="connsiteX112" fmla="*/ 105727 w 130968"/>
                <a:gd name="connsiteY112" fmla="*/ 80010 h 112395"/>
                <a:gd name="connsiteX113" fmla="*/ 107156 w 130968"/>
                <a:gd name="connsiteY113" fmla="*/ 80010 h 112395"/>
                <a:gd name="connsiteX114" fmla="*/ 108585 w 130968"/>
                <a:gd name="connsiteY114" fmla="*/ 80486 h 112395"/>
                <a:gd name="connsiteX115" fmla="*/ 110014 w 130968"/>
                <a:gd name="connsiteY115" fmla="*/ 82391 h 112395"/>
                <a:gd name="connsiteX116" fmla="*/ 111919 w 130968"/>
                <a:gd name="connsiteY116" fmla="*/ 82391 h 112395"/>
                <a:gd name="connsiteX117" fmla="*/ 112395 w 130968"/>
                <a:gd name="connsiteY117" fmla="*/ 79534 h 112395"/>
                <a:gd name="connsiteX118" fmla="*/ 110014 w 130968"/>
                <a:gd name="connsiteY118" fmla="*/ 76200 h 112395"/>
                <a:gd name="connsiteX119" fmla="*/ 109061 w 130968"/>
                <a:gd name="connsiteY119" fmla="*/ 73819 h 112395"/>
                <a:gd name="connsiteX120" fmla="*/ 109061 w 130968"/>
                <a:gd name="connsiteY120" fmla="*/ 72866 h 112395"/>
                <a:gd name="connsiteX121" fmla="*/ 110014 w 130968"/>
                <a:gd name="connsiteY121" fmla="*/ 71914 h 112395"/>
                <a:gd name="connsiteX122" fmla="*/ 111919 w 130968"/>
                <a:gd name="connsiteY122" fmla="*/ 72390 h 112395"/>
                <a:gd name="connsiteX123" fmla="*/ 113824 w 130968"/>
                <a:gd name="connsiteY123" fmla="*/ 72866 h 112395"/>
                <a:gd name="connsiteX124" fmla="*/ 114776 w 130968"/>
                <a:gd name="connsiteY124" fmla="*/ 72866 h 112395"/>
                <a:gd name="connsiteX125" fmla="*/ 116681 w 130968"/>
                <a:gd name="connsiteY125" fmla="*/ 72390 h 112395"/>
                <a:gd name="connsiteX126" fmla="*/ 117634 w 130968"/>
                <a:gd name="connsiteY126" fmla="*/ 72390 h 112395"/>
                <a:gd name="connsiteX127" fmla="*/ 119539 w 130968"/>
                <a:gd name="connsiteY127" fmla="*/ 70485 h 112395"/>
                <a:gd name="connsiteX128" fmla="*/ 120968 w 130968"/>
                <a:gd name="connsiteY128" fmla="*/ 70009 h 112395"/>
                <a:gd name="connsiteX129" fmla="*/ 123349 w 130968"/>
                <a:gd name="connsiteY129" fmla="*/ 70009 h 112395"/>
                <a:gd name="connsiteX130" fmla="*/ 124301 w 130968"/>
                <a:gd name="connsiteY130" fmla="*/ 70961 h 112395"/>
                <a:gd name="connsiteX131" fmla="*/ 126206 w 130968"/>
                <a:gd name="connsiteY131" fmla="*/ 71438 h 112395"/>
                <a:gd name="connsiteX132" fmla="*/ 127159 w 130968"/>
                <a:gd name="connsiteY132" fmla="*/ 70009 h 112395"/>
                <a:gd name="connsiteX133" fmla="*/ 127635 w 130968"/>
                <a:gd name="connsiteY133" fmla="*/ 68104 h 112395"/>
                <a:gd name="connsiteX134" fmla="*/ 127635 w 130968"/>
                <a:gd name="connsiteY134" fmla="*/ 65246 h 112395"/>
                <a:gd name="connsiteX135" fmla="*/ 123349 w 130968"/>
                <a:gd name="connsiteY135" fmla="*/ 59531 h 112395"/>
                <a:gd name="connsiteX136" fmla="*/ 119539 w 130968"/>
                <a:gd name="connsiteY136" fmla="*/ 55721 h 112395"/>
                <a:gd name="connsiteX137" fmla="*/ 119063 w 130968"/>
                <a:gd name="connsiteY137" fmla="*/ 54769 h 112395"/>
                <a:gd name="connsiteX138" fmla="*/ 120015 w 130968"/>
                <a:gd name="connsiteY138" fmla="*/ 53816 h 112395"/>
                <a:gd name="connsiteX139" fmla="*/ 121444 w 130968"/>
                <a:gd name="connsiteY139" fmla="*/ 53340 h 112395"/>
                <a:gd name="connsiteX140" fmla="*/ 122872 w 130968"/>
                <a:gd name="connsiteY140" fmla="*/ 53816 h 112395"/>
                <a:gd name="connsiteX141" fmla="*/ 126206 w 130968"/>
                <a:gd name="connsiteY141" fmla="*/ 54293 h 112395"/>
                <a:gd name="connsiteX142" fmla="*/ 129540 w 130968"/>
                <a:gd name="connsiteY142" fmla="*/ 53816 h 112395"/>
                <a:gd name="connsiteX143" fmla="*/ 130969 w 130968"/>
                <a:gd name="connsiteY143" fmla="*/ 52864 h 112395"/>
                <a:gd name="connsiteX144" fmla="*/ 130969 w 130968"/>
                <a:gd name="connsiteY144" fmla="*/ 51435 h 11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0968" h="112395">
                  <a:moveTo>
                    <a:pt x="129540" y="50006"/>
                  </a:moveTo>
                  <a:lnTo>
                    <a:pt x="125730" y="46673"/>
                  </a:lnTo>
                  <a:lnTo>
                    <a:pt x="122396" y="43815"/>
                  </a:lnTo>
                  <a:lnTo>
                    <a:pt x="118586" y="41434"/>
                  </a:lnTo>
                  <a:lnTo>
                    <a:pt x="116205" y="40958"/>
                  </a:lnTo>
                  <a:lnTo>
                    <a:pt x="115252" y="39529"/>
                  </a:lnTo>
                  <a:lnTo>
                    <a:pt x="114776" y="38576"/>
                  </a:lnTo>
                  <a:lnTo>
                    <a:pt x="115252" y="36195"/>
                  </a:lnTo>
                  <a:lnTo>
                    <a:pt x="115252" y="33338"/>
                  </a:lnTo>
                  <a:lnTo>
                    <a:pt x="116205" y="31433"/>
                  </a:lnTo>
                  <a:lnTo>
                    <a:pt x="118586" y="28099"/>
                  </a:lnTo>
                  <a:lnTo>
                    <a:pt x="120968" y="24289"/>
                  </a:lnTo>
                  <a:lnTo>
                    <a:pt x="122396" y="20955"/>
                  </a:lnTo>
                  <a:lnTo>
                    <a:pt x="122872" y="17621"/>
                  </a:lnTo>
                  <a:lnTo>
                    <a:pt x="122872" y="16669"/>
                  </a:lnTo>
                  <a:lnTo>
                    <a:pt x="121444" y="16193"/>
                  </a:lnTo>
                  <a:lnTo>
                    <a:pt x="119063" y="15240"/>
                  </a:lnTo>
                  <a:lnTo>
                    <a:pt x="115252" y="15716"/>
                  </a:lnTo>
                  <a:lnTo>
                    <a:pt x="112395" y="17145"/>
                  </a:lnTo>
                  <a:lnTo>
                    <a:pt x="110966" y="17145"/>
                  </a:lnTo>
                  <a:lnTo>
                    <a:pt x="109061" y="17145"/>
                  </a:lnTo>
                  <a:lnTo>
                    <a:pt x="105251" y="16669"/>
                  </a:lnTo>
                  <a:lnTo>
                    <a:pt x="103822" y="15240"/>
                  </a:lnTo>
                  <a:lnTo>
                    <a:pt x="103346" y="13811"/>
                  </a:lnTo>
                  <a:lnTo>
                    <a:pt x="103346" y="12859"/>
                  </a:lnTo>
                  <a:lnTo>
                    <a:pt x="102394" y="10478"/>
                  </a:lnTo>
                  <a:lnTo>
                    <a:pt x="99536" y="8573"/>
                  </a:lnTo>
                  <a:lnTo>
                    <a:pt x="93345" y="8096"/>
                  </a:lnTo>
                  <a:lnTo>
                    <a:pt x="91440" y="7620"/>
                  </a:lnTo>
                  <a:lnTo>
                    <a:pt x="89059" y="6668"/>
                  </a:lnTo>
                  <a:lnTo>
                    <a:pt x="86677" y="6191"/>
                  </a:lnTo>
                  <a:lnTo>
                    <a:pt x="84296" y="6191"/>
                  </a:lnTo>
                  <a:lnTo>
                    <a:pt x="81439" y="6668"/>
                  </a:lnTo>
                  <a:lnTo>
                    <a:pt x="76676" y="5715"/>
                  </a:lnTo>
                  <a:lnTo>
                    <a:pt x="75247" y="7144"/>
                  </a:lnTo>
                  <a:lnTo>
                    <a:pt x="72866" y="8573"/>
                  </a:lnTo>
                  <a:lnTo>
                    <a:pt x="70485" y="8573"/>
                  </a:lnTo>
                  <a:lnTo>
                    <a:pt x="66199" y="5239"/>
                  </a:lnTo>
                  <a:lnTo>
                    <a:pt x="65246" y="4763"/>
                  </a:lnTo>
                  <a:lnTo>
                    <a:pt x="61436" y="6668"/>
                  </a:lnTo>
                  <a:lnTo>
                    <a:pt x="60007" y="6668"/>
                  </a:lnTo>
                  <a:lnTo>
                    <a:pt x="59055" y="6191"/>
                  </a:lnTo>
                  <a:lnTo>
                    <a:pt x="53816" y="4763"/>
                  </a:lnTo>
                  <a:lnTo>
                    <a:pt x="51911" y="4763"/>
                  </a:lnTo>
                  <a:lnTo>
                    <a:pt x="50006" y="5239"/>
                  </a:lnTo>
                  <a:lnTo>
                    <a:pt x="47149" y="4763"/>
                  </a:lnTo>
                  <a:lnTo>
                    <a:pt x="40005" y="0"/>
                  </a:lnTo>
                  <a:lnTo>
                    <a:pt x="35719" y="3334"/>
                  </a:lnTo>
                  <a:lnTo>
                    <a:pt x="27146" y="2858"/>
                  </a:lnTo>
                  <a:lnTo>
                    <a:pt x="24289" y="5239"/>
                  </a:lnTo>
                  <a:lnTo>
                    <a:pt x="21431" y="9525"/>
                  </a:lnTo>
                  <a:lnTo>
                    <a:pt x="19050" y="11430"/>
                  </a:lnTo>
                  <a:lnTo>
                    <a:pt x="16669" y="10478"/>
                  </a:lnTo>
                  <a:lnTo>
                    <a:pt x="14288" y="8573"/>
                  </a:lnTo>
                  <a:lnTo>
                    <a:pt x="10001" y="3810"/>
                  </a:lnTo>
                  <a:lnTo>
                    <a:pt x="7620" y="2858"/>
                  </a:lnTo>
                  <a:lnTo>
                    <a:pt x="5239" y="2858"/>
                  </a:lnTo>
                  <a:lnTo>
                    <a:pt x="2857" y="3334"/>
                  </a:lnTo>
                  <a:lnTo>
                    <a:pt x="1905" y="4286"/>
                  </a:lnTo>
                  <a:lnTo>
                    <a:pt x="952" y="11430"/>
                  </a:lnTo>
                  <a:lnTo>
                    <a:pt x="0" y="17621"/>
                  </a:lnTo>
                  <a:lnTo>
                    <a:pt x="0" y="21431"/>
                  </a:lnTo>
                  <a:lnTo>
                    <a:pt x="4763" y="24765"/>
                  </a:lnTo>
                  <a:lnTo>
                    <a:pt x="10477" y="30956"/>
                  </a:lnTo>
                  <a:lnTo>
                    <a:pt x="12382" y="31909"/>
                  </a:lnTo>
                  <a:lnTo>
                    <a:pt x="13335" y="33814"/>
                  </a:lnTo>
                  <a:lnTo>
                    <a:pt x="14764" y="38576"/>
                  </a:lnTo>
                  <a:lnTo>
                    <a:pt x="16193" y="44291"/>
                  </a:lnTo>
                  <a:lnTo>
                    <a:pt x="19050" y="48101"/>
                  </a:lnTo>
                  <a:lnTo>
                    <a:pt x="21907" y="50959"/>
                  </a:lnTo>
                  <a:lnTo>
                    <a:pt x="24765" y="53340"/>
                  </a:lnTo>
                  <a:lnTo>
                    <a:pt x="29051" y="56674"/>
                  </a:lnTo>
                  <a:lnTo>
                    <a:pt x="32385" y="60960"/>
                  </a:lnTo>
                  <a:lnTo>
                    <a:pt x="33338" y="62389"/>
                  </a:lnTo>
                  <a:lnTo>
                    <a:pt x="39528" y="67628"/>
                  </a:lnTo>
                  <a:lnTo>
                    <a:pt x="45720" y="73343"/>
                  </a:lnTo>
                  <a:lnTo>
                    <a:pt x="51435" y="75248"/>
                  </a:lnTo>
                  <a:lnTo>
                    <a:pt x="52388" y="76200"/>
                  </a:lnTo>
                  <a:lnTo>
                    <a:pt x="52388" y="80010"/>
                  </a:lnTo>
                  <a:lnTo>
                    <a:pt x="52864" y="81915"/>
                  </a:lnTo>
                  <a:lnTo>
                    <a:pt x="56674" y="86201"/>
                  </a:lnTo>
                  <a:lnTo>
                    <a:pt x="64294" y="92393"/>
                  </a:lnTo>
                  <a:lnTo>
                    <a:pt x="65246" y="93821"/>
                  </a:lnTo>
                  <a:lnTo>
                    <a:pt x="65246" y="95250"/>
                  </a:lnTo>
                  <a:lnTo>
                    <a:pt x="64770" y="95726"/>
                  </a:lnTo>
                  <a:lnTo>
                    <a:pt x="62865" y="96679"/>
                  </a:lnTo>
                  <a:lnTo>
                    <a:pt x="65722" y="98584"/>
                  </a:lnTo>
                  <a:lnTo>
                    <a:pt x="68103" y="97631"/>
                  </a:lnTo>
                  <a:lnTo>
                    <a:pt x="70009" y="98108"/>
                  </a:lnTo>
                  <a:lnTo>
                    <a:pt x="71438" y="100489"/>
                  </a:lnTo>
                  <a:lnTo>
                    <a:pt x="74295" y="101918"/>
                  </a:lnTo>
                  <a:lnTo>
                    <a:pt x="78581" y="104775"/>
                  </a:lnTo>
                  <a:lnTo>
                    <a:pt x="80963" y="106680"/>
                  </a:lnTo>
                  <a:lnTo>
                    <a:pt x="87153" y="110490"/>
                  </a:lnTo>
                  <a:lnTo>
                    <a:pt x="88582" y="110966"/>
                  </a:lnTo>
                  <a:lnTo>
                    <a:pt x="91916" y="112395"/>
                  </a:lnTo>
                  <a:lnTo>
                    <a:pt x="92393" y="111919"/>
                  </a:lnTo>
                  <a:lnTo>
                    <a:pt x="93345" y="111443"/>
                  </a:lnTo>
                  <a:lnTo>
                    <a:pt x="95250" y="109538"/>
                  </a:lnTo>
                  <a:lnTo>
                    <a:pt x="95726" y="109061"/>
                  </a:lnTo>
                  <a:lnTo>
                    <a:pt x="95250" y="107633"/>
                  </a:lnTo>
                  <a:lnTo>
                    <a:pt x="92869" y="103346"/>
                  </a:lnTo>
                  <a:lnTo>
                    <a:pt x="92393" y="100489"/>
                  </a:lnTo>
                  <a:lnTo>
                    <a:pt x="91916" y="95726"/>
                  </a:lnTo>
                  <a:lnTo>
                    <a:pt x="92393" y="94298"/>
                  </a:lnTo>
                  <a:lnTo>
                    <a:pt x="93345" y="93821"/>
                  </a:lnTo>
                  <a:lnTo>
                    <a:pt x="98107" y="93345"/>
                  </a:lnTo>
                  <a:lnTo>
                    <a:pt x="98107" y="89059"/>
                  </a:lnTo>
                  <a:lnTo>
                    <a:pt x="98584" y="88106"/>
                  </a:lnTo>
                  <a:lnTo>
                    <a:pt x="99060" y="86201"/>
                  </a:lnTo>
                  <a:lnTo>
                    <a:pt x="100013" y="84773"/>
                  </a:lnTo>
                  <a:lnTo>
                    <a:pt x="102394" y="82868"/>
                  </a:lnTo>
                  <a:lnTo>
                    <a:pt x="105727" y="80010"/>
                  </a:lnTo>
                  <a:lnTo>
                    <a:pt x="107156" y="80010"/>
                  </a:lnTo>
                  <a:lnTo>
                    <a:pt x="108585" y="80486"/>
                  </a:lnTo>
                  <a:lnTo>
                    <a:pt x="110014" y="82391"/>
                  </a:lnTo>
                  <a:lnTo>
                    <a:pt x="111919" y="82391"/>
                  </a:lnTo>
                  <a:lnTo>
                    <a:pt x="112395" y="79534"/>
                  </a:lnTo>
                  <a:lnTo>
                    <a:pt x="110014" y="76200"/>
                  </a:lnTo>
                  <a:lnTo>
                    <a:pt x="109061" y="73819"/>
                  </a:lnTo>
                  <a:lnTo>
                    <a:pt x="109061" y="72866"/>
                  </a:lnTo>
                  <a:lnTo>
                    <a:pt x="110014" y="71914"/>
                  </a:lnTo>
                  <a:lnTo>
                    <a:pt x="111919" y="72390"/>
                  </a:lnTo>
                  <a:lnTo>
                    <a:pt x="113824" y="72866"/>
                  </a:lnTo>
                  <a:lnTo>
                    <a:pt x="114776" y="72866"/>
                  </a:lnTo>
                  <a:lnTo>
                    <a:pt x="116681" y="72390"/>
                  </a:lnTo>
                  <a:lnTo>
                    <a:pt x="117634" y="72390"/>
                  </a:lnTo>
                  <a:lnTo>
                    <a:pt x="119539" y="70485"/>
                  </a:lnTo>
                  <a:lnTo>
                    <a:pt x="120968" y="70009"/>
                  </a:lnTo>
                  <a:lnTo>
                    <a:pt x="123349" y="70009"/>
                  </a:lnTo>
                  <a:lnTo>
                    <a:pt x="124301" y="70961"/>
                  </a:lnTo>
                  <a:lnTo>
                    <a:pt x="126206" y="71438"/>
                  </a:lnTo>
                  <a:lnTo>
                    <a:pt x="127159" y="70009"/>
                  </a:lnTo>
                  <a:lnTo>
                    <a:pt x="127635" y="68104"/>
                  </a:lnTo>
                  <a:lnTo>
                    <a:pt x="127635" y="65246"/>
                  </a:lnTo>
                  <a:lnTo>
                    <a:pt x="123349" y="59531"/>
                  </a:lnTo>
                  <a:lnTo>
                    <a:pt x="119539" y="55721"/>
                  </a:lnTo>
                  <a:lnTo>
                    <a:pt x="119063" y="54769"/>
                  </a:lnTo>
                  <a:lnTo>
                    <a:pt x="120015" y="53816"/>
                  </a:lnTo>
                  <a:lnTo>
                    <a:pt x="121444" y="53340"/>
                  </a:lnTo>
                  <a:lnTo>
                    <a:pt x="122872" y="53816"/>
                  </a:lnTo>
                  <a:lnTo>
                    <a:pt x="126206" y="54293"/>
                  </a:lnTo>
                  <a:lnTo>
                    <a:pt x="129540" y="53816"/>
                  </a:lnTo>
                  <a:lnTo>
                    <a:pt x="130969" y="52864"/>
                  </a:lnTo>
                  <a:lnTo>
                    <a:pt x="130969" y="51435"/>
                  </a:lnTo>
                  <a:close/>
                </a:path>
              </a:pathLst>
            </a:custGeom>
            <a:grpFill/>
            <a:ln w="317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24E58372-531B-4714-96C1-26E5FDDD57F6}"/>
                </a:ext>
              </a:extLst>
            </p:cNvPr>
            <p:cNvSpPr/>
            <p:nvPr/>
          </p:nvSpPr>
          <p:spPr>
            <a:xfrm>
              <a:off x="7242810" y="2801778"/>
              <a:ext cx="191452" cy="138588"/>
            </a:xfrm>
            <a:custGeom>
              <a:avLst/>
              <a:gdLst>
                <a:gd name="connsiteX0" fmla="*/ 188119 w 191452"/>
                <a:gd name="connsiteY0" fmla="*/ 60484 h 138588"/>
                <a:gd name="connsiteX1" fmla="*/ 186214 w 191452"/>
                <a:gd name="connsiteY1" fmla="*/ 58579 h 138588"/>
                <a:gd name="connsiteX2" fmla="*/ 183832 w 191452"/>
                <a:gd name="connsiteY2" fmla="*/ 56674 h 138588"/>
                <a:gd name="connsiteX3" fmla="*/ 181451 w 191452"/>
                <a:gd name="connsiteY3" fmla="*/ 55721 h 138588"/>
                <a:gd name="connsiteX4" fmla="*/ 177165 w 191452"/>
                <a:gd name="connsiteY4" fmla="*/ 53816 h 138588"/>
                <a:gd name="connsiteX5" fmla="*/ 172402 w 191452"/>
                <a:gd name="connsiteY5" fmla="*/ 53816 h 138588"/>
                <a:gd name="connsiteX6" fmla="*/ 170021 w 191452"/>
                <a:gd name="connsiteY6" fmla="*/ 53340 h 138588"/>
                <a:gd name="connsiteX7" fmla="*/ 168116 w 191452"/>
                <a:gd name="connsiteY7" fmla="*/ 52388 h 138588"/>
                <a:gd name="connsiteX8" fmla="*/ 162401 w 191452"/>
                <a:gd name="connsiteY8" fmla="*/ 48101 h 138588"/>
                <a:gd name="connsiteX9" fmla="*/ 159067 w 191452"/>
                <a:gd name="connsiteY9" fmla="*/ 44768 h 138588"/>
                <a:gd name="connsiteX10" fmla="*/ 151447 w 191452"/>
                <a:gd name="connsiteY10" fmla="*/ 35719 h 138588"/>
                <a:gd name="connsiteX11" fmla="*/ 149542 w 191452"/>
                <a:gd name="connsiteY11" fmla="*/ 31909 h 138588"/>
                <a:gd name="connsiteX12" fmla="*/ 148590 w 191452"/>
                <a:gd name="connsiteY12" fmla="*/ 27623 h 138588"/>
                <a:gd name="connsiteX13" fmla="*/ 147161 w 191452"/>
                <a:gd name="connsiteY13" fmla="*/ 24289 h 138588"/>
                <a:gd name="connsiteX14" fmla="*/ 145256 w 191452"/>
                <a:gd name="connsiteY14" fmla="*/ 21431 h 138588"/>
                <a:gd name="connsiteX15" fmla="*/ 137636 w 191452"/>
                <a:gd name="connsiteY15" fmla="*/ 10954 h 138588"/>
                <a:gd name="connsiteX16" fmla="*/ 132397 w 191452"/>
                <a:gd name="connsiteY16" fmla="*/ 4763 h 138588"/>
                <a:gd name="connsiteX17" fmla="*/ 129064 w 191452"/>
                <a:gd name="connsiteY17" fmla="*/ 2381 h 138588"/>
                <a:gd name="connsiteX18" fmla="*/ 127159 w 191452"/>
                <a:gd name="connsiteY18" fmla="*/ 5239 h 138588"/>
                <a:gd name="connsiteX19" fmla="*/ 124301 w 191452"/>
                <a:gd name="connsiteY19" fmla="*/ 10001 h 138588"/>
                <a:gd name="connsiteX20" fmla="*/ 122872 w 191452"/>
                <a:gd name="connsiteY20" fmla="*/ 12383 h 138588"/>
                <a:gd name="connsiteX21" fmla="*/ 119539 w 191452"/>
                <a:gd name="connsiteY21" fmla="*/ 14764 h 138588"/>
                <a:gd name="connsiteX22" fmla="*/ 114300 w 191452"/>
                <a:gd name="connsiteY22" fmla="*/ 17145 h 138588"/>
                <a:gd name="connsiteX23" fmla="*/ 111442 w 191452"/>
                <a:gd name="connsiteY23" fmla="*/ 18098 h 138588"/>
                <a:gd name="connsiteX24" fmla="*/ 108109 w 191452"/>
                <a:gd name="connsiteY24" fmla="*/ 23336 h 138588"/>
                <a:gd name="connsiteX25" fmla="*/ 104775 w 191452"/>
                <a:gd name="connsiteY25" fmla="*/ 28099 h 138588"/>
                <a:gd name="connsiteX26" fmla="*/ 102394 w 191452"/>
                <a:gd name="connsiteY26" fmla="*/ 28575 h 138588"/>
                <a:gd name="connsiteX27" fmla="*/ 95726 w 191452"/>
                <a:gd name="connsiteY27" fmla="*/ 27623 h 138588"/>
                <a:gd name="connsiteX28" fmla="*/ 93345 w 191452"/>
                <a:gd name="connsiteY28" fmla="*/ 27146 h 138588"/>
                <a:gd name="connsiteX29" fmla="*/ 86677 w 191452"/>
                <a:gd name="connsiteY29" fmla="*/ 24765 h 138588"/>
                <a:gd name="connsiteX30" fmla="*/ 84772 w 191452"/>
                <a:gd name="connsiteY30" fmla="*/ 23336 h 138588"/>
                <a:gd name="connsiteX31" fmla="*/ 82867 w 191452"/>
                <a:gd name="connsiteY31" fmla="*/ 17621 h 138588"/>
                <a:gd name="connsiteX32" fmla="*/ 80963 w 191452"/>
                <a:gd name="connsiteY32" fmla="*/ 15240 h 138588"/>
                <a:gd name="connsiteX33" fmla="*/ 78105 w 191452"/>
                <a:gd name="connsiteY33" fmla="*/ 13811 h 138588"/>
                <a:gd name="connsiteX34" fmla="*/ 76200 w 191452"/>
                <a:gd name="connsiteY34" fmla="*/ 12383 h 138588"/>
                <a:gd name="connsiteX35" fmla="*/ 75247 w 191452"/>
                <a:gd name="connsiteY35" fmla="*/ 10954 h 138588"/>
                <a:gd name="connsiteX36" fmla="*/ 73342 w 191452"/>
                <a:gd name="connsiteY36" fmla="*/ 9049 h 138588"/>
                <a:gd name="connsiteX37" fmla="*/ 69532 w 191452"/>
                <a:gd name="connsiteY37" fmla="*/ 6191 h 138588"/>
                <a:gd name="connsiteX38" fmla="*/ 67151 w 191452"/>
                <a:gd name="connsiteY38" fmla="*/ 3334 h 138588"/>
                <a:gd name="connsiteX39" fmla="*/ 65246 w 191452"/>
                <a:gd name="connsiteY39" fmla="*/ 2381 h 138588"/>
                <a:gd name="connsiteX40" fmla="*/ 62865 w 191452"/>
                <a:gd name="connsiteY40" fmla="*/ 3334 h 138588"/>
                <a:gd name="connsiteX41" fmla="*/ 61436 w 191452"/>
                <a:gd name="connsiteY41" fmla="*/ 3810 h 138588"/>
                <a:gd name="connsiteX42" fmla="*/ 60960 w 191452"/>
                <a:gd name="connsiteY42" fmla="*/ 3334 h 138588"/>
                <a:gd name="connsiteX43" fmla="*/ 60484 w 191452"/>
                <a:gd name="connsiteY43" fmla="*/ 953 h 138588"/>
                <a:gd name="connsiteX44" fmla="*/ 56673 w 191452"/>
                <a:gd name="connsiteY44" fmla="*/ 0 h 138588"/>
                <a:gd name="connsiteX45" fmla="*/ 55721 w 191452"/>
                <a:gd name="connsiteY45" fmla="*/ 1429 h 138588"/>
                <a:gd name="connsiteX46" fmla="*/ 53816 w 191452"/>
                <a:gd name="connsiteY46" fmla="*/ 4286 h 138588"/>
                <a:gd name="connsiteX47" fmla="*/ 52388 w 191452"/>
                <a:gd name="connsiteY47" fmla="*/ 5715 h 138588"/>
                <a:gd name="connsiteX48" fmla="*/ 50482 w 191452"/>
                <a:gd name="connsiteY48" fmla="*/ 5715 h 138588"/>
                <a:gd name="connsiteX49" fmla="*/ 48577 w 191452"/>
                <a:gd name="connsiteY49" fmla="*/ 6191 h 138588"/>
                <a:gd name="connsiteX50" fmla="*/ 48101 w 191452"/>
                <a:gd name="connsiteY50" fmla="*/ 7620 h 138588"/>
                <a:gd name="connsiteX51" fmla="*/ 48101 w 191452"/>
                <a:gd name="connsiteY51" fmla="*/ 9525 h 138588"/>
                <a:gd name="connsiteX52" fmla="*/ 48577 w 191452"/>
                <a:gd name="connsiteY52" fmla="*/ 10954 h 138588"/>
                <a:gd name="connsiteX53" fmla="*/ 49053 w 191452"/>
                <a:gd name="connsiteY53" fmla="*/ 11430 h 138588"/>
                <a:gd name="connsiteX54" fmla="*/ 50959 w 191452"/>
                <a:gd name="connsiteY54" fmla="*/ 11906 h 138588"/>
                <a:gd name="connsiteX55" fmla="*/ 52864 w 191452"/>
                <a:gd name="connsiteY55" fmla="*/ 15716 h 138588"/>
                <a:gd name="connsiteX56" fmla="*/ 55721 w 191452"/>
                <a:gd name="connsiteY56" fmla="*/ 17621 h 138588"/>
                <a:gd name="connsiteX57" fmla="*/ 60007 w 191452"/>
                <a:gd name="connsiteY57" fmla="*/ 20003 h 138588"/>
                <a:gd name="connsiteX58" fmla="*/ 63817 w 191452"/>
                <a:gd name="connsiteY58" fmla="*/ 22384 h 138588"/>
                <a:gd name="connsiteX59" fmla="*/ 65722 w 191452"/>
                <a:gd name="connsiteY59" fmla="*/ 24765 h 138588"/>
                <a:gd name="connsiteX60" fmla="*/ 65246 w 191452"/>
                <a:gd name="connsiteY60" fmla="*/ 26194 h 138588"/>
                <a:gd name="connsiteX61" fmla="*/ 63817 w 191452"/>
                <a:gd name="connsiteY61" fmla="*/ 29528 h 138588"/>
                <a:gd name="connsiteX62" fmla="*/ 60484 w 191452"/>
                <a:gd name="connsiteY62" fmla="*/ 32385 h 138588"/>
                <a:gd name="connsiteX63" fmla="*/ 58102 w 191452"/>
                <a:gd name="connsiteY63" fmla="*/ 33338 h 138588"/>
                <a:gd name="connsiteX64" fmla="*/ 57150 w 191452"/>
                <a:gd name="connsiteY64" fmla="*/ 32861 h 138588"/>
                <a:gd name="connsiteX65" fmla="*/ 55245 w 191452"/>
                <a:gd name="connsiteY65" fmla="*/ 31909 h 138588"/>
                <a:gd name="connsiteX66" fmla="*/ 51911 w 191452"/>
                <a:gd name="connsiteY66" fmla="*/ 29528 h 138588"/>
                <a:gd name="connsiteX67" fmla="*/ 48101 w 191452"/>
                <a:gd name="connsiteY67" fmla="*/ 27623 h 138588"/>
                <a:gd name="connsiteX68" fmla="*/ 45244 w 191452"/>
                <a:gd name="connsiteY68" fmla="*/ 28099 h 138588"/>
                <a:gd name="connsiteX69" fmla="*/ 43339 w 191452"/>
                <a:gd name="connsiteY69" fmla="*/ 28575 h 138588"/>
                <a:gd name="connsiteX70" fmla="*/ 39528 w 191452"/>
                <a:gd name="connsiteY70" fmla="*/ 27623 h 138588"/>
                <a:gd name="connsiteX71" fmla="*/ 35242 w 191452"/>
                <a:gd name="connsiteY71" fmla="*/ 26194 h 138588"/>
                <a:gd name="connsiteX72" fmla="*/ 32861 w 191452"/>
                <a:gd name="connsiteY72" fmla="*/ 24765 h 138588"/>
                <a:gd name="connsiteX73" fmla="*/ 31909 w 191452"/>
                <a:gd name="connsiteY73" fmla="*/ 23813 h 138588"/>
                <a:gd name="connsiteX74" fmla="*/ 32385 w 191452"/>
                <a:gd name="connsiteY74" fmla="*/ 21908 h 138588"/>
                <a:gd name="connsiteX75" fmla="*/ 22384 w 191452"/>
                <a:gd name="connsiteY75" fmla="*/ 18574 h 138588"/>
                <a:gd name="connsiteX76" fmla="*/ 17621 w 191452"/>
                <a:gd name="connsiteY76" fmla="*/ 17621 h 138588"/>
                <a:gd name="connsiteX77" fmla="*/ 15240 w 191452"/>
                <a:gd name="connsiteY77" fmla="*/ 18574 h 138588"/>
                <a:gd name="connsiteX78" fmla="*/ 8096 w 191452"/>
                <a:gd name="connsiteY78" fmla="*/ 23813 h 138588"/>
                <a:gd name="connsiteX79" fmla="*/ 9048 w 191452"/>
                <a:gd name="connsiteY79" fmla="*/ 25718 h 138588"/>
                <a:gd name="connsiteX80" fmla="*/ 10953 w 191452"/>
                <a:gd name="connsiteY80" fmla="*/ 27623 h 138588"/>
                <a:gd name="connsiteX81" fmla="*/ 13335 w 191452"/>
                <a:gd name="connsiteY81" fmla="*/ 28575 h 138588"/>
                <a:gd name="connsiteX82" fmla="*/ 14764 w 191452"/>
                <a:gd name="connsiteY82" fmla="*/ 29528 h 138588"/>
                <a:gd name="connsiteX83" fmla="*/ 14764 w 191452"/>
                <a:gd name="connsiteY83" fmla="*/ 30480 h 138588"/>
                <a:gd name="connsiteX84" fmla="*/ 10477 w 191452"/>
                <a:gd name="connsiteY84" fmla="*/ 31433 h 138588"/>
                <a:gd name="connsiteX85" fmla="*/ 10001 w 191452"/>
                <a:gd name="connsiteY85" fmla="*/ 31909 h 138588"/>
                <a:gd name="connsiteX86" fmla="*/ 10477 w 191452"/>
                <a:gd name="connsiteY86" fmla="*/ 32385 h 138588"/>
                <a:gd name="connsiteX87" fmla="*/ 11906 w 191452"/>
                <a:gd name="connsiteY87" fmla="*/ 32861 h 138588"/>
                <a:gd name="connsiteX88" fmla="*/ 17621 w 191452"/>
                <a:gd name="connsiteY88" fmla="*/ 35243 h 138588"/>
                <a:gd name="connsiteX89" fmla="*/ 20955 w 191452"/>
                <a:gd name="connsiteY89" fmla="*/ 35243 h 138588"/>
                <a:gd name="connsiteX90" fmla="*/ 22860 w 191452"/>
                <a:gd name="connsiteY90" fmla="*/ 36195 h 138588"/>
                <a:gd name="connsiteX91" fmla="*/ 23813 w 191452"/>
                <a:gd name="connsiteY91" fmla="*/ 37624 h 138588"/>
                <a:gd name="connsiteX92" fmla="*/ 26670 w 191452"/>
                <a:gd name="connsiteY92" fmla="*/ 39529 h 138588"/>
                <a:gd name="connsiteX93" fmla="*/ 29051 w 191452"/>
                <a:gd name="connsiteY93" fmla="*/ 41434 h 138588"/>
                <a:gd name="connsiteX94" fmla="*/ 29051 w 191452"/>
                <a:gd name="connsiteY94" fmla="*/ 41910 h 138588"/>
                <a:gd name="connsiteX95" fmla="*/ 28575 w 191452"/>
                <a:gd name="connsiteY95" fmla="*/ 42863 h 138588"/>
                <a:gd name="connsiteX96" fmla="*/ 22384 w 191452"/>
                <a:gd name="connsiteY96" fmla="*/ 46673 h 138588"/>
                <a:gd name="connsiteX97" fmla="*/ 21431 w 191452"/>
                <a:gd name="connsiteY97" fmla="*/ 48101 h 138588"/>
                <a:gd name="connsiteX98" fmla="*/ 21431 w 191452"/>
                <a:gd name="connsiteY98" fmla="*/ 49530 h 138588"/>
                <a:gd name="connsiteX99" fmla="*/ 24289 w 191452"/>
                <a:gd name="connsiteY99" fmla="*/ 53816 h 138588"/>
                <a:gd name="connsiteX100" fmla="*/ 28098 w 191452"/>
                <a:gd name="connsiteY100" fmla="*/ 58579 h 138588"/>
                <a:gd name="connsiteX101" fmla="*/ 33814 w 191452"/>
                <a:gd name="connsiteY101" fmla="*/ 61913 h 138588"/>
                <a:gd name="connsiteX102" fmla="*/ 41434 w 191452"/>
                <a:gd name="connsiteY102" fmla="*/ 65723 h 138588"/>
                <a:gd name="connsiteX103" fmla="*/ 41434 w 191452"/>
                <a:gd name="connsiteY103" fmla="*/ 68104 h 138588"/>
                <a:gd name="connsiteX104" fmla="*/ 40005 w 191452"/>
                <a:gd name="connsiteY104" fmla="*/ 70961 h 138588"/>
                <a:gd name="connsiteX105" fmla="*/ 39052 w 191452"/>
                <a:gd name="connsiteY105" fmla="*/ 72866 h 138588"/>
                <a:gd name="connsiteX106" fmla="*/ 38576 w 191452"/>
                <a:gd name="connsiteY106" fmla="*/ 74295 h 138588"/>
                <a:gd name="connsiteX107" fmla="*/ 37623 w 191452"/>
                <a:gd name="connsiteY107" fmla="*/ 74771 h 138588"/>
                <a:gd name="connsiteX108" fmla="*/ 30003 w 191452"/>
                <a:gd name="connsiteY108" fmla="*/ 74771 h 138588"/>
                <a:gd name="connsiteX109" fmla="*/ 29051 w 191452"/>
                <a:gd name="connsiteY109" fmla="*/ 75248 h 138588"/>
                <a:gd name="connsiteX110" fmla="*/ 28575 w 191452"/>
                <a:gd name="connsiteY110" fmla="*/ 75724 h 138588"/>
                <a:gd name="connsiteX111" fmla="*/ 28575 w 191452"/>
                <a:gd name="connsiteY111" fmla="*/ 76200 h 138588"/>
                <a:gd name="connsiteX112" fmla="*/ 31432 w 191452"/>
                <a:gd name="connsiteY112" fmla="*/ 77153 h 138588"/>
                <a:gd name="connsiteX113" fmla="*/ 35719 w 191452"/>
                <a:gd name="connsiteY113" fmla="*/ 80010 h 138588"/>
                <a:gd name="connsiteX114" fmla="*/ 38100 w 191452"/>
                <a:gd name="connsiteY114" fmla="*/ 82868 h 138588"/>
                <a:gd name="connsiteX115" fmla="*/ 40481 w 191452"/>
                <a:gd name="connsiteY115" fmla="*/ 84296 h 138588"/>
                <a:gd name="connsiteX116" fmla="*/ 43339 w 191452"/>
                <a:gd name="connsiteY116" fmla="*/ 86678 h 138588"/>
                <a:gd name="connsiteX117" fmla="*/ 45720 w 191452"/>
                <a:gd name="connsiteY117" fmla="*/ 89059 h 138588"/>
                <a:gd name="connsiteX118" fmla="*/ 49530 w 191452"/>
                <a:gd name="connsiteY118" fmla="*/ 91916 h 138588"/>
                <a:gd name="connsiteX119" fmla="*/ 53816 w 191452"/>
                <a:gd name="connsiteY119" fmla="*/ 90964 h 138588"/>
                <a:gd name="connsiteX120" fmla="*/ 59055 w 191452"/>
                <a:gd name="connsiteY120" fmla="*/ 93345 h 138588"/>
                <a:gd name="connsiteX121" fmla="*/ 59055 w 191452"/>
                <a:gd name="connsiteY121" fmla="*/ 95250 h 138588"/>
                <a:gd name="connsiteX122" fmla="*/ 58578 w 191452"/>
                <a:gd name="connsiteY122" fmla="*/ 96679 h 138588"/>
                <a:gd name="connsiteX123" fmla="*/ 55245 w 191452"/>
                <a:gd name="connsiteY123" fmla="*/ 98108 h 138588"/>
                <a:gd name="connsiteX124" fmla="*/ 54769 w 191452"/>
                <a:gd name="connsiteY124" fmla="*/ 98584 h 138588"/>
                <a:gd name="connsiteX125" fmla="*/ 54769 w 191452"/>
                <a:gd name="connsiteY125" fmla="*/ 99060 h 138588"/>
                <a:gd name="connsiteX126" fmla="*/ 55245 w 191452"/>
                <a:gd name="connsiteY126" fmla="*/ 100013 h 138588"/>
                <a:gd name="connsiteX127" fmla="*/ 57150 w 191452"/>
                <a:gd name="connsiteY127" fmla="*/ 101441 h 138588"/>
                <a:gd name="connsiteX128" fmla="*/ 59531 w 191452"/>
                <a:gd name="connsiteY128" fmla="*/ 103346 h 138588"/>
                <a:gd name="connsiteX129" fmla="*/ 62389 w 191452"/>
                <a:gd name="connsiteY129" fmla="*/ 106204 h 138588"/>
                <a:gd name="connsiteX130" fmla="*/ 61436 w 191452"/>
                <a:gd name="connsiteY130" fmla="*/ 107156 h 138588"/>
                <a:gd name="connsiteX131" fmla="*/ 59055 w 191452"/>
                <a:gd name="connsiteY131" fmla="*/ 107156 h 138588"/>
                <a:gd name="connsiteX132" fmla="*/ 57150 w 191452"/>
                <a:gd name="connsiteY132" fmla="*/ 106680 h 138588"/>
                <a:gd name="connsiteX133" fmla="*/ 56673 w 191452"/>
                <a:gd name="connsiteY133" fmla="*/ 107156 h 138588"/>
                <a:gd name="connsiteX134" fmla="*/ 56673 w 191452"/>
                <a:gd name="connsiteY134" fmla="*/ 108109 h 138588"/>
                <a:gd name="connsiteX135" fmla="*/ 59055 w 191452"/>
                <a:gd name="connsiteY135" fmla="*/ 110490 h 138588"/>
                <a:gd name="connsiteX136" fmla="*/ 59531 w 191452"/>
                <a:gd name="connsiteY136" fmla="*/ 111919 h 138588"/>
                <a:gd name="connsiteX137" fmla="*/ 59531 w 191452"/>
                <a:gd name="connsiteY137" fmla="*/ 114776 h 138588"/>
                <a:gd name="connsiteX138" fmla="*/ 59531 w 191452"/>
                <a:gd name="connsiteY138" fmla="*/ 118586 h 138588"/>
                <a:gd name="connsiteX139" fmla="*/ 61913 w 191452"/>
                <a:gd name="connsiteY139" fmla="*/ 118586 h 138588"/>
                <a:gd name="connsiteX140" fmla="*/ 69532 w 191452"/>
                <a:gd name="connsiteY140" fmla="*/ 111443 h 138588"/>
                <a:gd name="connsiteX141" fmla="*/ 71914 w 191452"/>
                <a:gd name="connsiteY141" fmla="*/ 109061 h 138588"/>
                <a:gd name="connsiteX142" fmla="*/ 76676 w 191452"/>
                <a:gd name="connsiteY142" fmla="*/ 107633 h 138588"/>
                <a:gd name="connsiteX143" fmla="*/ 79057 w 191452"/>
                <a:gd name="connsiteY143" fmla="*/ 104775 h 138588"/>
                <a:gd name="connsiteX144" fmla="*/ 83344 w 191452"/>
                <a:gd name="connsiteY144" fmla="*/ 101441 h 138588"/>
                <a:gd name="connsiteX145" fmla="*/ 88582 w 191452"/>
                <a:gd name="connsiteY145" fmla="*/ 98108 h 138588"/>
                <a:gd name="connsiteX146" fmla="*/ 93345 w 191452"/>
                <a:gd name="connsiteY146" fmla="*/ 95250 h 138588"/>
                <a:gd name="connsiteX147" fmla="*/ 97155 w 191452"/>
                <a:gd name="connsiteY147" fmla="*/ 93345 h 138588"/>
                <a:gd name="connsiteX148" fmla="*/ 103822 w 191452"/>
                <a:gd name="connsiteY148" fmla="*/ 89059 h 138588"/>
                <a:gd name="connsiteX149" fmla="*/ 108109 w 191452"/>
                <a:gd name="connsiteY149" fmla="*/ 87630 h 138588"/>
                <a:gd name="connsiteX150" fmla="*/ 111442 w 191452"/>
                <a:gd name="connsiteY150" fmla="*/ 87630 h 138588"/>
                <a:gd name="connsiteX151" fmla="*/ 116681 w 191452"/>
                <a:gd name="connsiteY151" fmla="*/ 92393 h 138588"/>
                <a:gd name="connsiteX152" fmla="*/ 120967 w 191452"/>
                <a:gd name="connsiteY152" fmla="*/ 96679 h 138588"/>
                <a:gd name="connsiteX153" fmla="*/ 122396 w 191452"/>
                <a:gd name="connsiteY153" fmla="*/ 98584 h 138588"/>
                <a:gd name="connsiteX154" fmla="*/ 120015 w 191452"/>
                <a:gd name="connsiteY154" fmla="*/ 100489 h 138588"/>
                <a:gd name="connsiteX155" fmla="*/ 115728 w 191452"/>
                <a:gd name="connsiteY155" fmla="*/ 102394 h 138588"/>
                <a:gd name="connsiteX156" fmla="*/ 114776 w 191452"/>
                <a:gd name="connsiteY156" fmla="*/ 103822 h 138588"/>
                <a:gd name="connsiteX157" fmla="*/ 114300 w 191452"/>
                <a:gd name="connsiteY157" fmla="*/ 105251 h 138588"/>
                <a:gd name="connsiteX158" fmla="*/ 114300 w 191452"/>
                <a:gd name="connsiteY158" fmla="*/ 106680 h 138588"/>
                <a:gd name="connsiteX159" fmla="*/ 114776 w 191452"/>
                <a:gd name="connsiteY159" fmla="*/ 108109 h 138588"/>
                <a:gd name="connsiteX160" fmla="*/ 120015 w 191452"/>
                <a:gd name="connsiteY160" fmla="*/ 110966 h 138588"/>
                <a:gd name="connsiteX161" fmla="*/ 120491 w 191452"/>
                <a:gd name="connsiteY161" fmla="*/ 112395 h 138588"/>
                <a:gd name="connsiteX162" fmla="*/ 120491 w 191452"/>
                <a:gd name="connsiteY162" fmla="*/ 113824 h 138588"/>
                <a:gd name="connsiteX163" fmla="*/ 120015 w 191452"/>
                <a:gd name="connsiteY163" fmla="*/ 114776 h 138588"/>
                <a:gd name="connsiteX164" fmla="*/ 119063 w 191452"/>
                <a:gd name="connsiteY164" fmla="*/ 115253 h 138588"/>
                <a:gd name="connsiteX165" fmla="*/ 115728 w 191452"/>
                <a:gd name="connsiteY165" fmla="*/ 116205 h 138588"/>
                <a:gd name="connsiteX166" fmla="*/ 112871 w 191452"/>
                <a:gd name="connsiteY166" fmla="*/ 117158 h 138588"/>
                <a:gd name="connsiteX167" fmla="*/ 111919 w 191452"/>
                <a:gd name="connsiteY167" fmla="*/ 118110 h 138588"/>
                <a:gd name="connsiteX168" fmla="*/ 110966 w 191452"/>
                <a:gd name="connsiteY168" fmla="*/ 119063 h 138588"/>
                <a:gd name="connsiteX169" fmla="*/ 110966 w 191452"/>
                <a:gd name="connsiteY169" fmla="*/ 120491 h 138588"/>
                <a:gd name="connsiteX170" fmla="*/ 111919 w 191452"/>
                <a:gd name="connsiteY170" fmla="*/ 121920 h 138588"/>
                <a:gd name="connsiteX171" fmla="*/ 118110 w 191452"/>
                <a:gd name="connsiteY171" fmla="*/ 125730 h 138588"/>
                <a:gd name="connsiteX172" fmla="*/ 118586 w 191452"/>
                <a:gd name="connsiteY172" fmla="*/ 127159 h 138588"/>
                <a:gd name="connsiteX173" fmla="*/ 120015 w 191452"/>
                <a:gd name="connsiteY173" fmla="*/ 129064 h 138588"/>
                <a:gd name="connsiteX174" fmla="*/ 121444 w 191452"/>
                <a:gd name="connsiteY174" fmla="*/ 130016 h 138588"/>
                <a:gd name="connsiteX175" fmla="*/ 123825 w 191452"/>
                <a:gd name="connsiteY175" fmla="*/ 130493 h 138588"/>
                <a:gd name="connsiteX176" fmla="*/ 125253 w 191452"/>
                <a:gd name="connsiteY176" fmla="*/ 131445 h 138588"/>
                <a:gd name="connsiteX177" fmla="*/ 131445 w 191452"/>
                <a:gd name="connsiteY177" fmla="*/ 138113 h 138588"/>
                <a:gd name="connsiteX178" fmla="*/ 132873 w 191452"/>
                <a:gd name="connsiteY178" fmla="*/ 138589 h 138588"/>
                <a:gd name="connsiteX179" fmla="*/ 140017 w 191452"/>
                <a:gd name="connsiteY179" fmla="*/ 137160 h 138588"/>
                <a:gd name="connsiteX180" fmla="*/ 140970 w 191452"/>
                <a:gd name="connsiteY180" fmla="*/ 137160 h 138588"/>
                <a:gd name="connsiteX181" fmla="*/ 140494 w 191452"/>
                <a:gd name="connsiteY181" fmla="*/ 122396 h 138588"/>
                <a:gd name="connsiteX182" fmla="*/ 140494 w 191452"/>
                <a:gd name="connsiteY182" fmla="*/ 121444 h 138588"/>
                <a:gd name="connsiteX183" fmla="*/ 142875 w 191452"/>
                <a:gd name="connsiteY183" fmla="*/ 116681 h 138588"/>
                <a:gd name="connsiteX184" fmla="*/ 144303 w 191452"/>
                <a:gd name="connsiteY184" fmla="*/ 111919 h 138588"/>
                <a:gd name="connsiteX185" fmla="*/ 146209 w 191452"/>
                <a:gd name="connsiteY185" fmla="*/ 109538 h 138588"/>
                <a:gd name="connsiteX186" fmla="*/ 149542 w 191452"/>
                <a:gd name="connsiteY186" fmla="*/ 111443 h 138588"/>
                <a:gd name="connsiteX187" fmla="*/ 149542 w 191452"/>
                <a:gd name="connsiteY187" fmla="*/ 113824 h 138588"/>
                <a:gd name="connsiteX188" fmla="*/ 150019 w 191452"/>
                <a:gd name="connsiteY188" fmla="*/ 114776 h 138588"/>
                <a:gd name="connsiteX189" fmla="*/ 151447 w 191452"/>
                <a:gd name="connsiteY189" fmla="*/ 113824 h 138588"/>
                <a:gd name="connsiteX190" fmla="*/ 152400 w 191452"/>
                <a:gd name="connsiteY190" fmla="*/ 111919 h 138588"/>
                <a:gd name="connsiteX191" fmla="*/ 154781 w 191452"/>
                <a:gd name="connsiteY191" fmla="*/ 103346 h 138588"/>
                <a:gd name="connsiteX192" fmla="*/ 156686 w 191452"/>
                <a:gd name="connsiteY192" fmla="*/ 101441 h 138588"/>
                <a:gd name="connsiteX193" fmla="*/ 158115 w 191452"/>
                <a:gd name="connsiteY193" fmla="*/ 100489 h 138588"/>
                <a:gd name="connsiteX194" fmla="*/ 158115 w 191452"/>
                <a:gd name="connsiteY194" fmla="*/ 98584 h 138588"/>
                <a:gd name="connsiteX195" fmla="*/ 156686 w 191452"/>
                <a:gd name="connsiteY195" fmla="*/ 94298 h 138588"/>
                <a:gd name="connsiteX196" fmla="*/ 156686 w 191452"/>
                <a:gd name="connsiteY196" fmla="*/ 90011 h 138588"/>
                <a:gd name="connsiteX197" fmla="*/ 159544 w 191452"/>
                <a:gd name="connsiteY197" fmla="*/ 80963 h 138588"/>
                <a:gd name="connsiteX198" fmla="*/ 161448 w 191452"/>
                <a:gd name="connsiteY198" fmla="*/ 70961 h 138588"/>
                <a:gd name="connsiteX199" fmla="*/ 163830 w 191452"/>
                <a:gd name="connsiteY199" fmla="*/ 66675 h 138588"/>
                <a:gd name="connsiteX200" fmla="*/ 167640 w 191452"/>
                <a:gd name="connsiteY200" fmla="*/ 64294 h 138588"/>
                <a:gd name="connsiteX201" fmla="*/ 171926 w 191452"/>
                <a:gd name="connsiteY201" fmla="*/ 62865 h 138588"/>
                <a:gd name="connsiteX202" fmla="*/ 176213 w 191452"/>
                <a:gd name="connsiteY202" fmla="*/ 61913 h 138588"/>
                <a:gd name="connsiteX203" fmla="*/ 183832 w 191452"/>
                <a:gd name="connsiteY203" fmla="*/ 61436 h 138588"/>
                <a:gd name="connsiteX204" fmla="*/ 191452 w 191452"/>
                <a:gd name="connsiteY204" fmla="*/ 63341 h 138588"/>
                <a:gd name="connsiteX205" fmla="*/ 188119 w 191452"/>
                <a:gd name="connsiteY205" fmla="*/ 60484 h 138588"/>
                <a:gd name="connsiteX206" fmla="*/ 26670 w 191452"/>
                <a:gd name="connsiteY206" fmla="*/ 52388 h 138588"/>
                <a:gd name="connsiteX207" fmla="*/ 25241 w 191452"/>
                <a:gd name="connsiteY207" fmla="*/ 52864 h 138588"/>
                <a:gd name="connsiteX208" fmla="*/ 23813 w 191452"/>
                <a:gd name="connsiteY208" fmla="*/ 52388 h 138588"/>
                <a:gd name="connsiteX209" fmla="*/ 23813 w 191452"/>
                <a:gd name="connsiteY209" fmla="*/ 50959 h 138588"/>
                <a:gd name="connsiteX210" fmla="*/ 24765 w 191452"/>
                <a:gd name="connsiteY210" fmla="*/ 50483 h 138588"/>
                <a:gd name="connsiteX211" fmla="*/ 25717 w 191452"/>
                <a:gd name="connsiteY211" fmla="*/ 50483 h 138588"/>
                <a:gd name="connsiteX212" fmla="*/ 26670 w 191452"/>
                <a:gd name="connsiteY212" fmla="*/ 50959 h 138588"/>
                <a:gd name="connsiteX213" fmla="*/ 26670 w 191452"/>
                <a:gd name="connsiteY213" fmla="*/ 52388 h 138588"/>
                <a:gd name="connsiteX214" fmla="*/ 7620 w 191452"/>
                <a:gd name="connsiteY214" fmla="*/ 36671 h 138588"/>
                <a:gd name="connsiteX215" fmla="*/ 8572 w 191452"/>
                <a:gd name="connsiteY215" fmla="*/ 36195 h 138588"/>
                <a:gd name="connsiteX216" fmla="*/ 8572 w 191452"/>
                <a:gd name="connsiteY216" fmla="*/ 35243 h 138588"/>
                <a:gd name="connsiteX217" fmla="*/ 8096 w 191452"/>
                <a:gd name="connsiteY217" fmla="*/ 34290 h 138588"/>
                <a:gd name="connsiteX218" fmla="*/ 7144 w 191452"/>
                <a:gd name="connsiteY218" fmla="*/ 33814 h 138588"/>
                <a:gd name="connsiteX219" fmla="*/ 6191 w 191452"/>
                <a:gd name="connsiteY219" fmla="*/ 34290 h 138588"/>
                <a:gd name="connsiteX220" fmla="*/ 6191 w 191452"/>
                <a:gd name="connsiteY220" fmla="*/ 35243 h 138588"/>
                <a:gd name="connsiteX221" fmla="*/ 6667 w 191452"/>
                <a:gd name="connsiteY221" fmla="*/ 36195 h 138588"/>
                <a:gd name="connsiteX222" fmla="*/ 7620 w 191452"/>
                <a:gd name="connsiteY222" fmla="*/ 36671 h 138588"/>
                <a:gd name="connsiteX223" fmla="*/ 43339 w 191452"/>
                <a:gd name="connsiteY223" fmla="*/ 115729 h 138588"/>
                <a:gd name="connsiteX224" fmla="*/ 40005 w 191452"/>
                <a:gd name="connsiteY224" fmla="*/ 109538 h 138588"/>
                <a:gd name="connsiteX225" fmla="*/ 40957 w 191452"/>
                <a:gd name="connsiteY225" fmla="*/ 107156 h 138588"/>
                <a:gd name="connsiteX226" fmla="*/ 39052 w 191452"/>
                <a:gd name="connsiteY226" fmla="*/ 105728 h 138588"/>
                <a:gd name="connsiteX227" fmla="*/ 34766 w 191452"/>
                <a:gd name="connsiteY227" fmla="*/ 102870 h 138588"/>
                <a:gd name="connsiteX228" fmla="*/ 33814 w 191452"/>
                <a:gd name="connsiteY228" fmla="*/ 101918 h 138588"/>
                <a:gd name="connsiteX229" fmla="*/ 34290 w 191452"/>
                <a:gd name="connsiteY229" fmla="*/ 100489 h 138588"/>
                <a:gd name="connsiteX230" fmla="*/ 34766 w 191452"/>
                <a:gd name="connsiteY230" fmla="*/ 97631 h 138588"/>
                <a:gd name="connsiteX231" fmla="*/ 34290 w 191452"/>
                <a:gd name="connsiteY231" fmla="*/ 95250 h 138588"/>
                <a:gd name="connsiteX232" fmla="*/ 33338 w 191452"/>
                <a:gd name="connsiteY232" fmla="*/ 94774 h 138588"/>
                <a:gd name="connsiteX233" fmla="*/ 30956 w 191452"/>
                <a:gd name="connsiteY233" fmla="*/ 94774 h 138588"/>
                <a:gd name="connsiteX234" fmla="*/ 28575 w 191452"/>
                <a:gd name="connsiteY234" fmla="*/ 95250 h 138588"/>
                <a:gd name="connsiteX235" fmla="*/ 23336 w 191452"/>
                <a:gd name="connsiteY235" fmla="*/ 97631 h 138588"/>
                <a:gd name="connsiteX236" fmla="*/ 19526 w 191452"/>
                <a:gd name="connsiteY236" fmla="*/ 96203 h 138588"/>
                <a:gd name="connsiteX237" fmla="*/ 17621 w 191452"/>
                <a:gd name="connsiteY237" fmla="*/ 94774 h 138588"/>
                <a:gd name="connsiteX238" fmla="*/ 16192 w 191452"/>
                <a:gd name="connsiteY238" fmla="*/ 93821 h 138588"/>
                <a:gd name="connsiteX239" fmla="*/ 13335 w 191452"/>
                <a:gd name="connsiteY239" fmla="*/ 94774 h 138588"/>
                <a:gd name="connsiteX240" fmla="*/ 12859 w 191452"/>
                <a:gd name="connsiteY240" fmla="*/ 94298 h 138588"/>
                <a:gd name="connsiteX241" fmla="*/ 12859 w 191452"/>
                <a:gd name="connsiteY241" fmla="*/ 91440 h 138588"/>
                <a:gd name="connsiteX242" fmla="*/ 11906 w 191452"/>
                <a:gd name="connsiteY242" fmla="*/ 90011 h 138588"/>
                <a:gd name="connsiteX243" fmla="*/ 10477 w 191452"/>
                <a:gd name="connsiteY243" fmla="*/ 88106 h 138588"/>
                <a:gd name="connsiteX244" fmla="*/ 9048 w 191452"/>
                <a:gd name="connsiteY244" fmla="*/ 87154 h 138588"/>
                <a:gd name="connsiteX245" fmla="*/ 3334 w 191452"/>
                <a:gd name="connsiteY245" fmla="*/ 89059 h 138588"/>
                <a:gd name="connsiteX246" fmla="*/ 0 w 191452"/>
                <a:gd name="connsiteY246" fmla="*/ 89535 h 138588"/>
                <a:gd name="connsiteX247" fmla="*/ 476 w 191452"/>
                <a:gd name="connsiteY247" fmla="*/ 90488 h 138588"/>
                <a:gd name="connsiteX248" fmla="*/ 1428 w 191452"/>
                <a:gd name="connsiteY248" fmla="*/ 91916 h 138588"/>
                <a:gd name="connsiteX249" fmla="*/ 1905 w 191452"/>
                <a:gd name="connsiteY249" fmla="*/ 92869 h 138588"/>
                <a:gd name="connsiteX250" fmla="*/ 7620 w 191452"/>
                <a:gd name="connsiteY250" fmla="*/ 100965 h 138588"/>
                <a:gd name="connsiteX251" fmla="*/ 10001 w 191452"/>
                <a:gd name="connsiteY251" fmla="*/ 103346 h 138588"/>
                <a:gd name="connsiteX252" fmla="*/ 11430 w 191452"/>
                <a:gd name="connsiteY252" fmla="*/ 105251 h 138588"/>
                <a:gd name="connsiteX253" fmla="*/ 12382 w 191452"/>
                <a:gd name="connsiteY253" fmla="*/ 107633 h 138588"/>
                <a:gd name="connsiteX254" fmla="*/ 14288 w 191452"/>
                <a:gd name="connsiteY254" fmla="*/ 109061 h 138588"/>
                <a:gd name="connsiteX255" fmla="*/ 16669 w 191452"/>
                <a:gd name="connsiteY255" fmla="*/ 110014 h 138588"/>
                <a:gd name="connsiteX256" fmla="*/ 19526 w 191452"/>
                <a:gd name="connsiteY256" fmla="*/ 112395 h 138588"/>
                <a:gd name="connsiteX257" fmla="*/ 21431 w 191452"/>
                <a:gd name="connsiteY257" fmla="*/ 114300 h 138588"/>
                <a:gd name="connsiteX258" fmla="*/ 24289 w 191452"/>
                <a:gd name="connsiteY258" fmla="*/ 117634 h 138588"/>
                <a:gd name="connsiteX259" fmla="*/ 27622 w 191452"/>
                <a:gd name="connsiteY259" fmla="*/ 119063 h 138588"/>
                <a:gd name="connsiteX260" fmla="*/ 39528 w 191452"/>
                <a:gd name="connsiteY260" fmla="*/ 121444 h 138588"/>
                <a:gd name="connsiteX261" fmla="*/ 46196 w 191452"/>
                <a:gd name="connsiteY261" fmla="*/ 122396 h 138588"/>
                <a:gd name="connsiteX262" fmla="*/ 44767 w 191452"/>
                <a:gd name="connsiteY262" fmla="*/ 119539 h 138588"/>
                <a:gd name="connsiteX263" fmla="*/ 43339 w 191452"/>
                <a:gd name="connsiteY263" fmla="*/ 115729 h 13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91452" h="138588">
                  <a:moveTo>
                    <a:pt x="188119" y="60484"/>
                  </a:moveTo>
                  <a:lnTo>
                    <a:pt x="186214" y="58579"/>
                  </a:lnTo>
                  <a:lnTo>
                    <a:pt x="183832" y="56674"/>
                  </a:lnTo>
                  <a:lnTo>
                    <a:pt x="181451" y="55721"/>
                  </a:lnTo>
                  <a:lnTo>
                    <a:pt x="177165" y="53816"/>
                  </a:lnTo>
                  <a:lnTo>
                    <a:pt x="172402" y="53816"/>
                  </a:lnTo>
                  <a:lnTo>
                    <a:pt x="170021" y="53340"/>
                  </a:lnTo>
                  <a:lnTo>
                    <a:pt x="168116" y="52388"/>
                  </a:lnTo>
                  <a:lnTo>
                    <a:pt x="162401" y="48101"/>
                  </a:lnTo>
                  <a:lnTo>
                    <a:pt x="159067" y="44768"/>
                  </a:lnTo>
                  <a:lnTo>
                    <a:pt x="151447" y="35719"/>
                  </a:lnTo>
                  <a:lnTo>
                    <a:pt x="149542" y="31909"/>
                  </a:lnTo>
                  <a:lnTo>
                    <a:pt x="148590" y="27623"/>
                  </a:lnTo>
                  <a:lnTo>
                    <a:pt x="147161" y="24289"/>
                  </a:lnTo>
                  <a:lnTo>
                    <a:pt x="145256" y="21431"/>
                  </a:lnTo>
                  <a:lnTo>
                    <a:pt x="137636" y="10954"/>
                  </a:lnTo>
                  <a:lnTo>
                    <a:pt x="132397" y="4763"/>
                  </a:lnTo>
                  <a:lnTo>
                    <a:pt x="129064" y="2381"/>
                  </a:lnTo>
                  <a:lnTo>
                    <a:pt x="127159" y="5239"/>
                  </a:lnTo>
                  <a:lnTo>
                    <a:pt x="124301" y="10001"/>
                  </a:lnTo>
                  <a:lnTo>
                    <a:pt x="122872" y="12383"/>
                  </a:lnTo>
                  <a:lnTo>
                    <a:pt x="119539" y="14764"/>
                  </a:lnTo>
                  <a:lnTo>
                    <a:pt x="114300" y="17145"/>
                  </a:lnTo>
                  <a:lnTo>
                    <a:pt x="111442" y="18098"/>
                  </a:lnTo>
                  <a:lnTo>
                    <a:pt x="108109" y="23336"/>
                  </a:lnTo>
                  <a:lnTo>
                    <a:pt x="104775" y="28099"/>
                  </a:lnTo>
                  <a:lnTo>
                    <a:pt x="102394" y="28575"/>
                  </a:lnTo>
                  <a:lnTo>
                    <a:pt x="95726" y="27623"/>
                  </a:lnTo>
                  <a:lnTo>
                    <a:pt x="93345" y="27146"/>
                  </a:lnTo>
                  <a:lnTo>
                    <a:pt x="86677" y="24765"/>
                  </a:lnTo>
                  <a:lnTo>
                    <a:pt x="84772" y="23336"/>
                  </a:lnTo>
                  <a:lnTo>
                    <a:pt x="82867" y="17621"/>
                  </a:lnTo>
                  <a:lnTo>
                    <a:pt x="80963" y="15240"/>
                  </a:lnTo>
                  <a:lnTo>
                    <a:pt x="78105" y="13811"/>
                  </a:lnTo>
                  <a:lnTo>
                    <a:pt x="76200" y="12383"/>
                  </a:lnTo>
                  <a:lnTo>
                    <a:pt x="75247" y="10954"/>
                  </a:lnTo>
                  <a:lnTo>
                    <a:pt x="73342" y="9049"/>
                  </a:lnTo>
                  <a:lnTo>
                    <a:pt x="69532" y="6191"/>
                  </a:lnTo>
                  <a:lnTo>
                    <a:pt x="67151" y="3334"/>
                  </a:lnTo>
                  <a:lnTo>
                    <a:pt x="65246" y="2381"/>
                  </a:lnTo>
                  <a:lnTo>
                    <a:pt x="62865" y="3334"/>
                  </a:lnTo>
                  <a:lnTo>
                    <a:pt x="61436" y="3810"/>
                  </a:lnTo>
                  <a:lnTo>
                    <a:pt x="60960" y="3334"/>
                  </a:lnTo>
                  <a:lnTo>
                    <a:pt x="60484" y="953"/>
                  </a:lnTo>
                  <a:lnTo>
                    <a:pt x="56673" y="0"/>
                  </a:lnTo>
                  <a:lnTo>
                    <a:pt x="55721" y="1429"/>
                  </a:lnTo>
                  <a:lnTo>
                    <a:pt x="53816" y="4286"/>
                  </a:lnTo>
                  <a:lnTo>
                    <a:pt x="52388" y="5715"/>
                  </a:lnTo>
                  <a:lnTo>
                    <a:pt x="50482" y="5715"/>
                  </a:lnTo>
                  <a:lnTo>
                    <a:pt x="48577" y="6191"/>
                  </a:lnTo>
                  <a:lnTo>
                    <a:pt x="48101" y="7620"/>
                  </a:lnTo>
                  <a:lnTo>
                    <a:pt x="48101" y="9525"/>
                  </a:lnTo>
                  <a:lnTo>
                    <a:pt x="48577" y="10954"/>
                  </a:lnTo>
                  <a:lnTo>
                    <a:pt x="49053" y="11430"/>
                  </a:lnTo>
                  <a:lnTo>
                    <a:pt x="50959" y="11906"/>
                  </a:lnTo>
                  <a:lnTo>
                    <a:pt x="52864" y="15716"/>
                  </a:lnTo>
                  <a:lnTo>
                    <a:pt x="55721" y="17621"/>
                  </a:lnTo>
                  <a:lnTo>
                    <a:pt x="60007" y="20003"/>
                  </a:lnTo>
                  <a:lnTo>
                    <a:pt x="63817" y="22384"/>
                  </a:lnTo>
                  <a:lnTo>
                    <a:pt x="65722" y="24765"/>
                  </a:lnTo>
                  <a:lnTo>
                    <a:pt x="65246" y="26194"/>
                  </a:lnTo>
                  <a:lnTo>
                    <a:pt x="63817" y="29528"/>
                  </a:lnTo>
                  <a:lnTo>
                    <a:pt x="60484" y="32385"/>
                  </a:lnTo>
                  <a:lnTo>
                    <a:pt x="58102" y="33338"/>
                  </a:lnTo>
                  <a:lnTo>
                    <a:pt x="57150" y="32861"/>
                  </a:lnTo>
                  <a:lnTo>
                    <a:pt x="55245" y="31909"/>
                  </a:lnTo>
                  <a:lnTo>
                    <a:pt x="51911" y="29528"/>
                  </a:lnTo>
                  <a:lnTo>
                    <a:pt x="48101" y="27623"/>
                  </a:lnTo>
                  <a:lnTo>
                    <a:pt x="45244" y="28099"/>
                  </a:lnTo>
                  <a:lnTo>
                    <a:pt x="43339" y="28575"/>
                  </a:lnTo>
                  <a:lnTo>
                    <a:pt x="39528" y="27623"/>
                  </a:lnTo>
                  <a:lnTo>
                    <a:pt x="35242" y="26194"/>
                  </a:lnTo>
                  <a:lnTo>
                    <a:pt x="32861" y="24765"/>
                  </a:lnTo>
                  <a:lnTo>
                    <a:pt x="31909" y="23813"/>
                  </a:lnTo>
                  <a:lnTo>
                    <a:pt x="32385" y="21908"/>
                  </a:lnTo>
                  <a:lnTo>
                    <a:pt x="22384" y="18574"/>
                  </a:lnTo>
                  <a:lnTo>
                    <a:pt x="17621" y="17621"/>
                  </a:lnTo>
                  <a:lnTo>
                    <a:pt x="15240" y="18574"/>
                  </a:lnTo>
                  <a:lnTo>
                    <a:pt x="8096" y="23813"/>
                  </a:lnTo>
                  <a:lnTo>
                    <a:pt x="9048" y="25718"/>
                  </a:lnTo>
                  <a:lnTo>
                    <a:pt x="10953" y="27623"/>
                  </a:lnTo>
                  <a:lnTo>
                    <a:pt x="13335" y="28575"/>
                  </a:lnTo>
                  <a:lnTo>
                    <a:pt x="14764" y="29528"/>
                  </a:lnTo>
                  <a:lnTo>
                    <a:pt x="14764" y="30480"/>
                  </a:lnTo>
                  <a:lnTo>
                    <a:pt x="10477" y="31433"/>
                  </a:lnTo>
                  <a:lnTo>
                    <a:pt x="10001" y="31909"/>
                  </a:lnTo>
                  <a:lnTo>
                    <a:pt x="10477" y="32385"/>
                  </a:lnTo>
                  <a:lnTo>
                    <a:pt x="11906" y="32861"/>
                  </a:lnTo>
                  <a:lnTo>
                    <a:pt x="17621" y="35243"/>
                  </a:lnTo>
                  <a:lnTo>
                    <a:pt x="20955" y="35243"/>
                  </a:lnTo>
                  <a:lnTo>
                    <a:pt x="22860" y="36195"/>
                  </a:lnTo>
                  <a:lnTo>
                    <a:pt x="23813" y="37624"/>
                  </a:lnTo>
                  <a:lnTo>
                    <a:pt x="26670" y="39529"/>
                  </a:lnTo>
                  <a:lnTo>
                    <a:pt x="29051" y="41434"/>
                  </a:lnTo>
                  <a:lnTo>
                    <a:pt x="29051" y="41910"/>
                  </a:lnTo>
                  <a:lnTo>
                    <a:pt x="28575" y="42863"/>
                  </a:lnTo>
                  <a:lnTo>
                    <a:pt x="22384" y="46673"/>
                  </a:lnTo>
                  <a:lnTo>
                    <a:pt x="21431" y="48101"/>
                  </a:lnTo>
                  <a:lnTo>
                    <a:pt x="21431" y="49530"/>
                  </a:lnTo>
                  <a:lnTo>
                    <a:pt x="24289" y="53816"/>
                  </a:lnTo>
                  <a:lnTo>
                    <a:pt x="28098" y="58579"/>
                  </a:lnTo>
                  <a:lnTo>
                    <a:pt x="33814" y="61913"/>
                  </a:lnTo>
                  <a:lnTo>
                    <a:pt x="41434" y="65723"/>
                  </a:lnTo>
                  <a:lnTo>
                    <a:pt x="41434" y="68104"/>
                  </a:lnTo>
                  <a:lnTo>
                    <a:pt x="40005" y="70961"/>
                  </a:lnTo>
                  <a:lnTo>
                    <a:pt x="39052" y="72866"/>
                  </a:lnTo>
                  <a:lnTo>
                    <a:pt x="38576" y="74295"/>
                  </a:lnTo>
                  <a:lnTo>
                    <a:pt x="37623" y="74771"/>
                  </a:lnTo>
                  <a:lnTo>
                    <a:pt x="30003" y="74771"/>
                  </a:lnTo>
                  <a:lnTo>
                    <a:pt x="29051" y="75248"/>
                  </a:lnTo>
                  <a:lnTo>
                    <a:pt x="28575" y="75724"/>
                  </a:lnTo>
                  <a:lnTo>
                    <a:pt x="28575" y="76200"/>
                  </a:lnTo>
                  <a:lnTo>
                    <a:pt x="31432" y="77153"/>
                  </a:lnTo>
                  <a:lnTo>
                    <a:pt x="35719" y="80010"/>
                  </a:lnTo>
                  <a:lnTo>
                    <a:pt x="38100" y="82868"/>
                  </a:lnTo>
                  <a:lnTo>
                    <a:pt x="40481" y="84296"/>
                  </a:lnTo>
                  <a:lnTo>
                    <a:pt x="43339" y="86678"/>
                  </a:lnTo>
                  <a:lnTo>
                    <a:pt x="45720" y="89059"/>
                  </a:lnTo>
                  <a:lnTo>
                    <a:pt x="49530" y="91916"/>
                  </a:lnTo>
                  <a:lnTo>
                    <a:pt x="53816" y="90964"/>
                  </a:lnTo>
                  <a:lnTo>
                    <a:pt x="59055" y="93345"/>
                  </a:lnTo>
                  <a:lnTo>
                    <a:pt x="59055" y="95250"/>
                  </a:lnTo>
                  <a:lnTo>
                    <a:pt x="58578" y="96679"/>
                  </a:lnTo>
                  <a:lnTo>
                    <a:pt x="55245" y="98108"/>
                  </a:lnTo>
                  <a:lnTo>
                    <a:pt x="54769" y="98584"/>
                  </a:lnTo>
                  <a:lnTo>
                    <a:pt x="54769" y="99060"/>
                  </a:lnTo>
                  <a:lnTo>
                    <a:pt x="55245" y="100013"/>
                  </a:lnTo>
                  <a:lnTo>
                    <a:pt x="57150" y="101441"/>
                  </a:lnTo>
                  <a:lnTo>
                    <a:pt x="59531" y="103346"/>
                  </a:lnTo>
                  <a:lnTo>
                    <a:pt x="62389" y="106204"/>
                  </a:lnTo>
                  <a:lnTo>
                    <a:pt x="61436" y="107156"/>
                  </a:lnTo>
                  <a:lnTo>
                    <a:pt x="59055" y="107156"/>
                  </a:lnTo>
                  <a:lnTo>
                    <a:pt x="57150" y="106680"/>
                  </a:lnTo>
                  <a:lnTo>
                    <a:pt x="56673" y="107156"/>
                  </a:lnTo>
                  <a:lnTo>
                    <a:pt x="56673" y="108109"/>
                  </a:lnTo>
                  <a:lnTo>
                    <a:pt x="59055" y="110490"/>
                  </a:lnTo>
                  <a:lnTo>
                    <a:pt x="59531" y="111919"/>
                  </a:lnTo>
                  <a:lnTo>
                    <a:pt x="59531" y="114776"/>
                  </a:lnTo>
                  <a:lnTo>
                    <a:pt x="59531" y="118586"/>
                  </a:lnTo>
                  <a:lnTo>
                    <a:pt x="61913" y="118586"/>
                  </a:lnTo>
                  <a:lnTo>
                    <a:pt x="69532" y="111443"/>
                  </a:lnTo>
                  <a:lnTo>
                    <a:pt x="71914" y="109061"/>
                  </a:lnTo>
                  <a:lnTo>
                    <a:pt x="76676" y="107633"/>
                  </a:lnTo>
                  <a:lnTo>
                    <a:pt x="79057" y="104775"/>
                  </a:lnTo>
                  <a:lnTo>
                    <a:pt x="83344" y="101441"/>
                  </a:lnTo>
                  <a:lnTo>
                    <a:pt x="88582" y="98108"/>
                  </a:lnTo>
                  <a:lnTo>
                    <a:pt x="93345" y="95250"/>
                  </a:lnTo>
                  <a:lnTo>
                    <a:pt x="97155" y="93345"/>
                  </a:lnTo>
                  <a:lnTo>
                    <a:pt x="103822" y="89059"/>
                  </a:lnTo>
                  <a:lnTo>
                    <a:pt x="108109" y="87630"/>
                  </a:lnTo>
                  <a:lnTo>
                    <a:pt x="111442" y="87630"/>
                  </a:lnTo>
                  <a:lnTo>
                    <a:pt x="116681" y="92393"/>
                  </a:lnTo>
                  <a:lnTo>
                    <a:pt x="120967" y="96679"/>
                  </a:lnTo>
                  <a:lnTo>
                    <a:pt x="122396" y="98584"/>
                  </a:lnTo>
                  <a:lnTo>
                    <a:pt x="120015" y="100489"/>
                  </a:lnTo>
                  <a:lnTo>
                    <a:pt x="115728" y="102394"/>
                  </a:lnTo>
                  <a:lnTo>
                    <a:pt x="114776" y="103822"/>
                  </a:lnTo>
                  <a:lnTo>
                    <a:pt x="114300" y="105251"/>
                  </a:lnTo>
                  <a:lnTo>
                    <a:pt x="114300" y="106680"/>
                  </a:lnTo>
                  <a:lnTo>
                    <a:pt x="114776" y="108109"/>
                  </a:lnTo>
                  <a:lnTo>
                    <a:pt x="120015" y="110966"/>
                  </a:lnTo>
                  <a:lnTo>
                    <a:pt x="120491" y="112395"/>
                  </a:lnTo>
                  <a:lnTo>
                    <a:pt x="120491" y="113824"/>
                  </a:lnTo>
                  <a:lnTo>
                    <a:pt x="120015" y="114776"/>
                  </a:lnTo>
                  <a:lnTo>
                    <a:pt x="119063" y="115253"/>
                  </a:lnTo>
                  <a:lnTo>
                    <a:pt x="115728" y="116205"/>
                  </a:lnTo>
                  <a:lnTo>
                    <a:pt x="112871" y="117158"/>
                  </a:lnTo>
                  <a:lnTo>
                    <a:pt x="111919" y="118110"/>
                  </a:lnTo>
                  <a:lnTo>
                    <a:pt x="110966" y="119063"/>
                  </a:lnTo>
                  <a:lnTo>
                    <a:pt x="110966" y="120491"/>
                  </a:lnTo>
                  <a:lnTo>
                    <a:pt x="111919" y="121920"/>
                  </a:lnTo>
                  <a:lnTo>
                    <a:pt x="118110" y="125730"/>
                  </a:lnTo>
                  <a:lnTo>
                    <a:pt x="118586" y="127159"/>
                  </a:lnTo>
                  <a:lnTo>
                    <a:pt x="120015" y="129064"/>
                  </a:lnTo>
                  <a:lnTo>
                    <a:pt x="121444" y="130016"/>
                  </a:lnTo>
                  <a:lnTo>
                    <a:pt x="123825" y="130493"/>
                  </a:lnTo>
                  <a:lnTo>
                    <a:pt x="125253" y="131445"/>
                  </a:lnTo>
                  <a:lnTo>
                    <a:pt x="131445" y="138113"/>
                  </a:lnTo>
                  <a:lnTo>
                    <a:pt x="132873" y="138589"/>
                  </a:lnTo>
                  <a:lnTo>
                    <a:pt x="140017" y="137160"/>
                  </a:lnTo>
                  <a:lnTo>
                    <a:pt x="140970" y="137160"/>
                  </a:lnTo>
                  <a:lnTo>
                    <a:pt x="140494" y="122396"/>
                  </a:lnTo>
                  <a:lnTo>
                    <a:pt x="140494" y="121444"/>
                  </a:lnTo>
                  <a:lnTo>
                    <a:pt x="142875" y="116681"/>
                  </a:lnTo>
                  <a:lnTo>
                    <a:pt x="144303" y="111919"/>
                  </a:lnTo>
                  <a:lnTo>
                    <a:pt x="146209" y="109538"/>
                  </a:lnTo>
                  <a:lnTo>
                    <a:pt x="149542" y="111443"/>
                  </a:lnTo>
                  <a:lnTo>
                    <a:pt x="149542" y="113824"/>
                  </a:lnTo>
                  <a:lnTo>
                    <a:pt x="150019" y="114776"/>
                  </a:lnTo>
                  <a:lnTo>
                    <a:pt x="151447" y="113824"/>
                  </a:lnTo>
                  <a:lnTo>
                    <a:pt x="152400" y="111919"/>
                  </a:lnTo>
                  <a:lnTo>
                    <a:pt x="154781" y="103346"/>
                  </a:lnTo>
                  <a:lnTo>
                    <a:pt x="156686" y="101441"/>
                  </a:lnTo>
                  <a:lnTo>
                    <a:pt x="158115" y="100489"/>
                  </a:lnTo>
                  <a:lnTo>
                    <a:pt x="158115" y="98584"/>
                  </a:lnTo>
                  <a:lnTo>
                    <a:pt x="156686" y="94298"/>
                  </a:lnTo>
                  <a:lnTo>
                    <a:pt x="156686" y="90011"/>
                  </a:lnTo>
                  <a:lnTo>
                    <a:pt x="159544" y="80963"/>
                  </a:lnTo>
                  <a:lnTo>
                    <a:pt x="161448" y="70961"/>
                  </a:lnTo>
                  <a:lnTo>
                    <a:pt x="163830" y="66675"/>
                  </a:lnTo>
                  <a:lnTo>
                    <a:pt x="167640" y="64294"/>
                  </a:lnTo>
                  <a:lnTo>
                    <a:pt x="171926" y="62865"/>
                  </a:lnTo>
                  <a:lnTo>
                    <a:pt x="176213" y="61913"/>
                  </a:lnTo>
                  <a:lnTo>
                    <a:pt x="183832" y="61436"/>
                  </a:lnTo>
                  <a:lnTo>
                    <a:pt x="191452" y="63341"/>
                  </a:lnTo>
                  <a:lnTo>
                    <a:pt x="188119" y="60484"/>
                  </a:lnTo>
                  <a:close/>
                  <a:moveTo>
                    <a:pt x="26670" y="52388"/>
                  </a:moveTo>
                  <a:lnTo>
                    <a:pt x="25241" y="52864"/>
                  </a:lnTo>
                  <a:lnTo>
                    <a:pt x="23813" y="52388"/>
                  </a:lnTo>
                  <a:lnTo>
                    <a:pt x="23813" y="50959"/>
                  </a:lnTo>
                  <a:lnTo>
                    <a:pt x="24765" y="50483"/>
                  </a:lnTo>
                  <a:lnTo>
                    <a:pt x="25717" y="50483"/>
                  </a:lnTo>
                  <a:lnTo>
                    <a:pt x="26670" y="50959"/>
                  </a:lnTo>
                  <a:lnTo>
                    <a:pt x="26670" y="52388"/>
                  </a:lnTo>
                  <a:close/>
                  <a:moveTo>
                    <a:pt x="7620" y="36671"/>
                  </a:moveTo>
                  <a:lnTo>
                    <a:pt x="8572" y="36195"/>
                  </a:lnTo>
                  <a:lnTo>
                    <a:pt x="8572" y="35243"/>
                  </a:lnTo>
                  <a:lnTo>
                    <a:pt x="8096" y="34290"/>
                  </a:lnTo>
                  <a:lnTo>
                    <a:pt x="7144" y="33814"/>
                  </a:lnTo>
                  <a:lnTo>
                    <a:pt x="6191" y="34290"/>
                  </a:lnTo>
                  <a:lnTo>
                    <a:pt x="6191" y="35243"/>
                  </a:lnTo>
                  <a:lnTo>
                    <a:pt x="6667" y="36195"/>
                  </a:lnTo>
                  <a:lnTo>
                    <a:pt x="7620" y="36671"/>
                  </a:lnTo>
                  <a:close/>
                  <a:moveTo>
                    <a:pt x="43339" y="115729"/>
                  </a:moveTo>
                  <a:lnTo>
                    <a:pt x="40005" y="109538"/>
                  </a:lnTo>
                  <a:lnTo>
                    <a:pt x="40957" y="107156"/>
                  </a:lnTo>
                  <a:lnTo>
                    <a:pt x="39052" y="105728"/>
                  </a:lnTo>
                  <a:lnTo>
                    <a:pt x="34766" y="102870"/>
                  </a:lnTo>
                  <a:lnTo>
                    <a:pt x="33814" y="101918"/>
                  </a:lnTo>
                  <a:lnTo>
                    <a:pt x="34290" y="100489"/>
                  </a:lnTo>
                  <a:lnTo>
                    <a:pt x="34766" y="97631"/>
                  </a:lnTo>
                  <a:lnTo>
                    <a:pt x="34290" y="95250"/>
                  </a:lnTo>
                  <a:lnTo>
                    <a:pt x="33338" y="94774"/>
                  </a:lnTo>
                  <a:lnTo>
                    <a:pt x="30956" y="94774"/>
                  </a:lnTo>
                  <a:lnTo>
                    <a:pt x="28575" y="95250"/>
                  </a:lnTo>
                  <a:lnTo>
                    <a:pt x="23336" y="97631"/>
                  </a:lnTo>
                  <a:lnTo>
                    <a:pt x="19526" y="96203"/>
                  </a:lnTo>
                  <a:lnTo>
                    <a:pt x="17621" y="94774"/>
                  </a:lnTo>
                  <a:lnTo>
                    <a:pt x="16192" y="93821"/>
                  </a:lnTo>
                  <a:lnTo>
                    <a:pt x="13335" y="94774"/>
                  </a:lnTo>
                  <a:lnTo>
                    <a:pt x="12859" y="94298"/>
                  </a:lnTo>
                  <a:lnTo>
                    <a:pt x="12859" y="91440"/>
                  </a:lnTo>
                  <a:lnTo>
                    <a:pt x="11906" y="90011"/>
                  </a:lnTo>
                  <a:lnTo>
                    <a:pt x="10477" y="88106"/>
                  </a:lnTo>
                  <a:lnTo>
                    <a:pt x="9048" y="87154"/>
                  </a:lnTo>
                  <a:lnTo>
                    <a:pt x="3334" y="89059"/>
                  </a:lnTo>
                  <a:lnTo>
                    <a:pt x="0" y="89535"/>
                  </a:lnTo>
                  <a:lnTo>
                    <a:pt x="476" y="90488"/>
                  </a:lnTo>
                  <a:lnTo>
                    <a:pt x="1428" y="91916"/>
                  </a:lnTo>
                  <a:lnTo>
                    <a:pt x="1905" y="92869"/>
                  </a:lnTo>
                  <a:lnTo>
                    <a:pt x="7620" y="100965"/>
                  </a:lnTo>
                  <a:lnTo>
                    <a:pt x="10001" y="103346"/>
                  </a:lnTo>
                  <a:lnTo>
                    <a:pt x="11430" y="105251"/>
                  </a:lnTo>
                  <a:lnTo>
                    <a:pt x="12382" y="107633"/>
                  </a:lnTo>
                  <a:lnTo>
                    <a:pt x="14288" y="109061"/>
                  </a:lnTo>
                  <a:lnTo>
                    <a:pt x="16669" y="110014"/>
                  </a:lnTo>
                  <a:lnTo>
                    <a:pt x="19526" y="112395"/>
                  </a:lnTo>
                  <a:lnTo>
                    <a:pt x="21431" y="114300"/>
                  </a:lnTo>
                  <a:lnTo>
                    <a:pt x="24289" y="117634"/>
                  </a:lnTo>
                  <a:lnTo>
                    <a:pt x="27622" y="119063"/>
                  </a:lnTo>
                  <a:lnTo>
                    <a:pt x="39528" y="121444"/>
                  </a:lnTo>
                  <a:lnTo>
                    <a:pt x="46196" y="122396"/>
                  </a:lnTo>
                  <a:lnTo>
                    <a:pt x="44767" y="119539"/>
                  </a:lnTo>
                  <a:lnTo>
                    <a:pt x="43339" y="115729"/>
                  </a:lnTo>
                  <a:close/>
                </a:path>
              </a:pathLst>
            </a:custGeom>
            <a:grpFill/>
            <a:ln w="317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590D499A-50E0-45C8-BB95-21B7501417D1}"/>
                </a:ext>
              </a:extLst>
            </p:cNvPr>
            <p:cNvSpPr/>
            <p:nvPr/>
          </p:nvSpPr>
          <p:spPr>
            <a:xfrm>
              <a:off x="9564052" y="4659629"/>
              <a:ext cx="1380649" cy="1204436"/>
            </a:xfrm>
            <a:custGeom>
              <a:avLst/>
              <a:gdLst>
                <a:gd name="connsiteX0" fmla="*/ 1202531 w 1380649"/>
                <a:gd name="connsiteY0" fmla="*/ 1143952 h 1204436"/>
                <a:gd name="connsiteX1" fmla="*/ 1202056 w 1380649"/>
                <a:gd name="connsiteY1" fmla="*/ 1142524 h 1204436"/>
                <a:gd name="connsiteX2" fmla="*/ 1201102 w 1380649"/>
                <a:gd name="connsiteY2" fmla="*/ 1141095 h 1204436"/>
                <a:gd name="connsiteX3" fmla="*/ 1201102 w 1380649"/>
                <a:gd name="connsiteY3" fmla="*/ 1139666 h 1204436"/>
                <a:gd name="connsiteX4" fmla="*/ 1201579 w 1380649"/>
                <a:gd name="connsiteY4" fmla="*/ 1136809 h 1204436"/>
                <a:gd name="connsiteX5" fmla="*/ 1200627 w 1380649"/>
                <a:gd name="connsiteY5" fmla="*/ 1132046 h 1204436"/>
                <a:gd name="connsiteX6" fmla="*/ 1201102 w 1380649"/>
                <a:gd name="connsiteY6" fmla="*/ 1125378 h 1204436"/>
                <a:gd name="connsiteX7" fmla="*/ 1200627 w 1380649"/>
                <a:gd name="connsiteY7" fmla="*/ 1121569 h 1204436"/>
                <a:gd name="connsiteX8" fmla="*/ 1200627 w 1380649"/>
                <a:gd name="connsiteY8" fmla="*/ 1117759 h 1204436"/>
                <a:gd name="connsiteX9" fmla="*/ 1201579 w 1380649"/>
                <a:gd name="connsiteY9" fmla="*/ 1112996 h 1204436"/>
                <a:gd name="connsiteX10" fmla="*/ 1201579 w 1380649"/>
                <a:gd name="connsiteY10" fmla="*/ 1108234 h 1204436"/>
                <a:gd name="connsiteX11" fmla="*/ 1201102 w 1380649"/>
                <a:gd name="connsiteY11" fmla="*/ 1105852 h 1204436"/>
                <a:gd name="connsiteX12" fmla="*/ 1201102 w 1380649"/>
                <a:gd name="connsiteY12" fmla="*/ 1103471 h 1204436"/>
                <a:gd name="connsiteX13" fmla="*/ 1201579 w 1380649"/>
                <a:gd name="connsiteY13" fmla="*/ 1096803 h 1204436"/>
                <a:gd name="connsiteX14" fmla="*/ 1198721 w 1380649"/>
                <a:gd name="connsiteY14" fmla="*/ 1092994 h 1204436"/>
                <a:gd name="connsiteX15" fmla="*/ 1192531 w 1380649"/>
                <a:gd name="connsiteY15" fmla="*/ 1090136 h 1204436"/>
                <a:gd name="connsiteX16" fmla="*/ 1190150 w 1380649"/>
                <a:gd name="connsiteY16" fmla="*/ 1090136 h 1204436"/>
                <a:gd name="connsiteX17" fmla="*/ 1186815 w 1380649"/>
                <a:gd name="connsiteY17" fmla="*/ 1093946 h 1204436"/>
                <a:gd name="connsiteX18" fmla="*/ 1184910 w 1380649"/>
                <a:gd name="connsiteY18" fmla="*/ 1093946 h 1204436"/>
                <a:gd name="connsiteX19" fmla="*/ 1178243 w 1380649"/>
                <a:gd name="connsiteY19" fmla="*/ 1092994 h 1204436"/>
                <a:gd name="connsiteX20" fmla="*/ 1176814 w 1380649"/>
                <a:gd name="connsiteY20" fmla="*/ 1094422 h 1204436"/>
                <a:gd name="connsiteX21" fmla="*/ 1173956 w 1380649"/>
                <a:gd name="connsiteY21" fmla="*/ 1097756 h 1204436"/>
                <a:gd name="connsiteX22" fmla="*/ 1172527 w 1380649"/>
                <a:gd name="connsiteY22" fmla="*/ 1099185 h 1204436"/>
                <a:gd name="connsiteX23" fmla="*/ 1170146 w 1380649"/>
                <a:gd name="connsiteY23" fmla="*/ 1098709 h 1204436"/>
                <a:gd name="connsiteX24" fmla="*/ 1167765 w 1380649"/>
                <a:gd name="connsiteY24" fmla="*/ 1097756 h 1204436"/>
                <a:gd name="connsiteX25" fmla="*/ 1165860 w 1380649"/>
                <a:gd name="connsiteY25" fmla="*/ 1097756 h 1204436"/>
                <a:gd name="connsiteX26" fmla="*/ 1163956 w 1380649"/>
                <a:gd name="connsiteY26" fmla="*/ 1098709 h 1204436"/>
                <a:gd name="connsiteX27" fmla="*/ 1160146 w 1380649"/>
                <a:gd name="connsiteY27" fmla="*/ 1099185 h 1204436"/>
                <a:gd name="connsiteX28" fmla="*/ 1156335 w 1380649"/>
                <a:gd name="connsiteY28" fmla="*/ 1099185 h 1204436"/>
                <a:gd name="connsiteX29" fmla="*/ 1153954 w 1380649"/>
                <a:gd name="connsiteY29" fmla="*/ 1100138 h 1204436"/>
                <a:gd name="connsiteX30" fmla="*/ 1152050 w 1380649"/>
                <a:gd name="connsiteY30" fmla="*/ 1101566 h 1204436"/>
                <a:gd name="connsiteX31" fmla="*/ 1151573 w 1380649"/>
                <a:gd name="connsiteY31" fmla="*/ 1103471 h 1204436"/>
                <a:gd name="connsiteX32" fmla="*/ 1152050 w 1380649"/>
                <a:gd name="connsiteY32" fmla="*/ 1105852 h 1204436"/>
                <a:gd name="connsiteX33" fmla="*/ 1150144 w 1380649"/>
                <a:gd name="connsiteY33" fmla="*/ 1103471 h 1204436"/>
                <a:gd name="connsiteX34" fmla="*/ 1148239 w 1380649"/>
                <a:gd name="connsiteY34" fmla="*/ 1102043 h 1204436"/>
                <a:gd name="connsiteX35" fmla="*/ 1145858 w 1380649"/>
                <a:gd name="connsiteY35" fmla="*/ 1103471 h 1204436"/>
                <a:gd name="connsiteX36" fmla="*/ 1143477 w 1380649"/>
                <a:gd name="connsiteY36" fmla="*/ 1104424 h 1204436"/>
                <a:gd name="connsiteX37" fmla="*/ 1134904 w 1380649"/>
                <a:gd name="connsiteY37" fmla="*/ 1105376 h 1204436"/>
                <a:gd name="connsiteX38" fmla="*/ 1127760 w 1380649"/>
                <a:gd name="connsiteY38" fmla="*/ 1103471 h 1204436"/>
                <a:gd name="connsiteX39" fmla="*/ 1117759 w 1380649"/>
                <a:gd name="connsiteY39" fmla="*/ 1099661 h 1204436"/>
                <a:gd name="connsiteX40" fmla="*/ 1116331 w 1380649"/>
                <a:gd name="connsiteY40" fmla="*/ 1098709 h 1204436"/>
                <a:gd name="connsiteX41" fmla="*/ 1114902 w 1380649"/>
                <a:gd name="connsiteY41" fmla="*/ 1097280 h 1204436"/>
                <a:gd name="connsiteX42" fmla="*/ 1113473 w 1380649"/>
                <a:gd name="connsiteY42" fmla="*/ 1096327 h 1204436"/>
                <a:gd name="connsiteX43" fmla="*/ 1109663 w 1380649"/>
                <a:gd name="connsiteY43" fmla="*/ 1094899 h 1204436"/>
                <a:gd name="connsiteX44" fmla="*/ 1108234 w 1380649"/>
                <a:gd name="connsiteY44" fmla="*/ 1093470 h 1204436"/>
                <a:gd name="connsiteX45" fmla="*/ 1106806 w 1380649"/>
                <a:gd name="connsiteY45" fmla="*/ 1092994 h 1204436"/>
                <a:gd name="connsiteX46" fmla="*/ 1104900 w 1380649"/>
                <a:gd name="connsiteY46" fmla="*/ 1092994 h 1204436"/>
                <a:gd name="connsiteX47" fmla="*/ 1102043 w 1380649"/>
                <a:gd name="connsiteY47" fmla="*/ 1091565 h 1204436"/>
                <a:gd name="connsiteX48" fmla="*/ 1099662 w 1380649"/>
                <a:gd name="connsiteY48" fmla="*/ 1089184 h 1204436"/>
                <a:gd name="connsiteX49" fmla="*/ 1097756 w 1380649"/>
                <a:gd name="connsiteY49" fmla="*/ 1089184 h 1204436"/>
                <a:gd name="connsiteX50" fmla="*/ 1095375 w 1380649"/>
                <a:gd name="connsiteY50" fmla="*/ 1090136 h 1204436"/>
                <a:gd name="connsiteX51" fmla="*/ 1091565 w 1380649"/>
                <a:gd name="connsiteY51" fmla="*/ 1090136 h 1204436"/>
                <a:gd name="connsiteX52" fmla="*/ 1083946 w 1380649"/>
                <a:gd name="connsiteY52" fmla="*/ 1087755 h 1204436"/>
                <a:gd name="connsiteX53" fmla="*/ 1080612 w 1380649"/>
                <a:gd name="connsiteY53" fmla="*/ 1085850 h 1204436"/>
                <a:gd name="connsiteX54" fmla="*/ 1080135 w 1380649"/>
                <a:gd name="connsiteY54" fmla="*/ 1090136 h 1204436"/>
                <a:gd name="connsiteX55" fmla="*/ 1077754 w 1380649"/>
                <a:gd name="connsiteY55" fmla="*/ 1098232 h 1204436"/>
                <a:gd name="connsiteX56" fmla="*/ 1078231 w 1380649"/>
                <a:gd name="connsiteY56" fmla="*/ 1102043 h 1204436"/>
                <a:gd name="connsiteX57" fmla="*/ 1079659 w 1380649"/>
                <a:gd name="connsiteY57" fmla="*/ 1106328 h 1204436"/>
                <a:gd name="connsiteX58" fmla="*/ 1082040 w 1380649"/>
                <a:gd name="connsiteY58" fmla="*/ 1112520 h 1204436"/>
                <a:gd name="connsiteX59" fmla="*/ 1082040 w 1380649"/>
                <a:gd name="connsiteY59" fmla="*/ 1114425 h 1204436"/>
                <a:gd name="connsiteX60" fmla="*/ 1082517 w 1380649"/>
                <a:gd name="connsiteY60" fmla="*/ 1115377 h 1204436"/>
                <a:gd name="connsiteX61" fmla="*/ 1087279 w 1380649"/>
                <a:gd name="connsiteY61" fmla="*/ 1124426 h 1204436"/>
                <a:gd name="connsiteX62" fmla="*/ 1092042 w 1380649"/>
                <a:gd name="connsiteY62" fmla="*/ 1131570 h 1204436"/>
                <a:gd name="connsiteX63" fmla="*/ 1098233 w 1380649"/>
                <a:gd name="connsiteY63" fmla="*/ 1139190 h 1204436"/>
                <a:gd name="connsiteX64" fmla="*/ 1098709 w 1380649"/>
                <a:gd name="connsiteY64" fmla="*/ 1142524 h 1204436"/>
                <a:gd name="connsiteX65" fmla="*/ 1097756 w 1380649"/>
                <a:gd name="connsiteY65" fmla="*/ 1146334 h 1204436"/>
                <a:gd name="connsiteX66" fmla="*/ 1099662 w 1380649"/>
                <a:gd name="connsiteY66" fmla="*/ 1145857 h 1204436"/>
                <a:gd name="connsiteX67" fmla="*/ 1101090 w 1380649"/>
                <a:gd name="connsiteY67" fmla="*/ 1143952 h 1204436"/>
                <a:gd name="connsiteX68" fmla="*/ 1101567 w 1380649"/>
                <a:gd name="connsiteY68" fmla="*/ 1145857 h 1204436"/>
                <a:gd name="connsiteX69" fmla="*/ 1102043 w 1380649"/>
                <a:gd name="connsiteY69" fmla="*/ 1147286 h 1204436"/>
                <a:gd name="connsiteX70" fmla="*/ 1107281 w 1380649"/>
                <a:gd name="connsiteY70" fmla="*/ 1152525 h 1204436"/>
                <a:gd name="connsiteX71" fmla="*/ 1107758 w 1380649"/>
                <a:gd name="connsiteY71" fmla="*/ 1153953 h 1204436"/>
                <a:gd name="connsiteX72" fmla="*/ 1105852 w 1380649"/>
                <a:gd name="connsiteY72" fmla="*/ 1158240 h 1204436"/>
                <a:gd name="connsiteX73" fmla="*/ 1104900 w 1380649"/>
                <a:gd name="connsiteY73" fmla="*/ 1154906 h 1204436"/>
                <a:gd name="connsiteX74" fmla="*/ 1102996 w 1380649"/>
                <a:gd name="connsiteY74" fmla="*/ 1152049 h 1204436"/>
                <a:gd name="connsiteX75" fmla="*/ 1097281 w 1380649"/>
                <a:gd name="connsiteY75" fmla="*/ 1147763 h 1204436"/>
                <a:gd name="connsiteX76" fmla="*/ 1098709 w 1380649"/>
                <a:gd name="connsiteY76" fmla="*/ 1156811 h 1204436"/>
                <a:gd name="connsiteX77" fmla="*/ 1099662 w 1380649"/>
                <a:gd name="connsiteY77" fmla="*/ 1160621 h 1204436"/>
                <a:gd name="connsiteX78" fmla="*/ 1107281 w 1380649"/>
                <a:gd name="connsiteY78" fmla="*/ 1176338 h 1204436"/>
                <a:gd name="connsiteX79" fmla="*/ 1108234 w 1380649"/>
                <a:gd name="connsiteY79" fmla="*/ 1177290 h 1204436"/>
                <a:gd name="connsiteX80" fmla="*/ 1110139 w 1380649"/>
                <a:gd name="connsiteY80" fmla="*/ 1177766 h 1204436"/>
                <a:gd name="connsiteX81" fmla="*/ 1111568 w 1380649"/>
                <a:gd name="connsiteY81" fmla="*/ 1179195 h 1204436"/>
                <a:gd name="connsiteX82" fmla="*/ 1113950 w 1380649"/>
                <a:gd name="connsiteY82" fmla="*/ 1182528 h 1204436"/>
                <a:gd name="connsiteX83" fmla="*/ 1118235 w 1380649"/>
                <a:gd name="connsiteY83" fmla="*/ 1189196 h 1204436"/>
                <a:gd name="connsiteX84" fmla="*/ 1120617 w 1380649"/>
                <a:gd name="connsiteY84" fmla="*/ 1191101 h 1204436"/>
                <a:gd name="connsiteX85" fmla="*/ 1123950 w 1380649"/>
                <a:gd name="connsiteY85" fmla="*/ 1190625 h 1204436"/>
                <a:gd name="connsiteX86" fmla="*/ 1129189 w 1380649"/>
                <a:gd name="connsiteY86" fmla="*/ 1192053 h 1204436"/>
                <a:gd name="connsiteX87" fmla="*/ 1131094 w 1380649"/>
                <a:gd name="connsiteY87" fmla="*/ 1191577 h 1204436"/>
                <a:gd name="connsiteX88" fmla="*/ 1132046 w 1380649"/>
                <a:gd name="connsiteY88" fmla="*/ 1192053 h 1204436"/>
                <a:gd name="connsiteX89" fmla="*/ 1132523 w 1380649"/>
                <a:gd name="connsiteY89" fmla="*/ 1193482 h 1204436"/>
                <a:gd name="connsiteX90" fmla="*/ 1128713 w 1380649"/>
                <a:gd name="connsiteY90" fmla="*/ 1193482 h 1204436"/>
                <a:gd name="connsiteX91" fmla="*/ 1124902 w 1380649"/>
                <a:gd name="connsiteY91" fmla="*/ 1194435 h 1204436"/>
                <a:gd name="connsiteX92" fmla="*/ 1124427 w 1380649"/>
                <a:gd name="connsiteY92" fmla="*/ 1195864 h 1204436"/>
                <a:gd name="connsiteX93" fmla="*/ 1125379 w 1380649"/>
                <a:gd name="connsiteY93" fmla="*/ 1197293 h 1204436"/>
                <a:gd name="connsiteX94" fmla="*/ 1126331 w 1380649"/>
                <a:gd name="connsiteY94" fmla="*/ 1201578 h 1204436"/>
                <a:gd name="connsiteX95" fmla="*/ 1131094 w 1380649"/>
                <a:gd name="connsiteY95" fmla="*/ 1200150 h 1204436"/>
                <a:gd name="connsiteX96" fmla="*/ 1138714 w 1380649"/>
                <a:gd name="connsiteY96" fmla="*/ 1200626 h 1204436"/>
                <a:gd name="connsiteX97" fmla="*/ 1143477 w 1380649"/>
                <a:gd name="connsiteY97" fmla="*/ 1200150 h 1204436"/>
                <a:gd name="connsiteX98" fmla="*/ 1148715 w 1380649"/>
                <a:gd name="connsiteY98" fmla="*/ 1203960 h 1204436"/>
                <a:gd name="connsiteX99" fmla="*/ 1153477 w 1380649"/>
                <a:gd name="connsiteY99" fmla="*/ 1204436 h 1204436"/>
                <a:gd name="connsiteX100" fmla="*/ 1154906 w 1380649"/>
                <a:gd name="connsiteY100" fmla="*/ 1203960 h 1204436"/>
                <a:gd name="connsiteX101" fmla="*/ 1157764 w 1380649"/>
                <a:gd name="connsiteY101" fmla="*/ 1199674 h 1204436"/>
                <a:gd name="connsiteX102" fmla="*/ 1159669 w 1380649"/>
                <a:gd name="connsiteY102" fmla="*/ 1194435 h 1204436"/>
                <a:gd name="connsiteX103" fmla="*/ 1160621 w 1380649"/>
                <a:gd name="connsiteY103" fmla="*/ 1192530 h 1204436"/>
                <a:gd name="connsiteX104" fmla="*/ 1162050 w 1380649"/>
                <a:gd name="connsiteY104" fmla="*/ 1190625 h 1204436"/>
                <a:gd name="connsiteX105" fmla="*/ 1159193 w 1380649"/>
                <a:gd name="connsiteY105" fmla="*/ 1188244 h 1204436"/>
                <a:gd name="connsiteX106" fmla="*/ 1159193 w 1380649"/>
                <a:gd name="connsiteY106" fmla="*/ 1187291 h 1204436"/>
                <a:gd name="connsiteX107" fmla="*/ 1159669 w 1380649"/>
                <a:gd name="connsiteY107" fmla="*/ 1185863 h 1204436"/>
                <a:gd name="connsiteX108" fmla="*/ 1165860 w 1380649"/>
                <a:gd name="connsiteY108" fmla="*/ 1190149 h 1204436"/>
                <a:gd name="connsiteX109" fmla="*/ 1168242 w 1380649"/>
                <a:gd name="connsiteY109" fmla="*/ 1188720 h 1204436"/>
                <a:gd name="connsiteX110" fmla="*/ 1168718 w 1380649"/>
                <a:gd name="connsiteY110" fmla="*/ 1184910 h 1204436"/>
                <a:gd name="connsiteX111" fmla="*/ 1168718 w 1380649"/>
                <a:gd name="connsiteY111" fmla="*/ 1182528 h 1204436"/>
                <a:gd name="connsiteX112" fmla="*/ 1169194 w 1380649"/>
                <a:gd name="connsiteY112" fmla="*/ 1181100 h 1204436"/>
                <a:gd name="connsiteX113" fmla="*/ 1170623 w 1380649"/>
                <a:gd name="connsiteY113" fmla="*/ 1180147 h 1204436"/>
                <a:gd name="connsiteX114" fmla="*/ 1171100 w 1380649"/>
                <a:gd name="connsiteY114" fmla="*/ 1178243 h 1204436"/>
                <a:gd name="connsiteX115" fmla="*/ 1171100 w 1380649"/>
                <a:gd name="connsiteY115" fmla="*/ 1176814 h 1204436"/>
                <a:gd name="connsiteX116" fmla="*/ 1169671 w 1380649"/>
                <a:gd name="connsiteY116" fmla="*/ 1173480 h 1204436"/>
                <a:gd name="connsiteX117" fmla="*/ 1169671 w 1380649"/>
                <a:gd name="connsiteY117" fmla="*/ 1171575 h 1204436"/>
                <a:gd name="connsiteX118" fmla="*/ 1173481 w 1380649"/>
                <a:gd name="connsiteY118" fmla="*/ 1175861 h 1204436"/>
                <a:gd name="connsiteX119" fmla="*/ 1174909 w 1380649"/>
                <a:gd name="connsiteY119" fmla="*/ 1181576 h 1204436"/>
                <a:gd name="connsiteX120" fmla="*/ 1177767 w 1380649"/>
                <a:gd name="connsiteY120" fmla="*/ 1180147 h 1204436"/>
                <a:gd name="connsiteX121" fmla="*/ 1178243 w 1380649"/>
                <a:gd name="connsiteY121" fmla="*/ 1179195 h 1204436"/>
                <a:gd name="connsiteX122" fmla="*/ 1177767 w 1380649"/>
                <a:gd name="connsiteY122" fmla="*/ 1175385 h 1204436"/>
                <a:gd name="connsiteX123" fmla="*/ 1179196 w 1380649"/>
                <a:gd name="connsiteY123" fmla="*/ 1173956 h 1204436"/>
                <a:gd name="connsiteX124" fmla="*/ 1183481 w 1380649"/>
                <a:gd name="connsiteY124" fmla="*/ 1174909 h 1204436"/>
                <a:gd name="connsiteX125" fmla="*/ 1187292 w 1380649"/>
                <a:gd name="connsiteY125" fmla="*/ 1177290 h 1204436"/>
                <a:gd name="connsiteX126" fmla="*/ 1187768 w 1380649"/>
                <a:gd name="connsiteY126" fmla="*/ 1178243 h 1204436"/>
                <a:gd name="connsiteX127" fmla="*/ 1187292 w 1380649"/>
                <a:gd name="connsiteY127" fmla="*/ 1179195 h 1204436"/>
                <a:gd name="connsiteX128" fmla="*/ 1186339 w 1380649"/>
                <a:gd name="connsiteY128" fmla="*/ 1180147 h 1204436"/>
                <a:gd name="connsiteX129" fmla="*/ 1183481 w 1380649"/>
                <a:gd name="connsiteY129" fmla="*/ 1179195 h 1204436"/>
                <a:gd name="connsiteX130" fmla="*/ 1182052 w 1380649"/>
                <a:gd name="connsiteY130" fmla="*/ 1180624 h 1204436"/>
                <a:gd name="connsiteX131" fmla="*/ 1183958 w 1380649"/>
                <a:gd name="connsiteY131" fmla="*/ 1184910 h 1204436"/>
                <a:gd name="connsiteX132" fmla="*/ 1186815 w 1380649"/>
                <a:gd name="connsiteY132" fmla="*/ 1188720 h 1204436"/>
                <a:gd name="connsiteX133" fmla="*/ 1188721 w 1380649"/>
                <a:gd name="connsiteY133" fmla="*/ 1187768 h 1204436"/>
                <a:gd name="connsiteX134" fmla="*/ 1192531 w 1380649"/>
                <a:gd name="connsiteY134" fmla="*/ 1187291 h 1204436"/>
                <a:gd name="connsiteX135" fmla="*/ 1193959 w 1380649"/>
                <a:gd name="connsiteY135" fmla="*/ 1186339 h 1204436"/>
                <a:gd name="connsiteX136" fmla="*/ 1193006 w 1380649"/>
                <a:gd name="connsiteY136" fmla="*/ 1178243 h 1204436"/>
                <a:gd name="connsiteX137" fmla="*/ 1191577 w 1380649"/>
                <a:gd name="connsiteY137" fmla="*/ 1172527 h 1204436"/>
                <a:gd name="connsiteX138" fmla="*/ 1191577 w 1380649"/>
                <a:gd name="connsiteY138" fmla="*/ 1165860 h 1204436"/>
                <a:gd name="connsiteX139" fmla="*/ 1192054 w 1380649"/>
                <a:gd name="connsiteY139" fmla="*/ 1162526 h 1204436"/>
                <a:gd name="connsiteX140" fmla="*/ 1193959 w 1380649"/>
                <a:gd name="connsiteY140" fmla="*/ 1159669 h 1204436"/>
                <a:gd name="connsiteX141" fmla="*/ 1195388 w 1380649"/>
                <a:gd name="connsiteY141" fmla="*/ 1156811 h 1204436"/>
                <a:gd name="connsiteX142" fmla="*/ 1195388 w 1380649"/>
                <a:gd name="connsiteY142" fmla="*/ 1153001 h 1204436"/>
                <a:gd name="connsiteX143" fmla="*/ 1195864 w 1380649"/>
                <a:gd name="connsiteY143" fmla="*/ 1149668 h 1204436"/>
                <a:gd name="connsiteX144" fmla="*/ 1197293 w 1380649"/>
                <a:gd name="connsiteY144" fmla="*/ 1145857 h 1204436"/>
                <a:gd name="connsiteX145" fmla="*/ 1199198 w 1380649"/>
                <a:gd name="connsiteY145" fmla="*/ 1143000 h 1204436"/>
                <a:gd name="connsiteX146" fmla="*/ 1200150 w 1380649"/>
                <a:gd name="connsiteY146" fmla="*/ 1142524 h 1204436"/>
                <a:gd name="connsiteX147" fmla="*/ 1199675 w 1380649"/>
                <a:gd name="connsiteY147" fmla="*/ 1141571 h 1204436"/>
                <a:gd name="connsiteX148" fmla="*/ 1200627 w 1380649"/>
                <a:gd name="connsiteY148" fmla="*/ 1139190 h 1204436"/>
                <a:gd name="connsiteX149" fmla="*/ 1202056 w 1380649"/>
                <a:gd name="connsiteY149" fmla="*/ 1137285 h 1204436"/>
                <a:gd name="connsiteX150" fmla="*/ 1203008 w 1380649"/>
                <a:gd name="connsiteY150" fmla="*/ 1139190 h 1204436"/>
                <a:gd name="connsiteX151" fmla="*/ 1201579 w 1380649"/>
                <a:gd name="connsiteY151" fmla="*/ 1140143 h 1204436"/>
                <a:gd name="connsiteX152" fmla="*/ 1200627 w 1380649"/>
                <a:gd name="connsiteY152" fmla="*/ 1141095 h 1204436"/>
                <a:gd name="connsiteX153" fmla="*/ 1203008 w 1380649"/>
                <a:gd name="connsiteY153" fmla="*/ 1142524 h 1204436"/>
                <a:gd name="connsiteX154" fmla="*/ 1203960 w 1380649"/>
                <a:gd name="connsiteY154" fmla="*/ 1143952 h 1204436"/>
                <a:gd name="connsiteX155" fmla="*/ 1204437 w 1380649"/>
                <a:gd name="connsiteY155" fmla="*/ 1145381 h 1204436"/>
                <a:gd name="connsiteX156" fmla="*/ 1203960 w 1380649"/>
                <a:gd name="connsiteY156" fmla="*/ 1147286 h 1204436"/>
                <a:gd name="connsiteX157" fmla="*/ 1204437 w 1380649"/>
                <a:gd name="connsiteY157" fmla="*/ 1148715 h 1204436"/>
                <a:gd name="connsiteX158" fmla="*/ 1205865 w 1380649"/>
                <a:gd name="connsiteY158" fmla="*/ 1149191 h 1204436"/>
                <a:gd name="connsiteX159" fmla="*/ 1206342 w 1380649"/>
                <a:gd name="connsiteY159" fmla="*/ 1147286 h 1204436"/>
                <a:gd name="connsiteX160" fmla="*/ 1205865 w 1380649"/>
                <a:gd name="connsiteY160" fmla="*/ 1144905 h 1204436"/>
                <a:gd name="connsiteX161" fmla="*/ 1202531 w 1380649"/>
                <a:gd name="connsiteY161" fmla="*/ 1143952 h 1204436"/>
                <a:gd name="connsiteX162" fmla="*/ 1380650 w 1380649"/>
                <a:gd name="connsiteY162" fmla="*/ 613410 h 1204436"/>
                <a:gd name="connsiteX163" fmla="*/ 1376363 w 1380649"/>
                <a:gd name="connsiteY163" fmla="*/ 606266 h 1204436"/>
                <a:gd name="connsiteX164" fmla="*/ 1375410 w 1380649"/>
                <a:gd name="connsiteY164" fmla="*/ 600551 h 1204436"/>
                <a:gd name="connsiteX165" fmla="*/ 1373981 w 1380649"/>
                <a:gd name="connsiteY165" fmla="*/ 595789 h 1204436"/>
                <a:gd name="connsiteX166" fmla="*/ 1367790 w 1380649"/>
                <a:gd name="connsiteY166" fmla="*/ 582454 h 1204436"/>
                <a:gd name="connsiteX167" fmla="*/ 1364933 w 1380649"/>
                <a:gd name="connsiteY167" fmla="*/ 574834 h 1204436"/>
                <a:gd name="connsiteX168" fmla="*/ 1366362 w 1380649"/>
                <a:gd name="connsiteY168" fmla="*/ 567214 h 1204436"/>
                <a:gd name="connsiteX169" fmla="*/ 1363504 w 1380649"/>
                <a:gd name="connsiteY169" fmla="*/ 542925 h 1204436"/>
                <a:gd name="connsiteX170" fmla="*/ 1366362 w 1380649"/>
                <a:gd name="connsiteY170" fmla="*/ 530542 h 1204436"/>
                <a:gd name="connsiteX171" fmla="*/ 1364933 w 1380649"/>
                <a:gd name="connsiteY171" fmla="*/ 529114 h 1204436"/>
                <a:gd name="connsiteX172" fmla="*/ 1361600 w 1380649"/>
                <a:gd name="connsiteY172" fmla="*/ 527209 h 1204436"/>
                <a:gd name="connsiteX173" fmla="*/ 1360171 w 1380649"/>
                <a:gd name="connsiteY173" fmla="*/ 525304 h 1204436"/>
                <a:gd name="connsiteX174" fmla="*/ 1357789 w 1380649"/>
                <a:gd name="connsiteY174" fmla="*/ 520541 h 1204436"/>
                <a:gd name="connsiteX175" fmla="*/ 1357313 w 1380649"/>
                <a:gd name="connsiteY175" fmla="*/ 511492 h 1204436"/>
                <a:gd name="connsiteX176" fmla="*/ 1353027 w 1380649"/>
                <a:gd name="connsiteY176" fmla="*/ 505777 h 1204436"/>
                <a:gd name="connsiteX177" fmla="*/ 1348264 w 1380649"/>
                <a:gd name="connsiteY177" fmla="*/ 503396 h 1204436"/>
                <a:gd name="connsiteX178" fmla="*/ 1344931 w 1380649"/>
                <a:gd name="connsiteY178" fmla="*/ 498634 h 1204436"/>
                <a:gd name="connsiteX179" fmla="*/ 1343025 w 1380649"/>
                <a:gd name="connsiteY179" fmla="*/ 494824 h 1204436"/>
                <a:gd name="connsiteX180" fmla="*/ 1342550 w 1380649"/>
                <a:gd name="connsiteY180" fmla="*/ 492442 h 1204436"/>
                <a:gd name="connsiteX181" fmla="*/ 1341121 w 1380649"/>
                <a:gd name="connsiteY181" fmla="*/ 488632 h 1204436"/>
                <a:gd name="connsiteX182" fmla="*/ 1337787 w 1380649"/>
                <a:gd name="connsiteY182" fmla="*/ 486251 h 1204436"/>
                <a:gd name="connsiteX183" fmla="*/ 1335406 w 1380649"/>
                <a:gd name="connsiteY183" fmla="*/ 485299 h 1204436"/>
                <a:gd name="connsiteX184" fmla="*/ 1330167 w 1380649"/>
                <a:gd name="connsiteY184" fmla="*/ 481489 h 1204436"/>
                <a:gd name="connsiteX185" fmla="*/ 1327785 w 1380649"/>
                <a:gd name="connsiteY185" fmla="*/ 477679 h 1204436"/>
                <a:gd name="connsiteX186" fmla="*/ 1322546 w 1380649"/>
                <a:gd name="connsiteY186" fmla="*/ 467201 h 1204436"/>
                <a:gd name="connsiteX187" fmla="*/ 1320165 w 1380649"/>
                <a:gd name="connsiteY187" fmla="*/ 464344 h 1204436"/>
                <a:gd name="connsiteX188" fmla="*/ 1315402 w 1380649"/>
                <a:gd name="connsiteY188" fmla="*/ 461486 h 1204436"/>
                <a:gd name="connsiteX189" fmla="*/ 1311593 w 1380649"/>
                <a:gd name="connsiteY189" fmla="*/ 461486 h 1204436"/>
                <a:gd name="connsiteX190" fmla="*/ 1309212 w 1380649"/>
                <a:gd name="connsiteY190" fmla="*/ 460534 h 1204436"/>
                <a:gd name="connsiteX191" fmla="*/ 1300163 w 1380649"/>
                <a:gd name="connsiteY191" fmla="*/ 453866 h 1204436"/>
                <a:gd name="connsiteX192" fmla="*/ 1297306 w 1380649"/>
                <a:gd name="connsiteY192" fmla="*/ 452438 h 1204436"/>
                <a:gd name="connsiteX193" fmla="*/ 1294925 w 1380649"/>
                <a:gd name="connsiteY193" fmla="*/ 449104 h 1204436"/>
                <a:gd name="connsiteX194" fmla="*/ 1291590 w 1380649"/>
                <a:gd name="connsiteY194" fmla="*/ 445770 h 1204436"/>
                <a:gd name="connsiteX195" fmla="*/ 1289685 w 1380649"/>
                <a:gd name="connsiteY195" fmla="*/ 443389 h 1204436"/>
                <a:gd name="connsiteX196" fmla="*/ 1286827 w 1380649"/>
                <a:gd name="connsiteY196" fmla="*/ 440531 h 1204436"/>
                <a:gd name="connsiteX197" fmla="*/ 1284923 w 1380649"/>
                <a:gd name="connsiteY197" fmla="*/ 430530 h 1204436"/>
                <a:gd name="connsiteX198" fmla="*/ 1284923 w 1380649"/>
                <a:gd name="connsiteY198" fmla="*/ 421005 h 1204436"/>
                <a:gd name="connsiteX199" fmla="*/ 1284446 w 1380649"/>
                <a:gd name="connsiteY199" fmla="*/ 409575 h 1204436"/>
                <a:gd name="connsiteX200" fmla="*/ 1281113 w 1380649"/>
                <a:gd name="connsiteY200" fmla="*/ 403860 h 1204436"/>
                <a:gd name="connsiteX201" fmla="*/ 1279208 w 1380649"/>
                <a:gd name="connsiteY201" fmla="*/ 401955 h 1204436"/>
                <a:gd name="connsiteX202" fmla="*/ 1277302 w 1380649"/>
                <a:gd name="connsiteY202" fmla="*/ 402431 h 1204436"/>
                <a:gd name="connsiteX203" fmla="*/ 1277302 w 1380649"/>
                <a:gd name="connsiteY203" fmla="*/ 406241 h 1204436"/>
                <a:gd name="connsiteX204" fmla="*/ 1277779 w 1380649"/>
                <a:gd name="connsiteY204" fmla="*/ 408622 h 1204436"/>
                <a:gd name="connsiteX205" fmla="*/ 1276350 w 1380649"/>
                <a:gd name="connsiteY205" fmla="*/ 408622 h 1204436"/>
                <a:gd name="connsiteX206" fmla="*/ 1271588 w 1380649"/>
                <a:gd name="connsiteY206" fmla="*/ 405289 h 1204436"/>
                <a:gd name="connsiteX207" fmla="*/ 1265873 w 1380649"/>
                <a:gd name="connsiteY207" fmla="*/ 401955 h 1204436"/>
                <a:gd name="connsiteX208" fmla="*/ 1262539 w 1380649"/>
                <a:gd name="connsiteY208" fmla="*/ 398145 h 1204436"/>
                <a:gd name="connsiteX209" fmla="*/ 1260158 w 1380649"/>
                <a:gd name="connsiteY209" fmla="*/ 394811 h 1204436"/>
                <a:gd name="connsiteX210" fmla="*/ 1258252 w 1380649"/>
                <a:gd name="connsiteY210" fmla="*/ 394811 h 1204436"/>
                <a:gd name="connsiteX211" fmla="*/ 1256825 w 1380649"/>
                <a:gd name="connsiteY211" fmla="*/ 395288 h 1204436"/>
                <a:gd name="connsiteX212" fmla="*/ 1255396 w 1380649"/>
                <a:gd name="connsiteY212" fmla="*/ 399574 h 1204436"/>
                <a:gd name="connsiteX213" fmla="*/ 1257777 w 1380649"/>
                <a:gd name="connsiteY213" fmla="*/ 407194 h 1204436"/>
                <a:gd name="connsiteX214" fmla="*/ 1256825 w 1380649"/>
                <a:gd name="connsiteY214" fmla="*/ 408146 h 1204436"/>
                <a:gd name="connsiteX215" fmla="*/ 1254919 w 1380649"/>
                <a:gd name="connsiteY215" fmla="*/ 406241 h 1204436"/>
                <a:gd name="connsiteX216" fmla="*/ 1251585 w 1380649"/>
                <a:gd name="connsiteY216" fmla="*/ 402431 h 1204436"/>
                <a:gd name="connsiteX217" fmla="*/ 1249681 w 1380649"/>
                <a:gd name="connsiteY217" fmla="*/ 403860 h 1204436"/>
                <a:gd name="connsiteX218" fmla="*/ 1247300 w 1380649"/>
                <a:gd name="connsiteY218" fmla="*/ 404336 h 1204436"/>
                <a:gd name="connsiteX219" fmla="*/ 1245394 w 1380649"/>
                <a:gd name="connsiteY219" fmla="*/ 400526 h 1204436"/>
                <a:gd name="connsiteX220" fmla="*/ 1243489 w 1380649"/>
                <a:gd name="connsiteY220" fmla="*/ 398145 h 1204436"/>
                <a:gd name="connsiteX221" fmla="*/ 1241108 w 1380649"/>
                <a:gd name="connsiteY221" fmla="*/ 390049 h 1204436"/>
                <a:gd name="connsiteX222" fmla="*/ 1238727 w 1380649"/>
                <a:gd name="connsiteY222" fmla="*/ 381000 h 1204436"/>
                <a:gd name="connsiteX223" fmla="*/ 1238727 w 1380649"/>
                <a:gd name="connsiteY223" fmla="*/ 374332 h 1204436"/>
                <a:gd name="connsiteX224" fmla="*/ 1234440 w 1380649"/>
                <a:gd name="connsiteY224" fmla="*/ 370522 h 1204436"/>
                <a:gd name="connsiteX225" fmla="*/ 1232535 w 1380649"/>
                <a:gd name="connsiteY225" fmla="*/ 364331 h 1204436"/>
                <a:gd name="connsiteX226" fmla="*/ 1231106 w 1380649"/>
                <a:gd name="connsiteY226" fmla="*/ 362426 h 1204436"/>
                <a:gd name="connsiteX227" fmla="*/ 1229677 w 1380649"/>
                <a:gd name="connsiteY227" fmla="*/ 358140 h 1204436"/>
                <a:gd name="connsiteX228" fmla="*/ 1224915 w 1380649"/>
                <a:gd name="connsiteY228" fmla="*/ 352425 h 1204436"/>
                <a:gd name="connsiteX229" fmla="*/ 1219677 w 1380649"/>
                <a:gd name="connsiteY229" fmla="*/ 348139 h 1204436"/>
                <a:gd name="connsiteX230" fmla="*/ 1215390 w 1380649"/>
                <a:gd name="connsiteY230" fmla="*/ 344329 h 1204436"/>
                <a:gd name="connsiteX231" fmla="*/ 1211581 w 1380649"/>
                <a:gd name="connsiteY231" fmla="*/ 339090 h 1204436"/>
                <a:gd name="connsiteX232" fmla="*/ 1213009 w 1380649"/>
                <a:gd name="connsiteY232" fmla="*/ 335280 h 1204436"/>
                <a:gd name="connsiteX233" fmla="*/ 1215390 w 1380649"/>
                <a:gd name="connsiteY233" fmla="*/ 336232 h 1204436"/>
                <a:gd name="connsiteX234" fmla="*/ 1218248 w 1380649"/>
                <a:gd name="connsiteY234" fmla="*/ 335756 h 1204436"/>
                <a:gd name="connsiteX235" fmla="*/ 1215867 w 1380649"/>
                <a:gd name="connsiteY235" fmla="*/ 331946 h 1204436"/>
                <a:gd name="connsiteX236" fmla="*/ 1213962 w 1380649"/>
                <a:gd name="connsiteY236" fmla="*/ 329089 h 1204436"/>
                <a:gd name="connsiteX237" fmla="*/ 1208723 w 1380649"/>
                <a:gd name="connsiteY237" fmla="*/ 323850 h 1204436"/>
                <a:gd name="connsiteX238" fmla="*/ 1206342 w 1380649"/>
                <a:gd name="connsiteY238" fmla="*/ 322421 h 1204436"/>
                <a:gd name="connsiteX239" fmla="*/ 1201102 w 1380649"/>
                <a:gd name="connsiteY239" fmla="*/ 321469 h 1204436"/>
                <a:gd name="connsiteX240" fmla="*/ 1194912 w 1380649"/>
                <a:gd name="connsiteY240" fmla="*/ 316706 h 1204436"/>
                <a:gd name="connsiteX241" fmla="*/ 1191102 w 1380649"/>
                <a:gd name="connsiteY241" fmla="*/ 314801 h 1204436"/>
                <a:gd name="connsiteX242" fmla="*/ 1188721 w 1380649"/>
                <a:gd name="connsiteY242" fmla="*/ 314325 h 1204436"/>
                <a:gd name="connsiteX243" fmla="*/ 1185863 w 1380649"/>
                <a:gd name="connsiteY243" fmla="*/ 313849 h 1204436"/>
                <a:gd name="connsiteX244" fmla="*/ 1183958 w 1380649"/>
                <a:gd name="connsiteY244" fmla="*/ 311467 h 1204436"/>
                <a:gd name="connsiteX245" fmla="*/ 1180148 w 1380649"/>
                <a:gd name="connsiteY245" fmla="*/ 310515 h 1204436"/>
                <a:gd name="connsiteX246" fmla="*/ 1174909 w 1380649"/>
                <a:gd name="connsiteY246" fmla="*/ 305276 h 1204436"/>
                <a:gd name="connsiteX247" fmla="*/ 1172527 w 1380649"/>
                <a:gd name="connsiteY247" fmla="*/ 300038 h 1204436"/>
                <a:gd name="connsiteX248" fmla="*/ 1171100 w 1380649"/>
                <a:gd name="connsiteY248" fmla="*/ 298132 h 1204436"/>
                <a:gd name="connsiteX249" fmla="*/ 1169194 w 1380649"/>
                <a:gd name="connsiteY249" fmla="*/ 296704 h 1204436"/>
                <a:gd name="connsiteX250" fmla="*/ 1166337 w 1380649"/>
                <a:gd name="connsiteY250" fmla="*/ 297656 h 1204436"/>
                <a:gd name="connsiteX251" fmla="*/ 1163956 w 1380649"/>
                <a:gd name="connsiteY251" fmla="*/ 298132 h 1204436"/>
                <a:gd name="connsiteX252" fmla="*/ 1159193 w 1380649"/>
                <a:gd name="connsiteY252" fmla="*/ 297180 h 1204436"/>
                <a:gd name="connsiteX253" fmla="*/ 1157764 w 1380649"/>
                <a:gd name="connsiteY253" fmla="*/ 295275 h 1204436"/>
                <a:gd name="connsiteX254" fmla="*/ 1154906 w 1380649"/>
                <a:gd name="connsiteY254" fmla="*/ 292417 h 1204436"/>
                <a:gd name="connsiteX255" fmla="*/ 1149192 w 1380649"/>
                <a:gd name="connsiteY255" fmla="*/ 291941 h 1204436"/>
                <a:gd name="connsiteX256" fmla="*/ 1144429 w 1380649"/>
                <a:gd name="connsiteY256" fmla="*/ 290036 h 1204436"/>
                <a:gd name="connsiteX257" fmla="*/ 1141096 w 1380649"/>
                <a:gd name="connsiteY257" fmla="*/ 288131 h 1204436"/>
                <a:gd name="connsiteX258" fmla="*/ 1137285 w 1380649"/>
                <a:gd name="connsiteY258" fmla="*/ 286226 h 1204436"/>
                <a:gd name="connsiteX259" fmla="*/ 1133952 w 1380649"/>
                <a:gd name="connsiteY259" fmla="*/ 282892 h 1204436"/>
                <a:gd name="connsiteX260" fmla="*/ 1131094 w 1380649"/>
                <a:gd name="connsiteY260" fmla="*/ 278130 h 1204436"/>
                <a:gd name="connsiteX261" fmla="*/ 1131571 w 1380649"/>
                <a:gd name="connsiteY261" fmla="*/ 271939 h 1204436"/>
                <a:gd name="connsiteX262" fmla="*/ 1132523 w 1380649"/>
                <a:gd name="connsiteY262" fmla="*/ 268129 h 1204436"/>
                <a:gd name="connsiteX263" fmla="*/ 1128713 w 1380649"/>
                <a:gd name="connsiteY263" fmla="*/ 266700 h 1204436"/>
                <a:gd name="connsiteX264" fmla="*/ 1122046 w 1380649"/>
                <a:gd name="connsiteY264" fmla="*/ 258604 h 1204436"/>
                <a:gd name="connsiteX265" fmla="*/ 1121569 w 1380649"/>
                <a:gd name="connsiteY265" fmla="*/ 255270 h 1204436"/>
                <a:gd name="connsiteX266" fmla="*/ 1123475 w 1380649"/>
                <a:gd name="connsiteY266" fmla="*/ 248602 h 1204436"/>
                <a:gd name="connsiteX267" fmla="*/ 1125379 w 1380649"/>
                <a:gd name="connsiteY267" fmla="*/ 236696 h 1204436"/>
                <a:gd name="connsiteX268" fmla="*/ 1122998 w 1380649"/>
                <a:gd name="connsiteY268" fmla="*/ 228124 h 1204436"/>
                <a:gd name="connsiteX269" fmla="*/ 1117759 w 1380649"/>
                <a:gd name="connsiteY269" fmla="*/ 217170 h 1204436"/>
                <a:gd name="connsiteX270" fmla="*/ 1118235 w 1380649"/>
                <a:gd name="connsiteY270" fmla="*/ 211931 h 1204436"/>
                <a:gd name="connsiteX271" fmla="*/ 1115854 w 1380649"/>
                <a:gd name="connsiteY271" fmla="*/ 211931 h 1204436"/>
                <a:gd name="connsiteX272" fmla="*/ 1112996 w 1380649"/>
                <a:gd name="connsiteY272" fmla="*/ 210979 h 1204436"/>
                <a:gd name="connsiteX273" fmla="*/ 1109187 w 1380649"/>
                <a:gd name="connsiteY273" fmla="*/ 205740 h 1204436"/>
                <a:gd name="connsiteX274" fmla="*/ 1106329 w 1380649"/>
                <a:gd name="connsiteY274" fmla="*/ 202406 h 1204436"/>
                <a:gd name="connsiteX275" fmla="*/ 1104425 w 1380649"/>
                <a:gd name="connsiteY275" fmla="*/ 199072 h 1204436"/>
                <a:gd name="connsiteX276" fmla="*/ 1102043 w 1380649"/>
                <a:gd name="connsiteY276" fmla="*/ 194786 h 1204436"/>
                <a:gd name="connsiteX277" fmla="*/ 1102519 w 1380649"/>
                <a:gd name="connsiteY277" fmla="*/ 191452 h 1204436"/>
                <a:gd name="connsiteX278" fmla="*/ 1102996 w 1380649"/>
                <a:gd name="connsiteY278" fmla="*/ 189071 h 1204436"/>
                <a:gd name="connsiteX279" fmla="*/ 1102996 w 1380649"/>
                <a:gd name="connsiteY279" fmla="*/ 182880 h 1204436"/>
                <a:gd name="connsiteX280" fmla="*/ 1100138 w 1380649"/>
                <a:gd name="connsiteY280" fmla="*/ 176689 h 1204436"/>
                <a:gd name="connsiteX281" fmla="*/ 1099185 w 1380649"/>
                <a:gd name="connsiteY281" fmla="*/ 170497 h 1204436"/>
                <a:gd name="connsiteX282" fmla="*/ 1096327 w 1380649"/>
                <a:gd name="connsiteY282" fmla="*/ 162877 h 1204436"/>
                <a:gd name="connsiteX283" fmla="*/ 1097281 w 1380649"/>
                <a:gd name="connsiteY283" fmla="*/ 157639 h 1204436"/>
                <a:gd name="connsiteX284" fmla="*/ 1096804 w 1380649"/>
                <a:gd name="connsiteY284" fmla="*/ 153352 h 1204436"/>
                <a:gd name="connsiteX285" fmla="*/ 1095852 w 1380649"/>
                <a:gd name="connsiteY285" fmla="*/ 149542 h 1204436"/>
                <a:gd name="connsiteX286" fmla="*/ 1096804 w 1380649"/>
                <a:gd name="connsiteY286" fmla="*/ 147161 h 1204436"/>
                <a:gd name="connsiteX287" fmla="*/ 1097281 w 1380649"/>
                <a:gd name="connsiteY287" fmla="*/ 144304 h 1204436"/>
                <a:gd name="connsiteX288" fmla="*/ 1093471 w 1380649"/>
                <a:gd name="connsiteY288" fmla="*/ 141446 h 1204436"/>
                <a:gd name="connsiteX289" fmla="*/ 1089660 w 1380649"/>
                <a:gd name="connsiteY289" fmla="*/ 139065 h 1204436"/>
                <a:gd name="connsiteX290" fmla="*/ 1084421 w 1380649"/>
                <a:gd name="connsiteY290" fmla="*/ 135255 h 1204436"/>
                <a:gd name="connsiteX291" fmla="*/ 1075373 w 1380649"/>
                <a:gd name="connsiteY291" fmla="*/ 129064 h 1204436"/>
                <a:gd name="connsiteX292" fmla="*/ 1073468 w 1380649"/>
                <a:gd name="connsiteY292" fmla="*/ 124301 h 1204436"/>
                <a:gd name="connsiteX293" fmla="*/ 1069658 w 1380649"/>
                <a:gd name="connsiteY293" fmla="*/ 120015 h 1204436"/>
                <a:gd name="connsiteX294" fmla="*/ 1064419 w 1380649"/>
                <a:gd name="connsiteY294" fmla="*/ 121444 h 1204436"/>
                <a:gd name="connsiteX295" fmla="*/ 1060609 w 1380649"/>
                <a:gd name="connsiteY295" fmla="*/ 122396 h 1204436"/>
                <a:gd name="connsiteX296" fmla="*/ 1057275 w 1380649"/>
                <a:gd name="connsiteY296" fmla="*/ 125730 h 1204436"/>
                <a:gd name="connsiteX297" fmla="*/ 1052513 w 1380649"/>
                <a:gd name="connsiteY297" fmla="*/ 128111 h 1204436"/>
                <a:gd name="connsiteX298" fmla="*/ 1047750 w 1380649"/>
                <a:gd name="connsiteY298" fmla="*/ 126206 h 1204436"/>
                <a:gd name="connsiteX299" fmla="*/ 1045369 w 1380649"/>
                <a:gd name="connsiteY299" fmla="*/ 124301 h 1204436"/>
                <a:gd name="connsiteX300" fmla="*/ 1043464 w 1380649"/>
                <a:gd name="connsiteY300" fmla="*/ 118110 h 1204436"/>
                <a:gd name="connsiteX301" fmla="*/ 1041083 w 1380649"/>
                <a:gd name="connsiteY301" fmla="*/ 111442 h 1204436"/>
                <a:gd name="connsiteX302" fmla="*/ 1039177 w 1380649"/>
                <a:gd name="connsiteY302" fmla="*/ 108109 h 1204436"/>
                <a:gd name="connsiteX303" fmla="*/ 1037749 w 1380649"/>
                <a:gd name="connsiteY303" fmla="*/ 103822 h 1204436"/>
                <a:gd name="connsiteX304" fmla="*/ 1039177 w 1380649"/>
                <a:gd name="connsiteY304" fmla="*/ 93821 h 1204436"/>
                <a:gd name="connsiteX305" fmla="*/ 1037273 w 1380649"/>
                <a:gd name="connsiteY305" fmla="*/ 89059 h 1204436"/>
                <a:gd name="connsiteX306" fmla="*/ 1036796 w 1380649"/>
                <a:gd name="connsiteY306" fmla="*/ 81915 h 1204436"/>
                <a:gd name="connsiteX307" fmla="*/ 1034892 w 1380649"/>
                <a:gd name="connsiteY307" fmla="*/ 73819 h 1204436"/>
                <a:gd name="connsiteX308" fmla="*/ 1032987 w 1380649"/>
                <a:gd name="connsiteY308" fmla="*/ 69532 h 1204436"/>
                <a:gd name="connsiteX309" fmla="*/ 1032987 w 1380649"/>
                <a:gd name="connsiteY309" fmla="*/ 66199 h 1204436"/>
                <a:gd name="connsiteX310" fmla="*/ 1029177 w 1380649"/>
                <a:gd name="connsiteY310" fmla="*/ 61436 h 1204436"/>
                <a:gd name="connsiteX311" fmla="*/ 1027748 w 1380649"/>
                <a:gd name="connsiteY311" fmla="*/ 58102 h 1204436"/>
                <a:gd name="connsiteX312" fmla="*/ 1025367 w 1380649"/>
                <a:gd name="connsiteY312" fmla="*/ 56674 h 1204436"/>
                <a:gd name="connsiteX313" fmla="*/ 1022509 w 1380649"/>
                <a:gd name="connsiteY313" fmla="*/ 54769 h 1204436"/>
                <a:gd name="connsiteX314" fmla="*/ 1022033 w 1380649"/>
                <a:gd name="connsiteY314" fmla="*/ 51911 h 1204436"/>
                <a:gd name="connsiteX315" fmla="*/ 1022033 w 1380649"/>
                <a:gd name="connsiteY315" fmla="*/ 50006 h 1204436"/>
                <a:gd name="connsiteX316" fmla="*/ 1023462 w 1380649"/>
                <a:gd name="connsiteY316" fmla="*/ 46672 h 1204436"/>
                <a:gd name="connsiteX317" fmla="*/ 1024414 w 1380649"/>
                <a:gd name="connsiteY317" fmla="*/ 42386 h 1204436"/>
                <a:gd name="connsiteX318" fmla="*/ 1020604 w 1380649"/>
                <a:gd name="connsiteY318" fmla="*/ 41434 h 1204436"/>
                <a:gd name="connsiteX319" fmla="*/ 1017746 w 1380649"/>
                <a:gd name="connsiteY319" fmla="*/ 41434 h 1204436"/>
                <a:gd name="connsiteX320" fmla="*/ 1015842 w 1380649"/>
                <a:gd name="connsiteY320" fmla="*/ 40005 h 1204436"/>
                <a:gd name="connsiteX321" fmla="*/ 1013937 w 1380649"/>
                <a:gd name="connsiteY321" fmla="*/ 38100 h 1204436"/>
                <a:gd name="connsiteX322" fmla="*/ 1012984 w 1380649"/>
                <a:gd name="connsiteY322" fmla="*/ 31432 h 1204436"/>
                <a:gd name="connsiteX323" fmla="*/ 1012984 w 1380649"/>
                <a:gd name="connsiteY323" fmla="*/ 24765 h 1204436"/>
                <a:gd name="connsiteX324" fmla="*/ 1012508 w 1380649"/>
                <a:gd name="connsiteY324" fmla="*/ 20479 h 1204436"/>
                <a:gd name="connsiteX325" fmla="*/ 1011556 w 1380649"/>
                <a:gd name="connsiteY325" fmla="*/ 17145 h 1204436"/>
                <a:gd name="connsiteX326" fmla="*/ 1010602 w 1380649"/>
                <a:gd name="connsiteY326" fmla="*/ 13811 h 1204436"/>
                <a:gd name="connsiteX327" fmla="*/ 1008698 w 1380649"/>
                <a:gd name="connsiteY327" fmla="*/ 10477 h 1204436"/>
                <a:gd name="connsiteX328" fmla="*/ 1002983 w 1380649"/>
                <a:gd name="connsiteY328" fmla="*/ 5715 h 1204436"/>
                <a:gd name="connsiteX329" fmla="*/ 1003459 w 1380649"/>
                <a:gd name="connsiteY329" fmla="*/ 3810 h 1204436"/>
                <a:gd name="connsiteX330" fmla="*/ 1004888 w 1380649"/>
                <a:gd name="connsiteY330" fmla="*/ 1429 h 1204436"/>
                <a:gd name="connsiteX331" fmla="*/ 1002983 w 1380649"/>
                <a:gd name="connsiteY331" fmla="*/ 0 h 1204436"/>
                <a:gd name="connsiteX332" fmla="*/ 1000125 w 1380649"/>
                <a:gd name="connsiteY332" fmla="*/ 0 h 1204436"/>
                <a:gd name="connsiteX333" fmla="*/ 998220 w 1380649"/>
                <a:gd name="connsiteY333" fmla="*/ 3334 h 1204436"/>
                <a:gd name="connsiteX334" fmla="*/ 995363 w 1380649"/>
                <a:gd name="connsiteY334" fmla="*/ 6191 h 1204436"/>
                <a:gd name="connsiteX335" fmla="*/ 990124 w 1380649"/>
                <a:gd name="connsiteY335" fmla="*/ 8096 h 1204436"/>
                <a:gd name="connsiteX336" fmla="*/ 989171 w 1380649"/>
                <a:gd name="connsiteY336" fmla="*/ 19050 h 1204436"/>
                <a:gd name="connsiteX337" fmla="*/ 985838 w 1380649"/>
                <a:gd name="connsiteY337" fmla="*/ 31432 h 1204436"/>
                <a:gd name="connsiteX338" fmla="*/ 982981 w 1380649"/>
                <a:gd name="connsiteY338" fmla="*/ 40481 h 1204436"/>
                <a:gd name="connsiteX339" fmla="*/ 983456 w 1380649"/>
                <a:gd name="connsiteY339" fmla="*/ 43339 h 1204436"/>
                <a:gd name="connsiteX340" fmla="*/ 983456 w 1380649"/>
                <a:gd name="connsiteY340" fmla="*/ 46196 h 1204436"/>
                <a:gd name="connsiteX341" fmla="*/ 982027 w 1380649"/>
                <a:gd name="connsiteY341" fmla="*/ 44767 h 1204436"/>
                <a:gd name="connsiteX342" fmla="*/ 980599 w 1380649"/>
                <a:gd name="connsiteY342" fmla="*/ 43339 h 1204436"/>
                <a:gd name="connsiteX343" fmla="*/ 978218 w 1380649"/>
                <a:gd name="connsiteY343" fmla="*/ 46672 h 1204436"/>
                <a:gd name="connsiteX344" fmla="*/ 974408 w 1380649"/>
                <a:gd name="connsiteY344" fmla="*/ 55721 h 1204436"/>
                <a:gd name="connsiteX345" fmla="*/ 973931 w 1380649"/>
                <a:gd name="connsiteY345" fmla="*/ 60484 h 1204436"/>
                <a:gd name="connsiteX346" fmla="*/ 976313 w 1380649"/>
                <a:gd name="connsiteY346" fmla="*/ 61913 h 1204436"/>
                <a:gd name="connsiteX347" fmla="*/ 977742 w 1380649"/>
                <a:gd name="connsiteY347" fmla="*/ 63341 h 1204436"/>
                <a:gd name="connsiteX348" fmla="*/ 979646 w 1380649"/>
                <a:gd name="connsiteY348" fmla="*/ 63817 h 1204436"/>
                <a:gd name="connsiteX349" fmla="*/ 980599 w 1380649"/>
                <a:gd name="connsiteY349" fmla="*/ 64770 h 1204436"/>
                <a:gd name="connsiteX350" fmla="*/ 981075 w 1380649"/>
                <a:gd name="connsiteY350" fmla="*/ 67151 h 1204436"/>
                <a:gd name="connsiteX351" fmla="*/ 982504 w 1380649"/>
                <a:gd name="connsiteY351" fmla="*/ 69056 h 1204436"/>
                <a:gd name="connsiteX352" fmla="*/ 982027 w 1380649"/>
                <a:gd name="connsiteY352" fmla="*/ 71438 h 1204436"/>
                <a:gd name="connsiteX353" fmla="*/ 980599 w 1380649"/>
                <a:gd name="connsiteY353" fmla="*/ 70485 h 1204436"/>
                <a:gd name="connsiteX354" fmla="*/ 977265 w 1380649"/>
                <a:gd name="connsiteY354" fmla="*/ 70485 h 1204436"/>
                <a:gd name="connsiteX355" fmla="*/ 975837 w 1380649"/>
                <a:gd name="connsiteY355" fmla="*/ 72390 h 1204436"/>
                <a:gd name="connsiteX356" fmla="*/ 971550 w 1380649"/>
                <a:gd name="connsiteY356" fmla="*/ 76200 h 1204436"/>
                <a:gd name="connsiteX357" fmla="*/ 972502 w 1380649"/>
                <a:gd name="connsiteY357" fmla="*/ 87154 h 1204436"/>
                <a:gd name="connsiteX358" fmla="*/ 970598 w 1380649"/>
                <a:gd name="connsiteY358" fmla="*/ 92869 h 1204436"/>
                <a:gd name="connsiteX359" fmla="*/ 968693 w 1380649"/>
                <a:gd name="connsiteY359" fmla="*/ 97155 h 1204436"/>
                <a:gd name="connsiteX360" fmla="*/ 966788 w 1380649"/>
                <a:gd name="connsiteY360" fmla="*/ 105727 h 1204436"/>
                <a:gd name="connsiteX361" fmla="*/ 967264 w 1380649"/>
                <a:gd name="connsiteY361" fmla="*/ 110014 h 1204436"/>
                <a:gd name="connsiteX362" fmla="*/ 969169 w 1380649"/>
                <a:gd name="connsiteY362" fmla="*/ 113347 h 1204436"/>
                <a:gd name="connsiteX363" fmla="*/ 971074 w 1380649"/>
                <a:gd name="connsiteY363" fmla="*/ 118110 h 1204436"/>
                <a:gd name="connsiteX364" fmla="*/ 969645 w 1380649"/>
                <a:gd name="connsiteY364" fmla="*/ 124301 h 1204436"/>
                <a:gd name="connsiteX365" fmla="*/ 968217 w 1380649"/>
                <a:gd name="connsiteY365" fmla="*/ 129064 h 1204436"/>
                <a:gd name="connsiteX366" fmla="*/ 971074 w 1380649"/>
                <a:gd name="connsiteY366" fmla="*/ 142399 h 1204436"/>
                <a:gd name="connsiteX367" fmla="*/ 972027 w 1380649"/>
                <a:gd name="connsiteY367" fmla="*/ 149542 h 1204436"/>
                <a:gd name="connsiteX368" fmla="*/ 970598 w 1380649"/>
                <a:gd name="connsiteY368" fmla="*/ 154305 h 1204436"/>
                <a:gd name="connsiteX369" fmla="*/ 966312 w 1380649"/>
                <a:gd name="connsiteY369" fmla="*/ 168592 h 1204436"/>
                <a:gd name="connsiteX370" fmla="*/ 964406 w 1380649"/>
                <a:gd name="connsiteY370" fmla="*/ 179070 h 1204436"/>
                <a:gd name="connsiteX371" fmla="*/ 964883 w 1380649"/>
                <a:gd name="connsiteY371" fmla="*/ 184785 h 1204436"/>
                <a:gd name="connsiteX372" fmla="*/ 962977 w 1380649"/>
                <a:gd name="connsiteY372" fmla="*/ 190024 h 1204436"/>
                <a:gd name="connsiteX373" fmla="*/ 960596 w 1380649"/>
                <a:gd name="connsiteY373" fmla="*/ 198596 h 1204436"/>
                <a:gd name="connsiteX374" fmla="*/ 958215 w 1380649"/>
                <a:gd name="connsiteY374" fmla="*/ 204788 h 1204436"/>
                <a:gd name="connsiteX375" fmla="*/ 949643 w 1380649"/>
                <a:gd name="connsiteY375" fmla="*/ 217646 h 1204436"/>
                <a:gd name="connsiteX376" fmla="*/ 947738 w 1380649"/>
                <a:gd name="connsiteY376" fmla="*/ 223838 h 1204436"/>
                <a:gd name="connsiteX377" fmla="*/ 944881 w 1380649"/>
                <a:gd name="connsiteY377" fmla="*/ 231457 h 1204436"/>
                <a:gd name="connsiteX378" fmla="*/ 938689 w 1380649"/>
                <a:gd name="connsiteY378" fmla="*/ 235744 h 1204436"/>
                <a:gd name="connsiteX379" fmla="*/ 933927 w 1380649"/>
                <a:gd name="connsiteY379" fmla="*/ 238601 h 1204436"/>
                <a:gd name="connsiteX380" fmla="*/ 923449 w 1380649"/>
                <a:gd name="connsiteY380" fmla="*/ 241459 h 1204436"/>
                <a:gd name="connsiteX381" fmla="*/ 917734 w 1380649"/>
                <a:gd name="connsiteY381" fmla="*/ 241459 h 1204436"/>
                <a:gd name="connsiteX382" fmla="*/ 914877 w 1380649"/>
                <a:gd name="connsiteY382" fmla="*/ 239554 h 1204436"/>
                <a:gd name="connsiteX383" fmla="*/ 912971 w 1380649"/>
                <a:gd name="connsiteY383" fmla="*/ 238125 h 1204436"/>
                <a:gd name="connsiteX384" fmla="*/ 905827 w 1380649"/>
                <a:gd name="connsiteY384" fmla="*/ 235744 h 1204436"/>
                <a:gd name="connsiteX385" fmla="*/ 897256 w 1380649"/>
                <a:gd name="connsiteY385" fmla="*/ 230029 h 1204436"/>
                <a:gd name="connsiteX386" fmla="*/ 890588 w 1380649"/>
                <a:gd name="connsiteY386" fmla="*/ 228124 h 1204436"/>
                <a:gd name="connsiteX387" fmla="*/ 887254 w 1380649"/>
                <a:gd name="connsiteY387" fmla="*/ 222409 h 1204436"/>
                <a:gd name="connsiteX388" fmla="*/ 886777 w 1380649"/>
                <a:gd name="connsiteY388" fmla="*/ 220027 h 1204436"/>
                <a:gd name="connsiteX389" fmla="*/ 885825 w 1380649"/>
                <a:gd name="connsiteY389" fmla="*/ 217170 h 1204436"/>
                <a:gd name="connsiteX390" fmla="*/ 882492 w 1380649"/>
                <a:gd name="connsiteY390" fmla="*/ 213360 h 1204436"/>
                <a:gd name="connsiteX391" fmla="*/ 875824 w 1380649"/>
                <a:gd name="connsiteY391" fmla="*/ 211931 h 1204436"/>
                <a:gd name="connsiteX392" fmla="*/ 869156 w 1380649"/>
                <a:gd name="connsiteY392" fmla="*/ 209074 h 1204436"/>
                <a:gd name="connsiteX393" fmla="*/ 864870 w 1380649"/>
                <a:gd name="connsiteY393" fmla="*/ 209550 h 1204436"/>
                <a:gd name="connsiteX394" fmla="*/ 855821 w 1380649"/>
                <a:gd name="connsiteY394" fmla="*/ 207169 h 1204436"/>
                <a:gd name="connsiteX395" fmla="*/ 850106 w 1380649"/>
                <a:gd name="connsiteY395" fmla="*/ 203835 h 1204436"/>
                <a:gd name="connsiteX396" fmla="*/ 844868 w 1380649"/>
                <a:gd name="connsiteY396" fmla="*/ 199072 h 1204436"/>
                <a:gd name="connsiteX397" fmla="*/ 837724 w 1380649"/>
                <a:gd name="connsiteY397" fmla="*/ 190500 h 1204436"/>
                <a:gd name="connsiteX398" fmla="*/ 831533 w 1380649"/>
                <a:gd name="connsiteY398" fmla="*/ 188119 h 1204436"/>
                <a:gd name="connsiteX399" fmla="*/ 823913 w 1380649"/>
                <a:gd name="connsiteY399" fmla="*/ 184785 h 1204436"/>
                <a:gd name="connsiteX400" fmla="*/ 819627 w 1380649"/>
                <a:gd name="connsiteY400" fmla="*/ 181927 h 1204436"/>
                <a:gd name="connsiteX401" fmla="*/ 816769 w 1380649"/>
                <a:gd name="connsiteY401" fmla="*/ 180499 h 1204436"/>
                <a:gd name="connsiteX402" fmla="*/ 813912 w 1380649"/>
                <a:gd name="connsiteY402" fmla="*/ 178117 h 1204436"/>
                <a:gd name="connsiteX403" fmla="*/ 811054 w 1380649"/>
                <a:gd name="connsiteY403" fmla="*/ 178594 h 1204436"/>
                <a:gd name="connsiteX404" fmla="*/ 806292 w 1380649"/>
                <a:gd name="connsiteY404" fmla="*/ 178594 h 1204436"/>
                <a:gd name="connsiteX405" fmla="*/ 803434 w 1380649"/>
                <a:gd name="connsiteY405" fmla="*/ 176689 h 1204436"/>
                <a:gd name="connsiteX406" fmla="*/ 802958 w 1380649"/>
                <a:gd name="connsiteY406" fmla="*/ 175260 h 1204436"/>
                <a:gd name="connsiteX407" fmla="*/ 803434 w 1380649"/>
                <a:gd name="connsiteY407" fmla="*/ 173831 h 1204436"/>
                <a:gd name="connsiteX408" fmla="*/ 803434 w 1380649"/>
                <a:gd name="connsiteY408" fmla="*/ 171450 h 1204436"/>
                <a:gd name="connsiteX409" fmla="*/ 802481 w 1380649"/>
                <a:gd name="connsiteY409" fmla="*/ 170974 h 1204436"/>
                <a:gd name="connsiteX410" fmla="*/ 801529 w 1380649"/>
                <a:gd name="connsiteY410" fmla="*/ 170974 h 1204436"/>
                <a:gd name="connsiteX411" fmla="*/ 800577 w 1380649"/>
                <a:gd name="connsiteY411" fmla="*/ 171450 h 1204436"/>
                <a:gd name="connsiteX412" fmla="*/ 799148 w 1380649"/>
                <a:gd name="connsiteY412" fmla="*/ 171926 h 1204436"/>
                <a:gd name="connsiteX413" fmla="*/ 794862 w 1380649"/>
                <a:gd name="connsiteY413" fmla="*/ 170021 h 1204436"/>
                <a:gd name="connsiteX414" fmla="*/ 789146 w 1380649"/>
                <a:gd name="connsiteY414" fmla="*/ 167164 h 1204436"/>
                <a:gd name="connsiteX415" fmla="*/ 788194 w 1380649"/>
                <a:gd name="connsiteY415" fmla="*/ 164782 h 1204436"/>
                <a:gd name="connsiteX416" fmla="*/ 786289 w 1380649"/>
                <a:gd name="connsiteY416" fmla="*/ 161449 h 1204436"/>
                <a:gd name="connsiteX417" fmla="*/ 778193 w 1380649"/>
                <a:gd name="connsiteY417" fmla="*/ 156686 h 1204436"/>
                <a:gd name="connsiteX418" fmla="*/ 773431 w 1380649"/>
                <a:gd name="connsiteY418" fmla="*/ 152876 h 1204436"/>
                <a:gd name="connsiteX419" fmla="*/ 762952 w 1380649"/>
                <a:gd name="connsiteY419" fmla="*/ 147161 h 1204436"/>
                <a:gd name="connsiteX420" fmla="*/ 760095 w 1380649"/>
                <a:gd name="connsiteY420" fmla="*/ 144304 h 1204436"/>
                <a:gd name="connsiteX421" fmla="*/ 759143 w 1380649"/>
                <a:gd name="connsiteY421" fmla="*/ 141922 h 1204436"/>
                <a:gd name="connsiteX422" fmla="*/ 758190 w 1380649"/>
                <a:gd name="connsiteY422" fmla="*/ 138589 h 1204436"/>
                <a:gd name="connsiteX423" fmla="*/ 760571 w 1380649"/>
                <a:gd name="connsiteY423" fmla="*/ 135255 h 1204436"/>
                <a:gd name="connsiteX424" fmla="*/ 762952 w 1380649"/>
                <a:gd name="connsiteY424" fmla="*/ 132874 h 1204436"/>
                <a:gd name="connsiteX425" fmla="*/ 770096 w 1380649"/>
                <a:gd name="connsiteY425" fmla="*/ 122872 h 1204436"/>
                <a:gd name="connsiteX426" fmla="*/ 772002 w 1380649"/>
                <a:gd name="connsiteY426" fmla="*/ 120967 h 1204436"/>
                <a:gd name="connsiteX427" fmla="*/ 774859 w 1380649"/>
                <a:gd name="connsiteY427" fmla="*/ 118110 h 1204436"/>
                <a:gd name="connsiteX428" fmla="*/ 777240 w 1380649"/>
                <a:gd name="connsiteY428" fmla="*/ 110490 h 1204436"/>
                <a:gd name="connsiteX429" fmla="*/ 778669 w 1380649"/>
                <a:gd name="connsiteY429" fmla="*/ 106204 h 1204436"/>
                <a:gd name="connsiteX430" fmla="*/ 776764 w 1380649"/>
                <a:gd name="connsiteY430" fmla="*/ 99536 h 1204436"/>
                <a:gd name="connsiteX431" fmla="*/ 776764 w 1380649"/>
                <a:gd name="connsiteY431" fmla="*/ 88582 h 1204436"/>
                <a:gd name="connsiteX432" fmla="*/ 784860 w 1380649"/>
                <a:gd name="connsiteY432" fmla="*/ 84296 h 1204436"/>
                <a:gd name="connsiteX433" fmla="*/ 787242 w 1380649"/>
                <a:gd name="connsiteY433" fmla="*/ 83820 h 1204436"/>
                <a:gd name="connsiteX434" fmla="*/ 789146 w 1380649"/>
                <a:gd name="connsiteY434" fmla="*/ 82867 h 1204436"/>
                <a:gd name="connsiteX435" fmla="*/ 791527 w 1380649"/>
                <a:gd name="connsiteY435" fmla="*/ 84296 h 1204436"/>
                <a:gd name="connsiteX436" fmla="*/ 792956 w 1380649"/>
                <a:gd name="connsiteY436" fmla="*/ 86201 h 1204436"/>
                <a:gd name="connsiteX437" fmla="*/ 794862 w 1380649"/>
                <a:gd name="connsiteY437" fmla="*/ 85725 h 1204436"/>
                <a:gd name="connsiteX438" fmla="*/ 799624 w 1380649"/>
                <a:gd name="connsiteY438" fmla="*/ 78105 h 1204436"/>
                <a:gd name="connsiteX439" fmla="*/ 798671 w 1380649"/>
                <a:gd name="connsiteY439" fmla="*/ 74771 h 1204436"/>
                <a:gd name="connsiteX440" fmla="*/ 796767 w 1380649"/>
                <a:gd name="connsiteY440" fmla="*/ 71914 h 1204436"/>
                <a:gd name="connsiteX441" fmla="*/ 797243 w 1380649"/>
                <a:gd name="connsiteY441" fmla="*/ 70485 h 1204436"/>
                <a:gd name="connsiteX442" fmla="*/ 811054 w 1380649"/>
                <a:gd name="connsiteY442" fmla="*/ 55721 h 1204436"/>
                <a:gd name="connsiteX443" fmla="*/ 809149 w 1380649"/>
                <a:gd name="connsiteY443" fmla="*/ 51911 h 1204436"/>
                <a:gd name="connsiteX444" fmla="*/ 807244 w 1380649"/>
                <a:gd name="connsiteY444" fmla="*/ 50959 h 1204436"/>
                <a:gd name="connsiteX445" fmla="*/ 803434 w 1380649"/>
                <a:gd name="connsiteY445" fmla="*/ 51435 h 1204436"/>
                <a:gd name="connsiteX446" fmla="*/ 799624 w 1380649"/>
                <a:gd name="connsiteY446" fmla="*/ 48101 h 1204436"/>
                <a:gd name="connsiteX447" fmla="*/ 797243 w 1380649"/>
                <a:gd name="connsiteY447" fmla="*/ 41910 h 1204436"/>
                <a:gd name="connsiteX448" fmla="*/ 793909 w 1380649"/>
                <a:gd name="connsiteY448" fmla="*/ 41910 h 1204436"/>
                <a:gd name="connsiteX449" fmla="*/ 788194 w 1380649"/>
                <a:gd name="connsiteY449" fmla="*/ 48101 h 1204436"/>
                <a:gd name="connsiteX450" fmla="*/ 787718 w 1380649"/>
                <a:gd name="connsiteY450" fmla="*/ 49530 h 1204436"/>
                <a:gd name="connsiteX451" fmla="*/ 789146 w 1380649"/>
                <a:gd name="connsiteY451" fmla="*/ 50482 h 1204436"/>
                <a:gd name="connsiteX452" fmla="*/ 790575 w 1380649"/>
                <a:gd name="connsiteY452" fmla="*/ 54292 h 1204436"/>
                <a:gd name="connsiteX453" fmla="*/ 788194 w 1380649"/>
                <a:gd name="connsiteY453" fmla="*/ 58579 h 1204436"/>
                <a:gd name="connsiteX454" fmla="*/ 785813 w 1380649"/>
                <a:gd name="connsiteY454" fmla="*/ 58579 h 1204436"/>
                <a:gd name="connsiteX455" fmla="*/ 782002 w 1380649"/>
                <a:gd name="connsiteY455" fmla="*/ 58102 h 1204436"/>
                <a:gd name="connsiteX456" fmla="*/ 780098 w 1380649"/>
                <a:gd name="connsiteY456" fmla="*/ 54769 h 1204436"/>
                <a:gd name="connsiteX457" fmla="*/ 779145 w 1380649"/>
                <a:gd name="connsiteY457" fmla="*/ 50006 h 1204436"/>
                <a:gd name="connsiteX458" fmla="*/ 776764 w 1380649"/>
                <a:gd name="connsiteY458" fmla="*/ 48577 h 1204436"/>
                <a:gd name="connsiteX459" fmla="*/ 773906 w 1380649"/>
                <a:gd name="connsiteY459" fmla="*/ 49530 h 1204436"/>
                <a:gd name="connsiteX460" fmla="*/ 771525 w 1380649"/>
                <a:gd name="connsiteY460" fmla="*/ 51435 h 1204436"/>
                <a:gd name="connsiteX461" fmla="*/ 770096 w 1380649"/>
                <a:gd name="connsiteY461" fmla="*/ 51911 h 1204436"/>
                <a:gd name="connsiteX462" fmla="*/ 768668 w 1380649"/>
                <a:gd name="connsiteY462" fmla="*/ 50959 h 1204436"/>
                <a:gd name="connsiteX463" fmla="*/ 768668 w 1380649"/>
                <a:gd name="connsiteY463" fmla="*/ 49054 h 1204436"/>
                <a:gd name="connsiteX464" fmla="*/ 772002 w 1380649"/>
                <a:gd name="connsiteY464" fmla="*/ 45720 h 1204436"/>
                <a:gd name="connsiteX465" fmla="*/ 774859 w 1380649"/>
                <a:gd name="connsiteY465" fmla="*/ 43815 h 1204436"/>
                <a:gd name="connsiteX466" fmla="*/ 774859 w 1380649"/>
                <a:gd name="connsiteY466" fmla="*/ 42863 h 1204436"/>
                <a:gd name="connsiteX467" fmla="*/ 772954 w 1380649"/>
                <a:gd name="connsiteY467" fmla="*/ 42386 h 1204436"/>
                <a:gd name="connsiteX468" fmla="*/ 773431 w 1380649"/>
                <a:gd name="connsiteY468" fmla="*/ 40957 h 1204436"/>
                <a:gd name="connsiteX469" fmla="*/ 776288 w 1380649"/>
                <a:gd name="connsiteY469" fmla="*/ 38100 h 1204436"/>
                <a:gd name="connsiteX470" fmla="*/ 774859 w 1380649"/>
                <a:gd name="connsiteY470" fmla="*/ 38100 h 1204436"/>
                <a:gd name="connsiteX471" fmla="*/ 771525 w 1380649"/>
                <a:gd name="connsiteY471" fmla="*/ 40957 h 1204436"/>
                <a:gd name="connsiteX472" fmla="*/ 768192 w 1380649"/>
                <a:gd name="connsiteY472" fmla="*/ 42863 h 1204436"/>
                <a:gd name="connsiteX473" fmla="*/ 763429 w 1380649"/>
                <a:gd name="connsiteY473" fmla="*/ 46196 h 1204436"/>
                <a:gd name="connsiteX474" fmla="*/ 756762 w 1380649"/>
                <a:gd name="connsiteY474" fmla="*/ 48577 h 1204436"/>
                <a:gd name="connsiteX475" fmla="*/ 751999 w 1380649"/>
                <a:gd name="connsiteY475" fmla="*/ 51911 h 1204436"/>
                <a:gd name="connsiteX476" fmla="*/ 745808 w 1380649"/>
                <a:gd name="connsiteY476" fmla="*/ 50959 h 1204436"/>
                <a:gd name="connsiteX477" fmla="*/ 739617 w 1380649"/>
                <a:gd name="connsiteY477" fmla="*/ 47625 h 1204436"/>
                <a:gd name="connsiteX478" fmla="*/ 738188 w 1380649"/>
                <a:gd name="connsiteY478" fmla="*/ 46196 h 1204436"/>
                <a:gd name="connsiteX479" fmla="*/ 735331 w 1380649"/>
                <a:gd name="connsiteY479" fmla="*/ 43815 h 1204436"/>
                <a:gd name="connsiteX480" fmla="*/ 728663 w 1380649"/>
                <a:gd name="connsiteY480" fmla="*/ 46196 h 1204436"/>
                <a:gd name="connsiteX481" fmla="*/ 724377 w 1380649"/>
                <a:gd name="connsiteY481" fmla="*/ 45720 h 1204436"/>
                <a:gd name="connsiteX482" fmla="*/ 721995 w 1380649"/>
                <a:gd name="connsiteY482" fmla="*/ 44767 h 1204436"/>
                <a:gd name="connsiteX483" fmla="*/ 718185 w 1380649"/>
                <a:gd name="connsiteY483" fmla="*/ 44291 h 1204436"/>
                <a:gd name="connsiteX484" fmla="*/ 714852 w 1380649"/>
                <a:gd name="connsiteY484" fmla="*/ 41910 h 1204436"/>
                <a:gd name="connsiteX485" fmla="*/ 706756 w 1380649"/>
                <a:gd name="connsiteY485" fmla="*/ 38100 h 1204436"/>
                <a:gd name="connsiteX486" fmla="*/ 698183 w 1380649"/>
                <a:gd name="connsiteY486" fmla="*/ 37624 h 1204436"/>
                <a:gd name="connsiteX487" fmla="*/ 693896 w 1380649"/>
                <a:gd name="connsiteY487" fmla="*/ 37624 h 1204436"/>
                <a:gd name="connsiteX488" fmla="*/ 691039 w 1380649"/>
                <a:gd name="connsiteY488" fmla="*/ 35719 h 1204436"/>
                <a:gd name="connsiteX489" fmla="*/ 688181 w 1380649"/>
                <a:gd name="connsiteY489" fmla="*/ 34766 h 1204436"/>
                <a:gd name="connsiteX490" fmla="*/ 682467 w 1380649"/>
                <a:gd name="connsiteY490" fmla="*/ 33814 h 1204436"/>
                <a:gd name="connsiteX491" fmla="*/ 680085 w 1380649"/>
                <a:gd name="connsiteY491" fmla="*/ 30956 h 1204436"/>
                <a:gd name="connsiteX492" fmla="*/ 677227 w 1380649"/>
                <a:gd name="connsiteY492" fmla="*/ 25241 h 1204436"/>
                <a:gd name="connsiteX493" fmla="*/ 674846 w 1380649"/>
                <a:gd name="connsiteY493" fmla="*/ 23813 h 1204436"/>
                <a:gd name="connsiteX494" fmla="*/ 671513 w 1380649"/>
                <a:gd name="connsiteY494" fmla="*/ 23336 h 1204436"/>
                <a:gd name="connsiteX495" fmla="*/ 667702 w 1380649"/>
                <a:gd name="connsiteY495" fmla="*/ 26194 h 1204436"/>
                <a:gd name="connsiteX496" fmla="*/ 665321 w 1380649"/>
                <a:gd name="connsiteY496" fmla="*/ 27622 h 1204436"/>
                <a:gd name="connsiteX497" fmla="*/ 661035 w 1380649"/>
                <a:gd name="connsiteY497" fmla="*/ 22860 h 1204436"/>
                <a:gd name="connsiteX498" fmla="*/ 653415 w 1380649"/>
                <a:gd name="connsiteY498" fmla="*/ 18097 h 1204436"/>
                <a:gd name="connsiteX499" fmla="*/ 651034 w 1380649"/>
                <a:gd name="connsiteY499" fmla="*/ 17621 h 1204436"/>
                <a:gd name="connsiteX500" fmla="*/ 649606 w 1380649"/>
                <a:gd name="connsiteY500" fmla="*/ 18574 h 1204436"/>
                <a:gd name="connsiteX501" fmla="*/ 648652 w 1380649"/>
                <a:gd name="connsiteY501" fmla="*/ 20955 h 1204436"/>
                <a:gd name="connsiteX502" fmla="*/ 647224 w 1380649"/>
                <a:gd name="connsiteY502" fmla="*/ 20955 h 1204436"/>
                <a:gd name="connsiteX503" fmla="*/ 645319 w 1380649"/>
                <a:gd name="connsiteY503" fmla="*/ 20002 h 1204436"/>
                <a:gd name="connsiteX504" fmla="*/ 642462 w 1380649"/>
                <a:gd name="connsiteY504" fmla="*/ 17145 h 1204436"/>
                <a:gd name="connsiteX505" fmla="*/ 640556 w 1380649"/>
                <a:gd name="connsiteY505" fmla="*/ 16669 h 1204436"/>
                <a:gd name="connsiteX506" fmla="*/ 635318 w 1380649"/>
                <a:gd name="connsiteY506" fmla="*/ 19526 h 1204436"/>
                <a:gd name="connsiteX507" fmla="*/ 635794 w 1380649"/>
                <a:gd name="connsiteY507" fmla="*/ 20479 h 1204436"/>
                <a:gd name="connsiteX508" fmla="*/ 640081 w 1380649"/>
                <a:gd name="connsiteY508" fmla="*/ 21907 h 1204436"/>
                <a:gd name="connsiteX509" fmla="*/ 644367 w 1380649"/>
                <a:gd name="connsiteY509" fmla="*/ 26194 h 1204436"/>
                <a:gd name="connsiteX510" fmla="*/ 646271 w 1380649"/>
                <a:gd name="connsiteY510" fmla="*/ 27146 h 1204436"/>
                <a:gd name="connsiteX511" fmla="*/ 651034 w 1380649"/>
                <a:gd name="connsiteY511" fmla="*/ 26194 h 1204436"/>
                <a:gd name="connsiteX512" fmla="*/ 657702 w 1380649"/>
                <a:gd name="connsiteY512" fmla="*/ 27146 h 1204436"/>
                <a:gd name="connsiteX513" fmla="*/ 664369 w 1380649"/>
                <a:gd name="connsiteY513" fmla="*/ 32385 h 1204436"/>
                <a:gd name="connsiteX514" fmla="*/ 663417 w 1380649"/>
                <a:gd name="connsiteY514" fmla="*/ 35242 h 1204436"/>
                <a:gd name="connsiteX515" fmla="*/ 662940 w 1380649"/>
                <a:gd name="connsiteY515" fmla="*/ 39052 h 1204436"/>
                <a:gd name="connsiteX516" fmla="*/ 662940 w 1380649"/>
                <a:gd name="connsiteY516" fmla="*/ 42863 h 1204436"/>
                <a:gd name="connsiteX517" fmla="*/ 662940 w 1380649"/>
                <a:gd name="connsiteY517" fmla="*/ 45720 h 1204436"/>
                <a:gd name="connsiteX518" fmla="*/ 665798 w 1380649"/>
                <a:gd name="connsiteY518" fmla="*/ 48577 h 1204436"/>
                <a:gd name="connsiteX519" fmla="*/ 664369 w 1380649"/>
                <a:gd name="connsiteY519" fmla="*/ 48577 h 1204436"/>
                <a:gd name="connsiteX520" fmla="*/ 661035 w 1380649"/>
                <a:gd name="connsiteY520" fmla="*/ 48101 h 1204436"/>
                <a:gd name="connsiteX521" fmla="*/ 658654 w 1380649"/>
                <a:gd name="connsiteY521" fmla="*/ 49054 h 1204436"/>
                <a:gd name="connsiteX522" fmla="*/ 656273 w 1380649"/>
                <a:gd name="connsiteY522" fmla="*/ 50482 h 1204436"/>
                <a:gd name="connsiteX523" fmla="*/ 655320 w 1380649"/>
                <a:gd name="connsiteY523" fmla="*/ 54292 h 1204436"/>
                <a:gd name="connsiteX524" fmla="*/ 653892 w 1380649"/>
                <a:gd name="connsiteY524" fmla="*/ 52388 h 1204436"/>
                <a:gd name="connsiteX525" fmla="*/ 650081 w 1380649"/>
                <a:gd name="connsiteY525" fmla="*/ 50482 h 1204436"/>
                <a:gd name="connsiteX526" fmla="*/ 647700 w 1380649"/>
                <a:gd name="connsiteY526" fmla="*/ 51911 h 1204436"/>
                <a:gd name="connsiteX527" fmla="*/ 643890 w 1380649"/>
                <a:gd name="connsiteY527" fmla="*/ 53816 h 1204436"/>
                <a:gd name="connsiteX528" fmla="*/ 640081 w 1380649"/>
                <a:gd name="connsiteY528" fmla="*/ 52864 h 1204436"/>
                <a:gd name="connsiteX529" fmla="*/ 637699 w 1380649"/>
                <a:gd name="connsiteY529" fmla="*/ 51911 h 1204436"/>
                <a:gd name="connsiteX530" fmla="*/ 631984 w 1380649"/>
                <a:gd name="connsiteY530" fmla="*/ 53340 h 1204436"/>
                <a:gd name="connsiteX531" fmla="*/ 621983 w 1380649"/>
                <a:gd name="connsiteY531" fmla="*/ 53340 h 1204436"/>
                <a:gd name="connsiteX532" fmla="*/ 618649 w 1380649"/>
                <a:gd name="connsiteY532" fmla="*/ 50959 h 1204436"/>
                <a:gd name="connsiteX533" fmla="*/ 617696 w 1380649"/>
                <a:gd name="connsiteY533" fmla="*/ 47149 h 1204436"/>
                <a:gd name="connsiteX534" fmla="*/ 616744 w 1380649"/>
                <a:gd name="connsiteY534" fmla="*/ 46196 h 1204436"/>
                <a:gd name="connsiteX535" fmla="*/ 615792 w 1380649"/>
                <a:gd name="connsiteY535" fmla="*/ 48101 h 1204436"/>
                <a:gd name="connsiteX536" fmla="*/ 614363 w 1380649"/>
                <a:gd name="connsiteY536" fmla="*/ 50006 h 1204436"/>
                <a:gd name="connsiteX537" fmla="*/ 608648 w 1380649"/>
                <a:gd name="connsiteY537" fmla="*/ 50482 h 1204436"/>
                <a:gd name="connsiteX538" fmla="*/ 607695 w 1380649"/>
                <a:gd name="connsiteY538" fmla="*/ 51435 h 1204436"/>
                <a:gd name="connsiteX539" fmla="*/ 608171 w 1380649"/>
                <a:gd name="connsiteY539" fmla="*/ 53340 h 1204436"/>
                <a:gd name="connsiteX540" fmla="*/ 608171 w 1380649"/>
                <a:gd name="connsiteY540" fmla="*/ 55721 h 1204436"/>
                <a:gd name="connsiteX541" fmla="*/ 605790 w 1380649"/>
                <a:gd name="connsiteY541" fmla="*/ 55721 h 1204436"/>
                <a:gd name="connsiteX542" fmla="*/ 602933 w 1380649"/>
                <a:gd name="connsiteY542" fmla="*/ 56197 h 1204436"/>
                <a:gd name="connsiteX543" fmla="*/ 603409 w 1380649"/>
                <a:gd name="connsiteY543" fmla="*/ 59055 h 1204436"/>
                <a:gd name="connsiteX544" fmla="*/ 603885 w 1380649"/>
                <a:gd name="connsiteY544" fmla="*/ 61436 h 1204436"/>
                <a:gd name="connsiteX545" fmla="*/ 602933 w 1380649"/>
                <a:gd name="connsiteY545" fmla="*/ 62389 h 1204436"/>
                <a:gd name="connsiteX546" fmla="*/ 600075 w 1380649"/>
                <a:gd name="connsiteY546" fmla="*/ 60484 h 1204436"/>
                <a:gd name="connsiteX547" fmla="*/ 598646 w 1380649"/>
                <a:gd name="connsiteY547" fmla="*/ 58102 h 1204436"/>
                <a:gd name="connsiteX548" fmla="*/ 596265 w 1380649"/>
                <a:gd name="connsiteY548" fmla="*/ 57626 h 1204436"/>
                <a:gd name="connsiteX549" fmla="*/ 594360 w 1380649"/>
                <a:gd name="connsiteY549" fmla="*/ 58579 h 1204436"/>
                <a:gd name="connsiteX550" fmla="*/ 593884 w 1380649"/>
                <a:gd name="connsiteY550" fmla="*/ 60484 h 1204436"/>
                <a:gd name="connsiteX551" fmla="*/ 594360 w 1380649"/>
                <a:gd name="connsiteY551" fmla="*/ 65722 h 1204436"/>
                <a:gd name="connsiteX552" fmla="*/ 592931 w 1380649"/>
                <a:gd name="connsiteY552" fmla="*/ 66199 h 1204436"/>
                <a:gd name="connsiteX553" fmla="*/ 589121 w 1380649"/>
                <a:gd name="connsiteY553" fmla="*/ 66199 h 1204436"/>
                <a:gd name="connsiteX554" fmla="*/ 587217 w 1380649"/>
                <a:gd name="connsiteY554" fmla="*/ 67151 h 1204436"/>
                <a:gd name="connsiteX555" fmla="*/ 584359 w 1380649"/>
                <a:gd name="connsiteY555" fmla="*/ 73819 h 1204436"/>
                <a:gd name="connsiteX556" fmla="*/ 579120 w 1380649"/>
                <a:gd name="connsiteY556" fmla="*/ 76200 h 1204436"/>
                <a:gd name="connsiteX557" fmla="*/ 578168 w 1380649"/>
                <a:gd name="connsiteY557" fmla="*/ 79534 h 1204436"/>
                <a:gd name="connsiteX558" fmla="*/ 577692 w 1380649"/>
                <a:gd name="connsiteY558" fmla="*/ 82391 h 1204436"/>
                <a:gd name="connsiteX559" fmla="*/ 581977 w 1380649"/>
                <a:gd name="connsiteY559" fmla="*/ 87630 h 1204436"/>
                <a:gd name="connsiteX560" fmla="*/ 580073 w 1380649"/>
                <a:gd name="connsiteY560" fmla="*/ 90488 h 1204436"/>
                <a:gd name="connsiteX561" fmla="*/ 577692 w 1380649"/>
                <a:gd name="connsiteY561" fmla="*/ 92869 h 1204436"/>
                <a:gd name="connsiteX562" fmla="*/ 575310 w 1380649"/>
                <a:gd name="connsiteY562" fmla="*/ 93821 h 1204436"/>
                <a:gd name="connsiteX563" fmla="*/ 570548 w 1380649"/>
                <a:gd name="connsiteY563" fmla="*/ 94774 h 1204436"/>
                <a:gd name="connsiteX564" fmla="*/ 567214 w 1380649"/>
                <a:gd name="connsiteY564" fmla="*/ 97155 h 1204436"/>
                <a:gd name="connsiteX565" fmla="*/ 565785 w 1380649"/>
                <a:gd name="connsiteY565" fmla="*/ 99536 h 1204436"/>
                <a:gd name="connsiteX566" fmla="*/ 565309 w 1380649"/>
                <a:gd name="connsiteY566" fmla="*/ 101917 h 1204436"/>
                <a:gd name="connsiteX567" fmla="*/ 564356 w 1380649"/>
                <a:gd name="connsiteY567" fmla="*/ 105251 h 1204436"/>
                <a:gd name="connsiteX568" fmla="*/ 562927 w 1380649"/>
                <a:gd name="connsiteY568" fmla="*/ 109061 h 1204436"/>
                <a:gd name="connsiteX569" fmla="*/ 562452 w 1380649"/>
                <a:gd name="connsiteY569" fmla="*/ 110966 h 1204436"/>
                <a:gd name="connsiteX570" fmla="*/ 559594 w 1380649"/>
                <a:gd name="connsiteY570" fmla="*/ 112871 h 1204436"/>
                <a:gd name="connsiteX571" fmla="*/ 554356 w 1380649"/>
                <a:gd name="connsiteY571" fmla="*/ 119063 h 1204436"/>
                <a:gd name="connsiteX572" fmla="*/ 551498 w 1380649"/>
                <a:gd name="connsiteY572" fmla="*/ 125254 h 1204436"/>
                <a:gd name="connsiteX573" fmla="*/ 555308 w 1380649"/>
                <a:gd name="connsiteY573" fmla="*/ 128588 h 1204436"/>
                <a:gd name="connsiteX574" fmla="*/ 559594 w 1380649"/>
                <a:gd name="connsiteY574" fmla="*/ 130969 h 1204436"/>
                <a:gd name="connsiteX575" fmla="*/ 562452 w 1380649"/>
                <a:gd name="connsiteY575" fmla="*/ 130969 h 1204436"/>
                <a:gd name="connsiteX576" fmla="*/ 562452 w 1380649"/>
                <a:gd name="connsiteY576" fmla="*/ 131445 h 1204436"/>
                <a:gd name="connsiteX577" fmla="*/ 559118 w 1380649"/>
                <a:gd name="connsiteY577" fmla="*/ 133826 h 1204436"/>
                <a:gd name="connsiteX578" fmla="*/ 561023 w 1380649"/>
                <a:gd name="connsiteY578" fmla="*/ 136207 h 1204436"/>
                <a:gd name="connsiteX579" fmla="*/ 563881 w 1380649"/>
                <a:gd name="connsiteY579" fmla="*/ 138589 h 1204436"/>
                <a:gd name="connsiteX580" fmla="*/ 565785 w 1380649"/>
                <a:gd name="connsiteY580" fmla="*/ 139065 h 1204436"/>
                <a:gd name="connsiteX581" fmla="*/ 567214 w 1380649"/>
                <a:gd name="connsiteY581" fmla="*/ 140017 h 1204436"/>
                <a:gd name="connsiteX582" fmla="*/ 564356 w 1380649"/>
                <a:gd name="connsiteY582" fmla="*/ 140494 h 1204436"/>
                <a:gd name="connsiteX583" fmla="*/ 560070 w 1380649"/>
                <a:gd name="connsiteY583" fmla="*/ 140494 h 1204436"/>
                <a:gd name="connsiteX584" fmla="*/ 559118 w 1380649"/>
                <a:gd name="connsiteY584" fmla="*/ 142875 h 1204436"/>
                <a:gd name="connsiteX585" fmla="*/ 559594 w 1380649"/>
                <a:gd name="connsiteY585" fmla="*/ 145732 h 1204436"/>
                <a:gd name="connsiteX586" fmla="*/ 560546 w 1380649"/>
                <a:gd name="connsiteY586" fmla="*/ 148114 h 1204436"/>
                <a:gd name="connsiteX587" fmla="*/ 560070 w 1380649"/>
                <a:gd name="connsiteY587" fmla="*/ 150019 h 1204436"/>
                <a:gd name="connsiteX588" fmla="*/ 558642 w 1380649"/>
                <a:gd name="connsiteY588" fmla="*/ 148590 h 1204436"/>
                <a:gd name="connsiteX589" fmla="*/ 558165 w 1380649"/>
                <a:gd name="connsiteY589" fmla="*/ 146685 h 1204436"/>
                <a:gd name="connsiteX590" fmla="*/ 554356 w 1380649"/>
                <a:gd name="connsiteY590" fmla="*/ 142875 h 1204436"/>
                <a:gd name="connsiteX591" fmla="*/ 551498 w 1380649"/>
                <a:gd name="connsiteY591" fmla="*/ 141446 h 1204436"/>
                <a:gd name="connsiteX592" fmla="*/ 547688 w 1380649"/>
                <a:gd name="connsiteY592" fmla="*/ 140494 h 1204436"/>
                <a:gd name="connsiteX593" fmla="*/ 546735 w 1380649"/>
                <a:gd name="connsiteY593" fmla="*/ 141446 h 1204436"/>
                <a:gd name="connsiteX594" fmla="*/ 546735 w 1380649"/>
                <a:gd name="connsiteY594" fmla="*/ 147638 h 1204436"/>
                <a:gd name="connsiteX595" fmla="*/ 545783 w 1380649"/>
                <a:gd name="connsiteY595" fmla="*/ 150495 h 1204436"/>
                <a:gd name="connsiteX596" fmla="*/ 544354 w 1380649"/>
                <a:gd name="connsiteY596" fmla="*/ 149066 h 1204436"/>
                <a:gd name="connsiteX597" fmla="*/ 543877 w 1380649"/>
                <a:gd name="connsiteY597" fmla="*/ 144780 h 1204436"/>
                <a:gd name="connsiteX598" fmla="*/ 540068 w 1380649"/>
                <a:gd name="connsiteY598" fmla="*/ 141446 h 1204436"/>
                <a:gd name="connsiteX599" fmla="*/ 525781 w 1380649"/>
                <a:gd name="connsiteY599" fmla="*/ 138113 h 1204436"/>
                <a:gd name="connsiteX600" fmla="*/ 523875 w 1380649"/>
                <a:gd name="connsiteY600" fmla="*/ 138113 h 1204436"/>
                <a:gd name="connsiteX601" fmla="*/ 520541 w 1380649"/>
                <a:gd name="connsiteY601" fmla="*/ 138589 h 1204436"/>
                <a:gd name="connsiteX602" fmla="*/ 518160 w 1380649"/>
                <a:gd name="connsiteY602" fmla="*/ 140017 h 1204436"/>
                <a:gd name="connsiteX603" fmla="*/ 518160 w 1380649"/>
                <a:gd name="connsiteY603" fmla="*/ 141446 h 1204436"/>
                <a:gd name="connsiteX604" fmla="*/ 516731 w 1380649"/>
                <a:gd name="connsiteY604" fmla="*/ 142399 h 1204436"/>
                <a:gd name="connsiteX605" fmla="*/ 514350 w 1380649"/>
                <a:gd name="connsiteY605" fmla="*/ 143827 h 1204436"/>
                <a:gd name="connsiteX606" fmla="*/ 511969 w 1380649"/>
                <a:gd name="connsiteY606" fmla="*/ 145732 h 1204436"/>
                <a:gd name="connsiteX607" fmla="*/ 510540 w 1380649"/>
                <a:gd name="connsiteY607" fmla="*/ 147161 h 1204436"/>
                <a:gd name="connsiteX608" fmla="*/ 510540 w 1380649"/>
                <a:gd name="connsiteY608" fmla="*/ 149066 h 1204436"/>
                <a:gd name="connsiteX609" fmla="*/ 512445 w 1380649"/>
                <a:gd name="connsiteY609" fmla="*/ 152876 h 1204436"/>
                <a:gd name="connsiteX610" fmla="*/ 513398 w 1380649"/>
                <a:gd name="connsiteY610" fmla="*/ 153829 h 1204436"/>
                <a:gd name="connsiteX611" fmla="*/ 513398 w 1380649"/>
                <a:gd name="connsiteY611" fmla="*/ 155734 h 1204436"/>
                <a:gd name="connsiteX612" fmla="*/ 511493 w 1380649"/>
                <a:gd name="connsiteY612" fmla="*/ 153829 h 1204436"/>
                <a:gd name="connsiteX613" fmla="*/ 510064 w 1380649"/>
                <a:gd name="connsiteY613" fmla="*/ 153352 h 1204436"/>
                <a:gd name="connsiteX614" fmla="*/ 508635 w 1380649"/>
                <a:gd name="connsiteY614" fmla="*/ 156210 h 1204436"/>
                <a:gd name="connsiteX615" fmla="*/ 507206 w 1380649"/>
                <a:gd name="connsiteY615" fmla="*/ 156686 h 1204436"/>
                <a:gd name="connsiteX616" fmla="*/ 507683 w 1380649"/>
                <a:gd name="connsiteY616" fmla="*/ 148590 h 1204436"/>
                <a:gd name="connsiteX617" fmla="*/ 509112 w 1380649"/>
                <a:gd name="connsiteY617" fmla="*/ 142875 h 1204436"/>
                <a:gd name="connsiteX618" fmla="*/ 510540 w 1380649"/>
                <a:gd name="connsiteY618" fmla="*/ 139541 h 1204436"/>
                <a:gd name="connsiteX619" fmla="*/ 511969 w 1380649"/>
                <a:gd name="connsiteY619" fmla="*/ 137160 h 1204436"/>
                <a:gd name="connsiteX620" fmla="*/ 511493 w 1380649"/>
                <a:gd name="connsiteY620" fmla="*/ 135731 h 1204436"/>
                <a:gd name="connsiteX621" fmla="*/ 501491 w 1380649"/>
                <a:gd name="connsiteY621" fmla="*/ 128111 h 1204436"/>
                <a:gd name="connsiteX622" fmla="*/ 497206 w 1380649"/>
                <a:gd name="connsiteY622" fmla="*/ 121920 h 1204436"/>
                <a:gd name="connsiteX623" fmla="*/ 494348 w 1380649"/>
                <a:gd name="connsiteY623" fmla="*/ 118586 h 1204436"/>
                <a:gd name="connsiteX624" fmla="*/ 489585 w 1380649"/>
                <a:gd name="connsiteY624" fmla="*/ 115252 h 1204436"/>
                <a:gd name="connsiteX625" fmla="*/ 487204 w 1380649"/>
                <a:gd name="connsiteY625" fmla="*/ 112871 h 1204436"/>
                <a:gd name="connsiteX626" fmla="*/ 481489 w 1380649"/>
                <a:gd name="connsiteY626" fmla="*/ 109538 h 1204436"/>
                <a:gd name="connsiteX627" fmla="*/ 474821 w 1380649"/>
                <a:gd name="connsiteY627" fmla="*/ 107156 h 1204436"/>
                <a:gd name="connsiteX628" fmla="*/ 471488 w 1380649"/>
                <a:gd name="connsiteY628" fmla="*/ 103822 h 1204436"/>
                <a:gd name="connsiteX629" fmla="*/ 468154 w 1380649"/>
                <a:gd name="connsiteY629" fmla="*/ 102870 h 1204436"/>
                <a:gd name="connsiteX630" fmla="*/ 463868 w 1380649"/>
                <a:gd name="connsiteY630" fmla="*/ 104299 h 1204436"/>
                <a:gd name="connsiteX631" fmla="*/ 463391 w 1380649"/>
                <a:gd name="connsiteY631" fmla="*/ 107156 h 1204436"/>
                <a:gd name="connsiteX632" fmla="*/ 463868 w 1380649"/>
                <a:gd name="connsiteY632" fmla="*/ 110014 h 1204436"/>
                <a:gd name="connsiteX633" fmla="*/ 460534 w 1380649"/>
                <a:gd name="connsiteY633" fmla="*/ 114776 h 1204436"/>
                <a:gd name="connsiteX634" fmla="*/ 456724 w 1380649"/>
                <a:gd name="connsiteY634" fmla="*/ 117157 h 1204436"/>
                <a:gd name="connsiteX635" fmla="*/ 453866 w 1380649"/>
                <a:gd name="connsiteY635" fmla="*/ 114300 h 1204436"/>
                <a:gd name="connsiteX636" fmla="*/ 451009 w 1380649"/>
                <a:gd name="connsiteY636" fmla="*/ 112395 h 1204436"/>
                <a:gd name="connsiteX637" fmla="*/ 448152 w 1380649"/>
                <a:gd name="connsiteY637" fmla="*/ 113824 h 1204436"/>
                <a:gd name="connsiteX638" fmla="*/ 447199 w 1380649"/>
                <a:gd name="connsiteY638" fmla="*/ 116205 h 1204436"/>
                <a:gd name="connsiteX639" fmla="*/ 445770 w 1380649"/>
                <a:gd name="connsiteY639" fmla="*/ 117157 h 1204436"/>
                <a:gd name="connsiteX640" fmla="*/ 444818 w 1380649"/>
                <a:gd name="connsiteY640" fmla="*/ 115252 h 1204436"/>
                <a:gd name="connsiteX641" fmla="*/ 443389 w 1380649"/>
                <a:gd name="connsiteY641" fmla="*/ 111442 h 1204436"/>
                <a:gd name="connsiteX642" fmla="*/ 441008 w 1380649"/>
                <a:gd name="connsiteY642" fmla="*/ 110014 h 1204436"/>
                <a:gd name="connsiteX643" fmla="*/ 438627 w 1380649"/>
                <a:gd name="connsiteY643" fmla="*/ 110490 h 1204436"/>
                <a:gd name="connsiteX644" fmla="*/ 439102 w 1380649"/>
                <a:gd name="connsiteY644" fmla="*/ 113347 h 1204436"/>
                <a:gd name="connsiteX645" fmla="*/ 440531 w 1380649"/>
                <a:gd name="connsiteY645" fmla="*/ 114776 h 1204436"/>
                <a:gd name="connsiteX646" fmla="*/ 440056 w 1380649"/>
                <a:gd name="connsiteY646" fmla="*/ 117157 h 1204436"/>
                <a:gd name="connsiteX647" fmla="*/ 438627 w 1380649"/>
                <a:gd name="connsiteY647" fmla="*/ 118110 h 1204436"/>
                <a:gd name="connsiteX648" fmla="*/ 438150 w 1380649"/>
                <a:gd name="connsiteY648" fmla="*/ 120491 h 1204436"/>
                <a:gd name="connsiteX649" fmla="*/ 437198 w 1380649"/>
                <a:gd name="connsiteY649" fmla="*/ 123349 h 1204436"/>
                <a:gd name="connsiteX650" fmla="*/ 437198 w 1380649"/>
                <a:gd name="connsiteY650" fmla="*/ 127635 h 1204436"/>
                <a:gd name="connsiteX651" fmla="*/ 434816 w 1380649"/>
                <a:gd name="connsiteY651" fmla="*/ 128588 h 1204436"/>
                <a:gd name="connsiteX652" fmla="*/ 432912 w 1380649"/>
                <a:gd name="connsiteY652" fmla="*/ 131921 h 1204436"/>
                <a:gd name="connsiteX653" fmla="*/ 431483 w 1380649"/>
                <a:gd name="connsiteY653" fmla="*/ 131445 h 1204436"/>
                <a:gd name="connsiteX654" fmla="*/ 431006 w 1380649"/>
                <a:gd name="connsiteY654" fmla="*/ 129064 h 1204436"/>
                <a:gd name="connsiteX655" fmla="*/ 430531 w 1380649"/>
                <a:gd name="connsiteY655" fmla="*/ 126682 h 1204436"/>
                <a:gd name="connsiteX656" fmla="*/ 427673 w 1380649"/>
                <a:gd name="connsiteY656" fmla="*/ 125730 h 1204436"/>
                <a:gd name="connsiteX657" fmla="*/ 426720 w 1380649"/>
                <a:gd name="connsiteY657" fmla="*/ 127635 h 1204436"/>
                <a:gd name="connsiteX658" fmla="*/ 426244 w 1380649"/>
                <a:gd name="connsiteY658" fmla="*/ 128111 h 1204436"/>
                <a:gd name="connsiteX659" fmla="*/ 425291 w 1380649"/>
                <a:gd name="connsiteY659" fmla="*/ 128111 h 1204436"/>
                <a:gd name="connsiteX660" fmla="*/ 425768 w 1380649"/>
                <a:gd name="connsiteY660" fmla="*/ 126206 h 1204436"/>
                <a:gd name="connsiteX661" fmla="*/ 425768 w 1380649"/>
                <a:gd name="connsiteY661" fmla="*/ 122872 h 1204436"/>
                <a:gd name="connsiteX662" fmla="*/ 426720 w 1380649"/>
                <a:gd name="connsiteY662" fmla="*/ 119539 h 1204436"/>
                <a:gd name="connsiteX663" fmla="*/ 424339 w 1380649"/>
                <a:gd name="connsiteY663" fmla="*/ 118586 h 1204436"/>
                <a:gd name="connsiteX664" fmla="*/ 423387 w 1380649"/>
                <a:gd name="connsiteY664" fmla="*/ 119539 h 1204436"/>
                <a:gd name="connsiteX665" fmla="*/ 423387 w 1380649"/>
                <a:gd name="connsiteY665" fmla="*/ 122396 h 1204436"/>
                <a:gd name="connsiteX666" fmla="*/ 422910 w 1380649"/>
                <a:gd name="connsiteY666" fmla="*/ 126682 h 1204436"/>
                <a:gd name="connsiteX667" fmla="*/ 420529 w 1380649"/>
                <a:gd name="connsiteY667" fmla="*/ 127159 h 1204436"/>
                <a:gd name="connsiteX668" fmla="*/ 418148 w 1380649"/>
                <a:gd name="connsiteY668" fmla="*/ 129064 h 1204436"/>
                <a:gd name="connsiteX669" fmla="*/ 414814 w 1380649"/>
                <a:gd name="connsiteY669" fmla="*/ 129064 h 1204436"/>
                <a:gd name="connsiteX670" fmla="*/ 412909 w 1380649"/>
                <a:gd name="connsiteY670" fmla="*/ 130016 h 1204436"/>
                <a:gd name="connsiteX671" fmla="*/ 412433 w 1380649"/>
                <a:gd name="connsiteY671" fmla="*/ 132397 h 1204436"/>
                <a:gd name="connsiteX672" fmla="*/ 409575 w 1380649"/>
                <a:gd name="connsiteY672" fmla="*/ 134779 h 1204436"/>
                <a:gd name="connsiteX673" fmla="*/ 409575 w 1380649"/>
                <a:gd name="connsiteY673" fmla="*/ 137636 h 1204436"/>
                <a:gd name="connsiteX674" fmla="*/ 411481 w 1380649"/>
                <a:gd name="connsiteY674" fmla="*/ 140494 h 1204436"/>
                <a:gd name="connsiteX675" fmla="*/ 411481 w 1380649"/>
                <a:gd name="connsiteY675" fmla="*/ 142875 h 1204436"/>
                <a:gd name="connsiteX676" fmla="*/ 416243 w 1380649"/>
                <a:gd name="connsiteY676" fmla="*/ 145256 h 1204436"/>
                <a:gd name="connsiteX677" fmla="*/ 415766 w 1380649"/>
                <a:gd name="connsiteY677" fmla="*/ 147638 h 1204436"/>
                <a:gd name="connsiteX678" fmla="*/ 415290 w 1380649"/>
                <a:gd name="connsiteY678" fmla="*/ 148590 h 1204436"/>
                <a:gd name="connsiteX679" fmla="*/ 413385 w 1380649"/>
                <a:gd name="connsiteY679" fmla="*/ 148114 h 1204436"/>
                <a:gd name="connsiteX680" fmla="*/ 409575 w 1380649"/>
                <a:gd name="connsiteY680" fmla="*/ 146209 h 1204436"/>
                <a:gd name="connsiteX681" fmla="*/ 405765 w 1380649"/>
                <a:gd name="connsiteY681" fmla="*/ 145732 h 1204436"/>
                <a:gd name="connsiteX682" fmla="*/ 404813 w 1380649"/>
                <a:gd name="connsiteY682" fmla="*/ 144780 h 1204436"/>
                <a:gd name="connsiteX683" fmla="*/ 404337 w 1380649"/>
                <a:gd name="connsiteY683" fmla="*/ 145256 h 1204436"/>
                <a:gd name="connsiteX684" fmla="*/ 404337 w 1380649"/>
                <a:gd name="connsiteY684" fmla="*/ 146685 h 1204436"/>
                <a:gd name="connsiteX685" fmla="*/ 402908 w 1380649"/>
                <a:gd name="connsiteY685" fmla="*/ 148114 h 1204436"/>
                <a:gd name="connsiteX686" fmla="*/ 400527 w 1380649"/>
                <a:gd name="connsiteY686" fmla="*/ 148114 h 1204436"/>
                <a:gd name="connsiteX687" fmla="*/ 398145 w 1380649"/>
                <a:gd name="connsiteY687" fmla="*/ 150019 h 1204436"/>
                <a:gd name="connsiteX688" fmla="*/ 400050 w 1380649"/>
                <a:gd name="connsiteY688" fmla="*/ 152876 h 1204436"/>
                <a:gd name="connsiteX689" fmla="*/ 399574 w 1380649"/>
                <a:gd name="connsiteY689" fmla="*/ 153829 h 1204436"/>
                <a:gd name="connsiteX690" fmla="*/ 400527 w 1380649"/>
                <a:gd name="connsiteY690" fmla="*/ 155257 h 1204436"/>
                <a:gd name="connsiteX691" fmla="*/ 404337 w 1380649"/>
                <a:gd name="connsiteY691" fmla="*/ 155734 h 1204436"/>
                <a:gd name="connsiteX692" fmla="*/ 405765 w 1380649"/>
                <a:gd name="connsiteY692" fmla="*/ 155257 h 1204436"/>
                <a:gd name="connsiteX693" fmla="*/ 405765 w 1380649"/>
                <a:gd name="connsiteY693" fmla="*/ 157639 h 1204436"/>
                <a:gd name="connsiteX694" fmla="*/ 405289 w 1380649"/>
                <a:gd name="connsiteY694" fmla="*/ 160020 h 1204436"/>
                <a:gd name="connsiteX695" fmla="*/ 403860 w 1380649"/>
                <a:gd name="connsiteY695" fmla="*/ 160972 h 1204436"/>
                <a:gd name="connsiteX696" fmla="*/ 402431 w 1380649"/>
                <a:gd name="connsiteY696" fmla="*/ 159067 h 1204436"/>
                <a:gd name="connsiteX697" fmla="*/ 394812 w 1380649"/>
                <a:gd name="connsiteY697" fmla="*/ 154781 h 1204436"/>
                <a:gd name="connsiteX698" fmla="*/ 392906 w 1380649"/>
                <a:gd name="connsiteY698" fmla="*/ 154305 h 1204436"/>
                <a:gd name="connsiteX699" fmla="*/ 392431 w 1380649"/>
                <a:gd name="connsiteY699" fmla="*/ 155734 h 1204436"/>
                <a:gd name="connsiteX700" fmla="*/ 392906 w 1380649"/>
                <a:gd name="connsiteY700" fmla="*/ 157639 h 1204436"/>
                <a:gd name="connsiteX701" fmla="*/ 391477 w 1380649"/>
                <a:gd name="connsiteY701" fmla="*/ 159544 h 1204436"/>
                <a:gd name="connsiteX702" fmla="*/ 388620 w 1380649"/>
                <a:gd name="connsiteY702" fmla="*/ 162401 h 1204436"/>
                <a:gd name="connsiteX703" fmla="*/ 386715 w 1380649"/>
                <a:gd name="connsiteY703" fmla="*/ 161449 h 1204436"/>
                <a:gd name="connsiteX704" fmla="*/ 384334 w 1380649"/>
                <a:gd name="connsiteY704" fmla="*/ 161925 h 1204436"/>
                <a:gd name="connsiteX705" fmla="*/ 382906 w 1380649"/>
                <a:gd name="connsiteY705" fmla="*/ 166688 h 1204436"/>
                <a:gd name="connsiteX706" fmla="*/ 382429 w 1380649"/>
                <a:gd name="connsiteY706" fmla="*/ 171450 h 1204436"/>
                <a:gd name="connsiteX707" fmla="*/ 384810 w 1380649"/>
                <a:gd name="connsiteY707" fmla="*/ 174784 h 1204436"/>
                <a:gd name="connsiteX708" fmla="*/ 386715 w 1380649"/>
                <a:gd name="connsiteY708" fmla="*/ 179070 h 1204436"/>
                <a:gd name="connsiteX709" fmla="*/ 390049 w 1380649"/>
                <a:gd name="connsiteY709" fmla="*/ 173831 h 1204436"/>
                <a:gd name="connsiteX710" fmla="*/ 391477 w 1380649"/>
                <a:gd name="connsiteY710" fmla="*/ 173355 h 1204436"/>
                <a:gd name="connsiteX711" fmla="*/ 391477 w 1380649"/>
                <a:gd name="connsiteY711" fmla="*/ 175736 h 1204436"/>
                <a:gd name="connsiteX712" fmla="*/ 390049 w 1380649"/>
                <a:gd name="connsiteY712" fmla="*/ 178117 h 1204436"/>
                <a:gd name="connsiteX713" fmla="*/ 389096 w 1380649"/>
                <a:gd name="connsiteY713" fmla="*/ 180975 h 1204436"/>
                <a:gd name="connsiteX714" fmla="*/ 388620 w 1380649"/>
                <a:gd name="connsiteY714" fmla="*/ 184309 h 1204436"/>
                <a:gd name="connsiteX715" fmla="*/ 386239 w 1380649"/>
                <a:gd name="connsiteY715" fmla="*/ 184309 h 1204436"/>
                <a:gd name="connsiteX716" fmla="*/ 383858 w 1380649"/>
                <a:gd name="connsiteY716" fmla="*/ 183832 h 1204436"/>
                <a:gd name="connsiteX717" fmla="*/ 383381 w 1380649"/>
                <a:gd name="connsiteY717" fmla="*/ 184785 h 1204436"/>
                <a:gd name="connsiteX718" fmla="*/ 382429 w 1380649"/>
                <a:gd name="connsiteY718" fmla="*/ 187166 h 1204436"/>
                <a:gd name="connsiteX719" fmla="*/ 382906 w 1380649"/>
                <a:gd name="connsiteY719" fmla="*/ 190500 h 1204436"/>
                <a:gd name="connsiteX720" fmla="*/ 384810 w 1380649"/>
                <a:gd name="connsiteY720" fmla="*/ 191929 h 1204436"/>
                <a:gd name="connsiteX721" fmla="*/ 388620 w 1380649"/>
                <a:gd name="connsiteY721" fmla="*/ 191929 h 1204436"/>
                <a:gd name="connsiteX722" fmla="*/ 391954 w 1380649"/>
                <a:gd name="connsiteY722" fmla="*/ 192405 h 1204436"/>
                <a:gd name="connsiteX723" fmla="*/ 394812 w 1380649"/>
                <a:gd name="connsiteY723" fmla="*/ 193834 h 1204436"/>
                <a:gd name="connsiteX724" fmla="*/ 395288 w 1380649"/>
                <a:gd name="connsiteY724" fmla="*/ 194786 h 1204436"/>
                <a:gd name="connsiteX725" fmla="*/ 392431 w 1380649"/>
                <a:gd name="connsiteY725" fmla="*/ 194310 h 1204436"/>
                <a:gd name="connsiteX726" fmla="*/ 386715 w 1380649"/>
                <a:gd name="connsiteY726" fmla="*/ 194786 h 1204436"/>
                <a:gd name="connsiteX727" fmla="*/ 383858 w 1380649"/>
                <a:gd name="connsiteY727" fmla="*/ 194310 h 1204436"/>
                <a:gd name="connsiteX728" fmla="*/ 378619 w 1380649"/>
                <a:gd name="connsiteY728" fmla="*/ 194310 h 1204436"/>
                <a:gd name="connsiteX729" fmla="*/ 374809 w 1380649"/>
                <a:gd name="connsiteY729" fmla="*/ 192405 h 1204436"/>
                <a:gd name="connsiteX730" fmla="*/ 372904 w 1380649"/>
                <a:gd name="connsiteY730" fmla="*/ 190500 h 1204436"/>
                <a:gd name="connsiteX731" fmla="*/ 370046 w 1380649"/>
                <a:gd name="connsiteY731" fmla="*/ 190024 h 1204436"/>
                <a:gd name="connsiteX732" fmla="*/ 367189 w 1380649"/>
                <a:gd name="connsiteY732" fmla="*/ 190976 h 1204436"/>
                <a:gd name="connsiteX733" fmla="*/ 365760 w 1380649"/>
                <a:gd name="connsiteY733" fmla="*/ 193834 h 1204436"/>
                <a:gd name="connsiteX734" fmla="*/ 363856 w 1380649"/>
                <a:gd name="connsiteY734" fmla="*/ 194310 h 1204436"/>
                <a:gd name="connsiteX735" fmla="*/ 359569 w 1380649"/>
                <a:gd name="connsiteY735" fmla="*/ 187642 h 1204436"/>
                <a:gd name="connsiteX736" fmla="*/ 356712 w 1380649"/>
                <a:gd name="connsiteY736" fmla="*/ 187166 h 1204436"/>
                <a:gd name="connsiteX737" fmla="*/ 355283 w 1380649"/>
                <a:gd name="connsiteY737" fmla="*/ 188595 h 1204436"/>
                <a:gd name="connsiteX738" fmla="*/ 356712 w 1380649"/>
                <a:gd name="connsiteY738" fmla="*/ 192881 h 1204436"/>
                <a:gd name="connsiteX739" fmla="*/ 356235 w 1380649"/>
                <a:gd name="connsiteY739" fmla="*/ 195263 h 1204436"/>
                <a:gd name="connsiteX740" fmla="*/ 354806 w 1380649"/>
                <a:gd name="connsiteY740" fmla="*/ 197167 h 1204436"/>
                <a:gd name="connsiteX741" fmla="*/ 352902 w 1380649"/>
                <a:gd name="connsiteY741" fmla="*/ 197167 h 1204436"/>
                <a:gd name="connsiteX742" fmla="*/ 351949 w 1380649"/>
                <a:gd name="connsiteY742" fmla="*/ 198120 h 1204436"/>
                <a:gd name="connsiteX743" fmla="*/ 352902 w 1380649"/>
                <a:gd name="connsiteY743" fmla="*/ 200025 h 1204436"/>
                <a:gd name="connsiteX744" fmla="*/ 355759 w 1380649"/>
                <a:gd name="connsiteY744" fmla="*/ 204311 h 1204436"/>
                <a:gd name="connsiteX745" fmla="*/ 358140 w 1380649"/>
                <a:gd name="connsiteY745" fmla="*/ 206216 h 1204436"/>
                <a:gd name="connsiteX746" fmla="*/ 360521 w 1380649"/>
                <a:gd name="connsiteY746" fmla="*/ 209074 h 1204436"/>
                <a:gd name="connsiteX747" fmla="*/ 361474 w 1380649"/>
                <a:gd name="connsiteY747" fmla="*/ 211455 h 1204436"/>
                <a:gd name="connsiteX748" fmla="*/ 364331 w 1380649"/>
                <a:gd name="connsiteY748" fmla="*/ 211455 h 1204436"/>
                <a:gd name="connsiteX749" fmla="*/ 364808 w 1380649"/>
                <a:gd name="connsiteY749" fmla="*/ 213360 h 1204436"/>
                <a:gd name="connsiteX750" fmla="*/ 363379 w 1380649"/>
                <a:gd name="connsiteY750" fmla="*/ 216217 h 1204436"/>
                <a:gd name="connsiteX751" fmla="*/ 363379 w 1380649"/>
                <a:gd name="connsiteY751" fmla="*/ 220504 h 1204436"/>
                <a:gd name="connsiteX752" fmla="*/ 362427 w 1380649"/>
                <a:gd name="connsiteY752" fmla="*/ 220504 h 1204436"/>
                <a:gd name="connsiteX753" fmla="*/ 360998 w 1380649"/>
                <a:gd name="connsiteY753" fmla="*/ 219551 h 1204436"/>
                <a:gd name="connsiteX754" fmla="*/ 358140 w 1380649"/>
                <a:gd name="connsiteY754" fmla="*/ 216694 h 1204436"/>
                <a:gd name="connsiteX755" fmla="*/ 356712 w 1380649"/>
                <a:gd name="connsiteY755" fmla="*/ 216217 h 1204436"/>
                <a:gd name="connsiteX756" fmla="*/ 355759 w 1380649"/>
                <a:gd name="connsiteY756" fmla="*/ 217170 h 1204436"/>
                <a:gd name="connsiteX757" fmla="*/ 355283 w 1380649"/>
                <a:gd name="connsiteY757" fmla="*/ 219075 h 1204436"/>
                <a:gd name="connsiteX758" fmla="*/ 356235 w 1380649"/>
                <a:gd name="connsiteY758" fmla="*/ 223838 h 1204436"/>
                <a:gd name="connsiteX759" fmla="*/ 354806 w 1380649"/>
                <a:gd name="connsiteY759" fmla="*/ 230505 h 1204436"/>
                <a:gd name="connsiteX760" fmla="*/ 355283 w 1380649"/>
                <a:gd name="connsiteY760" fmla="*/ 232410 h 1204436"/>
                <a:gd name="connsiteX761" fmla="*/ 354806 w 1380649"/>
                <a:gd name="connsiteY761" fmla="*/ 234315 h 1204436"/>
                <a:gd name="connsiteX762" fmla="*/ 353377 w 1380649"/>
                <a:gd name="connsiteY762" fmla="*/ 232886 h 1204436"/>
                <a:gd name="connsiteX763" fmla="*/ 351949 w 1380649"/>
                <a:gd name="connsiteY763" fmla="*/ 230029 h 1204436"/>
                <a:gd name="connsiteX764" fmla="*/ 348615 w 1380649"/>
                <a:gd name="connsiteY764" fmla="*/ 225742 h 1204436"/>
                <a:gd name="connsiteX765" fmla="*/ 344806 w 1380649"/>
                <a:gd name="connsiteY765" fmla="*/ 216694 h 1204436"/>
                <a:gd name="connsiteX766" fmla="*/ 340519 w 1380649"/>
                <a:gd name="connsiteY766" fmla="*/ 210502 h 1204436"/>
                <a:gd name="connsiteX767" fmla="*/ 338138 w 1380649"/>
                <a:gd name="connsiteY767" fmla="*/ 205264 h 1204436"/>
                <a:gd name="connsiteX768" fmla="*/ 334804 w 1380649"/>
                <a:gd name="connsiteY768" fmla="*/ 195739 h 1204436"/>
                <a:gd name="connsiteX769" fmla="*/ 332899 w 1380649"/>
                <a:gd name="connsiteY769" fmla="*/ 195739 h 1204436"/>
                <a:gd name="connsiteX770" fmla="*/ 330518 w 1380649"/>
                <a:gd name="connsiteY770" fmla="*/ 200025 h 1204436"/>
                <a:gd name="connsiteX771" fmla="*/ 328137 w 1380649"/>
                <a:gd name="connsiteY771" fmla="*/ 205264 h 1204436"/>
                <a:gd name="connsiteX772" fmla="*/ 326231 w 1380649"/>
                <a:gd name="connsiteY772" fmla="*/ 208121 h 1204436"/>
                <a:gd name="connsiteX773" fmla="*/ 321945 w 1380649"/>
                <a:gd name="connsiteY773" fmla="*/ 210979 h 1204436"/>
                <a:gd name="connsiteX774" fmla="*/ 319564 w 1380649"/>
                <a:gd name="connsiteY774" fmla="*/ 213836 h 1204436"/>
                <a:gd name="connsiteX775" fmla="*/ 316706 w 1380649"/>
                <a:gd name="connsiteY775" fmla="*/ 214789 h 1204436"/>
                <a:gd name="connsiteX776" fmla="*/ 313373 w 1380649"/>
                <a:gd name="connsiteY776" fmla="*/ 217646 h 1204436"/>
                <a:gd name="connsiteX777" fmla="*/ 310991 w 1380649"/>
                <a:gd name="connsiteY777" fmla="*/ 220504 h 1204436"/>
                <a:gd name="connsiteX778" fmla="*/ 307658 w 1380649"/>
                <a:gd name="connsiteY778" fmla="*/ 226695 h 1204436"/>
                <a:gd name="connsiteX779" fmla="*/ 307181 w 1380649"/>
                <a:gd name="connsiteY779" fmla="*/ 230505 h 1204436"/>
                <a:gd name="connsiteX780" fmla="*/ 307181 w 1380649"/>
                <a:gd name="connsiteY780" fmla="*/ 234791 h 1204436"/>
                <a:gd name="connsiteX781" fmla="*/ 308610 w 1380649"/>
                <a:gd name="connsiteY781" fmla="*/ 240506 h 1204436"/>
                <a:gd name="connsiteX782" fmla="*/ 310039 w 1380649"/>
                <a:gd name="connsiteY782" fmla="*/ 249079 h 1204436"/>
                <a:gd name="connsiteX783" fmla="*/ 312420 w 1380649"/>
                <a:gd name="connsiteY783" fmla="*/ 250031 h 1204436"/>
                <a:gd name="connsiteX784" fmla="*/ 314325 w 1380649"/>
                <a:gd name="connsiteY784" fmla="*/ 251460 h 1204436"/>
                <a:gd name="connsiteX785" fmla="*/ 313849 w 1380649"/>
                <a:gd name="connsiteY785" fmla="*/ 253841 h 1204436"/>
                <a:gd name="connsiteX786" fmla="*/ 310991 w 1380649"/>
                <a:gd name="connsiteY786" fmla="*/ 255270 h 1204436"/>
                <a:gd name="connsiteX787" fmla="*/ 302419 w 1380649"/>
                <a:gd name="connsiteY787" fmla="*/ 263366 h 1204436"/>
                <a:gd name="connsiteX788" fmla="*/ 296704 w 1380649"/>
                <a:gd name="connsiteY788" fmla="*/ 266224 h 1204436"/>
                <a:gd name="connsiteX789" fmla="*/ 294799 w 1380649"/>
                <a:gd name="connsiteY789" fmla="*/ 268129 h 1204436"/>
                <a:gd name="connsiteX790" fmla="*/ 292894 w 1380649"/>
                <a:gd name="connsiteY790" fmla="*/ 272415 h 1204436"/>
                <a:gd name="connsiteX791" fmla="*/ 289560 w 1380649"/>
                <a:gd name="connsiteY791" fmla="*/ 277654 h 1204436"/>
                <a:gd name="connsiteX792" fmla="*/ 288131 w 1380649"/>
                <a:gd name="connsiteY792" fmla="*/ 280988 h 1204436"/>
                <a:gd name="connsiteX793" fmla="*/ 284798 w 1380649"/>
                <a:gd name="connsiteY793" fmla="*/ 287655 h 1204436"/>
                <a:gd name="connsiteX794" fmla="*/ 279559 w 1380649"/>
                <a:gd name="connsiteY794" fmla="*/ 295275 h 1204436"/>
                <a:gd name="connsiteX795" fmla="*/ 274320 w 1380649"/>
                <a:gd name="connsiteY795" fmla="*/ 300990 h 1204436"/>
                <a:gd name="connsiteX796" fmla="*/ 268129 w 1380649"/>
                <a:gd name="connsiteY796" fmla="*/ 305276 h 1204436"/>
                <a:gd name="connsiteX797" fmla="*/ 263843 w 1380649"/>
                <a:gd name="connsiteY797" fmla="*/ 307181 h 1204436"/>
                <a:gd name="connsiteX798" fmla="*/ 248602 w 1380649"/>
                <a:gd name="connsiteY798" fmla="*/ 313372 h 1204436"/>
                <a:gd name="connsiteX799" fmla="*/ 240506 w 1380649"/>
                <a:gd name="connsiteY799" fmla="*/ 315754 h 1204436"/>
                <a:gd name="connsiteX800" fmla="*/ 225743 w 1380649"/>
                <a:gd name="connsiteY800" fmla="*/ 317659 h 1204436"/>
                <a:gd name="connsiteX801" fmla="*/ 219552 w 1380649"/>
                <a:gd name="connsiteY801" fmla="*/ 320516 h 1204436"/>
                <a:gd name="connsiteX802" fmla="*/ 211931 w 1380649"/>
                <a:gd name="connsiteY802" fmla="*/ 319564 h 1204436"/>
                <a:gd name="connsiteX803" fmla="*/ 203359 w 1380649"/>
                <a:gd name="connsiteY803" fmla="*/ 319088 h 1204436"/>
                <a:gd name="connsiteX804" fmla="*/ 191452 w 1380649"/>
                <a:gd name="connsiteY804" fmla="*/ 328613 h 1204436"/>
                <a:gd name="connsiteX805" fmla="*/ 181452 w 1380649"/>
                <a:gd name="connsiteY805" fmla="*/ 330994 h 1204436"/>
                <a:gd name="connsiteX806" fmla="*/ 172403 w 1380649"/>
                <a:gd name="connsiteY806" fmla="*/ 332899 h 1204436"/>
                <a:gd name="connsiteX807" fmla="*/ 168593 w 1380649"/>
                <a:gd name="connsiteY807" fmla="*/ 334327 h 1204436"/>
                <a:gd name="connsiteX808" fmla="*/ 160020 w 1380649"/>
                <a:gd name="connsiteY808" fmla="*/ 339566 h 1204436"/>
                <a:gd name="connsiteX809" fmla="*/ 154781 w 1380649"/>
                <a:gd name="connsiteY809" fmla="*/ 341947 h 1204436"/>
                <a:gd name="connsiteX810" fmla="*/ 145256 w 1380649"/>
                <a:gd name="connsiteY810" fmla="*/ 344805 h 1204436"/>
                <a:gd name="connsiteX811" fmla="*/ 141447 w 1380649"/>
                <a:gd name="connsiteY811" fmla="*/ 344329 h 1204436"/>
                <a:gd name="connsiteX812" fmla="*/ 136208 w 1380649"/>
                <a:gd name="connsiteY812" fmla="*/ 341947 h 1204436"/>
                <a:gd name="connsiteX813" fmla="*/ 131445 w 1380649"/>
                <a:gd name="connsiteY813" fmla="*/ 342424 h 1204436"/>
                <a:gd name="connsiteX814" fmla="*/ 126206 w 1380649"/>
                <a:gd name="connsiteY814" fmla="*/ 341947 h 1204436"/>
                <a:gd name="connsiteX815" fmla="*/ 121920 w 1380649"/>
                <a:gd name="connsiteY815" fmla="*/ 341947 h 1204436"/>
                <a:gd name="connsiteX816" fmla="*/ 118586 w 1380649"/>
                <a:gd name="connsiteY816" fmla="*/ 343852 h 1204436"/>
                <a:gd name="connsiteX817" fmla="*/ 98584 w 1380649"/>
                <a:gd name="connsiteY817" fmla="*/ 354806 h 1204436"/>
                <a:gd name="connsiteX818" fmla="*/ 94774 w 1380649"/>
                <a:gd name="connsiteY818" fmla="*/ 357664 h 1204436"/>
                <a:gd name="connsiteX819" fmla="*/ 90488 w 1380649"/>
                <a:gd name="connsiteY819" fmla="*/ 361950 h 1204436"/>
                <a:gd name="connsiteX820" fmla="*/ 84297 w 1380649"/>
                <a:gd name="connsiteY820" fmla="*/ 366236 h 1204436"/>
                <a:gd name="connsiteX821" fmla="*/ 79534 w 1380649"/>
                <a:gd name="connsiteY821" fmla="*/ 370999 h 1204436"/>
                <a:gd name="connsiteX822" fmla="*/ 69533 w 1380649"/>
                <a:gd name="connsiteY822" fmla="*/ 375761 h 1204436"/>
                <a:gd name="connsiteX823" fmla="*/ 59055 w 1380649"/>
                <a:gd name="connsiteY823" fmla="*/ 379571 h 1204436"/>
                <a:gd name="connsiteX824" fmla="*/ 53816 w 1380649"/>
                <a:gd name="connsiteY824" fmla="*/ 382429 h 1204436"/>
                <a:gd name="connsiteX825" fmla="*/ 50006 w 1380649"/>
                <a:gd name="connsiteY825" fmla="*/ 386715 h 1204436"/>
                <a:gd name="connsiteX826" fmla="*/ 43815 w 1380649"/>
                <a:gd name="connsiteY826" fmla="*/ 398145 h 1204436"/>
                <a:gd name="connsiteX827" fmla="*/ 42386 w 1380649"/>
                <a:gd name="connsiteY827" fmla="*/ 401002 h 1204436"/>
                <a:gd name="connsiteX828" fmla="*/ 40005 w 1380649"/>
                <a:gd name="connsiteY828" fmla="*/ 403860 h 1204436"/>
                <a:gd name="connsiteX829" fmla="*/ 36672 w 1380649"/>
                <a:gd name="connsiteY829" fmla="*/ 404813 h 1204436"/>
                <a:gd name="connsiteX830" fmla="*/ 34290 w 1380649"/>
                <a:gd name="connsiteY830" fmla="*/ 405765 h 1204436"/>
                <a:gd name="connsiteX831" fmla="*/ 35243 w 1380649"/>
                <a:gd name="connsiteY831" fmla="*/ 400050 h 1204436"/>
                <a:gd name="connsiteX832" fmla="*/ 32861 w 1380649"/>
                <a:gd name="connsiteY832" fmla="*/ 394811 h 1204436"/>
                <a:gd name="connsiteX833" fmla="*/ 34766 w 1380649"/>
                <a:gd name="connsiteY833" fmla="*/ 385286 h 1204436"/>
                <a:gd name="connsiteX834" fmla="*/ 34290 w 1380649"/>
                <a:gd name="connsiteY834" fmla="*/ 382429 h 1204436"/>
                <a:gd name="connsiteX835" fmla="*/ 30956 w 1380649"/>
                <a:gd name="connsiteY835" fmla="*/ 384334 h 1204436"/>
                <a:gd name="connsiteX836" fmla="*/ 28575 w 1380649"/>
                <a:gd name="connsiteY836" fmla="*/ 386239 h 1204436"/>
                <a:gd name="connsiteX837" fmla="*/ 22860 w 1380649"/>
                <a:gd name="connsiteY837" fmla="*/ 400050 h 1204436"/>
                <a:gd name="connsiteX838" fmla="*/ 19050 w 1380649"/>
                <a:gd name="connsiteY838" fmla="*/ 411004 h 1204436"/>
                <a:gd name="connsiteX839" fmla="*/ 21908 w 1380649"/>
                <a:gd name="connsiteY839" fmla="*/ 417195 h 1204436"/>
                <a:gd name="connsiteX840" fmla="*/ 22860 w 1380649"/>
                <a:gd name="connsiteY840" fmla="*/ 421005 h 1204436"/>
                <a:gd name="connsiteX841" fmla="*/ 22860 w 1380649"/>
                <a:gd name="connsiteY841" fmla="*/ 424815 h 1204436"/>
                <a:gd name="connsiteX842" fmla="*/ 21908 w 1380649"/>
                <a:gd name="connsiteY842" fmla="*/ 430530 h 1204436"/>
                <a:gd name="connsiteX843" fmla="*/ 21908 w 1380649"/>
                <a:gd name="connsiteY843" fmla="*/ 434340 h 1204436"/>
                <a:gd name="connsiteX844" fmla="*/ 21431 w 1380649"/>
                <a:gd name="connsiteY844" fmla="*/ 439102 h 1204436"/>
                <a:gd name="connsiteX845" fmla="*/ 14288 w 1380649"/>
                <a:gd name="connsiteY845" fmla="*/ 450056 h 1204436"/>
                <a:gd name="connsiteX846" fmla="*/ 11906 w 1380649"/>
                <a:gd name="connsiteY846" fmla="*/ 454819 h 1204436"/>
                <a:gd name="connsiteX847" fmla="*/ 9525 w 1380649"/>
                <a:gd name="connsiteY847" fmla="*/ 464344 h 1204436"/>
                <a:gd name="connsiteX848" fmla="*/ 9049 w 1380649"/>
                <a:gd name="connsiteY848" fmla="*/ 468630 h 1204436"/>
                <a:gd name="connsiteX849" fmla="*/ 9049 w 1380649"/>
                <a:gd name="connsiteY849" fmla="*/ 475297 h 1204436"/>
                <a:gd name="connsiteX850" fmla="*/ 11906 w 1380649"/>
                <a:gd name="connsiteY850" fmla="*/ 481013 h 1204436"/>
                <a:gd name="connsiteX851" fmla="*/ 14288 w 1380649"/>
                <a:gd name="connsiteY851" fmla="*/ 484346 h 1204436"/>
                <a:gd name="connsiteX852" fmla="*/ 17622 w 1380649"/>
                <a:gd name="connsiteY852" fmla="*/ 494347 h 1204436"/>
                <a:gd name="connsiteX853" fmla="*/ 21908 w 1380649"/>
                <a:gd name="connsiteY853" fmla="*/ 501015 h 1204436"/>
                <a:gd name="connsiteX854" fmla="*/ 28575 w 1380649"/>
                <a:gd name="connsiteY854" fmla="*/ 514826 h 1204436"/>
                <a:gd name="connsiteX855" fmla="*/ 36195 w 1380649"/>
                <a:gd name="connsiteY855" fmla="*/ 525780 h 1204436"/>
                <a:gd name="connsiteX856" fmla="*/ 36672 w 1380649"/>
                <a:gd name="connsiteY856" fmla="*/ 530066 h 1204436"/>
                <a:gd name="connsiteX857" fmla="*/ 35719 w 1380649"/>
                <a:gd name="connsiteY857" fmla="*/ 535781 h 1204436"/>
                <a:gd name="connsiteX858" fmla="*/ 36195 w 1380649"/>
                <a:gd name="connsiteY858" fmla="*/ 541496 h 1204436"/>
                <a:gd name="connsiteX859" fmla="*/ 34766 w 1380649"/>
                <a:gd name="connsiteY859" fmla="*/ 543401 h 1204436"/>
                <a:gd name="connsiteX860" fmla="*/ 31909 w 1380649"/>
                <a:gd name="connsiteY860" fmla="*/ 545306 h 1204436"/>
                <a:gd name="connsiteX861" fmla="*/ 28575 w 1380649"/>
                <a:gd name="connsiteY861" fmla="*/ 542925 h 1204436"/>
                <a:gd name="connsiteX862" fmla="*/ 26670 w 1380649"/>
                <a:gd name="connsiteY862" fmla="*/ 540544 h 1204436"/>
                <a:gd name="connsiteX863" fmla="*/ 24765 w 1380649"/>
                <a:gd name="connsiteY863" fmla="*/ 532447 h 1204436"/>
                <a:gd name="connsiteX864" fmla="*/ 23813 w 1380649"/>
                <a:gd name="connsiteY864" fmla="*/ 531971 h 1204436"/>
                <a:gd name="connsiteX865" fmla="*/ 22384 w 1380649"/>
                <a:gd name="connsiteY865" fmla="*/ 535781 h 1204436"/>
                <a:gd name="connsiteX866" fmla="*/ 20955 w 1380649"/>
                <a:gd name="connsiteY866" fmla="*/ 537210 h 1204436"/>
                <a:gd name="connsiteX867" fmla="*/ 19527 w 1380649"/>
                <a:gd name="connsiteY867" fmla="*/ 536257 h 1204436"/>
                <a:gd name="connsiteX868" fmla="*/ 18574 w 1380649"/>
                <a:gd name="connsiteY868" fmla="*/ 534829 h 1204436"/>
                <a:gd name="connsiteX869" fmla="*/ 18098 w 1380649"/>
                <a:gd name="connsiteY869" fmla="*/ 533400 h 1204436"/>
                <a:gd name="connsiteX870" fmla="*/ 18574 w 1380649"/>
                <a:gd name="connsiteY870" fmla="*/ 531495 h 1204436"/>
                <a:gd name="connsiteX871" fmla="*/ 19050 w 1380649"/>
                <a:gd name="connsiteY871" fmla="*/ 525304 h 1204436"/>
                <a:gd name="connsiteX872" fmla="*/ 15716 w 1380649"/>
                <a:gd name="connsiteY872" fmla="*/ 521970 h 1204436"/>
                <a:gd name="connsiteX873" fmla="*/ 12859 w 1380649"/>
                <a:gd name="connsiteY873" fmla="*/ 518160 h 1204436"/>
                <a:gd name="connsiteX874" fmla="*/ 10002 w 1380649"/>
                <a:gd name="connsiteY874" fmla="*/ 517207 h 1204436"/>
                <a:gd name="connsiteX875" fmla="*/ 8097 w 1380649"/>
                <a:gd name="connsiteY875" fmla="*/ 519113 h 1204436"/>
                <a:gd name="connsiteX876" fmla="*/ 8097 w 1380649"/>
                <a:gd name="connsiteY876" fmla="*/ 521494 h 1204436"/>
                <a:gd name="connsiteX877" fmla="*/ 11906 w 1380649"/>
                <a:gd name="connsiteY877" fmla="*/ 528161 h 1204436"/>
                <a:gd name="connsiteX878" fmla="*/ 14288 w 1380649"/>
                <a:gd name="connsiteY878" fmla="*/ 535305 h 1204436"/>
                <a:gd name="connsiteX879" fmla="*/ 18098 w 1380649"/>
                <a:gd name="connsiteY879" fmla="*/ 539591 h 1204436"/>
                <a:gd name="connsiteX880" fmla="*/ 20479 w 1380649"/>
                <a:gd name="connsiteY880" fmla="*/ 540544 h 1204436"/>
                <a:gd name="connsiteX881" fmla="*/ 23336 w 1380649"/>
                <a:gd name="connsiteY881" fmla="*/ 543401 h 1204436"/>
                <a:gd name="connsiteX882" fmla="*/ 22860 w 1380649"/>
                <a:gd name="connsiteY882" fmla="*/ 549592 h 1204436"/>
                <a:gd name="connsiteX883" fmla="*/ 20955 w 1380649"/>
                <a:gd name="connsiteY883" fmla="*/ 551974 h 1204436"/>
                <a:gd name="connsiteX884" fmla="*/ 19527 w 1380649"/>
                <a:gd name="connsiteY884" fmla="*/ 552926 h 1204436"/>
                <a:gd name="connsiteX885" fmla="*/ 14288 w 1380649"/>
                <a:gd name="connsiteY885" fmla="*/ 551497 h 1204436"/>
                <a:gd name="connsiteX886" fmla="*/ 12859 w 1380649"/>
                <a:gd name="connsiteY886" fmla="*/ 547211 h 1204436"/>
                <a:gd name="connsiteX887" fmla="*/ 8573 w 1380649"/>
                <a:gd name="connsiteY887" fmla="*/ 538639 h 1204436"/>
                <a:gd name="connsiteX888" fmla="*/ 7144 w 1380649"/>
                <a:gd name="connsiteY888" fmla="*/ 535305 h 1204436"/>
                <a:gd name="connsiteX889" fmla="*/ 6191 w 1380649"/>
                <a:gd name="connsiteY889" fmla="*/ 534352 h 1204436"/>
                <a:gd name="connsiteX890" fmla="*/ 5715 w 1380649"/>
                <a:gd name="connsiteY890" fmla="*/ 535781 h 1204436"/>
                <a:gd name="connsiteX891" fmla="*/ 5715 w 1380649"/>
                <a:gd name="connsiteY891" fmla="*/ 538639 h 1204436"/>
                <a:gd name="connsiteX892" fmla="*/ 4763 w 1380649"/>
                <a:gd name="connsiteY892" fmla="*/ 540067 h 1204436"/>
                <a:gd name="connsiteX893" fmla="*/ 3810 w 1380649"/>
                <a:gd name="connsiteY893" fmla="*/ 540067 h 1204436"/>
                <a:gd name="connsiteX894" fmla="*/ 2381 w 1380649"/>
                <a:gd name="connsiteY894" fmla="*/ 538639 h 1204436"/>
                <a:gd name="connsiteX895" fmla="*/ 953 w 1380649"/>
                <a:gd name="connsiteY895" fmla="*/ 537686 h 1204436"/>
                <a:gd name="connsiteX896" fmla="*/ 0 w 1380649"/>
                <a:gd name="connsiteY896" fmla="*/ 538163 h 1204436"/>
                <a:gd name="connsiteX897" fmla="*/ 1429 w 1380649"/>
                <a:gd name="connsiteY897" fmla="*/ 540067 h 1204436"/>
                <a:gd name="connsiteX898" fmla="*/ 4763 w 1380649"/>
                <a:gd name="connsiteY898" fmla="*/ 546259 h 1204436"/>
                <a:gd name="connsiteX899" fmla="*/ 17622 w 1380649"/>
                <a:gd name="connsiteY899" fmla="*/ 561975 h 1204436"/>
                <a:gd name="connsiteX900" fmla="*/ 28575 w 1380649"/>
                <a:gd name="connsiteY900" fmla="*/ 580072 h 1204436"/>
                <a:gd name="connsiteX901" fmla="*/ 30956 w 1380649"/>
                <a:gd name="connsiteY901" fmla="*/ 587216 h 1204436"/>
                <a:gd name="connsiteX902" fmla="*/ 32385 w 1380649"/>
                <a:gd name="connsiteY902" fmla="*/ 602932 h 1204436"/>
                <a:gd name="connsiteX903" fmla="*/ 33338 w 1380649"/>
                <a:gd name="connsiteY903" fmla="*/ 606742 h 1204436"/>
                <a:gd name="connsiteX904" fmla="*/ 39529 w 1380649"/>
                <a:gd name="connsiteY904" fmla="*/ 614363 h 1204436"/>
                <a:gd name="connsiteX905" fmla="*/ 45720 w 1380649"/>
                <a:gd name="connsiteY905" fmla="*/ 623411 h 1204436"/>
                <a:gd name="connsiteX906" fmla="*/ 47625 w 1380649"/>
                <a:gd name="connsiteY906" fmla="*/ 627697 h 1204436"/>
                <a:gd name="connsiteX907" fmla="*/ 47625 w 1380649"/>
                <a:gd name="connsiteY907" fmla="*/ 631507 h 1204436"/>
                <a:gd name="connsiteX908" fmla="*/ 49054 w 1380649"/>
                <a:gd name="connsiteY908" fmla="*/ 635317 h 1204436"/>
                <a:gd name="connsiteX909" fmla="*/ 56674 w 1380649"/>
                <a:gd name="connsiteY909" fmla="*/ 645319 h 1204436"/>
                <a:gd name="connsiteX910" fmla="*/ 60008 w 1380649"/>
                <a:gd name="connsiteY910" fmla="*/ 655796 h 1204436"/>
                <a:gd name="connsiteX911" fmla="*/ 60484 w 1380649"/>
                <a:gd name="connsiteY911" fmla="*/ 659606 h 1204436"/>
                <a:gd name="connsiteX912" fmla="*/ 59531 w 1380649"/>
                <a:gd name="connsiteY912" fmla="*/ 666274 h 1204436"/>
                <a:gd name="connsiteX913" fmla="*/ 60484 w 1380649"/>
                <a:gd name="connsiteY913" fmla="*/ 678180 h 1204436"/>
                <a:gd name="connsiteX914" fmla="*/ 61436 w 1380649"/>
                <a:gd name="connsiteY914" fmla="*/ 684371 h 1204436"/>
                <a:gd name="connsiteX915" fmla="*/ 64294 w 1380649"/>
                <a:gd name="connsiteY915" fmla="*/ 697230 h 1204436"/>
                <a:gd name="connsiteX916" fmla="*/ 67628 w 1380649"/>
                <a:gd name="connsiteY916" fmla="*/ 706278 h 1204436"/>
                <a:gd name="connsiteX917" fmla="*/ 71438 w 1380649"/>
                <a:gd name="connsiteY917" fmla="*/ 711994 h 1204436"/>
                <a:gd name="connsiteX918" fmla="*/ 76677 w 1380649"/>
                <a:gd name="connsiteY918" fmla="*/ 724852 h 1204436"/>
                <a:gd name="connsiteX919" fmla="*/ 84773 w 1380649"/>
                <a:gd name="connsiteY919" fmla="*/ 739616 h 1204436"/>
                <a:gd name="connsiteX920" fmla="*/ 86202 w 1380649"/>
                <a:gd name="connsiteY920" fmla="*/ 746760 h 1204436"/>
                <a:gd name="connsiteX921" fmla="*/ 85725 w 1380649"/>
                <a:gd name="connsiteY921" fmla="*/ 765810 h 1204436"/>
                <a:gd name="connsiteX922" fmla="*/ 85249 w 1380649"/>
                <a:gd name="connsiteY922" fmla="*/ 772001 h 1204436"/>
                <a:gd name="connsiteX923" fmla="*/ 83344 w 1380649"/>
                <a:gd name="connsiteY923" fmla="*/ 772953 h 1204436"/>
                <a:gd name="connsiteX924" fmla="*/ 81915 w 1380649"/>
                <a:gd name="connsiteY924" fmla="*/ 775811 h 1204436"/>
                <a:gd name="connsiteX925" fmla="*/ 83820 w 1380649"/>
                <a:gd name="connsiteY925" fmla="*/ 788194 h 1204436"/>
                <a:gd name="connsiteX926" fmla="*/ 84297 w 1380649"/>
                <a:gd name="connsiteY926" fmla="*/ 795338 h 1204436"/>
                <a:gd name="connsiteX927" fmla="*/ 81439 w 1380649"/>
                <a:gd name="connsiteY927" fmla="*/ 802005 h 1204436"/>
                <a:gd name="connsiteX928" fmla="*/ 78581 w 1380649"/>
                <a:gd name="connsiteY928" fmla="*/ 808196 h 1204436"/>
                <a:gd name="connsiteX929" fmla="*/ 73343 w 1380649"/>
                <a:gd name="connsiteY929" fmla="*/ 812482 h 1204436"/>
                <a:gd name="connsiteX930" fmla="*/ 67152 w 1380649"/>
                <a:gd name="connsiteY930" fmla="*/ 812482 h 1204436"/>
                <a:gd name="connsiteX931" fmla="*/ 64294 w 1380649"/>
                <a:gd name="connsiteY931" fmla="*/ 810101 h 1204436"/>
                <a:gd name="connsiteX932" fmla="*/ 60484 w 1380649"/>
                <a:gd name="connsiteY932" fmla="*/ 807720 h 1204436"/>
                <a:gd name="connsiteX933" fmla="*/ 60008 w 1380649"/>
                <a:gd name="connsiteY933" fmla="*/ 818674 h 1204436"/>
                <a:gd name="connsiteX934" fmla="*/ 60008 w 1380649"/>
                <a:gd name="connsiteY934" fmla="*/ 828199 h 1204436"/>
                <a:gd name="connsiteX935" fmla="*/ 60960 w 1380649"/>
                <a:gd name="connsiteY935" fmla="*/ 831532 h 1204436"/>
                <a:gd name="connsiteX936" fmla="*/ 60960 w 1380649"/>
                <a:gd name="connsiteY936" fmla="*/ 835819 h 1204436"/>
                <a:gd name="connsiteX937" fmla="*/ 65247 w 1380649"/>
                <a:gd name="connsiteY937" fmla="*/ 839152 h 1204436"/>
                <a:gd name="connsiteX938" fmla="*/ 67628 w 1380649"/>
                <a:gd name="connsiteY938" fmla="*/ 837724 h 1204436"/>
                <a:gd name="connsiteX939" fmla="*/ 70485 w 1380649"/>
                <a:gd name="connsiteY939" fmla="*/ 837724 h 1204436"/>
                <a:gd name="connsiteX940" fmla="*/ 80486 w 1380649"/>
                <a:gd name="connsiteY940" fmla="*/ 842486 h 1204436"/>
                <a:gd name="connsiteX941" fmla="*/ 86202 w 1380649"/>
                <a:gd name="connsiteY941" fmla="*/ 846296 h 1204436"/>
                <a:gd name="connsiteX942" fmla="*/ 95250 w 1380649"/>
                <a:gd name="connsiteY942" fmla="*/ 856297 h 1204436"/>
                <a:gd name="connsiteX943" fmla="*/ 102870 w 1380649"/>
                <a:gd name="connsiteY943" fmla="*/ 859155 h 1204436"/>
                <a:gd name="connsiteX944" fmla="*/ 112872 w 1380649"/>
                <a:gd name="connsiteY944" fmla="*/ 863918 h 1204436"/>
                <a:gd name="connsiteX945" fmla="*/ 124778 w 1380649"/>
                <a:gd name="connsiteY945" fmla="*/ 865346 h 1204436"/>
                <a:gd name="connsiteX946" fmla="*/ 134303 w 1380649"/>
                <a:gd name="connsiteY946" fmla="*/ 865822 h 1204436"/>
                <a:gd name="connsiteX947" fmla="*/ 149066 w 1380649"/>
                <a:gd name="connsiteY947" fmla="*/ 868203 h 1204436"/>
                <a:gd name="connsiteX948" fmla="*/ 152400 w 1380649"/>
                <a:gd name="connsiteY948" fmla="*/ 867251 h 1204436"/>
                <a:gd name="connsiteX949" fmla="*/ 158591 w 1380649"/>
                <a:gd name="connsiteY949" fmla="*/ 866299 h 1204436"/>
                <a:gd name="connsiteX950" fmla="*/ 163354 w 1380649"/>
                <a:gd name="connsiteY950" fmla="*/ 864870 h 1204436"/>
                <a:gd name="connsiteX951" fmla="*/ 167640 w 1380649"/>
                <a:gd name="connsiteY951" fmla="*/ 863918 h 1204436"/>
                <a:gd name="connsiteX952" fmla="*/ 180499 w 1380649"/>
                <a:gd name="connsiteY952" fmla="*/ 854393 h 1204436"/>
                <a:gd name="connsiteX953" fmla="*/ 193358 w 1380649"/>
                <a:gd name="connsiteY953" fmla="*/ 844391 h 1204436"/>
                <a:gd name="connsiteX954" fmla="*/ 199549 w 1380649"/>
                <a:gd name="connsiteY954" fmla="*/ 843439 h 1204436"/>
                <a:gd name="connsiteX955" fmla="*/ 205264 w 1380649"/>
                <a:gd name="connsiteY955" fmla="*/ 843439 h 1204436"/>
                <a:gd name="connsiteX956" fmla="*/ 212408 w 1380649"/>
                <a:gd name="connsiteY956" fmla="*/ 840105 h 1204436"/>
                <a:gd name="connsiteX957" fmla="*/ 218599 w 1380649"/>
                <a:gd name="connsiteY957" fmla="*/ 830103 h 1204436"/>
                <a:gd name="connsiteX958" fmla="*/ 221933 w 1380649"/>
                <a:gd name="connsiteY958" fmla="*/ 827722 h 1204436"/>
                <a:gd name="connsiteX959" fmla="*/ 226219 w 1380649"/>
                <a:gd name="connsiteY959" fmla="*/ 825341 h 1204436"/>
                <a:gd name="connsiteX960" fmla="*/ 238125 w 1380649"/>
                <a:gd name="connsiteY960" fmla="*/ 823913 h 1204436"/>
                <a:gd name="connsiteX961" fmla="*/ 245269 w 1380649"/>
                <a:gd name="connsiteY961" fmla="*/ 824865 h 1204436"/>
                <a:gd name="connsiteX962" fmla="*/ 249079 w 1380649"/>
                <a:gd name="connsiteY962" fmla="*/ 823436 h 1204436"/>
                <a:gd name="connsiteX963" fmla="*/ 258604 w 1380649"/>
                <a:gd name="connsiteY963" fmla="*/ 821531 h 1204436"/>
                <a:gd name="connsiteX964" fmla="*/ 278606 w 1380649"/>
                <a:gd name="connsiteY964" fmla="*/ 819626 h 1204436"/>
                <a:gd name="connsiteX965" fmla="*/ 289560 w 1380649"/>
                <a:gd name="connsiteY965" fmla="*/ 821055 h 1204436"/>
                <a:gd name="connsiteX966" fmla="*/ 296704 w 1380649"/>
                <a:gd name="connsiteY966" fmla="*/ 821055 h 1204436"/>
                <a:gd name="connsiteX967" fmla="*/ 300514 w 1380649"/>
                <a:gd name="connsiteY967" fmla="*/ 821531 h 1204436"/>
                <a:gd name="connsiteX968" fmla="*/ 303371 w 1380649"/>
                <a:gd name="connsiteY968" fmla="*/ 825818 h 1204436"/>
                <a:gd name="connsiteX969" fmla="*/ 324802 w 1380649"/>
                <a:gd name="connsiteY969" fmla="*/ 822007 h 1204436"/>
                <a:gd name="connsiteX970" fmla="*/ 330994 w 1380649"/>
                <a:gd name="connsiteY970" fmla="*/ 821531 h 1204436"/>
                <a:gd name="connsiteX971" fmla="*/ 334804 w 1380649"/>
                <a:gd name="connsiteY971" fmla="*/ 822007 h 1204436"/>
                <a:gd name="connsiteX972" fmla="*/ 339566 w 1380649"/>
                <a:gd name="connsiteY972" fmla="*/ 825341 h 1204436"/>
                <a:gd name="connsiteX973" fmla="*/ 344806 w 1380649"/>
                <a:gd name="connsiteY973" fmla="*/ 822007 h 1204436"/>
                <a:gd name="connsiteX974" fmla="*/ 349568 w 1380649"/>
                <a:gd name="connsiteY974" fmla="*/ 822484 h 1204436"/>
                <a:gd name="connsiteX975" fmla="*/ 354331 w 1380649"/>
                <a:gd name="connsiteY975" fmla="*/ 819626 h 1204436"/>
                <a:gd name="connsiteX976" fmla="*/ 361950 w 1380649"/>
                <a:gd name="connsiteY976" fmla="*/ 810577 h 1204436"/>
                <a:gd name="connsiteX977" fmla="*/ 365284 w 1380649"/>
                <a:gd name="connsiteY977" fmla="*/ 804863 h 1204436"/>
                <a:gd name="connsiteX978" fmla="*/ 370523 w 1380649"/>
                <a:gd name="connsiteY978" fmla="*/ 792956 h 1204436"/>
                <a:gd name="connsiteX979" fmla="*/ 374333 w 1380649"/>
                <a:gd name="connsiteY979" fmla="*/ 788670 h 1204436"/>
                <a:gd name="connsiteX980" fmla="*/ 378619 w 1380649"/>
                <a:gd name="connsiteY980" fmla="*/ 786765 h 1204436"/>
                <a:gd name="connsiteX981" fmla="*/ 383858 w 1380649"/>
                <a:gd name="connsiteY981" fmla="*/ 786289 h 1204436"/>
                <a:gd name="connsiteX982" fmla="*/ 391954 w 1380649"/>
                <a:gd name="connsiteY982" fmla="*/ 783907 h 1204436"/>
                <a:gd name="connsiteX983" fmla="*/ 409099 w 1380649"/>
                <a:gd name="connsiteY983" fmla="*/ 773906 h 1204436"/>
                <a:gd name="connsiteX984" fmla="*/ 415766 w 1380649"/>
                <a:gd name="connsiteY984" fmla="*/ 771525 h 1204436"/>
                <a:gd name="connsiteX985" fmla="*/ 419100 w 1380649"/>
                <a:gd name="connsiteY985" fmla="*/ 769620 h 1204436"/>
                <a:gd name="connsiteX986" fmla="*/ 431006 w 1380649"/>
                <a:gd name="connsiteY986" fmla="*/ 762000 h 1204436"/>
                <a:gd name="connsiteX987" fmla="*/ 438627 w 1380649"/>
                <a:gd name="connsiteY987" fmla="*/ 760571 h 1204436"/>
                <a:gd name="connsiteX988" fmla="*/ 460534 w 1380649"/>
                <a:gd name="connsiteY988" fmla="*/ 762476 h 1204436"/>
                <a:gd name="connsiteX989" fmla="*/ 471012 w 1380649"/>
                <a:gd name="connsiteY989" fmla="*/ 762000 h 1204436"/>
                <a:gd name="connsiteX990" fmla="*/ 479108 w 1380649"/>
                <a:gd name="connsiteY990" fmla="*/ 760571 h 1204436"/>
                <a:gd name="connsiteX991" fmla="*/ 491490 w 1380649"/>
                <a:gd name="connsiteY991" fmla="*/ 756285 h 1204436"/>
                <a:gd name="connsiteX992" fmla="*/ 504825 w 1380649"/>
                <a:gd name="connsiteY992" fmla="*/ 752951 h 1204436"/>
                <a:gd name="connsiteX993" fmla="*/ 521018 w 1380649"/>
                <a:gd name="connsiteY993" fmla="*/ 746284 h 1204436"/>
                <a:gd name="connsiteX994" fmla="*/ 534829 w 1380649"/>
                <a:gd name="connsiteY994" fmla="*/ 739616 h 1204436"/>
                <a:gd name="connsiteX995" fmla="*/ 542925 w 1380649"/>
                <a:gd name="connsiteY995" fmla="*/ 738188 h 1204436"/>
                <a:gd name="connsiteX996" fmla="*/ 555784 w 1380649"/>
                <a:gd name="connsiteY996" fmla="*/ 736759 h 1204436"/>
                <a:gd name="connsiteX997" fmla="*/ 574834 w 1380649"/>
                <a:gd name="connsiteY997" fmla="*/ 734853 h 1204436"/>
                <a:gd name="connsiteX998" fmla="*/ 597218 w 1380649"/>
                <a:gd name="connsiteY998" fmla="*/ 735806 h 1204436"/>
                <a:gd name="connsiteX999" fmla="*/ 602933 w 1380649"/>
                <a:gd name="connsiteY999" fmla="*/ 734377 h 1204436"/>
                <a:gd name="connsiteX1000" fmla="*/ 605790 w 1380649"/>
                <a:gd name="connsiteY1000" fmla="*/ 732949 h 1204436"/>
                <a:gd name="connsiteX1001" fmla="*/ 609600 w 1380649"/>
                <a:gd name="connsiteY1001" fmla="*/ 731520 h 1204436"/>
                <a:gd name="connsiteX1002" fmla="*/ 614363 w 1380649"/>
                <a:gd name="connsiteY1002" fmla="*/ 732472 h 1204436"/>
                <a:gd name="connsiteX1003" fmla="*/ 618173 w 1380649"/>
                <a:gd name="connsiteY1003" fmla="*/ 733425 h 1204436"/>
                <a:gd name="connsiteX1004" fmla="*/ 629127 w 1380649"/>
                <a:gd name="connsiteY1004" fmla="*/ 739140 h 1204436"/>
                <a:gd name="connsiteX1005" fmla="*/ 645795 w 1380649"/>
                <a:gd name="connsiteY1005" fmla="*/ 750570 h 1204436"/>
                <a:gd name="connsiteX1006" fmla="*/ 649606 w 1380649"/>
                <a:gd name="connsiteY1006" fmla="*/ 751046 h 1204436"/>
                <a:gd name="connsiteX1007" fmla="*/ 660559 w 1380649"/>
                <a:gd name="connsiteY1007" fmla="*/ 748189 h 1204436"/>
                <a:gd name="connsiteX1008" fmla="*/ 664369 w 1380649"/>
                <a:gd name="connsiteY1008" fmla="*/ 748665 h 1204436"/>
                <a:gd name="connsiteX1009" fmla="*/ 679609 w 1380649"/>
                <a:gd name="connsiteY1009" fmla="*/ 757238 h 1204436"/>
                <a:gd name="connsiteX1010" fmla="*/ 685800 w 1380649"/>
                <a:gd name="connsiteY1010" fmla="*/ 757238 h 1204436"/>
                <a:gd name="connsiteX1011" fmla="*/ 691039 w 1380649"/>
                <a:gd name="connsiteY1011" fmla="*/ 757238 h 1204436"/>
                <a:gd name="connsiteX1012" fmla="*/ 694849 w 1380649"/>
                <a:gd name="connsiteY1012" fmla="*/ 758190 h 1204436"/>
                <a:gd name="connsiteX1013" fmla="*/ 699135 w 1380649"/>
                <a:gd name="connsiteY1013" fmla="*/ 760571 h 1204436"/>
                <a:gd name="connsiteX1014" fmla="*/ 703898 w 1380649"/>
                <a:gd name="connsiteY1014" fmla="*/ 765810 h 1204436"/>
                <a:gd name="connsiteX1015" fmla="*/ 714375 w 1380649"/>
                <a:gd name="connsiteY1015" fmla="*/ 771049 h 1204436"/>
                <a:gd name="connsiteX1016" fmla="*/ 714852 w 1380649"/>
                <a:gd name="connsiteY1016" fmla="*/ 775335 h 1204436"/>
                <a:gd name="connsiteX1017" fmla="*/ 713899 w 1380649"/>
                <a:gd name="connsiteY1017" fmla="*/ 778193 h 1204436"/>
                <a:gd name="connsiteX1018" fmla="*/ 711518 w 1380649"/>
                <a:gd name="connsiteY1018" fmla="*/ 778193 h 1204436"/>
                <a:gd name="connsiteX1019" fmla="*/ 709613 w 1380649"/>
                <a:gd name="connsiteY1019" fmla="*/ 778669 h 1204436"/>
                <a:gd name="connsiteX1020" fmla="*/ 711994 w 1380649"/>
                <a:gd name="connsiteY1020" fmla="*/ 787241 h 1204436"/>
                <a:gd name="connsiteX1021" fmla="*/ 716281 w 1380649"/>
                <a:gd name="connsiteY1021" fmla="*/ 794385 h 1204436"/>
                <a:gd name="connsiteX1022" fmla="*/ 726758 w 1380649"/>
                <a:gd name="connsiteY1022" fmla="*/ 795338 h 1204436"/>
                <a:gd name="connsiteX1023" fmla="*/ 730568 w 1380649"/>
                <a:gd name="connsiteY1023" fmla="*/ 797719 h 1204436"/>
                <a:gd name="connsiteX1024" fmla="*/ 732949 w 1380649"/>
                <a:gd name="connsiteY1024" fmla="*/ 800576 h 1204436"/>
                <a:gd name="connsiteX1025" fmla="*/ 734854 w 1380649"/>
                <a:gd name="connsiteY1025" fmla="*/ 804863 h 1204436"/>
                <a:gd name="connsiteX1026" fmla="*/ 736283 w 1380649"/>
                <a:gd name="connsiteY1026" fmla="*/ 811530 h 1204436"/>
                <a:gd name="connsiteX1027" fmla="*/ 741521 w 1380649"/>
                <a:gd name="connsiteY1027" fmla="*/ 817245 h 1204436"/>
                <a:gd name="connsiteX1028" fmla="*/ 746284 w 1380649"/>
                <a:gd name="connsiteY1028" fmla="*/ 822007 h 1204436"/>
                <a:gd name="connsiteX1029" fmla="*/ 747237 w 1380649"/>
                <a:gd name="connsiteY1029" fmla="*/ 823913 h 1204436"/>
                <a:gd name="connsiteX1030" fmla="*/ 749618 w 1380649"/>
                <a:gd name="connsiteY1030" fmla="*/ 831056 h 1204436"/>
                <a:gd name="connsiteX1031" fmla="*/ 750570 w 1380649"/>
                <a:gd name="connsiteY1031" fmla="*/ 832961 h 1204436"/>
                <a:gd name="connsiteX1032" fmla="*/ 752475 w 1380649"/>
                <a:gd name="connsiteY1032" fmla="*/ 839628 h 1204436"/>
                <a:gd name="connsiteX1033" fmla="*/ 755333 w 1380649"/>
                <a:gd name="connsiteY1033" fmla="*/ 847249 h 1204436"/>
                <a:gd name="connsiteX1034" fmla="*/ 754381 w 1380649"/>
                <a:gd name="connsiteY1034" fmla="*/ 848201 h 1204436"/>
                <a:gd name="connsiteX1035" fmla="*/ 752952 w 1380649"/>
                <a:gd name="connsiteY1035" fmla="*/ 848201 h 1204436"/>
                <a:gd name="connsiteX1036" fmla="*/ 750094 w 1380649"/>
                <a:gd name="connsiteY1036" fmla="*/ 846296 h 1204436"/>
                <a:gd name="connsiteX1037" fmla="*/ 747713 w 1380649"/>
                <a:gd name="connsiteY1037" fmla="*/ 843915 h 1204436"/>
                <a:gd name="connsiteX1038" fmla="*/ 746284 w 1380649"/>
                <a:gd name="connsiteY1038" fmla="*/ 844391 h 1204436"/>
                <a:gd name="connsiteX1039" fmla="*/ 744856 w 1380649"/>
                <a:gd name="connsiteY1039" fmla="*/ 845820 h 1204436"/>
                <a:gd name="connsiteX1040" fmla="*/ 744856 w 1380649"/>
                <a:gd name="connsiteY1040" fmla="*/ 847725 h 1204436"/>
                <a:gd name="connsiteX1041" fmla="*/ 747237 w 1380649"/>
                <a:gd name="connsiteY1041" fmla="*/ 847249 h 1204436"/>
                <a:gd name="connsiteX1042" fmla="*/ 748665 w 1380649"/>
                <a:gd name="connsiteY1042" fmla="*/ 847725 h 1204436"/>
                <a:gd name="connsiteX1043" fmla="*/ 751999 w 1380649"/>
                <a:gd name="connsiteY1043" fmla="*/ 850106 h 1204436"/>
                <a:gd name="connsiteX1044" fmla="*/ 754856 w 1380649"/>
                <a:gd name="connsiteY1044" fmla="*/ 852964 h 1204436"/>
                <a:gd name="connsiteX1045" fmla="*/ 757238 w 1380649"/>
                <a:gd name="connsiteY1045" fmla="*/ 854393 h 1204436"/>
                <a:gd name="connsiteX1046" fmla="*/ 762952 w 1380649"/>
                <a:gd name="connsiteY1046" fmla="*/ 861536 h 1204436"/>
                <a:gd name="connsiteX1047" fmla="*/ 765334 w 1380649"/>
                <a:gd name="connsiteY1047" fmla="*/ 860107 h 1204436"/>
                <a:gd name="connsiteX1048" fmla="*/ 768192 w 1380649"/>
                <a:gd name="connsiteY1048" fmla="*/ 858678 h 1204436"/>
                <a:gd name="connsiteX1049" fmla="*/ 772477 w 1380649"/>
                <a:gd name="connsiteY1049" fmla="*/ 862489 h 1204436"/>
                <a:gd name="connsiteX1050" fmla="*/ 774383 w 1380649"/>
                <a:gd name="connsiteY1050" fmla="*/ 863441 h 1204436"/>
                <a:gd name="connsiteX1051" fmla="*/ 775335 w 1380649"/>
                <a:gd name="connsiteY1051" fmla="*/ 862013 h 1204436"/>
                <a:gd name="connsiteX1052" fmla="*/ 773906 w 1380649"/>
                <a:gd name="connsiteY1052" fmla="*/ 855345 h 1204436"/>
                <a:gd name="connsiteX1053" fmla="*/ 772477 w 1380649"/>
                <a:gd name="connsiteY1053" fmla="*/ 853916 h 1204436"/>
                <a:gd name="connsiteX1054" fmla="*/ 772002 w 1380649"/>
                <a:gd name="connsiteY1054" fmla="*/ 851535 h 1204436"/>
                <a:gd name="connsiteX1055" fmla="*/ 773906 w 1380649"/>
                <a:gd name="connsiteY1055" fmla="*/ 849630 h 1204436"/>
                <a:gd name="connsiteX1056" fmla="*/ 774859 w 1380649"/>
                <a:gd name="connsiteY1056" fmla="*/ 847725 h 1204436"/>
                <a:gd name="connsiteX1057" fmla="*/ 779621 w 1380649"/>
                <a:gd name="connsiteY1057" fmla="*/ 842486 h 1204436"/>
                <a:gd name="connsiteX1058" fmla="*/ 790099 w 1380649"/>
                <a:gd name="connsiteY1058" fmla="*/ 827246 h 1204436"/>
                <a:gd name="connsiteX1059" fmla="*/ 793433 w 1380649"/>
                <a:gd name="connsiteY1059" fmla="*/ 825341 h 1204436"/>
                <a:gd name="connsiteX1060" fmla="*/ 797243 w 1380649"/>
                <a:gd name="connsiteY1060" fmla="*/ 822007 h 1204436"/>
                <a:gd name="connsiteX1061" fmla="*/ 802481 w 1380649"/>
                <a:gd name="connsiteY1061" fmla="*/ 819626 h 1204436"/>
                <a:gd name="connsiteX1062" fmla="*/ 807720 w 1380649"/>
                <a:gd name="connsiteY1062" fmla="*/ 816769 h 1204436"/>
                <a:gd name="connsiteX1063" fmla="*/ 811054 w 1380649"/>
                <a:gd name="connsiteY1063" fmla="*/ 815816 h 1204436"/>
                <a:gd name="connsiteX1064" fmla="*/ 814388 w 1380649"/>
                <a:gd name="connsiteY1064" fmla="*/ 815340 h 1204436"/>
                <a:gd name="connsiteX1065" fmla="*/ 818198 w 1380649"/>
                <a:gd name="connsiteY1065" fmla="*/ 812482 h 1204436"/>
                <a:gd name="connsiteX1066" fmla="*/ 822008 w 1380649"/>
                <a:gd name="connsiteY1066" fmla="*/ 804863 h 1204436"/>
                <a:gd name="connsiteX1067" fmla="*/ 824865 w 1380649"/>
                <a:gd name="connsiteY1067" fmla="*/ 795814 h 1204436"/>
                <a:gd name="connsiteX1068" fmla="*/ 828199 w 1380649"/>
                <a:gd name="connsiteY1068" fmla="*/ 792003 h 1204436"/>
                <a:gd name="connsiteX1069" fmla="*/ 832962 w 1380649"/>
                <a:gd name="connsiteY1069" fmla="*/ 787718 h 1204436"/>
                <a:gd name="connsiteX1070" fmla="*/ 836771 w 1380649"/>
                <a:gd name="connsiteY1070" fmla="*/ 782002 h 1204436"/>
                <a:gd name="connsiteX1071" fmla="*/ 836295 w 1380649"/>
                <a:gd name="connsiteY1071" fmla="*/ 777240 h 1204436"/>
                <a:gd name="connsiteX1072" fmla="*/ 836295 w 1380649"/>
                <a:gd name="connsiteY1072" fmla="*/ 772477 h 1204436"/>
                <a:gd name="connsiteX1073" fmla="*/ 839152 w 1380649"/>
                <a:gd name="connsiteY1073" fmla="*/ 776288 h 1204436"/>
                <a:gd name="connsiteX1074" fmla="*/ 841058 w 1380649"/>
                <a:gd name="connsiteY1074" fmla="*/ 780097 h 1204436"/>
                <a:gd name="connsiteX1075" fmla="*/ 843915 w 1380649"/>
                <a:gd name="connsiteY1075" fmla="*/ 792480 h 1204436"/>
                <a:gd name="connsiteX1076" fmla="*/ 841534 w 1380649"/>
                <a:gd name="connsiteY1076" fmla="*/ 795338 h 1204436"/>
                <a:gd name="connsiteX1077" fmla="*/ 839152 w 1380649"/>
                <a:gd name="connsiteY1077" fmla="*/ 796766 h 1204436"/>
                <a:gd name="connsiteX1078" fmla="*/ 839629 w 1380649"/>
                <a:gd name="connsiteY1078" fmla="*/ 801052 h 1204436"/>
                <a:gd name="connsiteX1079" fmla="*/ 841058 w 1380649"/>
                <a:gd name="connsiteY1079" fmla="*/ 806768 h 1204436"/>
                <a:gd name="connsiteX1080" fmla="*/ 841534 w 1380649"/>
                <a:gd name="connsiteY1080" fmla="*/ 811053 h 1204436"/>
                <a:gd name="connsiteX1081" fmla="*/ 836295 w 1380649"/>
                <a:gd name="connsiteY1081" fmla="*/ 815816 h 1204436"/>
                <a:gd name="connsiteX1082" fmla="*/ 832009 w 1380649"/>
                <a:gd name="connsiteY1082" fmla="*/ 821531 h 1204436"/>
                <a:gd name="connsiteX1083" fmla="*/ 826770 w 1380649"/>
                <a:gd name="connsiteY1083" fmla="*/ 832961 h 1204436"/>
                <a:gd name="connsiteX1084" fmla="*/ 826294 w 1380649"/>
                <a:gd name="connsiteY1084" fmla="*/ 836295 h 1204436"/>
                <a:gd name="connsiteX1085" fmla="*/ 825342 w 1380649"/>
                <a:gd name="connsiteY1085" fmla="*/ 841057 h 1204436"/>
                <a:gd name="connsiteX1086" fmla="*/ 825818 w 1380649"/>
                <a:gd name="connsiteY1086" fmla="*/ 845344 h 1204436"/>
                <a:gd name="connsiteX1087" fmla="*/ 826770 w 1380649"/>
                <a:gd name="connsiteY1087" fmla="*/ 849630 h 1204436"/>
                <a:gd name="connsiteX1088" fmla="*/ 825342 w 1380649"/>
                <a:gd name="connsiteY1088" fmla="*/ 855821 h 1204436"/>
                <a:gd name="connsiteX1089" fmla="*/ 822960 w 1380649"/>
                <a:gd name="connsiteY1089" fmla="*/ 861536 h 1204436"/>
                <a:gd name="connsiteX1090" fmla="*/ 820102 w 1380649"/>
                <a:gd name="connsiteY1090" fmla="*/ 861536 h 1204436"/>
                <a:gd name="connsiteX1091" fmla="*/ 818198 w 1380649"/>
                <a:gd name="connsiteY1091" fmla="*/ 861536 h 1204436"/>
                <a:gd name="connsiteX1092" fmla="*/ 813912 w 1380649"/>
                <a:gd name="connsiteY1092" fmla="*/ 862013 h 1204436"/>
                <a:gd name="connsiteX1093" fmla="*/ 810102 w 1380649"/>
                <a:gd name="connsiteY1093" fmla="*/ 861536 h 1204436"/>
                <a:gd name="connsiteX1094" fmla="*/ 805815 w 1380649"/>
                <a:gd name="connsiteY1094" fmla="*/ 873919 h 1204436"/>
                <a:gd name="connsiteX1095" fmla="*/ 808673 w 1380649"/>
                <a:gd name="connsiteY1095" fmla="*/ 874395 h 1204436"/>
                <a:gd name="connsiteX1096" fmla="*/ 811054 w 1380649"/>
                <a:gd name="connsiteY1096" fmla="*/ 873919 h 1204436"/>
                <a:gd name="connsiteX1097" fmla="*/ 814864 w 1380649"/>
                <a:gd name="connsiteY1097" fmla="*/ 873919 h 1204436"/>
                <a:gd name="connsiteX1098" fmla="*/ 819150 w 1380649"/>
                <a:gd name="connsiteY1098" fmla="*/ 871538 h 1204436"/>
                <a:gd name="connsiteX1099" fmla="*/ 825342 w 1380649"/>
                <a:gd name="connsiteY1099" fmla="*/ 869632 h 1204436"/>
                <a:gd name="connsiteX1100" fmla="*/ 829152 w 1380649"/>
                <a:gd name="connsiteY1100" fmla="*/ 870109 h 1204436"/>
                <a:gd name="connsiteX1101" fmla="*/ 833438 w 1380649"/>
                <a:gd name="connsiteY1101" fmla="*/ 870109 h 1204436"/>
                <a:gd name="connsiteX1102" fmla="*/ 839629 w 1380649"/>
                <a:gd name="connsiteY1102" fmla="*/ 854393 h 1204436"/>
                <a:gd name="connsiteX1103" fmla="*/ 841058 w 1380649"/>
                <a:gd name="connsiteY1103" fmla="*/ 843915 h 1204436"/>
                <a:gd name="connsiteX1104" fmla="*/ 844392 w 1380649"/>
                <a:gd name="connsiteY1104" fmla="*/ 839152 h 1204436"/>
                <a:gd name="connsiteX1105" fmla="*/ 845344 w 1380649"/>
                <a:gd name="connsiteY1105" fmla="*/ 835819 h 1204436"/>
                <a:gd name="connsiteX1106" fmla="*/ 846773 w 1380649"/>
                <a:gd name="connsiteY1106" fmla="*/ 832961 h 1204436"/>
                <a:gd name="connsiteX1107" fmla="*/ 850106 w 1380649"/>
                <a:gd name="connsiteY1107" fmla="*/ 838200 h 1204436"/>
                <a:gd name="connsiteX1108" fmla="*/ 852964 w 1380649"/>
                <a:gd name="connsiteY1108" fmla="*/ 843439 h 1204436"/>
                <a:gd name="connsiteX1109" fmla="*/ 858679 w 1380649"/>
                <a:gd name="connsiteY1109" fmla="*/ 851535 h 1204436"/>
                <a:gd name="connsiteX1110" fmla="*/ 860584 w 1380649"/>
                <a:gd name="connsiteY1110" fmla="*/ 855821 h 1204436"/>
                <a:gd name="connsiteX1111" fmla="*/ 861537 w 1380649"/>
                <a:gd name="connsiteY1111" fmla="*/ 865822 h 1204436"/>
                <a:gd name="connsiteX1112" fmla="*/ 857727 w 1380649"/>
                <a:gd name="connsiteY1112" fmla="*/ 877252 h 1204436"/>
                <a:gd name="connsiteX1113" fmla="*/ 855345 w 1380649"/>
                <a:gd name="connsiteY1113" fmla="*/ 880586 h 1204436"/>
                <a:gd name="connsiteX1114" fmla="*/ 852488 w 1380649"/>
                <a:gd name="connsiteY1114" fmla="*/ 883444 h 1204436"/>
                <a:gd name="connsiteX1115" fmla="*/ 850106 w 1380649"/>
                <a:gd name="connsiteY1115" fmla="*/ 888206 h 1204436"/>
                <a:gd name="connsiteX1116" fmla="*/ 857250 w 1380649"/>
                <a:gd name="connsiteY1116" fmla="*/ 889635 h 1204436"/>
                <a:gd name="connsiteX1117" fmla="*/ 861537 w 1380649"/>
                <a:gd name="connsiteY1117" fmla="*/ 889635 h 1204436"/>
                <a:gd name="connsiteX1118" fmla="*/ 868681 w 1380649"/>
                <a:gd name="connsiteY1118" fmla="*/ 886301 h 1204436"/>
                <a:gd name="connsiteX1119" fmla="*/ 870109 w 1380649"/>
                <a:gd name="connsiteY1119" fmla="*/ 885825 h 1204436"/>
                <a:gd name="connsiteX1120" fmla="*/ 873443 w 1380649"/>
                <a:gd name="connsiteY1120" fmla="*/ 885825 h 1204436"/>
                <a:gd name="connsiteX1121" fmla="*/ 874871 w 1380649"/>
                <a:gd name="connsiteY1121" fmla="*/ 883920 h 1204436"/>
                <a:gd name="connsiteX1122" fmla="*/ 878206 w 1380649"/>
                <a:gd name="connsiteY1122" fmla="*/ 882015 h 1204436"/>
                <a:gd name="connsiteX1123" fmla="*/ 880587 w 1380649"/>
                <a:gd name="connsiteY1123" fmla="*/ 880110 h 1204436"/>
                <a:gd name="connsiteX1124" fmla="*/ 883920 w 1380649"/>
                <a:gd name="connsiteY1124" fmla="*/ 878681 h 1204436"/>
                <a:gd name="connsiteX1125" fmla="*/ 886777 w 1380649"/>
                <a:gd name="connsiteY1125" fmla="*/ 879634 h 1204436"/>
                <a:gd name="connsiteX1126" fmla="*/ 887254 w 1380649"/>
                <a:gd name="connsiteY1126" fmla="*/ 880586 h 1204436"/>
                <a:gd name="connsiteX1127" fmla="*/ 888206 w 1380649"/>
                <a:gd name="connsiteY1127" fmla="*/ 881539 h 1204436"/>
                <a:gd name="connsiteX1128" fmla="*/ 887254 w 1380649"/>
                <a:gd name="connsiteY1128" fmla="*/ 883920 h 1204436"/>
                <a:gd name="connsiteX1129" fmla="*/ 887254 w 1380649"/>
                <a:gd name="connsiteY1129" fmla="*/ 888682 h 1204436"/>
                <a:gd name="connsiteX1130" fmla="*/ 885349 w 1380649"/>
                <a:gd name="connsiteY1130" fmla="*/ 888206 h 1204436"/>
                <a:gd name="connsiteX1131" fmla="*/ 883444 w 1380649"/>
                <a:gd name="connsiteY1131" fmla="*/ 885349 h 1204436"/>
                <a:gd name="connsiteX1132" fmla="*/ 881063 w 1380649"/>
                <a:gd name="connsiteY1132" fmla="*/ 886301 h 1204436"/>
                <a:gd name="connsiteX1133" fmla="*/ 879634 w 1380649"/>
                <a:gd name="connsiteY1133" fmla="*/ 888682 h 1204436"/>
                <a:gd name="connsiteX1134" fmla="*/ 876300 w 1380649"/>
                <a:gd name="connsiteY1134" fmla="*/ 888206 h 1204436"/>
                <a:gd name="connsiteX1135" fmla="*/ 876777 w 1380649"/>
                <a:gd name="connsiteY1135" fmla="*/ 889635 h 1204436"/>
                <a:gd name="connsiteX1136" fmla="*/ 878681 w 1380649"/>
                <a:gd name="connsiteY1136" fmla="*/ 892493 h 1204436"/>
                <a:gd name="connsiteX1137" fmla="*/ 885825 w 1380649"/>
                <a:gd name="connsiteY1137" fmla="*/ 897731 h 1204436"/>
                <a:gd name="connsiteX1138" fmla="*/ 893445 w 1380649"/>
                <a:gd name="connsiteY1138" fmla="*/ 904875 h 1204436"/>
                <a:gd name="connsiteX1139" fmla="*/ 896302 w 1380649"/>
                <a:gd name="connsiteY1139" fmla="*/ 908209 h 1204436"/>
                <a:gd name="connsiteX1140" fmla="*/ 902494 w 1380649"/>
                <a:gd name="connsiteY1140" fmla="*/ 918686 h 1204436"/>
                <a:gd name="connsiteX1141" fmla="*/ 906781 w 1380649"/>
                <a:gd name="connsiteY1141" fmla="*/ 930116 h 1204436"/>
                <a:gd name="connsiteX1142" fmla="*/ 906304 w 1380649"/>
                <a:gd name="connsiteY1142" fmla="*/ 933450 h 1204436"/>
                <a:gd name="connsiteX1143" fmla="*/ 904399 w 1380649"/>
                <a:gd name="connsiteY1143" fmla="*/ 939641 h 1204436"/>
                <a:gd name="connsiteX1144" fmla="*/ 902970 w 1380649"/>
                <a:gd name="connsiteY1144" fmla="*/ 945832 h 1204436"/>
                <a:gd name="connsiteX1145" fmla="*/ 902970 w 1380649"/>
                <a:gd name="connsiteY1145" fmla="*/ 949166 h 1204436"/>
                <a:gd name="connsiteX1146" fmla="*/ 904399 w 1380649"/>
                <a:gd name="connsiteY1146" fmla="*/ 952976 h 1204436"/>
                <a:gd name="connsiteX1147" fmla="*/ 907256 w 1380649"/>
                <a:gd name="connsiteY1147" fmla="*/ 957263 h 1204436"/>
                <a:gd name="connsiteX1148" fmla="*/ 918687 w 1380649"/>
                <a:gd name="connsiteY1148" fmla="*/ 968693 h 1204436"/>
                <a:gd name="connsiteX1149" fmla="*/ 924877 w 1380649"/>
                <a:gd name="connsiteY1149" fmla="*/ 978694 h 1204436"/>
                <a:gd name="connsiteX1150" fmla="*/ 932974 w 1380649"/>
                <a:gd name="connsiteY1150" fmla="*/ 983932 h 1204436"/>
                <a:gd name="connsiteX1151" fmla="*/ 945833 w 1380649"/>
                <a:gd name="connsiteY1151" fmla="*/ 985838 h 1204436"/>
                <a:gd name="connsiteX1152" fmla="*/ 952500 w 1380649"/>
                <a:gd name="connsiteY1152" fmla="*/ 989647 h 1204436"/>
                <a:gd name="connsiteX1153" fmla="*/ 959644 w 1380649"/>
                <a:gd name="connsiteY1153" fmla="*/ 997268 h 1204436"/>
                <a:gd name="connsiteX1154" fmla="*/ 962025 w 1380649"/>
                <a:gd name="connsiteY1154" fmla="*/ 997744 h 1204436"/>
                <a:gd name="connsiteX1155" fmla="*/ 965359 w 1380649"/>
                <a:gd name="connsiteY1155" fmla="*/ 998220 h 1204436"/>
                <a:gd name="connsiteX1156" fmla="*/ 969645 w 1380649"/>
                <a:gd name="connsiteY1156" fmla="*/ 993457 h 1204436"/>
                <a:gd name="connsiteX1157" fmla="*/ 976313 w 1380649"/>
                <a:gd name="connsiteY1157" fmla="*/ 993934 h 1204436"/>
                <a:gd name="connsiteX1158" fmla="*/ 985362 w 1380649"/>
                <a:gd name="connsiteY1158" fmla="*/ 998696 h 1204436"/>
                <a:gd name="connsiteX1159" fmla="*/ 990600 w 1380649"/>
                <a:gd name="connsiteY1159" fmla="*/ 997744 h 1204436"/>
                <a:gd name="connsiteX1160" fmla="*/ 994410 w 1380649"/>
                <a:gd name="connsiteY1160" fmla="*/ 998220 h 1204436"/>
                <a:gd name="connsiteX1161" fmla="*/ 999649 w 1380649"/>
                <a:gd name="connsiteY1161" fmla="*/ 1000601 h 1204436"/>
                <a:gd name="connsiteX1162" fmla="*/ 1007269 w 1380649"/>
                <a:gd name="connsiteY1162" fmla="*/ 1005840 h 1204436"/>
                <a:gd name="connsiteX1163" fmla="*/ 1015365 w 1380649"/>
                <a:gd name="connsiteY1163" fmla="*/ 1008221 h 1204436"/>
                <a:gd name="connsiteX1164" fmla="*/ 1020127 w 1380649"/>
                <a:gd name="connsiteY1164" fmla="*/ 1012031 h 1204436"/>
                <a:gd name="connsiteX1165" fmla="*/ 1023938 w 1380649"/>
                <a:gd name="connsiteY1165" fmla="*/ 1012507 h 1204436"/>
                <a:gd name="connsiteX1166" fmla="*/ 1030606 w 1380649"/>
                <a:gd name="connsiteY1166" fmla="*/ 1014889 h 1204436"/>
                <a:gd name="connsiteX1167" fmla="*/ 1035844 w 1380649"/>
                <a:gd name="connsiteY1167" fmla="*/ 1012984 h 1204436"/>
                <a:gd name="connsiteX1168" fmla="*/ 1040131 w 1380649"/>
                <a:gd name="connsiteY1168" fmla="*/ 1010126 h 1204436"/>
                <a:gd name="connsiteX1169" fmla="*/ 1050131 w 1380649"/>
                <a:gd name="connsiteY1169" fmla="*/ 1001077 h 1204436"/>
                <a:gd name="connsiteX1170" fmla="*/ 1057752 w 1380649"/>
                <a:gd name="connsiteY1170" fmla="*/ 996791 h 1204436"/>
                <a:gd name="connsiteX1171" fmla="*/ 1062038 w 1380649"/>
                <a:gd name="connsiteY1171" fmla="*/ 994886 h 1204436"/>
                <a:gd name="connsiteX1172" fmla="*/ 1065371 w 1380649"/>
                <a:gd name="connsiteY1172" fmla="*/ 993934 h 1204436"/>
                <a:gd name="connsiteX1173" fmla="*/ 1069658 w 1380649"/>
                <a:gd name="connsiteY1173" fmla="*/ 991076 h 1204436"/>
                <a:gd name="connsiteX1174" fmla="*/ 1067277 w 1380649"/>
                <a:gd name="connsiteY1174" fmla="*/ 989171 h 1204436"/>
                <a:gd name="connsiteX1175" fmla="*/ 1064896 w 1380649"/>
                <a:gd name="connsiteY1175" fmla="*/ 989647 h 1204436"/>
                <a:gd name="connsiteX1176" fmla="*/ 1060609 w 1380649"/>
                <a:gd name="connsiteY1176" fmla="*/ 988695 h 1204436"/>
                <a:gd name="connsiteX1177" fmla="*/ 1062990 w 1380649"/>
                <a:gd name="connsiteY1177" fmla="*/ 987266 h 1204436"/>
                <a:gd name="connsiteX1178" fmla="*/ 1065371 w 1380649"/>
                <a:gd name="connsiteY1178" fmla="*/ 986314 h 1204436"/>
                <a:gd name="connsiteX1179" fmla="*/ 1077277 w 1380649"/>
                <a:gd name="connsiteY1179" fmla="*/ 979170 h 1204436"/>
                <a:gd name="connsiteX1180" fmla="*/ 1080612 w 1380649"/>
                <a:gd name="connsiteY1180" fmla="*/ 981075 h 1204436"/>
                <a:gd name="connsiteX1181" fmla="*/ 1082993 w 1380649"/>
                <a:gd name="connsiteY1181" fmla="*/ 983456 h 1204436"/>
                <a:gd name="connsiteX1182" fmla="*/ 1085375 w 1380649"/>
                <a:gd name="connsiteY1182" fmla="*/ 986790 h 1204436"/>
                <a:gd name="connsiteX1183" fmla="*/ 1083469 w 1380649"/>
                <a:gd name="connsiteY1183" fmla="*/ 991076 h 1204436"/>
                <a:gd name="connsiteX1184" fmla="*/ 1082040 w 1380649"/>
                <a:gd name="connsiteY1184" fmla="*/ 992981 h 1204436"/>
                <a:gd name="connsiteX1185" fmla="*/ 1078231 w 1380649"/>
                <a:gd name="connsiteY1185" fmla="*/ 996315 h 1204436"/>
                <a:gd name="connsiteX1186" fmla="*/ 1073944 w 1380649"/>
                <a:gd name="connsiteY1186" fmla="*/ 996315 h 1204436"/>
                <a:gd name="connsiteX1187" fmla="*/ 1072039 w 1380649"/>
                <a:gd name="connsiteY1187" fmla="*/ 995839 h 1204436"/>
                <a:gd name="connsiteX1188" fmla="*/ 1076325 w 1380649"/>
                <a:gd name="connsiteY1188" fmla="*/ 999649 h 1204436"/>
                <a:gd name="connsiteX1189" fmla="*/ 1080135 w 1380649"/>
                <a:gd name="connsiteY1189" fmla="*/ 1002030 h 1204436"/>
                <a:gd name="connsiteX1190" fmla="*/ 1088231 w 1380649"/>
                <a:gd name="connsiteY1190" fmla="*/ 997268 h 1204436"/>
                <a:gd name="connsiteX1191" fmla="*/ 1090137 w 1380649"/>
                <a:gd name="connsiteY1191" fmla="*/ 993457 h 1204436"/>
                <a:gd name="connsiteX1192" fmla="*/ 1091565 w 1380649"/>
                <a:gd name="connsiteY1192" fmla="*/ 991552 h 1204436"/>
                <a:gd name="connsiteX1193" fmla="*/ 1093946 w 1380649"/>
                <a:gd name="connsiteY1193" fmla="*/ 991076 h 1204436"/>
                <a:gd name="connsiteX1194" fmla="*/ 1097756 w 1380649"/>
                <a:gd name="connsiteY1194" fmla="*/ 991552 h 1204436"/>
                <a:gd name="connsiteX1195" fmla="*/ 1099185 w 1380649"/>
                <a:gd name="connsiteY1195" fmla="*/ 994410 h 1204436"/>
                <a:gd name="connsiteX1196" fmla="*/ 1100138 w 1380649"/>
                <a:gd name="connsiteY1196" fmla="*/ 997744 h 1204436"/>
                <a:gd name="connsiteX1197" fmla="*/ 1097281 w 1380649"/>
                <a:gd name="connsiteY1197" fmla="*/ 998696 h 1204436"/>
                <a:gd name="connsiteX1198" fmla="*/ 1095852 w 1380649"/>
                <a:gd name="connsiteY1198" fmla="*/ 1001077 h 1204436"/>
                <a:gd name="connsiteX1199" fmla="*/ 1094900 w 1380649"/>
                <a:gd name="connsiteY1199" fmla="*/ 1003459 h 1204436"/>
                <a:gd name="connsiteX1200" fmla="*/ 1099662 w 1380649"/>
                <a:gd name="connsiteY1200" fmla="*/ 1006316 h 1204436"/>
                <a:gd name="connsiteX1201" fmla="*/ 1102043 w 1380649"/>
                <a:gd name="connsiteY1201" fmla="*/ 1008221 h 1204436"/>
                <a:gd name="connsiteX1202" fmla="*/ 1104900 w 1380649"/>
                <a:gd name="connsiteY1202" fmla="*/ 1008221 h 1204436"/>
                <a:gd name="connsiteX1203" fmla="*/ 1108234 w 1380649"/>
                <a:gd name="connsiteY1203" fmla="*/ 1008697 h 1204436"/>
                <a:gd name="connsiteX1204" fmla="*/ 1110615 w 1380649"/>
                <a:gd name="connsiteY1204" fmla="*/ 1012984 h 1204436"/>
                <a:gd name="connsiteX1205" fmla="*/ 1112996 w 1380649"/>
                <a:gd name="connsiteY1205" fmla="*/ 1017746 h 1204436"/>
                <a:gd name="connsiteX1206" fmla="*/ 1115854 w 1380649"/>
                <a:gd name="connsiteY1206" fmla="*/ 1016318 h 1204436"/>
                <a:gd name="connsiteX1207" fmla="*/ 1117759 w 1380649"/>
                <a:gd name="connsiteY1207" fmla="*/ 1014889 h 1204436"/>
                <a:gd name="connsiteX1208" fmla="*/ 1120617 w 1380649"/>
                <a:gd name="connsiteY1208" fmla="*/ 1016318 h 1204436"/>
                <a:gd name="connsiteX1209" fmla="*/ 1123950 w 1380649"/>
                <a:gd name="connsiteY1209" fmla="*/ 1020127 h 1204436"/>
                <a:gd name="connsiteX1210" fmla="*/ 1126808 w 1380649"/>
                <a:gd name="connsiteY1210" fmla="*/ 1024414 h 1204436"/>
                <a:gd name="connsiteX1211" fmla="*/ 1127284 w 1380649"/>
                <a:gd name="connsiteY1211" fmla="*/ 1026319 h 1204436"/>
                <a:gd name="connsiteX1212" fmla="*/ 1129189 w 1380649"/>
                <a:gd name="connsiteY1212" fmla="*/ 1027271 h 1204436"/>
                <a:gd name="connsiteX1213" fmla="*/ 1131094 w 1380649"/>
                <a:gd name="connsiteY1213" fmla="*/ 1025843 h 1204436"/>
                <a:gd name="connsiteX1214" fmla="*/ 1132046 w 1380649"/>
                <a:gd name="connsiteY1214" fmla="*/ 1023938 h 1204436"/>
                <a:gd name="connsiteX1215" fmla="*/ 1132046 w 1380649"/>
                <a:gd name="connsiteY1215" fmla="*/ 1020603 h 1204436"/>
                <a:gd name="connsiteX1216" fmla="*/ 1131571 w 1380649"/>
                <a:gd name="connsiteY1216" fmla="*/ 1015365 h 1204436"/>
                <a:gd name="connsiteX1217" fmla="*/ 1130142 w 1380649"/>
                <a:gd name="connsiteY1217" fmla="*/ 1014413 h 1204436"/>
                <a:gd name="connsiteX1218" fmla="*/ 1127284 w 1380649"/>
                <a:gd name="connsiteY1218" fmla="*/ 1017270 h 1204436"/>
                <a:gd name="connsiteX1219" fmla="*/ 1125379 w 1380649"/>
                <a:gd name="connsiteY1219" fmla="*/ 1015365 h 1204436"/>
                <a:gd name="connsiteX1220" fmla="*/ 1122998 w 1380649"/>
                <a:gd name="connsiteY1220" fmla="*/ 1012984 h 1204436"/>
                <a:gd name="connsiteX1221" fmla="*/ 1122998 w 1380649"/>
                <a:gd name="connsiteY1221" fmla="*/ 1010602 h 1204436"/>
                <a:gd name="connsiteX1222" fmla="*/ 1125379 w 1380649"/>
                <a:gd name="connsiteY1222" fmla="*/ 1009650 h 1204436"/>
                <a:gd name="connsiteX1223" fmla="*/ 1127760 w 1380649"/>
                <a:gd name="connsiteY1223" fmla="*/ 1010126 h 1204436"/>
                <a:gd name="connsiteX1224" fmla="*/ 1130618 w 1380649"/>
                <a:gd name="connsiteY1224" fmla="*/ 1010126 h 1204436"/>
                <a:gd name="connsiteX1225" fmla="*/ 1144906 w 1380649"/>
                <a:gd name="connsiteY1225" fmla="*/ 1008221 h 1204436"/>
                <a:gd name="connsiteX1226" fmla="*/ 1163002 w 1380649"/>
                <a:gd name="connsiteY1226" fmla="*/ 990600 h 1204436"/>
                <a:gd name="connsiteX1227" fmla="*/ 1171100 w 1380649"/>
                <a:gd name="connsiteY1227" fmla="*/ 984409 h 1204436"/>
                <a:gd name="connsiteX1228" fmla="*/ 1179671 w 1380649"/>
                <a:gd name="connsiteY1228" fmla="*/ 979646 h 1204436"/>
                <a:gd name="connsiteX1229" fmla="*/ 1188244 w 1380649"/>
                <a:gd name="connsiteY1229" fmla="*/ 976789 h 1204436"/>
                <a:gd name="connsiteX1230" fmla="*/ 1192531 w 1380649"/>
                <a:gd name="connsiteY1230" fmla="*/ 975836 h 1204436"/>
                <a:gd name="connsiteX1231" fmla="*/ 1215867 w 1380649"/>
                <a:gd name="connsiteY1231" fmla="*/ 974407 h 1204436"/>
                <a:gd name="connsiteX1232" fmla="*/ 1227773 w 1380649"/>
                <a:gd name="connsiteY1232" fmla="*/ 974884 h 1204436"/>
                <a:gd name="connsiteX1233" fmla="*/ 1233964 w 1380649"/>
                <a:gd name="connsiteY1233" fmla="*/ 973455 h 1204436"/>
                <a:gd name="connsiteX1234" fmla="*/ 1236821 w 1380649"/>
                <a:gd name="connsiteY1234" fmla="*/ 972026 h 1204436"/>
                <a:gd name="connsiteX1235" fmla="*/ 1241584 w 1380649"/>
                <a:gd name="connsiteY1235" fmla="*/ 967740 h 1204436"/>
                <a:gd name="connsiteX1236" fmla="*/ 1244918 w 1380649"/>
                <a:gd name="connsiteY1236" fmla="*/ 964882 h 1204436"/>
                <a:gd name="connsiteX1237" fmla="*/ 1249204 w 1380649"/>
                <a:gd name="connsiteY1237" fmla="*/ 963930 h 1204436"/>
                <a:gd name="connsiteX1238" fmla="*/ 1250156 w 1380649"/>
                <a:gd name="connsiteY1238" fmla="*/ 960596 h 1204436"/>
                <a:gd name="connsiteX1239" fmla="*/ 1250156 w 1380649"/>
                <a:gd name="connsiteY1239" fmla="*/ 957263 h 1204436"/>
                <a:gd name="connsiteX1240" fmla="*/ 1251109 w 1380649"/>
                <a:gd name="connsiteY1240" fmla="*/ 953452 h 1204436"/>
                <a:gd name="connsiteX1241" fmla="*/ 1249681 w 1380649"/>
                <a:gd name="connsiteY1241" fmla="*/ 946309 h 1204436"/>
                <a:gd name="connsiteX1242" fmla="*/ 1250156 w 1380649"/>
                <a:gd name="connsiteY1242" fmla="*/ 937260 h 1204436"/>
                <a:gd name="connsiteX1243" fmla="*/ 1251109 w 1380649"/>
                <a:gd name="connsiteY1243" fmla="*/ 932497 h 1204436"/>
                <a:gd name="connsiteX1244" fmla="*/ 1253490 w 1380649"/>
                <a:gd name="connsiteY1244" fmla="*/ 925830 h 1204436"/>
                <a:gd name="connsiteX1245" fmla="*/ 1254443 w 1380649"/>
                <a:gd name="connsiteY1245" fmla="*/ 919163 h 1204436"/>
                <a:gd name="connsiteX1246" fmla="*/ 1255396 w 1380649"/>
                <a:gd name="connsiteY1246" fmla="*/ 909638 h 1204436"/>
                <a:gd name="connsiteX1247" fmla="*/ 1256348 w 1380649"/>
                <a:gd name="connsiteY1247" fmla="*/ 903922 h 1204436"/>
                <a:gd name="connsiteX1248" fmla="*/ 1257777 w 1380649"/>
                <a:gd name="connsiteY1248" fmla="*/ 898684 h 1204436"/>
                <a:gd name="connsiteX1249" fmla="*/ 1261110 w 1380649"/>
                <a:gd name="connsiteY1249" fmla="*/ 892969 h 1204436"/>
                <a:gd name="connsiteX1250" fmla="*/ 1263968 w 1380649"/>
                <a:gd name="connsiteY1250" fmla="*/ 889159 h 1204436"/>
                <a:gd name="connsiteX1251" fmla="*/ 1270635 w 1380649"/>
                <a:gd name="connsiteY1251" fmla="*/ 874871 h 1204436"/>
                <a:gd name="connsiteX1252" fmla="*/ 1273017 w 1380649"/>
                <a:gd name="connsiteY1252" fmla="*/ 873443 h 1204436"/>
                <a:gd name="connsiteX1253" fmla="*/ 1274921 w 1380649"/>
                <a:gd name="connsiteY1253" fmla="*/ 873443 h 1204436"/>
                <a:gd name="connsiteX1254" fmla="*/ 1275875 w 1380649"/>
                <a:gd name="connsiteY1254" fmla="*/ 872490 h 1204436"/>
                <a:gd name="connsiteX1255" fmla="*/ 1276350 w 1380649"/>
                <a:gd name="connsiteY1255" fmla="*/ 871538 h 1204436"/>
                <a:gd name="connsiteX1256" fmla="*/ 1275875 w 1380649"/>
                <a:gd name="connsiteY1256" fmla="*/ 871061 h 1204436"/>
                <a:gd name="connsiteX1257" fmla="*/ 1274921 w 1380649"/>
                <a:gd name="connsiteY1257" fmla="*/ 869632 h 1204436"/>
                <a:gd name="connsiteX1258" fmla="*/ 1275398 w 1380649"/>
                <a:gd name="connsiteY1258" fmla="*/ 868203 h 1204436"/>
                <a:gd name="connsiteX1259" fmla="*/ 1277302 w 1380649"/>
                <a:gd name="connsiteY1259" fmla="*/ 866775 h 1204436"/>
                <a:gd name="connsiteX1260" fmla="*/ 1277779 w 1380649"/>
                <a:gd name="connsiteY1260" fmla="*/ 867251 h 1204436"/>
                <a:gd name="connsiteX1261" fmla="*/ 1278731 w 1380649"/>
                <a:gd name="connsiteY1261" fmla="*/ 866775 h 1204436"/>
                <a:gd name="connsiteX1262" fmla="*/ 1278731 w 1380649"/>
                <a:gd name="connsiteY1262" fmla="*/ 865822 h 1204436"/>
                <a:gd name="connsiteX1263" fmla="*/ 1277779 w 1380649"/>
                <a:gd name="connsiteY1263" fmla="*/ 862013 h 1204436"/>
                <a:gd name="connsiteX1264" fmla="*/ 1279208 w 1380649"/>
                <a:gd name="connsiteY1264" fmla="*/ 856774 h 1204436"/>
                <a:gd name="connsiteX1265" fmla="*/ 1281113 w 1380649"/>
                <a:gd name="connsiteY1265" fmla="*/ 847249 h 1204436"/>
                <a:gd name="connsiteX1266" fmla="*/ 1283018 w 1380649"/>
                <a:gd name="connsiteY1266" fmla="*/ 842963 h 1204436"/>
                <a:gd name="connsiteX1267" fmla="*/ 1283971 w 1380649"/>
                <a:gd name="connsiteY1267" fmla="*/ 839628 h 1204436"/>
                <a:gd name="connsiteX1268" fmla="*/ 1288256 w 1380649"/>
                <a:gd name="connsiteY1268" fmla="*/ 834390 h 1204436"/>
                <a:gd name="connsiteX1269" fmla="*/ 1293019 w 1380649"/>
                <a:gd name="connsiteY1269" fmla="*/ 829151 h 1204436"/>
                <a:gd name="connsiteX1270" fmla="*/ 1291590 w 1380649"/>
                <a:gd name="connsiteY1270" fmla="*/ 828675 h 1204436"/>
                <a:gd name="connsiteX1271" fmla="*/ 1289209 w 1380649"/>
                <a:gd name="connsiteY1271" fmla="*/ 828199 h 1204436"/>
                <a:gd name="connsiteX1272" fmla="*/ 1290638 w 1380649"/>
                <a:gd name="connsiteY1272" fmla="*/ 826770 h 1204436"/>
                <a:gd name="connsiteX1273" fmla="*/ 1291590 w 1380649"/>
                <a:gd name="connsiteY1273" fmla="*/ 826294 h 1204436"/>
                <a:gd name="connsiteX1274" fmla="*/ 1293019 w 1380649"/>
                <a:gd name="connsiteY1274" fmla="*/ 827246 h 1204436"/>
                <a:gd name="connsiteX1275" fmla="*/ 1294448 w 1380649"/>
                <a:gd name="connsiteY1275" fmla="*/ 824865 h 1204436"/>
                <a:gd name="connsiteX1276" fmla="*/ 1294925 w 1380649"/>
                <a:gd name="connsiteY1276" fmla="*/ 821531 h 1204436"/>
                <a:gd name="connsiteX1277" fmla="*/ 1295877 w 1380649"/>
                <a:gd name="connsiteY1277" fmla="*/ 816293 h 1204436"/>
                <a:gd name="connsiteX1278" fmla="*/ 1294925 w 1380649"/>
                <a:gd name="connsiteY1278" fmla="*/ 812006 h 1204436"/>
                <a:gd name="connsiteX1279" fmla="*/ 1297306 w 1380649"/>
                <a:gd name="connsiteY1279" fmla="*/ 810577 h 1204436"/>
                <a:gd name="connsiteX1280" fmla="*/ 1299687 w 1380649"/>
                <a:gd name="connsiteY1280" fmla="*/ 809625 h 1204436"/>
                <a:gd name="connsiteX1281" fmla="*/ 1300639 w 1380649"/>
                <a:gd name="connsiteY1281" fmla="*/ 804863 h 1204436"/>
                <a:gd name="connsiteX1282" fmla="*/ 1301115 w 1380649"/>
                <a:gd name="connsiteY1282" fmla="*/ 802957 h 1204436"/>
                <a:gd name="connsiteX1283" fmla="*/ 1302544 w 1380649"/>
                <a:gd name="connsiteY1283" fmla="*/ 801052 h 1204436"/>
                <a:gd name="connsiteX1284" fmla="*/ 1305402 w 1380649"/>
                <a:gd name="connsiteY1284" fmla="*/ 797243 h 1204436"/>
                <a:gd name="connsiteX1285" fmla="*/ 1307306 w 1380649"/>
                <a:gd name="connsiteY1285" fmla="*/ 793432 h 1204436"/>
                <a:gd name="connsiteX1286" fmla="*/ 1312069 w 1380649"/>
                <a:gd name="connsiteY1286" fmla="*/ 785813 h 1204436"/>
                <a:gd name="connsiteX1287" fmla="*/ 1316831 w 1380649"/>
                <a:gd name="connsiteY1287" fmla="*/ 782955 h 1204436"/>
                <a:gd name="connsiteX1288" fmla="*/ 1323975 w 1380649"/>
                <a:gd name="connsiteY1288" fmla="*/ 780574 h 1204436"/>
                <a:gd name="connsiteX1289" fmla="*/ 1324927 w 1380649"/>
                <a:gd name="connsiteY1289" fmla="*/ 779145 h 1204436"/>
                <a:gd name="connsiteX1290" fmla="*/ 1323023 w 1380649"/>
                <a:gd name="connsiteY1290" fmla="*/ 778193 h 1204436"/>
                <a:gd name="connsiteX1291" fmla="*/ 1323023 w 1380649"/>
                <a:gd name="connsiteY1291" fmla="*/ 777240 h 1204436"/>
                <a:gd name="connsiteX1292" fmla="*/ 1325881 w 1380649"/>
                <a:gd name="connsiteY1292" fmla="*/ 777240 h 1204436"/>
                <a:gd name="connsiteX1293" fmla="*/ 1326833 w 1380649"/>
                <a:gd name="connsiteY1293" fmla="*/ 774859 h 1204436"/>
                <a:gd name="connsiteX1294" fmla="*/ 1329690 w 1380649"/>
                <a:gd name="connsiteY1294" fmla="*/ 772953 h 1204436"/>
                <a:gd name="connsiteX1295" fmla="*/ 1334452 w 1380649"/>
                <a:gd name="connsiteY1295" fmla="*/ 768668 h 1204436"/>
                <a:gd name="connsiteX1296" fmla="*/ 1335881 w 1380649"/>
                <a:gd name="connsiteY1296" fmla="*/ 764381 h 1204436"/>
                <a:gd name="connsiteX1297" fmla="*/ 1336834 w 1380649"/>
                <a:gd name="connsiteY1297" fmla="*/ 761047 h 1204436"/>
                <a:gd name="connsiteX1298" fmla="*/ 1337310 w 1380649"/>
                <a:gd name="connsiteY1298" fmla="*/ 753903 h 1204436"/>
                <a:gd name="connsiteX1299" fmla="*/ 1344931 w 1380649"/>
                <a:gd name="connsiteY1299" fmla="*/ 744378 h 1204436"/>
                <a:gd name="connsiteX1300" fmla="*/ 1350169 w 1380649"/>
                <a:gd name="connsiteY1300" fmla="*/ 731520 h 1204436"/>
                <a:gd name="connsiteX1301" fmla="*/ 1351598 w 1380649"/>
                <a:gd name="connsiteY1301" fmla="*/ 722947 h 1204436"/>
                <a:gd name="connsiteX1302" fmla="*/ 1353027 w 1380649"/>
                <a:gd name="connsiteY1302" fmla="*/ 718185 h 1204436"/>
                <a:gd name="connsiteX1303" fmla="*/ 1353979 w 1380649"/>
                <a:gd name="connsiteY1303" fmla="*/ 711518 h 1204436"/>
                <a:gd name="connsiteX1304" fmla="*/ 1353027 w 1380649"/>
                <a:gd name="connsiteY1304" fmla="*/ 704374 h 1204436"/>
                <a:gd name="connsiteX1305" fmla="*/ 1353027 w 1380649"/>
                <a:gd name="connsiteY1305" fmla="*/ 698659 h 1204436"/>
                <a:gd name="connsiteX1306" fmla="*/ 1358265 w 1380649"/>
                <a:gd name="connsiteY1306" fmla="*/ 683895 h 1204436"/>
                <a:gd name="connsiteX1307" fmla="*/ 1359694 w 1380649"/>
                <a:gd name="connsiteY1307" fmla="*/ 677704 h 1204436"/>
                <a:gd name="connsiteX1308" fmla="*/ 1361123 w 1380649"/>
                <a:gd name="connsiteY1308" fmla="*/ 673894 h 1204436"/>
                <a:gd name="connsiteX1309" fmla="*/ 1363504 w 1380649"/>
                <a:gd name="connsiteY1309" fmla="*/ 659130 h 1204436"/>
                <a:gd name="connsiteX1310" fmla="*/ 1363504 w 1380649"/>
                <a:gd name="connsiteY1310" fmla="*/ 651510 h 1204436"/>
                <a:gd name="connsiteX1311" fmla="*/ 1367314 w 1380649"/>
                <a:gd name="connsiteY1311" fmla="*/ 642938 h 1204436"/>
                <a:gd name="connsiteX1312" fmla="*/ 1372077 w 1380649"/>
                <a:gd name="connsiteY1312" fmla="*/ 635794 h 1204436"/>
                <a:gd name="connsiteX1313" fmla="*/ 1372552 w 1380649"/>
                <a:gd name="connsiteY1313" fmla="*/ 629126 h 1204436"/>
                <a:gd name="connsiteX1314" fmla="*/ 1371125 w 1380649"/>
                <a:gd name="connsiteY1314" fmla="*/ 623888 h 1204436"/>
                <a:gd name="connsiteX1315" fmla="*/ 1380650 w 1380649"/>
                <a:gd name="connsiteY1315" fmla="*/ 613410 h 1204436"/>
                <a:gd name="connsiteX1316" fmla="*/ 414814 w 1380649"/>
                <a:gd name="connsiteY1316" fmla="*/ 131921 h 1204436"/>
                <a:gd name="connsiteX1317" fmla="*/ 414814 w 1380649"/>
                <a:gd name="connsiteY1317" fmla="*/ 130969 h 1204436"/>
                <a:gd name="connsiteX1318" fmla="*/ 414814 w 1380649"/>
                <a:gd name="connsiteY1318" fmla="*/ 128111 h 1204436"/>
                <a:gd name="connsiteX1319" fmla="*/ 413385 w 1380649"/>
                <a:gd name="connsiteY1319" fmla="*/ 127635 h 1204436"/>
                <a:gd name="connsiteX1320" fmla="*/ 411956 w 1380649"/>
                <a:gd name="connsiteY1320" fmla="*/ 129064 h 1204436"/>
                <a:gd name="connsiteX1321" fmla="*/ 411004 w 1380649"/>
                <a:gd name="connsiteY1321" fmla="*/ 132397 h 1204436"/>
                <a:gd name="connsiteX1322" fmla="*/ 412433 w 1380649"/>
                <a:gd name="connsiteY1322" fmla="*/ 134302 h 1204436"/>
                <a:gd name="connsiteX1323" fmla="*/ 414814 w 1380649"/>
                <a:gd name="connsiteY1323" fmla="*/ 131921 h 1204436"/>
                <a:gd name="connsiteX1324" fmla="*/ 391954 w 1380649"/>
                <a:gd name="connsiteY1324" fmla="*/ 160972 h 1204436"/>
                <a:gd name="connsiteX1325" fmla="*/ 393383 w 1380649"/>
                <a:gd name="connsiteY1325" fmla="*/ 161449 h 1204436"/>
                <a:gd name="connsiteX1326" fmla="*/ 394812 w 1380649"/>
                <a:gd name="connsiteY1326" fmla="*/ 160496 h 1204436"/>
                <a:gd name="connsiteX1327" fmla="*/ 395288 w 1380649"/>
                <a:gd name="connsiteY1327" fmla="*/ 159067 h 1204436"/>
                <a:gd name="connsiteX1328" fmla="*/ 393859 w 1380649"/>
                <a:gd name="connsiteY1328" fmla="*/ 157639 h 1204436"/>
                <a:gd name="connsiteX1329" fmla="*/ 393383 w 1380649"/>
                <a:gd name="connsiteY1329" fmla="*/ 156210 h 1204436"/>
                <a:gd name="connsiteX1330" fmla="*/ 392431 w 1380649"/>
                <a:gd name="connsiteY1330" fmla="*/ 156210 h 1204436"/>
                <a:gd name="connsiteX1331" fmla="*/ 391954 w 1380649"/>
                <a:gd name="connsiteY1331" fmla="*/ 157163 h 1204436"/>
                <a:gd name="connsiteX1332" fmla="*/ 391002 w 1380649"/>
                <a:gd name="connsiteY1332" fmla="*/ 158591 h 1204436"/>
                <a:gd name="connsiteX1333" fmla="*/ 392431 w 1380649"/>
                <a:gd name="connsiteY1333" fmla="*/ 160020 h 1204436"/>
                <a:gd name="connsiteX1334" fmla="*/ 391954 w 1380649"/>
                <a:gd name="connsiteY1334" fmla="*/ 160972 h 12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Lst>
              <a:rect l="l" t="t" r="r" b="b"/>
              <a:pathLst>
                <a:path w="1380649" h="1204436">
                  <a:moveTo>
                    <a:pt x="1202531" y="1143952"/>
                  </a:moveTo>
                  <a:lnTo>
                    <a:pt x="1202056" y="1142524"/>
                  </a:lnTo>
                  <a:lnTo>
                    <a:pt x="1201102" y="1141095"/>
                  </a:lnTo>
                  <a:lnTo>
                    <a:pt x="1201102" y="1139666"/>
                  </a:lnTo>
                  <a:lnTo>
                    <a:pt x="1201579" y="1136809"/>
                  </a:lnTo>
                  <a:lnTo>
                    <a:pt x="1200627" y="1132046"/>
                  </a:lnTo>
                  <a:lnTo>
                    <a:pt x="1201102" y="1125378"/>
                  </a:lnTo>
                  <a:lnTo>
                    <a:pt x="1200627" y="1121569"/>
                  </a:lnTo>
                  <a:lnTo>
                    <a:pt x="1200627" y="1117759"/>
                  </a:lnTo>
                  <a:lnTo>
                    <a:pt x="1201579" y="1112996"/>
                  </a:lnTo>
                  <a:lnTo>
                    <a:pt x="1201579" y="1108234"/>
                  </a:lnTo>
                  <a:lnTo>
                    <a:pt x="1201102" y="1105852"/>
                  </a:lnTo>
                  <a:lnTo>
                    <a:pt x="1201102" y="1103471"/>
                  </a:lnTo>
                  <a:lnTo>
                    <a:pt x="1201579" y="1096803"/>
                  </a:lnTo>
                  <a:lnTo>
                    <a:pt x="1198721" y="1092994"/>
                  </a:lnTo>
                  <a:lnTo>
                    <a:pt x="1192531" y="1090136"/>
                  </a:lnTo>
                  <a:lnTo>
                    <a:pt x="1190150" y="1090136"/>
                  </a:lnTo>
                  <a:lnTo>
                    <a:pt x="1186815" y="1093946"/>
                  </a:lnTo>
                  <a:lnTo>
                    <a:pt x="1184910" y="1093946"/>
                  </a:lnTo>
                  <a:lnTo>
                    <a:pt x="1178243" y="1092994"/>
                  </a:lnTo>
                  <a:lnTo>
                    <a:pt x="1176814" y="1094422"/>
                  </a:lnTo>
                  <a:lnTo>
                    <a:pt x="1173956" y="1097756"/>
                  </a:lnTo>
                  <a:lnTo>
                    <a:pt x="1172527" y="1099185"/>
                  </a:lnTo>
                  <a:lnTo>
                    <a:pt x="1170146" y="1098709"/>
                  </a:lnTo>
                  <a:lnTo>
                    <a:pt x="1167765" y="1097756"/>
                  </a:lnTo>
                  <a:lnTo>
                    <a:pt x="1165860" y="1097756"/>
                  </a:lnTo>
                  <a:lnTo>
                    <a:pt x="1163956" y="1098709"/>
                  </a:lnTo>
                  <a:lnTo>
                    <a:pt x="1160146" y="1099185"/>
                  </a:lnTo>
                  <a:lnTo>
                    <a:pt x="1156335" y="1099185"/>
                  </a:lnTo>
                  <a:lnTo>
                    <a:pt x="1153954" y="1100138"/>
                  </a:lnTo>
                  <a:lnTo>
                    <a:pt x="1152050" y="1101566"/>
                  </a:lnTo>
                  <a:lnTo>
                    <a:pt x="1151573" y="1103471"/>
                  </a:lnTo>
                  <a:lnTo>
                    <a:pt x="1152050" y="1105852"/>
                  </a:lnTo>
                  <a:lnTo>
                    <a:pt x="1150144" y="1103471"/>
                  </a:lnTo>
                  <a:lnTo>
                    <a:pt x="1148239" y="1102043"/>
                  </a:lnTo>
                  <a:lnTo>
                    <a:pt x="1145858" y="1103471"/>
                  </a:lnTo>
                  <a:lnTo>
                    <a:pt x="1143477" y="1104424"/>
                  </a:lnTo>
                  <a:lnTo>
                    <a:pt x="1134904" y="1105376"/>
                  </a:lnTo>
                  <a:lnTo>
                    <a:pt x="1127760" y="1103471"/>
                  </a:lnTo>
                  <a:lnTo>
                    <a:pt x="1117759" y="1099661"/>
                  </a:lnTo>
                  <a:lnTo>
                    <a:pt x="1116331" y="1098709"/>
                  </a:lnTo>
                  <a:lnTo>
                    <a:pt x="1114902" y="1097280"/>
                  </a:lnTo>
                  <a:lnTo>
                    <a:pt x="1113473" y="1096327"/>
                  </a:lnTo>
                  <a:lnTo>
                    <a:pt x="1109663" y="1094899"/>
                  </a:lnTo>
                  <a:lnTo>
                    <a:pt x="1108234" y="1093470"/>
                  </a:lnTo>
                  <a:lnTo>
                    <a:pt x="1106806" y="1092994"/>
                  </a:lnTo>
                  <a:lnTo>
                    <a:pt x="1104900" y="1092994"/>
                  </a:lnTo>
                  <a:lnTo>
                    <a:pt x="1102043" y="1091565"/>
                  </a:lnTo>
                  <a:lnTo>
                    <a:pt x="1099662" y="1089184"/>
                  </a:lnTo>
                  <a:lnTo>
                    <a:pt x="1097756" y="1089184"/>
                  </a:lnTo>
                  <a:lnTo>
                    <a:pt x="1095375" y="1090136"/>
                  </a:lnTo>
                  <a:lnTo>
                    <a:pt x="1091565" y="1090136"/>
                  </a:lnTo>
                  <a:lnTo>
                    <a:pt x="1083946" y="1087755"/>
                  </a:lnTo>
                  <a:lnTo>
                    <a:pt x="1080612" y="1085850"/>
                  </a:lnTo>
                  <a:lnTo>
                    <a:pt x="1080135" y="1090136"/>
                  </a:lnTo>
                  <a:lnTo>
                    <a:pt x="1077754" y="1098232"/>
                  </a:lnTo>
                  <a:lnTo>
                    <a:pt x="1078231" y="1102043"/>
                  </a:lnTo>
                  <a:lnTo>
                    <a:pt x="1079659" y="1106328"/>
                  </a:lnTo>
                  <a:lnTo>
                    <a:pt x="1082040" y="1112520"/>
                  </a:lnTo>
                  <a:lnTo>
                    <a:pt x="1082040" y="1114425"/>
                  </a:lnTo>
                  <a:lnTo>
                    <a:pt x="1082517" y="1115377"/>
                  </a:lnTo>
                  <a:lnTo>
                    <a:pt x="1087279" y="1124426"/>
                  </a:lnTo>
                  <a:lnTo>
                    <a:pt x="1092042" y="1131570"/>
                  </a:lnTo>
                  <a:lnTo>
                    <a:pt x="1098233" y="1139190"/>
                  </a:lnTo>
                  <a:lnTo>
                    <a:pt x="1098709" y="1142524"/>
                  </a:lnTo>
                  <a:lnTo>
                    <a:pt x="1097756" y="1146334"/>
                  </a:lnTo>
                  <a:lnTo>
                    <a:pt x="1099662" y="1145857"/>
                  </a:lnTo>
                  <a:lnTo>
                    <a:pt x="1101090" y="1143952"/>
                  </a:lnTo>
                  <a:lnTo>
                    <a:pt x="1101567" y="1145857"/>
                  </a:lnTo>
                  <a:lnTo>
                    <a:pt x="1102043" y="1147286"/>
                  </a:lnTo>
                  <a:lnTo>
                    <a:pt x="1107281" y="1152525"/>
                  </a:lnTo>
                  <a:lnTo>
                    <a:pt x="1107758" y="1153953"/>
                  </a:lnTo>
                  <a:lnTo>
                    <a:pt x="1105852" y="1158240"/>
                  </a:lnTo>
                  <a:lnTo>
                    <a:pt x="1104900" y="1154906"/>
                  </a:lnTo>
                  <a:lnTo>
                    <a:pt x="1102996" y="1152049"/>
                  </a:lnTo>
                  <a:lnTo>
                    <a:pt x="1097281" y="1147763"/>
                  </a:lnTo>
                  <a:lnTo>
                    <a:pt x="1098709" y="1156811"/>
                  </a:lnTo>
                  <a:lnTo>
                    <a:pt x="1099662" y="1160621"/>
                  </a:lnTo>
                  <a:lnTo>
                    <a:pt x="1107281" y="1176338"/>
                  </a:lnTo>
                  <a:lnTo>
                    <a:pt x="1108234" y="1177290"/>
                  </a:lnTo>
                  <a:lnTo>
                    <a:pt x="1110139" y="1177766"/>
                  </a:lnTo>
                  <a:lnTo>
                    <a:pt x="1111568" y="1179195"/>
                  </a:lnTo>
                  <a:lnTo>
                    <a:pt x="1113950" y="1182528"/>
                  </a:lnTo>
                  <a:lnTo>
                    <a:pt x="1118235" y="1189196"/>
                  </a:lnTo>
                  <a:lnTo>
                    <a:pt x="1120617" y="1191101"/>
                  </a:lnTo>
                  <a:lnTo>
                    <a:pt x="1123950" y="1190625"/>
                  </a:lnTo>
                  <a:lnTo>
                    <a:pt x="1129189" y="1192053"/>
                  </a:lnTo>
                  <a:lnTo>
                    <a:pt x="1131094" y="1191577"/>
                  </a:lnTo>
                  <a:lnTo>
                    <a:pt x="1132046" y="1192053"/>
                  </a:lnTo>
                  <a:lnTo>
                    <a:pt x="1132523" y="1193482"/>
                  </a:lnTo>
                  <a:lnTo>
                    <a:pt x="1128713" y="1193482"/>
                  </a:lnTo>
                  <a:lnTo>
                    <a:pt x="1124902" y="1194435"/>
                  </a:lnTo>
                  <a:lnTo>
                    <a:pt x="1124427" y="1195864"/>
                  </a:lnTo>
                  <a:lnTo>
                    <a:pt x="1125379" y="1197293"/>
                  </a:lnTo>
                  <a:lnTo>
                    <a:pt x="1126331" y="1201578"/>
                  </a:lnTo>
                  <a:lnTo>
                    <a:pt x="1131094" y="1200150"/>
                  </a:lnTo>
                  <a:lnTo>
                    <a:pt x="1138714" y="1200626"/>
                  </a:lnTo>
                  <a:lnTo>
                    <a:pt x="1143477" y="1200150"/>
                  </a:lnTo>
                  <a:lnTo>
                    <a:pt x="1148715" y="1203960"/>
                  </a:lnTo>
                  <a:lnTo>
                    <a:pt x="1153477" y="1204436"/>
                  </a:lnTo>
                  <a:lnTo>
                    <a:pt x="1154906" y="1203960"/>
                  </a:lnTo>
                  <a:lnTo>
                    <a:pt x="1157764" y="1199674"/>
                  </a:lnTo>
                  <a:lnTo>
                    <a:pt x="1159669" y="1194435"/>
                  </a:lnTo>
                  <a:lnTo>
                    <a:pt x="1160621" y="1192530"/>
                  </a:lnTo>
                  <a:lnTo>
                    <a:pt x="1162050" y="1190625"/>
                  </a:lnTo>
                  <a:lnTo>
                    <a:pt x="1159193" y="1188244"/>
                  </a:lnTo>
                  <a:lnTo>
                    <a:pt x="1159193" y="1187291"/>
                  </a:lnTo>
                  <a:lnTo>
                    <a:pt x="1159669" y="1185863"/>
                  </a:lnTo>
                  <a:lnTo>
                    <a:pt x="1165860" y="1190149"/>
                  </a:lnTo>
                  <a:lnTo>
                    <a:pt x="1168242" y="1188720"/>
                  </a:lnTo>
                  <a:lnTo>
                    <a:pt x="1168718" y="1184910"/>
                  </a:lnTo>
                  <a:lnTo>
                    <a:pt x="1168718" y="1182528"/>
                  </a:lnTo>
                  <a:lnTo>
                    <a:pt x="1169194" y="1181100"/>
                  </a:lnTo>
                  <a:lnTo>
                    <a:pt x="1170623" y="1180147"/>
                  </a:lnTo>
                  <a:lnTo>
                    <a:pt x="1171100" y="1178243"/>
                  </a:lnTo>
                  <a:lnTo>
                    <a:pt x="1171100" y="1176814"/>
                  </a:lnTo>
                  <a:lnTo>
                    <a:pt x="1169671" y="1173480"/>
                  </a:lnTo>
                  <a:lnTo>
                    <a:pt x="1169671" y="1171575"/>
                  </a:lnTo>
                  <a:lnTo>
                    <a:pt x="1173481" y="1175861"/>
                  </a:lnTo>
                  <a:lnTo>
                    <a:pt x="1174909" y="1181576"/>
                  </a:lnTo>
                  <a:lnTo>
                    <a:pt x="1177767" y="1180147"/>
                  </a:lnTo>
                  <a:lnTo>
                    <a:pt x="1178243" y="1179195"/>
                  </a:lnTo>
                  <a:lnTo>
                    <a:pt x="1177767" y="1175385"/>
                  </a:lnTo>
                  <a:lnTo>
                    <a:pt x="1179196" y="1173956"/>
                  </a:lnTo>
                  <a:lnTo>
                    <a:pt x="1183481" y="1174909"/>
                  </a:lnTo>
                  <a:lnTo>
                    <a:pt x="1187292" y="1177290"/>
                  </a:lnTo>
                  <a:lnTo>
                    <a:pt x="1187768" y="1178243"/>
                  </a:lnTo>
                  <a:lnTo>
                    <a:pt x="1187292" y="1179195"/>
                  </a:lnTo>
                  <a:lnTo>
                    <a:pt x="1186339" y="1180147"/>
                  </a:lnTo>
                  <a:lnTo>
                    <a:pt x="1183481" y="1179195"/>
                  </a:lnTo>
                  <a:lnTo>
                    <a:pt x="1182052" y="1180624"/>
                  </a:lnTo>
                  <a:lnTo>
                    <a:pt x="1183958" y="1184910"/>
                  </a:lnTo>
                  <a:lnTo>
                    <a:pt x="1186815" y="1188720"/>
                  </a:lnTo>
                  <a:lnTo>
                    <a:pt x="1188721" y="1187768"/>
                  </a:lnTo>
                  <a:lnTo>
                    <a:pt x="1192531" y="1187291"/>
                  </a:lnTo>
                  <a:lnTo>
                    <a:pt x="1193959" y="1186339"/>
                  </a:lnTo>
                  <a:lnTo>
                    <a:pt x="1193006" y="1178243"/>
                  </a:lnTo>
                  <a:lnTo>
                    <a:pt x="1191577" y="1172527"/>
                  </a:lnTo>
                  <a:lnTo>
                    <a:pt x="1191577" y="1165860"/>
                  </a:lnTo>
                  <a:lnTo>
                    <a:pt x="1192054" y="1162526"/>
                  </a:lnTo>
                  <a:lnTo>
                    <a:pt x="1193959" y="1159669"/>
                  </a:lnTo>
                  <a:lnTo>
                    <a:pt x="1195388" y="1156811"/>
                  </a:lnTo>
                  <a:lnTo>
                    <a:pt x="1195388" y="1153001"/>
                  </a:lnTo>
                  <a:lnTo>
                    <a:pt x="1195864" y="1149668"/>
                  </a:lnTo>
                  <a:lnTo>
                    <a:pt x="1197293" y="1145857"/>
                  </a:lnTo>
                  <a:lnTo>
                    <a:pt x="1199198" y="1143000"/>
                  </a:lnTo>
                  <a:lnTo>
                    <a:pt x="1200150" y="1142524"/>
                  </a:lnTo>
                  <a:lnTo>
                    <a:pt x="1199675" y="1141571"/>
                  </a:lnTo>
                  <a:lnTo>
                    <a:pt x="1200627" y="1139190"/>
                  </a:lnTo>
                  <a:lnTo>
                    <a:pt x="1202056" y="1137285"/>
                  </a:lnTo>
                  <a:lnTo>
                    <a:pt x="1203008" y="1139190"/>
                  </a:lnTo>
                  <a:lnTo>
                    <a:pt x="1201579" y="1140143"/>
                  </a:lnTo>
                  <a:lnTo>
                    <a:pt x="1200627" y="1141095"/>
                  </a:lnTo>
                  <a:lnTo>
                    <a:pt x="1203008" y="1142524"/>
                  </a:lnTo>
                  <a:lnTo>
                    <a:pt x="1203960" y="1143952"/>
                  </a:lnTo>
                  <a:lnTo>
                    <a:pt x="1204437" y="1145381"/>
                  </a:lnTo>
                  <a:lnTo>
                    <a:pt x="1203960" y="1147286"/>
                  </a:lnTo>
                  <a:lnTo>
                    <a:pt x="1204437" y="1148715"/>
                  </a:lnTo>
                  <a:lnTo>
                    <a:pt x="1205865" y="1149191"/>
                  </a:lnTo>
                  <a:lnTo>
                    <a:pt x="1206342" y="1147286"/>
                  </a:lnTo>
                  <a:lnTo>
                    <a:pt x="1205865" y="1144905"/>
                  </a:lnTo>
                  <a:lnTo>
                    <a:pt x="1202531" y="1143952"/>
                  </a:lnTo>
                  <a:close/>
                  <a:moveTo>
                    <a:pt x="1380650" y="613410"/>
                  </a:moveTo>
                  <a:lnTo>
                    <a:pt x="1376363" y="606266"/>
                  </a:lnTo>
                  <a:lnTo>
                    <a:pt x="1375410" y="600551"/>
                  </a:lnTo>
                  <a:lnTo>
                    <a:pt x="1373981" y="595789"/>
                  </a:lnTo>
                  <a:lnTo>
                    <a:pt x="1367790" y="582454"/>
                  </a:lnTo>
                  <a:lnTo>
                    <a:pt x="1364933" y="574834"/>
                  </a:lnTo>
                  <a:lnTo>
                    <a:pt x="1366362" y="567214"/>
                  </a:lnTo>
                  <a:lnTo>
                    <a:pt x="1363504" y="542925"/>
                  </a:lnTo>
                  <a:lnTo>
                    <a:pt x="1366362" y="530542"/>
                  </a:lnTo>
                  <a:lnTo>
                    <a:pt x="1364933" y="529114"/>
                  </a:lnTo>
                  <a:lnTo>
                    <a:pt x="1361600" y="527209"/>
                  </a:lnTo>
                  <a:lnTo>
                    <a:pt x="1360171" y="525304"/>
                  </a:lnTo>
                  <a:lnTo>
                    <a:pt x="1357789" y="520541"/>
                  </a:lnTo>
                  <a:lnTo>
                    <a:pt x="1357313" y="511492"/>
                  </a:lnTo>
                  <a:lnTo>
                    <a:pt x="1353027" y="505777"/>
                  </a:lnTo>
                  <a:lnTo>
                    <a:pt x="1348264" y="503396"/>
                  </a:lnTo>
                  <a:lnTo>
                    <a:pt x="1344931" y="498634"/>
                  </a:lnTo>
                  <a:lnTo>
                    <a:pt x="1343025" y="494824"/>
                  </a:lnTo>
                  <a:lnTo>
                    <a:pt x="1342550" y="492442"/>
                  </a:lnTo>
                  <a:lnTo>
                    <a:pt x="1341121" y="488632"/>
                  </a:lnTo>
                  <a:lnTo>
                    <a:pt x="1337787" y="486251"/>
                  </a:lnTo>
                  <a:lnTo>
                    <a:pt x="1335406" y="485299"/>
                  </a:lnTo>
                  <a:lnTo>
                    <a:pt x="1330167" y="481489"/>
                  </a:lnTo>
                  <a:lnTo>
                    <a:pt x="1327785" y="477679"/>
                  </a:lnTo>
                  <a:lnTo>
                    <a:pt x="1322546" y="467201"/>
                  </a:lnTo>
                  <a:lnTo>
                    <a:pt x="1320165" y="464344"/>
                  </a:lnTo>
                  <a:lnTo>
                    <a:pt x="1315402" y="461486"/>
                  </a:lnTo>
                  <a:lnTo>
                    <a:pt x="1311593" y="461486"/>
                  </a:lnTo>
                  <a:lnTo>
                    <a:pt x="1309212" y="460534"/>
                  </a:lnTo>
                  <a:lnTo>
                    <a:pt x="1300163" y="453866"/>
                  </a:lnTo>
                  <a:lnTo>
                    <a:pt x="1297306" y="452438"/>
                  </a:lnTo>
                  <a:lnTo>
                    <a:pt x="1294925" y="449104"/>
                  </a:lnTo>
                  <a:lnTo>
                    <a:pt x="1291590" y="445770"/>
                  </a:lnTo>
                  <a:lnTo>
                    <a:pt x="1289685" y="443389"/>
                  </a:lnTo>
                  <a:lnTo>
                    <a:pt x="1286827" y="440531"/>
                  </a:lnTo>
                  <a:lnTo>
                    <a:pt x="1284923" y="430530"/>
                  </a:lnTo>
                  <a:lnTo>
                    <a:pt x="1284923" y="421005"/>
                  </a:lnTo>
                  <a:lnTo>
                    <a:pt x="1284446" y="409575"/>
                  </a:lnTo>
                  <a:lnTo>
                    <a:pt x="1281113" y="403860"/>
                  </a:lnTo>
                  <a:lnTo>
                    <a:pt x="1279208" y="401955"/>
                  </a:lnTo>
                  <a:lnTo>
                    <a:pt x="1277302" y="402431"/>
                  </a:lnTo>
                  <a:lnTo>
                    <a:pt x="1277302" y="406241"/>
                  </a:lnTo>
                  <a:lnTo>
                    <a:pt x="1277779" y="408622"/>
                  </a:lnTo>
                  <a:lnTo>
                    <a:pt x="1276350" y="408622"/>
                  </a:lnTo>
                  <a:lnTo>
                    <a:pt x="1271588" y="405289"/>
                  </a:lnTo>
                  <a:lnTo>
                    <a:pt x="1265873" y="401955"/>
                  </a:lnTo>
                  <a:lnTo>
                    <a:pt x="1262539" y="398145"/>
                  </a:lnTo>
                  <a:lnTo>
                    <a:pt x="1260158" y="394811"/>
                  </a:lnTo>
                  <a:lnTo>
                    <a:pt x="1258252" y="394811"/>
                  </a:lnTo>
                  <a:lnTo>
                    <a:pt x="1256825" y="395288"/>
                  </a:lnTo>
                  <a:lnTo>
                    <a:pt x="1255396" y="399574"/>
                  </a:lnTo>
                  <a:lnTo>
                    <a:pt x="1257777" y="407194"/>
                  </a:lnTo>
                  <a:lnTo>
                    <a:pt x="1256825" y="408146"/>
                  </a:lnTo>
                  <a:lnTo>
                    <a:pt x="1254919" y="406241"/>
                  </a:lnTo>
                  <a:lnTo>
                    <a:pt x="1251585" y="402431"/>
                  </a:lnTo>
                  <a:lnTo>
                    <a:pt x="1249681" y="403860"/>
                  </a:lnTo>
                  <a:lnTo>
                    <a:pt x="1247300" y="404336"/>
                  </a:lnTo>
                  <a:lnTo>
                    <a:pt x="1245394" y="400526"/>
                  </a:lnTo>
                  <a:lnTo>
                    <a:pt x="1243489" y="398145"/>
                  </a:lnTo>
                  <a:lnTo>
                    <a:pt x="1241108" y="390049"/>
                  </a:lnTo>
                  <a:lnTo>
                    <a:pt x="1238727" y="381000"/>
                  </a:lnTo>
                  <a:lnTo>
                    <a:pt x="1238727" y="374332"/>
                  </a:lnTo>
                  <a:lnTo>
                    <a:pt x="1234440" y="370522"/>
                  </a:lnTo>
                  <a:lnTo>
                    <a:pt x="1232535" y="364331"/>
                  </a:lnTo>
                  <a:lnTo>
                    <a:pt x="1231106" y="362426"/>
                  </a:lnTo>
                  <a:lnTo>
                    <a:pt x="1229677" y="358140"/>
                  </a:lnTo>
                  <a:lnTo>
                    <a:pt x="1224915" y="352425"/>
                  </a:lnTo>
                  <a:lnTo>
                    <a:pt x="1219677" y="348139"/>
                  </a:lnTo>
                  <a:lnTo>
                    <a:pt x="1215390" y="344329"/>
                  </a:lnTo>
                  <a:lnTo>
                    <a:pt x="1211581" y="339090"/>
                  </a:lnTo>
                  <a:lnTo>
                    <a:pt x="1213009" y="335280"/>
                  </a:lnTo>
                  <a:lnTo>
                    <a:pt x="1215390" y="336232"/>
                  </a:lnTo>
                  <a:lnTo>
                    <a:pt x="1218248" y="335756"/>
                  </a:lnTo>
                  <a:lnTo>
                    <a:pt x="1215867" y="331946"/>
                  </a:lnTo>
                  <a:lnTo>
                    <a:pt x="1213962" y="329089"/>
                  </a:lnTo>
                  <a:lnTo>
                    <a:pt x="1208723" y="323850"/>
                  </a:lnTo>
                  <a:lnTo>
                    <a:pt x="1206342" y="322421"/>
                  </a:lnTo>
                  <a:lnTo>
                    <a:pt x="1201102" y="321469"/>
                  </a:lnTo>
                  <a:lnTo>
                    <a:pt x="1194912" y="316706"/>
                  </a:lnTo>
                  <a:lnTo>
                    <a:pt x="1191102" y="314801"/>
                  </a:lnTo>
                  <a:lnTo>
                    <a:pt x="1188721" y="314325"/>
                  </a:lnTo>
                  <a:lnTo>
                    <a:pt x="1185863" y="313849"/>
                  </a:lnTo>
                  <a:lnTo>
                    <a:pt x="1183958" y="311467"/>
                  </a:lnTo>
                  <a:lnTo>
                    <a:pt x="1180148" y="310515"/>
                  </a:lnTo>
                  <a:lnTo>
                    <a:pt x="1174909" y="305276"/>
                  </a:lnTo>
                  <a:lnTo>
                    <a:pt x="1172527" y="300038"/>
                  </a:lnTo>
                  <a:lnTo>
                    <a:pt x="1171100" y="298132"/>
                  </a:lnTo>
                  <a:lnTo>
                    <a:pt x="1169194" y="296704"/>
                  </a:lnTo>
                  <a:lnTo>
                    <a:pt x="1166337" y="297656"/>
                  </a:lnTo>
                  <a:lnTo>
                    <a:pt x="1163956" y="298132"/>
                  </a:lnTo>
                  <a:lnTo>
                    <a:pt x="1159193" y="297180"/>
                  </a:lnTo>
                  <a:lnTo>
                    <a:pt x="1157764" y="295275"/>
                  </a:lnTo>
                  <a:lnTo>
                    <a:pt x="1154906" y="292417"/>
                  </a:lnTo>
                  <a:lnTo>
                    <a:pt x="1149192" y="291941"/>
                  </a:lnTo>
                  <a:lnTo>
                    <a:pt x="1144429" y="290036"/>
                  </a:lnTo>
                  <a:lnTo>
                    <a:pt x="1141096" y="288131"/>
                  </a:lnTo>
                  <a:lnTo>
                    <a:pt x="1137285" y="286226"/>
                  </a:lnTo>
                  <a:lnTo>
                    <a:pt x="1133952" y="282892"/>
                  </a:lnTo>
                  <a:lnTo>
                    <a:pt x="1131094" y="278130"/>
                  </a:lnTo>
                  <a:lnTo>
                    <a:pt x="1131571" y="271939"/>
                  </a:lnTo>
                  <a:lnTo>
                    <a:pt x="1132523" y="268129"/>
                  </a:lnTo>
                  <a:lnTo>
                    <a:pt x="1128713" y="266700"/>
                  </a:lnTo>
                  <a:lnTo>
                    <a:pt x="1122046" y="258604"/>
                  </a:lnTo>
                  <a:lnTo>
                    <a:pt x="1121569" y="255270"/>
                  </a:lnTo>
                  <a:lnTo>
                    <a:pt x="1123475" y="248602"/>
                  </a:lnTo>
                  <a:lnTo>
                    <a:pt x="1125379" y="236696"/>
                  </a:lnTo>
                  <a:lnTo>
                    <a:pt x="1122998" y="228124"/>
                  </a:lnTo>
                  <a:lnTo>
                    <a:pt x="1117759" y="217170"/>
                  </a:lnTo>
                  <a:lnTo>
                    <a:pt x="1118235" y="211931"/>
                  </a:lnTo>
                  <a:lnTo>
                    <a:pt x="1115854" y="211931"/>
                  </a:lnTo>
                  <a:lnTo>
                    <a:pt x="1112996" y="210979"/>
                  </a:lnTo>
                  <a:lnTo>
                    <a:pt x="1109187" y="205740"/>
                  </a:lnTo>
                  <a:lnTo>
                    <a:pt x="1106329" y="202406"/>
                  </a:lnTo>
                  <a:lnTo>
                    <a:pt x="1104425" y="199072"/>
                  </a:lnTo>
                  <a:lnTo>
                    <a:pt x="1102043" y="194786"/>
                  </a:lnTo>
                  <a:lnTo>
                    <a:pt x="1102519" y="191452"/>
                  </a:lnTo>
                  <a:lnTo>
                    <a:pt x="1102996" y="189071"/>
                  </a:lnTo>
                  <a:lnTo>
                    <a:pt x="1102996" y="182880"/>
                  </a:lnTo>
                  <a:lnTo>
                    <a:pt x="1100138" y="176689"/>
                  </a:lnTo>
                  <a:lnTo>
                    <a:pt x="1099185" y="170497"/>
                  </a:lnTo>
                  <a:lnTo>
                    <a:pt x="1096327" y="162877"/>
                  </a:lnTo>
                  <a:lnTo>
                    <a:pt x="1097281" y="157639"/>
                  </a:lnTo>
                  <a:lnTo>
                    <a:pt x="1096804" y="153352"/>
                  </a:lnTo>
                  <a:lnTo>
                    <a:pt x="1095852" y="149542"/>
                  </a:lnTo>
                  <a:lnTo>
                    <a:pt x="1096804" y="147161"/>
                  </a:lnTo>
                  <a:lnTo>
                    <a:pt x="1097281" y="144304"/>
                  </a:lnTo>
                  <a:lnTo>
                    <a:pt x="1093471" y="141446"/>
                  </a:lnTo>
                  <a:lnTo>
                    <a:pt x="1089660" y="139065"/>
                  </a:lnTo>
                  <a:lnTo>
                    <a:pt x="1084421" y="135255"/>
                  </a:lnTo>
                  <a:lnTo>
                    <a:pt x="1075373" y="129064"/>
                  </a:lnTo>
                  <a:lnTo>
                    <a:pt x="1073468" y="124301"/>
                  </a:lnTo>
                  <a:lnTo>
                    <a:pt x="1069658" y="120015"/>
                  </a:lnTo>
                  <a:lnTo>
                    <a:pt x="1064419" y="121444"/>
                  </a:lnTo>
                  <a:lnTo>
                    <a:pt x="1060609" y="122396"/>
                  </a:lnTo>
                  <a:lnTo>
                    <a:pt x="1057275" y="125730"/>
                  </a:lnTo>
                  <a:lnTo>
                    <a:pt x="1052513" y="128111"/>
                  </a:lnTo>
                  <a:lnTo>
                    <a:pt x="1047750" y="126206"/>
                  </a:lnTo>
                  <a:lnTo>
                    <a:pt x="1045369" y="124301"/>
                  </a:lnTo>
                  <a:lnTo>
                    <a:pt x="1043464" y="118110"/>
                  </a:lnTo>
                  <a:lnTo>
                    <a:pt x="1041083" y="111442"/>
                  </a:lnTo>
                  <a:lnTo>
                    <a:pt x="1039177" y="108109"/>
                  </a:lnTo>
                  <a:lnTo>
                    <a:pt x="1037749" y="103822"/>
                  </a:lnTo>
                  <a:lnTo>
                    <a:pt x="1039177" y="93821"/>
                  </a:lnTo>
                  <a:lnTo>
                    <a:pt x="1037273" y="89059"/>
                  </a:lnTo>
                  <a:lnTo>
                    <a:pt x="1036796" y="81915"/>
                  </a:lnTo>
                  <a:lnTo>
                    <a:pt x="1034892" y="73819"/>
                  </a:lnTo>
                  <a:lnTo>
                    <a:pt x="1032987" y="69532"/>
                  </a:lnTo>
                  <a:lnTo>
                    <a:pt x="1032987" y="66199"/>
                  </a:lnTo>
                  <a:lnTo>
                    <a:pt x="1029177" y="61436"/>
                  </a:lnTo>
                  <a:lnTo>
                    <a:pt x="1027748" y="58102"/>
                  </a:lnTo>
                  <a:lnTo>
                    <a:pt x="1025367" y="56674"/>
                  </a:lnTo>
                  <a:lnTo>
                    <a:pt x="1022509" y="54769"/>
                  </a:lnTo>
                  <a:lnTo>
                    <a:pt x="1022033" y="51911"/>
                  </a:lnTo>
                  <a:lnTo>
                    <a:pt x="1022033" y="50006"/>
                  </a:lnTo>
                  <a:lnTo>
                    <a:pt x="1023462" y="46672"/>
                  </a:lnTo>
                  <a:lnTo>
                    <a:pt x="1024414" y="42386"/>
                  </a:lnTo>
                  <a:lnTo>
                    <a:pt x="1020604" y="41434"/>
                  </a:lnTo>
                  <a:lnTo>
                    <a:pt x="1017746" y="41434"/>
                  </a:lnTo>
                  <a:lnTo>
                    <a:pt x="1015842" y="40005"/>
                  </a:lnTo>
                  <a:lnTo>
                    <a:pt x="1013937" y="38100"/>
                  </a:lnTo>
                  <a:lnTo>
                    <a:pt x="1012984" y="31432"/>
                  </a:lnTo>
                  <a:lnTo>
                    <a:pt x="1012984" y="24765"/>
                  </a:lnTo>
                  <a:lnTo>
                    <a:pt x="1012508" y="20479"/>
                  </a:lnTo>
                  <a:lnTo>
                    <a:pt x="1011556" y="17145"/>
                  </a:lnTo>
                  <a:lnTo>
                    <a:pt x="1010602" y="13811"/>
                  </a:lnTo>
                  <a:lnTo>
                    <a:pt x="1008698" y="10477"/>
                  </a:lnTo>
                  <a:lnTo>
                    <a:pt x="1002983" y="5715"/>
                  </a:lnTo>
                  <a:lnTo>
                    <a:pt x="1003459" y="3810"/>
                  </a:lnTo>
                  <a:lnTo>
                    <a:pt x="1004888" y="1429"/>
                  </a:lnTo>
                  <a:lnTo>
                    <a:pt x="1002983" y="0"/>
                  </a:lnTo>
                  <a:lnTo>
                    <a:pt x="1000125" y="0"/>
                  </a:lnTo>
                  <a:lnTo>
                    <a:pt x="998220" y="3334"/>
                  </a:lnTo>
                  <a:lnTo>
                    <a:pt x="995363" y="6191"/>
                  </a:lnTo>
                  <a:lnTo>
                    <a:pt x="990124" y="8096"/>
                  </a:lnTo>
                  <a:lnTo>
                    <a:pt x="989171" y="19050"/>
                  </a:lnTo>
                  <a:lnTo>
                    <a:pt x="985838" y="31432"/>
                  </a:lnTo>
                  <a:lnTo>
                    <a:pt x="982981" y="40481"/>
                  </a:lnTo>
                  <a:lnTo>
                    <a:pt x="983456" y="43339"/>
                  </a:lnTo>
                  <a:lnTo>
                    <a:pt x="983456" y="46196"/>
                  </a:lnTo>
                  <a:lnTo>
                    <a:pt x="982027" y="44767"/>
                  </a:lnTo>
                  <a:lnTo>
                    <a:pt x="980599" y="43339"/>
                  </a:lnTo>
                  <a:lnTo>
                    <a:pt x="978218" y="46672"/>
                  </a:lnTo>
                  <a:lnTo>
                    <a:pt x="974408" y="55721"/>
                  </a:lnTo>
                  <a:lnTo>
                    <a:pt x="973931" y="60484"/>
                  </a:lnTo>
                  <a:lnTo>
                    <a:pt x="976313" y="61913"/>
                  </a:lnTo>
                  <a:lnTo>
                    <a:pt x="977742" y="63341"/>
                  </a:lnTo>
                  <a:lnTo>
                    <a:pt x="979646" y="63817"/>
                  </a:lnTo>
                  <a:lnTo>
                    <a:pt x="980599" y="64770"/>
                  </a:lnTo>
                  <a:lnTo>
                    <a:pt x="981075" y="67151"/>
                  </a:lnTo>
                  <a:lnTo>
                    <a:pt x="982504" y="69056"/>
                  </a:lnTo>
                  <a:lnTo>
                    <a:pt x="982027" y="71438"/>
                  </a:lnTo>
                  <a:lnTo>
                    <a:pt x="980599" y="70485"/>
                  </a:lnTo>
                  <a:lnTo>
                    <a:pt x="977265" y="70485"/>
                  </a:lnTo>
                  <a:lnTo>
                    <a:pt x="975837" y="72390"/>
                  </a:lnTo>
                  <a:lnTo>
                    <a:pt x="971550" y="76200"/>
                  </a:lnTo>
                  <a:lnTo>
                    <a:pt x="972502" y="87154"/>
                  </a:lnTo>
                  <a:lnTo>
                    <a:pt x="970598" y="92869"/>
                  </a:lnTo>
                  <a:lnTo>
                    <a:pt x="968693" y="97155"/>
                  </a:lnTo>
                  <a:lnTo>
                    <a:pt x="966788" y="105727"/>
                  </a:lnTo>
                  <a:lnTo>
                    <a:pt x="967264" y="110014"/>
                  </a:lnTo>
                  <a:lnTo>
                    <a:pt x="969169" y="113347"/>
                  </a:lnTo>
                  <a:lnTo>
                    <a:pt x="971074" y="118110"/>
                  </a:lnTo>
                  <a:lnTo>
                    <a:pt x="969645" y="124301"/>
                  </a:lnTo>
                  <a:lnTo>
                    <a:pt x="968217" y="129064"/>
                  </a:lnTo>
                  <a:lnTo>
                    <a:pt x="971074" y="142399"/>
                  </a:lnTo>
                  <a:lnTo>
                    <a:pt x="972027" y="149542"/>
                  </a:lnTo>
                  <a:lnTo>
                    <a:pt x="970598" y="154305"/>
                  </a:lnTo>
                  <a:lnTo>
                    <a:pt x="966312" y="168592"/>
                  </a:lnTo>
                  <a:lnTo>
                    <a:pt x="964406" y="179070"/>
                  </a:lnTo>
                  <a:lnTo>
                    <a:pt x="964883" y="184785"/>
                  </a:lnTo>
                  <a:lnTo>
                    <a:pt x="962977" y="190024"/>
                  </a:lnTo>
                  <a:lnTo>
                    <a:pt x="960596" y="198596"/>
                  </a:lnTo>
                  <a:lnTo>
                    <a:pt x="958215" y="204788"/>
                  </a:lnTo>
                  <a:lnTo>
                    <a:pt x="949643" y="217646"/>
                  </a:lnTo>
                  <a:lnTo>
                    <a:pt x="947738" y="223838"/>
                  </a:lnTo>
                  <a:lnTo>
                    <a:pt x="944881" y="231457"/>
                  </a:lnTo>
                  <a:lnTo>
                    <a:pt x="938689" y="235744"/>
                  </a:lnTo>
                  <a:lnTo>
                    <a:pt x="933927" y="238601"/>
                  </a:lnTo>
                  <a:lnTo>
                    <a:pt x="923449" y="241459"/>
                  </a:lnTo>
                  <a:lnTo>
                    <a:pt x="917734" y="241459"/>
                  </a:lnTo>
                  <a:lnTo>
                    <a:pt x="914877" y="239554"/>
                  </a:lnTo>
                  <a:lnTo>
                    <a:pt x="912971" y="238125"/>
                  </a:lnTo>
                  <a:lnTo>
                    <a:pt x="905827" y="235744"/>
                  </a:lnTo>
                  <a:lnTo>
                    <a:pt x="897256" y="230029"/>
                  </a:lnTo>
                  <a:lnTo>
                    <a:pt x="890588" y="228124"/>
                  </a:lnTo>
                  <a:lnTo>
                    <a:pt x="887254" y="222409"/>
                  </a:lnTo>
                  <a:lnTo>
                    <a:pt x="886777" y="220027"/>
                  </a:lnTo>
                  <a:lnTo>
                    <a:pt x="885825" y="217170"/>
                  </a:lnTo>
                  <a:lnTo>
                    <a:pt x="882492" y="213360"/>
                  </a:lnTo>
                  <a:lnTo>
                    <a:pt x="875824" y="211931"/>
                  </a:lnTo>
                  <a:lnTo>
                    <a:pt x="869156" y="209074"/>
                  </a:lnTo>
                  <a:lnTo>
                    <a:pt x="864870" y="209550"/>
                  </a:lnTo>
                  <a:lnTo>
                    <a:pt x="855821" y="207169"/>
                  </a:lnTo>
                  <a:lnTo>
                    <a:pt x="850106" y="203835"/>
                  </a:lnTo>
                  <a:lnTo>
                    <a:pt x="844868" y="199072"/>
                  </a:lnTo>
                  <a:lnTo>
                    <a:pt x="837724" y="190500"/>
                  </a:lnTo>
                  <a:lnTo>
                    <a:pt x="831533" y="188119"/>
                  </a:lnTo>
                  <a:lnTo>
                    <a:pt x="823913" y="184785"/>
                  </a:lnTo>
                  <a:lnTo>
                    <a:pt x="819627" y="181927"/>
                  </a:lnTo>
                  <a:lnTo>
                    <a:pt x="816769" y="180499"/>
                  </a:lnTo>
                  <a:lnTo>
                    <a:pt x="813912" y="178117"/>
                  </a:lnTo>
                  <a:lnTo>
                    <a:pt x="811054" y="178594"/>
                  </a:lnTo>
                  <a:lnTo>
                    <a:pt x="806292" y="178594"/>
                  </a:lnTo>
                  <a:lnTo>
                    <a:pt x="803434" y="176689"/>
                  </a:lnTo>
                  <a:lnTo>
                    <a:pt x="802958" y="175260"/>
                  </a:lnTo>
                  <a:lnTo>
                    <a:pt x="803434" y="173831"/>
                  </a:lnTo>
                  <a:lnTo>
                    <a:pt x="803434" y="171450"/>
                  </a:lnTo>
                  <a:lnTo>
                    <a:pt x="802481" y="170974"/>
                  </a:lnTo>
                  <a:lnTo>
                    <a:pt x="801529" y="170974"/>
                  </a:lnTo>
                  <a:lnTo>
                    <a:pt x="800577" y="171450"/>
                  </a:lnTo>
                  <a:lnTo>
                    <a:pt x="799148" y="171926"/>
                  </a:lnTo>
                  <a:lnTo>
                    <a:pt x="794862" y="170021"/>
                  </a:lnTo>
                  <a:lnTo>
                    <a:pt x="789146" y="167164"/>
                  </a:lnTo>
                  <a:lnTo>
                    <a:pt x="788194" y="164782"/>
                  </a:lnTo>
                  <a:lnTo>
                    <a:pt x="786289" y="161449"/>
                  </a:lnTo>
                  <a:lnTo>
                    <a:pt x="778193" y="156686"/>
                  </a:lnTo>
                  <a:lnTo>
                    <a:pt x="773431" y="152876"/>
                  </a:lnTo>
                  <a:lnTo>
                    <a:pt x="762952" y="147161"/>
                  </a:lnTo>
                  <a:lnTo>
                    <a:pt x="760095" y="144304"/>
                  </a:lnTo>
                  <a:lnTo>
                    <a:pt x="759143" y="141922"/>
                  </a:lnTo>
                  <a:lnTo>
                    <a:pt x="758190" y="138589"/>
                  </a:lnTo>
                  <a:lnTo>
                    <a:pt x="760571" y="135255"/>
                  </a:lnTo>
                  <a:lnTo>
                    <a:pt x="762952" y="132874"/>
                  </a:lnTo>
                  <a:lnTo>
                    <a:pt x="770096" y="122872"/>
                  </a:lnTo>
                  <a:lnTo>
                    <a:pt x="772002" y="120967"/>
                  </a:lnTo>
                  <a:lnTo>
                    <a:pt x="774859" y="118110"/>
                  </a:lnTo>
                  <a:lnTo>
                    <a:pt x="777240" y="110490"/>
                  </a:lnTo>
                  <a:lnTo>
                    <a:pt x="778669" y="106204"/>
                  </a:lnTo>
                  <a:lnTo>
                    <a:pt x="776764" y="99536"/>
                  </a:lnTo>
                  <a:lnTo>
                    <a:pt x="776764" y="88582"/>
                  </a:lnTo>
                  <a:lnTo>
                    <a:pt x="784860" y="84296"/>
                  </a:lnTo>
                  <a:lnTo>
                    <a:pt x="787242" y="83820"/>
                  </a:lnTo>
                  <a:lnTo>
                    <a:pt x="789146" y="82867"/>
                  </a:lnTo>
                  <a:lnTo>
                    <a:pt x="791527" y="84296"/>
                  </a:lnTo>
                  <a:lnTo>
                    <a:pt x="792956" y="86201"/>
                  </a:lnTo>
                  <a:lnTo>
                    <a:pt x="794862" y="85725"/>
                  </a:lnTo>
                  <a:lnTo>
                    <a:pt x="799624" y="78105"/>
                  </a:lnTo>
                  <a:lnTo>
                    <a:pt x="798671" y="74771"/>
                  </a:lnTo>
                  <a:lnTo>
                    <a:pt x="796767" y="71914"/>
                  </a:lnTo>
                  <a:lnTo>
                    <a:pt x="797243" y="70485"/>
                  </a:lnTo>
                  <a:lnTo>
                    <a:pt x="811054" y="55721"/>
                  </a:lnTo>
                  <a:lnTo>
                    <a:pt x="809149" y="51911"/>
                  </a:lnTo>
                  <a:lnTo>
                    <a:pt x="807244" y="50959"/>
                  </a:lnTo>
                  <a:lnTo>
                    <a:pt x="803434" y="51435"/>
                  </a:lnTo>
                  <a:lnTo>
                    <a:pt x="799624" y="48101"/>
                  </a:lnTo>
                  <a:lnTo>
                    <a:pt x="797243" y="41910"/>
                  </a:lnTo>
                  <a:lnTo>
                    <a:pt x="793909" y="41910"/>
                  </a:lnTo>
                  <a:lnTo>
                    <a:pt x="788194" y="48101"/>
                  </a:lnTo>
                  <a:lnTo>
                    <a:pt x="787718" y="49530"/>
                  </a:lnTo>
                  <a:lnTo>
                    <a:pt x="789146" y="50482"/>
                  </a:lnTo>
                  <a:lnTo>
                    <a:pt x="790575" y="54292"/>
                  </a:lnTo>
                  <a:lnTo>
                    <a:pt x="788194" y="58579"/>
                  </a:lnTo>
                  <a:lnTo>
                    <a:pt x="785813" y="58579"/>
                  </a:lnTo>
                  <a:lnTo>
                    <a:pt x="782002" y="58102"/>
                  </a:lnTo>
                  <a:lnTo>
                    <a:pt x="780098" y="54769"/>
                  </a:lnTo>
                  <a:lnTo>
                    <a:pt x="779145" y="50006"/>
                  </a:lnTo>
                  <a:lnTo>
                    <a:pt x="776764" y="48577"/>
                  </a:lnTo>
                  <a:lnTo>
                    <a:pt x="773906" y="49530"/>
                  </a:lnTo>
                  <a:lnTo>
                    <a:pt x="771525" y="51435"/>
                  </a:lnTo>
                  <a:lnTo>
                    <a:pt x="770096" y="51911"/>
                  </a:lnTo>
                  <a:lnTo>
                    <a:pt x="768668" y="50959"/>
                  </a:lnTo>
                  <a:lnTo>
                    <a:pt x="768668" y="49054"/>
                  </a:lnTo>
                  <a:lnTo>
                    <a:pt x="772002" y="45720"/>
                  </a:lnTo>
                  <a:lnTo>
                    <a:pt x="774859" y="43815"/>
                  </a:lnTo>
                  <a:lnTo>
                    <a:pt x="774859" y="42863"/>
                  </a:lnTo>
                  <a:lnTo>
                    <a:pt x="772954" y="42386"/>
                  </a:lnTo>
                  <a:lnTo>
                    <a:pt x="773431" y="40957"/>
                  </a:lnTo>
                  <a:lnTo>
                    <a:pt x="776288" y="38100"/>
                  </a:lnTo>
                  <a:lnTo>
                    <a:pt x="774859" y="38100"/>
                  </a:lnTo>
                  <a:lnTo>
                    <a:pt x="771525" y="40957"/>
                  </a:lnTo>
                  <a:lnTo>
                    <a:pt x="768192" y="42863"/>
                  </a:lnTo>
                  <a:lnTo>
                    <a:pt x="763429" y="46196"/>
                  </a:lnTo>
                  <a:lnTo>
                    <a:pt x="756762" y="48577"/>
                  </a:lnTo>
                  <a:lnTo>
                    <a:pt x="751999" y="51911"/>
                  </a:lnTo>
                  <a:lnTo>
                    <a:pt x="745808" y="50959"/>
                  </a:lnTo>
                  <a:lnTo>
                    <a:pt x="739617" y="47625"/>
                  </a:lnTo>
                  <a:lnTo>
                    <a:pt x="738188" y="46196"/>
                  </a:lnTo>
                  <a:lnTo>
                    <a:pt x="735331" y="43815"/>
                  </a:lnTo>
                  <a:lnTo>
                    <a:pt x="728663" y="46196"/>
                  </a:lnTo>
                  <a:lnTo>
                    <a:pt x="724377" y="45720"/>
                  </a:lnTo>
                  <a:lnTo>
                    <a:pt x="721995" y="44767"/>
                  </a:lnTo>
                  <a:lnTo>
                    <a:pt x="718185" y="44291"/>
                  </a:lnTo>
                  <a:lnTo>
                    <a:pt x="714852" y="41910"/>
                  </a:lnTo>
                  <a:lnTo>
                    <a:pt x="706756" y="38100"/>
                  </a:lnTo>
                  <a:lnTo>
                    <a:pt x="698183" y="37624"/>
                  </a:lnTo>
                  <a:lnTo>
                    <a:pt x="693896" y="37624"/>
                  </a:lnTo>
                  <a:lnTo>
                    <a:pt x="691039" y="35719"/>
                  </a:lnTo>
                  <a:lnTo>
                    <a:pt x="688181" y="34766"/>
                  </a:lnTo>
                  <a:lnTo>
                    <a:pt x="682467" y="33814"/>
                  </a:lnTo>
                  <a:lnTo>
                    <a:pt x="680085" y="30956"/>
                  </a:lnTo>
                  <a:lnTo>
                    <a:pt x="677227" y="25241"/>
                  </a:lnTo>
                  <a:lnTo>
                    <a:pt x="674846" y="23813"/>
                  </a:lnTo>
                  <a:lnTo>
                    <a:pt x="671513" y="23336"/>
                  </a:lnTo>
                  <a:lnTo>
                    <a:pt x="667702" y="26194"/>
                  </a:lnTo>
                  <a:lnTo>
                    <a:pt x="665321" y="27622"/>
                  </a:lnTo>
                  <a:lnTo>
                    <a:pt x="661035" y="22860"/>
                  </a:lnTo>
                  <a:lnTo>
                    <a:pt x="653415" y="18097"/>
                  </a:lnTo>
                  <a:lnTo>
                    <a:pt x="651034" y="17621"/>
                  </a:lnTo>
                  <a:lnTo>
                    <a:pt x="649606" y="18574"/>
                  </a:lnTo>
                  <a:lnTo>
                    <a:pt x="648652" y="20955"/>
                  </a:lnTo>
                  <a:lnTo>
                    <a:pt x="647224" y="20955"/>
                  </a:lnTo>
                  <a:lnTo>
                    <a:pt x="645319" y="20002"/>
                  </a:lnTo>
                  <a:lnTo>
                    <a:pt x="642462" y="17145"/>
                  </a:lnTo>
                  <a:lnTo>
                    <a:pt x="640556" y="16669"/>
                  </a:lnTo>
                  <a:lnTo>
                    <a:pt x="635318" y="19526"/>
                  </a:lnTo>
                  <a:lnTo>
                    <a:pt x="635794" y="20479"/>
                  </a:lnTo>
                  <a:lnTo>
                    <a:pt x="640081" y="21907"/>
                  </a:lnTo>
                  <a:lnTo>
                    <a:pt x="644367" y="26194"/>
                  </a:lnTo>
                  <a:lnTo>
                    <a:pt x="646271" y="27146"/>
                  </a:lnTo>
                  <a:lnTo>
                    <a:pt x="651034" y="26194"/>
                  </a:lnTo>
                  <a:lnTo>
                    <a:pt x="657702" y="27146"/>
                  </a:lnTo>
                  <a:lnTo>
                    <a:pt x="664369" y="32385"/>
                  </a:lnTo>
                  <a:lnTo>
                    <a:pt x="663417" y="35242"/>
                  </a:lnTo>
                  <a:lnTo>
                    <a:pt x="662940" y="39052"/>
                  </a:lnTo>
                  <a:lnTo>
                    <a:pt x="662940" y="42863"/>
                  </a:lnTo>
                  <a:lnTo>
                    <a:pt x="662940" y="45720"/>
                  </a:lnTo>
                  <a:lnTo>
                    <a:pt x="665798" y="48577"/>
                  </a:lnTo>
                  <a:lnTo>
                    <a:pt x="664369" y="48577"/>
                  </a:lnTo>
                  <a:lnTo>
                    <a:pt x="661035" y="48101"/>
                  </a:lnTo>
                  <a:lnTo>
                    <a:pt x="658654" y="49054"/>
                  </a:lnTo>
                  <a:lnTo>
                    <a:pt x="656273" y="50482"/>
                  </a:lnTo>
                  <a:lnTo>
                    <a:pt x="655320" y="54292"/>
                  </a:lnTo>
                  <a:lnTo>
                    <a:pt x="653892" y="52388"/>
                  </a:lnTo>
                  <a:lnTo>
                    <a:pt x="650081" y="50482"/>
                  </a:lnTo>
                  <a:lnTo>
                    <a:pt x="647700" y="51911"/>
                  </a:lnTo>
                  <a:lnTo>
                    <a:pt x="643890" y="53816"/>
                  </a:lnTo>
                  <a:lnTo>
                    <a:pt x="640081" y="52864"/>
                  </a:lnTo>
                  <a:lnTo>
                    <a:pt x="637699" y="51911"/>
                  </a:lnTo>
                  <a:lnTo>
                    <a:pt x="631984" y="53340"/>
                  </a:lnTo>
                  <a:lnTo>
                    <a:pt x="621983" y="53340"/>
                  </a:lnTo>
                  <a:lnTo>
                    <a:pt x="618649" y="50959"/>
                  </a:lnTo>
                  <a:lnTo>
                    <a:pt x="617696" y="47149"/>
                  </a:lnTo>
                  <a:lnTo>
                    <a:pt x="616744" y="46196"/>
                  </a:lnTo>
                  <a:lnTo>
                    <a:pt x="615792" y="48101"/>
                  </a:lnTo>
                  <a:lnTo>
                    <a:pt x="614363" y="50006"/>
                  </a:lnTo>
                  <a:lnTo>
                    <a:pt x="608648" y="50482"/>
                  </a:lnTo>
                  <a:lnTo>
                    <a:pt x="607695" y="51435"/>
                  </a:lnTo>
                  <a:lnTo>
                    <a:pt x="608171" y="53340"/>
                  </a:lnTo>
                  <a:lnTo>
                    <a:pt x="608171" y="55721"/>
                  </a:lnTo>
                  <a:lnTo>
                    <a:pt x="605790" y="55721"/>
                  </a:lnTo>
                  <a:lnTo>
                    <a:pt x="602933" y="56197"/>
                  </a:lnTo>
                  <a:lnTo>
                    <a:pt x="603409" y="59055"/>
                  </a:lnTo>
                  <a:lnTo>
                    <a:pt x="603885" y="61436"/>
                  </a:lnTo>
                  <a:lnTo>
                    <a:pt x="602933" y="62389"/>
                  </a:lnTo>
                  <a:lnTo>
                    <a:pt x="600075" y="60484"/>
                  </a:lnTo>
                  <a:lnTo>
                    <a:pt x="598646" y="58102"/>
                  </a:lnTo>
                  <a:lnTo>
                    <a:pt x="596265" y="57626"/>
                  </a:lnTo>
                  <a:lnTo>
                    <a:pt x="594360" y="58579"/>
                  </a:lnTo>
                  <a:lnTo>
                    <a:pt x="593884" y="60484"/>
                  </a:lnTo>
                  <a:lnTo>
                    <a:pt x="594360" y="65722"/>
                  </a:lnTo>
                  <a:lnTo>
                    <a:pt x="592931" y="66199"/>
                  </a:lnTo>
                  <a:lnTo>
                    <a:pt x="589121" y="66199"/>
                  </a:lnTo>
                  <a:lnTo>
                    <a:pt x="587217" y="67151"/>
                  </a:lnTo>
                  <a:lnTo>
                    <a:pt x="584359" y="73819"/>
                  </a:lnTo>
                  <a:lnTo>
                    <a:pt x="579120" y="76200"/>
                  </a:lnTo>
                  <a:lnTo>
                    <a:pt x="578168" y="79534"/>
                  </a:lnTo>
                  <a:lnTo>
                    <a:pt x="577692" y="82391"/>
                  </a:lnTo>
                  <a:lnTo>
                    <a:pt x="581977" y="87630"/>
                  </a:lnTo>
                  <a:lnTo>
                    <a:pt x="580073" y="90488"/>
                  </a:lnTo>
                  <a:lnTo>
                    <a:pt x="577692" y="92869"/>
                  </a:lnTo>
                  <a:lnTo>
                    <a:pt x="575310" y="93821"/>
                  </a:lnTo>
                  <a:lnTo>
                    <a:pt x="570548" y="94774"/>
                  </a:lnTo>
                  <a:lnTo>
                    <a:pt x="567214" y="97155"/>
                  </a:lnTo>
                  <a:lnTo>
                    <a:pt x="565785" y="99536"/>
                  </a:lnTo>
                  <a:lnTo>
                    <a:pt x="565309" y="101917"/>
                  </a:lnTo>
                  <a:lnTo>
                    <a:pt x="564356" y="105251"/>
                  </a:lnTo>
                  <a:lnTo>
                    <a:pt x="562927" y="109061"/>
                  </a:lnTo>
                  <a:lnTo>
                    <a:pt x="562452" y="110966"/>
                  </a:lnTo>
                  <a:lnTo>
                    <a:pt x="559594" y="112871"/>
                  </a:lnTo>
                  <a:lnTo>
                    <a:pt x="554356" y="119063"/>
                  </a:lnTo>
                  <a:lnTo>
                    <a:pt x="551498" y="125254"/>
                  </a:lnTo>
                  <a:lnTo>
                    <a:pt x="555308" y="128588"/>
                  </a:lnTo>
                  <a:lnTo>
                    <a:pt x="559594" y="130969"/>
                  </a:lnTo>
                  <a:lnTo>
                    <a:pt x="562452" y="130969"/>
                  </a:lnTo>
                  <a:lnTo>
                    <a:pt x="562452" y="131445"/>
                  </a:lnTo>
                  <a:lnTo>
                    <a:pt x="559118" y="133826"/>
                  </a:lnTo>
                  <a:lnTo>
                    <a:pt x="561023" y="136207"/>
                  </a:lnTo>
                  <a:lnTo>
                    <a:pt x="563881" y="138589"/>
                  </a:lnTo>
                  <a:lnTo>
                    <a:pt x="565785" y="139065"/>
                  </a:lnTo>
                  <a:lnTo>
                    <a:pt x="567214" y="140017"/>
                  </a:lnTo>
                  <a:lnTo>
                    <a:pt x="564356" y="140494"/>
                  </a:lnTo>
                  <a:lnTo>
                    <a:pt x="560070" y="140494"/>
                  </a:lnTo>
                  <a:lnTo>
                    <a:pt x="559118" y="142875"/>
                  </a:lnTo>
                  <a:lnTo>
                    <a:pt x="559594" y="145732"/>
                  </a:lnTo>
                  <a:lnTo>
                    <a:pt x="560546" y="148114"/>
                  </a:lnTo>
                  <a:lnTo>
                    <a:pt x="560070" y="150019"/>
                  </a:lnTo>
                  <a:lnTo>
                    <a:pt x="558642" y="148590"/>
                  </a:lnTo>
                  <a:lnTo>
                    <a:pt x="558165" y="146685"/>
                  </a:lnTo>
                  <a:lnTo>
                    <a:pt x="554356" y="142875"/>
                  </a:lnTo>
                  <a:lnTo>
                    <a:pt x="551498" y="141446"/>
                  </a:lnTo>
                  <a:lnTo>
                    <a:pt x="547688" y="140494"/>
                  </a:lnTo>
                  <a:lnTo>
                    <a:pt x="546735" y="141446"/>
                  </a:lnTo>
                  <a:lnTo>
                    <a:pt x="546735" y="147638"/>
                  </a:lnTo>
                  <a:lnTo>
                    <a:pt x="545783" y="150495"/>
                  </a:lnTo>
                  <a:lnTo>
                    <a:pt x="544354" y="149066"/>
                  </a:lnTo>
                  <a:lnTo>
                    <a:pt x="543877" y="144780"/>
                  </a:lnTo>
                  <a:lnTo>
                    <a:pt x="540068" y="141446"/>
                  </a:lnTo>
                  <a:lnTo>
                    <a:pt x="525781" y="138113"/>
                  </a:lnTo>
                  <a:lnTo>
                    <a:pt x="523875" y="138113"/>
                  </a:lnTo>
                  <a:lnTo>
                    <a:pt x="520541" y="138589"/>
                  </a:lnTo>
                  <a:lnTo>
                    <a:pt x="518160" y="140017"/>
                  </a:lnTo>
                  <a:lnTo>
                    <a:pt x="518160" y="141446"/>
                  </a:lnTo>
                  <a:lnTo>
                    <a:pt x="516731" y="142399"/>
                  </a:lnTo>
                  <a:lnTo>
                    <a:pt x="514350" y="143827"/>
                  </a:lnTo>
                  <a:lnTo>
                    <a:pt x="511969" y="145732"/>
                  </a:lnTo>
                  <a:lnTo>
                    <a:pt x="510540" y="147161"/>
                  </a:lnTo>
                  <a:lnTo>
                    <a:pt x="510540" y="149066"/>
                  </a:lnTo>
                  <a:lnTo>
                    <a:pt x="512445" y="152876"/>
                  </a:lnTo>
                  <a:lnTo>
                    <a:pt x="513398" y="153829"/>
                  </a:lnTo>
                  <a:lnTo>
                    <a:pt x="513398" y="155734"/>
                  </a:lnTo>
                  <a:lnTo>
                    <a:pt x="511493" y="153829"/>
                  </a:lnTo>
                  <a:lnTo>
                    <a:pt x="510064" y="153352"/>
                  </a:lnTo>
                  <a:lnTo>
                    <a:pt x="508635" y="156210"/>
                  </a:lnTo>
                  <a:lnTo>
                    <a:pt x="507206" y="156686"/>
                  </a:lnTo>
                  <a:lnTo>
                    <a:pt x="507683" y="148590"/>
                  </a:lnTo>
                  <a:lnTo>
                    <a:pt x="509112" y="142875"/>
                  </a:lnTo>
                  <a:lnTo>
                    <a:pt x="510540" y="139541"/>
                  </a:lnTo>
                  <a:lnTo>
                    <a:pt x="511969" y="137160"/>
                  </a:lnTo>
                  <a:lnTo>
                    <a:pt x="511493" y="135731"/>
                  </a:lnTo>
                  <a:lnTo>
                    <a:pt x="501491" y="128111"/>
                  </a:lnTo>
                  <a:lnTo>
                    <a:pt x="497206" y="121920"/>
                  </a:lnTo>
                  <a:lnTo>
                    <a:pt x="494348" y="118586"/>
                  </a:lnTo>
                  <a:lnTo>
                    <a:pt x="489585" y="115252"/>
                  </a:lnTo>
                  <a:lnTo>
                    <a:pt x="487204" y="112871"/>
                  </a:lnTo>
                  <a:lnTo>
                    <a:pt x="481489" y="109538"/>
                  </a:lnTo>
                  <a:lnTo>
                    <a:pt x="474821" y="107156"/>
                  </a:lnTo>
                  <a:lnTo>
                    <a:pt x="471488" y="103822"/>
                  </a:lnTo>
                  <a:lnTo>
                    <a:pt x="468154" y="102870"/>
                  </a:lnTo>
                  <a:lnTo>
                    <a:pt x="463868" y="104299"/>
                  </a:lnTo>
                  <a:lnTo>
                    <a:pt x="463391" y="107156"/>
                  </a:lnTo>
                  <a:lnTo>
                    <a:pt x="463868" y="110014"/>
                  </a:lnTo>
                  <a:lnTo>
                    <a:pt x="460534" y="114776"/>
                  </a:lnTo>
                  <a:lnTo>
                    <a:pt x="456724" y="117157"/>
                  </a:lnTo>
                  <a:lnTo>
                    <a:pt x="453866" y="114300"/>
                  </a:lnTo>
                  <a:lnTo>
                    <a:pt x="451009" y="112395"/>
                  </a:lnTo>
                  <a:lnTo>
                    <a:pt x="448152" y="113824"/>
                  </a:lnTo>
                  <a:lnTo>
                    <a:pt x="447199" y="116205"/>
                  </a:lnTo>
                  <a:lnTo>
                    <a:pt x="445770" y="117157"/>
                  </a:lnTo>
                  <a:lnTo>
                    <a:pt x="444818" y="115252"/>
                  </a:lnTo>
                  <a:lnTo>
                    <a:pt x="443389" y="111442"/>
                  </a:lnTo>
                  <a:lnTo>
                    <a:pt x="441008" y="110014"/>
                  </a:lnTo>
                  <a:lnTo>
                    <a:pt x="438627" y="110490"/>
                  </a:lnTo>
                  <a:lnTo>
                    <a:pt x="439102" y="113347"/>
                  </a:lnTo>
                  <a:lnTo>
                    <a:pt x="440531" y="114776"/>
                  </a:lnTo>
                  <a:lnTo>
                    <a:pt x="440056" y="117157"/>
                  </a:lnTo>
                  <a:lnTo>
                    <a:pt x="438627" y="118110"/>
                  </a:lnTo>
                  <a:lnTo>
                    <a:pt x="438150" y="120491"/>
                  </a:lnTo>
                  <a:lnTo>
                    <a:pt x="437198" y="123349"/>
                  </a:lnTo>
                  <a:lnTo>
                    <a:pt x="437198" y="127635"/>
                  </a:lnTo>
                  <a:lnTo>
                    <a:pt x="434816" y="128588"/>
                  </a:lnTo>
                  <a:lnTo>
                    <a:pt x="432912" y="131921"/>
                  </a:lnTo>
                  <a:lnTo>
                    <a:pt x="431483" y="131445"/>
                  </a:lnTo>
                  <a:lnTo>
                    <a:pt x="431006" y="129064"/>
                  </a:lnTo>
                  <a:lnTo>
                    <a:pt x="430531" y="126682"/>
                  </a:lnTo>
                  <a:lnTo>
                    <a:pt x="427673" y="125730"/>
                  </a:lnTo>
                  <a:lnTo>
                    <a:pt x="426720" y="127635"/>
                  </a:lnTo>
                  <a:lnTo>
                    <a:pt x="426244" y="128111"/>
                  </a:lnTo>
                  <a:lnTo>
                    <a:pt x="425291" y="128111"/>
                  </a:lnTo>
                  <a:lnTo>
                    <a:pt x="425768" y="126206"/>
                  </a:lnTo>
                  <a:lnTo>
                    <a:pt x="425768" y="122872"/>
                  </a:lnTo>
                  <a:lnTo>
                    <a:pt x="426720" y="119539"/>
                  </a:lnTo>
                  <a:lnTo>
                    <a:pt x="424339" y="118586"/>
                  </a:lnTo>
                  <a:lnTo>
                    <a:pt x="423387" y="119539"/>
                  </a:lnTo>
                  <a:lnTo>
                    <a:pt x="423387" y="122396"/>
                  </a:lnTo>
                  <a:lnTo>
                    <a:pt x="422910" y="126682"/>
                  </a:lnTo>
                  <a:lnTo>
                    <a:pt x="420529" y="127159"/>
                  </a:lnTo>
                  <a:lnTo>
                    <a:pt x="418148" y="129064"/>
                  </a:lnTo>
                  <a:lnTo>
                    <a:pt x="414814" y="129064"/>
                  </a:lnTo>
                  <a:lnTo>
                    <a:pt x="412909" y="130016"/>
                  </a:lnTo>
                  <a:lnTo>
                    <a:pt x="412433" y="132397"/>
                  </a:lnTo>
                  <a:lnTo>
                    <a:pt x="409575" y="134779"/>
                  </a:lnTo>
                  <a:lnTo>
                    <a:pt x="409575" y="137636"/>
                  </a:lnTo>
                  <a:lnTo>
                    <a:pt x="411481" y="140494"/>
                  </a:lnTo>
                  <a:lnTo>
                    <a:pt x="411481" y="142875"/>
                  </a:lnTo>
                  <a:lnTo>
                    <a:pt x="416243" y="145256"/>
                  </a:lnTo>
                  <a:lnTo>
                    <a:pt x="415766" y="147638"/>
                  </a:lnTo>
                  <a:lnTo>
                    <a:pt x="415290" y="148590"/>
                  </a:lnTo>
                  <a:lnTo>
                    <a:pt x="413385" y="148114"/>
                  </a:lnTo>
                  <a:lnTo>
                    <a:pt x="409575" y="146209"/>
                  </a:lnTo>
                  <a:lnTo>
                    <a:pt x="405765" y="145732"/>
                  </a:lnTo>
                  <a:lnTo>
                    <a:pt x="404813" y="144780"/>
                  </a:lnTo>
                  <a:lnTo>
                    <a:pt x="404337" y="145256"/>
                  </a:lnTo>
                  <a:lnTo>
                    <a:pt x="404337" y="146685"/>
                  </a:lnTo>
                  <a:lnTo>
                    <a:pt x="402908" y="148114"/>
                  </a:lnTo>
                  <a:lnTo>
                    <a:pt x="400527" y="148114"/>
                  </a:lnTo>
                  <a:lnTo>
                    <a:pt x="398145" y="150019"/>
                  </a:lnTo>
                  <a:lnTo>
                    <a:pt x="400050" y="152876"/>
                  </a:lnTo>
                  <a:lnTo>
                    <a:pt x="399574" y="153829"/>
                  </a:lnTo>
                  <a:lnTo>
                    <a:pt x="400527" y="155257"/>
                  </a:lnTo>
                  <a:lnTo>
                    <a:pt x="404337" y="155734"/>
                  </a:lnTo>
                  <a:lnTo>
                    <a:pt x="405765" y="155257"/>
                  </a:lnTo>
                  <a:lnTo>
                    <a:pt x="405765" y="157639"/>
                  </a:lnTo>
                  <a:lnTo>
                    <a:pt x="405289" y="160020"/>
                  </a:lnTo>
                  <a:lnTo>
                    <a:pt x="403860" y="160972"/>
                  </a:lnTo>
                  <a:lnTo>
                    <a:pt x="402431" y="159067"/>
                  </a:lnTo>
                  <a:lnTo>
                    <a:pt x="394812" y="154781"/>
                  </a:lnTo>
                  <a:lnTo>
                    <a:pt x="392906" y="154305"/>
                  </a:lnTo>
                  <a:lnTo>
                    <a:pt x="392431" y="155734"/>
                  </a:lnTo>
                  <a:lnTo>
                    <a:pt x="392906" y="157639"/>
                  </a:lnTo>
                  <a:lnTo>
                    <a:pt x="391477" y="159544"/>
                  </a:lnTo>
                  <a:lnTo>
                    <a:pt x="388620" y="162401"/>
                  </a:lnTo>
                  <a:lnTo>
                    <a:pt x="386715" y="161449"/>
                  </a:lnTo>
                  <a:lnTo>
                    <a:pt x="384334" y="161925"/>
                  </a:lnTo>
                  <a:lnTo>
                    <a:pt x="382906" y="166688"/>
                  </a:lnTo>
                  <a:lnTo>
                    <a:pt x="382429" y="171450"/>
                  </a:lnTo>
                  <a:lnTo>
                    <a:pt x="384810" y="174784"/>
                  </a:lnTo>
                  <a:lnTo>
                    <a:pt x="386715" y="179070"/>
                  </a:lnTo>
                  <a:lnTo>
                    <a:pt x="390049" y="173831"/>
                  </a:lnTo>
                  <a:lnTo>
                    <a:pt x="391477" y="173355"/>
                  </a:lnTo>
                  <a:lnTo>
                    <a:pt x="391477" y="175736"/>
                  </a:lnTo>
                  <a:lnTo>
                    <a:pt x="390049" y="178117"/>
                  </a:lnTo>
                  <a:lnTo>
                    <a:pt x="389096" y="180975"/>
                  </a:lnTo>
                  <a:lnTo>
                    <a:pt x="388620" y="184309"/>
                  </a:lnTo>
                  <a:lnTo>
                    <a:pt x="386239" y="184309"/>
                  </a:lnTo>
                  <a:lnTo>
                    <a:pt x="383858" y="183832"/>
                  </a:lnTo>
                  <a:lnTo>
                    <a:pt x="383381" y="184785"/>
                  </a:lnTo>
                  <a:lnTo>
                    <a:pt x="382429" y="187166"/>
                  </a:lnTo>
                  <a:lnTo>
                    <a:pt x="382906" y="190500"/>
                  </a:lnTo>
                  <a:lnTo>
                    <a:pt x="384810" y="191929"/>
                  </a:lnTo>
                  <a:lnTo>
                    <a:pt x="388620" y="191929"/>
                  </a:lnTo>
                  <a:lnTo>
                    <a:pt x="391954" y="192405"/>
                  </a:lnTo>
                  <a:lnTo>
                    <a:pt x="394812" y="193834"/>
                  </a:lnTo>
                  <a:lnTo>
                    <a:pt x="395288" y="194786"/>
                  </a:lnTo>
                  <a:lnTo>
                    <a:pt x="392431" y="194310"/>
                  </a:lnTo>
                  <a:lnTo>
                    <a:pt x="386715" y="194786"/>
                  </a:lnTo>
                  <a:lnTo>
                    <a:pt x="383858" y="194310"/>
                  </a:lnTo>
                  <a:lnTo>
                    <a:pt x="378619" y="194310"/>
                  </a:lnTo>
                  <a:lnTo>
                    <a:pt x="374809" y="192405"/>
                  </a:lnTo>
                  <a:lnTo>
                    <a:pt x="372904" y="190500"/>
                  </a:lnTo>
                  <a:lnTo>
                    <a:pt x="370046" y="190024"/>
                  </a:lnTo>
                  <a:lnTo>
                    <a:pt x="367189" y="190976"/>
                  </a:lnTo>
                  <a:lnTo>
                    <a:pt x="365760" y="193834"/>
                  </a:lnTo>
                  <a:lnTo>
                    <a:pt x="363856" y="194310"/>
                  </a:lnTo>
                  <a:lnTo>
                    <a:pt x="359569" y="187642"/>
                  </a:lnTo>
                  <a:lnTo>
                    <a:pt x="356712" y="187166"/>
                  </a:lnTo>
                  <a:lnTo>
                    <a:pt x="355283" y="188595"/>
                  </a:lnTo>
                  <a:lnTo>
                    <a:pt x="356712" y="192881"/>
                  </a:lnTo>
                  <a:lnTo>
                    <a:pt x="356235" y="195263"/>
                  </a:lnTo>
                  <a:lnTo>
                    <a:pt x="354806" y="197167"/>
                  </a:lnTo>
                  <a:lnTo>
                    <a:pt x="352902" y="197167"/>
                  </a:lnTo>
                  <a:lnTo>
                    <a:pt x="351949" y="198120"/>
                  </a:lnTo>
                  <a:lnTo>
                    <a:pt x="352902" y="200025"/>
                  </a:lnTo>
                  <a:lnTo>
                    <a:pt x="355759" y="204311"/>
                  </a:lnTo>
                  <a:lnTo>
                    <a:pt x="358140" y="206216"/>
                  </a:lnTo>
                  <a:lnTo>
                    <a:pt x="360521" y="209074"/>
                  </a:lnTo>
                  <a:lnTo>
                    <a:pt x="361474" y="211455"/>
                  </a:lnTo>
                  <a:lnTo>
                    <a:pt x="364331" y="211455"/>
                  </a:lnTo>
                  <a:lnTo>
                    <a:pt x="364808" y="213360"/>
                  </a:lnTo>
                  <a:lnTo>
                    <a:pt x="363379" y="216217"/>
                  </a:lnTo>
                  <a:lnTo>
                    <a:pt x="363379" y="220504"/>
                  </a:lnTo>
                  <a:lnTo>
                    <a:pt x="362427" y="220504"/>
                  </a:lnTo>
                  <a:lnTo>
                    <a:pt x="360998" y="219551"/>
                  </a:lnTo>
                  <a:lnTo>
                    <a:pt x="358140" y="216694"/>
                  </a:lnTo>
                  <a:lnTo>
                    <a:pt x="356712" y="216217"/>
                  </a:lnTo>
                  <a:lnTo>
                    <a:pt x="355759" y="217170"/>
                  </a:lnTo>
                  <a:lnTo>
                    <a:pt x="355283" y="219075"/>
                  </a:lnTo>
                  <a:lnTo>
                    <a:pt x="356235" y="223838"/>
                  </a:lnTo>
                  <a:lnTo>
                    <a:pt x="354806" y="230505"/>
                  </a:lnTo>
                  <a:lnTo>
                    <a:pt x="355283" y="232410"/>
                  </a:lnTo>
                  <a:lnTo>
                    <a:pt x="354806" y="234315"/>
                  </a:lnTo>
                  <a:lnTo>
                    <a:pt x="353377" y="232886"/>
                  </a:lnTo>
                  <a:lnTo>
                    <a:pt x="351949" y="230029"/>
                  </a:lnTo>
                  <a:lnTo>
                    <a:pt x="348615" y="225742"/>
                  </a:lnTo>
                  <a:lnTo>
                    <a:pt x="344806" y="216694"/>
                  </a:lnTo>
                  <a:lnTo>
                    <a:pt x="340519" y="210502"/>
                  </a:lnTo>
                  <a:lnTo>
                    <a:pt x="338138" y="205264"/>
                  </a:lnTo>
                  <a:lnTo>
                    <a:pt x="334804" y="195739"/>
                  </a:lnTo>
                  <a:lnTo>
                    <a:pt x="332899" y="195739"/>
                  </a:lnTo>
                  <a:lnTo>
                    <a:pt x="330518" y="200025"/>
                  </a:lnTo>
                  <a:lnTo>
                    <a:pt x="328137" y="205264"/>
                  </a:lnTo>
                  <a:lnTo>
                    <a:pt x="326231" y="208121"/>
                  </a:lnTo>
                  <a:lnTo>
                    <a:pt x="321945" y="210979"/>
                  </a:lnTo>
                  <a:lnTo>
                    <a:pt x="319564" y="213836"/>
                  </a:lnTo>
                  <a:lnTo>
                    <a:pt x="316706" y="214789"/>
                  </a:lnTo>
                  <a:lnTo>
                    <a:pt x="313373" y="217646"/>
                  </a:lnTo>
                  <a:lnTo>
                    <a:pt x="310991" y="220504"/>
                  </a:lnTo>
                  <a:lnTo>
                    <a:pt x="307658" y="226695"/>
                  </a:lnTo>
                  <a:lnTo>
                    <a:pt x="307181" y="230505"/>
                  </a:lnTo>
                  <a:lnTo>
                    <a:pt x="307181" y="234791"/>
                  </a:lnTo>
                  <a:lnTo>
                    <a:pt x="308610" y="240506"/>
                  </a:lnTo>
                  <a:lnTo>
                    <a:pt x="310039" y="249079"/>
                  </a:lnTo>
                  <a:lnTo>
                    <a:pt x="312420" y="250031"/>
                  </a:lnTo>
                  <a:lnTo>
                    <a:pt x="314325" y="251460"/>
                  </a:lnTo>
                  <a:lnTo>
                    <a:pt x="313849" y="253841"/>
                  </a:lnTo>
                  <a:lnTo>
                    <a:pt x="310991" y="255270"/>
                  </a:lnTo>
                  <a:lnTo>
                    <a:pt x="302419" y="263366"/>
                  </a:lnTo>
                  <a:lnTo>
                    <a:pt x="296704" y="266224"/>
                  </a:lnTo>
                  <a:lnTo>
                    <a:pt x="294799" y="268129"/>
                  </a:lnTo>
                  <a:lnTo>
                    <a:pt x="292894" y="272415"/>
                  </a:lnTo>
                  <a:lnTo>
                    <a:pt x="289560" y="277654"/>
                  </a:lnTo>
                  <a:lnTo>
                    <a:pt x="288131" y="280988"/>
                  </a:lnTo>
                  <a:lnTo>
                    <a:pt x="284798" y="287655"/>
                  </a:lnTo>
                  <a:lnTo>
                    <a:pt x="279559" y="295275"/>
                  </a:lnTo>
                  <a:lnTo>
                    <a:pt x="274320" y="300990"/>
                  </a:lnTo>
                  <a:lnTo>
                    <a:pt x="268129" y="305276"/>
                  </a:lnTo>
                  <a:lnTo>
                    <a:pt x="263843" y="307181"/>
                  </a:lnTo>
                  <a:lnTo>
                    <a:pt x="248602" y="313372"/>
                  </a:lnTo>
                  <a:lnTo>
                    <a:pt x="240506" y="315754"/>
                  </a:lnTo>
                  <a:lnTo>
                    <a:pt x="225743" y="317659"/>
                  </a:lnTo>
                  <a:lnTo>
                    <a:pt x="219552" y="320516"/>
                  </a:lnTo>
                  <a:lnTo>
                    <a:pt x="211931" y="319564"/>
                  </a:lnTo>
                  <a:lnTo>
                    <a:pt x="203359" y="319088"/>
                  </a:lnTo>
                  <a:lnTo>
                    <a:pt x="191452" y="328613"/>
                  </a:lnTo>
                  <a:lnTo>
                    <a:pt x="181452" y="330994"/>
                  </a:lnTo>
                  <a:lnTo>
                    <a:pt x="172403" y="332899"/>
                  </a:lnTo>
                  <a:lnTo>
                    <a:pt x="168593" y="334327"/>
                  </a:lnTo>
                  <a:lnTo>
                    <a:pt x="160020" y="339566"/>
                  </a:lnTo>
                  <a:lnTo>
                    <a:pt x="154781" y="341947"/>
                  </a:lnTo>
                  <a:lnTo>
                    <a:pt x="145256" y="344805"/>
                  </a:lnTo>
                  <a:lnTo>
                    <a:pt x="141447" y="344329"/>
                  </a:lnTo>
                  <a:lnTo>
                    <a:pt x="136208" y="341947"/>
                  </a:lnTo>
                  <a:lnTo>
                    <a:pt x="131445" y="342424"/>
                  </a:lnTo>
                  <a:lnTo>
                    <a:pt x="126206" y="341947"/>
                  </a:lnTo>
                  <a:lnTo>
                    <a:pt x="121920" y="341947"/>
                  </a:lnTo>
                  <a:lnTo>
                    <a:pt x="118586" y="343852"/>
                  </a:lnTo>
                  <a:lnTo>
                    <a:pt x="98584" y="354806"/>
                  </a:lnTo>
                  <a:lnTo>
                    <a:pt x="94774" y="357664"/>
                  </a:lnTo>
                  <a:lnTo>
                    <a:pt x="90488" y="361950"/>
                  </a:lnTo>
                  <a:lnTo>
                    <a:pt x="84297" y="366236"/>
                  </a:lnTo>
                  <a:lnTo>
                    <a:pt x="79534" y="370999"/>
                  </a:lnTo>
                  <a:lnTo>
                    <a:pt x="69533" y="375761"/>
                  </a:lnTo>
                  <a:lnTo>
                    <a:pt x="59055" y="379571"/>
                  </a:lnTo>
                  <a:lnTo>
                    <a:pt x="53816" y="382429"/>
                  </a:lnTo>
                  <a:lnTo>
                    <a:pt x="50006" y="386715"/>
                  </a:lnTo>
                  <a:lnTo>
                    <a:pt x="43815" y="398145"/>
                  </a:lnTo>
                  <a:lnTo>
                    <a:pt x="42386" y="401002"/>
                  </a:lnTo>
                  <a:lnTo>
                    <a:pt x="40005" y="403860"/>
                  </a:lnTo>
                  <a:lnTo>
                    <a:pt x="36672" y="404813"/>
                  </a:lnTo>
                  <a:lnTo>
                    <a:pt x="34290" y="405765"/>
                  </a:lnTo>
                  <a:lnTo>
                    <a:pt x="35243" y="400050"/>
                  </a:lnTo>
                  <a:lnTo>
                    <a:pt x="32861" y="394811"/>
                  </a:lnTo>
                  <a:lnTo>
                    <a:pt x="34766" y="385286"/>
                  </a:lnTo>
                  <a:lnTo>
                    <a:pt x="34290" y="382429"/>
                  </a:lnTo>
                  <a:lnTo>
                    <a:pt x="30956" y="384334"/>
                  </a:lnTo>
                  <a:lnTo>
                    <a:pt x="28575" y="386239"/>
                  </a:lnTo>
                  <a:lnTo>
                    <a:pt x="22860" y="400050"/>
                  </a:lnTo>
                  <a:lnTo>
                    <a:pt x="19050" y="411004"/>
                  </a:lnTo>
                  <a:lnTo>
                    <a:pt x="21908" y="417195"/>
                  </a:lnTo>
                  <a:lnTo>
                    <a:pt x="22860" y="421005"/>
                  </a:lnTo>
                  <a:lnTo>
                    <a:pt x="22860" y="424815"/>
                  </a:lnTo>
                  <a:lnTo>
                    <a:pt x="21908" y="430530"/>
                  </a:lnTo>
                  <a:lnTo>
                    <a:pt x="21908" y="434340"/>
                  </a:lnTo>
                  <a:lnTo>
                    <a:pt x="21431" y="439102"/>
                  </a:lnTo>
                  <a:lnTo>
                    <a:pt x="14288" y="450056"/>
                  </a:lnTo>
                  <a:lnTo>
                    <a:pt x="11906" y="454819"/>
                  </a:lnTo>
                  <a:lnTo>
                    <a:pt x="9525" y="464344"/>
                  </a:lnTo>
                  <a:lnTo>
                    <a:pt x="9049" y="468630"/>
                  </a:lnTo>
                  <a:lnTo>
                    <a:pt x="9049" y="475297"/>
                  </a:lnTo>
                  <a:lnTo>
                    <a:pt x="11906" y="481013"/>
                  </a:lnTo>
                  <a:lnTo>
                    <a:pt x="14288" y="484346"/>
                  </a:lnTo>
                  <a:lnTo>
                    <a:pt x="17622" y="494347"/>
                  </a:lnTo>
                  <a:lnTo>
                    <a:pt x="21908" y="501015"/>
                  </a:lnTo>
                  <a:lnTo>
                    <a:pt x="28575" y="514826"/>
                  </a:lnTo>
                  <a:lnTo>
                    <a:pt x="36195" y="525780"/>
                  </a:lnTo>
                  <a:lnTo>
                    <a:pt x="36672" y="530066"/>
                  </a:lnTo>
                  <a:lnTo>
                    <a:pt x="35719" y="535781"/>
                  </a:lnTo>
                  <a:lnTo>
                    <a:pt x="36195" y="541496"/>
                  </a:lnTo>
                  <a:lnTo>
                    <a:pt x="34766" y="543401"/>
                  </a:lnTo>
                  <a:lnTo>
                    <a:pt x="31909" y="545306"/>
                  </a:lnTo>
                  <a:lnTo>
                    <a:pt x="28575" y="542925"/>
                  </a:lnTo>
                  <a:lnTo>
                    <a:pt x="26670" y="540544"/>
                  </a:lnTo>
                  <a:lnTo>
                    <a:pt x="24765" y="532447"/>
                  </a:lnTo>
                  <a:lnTo>
                    <a:pt x="23813" y="531971"/>
                  </a:lnTo>
                  <a:lnTo>
                    <a:pt x="22384" y="535781"/>
                  </a:lnTo>
                  <a:lnTo>
                    <a:pt x="20955" y="537210"/>
                  </a:lnTo>
                  <a:lnTo>
                    <a:pt x="19527" y="536257"/>
                  </a:lnTo>
                  <a:lnTo>
                    <a:pt x="18574" y="534829"/>
                  </a:lnTo>
                  <a:lnTo>
                    <a:pt x="18098" y="533400"/>
                  </a:lnTo>
                  <a:lnTo>
                    <a:pt x="18574" y="531495"/>
                  </a:lnTo>
                  <a:lnTo>
                    <a:pt x="19050" y="525304"/>
                  </a:lnTo>
                  <a:lnTo>
                    <a:pt x="15716" y="521970"/>
                  </a:lnTo>
                  <a:lnTo>
                    <a:pt x="12859" y="518160"/>
                  </a:lnTo>
                  <a:lnTo>
                    <a:pt x="10002" y="517207"/>
                  </a:lnTo>
                  <a:lnTo>
                    <a:pt x="8097" y="519113"/>
                  </a:lnTo>
                  <a:lnTo>
                    <a:pt x="8097" y="521494"/>
                  </a:lnTo>
                  <a:lnTo>
                    <a:pt x="11906" y="528161"/>
                  </a:lnTo>
                  <a:lnTo>
                    <a:pt x="14288" y="535305"/>
                  </a:lnTo>
                  <a:lnTo>
                    <a:pt x="18098" y="539591"/>
                  </a:lnTo>
                  <a:lnTo>
                    <a:pt x="20479" y="540544"/>
                  </a:lnTo>
                  <a:lnTo>
                    <a:pt x="23336" y="543401"/>
                  </a:lnTo>
                  <a:lnTo>
                    <a:pt x="22860" y="549592"/>
                  </a:lnTo>
                  <a:lnTo>
                    <a:pt x="20955" y="551974"/>
                  </a:lnTo>
                  <a:lnTo>
                    <a:pt x="19527" y="552926"/>
                  </a:lnTo>
                  <a:lnTo>
                    <a:pt x="14288" y="551497"/>
                  </a:lnTo>
                  <a:lnTo>
                    <a:pt x="12859" y="547211"/>
                  </a:lnTo>
                  <a:lnTo>
                    <a:pt x="8573" y="538639"/>
                  </a:lnTo>
                  <a:lnTo>
                    <a:pt x="7144" y="535305"/>
                  </a:lnTo>
                  <a:lnTo>
                    <a:pt x="6191" y="534352"/>
                  </a:lnTo>
                  <a:lnTo>
                    <a:pt x="5715" y="535781"/>
                  </a:lnTo>
                  <a:lnTo>
                    <a:pt x="5715" y="538639"/>
                  </a:lnTo>
                  <a:lnTo>
                    <a:pt x="4763" y="540067"/>
                  </a:lnTo>
                  <a:lnTo>
                    <a:pt x="3810" y="540067"/>
                  </a:lnTo>
                  <a:lnTo>
                    <a:pt x="2381" y="538639"/>
                  </a:lnTo>
                  <a:lnTo>
                    <a:pt x="953" y="537686"/>
                  </a:lnTo>
                  <a:lnTo>
                    <a:pt x="0" y="538163"/>
                  </a:lnTo>
                  <a:lnTo>
                    <a:pt x="1429" y="540067"/>
                  </a:lnTo>
                  <a:lnTo>
                    <a:pt x="4763" y="546259"/>
                  </a:lnTo>
                  <a:lnTo>
                    <a:pt x="17622" y="561975"/>
                  </a:lnTo>
                  <a:lnTo>
                    <a:pt x="28575" y="580072"/>
                  </a:lnTo>
                  <a:lnTo>
                    <a:pt x="30956" y="587216"/>
                  </a:lnTo>
                  <a:lnTo>
                    <a:pt x="32385" y="602932"/>
                  </a:lnTo>
                  <a:lnTo>
                    <a:pt x="33338" y="606742"/>
                  </a:lnTo>
                  <a:lnTo>
                    <a:pt x="39529" y="614363"/>
                  </a:lnTo>
                  <a:lnTo>
                    <a:pt x="45720" y="623411"/>
                  </a:lnTo>
                  <a:lnTo>
                    <a:pt x="47625" y="627697"/>
                  </a:lnTo>
                  <a:lnTo>
                    <a:pt x="47625" y="631507"/>
                  </a:lnTo>
                  <a:lnTo>
                    <a:pt x="49054" y="635317"/>
                  </a:lnTo>
                  <a:lnTo>
                    <a:pt x="56674" y="645319"/>
                  </a:lnTo>
                  <a:lnTo>
                    <a:pt x="60008" y="655796"/>
                  </a:lnTo>
                  <a:lnTo>
                    <a:pt x="60484" y="659606"/>
                  </a:lnTo>
                  <a:lnTo>
                    <a:pt x="59531" y="666274"/>
                  </a:lnTo>
                  <a:lnTo>
                    <a:pt x="60484" y="678180"/>
                  </a:lnTo>
                  <a:lnTo>
                    <a:pt x="61436" y="684371"/>
                  </a:lnTo>
                  <a:lnTo>
                    <a:pt x="64294" y="697230"/>
                  </a:lnTo>
                  <a:lnTo>
                    <a:pt x="67628" y="706278"/>
                  </a:lnTo>
                  <a:lnTo>
                    <a:pt x="71438" y="711994"/>
                  </a:lnTo>
                  <a:lnTo>
                    <a:pt x="76677" y="724852"/>
                  </a:lnTo>
                  <a:lnTo>
                    <a:pt x="84773" y="739616"/>
                  </a:lnTo>
                  <a:lnTo>
                    <a:pt x="86202" y="746760"/>
                  </a:lnTo>
                  <a:lnTo>
                    <a:pt x="85725" y="765810"/>
                  </a:lnTo>
                  <a:lnTo>
                    <a:pt x="85249" y="772001"/>
                  </a:lnTo>
                  <a:lnTo>
                    <a:pt x="83344" y="772953"/>
                  </a:lnTo>
                  <a:lnTo>
                    <a:pt x="81915" y="775811"/>
                  </a:lnTo>
                  <a:lnTo>
                    <a:pt x="83820" y="788194"/>
                  </a:lnTo>
                  <a:lnTo>
                    <a:pt x="84297" y="795338"/>
                  </a:lnTo>
                  <a:lnTo>
                    <a:pt x="81439" y="802005"/>
                  </a:lnTo>
                  <a:lnTo>
                    <a:pt x="78581" y="808196"/>
                  </a:lnTo>
                  <a:lnTo>
                    <a:pt x="73343" y="812482"/>
                  </a:lnTo>
                  <a:lnTo>
                    <a:pt x="67152" y="812482"/>
                  </a:lnTo>
                  <a:lnTo>
                    <a:pt x="64294" y="810101"/>
                  </a:lnTo>
                  <a:lnTo>
                    <a:pt x="60484" y="807720"/>
                  </a:lnTo>
                  <a:lnTo>
                    <a:pt x="60008" y="818674"/>
                  </a:lnTo>
                  <a:lnTo>
                    <a:pt x="60008" y="828199"/>
                  </a:lnTo>
                  <a:lnTo>
                    <a:pt x="60960" y="831532"/>
                  </a:lnTo>
                  <a:lnTo>
                    <a:pt x="60960" y="835819"/>
                  </a:lnTo>
                  <a:lnTo>
                    <a:pt x="65247" y="839152"/>
                  </a:lnTo>
                  <a:lnTo>
                    <a:pt x="67628" y="837724"/>
                  </a:lnTo>
                  <a:lnTo>
                    <a:pt x="70485" y="837724"/>
                  </a:lnTo>
                  <a:lnTo>
                    <a:pt x="80486" y="842486"/>
                  </a:lnTo>
                  <a:lnTo>
                    <a:pt x="86202" y="846296"/>
                  </a:lnTo>
                  <a:lnTo>
                    <a:pt x="95250" y="856297"/>
                  </a:lnTo>
                  <a:lnTo>
                    <a:pt x="102870" y="859155"/>
                  </a:lnTo>
                  <a:lnTo>
                    <a:pt x="112872" y="863918"/>
                  </a:lnTo>
                  <a:lnTo>
                    <a:pt x="124778" y="865346"/>
                  </a:lnTo>
                  <a:lnTo>
                    <a:pt x="134303" y="865822"/>
                  </a:lnTo>
                  <a:lnTo>
                    <a:pt x="149066" y="868203"/>
                  </a:lnTo>
                  <a:lnTo>
                    <a:pt x="152400" y="867251"/>
                  </a:lnTo>
                  <a:lnTo>
                    <a:pt x="158591" y="866299"/>
                  </a:lnTo>
                  <a:lnTo>
                    <a:pt x="163354" y="864870"/>
                  </a:lnTo>
                  <a:lnTo>
                    <a:pt x="167640" y="863918"/>
                  </a:lnTo>
                  <a:lnTo>
                    <a:pt x="180499" y="854393"/>
                  </a:lnTo>
                  <a:lnTo>
                    <a:pt x="193358" y="844391"/>
                  </a:lnTo>
                  <a:lnTo>
                    <a:pt x="199549" y="843439"/>
                  </a:lnTo>
                  <a:lnTo>
                    <a:pt x="205264" y="843439"/>
                  </a:lnTo>
                  <a:lnTo>
                    <a:pt x="212408" y="840105"/>
                  </a:lnTo>
                  <a:lnTo>
                    <a:pt x="218599" y="830103"/>
                  </a:lnTo>
                  <a:lnTo>
                    <a:pt x="221933" y="827722"/>
                  </a:lnTo>
                  <a:lnTo>
                    <a:pt x="226219" y="825341"/>
                  </a:lnTo>
                  <a:lnTo>
                    <a:pt x="238125" y="823913"/>
                  </a:lnTo>
                  <a:lnTo>
                    <a:pt x="245269" y="824865"/>
                  </a:lnTo>
                  <a:lnTo>
                    <a:pt x="249079" y="823436"/>
                  </a:lnTo>
                  <a:lnTo>
                    <a:pt x="258604" y="821531"/>
                  </a:lnTo>
                  <a:lnTo>
                    <a:pt x="278606" y="819626"/>
                  </a:lnTo>
                  <a:lnTo>
                    <a:pt x="289560" y="821055"/>
                  </a:lnTo>
                  <a:lnTo>
                    <a:pt x="296704" y="821055"/>
                  </a:lnTo>
                  <a:lnTo>
                    <a:pt x="300514" y="821531"/>
                  </a:lnTo>
                  <a:lnTo>
                    <a:pt x="303371" y="825818"/>
                  </a:lnTo>
                  <a:lnTo>
                    <a:pt x="324802" y="822007"/>
                  </a:lnTo>
                  <a:lnTo>
                    <a:pt x="330994" y="821531"/>
                  </a:lnTo>
                  <a:lnTo>
                    <a:pt x="334804" y="822007"/>
                  </a:lnTo>
                  <a:lnTo>
                    <a:pt x="339566" y="825341"/>
                  </a:lnTo>
                  <a:lnTo>
                    <a:pt x="344806" y="822007"/>
                  </a:lnTo>
                  <a:lnTo>
                    <a:pt x="349568" y="822484"/>
                  </a:lnTo>
                  <a:lnTo>
                    <a:pt x="354331" y="819626"/>
                  </a:lnTo>
                  <a:lnTo>
                    <a:pt x="361950" y="810577"/>
                  </a:lnTo>
                  <a:lnTo>
                    <a:pt x="365284" y="804863"/>
                  </a:lnTo>
                  <a:lnTo>
                    <a:pt x="370523" y="792956"/>
                  </a:lnTo>
                  <a:lnTo>
                    <a:pt x="374333" y="788670"/>
                  </a:lnTo>
                  <a:lnTo>
                    <a:pt x="378619" y="786765"/>
                  </a:lnTo>
                  <a:lnTo>
                    <a:pt x="383858" y="786289"/>
                  </a:lnTo>
                  <a:lnTo>
                    <a:pt x="391954" y="783907"/>
                  </a:lnTo>
                  <a:lnTo>
                    <a:pt x="409099" y="773906"/>
                  </a:lnTo>
                  <a:lnTo>
                    <a:pt x="415766" y="771525"/>
                  </a:lnTo>
                  <a:lnTo>
                    <a:pt x="419100" y="769620"/>
                  </a:lnTo>
                  <a:lnTo>
                    <a:pt x="431006" y="762000"/>
                  </a:lnTo>
                  <a:lnTo>
                    <a:pt x="438627" y="760571"/>
                  </a:lnTo>
                  <a:lnTo>
                    <a:pt x="460534" y="762476"/>
                  </a:lnTo>
                  <a:lnTo>
                    <a:pt x="471012" y="762000"/>
                  </a:lnTo>
                  <a:lnTo>
                    <a:pt x="479108" y="760571"/>
                  </a:lnTo>
                  <a:lnTo>
                    <a:pt x="491490" y="756285"/>
                  </a:lnTo>
                  <a:lnTo>
                    <a:pt x="504825" y="752951"/>
                  </a:lnTo>
                  <a:lnTo>
                    <a:pt x="521018" y="746284"/>
                  </a:lnTo>
                  <a:lnTo>
                    <a:pt x="534829" y="739616"/>
                  </a:lnTo>
                  <a:lnTo>
                    <a:pt x="542925" y="738188"/>
                  </a:lnTo>
                  <a:lnTo>
                    <a:pt x="555784" y="736759"/>
                  </a:lnTo>
                  <a:lnTo>
                    <a:pt x="574834" y="734853"/>
                  </a:lnTo>
                  <a:lnTo>
                    <a:pt x="597218" y="735806"/>
                  </a:lnTo>
                  <a:lnTo>
                    <a:pt x="602933" y="734377"/>
                  </a:lnTo>
                  <a:lnTo>
                    <a:pt x="605790" y="732949"/>
                  </a:lnTo>
                  <a:lnTo>
                    <a:pt x="609600" y="731520"/>
                  </a:lnTo>
                  <a:lnTo>
                    <a:pt x="614363" y="732472"/>
                  </a:lnTo>
                  <a:lnTo>
                    <a:pt x="618173" y="733425"/>
                  </a:lnTo>
                  <a:lnTo>
                    <a:pt x="629127" y="739140"/>
                  </a:lnTo>
                  <a:lnTo>
                    <a:pt x="645795" y="750570"/>
                  </a:lnTo>
                  <a:lnTo>
                    <a:pt x="649606" y="751046"/>
                  </a:lnTo>
                  <a:lnTo>
                    <a:pt x="660559" y="748189"/>
                  </a:lnTo>
                  <a:lnTo>
                    <a:pt x="664369" y="748665"/>
                  </a:lnTo>
                  <a:lnTo>
                    <a:pt x="679609" y="757238"/>
                  </a:lnTo>
                  <a:lnTo>
                    <a:pt x="685800" y="757238"/>
                  </a:lnTo>
                  <a:lnTo>
                    <a:pt x="691039" y="757238"/>
                  </a:lnTo>
                  <a:lnTo>
                    <a:pt x="694849" y="758190"/>
                  </a:lnTo>
                  <a:lnTo>
                    <a:pt x="699135" y="760571"/>
                  </a:lnTo>
                  <a:lnTo>
                    <a:pt x="703898" y="765810"/>
                  </a:lnTo>
                  <a:lnTo>
                    <a:pt x="714375" y="771049"/>
                  </a:lnTo>
                  <a:lnTo>
                    <a:pt x="714852" y="775335"/>
                  </a:lnTo>
                  <a:lnTo>
                    <a:pt x="713899" y="778193"/>
                  </a:lnTo>
                  <a:lnTo>
                    <a:pt x="711518" y="778193"/>
                  </a:lnTo>
                  <a:lnTo>
                    <a:pt x="709613" y="778669"/>
                  </a:lnTo>
                  <a:lnTo>
                    <a:pt x="711994" y="787241"/>
                  </a:lnTo>
                  <a:lnTo>
                    <a:pt x="716281" y="794385"/>
                  </a:lnTo>
                  <a:lnTo>
                    <a:pt x="726758" y="795338"/>
                  </a:lnTo>
                  <a:lnTo>
                    <a:pt x="730568" y="797719"/>
                  </a:lnTo>
                  <a:lnTo>
                    <a:pt x="732949" y="800576"/>
                  </a:lnTo>
                  <a:lnTo>
                    <a:pt x="734854" y="804863"/>
                  </a:lnTo>
                  <a:lnTo>
                    <a:pt x="736283" y="811530"/>
                  </a:lnTo>
                  <a:lnTo>
                    <a:pt x="741521" y="817245"/>
                  </a:lnTo>
                  <a:lnTo>
                    <a:pt x="746284" y="822007"/>
                  </a:lnTo>
                  <a:lnTo>
                    <a:pt x="747237" y="823913"/>
                  </a:lnTo>
                  <a:lnTo>
                    <a:pt x="749618" y="831056"/>
                  </a:lnTo>
                  <a:lnTo>
                    <a:pt x="750570" y="832961"/>
                  </a:lnTo>
                  <a:lnTo>
                    <a:pt x="752475" y="839628"/>
                  </a:lnTo>
                  <a:lnTo>
                    <a:pt x="755333" y="847249"/>
                  </a:lnTo>
                  <a:lnTo>
                    <a:pt x="754381" y="848201"/>
                  </a:lnTo>
                  <a:lnTo>
                    <a:pt x="752952" y="848201"/>
                  </a:lnTo>
                  <a:lnTo>
                    <a:pt x="750094" y="846296"/>
                  </a:lnTo>
                  <a:lnTo>
                    <a:pt x="747713" y="843915"/>
                  </a:lnTo>
                  <a:lnTo>
                    <a:pt x="746284" y="844391"/>
                  </a:lnTo>
                  <a:lnTo>
                    <a:pt x="744856" y="845820"/>
                  </a:lnTo>
                  <a:lnTo>
                    <a:pt x="744856" y="847725"/>
                  </a:lnTo>
                  <a:lnTo>
                    <a:pt x="747237" y="847249"/>
                  </a:lnTo>
                  <a:lnTo>
                    <a:pt x="748665" y="847725"/>
                  </a:lnTo>
                  <a:lnTo>
                    <a:pt x="751999" y="850106"/>
                  </a:lnTo>
                  <a:lnTo>
                    <a:pt x="754856" y="852964"/>
                  </a:lnTo>
                  <a:lnTo>
                    <a:pt x="757238" y="854393"/>
                  </a:lnTo>
                  <a:lnTo>
                    <a:pt x="762952" y="861536"/>
                  </a:lnTo>
                  <a:lnTo>
                    <a:pt x="765334" y="860107"/>
                  </a:lnTo>
                  <a:lnTo>
                    <a:pt x="768192" y="858678"/>
                  </a:lnTo>
                  <a:lnTo>
                    <a:pt x="772477" y="862489"/>
                  </a:lnTo>
                  <a:lnTo>
                    <a:pt x="774383" y="863441"/>
                  </a:lnTo>
                  <a:lnTo>
                    <a:pt x="775335" y="862013"/>
                  </a:lnTo>
                  <a:lnTo>
                    <a:pt x="773906" y="855345"/>
                  </a:lnTo>
                  <a:lnTo>
                    <a:pt x="772477" y="853916"/>
                  </a:lnTo>
                  <a:lnTo>
                    <a:pt x="772002" y="851535"/>
                  </a:lnTo>
                  <a:lnTo>
                    <a:pt x="773906" y="849630"/>
                  </a:lnTo>
                  <a:lnTo>
                    <a:pt x="774859" y="847725"/>
                  </a:lnTo>
                  <a:lnTo>
                    <a:pt x="779621" y="842486"/>
                  </a:lnTo>
                  <a:lnTo>
                    <a:pt x="790099" y="827246"/>
                  </a:lnTo>
                  <a:lnTo>
                    <a:pt x="793433" y="825341"/>
                  </a:lnTo>
                  <a:lnTo>
                    <a:pt x="797243" y="822007"/>
                  </a:lnTo>
                  <a:lnTo>
                    <a:pt x="802481" y="819626"/>
                  </a:lnTo>
                  <a:lnTo>
                    <a:pt x="807720" y="816769"/>
                  </a:lnTo>
                  <a:lnTo>
                    <a:pt x="811054" y="815816"/>
                  </a:lnTo>
                  <a:lnTo>
                    <a:pt x="814388" y="815340"/>
                  </a:lnTo>
                  <a:lnTo>
                    <a:pt x="818198" y="812482"/>
                  </a:lnTo>
                  <a:lnTo>
                    <a:pt x="822008" y="804863"/>
                  </a:lnTo>
                  <a:lnTo>
                    <a:pt x="824865" y="795814"/>
                  </a:lnTo>
                  <a:lnTo>
                    <a:pt x="828199" y="792003"/>
                  </a:lnTo>
                  <a:lnTo>
                    <a:pt x="832962" y="787718"/>
                  </a:lnTo>
                  <a:lnTo>
                    <a:pt x="836771" y="782002"/>
                  </a:lnTo>
                  <a:lnTo>
                    <a:pt x="836295" y="777240"/>
                  </a:lnTo>
                  <a:lnTo>
                    <a:pt x="836295" y="772477"/>
                  </a:lnTo>
                  <a:lnTo>
                    <a:pt x="839152" y="776288"/>
                  </a:lnTo>
                  <a:lnTo>
                    <a:pt x="841058" y="780097"/>
                  </a:lnTo>
                  <a:lnTo>
                    <a:pt x="843915" y="792480"/>
                  </a:lnTo>
                  <a:lnTo>
                    <a:pt x="841534" y="795338"/>
                  </a:lnTo>
                  <a:lnTo>
                    <a:pt x="839152" y="796766"/>
                  </a:lnTo>
                  <a:lnTo>
                    <a:pt x="839629" y="801052"/>
                  </a:lnTo>
                  <a:lnTo>
                    <a:pt x="841058" y="806768"/>
                  </a:lnTo>
                  <a:lnTo>
                    <a:pt x="841534" y="811053"/>
                  </a:lnTo>
                  <a:lnTo>
                    <a:pt x="836295" y="815816"/>
                  </a:lnTo>
                  <a:lnTo>
                    <a:pt x="832009" y="821531"/>
                  </a:lnTo>
                  <a:lnTo>
                    <a:pt x="826770" y="832961"/>
                  </a:lnTo>
                  <a:lnTo>
                    <a:pt x="826294" y="836295"/>
                  </a:lnTo>
                  <a:lnTo>
                    <a:pt x="825342" y="841057"/>
                  </a:lnTo>
                  <a:lnTo>
                    <a:pt x="825818" y="845344"/>
                  </a:lnTo>
                  <a:lnTo>
                    <a:pt x="826770" y="849630"/>
                  </a:lnTo>
                  <a:lnTo>
                    <a:pt x="825342" y="855821"/>
                  </a:lnTo>
                  <a:lnTo>
                    <a:pt x="822960" y="861536"/>
                  </a:lnTo>
                  <a:lnTo>
                    <a:pt x="820102" y="861536"/>
                  </a:lnTo>
                  <a:lnTo>
                    <a:pt x="818198" y="861536"/>
                  </a:lnTo>
                  <a:lnTo>
                    <a:pt x="813912" y="862013"/>
                  </a:lnTo>
                  <a:lnTo>
                    <a:pt x="810102" y="861536"/>
                  </a:lnTo>
                  <a:lnTo>
                    <a:pt x="805815" y="873919"/>
                  </a:lnTo>
                  <a:lnTo>
                    <a:pt x="808673" y="874395"/>
                  </a:lnTo>
                  <a:lnTo>
                    <a:pt x="811054" y="873919"/>
                  </a:lnTo>
                  <a:lnTo>
                    <a:pt x="814864" y="873919"/>
                  </a:lnTo>
                  <a:lnTo>
                    <a:pt x="819150" y="871538"/>
                  </a:lnTo>
                  <a:lnTo>
                    <a:pt x="825342" y="869632"/>
                  </a:lnTo>
                  <a:lnTo>
                    <a:pt x="829152" y="870109"/>
                  </a:lnTo>
                  <a:lnTo>
                    <a:pt x="833438" y="870109"/>
                  </a:lnTo>
                  <a:lnTo>
                    <a:pt x="839629" y="854393"/>
                  </a:lnTo>
                  <a:lnTo>
                    <a:pt x="841058" y="843915"/>
                  </a:lnTo>
                  <a:lnTo>
                    <a:pt x="844392" y="839152"/>
                  </a:lnTo>
                  <a:lnTo>
                    <a:pt x="845344" y="835819"/>
                  </a:lnTo>
                  <a:lnTo>
                    <a:pt x="846773" y="832961"/>
                  </a:lnTo>
                  <a:lnTo>
                    <a:pt x="850106" y="838200"/>
                  </a:lnTo>
                  <a:lnTo>
                    <a:pt x="852964" y="843439"/>
                  </a:lnTo>
                  <a:lnTo>
                    <a:pt x="858679" y="851535"/>
                  </a:lnTo>
                  <a:lnTo>
                    <a:pt x="860584" y="855821"/>
                  </a:lnTo>
                  <a:lnTo>
                    <a:pt x="861537" y="865822"/>
                  </a:lnTo>
                  <a:lnTo>
                    <a:pt x="857727" y="877252"/>
                  </a:lnTo>
                  <a:lnTo>
                    <a:pt x="855345" y="880586"/>
                  </a:lnTo>
                  <a:lnTo>
                    <a:pt x="852488" y="883444"/>
                  </a:lnTo>
                  <a:lnTo>
                    <a:pt x="850106" y="888206"/>
                  </a:lnTo>
                  <a:lnTo>
                    <a:pt x="857250" y="889635"/>
                  </a:lnTo>
                  <a:lnTo>
                    <a:pt x="861537" y="889635"/>
                  </a:lnTo>
                  <a:lnTo>
                    <a:pt x="868681" y="886301"/>
                  </a:lnTo>
                  <a:lnTo>
                    <a:pt x="870109" y="885825"/>
                  </a:lnTo>
                  <a:lnTo>
                    <a:pt x="873443" y="885825"/>
                  </a:lnTo>
                  <a:lnTo>
                    <a:pt x="874871" y="883920"/>
                  </a:lnTo>
                  <a:lnTo>
                    <a:pt x="878206" y="882015"/>
                  </a:lnTo>
                  <a:lnTo>
                    <a:pt x="880587" y="880110"/>
                  </a:lnTo>
                  <a:lnTo>
                    <a:pt x="883920" y="878681"/>
                  </a:lnTo>
                  <a:lnTo>
                    <a:pt x="886777" y="879634"/>
                  </a:lnTo>
                  <a:lnTo>
                    <a:pt x="887254" y="880586"/>
                  </a:lnTo>
                  <a:lnTo>
                    <a:pt x="888206" y="881539"/>
                  </a:lnTo>
                  <a:lnTo>
                    <a:pt x="887254" y="883920"/>
                  </a:lnTo>
                  <a:lnTo>
                    <a:pt x="887254" y="888682"/>
                  </a:lnTo>
                  <a:lnTo>
                    <a:pt x="885349" y="888206"/>
                  </a:lnTo>
                  <a:lnTo>
                    <a:pt x="883444" y="885349"/>
                  </a:lnTo>
                  <a:lnTo>
                    <a:pt x="881063" y="886301"/>
                  </a:lnTo>
                  <a:lnTo>
                    <a:pt x="879634" y="888682"/>
                  </a:lnTo>
                  <a:lnTo>
                    <a:pt x="876300" y="888206"/>
                  </a:lnTo>
                  <a:lnTo>
                    <a:pt x="876777" y="889635"/>
                  </a:lnTo>
                  <a:lnTo>
                    <a:pt x="878681" y="892493"/>
                  </a:lnTo>
                  <a:lnTo>
                    <a:pt x="885825" y="897731"/>
                  </a:lnTo>
                  <a:lnTo>
                    <a:pt x="893445" y="904875"/>
                  </a:lnTo>
                  <a:lnTo>
                    <a:pt x="896302" y="908209"/>
                  </a:lnTo>
                  <a:lnTo>
                    <a:pt x="902494" y="918686"/>
                  </a:lnTo>
                  <a:lnTo>
                    <a:pt x="906781" y="930116"/>
                  </a:lnTo>
                  <a:lnTo>
                    <a:pt x="906304" y="933450"/>
                  </a:lnTo>
                  <a:lnTo>
                    <a:pt x="904399" y="939641"/>
                  </a:lnTo>
                  <a:lnTo>
                    <a:pt x="902970" y="945832"/>
                  </a:lnTo>
                  <a:lnTo>
                    <a:pt x="902970" y="949166"/>
                  </a:lnTo>
                  <a:lnTo>
                    <a:pt x="904399" y="952976"/>
                  </a:lnTo>
                  <a:lnTo>
                    <a:pt x="907256" y="957263"/>
                  </a:lnTo>
                  <a:lnTo>
                    <a:pt x="918687" y="968693"/>
                  </a:lnTo>
                  <a:lnTo>
                    <a:pt x="924877" y="978694"/>
                  </a:lnTo>
                  <a:lnTo>
                    <a:pt x="932974" y="983932"/>
                  </a:lnTo>
                  <a:lnTo>
                    <a:pt x="945833" y="985838"/>
                  </a:lnTo>
                  <a:lnTo>
                    <a:pt x="952500" y="989647"/>
                  </a:lnTo>
                  <a:lnTo>
                    <a:pt x="959644" y="997268"/>
                  </a:lnTo>
                  <a:lnTo>
                    <a:pt x="962025" y="997744"/>
                  </a:lnTo>
                  <a:lnTo>
                    <a:pt x="965359" y="998220"/>
                  </a:lnTo>
                  <a:lnTo>
                    <a:pt x="969645" y="993457"/>
                  </a:lnTo>
                  <a:lnTo>
                    <a:pt x="976313" y="993934"/>
                  </a:lnTo>
                  <a:lnTo>
                    <a:pt x="985362" y="998696"/>
                  </a:lnTo>
                  <a:lnTo>
                    <a:pt x="990600" y="997744"/>
                  </a:lnTo>
                  <a:lnTo>
                    <a:pt x="994410" y="998220"/>
                  </a:lnTo>
                  <a:lnTo>
                    <a:pt x="999649" y="1000601"/>
                  </a:lnTo>
                  <a:lnTo>
                    <a:pt x="1007269" y="1005840"/>
                  </a:lnTo>
                  <a:lnTo>
                    <a:pt x="1015365" y="1008221"/>
                  </a:lnTo>
                  <a:lnTo>
                    <a:pt x="1020127" y="1012031"/>
                  </a:lnTo>
                  <a:lnTo>
                    <a:pt x="1023938" y="1012507"/>
                  </a:lnTo>
                  <a:lnTo>
                    <a:pt x="1030606" y="1014889"/>
                  </a:lnTo>
                  <a:lnTo>
                    <a:pt x="1035844" y="1012984"/>
                  </a:lnTo>
                  <a:lnTo>
                    <a:pt x="1040131" y="1010126"/>
                  </a:lnTo>
                  <a:lnTo>
                    <a:pt x="1050131" y="1001077"/>
                  </a:lnTo>
                  <a:lnTo>
                    <a:pt x="1057752" y="996791"/>
                  </a:lnTo>
                  <a:lnTo>
                    <a:pt x="1062038" y="994886"/>
                  </a:lnTo>
                  <a:lnTo>
                    <a:pt x="1065371" y="993934"/>
                  </a:lnTo>
                  <a:lnTo>
                    <a:pt x="1069658" y="991076"/>
                  </a:lnTo>
                  <a:lnTo>
                    <a:pt x="1067277" y="989171"/>
                  </a:lnTo>
                  <a:lnTo>
                    <a:pt x="1064896" y="989647"/>
                  </a:lnTo>
                  <a:lnTo>
                    <a:pt x="1060609" y="988695"/>
                  </a:lnTo>
                  <a:lnTo>
                    <a:pt x="1062990" y="987266"/>
                  </a:lnTo>
                  <a:lnTo>
                    <a:pt x="1065371" y="986314"/>
                  </a:lnTo>
                  <a:lnTo>
                    <a:pt x="1077277" y="979170"/>
                  </a:lnTo>
                  <a:lnTo>
                    <a:pt x="1080612" y="981075"/>
                  </a:lnTo>
                  <a:lnTo>
                    <a:pt x="1082993" y="983456"/>
                  </a:lnTo>
                  <a:lnTo>
                    <a:pt x="1085375" y="986790"/>
                  </a:lnTo>
                  <a:lnTo>
                    <a:pt x="1083469" y="991076"/>
                  </a:lnTo>
                  <a:lnTo>
                    <a:pt x="1082040" y="992981"/>
                  </a:lnTo>
                  <a:lnTo>
                    <a:pt x="1078231" y="996315"/>
                  </a:lnTo>
                  <a:lnTo>
                    <a:pt x="1073944" y="996315"/>
                  </a:lnTo>
                  <a:lnTo>
                    <a:pt x="1072039" y="995839"/>
                  </a:lnTo>
                  <a:lnTo>
                    <a:pt x="1076325" y="999649"/>
                  </a:lnTo>
                  <a:lnTo>
                    <a:pt x="1080135" y="1002030"/>
                  </a:lnTo>
                  <a:lnTo>
                    <a:pt x="1088231" y="997268"/>
                  </a:lnTo>
                  <a:lnTo>
                    <a:pt x="1090137" y="993457"/>
                  </a:lnTo>
                  <a:lnTo>
                    <a:pt x="1091565" y="991552"/>
                  </a:lnTo>
                  <a:lnTo>
                    <a:pt x="1093946" y="991076"/>
                  </a:lnTo>
                  <a:lnTo>
                    <a:pt x="1097756" y="991552"/>
                  </a:lnTo>
                  <a:lnTo>
                    <a:pt x="1099185" y="994410"/>
                  </a:lnTo>
                  <a:lnTo>
                    <a:pt x="1100138" y="997744"/>
                  </a:lnTo>
                  <a:lnTo>
                    <a:pt x="1097281" y="998696"/>
                  </a:lnTo>
                  <a:lnTo>
                    <a:pt x="1095852" y="1001077"/>
                  </a:lnTo>
                  <a:lnTo>
                    <a:pt x="1094900" y="1003459"/>
                  </a:lnTo>
                  <a:lnTo>
                    <a:pt x="1099662" y="1006316"/>
                  </a:lnTo>
                  <a:lnTo>
                    <a:pt x="1102043" y="1008221"/>
                  </a:lnTo>
                  <a:lnTo>
                    <a:pt x="1104900" y="1008221"/>
                  </a:lnTo>
                  <a:lnTo>
                    <a:pt x="1108234" y="1008697"/>
                  </a:lnTo>
                  <a:lnTo>
                    <a:pt x="1110615" y="1012984"/>
                  </a:lnTo>
                  <a:lnTo>
                    <a:pt x="1112996" y="1017746"/>
                  </a:lnTo>
                  <a:lnTo>
                    <a:pt x="1115854" y="1016318"/>
                  </a:lnTo>
                  <a:lnTo>
                    <a:pt x="1117759" y="1014889"/>
                  </a:lnTo>
                  <a:lnTo>
                    <a:pt x="1120617" y="1016318"/>
                  </a:lnTo>
                  <a:lnTo>
                    <a:pt x="1123950" y="1020127"/>
                  </a:lnTo>
                  <a:lnTo>
                    <a:pt x="1126808" y="1024414"/>
                  </a:lnTo>
                  <a:lnTo>
                    <a:pt x="1127284" y="1026319"/>
                  </a:lnTo>
                  <a:lnTo>
                    <a:pt x="1129189" y="1027271"/>
                  </a:lnTo>
                  <a:lnTo>
                    <a:pt x="1131094" y="1025843"/>
                  </a:lnTo>
                  <a:lnTo>
                    <a:pt x="1132046" y="1023938"/>
                  </a:lnTo>
                  <a:lnTo>
                    <a:pt x="1132046" y="1020603"/>
                  </a:lnTo>
                  <a:lnTo>
                    <a:pt x="1131571" y="1015365"/>
                  </a:lnTo>
                  <a:lnTo>
                    <a:pt x="1130142" y="1014413"/>
                  </a:lnTo>
                  <a:lnTo>
                    <a:pt x="1127284" y="1017270"/>
                  </a:lnTo>
                  <a:lnTo>
                    <a:pt x="1125379" y="1015365"/>
                  </a:lnTo>
                  <a:lnTo>
                    <a:pt x="1122998" y="1012984"/>
                  </a:lnTo>
                  <a:lnTo>
                    <a:pt x="1122998" y="1010602"/>
                  </a:lnTo>
                  <a:lnTo>
                    <a:pt x="1125379" y="1009650"/>
                  </a:lnTo>
                  <a:lnTo>
                    <a:pt x="1127760" y="1010126"/>
                  </a:lnTo>
                  <a:lnTo>
                    <a:pt x="1130618" y="1010126"/>
                  </a:lnTo>
                  <a:lnTo>
                    <a:pt x="1144906" y="1008221"/>
                  </a:lnTo>
                  <a:lnTo>
                    <a:pt x="1163002" y="990600"/>
                  </a:lnTo>
                  <a:lnTo>
                    <a:pt x="1171100" y="984409"/>
                  </a:lnTo>
                  <a:lnTo>
                    <a:pt x="1179671" y="979646"/>
                  </a:lnTo>
                  <a:lnTo>
                    <a:pt x="1188244" y="976789"/>
                  </a:lnTo>
                  <a:lnTo>
                    <a:pt x="1192531" y="975836"/>
                  </a:lnTo>
                  <a:lnTo>
                    <a:pt x="1215867" y="974407"/>
                  </a:lnTo>
                  <a:lnTo>
                    <a:pt x="1227773" y="974884"/>
                  </a:lnTo>
                  <a:lnTo>
                    <a:pt x="1233964" y="973455"/>
                  </a:lnTo>
                  <a:lnTo>
                    <a:pt x="1236821" y="972026"/>
                  </a:lnTo>
                  <a:lnTo>
                    <a:pt x="1241584" y="967740"/>
                  </a:lnTo>
                  <a:lnTo>
                    <a:pt x="1244918" y="964882"/>
                  </a:lnTo>
                  <a:lnTo>
                    <a:pt x="1249204" y="963930"/>
                  </a:lnTo>
                  <a:lnTo>
                    <a:pt x="1250156" y="960596"/>
                  </a:lnTo>
                  <a:lnTo>
                    <a:pt x="1250156" y="957263"/>
                  </a:lnTo>
                  <a:lnTo>
                    <a:pt x="1251109" y="953452"/>
                  </a:lnTo>
                  <a:lnTo>
                    <a:pt x="1249681" y="946309"/>
                  </a:lnTo>
                  <a:lnTo>
                    <a:pt x="1250156" y="937260"/>
                  </a:lnTo>
                  <a:lnTo>
                    <a:pt x="1251109" y="932497"/>
                  </a:lnTo>
                  <a:lnTo>
                    <a:pt x="1253490" y="925830"/>
                  </a:lnTo>
                  <a:lnTo>
                    <a:pt x="1254443" y="919163"/>
                  </a:lnTo>
                  <a:lnTo>
                    <a:pt x="1255396" y="909638"/>
                  </a:lnTo>
                  <a:lnTo>
                    <a:pt x="1256348" y="903922"/>
                  </a:lnTo>
                  <a:lnTo>
                    <a:pt x="1257777" y="898684"/>
                  </a:lnTo>
                  <a:lnTo>
                    <a:pt x="1261110" y="892969"/>
                  </a:lnTo>
                  <a:lnTo>
                    <a:pt x="1263968" y="889159"/>
                  </a:lnTo>
                  <a:lnTo>
                    <a:pt x="1270635" y="874871"/>
                  </a:lnTo>
                  <a:lnTo>
                    <a:pt x="1273017" y="873443"/>
                  </a:lnTo>
                  <a:lnTo>
                    <a:pt x="1274921" y="873443"/>
                  </a:lnTo>
                  <a:lnTo>
                    <a:pt x="1275875" y="872490"/>
                  </a:lnTo>
                  <a:lnTo>
                    <a:pt x="1276350" y="871538"/>
                  </a:lnTo>
                  <a:lnTo>
                    <a:pt x="1275875" y="871061"/>
                  </a:lnTo>
                  <a:lnTo>
                    <a:pt x="1274921" y="869632"/>
                  </a:lnTo>
                  <a:lnTo>
                    <a:pt x="1275398" y="868203"/>
                  </a:lnTo>
                  <a:lnTo>
                    <a:pt x="1277302" y="866775"/>
                  </a:lnTo>
                  <a:lnTo>
                    <a:pt x="1277779" y="867251"/>
                  </a:lnTo>
                  <a:lnTo>
                    <a:pt x="1278731" y="866775"/>
                  </a:lnTo>
                  <a:lnTo>
                    <a:pt x="1278731" y="865822"/>
                  </a:lnTo>
                  <a:lnTo>
                    <a:pt x="1277779" y="862013"/>
                  </a:lnTo>
                  <a:lnTo>
                    <a:pt x="1279208" y="856774"/>
                  </a:lnTo>
                  <a:lnTo>
                    <a:pt x="1281113" y="847249"/>
                  </a:lnTo>
                  <a:lnTo>
                    <a:pt x="1283018" y="842963"/>
                  </a:lnTo>
                  <a:lnTo>
                    <a:pt x="1283971" y="839628"/>
                  </a:lnTo>
                  <a:lnTo>
                    <a:pt x="1288256" y="834390"/>
                  </a:lnTo>
                  <a:lnTo>
                    <a:pt x="1293019" y="829151"/>
                  </a:lnTo>
                  <a:lnTo>
                    <a:pt x="1291590" y="828675"/>
                  </a:lnTo>
                  <a:lnTo>
                    <a:pt x="1289209" y="828199"/>
                  </a:lnTo>
                  <a:lnTo>
                    <a:pt x="1290638" y="826770"/>
                  </a:lnTo>
                  <a:lnTo>
                    <a:pt x="1291590" y="826294"/>
                  </a:lnTo>
                  <a:lnTo>
                    <a:pt x="1293019" y="827246"/>
                  </a:lnTo>
                  <a:lnTo>
                    <a:pt x="1294448" y="824865"/>
                  </a:lnTo>
                  <a:lnTo>
                    <a:pt x="1294925" y="821531"/>
                  </a:lnTo>
                  <a:lnTo>
                    <a:pt x="1295877" y="816293"/>
                  </a:lnTo>
                  <a:lnTo>
                    <a:pt x="1294925" y="812006"/>
                  </a:lnTo>
                  <a:lnTo>
                    <a:pt x="1297306" y="810577"/>
                  </a:lnTo>
                  <a:lnTo>
                    <a:pt x="1299687" y="809625"/>
                  </a:lnTo>
                  <a:lnTo>
                    <a:pt x="1300639" y="804863"/>
                  </a:lnTo>
                  <a:lnTo>
                    <a:pt x="1301115" y="802957"/>
                  </a:lnTo>
                  <a:lnTo>
                    <a:pt x="1302544" y="801052"/>
                  </a:lnTo>
                  <a:lnTo>
                    <a:pt x="1305402" y="797243"/>
                  </a:lnTo>
                  <a:lnTo>
                    <a:pt x="1307306" y="793432"/>
                  </a:lnTo>
                  <a:lnTo>
                    <a:pt x="1312069" y="785813"/>
                  </a:lnTo>
                  <a:lnTo>
                    <a:pt x="1316831" y="782955"/>
                  </a:lnTo>
                  <a:lnTo>
                    <a:pt x="1323975" y="780574"/>
                  </a:lnTo>
                  <a:lnTo>
                    <a:pt x="1324927" y="779145"/>
                  </a:lnTo>
                  <a:lnTo>
                    <a:pt x="1323023" y="778193"/>
                  </a:lnTo>
                  <a:lnTo>
                    <a:pt x="1323023" y="777240"/>
                  </a:lnTo>
                  <a:lnTo>
                    <a:pt x="1325881" y="777240"/>
                  </a:lnTo>
                  <a:lnTo>
                    <a:pt x="1326833" y="774859"/>
                  </a:lnTo>
                  <a:lnTo>
                    <a:pt x="1329690" y="772953"/>
                  </a:lnTo>
                  <a:lnTo>
                    <a:pt x="1334452" y="768668"/>
                  </a:lnTo>
                  <a:lnTo>
                    <a:pt x="1335881" y="764381"/>
                  </a:lnTo>
                  <a:lnTo>
                    <a:pt x="1336834" y="761047"/>
                  </a:lnTo>
                  <a:lnTo>
                    <a:pt x="1337310" y="753903"/>
                  </a:lnTo>
                  <a:lnTo>
                    <a:pt x="1344931" y="744378"/>
                  </a:lnTo>
                  <a:lnTo>
                    <a:pt x="1350169" y="731520"/>
                  </a:lnTo>
                  <a:lnTo>
                    <a:pt x="1351598" y="722947"/>
                  </a:lnTo>
                  <a:lnTo>
                    <a:pt x="1353027" y="718185"/>
                  </a:lnTo>
                  <a:lnTo>
                    <a:pt x="1353979" y="711518"/>
                  </a:lnTo>
                  <a:lnTo>
                    <a:pt x="1353027" y="704374"/>
                  </a:lnTo>
                  <a:lnTo>
                    <a:pt x="1353027" y="698659"/>
                  </a:lnTo>
                  <a:lnTo>
                    <a:pt x="1358265" y="683895"/>
                  </a:lnTo>
                  <a:lnTo>
                    <a:pt x="1359694" y="677704"/>
                  </a:lnTo>
                  <a:lnTo>
                    <a:pt x="1361123" y="673894"/>
                  </a:lnTo>
                  <a:lnTo>
                    <a:pt x="1363504" y="659130"/>
                  </a:lnTo>
                  <a:lnTo>
                    <a:pt x="1363504" y="651510"/>
                  </a:lnTo>
                  <a:lnTo>
                    <a:pt x="1367314" y="642938"/>
                  </a:lnTo>
                  <a:lnTo>
                    <a:pt x="1372077" y="635794"/>
                  </a:lnTo>
                  <a:lnTo>
                    <a:pt x="1372552" y="629126"/>
                  </a:lnTo>
                  <a:lnTo>
                    <a:pt x="1371125" y="623888"/>
                  </a:lnTo>
                  <a:lnTo>
                    <a:pt x="1380650" y="613410"/>
                  </a:lnTo>
                  <a:close/>
                  <a:moveTo>
                    <a:pt x="414814" y="131921"/>
                  </a:moveTo>
                  <a:lnTo>
                    <a:pt x="414814" y="130969"/>
                  </a:lnTo>
                  <a:lnTo>
                    <a:pt x="414814" y="128111"/>
                  </a:lnTo>
                  <a:lnTo>
                    <a:pt x="413385" y="127635"/>
                  </a:lnTo>
                  <a:lnTo>
                    <a:pt x="411956" y="129064"/>
                  </a:lnTo>
                  <a:lnTo>
                    <a:pt x="411004" y="132397"/>
                  </a:lnTo>
                  <a:lnTo>
                    <a:pt x="412433" y="134302"/>
                  </a:lnTo>
                  <a:lnTo>
                    <a:pt x="414814" y="131921"/>
                  </a:lnTo>
                  <a:close/>
                  <a:moveTo>
                    <a:pt x="391954" y="160972"/>
                  </a:moveTo>
                  <a:lnTo>
                    <a:pt x="393383" y="161449"/>
                  </a:lnTo>
                  <a:lnTo>
                    <a:pt x="394812" y="160496"/>
                  </a:lnTo>
                  <a:lnTo>
                    <a:pt x="395288" y="159067"/>
                  </a:lnTo>
                  <a:lnTo>
                    <a:pt x="393859" y="157639"/>
                  </a:lnTo>
                  <a:lnTo>
                    <a:pt x="393383" y="156210"/>
                  </a:lnTo>
                  <a:lnTo>
                    <a:pt x="392431" y="156210"/>
                  </a:lnTo>
                  <a:lnTo>
                    <a:pt x="391954" y="157163"/>
                  </a:lnTo>
                  <a:lnTo>
                    <a:pt x="391002" y="158591"/>
                  </a:lnTo>
                  <a:lnTo>
                    <a:pt x="392431" y="160020"/>
                  </a:lnTo>
                  <a:lnTo>
                    <a:pt x="391954" y="160972"/>
                  </a:lnTo>
                  <a:close/>
                </a:path>
              </a:pathLst>
            </a:custGeom>
            <a:grpFill/>
            <a:ln w="317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89DD3F86-DD4A-44B9-824E-2BA3667C7C09}"/>
                </a:ext>
              </a:extLst>
            </p:cNvPr>
            <p:cNvSpPr/>
            <p:nvPr/>
          </p:nvSpPr>
          <p:spPr>
            <a:xfrm>
              <a:off x="6043612" y="2505074"/>
              <a:ext cx="259556" cy="111442"/>
            </a:xfrm>
            <a:custGeom>
              <a:avLst/>
              <a:gdLst>
                <a:gd name="connsiteX0" fmla="*/ 257175 w 259556"/>
                <a:gd name="connsiteY0" fmla="*/ 41434 h 111442"/>
                <a:gd name="connsiteX1" fmla="*/ 256699 w 259556"/>
                <a:gd name="connsiteY1" fmla="*/ 39529 h 111442"/>
                <a:gd name="connsiteX2" fmla="*/ 253365 w 259556"/>
                <a:gd name="connsiteY2" fmla="*/ 34766 h 111442"/>
                <a:gd name="connsiteX3" fmla="*/ 249555 w 259556"/>
                <a:gd name="connsiteY3" fmla="*/ 26670 h 111442"/>
                <a:gd name="connsiteX4" fmla="*/ 249555 w 259556"/>
                <a:gd name="connsiteY4" fmla="*/ 24289 h 111442"/>
                <a:gd name="connsiteX5" fmla="*/ 250984 w 259556"/>
                <a:gd name="connsiteY5" fmla="*/ 21431 h 111442"/>
                <a:gd name="connsiteX6" fmla="*/ 252413 w 259556"/>
                <a:gd name="connsiteY6" fmla="*/ 19526 h 111442"/>
                <a:gd name="connsiteX7" fmla="*/ 252413 w 259556"/>
                <a:gd name="connsiteY7" fmla="*/ 18097 h 111442"/>
                <a:gd name="connsiteX8" fmla="*/ 252889 w 259556"/>
                <a:gd name="connsiteY8" fmla="*/ 17621 h 111442"/>
                <a:gd name="connsiteX9" fmla="*/ 251936 w 259556"/>
                <a:gd name="connsiteY9" fmla="*/ 16669 h 111442"/>
                <a:gd name="connsiteX10" fmla="*/ 250507 w 259556"/>
                <a:gd name="connsiteY10" fmla="*/ 12859 h 111442"/>
                <a:gd name="connsiteX11" fmla="*/ 248602 w 259556"/>
                <a:gd name="connsiteY11" fmla="*/ 12383 h 111442"/>
                <a:gd name="connsiteX12" fmla="*/ 246221 w 259556"/>
                <a:gd name="connsiteY12" fmla="*/ 11906 h 111442"/>
                <a:gd name="connsiteX13" fmla="*/ 244793 w 259556"/>
                <a:gd name="connsiteY13" fmla="*/ 11430 h 111442"/>
                <a:gd name="connsiteX14" fmla="*/ 240982 w 259556"/>
                <a:gd name="connsiteY14" fmla="*/ 9525 h 111442"/>
                <a:gd name="connsiteX15" fmla="*/ 238601 w 259556"/>
                <a:gd name="connsiteY15" fmla="*/ 9049 h 111442"/>
                <a:gd name="connsiteX16" fmla="*/ 236696 w 259556"/>
                <a:gd name="connsiteY16" fmla="*/ 8572 h 111442"/>
                <a:gd name="connsiteX17" fmla="*/ 234315 w 259556"/>
                <a:gd name="connsiteY17" fmla="*/ 10001 h 111442"/>
                <a:gd name="connsiteX18" fmla="*/ 232886 w 259556"/>
                <a:gd name="connsiteY18" fmla="*/ 11430 h 111442"/>
                <a:gd name="connsiteX19" fmla="*/ 227648 w 259556"/>
                <a:gd name="connsiteY19" fmla="*/ 11430 h 111442"/>
                <a:gd name="connsiteX20" fmla="*/ 222409 w 259556"/>
                <a:gd name="connsiteY20" fmla="*/ 10478 h 111442"/>
                <a:gd name="connsiteX21" fmla="*/ 214313 w 259556"/>
                <a:gd name="connsiteY21" fmla="*/ 5715 h 111442"/>
                <a:gd name="connsiteX22" fmla="*/ 212407 w 259556"/>
                <a:gd name="connsiteY22" fmla="*/ 5715 h 111442"/>
                <a:gd name="connsiteX23" fmla="*/ 210026 w 259556"/>
                <a:gd name="connsiteY23" fmla="*/ 6191 h 111442"/>
                <a:gd name="connsiteX24" fmla="*/ 206693 w 259556"/>
                <a:gd name="connsiteY24" fmla="*/ 4763 h 111442"/>
                <a:gd name="connsiteX25" fmla="*/ 200025 w 259556"/>
                <a:gd name="connsiteY25" fmla="*/ 1905 h 111442"/>
                <a:gd name="connsiteX26" fmla="*/ 196691 w 259556"/>
                <a:gd name="connsiteY26" fmla="*/ 953 h 111442"/>
                <a:gd name="connsiteX27" fmla="*/ 194786 w 259556"/>
                <a:gd name="connsiteY27" fmla="*/ 1429 h 111442"/>
                <a:gd name="connsiteX28" fmla="*/ 192881 w 259556"/>
                <a:gd name="connsiteY28" fmla="*/ 2381 h 111442"/>
                <a:gd name="connsiteX29" fmla="*/ 191929 w 259556"/>
                <a:gd name="connsiteY29" fmla="*/ 2381 h 111442"/>
                <a:gd name="connsiteX30" fmla="*/ 190976 w 259556"/>
                <a:gd name="connsiteY30" fmla="*/ 1429 h 111442"/>
                <a:gd name="connsiteX31" fmla="*/ 188595 w 259556"/>
                <a:gd name="connsiteY31" fmla="*/ 0 h 111442"/>
                <a:gd name="connsiteX32" fmla="*/ 186214 w 259556"/>
                <a:gd name="connsiteY32" fmla="*/ 0 h 111442"/>
                <a:gd name="connsiteX33" fmla="*/ 185261 w 259556"/>
                <a:gd name="connsiteY33" fmla="*/ 953 h 111442"/>
                <a:gd name="connsiteX34" fmla="*/ 184309 w 259556"/>
                <a:gd name="connsiteY34" fmla="*/ 7620 h 111442"/>
                <a:gd name="connsiteX35" fmla="*/ 183832 w 259556"/>
                <a:gd name="connsiteY35" fmla="*/ 10001 h 111442"/>
                <a:gd name="connsiteX36" fmla="*/ 180023 w 259556"/>
                <a:gd name="connsiteY36" fmla="*/ 10001 h 111442"/>
                <a:gd name="connsiteX37" fmla="*/ 179070 w 259556"/>
                <a:gd name="connsiteY37" fmla="*/ 10954 h 111442"/>
                <a:gd name="connsiteX38" fmla="*/ 176213 w 259556"/>
                <a:gd name="connsiteY38" fmla="*/ 14288 h 111442"/>
                <a:gd name="connsiteX39" fmla="*/ 175736 w 259556"/>
                <a:gd name="connsiteY39" fmla="*/ 17621 h 111442"/>
                <a:gd name="connsiteX40" fmla="*/ 170974 w 259556"/>
                <a:gd name="connsiteY40" fmla="*/ 16669 h 111442"/>
                <a:gd name="connsiteX41" fmla="*/ 169069 w 259556"/>
                <a:gd name="connsiteY41" fmla="*/ 16192 h 111442"/>
                <a:gd name="connsiteX42" fmla="*/ 167164 w 259556"/>
                <a:gd name="connsiteY42" fmla="*/ 16669 h 111442"/>
                <a:gd name="connsiteX43" fmla="*/ 164782 w 259556"/>
                <a:gd name="connsiteY43" fmla="*/ 18574 h 111442"/>
                <a:gd name="connsiteX44" fmla="*/ 158591 w 259556"/>
                <a:gd name="connsiteY44" fmla="*/ 18097 h 111442"/>
                <a:gd name="connsiteX45" fmla="*/ 153829 w 259556"/>
                <a:gd name="connsiteY45" fmla="*/ 17145 h 111442"/>
                <a:gd name="connsiteX46" fmla="*/ 151924 w 259556"/>
                <a:gd name="connsiteY46" fmla="*/ 13335 h 111442"/>
                <a:gd name="connsiteX47" fmla="*/ 149543 w 259556"/>
                <a:gd name="connsiteY47" fmla="*/ 11906 h 111442"/>
                <a:gd name="connsiteX48" fmla="*/ 147161 w 259556"/>
                <a:gd name="connsiteY48" fmla="*/ 10478 h 111442"/>
                <a:gd name="connsiteX49" fmla="*/ 146209 w 259556"/>
                <a:gd name="connsiteY49" fmla="*/ 10001 h 111442"/>
                <a:gd name="connsiteX50" fmla="*/ 145732 w 259556"/>
                <a:gd name="connsiteY50" fmla="*/ 10954 h 111442"/>
                <a:gd name="connsiteX51" fmla="*/ 145256 w 259556"/>
                <a:gd name="connsiteY51" fmla="*/ 13811 h 111442"/>
                <a:gd name="connsiteX52" fmla="*/ 145256 w 259556"/>
                <a:gd name="connsiteY52" fmla="*/ 16669 h 111442"/>
                <a:gd name="connsiteX53" fmla="*/ 144780 w 259556"/>
                <a:gd name="connsiteY53" fmla="*/ 18097 h 111442"/>
                <a:gd name="connsiteX54" fmla="*/ 142875 w 259556"/>
                <a:gd name="connsiteY54" fmla="*/ 20003 h 111442"/>
                <a:gd name="connsiteX55" fmla="*/ 141923 w 259556"/>
                <a:gd name="connsiteY55" fmla="*/ 20479 h 111442"/>
                <a:gd name="connsiteX56" fmla="*/ 141446 w 259556"/>
                <a:gd name="connsiteY56" fmla="*/ 20955 h 111442"/>
                <a:gd name="connsiteX57" fmla="*/ 134779 w 259556"/>
                <a:gd name="connsiteY57" fmla="*/ 18097 h 111442"/>
                <a:gd name="connsiteX58" fmla="*/ 134302 w 259556"/>
                <a:gd name="connsiteY58" fmla="*/ 18574 h 111442"/>
                <a:gd name="connsiteX59" fmla="*/ 133826 w 259556"/>
                <a:gd name="connsiteY59" fmla="*/ 19050 h 111442"/>
                <a:gd name="connsiteX60" fmla="*/ 132398 w 259556"/>
                <a:gd name="connsiteY60" fmla="*/ 26194 h 111442"/>
                <a:gd name="connsiteX61" fmla="*/ 130969 w 259556"/>
                <a:gd name="connsiteY61" fmla="*/ 27622 h 111442"/>
                <a:gd name="connsiteX62" fmla="*/ 129064 w 259556"/>
                <a:gd name="connsiteY62" fmla="*/ 29051 h 111442"/>
                <a:gd name="connsiteX63" fmla="*/ 125730 w 259556"/>
                <a:gd name="connsiteY63" fmla="*/ 30480 h 111442"/>
                <a:gd name="connsiteX64" fmla="*/ 122873 w 259556"/>
                <a:gd name="connsiteY64" fmla="*/ 30956 h 111442"/>
                <a:gd name="connsiteX65" fmla="*/ 120968 w 259556"/>
                <a:gd name="connsiteY65" fmla="*/ 31433 h 111442"/>
                <a:gd name="connsiteX66" fmla="*/ 114776 w 259556"/>
                <a:gd name="connsiteY66" fmla="*/ 34766 h 111442"/>
                <a:gd name="connsiteX67" fmla="*/ 111919 w 259556"/>
                <a:gd name="connsiteY67" fmla="*/ 36195 h 111442"/>
                <a:gd name="connsiteX68" fmla="*/ 110014 w 259556"/>
                <a:gd name="connsiteY68" fmla="*/ 38576 h 111442"/>
                <a:gd name="connsiteX69" fmla="*/ 110014 w 259556"/>
                <a:gd name="connsiteY69" fmla="*/ 40005 h 111442"/>
                <a:gd name="connsiteX70" fmla="*/ 113348 w 259556"/>
                <a:gd name="connsiteY70" fmla="*/ 43815 h 111442"/>
                <a:gd name="connsiteX71" fmla="*/ 116681 w 259556"/>
                <a:gd name="connsiteY71" fmla="*/ 48101 h 111442"/>
                <a:gd name="connsiteX72" fmla="*/ 116681 w 259556"/>
                <a:gd name="connsiteY72" fmla="*/ 51435 h 111442"/>
                <a:gd name="connsiteX73" fmla="*/ 115252 w 259556"/>
                <a:gd name="connsiteY73" fmla="*/ 54292 h 111442"/>
                <a:gd name="connsiteX74" fmla="*/ 114776 w 259556"/>
                <a:gd name="connsiteY74" fmla="*/ 55245 h 111442"/>
                <a:gd name="connsiteX75" fmla="*/ 115729 w 259556"/>
                <a:gd name="connsiteY75" fmla="*/ 55721 h 111442"/>
                <a:gd name="connsiteX76" fmla="*/ 117634 w 259556"/>
                <a:gd name="connsiteY76" fmla="*/ 55721 h 111442"/>
                <a:gd name="connsiteX77" fmla="*/ 119539 w 259556"/>
                <a:gd name="connsiteY77" fmla="*/ 56197 h 111442"/>
                <a:gd name="connsiteX78" fmla="*/ 120015 w 259556"/>
                <a:gd name="connsiteY78" fmla="*/ 58103 h 111442"/>
                <a:gd name="connsiteX79" fmla="*/ 120015 w 259556"/>
                <a:gd name="connsiteY79" fmla="*/ 61436 h 111442"/>
                <a:gd name="connsiteX80" fmla="*/ 119539 w 259556"/>
                <a:gd name="connsiteY80" fmla="*/ 64294 h 111442"/>
                <a:gd name="connsiteX81" fmla="*/ 118586 w 259556"/>
                <a:gd name="connsiteY81" fmla="*/ 65722 h 111442"/>
                <a:gd name="connsiteX82" fmla="*/ 117157 w 259556"/>
                <a:gd name="connsiteY82" fmla="*/ 65722 h 111442"/>
                <a:gd name="connsiteX83" fmla="*/ 114300 w 259556"/>
                <a:gd name="connsiteY83" fmla="*/ 64294 h 111442"/>
                <a:gd name="connsiteX84" fmla="*/ 111919 w 259556"/>
                <a:gd name="connsiteY84" fmla="*/ 62865 h 111442"/>
                <a:gd name="connsiteX85" fmla="*/ 110966 w 259556"/>
                <a:gd name="connsiteY85" fmla="*/ 61913 h 111442"/>
                <a:gd name="connsiteX86" fmla="*/ 110966 w 259556"/>
                <a:gd name="connsiteY86" fmla="*/ 60960 h 111442"/>
                <a:gd name="connsiteX87" fmla="*/ 111443 w 259556"/>
                <a:gd name="connsiteY87" fmla="*/ 60008 h 111442"/>
                <a:gd name="connsiteX88" fmla="*/ 110490 w 259556"/>
                <a:gd name="connsiteY88" fmla="*/ 58579 h 111442"/>
                <a:gd name="connsiteX89" fmla="*/ 107632 w 259556"/>
                <a:gd name="connsiteY89" fmla="*/ 57626 h 111442"/>
                <a:gd name="connsiteX90" fmla="*/ 104299 w 259556"/>
                <a:gd name="connsiteY90" fmla="*/ 58103 h 111442"/>
                <a:gd name="connsiteX91" fmla="*/ 102394 w 259556"/>
                <a:gd name="connsiteY91" fmla="*/ 59055 h 111442"/>
                <a:gd name="connsiteX92" fmla="*/ 100489 w 259556"/>
                <a:gd name="connsiteY92" fmla="*/ 59055 h 111442"/>
                <a:gd name="connsiteX93" fmla="*/ 99060 w 259556"/>
                <a:gd name="connsiteY93" fmla="*/ 57626 h 111442"/>
                <a:gd name="connsiteX94" fmla="*/ 96679 w 259556"/>
                <a:gd name="connsiteY94" fmla="*/ 56674 h 111442"/>
                <a:gd name="connsiteX95" fmla="*/ 93345 w 259556"/>
                <a:gd name="connsiteY95" fmla="*/ 56197 h 111442"/>
                <a:gd name="connsiteX96" fmla="*/ 91440 w 259556"/>
                <a:gd name="connsiteY96" fmla="*/ 55245 h 111442"/>
                <a:gd name="connsiteX97" fmla="*/ 90964 w 259556"/>
                <a:gd name="connsiteY97" fmla="*/ 55721 h 111442"/>
                <a:gd name="connsiteX98" fmla="*/ 90964 w 259556"/>
                <a:gd name="connsiteY98" fmla="*/ 58579 h 111442"/>
                <a:gd name="connsiteX99" fmla="*/ 90488 w 259556"/>
                <a:gd name="connsiteY99" fmla="*/ 59531 h 111442"/>
                <a:gd name="connsiteX100" fmla="*/ 74771 w 259556"/>
                <a:gd name="connsiteY100" fmla="*/ 60960 h 111442"/>
                <a:gd name="connsiteX101" fmla="*/ 69532 w 259556"/>
                <a:gd name="connsiteY101" fmla="*/ 62865 h 111442"/>
                <a:gd name="connsiteX102" fmla="*/ 66199 w 259556"/>
                <a:gd name="connsiteY102" fmla="*/ 64294 h 111442"/>
                <a:gd name="connsiteX103" fmla="*/ 63818 w 259556"/>
                <a:gd name="connsiteY103" fmla="*/ 65246 h 111442"/>
                <a:gd name="connsiteX104" fmla="*/ 62865 w 259556"/>
                <a:gd name="connsiteY104" fmla="*/ 66675 h 111442"/>
                <a:gd name="connsiteX105" fmla="*/ 60484 w 259556"/>
                <a:gd name="connsiteY105" fmla="*/ 68104 h 111442"/>
                <a:gd name="connsiteX106" fmla="*/ 57626 w 259556"/>
                <a:gd name="connsiteY106" fmla="*/ 68580 h 111442"/>
                <a:gd name="connsiteX107" fmla="*/ 56674 w 259556"/>
                <a:gd name="connsiteY107" fmla="*/ 68104 h 111442"/>
                <a:gd name="connsiteX108" fmla="*/ 54769 w 259556"/>
                <a:gd name="connsiteY108" fmla="*/ 68580 h 111442"/>
                <a:gd name="connsiteX109" fmla="*/ 51435 w 259556"/>
                <a:gd name="connsiteY109" fmla="*/ 69533 h 111442"/>
                <a:gd name="connsiteX110" fmla="*/ 49530 w 259556"/>
                <a:gd name="connsiteY110" fmla="*/ 69056 h 111442"/>
                <a:gd name="connsiteX111" fmla="*/ 48577 w 259556"/>
                <a:gd name="connsiteY111" fmla="*/ 68104 h 111442"/>
                <a:gd name="connsiteX112" fmla="*/ 46673 w 259556"/>
                <a:gd name="connsiteY112" fmla="*/ 66199 h 111442"/>
                <a:gd name="connsiteX113" fmla="*/ 45720 w 259556"/>
                <a:gd name="connsiteY113" fmla="*/ 64770 h 111442"/>
                <a:gd name="connsiteX114" fmla="*/ 45720 w 259556"/>
                <a:gd name="connsiteY114" fmla="*/ 63817 h 111442"/>
                <a:gd name="connsiteX115" fmla="*/ 41434 w 259556"/>
                <a:gd name="connsiteY115" fmla="*/ 63817 h 111442"/>
                <a:gd name="connsiteX116" fmla="*/ 38576 w 259556"/>
                <a:gd name="connsiteY116" fmla="*/ 62865 h 111442"/>
                <a:gd name="connsiteX117" fmla="*/ 32861 w 259556"/>
                <a:gd name="connsiteY117" fmla="*/ 62865 h 111442"/>
                <a:gd name="connsiteX118" fmla="*/ 30956 w 259556"/>
                <a:gd name="connsiteY118" fmla="*/ 62389 h 111442"/>
                <a:gd name="connsiteX119" fmla="*/ 30956 w 259556"/>
                <a:gd name="connsiteY119" fmla="*/ 62865 h 111442"/>
                <a:gd name="connsiteX120" fmla="*/ 30004 w 259556"/>
                <a:gd name="connsiteY120" fmla="*/ 68104 h 111442"/>
                <a:gd name="connsiteX121" fmla="*/ 28575 w 259556"/>
                <a:gd name="connsiteY121" fmla="*/ 70485 h 111442"/>
                <a:gd name="connsiteX122" fmla="*/ 26670 w 259556"/>
                <a:gd name="connsiteY122" fmla="*/ 72866 h 111442"/>
                <a:gd name="connsiteX123" fmla="*/ 24289 w 259556"/>
                <a:gd name="connsiteY123" fmla="*/ 73819 h 111442"/>
                <a:gd name="connsiteX124" fmla="*/ 22384 w 259556"/>
                <a:gd name="connsiteY124" fmla="*/ 74295 h 111442"/>
                <a:gd name="connsiteX125" fmla="*/ 22384 w 259556"/>
                <a:gd name="connsiteY125" fmla="*/ 72390 h 111442"/>
                <a:gd name="connsiteX126" fmla="*/ 22860 w 259556"/>
                <a:gd name="connsiteY126" fmla="*/ 70485 h 111442"/>
                <a:gd name="connsiteX127" fmla="*/ 21431 w 259556"/>
                <a:gd name="connsiteY127" fmla="*/ 70009 h 111442"/>
                <a:gd name="connsiteX128" fmla="*/ 19526 w 259556"/>
                <a:gd name="connsiteY128" fmla="*/ 70009 h 111442"/>
                <a:gd name="connsiteX129" fmla="*/ 18574 w 259556"/>
                <a:gd name="connsiteY129" fmla="*/ 69533 h 111442"/>
                <a:gd name="connsiteX130" fmla="*/ 18574 w 259556"/>
                <a:gd name="connsiteY130" fmla="*/ 67628 h 111442"/>
                <a:gd name="connsiteX131" fmla="*/ 18098 w 259556"/>
                <a:gd name="connsiteY131" fmla="*/ 67151 h 111442"/>
                <a:gd name="connsiteX132" fmla="*/ 17145 w 259556"/>
                <a:gd name="connsiteY132" fmla="*/ 65722 h 111442"/>
                <a:gd name="connsiteX133" fmla="*/ 15240 w 259556"/>
                <a:gd name="connsiteY133" fmla="*/ 64770 h 111442"/>
                <a:gd name="connsiteX134" fmla="*/ 10954 w 259556"/>
                <a:gd name="connsiteY134" fmla="*/ 62389 h 111442"/>
                <a:gd name="connsiteX135" fmla="*/ 7620 w 259556"/>
                <a:gd name="connsiteY135" fmla="*/ 61436 h 111442"/>
                <a:gd name="connsiteX136" fmla="*/ 6668 w 259556"/>
                <a:gd name="connsiteY136" fmla="*/ 62389 h 111442"/>
                <a:gd name="connsiteX137" fmla="*/ 5715 w 259556"/>
                <a:gd name="connsiteY137" fmla="*/ 62865 h 111442"/>
                <a:gd name="connsiteX138" fmla="*/ 7144 w 259556"/>
                <a:gd name="connsiteY138" fmla="*/ 63817 h 111442"/>
                <a:gd name="connsiteX139" fmla="*/ 6668 w 259556"/>
                <a:gd name="connsiteY139" fmla="*/ 64294 h 111442"/>
                <a:gd name="connsiteX140" fmla="*/ 5715 w 259556"/>
                <a:gd name="connsiteY140" fmla="*/ 64294 h 111442"/>
                <a:gd name="connsiteX141" fmla="*/ 952 w 259556"/>
                <a:gd name="connsiteY141" fmla="*/ 64294 h 111442"/>
                <a:gd name="connsiteX142" fmla="*/ 3334 w 259556"/>
                <a:gd name="connsiteY142" fmla="*/ 66199 h 111442"/>
                <a:gd name="connsiteX143" fmla="*/ 2857 w 259556"/>
                <a:gd name="connsiteY143" fmla="*/ 69533 h 111442"/>
                <a:gd name="connsiteX144" fmla="*/ 0 w 259556"/>
                <a:gd name="connsiteY144" fmla="*/ 74771 h 111442"/>
                <a:gd name="connsiteX145" fmla="*/ 476 w 259556"/>
                <a:gd name="connsiteY145" fmla="*/ 75247 h 111442"/>
                <a:gd name="connsiteX146" fmla="*/ 476 w 259556"/>
                <a:gd name="connsiteY146" fmla="*/ 76200 h 111442"/>
                <a:gd name="connsiteX147" fmla="*/ 952 w 259556"/>
                <a:gd name="connsiteY147" fmla="*/ 77153 h 111442"/>
                <a:gd name="connsiteX148" fmla="*/ 952 w 259556"/>
                <a:gd name="connsiteY148" fmla="*/ 78105 h 111442"/>
                <a:gd name="connsiteX149" fmla="*/ 1429 w 259556"/>
                <a:gd name="connsiteY149" fmla="*/ 79534 h 111442"/>
                <a:gd name="connsiteX150" fmla="*/ 2857 w 259556"/>
                <a:gd name="connsiteY150" fmla="*/ 80486 h 111442"/>
                <a:gd name="connsiteX151" fmla="*/ 2857 w 259556"/>
                <a:gd name="connsiteY151" fmla="*/ 81439 h 111442"/>
                <a:gd name="connsiteX152" fmla="*/ 2381 w 259556"/>
                <a:gd name="connsiteY152" fmla="*/ 82867 h 111442"/>
                <a:gd name="connsiteX153" fmla="*/ 1905 w 259556"/>
                <a:gd name="connsiteY153" fmla="*/ 83820 h 111442"/>
                <a:gd name="connsiteX154" fmla="*/ 3334 w 259556"/>
                <a:gd name="connsiteY154" fmla="*/ 83820 h 111442"/>
                <a:gd name="connsiteX155" fmla="*/ 7620 w 259556"/>
                <a:gd name="connsiteY155" fmla="*/ 84772 h 111442"/>
                <a:gd name="connsiteX156" fmla="*/ 10954 w 259556"/>
                <a:gd name="connsiteY156" fmla="*/ 85725 h 111442"/>
                <a:gd name="connsiteX157" fmla="*/ 11430 w 259556"/>
                <a:gd name="connsiteY157" fmla="*/ 87154 h 111442"/>
                <a:gd name="connsiteX158" fmla="*/ 11906 w 259556"/>
                <a:gd name="connsiteY158" fmla="*/ 88583 h 111442"/>
                <a:gd name="connsiteX159" fmla="*/ 16193 w 259556"/>
                <a:gd name="connsiteY159" fmla="*/ 90964 h 111442"/>
                <a:gd name="connsiteX160" fmla="*/ 20955 w 259556"/>
                <a:gd name="connsiteY160" fmla="*/ 92392 h 111442"/>
                <a:gd name="connsiteX161" fmla="*/ 22384 w 259556"/>
                <a:gd name="connsiteY161" fmla="*/ 91916 h 111442"/>
                <a:gd name="connsiteX162" fmla="*/ 28099 w 259556"/>
                <a:gd name="connsiteY162" fmla="*/ 86678 h 111442"/>
                <a:gd name="connsiteX163" fmla="*/ 30480 w 259556"/>
                <a:gd name="connsiteY163" fmla="*/ 87630 h 111442"/>
                <a:gd name="connsiteX164" fmla="*/ 31432 w 259556"/>
                <a:gd name="connsiteY164" fmla="*/ 90488 h 111442"/>
                <a:gd name="connsiteX165" fmla="*/ 31432 w 259556"/>
                <a:gd name="connsiteY165" fmla="*/ 91916 h 111442"/>
                <a:gd name="connsiteX166" fmla="*/ 32385 w 259556"/>
                <a:gd name="connsiteY166" fmla="*/ 92392 h 111442"/>
                <a:gd name="connsiteX167" fmla="*/ 35719 w 259556"/>
                <a:gd name="connsiteY167" fmla="*/ 92392 h 111442"/>
                <a:gd name="connsiteX168" fmla="*/ 39529 w 259556"/>
                <a:gd name="connsiteY168" fmla="*/ 92869 h 111442"/>
                <a:gd name="connsiteX169" fmla="*/ 41910 w 259556"/>
                <a:gd name="connsiteY169" fmla="*/ 94774 h 111442"/>
                <a:gd name="connsiteX170" fmla="*/ 44291 w 259556"/>
                <a:gd name="connsiteY170" fmla="*/ 95726 h 111442"/>
                <a:gd name="connsiteX171" fmla="*/ 47625 w 259556"/>
                <a:gd name="connsiteY171" fmla="*/ 95726 h 111442"/>
                <a:gd name="connsiteX172" fmla="*/ 50006 w 259556"/>
                <a:gd name="connsiteY172" fmla="*/ 95726 h 111442"/>
                <a:gd name="connsiteX173" fmla="*/ 50959 w 259556"/>
                <a:gd name="connsiteY173" fmla="*/ 94774 h 111442"/>
                <a:gd name="connsiteX174" fmla="*/ 52388 w 259556"/>
                <a:gd name="connsiteY174" fmla="*/ 91916 h 111442"/>
                <a:gd name="connsiteX175" fmla="*/ 54769 w 259556"/>
                <a:gd name="connsiteY175" fmla="*/ 89059 h 111442"/>
                <a:gd name="connsiteX176" fmla="*/ 58579 w 259556"/>
                <a:gd name="connsiteY176" fmla="*/ 87154 h 111442"/>
                <a:gd name="connsiteX177" fmla="*/ 64770 w 259556"/>
                <a:gd name="connsiteY177" fmla="*/ 86678 h 111442"/>
                <a:gd name="connsiteX178" fmla="*/ 68104 w 259556"/>
                <a:gd name="connsiteY178" fmla="*/ 86201 h 111442"/>
                <a:gd name="connsiteX179" fmla="*/ 71438 w 259556"/>
                <a:gd name="connsiteY179" fmla="*/ 86201 h 111442"/>
                <a:gd name="connsiteX180" fmla="*/ 73819 w 259556"/>
                <a:gd name="connsiteY180" fmla="*/ 86678 h 111442"/>
                <a:gd name="connsiteX181" fmla="*/ 76676 w 259556"/>
                <a:gd name="connsiteY181" fmla="*/ 86678 h 111442"/>
                <a:gd name="connsiteX182" fmla="*/ 83344 w 259556"/>
                <a:gd name="connsiteY182" fmla="*/ 84296 h 111442"/>
                <a:gd name="connsiteX183" fmla="*/ 90011 w 259556"/>
                <a:gd name="connsiteY183" fmla="*/ 82391 h 111442"/>
                <a:gd name="connsiteX184" fmla="*/ 90964 w 259556"/>
                <a:gd name="connsiteY184" fmla="*/ 82867 h 111442"/>
                <a:gd name="connsiteX185" fmla="*/ 90964 w 259556"/>
                <a:gd name="connsiteY185" fmla="*/ 83344 h 111442"/>
                <a:gd name="connsiteX186" fmla="*/ 90011 w 259556"/>
                <a:gd name="connsiteY186" fmla="*/ 84772 h 111442"/>
                <a:gd name="connsiteX187" fmla="*/ 88582 w 259556"/>
                <a:gd name="connsiteY187" fmla="*/ 86678 h 111442"/>
                <a:gd name="connsiteX188" fmla="*/ 89535 w 259556"/>
                <a:gd name="connsiteY188" fmla="*/ 89059 h 111442"/>
                <a:gd name="connsiteX189" fmla="*/ 93345 w 259556"/>
                <a:gd name="connsiteY189" fmla="*/ 92869 h 111442"/>
                <a:gd name="connsiteX190" fmla="*/ 95250 w 259556"/>
                <a:gd name="connsiteY190" fmla="*/ 96203 h 111442"/>
                <a:gd name="connsiteX191" fmla="*/ 97631 w 259556"/>
                <a:gd name="connsiteY191" fmla="*/ 98584 h 111442"/>
                <a:gd name="connsiteX192" fmla="*/ 100489 w 259556"/>
                <a:gd name="connsiteY192" fmla="*/ 100013 h 111442"/>
                <a:gd name="connsiteX193" fmla="*/ 104775 w 259556"/>
                <a:gd name="connsiteY193" fmla="*/ 100965 h 111442"/>
                <a:gd name="connsiteX194" fmla="*/ 108109 w 259556"/>
                <a:gd name="connsiteY194" fmla="*/ 100965 h 111442"/>
                <a:gd name="connsiteX195" fmla="*/ 111443 w 259556"/>
                <a:gd name="connsiteY195" fmla="*/ 101917 h 111442"/>
                <a:gd name="connsiteX196" fmla="*/ 123825 w 259556"/>
                <a:gd name="connsiteY196" fmla="*/ 104299 h 111442"/>
                <a:gd name="connsiteX197" fmla="*/ 130016 w 259556"/>
                <a:gd name="connsiteY197" fmla="*/ 104775 h 111442"/>
                <a:gd name="connsiteX198" fmla="*/ 134779 w 259556"/>
                <a:gd name="connsiteY198" fmla="*/ 104775 h 111442"/>
                <a:gd name="connsiteX199" fmla="*/ 141923 w 259556"/>
                <a:gd name="connsiteY199" fmla="*/ 106680 h 111442"/>
                <a:gd name="connsiteX200" fmla="*/ 143351 w 259556"/>
                <a:gd name="connsiteY200" fmla="*/ 106680 h 111442"/>
                <a:gd name="connsiteX201" fmla="*/ 146685 w 259556"/>
                <a:gd name="connsiteY201" fmla="*/ 106680 h 111442"/>
                <a:gd name="connsiteX202" fmla="*/ 150019 w 259556"/>
                <a:gd name="connsiteY202" fmla="*/ 107633 h 111442"/>
                <a:gd name="connsiteX203" fmla="*/ 152876 w 259556"/>
                <a:gd name="connsiteY203" fmla="*/ 108109 h 111442"/>
                <a:gd name="connsiteX204" fmla="*/ 155734 w 259556"/>
                <a:gd name="connsiteY204" fmla="*/ 109061 h 111442"/>
                <a:gd name="connsiteX205" fmla="*/ 161449 w 259556"/>
                <a:gd name="connsiteY205" fmla="*/ 110014 h 111442"/>
                <a:gd name="connsiteX206" fmla="*/ 166688 w 259556"/>
                <a:gd name="connsiteY206" fmla="*/ 110490 h 111442"/>
                <a:gd name="connsiteX207" fmla="*/ 168116 w 259556"/>
                <a:gd name="connsiteY207" fmla="*/ 110966 h 111442"/>
                <a:gd name="connsiteX208" fmla="*/ 169545 w 259556"/>
                <a:gd name="connsiteY208" fmla="*/ 110966 h 111442"/>
                <a:gd name="connsiteX209" fmla="*/ 170974 w 259556"/>
                <a:gd name="connsiteY209" fmla="*/ 111442 h 111442"/>
                <a:gd name="connsiteX210" fmla="*/ 171926 w 259556"/>
                <a:gd name="connsiteY210" fmla="*/ 110966 h 111442"/>
                <a:gd name="connsiteX211" fmla="*/ 172402 w 259556"/>
                <a:gd name="connsiteY211" fmla="*/ 110014 h 111442"/>
                <a:gd name="connsiteX212" fmla="*/ 175260 w 259556"/>
                <a:gd name="connsiteY212" fmla="*/ 109061 h 111442"/>
                <a:gd name="connsiteX213" fmla="*/ 178118 w 259556"/>
                <a:gd name="connsiteY213" fmla="*/ 107156 h 111442"/>
                <a:gd name="connsiteX214" fmla="*/ 180023 w 259556"/>
                <a:gd name="connsiteY214" fmla="*/ 105251 h 111442"/>
                <a:gd name="connsiteX215" fmla="*/ 180975 w 259556"/>
                <a:gd name="connsiteY215" fmla="*/ 103822 h 111442"/>
                <a:gd name="connsiteX216" fmla="*/ 182880 w 259556"/>
                <a:gd name="connsiteY216" fmla="*/ 102870 h 111442"/>
                <a:gd name="connsiteX217" fmla="*/ 184785 w 259556"/>
                <a:gd name="connsiteY217" fmla="*/ 102394 h 111442"/>
                <a:gd name="connsiteX218" fmla="*/ 186214 w 259556"/>
                <a:gd name="connsiteY218" fmla="*/ 101917 h 111442"/>
                <a:gd name="connsiteX219" fmla="*/ 193834 w 259556"/>
                <a:gd name="connsiteY219" fmla="*/ 101441 h 111442"/>
                <a:gd name="connsiteX220" fmla="*/ 201454 w 259556"/>
                <a:gd name="connsiteY220" fmla="*/ 101917 h 111442"/>
                <a:gd name="connsiteX221" fmla="*/ 204788 w 259556"/>
                <a:gd name="connsiteY221" fmla="*/ 100965 h 111442"/>
                <a:gd name="connsiteX222" fmla="*/ 207645 w 259556"/>
                <a:gd name="connsiteY222" fmla="*/ 99060 h 111442"/>
                <a:gd name="connsiteX223" fmla="*/ 212407 w 259556"/>
                <a:gd name="connsiteY223" fmla="*/ 98584 h 111442"/>
                <a:gd name="connsiteX224" fmla="*/ 212407 w 259556"/>
                <a:gd name="connsiteY224" fmla="*/ 98584 h 111442"/>
                <a:gd name="connsiteX225" fmla="*/ 219075 w 259556"/>
                <a:gd name="connsiteY225" fmla="*/ 100013 h 111442"/>
                <a:gd name="connsiteX226" fmla="*/ 219551 w 259556"/>
                <a:gd name="connsiteY226" fmla="*/ 99060 h 111442"/>
                <a:gd name="connsiteX227" fmla="*/ 219551 w 259556"/>
                <a:gd name="connsiteY227" fmla="*/ 98584 h 111442"/>
                <a:gd name="connsiteX228" fmla="*/ 219551 w 259556"/>
                <a:gd name="connsiteY228" fmla="*/ 94774 h 111442"/>
                <a:gd name="connsiteX229" fmla="*/ 221456 w 259556"/>
                <a:gd name="connsiteY229" fmla="*/ 92869 h 111442"/>
                <a:gd name="connsiteX230" fmla="*/ 223361 w 259556"/>
                <a:gd name="connsiteY230" fmla="*/ 91916 h 111442"/>
                <a:gd name="connsiteX231" fmla="*/ 229076 w 259556"/>
                <a:gd name="connsiteY231" fmla="*/ 87154 h 111442"/>
                <a:gd name="connsiteX232" fmla="*/ 231457 w 259556"/>
                <a:gd name="connsiteY232" fmla="*/ 86201 h 111442"/>
                <a:gd name="connsiteX233" fmla="*/ 234791 w 259556"/>
                <a:gd name="connsiteY233" fmla="*/ 86201 h 111442"/>
                <a:gd name="connsiteX234" fmla="*/ 235744 w 259556"/>
                <a:gd name="connsiteY234" fmla="*/ 85725 h 111442"/>
                <a:gd name="connsiteX235" fmla="*/ 236220 w 259556"/>
                <a:gd name="connsiteY235" fmla="*/ 85249 h 111442"/>
                <a:gd name="connsiteX236" fmla="*/ 236696 w 259556"/>
                <a:gd name="connsiteY236" fmla="*/ 83820 h 111442"/>
                <a:gd name="connsiteX237" fmla="*/ 236696 w 259556"/>
                <a:gd name="connsiteY237" fmla="*/ 82391 h 111442"/>
                <a:gd name="connsiteX238" fmla="*/ 237173 w 259556"/>
                <a:gd name="connsiteY238" fmla="*/ 80963 h 111442"/>
                <a:gd name="connsiteX239" fmla="*/ 236696 w 259556"/>
                <a:gd name="connsiteY239" fmla="*/ 80010 h 111442"/>
                <a:gd name="connsiteX240" fmla="*/ 235268 w 259556"/>
                <a:gd name="connsiteY240" fmla="*/ 80010 h 111442"/>
                <a:gd name="connsiteX241" fmla="*/ 234315 w 259556"/>
                <a:gd name="connsiteY241" fmla="*/ 76676 h 111442"/>
                <a:gd name="connsiteX242" fmla="*/ 235268 w 259556"/>
                <a:gd name="connsiteY242" fmla="*/ 75247 h 111442"/>
                <a:gd name="connsiteX243" fmla="*/ 236220 w 259556"/>
                <a:gd name="connsiteY243" fmla="*/ 74295 h 111442"/>
                <a:gd name="connsiteX244" fmla="*/ 235268 w 259556"/>
                <a:gd name="connsiteY244" fmla="*/ 70485 h 111442"/>
                <a:gd name="connsiteX245" fmla="*/ 235268 w 259556"/>
                <a:gd name="connsiteY245" fmla="*/ 69056 h 111442"/>
                <a:gd name="connsiteX246" fmla="*/ 237649 w 259556"/>
                <a:gd name="connsiteY246" fmla="*/ 69056 h 111442"/>
                <a:gd name="connsiteX247" fmla="*/ 240030 w 259556"/>
                <a:gd name="connsiteY247" fmla="*/ 68104 h 111442"/>
                <a:gd name="connsiteX248" fmla="*/ 241459 w 259556"/>
                <a:gd name="connsiteY248" fmla="*/ 67151 h 111442"/>
                <a:gd name="connsiteX249" fmla="*/ 241935 w 259556"/>
                <a:gd name="connsiteY249" fmla="*/ 65722 h 111442"/>
                <a:gd name="connsiteX250" fmla="*/ 243364 w 259556"/>
                <a:gd name="connsiteY250" fmla="*/ 63341 h 111442"/>
                <a:gd name="connsiteX251" fmla="*/ 241935 w 259556"/>
                <a:gd name="connsiteY251" fmla="*/ 60008 h 111442"/>
                <a:gd name="connsiteX252" fmla="*/ 235268 w 259556"/>
                <a:gd name="connsiteY252" fmla="*/ 58103 h 111442"/>
                <a:gd name="connsiteX253" fmla="*/ 234791 w 259556"/>
                <a:gd name="connsiteY253" fmla="*/ 57150 h 111442"/>
                <a:gd name="connsiteX254" fmla="*/ 236220 w 259556"/>
                <a:gd name="connsiteY254" fmla="*/ 56197 h 111442"/>
                <a:gd name="connsiteX255" fmla="*/ 238125 w 259556"/>
                <a:gd name="connsiteY255" fmla="*/ 55245 h 111442"/>
                <a:gd name="connsiteX256" fmla="*/ 239077 w 259556"/>
                <a:gd name="connsiteY256" fmla="*/ 54292 h 111442"/>
                <a:gd name="connsiteX257" fmla="*/ 240506 w 259556"/>
                <a:gd name="connsiteY257" fmla="*/ 53816 h 111442"/>
                <a:gd name="connsiteX258" fmla="*/ 242411 w 259556"/>
                <a:gd name="connsiteY258" fmla="*/ 54292 h 111442"/>
                <a:gd name="connsiteX259" fmla="*/ 245745 w 259556"/>
                <a:gd name="connsiteY259" fmla="*/ 56674 h 111442"/>
                <a:gd name="connsiteX260" fmla="*/ 247174 w 259556"/>
                <a:gd name="connsiteY260" fmla="*/ 57150 h 111442"/>
                <a:gd name="connsiteX261" fmla="*/ 248126 w 259556"/>
                <a:gd name="connsiteY261" fmla="*/ 56674 h 111442"/>
                <a:gd name="connsiteX262" fmla="*/ 249555 w 259556"/>
                <a:gd name="connsiteY262" fmla="*/ 56197 h 111442"/>
                <a:gd name="connsiteX263" fmla="*/ 253365 w 259556"/>
                <a:gd name="connsiteY263" fmla="*/ 56197 h 111442"/>
                <a:gd name="connsiteX264" fmla="*/ 256699 w 259556"/>
                <a:gd name="connsiteY264" fmla="*/ 55721 h 111442"/>
                <a:gd name="connsiteX265" fmla="*/ 255746 w 259556"/>
                <a:gd name="connsiteY265" fmla="*/ 53340 h 111442"/>
                <a:gd name="connsiteX266" fmla="*/ 255746 w 259556"/>
                <a:gd name="connsiteY266" fmla="*/ 51911 h 111442"/>
                <a:gd name="connsiteX267" fmla="*/ 255270 w 259556"/>
                <a:gd name="connsiteY267" fmla="*/ 50483 h 111442"/>
                <a:gd name="connsiteX268" fmla="*/ 255746 w 259556"/>
                <a:gd name="connsiteY268" fmla="*/ 48578 h 111442"/>
                <a:gd name="connsiteX269" fmla="*/ 257175 w 259556"/>
                <a:gd name="connsiteY269" fmla="*/ 47625 h 111442"/>
                <a:gd name="connsiteX270" fmla="*/ 257175 w 259556"/>
                <a:gd name="connsiteY270" fmla="*/ 44767 h 111442"/>
                <a:gd name="connsiteX271" fmla="*/ 259556 w 259556"/>
                <a:gd name="connsiteY271" fmla="*/ 42863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259556" h="111442">
                  <a:moveTo>
                    <a:pt x="257175" y="41434"/>
                  </a:moveTo>
                  <a:lnTo>
                    <a:pt x="256699" y="39529"/>
                  </a:lnTo>
                  <a:lnTo>
                    <a:pt x="253365" y="34766"/>
                  </a:lnTo>
                  <a:lnTo>
                    <a:pt x="249555" y="26670"/>
                  </a:lnTo>
                  <a:lnTo>
                    <a:pt x="249555" y="24289"/>
                  </a:lnTo>
                  <a:lnTo>
                    <a:pt x="250984" y="21431"/>
                  </a:lnTo>
                  <a:lnTo>
                    <a:pt x="252413" y="19526"/>
                  </a:lnTo>
                  <a:lnTo>
                    <a:pt x="252413" y="18097"/>
                  </a:lnTo>
                  <a:lnTo>
                    <a:pt x="252889" y="17621"/>
                  </a:lnTo>
                  <a:lnTo>
                    <a:pt x="251936" y="16669"/>
                  </a:lnTo>
                  <a:lnTo>
                    <a:pt x="250507" y="12859"/>
                  </a:lnTo>
                  <a:lnTo>
                    <a:pt x="248602" y="12383"/>
                  </a:lnTo>
                  <a:lnTo>
                    <a:pt x="246221" y="11906"/>
                  </a:lnTo>
                  <a:lnTo>
                    <a:pt x="244793" y="11430"/>
                  </a:lnTo>
                  <a:lnTo>
                    <a:pt x="240982" y="9525"/>
                  </a:lnTo>
                  <a:lnTo>
                    <a:pt x="238601" y="9049"/>
                  </a:lnTo>
                  <a:lnTo>
                    <a:pt x="236696" y="8572"/>
                  </a:lnTo>
                  <a:lnTo>
                    <a:pt x="234315" y="10001"/>
                  </a:lnTo>
                  <a:lnTo>
                    <a:pt x="232886" y="11430"/>
                  </a:lnTo>
                  <a:lnTo>
                    <a:pt x="227648" y="11430"/>
                  </a:lnTo>
                  <a:lnTo>
                    <a:pt x="222409" y="10478"/>
                  </a:lnTo>
                  <a:lnTo>
                    <a:pt x="214313" y="5715"/>
                  </a:lnTo>
                  <a:lnTo>
                    <a:pt x="212407" y="5715"/>
                  </a:lnTo>
                  <a:lnTo>
                    <a:pt x="210026" y="6191"/>
                  </a:lnTo>
                  <a:lnTo>
                    <a:pt x="206693" y="4763"/>
                  </a:lnTo>
                  <a:lnTo>
                    <a:pt x="200025" y="1905"/>
                  </a:lnTo>
                  <a:lnTo>
                    <a:pt x="196691" y="953"/>
                  </a:lnTo>
                  <a:lnTo>
                    <a:pt x="194786" y="1429"/>
                  </a:lnTo>
                  <a:lnTo>
                    <a:pt x="192881" y="2381"/>
                  </a:lnTo>
                  <a:lnTo>
                    <a:pt x="191929" y="2381"/>
                  </a:lnTo>
                  <a:lnTo>
                    <a:pt x="190976" y="1429"/>
                  </a:lnTo>
                  <a:lnTo>
                    <a:pt x="188595" y="0"/>
                  </a:lnTo>
                  <a:lnTo>
                    <a:pt x="186214" y="0"/>
                  </a:lnTo>
                  <a:lnTo>
                    <a:pt x="185261" y="953"/>
                  </a:lnTo>
                  <a:lnTo>
                    <a:pt x="184309" y="7620"/>
                  </a:lnTo>
                  <a:lnTo>
                    <a:pt x="183832" y="10001"/>
                  </a:lnTo>
                  <a:lnTo>
                    <a:pt x="180023" y="10001"/>
                  </a:lnTo>
                  <a:lnTo>
                    <a:pt x="179070" y="10954"/>
                  </a:lnTo>
                  <a:lnTo>
                    <a:pt x="176213" y="14288"/>
                  </a:lnTo>
                  <a:lnTo>
                    <a:pt x="175736" y="17621"/>
                  </a:lnTo>
                  <a:lnTo>
                    <a:pt x="170974" y="16669"/>
                  </a:lnTo>
                  <a:lnTo>
                    <a:pt x="169069" y="16192"/>
                  </a:lnTo>
                  <a:lnTo>
                    <a:pt x="167164" y="16669"/>
                  </a:lnTo>
                  <a:lnTo>
                    <a:pt x="164782" y="18574"/>
                  </a:lnTo>
                  <a:lnTo>
                    <a:pt x="158591" y="18097"/>
                  </a:lnTo>
                  <a:lnTo>
                    <a:pt x="153829" y="17145"/>
                  </a:lnTo>
                  <a:lnTo>
                    <a:pt x="151924" y="13335"/>
                  </a:lnTo>
                  <a:lnTo>
                    <a:pt x="149543" y="11906"/>
                  </a:lnTo>
                  <a:lnTo>
                    <a:pt x="147161" y="10478"/>
                  </a:lnTo>
                  <a:lnTo>
                    <a:pt x="146209" y="10001"/>
                  </a:lnTo>
                  <a:lnTo>
                    <a:pt x="145732" y="10954"/>
                  </a:lnTo>
                  <a:lnTo>
                    <a:pt x="145256" y="13811"/>
                  </a:lnTo>
                  <a:lnTo>
                    <a:pt x="145256" y="16669"/>
                  </a:lnTo>
                  <a:lnTo>
                    <a:pt x="144780" y="18097"/>
                  </a:lnTo>
                  <a:lnTo>
                    <a:pt x="142875" y="20003"/>
                  </a:lnTo>
                  <a:lnTo>
                    <a:pt x="141923" y="20479"/>
                  </a:lnTo>
                  <a:lnTo>
                    <a:pt x="141446" y="20955"/>
                  </a:lnTo>
                  <a:lnTo>
                    <a:pt x="134779" y="18097"/>
                  </a:lnTo>
                  <a:lnTo>
                    <a:pt x="134302" y="18574"/>
                  </a:lnTo>
                  <a:lnTo>
                    <a:pt x="133826" y="19050"/>
                  </a:lnTo>
                  <a:lnTo>
                    <a:pt x="132398" y="26194"/>
                  </a:lnTo>
                  <a:lnTo>
                    <a:pt x="130969" y="27622"/>
                  </a:lnTo>
                  <a:lnTo>
                    <a:pt x="129064" y="29051"/>
                  </a:lnTo>
                  <a:lnTo>
                    <a:pt x="125730" y="30480"/>
                  </a:lnTo>
                  <a:lnTo>
                    <a:pt x="122873" y="30956"/>
                  </a:lnTo>
                  <a:lnTo>
                    <a:pt x="120968" y="31433"/>
                  </a:lnTo>
                  <a:lnTo>
                    <a:pt x="114776" y="34766"/>
                  </a:lnTo>
                  <a:lnTo>
                    <a:pt x="111919" y="36195"/>
                  </a:lnTo>
                  <a:lnTo>
                    <a:pt x="110014" y="38576"/>
                  </a:lnTo>
                  <a:lnTo>
                    <a:pt x="110014" y="40005"/>
                  </a:lnTo>
                  <a:lnTo>
                    <a:pt x="113348" y="43815"/>
                  </a:lnTo>
                  <a:lnTo>
                    <a:pt x="116681" y="48101"/>
                  </a:lnTo>
                  <a:lnTo>
                    <a:pt x="116681" y="51435"/>
                  </a:lnTo>
                  <a:lnTo>
                    <a:pt x="115252" y="54292"/>
                  </a:lnTo>
                  <a:lnTo>
                    <a:pt x="114776" y="55245"/>
                  </a:lnTo>
                  <a:lnTo>
                    <a:pt x="115729" y="55721"/>
                  </a:lnTo>
                  <a:lnTo>
                    <a:pt x="117634" y="55721"/>
                  </a:lnTo>
                  <a:lnTo>
                    <a:pt x="119539" y="56197"/>
                  </a:lnTo>
                  <a:lnTo>
                    <a:pt x="120015" y="58103"/>
                  </a:lnTo>
                  <a:lnTo>
                    <a:pt x="120015" y="61436"/>
                  </a:lnTo>
                  <a:lnTo>
                    <a:pt x="119539" y="64294"/>
                  </a:lnTo>
                  <a:lnTo>
                    <a:pt x="118586" y="65722"/>
                  </a:lnTo>
                  <a:lnTo>
                    <a:pt x="117157" y="65722"/>
                  </a:lnTo>
                  <a:lnTo>
                    <a:pt x="114300" y="64294"/>
                  </a:lnTo>
                  <a:lnTo>
                    <a:pt x="111919" y="62865"/>
                  </a:lnTo>
                  <a:lnTo>
                    <a:pt x="110966" y="61913"/>
                  </a:lnTo>
                  <a:lnTo>
                    <a:pt x="110966" y="60960"/>
                  </a:lnTo>
                  <a:lnTo>
                    <a:pt x="111443" y="60008"/>
                  </a:lnTo>
                  <a:lnTo>
                    <a:pt x="110490" y="58579"/>
                  </a:lnTo>
                  <a:lnTo>
                    <a:pt x="107632" y="57626"/>
                  </a:lnTo>
                  <a:lnTo>
                    <a:pt x="104299" y="58103"/>
                  </a:lnTo>
                  <a:lnTo>
                    <a:pt x="102394" y="59055"/>
                  </a:lnTo>
                  <a:lnTo>
                    <a:pt x="100489" y="59055"/>
                  </a:lnTo>
                  <a:lnTo>
                    <a:pt x="99060" y="57626"/>
                  </a:lnTo>
                  <a:lnTo>
                    <a:pt x="96679" y="56674"/>
                  </a:lnTo>
                  <a:lnTo>
                    <a:pt x="93345" y="56197"/>
                  </a:lnTo>
                  <a:lnTo>
                    <a:pt x="91440" y="55245"/>
                  </a:lnTo>
                  <a:lnTo>
                    <a:pt x="90964" y="55721"/>
                  </a:lnTo>
                  <a:lnTo>
                    <a:pt x="90964" y="58579"/>
                  </a:lnTo>
                  <a:lnTo>
                    <a:pt x="90488" y="59531"/>
                  </a:lnTo>
                  <a:lnTo>
                    <a:pt x="74771" y="60960"/>
                  </a:lnTo>
                  <a:lnTo>
                    <a:pt x="69532" y="62865"/>
                  </a:lnTo>
                  <a:lnTo>
                    <a:pt x="66199" y="64294"/>
                  </a:lnTo>
                  <a:lnTo>
                    <a:pt x="63818" y="65246"/>
                  </a:lnTo>
                  <a:lnTo>
                    <a:pt x="62865" y="66675"/>
                  </a:lnTo>
                  <a:lnTo>
                    <a:pt x="60484" y="68104"/>
                  </a:lnTo>
                  <a:lnTo>
                    <a:pt x="57626" y="68580"/>
                  </a:lnTo>
                  <a:lnTo>
                    <a:pt x="56674" y="68104"/>
                  </a:lnTo>
                  <a:lnTo>
                    <a:pt x="54769" y="68580"/>
                  </a:lnTo>
                  <a:lnTo>
                    <a:pt x="51435" y="69533"/>
                  </a:lnTo>
                  <a:lnTo>
                    <a:pt x="49530" y="69056"/>
                  </a:lnTo>
                  <a:lnTo>
                    <a:pt x="48577" y="68104"/>
                  </a:lnTo>
                  <a:lnTo>
                    <a:pt x="46673" y="66199"/>
                  </a:lnTo>
                  <a:lnTo>
                    <a:pt x="45720" y="64770"/>
                  </a:lnTo>
                  <a:lnTo>
                    <a:pt x="45720" y="63817"/>
                  </a:lnTo>
                  <a:lnTo>
                    <a:pt x="41434" y="63817"/>
                  </a:lnTo>
                  <a:lnTo>
                    <a:pt x="38576" y="62865"/>
                  </a:lnTo>
                  <a:lnTo>
                    <a:pt x="32861" y="62865"/>
                  </a:lnTo>
                  <a:lnTo>
                    <a:pt x="30956" y="62389"/>
                  </a:lnTo>
                  <a:lnTo>
                    <a:pt x="30956" y="62865"/>
                  </a:lnTo>
                  <a:lnTo>
                    <a:pt x="30004" y="68104"/>
                  </a:lnTo>
                  <a:lnTo>
                    <a:pt x="28575" y="70485"/>
                  </a:lnTo>
                  <a:lnTo>
                    <a:pt x="26670" y="72866"/>
                  </a:lnTo>
                  <a:lnTo>
                    <a:pt x="24289" y="73819"/>
                  </a:lnTo>
                  <a:lnTo>
                    <a:pt x="22384" y="74295"/>
                  </a:lnTo>
                  <a:lnTo>
                    <a:pt x="22384" y="72390"/>
                  </a:lnTo>
                  <a:lnTo>
                    <a:pt x="22860" y="70485"/>
                  </a:lnTo>
                  <a:lnTo>
                    <a:pt x="21431" y="70009"/>
                  </a:lnTo>
                  <a:lnTo>
                    <a:pt x="19526" y="70009"/>
                  </a:lnTo>
                  <a:lnTo>
                    <a:pt x="18574" y="69533"/>
                  </a:lnTo>
                  <a:lnTo>
                    <a:pt x="18574" y="67628"/>
                  </a:lnTo>
                  <a:lnTo>
                    <a:pt x="18098" y="67151"/>
                  </a:lnTo>
                  <a:lnTo>
                    <a:pt x="17145" y="65722"/>
                  </a:lnTo>
                  <a:lnTo>
                    <a:pt x="15240" y="64770"/>
                  </a:lnTo>
                  <a:lnTo>
                    <a:pt x="10954" y="62389"/>
                  </a:lnTo>
                  <a:lnTo>
                    <a:pt x="7620" y="61436"/>
                  </a:lnTo>
                  <a:lnTo>
                    <a:pt x="6668" y="62389"/>
                  </a:lnTo>
                  <a:lnTo>
                    <a:pt x="5715" y="62865"/>
                  </a:lnTo>
                  <a:lnTo>
                    <a:pt x="7144" y="63817"/>
                  </a:lnTo>
                  <a:lnTo>
                    <a:pt x="6668" y="64294"/>
                  </a:lnTo>
                  <a:lnTo>
                    <a:pt x="5715" y="64294"/>
                  </a:lnTo>
                  <a:lnTo>
                    <a:pt x="952" y="64294"/>
                  </a:lnTo>
                  <a:lnTo>
                    <a:pt x="3334" y="66199"/>
                  </a:lnTo>
                  <a:lnTo>
                    <a:pt x="2857" y="69533"/>
                  </a:lnTo>
                  <a:lnTo>
                    <a:pt x="0" y="74771"/>
                  </a:lnTo>
                  <a:lnTo>
                    <a:pt x="476" y="75247"/>
                  </a:lnTo>
                  <a:lnTo>
                    <a:pt x="476" y="76200"/>
                  </a:lnTo>
                  <a:lnTo>
                    <a:pt x="952" y="77153"/>
                  </a:lnTo>
                  <a:lnTo>
                    <a:pt x="952" y="78105"/>
                  </a:lnTo>
                  <a:lnTo>
                    <a:pt x="1429" y="79534"/>
                  </a:lnTo>
                  <a:lnTo>
                    <a:pt x="2857" y="80486"/>
                  </a:lnTo>
                  <a:lnTo>
                    <a:pt x="2857" y="81439"/>
                  </a:lnTo>
                  <a:lnTo>
                    <a:pt x="2381" y="82867"/>
                  </a:lnTo>
                  <a:lnTo>
                    <a:pt x="1905" y="83820"/>
                  </a:lnTo>
                  <a:lnTo>
                    <a:pt x="3334" y="83820"/>
                  </a:lnTo>
                  <a:lnTo>
                    <a:pt x="7620" y="84772"/>
                  </a:lnTo>
                  <a:lnTo>
                    <a:pt x="10954" y="85725"/>
                  </a:lnTo>
                  <a:lnTo>
                    <a:pt x="11430" y="87154"/>
                  </a:lnTo>
                  <a:lnTo>
                    <a:pt x="11906" y="88583"/>
                  </a:lnTo>
                  <a:lnTo>
                    <a:pt x="16193" y="90964"/>
                  </a:lnTo>
                  <a:lnTo>
                    <a:pt x="20955" y="92392"/>
                  </a:lnTo>
                  <a:lnTo>
                    <a:pt x="22384" y="91916"/>
                  </a:lnTo>
                  <a:lnTo>
                    <a:pt x="28099" y="86678"/>
                  </a:lnTo>
                  <a:lnTo>
                    <a:pt x="30480" y="87630"/>
                  </a:lnTo>
                  <a:lnTo>
                    <a:pt x="31432" y="90488"/>
                  </a:lnTo>
                  <a:lnTo>
                    <a:pt x="31432" y="91916"/>
                  </a:lnTo>
                  <a:lnTo>
                    <a:pt x="32385" y="92392"/>
                  </a:lnTo>
                  <a:lnTo>
                    <a:pt x="35719" y="92392"/>
                  </a:lnTo>
                  <a:lnTo>
                    <a:pt x="39529" y="92869"/>
                  </a:lnTo>
                  <a:lnTo>
                    <a:pt x="41910" y="94774"/>
                  </a:lnTo>
                  <a:lnTo>
                    <a:pt x="44291" y="95726"/>
                  </a:lnTo>
                  <a:lnTo>
                    <a:pt x="47625" y="95726"/>
                  </a:lnTo>
                  <a:lnTo>
                    <a:pt x="50006" y="95726"/>
                  </a:lnTo>
                  <a:lnTo>
                    <a:pt x="50959" y="94774"/>
                  </a:lnTo>
                  <a:lnTo>
                    <a:pt x="52388" y="91916"/>
                  </a:lnTo>
                  <a:lnTo>
                    <a:pt x="54769" y="89059"/>
                  </a:lnTo>
                  <a:lnTo>
                    <a:pt x="58579" y="87154"/>
                  </a:lnTo>
                  <a:lnTo>
                    <a:pt x="64770" y="86678"/>
                  </a:lnTo>
                  <a:lnTo>
                    <a:pt x="68104" y="86201"/>
                  </a:lnTo>
                  <a:lnTo>
                    <a:pt x="71438" y="86201"/>
                  </a:lnTo>
                  <a:lnTo>
                    <a:pt x="73819" y="86678"/>
                  </a:lnTo>
                  <a:lnTo>
                    <a:pt x="76676" y="86678"/>
                  </a:lnTo>
                  <a:lnTo>
                    <a:pt x="83344" y="84296"/>
                  </a:lnTo>
                  <a:lnTo>
                    <a:pt x="90011" y="82391"/>
                  </a:lnTo>
                  <a:lnTo>
                    <a:pt x="90964" y="82867"/>
                  </a:lnTo>
                  <a:lnTo>
                    <a:pt x="90964" y="83344"/>
                  </a:lnTo>
                  <a:lnTo>
                    <a:pt x="90011" y="84772"/>
                  </a:lnTo>
                  <a:lnTo>
                    <a:pt x="88582" y="86678"/>
                  </a:lnTo>
                  <a:lnTo>
                    <a:pt x="89535" y="89059"/>
                  </a:lnTo>
                  <a:lnTo>
                    <a:pt x="93345" y="92869"/>
                  </a:lnTo>
                  <a:lnTo>
                    <a:pt x="95250" y="96203"/>
                  </a:lnTo>
                  <a:lnTo>
                    <a:pt x="97631" y="98584"/>
                  </a:lnTo>
                  <a:lnTo>
                    <a:pt x="100489" y="100013"/>
                  </a:lnTo>
                  <a:lnTo>
                    <a:pt x="104775" y="100965"/>
                  </a:lnTo>
                  <a:lnTo>
                    <a:pt x="108109" y="100965"/>
                  </a:lnTo>
                  <a:lnTo>
                    <a:pt x="111443" y="101917"/>
                  </a:lnTo>
                  <a:lnTo>
                    <a:pt x="123825" y="104299"/>
                  </a:lnTo>
                  <a:lnTo>
                    <a:pt x="130016" y="104775"/>
                  </a:lnTo>
                  <a:lnTo>
                    <a:pt x="134779" y="104775"/>
                  </a:lnTo>
                  <a:lnTo>
                    <a:pt x="141923" y="106680"/>
                  </a:lnTo>
                  <a:lnTo>
                    <a:pt x="143351" y="106680"/>
                  </a:lnTo>
                  <a:lnTo>
                    <a:pt x="146685" y="106680"/>
                  </a:lnTo>
                  <a:lnTo>
                    <a:pt x="150019" y="107633"/>
                  </a:lnTo>
                  <a:lnTo>
                    <a:pt x="152876" y="108109"/>
                  </a:lnTo>
                  <a:lnTo>
                    <a:pt x="155734" y="109061"/>
                  </a:lnTo>
                  <a:lnTo>
                    <a:pt x="161449" y="110014"/>
                  </a:lnTo>
                  <a:lnTo>
                    <a:pt x="166688" y="110490"/>
                  </a:lnTo>
                  <a:lnTo>
                    <a:pt x="168116" y="110966"/>
                  </a:lnTo>
                  <a:lnTo>
                    <a:pt x="169545" y="110966"/>
                  </a:lnTo>
                  <a:lnTo>
                    <a:pt x="170974" y="111442"/>
                  </a:lnTo>
                  <a:lnTo>
                    <a:pt x="171926" y="110966"/>
                  </a:lnTo>
                  <a:lnTo>
                    <a:pt x="172402" y="110014"/>
                  </a:lnTo>
                  <a:lnTo>
                    <a:pt x="175260" y="109061"/>
                  </a:lnTo>
                  <a:lnTo>
                    <a:pt x="178118" y="107156"/>
                  </a:lnTo>
                  <a:lnTo>
                    <a:pt x="180023" y="105251"/>
                  </a:lnTo>
                  <a:lnTo>
                    <a:pt x="180975" y="103822"/>
                  </a:lnTo>
                  <a:lnTo>
                    <a:pt x="182880" y="102870"/>
                  </a:lnTo>
                  <a:lnTo>
                    <a:pt x="184785" y="102394"/>
                  </a:lnTo>
                  <a:lnTo>
                    <a:pt x="186214" y="101917"/>
                  </a:lnTo>
                  <a:lnTo>
                    <a:pt x="193834" y="101441"/>
                  </a:lnTo>
                  <a:lnTo>
                    <a:pt x="201454" y="101917"/>
                  </a:lnTo>
                  <a:lnTo>
                    <a:pt x="204788" y="100965"/>
                  </a:lnTo>
                  <a:lnTo>
                    <a:pt x="207645" y="99060"/>
                  </a:lnTo>
                  <a:lnTo>
                    <a:pt x="212407" y="98584"/>
                  </a:lnTo>
                  <a:lnTo>
                    <a:pt x="212407" y="98584"/>
                  </a:lnTo>
                  <a:lnTo>
                    <a:pt x="219075" y="100013"/>
                  </a:lnTo>
                  <a:lnTo>
                    <a:pt x="219551" y="99060"/>
                  </a:lnTo>
                  <a:lnTo>
                    <a:pt x="219551" y="98584"/>
                  </a:lnTo>
                  <a:lnTo>
                    <a:pt x="219551" y="94774"/>
                  </a:lnTo>
                  <a:lnTo>
                    <a:pt x="221456" y="92869"/>
                  </a:lnTo>
                  <a:lnTo>
                    <a:pt x="223361" y="91916"/>
                  </a:lnTo>
                  <a:lnTo>
                    <a:pt x="229076" y="87154"/>
                  </a:lnTo>
                  <a:lnTo>
                    <a:pt x="231457" y="86201"/>
                  </a:lnTo>
                  <a:lnTo>
                    <a:pt x="234791" y="86201"/>
                  </a:lnTo>
                  <a:lnTo>
                    <a:pt x="235744" y="85725"/>
                  </a:lnTo>
                  <a:lnTo>
                    <a:pt x="236220" y="85249"/>
                  </a:lnTo>
                  <a:lnTo>
                    <a:pt x="236696" y="83820"/>
                  </a:lnTo>
                  <a:lnTo>
                    <a:pt x="236696" y="82391"/>
                  </a:lnTo>
                  <a:lnTo>
                    <a:pt x="237173" y="80963"/>
                  </a:lnTo>
                  <a:lnTo>
                    <a:pt x="236696" y="80010"/>
                  </a:lnTo>
                  <a:lnTo>
                    <a:pt x="235268" y="80010"/>
                  </a:lnTo>
                  <a:lnTo>
                    <a:pt x="234315" y="76676"/>
                  </a:lnTo>
                  <a:lnTo>
                    <a:pt x="235268" y="75247"/>
                  </a:lnTo>
                  <a:lnTo>
                    <a:pt x="236220" y="74295"/>
                  </a:lnTo>
                  <a:lnTo>
                    <a:pt x="235268" y="70485"/>
                  </a:lnTo>
                  <a:lnTo>
                    <a:pt x="235268" y="69056"/>
                  </a:lnTo>
                  <a:lnTo>
                    <a:pt x="237649" y="69056"/>
                  </a:lnTo>
                  <a:lnTo>
                    <a:pt x="240030" y="68104"/>
                  </a:lnTo>
                  <a:lnTo>
                    <a:pt x="241459" y="67151"/>
                  </a:lnTo>
                  <a:lnTo>
                    <a:pt x="241935" y="65722"/>
                  </a:lnTo>
                  <a:lnTo>
                    <a:pt x="243364" y="63341"/>
                  </a:lnTo>
                  <a:lnTo>
                    <a:pt x="241935" y="60008"/>
                  </a:lnTo>
                  <a:lnTo>
                    <a:pt x="235268" y="58103"/>
                  </a:lnTo>
                  <a:lnTo>
                    <a:pt x="234791" y="57150"/>
                  </a:lnTo>
                  <a:lnTo>
                    <a:pt x="236220" y="56197"/>
                  </a:lnTo>
                  <a:lnTo>
                    <a:pt x="238125" y="55245"/>
                  </a:lnTo>
                  <a:lnTo>
                    <a:pt x="239077" y="54292"/>
                  </a:lnTo>
                  <a:lnTo>
                    <a:pt x="240506" y="53816"/>
                  </a:lnTo>
                  <a:lnTo>
                    <a:pt x="242411" y="54292"/>
                  </a:lnTo>
                  <a:lnTo>
                    <a:pt x="245745" y="56674"/>
                  </a:lnTo>
                  <a:lnTo>
                    <a:pt x="247174" y="57150"/>
                  </a:lnTo>
                  <a:lnTo>
                    <a:pt x="248126" y="56674"/>
                  </a:lnTo>
                  <a:lnTo>
                    <a:pt x="249555" y="56197"/>
                  </a:lnTo>
                  <a:lnTo>
                    <a:pt x="253365" y="56197"/>
                  </a:lnTo>
                  <a:lnTo>
                    <a:pt x="256699" y="55721"/>
                  </a:lnTo>
                  <a:lnTo>
                    <a:pt x="255746" y="53340"/>
                  </a:lnTo>
                  <a:lnTo>
                    <a:pt x="255746" y="51911"/>
                  </a:lnTo>
                  <a:lnTo>
                    <a:pt x="255270" y="50483"/>
                  </a:lnTo>
                  <a:lnTo>
                    <a:pt x="255746" y="48578"/>
                  </a:lnTo>
                  <a:lnTo>
                    <a:pt x="257175" y="47625"/>
                  </a:lnTo>
                  <a:lnTo>
                    <a:pt x="257175" y="44767"/>
                  </a:lnTo>
                  <a:lnTo>
                    <a:pt x="259556" y="42863"/>
                  </a:lnTo>
                  <a:close/>
                </a:path>
              </a:pathLst>
            </a:custGeom>
            <a:grpFill/>
            <a:ln w="317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B12EAE5A-8029-4CFF-948A-4744FEF2AAC6}"/>
                </a:ext>
              </a:extLst>
            </p:cNvPr>
            <p:cNvSpPr/>
            <p:nvPr/>
          </p:nvSpPr>
          <p:spPr>
            <a:xfrm>
              <a:off x="3212782" y="5042534"/>
              <a:ext cx="681037" cy="1323022"/>
            </a:xfrm>
            <a:custGeom>
              <a:avLst/>
              <a:gdLst>
                <a:gd name="connsiteX0" fmla="*/ 282893 w 681037"/>
                <a:gd name="connsiteY0" fmla="*/ 1303973 h 1323022"/>
                <a:gd name="connsiteX1" fmla="*/ 270034 w 681037"/>
                <a:gd name="connsiteY1" fmla="*/ 1304925 h 1323022"/>
                <a:gd name="connsiteX2" fmla="*/ 261461 w 681037"/>
                <a:gd name="connsiteY2" fmla="*/ 1302544 h 1323022"/>
                <a:gd name="connsiteX3" fmla="*/ 253365 w 681037"/>
                <a:gd name="connsiteY3" fmla="*/ 1299686 h 1323022"/>
                <a:gd name="connsiteX4" fmla="*/ 245745 w 681037"/>
                <a:gd name="connsiteY4" fmla="*/ 1295400 h 1323022"/>
                <a:gd name="connsiteX5" fmla="*/ 238601 w 681037"/>
                <a:gd name="connsiteY5" fmla="*/ 1289685 h 1323022"/>
                <a:gd name="connsiteX6" fmla="*/ 231934 w 681037"/>
                <a:gd name="connsiteY6" fmla="*/ 1285399 h 1323022"/>
                <a:gd name="connsiteX7" fmla="*/ 224790 w 681037"/>
                <a:gd name="connsiteY7" fmla="*/ 1282065 h 1323022"/>
                <a:gd name="connsiteX8" fmla="*/ 217170 w 681037"/>
                <a:gd name="connsiteY8" fmla="*/ 1277303 h 1323022"/>
                <a:gd name="connsiteX9" fmla="*/ 210026 w 681037"/>
                <a:gd name="connsiteY9" fmla="*/ 1271588 h 1323022"/>
                <a:gd name="connsiteX10" fmla="*/ 203835 w 681037"/>
                <a:gd name="connsiteY10" fmla="*/ 1265396 h 1323022"/>
                <a:gd name="connsiteX11" fmla="*/ 197644 w 681037"/>
                <a:gd name="connsiteY11" fmla="*/ 1259682 h 1323022"/>
                <a:gd name="connsiteX12" fmla="*/ 194786 w 681037"/>
                <a:gd name="connsiteY12" fmla="*/ 1257776 h 1323022"/>
                <a:gd name="connsiteX13" fmla="*/ 192405 w 681037"/>
                <a:gd name="connsiteY13" fmla="*/ 1255395 h 1323022"/>
                <a:gd name="connsiteX14" fmla="*/ 187643 w 681037"/>
                <a:gd name="connsiteY14" fmla="*/ 1243965 h 1323022"/>
                <a:gd name="connsiteX15" fmla="*/ 187166 w 681037"/>
                <a:gd name="connsiteY15" fmla="*/ 1243489 h 1323022"/>
                <a:gd name="connsiteX16" fmla="*/ 179070 w 681037"/>
                <a:gd name="connsiteY16" fmla="*/ 1243013 h 1323022"/>
                <a:gd name="connsiteX17" fmla="*/ 175736 w 681037"/>
                <a:gd name="connsiteY17" fmla="*/ 1241584 h 1323022"/>
                <a:gd name="connsiteX18" fmla="*/ 174784 w 681037"/>
                <a:gd name="connsiteY18" fmla="*/ 1239679 h 1323022"/>
                <a:gd name="connsiteX19" fmla="*/ 174784 w 681037"/>
                <a:gd name="connsiteY19" fmla="*/ 1237774 h 1323022"/>
                <a:gd name="connsiteX20" fmla="*/ 176213 w 681037"/>
                <a:gd name="connsiteY20" fmla="*/ 1234916 h 1323022"/>
                <a:gd name="connsiteX21" fmla="*/ 177641 w 681037"/>
                <a:gd name="connsiteY21" fmla="*/ 1232059 h 1323022"/>
                <a:gd name="connsiteX22" fmla="*/ 180975 w 681037"/>
                <a:gd name="connsiteY22" fmla="*/ 1230630 h 1323022"/>
                <a:gd name="connsiteX23" fmla="*/ 184309 w 681037"/>
                <a:gd name="connsiteY23" fmla="*/ 1233488 h 1323022"/>
                <a:gd name="connsiteX24" fmla="*/ 182880 w 681037"/>
                <a:gd name="connsiteY24" fmla="*/ 1229201 h 1323022"/>
                <a:gd name="connsiteX25" fmla="*/ 180975 w 681037"/>
                <a:gd name="connsiteY25" fmla="*/ 1225391 h 1323022"/>
                <a:gd name="connsiteX26" fmla="*/ 172879 w 681037"/>
                <a:gd name="connsiteY26" fmla="*/ 1215866 h 1323022"/>
                <a:gd name="connsiteX27" fmla="*/ 170974 w 681037"/>
                <a:gd name="connsiteY27" fmla="*/ 1213961 h 1323022"/>
                <a:gd name="connsiteX28" fmla="*/ 170974 w 681037"/>
                <a:gd name="connsiteY28" fmla="*/ 1227296 h 1323022"/>
                <a:gd name="connsiteX29" fmla="*/ 170974 w 681037"/>
                <a:gd name="connsiteY29" fmla="*/ 1240632 h 1323022"/>
                <a:gd name="connsiteX30" fmla="*/ 170974 w 681037"/>
                <a:gd name="connsiteY30" fmla="*/ 1253014 h 1323022"/>
                <a:gd name="connsiteX31" fmla="*/ 170974 w 681037"/>
                <a:gd name="connsiteY31" fmla="*/ 1265396 h 1323022"/>
                <a:gd name="connsiteX32" fmla="*/ 170974 w 681037"/>
                <a:gd name="connsiteY32" fmla="*/ 1277779 h 1323022"/>
                <a:gd name="connsiteX33" fmla="*/ 170974 w 681037"/>
                <a:gd name="connsiteY33" fmla="*/ 1290161 h 1323022"/>
                <a:gd name="connsiteX34" fmla="*/ 170498 w 681037"/>
                <a:gd name="connsiteY34" fmla="*/ 1304449 h 1323022"/>
                <a:gd name="connsiteX35" fmla="*/ 170498 w 681037"/>
                <a:gd name="connsiteY35" fmla="*/ 1314926 h 1323022"/>
                <a:gd name="connsiteX36" fmla="*/ 171450 w 681037"/>
                <a:gd name="connsiteY36" fmla="*/ 1313974 h 1323022"/>
                <a:gd name="connsiteX37" fmla="*/ 175736 w 681037"/>
                <a:gd name="connsiteY37" fmla="*/ 1313974 h 1323022"/>
                <a:gd name="connsiteX38" fmla="*/ 180975 w 681037"/>
                <a:gd name="connsiteY38" fmla="*/ 1313021 h 1323022"/>
                <a:gd name="connsiteX39" fmla="*/ 184785 w 681037"/>
                <a:gd name="connsiteY39" fmla="*/ 1313021 h 1323022"/>
                <a:gd name="connsiteX40" fmla="*/ 191929 w 681037"/>
                <a:gd name="connsiteY40" fmla="*/ 1314450 h 1323022"/>
                <a:gd name="connsiteX41" fmla="*/ 199073 w 681037"/>
                <a:gd name="connsiteY41" fmla="*/ 1315403 h 1323022"/>
                <a:gd name="connsiteX42" fmla="*/ 221933 w 681037"/>
                <a:gd name="connsiteY42" fmla="*/ 1316832 h 1323022"/>
                <a:gd name="connsiteX43" fmla="*/ 228600 w 681037"/>
                <a:gd name="connsiteY43" fmla="*/ 1317784 h 1323022"/>
                <a:gd name="connsiteX44" fmla="*/ 239078 w 681037"/>
                <a:gd name="connsiteY44" fmla="*/ 1322070 h 1323022"/>
                <a:gd name="connsiteX45" fmla="*/ 242888 w 681037"/>
                <a:gd name="connsiteY45" fmla="*/ 1323023 h 1323022"/>
                <a:gd name="connsiteX46" fmla="*/ 246698 w 681037"/>
                <a:gd name="connsiteY46" fmla="*/ 1322070 h 1323022"/>
                <a:gd name="connsiteX47" fmla="*/ 250508 w 681037"/>
                <a:gd name="connsiteY47" fmla="*/ 1320641 h 1323022"/>
                <a:gd name="connsiteX48" fmla="*/ 254318 w 681037"/>
                <a:gd name="connsiteY48" fmla="*/ 1320641 h 1323022"/>
                <a:gd name="connsiteX49" fmla="*/ 258128 w 681037"/>
                <a:gd name="connsiteY49" fmla="*/ 1319689 h 1323022"/>
                <a:gd name="connsiteX50" fmla="*/ 261938 w 681037"/>
                <a:gd name="connsiteY50" fmla="*/ 1317784 h 1323022"/>
                <a:gd name="connsiteX51" fmla="*/ 265748 w 681037"/>
                <a:gd name="connsiteY51" fmla="*/ 1317308 h 1323022"/>
                <a:gd name="connsiteX52" fmla="*/ 270034 w 681037"/>
                <a:gd name="connsiteY52" fmla="*/ 1318260 h 1323022"/>
                <a:gd name="connsiteX53" fmla="*/ 274320 w 681037"/>
                <a:gd name="connsiteY53" fmla="*/ 1318260 h 1323022"/>
                <a:gd name="connsiteX54" fmla="*/ 278606 w 681037"/>
                <a:gd name="connsiteY54" fmla="*/ 1317784 h 1323022"/>
                <a:gd name="connsiteX55" fmla="*/ 282893 w 681037"/>
                <a:gd name="connsiteY55" fmla="*/ 1315879 h 1323022"/>
                <a:gd name="connsiteX56" fmla="*/ 286226 w 681037"/>
                <a:gd name="connsiteY56" fmla="*/ 1311592 h 1323022"/>
                <a:gd name="connsiteX57" fmla="*/ 288608 w 681037"/>
                <a:gd name="connsiteY57" fmla="*/ 1306354 h 1323022"/>
                <a:gd name="connsiteX58" fmla="*/ 286226 w 681037"/>
                <a:gd name="connsiteY58" fmla="*/ 1304449 h 1323022"/>
                <a:gd name="connsiteX59" fmla="*/ 282893 w 681037"/>
                <a:gd name="connsiteY59" fmla="*/ 1303973 h 1323022"/>
                <a:gd name="connsiteX60" fmla="*/ 328136 w 681037"/>
                <a:gd name="connsiteY60" fmla="*/ 1309211 h 1323022"/>
                <a:gd name="connsiteX61" fmla="*/ 327184 w 681037"/>
                <a:gd name="connsiteY61" fmla="*/ 1308735 h 1323022"/>
                <a:gd name="connsiteX62" fmla="*/ 325279 w 681037"/>
                <a:gd name="connsiteY62" fmla="*/ 1308259 h 1323022"/>
                <a:gd name="connsiteX63" fmla="*/ 321469 w 681037"/>
                <a:gd name="connsiteY63" fmla="*/ 1308259 h 1323022"/>
                <a:gd name="connsiteX64" fmla="*/ 313849 w 681037"/>
                <a:gd name="connsiteY64" fmla="*/ 1309211 h 1323022"/>
                <a:gd name="connsiteX65" fmla="*/ 310039 w 681037"/>
                <a:gd name="connsiteY65" fmla="*/ 1308259 h 1323022"/>
                <a:gd name="connsiteX66" fmla="*/ 309086 w 681037"/>
                <a:gd name="connsiteY66" fmla="*/ 1310164 h 1323022"/>
                <a:gd name="connsiteX67" fmla="*/ 307658 w 681037"/>
                <a:gd name="connsiteY67" fmla="*/ 1311116 h 1323022"/>
                <a:gd name="connsiteX68" fmla="*/ 305276 w 681037"/>
                <a:gd name="connsiteY68" fmla="*/ 1311116 h 1323022"/>
                <a:gd name="connsiteX69" fmla="*/ 302895 w 681037"/>
                <a:gd name="connsiteY69" fmla="*/ 1313498 h 1323022"/>
                <a:gd name="connsiteX70" fmla="*/ 303848 w 681037"/>
                <a:gd name="connsiteY70" fmla="*/ 1315403 h 1323022"/>
                <a:gd name="connsiteX71" fmla="*/ 307181 w 681037"/>
                <a:gd name="connsiteY71" fmla="*/ 1317308 h 1323022"/>
                <a:gd name="connsiteX72" fmla="*/ 311468 w 681037"/>
                <a:gd name="connsiteY72" fmla="*/ 1314450 h 1323022"/>
                <a:gd name="connsiteX73" fmla="*/ 313373 w 681037"/>
                <a:gd name="connsiteY73" fmla="*/ 1314450 h 1323022"/>
                <a:gd name="connsiteX74" fmla="*/ 317659 w 681037"/>
                <a:gd name="connsiteY74" fmla="*/ 1312545 h 1323022"/>
                <a:gd name="connsiteX75" fmla="*/ 327660 w 681037"/>
                <a:gd name="connsiteY75" fmla="*/ 1312545 h 1323022"/>
                <a:gd name="connsiteX76" fmla="*/ 329565 w 681037"/>
                <a:gd name="connsiteY76" fmla="*/ 1313498 h 1323022"/>
                <a:gd name="connsiteX77" fmla="*/ 334328 w 681037"/>
                <a:gd name="connsiteY77" fmla="*/ 1311592 h 1323022"/>
                <a:gd name="connsiteX78" fmla="*/ 334804 w 681037"/>
                <a:gd name="connsiteY78" fmla="*/ 1309688 h 1323022"/>
                <a:gd name="connsiteX79" fmla="*/ 332423 w 681037"/>
                <a:gd name="connsiteY79" fmla="*/ 1309688 h 1323022"/>
                <a:gd name="connsiteX80" fmla="*/ 328136 w 681037"/>
                <a:gd name="connsiteY80" fmla="*/ 1309211 h 1323022"/>
                <a:gd name="connsiteX81" fmla="*/ 679133 w 681037"/>
                <a:gd name="connsiteY81" fmla="*/ 165259 h 1323022"/>
                <a:gd name="connsiteX82" fmla="*/ 679609 w 681037"/>
                <a:gd name="connsiteY82" fmla="*/ 161925 h 1323022"/>
                <a:gd name="connsiteX83" fmla="*/ 681038 w 681037"/>
                <a:gd name="connsiteY83" fmla="*/ 159544 h 1323022"/>
                <a:gd name="connsiteX84" fmla="*/ 681038 w 681037"/>
                <a:gd name="connsiteY84" fmla="*/ 157163 h 1323022"/>
                <a:gd name="connsiteX85" fmla="*/ 678656 w 681037"/>
                <a:gd name="connsiteY85" fmla="*/ 151924 h 1323022"/>
                <a:gd name="connsiteX86" fmla="*/ 676275 w 681037"/>
                <a:gd name="connsiteY86" fmla="*/ 147638 h 1323022"/>
                <a:gd name="connsiteX87" fmla="*/ 674846 w 681037"/>
                <a:gd name="connsiteY87" fmla="*/ 140018 h 1323022"/>
                <a:gd name="connsiteX88" fmla="*/ 673894 w 681037"/>
                <a:gd name="connsiteY88" fmla="*/ 137160 h 1323022"/>
                <a:gd name="connsiteX89" fmla="*/ 671513 w 681037"/>
                <a:gd name="connsiteY89" fmla="*/ 136208 h 1323022"/>
                <a:gd name="connsiteX90" fmla="*/ 669608 w 681037"/>
                <a:gd name="connsiteY90" fmla="*/ 133826 h 1323022"/>
                <a:gd name="connsiteX91" fmla="*/ 667226 w 681037"/>
                <a:gd name="connsiteY91" fmla="*/ 133826 h 1323022"/>
                <a:gd name="connsiteX92" fmla="*/ 666274 w 681037"/>
                <a:gd name="connsiteY92" fmla="*/ 132874 h 1323022"/>
                <a:gd name="connsiteX93" fmla="*/ 664845 w 681037"/>
                <a:gd name="connsiteY93" fmla="*/ 131921 h 1323022"/>
                <a:gd name="connsiteX94" fmla="*/ 662940 w 681037"/>
                <a:gd name="connsiteY94" fmla="*/ 131921 h 1323022"/>
                <a:gd name="connsiteX95" fmla="*/ 661511 w 681037"/>
                <a:gd name="connsiteY95" fmla="*/ 133350 h 1323022"/>
                <a:gd name="connsiteX96" fmla="*/ 658654 w 681037"/>
                <a:gd name="connsiteY96" fmla="*/ 133350 h 1323022"/>
                <a:gd name="connsiteX97" fmla="*/ 656749 w 681037"/>
                <a:gd name="connsiteY97" fmla="*/ 133826 h 1323022"/>
                <a:gd name="connsiteX98" fmla="*/ 654844 w 681037"/>
                <a:gd name="connsiteY98" fmla="*/ 135255 h 1323022"/>
                <a:gd name="connsiteX99" fmla="*/ 652939 w 681037"/>
                <a:gd name="connsiteY99" fmla="*/ 134779 h 1323022"/>
                <a:gd name="connsiteX100" fmla="*/ 651510 w 681037"/>
                <a:gd name="connsiteY100" fmla="*/ 133826 h 1323022"/>
                <a:gd name="connsiteX101" fmla="*/ 648653 w 681037"/>
                <a:gd name="connsiteY101" fmla="*/ 133826 h 1323022"/>
                <a:gd name="connsiteX102" fmla="*/ 648176 w 681037"/>
                <a:gd name="connsiteY102" fmla="*/ 149066 h 1323022"/>
                <a:gd name="connsiteX103" fmla="*/ 646748 w 681037"/>
                <a:gd name="connsiteY103" fmla="*/ 160020 h 1323022"/>
                <a:gd name="connsiteX104" fmla="*/ 643890 w 681037"/>
                <a:gd name="connsiteY104" fmla="*/ 168116 h 1323022"/>
                <a:gd name="connsiteX105" fmla="*/ 641509 w 681037"/>
                <a:gd name="connsiteY105" fmla="*/ 172403 h 1323022"/>
                <a:gd name="connsiteX106" fmla="*/ 639128 w 681037"/>
                <a:gd name="connsiteY106" fmla="*/ 172879 h 1323022"/>
                <a:gd name="connsiteX107" fmla="*/ 637699 w 681037"/>
                <a:gd name="connsiteY107" fmla="*/ 174308 h 1323022"/>
                <a:gd name="connsiteX108" fmla="*/ 636746 w 681037"/>
                <a:gd name="connsiteY108" fmla="*/ 176213 h 1323022"/>
                <a:gd name="connsiteX109" fmla="*/ 634842 w 681037"/>
                <a:gd name="connsiteY109" fmla="*/ 178118 h 1323022"/>
                <a:gd name="connsiteX110" fmla="*/ 632460 w 681037"/>
                <a:gd name="connsiteY110" fmla="*/ 179546 h 1323022"/>
                <a:gd name="connsiteX111" fmla="*/ 631031 w 681037"/>
                <a:gd name="connsiteY111" fmla="*/ 180975 h 1323022"/>
                <a:gd name="connsiteX112" fmla="*/ 631031 w 681037"/>
                <a:gd name="connsiteY112" fmla="*/ 182404 h 1323022"/>
                <a:gd name="connsiteX113" fmla="*/ 628650 w 681037"/>
                <a:gd name="connsiteY113" fmla="*/ 183356 h 1323022"/>
                <a:gd name="connsiteX114" fmla="*/ 623888 w 681037"/>
                <a:gd name="connsiteY114" fmla="*/ 183833 h 1323022"/>
                <a:gd name="connsiteX115" fmla="*/ 621030 w 681037"/>
                <a:gd name="connsiteY115" fmla="*/ 185261 h 1323022"/>
                <a:gd name="connsiteX116" fmla="*/ 620078 w 681037"/>
                <a:gd name="connsiteY116" fmla="*/ 187166 h 1323022"/>
                <a:gd name="connsiteX117" fmla="*/ 618649 w 681037"/>
                <a:gd name="connsiteY117" fmla="*/ 189071 h 1323022"/>
                <a:gd name="connsiteX118" fmla="*/ 616268 w 681037"/>
                <a:gd name="connsiteY118" fmla="*/ 190500 h 1323022"/>
                <a:gd name="connsiteX119" fmla="*/ 615315 w 681037"/>
                <a:gd name="connsiteY119" fmla="*/ 192405 h 1323022"/>
                <a:gd name="connsiteX120" fmla="*/ 615315 w 681037"/>
                <a:gd name="connsiteY120" fmla="*/ 195263 h 1323022"/>
                <a:gd name="connsiteX121" fmla="*/ 613886 w 681037"/>
                <a:gd name="connsiteY121" fmla="*/ 197644 h 1323022"/>
                <a:gd name="connsiteX122" fmla="*/ 611029 w 681037"/>
                <a:gd name="connsiteY122" fmla="*/ 199549 h 1323022"/>
                <a:gd name="connsiteX123" fmla="*/ 608648 w 681037"/>
                <a:gd name="connsiteY123" fmla="*/ 199549 h 1323022"/>
                <a:gd name="connsiteX124" fmla="*/ 606267 w 681037"/>
                <a:gd name="connsiteY124" fmla="*/ 197644 h 1323022"/>
                <a:gd name="connsiteX125" fmla="*/ 602933 w 681037"/>
                <a:gd name="connsiteY125" fmla="*/ 196215 h 1323022"/>
                <a:gd name="connsiteX126" fmla="*/ 599123 w 681037"/>
                <a:gd name="connsiteY126" fmla="*/ 195739 h 1323022"/>
                <a:gd name="connsiteX127" fmla="*/ 595789 w 681037"/>
                <a:gd name="connsiteY127" fmla="*/ 196215 h 1323022"/>
                <a:gd name="connsiteX128" fmla="*/ 592931 w 681037"/>
                <a:gd name="connsiteY128" fmla="*/ 197644 h 1323022"/>
                <a:gd name="connsiteX129" fmla="*/ 590550 w 681037"/>
                <a:gd name="connsiteY129" fmla="*/ 200025 h 1323022"/>
                <a:gd name="connsiteX130" fmla="*/ 588645 w 681037"/>
                <a:gd name="connsiteY130" fmla="*/ 203835 h 1323022"/>
                <a:gd name="connsiteX131" fmla="*/ 586264 w 681037"/>
                <a:gd name="connsiteY131" fmla="*/ 204311 h 1323022"/>
                <a:gd name="connsiteX132" fmla="*/ 583883 w 681037"/>
                <a:gd name="connsiteY132" fmla="*/ 201930 h 1323022"/>
                <a:gd name="connsiteX133" fmla="*/ 580549 w 681037"/>
                <a:gd name="connsiteY133" fmla="*/ 200978 h 1323022"/>
                <a:gd name="connsiteX134" fmla="*/ 576739 w 681037"/>
                <a:gd name="connsiteY134" fmla="*/ 201930 h 1323022"/>
                <a:gd name="connsiteX135" fmla="*/ 573881 w 681037"/>
                <a:gd name="connsiteY135" fmla="*/ 201454 h 1323022"/>
                <a:gd name="connsiteX136" fmla="*/ 571500 w 681037"/>
                <a:gd name="connsiteY136" fmla="*/ 200025 h 1323022"/>
                <a:gd name="connsiteX137" fmla="*/ 568167 w 681037"/>
                <a:gd name="connsiteY137" fmla="*/ 200025 h 1323022"/>
                <a:gd name="connsiteX138" fmla="*/ 563404 w 681037"/>
                <a:gd name="connsiteY138" fmla="*/ 201454 h 1323022"/>
                <a:gd name="connsiteX139" fmla="*/ 553879 w 681037"/>
                <a:gd name="connsiteY139" fmla="*/ 200025 h 1323022"/>
                <a:gd name="connsiteX140" fmla="*/ 539592 w 681037"/>
                <a:gd name="connsiteY140" fmla="*/ 195739 h 1323022"/>
                <a:gd name="connsiteX141" fmla="*/ 527685 w 681037"/>
                <a:gd name="connsiteY141" fmla="*/ 194310 h 1323022"/>
                <a:gd name="connsiteX142" fmla="*/ 512921 w 681037"/>
                <a:gd name="connsiteY142" fmla="*/ 195739 h 1323022"/>
                <a:gd name="connsiteX143" fmla="*/ 511493 w 681037"/>
                <a:gd name="connsiteY143" fmla="*/ 191453 h 1323022"/>
                <a:gd name="connsiteX144" fmla="*/ 512445 w 681037"/>
                <a:gd name="connsiteY144" fmla="*/ 189071 h 1323022"/>
                <a:gd name="connsiteX145" fmla="*/ 514826 w 681037"/>
                <a:gd name="connsiteY145" fmla="*/ 187166 h 1323022"/>
                <a:gd name="connsiteX146" fmla="*/ 516255 w 681037"/>
                <a:gd name="connsiteY146" fmla="*/ 185261 h 1323022"/>
                <a:gd name="connsiteX147" fmla="*/ 516731 w 681037"/>
                <a:gd name="connsiteY147" fmla="*/ 182880 h 1323022"/>
                <a:gd name="connsiteX148" fmla="*/ 518160 w 681037"/>
                <a:gd name="connsiteY148" fmla="*/ 180975 h 1323022"/>
                <a:gd name="connsiteX149" fmla="*/ 521018 w 681037"/>
                <a:gd name="connsiteY149" fmla="*/ 180022 h 1323022"/>
                <a:gd name="connsiteX150" fmla="*/ 521970 w 681037"/>
                <a:gd name="connsiteY150" fmla="*/ 179070 h 1323022"/>
                <a:gd name="connsiteX151" fmla="*/ 521494 w 681037"/>
                <a:gd name="connsiteY151" fmla="*/ 178118 h 1323022"/>
                <a:gd name="connsiteX152" fmla="*/ 521970 w 681037"/>
                <a:gd name="connsiteY152" fmla="*/ 177165 h 1323022"/>
                <a:gd name="connsiteX153" fmla="*/ 523399 w 681037"/>
                <a:gd name="connsiteY153" fmla="*/ 176213 h 1323022"/>
                <a:gd name="connsiteX154" fmla="*/ 524351 w 681037"/>
                <a:gd name="connsiteY154" fmla="*/ 174784 h 1323022"/>
                <a:gd name="connsiteX155" fmla="*/ 524351 w 681037"/>
                <a:gd name="connsiteY155" fmla="*/ 172879 h 1323022"/>
                <a:gd name="connsiteX156" fmla="*/ 524828 w 681037"/>
                <a:gd name="connsiteY156" fmla="*/ 171926 h 1323022"/>
                <a:gd name="connsiteX157" fmla="*/ 525780 w 681037"/>
                <a:gd name="connsiteY157" fmla="*/ 170974 h 1323022"/>
                <a:gd name="connsiteX158" fmla="*/ 525780 w 681037"/>
                <a:gd name="connsiteY158" fmla="*/ 169545 h 1323022"/>
                <a:gd name="connsiteX159" fmla="*/ 525304 w 681037"/>
                <a:gd name="connsiteY159" fmla="*/ 165259 h 1323022"/>
                <a:gd name="connsiteX160" fmla="*/ 525304 w 681037"/>
                <a:gd name="connsiteY160" fmla="*/ 161925 h 1323022"/>
                <a:gd name="connsiteX161" fmla="*/ 526256 w 681037"/>
                <a:gd name="connsiteY161" fmla="*/ 159068 h 1323022"/>
                <a:gd name="connsiteX162" fmla="*/ 527209 w 681037"/>
                <a:gd name="connsiteY162" fmla="*/ 157639 h 1323022"/>
                <a:gd name="connsiteX163" fmla="*/ 527685 w 681037"/>
                <a:gd name="connsiteY163" fmla="*/ 157163 h 1323022"/>
                <a:gd name="connsiteX164" fmla="*/ 528161 w 681037"/>
                <a:gd name="connsiteY164" fmla="*/ 156210 h 1323022"/>
                <a:gd name="connsiteX165" fmla="*/ 528161 w 681037"/>
                <a:gd name="connsiteY165" fmla="*/ 154781 h 1323022"/>
                <a:gd name="connsiteX166" fmla="*/ 529114 w 681037"/>
                <a:gd name="connsiteY166" fmla="*/ 153353 h 1323022"/>
                <a:gd name="connsiteX167" fmla="*/ 533876 w 681037"/>
                <a:gd name="connsiteY167" fmla="*/ 150495 h 1323022"/>
                <a:gd name="connsiteX168" fmla="*/ 535781 w 681037"/>
                <a:gd name="connsiteY168" fmla="*/ 148590 h 1323022"/>
                <a:gd name="connsiteX169" fmla="*/ 535781 w 681037"/>
                <a:gd name="connsiteY169" fmla="*/ 147161 h 1323022"/>
                <a:gd name="connsiteX170" fmla="*/ 536258 w 681037"/>
                <a:gd name="connsiteY170" fmla="*/ 145256 h 1323022"/>
                <a:gd name="connsiteX171" fmla="*/ 539115 w 681037"/>
                <a:gd name="connsiteY171" fmla="*/ 140970 h 1323022"/>
                <a:gd name="connsiteX172" fmla="*/ 540068 w 681037"/>
                <a:gd name="connsiteY172" fmla="*/ 139065 h 1323022"/>
                <a:gd name="connsiteX173" fmla="*/ 540068 w 681037"/>
                <a:gd name="connsiteY173" fmla="*/ 138113 h 1323022"/>
                <a:gd name="connsiteX174" fmla="*/ 541020 w 681037"/>
                <a:gd name="connsiteY174" fmla="*/ 137160 h 1323022"/>
                <a:gd name="connsiteX175" fmla="*/ 544354 w 681037"/>
                <a:gd name="connsiteY175" fmla="*/ 134779 h 1323022"/>
                <a:gd name="connsiteX176" fmla="*/ 546259 w 681037"/>
                <a:gd name="connsiteY176" fmla="*/ 132397 h 1323022"/>
                <a:gd name="connsiteX177" fmla="*/ 546735 w 681037"/>
                <a:gd name="connsiteY177" fmla="*/ 130016 h 1323022"/>
                <a:gd name="connsiteX178" fmla="*/ 545783 w 681037"/>
                <a:gd name="connsiteY178" fmla="*/ 127635 h 1323022"/>
                <a:gd name="connsiteX179" fmla="*/ 543878 w 681037"/>
                <a:gd name="connsiteY179" fmla="*/ 124778 h 1323022"/>
                <a:gd name="connsiteX180" fmla="*/ 537686 w 681037"/>
                <a:gd name="connsiteY180" fmla="*/ 118110 h 1323022"/>
                <a:gd name="connsiteX181" fmla="*/ 532924 w 681037"/>
                <a:gd name="connsiteY181" fmla="*/ 114776 h 1323022"/>
                <a:gd name="connsiteX182" fmla="*/ 526733 w 681037"/>
                <a:gd name="connsiteY182" fmla="*/ 112395 h 1323022"/>
                <a:gd name="connsiteX183" fmla="*/ 522923 w 681037"/>
                <a:gd name="connsiteY183" fmla="*/ 111443 h 1323022"/>
                <a:gd name="connsiteX184" fmla="*/ 521018 w 681037"/>
                <a:gd name="connsiteY184" fmla="*/ 112395 h 1323022"/>
                <a:gd name="connsiteX185" fmla="*/ 519113 w 681037"/>
                <a:gd name="connsiteY185" fmla="*/ 111919 h 1323022"/>
                <a:gd name="connsiteX186" fmla="*/ 517208 w 681037"/>
                <a:gd name="connsiteY186" fmla="*/ 109538 h 1323022"/>
                <a:gd name="connsiteX187" fmla="*/ 513874 w 681037"/>
                <a:gd name="connsiteY187" fmla="*/ 107633 h 1323022"/>
                <a:gd name="connsiteX188" fmla="*/ 506730 w 681037"/>
                <a:gd name="connsiteY188" fmla="*/ 105728 h 1323022"/>
                <a:gd name="connsiteX189" fmla="*/ 491014 w 681037"/>
                <a:gd name="connsiteY189" fmla="*/ 97631 h 1323022"/>
                <a:gd name="connsiteX190" fmla="*/ 484823 w 681037"/>
                <a:gd name="connsiteY190" fmla="*/ 93821 h 1323022"/>
                <a:gd name="connsiteX191" fmla="*/ 482918 w 681037"/>
                <a:gd name="connsiteY191" fmla="*/ 91440 h 1323022"/>
                <a:gd name="connsiteX192" fmla="*/ 477203 w 681037"/>
                <a:gd name="connsiteY192" fmla="*/ 87154 h 1323022"/>
                <a:gd name="connsiteX193" fmla="*/ 467678 w 681037"/>
                <a:gd name="connsiteY193" fmla="*/ 80963 h 1323022"/>
                <a:gd name="connsiteX194" fmla="*/ 460058 w 681037"/>
                <a:gd name="connsiteY194" fmla="*/ 78105 h 1323022"/>
                <a:gd name="connsiteX195" fmla="*/ 454819 w 681037"/>
                <a:gd name="connsiteY195" fmla="*/ 78105 h 1323022"/>
                <a:gd name="connsiteX196" fmla="*/ 446723 w 681037"/>
                <a:gd name="connsiteY196" fmla="*/ 76200 h 1323022"/>
                <a:gd name="connsiteX197" fmla="*/ 435293 w 681037"/>
                <a:gd name="connsiteY197" fmla="*/ 72390 h 1323022"/>
                <a:gd name="connsiteX198" fmla="*/ 428625 w 681037"/>
                <a:gd name="connsiteY198" fmla="*/ 68580 h 1323022"/>
                <a:gd name="connsiteX199" fmla="*/ 426720 w 681037"/>
                <a:gd name="connsiteY199" fmla="*/ 65246 h 1323022"/>
                <a:gd name="connsiteX200" fmla="*/ 422434 w 681037"/>
                <a:gd name="connsiteY200" fmla="*/ 61913 h 1323022"/>
                <a:gd name="connsiteX201" fmla="*/ 415766 w 681037"/>
                <a:gd name="connsiteY201" fmla="*/ 58579 h 1323022"/>
                <a:gd name="connsiteX202" fmla="*/ 412433 w 681037"/>
                <a:gd name="connsiteY202" fmla="*/ 56197 h 1323022"/>
                <a:gd name="connsiteX203" fmla="*/ 411956 w 681037"/>
                <a:gd name="connsiteY203" fmla="*/ 55245 h 1323022"/>
                <a:gd name="connsiteX204" fmla="*/ 410051 w 681037"/>
                <a:gd name="connsiteY204" fmla="*/ 53816 h 1323022"/>
                <a:gd name="connsiteX205" fmla="*/ 406241 w 681037"/>
                <a:gd name="connsiteY205" fmla="*/ 51911 h 1323022"/>
                <a:gd name="connsiteX206" fmla="*/ 401955 w 681037"/>
                <a:gd name="connsiteY206" fmla="*/ 49054 h 1323022"/>
                <a:gd name="connsiteX207" fmla="*/ 397669 w 681037"/>
                <a:gd name="connsiteY207" fmla="*/ 44768 h 1323022"/>
                <a:gd name="connsiteX208" fmla="*/ 392906 w 681037"/>
                <a:gd name="connsiteY208" fmla="*/ 38100 h 1323022"/>
                <a:gd name="connsiteX209" fmla="*/ 387668 w 681037"/>
                <a:gd name="connsiteY209" fmla="*/ 29051 h 1323022"/>
                <a:gd name="connsiteX210" fmla="*/ 382429 w 681037"/>
                <a:gd name="connsiteY210" fmla="*/ 22860 h 1323022"/>
                <a:gd name="connsiteX211" fmla="*/ 376714 w 681037"/>
                <a:gd name="connsiteY211" fmla="*/ 19526 h 1323022"/>
                <a:gd name="connsiteX212" fmla="*/ 373856 w 681037"/>
                <a:gd name="connsiteY212" fmla="*/ 17621 h 1323022"/>
                <a:gd name="connsiteX213" fmla="*/ 373856 w 681037"/>
                <a:gd name="connsiteY213" fmla="*/ 16669 h 1323022"/>
                <a:gd name="connsiteX214" fmla="*/ 372904 w 681037"/>
                <a:gd name="connsiteY214" fmla="*/ 15716 h 1323022"/>
                <a:gd name="connsiteX215" fmla="*/ 372428 w 681037"/>
                <a:gd name="connsiteY215" fmla="*/ 15240 h 1323022"/>
                <a:gd name="connsiteX216" fmla="*/ 369570 w 681037"/>
                <a:gd name="connsiteY216" fmla="*/ 13335 h 1323022"/>
                <a:gd name="connsiteX217" fmla="*/ 367189 w 681037"/>
                <a:gd name="connsiteY217" fmla="*/ 9525 h 1323022"/>
                <a:gd name="connsiteX218" fmla="*/ 366713 w 681037"/>
                <a:gd name="connsiteY218" fmla="*/ 7620 h 1323022"/>
                <a:gd name="connsiteX219" fmla="*/ 366236 w 681037"/>
                <a:gd name="connsiteY219" fmla="*/ 7620 h 1323022"/>
                <a:gd name="connsiteX220" fmla="*/ 351949 w 681037"/>
                <a:gd name="connsiteY220" fmla="*/ 7620 h 1323022"/>
                <a:gd name="connsiteX221" fmla="*/ 338138 w 681037"/>
                <a:gd name="connsiteY221" fmla="*/ 7620 h 1323022"/>
                <a:gd name="connsiteX222" fmla="*/ 336709 w 681037"/>
                <a:gd name="connsiteY222" fmla="*/ 8572 h 1323022"/>
                <a:gd name="connsiteX223" fmla="*/ 334804 w 681037"/>
                <a:gd name="connsiteY223" fmla="*/ 8572 h 1323022"/>
                <a:gd name="connsiteX224" fmla="*/ 333375 w 681037"/>
                <a:gd name="connsiteY224" fmla="*/ 7620 h 1323022"/>
                <a:gd name="connsiteX225" fmla="*/ 331946 w 681037"/>
                <a:gd name="connsiteY225" fmla="*/ 7620 h 1323022"/>
                <a:gd name="connsiteX226" fmla="*/ 330041 w 681037"/>
                <a:gd name="connsiteY226" fmla="*/ 8572 h 1323022"/>
                <a:gd name="connsiteX227" fmla="*/ 328136 w 681037"/>
                <a:gd name="connsiteY227" fmla="*/ 10001 h 1323022"/>
                <a:gd name="connsiteX228" fmla="*/ 322898 w 681037"/>
                <a:gd name="connsiteY228" fmla="*/ 20479 h 1323022"/>
                <a:gd name="connsiteX229" fmla="*/ 320040 w 681037"/>
                <a:gd name="connsiteY229" fmla="*/ 24765 h 1323022"/>
                <a:gd name="connsiteX230" fmla="*/ 318135 w 681037"/>
                <a:gd name="connsiteY230" fmla="*/ 28575 h 1323022"/>
                <a:gd name="connsiteX231" fmla="*/ 316706 w 681037"/>
                <a:gd name="connsiteY231" fmla="*/ 35243 h 1323022"/>
                <a:gd name="connsiteX232" fmla="*/ 316230 w 681037"/>
                <a:gd name="connsiteY232" fmla="*/ 36195 h 1323022"/>
                <a:gd name="connsiteX233" fmla="*/ 314801 w 681037"/>
                <a:gd name="connsiteY233" fmla="*/ 33814 h 1323022"/>
                <a:gd name="connsiteX234" fmla="*/ 312420 w 681037"/>
                <a:gd name="connsiteY234" fmla="*/ 27622 h 1323022"/>
                <a:gd name="connsiteX235" fmla="*/ 311468 w 681037"/>
                <a:gd name="connsiteY235" fmla="*/ 24289 h 1323022"/>
                <a:gd name="connsiteX236" fmla="*/ 311468 w 681037"/>
                <a:gd name="connsiteY236" fmla="*/ 20003 h 1323022"/>
                <a:gd name="connsiteX237" fmla="*/ 308610 w 681037"/>
                <a:gd name="connsiteY237" fmla="*/ 14764 h 1323022"/>
                <a:gd name="connsiteX238" fmla="*/ 305276 w 681037"/>
                <a:gd name="connsiteY238" fmla="*/ 13335 h 1323022"/>
                <a:gd name="connsiteX239" fmla="*/ 303371 w 681037"/>
                <a:gd name="connsiteY239" fmla="*/ 12859 h 1323022"/>
                <a:gd name="connsiteX240" fmla="*/ 300514 w 681037"/>
                <a:gd name="connsiteY240" fmla="*/ 11906 h 1323022"/>
                <a:gd name="connsiteX241" fmla="*/ 295275 w 681037"/>
                <a:gd name="connsiteY241" fmla="*/ 10478 h 1323022"/>
                <a:gd name="connsiteX242" fmla="*/ 292894 w 681037"/>
                <a:gd name="connsiteY242" fmla="*/ 10001 h 1323022"/>
                <a:gd name="connsiteX243" fmla="*/ 278130 w 681037"/>
                <a:gd name="connsiteY243" fmla="*/ 10001 h 1323022"/>
                <a:gd name="connsiteX244" fmla="*/ 277178 w 681037"/>
                <a:gd name="connsiteY244" fmla="*/ 10001 h 1323022"/>
                <a:gd name="connsiteX245" fmla="*/ 271463 w 681037"/>
                <a:gd name="connsiteY245" fmla="*/ 10478 h 1323022"/>
                <a:gd name="connsiteX246" fmla="*/ 268605 w 681037"/>
                <a:gd name="connsiteY246" fmla="*/ 10001 h 1323022"/>
                <a:gd name="connsiteX247" fmla="*/ 265748 w 681037"/>
                <a:gd name="connsiteY247" fmla="*/ 7144 h 1323022"/>
                <a:gd name="connsiteX248" fmla="*/ 259080 w 681037"/>
                <a:gd name="connsiteY248" fmla="*/ 2381 h 1323022"/>
                <a:gd name="connsiteX249" fmla="*/ 257651 w 681037"/>
                <a:gd name="connsiteY249" fmla="*/ 953 h 1323022"/>
                <a:gd name="connsiteX250" fmla="*/ 255270 w 681037"/>
                <a:gd name="connsiteY250" fmla="*/ 0 h 1323022"/>
                <a:gd name="connsiteX251" fmla="*/ 253841 w 681037"/>
                <a:gd name="connsiteY251" fmla="*/ 0 h 1323022"/>
                <a:gd name="connsiteX252" fmla="*/ 252889 w 681037"/>
                <a:gd name="connsiteY252" fmla="*/ 953 h 1323022"/>
                <a:gd name="connsiteX253" fmla="*/ 251936 w 681037"/>
                <a:gd name="connsiteY253" fmla="*/ 5239 h 1323022"/>
                <a:gd name="connsiteX254" fmla="*/ 250508 w 681037"/>
                <a:gd name="connsiteY254" fmla="*/ 9049 h 1323022"/>
                <a:gd name="connsiteX255" fmla="*/ 249079 w 681037"/>
                <a:gd name="connsiteY255" fmla="*/ 10954 h 1323022"/>
                <a:gd name="connsiteX256" fmla="*/ 244316 w 681037"/>
                <a:gd name="connsiteY256" fmla="*/ 12383 h 1323022"/>
                <a:gd name="connsiteX257" fmla="*/ 240030 w 681037"/>
                <a:gd name="connsiteY257" fmla="*/ 13811 h 1323022"/>
                <a:gd name="connsiteX258" fmla="*/ 237649 w 681037"/>
                <a:gd name="connsiteY258" fmla="*/ 14288 h 1323022"/>
                <a:gd name="connsiteX259" fmla="*/ 236220 w 681037"/>
                <a:gd name="connsiteY259" fmla="*/ 16193 h 1323022"/>
                <a:gd name="connsiteX260" fmla="*/ 235744 w 681037"/>
                <a:gd name="connsiteY260" fmla="*/ 18574 h 1323022"/>
                <a:gd name="connsiteX261" fmla="*/ 234791 w 681037"/>
                <a:gd name="connsiteY261" fmla="*/ 20955 h 1323022"/>
                <a:gd name="connsiteX262" fmla="*/ 228124 w 681037"/>
                <a:gd name="connsiteY262" fmla="*/ 24289 h 1323022"/>
                <a:gd name="connsiteX263" fmla="*/ 226695 w 681037"/>
                <a:gd name="connsiteY263" fmla="*/ 25718 h 1323022"/>
                <a:gd name="connsiteX264" fmla="*/ 225743 w 681037"/>
                <a:gd name="connsiteY264" fmla="*/ 29051 h 1323022"/>
                <a:gd name="connsiteX265" fmla="*/ 221933 w 681037"/>
                <a:gd name="connsiteY265" fmla="*/ 33338 h 1323022"/>
                <a:gd name="connsiteX266" fmla="*/ 220980 w 681037"/>
                <a:gd name="connsiteY266" fmla="*/ 35243 h 1323022"/>
                <a:gd name="connsiteX267" fmla="*/ 227171 w 681037"/>
                <a:gd name="connsiteY267" fmla="*/ 41434 h 1323022"/>
                <a:gd name="connsiteX268" fmla="*/ 224314 w 681037"/>
                <a:gd name="connsiteY268" fmla="*/ 50006 h 1323022"/>
                <a:gd name="connsiteX269" fmla="*/ 220028 w 681037"/>
                <a:gd name="connsiteY269" fmla="*/ 63818 h 1323022"/>
                <a:gd name="connsiteX270" fmla="*/ 216694 w 681037"/>
                <a:gd name="connsiteY270" fmla="*/ 74295 h 1323022"/>
                <a:gd name="connsiteX271" fmla="*/ 216218 w 681037"/>
                <a:gd name="connsiteY271" fmla="*/ 75724 h 1323022"/>
                <a:gd name="connsiteX272" fmla="*/ 215741 w 681037"/>
                <a:gd name="connsiteY272" fmla="*/ 77629 h 1323022"/>
                <a:gd name="connsiteX273" fmla="*/ 208598 w 681037"/>
                <a:gd name="connsiteY273" fmla="*/ 80486 h 1323022"/>
                <a:gd name="connsiteX274" fmla="*/ 198120 w 681037"/>
                <a:gd name="connsiteY274" fmla="*/ 84772 h 1323022"/>
                <a:gd name="connsiteX275" fmla="*/ 192405 w 681037"/>
                <a:gd name="connsiteY275" fmla="*/ 87154 h 1323022"/>
                <a:gd name="connsiteX276" fmla="*/ 185738 w 681037"/>
                <a:gd name="connsiteY276" fmla="*/ 90011 h 1323022"/>
                <a:gd name="connsiteX277" fmla="*/ 183833 w 681037"/>
                <a:gd name="connsiteY277" fmla="*/ 92393 h 1323022"/>
                <a:gd name="connsiteX278" fmla="*/ 181928 w 681037"/>
                <a:gd name="connsiteY278" fmla="*/ 93821 h 1323022"/>
                <a:gd name="connsiteX279" fmla="*/ 179546 w 681037"/>
                <a:gd name="connsiteY279" fmla="*/ 95726 h 1323022"/>
                <a:gd name="connsiteX280" fmla="*/ 178594 w 681037"/>
                <a:gd name="connsiteY280" fmla="*/ 97631 h 1323022"/>
                <a:gd name="connsiteX281" fmla="*/ 176689 w 681037"/>
                <a:gd name="connsiteY281" fmla="*/ 98584 h 1323022"/>
                <a:gd name="connsiteX282" fmla="*/ 174784 w 681037"/>
                <a:gd name="connsiteY282" fmla="*/ 102870 h 1323022"/>
                <a:gd name="connsiteX283" fmla="*/ 174784 w 681037"/>
                <a:gd name="connsiteY283" fmla="*/ 106204 h 1323022"/>
                <a:gd name="connsiteX284" fmla="*/ 175736 w 681037"/>
                <a:gd name="connsiteY284" fmla="*/ 108585 h 1323022"/>
                <a:gd name="connsiteX285" fmla="*/ 177641 w 681037"/>
                <a:gd name="connsiteY285" fmla="*/ 109538 h 1323022"/>
                <a:gd name="connsiteX286" fmla="*/ 178118 w 681037"/>
                <a:gd name="connsiteY286" fmla="*/ 112395 h 1323022"/>
                <a:gd name="connsiteX287" fmla="*/ 178594 w 681037"/>
                <a:gd name="connsiteY287" fmla="*/ 114300 h 1323022"/>
                <a:gd name="connsiteX288" fmla="*/ 180023 w 681037"/>
                <a:gd name="connsiteY288" fmla="*/ 115729 h 1323022"/>
                <a:gd name="connsiteX289" fmla="*/ 179546 w 681037"/>
                <a:gd name="connsiteY289" fmla="*/ 116681 h 1323022"/>
                <a:gd name="connsiteX290" fmla="*/ 178118 w 681037"/>
                <a:gd name="connsiteY290" fmla="*/ 117634 h 1323022"/>
                <a:gd name="connsiteX291" fmla="*/ 175736 w 681037"/>
                <a:gd name="connsiteY291" fmla="*/ 118110 h 1323022"/>
                <a:gd name="connsiteX292" fmla="*/ 174308 w 681037"/>
                <a:gd name="connsiteY292" fmla="*/ 120968 h 1323022"/>
                <a:gd name="connsiteX293" fmla="*/ 172403 w 681037"/>
                <a:gd name="connsiteY293" fmla="*/ 127635 h 1323022"/>
                <a:gd name="connsiteX294" fmla="*/ 171926 w 681037"/>
                <a:gd name="connsiteY294" fmla="*/ 130016 h 1323022"/>
                <a:gd name="connsiteX295" fmla="*/ 173831 w 681037"/>
                <a:gd name="connsiteY295" fmla="*/ 135731 h 1323022"/>
                <a:gd name="connsiteX296" fmla="*/ 174784 w 681037"/>
                <a:gd name="connsiteY296" fmla="*/ 139065 h 1323022"/>
                <a:gd name="connsiteX297" fmla="*/ 177641 w 681037"/>
                <a:gd name="connsiteY297" fmla="*/ 150495 h 1323022"/>
                <a:gd name="connsiteX298" fmla="*/ 178118 w 681037"/>
                <a:gd name="connsiteY298" fmla="*/ 153829 h 1323022"/>
                <a:gd name="connsiteX299" fmla="*/ 174308 w 681037"/>
                <a:gd name="connsiteY299" fmla="*/ 158115 h 1323022"/>
                <a:gd name="connsiteX300" fmla="*/ 172879 w 681037"/>
                <a:gd name="connsiteY300" fmla="*/ 160972 h 1323022"/>
                <a:gd name="connsiteX301" fmla="*/ 172403 w 681037"/>
                <a:gd name="connsiteY301" fmla="*/ 163354 h 1323022"/>
                <a:gd name="connsiteX302" fmla="*/ 172403 w 681037"/>
                <a:gd name="connsiteY302" fmla="*/ 165259 h 1323022"/>
                <a:gd name="connsiteX303" fmla="*/ 172879 w 681037"/>
                <a:gd name="connsiteY303" fmla="*/ 167164 h 1323022"/>
                <a:gd name="connsiteX304" fmla="*/ 176213 w 681037"/>
                <a:gd name="connsiteY304" fmla="*/ 172879 h 1323022"/>
                <a:gd name="connsiteX305" fmla="*/ 180023 w 681037"/>
                <a:gd name="connsiteY305" fmla="*/ 177641 h 1323022"/>
                <a:gd name="connsiteX306" fmla="*/ 181928 w 681037"/>
                <a:gd name="connsiteY306" fmla="*/ 180022 h 1323022"/>
                <a:gd name="connsiteX307" fmla="*/ 181928 w 681037"/>
                <a:gd name="connsiteY307" fmla="*/ 183356 h 1323022"/>
                <a:gd name="connsiteX308" fmla="*/ 180975 w 681037"/>
                <a:gd name="connsiteY308" fmla="*/ 185261 h 1323022"/>
                <a:gd name="connsiteX309" fmla="*/ 179070 w 681037"/>
                <a:gd name="connsiteY309" fmla="*/ 186214 h 1323022"/>
                <a:gd name="connsiteX310" fmla="*/ 174784 w 681037"/>
                <a:gd name="connsiteY310" fmla="*/ 187643 h 1323022"/>
                <a:gd name="connsiteX311" fmla="*/ 172879 w 681037"/>
                <a:gd name="connsiteY311" fmla="*/ 189547 h 1323022"/>
                <a:gd name="connsiteX312" fmla="*/ 170974 w 681037"/>
                <a:gd name="connsiteY312" fmla="*/ 190024 h 1323022"/>
                <a:gd name="connsiteX313" fmla="*/ 169069 w 681037"/>
                <a:gd name="connsiteY313" fmla="*/ 188595 h 1323022"/>
                <a:gd name="connsiteX314" fmla="*/ 167164 w 681037"/>
                <a:gd name="connsiteY314" fmla="*/ 189071 h 1323022"/>
                <a:gd name="connsiteX315" fmla="*/ 164783 w 681037"/>
                <a:gd name="connsiteY315" fmla="*/ 190500 h 1323022"/>
                <a:gd name="connsiteX316" fmla="*/ 163830 w 681037"/>
                <a:gd name="connsiteY316" fmla="*/ 193834 h 1323022"/>
                <a:gd name="connsiteX317" fmla="*/ 161449 w 681037"/>
                <a:gd name="connsiteY317" fmla="*/ 199549 h 1323022"/>
                <a:gd name="connsiteX318" fmla="*/ 159544 w 681037"/>
                <a:gd name="connsiteY318" fmla="*/ 200978 h 1323022"/>
                <a:gd name="connsiteX319" fmla="*/ 158115 w 681037"/>
                <a:gd name="connsiteY319" fmla="*/ 205264 h 1323022"/>
                <a:gd name="connsiteX320" fmla="*/ 155734 w 681037"/>
                <a:gd name="connsiteY320" fmla="*/ 211455 h 1323022"/>
                <a:gd name="connsiteX321" fmla="*/ 154305 w 681037"/>
                <a:gd name="connsiteY321" fmla="*/ 215265 h 1323022"/>
                <a:gd name="connsiteX322" fmla="*/ 153829 w 681037"/>
                <a:gd name="connsiteY322" fmla="*/ 218122 h 1323022"/>
                <a:gd name="connsiteX323" fmla="*/ 151448 w 681037"/>
                <a:gd name="connsiteY323" fmla="*/ 220028 h 1323022"/>
                <a:gd name="connsiteX324" fmla="*/ 148590 w 681037"/>
                <a:gd name="connsiteY324" fmla="*/ 223361 h 1323022"/>
                <a:gd name="connsiteX325" fmla="*/ 146209 w 681037"/>
                <a:gd name="connsiteY325" fmla="*/ 226695 h 1323022"/>
                <a:gd name="connsiteX326" fmla="*/ 145256 w 681037"/>
                <a:gd name="connsiteY326" fmla="*/ 227647 h 1323022"/>
                <a:gd name="connsiteX327" fmla="*/ 143351 w 681037"/>
                <a:gd name="connsiteY327" fmla="*/ 228124 h 1323022"/>
                <a:gd name="connsiteX328" fmla="*/ 141923 w 681037"/>
                <a:gd name="connsiteY328" fmla="*/ 230981 h 1323022"/>
                <a:gd name="connsiteX329" fmla="*/ 137636 w 681037"/>
                <a:gd name="connsiteY329" fmla="*/ 235744 h 1323022"/>
                <a:gd name="connsiteX330" fmla="*/ 136684 w 681037"/>
                <a:gd name="connsiteY330" fmla="*/ 240983 h 1323022"/>
                <a:gd name="connsiteX331" fmla="*/ 135255 w 681037"/>
                <a:gd name="connsiteY331" fmla="*/ 243840 h 1323022"/>
                <a:gd name="connsiteX332" fmla="*/ 134779 w 681037"/>
                <a:gd name="connsiteY332" fmla="*/ 249079 h 1323022"/>
                <a:gd name="connsiteX333" fmla="*/ 132398 w 681037"/>
                <a:gd name="connsiteY333" fmla="*/ 258604 h 1323022"/>
                <a:gd name="connsiteX334" fmla="*/ 131921 w 681037"/>
                <a:gd name="connsiteY334" fmla="*/ 260509 h 1323022"/>
                <a:gd name="connsiteX335" fmla="*/ 129540 w 681037"/>
                <a:gd name="connsiteY335" fmla="*/ 262414 h 1323022"/>
                <a:gd name="connsiteX336" fmla="*/ 126206 w 681037"/>
                <a:gd name="connsiteY336" fmla="*/ 266224 h 1323022"/>
                <a:gd name="connsiteX337" fmla="*/ 125254 w 681037"/>
                <a:gd name="connsiteY337" fmla="*/ 269081 h 1323022"/>
                <a:gd name="connsiteX338" fmla="*/ 126683 w 681037"/>
                <a:gd name="connsiteY338" fmla="*/ 277178 h 1323022"/>
                <a:gd name="connsiteX339" fmla="*/ 128588 w 681037"/>
                <a:gd name="connsiteY339" fmla="*/ 285274 h 1323022"/>
                <a:gd name="connsiteX340" fmla="*/ 128588 w 681037"/>
                <a:gd name="connsiteY340" fmla="*/ 289084 h 1323022"/>
                <a:gd name="connsiteX341" fmla="*/ 127635 w 681037"/>
                <a:gd name="connsiteY341" fmla="*/ 294322 h 1323022"/>
                <a:gd name="connsiteX342" fmla="*/ 127159 w 681037"/>
                <a:gd name="connsiteY342" fmla="*/ 296704 h 1323022"/>
                <a:gd name="connsiteX343" fmla="*/ 128588 w 681037"/>
                <a:gd name="connsiteY343" fmla="*/ 297657 h 1323022"/>
                <a:gd name="connsiteX344" fmla="*/ 130493 w 681037"/>
                <a:gd name="connsiteY344" fmla="*/ 298133 h 1323022"/>
                <a:gd name="connsiteX345" fmla="*/ 130969 w 681037"/>
                <a:gd name="connsiteY345" fmla="*/ 300038 h 1323022"/>
                <a:gd name="connsiteX346" fmla="*/ 129540 w 681037"/>
                <a:gd name="connsiteY346" fmla="*/ 301466 h 1323022"/>
                <a:gd name="connsiteX347" fmla="*/ 129064 w 681037"/>
                <a:gd name="connsiteY347" fmla="*/ 303847 h 1323022"/>
                <a:gd name="connsiteX348" fmla="*/ 127159 w 681037"/>
                <a:gd name="connsiteY348" fmla="*/ 306705 h 1323022"/>
                <a:gd name="connsiteX349" fmla="*/ 122396 w 681037"/>
                <a:gd name="connsiteY349" fmla="*/ 307658 h 1323022"/>
                <a:gd name="connsiteX350" fmla="*/ 120491 w 681037"/>
                <a:gd name="connsiteY350" fmla="*/ 306705 h 1323022"/>
                <a:gd name="connsiteX351" fmla="*/ 120015 w 681037"/>
                <a:gd name="connsiteY351" fmla="*/ 307658 h 1323022"/>
                <a:gd name="connsiteX352" fmla="*/ 120491 w 681037"/>
                <a:gd name="connsiteY352" fmla="*/ 309563 h 1323022"/>
                <a:gd name="connsiteX353" fmla="*/ 119539 w 681037"/>
                <a:gd name="connsiteY353" fmla="*/ 311944 h 1323022"/>
                <a:gd name="connsiteX354" fmla="*/ 117158 w 681037"/>
                <a:gd name="connsiteY354" fmla="*/ 318135 h 1323022"/>
                <a:gd name="connsiteX355" fmla="*/ 115253 w 681037"/>
                <a:gd name="connsiteY355" fmla="*/ 323850 h 1323022"/>
                <a:gd name="connsiteX356" fmla="*/ 114300 w 681037"/>
                <a:gd name="connsiteY356" fmla="*/ 326232 h 1323022"/>
                <a:gd name="connsiteX357" fmla="*/ 114776 w 681037"/>
                <a:gd name="connsiteY357" fmla="*/ 328136 h 1323022"/>
                <a:gd name="connsiteX358" fmla="*/ 115729 w 681037"/>
                <a:gd name="connsiteY358" fmla="*/ 329565 h 1323022"/>
                <a:gd name="connsiteX359" fmla="*/ 115729 w 681037"/>
                <a:gd name="connsiteY359" fmla="*/ 330517 h 1323022"/>
                <a:gd name="connsiteX360" fmla="*/ 114300 w 681037"/>
                <a:gd name="connsiteY360" fmla="*/ 331946 h 1323022"/>
                <a:gd name="connsiteX361" fmla="*/ 112871 w 681037"/>
                <a:gd name="connsiteY361" fmla="*/ 334328 h 1323022"/>
                <a:gd name="connsiteX362" fmla="*/ 111443 w 681037"/>
                <a:gd name="connsiteY362" fmla="*/ 334804 h 1323022"/>
                <a:gd name="connsiteX363" fmla="*/ 110014 w 681037"/>
                <a:gd name="connsiteY363" fmla="*/ 334328 h 1323022"/>
                <a:gd name="connsiteX364" fmla="*/ 108585 w 681037"/>
                <a:gd name="connsiteY364" fmla="*/ 335757 h 1323022"/>
                <a:gd name="connsiteX365" fmla="*/ 108109 w 681037"/>
                <a:gd name="connsiteY365" fmla="*/ 338614 h 1323022"/>
                <a:gd name="connsiteX366" fmla="*/ 107156 w 681037"/>
                <a:gd name="connsiteY366" fmla="*/ 341947 h 1323022"/>
                <a:gd name="connsiteX367" fmla="*/ 106680 w 681037"/>
                <a:gd name="connsiteY367" fmla="*/ 346234 h 1323022"/>
                <a:gd name="connsiteX368" fmla="*/ 106204 w 681037"/>
                <a:gd name="connsiteY368" fmla="*/ 351472 h 1323022"/>
                <a:gd name="connsiteX369" fmla="*/ 108109 w 681037"/>
                <a:gd name="connsiteY369" fmla="*/ 355283 h 1323022"/>
                <a:gd name="connsiteX370" fmla="*/ 110490 w 681037"/>
                <a:gd name="connsiteY370" fmla="*/ 361950 h 1323022"/>
                <a:gd name="connsiteX371" fmla="*/ 112395 w 681037"/>
                <a:gd name="connsiteY371" fmla="*/ 363379 h 1323022"/>
                <a:gd name="connsiteX372" fmla="*/ 114300 w 681037"/>
                <a:gd name="connsiteY372" fmla="*/ 363379 h 1323022"/>
                <a:gd name="connsiteX373" fmla="*/ 116205 w 681037"/>
                <a:gd name="connsiteY373" fmla="*/ 364808 h 1323022"/>
                <a:gd name="connsiteX374" fmla="*/ 117158 w 681037"/>
                <a:gd name="connsiteY374" fmla="*/ 366236 h 1323022"/>
                <a:gd name="connsiteX375" fmla="*/ 115729 w 681037"/>
                <a:gd name="connsiteY375" fmla="*/ 369094 h 1323022"/>
                <a:gd name="connsiteX376" fmla="*/ 113348 w 681037"/>
                <a:gd name="connsiteY376" fmla="*/ 369570 h 1323022"/>
                <a:gd name="connsiteX377" fmla="*/ 112871 w 681037"/>
                <a:gd name="connsiteY377" fmla="*/ 370999 h 1323022"/>
                <a:gd name="connsiteX378" fmla="*/ 113348 w 681037"/>
                <a:gd name="connsiteY378" fmla="*/ 374333 h 1323022"/>
                <a:gd name="connsiteX379" fmla="*/ 114300 w 681037"/>
                <a:gd name="connsiteY379" fmla="*/ 377666 h 1323022"/>
                <a:gd name="connsiteX380" fmla="*/ 116205 w 681037"/>
                <a:gd name="connsiteY380" fmla="*/ 379095 h 1323022"/>
                <a:gd name="connsiteX381" fmla="*/ 117158 w 681037"/>
                <a:gd name="connsiteY381" fmla="*/ 383382 h 1323022"/>
                <a:gd name="connsiteX382" fmla="*/ 119063 w 681037"/>
                <a:gd name="connsiteY382" fmla="*/ 384810 h 1323022"/>
                <a:gd name="connsiteX383" fmla="*/ 118586 w 681037"/>
                <a:gd name="connsiteY383" fmla="*/ 390525 h 1323022"/>
                <a:gd name="connsiteX384" fmla="*/ 120491 w 681037"/>
                <a:gd name="connsiteY384" fmla="*/ 397192 h 1323022"/>
                <a:gd name="connsiteX385" fmla="*/ 122873 w 681037"/>
                <a:gd name="connsiteY385" fmla="*/ 399097 h 1323022"/>
                <a:gd name="connsiteX386" fmla="*/ 123825 w 681037"/>
                <a:gd name="connsiteY386" fmla="*/ 400050 h 1323022"/>
                <a:gd name="connsiteX387" fmla="*/ 123349 w 681037"/>
                <a:gd name="connsiteY387" fmla="*/ 402908 h 1323022"/>
                <a:gd name="connsiteX388" fmla="*/ 121444 w 681037"/>
                <a:gd name="connsiteY388" fmla="*/ 405289 h 1323022"/>
                <a:gd name="connsiteX389" fmla="*/ 120968 w 681037"/>
                <a:gd name="connsiteY389" fmla="*/ 409099 h 1323022"/>
                <a:gd name="connsiteX390" fmla="*/ 121444 w 681037"/>
                <a:gd name="connsiteY390" fmla="*/ 411957 h 1323022"/>
                <a:gd name="connsiteX391" fmla="*/ 123825 w 681037"/>
                <a:gd name="connsiteY391" fmla="*/ 414814 h 1323022"/>
                <a:gd name="connsiteX392" fmla="*/ 125730 w 681037"/>
                <a:gd name="connsiteY392" fmla="*/ 415290 h 1323022"/>
                <a:gd name="connsiteX393" fmla="*/ 128111 w 681037"/>
                <a:gd name="connsiteY393" fmla="*/ 414338 h 1323022"/>
                <a:gd name="connsiteX394" fmla="*/ 130493 w 681037"/>
                <a:gd name="connsiteY394" fmla="*/ 415766 h 1323022"/>
                <a:gd name="connsiteX395" fmla="*/ 130969 w 681037"/>
                <a:gd name="connsiteY395" fmla="*/ 418147 h 1323022"/>
                <a:gd name="connsiteX396" fmla="*/ 131445 w 681037"/>
                <a:gd name="connsiteY396" fmla="*/ 420053 h 1323022"/>
                <a:gd name="connsiteX397" fmla="*/ 130016 w 681037"/>
                <a:gd name="connsiteY397" fmla="*/ 422910 h 1323022"/>
                <a:gd name="connsiteX398" fmla="*/ 128588 w 681037"/>
                <a:gd name="connsiteY398" fmla="*/ 427672 h 1323022"/>
                <a:gd name="connsiteX399" fmla="*/ 128111 w 681037"/>
                <a:gd name="connsiteY399" fmla="*/ 432435 h 1323022"/>
                <a:gd name="connsiteX400" fmla="*/ 128588 w 681037"/>
                <a:gd name="connsiteY400" fmla="*/ 440055 h 1323022"/>
                <a:gd name="connsiteX401" fmla="*/ 129064 w 681037"/>
                <a:gd name="connsiteY401" fmla="*/ 445770 h 1323022"/>
                <a:gd name="connsiteX402" fmla="*/ 129064 w 681037"/>
                <a:gd name="connsiteY402" fmla="*/ 449580 h 1323022"/>
                <a:gd name="connsiteX403" fmla="*/ 129064 w 681037"/>
                <a:gd name="connsiteY403" fmla="*/ 451009 h 1323022"/>
                <a:gd name="connsiteX404" fmla="*/ 128111 w 681037"/>
                <a:gd name="connsiteY404" fmla="*/ 451961 h 1323022"/>
                <a:gd name="connsiteX405" fmla="*/ 125730 w 681037"/>
                <a:gd name="connsiteY405" fmla="*/ 452438 h 1323022"/>
                <a:gd name="connsiteX406" fmla="*/ 123825 w 681037"/>
                <a:gd name="connsiteY406" fmla="*/ 452914 h 1323022"/>
                <a:gd name="connsiteX407" fmla="*/ 121920 w 681037"/>
                <a:gd name="connsiteY407" fmla="*/ 453866 h 1323022"/>
                <a:gd name="connsiteX408" fmla="*/ 121444 w 681037"/>
                <a:gd name="connsiteY408" fmla="*/ 455771 h 1323022"/>
                <a:gd name="connsiteX409" fmla="*/ 120015 w 681037"/>
                <a:gd name="connsiteY409" fmla="*/ 459105 h 1323022"/>
                <a:gd name="connsiteX410" fmla="*/ 118586 w 681037"/>
                <a:gd name="connsiteY410" fmla="*/ 461486 h 1323022"/>
                <a:gd name="connsiteX411" fmla="*/ 116205 w 681037"/>
                <a:gd name="connsiteY411" fmla="*/ 464820 h 1323022"/>
                <a:gd name="connsiteX412" fmla="*/ 114776 w 681037"/>
                <a:gd name="connsiteY412" fmla="*/ 468154 h 1323022"/>
                <a:gd name="connsiteX413" fmla="*/ 113348 w 681037"/>
                <a:gd name="connsiteY413" fmla="*/ 470535 h 1323022"/>
                <a:gd name="connsiteX414" fmla="*/ 113348 w 681037"/>
                <a:gd name="connsiteY414" fmla="*/ 471964 h 1323022"/>
                <a:gd name="connsiteX415" fmla="*/ 112395 w 681037"/>
                <a:gd name="connsiteY415" fmla="*/ 474821 h 1323022"/>
                <a:gd name="connsiteX416" fmla="*/ 111443 w 681037"/>
                <a:gd name="connsiteY416" fmla="*/ 477203 h 1323022"/>
                <a:gd name="connsiteX417" fmla="*/ 109538 w 681037"/>
                <a:gd name="connsiteY417" fmla="*/ 485775 h 1323022"/>
                <a:gd name="connsiteX418" fmla="*/ 107156 w 681037"/>
                <a:gd name="connsiteY418" fmla="*/ 487680 h 1323022"/>
                <a:gd name="connsiteX419" fmla="*/ 105251 w 681037"/>
                <a:gd name="connsiteY419" fmla="*/ 488633 h 1323022"/>
                <a:gd name="connsiteX420" fmla="*/ 104299 w 681037"/>
                <a:gd name="connsiteY420" fmla="*/ 489585 h 1323022"/>
                <a:gd name="connsiteX421" fmla="*/ 105251 w 681037"/>
                <a:gd name="connsiteY421" fmla="*/ 491966 h 1323022"/>
                <a:gd name="connsiteX422" fmla="*/ 107156 w 681037"/>
                <a:gd name="connsiteY422" fmla="*/ 492442 h 1323022"/>
                <a:gd name="connsiteX423" fmla="*/ 108109 w 681037"/>
                <a:gd name="connsiteY423" fmla="*/ 494347 h 1323022"/>
                <a:gd name="connsiteX424" fmla="*/ 107633 w 681037"/>
                <a:gd name="connsiteY424" fmla="*/ 497205 h 1323022"/>
                <a:gd name="connsiteX425" fmla="*/ 109061 w 681037"/>
                <a:gd name="connsiteY425" fmla="*/ 500063 h 1323022"/>
                <a:gd name="connsiteX426" fmla="*/ 109061 w 681037"/>
                <a:gd name="connsiteY426" fmla="*/ 503396 h 1323022"/>
                <a:gd name="connsiteX427" fmla="*/ 110490 w 681037"/>
                <a:gd name="connsiteY427" fmla="*/ 509588 h 1323022"/>
                <a:gd name="connsiteX428" fmla="*/ 109061 w 681037"/>
                <a:gd name="connsiteY428" fmla="*/ 513874 h 1323022"/>
                <a:gd name="connsiteX429" fmla="*/ 109538 w 681037"/>
                <a:gd name="connsiteY429" fmla="*/ 517208 h 1323022"/>
                <a:gd name="connsiteX430" fmla="*/ 109538 w 681037"/>
                <a:gd name="connsiteY430" fmla="*/ 520541 h 1323022"/>
                <a:gd name="connsiteX431" fmla="*/ 107633 w 681037"/>
                <a:gd name="connsiteY431" fmla="*/ 523399 h 1323022"/>
                <a:gd name="connsiteX432" fmla="*/ 103823 w 681037"/>
                <a:gd name="connsiteY432" fmla="*/ 523875 h 1323022"/>
                <a:gd name="connsiteX433" fmla="*/ 101918 w 681037"/>
                <a:gd name="connsiteY433" fmla="*/ 526257 h 1323022"/>
                <a:gd name="connsiteX434" fmla="*/ 98584 w 681037"/>
                <a:gd name="connsiteY434" fmla="*/ 529114 h 1323022"/>
                <a:gd name="connsiteX435" fmla="*/ 98108 w 681037"/>
                <a:gd name="connsiteY435" fmla="*/ 531495 h 1323022"/>
                <a:gd name="connsiteX436" fmla="*/ 97631 w 681037"/>
                <a:gd name="connsiteY436" fmla="*/ 533400 h 1323022"/>
                <a:gd name="connsiteX437" fmla="*/ 96203 w 681037"/>
                <a:gd name="connsiteY437" fmla="*/ 534353 h 1323022"/>
                <a:gd name="connsiteX438" fmla="*/ 94298 w 681037"/>
                <a:gd name="connsiteY438" fmla="*/ 534353 h 1323022"/>
                <a:gd name="connsiteX439" fmla="*/ 92393 w 681037"/>
                <a:gd name="connsiteY439" fmla="*/ 534829 h 1323022"/>
                <a:gd name="connsiteX440" fmla="*/ 90011 w 681037"/>
                <a:gd name="connsiteY440" fmla="*/ 537210 h 1323022"/>
                <a:gd name="connsiteX441" fmla="*/ 87154 w 681037"/>
                <a:gd name="connsiteY441" fmla="*/ 538639 h 1323022"/>
                <a:gd name="connsiteX442" fmla="*/ 86678 w 681037"/>
                <a:gd name="connsiteY442" fmla="*/ 540544 h 1323022"/>
                <a:gd name="connsiteX443" fmla="*/ 86678 w 681037"/>
                <a:gd name="connsiteY443" fmla="*/ 542925 h 1323022"/>
                <a:gd name="connsiteX444" fmla="*/ 85249 w 681037"/>
                <a:gd name="connsiteY444" fmla="*/ 544354 h 1323022"/>
                <a:gd name="connsiteX445" fmla="*/ 83344 w 681037"/>
                <a:gd name="connsiteY445" fmla="*/ 547211 h 1323022"/>
                <a:gd name="connsiteX446" fmla="*/ 82391 w 681037"/>
                <a:gd name="connsiteY446" fmla="*/ 550545 h 1323022"/>
                <a:gd name="connsiteX447" fmla="*/ 83344 w 681037"/>
                <a:gd name="connsiteY447" fmla="*/ 553403 h 1323022"/>
                <a:gd name="connsiteX448" fmla="*/ 84773 w 681037"/>
                <a:gd name="connsiteY448" fmla="*/ 558641 h 1323022"/>
                <a:gd name="connsiteX449" fmla="*/ 84773 w 681037"/>
                <a:gd name="connsiteY449" fmla="*/ 561022 h 1323022"/>
                <a:gd name="connsiteX450" fmla="*/ 83344 w 681037"/>
                <a:gd name="connsiteY450" fmla="*/ 565309 h 1323022"/>
                <a:gd name="connsiteX451" fmla="*/ 81915 w 681037"/>
                <a:gd name="connsiteY451" fmla="*/ 568166 h 1323022"/>
                <a:gd name="connsiteX452" fmla="*/ 83344 w 681037"/>
                <a:gd name="connsiteY452" fmla="*/ 571976 h 1323022"/>
                <a:gd name="connsiteX453" fmla="*/ 84296 w 681037"/>
                <a:gd name="connsiteY453" fmla="*/ 573882 h 1323022"/>
                <a:gd name="connsiteX454" fmla="*/ 83344 w 681037"/>
                <a:gd name="connsiteY454" fmla="*/ 578167 h 1323022"/>
                <a:gd name="connsiteX455" fmla="*/ 82391 w 681037"/>
                <a:gd name="connsiteY455" fmla="*/ 581025 h 1323022"/>
                <a:gd name="connsiteX456" fmla="*/ 82868 w 681037"/>
                <a:gd name="connsiteY456" fmla="*/ 586264 h 1323022"/>
                <a:gd name="connsiteX457" fmla="*/ 85249 w 681037"/>
                <a:gd name="connsiteY457" fmla="*/ 591979 h 1323022"/>
                <a:gd name="connsiteX458" fmla="*/ 87630 w 681037"/>
                <a:gd name="connsiteY458" fmla="*/ 597217 h 1323022"/>
                <a:gd name="connsiteX459" fmla="*/ 88106 w 681037"/>
                <a:gd name="connsiteY459" fmla="*/ 603409 h 1323022"/>
                <a:gd name="connsiteX460" fmla="*/ 88583 w 681037"/>
                <a:gd name="connsiteY460" fmla="*/ 608171 h 1323022"/>
                <a:gd name="connsiteX461" fmla="*/ 89535 w 681037"/>
                <a:gd name="connsiteY461" fmla="*/ 613410 h 1323022"/>
                <a:gd name="connsiteX462" fmla="*/ 91916 w 681037"/>
                <a:gd name="connsiteY462" fmla="*/ 615315 h 1323022"/>
                <a:gd name="connsiteX463" fmla="*/ 93821 w 681037"/>
                <a:gd name="connsiteY463" fmla="*/ 617220 h 1323022"/>
                <a:gd name="connsiteX464" fmla="*/ 93345 w 681037"/>
                <a:gd name="connsiteY464" fmla="*/ 619601 h 1323022"/>
                <a:gd name="connsiteX465" fmla="*/ 91916 w 681037"/>
                <a:gd name="connsiteY465" fmla="*/ 622459 h 1323022"/>
                <a:gd name="connsiteX466" fmla="*/ 90011 w 681037"/>
                <a:gd name="connsiteY466" fmla="*/ 624840 h 1323022"/>
                <a:gd name="connsiteX467" fmla="*/ 85249 w 681037"/>
                <a:gd name="connsiteY467" fmla="*/ 625792 h 1323022"/>
                <a:gd name="connsiteX468" fmla="*/ 81439 w 681037"/>
                <a:gd name="connsiteY468" fmla="*/ 627697 h 1323022"/>
                <a:gd name="connsiteX469" fmla="*/ 78581 w 681037"/>
                <a:gd name="connsiteY469" fmla="*/ 629126 h 1323022"/>
                <a:gd name="connsiteX470" fmla="*/ 76200 w 681037"/>
                <a:gd name="connsiteY470" fmla="*/ 631032 h 1323022"/>
                <a:gd name="connsiteX471" fmla="*/ 74771 w 681037"/>
                <a:gd name="connsiteY471" fmla="*/ 632936 h 1323022"/>
                <a:gd name="connsiteX472" fmla="*/ 73819 w 681037"/>
                <a:gd name="connsiteY472" fmla="*/ 634841 h 1323022"/>
                <a:gd name="connsiteX473" fmla="*/ 74295 w 681037"/>
                <a:gd name="connsiteY473" fmla="*/ 643414 h 1323022"/>
                <a:gd name="connsiteX474" fmla="*/ 73819 w 681037"/>
                <a:gd name="connsiteY474" fmla="*/ 646747 h 1323022"/>
                <a:gd name="connsiteX475" fmla="*/ 72390 w 681037"/>
                <a:gd name="connsiteY475" fmla="*/ 651510 h 1323022"/>
                <a:gd name="connsiteX476" fmla="*/ 70961 w 681037"/>
                <a:gd name="connsiteY476" fmla="*/ 655320 h 1323022"/>
                <a:gd name="connsiteX477" fmla="*/ 70485 w 681037"/>
                <a:gd name="connsiteY477" fmla="*/ 656272 h 1323022"/>
                <a:gd name="connsiteX478" fmla="*/ 70485 w 681037"/>
                <a:gd name="connsiteY478" fmla="*/ 657701 h 1323022"/>
                <a:gd name="connsiteX479" fmla="*/ 70009 w 681037"/>
                <a:gd name="connsiteY479" fmla="*/ 659130 h 1323022"/>
                <a:gd name="connsiteX480" fmla="*/ 68580 w 681037"/>
                <a:gd name="connsiteY480" fmla="*/ 659607 h 1323022"/>
                <a:gd name="connsiteX481" fmla="*/ 66199 w 681037"/>
                <a:gd name="connsiteY481" fmla="*/ 659130 h 1323022"/>
                <a:gd name="connsiteX482" fmla="*/ 64770 w 681037"/>
                <a:gd name="connsiteY482" fmla="*/ 659607 h 1323022"/>
                <a:gd name="connsiteX483" fmla="*/ 63818 w 681037"/>
                <a:gd name="connsiteY483" fmla="*/ 661035 h 1323022"/>
                <a:gd name="connsiteX484" fmla="*/ 64770 w 681037"/>
                <a:gd name="connsiteY484" fmla="*/ 663892 h 1323022"/>
                <a:gd name="connsiteX485" fmla="*/ 65723 w 681037"/>
                <a:gd name="connsiteY485" fmla="*/ 669132 h 1323022"/>
                <a:gd name="connsiteX486" fmla="*/ 66675 w 681037"/>
                <a:gd name="connsiteY486" fmla="*/ 671036 h 1323022"/>
                <a:gd name="connsiteX487" fmla="*/ 66199 w 681037"/>
                <a:gd name="connsiteY487" fmla="*/ 672941 h 1323022"/>
                <a:gd name="connsiteX488" fmla="*/ 65723 w 681037"/>
                <a:gd name="connsiteY488" fmla="*/ 676751 h 1323022"/>
                <a:gd name="connsiteX489" fmla="*/ 64294 w 681037"/>
                <a:gd name="connsiteY489" fmla="*/ 679609 h 1323022"/>
                <a:gd name="connsiteX490" fmla="*/ 62389 w 681037"/>
                <a:gd name="connsiteY490" fmla="*/ 679609 h 1323022"/>
                <a:gd name="connsiteX491" fmla="*/ 60960 w 681037"/>
                <a:gd name="connsiteY491" fmla="*/ 681038 h 1323022"/>
                <a:gd name="connsiteX492" fmla="*/ 60484 w 681037"/>
                <a:gd name="connsiteY492" fmla="*/ 682942 h 1323022"/>
                <a:gd name="connsiteX493" fmla="*/ 60960 w 681037"/>
                <a:gd name="connsiteY493" fmla="*/ 685800 h 1323022"/>
                <a:gd name="connsiteX494" fmla="*/ 63818 w 681037"/>
                <a:gd name="connsiteY494" fmla="*/ 688182 h 1323022"/>
                <a:gd name="connsiteX495" fmla="*/ 64770 w 681037"/>
                <a:gd name="connsiteY495" fmla="*/ 689610 h 1323022"/>
                <a:gd name="connsiteX496" fmla="*/ 64294 w 681037"/>
                <a:gd name="connsiteY496" fmla="*/ 691515 h 1323022"/>
                <a:gd name="connsiteX497" fmla="*/ 62389 w 681037"/>
                <a:gd name="connsiteY497" fmla="*/ 692467 h 1323022"/>
                <a:gd name="connsiteX498" fmla="*/ 60960 w 681037"/>
                <a:gd name="connsiteY498" fmla="*/ 693896 h 1323022"/>
                <a:gd name="connsiteX499" fmla="*/ 60008 w 681037"/>
                <a:gd name="connsiteY499" fmla="*/ 697230 h 1323022"/>
                <a:gd name="connsiteX500" fmla="*/ 58579 w 681037"/>
                <a:gd name="connsiteY500" fmla="*/ 701040 h 1323022"/>
                <a:gd name="connsiteX501" fmla="*/ 57150 w 681037"/>
                <a:gd name="connsiteY501" fmla="*/ 703897 h 1323022"/>
                <a:gd name="connsiteX502" fmla="*/ 56674 w 681037"/>
                <a:gd name="connsiteY502" fmla="*/ 707708 h 1323022"/>
                <a:gd name="connsiteX503" fmla="*/ 59055 w 681037"/>
                <a:gd name="connsiteY503" fmla="*/ 711994 h 1323022"/>
                <a:gd name="connsiteX504" fmla="*/ 58579 w 681037"/>
                <a:gd name="connsiteY504" fmla="*/ 716280 h 1323022"/>
                <a:gd name="connsiteX505" fmla="*/ 58579 w 681037"/>
                <a:gd name="connsiteY505" fmla="*/ 728186 h 1323022"/>
                <a:gd name="connsiteX506" fmla="*/ 58579 w 681037"/>
                <a:gd name="connsiteY506" fmla="*/ 732472 h 1323022"/>
                <a:gd name="connsiteX507" fmla="*/ 59531 w 681037"/>
                <a:gd name="connsiteY507" fmla="*/ 739140 h 1323022"/>
                <a:gd name="connsiteX508" fmla="*/ 58579 w 681037"/>
                <a:gd name="connsiteY508" fmla="*/ 741045 h 1323022"/>
                <a:gd name="connsiteX509" fmla="*/ 58103 w 681037"/>
                <a:gd name="connsiteY509" fmla="*/ 742950 h 1323022"/>
                <a:gd name="connsiteX510" fmla="*/ 60484 w 681037"/>
                <a:gd name="connsiteY510" fmla="*/ 747713 h 1323022"/>
                <a:gd name="connsiteX511" fmla="*/ 62865 w 681037"/>
                <a:gd name="connsiteY511" fmla="*/ 755809 h 1323022"/>
                <a:gd name="connsiteX512" fmla="*/ 63341 w 681037"/>
                <a:gd name="connsiteY512" fmla="*/ 759142 h 1323022"/>
                <a:gd name="connsiteX513" fmla="*/ 62865 w 681037"/>
                <a:gd name="connsiteY513" fmla="*/ 761524 h 1323022"/>
                <a:gd name="connsiteX514" fmla="*/ 59531 w 681037"/>
                <a:gd name="connsiteY514" fmla="*/ 763429 h 1323022"/>
                <a:gd name="connsiteX515" fmla="*/ 56674 w 681037"/>
                <a:gd name="connsiteY515" fmla="*/ 764382 h 1323022"/>
                <a:gd name="connsiteX516" fmla="*/ 54769 w 681037"/>
                <a:gd name="connsiteY516" fmla="*/ 762953 h 1323022"/>
                <a:gd name="connsiteX517" fmla="*/ 53816 w 681037"/>
                <a:gd name="connsiteY517" fmla="*/ 763429 h 1323022"/>
                <a:gd name="connsiteX518" fmla="*/ 52388 w 681037"/>
                <a:gd name="connsiteY518" fmla="*/ 765810 h 1323022"/>
                <a:gd name="connsiteX519" fmla="*/ 50959 w 681037"/>
                <a:gd name="connsiteY519" fmla="*/ 767715 h 1323022"/>
                <a:gd name="connsiteX520" fmla="*/ 50483 w 681037"/>
                <a:gd name="connsiteY520" fmla="*/ 769620 h 1323022"/>
                <a:gd name="connsiteX521" fmla="*/ 51911 w 681037"/>
                <a:gd name="connsiteY521" fmla="*/ 772001 h 1323022"/>
                <a:gd name="connsiteX522" fmla="*/ 52864 w 681037"/>
                <a:gd name="connsiteY522" fmla="*/ 776764 h 1323022"/>
                <a:gd name="connsiteX523" fmla="*/ 50959 w 681037"/>
                <a:gd name="connsiteY523" fmla="*/ 778669 h 1323022"/>
                <a:gd name="connsiteX524" fmla="*/ 49530 w 681037"/>
                <a:gd name="connsiteY524" fmla="*/ 781050 h 1323022"/>
                <a:gd name="connsiteX525" fmla="*/ 50006 w 681037"/>
                <a:gd name="connsiteY525" fmla="*/ 783908 h 1323022"/>
                <a:gd name="connsiteX526" fmla="*/ 50483 w 681037"/>
                <a:gd name="connsiteY526" fmla="*/ 789146 h 1323022"/>
                <a:gd name="connsiteX527" fmla="*/ 49530 w 681037"/>
                <a:gd name="connsiteY527" fmla="*/ 797719 h 1323022"/>
                <a:gd name="connsiteX528" fmla="*/ 50959 w 681037"/>
                <a:gd name="connsiteY528" fmla="*/ 800576 h 1323022"/>
                <a:gd name="connsiteX529" fmla="*/ 52388 w 681037"/>
                <a:gd name="connsiteY529" fmla="*/ 802005 h 1323022"/>
                <a:gd name="connsiteX530" fmla="*/ 57626 w 681037"/>
                <a:gd name="connsiteY530" fmla="*/ 803910 h 1323022"/>
                <a:gd name="connsiteX531" fmla="*/ 61436 w 681037"/>
                <a:gd name="connsiteY531" fmla="*/ 804863 h 1323022"/>
                <a:gd name="connsiteX532" fmla="*/ 62389 w 681037"/>
                <a:gd name="connsiteY532" fmla="*/ 807720 h 1323022"/>
                <a:gd name="connsiteX533" fmla="*/ 61913 w 681037"/>
                <a:gd name="connsiteY533" fmla="*/ 810101 h 1323022"/>
                <a:gd name="connsiteX534" fmla="*/ 60008 w 681037"/>
                <a:gd name="connsiteY534" fmla="*/ 811054 h 1323022"/>
                <a:gd name="connsiteX535" fmla="*/ 57150 w 681037"/>
                <a:gd name="connsiteY535" fmla="*/ 812007 h 1323022"/>
                <a:gd name="connsiteX536" fmla="*/ 57150 w 681037"/>
                <a:gd name="connsiteY536" fmla="*/ 815816 h 1323022"/>
                <a:gd name="connsiteX537" fmla="*/ 59531 w 681037"/>
                <a:gd name="connsiteY537" fmla="*/ 819150 h 1323022"/>
                <a:gd name="connsiteX538" fmla="*/ 62389 w 681037"/>
                <a:gd name="connsiteY538" fmla="*/ 821532 h 1323022"/>
                <a:gd name="connsiteX539" fmla="*/ 62865 w 681037"/>
                <a:gd name="connsiteY539" fmla="*/ 823913 h 1323022"/>
                <a:gd name="connsiteX540" fmla="*/ 62865 w 681037"/>
                <a:gd name="connsiteY540" fmla="*/ 826294 h 1323022"/>
                <a:gd name="connsiteX541" fmla="*/ 60960 w 681037"/>
                <a:gd name="connsiteY541" fmla="*/ 828199 h 1323022"/>
                <a:gd name="connsiteX542" fmla="*/ 63818 w 681037"/>
                <a:gd name="connsiteY542" fmla="*/ 832485 h 1323022"/>
                <a:gd name="connsiteX543" fmla="*/ 65246 w 681037"/>
                <a:gd name="connsiteY543" fmla="*/ 835342 h 1323022"/>
                <a:gd name="connsiteX544" fmla="*/ 63818 w 681037"/>
                <a:gd name="connsiteY544" fmla="*/ 837724 h 1323022"/>
                <a:gd name="connsiteX545" fmla="*/ 61913 w 681037"/>
                <a:gd name="connsiteY545" fmla="*/ 841058 h 1323022"/>
                <a:gd name="connsiteX546" fmla="*/ 60484 w 681037"/>
                <a:gd name="connsiteY546" fmla="*/ 842486 h 1323022"/>
                <a:gd name="connsiteX547" fmla="*/ 60484 w 681037"/>
                <a:gd name="connsiteY547" fmla="*/ 844391 h 1323022"/>
                <a:gd name="connsiteX548" fmla="*/ 60008 w 681037"/>
                <a:gd name="connsiteY548" fmla="*/ 848201 h 1323022"/>
                <a:gd name="connsiteX549" fmla="*/ 60008 w 681037"/>
                <a:gd name="connsiteY549" fmla="*/ 852011 h 1323022"/>
                <a:gd name="connsiteX550" fmla="*/ 60484 w 681037"/>
                <a:gd name="connsiteY550" fmla="*/ 854392 h 1323022"/>
                <a:gd name="connsiteX551" fmla="*/ 77153 w 681037"/>
                <a:gd name="connsiteY551" fmla="*/ 856297 h 1323022"/>
                <a:gd name="connsiteX552" fmla="*/ 80963 w 681037"/>
                <a:gd name="connsiteY552" fmla="*/ 856774 h 1323022"/>
                <a:gd name="connsiteX553" fmla="*/ 82868 w 681037"/>
                <a:gd name="connsiteY553" fmla="*/ 859155 h 1323022"/>
                <a:gd name="connsiteX554" fmla="*/ 82391 w 681037"/>
                <a:gd name="connsiteY554" fmla="*/ 862013 h 1323022"/>
                <a:gd name="connsiteX555" fmla="*/ 80486 w 681037"/>
                <a:gd name="connsiteY555" fmla="*/ 864870 h 1323022"/>
                <a:gd name="connsiteX556" fmla="*/ 79058 w 681037"/>
                <a:gd name="connsiteY556" fmla="*/ 870585 h 1323022"/>
                <a:gd name="connsiteX557" fmla="*/ 75724 w 681037"/>
                <a:gd name="connsiteY557" fmla="*/ 871538 h 1323022"/>
                <a:gd name="connsiteX558" fmla="*/ 72390 w 681037"/>
                <a:gd name="connsiteY558" fmla="*/ 870109 h 1323022"/>
                <a:gd name="connsiteX559" fmla="*/ 68580 w 681037"/>
                <a:gd name="connsiteY559" fmla="*/ 870585 h 1323022"/>
                <a:gd name="connsiteX560" fmla="*/ 65246 w 681037"/>
                <a:gd name="connsiteY560" fmla="*/ 871061 h 1323022"/>
                <a:gd name="connsiteX561" fmla="*/ 60960 w 681037"/>
                <a:gd name="connsiteY561" fmla="*/ 871061 h 1323022"/>
                <a:gd name="connsiteX562" fmla="*/ 55245 w 681037"/>
                <a:gd name="connsiteY562" fmla="*/ 871538 h 1323022"/>
                <a:gd name="connsiteX563" fmla="*/ 51435 w 681037"/>
                <a:gd name="connsiteY563" fmla="*/ 870585 h 1323022"/>
                <a:gd name="connsiteX564" fmla="*/ 50959 w 681037"/>
                <a:gd name="connsiteY564" fmla="*/ 872490 h 1323022"/>
                <a:gd name="connsiteX565" fmla="*/ 51911 w 681037"/>
                <a:gd name="connsiteY565" fmla="*/ 875824 h 1323022"/>
                <a:gd name="connsiteX566" fmla="*/ 59531 w 681037"/>
                <a:gd name="connsiteY566" fmla="*/ 876776 h 1323022"/>
                <a:gd name="connsiteX567" fmla="*/ 66675 w 681037"/>
                <a:gd name="connsiteY567" fmla="*/ 878682 h 1323022"/>
                <a:gd name="connsiteX568" fmla="*/ 69056 w 681037"/>
                <a:gd name="connsiteY568" fmla="*/ 882491 h 1323022"/>
                <a:gd name="connsiteX569" fmla="*/ 71914 w 681037"/>
                <a:gd name="connsiteY569" fmla="*/ 886778 h 1323022"/>
                <a:gd name="connsiteX570" fmla="*/ 74771 w 681037"/>
                <a:gd name="connsiteY570" fmla="*/ 889159 h 1323022"/>
                <a:gd name="connsiteX571" fmla="*/ 74771 w 681037"/>
                <a:gd name="connsiteY571" fmla="*/ 893445 h 1323022"/>
                <a:gd name="connsiteX572" fmla="*/ 70009 w 681037"/>
                <a:gd name="connsiteY572" fmla="*/ 897732 h 1323022"/>
                <a:gd name="connsiteX573" fmla="*/ 69533 w 681037"/>
                <a:gd name="connsiteY573" fmla="*/ 901065 h 1323022"/>
                <a:gd name="connsiteX574" fmla="*/ 63341 w 681037"/>
                <a:gd name="connsiteY574" fmla="*/ 902017 h 1323022"/>
                <a:gd name="connsiteX575" fmla="*/ 61436 w 681037"/>
                <a:gd name="connsiteY575" fmla="*/ 903922 h 1323022"/>
                <a:gd name="connsiteX576" fmla="*/ 60484 w 681037"/>
                <a:gd name="connsiteY576" fmla="*/ 910114 h 1323022"/>
                <a:gd name="connsiteX577" fmla="*/ 61436 w 681037"/>
                <a:gd name="connsiteY577" fmla="*/ 914876 h 1323022"/>
                <a:gd name="connsiteX578" fmla="*/ 63818 w 681037"/>
                <a:gd name="connsiteY578" fmla="*/ 916782 h 1323022"/>
                <a:gd name="connsiteX579" fmla="*/ 65246 w 681037"/>
                <a:gd name="connsiteY579" fmla="*/ 920115 h 1323022"/>
                <a:gd name="connsiteX580" fmla="*/ 63341 w 681037"/>
                <a:gd name="connsiteY580" fmla="*/ 923925 h 1323022"/>
                <a:gd name="connsiteX581" fmla="*/ 59055 w 681037"/>
                <a:gd name="connsiteY581" fmla="*/ 926307 h 1323022"/>
                <a:gd name="connsiteX582" fmla="*/ 56674 w 681037"/>
                <a:gd name="connsiteY582" fmla="*/ 928688 h 1323022"/>
                <a:gd name="connsiteX583" fmla="*/ 58103 w 681037"/>
                <a:gd name="connsiteY583" fmla="*/ 930592 h 1323022"/>
                <a:gd name="connsiteX584" fmla="*/ 60008 w 681037"/>
                <a:gd name="connsiteY584" fmla="*/ 933450 h 1323022"/>
                <a:gd name="connsiteX585" fmla="*/ 60484 w 681037"/>
                <a:gd name="connsiteY585" fmla="*/ 935355 h 1323022"/>
                <a:gd name="connsiteX586" fmla="*/ 61436 w 681037"/>
                <a:gd name="connsiteY586" fmla="*/ 940117 h 1323022"/>
                <a:gd name="connsiteX587" fmla="*/ 62865 w 681037"/>
                <a:gd name="connsiteY587" fmla="*/ 946309 h 1323022"/>
                <a:gd name="connsiteX588" fmla="*/ 62865 w 681037"/>
                <a:gd name="connsiteY588" fmla="*/ 949166 h 1323022"/>
                <a:gd name="connsiteX589" fmla="*/ 61913 w 681037"/>
                <a:gd name="connsiteY589" fmla="*/ 951547 h 1323022"/>
                <a:gd name="connsiteX590" fmla="*/ 57626 w 681037"/>
                <a:gd name="connsiteY590" fmla="*/ 955358 h 1323022"/>
                <a:gd name="connsiteX591" fmla="*/ 54769 w 681037"/>
                <a:gd name="connsiteY591" fmla="*/ 957263 h 1323022"/>
                <a:gd name="connsiteX592" fmla="*/ 54293 w 681037"/>
                <a:gd name="connsiteY592" fmla="*/ 961549 h 1323022"/>
                <a:gd name="connsiteX593" fmla="*/ 54293 w 681037"/>
                <a:gd name="connsiteY593" fmla="*/ 964883 h 1323022"/>
                <a:gd name="connsiteX594" fmla="*/ 54769 w 681037"/>
                <a:gd name="connsiteY594" fmla="*/ 967740 h 1323022"/>
                <a:gd name="connsiteX595" fmla="*/ 56674 w 681037"/>
                <a:gd name="connsiteY595" fmla="*/ 970121 h 1323022"/>
                <a:gd name="connsiteX596" fmla="*/ 56674 w 681037"/>
                <a:gd name="connsiteY596" fmla="*/ 972503 h 1323022"/>
                <a:gd name="connsiteX597" fmla="*/ 54293 w 681037"/>
                <a:gd name="connsiteY597" fmla="*/ 972979 h 1323022"/>
                <a:gd name="connsiteX598" fmla="*/ 51911 w 681037"/>
                <a:gd name="connsiteY598" fmla="*/ 973932 h 1323022"/>
                <a:gd name="connsiteX599" fmla="*/ 50006 w 681037"/>
                <a:gd name="connsiteY599" fmla="*/ 978217 h 1323022"/>
                <a:gd name="connsiteX600" fmla="*/ 43815 w 681037"/>
                <a:gd name="connsiteY600" fmla="*/ 982504 h 1323022"/>
                <a:gd name="connsiteX601" fmla="*/ 41434 w 681037"/>
                <a:gd name="connsiteY601" fmla="*/ 984409 h 1323022"/>
                <a:gd name="connsiteX602" fmla="*/ 41434 w 681037"/>
                <a:gd name="connsiteY602" fmla="*/ 987742 h 1323022"/>
                <a:gd name="connsiteX603" fmla="*/ 39053 w 681037"/>
                <a:gd name="connsiteY603" fmla="*/ 992505 h 1323022"/>
                <a:gd name="connsiteX604" fmla="*/ 37148 w 681037"/>
                <a:gd name="connsiteY604" fmla="*/ 996791 h 1323022"/>
                <a:gd name="connsiteX605" fmla="*/ 35719 w 681037"/>
                <a:gd name="connsiteY605" fmla="*/ 1000601 h 1323022"/>
                <a:gd name="connsiteX606" fmla="*/ 36195 w 681037"/>
                <a:gd name="connsiteY606" fmla="*/ 1004888 h 1323022"/>
                <a:gd name="connsiteX607" fmla="*/ 39529 w 681037"/>
                <a:gd name="connsiteY607" fmla="*/ 1006792 h 1323022"/>
                <a:gd name="connsiteX608" fmla="*/ 42386 w 681037"/>
                <a:gd name="connsiteY608" fmla="*/ 1011079 h 1323022"/>
                <a:gd name="connsiteX609" fmla="*/ 43815 w 681037"/>
                <a:gd name="connsiteY609" fmla="*/ 1016317 h 1323022"/>
                <a:gd name="connsiteX610" fmla="*/ 41910 w 681037"/>
                <a:gd name="connsiteY610" fmla="*/ 1022033 h 1323022"/>
                <a:gd name="connsiteX611" fmla="*/ 37148 w 681037"/>
                <a:gd name="connsiteY611" fmla="*/ 1024414 h 1323022"/>
                <a:gd name="connsiteX612" fmla="*/ 34290 w 681037"/>
                <a:gd name="connsiteY612" fmla="*/ 1026795 h 1323022"/>
                <a:gd name="connsiteX613" fmla="*/ 33338 w 681037"/>
                <a:gd name="connsiteY613" fmla="*/ 1028700 h 1323022"/>
                <a:gd name="connsiteX614" fmla="*/ 34290 w 681037"/>
                <a:gd name="connsiteY614" fmla="*/ 1034891 h 1323022"/>
                <a:gd name="connsiteX615" fmla="*/ 34290 w 681037"/>
                <a:gd name="connsiteY615" fmla="*/ 1037749 h 1323022"/>
                <a:gd name="connsiteX616" fmla="*/ 33338 w 681037"/>
                <a:gd name="connsiteY616" fmla="*/ 1040607 h 1323022"/>
                <a:gd name="connsiteX617" fmla="*/ 31909 w 681037"/>
                <a:gd name="connsiteY617" fmla="*/ 1042511 h 1323022"/>
                <a:gd name="connsiteX618" fmla="*/ 29051 w 681037"/>
                <a:gd name="connsiteY618" fmla="*/ 1044892 h 1323022"/>
                <a:gd name="connsiteX619" fmla="*/ 24289 w 681037"/>
                <a:gd name="connsiteY619" fmla="*/ 1046797 h 1323022"/>
                <a:gd name="connsiteX620" fmla="*/ 20479 w 681037"/>
                <a:gd name="connsiteY620" fmla="*/ 1048226 h 1323022"/>
                <a:gd name="connsiteX621" fmla="*/ 18574 w 681037"/>
                <a:gd name="connsiteY621" fmla="*/ 1049655 h 1323022"/>
                <a:gd name="connsiteX622" fmla="*/ 16669 w 681037"/>
                <a:gd name="connsiteY622" fmla="*/ 1053465 h 1323022"/>
                <a:gd name="connsiteX623" fmla="*/ 14764 w 681037"/>
                <a:gd name="connsiteY623" fmla="*/ 1057275 h 1323022"/>
                <a:gd name="connsiteX624" fmla="*/ 15240 w 681037"/>
                <a:gd name="connsiteY624" fmla="*/ 1062038 h 1323022"/>
                <a:gd name="connsiteX625" fmla="*/ 4286 w 681037"/>
                <a:gd name="connsiteY625" fmla="*/ 1062514 h 1323022"/>
                <a:gd name="connsiteX626" fmla="*/ 3334 w 681037"/>
                <a:gd name="connsiteY626" fmla="*/ 1066324 h 1323022"/>
                <a:gd name="connsiteX627" fmla="*/ 953 w 681037"/>
                <a:gd name="connsiteY627" fmla="*/ 1069182 h 1323022"/>
                <a:gd name="connsiteX628" fmla="*/ 0 w 681037"/>
                <a:gd name="connsiteY628" fmla="*/ 1074420 h 1323022"/>
                <a:gd name="connsiteX629" fmla="*/ 2381 w 681037"/>
                <a:gd name="connsiteY629" fmla="*/ 1079659 h 1323022"/>
                <a:gd name="connsiteX630" fmla="*/ 3334 w 681037"/>
                <a:gd name="connsiteY630" fmla="*/ 1083945 h 1323022"/>
                <a:gd name="connsiteX631" fmla="*/ 1429 w 681037"/>
                <a:gd name="connsiteY631" fmla="*/ 1089184 h 1323022"/>
                <a:gd name="connsiteX632" fmla="*/ 2381 w 681037"/>
                <a:gd name="connsiteY632" fmla="*/ 1094423 h 1323022"/>
                <a:gd name="connsiteX633" fmla="*/ 2381 w 681037"/>
                <a:gd name="connsiteY633" fmla="*/ 1098709 h 1323022"/>
                <a:gd name="connsiteX634" fmla="*/ 6191 w 681037"/>
                <a:gd name="connsiteY634" fmla="*/ 1103471 h 1323022"/>
                <a:gd name="connsiteX635" fmla="*/ 8573 w 681037"/>
                <a:gd name="connsiteY635" fmla="*/ 1109186 h 1323022"/>
                <a:gd name="connsiteX636" fmla="*/ 10001 w 681037"/>
                <a:gd name="connsiteY636" fmla="*/ 1113949 h 1323022"/>
                <a:gd name="connsiteX637" fmla="*/ 10954 w 681037"/>
                <a:gd name="connsiteY637" fmla="*/ 1117759 h 1323022"/>
                <a:gd name="connsiteX638" fmla="*/ 11906 w 681037"/>
                <a:gd name="connsiteY638" fmla="*/ 1120140 h 1323022"/>
                <a:gd name="connsiteX639" fmla="*/ 13335 w 681037"/>
                <a:gd name="connsiteY639" fmla="*/ 1122998 h 1323022"/>
                <a:gd name="connsiteX640" fmla="*/ 14288 w 681037"/>
                <a:gd name="connsiteY640" fmla="*/ 1125855 h 1323022"/>
                <a:gd name="connsiteX641" fmla="*/ 16669 w 681037"/>
                <a:gd name="connsiteY641" fmla="*/ 1126808 h 1323022"/>
                <a:gd name="connsiteX642" fmla="*/ 20955 w 681037"/>
                <a:gd name="connsiteY642" fmla="*/ 1123950 h 1323022"/>
                <a:gd name="connsiteX643" fmla="*/ 23813 w 681037"/>
                <a:gd name="connsiteY643" fmla="*/ 1122045 h 1323022"/>
                <a:gd name="connsiteX644" fmla="*/ 25718 w 681037"/>
                <a:gd name="connsiteY644" fmla="*/ 1121569 h 1323022"/>
                <a:gd name="connsiteX645" fmla="*/ 31909 w 681037"/>
                <a:gd name="connsiteY645" fmla="*/ 1122045 h 1323022"/>
                <a:gd name="connsiteX646" fmla="*/ 35719 w 681037"/>
                <a:gd name="connsiteY646" fmla="*/ 1120140 h 1323022"/>
                <a:gd name="connsiteX647" fmla="*/ 37624 w 681037"/>
                <a:gd name="connsiteY647" fmla="*/ 1120140 h 1323022"/>
                <a:gd name="connsiteX648" fmla="*/ 40005 w 681037"/>
                <a:gd name="connsiteY648" fmla="*/ 1121092 h 1323022"/>
                <a:gd name="connsiteX649" fmla="*/ 41910 w 681037"/>
                <a:gd name="connsiteY649" fmla="*/ 1122998 h 1323022"/>
                <a:gd name="connsiteX650" fmla="*/ 43339 w 681037"/>
                <a:gd name="connsiteY650" fmla="*/ 1127760 h 1323022"/>
                <a:gd name="connsiteX651" fmla="*/ 44291 w 681037"/>
                <a:gd name="connsiteY651" fmla="*/ 1132999 h 1323022"/>
                <a:gd name="connsiteX652" fmla="*/ 43339 w 681037"/>
                <a:gd name="connsiteY652" fmla="*/ 1138714 h 1323022"/>
                <a:gd name="connsiteX653" fmla="*/ 41434 w 681037"/>
                <a:gd name="connsiteY653" fmla="*/ 1140142 h 1323022"/>
                <a:gd name="connsiteX654" fmla="*/ 40958 w 681037"/>
                <a:gd name="connsiteY654" fmla="*/ 1141571 h 1323022"/>
                <a:gd name="connsiteX655" fmla="*/ 41434 w 681037"/>
                <a:gd name="connsiteY655" fmla="*/ 1144905 h 1323022"/>
                <a:gd name="connsiteX656" fmla="*/ 43339 w 681037"/>
                <a:gd name="connsiteY656" fmla="*/ 1147286 h 1323022"/>
                <a:gd name="connsiteX657" fmla="*/ 43339 w 681037"/>
                <a:gd name="connsiteY657" fmla="*/ 1150620 h 1323022"/>
                <a:gd name="connsiteX658" fmla="*/ 40958 w 681037"/>
                <a:gd name="connsiteY658" fmla="*/ 1158240 h 1323022"/>
                <a:gd name="connsiteX659" fmla="*/ 39529 w 681037"/>
                <a:gd name="connsiteY659" fmla="*/ 1161574 h 1323022"/>
                <a:gd name="connsiteX660" fmla="*/ 41910 w 681037"/>
                <a:gd name="connsiteY660" fmla="*/ 1164908 h 1323022"/>
                <a:gd name="connsiteX661" fmla="*/ 44291 w 681037"/>
                <a:gd name="connsiteY661" fmla="*/ 1168241 h 1323022"/>
                <a:gd name="connsiteX662" fmla="*/ 48578 w 681037"/>
                <a:gd name="connsiteY662" fmla="*/ 1170623 h 1323022"/>
                <a:gd name="connsiteX663" fmla="*/ 52388 w 681037"/>
                <a:gd name="connsiteY663" fmla="*/ 1173957 h 1323022"/>
                <a:gd name="connsiteX664" fmla="*/ 54769 w 681037"/>
                <a:gd name="connsiteY664" fmla="*/ 1176814 h 1323022"/>
                <a:gd name="connsiteX665" fmla="*/ 54293 w 681037"/>
                <a:gd name="connsiteY665" fmla="*/ 1180624 h 1323022"/>
                <a:gd name="connsiteX666" fmla="*/ 56198 w 681037"/>
                <a:gd name="connsiteY666" fmla="*/ 1181576 h 1323022"/>
                <a:gd name="connsiteX667" fmla="*/ 62865 w 681037"/>
                <a:gd name="connsiteY667" fmla="*/ 1181576 h 1323022"/>
                <a:gd name="connsiteX668" fmla="*/ 73343 w 681037"/>
                <a:gd name="connsiteY668" fmla="*/ 1181576 h 1323022"/>
                <a:gd name="connsiteX669" fmla="*/ 89535 w 681037"/>
                <a:gd name="connsiteY669" fmla="*/ 1181576 h 1323022"/>
                <a:gd name="connsiteX670" fmla="*/ 105251 w 681037"/>
                <a:gd name="connsiteY670" fmla="*/ 1181576 h 1323022"/>
                <a:gd name="connsiteX671" fmla="*/ 122873 w 681037"/>
                <a:gd name="connsiteY671" fmla="*/ 1182053 h 1323022"/>
                <a:gd name="connsiteX672" fmla="*/ 131445 w 681037"/>
                <a:gd name="connsiteY672" fmla="*/ 1184910 h 1323022"/>
                <a:gd name="connsiteX673" fmla="*/ 139065 w 681037"/>
                <a:gd name="connsiteY673" fmla="*/ 1187767 h 1323022"/>
                <a:gd name="connsiteX674" fmla="*/ 148590 w 681037"/>
                <a:gd name="connsiteY674" fmla="*/ 1187767 h 1323022"/>
                <a:gd name="connsiteX675" fmla="*/ 158115 w 681037"/>
                <a:gd name="connsiteY675" fmla="*/ 1191101 h 1323022"/>
                <a:gd name="connsiteX676" fmla="*/ 165259 w 681037"/>
                <a:gd name="connsiteY676" fmla="*/ 1193007 h 1323022"/>
                <a:gd name="connsiteX677" fmla="*/ 169545 w 681037"/>
                <a:gd name="connsiteY677" fmla="*/ 1193959 h 1323022"/>
                <a:gd name="connsiteX678" fmla="*/ 173831 w 681037"/>
                <a:gd name="connsiteY678" fmla="*/ 1194911 h 1323022"/>
                <a:gd name="connsiteX679" fmla="*/ 174308 w 681037"/>
                <a:gd name="connsiteY679" fmla="*/ 1197769 h 1323022"/>
                <a:gd name="connsiteX680" fmla="*/ 176213 w 681037"/>
                <a:gd name="connsiteY680" fmla="*/ 1195388 h 1323022"/>
                <a:gd name="connsiteX681" fmla="*/ 172879 w 681037"/>
                <a:gd name="connsiteY681" fmla="*/ 1190625 h 1323022"/>
                <a:gd name="connsiteX682" fmla="*/ 166211 w 681037"/>
                <a:gd name="connsiteY682" fmla="*/ 1182053 h 1323022"/>
                <a:gd name="connsiteX683" fmla="*/ 158591 w 681037"/>
                <a:gd name="connsiteY683" fmla="*/ 1168717 h 1323022"/>
                <a:gd name="connsiteX684" fmla="*/ 157163 w 681037"/>
                <a:gd name="connsiteY684" fmla="*/ 1166813 h 1323022"/>
                <a:gd name="connsiteX685" fmla="*/ 154781 w 681037"/>
                <a:gd name="connsiteY685" fmla="*/ 1164908 h 1323022"/>
                <a:gd name="connsiteX686" fmla="*/ 149543 w 681037"/>
                <a:gd name="connsiteY686" fmla="*/ 1165860 h 1323022"/>
                <a:gd name="connsiteX687" fmla="*/ 144780 w 681037"/>
                <a:gd name="connsiteY687" fmla="*/ 1163003 h 1323022"/>
                <a:gd name="connsiteX688" fmla="*/ 141446 w 681037"/>
                <a:gd name="connsiteY688" fmla="*/ 1163479 h 1323022"/>
                <a:gd name="connsiteX689" fmla="*/ 139541 w 681037"/>
                <a:gd name="connsiteY689" fmla="*/ 1162526 h 1323022"/>
                <a:gd name="connsiteX690" fmla="*/ 142875 w 681037"/>
                <a:gd name="connsiteY690" fmla="*/ 1161574 h 1323022"/>
                <a:gd name="connsiteX691" fmla="*/ 147638 w 681037"/>
                <a:gd name="connsiteY691" fmla="*/ 1161574 h 1323022"/>
                <a:gd name="connsiteX692" fmla="*/ 152876 w 681037"/>
                <a:gd name="connsiteY692" fmla="*/ 1161098 h 1323022"/>
                <a:gd name="connsiteX693" fmla="*/ 153829 w 681037"/>
                <a:gd name="connsiteY693" fmla="*/ 1158716 h 1323022"/>
                <a:gd name="connsiteX694" fmla="*/ 153829 w 681037"/>
                <a:gd name="connsiteY694" fmla="*/ 1156811 h 1323022"/>
                <a:gd name="connsiteX695" fmla="*/ 152400 w 681037"/>
                <a:gd name="connsiteY695" fmla="*/ 1150620 h 1323022"/>
                <a:gd name="connsiteX696" fmla="*/ 149543 w 681037"/>
                <a:gd name="connsiteY696" fmla="*/ 1141571 h 1323022"/>
                <a:gd name="connsiteX697" fmla="*/ 147638 w 681037"/>
                <a:gd name="connsiteY697" fmla="*/ 1136809 h 1323022"/>
                <a:gd name="connsiteX698" fmla="*/ 145256 w 681037"/>
                <a:gd name="connsiteY698" fmla="*/ 1137285 h 1323022"/>
                <a:gd name="connsiteX699" fmla="*/ 142399 w 681037"/>
                <a:gd name="connsiteY699" fmla="*/ 1139190 h 1323022"/>
                <a:gd name="connsiteX700" fmla="*/ 142399 w 681037"/>
                <a:gd name="connsiteY700" fmla="*/ 1138238 h 1323022"/>
                <a:gd name="connsiteX701" fmla="*/ 146685 w 681037"/>
                <a:gd name="connsiteY701" fmla="*/ 1134904 h 1323022"/>
                <a:gd name="connsiteX702" fmla="*/ 149543 w 681037"/>
                <a:gd name="connsiteY702" fmla="*/ 1131094 h 1323022"/>
                <a:gd name="connsiteX703" fmla="*/ 150019 w 681037"/>
                <a:gd name="connsiteY703" fmla="*/ 1126332 h 1323022"/>
                <a:gd name="connsiteX704" fmla="*/ 151924 w 681037"/>
                <a:gd name="connsiteY704" fmla="*/ 1118711 h 1323022"/>
                <a:gd name="connsiteX705" fmla="*/ 153353 w 681037"/>
                <a:gd name="connsiteY705" fmla="*/ 1114901 h 1323022"/>
                <a:gd name="connsiteX706" fmla="*/ 157163 w 681037"/>
                <a:gd name="connsiteY706" fmla="*/ 1109663 h 1323022"/>
                <a:gd name="connsiteX707" fmla="*/ 163830 w 681037"/>
                <a:gd name="connsiteY707" fmla="*/ 1105376 h 1323022"/>
                <a:gd name="connsiteX708" fmla="*/ 169069 w 681037"/>
                <a:gd name="connsiteY708" fmla="*/ 1102995 h 1323022"/>
                <a:gd name="connsiteX709" fmla="*/ 173355 w 681037"/>
                <a:gd name="connsiteY709" fmla="*/ 1101566 h 1323022"/>
                <a:gd name="connsiteX710" fmla="*/ 174784 w 681037"/>
                <a:gd name="connsiteY710" fmla="*/ 1100138 h 1323022"/>
                <a:gd name="connsiteX711" fmla="*/ 172879 w 681037"/>
                <a:gd name="connsiteY711" fmla="*/ 1097280 h 1323022"/>
                <a:gd name="connsiteX712" fmla="*/ 170974 w 681037"/>
                <a:gd name="connsiteY712" fmla="*/ 1094899 h 1323022"/>
                <a:gd name="connsiteX713" fmla="*/ 168593 w 681037"/>
                <a:gd name="connsiteY713" fmla="*/ 1093946 h 1323022"/>
                <a:gd name="connsiteX714" fmla="*/ 163354 w 681037"/>
                <a:gd name="connsiteY714" fmla="*/ 1092994 h 1323022"/>
                <a:gd name="connsiteX715" fmla="*/ 155734 w 681037"/>
                <a:gd name="connsiteY715" fmla="*/ 1093470 h 1323022"/>
                <a:gd name="connsiteX716" fmla="*/ 158115 w 681037"/>
                <a:gd name="connsiteY716" fmla="*/ 1092041 h 1323022"/>
                <a:gd name="connsiteX717" fmla="*/ 166688 w 681037"/>
                <a:gd name="connsiteY717" fmla="*/ 1090613 h 1323022"/>
                <a:gd name="connsiteX718" fmla="*/ 167640 w 681037"/>
                <a:gd name="connsiteY718" fmla="*/ 1087279 h 1323022"/>
                <a:gd name="connsiteX719" fmla="*/ 166688 w 681037"/>
                <a:gd name="connsiteY719" fmla="*/ 1084421 h 1323022"/>
                <a:gd name="connsiteX720" fmla="*/ 166688 w 681037"/>
                <a:gd name="connsiteY720" fmla="*/ 1082516 h 1323022"/>
                <a:gd name="connsiteX721" fmla="*/ 170021 w 681037"/>
                <a:gd name="connsiteY721" fmla="*/ 1087755 h 1323022"/>
                <a:gd name="connsiteX722" fmla="*/ 172879 w 681037"/>
                <a:gd name="connsiteY722" fmla="*/ 1092517 h 1323022"/>
                <a:gd name="connsiteX723" fmla="*/ 175736 w 681037"/>
                <a:gd name="connsiteY723" fmla="*/ 1095375 h 1323022"/>
                <a:gd name="connsiteX724" fmla="*/ 180975 w 681037"/>
                <a:gd name="connsiteY724" fmla="*/ 1098233 h 1323022"/>
                <a:gd name="connsiteX725" fmla="*/ 184785 w 681037"/>
                <a:gd name="connsiteY725" fmla="*/ 1097757 h 1323022"/>
                <a:gd name="connsiteX726" fmla="*/ 192881 w 681037"/>
                <a:gd name="connsiteY726" fmla="*/ 1092994 h 1323022"/>
                <a:gd name="connsiteX727" fmla="*/ 195739 w 681037"/>
                <a:gd name="connsiteY727" fmla="*/ 1090136 h 1323022"/>
                <a:gd name="connsiteX728" fmla="*/ 197168 w 681037"/>
                <a:gd name="connsiteY728" fmla="*/ 1087279 h 1323022"/>
                <a:gd name="connsiteX729" fmla="*/ 201454 w 681037"/>
                <a:gd name="connsiteY729" fmla="*/ 1064419 h 1323022"/>
                <a:gd name="connsiteX730" fmla="*/ 200501 w 681037"/>
                <a:gd name="connsiteY730" fmla="*/ 1062514 h 1323022"/>
                <a:gd name="connsiteX731" fmla="*/ 200978 w 681037"/>
                <a:gd name="connsiteY731" fmla="*/ 1060133 h 1323022"/>
                <a:gd name="connsiteX732" fmla="*/ 208598 w 681037"/>
                <a:gd name="connsiteY732" fmla="*/ 1047274 h 1323022"/>
                <a:gd name="connsiteX733" fmla="*/ 215265 w 681037"/>
                <a:gd name="connsiteY733" fmla="*/ 1041083 h 1323022"/>
                <a:gd name="connsiteX734" fmla="*/ 219551 w 681037"/>
                <a:gd name="connsiteY734" fmla="*/ 1035367 h 1323022"/>
                <a:gd name="connsiteX735" fmla="*/ 222885 w 681037"/>
                <a:gd name="connsiteY735" fmla="*/ 1032986 h 1323022"/>
                <a:gd name="connsiteX736" fmla="*/ 231458 w 681037"/>
                <a:gd name="connsiteY736" fmla="*/ 1028224 h 1323022"/>
                <a:gd name="connsiteX737" fmla="*/ 237649 w 681037"/>
                <a:gd name="connsiteY737" fmla="*/ 1023938 h 1323022"/>
                <a:gd name="connsiteX738" fmla="*/ 244316 w 681037"/>
                <a:gd name="connsiteY738" fmla="*/ 1020604 h 1323022"/>
                <a:gd name="connsiteX739" fmla="*/ 257175 w 681037"/>
                <a:gd name="connsiteY739" fmla="*/ 1009650 h 1323022"/>
                <a:gd name="connsiteX740" fmla="*/ 259556 w 681037"/>
                <a:gd name="connsiteY740" fmla="*/ 1006792 h 1323022"/>
                <a:gd name="connsiteX741" fmla="*/ 260509 w 681037"/>
                <a:gd name="connsiteY741" fmla="*/ 1004888 h 1323022"/>
                <a:gd name="connsiteX742" fmla="*/ 263843 w 681037"/>
                <a:gd name="connsiteY742" fmla="*/ 1003459 h 1323022"/>
                <a:gd name="connsiteX743" fmla="*/ 261938 w 681037"/>
                <a:gd name="connsiteY743" fmla="*/ 999649 h 1323022"/>
                <a:gd name="connsiteX744" fmla="*/ 259556 w 681037"/>
                <a:gd name="connsiteY744" fmla="*/ 998696 h 1323022"/>
                <a:gd name="connsiteX745" fmla="*/ 253841 w 681037"/>
                <a:gd name="connsiteY745" fmla="*/ 999649 h 1323022"/>
                <a:gd name="connsiteX746" fmla="*/ 251460 w 681037"/>
                <a:gd name="connsiteY746" fmla="*/ 999649 h 1323022"/>
                <a:gd name="connsiteX747" fmla="*/ 249555 w 681037"/>
                <a:gd name="connsiteY747" fmla="*/ 998220 h 1323022"/>
                <a:gd name="connsiteX748" fmla="*/ 255746 w 681037"/>
                <a:gd name="connsiteY748" fmla="*/ 996315 h 1323022"/>
                <a:gd name="connsiteX749" fmla="*/ 260985 w 681037"/>
                <a:gd name="connsiteY749" fmla="*/ 992982 h 1323022"/>
                <a:gd name="connsiteX750" fmla="*/ 263366 w 681037"/>
                <a:gd name="connsiteY750" fmla="*/ 990124 h 1323022"/>
                <a:gd name="connsiteX751" fmla="*/ 264795 w 681037"/>
                <a:gd name="connsiteY751" fmla="*/ 987266 h 1323022"/>
                <a:gd name="connsiteX752" fmla="*/ 266224 w 681037"/>
                <a:gd name="connsiteY752" fmla="*/ 977741 h 1323022"/>
                <a:gd name="connsiteX753" fmla="*/ 265271 w 681037"/>
                <a:gd name="connsiteY753" fmla="*/ 973932 h 1323022"/>
                <a:gd name="connsiteX754" fmla="*/ 262414 w 681037"/>
                <a:gd name="connsiteY754" fmla="*/ 969645 h 1323022"/>
                <a:gd name="connsiteX755" fmla="*/ 257651 w 681037"/>
                <a:gd name="connsiteY755" fmla="*/ 966788 h 1323022"/>
                <a:gd name="connsiteX756" fmla="*/ 235268 w 681037"/>
                <a:gd name="connsiteY756" fmla="*/ 964883 h 1323022"/>
                <a:gd name="connsiteX757" fmla="*/ 230981 w 681037"/>
                <a:gd name="connsiteY757" fmla="*/ 962978 h 1323022"/>
                <a:gd name="connsiteX758" fmla="*/ 210026 w 681037"/>
                <a:gd name="connsiteY758" fmla="*/ 943928 h 1323022"/>
                <a:gd name="connsiteX759" fmla="*/ 205740 w 681037"/>
                <a:gd name="connsiteY759" fmla="*/ 939165 h 1323022"/>
                <a:gd name="connsiteX760" fmla="*/ 203835 w 681037"/>
                <a:gd name="connsiteY760" fmla="*/ 934879 h 1323022"/>
                <a:gd name="connsiteX761" fmla="*/ 202883 w 681037"/>
                <a:gd name="connsiteY761" fmla="*/ 931545 h 1323022"/>
                <a:gd name="connsiteX762" fmla="*/ 201930 w 681037"/>
                <a:gd name="connsiteY762" fmla="*/ 927259 h 1323022"/>
                <a:gd name="connsiteX763" fmla="*/ 202406 w 681037"/>
                <a:gd name="connsiteY763" fmla="*/ 922496 h 1323022"/>
                <a:gd name="connsiteX764" fmla="*/ 203835 w 681037"/>
                <a:gd name="connsiteY764" fmla="*/ 919163 h 1323022"/>
                <a:gd name="connsiteX765" fmla="*/ 209550 w 681037"/>
                <a:gd name="connsiteY765" fmla="*/ 911066 h 1323022"/>
                <a:gd name="connsiteX766" fmla="*/ 214313 w 681037"/>
                <a:gd name="connsiteY766" fmla="*/ 902970 h 1323022"/>
                <a:gd name="connsiteX767" fmla="*/ 225266 w 681037"/>
                <a:gd name="connsiteY767" fmla="*/ 889635 h 1323022"/>
                <a:gd name="connsiteX768" fmla="*/ 227171 w 681037"/>
                <a:gd name="connsiteY768" fmla="*/ 888207 h 1323022"/>
                <a:gd name="connsiteX769" fmla="*/ 237173 w 681037"/>
                <a:gd name="connsiteY769" fmla="*/ 886301 h 1323022"/>
                <a:gd name="connsiteX770" fmla="*/ 239078 w 681037"/>
                <a:gd name="connsiteY770" fmla="*/ 885349 h 1323022"/>
                <a:gd name="connsiteX771" fmla="*/ 240506 w 681037"/>
                <a:gd name="connsiteY771" fmla="*/ 883444 h 1323022"/>
                <a:gd name="connsiteX772" fmla="*/ 245269 w 681037"/>
                <a:gd name="connsiteY772" fmla="*/ 880110 h 1323022"/>
                <a:gd name="connsiteX773" fmla="*/ 250508 w 681037"/>
                <a:gd name="connsiteY773" fmla="*/ 877253 h 1323022"/>
                <a:gd name="connsiteX774" fmla="*/ 265271 w 681037"/>
                <a:gd name="connsiteY774" fmla="*/ 879158 h 1323022"/>
                <a:gd name="connsiteX775" fmla="*/ 269081 w 681037"/>
                <a:gd name="connsiteY775" fmla="*/ 879158 h 1323022"/>
                <a:gd name="connsiteX776" fmla="*/ 270034 w 681037"/>
                <a:gd name="connsiteY776" fmla="*/ 876776 h 1323022"/>
                <a:gd name="connsiteX777" fmla="*/ 270034 w 681037"/>
                <a:gd name="connsiteY777" fmla="*/ 873919 h 1323022"/>
                <a:gd name="connsiteX778" fmla="*/ 266700 w 681037"/>
                <a:gd name="connsiteY778" fmla="*/ 870585 h 1323022"/>
                <a:gd name="connsiteX779" fmla="*/ 268605 w 681037"/>
                <a:gd name="connsiteY779" fmla="*/ 864870 h 1323022"/>
                <a:gd name="connsiteX780" fmla="*/ 278130 w 681037"/>
                <a:gd name="connsiteY780" fmla="*/ 857250 h 1323022"/>
                <a:gd name="connsiteX781" fmla="*/ 280511 w 681037"/>
                <a:gd name="connsiteY781" fmla="*/ 852488 h 1323022"/>
                <a:gd name="connsiteX782" fmla="*/ 281464 w 681037"/>
                <a:gd name="connsiteY782" fmla="*/ 849154 h 1323022"/>
                <a:gd name="connsiteX783" fmla="*/ 280035 w 681037"/>
                <a:gd name="connsiteY783" fmla="*/ 843915 h 1323022"/>
                <a:gd name="connsiteX784" fmla="*/ 282416 w 681037"/>
                <a:gd name="connsiteY784" fmla="*/ 839629 h 1323022"/>
                <a:gd name="connsiteX785" fmla="*/ 280035 w 681037"/>
                <a:gd name="connsiteY785" fmla="*/ 828675 h 1323022"/>
                <a:gd name="connsiteX786" fmla="*/ 280988 w 681037"/>
                <a:gd name="connsiteY786" fmla="*/ 822008 h 1323022"/>
                <a:gd name="connsiteX787" fmla="*/ 281940 w 681037"/>
                <a:gd name="connsiteY787" fmla="*/ 819626 h 1323022"/>
                <a:gd name="connsiteX788" fmla="*/ 283845 w 681037"/>
                <a:gd name="connsiteY788" fmla="*/ 817721 h 1323022"/>
                <a:gd name="connsiteX789" fmla="*/ 290989 w 681037"/>
                <a:gd name="connsiteY789" fmla="*/ 808196 h 1323022"/>
                <a:gd name="connsiteX790" fmla="*/ 295751 w 681037"/>
                <a:gd name="connsiteY790" fmla="*/ 803910 h 1323022"/>
                <a:gd name="connsiteX791" fmla="*/ 300038 w 681037"/>
                <a:gd name="connsiteY791" fmla="*/ 801529 h 1323022"/>
                <a:gd name="connsiteX792" fmla="*/ 309563 w 681037"/>
                <a:gd name="connsiteY792" fmla="*/ 798195 h 1323022"/>
                <a:gd name="connsiteX793" fmla="*/ 311468 w 681037"/>
                <a:gd name="connsiteY793" fmla="*/ 796766 h 1323022"/>
                <a:gd name="connsiteX794" fmla="*/ 313373 w 681037"/>
                <a:gd name="connsiteY794" fmla="*/ 794385 h 1323022"/>
                <a:gd name="connsiteX795" fmla="*/ 311468 w 681037"/>
                <a:gd name="connsiteY795" fmla="*/ 793433 h 1323022"/>
                <a:gd name="connsiteX796" fmla="*/ 309563 w 681037"/>
                <a:gd name="connsiteY796" fmla="*/ 793433 h 1323022"/>
                <a:gd name="connsiteX797" fmla="*/ 303371 w 681037"/>
                <a:gd name="connsiteY797" fmla="*/ 791528 h 1323022"/>
                <a:gd name="connsiteX798" fmla="*/ 290036 w 681037"/>
                <a:gd name="connsiteY798" fmla="*/ 785336 h 1323022"/>
                <a:gd name="connsiteX799" fmla="*/ 291941 w 681037"/>
                <a:gd name="connsiteY799" fmla="*/ 781526 h 1323022"/>
                <a:gd name="connsiteX800" fmla="*/ 297180 w 681037"/>
                <a:gd name="connsiteY800" fmla="*/ 780097 h 1323022"/>
                <a:gd name="connsiteX801" fmla="*/ 302895 w 681037"/>
                <a:gd name="connsiteY801" fmla="*/ 775811 h 1323022"/>
                <a:gd name="connsiteX802" fmla="*/ 308610 w 681037"/>
                <a:gd name="connsiteY802" fmla="*/ 774859 h 1323022"/>
                <a:gd name="connsiteX803" fmla="*/ 314325 w 681037"/>
                <a:gd name="connsiteY803" fmla="*/ 777240 h 1323022"/>
                <a:gd name="connsiteX804" fmla="*/ 316706 w 681037"/>
                <a:gd name="connsiteY804" fmla="*/ 780097 h 1323022"/>
                <a:gd name="connsiteX805" fmla="*/ 317659 w 681037"/>
                <a:gd name="connsiteY805" fmla="*/ 784384 h 1323022"/>
                <a:gd name="connsiteX806" fmla="*/ 320516 w 681037"/>
                <a:gd name="connsiteY806" fmla="*/ 788670 h 1323022"/>
                <a:gd name="connsiteX807" fmla="*/ 323850 w 681037"/>
                <a:gd name="connsiteY807" fmla="*/ 789622 h 1323022"/>
                <a:gd name="connsiteX808" fmla="*/ 335280 w 681037"/>
                <a:gd name="connsiteY808" fmla="*/ 786289 h 1323022"/>
                <a:gd name="connsiteX809" fmla="*/ 336709 w 681037"/>
                <a:gd name="connsiteY809" fmla="*/ 783908 h 1323022"/>
                <a:gd name="connsiteX810" fmla="*/ 337661 w 681037"/>
                <a:gd name="connsiteY810" fmla="*/ 782003 h 1323022"/>
                <a:gd name="connsiteX811" fmla="*/ 338614 w 681037"/>
                <a:gd name="connsiteY811" fmla="*/ 776288 h 1323022"/>
                <a:gd name="connsiteX812" fmla="*/ 338614 w 681037"/>
                <a:gd name="connsiteY812" fmla="*/ 770096 h 1323022"/>
                <a:gd name="connsiteX813" fmla="*/ 337661 w 681037"/>
                <a:gd name="connsiteY813" fmla="*/ 764858 h 1323022"/>
                <a:gd name="connsiteX814" fmla="*/ 335756 w 681037"/>
                <a:gd name="connsiteY814" fmla="*/ 761047 h 1323022"/>
                <a:gd name="connsiteX815" fmla="*/ 334328 w 681037"/>
                <a:gd name="connsiteY815" fmla="*/ 759619 h 1323022"/>
                <a:gd name="connsiteX816" fmla="*/ 331946 w 681037"/>
                <a:gd name="connsiteY816" fmla="*/ 758190 h 1323022"/>
                <a:gd name="connsiteX817" fmla="*/ 328613 w 681037"/>
                <a:gd name="connsiteY817" fmla="*/ 758666 h 1323022"/>
                <a:gd name="connsiteX818" fmla="*/ 321945 w 681037"/>
                <a:gd name="connsiteY818" fmla="*/ 761047 h 1323022"/>
                <a:gd name="connsiteX819" fmla="*/ 317183 w 681037"/>
                <a:gd name="connsiteY819" fmla="*/ 762476 h 1323022"/>
                <a:gd name="connsiteX820" fmla="*/ 316230 w 681037"/>
                <a:gd name="connsiteY820" fmla="*/ 763905 h 1323022"/>
                <a:gd name="connsiteX821" fmla="*/ 322898 w 681037"/>
                <a:gd name="connsiteY821" fmla="*/ 764382 h 1323022"/>
                <a:gd name="connsiteX822" fmla="*/ 322898 w 681037"/>
                <a:gd name="connsiteY822" fmla="*/ 767715 h 1323022"/>
                <a:gd name="connsiteX823" fmla="*/ 321469 w 681037"/>
                <a:gd name="connsiteY823" fmla="*/ 769620 h 1323022"/>
                <a:gd name="connsiteX824" fmla="*/ 315754 w 681037"/>
                <a:gd name="connsiteY824" fmla="*/ 770572 h 1323022"/>
                <a:gd name="connsiteX825" fmla="*/ 310515 w 681037"/>
                <a:gd name="connsiteY825" fmla="*/ 771049 h 1323022"/>
                <a:gd name="connsiteX826" fmla="*/ 305276 w 681037"/>
                <a:gd name="connsiteY826" fmla="*/ 770096 h 1323022"/>
                <a:gd name="connsiteX827" fmla="*/ 305276 w 681037"/>
                <a:gd name="connsiteY827" fmla="*/ 767715 h 1323022"/>
                <a:gd name="connsiteX828" fmla="*/ 307181 w 681037"/>
                <a:gd name="connsiteY828" fmla="*/ 765334 h 1323022"/>
                <a:gd name="connsiteX829" fmla="*/ 307658 w 681037"/>
                <a:gd name="connsiteY829" fmla="*/ 764382 h 1323022"/>
                <a:gd name="connsiteX830" fmla="*/ 306705 w 681037"/>
                <a:gd name="connsiteY830" fmla="*/ 763905 h 1323022"/>
                <a:gd name="connsiteX831" fmla="*/ 303848 w 681037"/>
                <a:gd name="connsiteY831" fmla="*/ 764382 h 1323022"/>
                <a:gd name="connsiteX832" fmla="*/ 300990 w 681037"/>
                <a:gd name="connsiteY832" fmla="*/ 762953 h 1323022"/>
                <a:gd name="connsiteX833" fmla="*/ 294323 w 681037"/>
                <a:gd name="connsiteY833" fmla="*/ 760571 h 1323022"/>
                <a:gd name="connsiteX834" fmla="*/ 291465 w 681037"/>
                <a:gd name="connsiteY834" fmla="*/ 758190 h 1323022"/>
                <a:gd name="connsiteX835" fmla="*/ 289084 w 681037"/>
                <a:gd name="connsiteY835" fmla="*/ 752951 h 1323022"/>
                <a:gd name="connsiteX836" fmla="*/ 290989 w 681037"/>
                <a:gd name="connsiteY836" fmla="*/ 743903 h 1323022"/>
                <a:gd name="connsiteX837" fmla="*/ 290513 w 681037"/>
                <a:gd name="connsiteY837" fmla="*/ 736759 h 1323022"/>
                <a:gd name="connsiteX838" fmla="*/ 286703 w 681037"/>
                <a:gd name="connsiteY838" fmla="*/ 723424 h 1323022"/>
                <a:gd name="connsiteX839" fmla="*/ 285750 w 681037"/>
                <a:gd name="connsiteY839" fmla="*/ 718185 h 1323022"/>
                <a:gd name="connsiteX840" fmla="*/ 285750 w 681037"/>
                <a:gd name="connsiteY840" fmla="*/ 711994 h 1323022"/>
                <a:gd name="connsiteX841" fmla="*/ 286226 w 681037"/>
                <a:gd name="connsiteY841" fmla="*/ 709136 h 1323022"/>
                <a:gd name="connsiteX842" fmla="*/ 288608 w 681037"/>
                <a:gd name="connsiteY842" fmla="*/ 706279 h 1323022"/>
                <a:gd name="connsiteX843" fmla="*/ 293846 w 681037"/>
                <a:gd name="connsiteY843" fmla="*/ 703421 h 1323022"/>
                <a:gd name="connsiteX844" fmla="*/ 295275 w 681037"/>
                <a:gd name="connsiteY844" fmla="*/ 703421 h 1323022"/>
                <a:gd name="connsiteX845" fmla="*/ 297656 w 681037"/>
                <a:gd name="connsiteY845" fmla="*/ 704374 h 1323022"/>
                <a:gd name="connsiteX846" fmla="*/ 297180 w 681037"/>
                <a:gd name="connsiteY846" fmla="*/ 705803 h 1323022"/>
                <a:gd name="connsiteX847" fmla="*/ 296228 w 681037"/>
                <a:gd name="connsiteY847" fmla="*/ 706755 h 1323022"/>
                <a:gd name="connsiteX848" fmla="*/ 304324 w 681037"/>
                <a:gd name="connsiteY848" fmla="*/ 708184 h 1323022"/>
                <a:gd name="connsiteX849" fmla="*/ 312420 w 681037"/>
                <a:gd name="connsiteY849" fmla="*/ 711041 h 1323022"/>
                <a:gd name="connsiteX850" fmla="*/ 321469 w 681037"/>
                <a:gd name="connsiteY850" fmla="*/ 714375 h 1323022"/>
                <a:gd name="connsiteX851" fmla="*/ 333375 w 681037"/>
                <a:gd name="connsiteY851" fmla="*/ 720090 h 1323022"/>
                <a:gd name="connsiteX852" fmla="*/ 338614 w 681037"/>
                <a:gd name="connsiteY852" fmla="*/ 720566 h 1323022"/>
                <a:gd name="connsiteX853" fmla="*/ 352425 w 681037"/>
                <a:gd name="connsiteY853" fmla="*/ 720090 h 1323022"/>
                <a:gd name="connsiteX854" fmla="*/ 360998 w 681037"/>
                <a:gd name="connsiteY854" fmla="*/ 718185 h 1323022"/>
                <a:gd name="connsiteX855" fmla="*/ 366713 w 681037"/>
                <a:gd name="connsiteY855" fmla="*/ 715804 h 1323022"/>
                <a:gd name="connsiteX856" fmla="*/ 380524 w 681037"/>
                <a:gd name="connsiteY856" fmla="*/ 709613 h 1323022"/>
                <a:gd name="connsiteX857" fmla="*/ 383858 w 681037"/>
                <a:gd name="connsiteY857" fmla="*/ 706755 h 1323022"/>
                <a:gd name="connsiteX858" fmla="*/ 385763 w 681037"/>
                <a:gd name="connsiteY858" fmla="*/ 701040 h 1323022"/>
                <a:gd name="connsiteX859" fmla="*/ 380524 w 681037"/>
                <a:gd name="connsiteY859" fmla="*/ 692467 h 1323022"/>
                <a:gd name="connsiteX860" fmla="*/ 379571 w 681037"/>
                <a:gd name="connsiteY860" fmla="*/ 688182 h 1323022"/>
                <a:gd name="connsiteX861" fmla="*/ 380524 w 681037"/>
                <a:gd name="connsiteY861" fmla="*/ 681990 h 1323022"/>
                <a:gd name="connsiteX862" fmla="*/ 383381 w 681037"/>
                <a:gd name="connsiteY862" fmla="*/ 671989 h 1323022"/>
                <a:gd name="connsiteX863" fmla="*/ 384810 w 681037"/>
                <a:gd name="connsiteY863" fmla="*/ 669608 h 1323022"/>
                <a:gd name="connsiteX864" fmla="*/ 385763 w 681037"/>
                <a:gd name="connsiteY864" fmla="*/ 669132 h 1323022"/>
                <a:gd name="connsiteX865" fmla="*/ 390049 w 681037"/>
                <a:gd name="connsiteY865" fmla="*/ 666750 h 1323022"/>
                <a:gd name="connsiteX866" fmla="*/ 391478 w 681037"/>
                <a:gd name="connsiteY866" fmla="*/ 656749 h 1323022"/>
                <a:gd name="connsiteX867" fmla="*/ 391478 w 681037"/>
                <a:gd name="connsiteY867" fmla="*/ 652463 h 1323022"/>
                <a:gd name="connsiteX868" fmla="*/ 389573 w 681037"/>
                <a:gd name="connsiteY868" fmla="*/ 651510 h 1323022"/>
                <a:gd name="connsiteX869" fmla="*/ 388144 w 681037"/>
                <a:gd name="connsiteY869" fmla="*/ 649605 h 1323022"/>
                <a:gd name="connsiteX870" fmla="*/ 392430 w 681037"/>
                <a:gd name="connsiteY870" fmla="*/ 649129 h 1323022"/>
                <a:gd name="connsiteX871" fmla="*/ 390049 w 681037"/>
                <a:gd name="connsiteY871" fmla="*/ 646747 h 1323022"/>
                <a:gd name="connsiteX872" fmla="*/ 387191 w 681037"/>
                <a:gd name="connsiteY872" fmla="*/ 644842 h 1323022"/>
                <a:gd name="connsiteX873" fmla="*/ 384334 w 681037"/>
                <a:gd name="connsiteY873" fmla="*/ 643890 h 1323022"/>
                <a:gd name="connsiteX874" fmla="*/ 382905 w 681037"/>
                <a:gd name="connsiteY874" fmla="*/ 640080 h 1323022"/>
                <a:gd name="connsiteX875" fmla="*/ 383858 w 681037"/>
                <a:gd name="connsiteY875" fmla="*/ 633889 h 1323022"/>
                <a:gd name="connsiteX876" fmla="*/ 381476 w 681037"/>
                <a:gd name="connsiteY876" fmla="*/ 628650 h 1323022"/>
                <a:gd name="connsiteX877" fmla="*/ 382905 w 681037"/>
                <a:gd name="connsiteY877" fmla="*/ 626745 h 1323022"/>
                <a:gd name="connsiteX878" fmla="*/ 387668 w 681037"/>
                <a:gd name="connsiteY878" fmla="*/ 627221 h 1323022"/>
                <a:gd name="connsiteX879" fmla="*/ 391954 w 681037"/>
                <a:gd name="connsiteY879" fmla="*/ 631508 h 1323022"/>
                <a:gd name="connsiteX880" fmla="*/ 399574 w 681037"/>
                <a:gd name="connsiteY880" fmla="*/ 633413 h 1323022"/>
                <a:gd name="connsiteX881" fmla="*/ 408146 w 681037"/>
                <a:gd name="connsiteY881" fmla="*/ 634841 h 1323022"/>
                <a:gd name="connsiteX882" fmla="*/ 415766 w 681037"/>
                <a:gd name="connsiteY882" fmla="*/ 634365 h 1323022"/>
                <a:gd name="connsiteX883" fmla="*/ 424815 w 681037"/>
                <a:gd name="connsiteY883" fmla="*/ 634841 h 1323022"/>
                <a:gd name="connsiteX884" fmla="*/ 431959 w 681037"/>
                <a:gd name="connsiteY884" fmla="*/ 633889 h 1323022"/>
                <a:gd name="connsiteX885" fmla="*/ 468630 w 681037"/>
                <a:gd name="connsiteY885" fmla="*/ 628650 h 1323022"/>
                <a:gd name="connsiteX886" fmla="*/ 473869 w 681037"/>
                <a:gd name="connsiteY886" fmla="*/ 627221 h 1323022"/>
                <a:gd name="connsiteX887" fmla="*/ 496729 w 681037"/>
                <a:gd name="connsiteY887" fmla="*/ 622459 h 1323022"/>
                <a:gd name="connsiteX888" fmla="*/ 524828 w 681037"/>
                <a:gd name="connsiteY888" fmla="*/ 612934 h 1323022"/>
                <a:gd name="connsiteX889" fmla="*/ 542925 w 681037"/>
                <a:gd name="connsiteY889" fmla="*/ 602457 h 1323022"/>
                <a:gd name="connsiteX890" fmla="*/ 546259 w 681037"/>
                <a:gd name="connsiteY890" fmla="*/ 599122 h 1323022"/>
                <a:gd name="connsiteX891" fmla="*/ 547688 w 681037"/>
                <a:gd name="connsiteY891" fmla="*/ 592455 h 1323022"/>
                <a:gd name="connsiteX892" fmla="*/ 551498 w 681037"/>
                <a:gd name="connsiteY892" fmla="*/ 586264 h 1323022"/>
                <a:gd name="connsiteX893" fmla="*/ 561975 w 681037"/>
                <a:gd name="connsiteY893" fmla="*/ 574834 h 1323022"/>
                <a:gd name="connsiteX894" fmla="*/ 574358 w 681037"/>
                <a:gd name="connsiteY894" fmla="*/ 555784 h 1323022"/>
                <a:gd name="connsiteX895" fmla="*/ 576263 w 681037"/>
                <a:gd name="connsiteY895" fmla="*/ 551497 h 1323022"/>
                <a:gd name="connsiteX896" fmla="*/ 576263 w 681037"/>
                <a:gd name="connsiteY896" fmla="*/ 547211 h 1323022"/>
                <a:gd name="connsiteX897" fmla="*/ 575310 w 681037"/>
                <a:gd name="connsiteY897" fmla="*/ 535305 h 1323022"/>
                <a:gd name="connsiteX898" fmla="*/ 574834 w 681037"/>
                <a:gd name="connsiteY898" fmla="*/ 533876 h 1323022"/>
                <a:gd name="connsiteX899" fmla="*/ 573881 w 681037"/>
                <a:gd name="connsiteY899" fmla="*/ 532447 h 1323022"/>
                <a:gd name="connsiteX900" fmla="*/ 567690 w 681037"/>
                <a:gd name="connsiteY900" fmla="*/ 532447 h 1323022"/>
                <a:gd name="connsiteX901" fmla="*/ 562928 w 681037"/>
                <a:gd name="connsiteY901" fmla="*/ 530066 h 1323022"/>
                <a:gd name="connsiteX902" fmla="*/ 556736 w 681037"/>
                <a:gd name="connsiteY902" fmla="*/ 524351 h 1323022"/>
                <a:gd name="connsiteX903" fmla="*/ 554355 w 681037"/>
                <a:gd name="connsiteY903" fmla="*/ 520065 h 1323022"/>
                <a:gd name="connsiteX904" fmla="*/ 552926 w 681037"/>
                <a:gd name="connsiteY904" fmla="*/ 515303 h 1323022"/>
                <a:gd name="connsiteX905" fmla="*/ 553879 w 681037"/>
                <a:gd name="connsiteY905" fmla="*/ 508635 h 1323022"/>
                <a:gd name="connsiteX906" fmla="*/ 560546 w 681037"/>
                <a:gd name="connsiteY906" fmla="*/ 500539 h 1323022"/>
                <a:gd name="connsiteX907" fmla="*/ 560070 w 681037"/>
                <a:gd name="connsiteY907" fmla="*/ 494824 h 1323022"/>
                <a:gd name="connsiteX908" fmla="*/ 555308 w 681037"/>
                <a:gd name="connsiteY908" fmla="*/ 488157 h 1323022"/>
                <a:gd name="connsiteX909" fmla="*/ 547211 w 681037"/>
                <a:gd name="connsiteY909" fmla="*/ 481489 h 1323022"/>
                <a:gd name="connsiteX910" fmla="*/ 540068 w 681037"/>
                <a:gd name="connsiteY910" fmla="*/ 476726 h 1323022"/>
                <a:gd name="connsiteX911" fmla="*/ 522446 w 681037"/>
                <a:gd name="connsiteY911" fmla="*/ 468630 h 1323022"/>
                <a:gd name="connsiteX912" fmla="*/ 517684 w 681037"/>
                <a:gd name="connsiteY912" fmla="*/ 462915 h 1323022"/>
                <a:gd name="connsiteX913" fmla="*/ 516255 w 681037"/>
                <a:gd name="connsiteY913" fmla="*/ 460058 h 1323022"/>
                <a:gd name="connsiteX914" fmla="*/ 514350 w 681037"/>
                <a:gd name="connsiteY914" fmla="*/ 453866 h 1323022"/>
                <a:gd name="connsiteX915" fmla="*/ 516255 w 681037"/>
                <a:gd name="connsiteY915" fmla="*/ 452438 h 1323022"/>
                <a:gd name="connsiteX916" fmla="*/ 517684 w 681037"/>
                <a:gd name="connsiteY916" fmla="*/ 451961 h 1323022"/>
                <a:gd name="connsiteX917" fmla="*/ 519113 w 681037"/>
                <a:gd name="connsiteY917" fmla="*/ 449580 h 1323022"/>
                <a:gd name="connsiteX918" fmla="*/ 518636 w 681037"/>
                <a:gd name="connsiteY918" fmla="*/ 444341 h 1323022"/>
                <a:gd name="connsiteX919" fmla="*/ 518160 w 681037"/>
                <a:gd name="connsiteY919" fmla="*/ 441484 h 1323022"/>
                <a:gd name="connsiteX920" fmla="*/ 517208 w 681037"/>
                <a:gd name="connsiteY920" fmla="*/ 438150 h 1323022"/>
                <a:gd name="connsiteX921" fmla="*/ 514826 w 681037"/>
                <a:gd name="connsiteY921" fmla="*/ 432435 h 1323022"/>
                <a:gd name="connsiteX922" fmla="*/ 514350 w 681037"/>
                <a:gd name="connsiteY922" fmla="*/ 429101 h 1323022"/>
                <a:gd name="connsiteX923" fmla="*/ 517684 w 681037"/>
                <a:gd name="connsiteY923" fmla="*/ 414814 h 1323022"/>
                <a:gd name="connsiteX924" fmla="*/ 518636 w 681037"/>
                <a:gd name="connsiteY924" fmla="*/ 408146 h 1323022"/>
                <a:gd name="connsiteX925" fmla="*/ 520065 w 681037"/>
                <a:gd name="connsiteY925" fmla="*/ 406717 h 1323022"/>
                <a:gd name="connsiteX926" fmla="*/ 522446 w 681037"/>
                <a:gd name="connsiteY926" fmla="*/ 407194 h 1323022"/>
                <a:gd name="connsiteX927" fmla="*/ 524351 w 681037"/>
                <a:gd name="connsiteY927" fmla="*/ 407194 h 1323022"/>
                <a:gd name="connsiteX928" fmla="*/ 526256 w 681037"/>
                <a:gd name="connsiteY928" fmla="*/ 404813 h 1323022"/>
                <a:gd name="connsiteX929" fmla="*/ 527209 w 681037"/>
                <a:gd name="connsiteY929" fmla="*/ 402908 h 1323022"/>
                <a:gd name="connsiteX930" fmla="*/ 525780 w 681037"/>
                <a:gd name="connsiteY930" fmla="*/ 388144 h 1323022"/>
                <a:gd name="connsiteX931" fmla="*/ 526256 w 681037"/>
                <a:gd name="connsiteY931" fmla="*/ 384810 h 1323022"/>
                <a:gd name="connsiteX932" fmla="*/ 529114 w 681037"/>
                <a:gd name="connsiteY932" fmla="*/ 379095 h 1323022"/>
                <a:gd name="connsiteX933" fmla="*/ 529114 w 681037"/>
                <a:gd name="connsiteY933" fmla="*/ 376238 h 1323022"/>
                <a:gd name="connsiteX934" fmla="*/ 527685 w 681037"/>
                <a:gd name="connsiteY934" fmla="*/ 373857 h 1323022"/>
                <a:gd name="connsiteX935" fmla="*/ 527209 w 681037"/>
                <a:gd name="connsiteY935" fmla="*/ 371475 h 1323022"/>
                <a:gd name="connsiteX936" fmla="*/ 527685 w 681037"/>
                <a:gd name="connsiteY936" fmla="*/ 369094 h 1323022"/>
                <a:gd name="connsiteX937" fmla="*/ 527685 w 681037"/>
                <a:gd name="connsiteY937" fmla="*/ 366713 h 1323022"/>
                <a:gd name="connsiteX938" fmla="*/ 526733 w 681037"/>
                <a:gd name="connsiteY938" fmla="*/ 364332 h 1323022"/>
                <a:gd name="connsiteX939" fmla="*/ 527685 w 681037"/>
                <a:gd name="connsiteY939" fmla="*/ 362426 h 1323022"/>
                <a:gd name="connsiteX940" fmla="*/ 530067 w 681037"/>
                <a:gd name="connsiteY940" fmla="*/ 360997 h 1323022"/>
                <a:gd name="connsiteX941" fmla="*/ 531971 w 681037"/>
                <a:gd name="connsiteY941" fmla="*/ 358616 h 1323022"/>
                <a:gd name="connsiteX942" fmla="*/ 533400 w 681037"/>
                <a:gd name="connsiteY942" fmla="*/ 355283 h 1323022"/>
                <a:gd name="connsiteX943" fmla="*/ 533876 w 681037"/>
                <a:gd name="connsiteY943" fmla="*/ 352901 h 1323022"/>
                <a:gd name="connsiteX944" fmla="*/ 533876 w 681037"/>
                <a:gd name="connsiteY944" fmla="*/ 351472 h 1323022"/>
                <a:gd name="connsiteX945" fmla="*/ 532924 w 681037"/>
                <a:gd name="connsiteY945" fmla="*/ 350044 h 1323022"/>
                <a:gd name="connsiteX946" fmla="*/ 531495 w 681037"/>
                <a:gd name="connsiteY946" fmla="*/ 348615 h 1323022"/>
                <a:gd name="connsiteX947" fmla="*/ 531971 w 681037"/>
                <a:gd name="connsiteY947" fmla="*/ 345758 h 1323022"/>
                <a:gd name="connsiteX948" fmla="*/ 534829 w 681037"/>
                <a:gd name="connsiteY948" fmla="*/ 341471 h 1323022"/>
                <a:gd name="connsiteX949" fmla="*/ 536734 w 681037"/>
                <a:gd name="connsiteY949" fmla="*/ 337661 h 1323022"/>
                <a:gd name="connsiteX950" fmla="*/ 537686 w 681037"/>
                <a:gd name="connsiteY950" fmla="*/ 334328 h 1323022"/>
                <a:gd name="connsiteX951" fmla="*/ 537686 w 681037"/>
                <a:gd name="connsiteY951" fmla="*/ 331470 h 1323022"/>
                <a:gd name="connsiteX952" fmla="*/ 536734 w 681037"/>
                <a:gd name="connsiteY952" fmla="*/ 329565 h 1323022"/>
                <a:gd name="connsiteX953" fmla="*/ 537210 w 681037"/>
                <a:gd name="connsiteY953" fmla="*/ 328136 h 1323022"/>
                <a:gd name="connsiteX954" fmla="*/ 539115 w 681037"/>
                <a:gd name="connsiteY954" fmla="*/ 327184 h 1323022"/>
                <a:gd name="connsiteX955" fmla="*/ 540068 w 681037"/>
                <a:gd name="connsiteY955" fmla="*/ 324803 h 1323022"/>
                <a:gd name="connsiteX956" fmla="*/ 539592 w 681037"/>
                <a:gd name="connsiteY956" fmla="*/ 319564 h 1323022"/>
                <a:gd name="connsiteX957" fmla="*/ 537686 w 681037"/>
                <a:gd name="connsiteY957" fmla="*/ 315278 h 1323022"/>
                <a:gd name="connsiteX958" fmla="*/ 539115 w 681037"/>
                <a:gd name="connsiteY958" fmla="*/ 311944 h 1323022"/>
                <a:gd name="connsiteX959" fmla="*/ 542925 w 681037"/>
                <a:gd name="connsiteY959" fmla="*/ 307658 h 1323022"/>
                <a:gd name="connsiteX960" fmla="*/ 544830 w 681037"/>
                <a:gd name="connsiteY960" fmla="*/ 304324 h 1323022"/>
                <a:gd name="connsiteX961" fmla="*/ 544830 w 681037"/>
                <a:gd name="connsiteY961" fmla="*/ 301942 h 1323022"/>
                <a:gd name="connsiteX962" fmla="*/ 546259 w 681037"/>
                <a:gd name="connsiteY962" fmla="*/ 300514 h 1323022"/>
                <a:gd name="connsiteX963" fmla="*/ 547688 w 681037"/>
                <a:gd name="connsiteY963" fmla="*/ 298609 h 1323022"/>
                <a:gd name="connsiteX964" fmla="*/ 552926 w 681037"/>
                <a:gd name="connsiteY964" fmla="*/ 294799 h 1323022"/>
                <a:gd name="connsiteX965" fmla="*/ 555784 w 681037"/>
                <a:gd name="connsiteY965" fmla="*/ 291465 h 1323022"/>
                <a:gd name="connsiteX966" fmla="*/ 556260 w 681037"/>
                <a:gd name="connsiteY966" fmla="*/ 288608 h 1323022"/>
                <a:gd name="connsiteX967" fmla="*/ 558642 w 681037"/>
                <a:gd name="connsiteY967" fmla="*/ 285750 h 1323022"/>
                <a:gd name="connsiteX968" fmla="*/ 563404 w 681037"/>
                <a:gd name="connsiteY968" fmla="*/ 283369 h 1323022"/>
                <a:gd name="connsiteX969" fmla="*/ 568643 w 681037"/>
                <a:gd name="connsiteY969" fmla="*/ 279083 h 1323022"/>
                <a:gd name="connsiteX970" fmla="*/ 574358 w 681037"/>
                <a:gd name="connsiteY970" fmla="*/ 272415 h 1323022"/>
                <a:gd name="connsiteX971" fmla="*/ 577692 w 681037"/>
                <a:gd name="connsiteY971" fmla="*/ 267653 h 1323022"/>
                <a:gd name="connsiteX972" fmla="*/ 579120 w 681037"/>
                <a:gd name="connsiteY972" fmla="*/ 264795 h 1323022"/>
                <a:gd name="connsiteX973" fmla="*/ 581501 w 681037"/>
                <a:gd name="connsiteY973" fmla="*/ 262414 h 1323022"/>
                <a:gd name="connsiteX974" fmla="*/ 584835 w 681037"/>
                <a:gd name="connsiteY974" fmla="*/ 260509 h 1323022"/>
                <a:gd name="connsiteX975" fmla="*/ 587693 w 681037"/>
                <a:gd name="connsiteY975" fmla="*/ 257175 h 1323022"/>
                <a:gd name="connsiteX976" fmla="*/ 590074 w 681037"/>
                <a:gd name="connsiteY976" fmla="*/ 251936 h 1323022"/>
                <a:gd name="connsiteX977" fmla="*/ 593408 w 681037"/>
                <a:gd name="connsiteY977" fmla="*/ 247650 h 1323022"/>
                <a:gd name="connsiteX978" fmla="*/ 597694 w 681037"/>
                <a:gd name="connsiteY978" fmla="*/ 244316 h 1323022"/>
                <a:gd name="connsiteX979" fmla="*/ 600075 w 681037"/>
                <a:gd name="connsiteY979" fmla="*/ 241935 h 1323022"/>
                <a:gd name="connsiteX980" fmla="*/ 600551 w 681037"/>
                <a:gd name="connsiteY980" fmla="*/ 240030 h 1323022"/>
                <a:gd name="connsiteX981" fmla="*/ 601504 w 681037"/>
                <a:gd name="connsiteY981" fmla="*/ 238601 h 1323022"/>
                <a:gd name="connsiteX982" fmla="*/ 603409 w 681037"/>
                <a:gd name="connsiteY982" fmla="*/ 238125 h 1323022"/>
                <a:gd name="connsiteX983" fmla="*/ 604361 w 681037"/>
                <a:gd name="connsiteY983" fmla="*/ 237172 h 1323022"/>
                <a:gd name="connsiteX984" fmla="*/ 604361 w 681037"/>
                <a:gd name="connsiteY984" fmla="*/ 235744 h 1323022"/>
                <a:gd name="connsiteX985" fmla="*/ 604838 w 681037"/>
                <a:gd name="connsiteY985" fmla="*/ 234791 h 1323022"/>
                <a:gd name="connsiteX986" fmla="*/ 605790 w 681037"/>
                <a:gd name="connsiteY986" fmla="*/ 234315 h 1323022"/>
                <a:gd name="connsiteX987" fmla="*/ 607695 w 681037"/>
                <a:gd name="connsiteY987" fmla="*/ 234315 h 1323022"/>
                <a:gd name="connsiteX988" fmla="*/ 610076 w 681037"/>
                <a:gd name="connsiteY988" fmla="*/ 235268 h 1323022"/>
                <a:gd name="connsiteX989" fmla="*/ 611505 w 681037"/>
                <a:gd name="connsiteY989" fmla="*/ 235268 h 1323022"/>
                <a:gd name="connsiteX990" fmla="*/ 611981 w 681037"/>
                <a:gd name="connsiteY990" fmla="*/ 233839 h 1323022"/>
                <a:gd name="connsiteX991" fmla="*/ 611505 w 681037"/>
                <a:gd name="connsiteY991" fmla="*/ 232410 h 1323022"/>
                <a:gd name="connsiteX992" fmla="*/ 609600 w 681037"/>
                <a:gd name="connsiteY992" fmla="*/ 230505 h 1323022"/>
                <a:gd name="connsiteX993" fmla="*/ 610076 w 681037"/>
                <a:gd name="connsiteY993" fmla="*/ 228600 h 1323022"/>
                <a:gd name="connsiteX994" fmla="*/ 614839 w 681037"/>
                <a:gd name="connsiteY994" fmla="*/ 225743 h 1323022"/>
                <a:gd name="connsiteX995" fmla="*/ 618649 w 681037"/>
                <a:gd name="connsiteY995" fmla="*/ 224790 h 1323022"/>
                <a:gd name="connsiteX996" fmla="*/ 621030 w 681037"/>
                <a:gd name="connsiteY996" fmla="*/ 222885 h 1323022"/>
                <a:gd name="connsiteX997" fmla="*/ 623411 w 681037"/>
                <a:gd name="connsiteY997" fmla="*/ 220028 h 1323022"/>
                <a:gd name="connsiteX998" fmla="*/ 626745 w 681037"/>
                <a:gd name="connsiteY998" fmla="*/ 218122 h 1323022"/>
                <a:gd name="connsiteX999" fmla="*/ 631508 w 681037"/>
                <a:gd name="connsiteY999" fmla="*/ 217170 h 1323022"/>
                <a:gd name="connsiteX1000" fmla="*/ 632936 w 681037"/>
                <a:gd name="connsiteY1000" fmla="*/ 216218 h 1323022"/>
                <a:gd name="connsiteX1001" fmla="*/ 632936 w 681037"/>
                <a:gd name="connsiteY1001" fmla="*/ 214789 h 1323022"/>
                <a:gd name="connsiteX1002" fmla="*/ 633889 w 681037"/>
                <a:gd name="connsiteY1002" fmla="*/ 213836 h 1323022"/>
                <a:gd name="connsiteX1003" fmla="*/ 636746 w 681037"/>
                <a:gd name="connsiteY1003" fmla="*/ 212884 h 1323022"/>
                <a:gd name="connsiteX1004" fmla="*/ 638175 w 681037"/>
                <a:gd name="connsiteY1004" fmla="*/ 211455 h 1323022"/>
                <a:gd name="connsiteX1005" fmla="*/ 638651 w 681037"/>
                <a:gd name="connsiteY1005" fmla="*/ 209550 h 1323022"/>
                <a:gd name="connsiteX1006" fmla="*/ 639604 w 681037"/>
                <a:gd name="connsiteY1006" fmla="*/ 207645 h 1323022"/>
                <a:gd name="connsiteX1007" fmla="*/ 641033 w 681037"/>
                <a:gd name="connsiteY1007" fmla="*/ 205740 h 1323022"/>
                <a:gd name="connsiteX1008" fmla="*/ 642938 w 681037"/>
                <a:gd name="connsiteY1008" fmla="*/ 205264 h 1323022"/>
                <a:gd name="connsiteX1009" fmla="*/ 644843 w 681037"/>
                <a:gd name="connsiteY1009" fmla="*/ 205740 h 1323022"/>
                <a:gd name="connsiteX1010" fmla="*/ 646748 w 681037"/>
                <a:gd name="connsiteY1010" fmla="*/ 205264 h 1323022"/>
                <a:gd name="connsiteX1011" fmla="*/ 648653 w 681037"/>
                <a:gd name="connsiteY1011" fmla="*/ 203359 h 1323022"/>
                <a:gd name="connsiteX1012" fmla="*/ 650558 w 681037"/>
                <a:gd name="connsiteY1012" fmla="*/ 202406 h 1323022"/>
                <a:gd name="connsiteX1013" fmla="*/ 652939 w 681037"/>
                <a:gd name="connsiteY1013" fmla="*/ 202406 h 1323022"/>
                <a:gd name="connsiteX1014" fmla="*/ 654368 w 681037"/>
                <a:gd name="connsiteY1014" fmla="*/ 201930 h 1323022"/>
                <a:gd name="connsiteX1015" fmla="*/ 658654 w 681037"/>
                <a:gd name="connsiteY1015" fmla="*/ 200978 h 1323022"/>
                <a:gd name="connsiteX1016" fmla="*/ 661035 w 681037"/>
                <a:gd name="connsiteY1016" fmla="*/ 199549 h 1323022"/>
                <a:gd name="connsiteX1017" fmla="*/ 662940 w 681037"/>
                <a:gd name="connsiteY1017" fmla="*/ 196215 h 1323022"/>
                <a:gd name="connsiteX1018" fmla="*/ 664369 w 681037"/>
                <a:gd name="connsiteY1018" fmla="*/ 194786 h 1323022"/>
                <a:gd name="connsiteX1019" fmla="*/ 665798 w 681037"/>
                <a:gd name="connsiteY1019" fmla="*/ 195739 h 1323022"/>
                <a:gd name="connsiteX1020" fmla="*/ 668179 w 681037"/>
                <a:gd name="connsiteY1020" fmla="*/ 194786 h 1323022"/>
                <a:gd name="connsiteX1021" fmla="*/ 671513 w 681037"/>
                <a:gd name="connsiteY1021" fmla="*/ 191929 h 1323022"/>
                <a:gd name="connsiteX1022" fmla="*/ 671989 w 681037"/>
                <a:gd name="connsiteY1022" fmla="*/ 191929 h 1323022"/>
                <a:gd name="connsiteX1023" fmla="*/ 674846 w 681037"/>
                <a:gd name="connsiteY1023" fmla="*/ 190500 h 1323022"/>
                <a:gd name="connsiteX1024" fmla="*/ 677704 w 681037"/>
                <a:gd name="connsiteY1024" fmla="*/ 185261 h 1323022"/>
                <a:gd name="connsiteX1025" fmla="*/ 679133 w 681037"/>
                <a:gd name="connsiteY1025" fmla="*/ 181928 h 1323022"/>
                <a:gd name="connsiteX1026" fmla="*/ 678656 w 681037"/>
                <a:gd name="connsiteY1026" fmla="*/ 179070 h 1323022"/>
                <a:gd name="connsiteX1027" fmla="*/ 677704 w 681037"/>
                <a:gd name="connsiteY1027" fmla="*/ 177165 h 1323022"/>
                <a:gd name="connsiteX1028" fmla="*/ 678180 w 681037"/>
                <a:gd name="connsiteY1028" fmla="*/ 174308 h 1323022"/>
                <a:gd name="connsiteX1029" fmla="*/ 679133 w 681037"/>
                <a:gd name="connsiteY1029" fmla="*/ 165259 h 132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Lst>
              <a:rect l="l" t="t" r="r" b="b"/>
              <a:pathLst>
                <a:path w="681037" h="1323022">
                  <a:moveTo>
                    <a:pt x="282893" y="1303973"/>
                  </a:moveTo>
                  <a:lnTo>
                    <a:pt x="270034" y="1304925"/>
                  </a:lnTo>
                  <a:lnTo>
                    <a:pt x="261461" y="1302544"/>
                  </a:lnTo>
                  <a:lnTo>
                    <a:pt x="253365" y="1299686"/>
                  </a:lnTo>
                  <a:lnTo>
                    <a:pt x="245745" y="1295400"/>
                  </a:lnTo>
                  <a:lnTo>
                    <a:pt x="238601" y="1289685"/>
                  </a:lnTo>
                  <a:lnTo>
                    <a:pt x="231934" y="1285399"/>
                  </a:lnTo>
                  <a:lnTo>
                    <a:pt x="224790" y="1282065"/>
                  </a:lnTo>
                  <a:lnTo>
                    <a:pt x="217170" y="1277303"/>
                  </a:lnTo>
                  <a:lnTo>
                    <a:pt x="210026" y="1271588"/>
                  </a:lnTo>
                  <a:lnTo>
                    <a:pt x="203835" y="1265396"/>
                  </a:lnTo>
                  <a:lnTo>
                    <a:pt x="197644" y="1259682"/>
                  </a:lnTo>
                  <a:lnTo>
                    <a:pt x="194786" y="1257776"/>
                  </a:lnTo>
                  <a:lnTo>
                    <a:pt x="192405" y="1255395"/>
                  </a:lnTo>
                  <a:lnTo>
                    <a:pt x="187643" y="1243965"/>
                  </a:lnTo>
                  <a:lnTo>
                    <a:pt x="187166" y="1243489"/>
                  </a:lnTo>
                  <a:lnTo>
                    <a:pt x="179070" y="1243013"/>
                  </a:lnTo>
                  <a:lnTo>
                    <a:pt x="175736" y="1241584"/>
                  </a:lnTo>
                  <a:lnTo>
                    <a:pt x="174784" y="1239679"/>
                  </a:lnTo>
                  <a:lnTo>
                    <a:pt x="174784" y="1237774"/>
                  </a:lnTo>
                  <a:lnTo>
                    <a:pt x="176213" y="1234916"/>
                  </a:lnTo>
                  <a:lnTo>
                    <a:pt x="177641" y="1232059"/>
                  </a:lnTo>
                  <a:lnTo>
                    <a:pt x="180975" y="1230630"/>
                  </a:lnTo>
                  <a:lnTo>
                    <a:pt x="184309" y="1233488"/>
                  </a:lnTo>
                  <a:lnTo>
                    <a:pt x="182880" y="1229201"/>
                  </a:lnTo>
                  <a:lnTo>
                    <a:pt x="180975" y="1225391"/>
                  </a:lnTo>
                  <a:lnTo>
                    <a:pt x="172879" y="1215866"/>
                  </a:lnTo>
                  <a:lnTo>
                    <a:pt x="170974" y="1213961"/>
                  </a:lnTo>
                  <a:lnTo>
                    <a:pt x="170974" y="1227296"/>
                  </a:lnTo>
                  <a:lnTo>
                    <a:pt x="170974" y="1240632"/>
                  </a:lnTo>
                  <a:lnTo>
                    <a:pt x="170974" y="1253014"/>
                  </a:lnTo>
                  <a:lnTo>
                    <a:pt x="170974" y="1265396"/>
                  </a:lnTo>
                  <a:lnTo>
                    <a:pt x="170974" y="1277779"/>
                  </a:lnTo>
                  <a:lnTo>
                    <a:pt x="170974" y="1290161"/>
                  </a:lnTo>
                  <a:lnTo>
                    <a:pt x="170498" y="1304449"/>
                  </a:lnTo>
                  <a:lnTo>
                    <a:pt x="170498" y="1314926"/>
                  </a:lnTo>
                  <a:lnTo>
                    <a:pt x="171450" y="1313974"/>
                  </a:lnTo>
                  <a:lnTo>
                    <a:pt x="175736" y="1313974"/>
                  </a:lnTo>
                  <a:lnTo>
                    <a:pt x="180975" y="1313021"/>
                  </a:lnTo>
                  <a:lnTo>
                    <a:pt x="184785" y="1313021"/>
                  </a:lnTo>
                  <a:lnTo>
                    <a:pt x="191929" y="1314450"/>
                  </a:lnTo>
                  <a:lnTo>
                    <a:pt x="199073" y="1315403"/>
                  </a:lnTo>
                  <a:lnTo>
                    <a:pt x="221933" y="1316832"/>
                  </a:lnTo>
                  <a:lnTo>
                    <a:pt x="228600" y="1317784"/>
                  </a:lnTo>
                  <a:lnTo>
                    <a:pt x="239078" y="1322070"/>
                  </a:lnTo>
                  <a:lnTo>
                    <a:pt x="242888" y="1323023"/>
                  </a:lnTo>
                  <a:lnTo>
                    <a:pt x="246698" y="1322070"/>
                  </a:lnTo>
                  <a:lnTo>
                    <a:pt x="250508" y="1320641"/>
                  </a:lnTo>
                  <a:lnTo>
                    <a:pt x="254318" y="1320641"/>
                  </a:lnTo>
                  <a:lnTo>
                    <a:pt x="258128" y="1319689"/>
                  </a:lnTo>
                  <a:lnTo>
                    <a:pt x="261938" y="1317784"/>
                  </a:lnTo>
                  <a:lnTo>
                    <a:pt x="265748" y="1317308"/>
                  </a:lnTo>
                  <a:lnTo>
                    <a:pt x="270034" y="1318260"/>
                  </a:lnTo>
                  <a:lnTo>
                    <a:pt x="274320" y="1318260"/>
                  </a:lnTo>
                  <a:lnTo>
                    <a:pt x="278606" y="1317784"/>
                  </a:lnTo>
                  <a:lnTo>
                    <a:pt x="282893" y="1315879"/>
                  </a:lnTo>
                  <a:lnTo>
                    <a:pt x="286226" y="1311592"/>
                  </a:lnTo>
                  <a:lnTo>
                    <a:pt x="288608" y="1306354"/>
                  </a:lnTo>
                  <a:lnTo>
                    <a:pt x="286226" y="1304449"/>
                  </a:lnTo>
                  <a:lnTo>
                    <a:pt x="282893" y="1303973"/>
                  </a:lnTo>
                  <a:close/>
                  <a:moveTo>
                    <a:pt x="328136" y="1309211"/>
                  </a:moveTo>
                  <a:lnTo>
                    <a:pt x="327184" y="1308735"/>
                  </a:lnTo>
                  <a:lnTo>
                    <a:pt x="325279" y="1308259"/>
                  </a:lnTo>
                  <a:lnTo>
                    <a:pt x="321469" y="1308259"/>
                  </a:lnTo>
                  <a:lnTo>
                    <a:pt x="313849" y="1309211"/>
                  </a:lnTo>
                  <a:lnTo>
                    <a:pt x="310039" y="1308259"/>
                  </a:lnTo>
                  <a:lnTo>
                    <a:pt x="309086" y="1310164"/>
                  </a:lnTo>
                  <a:lnTo>
                    <a:pt x="307658" y="1311116"/>
                  </a:lnTo>
                  <a:lnTo>
                    <a:pt x="305276" y="1311116"/>
                  </a:lnTo>
                  <a:lnTo>
                    <a:pt x="302895" y="1313498"/>
                  </a:lnTo>
                  <a:lnTo>
                    <a:pt x="303848" y="1315403"/>
                  </a:lnTo>
                  <a:lnTo>
                    <a:pt x="307181" y="1317308"/>
                  </a:lnTo>
                  <a:lnTo>
                    <a:pt x="311468" y="1314450"/>
                  </a:lnTo>
                  <a:lnTo>
                    <a:pt x="313373" y="1314450"/>
                  </a:lnTo>
                  <a:lnTo>
                    <a:pt x="317659" y="1312545"/>
                  </a:lnTo>
                  <a:lnTo>
                    <a:pt x="327660" y="1312545"/>
                  </a:lnTo>
                  <a:lnTo>
                    <a:pt x="329565" y="1313498"/>
                  </a:lnTo>
                  <a:lnTo>
                    <a:pt x="334328" y="1311592"/>
                  </a:lnTo>
                  <a:lnTo>
                    <a:pt x="334804" y="1309688"/>
                  </a:lnTo>
                  <a:lnTo>
                    <a:pt x="332423" y="1309688"/>
                  </a:lnTo>
                  <a:lnTo>
                    <a:pt x="328136" y="1309211"/>
                  </a:lnTo>
                  <a:close/>
                  <a:moveTo>
                    <a:pt x="679133" y="165259"/>
                  </a:moveTo>
                  <a:lnTo>
                    <a:pt x="679609" y="161925"/>
                  </a:lnTo>
                  <a:lnTo>
                    <a:pt x="681038" y="159544"/>
                  </a:lnTo>
                  <a:lnTo>
                    <a:pt x="681038" y="157163"/>
                  </a:lnTo>
                  <a:lnTo>
                    <a:pt x="678656" y="151924"/>
                  </a:lnTo>
                  <a:lnTo>
                    <a:pt x="676275" y="147638"/>
                  </a:lnTo>
                  <a:lnTo>
                    <a:pt x="674846" y="140018"/>
                  </a:lnTo>
                  <a:lnTo>
                    <a:pt x="673894" y="137160"/>
                  </a:lnTo>
                  <a:lnTo>
                    <a:pt x="671513" y="136208"/>
                  </a:lnTo>
                  <a:lnTo>
                    <a:pt x="669608" y="133826"/>
                  </a:lnTo>
                  <a:lnTo>
                    <a:pt x="667226" y="133826"/>
                  </a:lnTo>
                  <a:lnTo>
                    <a:pt x="666274" y="132874"/>
                  </a:lnTo>
                  <a:lnTo>
                    <a:pt x="664845" y="131921"/>
                  </a:lnTo>
                  <a:lnTo>
                    <a:pt x="662940" y="131921"/>
                  </a:lnTo>
                  <a:lnTo>
                    <a:pt x="661511" y="133350"/>
                  </a:lnTo>
                  <a:lnTo>
                    <a:pt x="658654" y="133350"/>
                  </a:lnTo>
                  <a:lnTo>
                    <a:pt x="656749" y="133826"/>
                  </a:lnTo>
                  <a:lnTo>
                    <a:pt x="654844" y="135255"/>
                  </a:lnTo>
                  <a:lnTo>
                    <a:pt x="652939" y="134779"/>
                  </a:lnTo>
                  <a:lnTo>
                    <a:pt x="651510" y="133826"/>
                  </a:lnTo>
                  <a:lnTo>
                    <a:pt x="648653" y="133826"/>
                  </a:lnTo>
                  <a:lnTo>
                    <a:pt x="648176" y="149066"/>
                  </a:lnTo>
                  <a:lnTo>
                    <a:pt x="646748" y="160020"/>
                  </a:lnTo>
                  <a:lnTo>
                    <a:pt x="643890" y="168116"/>
                  </a:lnTo>
                  <a:lnTo>
                    <a:pt x="641509" y="172403"/>
                  </a:lnTo>
                  <a:lnTo>
                    <a:pt x="639128" y="172879"/>
                  </a:lnTo>
                  <a:lnTo>
                    <a:pt x="637699" y="174308"/>
                  </a:lnTo>
                  <a:lnTo>
                    <a:pt x="636746" y="176213"/>
                  </a:lnTo>
                  <a:lnTo>
                    <a:pt x="634842" y="178118"/>
                  </a:lnTo>
                  <a:lnTo>
                    <a:pt x="632460" y="179546"/>
                  </a:lnTo>
                  <a:lnTo>
                    <a:pt x="631031" y="180975"/>
                  </a:lnTo>
                  <a:lnTo>
                    <a:pt x="631031" y="182404"/>
                  </a:lnTo>
                  <a:lnTo>
                    <a:pt x="628650" y="183356"/>
                  </a:lnTo>
                  <a:lnTo>
                    <a:pt x="623888" y="183833"/>
                  </a:lnTo>
                  <a:lnTo>
                    <a:pt x="621030" y="185261"/>
                  </a:lnTo>
                  <a:lnTo>
                    <a:pt x="620078" y="187166"/>
                  </a:lnTo>
                  <a:lnTo>
                    <a:pt x="618649" y="189071"/>
                  </a:lnTo>
                  <a:lnTo>
                    <a:pt x="616268" y="190500"/>
                  </a:lnTo>
                  <a:lnTo>
                    <a:pt x="615315" y="192405"/>
                  </a:lnTo>
                  <a:lnTo>
                    <a:pt x="615315" y="195263"/>
                  </a:lnTo>
                  <a:lnTo>
                    <a:pt x="613886" y="197644"/>
                  </a:lnTo>
                  <a:lnTo>
                    <a:pt x="611029" y="199549"/>
                  </a:lnTo>
                  <a:lnTo>
                    <a:pt x="608648" y="199549"/>
                  </a:lnTo>
                  <a:lnTo>
                    <a:pt x="606267" y="197644"/>
                  </a:lnTo>
                  <a:lnTo>
                    <a:pt x="602933" y="196215"/>
                  </a:lnTo>
                  <a:lnTo>
                    <a:pt x="599123" y="195739"/>
                  </a:lnTo>
                  <a:lnTo>
                    <a:pt x="595789" y="196215"/>
                  </a:lnTo>
                  <a:lnTo>
                    <a:pt x="592931" y="197644"/>
                  </a:lnTo>
                  <a:lnTo>
                    <a:pt x="590550" y="200025"/>
                  </a:lnTo>
                  <a:lnTo>
                    <a:pt x="588645" y="203835"/>
                  </a:lnTo>
                  <a:lnTo>
                    <a:pt x="586264" y="204311"/>
                  </a:lnTo>
                  <a:lnTo>
                    <a:pt x="583883" y="201930"/>
                  </a:lnTo>
                  <a:lnTo>
                    <a:pt x="580549" y="200978"/>
                  </a:lnTo>
                  <a:lnTo>
                    <a:pt x="576739" y="201930"/>
                  </a:lnTo>
                  <a:lnTo>
                    <a:pt x="573881" y="201454"/>
                  </a:lnTo>
                  <a:lnTo>
                    <a:pt x="571500" y="200025"/>
                  </a:lnTo>
                  <a:lnTo>
                    <a:pt x="568167" y="200025"/>
                  </a:lnTo>
                  <a:lnTo>
                    <a:pt x="563404" y="201454"/>
                  </a:lnTo>
                  <a:lnTo>
                    <a:pt x="553879" y="200025"/>
                  </a:lnTo>
                  <a:lnTo>
                    <a:pt x="539592" y="195739"/>
                  </a:lnTo>
                  <a:lnTo>
                    <a:pt x="527685" y="194310"/>
                  </a:lnTo>
                  <a:lnTo>
                    <a:pt x="512921" y="195739"/>
                  </a:lnTo>
                  <a:lnTo>
                    <a:pt x="511493" y="191453"/>
                  </a:lnTo>
                  <a:lnTo>
                    <a:pt x="512445" y="189071"/>
                  </a:lnTo>
                  <a:lnTo>
                    <a:pt x="514826" y="187166"/>
                  </a:lnTo>
                  <a:lnTo>
                    <a:pt x="516255" y="185261"/>
                  </a:lnTo>
                  <a:lnTo>
                    <a:pt x="516731" y="182880"/>
                  </a:lnTo>
                  <a:lnTo>
                    <a:pt x="518160" y="180975"/>
                  </a:lnTo>
                  <a:lnTo>
                    <a:pt x="521018" y="180022"/>
                  </a:lnTo>
                  <a:lnTo>
                    <a:pt x="521970" y="179070"/>
                  </a:lnTo>
                  <a:lnTo>
                    <a:pt x="521494" y="178118"/>
                  </a:lnTo>
                  <a:lnTo>
                    <a:pt x="521970" y="177165"/>
                  </a:lnTo>
                  <a:lnTo>
                    <a:pt x="523399" y="176213"/>
                  </a:lnTo>
                  <a:lnTo>
                    <a:pt x="524351" y="174784"/>
                  </a:lnTo>
                  <a:lnTo>
                    <a:pt x="524351" y="172879"/>
                  </a:lnTo>
                  <a:lnTo>
                    <a:pt x="524828" y="171926"/>
                  </a:lnTo>
                  <a:lnTo>
                    <a:pt x="525780" y="170974"/>
                  </a:lnTo>
                  <a:lnTo>
                    <a:pt x="525780" y="169545"/>
                  </a:lnTo>
                  <a:lnTo>
                    <a:pt x="525304" y="165259"/>
                  </a:lnTo>
                  <a:lnTo>
                    <a:pt x="525304" y="161925"/>
                  </a:lnTo>
                  <a:lnTo>
                    <a:pt x="526256" y="159068"/>
                  </a:lnTo>
                  <a:lnTo>
                    <a:pt x="527209" y="157639"/>
                  </a:lnTo>
                  <a:lnTo>
                    <a:pt x="527685" y="157163"/>
                  </a:lnTo>
                  <a:lnTo>
                    <a:pt x="528161" y="156210"/>
                  </a:lnTo>
                  <a:lnTo>
                    <a:pt x="528161" y="154781"/>
                  </a:lnTo>
                  <a:lnTo>
                    <a:pt x="529114" y="153353"/>
                  </a:lnTo>
                  <a:lnTo>
                    <a:pt x="533876" y="150495"/>
                  </a:lnTo>
                  <a:lnTo>
                    <a:pt x="535781" y="148590"/>
                  </a:lnTo>
                  <a:lnTo>
                    <a:pt x="535781" y="147161"/>
                  </a:lnTo>
                  <a:lnTo>
                    <a:pt x="536258" y="145256"/>
                  </a:lnTo>
                  <a:lnTo>
                    <a:pt x="539115" y="140970"/>
                  </a:lnTo>
                  <a:lnTo>
                    <a:pt x="540068" y="139065"/>
                  </a:lnTo>
                  <a:lnTo>
                    <a:pt x="540068" y="138113"/>
                  </a:lnTo>
                  <a:lnTo>
                    <a:pt x="541020" y="137160"/>
                  </a:lnTo>
                  <a:lnTo>
                    <a:pt x="544354" y="134779"/>
                  </a:lnTo>
                  <a:lnTo>
                    <a:pt x="546259" y="132397"/>
                  </a:lnTo>
                  <a:lnTo>
                    <a:pt x="546735" y="130016"/>
                  </a:lnTo>
                  <a:lnTo>
                    <a:pt x="545783" y="127635"/>
                  </a:lnTo>
                  <a:lnTo>
                    <a:pt x="543878" y="124778"/>
                  </a:lnTo>
                  <a:lnTo>
                    <a:pt x="537686" y="118110"/>
                  </a:lnTo>
                  <a:lnTo>
                    <a:pt x="532924" y="114776"/>
                  </a:lnTo>
                  <a:lnTo>
                    <a:pt x="526733" y="112395"/>
                  </a:lnTo>
                  <a:lnTo>
                    <a:pt x="522923" y="111443"/>
                  </a:lnTo>
                  <a:lnTo>
                    <a:pt x="521018" y="112395"/>
                  </a:lnTo>
                  <a:lnTo>
                    <a:pt x="519113" y="111919"/>
                  </a:lnTo>
                  <a:lnTo>
                    <a:pt x="517208" y="109538"/>
                  </a:lnTo>
                  <a:lnTo>
                    <a:pt x="513874" y="107633"/>
                  </a:lnTo>
                  <a:lnTo>
                    <a:pt x="506730" y="105728"/>
                  </a:lnTo>
                  <a:lnTo>
                    <a:pt x="491014" y="97631"/>
                  </a:lnTo>
                  <a:lnTo>
                    <a:pt x="484823" y="93821"/>
                  </a:lnTo>
                  <a:lnTo>
                    <a:pt x="482918" y="91440"/>
                  </a:lnTo>
                  <a:lnTo>
                    <a:pt x="477203" y="87154"/>
                  </a:lnTo>
                  <a:lnTo>
                    <a:pt x="467678" y="80963"/>
                  </a:lnTo>
                  <a:lnTo>
                    <a:pt x="460058" y="78105"/>
                  </a:lnTo>
                  <a:lnTo>
                    <a:pt x="454819" y="78105"/>
                  </a:lnTo>
                  <a:lnTo>
                    <a:pt x="446723" y="76200"/>
                  </a:lnTo>
                  <a:lnTo>
                    <a:pt x="435293" y="72390"/>
                  </a:lnTo>
                  <a:lnTo>
                    <a:pt x="428625" y="68580"/>
                  </a:lnTo>
                  <a:lnTo>
                    <a:pt x="426720" y="65246"/>
                  </a:lnTo>
                  <a:lnTo>
                    <a:pt x="422434" y="61913"/>
                  </a:lnTo>
                  <a:lnTo>
                    <a:pt x="415766" y="58579"/>
                  </a:lnTo>
                  <a:lnTo>
                    <a:pt x="412433" y="56197"/>
                  </a:lnTo>
                  <a:lnTo>
                    <a:pt x="411956" y="55245"/>
                  </a:lnTo>
                  <a:lnTo>
                    <a:pt x="410051" y="53816"/>
                  </a:lnTo>
                  <a:lnTo>
                    <a:pt x="406241" y="51911"/>
                  </a:lnTo>
                  <a:lnTo>
                    <a:pt x="401955" y="49054"/>
                  </a:lnTo>
                  <a:lnTo>
                    <a:pt x="397669" y="44768"/>
                  </a:lnTo>
                  <a:lnTo>
                    <a:pt x="392906" y="38100"/>
                  </a:lnTo>
                  <a:lnTo>
                    <a:pt x="387668" y="29051"/>
                  </a:lnTo>
                  <a:lnTo>
                    <a:pt x="382429" y="22860"/>
                  </a:lnTo>
                  <a:lnTo>
                    <a:pt x="376714" y="19526"/>
                  </a:lnTo>
                  <a:lnTo>
                    <a:pt x="373856" y="17621"/>
                  </a:lnTo>
                  <a:lnTo>
                    <a:pt x="373856" y="16669"/>
                  </a:lnTo>
                  <a:lnTo>
                    <a:pt x="372904" y="15716"/>
                  </a:lnTo>
                  <a:lnTo>
                    <a:pt x="372428" y="15240"/>
                  </a:lnTo>
                  <a:lnTo>
                    <a:pt x="369570" y="13335"/>
                  </a:lnTo>
                  <a:lnTo>
                    <a:pt x="367189" y="9525"/>
                  </a:lnTo>
                  <a:lnTo>
                    <a:pt x="366713" y="7620"/>
                  </a:lnTo>
                  <a:lnTo>
                    <a:pt x="366236" y="7620"/>
                  </a:lnTo>
                  <a:lnTo>
                    <a:pt x="351949" y="7620"/>
                  </a:lnTo>
                  <a:lnTo>
                    <a:pt x="338138" y="7620"/>
                  </a:lnTo>
                  <a:lnTo>
                    <a:pt x="336709" y="8572"/>
                  </a:lnTo>
                  <a:lnTo>
                    <a:pt x="334804" y="8572"/>
                  </a:lnTo>
                  <a:lnTo>
                    <a:pt x="333375" y="7620"/>
                  </a:lnTo>
                  <a:lnTo>
                    <a:pt x="331946" y="7620"/>
                  </a:lnTo>
                  <a:lnTo>
                    <a:pt x="330041" y="8572"/>
                  </a:lnTo>
                  <a:lnTo>
                    <a:pt x="328136" y="10001"/>
                  </a:lnTo>
                  <a:lnTo>
                    <a:pt x="322898" y="20479"/>
                  </a:lnTo>
                  <a:lnTo>
                    <a:pt x="320040" y="24765"/>
                  </a:lnTo>
                  <a:lnTo>
                    <a:pt x="318135" y="28575"/>
                  </a:lnTo>
                  <a:lnTo>
                    <a:pt x="316706" y="35243"/>
                  </a:lnTo>
                  <a:lnTo>
                    <a:pt x="316230" y="36195"/>
                  </a:lnTo>
                  <a:lnTo>
                    <a:pt x="314801" y="33814"/>
                  </a:lnTo>
                  <a:lnTo>
                    <a:pt x="312420" y="27622"/>
                  </a:lnTo>
                  <a:lnTo>
                    <a:pt x="311468" y="24289"/>
                  </a:lnTo>
                  <a:lnTo>
                    <a:pt x="311468" y="20003"/>
                  </a:lnTo>
                  <a:lnTo>
                    <a:pt x="308610" y="14764"/>
                  </a:lnTo>
                  <a:lnTo>
                    <a:pt x="305276" y="13335"/>
                  </a:lnTo>
                  <a:lnTo>
                    <a:pt x="303371" y="12859"/>
                  </a:lnTo>
                  <a:lnTo>
                    <a:pt x="300514" y="11906"/>
                  </a:lnTo>
                  <a:lnTo>
                    <a:pt x="295275" y="10478"/>
                  </a:lnTo>
                  <a:lnTo>
                    <a:pt x="292894" y="10001"/>
                  </a:lnTo>
                  <a:lnTo>
                    <a:pt x="278130" y="10001"/>
                  </a:lnTo>
                  <a:lnTo>
                    <a:pt x="277178" y="10001"/>
                  </a:lnTo>
                  <a:lnTo>
                    <a:pt x="271463" y="10478"/>
                  </a:lnTo>
                  <a:lnTo>
                    <a:pt x="268605" y="10001"/>
                  </a:lnTo>
                  <a:lnTo>
                    <a:pt x="265748" y="7144"/>
                  </a:lnTo>
                  <a:lnTo>
                    <a:pt x="259080" y="2381"/>
                  </a:lnTo>
                  <a:lnTo>
                    <a:pt x="257651" y="953"/>
                  </a:lnTo>
                  <a:lnTo>
                    <a:pt x="255270" y="0"/>
                  </a:lnTo>
                  <a:lnTo>
                    <a:pt x="253841" y="0"/>
                  </a:lnTo>
                  <a:lnTo>
                    <a:pt x="252889" y="953"/>
                  </a:lnTo>
                  <a:lnTo>
                    <a:pt x="251936" y="5239"/>
                  </a:lnTo>
                  <a:lnTo>
                    <a:pt x="250508" y="9049"/>
                  </a:lnTo>
                  <a:lnTo>
                    <a:pt x="249079" y="10954"/>
                  </a:lnTo>
                  <a:lnTo>
                    <a:pt x="244316" y="12383"/>
                  </a:lnTo>
                  <a:lnTo>
                    <a:pt x="240030" y="13811"/>
                  </a:lnTo>
                  <a:lnTo>
                    <a:pt x="237649" y="14288"/>
                  </a:lnTo>
                  <a:lnTo>
                    <a:pt x="236220" y="16193"/>
                  </a:lnTo>
                  <a:lnTo>
                    <a:pt x="235744" y="18574"/>
                  </a:lnTo>
                  <a:lnTo>
                    <a:pt x="234791" y="20955"/>
                  </a:lnTo>
                  <a:lnTo>
                    <a:pt x="228124" y="24289"/>
                  </a:lnTo>
                  <a:lnTo>
                    <a:pt x="226695" y="25718"/>
                  </a:lnTo>
                  <a:lnTo>
                    <a:pt x="225743" y="29051"/>
                  </a:lnTo>
                  <a:lnTo>
                    <a:pt x="221933" y="33338"/>
                  </a:lnTo>
                  <a:lnTo>
                    <a:pt x="220980" y="35243"/>
                  </a:lnTo>
                  <a:lnTo>
                    <a:pt x="227171" y="41434"/>
                  </a:lnTo>
                  <a:lnTo>
                    <a:pt x="224314" y="50006"/>
                  </a:lnTo>
                  <a:lnTo>
                    <a:pt x="220028" y="63818"/>
                  </a:lnTo>
                  <a:lnTo>
                    <a:pt x="216694" y="74295"/>
                  </a:lnTo>
                  <a:lnTo>
                    <a:pt x="216218" y="75724"/>
                  </a:lnTo>
                  <a:lnTo>
                    <a:pt x="215741" y="77629"/>
                  </a:lnTo>
                  <a:lnTo>
                    <a:pt x="208598" y="80486"/>
                  </a:lnTo>
                  <a:lnTo>
                    <a:pt x="198120" y="84772"/>
                  </a:lnTo>
                  <a:lnTo>
                    <a:pt x="192405" y="87154"/>
                  </a:lnTo>
                  <a:lnTo>
                    <a:pt x="185738" y="90011"/>
                  </a:lnTo>
                  <a:lnTo>
                    <a:pt x="183833" y="92393"/>
                  </a:lnTo>
                  <a:lnTo>
                    <a:pt x="181928" y="93821"/>
                  </a:lnTo>
                  <a:lnTo>
                    <a:pt x="179546" y="95726"/>
                  </a:lnTo>
                  <a:lnTo>
                    <a:pt x="178594" y="97631"/>
                  </a:lnTo>
                  <a:lnTo>
                    <a:pt x="176689" y="98584"/>
                  </a:lnTo>
                  <a:lnTo>
                    <a:pt x="174784" y="102870"/>
                  </a:lnTo>
                  <a:lnTo>
                    <a:pt x="174784" y="106204"/>
                  </a:lnTo>
                  <a:lnTo>
                    <a:pt x="175736" y="108585"/>
                  </a:lnTo>
                  <a:lnTo>
                    <a:pt x="177641" y="109538"/>
                  </a:lnTo>
                  <a:lnTo>
                    <a:pt x="178118" y="112395"/>
                  </a:lnTo>
                  <a:lnTo>
                    <a:pt x="178594" y="114300"/>
                  </a:lnTo>
                  <a:lnTo>
                    <a:pt x="180023" y="115729"/>
                  </a:lnTo>
                  <a:lnTo>
                    <a:pt x="179546" y="116681"/>
                  </a:lnTo>
                  <a:lnTo>
                    <a:pt x="178118" y="117634"/>
                  </a:lnTo>
                  <a:lnTo>
                    <a:pt x="175736" y="118110"/>
                  </a:lnTo>
                  <a:lnTo>
                    <a:pt x="174308" y="120968"/>
                  </a:lnTo>
                  <a:lnTo>
                    <a:pt x="172403" y="127635"/>
                  </a:lnTo>
                  <a:lnTo>
                    <a:pt x="171926" y="130016"/>
                  </a:lnTo>
                  <a:lnTo>
                    <a:pt x="173831" y="135731"/>
                  </a:lnTo>
                  <a:lnTo>
                    <a:pt x="174784" y="139065"/>
                  </a:lnTo>
                  <a:lnTo>
                    <a:pt x="177641" y="150495"/>
                  </a:lnTo>
                  <a:lnTo>
                    <a:pt x="178118" y="153829"/>
                  </a:lnTo>
                  <a:lnTo>
                    <a:pt x="174308" y="158115"/>
                  </a:lnTo>
                  <a:lnTo>
                    <a:pt x="172879" y="160972"/>
                  </a:lnTo>
                  <a:lnTo>
                    <a:pt x="172403" y="163354"/>
                  </a:lnTo>
                  <a:lnTo>
                    <a:pt x="172403" y="165259"/>
                  </a:lnTo>
                  <a:lnTo>
                    <a:pt x="172879" y="167164"/>
                  </a:lnTo>
                  <a:lnTo>
                    <a:pt x="176213" y="172879"/>
                  </a:lnTo>
                  <a:lnTo>
                    <a:pt x="180023" y="177641"/>
                  </a:lnTo>
                  <a:lnTo>
                    <a:pt x="181928" y="180022"/>
                  </a:lnTo>
                  <a:lnTo>
                    <a:pt x="181928" y="183356"/>
                  </a:lnTo>
                  <a:lnTo>
                    <a:pt x="180975" y="185261"/>
                  </a:lnTo>
                  <a:lnTo>
                    <a:pt x="179070" y="186214"/>
                  </a:lnTo>
                  <a:lnTo>
                    <a:pt x="174784" y="187643"/>
                  </a:lnTo>
                  <a:lnTo>
                    <a:pt x="172879" y="189547"/>
                  </a:lnTo>
                  <a:lnTo>
                    <a:pt x="170974" y="190024"/>
                  </a:lnTo>
                  <a:lnTo>
                    <a:pt x="169069" y="188595"/>
                  </a:lnTo>
                  <a:lnTo>
                    <a:pt x="167164" y="189071"/>
                  </a:lnTo>
                  <a:lnTo>
                    <a:pt x="164783" y="190500"/>
                  </a:lnTo>
                  <a:lnTo>
                    <a:pt x="163830" y="193834"/>
                  </a:lnTo>
                  <a:lnTo>
                    <a:pt x="161449" y="199549"/>
                  </a:lnTo>
                  <a:lnTo>
                    <a:pt x="159544" y="200978"/>
                  </a:lnTo>
                  <a:lnTo>
                    <a:pt x="158115" y="205264"/>
                  </a:lnTo>
                  <a:lnTo>
                    <a:pt x="155734" y="211455"/>
                  </a:lnTo>
                  <a:lnTo>
                    <a:pt x="154305" y="215265"/>
                  </a:lnTo>
                  <a:lnTo>
                    <a:pt x="153829" y="218122"/>
                  </a:lnTo>
                  <a:lnTo>
                    <a:pt x="151448" y="220028"/>
                  </a:lnTo>
                  <a:lnTo>
                    <a:pt x="148590" y="223361"/>
                  </a:lnTo>
                  <a:lnTo>
                    <a:pt x="146209" y="226695"/>
                  </a:lnTo>
                  <a:lnTo>
                    <a:pt x="145256" y="227647"/>
                  </a:lnTo>
                  <a:lnTo>
                    <a:pt x="143351" y="228124"/>
                  </a:lnTo>
                  <a:lnTo>
                    <a:pt x="141923" y="230981"/>
                  </a:lnTo>
                  <a:lnTo>
                    <a:pt x="137636" y="235744"/>
                  </a:lnTo>
                  <a:lnTo>
                    <a:pt x="136684" y="240983"/>
                  </a:lnTo>
                  <a:lnTo>
                    <a:pt x="135255" y="243840"/>
                  </a:lnTo>
                  <a:lnTo>
                    <a:pt x="134779" y="249079"/>
                  </a:lnTo>
                  <a:lnTo>
                    <a:pt x="132398" y="258604"/>
                  </a:lnTo>
                  <a:lnTo>
                    <a:pt x="131921" y="260509"/>
                  </a:lnTo>
                  <a:lnTo>
                    <a:pt x="129540" y="262414"/>
                  </a:lnTo>
                  <a:lnTo>
                    <a:pt x="126206" y="266224"/>
                  </a:lnTo>
                  <a:lnTo>
                    <a:pt x="125254" y="269081"/>
                  </a:lnTo>
                  <a:lnTo>
                    <a:pt x="126683" y="277178"/>
                  </a:lnTo>
                  <a:lnTo>
                    <a:pt x="128588" y="285274"/>
                  </a:lnTo>
                  <a:lnTo>
                    <a:pt x="128588" y="289084"/>
                  </a:lnTo>
                  <a:lnTo>
                    <a:pt x="127635" y="294322"/>
                  </a:lnTo>
                  <a:lnTo>
                    <a:pt x="127159" y="296704"/>
                  </a:lnTo>
                  <a:lnTo>
                    <a:pt x="128588" y="297657"/>
                  </a:lnTo>
                  <a:lnTo>
                    <a:pt x="130493" y="298133"/>
                  </a:lnTo>
                  <a:lnTo>
                    <a:pt x="130969" y="300038"/>
                  </a:lnTo>
                  <a:lnTo>
                    <a:pt x="129540" y="301466"/>
                  </a:lnTo>
                  <a:lnTo>
                    <a:pt x="129064" y="303847"/>
                  </a:lnTo>
                  <a:lnTo>
                    <a:pt x="127159" y="306705"/>
                  </a:lnTo>
                  <a:lnTo>
                    <a:pt x="122396" y="307658"/>
                  </a:lnTo>
                  <a:lnTo>
                    <a:pt x="120491" y="306705"/>
                  </a:lnTo>
                  <a:lnTo>
                    <a:pt x="120015" y="307658"/>
                  </a:lnTo>
                  <a:lnTo>
                    <a:pt x="120491" y="309563"/>
                  </a:lnTo>
                  <a:lnTo>
                    <a:pt x="119539" y="311944"/>
                  </a:lnTo>
                  <a:lnTo>
                    <a:pt x="117158" y="318135"/>
                  </a:lnTo>
                  <a:lnTo>
                    <a:pt x="115253" y="323850"/>
                  </a:lnTo>
                  <a:lnTo>
                    <a:pt x="114300" y="326232"/>
                  </a:lnTo>
                  <a:lnTo>
                    <a:pt x="114776" y="328136"/>
                  </a:lnTo>
                  <a:lnTo>
                    <a:pt x="115729" y="329565"/>
                  </a:lnTo>
                  <a:lnTo>
                    <a:pt x="115729" y="330517"/>
                  </a:lnTo>
                  <a:lnTo>
                    <a:pt x="114300" y="331946"/>
                  </a:lnTo>
                  <a:lnTo>
                    <a:pt x="112871" y="334328"/>
                  </a:lnTo>
                  <a:lnTo>
                    <a:pt x="111443" y="334804"/>
                  </a:lnTo>
                  <a:lnTo>
                    <a:pt x="110014" y="334328"/>
                  </a:lnTo>
                  <a:lnTo>
                    <a:pt x="108585" y="335757"/>
                  </a:lnTo>
                  <a:lnTo>
                    <a:pt x="108109" y="338614"/>
                  </a:lnTo>
                  <a:lnTo>
                    <a:pt x="107156" y="341947"/>
                  </a:lnTo>
                  <a:lnTo>
                    <a:pt x="106680" y="346234"/>
                  </a:lnTo>
                  <a:lnTo>
                    <a:pt x="106204" y="351472"/>
                  </a:lnTo>
                  <a:lnTo>
                    <a:pt x="108109" y="355283"/>
                  </a:lnTo>
                  <a:lnTo>
                    <a:pt x="110490" y="361950"/>
                  </a:lnTo>
                  <a:lnTo>
                    <a:pt x="112395" y="363379"/>
                  </a:lnTo>
                  <a:lnTo>
                    <a:pt x="114300" y="363379"/>
                  </a:lnTo>
                  <a:lnTo>
                    <a:pt x="116205" y="364808"/>
                  </a:lnTo>
                  <a:lnTo>
                    <a:pt x="117158" y="366236"/>
                  </a:lnTo>
                  <a:lnTo>
                    <a:pt x="115729" y="369094"/>
                  </a:lnTo>
                  <a:lnTo>
                    <a:pt x="113348" y="369570"/>
                  </a:lnTo>
                  <a:lnTo>
                    <a:pt x="112871" y="370999"/>
                  </a:lnTo>
                  <a:lnTo>
                    <a:pt x="113348" y="374333"/>
                  </a:lnTo>
                  <a:lnTo>
                    <a:pt x="114300" y="377666"/>
                  </a:lnTo>
                  <a:lnTo>
                    <a:pt x="116205" y="379095"/>
                  </a:lnTo>
                  <a:lnTo>
                    <a:pt x="117158" y="383382"/>
                  </a:lnTo>
                  <a:lnTo>
                    <a:pt x="119063" y="384810"/>
                  </a:lnTo>
                  <a:lnTo>
                    <a:pt x="118586" y="390525"/>
                  </a:lnTo>
                  <a:lnTo>
                    <a:pt x="120491" y="397192"/>
                  </a:lnTo>
                  <a:lnTo>
                    <a:pt x="122873" y="399097"/>
                  </a:lnTo>
                  <a:lnTo>
                    <a:pt x="123825" y="400050"/>
                  </a:lnTo>
                  <a:lnTo>
                    <a:pt x="123349" y="402908"/>
                  </a:lnTo>
                  <a:lnTo>
                    <a:pt x="121444" y="405289"/>
                  </a:lnTo>
                  <a:lnTo>
                    <a:pt x="120968" y="409099"/>
                  </a:lnTo>
                  <a:lnTo>
                    <a:pt x="121444" y="411957"/>
                  </a:lnTo>
                  <a:lnTo>
                    <a:pt x="123825" y="414814"/>
                  </a:lnTo>
                  <a:lnTo>
                    <a:pt x="125730" y="415290"/>
                  </a:lnTo>
                  <a:lnTo>
                    <a:pt x="128111" y="414338"/>
                  </a:lnTo>
                  <a:lnTo>
                    <a:pt x="130493" y="415766"/>
                  </a:lnTo>
                  <a:lnTo>
                    <a:pt x="130969" y="418147"/>
                  </a:lnTo>
                  <a:lnTo>
                    <a:pt x="131445" y="420053"/>
                  </a:lnTo>
                  <a:lnTo>
                    <a:pt x="130016" y="422910"/>
                  </a:lnTo>
                  <a:lnTo>
                    <a:pt x="128588" y="427672"/>
                  </a:lnTo>
                  <a:lnTo>
                    <a:pt x="128111" y="432435"/>
                  </a:lnTo>
                  <a:lnTo>
                    <a:pt x="128588" y="440055"/>
                  </a:lnTo>
                  <a:lnTo>
                    <a:pt x="129064" y="445770"/>
                  </a:lnTo>
                  <a:lnTo>
                    <a:pt x="129064" y="449580"/>
                  </a:lnTo>
                  <a:lnTo>
                    <a:pt x="129064" y="451009"/>
                  </a:lnTo>
                  <a:lnTo>
                    <a:pt x="128111" y="451961"/>
                  </a:lnTo>
                  <a:lnTo>
                    <a:pt x="125730" y="452438"/>
                  </a:lnTo>
                  <a:lnTo>
                    <a:pt x="123825" y="452914"/>
                  </a:lnTo>
                  <a:lnTo>
                    <a:pt x="121920" y="453866"/>
                  </a:lnTo>
                  <a:lnTo>
                    <a:pt x="121444" y="455771"/>
                  </a:lnTo>
                  <a:lnTo>
                    <a:pt x="120015" y="459105"/>
                  </a:lnTo>
                  <a:lnTo>
                    <a:pt x="118586" y="461486"/>
                  </a:lnTo>
                  <a:lnTo>
                    <a:pt x="116205" y="464820"/>
                  </a:lnTo>
                  <a:lnTo>
                    <a:pt x="114776" y="468154"/>
                  </a:lnTo>
                  <a:lnTo>
                    <a:pt x="113348" y="470535"/>
                  </a:lnTo>
                  <a:lnTo>
                    <a:pt x="113348" y="471964"/>
                  </a:lnTo>
                  <a:lnTo>
                    <a:pt x="112395" y="474821"/>
                  </a:lnTo>
                  <a:lnTo>
                    <a:pt x="111443" y="477203"/>
                  </a:lnTo>
                  <a:lnTo>
                    <a:pt x="109538" y="485775"/>
                  </a:lnTo>
                  <a:lnTo>
                    <a:pt x="107156" y="487680"/>
                  </a:lnTo>
                  <a:lnTo>
                    <a:pt x="105251" y="488633"/>
                  </a:lnTo>
                  <a:lnTo>
                    <a:pt x="104299" y="489585"/>
                  </a:lnTo>
                  <a:lnTo>
                    <a:pt x="105251" y="491966"/>
                  </a:lnTo>
                  <a:lnTo>
                    <a:pt x="107156" y="492442"/>
                  </a:lnTo>
                  <a:lnTo>
                    <a:pt x="108109" y="494347"/>
                  </a:lnTo>
                  <a:lnTo>
                    <a:pt x="107633" y="497205"/>
                  </a:lnTo>
                  <a:lnTo>
                    <a:pt x="109061" y="500063"/>
                  </a:lnTo>
                  <a:lnTo>
                    <a:pt x="109061" y="503396"/>
                  </a:lnTo>
                  <a:lnTo>
                    <a:pt x="110490" y="509588"/>
                  </a:lnTo>
                  <a:lnTo>
                    <a:pt x="109061" y="513874"/>
                  </a:lnTo>
                  <a:lnTo>
                    <a:pt x="109538" y="517208"/>
                  </a:lnTo>
                  <a:lnTo>
                    <a:pt x="109538" y="520541"/>
                  </a:lnTo>
                  <a:lnTo>
                    <a:pt x="107633" y="523399"/>
                  </a:lnTo>
                  <a:lnTo>
                    <a:pt x="103823" y="523875"/>
                  </a:lnTo>
                  <a:lnTo>
                    <a:pt x="101918" y="526257"/>
                  </a:lnTo>
                  <a:lnTo>
                    <a:pt x="98584" y="529114"/>
                  </a:lnTo>
                  <a:lnTo>
                    <a:pt x="98108" y="531495"/>
                  </a:lnTo>
                  <a:lnTo>
                    <a:pt x="97631" y="533400"/>
                  </a:lnTo>
                  <a:lnTo>
                    <a:pt x="96203" y="534353"/>
                  </a:lnTo>
                  <a:lnTo>
                    <a:pt x="94298" y="534353"/>
                  </a:lnTo>
                  <a:lnTo>
                    <a:pt x="92393" y="534829"/>
                  </a:lnTo>
                  <a:lnTo>
                    <a:pt x="90011" y="537210"/>
                  </a:lnTo>
                  <a:lnTo>
                    <a:pt x="87154" y="538639"/>
                  </a:lnTo>
                  <a:lnTo>
                    <a:pt x="86678" y="540544"/>
                  </a:lnTo>
                  <a:lnTo>
                    <a:pt x="86678" y="542925"/>
                  </a:lnTo>
                  <a:lnTo>
                    <a:pt x="85249" y="544354"/>
                  </a:lnTo>
                  <a:lnTo>
                    <a:pt x="83344" y="547211"/>
                  </a:lnTo>
                  <a:lnTo>
                    <a:pt x="82391" y="550545"/>
                  </a:lnTo>
                  <a:lnTo>
                    <a:pt x="83344" y="553403"/>
                  </a:lnTo>
                  <a:lnTo>
                    <a:pt x="84773" y="558641"/>
                  </a:lnTo>
                  <a:lnTo>
                    <a:pt x="84773" y="561022"/>
                  </a:lnTo>
                  <a:lnTo>
                    <a:pt x="83344" y="565309"/>
                  </a:lnTo>
                  <a:lnTo>
                    <a:pt x="81915" y="568166"/>
                  </a:lnTo>
                  <a:lnTo>
                    <a:pt x="83344" y="571976"/>
                  </a:lnTo>
                  <a:lnTo>
                    <a:pt x="84296" y="573882"/>
                  </a:lnTo>
                  <a:lnTo>
                    <a:pt x="83344" y="578167"/>
                  </a:lnTo>
                  <a:lnTo>
                    <a:pt x="82391" y="581025"/>
                  </a:lnTo>
                  <a:lnTo>
                    <a:pt x="82868" y="586264"/>
                  </a:lnTo>
                  <a:lnTo>
                    <a:pt x="85249" y="591979"/>
                  </a:lnTo>
                  <a:lnTo>
                    <a:pt x="87630" y="597217"/>
                  </a:lnTo>
                  <a:lnTo>
                    <a:pt x="88106" y="603409"/>
                  </a:lnTo>
                  <a:lnTo>
                    <a:pt x="88583" y="608171"/>
                  </a:lnTo>
                  <a:lnTo>
                    <a:pt x="89535" y="613410"/>
                  </a:lnTo>
                  <a:lnTo>
                    <a:pt x="91916" y="615315"/>
                  </a:lnTo>
                  <a:lnTo>
                    <a:pt x="93821" y="617220"/>
                  </a:lnTo>
                  <a:lnTo>
                    <a:pt x="93345" y="619601"/>
                  </a:lnTo>
                  <a:lnTo>
                    <a:pt x="91916" y="622459"/>
                  </a:lnTo>
                  <a:lnTo>
                    <a:pt x="90011" y="624840"/>
                  </a:lnTo>
                  <a:lnTo>
                    <a:pt x="85249" y="625792"/>
                  </a:lnTo>
                  <a:lnTo>
                    <a:pt x="81439" y="627697"/>
                  </a:lnTo>
                  <a:lnTo>
                    <a:pt x="78581" y="629126"/>
                  </a:lnTo>
                  <a:lnTo>
                    <a:pt x="76200" y="631032"/>
                  </a:lnTo>
                  <a:lnTo>
                    <a:pt x="74771" y="632936"/>
                  </a:lnTo>
                  <a:lnTo>
                    <a:pt x="73819" y="634841"/>
                  </a:lnTo>
                  <a:lnTo>
                    <a:pt x="74295" y="643414"/>
                  </a:lnTo>
                  <a:lnTo>
                    <a:pt x="73819" y="646747"/>
                  </a:lnTo>
                  <a:lnTo>
                    <a:pt x="72390" y="651510"/>
                  </a:lnTo>
                  <a:lnTo>
                    <a:pt x="70961" y="655320"/>
                  </a:lnTo>
                  <a:lnTo>
                    <a:pt x="70485" y="656272"/>
                  </a:lnTo>
                  <a:lnTo>
                    <a:pt x="70485" y="657701"/>
                  </a:lnTo>
                  <a:lnTo>
                    <a:pt x="70009" y="659130"/>
                  </a:lnTo>
                  <a:lnTo>
                    <a:pt x="68580" y="659607"/>
                  </a:lnTo>
                  <a:lnTo>
                    <a:pt x="66199" y="659130"/>
                  </a:lnTo>
                  <a:lnTo>
                    <a:pt x="64770" y="659607"/>
                  </a:lnTo>
                  <a:lnTo>
                    <a:pt x="63818" y="661035"/>
                  </a:lnTo>
                  <a:lnTo>
                    <a:pt x="64770" y="663892"/>
                  </a:lnTo>
                  <a:lnTo>
                    <a:pt x="65723" y="669132"/>
                  </a:lnTo>
                  <a:lnTo>
                    <a:pt x="66675" y="671036"/>
                  </a:lnTo>
                  <a:lnTo>
                    <a:pt x="66199" y="672941"/>
                  </a:lnTo>
                  <a:lnTo>
                    <a:pt x="65723" y="676751"/>
                  </a:lnTo>
                  <a:lnTo>
                    <a:pt x="64294" y="679609"/>
                  </a:lnTo>
                  <a:lnTo>
                    <a:pt x="62389" y="679609"/>
                  </a:lnTo>
                  <a:lnTo>
                    <a:pt x="60960" y="681038"/>
                  </a:lnTo>
                  <a:lnTo>
                    <a:pt x="60484" y="682942"/>
                  </a:lnTo>
                  <a:lnTo>
                    <a:pt x="60960" y="685800"/>
                  </a:lnTo>
                  <a:lnTo>
                    <a:pt x="63818" y="688182"/>
                  </a:lnTo>
                  <a:lnTo>
                    <a:pt x="64770" y="689610"/>
                  </a:lnTo>
                  <a:lnTo>
                    <a:pt x="64294" y="691515"/>
                  </a:lnTo>
                  <a:lnTo>
                    <a:pt x="62389" y="692467"/>
                  </a:lnTo>
                  <a:lnTo>
                    <a:pt x="60960" y="693896"/>
                  </a:lnTo>
                  <a:lnTo>
                    <a:pt x="60008" y="697230"/>
                  </a:lnTo>
                  <a:lnTo>
                    <a:pt x="58579" y="701040"/>
                  </a:lnTo>
                  <a:lnTo>
                    <a:pt x="57150" y="703897"/>
                  </a:lnTo>
                  <a:lnTo>
                    <a:pt x="56674" y="707708"/>
                  </a:lnTo>
                  <a:lnTo>
                    <a:pt x="59055" y="711994"/>
                  </a:lnTo>
                  <a:lnTo>
                    <a:pt x="58579" y="716280"/>
                  </a:lnTo>
                  <a:lnTo>
                    <a:pt x="58579" y="728186"/>
                  </a:lnTo>
                  <a:lnTo>
                    <a:pt x="58579" y="732472"/>
                  </a:lnTo>
                  <a:lnTo>
                    <a:pt x="59531" y="739140"/>
                  </a:lnTo>
                  <a:lnTo>
                    <a:pt x="58579" y="741045"/>
                  </a:lnTo>
                  <a:lnTo>
                    <a:pt x="58103" y="742950"/>
                  </a:lnTo>
                  <a:lnTo>
                    <a:pt x="60484" y="747713"/>
                  </a:lnTo>
                  <a:lnTo>
                    <a:pt x="62865" y="755809"/>
                  </a:lnTo>
                  <a:lnTo>
                    <a:pt x="63341" y="759142"/>
                  </a:lnTo>
                  <a:lnTo>
                    <a:pt x="62865" y="761524"/>
                  </a:lnTo>
                  <a:lnTo>
                    <a:pt x="59531" y="763429"/>
                  </a:lnTo>
                  <a:lnTo>
                    <a:pt x="56674" y="764382"/>
                  </a:lnTo>
                  <a:lnTo>
                    <a:pt x="54769" y="762953"/>
                  </a:lnTo>
                  <a:lnTo>
                    <a:pt x="53816" y="763429"/>
                  </a:lnTo>
                  <a:lnTo>
                    <a:pt x="52388" y="765810"/>
                  </a:lnTo>
                  <a:lnTo>
                    <a:pt x="50959" y="767715"/>
                  </a:lnTo>
                  <a:lnTo>
                    <a:pt x="50483" y="769620"/>
                  </a:lnTo>
                  <a:lnTo>
                    <a:pt x="51911" y="772001"/>
                  </a:lnTo>
                  <a:lnTo>
                    <a:pt x="52864" y="776764"/>
                  </a:lnTo>
                  <a:lnTo>
                    <a:pt x="50959" y="778669"/>
                  </a:lnTo>
                  <a:lnTo>
                    <a:pt x="49530" y="781050"/>
                  </a:lnTo>
                  <a:lnTo>
                    <a:pt x="50006" y="783908"/>
                  </a:lnTo>
                  <a:lnTo>
                    <a:pt x="50483" y="789146"/>
                  </a:lnTo>
                  <a:lnTo>
                    <a:pt x="49530" y="797719"/>
                  </a:lnTo>
                  <a:lnTo>
                    <a:pt x="50959" y="800576"/>
                  </a:lnTo>
                  <a:lnTo>
                    <a:pt x="52388" y="802005"/>
                  </a:lnTo>
                  <a:lnTo>
                    <a:pt x="57626" y="803910"/>
                  </a:lnTo>
                  <a:lnTo>
                    <a:pt x="61436" y="804863"/>
                  </a:lnTo>
                  <a:lnTo>
                    <a:pt x="62389" y="807720"/>
                  </a:lnTo>
                  <a:lnTo>
                    <a:pt x="61913" y="810101"/>
                  </a:lnTo>
                  <a:lnTo>
                    <a:pt x="60008" y="811054"/>
                  </a:lnTo>
                  <a:lnTo>
                    <a:pt x="57150" y="812007"/>
                  </a:lnTo>
                  <a:lnTo>
                    <a:pt x="57150" y="815816"/>
                  </a:lnTo>
                  <a:lnTo>
                    <a:pt x="59531" y="819150"/>
                  </a:lnTo>
                  <a:lnTo>
                    <a:pt x="62389" y="821532"/>
                  </a:lnTo>
                  <a:lnTo>
                    <a:pt x="62865" y="823913"/>
                  </a:lnTo>
                  <a:lnTo>
                    <a:pt x="62865" y="826294"/>
                  </a:lnTo>
                  <a:lnTo>
                    <a:pt x="60960" y="828199"/>
                  </a:lnTo>
                  <a:lnTo>
                    <a:pt x="63818" y="832485"/>
                  </a:lnTo>
                  <a:lnTo>
                    <a:pt x="65246" y="835342"/>
                  </a:lnTo>
                  <a:lnTo>
                    <a:pt x="63818" y="837724"/>
                  </a:lnTo>
                  <a:lnTo>
                    <a:pt x="61913" y="841058"/>
                  </a:lnTo>
                  <a:lnTo>
                    <a:pt x="60484" y="842486"/>
                  </a:lnTo>
                  <a:lnTo>
                    <a:pt x="60484" y="844391"/>
                  </a:lnTo>
                  <a:lnTo>
                    <a:pt x="60008" y="848201"/>
                  </a:lnTo>
                  <a:lnTo>
                    <a:pt x="60008" y="852011"/>
                  </a:lnTo>
                  <a:lnTo>
                    <a:pt x="60484" y="854392"/>
                  </a:lnTo>
                  <a:lnTo>
                    <a:pt x="77153" y="856297"/>
                  </a:lnTo>
                  <a:lnTo>
                    <a:pt x="80963" y="856774"/>
                  </a:lnTo>
                  <a:lnTo>
                    <a:pt x="82868" y="859155"/>
                  </a:lnTo>
                  <a:lnTo>
                    <a:pt x="82391" y="862013"/>
                  </a:lnTo>
                  <a:lnTo>
                    <a:pt x="80486" y="864870"/>
                  </a:lnTo>
                  <a:lnTo>
                    <a:pt x="79058" y="870585"/>
                  </a:lnTo>
                  <a:lnTo>
                    <a:pt x="75724" y="871538"/>
                  </a:lnTo>
                  <a:lnTo>
                    <a:pt x="72390" y="870109"/>
                  </a:lnTo>
                  <a:lnTo>
                    <a:pt x="68580" y="870585"/>
                  </a:lnTo>
                  <a:lnTo>
                    <a:pt x="65246" y="871061"/>
                  </a:lnTo>
                  <a:lnTo>
                    <a:pt x="60960" y="871061"/>
                  </a:lnTo>
                  <a:lnTo>
                    <a:pt x="55245" y="871538"/>
                  </a:lnTo>
                  <a:lnTo>
                    <a:pt x="51435" y="870585"/>
                  </a:lnTo>
                  <a:lnTo>
                    <a:pt x="50959" y="872490"/>
                  </a:lnTo>
                  <a:lnTo>
                    <a:pt x="51911" y="875824"/>
                  </a:lnTo>
                  <a:lnTo>
                    <a:pt x="59531" y="876776"/>
                  </a:lnTo>
                  <a:lnTo>
                    <a:pt x="66675" y="878682"/>
                  </a:lnTo>
                  <a:lnTo>
                    <a:pt x="69056" y="882491"/>
                  </a:lnTo>
                  <a:lnTo>
                    <a:pt x="71914" y="886778"/>
                  </a:lnTo>
                  <a:lnTo>
                    <a:pt x="74771" y="889159"/>
                  </a:lnTo>
                  <a:lnTo>
                    <a:pt x="74771" y="893445"/>
                  </a:lnTo>
                  <a:lnTo>
                    <a:pt x="70009" y="897732"/>
                  </a:lnTo>
                  <a:lnTo>
                    <a:pt x="69533" y="901065"/>
                  </a:lnTo>
                  <a:lnTo>
                    <a:pt x="63341" y="902017"/>
                  </a:lnTo>
                  <a:lnTo>
                    <a:pt x="61436" y="903922"/>
                  </a:lnTo>
                  <a:lnTo>
                    <a:pt x="60484" y="910114"/>
                  </a:lnTo>
                  <a:lnTo>
                    <a:pt x="61436" y="914876"/>
                  </a:lnTo>
                  <a:lnTo>
                    <a:pt x="63818" y="916782"/>
                  </a:lnTo>
                  <a:lnTo>
                    <a:pt x="65246" y="920115"/>
                  </a:lnTo>
                  <a:lnTo>
                    <a:pt x="63341" y="923925"/>
                  </a:lnTo>
                  <a:lnTo>
                    <a:pt x="59055" y="926307"/>
                  </a:lnTo>
                  <a:lnTo>
                    <a:pt x="56674" y="928688"/>
                  </a:lnTo>
                  <a:lnTo>
                    <a:pt x="58103" y="930592"/>
                  </a:lnTo>
                  <a:lnTo>
                    <a:pt x="60008" y="933450"/>
                  </a:lnTo>
                  <a:lnTo>
                    <a:pt x="60484" y="935355"/>
                  </a:lnTo>
                  <a:lnTo>
                    <a:pt x="61436" y="940117"/>
                  </a:lnTo>
                  <a:lnTo>
                    <a:pt x="62865" y="946309"/>
                  </a:lnTo>
                  <a:lnTo>
                    <a:pt x="62865" y="949166"/>
                  </a:lnTo>
                  <a:lnTo>
                    <a:pt x="61913" y="951547"/>
                  </a:lnTo>
                  <a:lnTo>
                    <a:pt x="57626" y="955358"/>
                  </a:lnTo>
                  <a:lnTo>
                    <a:pt x="54769" y="957263"/>
                  </a:lnTo>
                  <a:lnTo>
                    <a:pt x="54293" y="961549"/>
                  </a:lnTo>
                  <a:lnTo>
                    <a:pt x="54293" y="964883"/>
                  </a:lnTo>
                  <a:lnTo>
                    <a:pt x="54769" y="967740"/>
                  </a:lnTo>
                  <a:lnTo>
                    <a:pt x="56674" y="970121"/>
                  </a:lnTo>
                  <a:lnTo>
                    <a:pt x="56674" y="972503"/>
                  </a:lnTo>
                  <a:lnTo>
                    <a:pt x="54293" y="972979"/>
                  </a:lnTo>
                  <a:lnTo>
                    <a:pt x="51911" y="973932"/>
                  </a:lnTo>
                  <a:lnTo>
                    <a:pt x="50006" y="978217"/>
                  </a:lnTo>
                  <a:lnTo>
                    <a:pt x="43815" y="982504"/>
                  </a:lnTo>
                  <a:lnTo>
                    <a:pt x="41434" y="984409"/>
                  </a:lnTo>
                  <a:lnTo>
                    <a:pt x="41434" y="987742"/>
                  </a:lnTo>
                  <a:lnTo>
                    <a:pt x="39053" y="992505"/>
                  </a:lnTo>
                  <a:lnTo>
                    <a:pt x="37148" y="996791"/>
                  </a:lnTo>
                  <a:lnTo>
                    <a:pt x="35719" y="1000601"/>
                  </a:lnTo>
                  <a:lnTo>
                    <a:pt x="36195" y="1004888"/>
                  </a:lnTo>
                  <a:lnTo>
                    <a:pt x="39529" y="1006792"/>
                  </a:lnTo>
                  <a:lnTo>
                    <a:pt x="42386" y="1011079"/>
                  </a:lnTo>
                  <a:lnTo>
                    <a:pt x="43815" y="1016317"/>
                  </a:lnTo>
                  <a:lnTo>
                    <a:pt x="41910" y="1022033"/>
                  </a:lnTo>
                  <a:lnTo>
                    <a:pt x="37148" y="1024414"/>
                  </a:lnTo>
                  <a:lnTo>
                    <a:pt x="34290" y="1026795"/>
                  </a:lnTo>
                  <a:lnTo>
                    <a:pt x="33338" y="1028700"/>
                  </a:lnTo>
                  <a:lnTo>
                    <a:pt x="34290" y="1034891"/>
                  </a:lnTo>
                  <a:lnTo>
                    <a:pt x="34290" y="1037749"/>
                  </a:lnTo>
                  <a:lnTo>
                    <a:pt x="33338" y="1040607"/>
                  </a:lnTo>
                  <a:lnTo>
                    <a:pt x="31909" y="1042511"/>
                  </a:lnTo>
                  <a:lnTo>
                    <a:pt x="29051" y="1044892"/>
                  </a:lnTo>
                  <a:lnTo>
                    <a:pt x="24289" y="1046797"/>
                  </a:lnTo>
                  <a:lnTo>
                    <a:pt x="20479" y="1048226"/>
                  </a:lnTo>
                  <a:lnTo>
                    <a:pt x="18574" y="1049655"/>
                  </a:lnTo>
                  <a:lnTo>
                    <a:pt x="16669" y="1053465"/>
                  </a:lnTo>
                  <a:lnTo>
                    <a:pt x="14764" y="1057275"/>
                  </a:lnTo>
                  <a:lnTo>
                    <a:pt x="15240" y="1062038"/>
                  </a:lnTo>
                  <a:lnTo>
                    <a:pt x="4286" y="1062514"/>
                  </a:lnTo>
                  <a:lnTo>
                    <a:pt x="3334" y="1066324"/>
                  </a:lnTo>
                  <a:lnTo>
                    <a:pt x="953" y="1069182"/>
                  </a:lnTo>
                  <a:lnTo>
                    <a:pt x="0" y="1074420"/>
                  </a:lnTo>
                  <a:lnTo>
                    <a:pt x="2381" y="1079659"/>
                  </a:lnTo>
                  <a:lnTo>
                    <a:pt x="3334" y="1083945"/>
                  </a:lnTo>
                  <a:lnTo>
                    <a:pt x="1429" y="1089184"/>
                  </a:lnTo>
                  <a:lnTo>
                    <a:pt x="2381" y="1094423"/>
                  </a:lnTo>
                  <a:lnTo>
                    <a:pt x="2381" y="1098709"/>
                  </a:lnTo>
                  <a:lnTo>
                    <a:pt x="6191" y="1103471"/>
                  </a:lnTo>
                  <a:lnTo>
                    <a:pt x="8573" y="1109186"/>
                  </a:lnTo>
                  <a:lnTo>
                    <a:pt x="10001" y="1113949"/>
                  </a:lnTo>
                  <a:lnTo>
                    <a:pt x="10954" y="1117759"/>
                  </a:lnTo>
                  <a:lnTo>
                    <a:pt x="11906" y="1120140"/>
                  </a:lnTo>
                  <a:lnTo>
                    <a:pt x="13335" y="1122998"/>
                  </a:lnTo>
                  <a:lnTo>
                    <a:pt x="14288" y="1125855"/>
                  </a:lnTo>
                  <a:lnTo>
                    <a:pt x="16669" y="1126808"/>
                  </a:lnTo>
                  <a:lnTo>
                    <a:pt x="20955" y="1123950"/>
                  </a:lnTo>
                  <a:lnTo>
                    <a:pt x="23813" y="1122045"/>
                  </a:lnTo>
                  <a:lnTo>
                    <a:pt x="25718" y="1121569"/>
                  </a:lnTo>
                  <a:lnTo>
                    <a:pt x="31909" y="1122045"/>
                  </a:lnTo>
                  <a:lnTo>
                    <a:pt x="35719" y="1120140"/>
                  </a:lnTo>
                  <a:lnTo>
                    <a:pt x="37624" y="1120140"/>
                  </a:lnTo>
                  <a:lnTo>
                    <a:pt x="40005" y="1121092"/>
                  </a:lnTo>
                  <a:lnTo>
                    <a:pt x="41910" y="1122998"/>
                  </a:lnTo>
                  <a:lnTo>
                    <a:pt x="43339" y="1127760"/>
                  </a:lnTo>
                  <a:lnTo>
                    <a:pt x="44291" y="1132999"/>
                  </a:lnTo>
                  <a:lnTo>
                    <a:pt x="43339" y="1138714"/>
                  </a:lnTo>
                  <a:lnTo>
                    <a:pt x="41434" y="1140142"/>
                  </a:lnTo>
                  <a:lnTo>
                    <a:pt x="40958" y="1141571"/>
                  </a:lnTo>
                  <a:lnTo>
                    <a:pt x="41434" y="1144905"/>
                  </a:lnTo>
                  <a:lnTo>
                    <a:pt x="43339" y="1147286"/>
                  </a:lnTo>
                  <a:lnTo>
                    <a:pt x="43339" y="1150620"/>
                  </a:lnTo>
                  <a:lnTo>
                    <a:pt x="40958" y="1158240"/>
                  </a:lnTo>
                  <a:lnTo>
                    <a:pt x="39529" y="1161574"/>
                  </a:lnTo>
                  <a:lnTo>
                    <a:pt x="41910" y="1164908"/>
                  </a:lnTo>
                  <a:lnTo>
                    <a:pt x="44291" y="1168241"/>
                  </a:lnTo>
                  <a:lnTo>
                    <a:pt x="48578" y="1170623"/>
                  </a:lnTo>
                  <a:lnTo>
                    <a:pt x="52388" y="1173957"/>
                  </a:lnTo>
                  <a:lnTo>
                    <a:pt x="54769" y="1176814"/>
                  </a:lnTo>
                  <a:lnTo>
                    <a:pt x="54293" y="1180624"/>
                  </a:lnTo>
                  <a:lnTo>
                    <a:pt x="56198" y="1181576"/>
                  </a:lnTo>
                  <a:lnTo>
                    <a:pt x="62865" y="1181576"/>
                  </a:lnTo>
                  <a:lnTo>
                    <a:pt x="73343" y="1181576"/>
                  </a:lnTo>
                  <a:lnTo>
                    <a:pt x="89535" y="1181576"/>
                  </a:lnTo>
                  <a:lnTo>
                    <a:pt x="105251" y="1181576"/>
                  </a:lnTo>
                  <a:lnTo>
                    <a:pt x="122873" y="1182053"/>
                  </a:lnTo>
                  <a:lnTo>
                    <a:pt x="131445" y="1184910"/>
                  </a:lnTo>
                  <a:lnTo>
                    <a:pt x="139065" y="1187767"/>
                  </a:lnTo>
                  <a:lnTo>
                    <a:pt x="148590" y="1187767"/>
                  </a:lnTo>
                  <a:lnTo>
                    <a:pt x="158115" y="1191101"/>
                  </a:lnTo>
                  <a:lnTo>
                    <a:pt x="165259" y="1193007"/>
                  </a:lnTo>
                  <a:lnTo>
                    <a:pt x="169545" y="1193959"/>
                  </a:lnTo>
                  <a:lnTo>
                    <a:pt x="173831" y="1194911"/>
                  </a:lnTo>
                  <a:lnTo>
                    <a:pt x="174308" y="1197769"/>
                  </a:lnTo>
                  <a:lnTo>
                    <a:pt x="176213" y="1195388"/>
                  </a:lnTo>
                  <a:lnTo>
                    <a:pt x="172879" y="1190625"/>
                  </a:lnTo>
                  <a:lnTo>
                    <a:pt x="166211" y="1182053"/>
                  </a:lnTo>
                  <a:lnTo>
                    <a:pt x="158591" y="1168717"/>
                  </a:lnTo>
                  <a:lnTo>
                    <a:pt x="157163" y="1166813"/>
                  </a:lnTo>
                  <a:lnTo>
                    <a:pt x="154781" y="1164908"/>
                  </a:lnTo>
                  <a:lnTo>
                    <a:pt x="149543" y="1165860"/>
                  </a:lnTo>
                  <a:lnTo>
                    <a:pt x="144780" y="1163003"/>
                  </a:lnTo>
                  <a:lnTo>
                    <a:pt x="141446" y="1163479"/>
                  </a:lnTo>
                  <a:lnTo>
                    <a:pt x="139541" y="1162526"/>
                  </a:lnTo>
                  <a:lnTo>
                    <a:pt x="142875" y="1161574"/>
                  </a:lnTo>
                  <a:lnTo>
                    <a:pt x="147638" y="1161574"/>
                  </a:lnTo>
                  <a:lnTo>
                    <a:pt x="152876" y="1161098"/>
                  </a:lnTo>
                  <a:lnTo>
                    <a:pt x="153829" y="1158716"/>
                  </a:lnTo>
                  <a:lnTo>
                    <a:pt x="153829" y="1156811"/>
                  </a:lnTo>
                  <a:lnTo>
                    <a:pt x="152400" y="1150620"/>
                  </a:lnTo>
                  <a:lnTo>
                    <a:pt x="149543" y="1141571"/>
                  </a:lnTo>
                  <a:lnTo>
                    <a:pt x="147638" y="1136809"/>
                  </a:lnTo>
                  <a:lnTo>
                    <a:pt x="145256" y="1137285"/>
                  </a:lnTo>
                  <a:lnTo>
                    <a:pt x="142399" y="1139190"/>
                  </a:lnTo>
                  <a:lnTo>
                    <a:pt x="142399" y="1138238"/>
                  </a:lnTo>
                  <a:lnTo>
                    <a:pt x="146685" y="1134904"/>
                  </a:lnTo>
                  <a:lnTo>
                    <a:pt x="149543" y="1131094"/>
                  </a:lnTo>
                  <a:lnTo>
                    <a:pt x="150019" y="1126332"/>
                  </a:lnTo>
                  <a:lnTo>
                    <a:pt x="151924" y="1118711"/>
                  </a:lnTo>
                  <a:lnTo>
                    <a:pt x="153353" y="1114901"/>
                  </a:lnTo>
                  <a:lnTo>
                    <a:pt x="157163" y="1109663"/>
                  </a:lnTo>
                  <a:lnTo>
                    <a:pt x="163830" y="1105376"/>
                  </a:lnTo>
                  <a:lnTo>
                    <a:pt x="169069" y="1102995"/>
                  </a:lnTo>
                  <a:lnTo>
                    <a:pt x="173355" y="1101566"/>
                  </a:lnTo>
                  <a:lnTo>
                    <a:pt x="174784" y="1100138"/>
                  </a:lnTo>
                  <a:lnTo>
                    <a:pt x="172879" y="1097280"/>
                  </a:lnTo>
                  <a:lnTo>
                    <a:pt x="170974" y="1094899"/>
                  </a:lnTo>
                  <a:lnTo>
                    <a:pt x="168593" y="1093946"/>
                  </a:lnTo>
                  <a:lnTo>
                    <a:pt x="163354" y="1092994"/>
                  </a:lnTo>
                  <a:lnTo>
                    <a:pt x="155734" y="1093470"/>
                  </a:lnTo>
                  <a:lnTo>
                    <a:pt x="158115" y="1092041"/>
                  </a:lnTo>
                  <a:lnTo>
                    <a:pt x="166688" y="1090613"/>
                  </a:lnTo>
                  <a:lnTo>
                    <a:pt x="167640" y="1087279"/>
                  </a:lnTo>
                  <a:lnTo>
                    <a:pt x="166688" y="1084421"/>
                  </a:lnTo>
                  <a:lnTo>
                    <a:pt x="166688" y="1082516"/>
                  </a:lnTo>
                  <a:lnTo>
                    <a:pt x="170021" y="1087755"/>
                  </a:lnTo>
                  <a:lnTo>
                    <a:pt x="172879" y="1092517"/>
                  </a:lnTo>
                  <a:lnTo>
                    <a:pt x="175736" y="1095375"/>
                  </a:lnTo>
                  <a:lnTo>
                    <a:pt x="180975" y="1098233"/>
                  </a:lnTo>
                  <a:lnTo>
                    <a:pt x="184785" y="1097757"/>
                  </a:lnTo>
                  <a:lnTo>
                    <a:pt x="192881" y="1092994"/>
                  </a:lnTo>
                  <a:lnTo>
                    <a:pt x="195739" y="1090136"/>
                  </a:lnTo>
                  <a:lnTo>
                    <a:pt x="197168" y="1087279"/>
                  </a:lnTo>
                  <a:lnTo>
                    <a:pt x="201454" y="1064419"/>
                  </a:lnTo>
                  <a:lnTo>
                    <a:pt x="200501" y="1062514"/>
                  </a:lnTo>
                  <a:lnTo>
                    <a:pt x="200978" y="1060133"/>
                  </a:lnTo>
                  <a:lnTo>
                    <a:pt x="208598" y="1047274"/>
                  </a:lnTo>
                  <a:lnTo>
                    <a:pt x="215265" y="1041083"/>
                  </a:lnTo>
                  <a:lnTo>
                    <a:pt x="219551" y="1035367"/>
                  </a:lnTo>
                  <a:lnTo>
                    <a:pt x="222885" y="1032986"/>
                  </a:lnTo>
                  <a:lnTo>
                    <a:pt x="231458" y="1028224"/>
                  </a:lnTo>
                  <a:lnTo>
                    <a:pt x="237649" y="1023938"/>
                  </a:lnTo>
                  <a:lnTo>
                    <a:pt x="244316" y="1020604"/>
                  </a:lnTo>
                  <a:lnTo>
                    <a:pt x="257175" y="1009650"/>
                  </a:lnTo>
                  <a:lnTo>
                    <a:pt x="259556" y="1006792"/>
                  </a:lnTo>
                  <a:lnTo>
                    <a:pt x="260509" y="1004888"/>
                  </a:lnTo>
                  <a:lnTo>
                    <a:pt x="263843" y="1003459"/>
                  </a:lnTo>
                  <a:lnTo>
                    <a:pt x="261938" y="999649"/>
                  </a:lnTo>
                  <a:lnTo>
                    <a:pt x="259556" y="998696"/>
                  </a:lnTo>
                  <a:lnTo>
                    <a:pt x="253841" y="999649"/>
                  </a:lnTo>
                  <a:lnTo>
                    <a:pt x="251460" y="999649"/>
                  </a:lnTo>
                  <a:lnTo>
                    <a:pt x="249555" y="998220"/>
                  </a:lnTo>
                  <a:lnTo>
                    <a:pt x="255746" y="996315"/>
                  </a:lnTo>
                  <a:lnTo>
                    <a:pt x="260985" y="992982"/>
                  </a:lnTo>
                  <a:lnTo>
                    <a:pt x="263366" y="990124"/>
                  </a:lnTo>
                  <a:lnTo>
                    <a:pt x="264795" y="987266"/>
                  </a:lnTo>
                  <a:lnTo>
                    <a:pt x="266224" y="977741"/>
                  </a:lnTo>
                  <a:lnTo>
                    <a:pt x="265271" y="973932"/>
                  </a:lnTo>
                  <a:lnTo>
                    <a:pt x="262414" y="969645"/>
                  </a:lnTo>
                  <a:lnTo>
                    <a:pt x="257651" y="966788"/>
                  </a:lnTo>
                  <a:lnTo>
                    <a:pt x="235268" y="964883"/>
                  </a:lnTo>
                  <a:lnTo>
                    <a:pt x="230981" y="962978"/>
                  </a:lnTo>
                  <a:lnTo>
                    <a:pt x="210026" y="943928"/>
                  </a:lnTo>
                  <a:lnTo>
                    <a:pt x="205740" y="939165"/>
                  </a:lnTo>
                  <a:lnTo>
                    <a:pt x="203835" y="934879"/>
                  </a:lnTo>
                  <a:lnTo>
                    <a:pt x="202883" y="931545"/>
                  </a:lnTo>
                  <a:lnTo>
                    <a:pt x="201930" y="927259"/>
                  </a:lnTo>
                  <a:lnTo>
                    <a:pt x="202406" y="922496"/>
                  </a:lnTo>
                  <a:lnTo>
                    <a:pt x="203835" y="919163"/>
                  </a:lnTo>
                  <a:lnTo>
                    <a:pt x="209550" y="911066"/>
                  </a:lnTo>
                  <a:lnTo>
                    <a:pt x="214313" y="902970"/>
                  </a:lnTo>
                  <a:lnTo>
                    <a:pt x="225266" y="889635"/>
                  </a:lnTo>
                  <a:lnTo>
                    <a:pt x="227171" y="888207"/>
                  </a:lnTo>
                  <a:lnTo>
                    <a:pt x="237173" y="886301"/>
                  </a:lnTo>
                  <a:lnTo>
                    <a:pt x="239078" y="885349"/>
                  </a:lnTo>
                  <a:lnTo>
                    <a:pt x="240506" y="883444"/>
                  </a:lnTo>
                  <a:lnTo>
                    <a:pt x="245269" y="880110"/>
                  </a:lnTo>
                  <a:lnTo>
                    <a:pt x="250508" y="877253"/>
                  </a:lnTo>
                  <a:lnTo>
                    <a:pt x="265271" y="879158"/>
                  </a:lnTo>
                  <a:lnTo>
                    <a:pt x="269081" y="879158"/>
                  </a:lnTo>
                  <a:lnTo>
                    <a:pt x="270034" y="876776"/>
                  </a:lnTo>
                  <a:lnTo>
                    <a:pt x="270034" y="873919"/>
                  </a:lnTo>
                  <a:lnTo>
                    <a:pt x="266700" y="870585"/>
                  </a:lnTo>
                  <a:lnTo>
                    <a:pt x="268605" y="864870"/>
                  </a:lnTo>
                  <a:lnTo>
                    <a:pt x="278130" y="857250"/>
                  </a:lnTo>
                  <a:lnTo>
                    <a:pt x="280511" y="852488"/>
                  </a:lnTo>
                  <a:lnTo>
                    <a:pt x="281464" y="849154"/>
                  </a:lnTo>
                  <a:lnTo>
                    <a:pt x="280035" y="843915"/>
                  </a:lnTo>
                  <a:lnTo>
                    <a:pt x="282416" y="839629"/>
                  </a:lnTo>
                  <a:lnTo>
                    <a:pt x="280035" y="828675"/>
                  </a:lnTo>
                  <a:lnTo>
                    <a:pt x="280988" y="822008"/>
                  </a:lnTo>
                  <a:lnTo>
                    <a:pt x="281940" y="819626"/>
                  </a:lnTo>
                  <a:lnTo>
                    <a:pt x="283845" y="817721"/>
                  </a:lnTo>
                  <a:lnTo>
                    <a:pt x="290989" y="808196"/>
                  </a:lnTo>
                  <a:lnTo>
                    <a:pt x="295751" y="803910"/>
                  </a:lnTo>
                  <a:lnTo>
                    <a:pt x="300038" y="801529"/>
                  </a:lnTo>
                  <a:lnTo>
                    <a:pt x="309563" y="798195"/>
                  </a:lnTo>
                  <a:lnTo>
                    <a:pt x="311468" y="796766"/>
                  </a:lnTo>
                  <a:lnTo>
                    <a:pt x="313373" y="794385"/>
                  </a:lnTo>
                  <a:lnTo>
                    <a:pt x="311468" y="793433"/>
                  </a:lnTo>
                  <a:lnTo>
                    <a:pt x="309563" y="793433"/>
                  </a:lnTo>
                  <a:lnTo>
                    <a:pt x="303371" y="791528"/>
                  </a:lnTo>
                  <a:lnTo>
                    <a:pt x="290036" y="785336"/>
                  </a:lnTo>
                  <a:lnTo>
                    <a:pt x="291941" y="781526"/>
                  </a:lnTo>
                  <a:lnTo>
                    <a:pt x="297180" y="780097"/>
                  </a:lnTo>
                  <a:lnTo>
                    <a:pt x="302895" y="775811"/>
                  </a:lnTo>
                  <a:lnTo>
                    <a:pt x="308610" y="774859"/>
                  </a:lnTo>
                  <a:lnTo>
                    <a:pt x="314325" y="777240"/>
                  </a:lnTo>
                  <a:lnTo>
                    <a:pt x="316706" y="780097"/>
                  </a:lnTo>
                  <a:lnTo>
                    <a:pt x="317659" y="784384"/>
                  </a:lnTo>
                  <a:lnTo>
                    <a:pt x="320516" y="788670"/>
                  </a:lnTo>
                  <a:lnTo>
                    <a:pt x="323850" y="789622"/>
                  </a:lnTo>
                  <a:lnTo>
                    <a:pt x="335280" y="786289"/>
                  </a:lnTo>
                  <a:lnTo>
                    <a:pt x="336709" y="783908"/>
                  </a:lnTo>
                  <a:lnTo>
                    <a:pt x="337661" y="782003"/>
                  </a:lnTo>
                  <a:lnTo>
                    <a:pt x="338614" y="776288"/>
                  </a:lnTo>
                  <a:lnTo>
                    <a:pt x="338614" y="770096"/>
                  </a:lnTo>
                  <a:lnTo>
                    <a:pt x="337661" y="764858"/>
                  </a:lnTo>
                  <a:lnTo>
                    <a:pt x="335756" y="761047"/>
                  </a:lnTo>
                  <a:lnTo>
                    <a:pt x="334328" y="759619"/>
                  </a:lnTo>
                  <a:lnTo>
                    <a:pt x="331946" y="758190"/>
                  </a:lnTo>
                  <a:lnTo>
                    <a:pt x="328613" y="758666"/>
                  </a:lnTo>
                  <a:lnTo>
                    <a:pt x="321945" y="761047"/>
                  </a:lnTo>
                  <a:lnTo>
                    <a:pt x="317183" y="762476"/>
                  </a:lnTo>
                  <a:lnTo>
                    <a:pt x="316230" y="763905"/>
                  </a:lnTo>
                  <a:lnTo>
                    <a:pt x="322898" y="764382"/>
                  </a:lnTo>
                  <a:lnTo>
                    <a:pt x="322898" y="767715"/>
                  </a:lnTo>
                  <a:lnTo>
                    <a:pt x="321469" y="769620"/>
                  </a:lnTo>
                  <a:lnTo>
                    <a:pt x="315754" y="770572"/>
                  </a:lnTo>
                  <a:lnTo>
                    <a:pt x="310515" y="771049"/>
                  </a:lnTo>
                  <a:lnTo>
                    <a:pt x="305276" y="770096"/>
                  </a:lnTo>
                  <a:lnTo>
                    <a:pt x="305276" y="767715"/>
                  </a:lnTo>
                  <a:lnTo>
                    <a:pt x="307181" y="765334"/>
                  </a:lnTo>
                  <a:lnTo>
                    <a:pt x="307658" y="764382"/>
                  </a:lnTo>
                  <a:lnTo>
                    <a:pt x="306705" y="763905"/>
                  </a:lnTo>
                  <a:lnTo>
                    <a:pt x="303848" y="764382"/>
                  </a:lnTo>
                  <a:lnTo>
                    <a:pt x="300990" y="762953"/>
                  </a:lnTo>
                  <a:lnTo>
                    <a:pt x="294323" y="760571"/>
                  </a:lnTo>
                  <a:lnTo>
                    <a:pt x="291465" y="758190"/>
                  </a:lnTo>
                  <a:lnTo>
                    <a:pt x="289084" y="752951"/>
                  </a:lnTo>
                  <a:lnTo>
                    <a:pt x="290989" y="743903"/>
                  </a:lnTo>
                  <a:lnTo>
                    <a:pt x="290513" y="736759"/>
                  </a:lnTo>
                  <a:lnTo>
                    <a:pt x="286703" y="723424"/>
                  </a:lnTo>
                  <a:lnTo>
                    <a:pt x="285750" y="718185"/>
                  </a:lnTo>
                  <a:lnTo>
                    <a:pt x="285750" y="711994"/>
                  </a:lnTo>
                  <a:lnTo>
                    <a:pt x="286226" y="709136"/>
                  </a:lnTo>
                  <a:lnTo>
                    <a:pt x="288608" y="706279"/>
                  </a:lnTo>
                  <a:lnTo>
                    <a:pt x="293846" y="703421"/>
                  </a:lnTo>
                  <a:lnTo>
                    <a:pt x="295275" y="703421"/>
                  </a:lnTo>
                  <a:lnTo>
                    <a:pt x="297656" y="704374"/>
                  </a:lnTo>
                  <a:lnTo>
                    <a:pt x="297180" y="705803"/>
                  </a:lnTo>
                  <a:lnTo>
                    <a:pt x="296228" y="706755"/>
                  </a:lnTo>
                  <a:lnTo>
                    <a:pt x="304324" y="708184"/>
                  </a:lnTo>
                  <a:lnTo>
                    <a:pt x="312420" y="711041"/>
                  </a:lnTo>
                  <a:lnTo>
                    <a:pt x="321469" y="714375"/>
                  </a:lnTo>
                  <a:lnTo>
                    <a:pt x="333375" y="720090"/>
                  </a:lnTo>
                  <a:lnTo>
                    <a:pt x="338614" y="720566"/>
                  </a:lnTo>
                  <a:lnTo>
                    <a:pt x="352425" y="720090"/>
                  </a:lnTo>
                  <a:lnTo>
                    <a:pt x="360998" y="718185"/>
                  </a:lnTo>
                  <a:lnTo>
                    <a:pt x="366713" y="715804"/>
                  </a:lnTo>
                  <a:lnTo>
                    <a:pt x="380524" y="709613"/>
                  </a:lnTo>
                  <a:lnTo>
                    <a:pt x="383858" y="706755"/>
                  </a:lnTo>
                  <a:lnTo>
                    <a:pt x="385763" y="701040"/>
                  </a:lnTo>
                  <a:lnTo>
                    <a:pt x="380524" y="692467"/>
                  </a:lnTo>
                  <a:lnTo>
                    <a:pt x="379571" y="688182"/>
                  </a:lnTo>
                  <a:lnTo>
                    <a:pt x="380524" y="681990"/>
                  </a:lnTo>
                  <a:lnTo>
                    <a:pt x="383381" y="671989"/>
                  </a:lnTo>
                  <a:lnTo>
                    <a:pt x="384810" y="669608"/>
                  </a:lnTo>
                  <a:lnTo>
                    <a:pt x="385763" y="669132"/>
                  </a:lnTo>
                  <a:lnTo>
                    <a:pt x="390049" y="666750"/>
                  </a:lnTo>
                  <a:lnTo>
                    <a:pt x="391478" y="656749"/>
                  </a:lnTo>
                  <a:lnTo>
                    <a:pt x="391478" y="652463"/>
                  </a:lnTo>
                  <a:lnTo>
                    <a:pt x="389573" y="651510"/>
                  </a:lnTo>
                  <a:lnTo>
                    <a:pt x="388144" y="649605"/>
                  </a:lnTo>
                  <a:lnTo>
                    <a:pt x="392430" y="649129"/>
                  </a:lnTo>
                  <a:lnTo>
                    <a:pt x="390049" y="646747"/>
                  </a:lnTo>
                  <a:lnTo>
                    <a:pt x="387191" y="644842"/>
                  </a:lnTo>
                  <a:lnTo>
                    <a:pt x="384334" y="643890"/>
                  </a:lnTo>
                  <a:lnTo>
                    <a:pt x="382905" y="640080"/>
                  </a:lnTo>
                  <a:lnTo>
                    <a:pt x="383858" y="633889"/>
                  </a:lnTo>
                  <a:lnTo>
                    <a:pt x="381476" y="628650"/>
                  </a:lnTo>
                  <a:lnTo>
                    <a:pt x="382905" y="626745"/>
                  </a:lnTo>
                  <a:lnTo>
                    <a:pt x="387668" y="627221"/>
                  </a:lnTo>
                  <a:lnTo>
                    <a:pt x="391954" y="631508"/>
                  </a:lnTo>
                  <a:lnTo>
                    <a:pt x="399574" y="633413"/>
                  </a:lnTo>
                  <a:lnTo>
                    <a:pt x="408146" y="634841"/>
                  </a:lnTo>
                  <a:lnTo>
                    <a:pt x="415766" y="634365"/>
                  </a:lnTo>
                  <a:lnTo>
                    <a:pt x="424815" y="634841"/>
                  </a:lnTo>
                  <a:lnTo>
                    <a:pt x="431959" y="633889"/>
                  </a:lnTo>
                  <a:lnTo>
                    <a:pt x="468630" y="628650"/>
                  </a:lnTo>
                  <a:lnTo>
                    <a:pt x="473869" y="627221"/>
                  </a:lnTo>
                  <a:lnTo>
                    <a:pt x="496729" y="622459"/>
                  </a:lnTo>
                  <a:lnTo>
                    <a:pt x="524828" y="612934"/>
                  </a:lnTo>
                  <a:lnTo>
                    <a:pt x="542925" y="602457"/>
                  </a:lnTo>
                  <a:lnTo>
                    <a:pt x="546259" y="599122"/>
                  </a:lnTo>
                  <a:lnTo>
                    <a:pt x="547688" y="592455"/>
                  </a:lnTo>
                  <a:lnTo>
                    <a:pt x="551498" y="586264"/>
                  </a:lnTo>
                  <a:lnTo>
                    <a:pt x="561975" y="574834"/>
                  </a:lnTo>
                  <a:lnTo>
                    <a:pt x="574358" y="555784"/>
                  </a:lnTo>
                  <a:lnTo>
                    <a:pt x="576263" y="551497"/>
                  </a:lnTo>
                  <a:lnTo>
                    <a:pt x="576263" y="547211"/>
                  </a:lnTo>
                  <a:lnTo>
                    <a:pt x="575310" y="535305"/>
                  </a:lnTo>
                  <a:lnTo>
                    <a:pt x="574834" y="533876"/>
                  </a:lnTo>
                  <a:lnTo>
                    <a:pt x="573881" y="532447"/>
                  </a:lnTo>
                  <a:lnTo>
                    <a:pt x="567690" y="532447"/>
                  </a:lnTo>
                  <a:lnTo>
                    <a:pt x="562928" y="530066"/>
                  </a:lnTo>
                  <a:lnTo>
                    <a:pt x="556736" y="524351"/>
                  </a:lnTo>
                  <a:lnTo>
                    <a:pt x="554355" y="520065"/>
                  </a:lnTo>
                  <a:lnTo>
                    <a:pt x="552926" y="515303"/>
                  </a:lnTo>
                  <a:lnTo>
                    <a:pt x="553879" y="508635"/>
                  </a:lnTo>
                  <a:lnTo>
                    <a:pt x="560546" y="500539"/>
                  </a:lnTo>
                  <a:lnTo>
                    <a:pt x="560070" y="494824"/>
                  </a:lnTo>
                  <a:lnTo>
                    <a:pt x="555308" y="488157"/>
                  </a:lnTo>
                  <a:lnTo>
                    <a:pt x="547211" y="481489"/>
                  </a:lnTo>
                  <a:lnTo>
                    <a:pt x="540068" y="476726"/>
                  </a:lnTo>
                  <a:lnTo>
                    <a:pt x="522446" y="468630"/>
                  </a:lnTo>
                  <a:lnTo>
                    <a:pt x="517684" y="462915"/>
                  </a:lnTo>
                  <a:lnTo>
                    <a:pt x="516255" y="460058"/>
                  </a:lnTo>
                  <a:lnTo>
                    <a:pt x="514350" y="453866"/>
                  </a:lnTo>
                  <a:lnTo>
                    <a:pt x="516255" y="452438"/>
                  </a:lnTo>
                  <a:lnTo>
                    <a:pt x="517684" y="451961"/>
                  </a:lnTo>
                  <a:lnTo>
                    <a:pt x="519113" y="449580"/>
                  </a:lnTo>
                  <a:lnTo>
                    <a:pt x="518636" y="444341"/>
                  </a:lnTo>
                  <a:lnTo>
                    <a:pt x="518160" y="441484"/>
                  </a:lnTo>
                  <a:lnTo>
                    <a:pt x="517208" y="438150"/>
                  </a:lnTo>
                  <a:lnTo>
                    <a:pt x="514826" y="432435"/>
                  </a:lnTo>
                  <a:lnTo>
                    <a:pt x="514350" y="429101"/>
                  </a:lnTo>
                  <a:lnTo>
                    <a:pt x="517684" y="414814"/>
                  </a:lnTo>
                  <a:lnTo>
                    <a:pt x="518636" y="408146"/>
                  </a:lnTo>
                  <a:lnTo>
                    <a:pt x="520065" y="406717"/>
                  </a:lnTo>
                  <a:lnTo>
                    <a:pt x="522446" y="407194"/>
                  </a:lnTo>
                  <a:lnTo>
                    <a:pt x="524351" y="407194"/>
                  </a:lnTo>
                  <a:lnTo>
                    <a:pt x="526256" y="404813"/>
                  </a:lnTo>
                  <a:lnTo>
                    <a:pt x="527209" y="402908"/>
                  </a:lnTo>
                  <a:lnTo>
                    <a:pt x="525780" y="388144"/>
                  </a:lnTo>
                  <a:lnTo>
                    <a:pt x="526256" y="384810"/>
                  </a:lnTo>
                  <a:lnTo>
                    <a:pt x="529114" y="379095"/>
                  </a:lnTo>
                  <a:lnTo>
                    <a:pt x="529114" y="376238"/>
                  </a:lnTo>
                  <a:lnTo>
                    <a:pt x="527685" y="373857"/>
                  </a:lnTo>
                  <a:lnTo>
                    <a:pt x="527209" y="371475"/>
                  </a:lnTo>
                  <a:lnTo>
                    <a:pt x="527685" y="369094"/>
                  </a:lnTo>
                  <a:lnTo>
                    <a:pt x="527685" y="366713"/>
                  </a:lnTo>
                  <a:lnTo>
                    <a:pt x="526733" y="364332"/>
                  </a:lnTo>
                  <a:lnTo>
                    <a:pt x="527685" y="362426"/>
                  </a:lnTo>
                  <a:lnTo>
                    <a:pt x="530067" y="360997"/>
                  </a:lnTo>
                  <a:lnTo>
                    <a:pt x="531971" y="358616"/>
                  </a:lnTo>
                  <a:lnTo>
                    <a:pt x="533400" y="355283"/>
                  </a:lnTo>
                  <a:lnTo>
                    <a:pt x="533876" y="352901"/>
                  </a:lnTo>
                  <a:lnTo>
                    <a:pt x="533876" y="351472"/>
                  </a:lnTo>
                  <a:lnTo>
                    <a:pt x="532924" y="350044"/>
                  </a:lnTo>
                  <a:lnTo>
                    <a:pt x="531495" y="348615"/>
                  </a:lnTo>
                  <a:lnTo>
                    <a:pt x="531971" y="345758"/>
                  </a:lnTo>
                  <a:lnTo>
                    <a:pt x="534829" y="341471"/>
                  </a:lnTo>
                  <a:lnTo>
                    <a:pt x="536734" y="337661"/>
                  </a:lnTo>
                  <a:lnTo>
                    <a:pt x="537686" y="334328"/>
                  </a:lnTo>
                  <a:lnTo>
                    <a:pt x="537686" y="331470"/>
                  </a:lnTo>
                  <a:lnTo>
                    <a:pt x="536734" y="329565"/>
                  </a:lnTo>
                  <a:lnTo>
                    <a:pt x="537210" y="328136"/>
                  </a:lnTo>
                  <a:lnTo>
                    <a:pt x="539115" y="327184"/>
                  </a:lnTo>
                  <a:lnTo>
                    <a:pt x="540068" y="324803"/>
                  </a:lnTo>
                  <a:lnTo>
                    <a:pt x="539592" y="319564"/>
                  </a:lnTo>
                  <a:lnTo>
                    <a:pt x="537686" y="315278"/>
                  </a:lnTo>
                  <a:lnTo>
                    <a:pt x="539115" y="311944"/>
                  </a:lnTo>
                  <a:lnTo>
                    <a:pt x="542925" y="307658"/>
                  </a:lnTo>
                  <a:lnTo>
                    <a:pt x="544830" y="304324"/>
                  </a:lnTo>
                  <a:lnTo>
                    <a:pt x="544830" y="301942"/>
                  </a:lnTo>
                  <a:lnTo>
                    <a:pt x="546259" y="300514"/>
                  </a:lnTo>
                  <a:lnTo>
                    <a:pt x="547688" y="298609"/>
                  </a:lnTo>
                  <a:lnTo>
                    <a:pt x="552926" y="294799"/>
                  </a:lnTo>
                  <a:lnTo>
                    <a:pt x="555784" y="291465"/>
                  </a:lnTo>
                  <a:lnTo>
                    <a:pt x="556260" y="288608"/>
                  </a:lnTo>
                  <a:lnTo>
                    <a:pt x="558642" y="285750"/>
                  </a:lnTo>
                  <a:lnTo>
                    <a:pt x="563404" y="283369"/>
                  </a:lnTo>
                  <a:lnTo>
                    <a:pt x="568643" y="279083"/>
                  </a:lnTo>
                  <a:lnTo>
                    <a:pt x="574358" y="272415"/>
                  </a:lnTo>
                  <a:lnTo>
                    <a:pt x="577692" y="267653"/>
                  </a:lnTo>
                  <a:lnTo>
                    <a:pt x="579120" y="264795"/>
                  </a:lnTo>
                  <a:lnTo>
                    <a:pt x="581501" y="262414"/>
                  </a:lnTo>
                  <a:lnTo>
                    <a:pt x="584835" y="260509"/>
                  </a:lnTo>
                  <a:lnTo>
                    <a:pt x="587693" y="257175"/>
                  </a:lnTo>
                  <a:lnTo>
                    <a:pt x="590074" y="251936"/>
                  </a:lnTo>
                  <a:lnTo>
                    <a:pt x="593408" y="247650"/>
                  </a:lnTo>
                  <a:lnTo>
                    <a:pt x="597694" y="244316"/>
                  </a:lnTo>
                  <a:lnTo>
                    <a:pt x="600075" y="241935"/>
                  </a:lnTo>
                  <a:lnTo>
                    <a:pt x="600551" y="240030"/>
                  </a:lnTo>
                  <a:lnTo>
                    <a:pt x="601504" y="238601"/>
                  </a:lnTo>
                  <a:lnTo>
                    <a:pt x="603409" y="238125"/>
                  </a:lnTo>
                  <a:lnTo>
                    <a:pt x="604361" y="237172"/>
                  </a:lnTo>
                  <a:lnTo>
                    <a:pt x="604361" y="235744"/>
                  </a:lnTo>
                  <a:lnTo>
                    <a:pt x="604838" y="234791"/>
                  </a:lnTo>
                  <a:lnTo>
                    <a:pt x="605790" y="234315"/>
                  </a:lnTo>
                  <a:lnTo>
                    <a:pt x="607695" y="234315"/>
                  </a:lnTo>
                  <a:lnTo>
                    <a:pt x="610076" y="235268"/>
                  </a:lnTo>
                  <a:lnTo>
                    <a:pt x="611505" y="235268"/>
                  </a:lnTo>
                  <a:lnTo>
                    <a:pt x="611981" y="233839"/>
                  </a:lnTo>
                  <a:lnTo>
                    <a:pt x="611505" y="232410"/>
                  </a:lnTo>
                  <a:lnTo>
                    <a:pt x="609600" y="230505"/>
                  </a:lnTo>
                  <a:lnTo>
                    <a:pt x="610076" y="228600"/>
                  </a:lnTo>
                  <a:lnTo>
                    <a:pt x="614839" y="225743"/>
                  </a:lnTo>
                  <a:lnTo>
                    <a:pt x="618649" y="224790"/>
                  </a:lnTo>
                  <a:lnTo>
                    <a:pt x="621030" y="222885"/>
                  </a:lnTo>
                  <a:lnTo>
                    <a:pt x="623411" y="220028"/>
                  </a:lnTo>
                  <a:lnTo>
                    <a:pt x="626745" y="218122"/>
                  </a:lnTo>
                  <a:lnTo>
                    <a:pt x="631508" y="217170"/>
                  </a:lnTo>
                  <a:lnTo>
                    <a:pt x="632936" y="216218"/>
                  </a:lnTo>
                  <a:lnTo>
                    <a:pt x="632936" y="214789"/>
                  </a:lnTo>
                  <a:lnTo>
                    <a:pt x="633889" y="213836"/>
                  </a:lnTo>
                  <a:lnTo>
                    <a:pt x="636746" y="212884"/>
                  </a:lnTo>
                  <a:lnTo>
                    <a:pt x="638175" y="211455"/>
                  </a:lnTo>
                  <a:lnTo>
                    <a:pt x="638651" y="209550"/>
                  </a:lnTo>
                  <a:lnTo>
                    <a:pt x="639604" y="207645"/>
                  </a:lnTo>
                  <a:lnTo>
                    <a:pt x="641033" y="205740"/>
                  </a:lnTo>
                  <a:lnTo>
                    <a:pt x="642938" y="205264"/>
                  </a:lnTo>
                  <a:lnTo>
                    <a:pt x="644843" y="205740"/>
                  </a:lnTo>
                  <a:lnTo>
                    <a:pt x="646748" y="205264"/>
                  </a:lnTo>
                  <a:lnTo>
                    <a:pt x="648653" y="203359"/>
                  </a:lnTo>
                  <a:lnTo>
                    <a:pt x="650558" y="202406"/>
                  </a:lnTo>
                  <a:lnTo>
                    <a:pt x="652939" y="202406"/>
                  </a:lnTo>
                  <a:lnTo>
                    <a:pt x="654368" y="201930"/>
                  </a:lnTo>
                  <a:lnTo>
                    <a:pt x="658654" y="200978"/>
                  </a:lnTo>
                  <a:lnTo>
                    <a:pt x="661035" y="199549"/>
                  </a:lnTo>
                  <a:lnTo>
                    <a:pt x="662940" y="196215"/>
                  </a:lnTo>
                  <a:lnTo>
                    <a:pt x="664369" y="194786"/>
                  </a:lnTo>
                  <a:lnTo>
                    <a:pt x="665798" y="195739"/>
                  </a:lnTo>
                  <a:lnTo>
                    <a:pt x="668179" y="194786"/>
                  </a:lnTo>
                  <a:lnTo>
                    <a:pt x="671513" y="191929"/>
                  </a:lnTo>
                  <a:lnTo>
                    <a:pt x="671989" y="191929"/>
                  </a:lnTo>
                  <a:lnTo>
                    <a:pt x="674846" y="190500"/>
                  </a:lnTo>
                  <a:lnTo>
                    <a:pt x="677704" y="185261"/>
                  </a:lnTo>
                  <a:lnTo>
                    <a:pt x="679133" y="181928"/>
                  </a:lnTo>
                  <a:lnTo>
                    <a:pt x="678656" y="179070"/>
                  </a:lnTo>
                  <a:lnTo>
                    <a:pt x="677704" y="177165"/>
                  </a:lnTo>
                  <a:lnTo>
                    <a:pt x="678180" y="174308"/>
                  </a:lnTo>
                  <a:lnTo>
                    <a:pt x="679133" y="165259"/>
                  </a:lnTo>
                  <a:close/>
                </a:path>
              </a:pathLst>
            </a:custGeom>
            <a:grpFill/>
            <a:ln w="317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CEEF0820-D821-4EE7-ABF3-4694E56C9699}"/>
                </a:ext>
              </a:extLst>
            </p:cNvPr>
            <p:cNvSpPr/>
            <p:nvPr/>
          </p:nvSpPr>
          <p:spPr>
            <a:xfrm>
              <a:off x="6116478" y="4447698"/>
              <a:ext cx="421004" cy="461962"/>
            </a:xfrm>
            <a:custGeom>
              <a:avLst/>
              <a:gdLst>
                <a:gd name="connsiteX0" fmla="*/ 15240 w 421004"/>
                <a:gd name="connsiteY0" fmla="*/ 25717 h 461962"/>
                <a:gd name="connsiteX1" fmla="*/ 17621 w 421004"/>
                <a:gd name="connsiteY1" fmla="*/ 30004 h 461962"/>
                <a:gd name="connsiteX2" fmla="*/ 18573 w 421004"/>
                <a:gd name="connsiteY2" fmla="*/ 34766 h 461962"/>
                <a:gd name="connsiteX3" fmla="*/ 17621 w 421004"/>
                <a:gd name="connsiteY3" fmla="*/ 37147 h 461962"/>
                <a:gd name="connsiteX4" fmla="*/ 16669 w 421004"/>
                <a:gd name="connsiteY4" fmla="*/ 40481 h 461962"/>
                <a:gd name="connsiteX5" fmla="*/ 18097 w 421004"/>
                <a:gd name="connsiteY5" fmla="*/ 43815 h 461962"/>
                <a:gd name="connsiteX6" fmla="*/ 18573 w 421004"/>
                <a:gd name="connsiteY6" fmla="*/ 44767 h 461962"/>
                <a:gd name="connsiteX7" fmla="*/ 20002 w 421004"/>
                <a:gd name="connsiteY7" fmla="*/ 44291 h 461962"/>
                <a:gd name="connsiteX8" fmla="*/ 24289 w 421004"/>
                <a:gd name="connsiteY8" fmla="*/ 43815 h 461962"/>
                <a:gd name="connsiteX9" fmla="*/ 27622 w 421004"/>
                <a:gd name="connsiteY9" fmla="*/ 43339 h 461962"/>
                <a:gd name="connsiteX10" fmla="*/ 28098 w 421004"/>
                <a:gd name="connsiteY10" fmla="*/ 42386 h 461962"/>
                <a:gd name="connsiteX11" fmla="*/ 28575 w 421004"/>
                <a:gd name="connsiteY11" fmla="*/ 33338 h 461962"/>
                <a:gd name="connsiteX12" fmla="*/ 28575 w 421004"/>
                <a:gd name="connsiteY12" fmla="*/ 24289 h 461962"/>
                <a:gd name="connsiteX13" fmla="*/ 27622 w 421004"/>
                <a:gd name="connsiteY13" fmla="*/ 22860 h 461962"/>
                <a:gd name="connsiteX14" fmla="*/ 26670 w 421004"/>
                <a:gd name="connsiteY14" fmla="*/ 21907 h 461962"/>
                <a:gd name="connsiteX15" fmla="*/ 26670 w 421004"/>
                <a:gd name="connsiteY15" fmla="*/ 21431 h 461962"/>
                <a:gd name="connsiteX16" fmla="*/ 28575 w 421004"/>
                <a:gd name="connsiteY16" fmla="*/ 20479 h 461962"/>
                <a:gd name="connsiteX17" fmla="*/ 30956 w 421004"/>
                <a:gd name="connsiteY17" fmla="*/ 19050 h 461962"/>
                <a:gd name="connsiteX18" fmla="*/ 31909 w 421004"/>
                <a:gd name="connsiteY18" fmla="*/ 18574 h 461962"/>
                <a:gd name="connsiteX19" fmla="*/ 34766 w 421004"/>
                <a:gd name="connsiteY19" fmla="*/ 16192 h 461962"/>
                <a:gd name="connsiteX20" fmla="*/ 40005 w 421004"/>
                <a:gd name="connsiteY20" fmla="*/ 10477 h 461962"/>
                <a:gd name="connsiteX21" fmla="*/ 43815 w 421004"/>
                <a:gd name="connsiteY21" fmla="*/ 9049 h 461962"/>
                <a:gd name="connsiteX22" fmla="*/ 47625 w 421004"/>
                <a:gd name="connsiteY22" fmla="*/ 7620 h 461962"/>
                <a:gd name="connsiteX23" fmla="*/ 48101 w 421004"/>
                <a:gd name="connsiteY23" fmla="*/ 7144 h 461962"/>
                <a:gd name="connsiteX24" fmla="*/ 47148 w 421004"/>
                <a:gd name="connsiteY24" fmla="*/ 6667 h 461962"/>
                <a:gd name="connsiteX25" fmla="*/ 44767 w 421004"/>
                <a:gd name="connsiteY25" fmla="*/ 4286 h 461962"/>
                <a:gd name="connsiteX26" fmla="*/ 41910 w 421004"/>
                <a:gd name="connsiteY26" fmla="*/ 476 h 461962"/>
                <a:gd name="connsiteX27" fmla="*/ 40957 w 421004"/>
                <a:gd name="connsiteY27" fmla="*/ 0 h 461962"/>
                <a:gd name="connsiteX28" fmla="*/ 39052 w 421004"/>
                <a:gd name="connsiteY28" fmla="*/ 0 h 461962"/>
                <a:gd name="connsiteX29" fmla="*/ 36195 w 421004"/>
                <a:gd name="connsiteY29" fmla="*/ 1429 h 461962"/>
                <a:gd name="connsiteX30" fmla="*/ 33338 w 421004"/>
                <a:gd name="connsiteY30" fmla="*/ 3334 h 461962"/>
                <a:gd name="connsiteX31" fmla="*/ 28575 w 421004"/>
                <a:gd name="connsiteY31" fmla="*/ 5239 h 461962"/>
                <a:gd name="connsiteX32" fmla="*/ 24765 w 421004"/>
                <a:gd name="connsiteY32" fmla="*/ 6191 h 461962"/>
                <a:gd name="connsiteX33" fmla="*/ 24289 w 421004"/>
                <a:gd name="connsiteY33" fmla="*/ 7620 h 461962"/>
                <a:gd name="connsiteX34" fmla="*/ 23336 w 421004"/>
                <a:gd name="connsiteY34" fmla="*/ 10001 h 461962"/>
                <a:gd name="connsiteX35" fmla="*/ 21907 w 421004"/>
                <a:gd name="connsiteY35" fmla="*/ 11430 h 461962"/>
                <a:gd name="connsiteX36" fmla="*/ 18573 w 421004"/>
                <a:gd name="connsiteY36" fmla="*/ 11906 h 461962"/>
                <a:gd name="connsiteX37" fmla="*/ 17145 w 421004"/>
                <a:gd name="connsiteY37" fmla="*/ 13811 h 461962"/>
                <a:gd name="connsiteX38" fmla="*/ 14288 w 421004"/>
                <a:gd name="connsiteY38" fmla="*/ 17621 h 461962"/>
                <a:gd name="connsiteX39" fmla="*/ 12382 w 421004"/>
                <a:gd name="connsiteY39" fmla="*/ 19526 h 461962"/>
                <a:gd name="connsiteX40" fmla="*/ 13335 w 421004"/>
                <a:gd name="connsiteY40" fmla="*/ 20479 h 461962"/>
                <a:gd name="connsiteX41" fmla="*/ 15240 w 421004"/>
                <a:gd name="connsiteY41" fmla="*/ 25717 h 461962"/>
                <a:gd name="connsiteX42" fmla="*/ 421005 w 421004"/>
                <a:gd name="connsiteY42" fmla="*/ 234315 h 461962"/>
                <a:gd name="connsiteX43" fmla="*/ 420528 w 421004"/>
                <a:gd name="connsiteY43" fmla="*/ 232410 h 461962"/>
                <a:gd name="connsiteX44" fmla="*/ 420052 w 421004"/>
                <a:gd name="connsiteY44" fmla="*/ 228124 h 461962"/>
                <a:gd name="connsiteX45" fmla="*/ 419100 w 421004"/>
                <a:gd name="connsiteY45" fmla="*/ 221932 h 461962"/>
                <a:gd name="connsiteX46" fmla="*/ 418147 w 421004"/>
                <a:gd name="connsiteY46" fmla="*/ 217646 h 461962"/>
                <a:gd name="connsiteX47" fmla="*/ 416719 w 421004"/>
                <a:gd name="connsiteY47" fmla="*/ 218122 h 461962"/>
                <a:gd name="connsiteX48" fmla="*/ 415766 w 421004"/>
                <a:gd name="connsiteY48" fmla="*/ 220027 h 461962"/>
                <a:gd name="connsiteX49" fmla="*/ 415766 w 421004"/>
                <a:gd name="connsiteY49" fmla="*/ 221456 h 461962"/>
                <a:gd name="connsiteX50" fmla="*/ 413385 w 421004"/>
                <a:gd name="connsiteY50" fmla="*/ 222409 h 461962"/>
                <a:gd name="connsiteX51" fmla="*/ 408622 w 421004"/>
                <a:gd name="connsiteY51" fmla="*/ 222409 h 461962"/>
                <a:gd name="connsiteX52" fmla="*/ 403860 w 421004"/>
                <a:gd name="connsiteY52" fmla="*/ 221456 h 461962"/>
                <a:gd name="connsiteX53" fmla="*/ 400526 w 421004"/>
                <a:gd name="connsiteY53" fmla="*/ 220980 h 461962"/>
                <a:gd name="connsiteX54" fmla="*/ 398145 w 421004"/>
                <a:gd name="connsiteY54" fmla="*/ 221456 h 461962"/>
                <a:gd name="connsiteX55" fmla="*/ 390048 w 421004"/>
                <a:gd name="connsiteY55" fmla="*/ 224790 h 461962"/>
                <a:gd name="connsiteX56" fmla="*/ 387191 w 421004"/>
                <a:gd name="connsiteY56" fmla="*/ 225266 h 461962"/>
                <a:gd name="connsiteX57" fmla="*/ 378142 w 421004"/>
                <a:gd name="connsiteY57" fmla="*/ 224790 h 461962"/>
                <a:gd name="connsiteX58" fmla="*/ 372903 w 421004"/>
                <a:gd name="connsiteY58" fmla="*/ 224314 h 461962"/>
                <a:gd name="connsiteX59" fmla="*/ 369094 w 421004"/>
                <a:gd name="connsiteY59" fmla="*/ 224314 h 461962"/>
                <a:gd name="connsiteX60" fmla="*/ 366713 w 421004"/>
                <a:gd name="connsiteY60" fmla="*/ 225266 h 461962"/>
                <a:gd name="connsiteX61" fmla="*/ 363378 w 421004"/>
                <a:gd name="connsiteY61" fmla="*/ 227647 h 461962"/>
                <a:gd name="connsiteX62" fmla="*/ 360521 w 421004"/>
                <a:gd name="connsiteY62" fmla="*/ 229076 h 461962"/>
                <a:gd name="connsiteX63" fmla="*/ 359092 w 421004"/>
                <a:gd name="connsiteY63" fmla="*/ 229076 h 461962"/>
                <a:gd name="connsiteX64" fmla="*/ 358140 w 421004"/>
                <a:gd name="connsiteY64" fmla="*/ 228124 h 461962"/>
                <a:gd name="connsiteX65" fmla="*/ 357188 w 421004"/>
                <a:gd name="connsiteY65" fmla="*/ 226695 h 461962"/>
                <a:gd name="connsiteX66" fmla="*/ 356711 w 421004"/>
                <a:gd name="connsiteY66" fmla="*/ 222885 h 461962"/>
                <a:gd name="connsiteX67" fmla="*/ 355282 w 421004"/>
                <a:gd name="connsiteY67" fmla="*/ 218599 h 461962"/>
                <a:gd name="connsiteX68" fmla="*/ 356235 w 421004"/>
                <a:gd name="connsiteY68" fmla="*/ 216694 h 461962"/>
                <a:gd name="connsiteX69" fmla="*/ 358616 w 421004"/>
                <a:gd name="connsiteY69" fmla="*/ 215265 h 461962"/>
                <a:gd name="connsiteX70" fmla="*/ 359569 w 421004"/>
                <a:gd name="connsiteY70" fmla="*/ 211931 h 461962"/>
                <a:gd name="connsiteX71" fmla="*/ 358616 w 421004"/>
                <a:gd name="connsiteY71" fmla="*/ 207169 h 461962"/>
                <a:gd name="connsiteX72" fmla="*/ 358616 w 421004"/>
                <a:gd name="connsiteY72" fmla="*/ 203835 h 461962"/>
                <a:gd name="connsiteX73" fmla="*/ 359092 w 421004"/>
                <a:gd name="connsiteY73" fmla="*/ 201930 h 461962"/>
                <a:gd name="connsiteX74" fmla="*/ 358140 w 421004"/>
                <a:gd name="connsiteY74" fmla="*/ 197167 h 461962"/>
                <a:gd name="connsiteX75" fmla="*/ 355759 w 421004"/>
                <a:gd name="connsiteY75" fmla="*/ 189547 h 461962"/>
                <a:gd name="connsiteX76" fmla="*/ 351948 w 421004"/>
                <a:gd name="connsiteY76" fmla="*/ 183356 h 461962"/>
                <a:gd name="connsiteX77" fmla="*/ 347186 w 421004"/>
                <a:gd name="connsiteY77" fmla="*/ 178594 h 461962"/>
                <a:gd name="connsiteX78" fmla="*/ 343852 w 421004"/>
                <a:gd name="connsiteY78" fmla="*/ 174307 h 461962"/>
                <a:gd name="connsiteX79" fmla="*/ 342423 w 421004"/>
                <a:gd name="connsiteY79" fmla="*/ 170021 h 461962"/>
                <a:gd name="connsiteX80" fmla="*/ 342900 w 421004"/>
                <a:gd name="connsiteY80" fmla="*/ 160020 h 461962"/>
                <a:gd name="connsiteX81" fmla="*/ 344328 w 421004"/>
                <a:gd name="connsiteY81" fmla="*/ 150971 h 461962"/>
                <a:gd name="connsiteX82" fmla="*/ 345281 w 421004"/>
                <a:gd name="connsiteY82" fmla="*/ 143827 h 461962"/>
                <a:gd name="connsiteX83" fmla="*/ 344805 w 421004"/>
                <a:gd name="connsiteY83" fmla="*/ 131921 h 461962"/>
                <a:gd name="connsiteX84" fmla="*/ 341471 w 421004"/>
                <a:gd name="connsiteY84" fmla="*/ 124301 h 461962"/>
                <a:gd name="connsiteX85" fmla="*/ 340995 w 421004"/>
                <a:gd name="connsiteY85" fmla="*/ 116205 h 461962"/>
                <a:gd name="connsiteX86" fmla="*/ 342900 w 421004"/>
                <a:gd name="connsiteY86" fmla="*/ 107156 h 461962"/>
                <a:gd name="connsiteX87" fmla="*/ 343376 w 421004"/>
                <a:gd name="connsiteY87" fmla="*/ 100965 h 461962"/>
                <a:gd name="connsiteX88" fmla="*/ 341947 w 421004"/>
                <a:gd name="connsiteY88" fmla="*/ 97631 h 461962"/>
                <a:gd name="connsiteX89" fmla="*/ 340995 w 421004"/>
                <a:gd name="connsiteY89" fmla="*/ 97155 h 461962"/>
                <a:gd name="connsiteX90" fmla="*/ 340042 w 421004"/>
                <a:gd name="connsiteY90" fmla="*/ 96679 h 461962"/>
                <a:gd name="connsiteX91" fmla="*/ 331946 w 421004"/>
                <a:gd name="connsiteY91" fmla="*/ 96202 h 461962"/>
                <a:gd name="connsiteX92" fmla="*/ 320992 w 421004"/>
                <a:gd name="connsiteY92" fmla="*/ 95726 h 461962"/>
                <a:gd name="connsiteX93" fmla="*/ 311467 w 421004"/>
                <a:gd name="connsiteY93" fmla="*/ 95726 h 461962"/>
                <a:gd name="connsiteX94" fmla="*/ 300990 w 421004"/>
                <a:gd name="connsiteY94" fmla="*/ 95726 h 461962"/>
                <a:gd name="connsiteX95" fmla="*/ 299085 w 421004"/>
                <a:gd name="connsiteY95" fmla="*/ 94774 h 461962"/>
                <a:gd name="connsiteX96" fmla="*/ 298132 w 421004"/>
                <a:gd name="connsiteY96" fmla="*/ 92869 h 461962"/>
                <a:gd name="connsiteX97" fmla="*/ 298132 w 421004"/>
                <a:gd name="connsiteY97" fmla="*/ 90964 h 461962"/>
                <a:gd name="connsiteX98" fmla="*/ 300038 w 421004"/>
                <a:gd name="connsiteY98" fmla="*/ 84772 h 461962"/>
                <a:gd name="connsiteX99" fmla="*/ 299561 w 421004"/>
                <a:gd name="connsiteY99" fmla="*/ 84296 h 461962"/>
                <a:gd name="connsiteX100" fmla="*/ 295751 w 421004"/>
                <a:gd name="connsiteY100" fmla="*/ 84296 h 461962"/>
                <a:gd name="connsiteX101" fmla="*/ 285750 w 421004"/>
                <a:gd name="connsiteY101" fmla="*/ 85249 h 461962"/>
                <a:gd name="connsiteX102" fmla="*/ 279082 w 421004"/>
                <a:gd name="connsiteY102" fmla="*/ 86201 h 461962"/>
                <a:gd name="connsiteX103" fmla="*/ 274796 w 421004"/>
                <a:gd name="connsiteY103" fmla="*/ 86677 h 461962"/>
                <a:gd name="connsiteX104" fmla="*/ 267652 w 421004"/>
                <a:gd name="connsiteY104" fmla="*/ 88582 h 461962"/>
                <a:gd name="connsiteX105" fmla="*/ 263366 w 421004"/>
                <a:gd name="connsiteY105" fmla="*/ 92392 h 461962"/>
                <a:gd name="connsiteX106" fmla="*/ 261938 w 421004"/>
                <a:gd name="connsiteY106" fmla="*/ 97155 h 461962"/>
                <a:gd name="connsiteX107" fmla="*/ 261938 w 421004"/>
                <a:gd name="connsiteY107" fmla="*/ 100965 h 461962"/>
                <a:gd name="connsiteX108" fmla="*/ 261461 w 421004"/>
                <a:gd name="connsiteY108" fmla="*/ 103822 h 461962"/>
                <a:gd name="connsiteX109" fmla="*/ 259556 w 421004"/>
                <a:gd name="connsiteY109" fmla="*/ 106680 h 461962"/>
                <a:gd name="connsiteX110" fmla="*/ 258127 w 421004"/>
                <a:gd name="connsiteY110" fmla="*/ 110014 h 461962"/>
                <a:gd name="connsiteX111" fmla="*/ 258127 w 421004"/>
                <a:gd name="connsiteY111" fmla="*/ 111919 h 461962"/>
                <a:gd name="connsiteX112" fmla="*/ 257175 w 421004"/>
                <a:gd name="connsiteY112" fmla="*/ 120491 h 461962"/>
                <a:gd name="connsiteX113" fmla="*/ 250507 w 421004"/>
                <a:gd name="connsiteY113" fmla="*/ 121444 h 461962"/>
                <a:gd name="connsiteX114" fmla="*/ 243840 w 421004"/>
                <a:gd name="connsiteY114" fmla="*/ 121444 h 461962"/>
                <a:gd name="connsiteX115" fmla="*/ 242411 w 421004"/>
                <a:gd name="connsiteY115" fmla="*/ 121444 h 461962"/>
                <a:gd name="connsiteX116" fmla="*/ 234315 w 421004"/>
                <a:gd name="connsiteY116" fmla="*/ 119539 h 461962"/>
                <a:gd name="connsiteX117" fmla="*/ 231457 w 421004"/>
                <a:gd name="connsiteY117" fmla="*/ 119539 h 461962"/>
                <a:gd name="connsiteX118" fmla="*/ 228600 w 421004"/>
                <a:gd name="connsiteY118" fmla="*/ 120491 h 461962"/>
                <a:gd name="connsiteX119" fmla="*/ 223361 w 421004"/>
                <a:gd name="connsiteY119" fmla="*/ 121444 h 461962"/>
                <a:gd name="connsiteX120" fmla="*/ 218598 w 421004"/>
                <a:gd name="connsiteY120" fmla="*/ 122396 h 461962"/>
                <a:gd name="connsiteX121" fmla="*/ 213836 w 421004"/>
                <a:gd name="connsiteY121" fmla="*/ 124777 h 461962"/>
                <a:gd name="connsiteX122" fmla="*/ 212407 w 421004"/>
                <a:gd name="connsiteY122" fmla="*/ 124777 h 461962"/>
                <a:gd name="connsiteX123" fmla="*/ 209073 w 421004"/>
                <a:gd name="connsiteY123" fmla="*/ 123349 h 461962"/>
                <a:gd name="connsiteX124" fmla="*/ 204311 w 421004"/>
                <a:gd name="connsiteY124" fmla="*/ 123349 h 461962"/>
                <a:gd name="connsiteX125" fmla="*/ 199548 w 421004"/>
                <a:gd name="connsiteY125" fmla="*/ 123825 h 461962"/>
                <a:gd name="connsiteX126" fmla="*/ 197167 w 421004"/>
                <a:gd name="connsiteY126" fmla="*/ 124301 h 461962"/>
                <a:gd name="connsiteX127" fmla="*/ 195739 w 421004"/>
                <a:gd name="connsiteY127" fmla="*/ 123349 h 461962"/>
                <a:gd name="connsiteX128" fmla="*/ 191452 w 421004"/>
                <a:gd name="connsiteY128" fmla="*/ 116681 h 461962"/>
                <a:gd name="connsiteX129" fmla="*/ 185738 w 421004"/>
                <a:gd name="connsiteY129" fmla="*/ 108109 h 461962"/>
                <a:gd name="connsiteX130" fmla="*/ 182880 w 421004"/>
                <a:gd name="connsiteY130" fmla="*/ 102870 h 461962"/>
                <a:gd name="connsiteX131" fmla="*/ 181927 w 421004"/>
                <a:gd name="connsiteY131" fmla="*/ 101441 h 461962"/>
                <a:gd name="connsiteX132" fmla="*/ 180022 w 421004"/>
                <a:gd name="connsiteY132" fmla="*/ 99536 h 461962"/>
                <a:gd name="connsiteX133" fmla="*/ 177165 w 421004"/>
                <a:gd name="connsiteY133" fmla="*/ 96202 h 461962"/>
                <a:gd name="connsiteX134" fmla="*/ 176213 w 421004"/>
                <a:gd name="connsiteY134" fmla="*/ 92869 h 461962"/>
                <a:gd name="connsiteX135" fmla="*/ 176689 w 421004"/>
                <a:gd name="connsiteY135" fmla="*/ 89535 h 461962"/>
                <a:gd name="connsiteX136" fmla="*/ 175260 w 421004"/>
                <a:gd name="connsiteY136" fmla="*/ 85249 h 461962"/>
                <a:gd name="connsiteX137" fmla="*/ 171450 w 421004"/>
                <a:gd name="connsiteY137" fmla="*/ 80010 h 461962"/>
                <a:gd name="connsiteX138" fmla="*/ 169069 w 421004"/>
                <a:gd name="connsiteY138" fmla="*/ 74771 h 461962"/>
                <a:gd name="connsiteX139" fmla="*/ 168116 w 421004"/>
                <a:gd name="connsiteY139" fmla="*/ 70009 h 461962"/>
                <a:gd name="connsiteX140" fmla="*/ 167640 w 421004"/>
                <a:gd name="connsiteY140" fmla="*/ 65722 h 461962"/>
                <a:gd name="connsiteX141" fmla="*/ 168116 w 421004"/>
                <a:gd name="connsiteY141" fmla="*/ 62389 h 461962"/>
                <a:gd name="connsiteX142" fmla="*/ 167640 w 421004"/>
                <a:gd name="connsiteY142" fmla="*/ 60007 h 461962"/>
                <a:gd name="connsiteX143" fmla="*/ 165735 w 421004"/>
                <a:gd name="connsiteY143" fmla="*/ 58102 h 461962"/>
                <a:gd name="connsiteX144" fmla="*/ 164782 w 421004"/>
                <a:gd name="connsiteY144" fmla="*/ 56197 h 461962"/>
                <a:gd name="connsiteX145" fmla="*/ 163830 w 421004"/>
                <a:gd name="connsiteY145" fmla="*/ 55245 h 461962"/>
                <a:gd name="connsiteX146" fmla="*/ 162401 w 421004"/>
                <a:gd name="connsiteY146" fmla="*/ 53340 h 461962"/>
                <a:gd name="connsiteX147" fmla="*/ 158591 w 421004"/>
                <a:gd name="connsiteY147" fmla="*/ 50959 h 461962"/>
                <a:gd name="connsiteX148" fmla="*/ 154781 w 421004"/>
                <a:gd name="connsiteY148" fmla="*/ 50006 h 461962"/>
                <a:gd name="connsiteX149" fmla="*/ 146209 w 421004"/>
                <a:gd name="connsiteY149" fmla="*/ 50006 h 461962"/>
                <a:gd name="connsiteX150" fmla="*/ 134778 w 421004"/>
                <a:gd name="connsiteY150" fmla="*/ 50006 h 461962"/>
                <a:gd name="connsiteX151" fmla="*/ 124301 w 421004"/>
                <a:gd name="connsiteY151" fmla="*/ 50006 h 461962"/>
                <a:gd name="connsiteX152" fmla="*/ 112871 w 421004"/>
                <a:gd name="connsiteY152" fmla="*/ 50006 h 461962"/>
                <a:gd name="connsiteX153" fmla="*/ 101441 w 421004"/>
                <a:gd name="connsiteY153" fmla="*/ 50006 h 461962"/>
                <a:gd name="connsiteX154" fmla="*/ 98107 w 421004"/>
                <a:gd name="connsiteY154" fmla="*/ 50482 h 461962"/>
                <a:gd name="connsiteX155" fmla="*/ 89059 w 421004"/>
                <a:gd name="connsiteY155" fmla="*/ 50482 h 461962"/>
                <a:gd name="connsiteX156" fmla="*/ 81915 w 421004"/>
                <a:gd name="connsiteY156" fmla="*/ 50006 h 461962"/>
                <a:gd name="connsiteX157" fmla="*/ 79057 w 421004"/>
                <a:gd name="connsiteY157" fmla="*/ 49530 h 461962"/>
                <a:gd name="connsiteX158" fmla="*/ 74295 w 421004"/>
                <a:gd name="connsiteY158" fmla="*/ 49054 h 461962"/>
                <a:gd name="connsiteX159" fmla="*/ 67151 w 421004"/>
                <a:gd name="connsiteY159" fmla="*/ 49054 h 461962"/>
                <a:gd name="connsiteX160" fmla="*/ 63341 w 421004"/>
                <a:gd name="connsiteY160" fmla="*/ 49054 h 461962"/>
                <a:gd name="connsiteX161" fmla="*/ 53816 w 421004"/>
                <a:gd name="connsiteY161" fmla="*/ 49054 h 461962"/>
                <a:gd name="connsiteX162" fmla="*/ 52864 w 421004"/>
                <a:gd name="connsiteY162" fmla="*/ 49054 h 461962"/>
                <a:gd name="connsiteX163" fmla="*/ 51435 w 421004"/>
                <a:gd name="connsiteY163" fmla="*/ 49530 h 461962"/>
                <a:gd name="connsiteX164" fmla="*/ 47625 w 421004"/>
                <a:gd name="connsiteY164" fmla="*/ 48577 h 461962"/>
                <a:gd name="connsiteX165" fmla="*/ 43815 w 421004"/>
                <a:gd name="connsiteY165" fmla="*/ 49054 h 461962"/>
                <a:gd name="connsiteX166" fmla="*/ 41910 w 421004"/>
                <a:gd name="connsiteY166" fmla="*/ 50482 h 461962"/>
                <a:gd name="connsiteX167" fmla="*/ 34290 w 421004"/>
                <a:gd name="connsiteY167" fmla="*/ 53816 h 461962"/>
                <a:gd name="connsiteX168" fmla="*/ 26194 w 421004"/>
                <a:gd name="connsiteY168" fmla="*/ 55245 h 461962"/>
                <a:gd name="connsiteX169" fmla="*/ 20478 w 421004"/>
                <a:gd name="connsiteY169" fmla="*/ 56674 h 461962"/>
                <a:gd name="connsiteX170" fmla="*/ 17621 w 421004"/>
                <a:gd name="connsiteY170" fmla="*/ 57150 h 461962"/>
                <a:gd name="connsiteX171" fmla="*/ 17145 w 421004"/>
                <a:gd name="connsiteY171" fmla="*/ 58102 h 461962"/>
                <a:gd name="connsiteX172" fmla="*/ 19050 w 421004"/>
                <a:gd name="connsiteY172" fmla="*/ 60007 h 461962"/>
                <a:gd name="connsiteX173" fmla="*/ 21431 w 421004"/>
                <a:gd name="connsiteY173" fmla="*/ 65722 h 461962"/>
                <a:gd name="connsiteX174" fmla="*/ 25717 w 421004"/>
                <a:gd name="connsiteY174" fmla="*/ 73819 h 461962"/>
                <a:gd name="connsiteX175" fmla="*/ 36195 w 421004"/>
                <a:gd name="connsiteY175" fmla="*/ 86201 h 461962"/>
                <a:gd name="connsiteX176" fmla="*/ 37623 w 421004"/>
                <a:gd name="connsiteY176" fmla="*/ 95726 h 461962"/>
                <a:gd name="connsiteX177" fmla="*/ 45244 w 421004"/>
                <a:gd name="connsiteY177" fmla="*/ 114300 h 461962"/>
                <a:gd name="connsiteX178" fmla="*/ 55245 w 421004"/>
                <a:gd name="connsiteY178" fmla="*/ 134302 h 461962"/>
                <a:gd name="connsiteX179" fmla="*/ 54769 w 421004"/>
                <a:gd name="connsiteY179" fmla="*/ 137636 h 461962"/>
                <a:gd name="connsiteX180" fmla="*/ 54769 w 421004"/>
                <a:gd name="connsiteY180" fmla="*/ 140494 h 461962"/>
                <a:gd name="connsiteX181" fmla="*/ 55245 w 421004"/>
                <a:gd name="connsiteY181" fmla="*/ 142875 h 461962"/>
                <a:gd name="connsiteX182" fmla="*/ 54769 w 421004"/>
                <a:gd name="connsiteY182" fmla="*/ 144780 h 461962"/>
                <a:gd name="connsiteX183" fmla="*/ 44291 w 421004"/>
                <a:gd name="connsiteY183" fmla="*/ 155734 h 461962"/>
                <a:gd name="connsiteX184" fmla="*/ 43815 w 421004"/>
                <a:gd name="connsiteY184" fmla="*/ 154781 h 461962"/>
                <a:gd name="connsiteX185" fmla="*/ 44767 w 421004"/>
                <a:gd name="connsiteY185" fmla="*/ 153352 h 461962"/>
                <a:gd name="connsiteX186" fmla="*/ 45244 w 421004"/>
                <a:gd name="connsiteY186" fmla="*/ 152400 h 461962"/>
                <a:gd name="connsiteX187" fmla="*/ 43815 w 421004"/>
                <a:gd name="connsiteY187" fmla="*/ 153352 h 461962"/>
                <a:gd name="connsiteX188" fmla="*/ 42386 w 421004"/>
                <a:gd name="connsiteY188" fmla="*/ 155734 h 461962"/>
                <a:gd name="connsiteX189" fmla="*/ 42386 w 421004"/>
                <a:gd name="connsiteY189" fmla="*/ 157639 h 461962"/>
                <a:gd name="connsiteX190" fmla="*/ 45244 w 421004"/>
                <a:gd name="connsiteY190" fmla="*/ 163830 h 461962"/>
                <a:gd name="connsiteX191" fmla="*/ 48101 w 421004"/>
                <a:gd name="connsiteY191" fmla="*/ 169069 h 461962"/>
                <a:gd name="connsiteX192" fmla="*/ 49530 w 421004"/>
                <a:gd name="connsiteY192" fmla="*/ 174307 h 461962"/>
                <a:gd name="connsiteX193" fmla="*/ 50006 w 421004"/>
                <a:gd name="connsiteY193" fmla="*/ 179546 h 461962"/>
                <a:gd name="connsiteX194" fmla="*/ 52864 w 421004"/>
                <a:gd name="connsiteY194" fmla="*/ 183832 h 461962"/>
                <a:gd name="connsiteX195" fmla="*/ 54292 w 421004"/>
                <a:gd name="connsiteY195" fmla="*/ 189547 h 461962"/>
                <a:gd name="connsiteX196" fmla="*/ 60007 w 421004"/>
                <a:gd name="connsiteY196" fmla="*/ 198120 h 461962"/>
                <a:gd name="connsiteX197" fmla="*/ 61436 w 421004"/>
                <a:gd name="connsiteY197" fmla="*/ 203835 h 461962"/>
                <a:gd name="connsiteX198" fmla="*/ 64770 w 421004"/>
                <a:gd name="connsiteY198" fmla="*/ 207169 h 461962"/>
                <a:gd name="connsiteX199" fmla="*/ 67627 w 421004"/>
                <a:gd name="connsiteY199" fmla="*/ 211455 h 461962"/>
                <a:gd name="connsiteX200" fmla="*/ 68103 w 421004"/>
                <a:gd name="connsiteY200" fmla="*/ 215741 h 461962"/>
                <a:gd name="connsiteX201" fmla="*/ 71438 w 421004"/>
                <a:gd name="connsiteY201" fmla="*/ 221456 h 461962"/>
                <a:gd name="connsiteX202" fmla="*/ 71914 w 421004"/>
                <a:gd name="connsiteY202" fmla="*/ 225742 h 461962"/>
                <a:gd name="connsiteX203" fmla="*/ 69532 w 421004"/>
                <a:gd name="connsiteY203" fmla="*/ 240506 h 461962"/>
                <a:gd name="connsiteX204" fmla="*/ 69532 w 421004"/>
                <a:gd name="connsiteY204" fmla="*/ 251460 h 461962"/>
                <a:gd name="connsiteX205" fmla="*/ 66198 w 421004"/>
                <a:gd name="connsiteY205" fmla="*/ 261938 h 461962"/>
                <a:gd name="connsiteX206" fmla="*/ 63341 w 421004"/>
                <a:gd name="connsiteY206" fmla="*/ 267652 h 461962"/>
                <a:gd name="connsiteX207" fmla="*/ 57150 w 421004"/>
                <a:gd name="connsiteY207" fmla="*/ 275749 h 461962"/>
                <a:gd name="connsiteX208" fmla="*/ 48577 w 421004"/>
                <a:gd name="connsiteY208" fmla="*/ 280035 h 461962"/>
                <a:gd name="connsiteX209" fmla="*/ 42386 w 421004"/>
                <a:gd name="connsiteY209" fmla="*/ 284321 h 461962"/>
                <a:gd name="connsiteX210" fmla="*/ 39528 w 421004"/>
                <a:gd name="connsiteY210" fmla="*/ 292894 h 461962"/>
                <a:gd name="connsiteX211" fmla="*/ 27622 w 421004"/>
                <a:gd name="connsiteY211" fmla="*/ 306705 h 461962"/>
                <a:gd name="connsiteX212" fmla="*/ 26194 w 421004"/>
                <a:gd name="connsiteY212" fmla="*/ 317659 h 461962"/>
                <a:gd name="connsiteX213" fmla="*/ 21907 w 421004"/>
                <a:gd name="connsiteY213" fmla="*/ 327184 h 461962"/>
                <a:gd name="connsiteX214" fmla="*/ 18573 w 421004"/>
                <a:gd name="connsiteY214" fmla="*/ 347663 h 461962"/>
                <a:gd name="connsiteX215" fmla="*/ 11430 w 421004"/>
                <a:gd name="connsiteY215" fmla="*/ 368617 h 461962"/>
                <a:gd name="connsiteX216" fmla="*/ 9525 w 421004"/>
                <a:gd name="connsiteY216" fmla="*/ 377666 h 461962"/>
                <a:gd name="connsiteX217" fmla="*/ 8096 w 421004"/>
                <a:gd name="connsiteY217" fmla="*/ 381952 h 461962"/>
                <a:gd name="connsiteX218" fmla="*/ 5715 w 421004"/>
                <a:gd name="connsiteY218" fmla="*/ 384810 h 461962"/>
                <a:gd name="connsiteX219" fmla="*/ 3810 w 421004"/>
                <a:gd name="connsiteY219" fmla="*/ 386715 h 461962"/>
                <a:gd name="connsiteX220" fmla="*/ 476 w 421004"/>
                <a:gd name="connsiteY220" fmla="*/ 389096 h 461962"/>
                <a:gd name="connsiteX221" fmla="*/ 952 w 421004"/>
                <a:gd name="connsiteY221" fmla="*/ 391954 h 461962"/>
                <a:gd name="connsiteX222" fmla="*/ 1905 w 421004"/>
                <a:gd name="connsiteY222" fmla="*/ 394335 h 461962"/>
                <a:gd name="connsiteX223" fmla="*/ 2857 w 421004"/>
                <a:gd name="connsiteY223" fmla="*/ 411956 h 461962"/>
                <a:gd name="connsiteX224" fmla="*/ 2857 w 421004"/>
                <a:gd name="connsiteY224" fmla="*/ 418624 h 461962"/>
                <a:gd name="connsiteX225" fmla="*/ 1428 w 421004"/>
                <a:gd name="connsiteY225" fmla="*/ 424339 h 461962"/>
                <a:gd name="connsiteX226" fmla="*/ 0 w 421004"/>
                <a:gd name="connsiteY226" fmla="*/ 437197 h 461962"/>
                <a:gd name="connsiteX227" fmla="*/ 5239 w 421004"/>
                <a:gd name="connsiteY227" fmla="*/ 436245 h 461962"/>
                <a:gd name="connsiteX228" fmla="*/ 9048 w 421004"/>
                <a:gd name="connsiteY228" fmla="*/ 434340 h 461962"/>
                <a:gd name="connsiteX229" fmla="*/ 12382 w 421004"/>
                <a:gd name="connsiteY229" fmla="*/ 434340 h 461962"/>
                <a:gd name="connsiteX230" fmla="*/ 15716 w 421004"/>
                <a:gd name="connsiteY230" fmla="*/ 435769 h 461962"/>
                <a:gd name="connsiteX231" fmla="*/ 19526 w 421004"/>
                <a:gd name="connsiteY231" fmla="*/ 435769 h 461962"/>
                <a:gd name="connsiteX232" fmla="*/ 20955 w 421004"/>
                <a:gd name="connsiteY232" fmla="*/ 435292 h 461962"/>
                <a:gd name="connsiteX233" fmla="*/ 27146 w 421004"/>
                <a:gd name="connsiteY233" fmla="*/ 435292 h 461962"/>
                <a:gd name="connsiteX234" fmla="*/ 30956 w 421004"/>
                <a:gd name="connsiteY234" fmla="*/ 433388 h 461962"/>
                <a:gd name="connsiteX235" fmla="*/ 35242 w 421004"/>
                <a:gd name="connsiteY235" fmla="*/ 431482 h 461962"/>
                <a:gd name="connsiteX236" fmla="*/ 37623 w 421004"/>
                <a:gd name="connsiteY236" fmla="*/ 430054 h 461962"/>
                <a:gd name="connsiteX237" fmla="*/ 40957 w 421004"/>
                <a:gd name="connsiteY237" fmla="*/ 428625 h 461962"/>
                <a:gd name="connsiteX238" fmla="*/ 45720 w 421004"/>
                <a:gd name="connsiteY238" fmla="*/ 427196 h 461962"/>
                <a:gd name="connsiteX239" fmla="*/ 48577 w 421004"/>
                <a:gd name="connsiteY239" fmla="*/ 427196 h 461962"/>
                <a:gd name="connsiteX240" fmla="*/ 51911 w 421004"/>
                <a:gd name="connsiteY240" fmla="*/ 427672 h 461962"/>
                <a:gd name="connsiteX241" fmla="*/ 56197 w 421004"/>
                <a:gd name="connsiteY241" fmla="*/ 428149 h 461962"/>
                <a:gd name="connsiteX242" fmla="*/ 58578 w 421004"/>
                <a:gd name="connsiteY242" fmla="*/ 429101 h 461962"/>
                <a:gd name="connsiteX243" fmla="*/ 61436 w 421004"/>
                <a:gd name="connsiteY243" fmla="*/ 432435 h 461962"/>
                <a:gd name="connsiteX244" fmla="*/ 65722 w 421004"/>
                <a:gd name="connsiteY244" fmla="*/ 435769 h 461962"/>
                <a:gd name="connsiteX245" fmla="*/ 69056 w 421004"/>
                <a:gd name="connsiteY245" fmla="*/ 437674 h 461962"/>
                <a:gd name="connsiteX246" fmla="*/ 72866 w 421004"/>
                <a:gd name="connsiteY246" fmla="*/ 440055 h 461962"/>
                <a:gd name="connsiteX247" fmla="*/ 73819 w 421004"/>
                <a:gd name="connsiteY247" fmla="*/ 441007 h 461962"/>
                <a:gd name="connsiteX248" fmla="*/ 75723 w 421004"/>
                <a:gd name="connsiteY248" fmla="*/ 441484 h 461962"/>
                <a:gd name="connsiteX249" fmla="*/ 76676 w 421004"/>
                <a:gd name="connsiteY249" fmla="*/ 441484 h 461962"/>
                <a:gd name="connsiteX250" fmla="*/ 83820 w 421004"/>
                <a:gd name="connsiteY250" fmla="*/ 441007 h 461962"/>
                <a:gd name="connsiteX251" fmla="*/ 90011 w 421004"/>
                <a:gd name="connsiteY251" fmla="*/ 440531 h 461962"/>
                <a:gd name="connsiteX252" fmla="*/ 97155 w 421004"/>
                <a:gd name="connsiteY252" fmla="*/ 440531 h 461962"/>
                <a:gd name="connsiteX253" fmla="*/ 110014 w 421004"/>
                <a:gd name="connsiteY253" fmla="*/ 440531 h 461962"/>
                <a:gd name="connsiteX254" fmla="*/ 122872 w 421004"/>
                <a:gd name="connsiteY254" fmla="*/ 440531 h 461962"/>
                <a:gd name="connsiteX255" fmla="*/ 135731 w 421004"/>
                <a:gd name="connsiteY255" fmla="*/ 440531 h 461962"/>
                <a:gd name="connsiteX256" fmla="*/ 148590 w 421004"/>
                <a:gd name="connsiteY256" fmla="*/ 440531 h 461962"/>
                <a:gd name="connsiteX257" fmla="*/ 161448 w 421004"/>
                <a:gd name="connsiteY257" fmla="*/ 440531 h 461962"/>
                <a:gd name="connsiteX258" fmla="*/ 174307 w 421004"/>
                <a:gd name="connsiteY258" fmla="*/ 440531 h 461962"/>
                <a:gd name="connsiteX259" fmla="*/ 187166 w 421004"/>
                <a:gd name="connsiteY259" fmla="*/ 440531 h 461962"/>
                <a:gd name="connsiteX260" fmla="*/ 200025 w 421004"/>
                <a:gd name="connsiteY260" fmla="*/ 440531 h 461962"/>
                <a:gd name="connsiteX261" fmla="*/ 205264 w 421004"/>
                <a:gd name="connsiteY261" fmla="*/ 440531 h 461962"/>
                <a:gd name="connsiteX262" fmla="*/ 214789 w 421004"/>
                <a:gd name="connsiteY262" fmla="*/ 440531 h 461962"/>
                <a:gd name="connsiteX263" fmla="*/ 224790 w 421004"/>
                <a:gd name="connsiteY263" fmla="*/ 440531 h 461962"/>
                <a:gd name="connsiteX264" fmla="*/ 225742 w 421004"/>
                <a:gd name="connsiteY264" fmla="*/ 440531 h 461962"/>
                <a:gd name="connsiteX265" fmla="*/ 226695 w 421004"/>
                <a:gd name="connsiteY265" fmla="*/ 441007 h 461962"/>
                <a:gd name="connsiteX266" fmla="*/ 227647 w 421004"/>
                <a:gd name="connsiteY266" fmla="*/ 441484 h 461962"/>
                <a:gd name="connsiteX267" fmla="*/ 230981 w 421004"/>
                <a:gd name="connsiteY267" fmla="*/ 445770 h 461962"/>
                <a:gd name="connsiteX268" fmla="*/ 235267 w 421004"/>
                <a:gd name="connsiteY268" fmla="*/ 450532 h 461962"/>
                <a:gd name="connsiteX269" fmla="*/ 239077 w 421004"/>
                <a:gd name="connsiteY269" fmla="*/ 452914 h 461962"/>
                <a:gd name="connsiteX270" fmla="*/ 243364 w 421004"/>
                <a:gd name="connsiteY270" fmla="*/ 454342 h 461962"/>
                <a:gd name="connsiteX271" fmla="*/ 247650 w 421004"/>
                <a:gd name="connsiteY271" fmla="*/ 454819 h 461962"/>
                <a:gd name="connsiteX272" fmla="*/ 251460 w 421004"/>
                <a:gd name="connsiteY272" fmla="*/ 454342 h 461962"/>
                <a:gd name="connsiteX273" fmla="*/ 257651 w 421004"/>
                <a:gd name="connsiteY273" fmla="*/ 454819 h 461962"/>
                <a:gd name="connsiteX274" fmla="*/ 266700 w 421004"/>
                <a:gd name="connsiteY274" fmla="*/ 456247 h 461962"/>
                <a:gd name="connsiteX275" fmla="*/ 275748 w 421004"/>
                <a:gd name="connsiteY275" fmla="*/ 456724 h 461962"/>
                <a:gd name="connsiteX276" fmla="*/ 285273 w 421004"/>
                <a:gd name="connsiteY276" fmla="*/ 456247 h 461962"/>
                <a:gd name="connsiteX277" fmla="*/ 291941 w 421004"/>
                <a:gd name="connsiteY277" fmla="*/ 457200 h 461962"/>
                <a:gd name="connsiteX278" fmla="*/ 295751 w 421004"/>
                <a:gd name="connsiteY278" fmla="*/ 459581 h 461962"/>
                <a:gd name="connsiteX279" fmla="*/ 299561 w 421004"/>
                <a:gd name="connsiteY279" fmla="*/ 461010 h 461962"/>
                <a:gd name="connsiteX280" fmla="*/ 303847 w 421004"/>
                <a:gd name="connsiteY280" fmla="*/ 461963 h 461962"/>
                <a:gd name="connsiteX281" fmla="*/ 309563 w 421004"/>
                <a:gd name="connsiteY281" fmla="*/ 461486 h 461962"/>
                <a:gd name="connsiteX282" fmla="*/ 316706 w 421004"/>
                <a:gd name="connsiteY282" fmla="*/ 459581 h 461962"/>
                <a:gd name="connsiteX283" fmla="*/ 322421 w 421004"/>
                <a:gd name="connsiteY283" fmla="*/ 460057 h 461962"/>
                <a:gd name="connsiteX284" fmla="*/ 325278 w 421004"/>
                <a:gd name="connsiteY284" fmla="*/ 461486 h 461962"/>
                <a:gd name="connsiteX285" fmla="*/ 326707 w 421004"/>
                <a:gd name="connsiteY285" fmla="*/ 461486 h 461962"/>
                <a:gd name="connsiteX286" fmla="*/ 337185 w 421004"/>
                <a:gd name="connsiteY286" fmla="*/ 459581 h 461962"/>
                <a:gd name="connsiteX287" fmla="*/ 345281 w 421004"/>
                <a:gd name="connsiteY287" fmla="*/ 458152 h 461962"/>
                <a:gd name="connsiteX288" fmla="*/ 357664 w 421004"/>
                <a:gd name="connsiteY288" fmla="*/ 455771 h 461962"/>
                <a:gd name="connsiteX289" fmla="*/ 367665 w 421004"/>
                <a:gd name="connsiteY289" fmla="*/ 453866 h 461962"/>
                <a:gd name="connsiteX290" fmla="*/ 382905 w 421004"/>
                <a:gd name="connsiteY290" fmla="*/ 451009 h 461962"/>
                <a:gd name="connsiteX291" fmla="*/ 393382 w 421004"/>
                <a:gd name="connsiteY291" fmla="*/ 449104 h 461962"/>
                <a:gd name="connsiteX292" fmla="*/ 386715 w 421004"/>
                <a:gd name="connsiteY292" fmla="*/ 443389 h 461962"/>
                <a:gd name="connsiteX293" fmla="*/ 379095 w 421004"/>
                <a:gd name="connsiteY293" fmla="*/ 436721 h 461962"/>
                <a:gd name="connsiteX294" fmla="*/ 370998 w 421004"/>
                <a:gd name="connsiteY294" fmla="*/ 429577 h 461962"/>
                <a:gd name="connsiteX295" fmla="*/ 364807 w 421004"/>
                <a:gd name="connsiteY295" fmla="*/ 423863 h 461962"/>
                <a:gd name="connsiteX296" fmla="*/ 361950 w 421004"/>
                <a:gd name="connsiteY296" fmla="*/ 420529 h 461962"/>
                <a:gd name="connsiteX297" fmla="*/ 356711 w 421004"/>
                <a:gd name="connsiteY297" fmla="*/ 416242 h 461962"/>
                <a:gd name="connsiteX298" fmla="*/ 352901 w 421004"/>
                <a:gd name="connsiteY298" fmla="*/ 414338 h 461962"/>
                <a:gd name="connsiteX299" fmla="*/ 351472 w 421004"/>
                <a:gd name="connsiteY299" fmla="*/ 413385 h 461962"/>
                <a:gd name="connsiteX300" fmla="*/ 347663 w 421004"/>
                <a:gd name="connsiteY300" fmla="*/ 401955 h 461962"/>
                <a:gd name="connsiteX301" fmla="*/ 345757 w 421004"/>
                <a:gd name="connsiteY301" fmla="*/ 391477 h 461962"/>
                <a:gd name="connsiteX302" fmla="*/ 345757 w 421004"/>
                <a:gd name="connsiteY302" fmla="*/ 383381 h 461962"/>
                <a:gd name="connsiteX303" fmla="*/ 345757 w 421004"/>
                <a:gd name="connsiteY303" fmla="*/ 372427 h 461962"/>
                <a:gd name="connsiteX304" fmla="*/ 345757 w 421004"/>
                <a:gd name="connsiteY304" fmla="*/ 361474 h 461962"/>
                <a:gd name="connsiteX305" fmla="*/ 345757 w 421004"/>
                <a:gd name="connsiteY305" fmla="*/ 350520 h 461962"/>
                <a:gd name="connsiteX306" fmla="*/ 345757 w 421004"/>
                <a:gd name="connsiteY306" fmla="*/ 339566 h 461962"/>
                <a:gd name="connsiteX307" fmla="*/ 345757 w 421004"/>
                <a:gd name="connsiteY307" fmla="*/ 328613 h 461962"/>
                <a:gd name="connsiteX308" fmla="*/ 345757 w 421004"/>
                <a:gd name="connsiteY308" fmla="*/ 317659 h 461962"/>
                <a:gd name="connsiteX309" fmla="*/ 345757 w 421004"/>
                <a:gd name="connsiteY309" fmla="*/ 306705 h 461962"/>
                <a:gd name="connsiteX310" fmla="*/ 345757 w 421004"/>
                <a:gd name="connsiteY310" fmla="*/ 295751 h 461962"/>
                <a:gd name="connsiteX311" fmla="*/ 345757 w 421004"/>
                <a:gd name="connsiteY311" fmla="*/ 290513 h 461962"/>
                <a:gd name="connsiteX312" fmla="*/ 353377 w 421004"/>
                <a:gd name="connsiteY312" fmla="*/ 290513 h 461962"/>
                <a:gd name="connsiteX313" fmla="*/ 362426 w 421004"/>
                <a:gd name="connsiteY313" fmla="*/ 290513 h 461962"/>
                <a:gd name="connsiteX314" fmla="*/ 371951 w 421004"/>
                <a:gd name="connsiteY314" fmla="*/ 290513 h 461962"/>
                <a:gd name="connsiteX315" fmla="*/ 381952 w 421004"/>
                <a:gd name="connsiteY315" fmla="*/ 290513 h 461962"/>
                <a:gd name="connsiteX316" fmla="*/ 391953 w 421004"/>
                <a:gd name="connsiteY316" fmla="*/ 290513 h 461962"/>
                <a:gd name="connsiteX317" fmla="*/ 401955 w 421004"/>
                <a:gd name="connsiteY317" fmla="*/ 290513 h 461962"/>
                <a:gd name="connsiteX318" fmla="*/ 409098 w 421004"/>
                <a:gd name="connsiteY318" fmla="*/ 290513 h 461962"/>
                <a:gd name="connsiteX319" fmla="*/ 411003 w 421004"/>
                <a:gd name="connsiteY319" fmla="*/ 290513 h 461962"/>
                <a:gd name="connsiteX320" fmla="*/ 413385 w 421004"/>
                <a:gd name="connsiteY320" fmla="*/ 290036 h 461962"/>
                <a:gd name="connsiteX321" fmla="*/ 413385 w 421004"/>
                <a:gd name="connsiteY321" fmla="*/ 289084 h 461962"/>
                <a:gd name="connsiteX322" fmla="*/ 410527 w 421004"/>
                <a:gd name="connsiteY322" fmla="*/ 283845 h 461962"/>
                <a:gd name="connsiteX323" fmla="*/ 410527 w 421004"/>
                <a:gd name="connsiteY323" fmla="*/ 281940 h 461962"/>
                <a:gd name="connsiteX324" fmla="*/ 411480 w 421004"/>
                <a:gd name="connsiteY324" fmla="*/ 278130 h 461962"/>
                <a:gd name="connsiteX325" fmla="*/ 412909 w 421004"/>
                <a:gd name="connsiteY325" fmla="*/ 274796 h 461962"/>
                <a:gd name="connsiteX326" fmla="*/ 414338 w 421004"/>
                <a:gd name="connsiteY326" fmla="*/ 270510 h 461962"/>
                <a:gd name="connsiteX327" fmla="*/ 414338 w 421004"/>
                <a:gd name="connsiteY327" fmla="*/ 268129 h 461962"/>
                <a:gd name="connsiteX328" fmla="*/ 412909 w 421004"/>
                <a:gd name="connsiteY328" fmla="*/ 260032 h 461962"/>
                <a:gd name="connsiteX329" fmla="*/ 412909 w 421004"/>
                <a:gd name="connsiteY329" fmla="*/ 255746 h 461962"/>
                <a:gd name="connsiteX330" fmla="*/ 413385 w 421004"/>
                <a:gd name="connsiteY330" fmla="*/ 250984 h 461962"/>
                <a:gd name="connsiteX331" fmla="*/ 413861 w 421004"/>
                <a:gd name="connsiteY331" fmla="*/ 246697 h 461962"/>
                <a:gd name="connsiteX332" fmla="*/ 413385 w 421004"/>
                <a:gd name="connsiteY332" fmla="*/ 243840 h 461962"/>
                <a:gd name="connsiteX333" fmla="*/ 413861 w 421004"/>
                <a:gd name="connsiteY333" fmla="*/ 242411 h 461962"/>
                <a:gd name="connsiteX334" fmla="*/ 414814 w 421004"/>
                <a:gd name="connsiteY334" fmla="*/ 240030 h 461962"/>
                <a:gd name="connsiteX335" fmla="*/ 415290 w 421004"/>
                <a:gd name="connsiteY335" fmla="*/ 237172 h 461962"/>
                <a:gd name="connsiteX336" fmla="*/ 415766 w 421004"/>
                <a:gd name="connsiteY336" fmla="*/ 236220 h 461962"/>
                <a:gd name="connsiteX337" fmla="*/ 421005 w 421004"/>
                <a:gd name="connsiteY337" fmla="*/ 234315 h 46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421004" h="461962">
                  <a:moveTo>
                    <a:pt x="15240" y="25717"/>
                  </a:moveTo>
                  <a:lnTo>
                    <a:pt x="17621" y="30004"/>
                  </a:lnTo>
                  <a:lnTo>
                    <a:pt x="18573" y="34766"/>
                  </a:lnTo>
                  <a:lnTo>
                    <a:pt x="17621" y="37147"/>
                  </a:lnTo>
                  <a:lnTo>
                    <a:pt x="16669" y="40481"/>
                  </a:lnTo>
                  <a:lnTo>
                    <a:pt x="18097" y="43815"/>
                  </a:lnTo>
                  <a:lnTo>
                    <a:pt x="18573" y="44767"/>
                  </a:lnTo>
                  <a:lnTo>
                    <a:pt x="20002" y="44291"/>
                  </a:lnTo>
                  <a:lnTo>
                    <a:pt x="24289" y="43815"/>
                  </a:lnTo>
                  <a:lnTo>
                    <a:pt x="27622" y="43339"/>
                  </a:lnTo>
                  <a:lnTo>
                    <a:pt x="28098" y="42386"/>
                  </a:lnTo>
                  <a:lnTo>
                    <a:pt x="28575" y="33338"/>
                  </a:lnTo>
                  <a:lnTo>
                    <a:pt x="28575" y="24289"/>
                  </a:lnTo>
                  <a:lnTo>
                    <a:pt x="27622" y="22860"/>
                  </a:lnTo>
                  <a:lnTo>
                    <a:pt x="26670" y="21907"/>
                  </a:lnTo>
                  <a:lnTo>
                    <a:pt x="26670" y="21431"/>
                  </a:lnTo>
                  <a:lnTo>
                    <a:pt x="28575" y="20479"/>
                  </a:lnTo>
                  <a:lnTo>
                    <a:pt x="30956" y="19050"/>
                  </a:lnTo>
                  <a:lnTo>
                    <a:pt x="31909" y="18574"/>
                  </a:lnTo>
                  <a:lnTo>
                    <a:pt x="34766" y="16192"/>
                  </a:lnTo>
                  <a:lnTo>
                    <a:pt x="40005" y="10477"/>
                  </a:lnTo>
                  <a:lnTo>
                    <a:pt x="43815" y="9049"/>
                  </a:lnTo>
                  <a:lnTo>
                    <a:pt x="47625" y="7620"/>
                  </a:lnTo>
                  <a:lnTo>
                    <a:pt x="48101" y="7144"/>
                  </a:lnTo>
                  <a:lnTo>
                    <a:pt x="47148" y="6667"/>
                  </a:lnTo>
                  <a:lnTo>
                    <a:pt x="44767" y="4286"/>
                  </a:lnTo>
                  <a:lnTo>
                    <a:pt x="41910" y="476"/>
                  </a:lnTo>
                  <a:lnTo>
                    <a:pt x="40957" y="0"/>
                  </a:lnTo>
                  <a:lnTo>
                    <a:pt x="39052" y="0"/>
                  </a:lnTo>
                  <a:lnTo>
                    <a:pt x="36195" y="1429"/>
                  </a:lnTo>
                  <a:lnTo>
                    <a:pt x="33338" y="3334"/>
                  </a:lnTo>
                  <a:lnTo>
                    <a:pt x="28575" y="5239"/>
                  </a:lnTo>
                  <a:lnTo>
                    <a:pt x="24765" y="6191"/>
                  </a:lnTo>
                  <a:lnTo>
                    <a:pt x="24289" y="7620"/>
                  </a:lnTo>
                  <a:lnTo>
                    <a:pt x="23336" y="10001"/>
                  </a:lnTo>
                  <a:lnTo>
                    <a:pt x="21907" y="11430"/>
                  </a:lnTo>
                  <a:lnTo>
                    <a:pt x="18573" y="11906"/>
                  </a:lnTo>
                  <a:lnTo>
                    <a:pt x="17145" y="13811"/>
                  </a:lnTo>
                  <a:lnTo>
                    <a:pt x="14288" y="17621"/>
                  </a:lnTo>
                  <a:lnTo>
                    <a:pt x="12382" y="19526"/>
                  </a:lnTo>
                  <a:lnTo>
                    <a:pt x="13335" y="20479"/>
                  </a:lnTo>
                  <a:lnTo>
                    <a:pt x="15240" y="25717"/>
                  </a:lnTo>
                  <a:close/>
                  <a:moveTo>
                    <a:pt x="421005" y="234315"/>
                  </a:moveTo>
                  <a:lnTo>
                    <a:pt x="420528" y="232410"/>
                  </a:lnTo>
                  <a:lnTo>
                    <a:pt x="420052" y="228124"/>
                  </a:lnTo>
                  <a:lnTo>
                    <a:pt x="419100" y="221932"/>
                  </a:lnTo>
                  <a:lnTo>
                    <a:pt x="418147" y="217646"/>
                  </a:lnTo>
                  <a:lnTo>
                    <a:pt x="416719" y="218122"/>
                  </a:lnTo>
                  <a:lnTo>
                    <a:pt x="415766" y="220027"/>
                  </a:lnTo>
                  <a:lnTo>
                    <a:pt x="415766" y="221456"/>
                  </a:lnTo>
                  <a:lnTo>
                    <a:pt x="413385" y="222409"/>
                  </a:lnTo>
                  <a:lnTo>
                    <a:pt x="408622" y="222409"/>
                  </a:lnTo>
                  <a:lnTo>
                    <a:pt x="403860" y="221456"/>
                  </a:lnTo>
                  <a:lnTo>
                    <a:pt x="400526" y="220980"/>
                  </a:lnTo>
                  <a:lnTo>
                    <a:pt x="398145" y="221456"/>
                  </a:lnTo>
                  <a:lnTo>
                    <a:pt x="390048" y="224790"/>
                  </a:lnTo>
                  <a:lnTo>
                    <a:pt x="387191" y="225266"/>
                  </a:lnTo>
                  <a:lnTo>
                    <a:pt x="378142" y="224790"/>
                  </a:lnTo>
                  <a:lnTo>
                    <a:pt x="372903" y="224314"/>
                  </a:lnTo>
                  <a:lnTo>
                    <a:pt x="369094" y="224314"/>
                  </a:lnTo>
                  <a:lnTo>
                    <a:pt x="366713" y="225266"/>
                  </a:lnTo>
                  <a:lnTo>
                    <a:pt x="363378" y="227647"/>
                  </a:lnTo>
                  <a:lnTo>
                    <a:pt x="360521" y="229076"/>
                  </a:lnTo>
                  <a:lnTo>
                    <a:pt x="359092" y="229076"/>
                  </a:lnTo>
                  <a:lnTo>
                    <a:pt x="358140" y="228124"/>
                  </a:lnTo>
                  <a:lnTo>
                    <a:pt x="357188" y="226695"/>
                  </a:lnTo>
                  <a:lnTo>
                    <a:pt x="356711" y="222885"/>
                  </a:lnTo>
                  <a:lnTo>
                    <a:pt x="355282" y="218599"/>
                  </a:lnTo>
                  <a:lnTo>
                    <a:pt x="356235" y="216694"/>
                  </a:lnTo>
                  <a:lnTo>
                    <a:pt x="358616" y="215265"/>
                  </a:lnTo>
                  <a:lnTo>
                    <a:pt x="359569" y="211931"/>
                  </a:lnTo>
                  <a:lnTo>
                    <a:pt x="358616" y="207169"/>
                  </a:lnTo>
                  <a:lnTo>
                    <a:pt x="358616" y="203835"/>
                  </a:lnTo>
                  <a:lnTo>
                    <a:pt x="359092" y="201930"/>
                  </a:lnTo>
                  <a:lnTo>
                    <a:pt x="358140" y="197167"/>
                  </a:lnTo>
                  <a:lnTo>
                    <a:pt x="355759" y="189547"/>
                  </a:lnTo>
                  <a:lnTo>
                    <a:pt x="351948" y="183356"/>
                  </a:lnTo>
                  <a:lnTo>
                    <a:pt x="347186" y="178594"/>
                  </a:lnTo>
                  <a:lnTo>
                    <a:pt x="343852" y="174307"/>
                  </a:lnTo>
                  <a:lnTo>
                    <a:pt x="342423" y="170021"/>
                  </a:lnTo>
                  <a:lnTo>
                    <a:pt x="342900" y="160020"/>
                  </a:lnTo>
                  <a:lnTo>
                    <a:pt x="344328" y="150971"/>
                  </a:lnTo>
                  <a:lnTo>
                    <a:pt x="345281" y="143827"/>
                  </a:lnTo>
                  <a:lnTo>
                    <a:pt x="344805" y="131921"/>
                  </a:lnTo>
                  <a:lnTo>
                    <a:pt x="341471" y="124301"/>
                  </a:lnTo>
                  <a:lnTo>
                    <a:pt x="340995" y="116205"/>
                  </a:lnTo>
                  <a:lnTo>
                    <a:pt x="342900" y="107156"/>
                  </a:lnTo>
                  <a:lnTo>
                    <a:pt x="343376" y="100965"/>
                  </a:lnTo>
                  <a:lnTo>
                    <a:pt x="341947" y="97631"/>
                  </a:lnTo>
                  <a:lnTo>
                    <a:pt x="340995" y="97155"/>
                  </a:lnTo>
                  <a:lnTo>
                    <a:pt x="340042" y="96679"/>
                  </a:lnTo>
                  <a:lnTo>
                    <a:pt x="331946" y="96202"/>
                  </a:lnTo>
                  <a:lnTo>
                    <a:pt x="320992" y="95726"/>
                  </a:lnTo>
                  <a:lnTo>
                    <a:pt x="311467" y="95726"/>
                  </a:lnTo>
                  <a:lnTo>
                    <a:pt x="300990" y="95726"/>
                  </a:lnTo>
                  <a:lnTo>
                    <a:pt x="299085" y="94774"/>
                  </a:lnTo>
                  <a:lnTo>
                    <a:pt x="298132" y="92869"/>
                  </a:lnTo>
                  <a:lnTo>
                    <a:pt x="298132" y="90964"/>
                  </a:lnTo>
                  <a:lnTo>
                    <a:pt x="300038" y="84772"/>
                  </a:lnTo>
                  <a:lnTo>
                    <a:pt x="299561" y="84296"/>
                  </a:lnTo>
                  <a:lnTo>
                    <a:pt x="295751" y="84296"/>
                  </a:lnTo>
                  <a:lnTo>
                    <a:pt x="285750" y="85249"/>
                  </a:lnTo>
                  <a:lnTo>
                    <a:pt x="279082" y="86201"/>
                  </a:lnTo>
                  <a:lnTo>
                    <a:pt x="274796" y="86677"/>
                  </a:lnTo>
                  <a:lnTo>
                    <a:pt x="267652" y="88582"/>
                  </a:lnTo>
                  <a:lnTo>
                    <a:pt x="263366" y="92392"/>
                  </a:lnTo>
                  <a:lnTo>
                    <a:pt x="261938" y="97155"/>
                  </a:lnTo>
                  <a:lnTo>
                    <a:pt x="261938" y="100965"/>
                  </a:lnTo>
                  <a:lnTo>
                    <a:pt x="261461" y="103822"/>
                  </a:lnTo>
                  <a:lnTo>
                    <a:pt x="259556" y="106680"/>
                  </a:lnTo>
                  <a:lnTo>
                    <a:pt x="258127" y="110014"/>
                  </a:lnTo>
                  <a:lnTo>
                    <a:pt x="258127" y="111919"/>
                  </a:lnTo>
                  <a:lnTo>
                    <a:pt x="257175" y="120491"/>
                  </a:lnTo>
                  <a:lnTo>
                    <a:pt x="250507" y="121444"/>
                  </a:lnTo>
                  <a:lnTo>
                    <a:pt x="243840" y="121444"/>
                  </a:lnTo>
                  <a:lnTo>
                    <a:pt x="242411" y="121444"/>
                  </a:lnTo>
                  <a:lnTo>
                    <a:pt x="234315" y="119539"/>
                  </a:lnTo>
                  <a:lnTo>
                    <a:pt x="231457" y="119539"/>
                  </a:lnTo>
                  <a:lnTo>
                    <a:pt x="228600" y="120491"/>
                  </a:lnTo>
                  <a:lnTo>
                    <a:pt x="223361" y="121444"/>
                  </a:lnTo>
                  <a:lnTo>
                    <a:pt x="218598" y="122396"/>
                  </a:lnTo>
                  <a:lnTo>
                    <a:pt x="213836" y="124777"/>
                  </a:lnTo>
                  <a:lnTo>
                    <a:pt x="212407" y="124777"/>
                  </a:lnTo>
                  <a:lnTo>
                    <a:pt x="209073" y="123349"/>
                  </a:lnTo>
                  <a:lnTo>
                    <a:pt x="204311" y="123349"/>
                  </a:lnTo>
                  <a:lnTo>
                    <a:pt x="199548" y="123825"/>
                  </a:lnTo>
                  <a:lnTo>
                    <a:pt x="197167" y="124301"/>
                  </a:lnTo>
                  <a:lnTo>
                    <a:pt x="195739" y="123349"/>
                  </a:lnTo>
                  <a:lnTo>
                    <a:pt x="191452" y="116681"/>
                  </a:lnTo>
                  <a:lnTo>
                    <a:pt x="185738" y="108109"/>
                  </a:lnTo>
                  <a:lnTo>
                    <a:pt x="182880" y="102870"/>
                  </a:lnTo>
                  <a:lnTo>
                    <a:pt x="181927" y="101441"/>
                  </a:lnTo>
                  <a:lnTo>
                    <a:pt x="180022" y="99536"/>
                  </a:lnTo>
                  <a:lnTo>
                    <a:pt x="177165" y="96202"/>
                  </a:lnTo>
                  <a:lnTo>
                    <a:pt x="176213" y="92869"/>
                  </a:lnTo>
                  <a:lnTo>
                    <a:pt x="176689" y="89535"/>
                  </a:lnTo>
                  <a:lnTo>
                    <a:pt x="175260" y="85249"/>
                  </a:lnTo>
                  <a:lnTo>
                    <a:pt x="171450" y="80010"/>
                  </a:lnTo>
                  <a:lnTo>
                    <a:pt x="169069" y="74771"/>
                  </a:lnTo>
                  <a:lnTo>
                    <a:pt x="168116" y="70009"/>
                  </a:lnTo>
                  <a:lnTo>
                    <a:pt x="167640" y="65722"/>
                  </a:lnTo>
                  <a:lnTo>
                    <a:pt x="168116" y="62389"/>
                  </a:lnTo>
                  <a:lnTo>
                    <a:pt x="167640" y="60007"/>
                  </a:lnTo>
                  <a:lnTo>
                    <a:pt x="165735" y="58102"/>
                  </a:lnTo>
                  <a:lnTo>
                    <a:pt x="164782" y="56197"/>
                  </a:lnTo>
                  <a:lnTo>
                    <a:pt x="163830" y="55245"/>
                  </a:lnTo>
                  <a:lnTo>
                    <a:pt x="162401" y="53340"/>
                  </a:lnTo>
                  <a:lnTo>
                    <a:pt x="158591" y="50959"/>
                  </a:lnTo>
                  <a:lnTo>
                    <a:pt x="154781" y="50006"/>
                  </a:lnTo>
                  <a:lnTo>
                    <a:pt x="146209" y="50006"/>
                  </a:lnTo>
                  <a:lnTo>
                    <a:pt x="134778" y="50006"/>
                  </a:lnTo>
                  <a:lnTo>
                    <a:pt x="124301" y="50006"/>
                  </a:lnTo>
                  <a:lnTo>
                    <a:pt x="112871" y="50006"/>
                  </a:lnTo>
                  <a:lnTo>
                    <a:pt x="101441" y="50006"/>
                  </a:lnTo>
                  <a:lnTo>
                    <a:pt x="98107" y="50482"/>
                  </a:lnTo>
                  <a:lnTo>
                    <a:pt x="89059" y="50482"/>
                  </a:lnTo>
                  <a:lnTo>
                    <a:pt x="81915" y="50006"/>
                  </a:lnTo>
                  <a:lnTo>
                    <a:pt x="79057" y="49530"/>
                  </a:lnTo>
                  <a:lnTo>
                    <a:pt x="74295" y="49054"/>
                  </a:lnTo>
                  <a:lnTo>
                    <a:pt x="67151" y="49054"/>
                  </a:lnTo>
                  <a:lnTo>
                    <a:pt x="63341" y="49054"/>
                  </a:lnTo>
                  <a:lnTo>
                    <a:pt x="53816" y="49054"/>
                  </a:lnTo>
                  <a:lnTo>
                    <a:pt x="52864" y="49054"/>
                  </a:lnTo>
                  <a:lnTo>
                    <a:pt x="51435" y="49530"/>
                  </a:lnTo>
                  <a:lnTo>
                    <a:pt x="47625" y="48577"/>
                  </a:lnTo>
                  <a:lnTo>
                    <a:pt x="43815" y="49054"/>
                  </a:lnTo>
                  <a:lnTo>
                    <a:pt x="41910" y="50482"/>
                  </a:lnTo>
                  <a:lnTo>
                    <a:pt x="34290" y="53816"/>
                  </a:lnTo>
                  <a:lnTo>
                    <a:pt x="26194" y="55245"/>
                  </a:lnTo>
                  <a:lnTo>
                    <a:pt x="20478" y="56674"/>
                  </a:lnTo>
                  <a:lnTo>
                    <a:pt x="17621" y="57150"/>
                  </a:lnTo>
                  <a:lnTo>
                    <a:pt x="17145" y="58102"/>
                  </a:lnTo>
                  <a:lnTo>
                    <a:pt x="19050" y="60007"/>
                  </a:lnTo>
                  <a:lnTo>
                    <a:pt x="21431" y="65722"/>
                  </a:lnTo>
                  <a:lnTo>
                    <a:pt x="25717" y="73819"/>
                  </a:lnTo>
                  <a:lnTo>
                    <a:pt x="36195" y="86201"/>
                  </a:lnTo>
                  <a:lnTo>
                    <a:pt x="37623" y="95726"/>
                  </a:lnTo>
                  <a:lnTo>
                    <a:pt x="45244" y="114300"/>
                  </a:lnTo>
                  <a:lnTo>
                    <a:pt x="55245" y="134302"/>
                  </a:lnTo>
                  <a:lnTo>
                    <a:pt x="54769" y="137636"/>
                  </a:lnTo>
                  <a:lnTo>
                    <a:pt x="54769" y="140494"/>
                  </a:lnTo>
                  <a:lnTo>
                    <a:pt x="55245" y="142875"/>
                  </a:lnTo>
                  <a:lnTo>
                    <a:pt x="54769" y="144780"/>
                  </a:lnTo>
                  <a:lnTo>
                    <a:pt x="44291" y="155734"/>
                  </a:lnTo>
                  <a:lnTo>
                    <a:pt x="43815" y="154781"/>
                  </a:lnTo>
                  <a:lnTo>
                    <a:pt x="44767" y="153352"/>
                  </a:lnTo>
                  <a:lnTo>
                    <a:pt x="45244" y="152400"/>
                  </a:lnTo>
                  <a:lnTo>
                    <a:pt x="43815" y="153352"/>
                  </a:lnTo>
                  <a:lnTo>
                    <a:pt x="42386" y="155734"/>
                  </a:lnTo>
                  <a:lnTo>
                    <a:pt x="42386" y="157639"/>
                  </a:lnTo>
                  <a:lnTo>
                    <a:pt x="45244" y="163830"/>
                  </a:lnTo>
                  <a:lnTo>
                    <a:pt x="48101" y="169069"/>
                  </a:lnTo>
                  <a:lnTo>
                    <a:pt x="49530" y="174307"/>
                  </a:lnTo>
                  <a:lnTo>
                    <a:pt x="50006" y="179546"/>
                  </a:lnTo>
                  <a:lnTo>
                    <a:pt x="52864" y="183832"/>
                  </a:lnTo>
                  <a:lnTo>
                    <a:pt x="54292" y="189547"/>
                  </a:lnTo>
                  <a:lnTo>
                    <a:pt x="60007" y="198120"/>
                  </a:lnTo>
                  <a:lnTo>
                    <a:pt x="61436" y="203835"/>
                  </a:lnTo>
                  <a:lnTo>
                    <a:pt x="64770" y="207169"/>
                  </a:lnTo>
                  <a:lnTo>
                    <a:pt x="67627" y="211455"/>
                  </a:lnTo>
                  <a:lnTo>
                    <a:pt x="68103" y="215741"/>
                  </a:lnTo>
                  <a:lnTo>
                    <a:pt x="71438" y="221456"/>
                  </a:lnTo>
                  <a:lnTo>
                    <a:pt x="71914" y="225742"/>
                  </a:lnTo>
                  <a:lnTo>
                    <a:pt x="69532" y="240506"/>
                  </a:lnTo>
                  <a:lnTo>
                    <a:pt x="69532" y="251460"/>
                  </a:lnTo>
                  <a:lnTo>
                    <a:pt x="66198" y="261938"/>
                  </a:lnTo>
                  <a:lnTo>
                    <a:pt x="63341" y="267652"/>
                  </a:lnTo>
                  <a:lnTo>
                    <a:pt x="57150" y="275749"/>
                  </a:lnTo>
                  <a:lnTo>
                    <a:pt x="48577" y="280035"/>
                  </a:lnTo>
                  <a:lnTo>
                    <a:pt x="42386" y="284321"/>
                  </a:lnTo>
                  <a:lnTo>
                    <a:pt x="39528" y="292894"/>
                  </a:lnTo>
                  <a:lnTo>
                    <a:pt x="27622" y="306705"/>
                  </a:lnTo>
                  <a:lnTo>
                    <a:pt x="26194" y="317659"/>
                  </a:lnTo>
                  <a:lnTo>
                    <a:pt x="21907" y="327184"/>
                  </a:lnTo>
                  <a:lnTo>
                    <a:pt x="18573" y="347663"/>
                  </a:lnTo>
                  <a:lnTo>
                    <a:pt x="11430" y="368617"/>
                  </a:lnTo>
                  <a:lnTo>
                    <a:pt x="9525" y="377666"/>
                  </a:lnTo>
                  <a:lnTo>
                    <a:pt x="8096" y="381952"/>
                  </a:lnTo>
                  <a:lnTo>
                    <a:pt x="5715" y="384810"/>
                  </a:lnTo>
                  <a:lnTo>
                    <a:pt x="3810" y="386715"/>
                  </a:lnTo>
                  <a:lnTo>
                    <a:pt x="476" y="389096"/>
                  </a:lnTo>
                  <a:lnTo>
                    <a:pt x="952" y="391954"/>
                  </a:lnTo>
                  <a:lnTo>
                    <a:pt x="1905" y="394335"/>
                  </a:lnTo>
                  <a:lnTo>
                    <a:pt x="2857" y="411956"/>
                  </a:lnTo>
                  <a:lnTo>
                    <a:pt x="2857" y="418624"/>
                  </a:lnTo>
                  <a:lnTo>
                    <a:pt x="1428" y="424339"/>
                  </a:lnTo>
                  <a:lnTo>
                    <a:pt x="0" y="437197"/>
                  </a:lnTo>
                  <a:lnTo>
                    <a:pt x="5239" y="436245"/>
                  </a:lnTo>
                  <a:lnTo>
                    <a:pt x="9048" y="434340"/>
                  </a:lnTo>
                  <a:lnTo>
                    <a:pt x="12382" y="434340"/>
                  </a:lnTo>
                  <a:lnTo>
                    <a:pt x="15716" y="435769"/>
                  </a:lnTo>
                  <a:lnTo>
                    <a:pt x="19526" y="435769"/>
                  </a:lnTo>
                  <a:lnTo>
                    <a:pt x="20955" y="435292"/>
                  </a:lnTo>
                  <a:lnTo>
                    <a:pt x="27146" y="435292"/>
                  </a:lnTo>
                  <a:lnTo>
                    <a:pt x="30956" y="433388"/>
                  </a:lnTo>
                  <a:lnTo>
                    <a:pt x="35242" y="431482"/>
                  </a:lnTo>
                  <a:lnTo>
                    <a:pt x="37623" y="430054"/>
                  </a:lnTo>
                  <a:lnTo>
                    <a:pt x="40957" y="428625"/>
                  </a:lnTo>
                  <a:lnTo>
                    <a:pt x="45720" y="427196"/>
                  </a:lnTo>
                  <a:lnTo>
                    <a:pt x="48577" y="427196"/>
                  </a:lnTo>
                  <a:lnTo>
                    <a:pt x="51911" y="427672"/>
                  </a:lnTo>
                  <a:lnTo>
                    <a:pt x="56197" y="428149"/>
                  </a:lnTo>
                  <a:lnTo>
                    <a:pt x="58578" y="429101"/>
                  </a:lnTo>
                  <a:lnTo>
                    <a:pt x="61436" y="432435"/>
                  </a:lnTo>
                  <a:lnTo>
                    <a:pt x="65722" y="435769"/>
                  </a:lnTo>
                  <a:lnTo>
                    <a:pt x="69056" y="437674"/>
                  </a:lnTo>
                  <a:lnTo>
                    <a:pt x="72866" y="440055"/>
                  </a:lnTo>
                  <a:lnTo>
                    <a:pt x="73819" y="441007"/>
                  </a:lnTo>
                  <a:lnTo>
                    <a:pt x="75723" y="441484"/>
                  </a:lnTo>
                  <a:lnTo>
                    <a:pt x="76676" y="441484"/>
                  </a:lnTo>
                  <a:lnTo>
                    <a:pt x="83820" y="441007"/>
                  </a:lnTo>
                  <a:lnTo>
                    <a:pt x="90011" y="440531"/>
                  </a:lnTo>
                  <a:lnTo>
                    <a:pt x="97155" y="440531"/>
                  </a:lnTo>
                  <a:lnTo>
                    <a:pt x="110014" y="440531"/>
                  </a:lnTo>
                  <a:lnTo>
                    <a:pt x="122872" y="440531"/>
                  </a:lnTo>
                  <a:lnTo>
                    <a:pt x="135731" y="440531"/>
                  </a:lnTo>
                  <a:lnTo>
                    <a:pt x="148590" y="440531"/>
                  </a:lnTo>
                  <a:lnTo>
                    <a:pt x="161448" y="440531"/>
                  </a:lnTo>
                  <a:lnTo>
                    <a:pt x="174307" y="440531"/>
                  </a:lnTo>
                  <a:lnTo>
                    <a:pt x="187166" y="440531"/>
                  </a:lnTo>
                  <a:lnTo>
                    <a:pt x="200025" y="440531"/>
                  </a:lnTo>
                  <a:lnTo>
                    <a:pt x="205264" y="440531"/>
                  </a:lnTo>
                  <a:lnTo>
                    <a:pt x="214789" y="440531"/>
                  </a:lnTo>
                  <a:lnTo>
                    <a:pt x="224790" y="440531"/>
                  </a:lnTo>
                  <a:lnTo>
                    <a:pt x="225742" y="440531"/>
                  </a:lnTo>
                  <a:lnTo>
                    <a:pt x="226695" y="441007"/>
                  </a:lnTo>
                  <a:lnTo>
                    <a:pt x="227647" y="441484"/>
                  </a:lnTo>
                  <a:lnTo>
                    <a:pt x="230981" y="445770"/>
                  </a:lnTo>
                  <a:lnTo>
                    <a:pt x="235267" y="450532"/>
                  </a:lnTo>
                  <a:lnTo>
                    <a:pt x="239077" y="452914"/>
                  </a:lnTo>
                  <a:lnTo>
                    <a:pt x="243364" y="454342"/>
                  </a:lnTo>
                  <a:lnTo>
                    <a:pt x="247650" y="454819"/>
                  </a:lnTo>
                  <a:lnTo>
                    <a:pt x="251460" y="454342"/>
                  </a:lnTo>
                  <a:lnTo>
                    <a:pt x="257651" y="454819"/>
                  </a:lnTo>
                  <a:lnTo>
                    <a:pt x="266700" y="456247"/>
                  </a:lnTo>
                  <a:lnTo>
                    <a:pt x="275748" y="456724"/>
                  </a:lnTo>
                  <a:lnTo>
                    <a:pt x="285273" y="456247"/>
                  </a:lnTo>
                  <a:lnTo>
                    <a:pt x="291941" y="457200"/>
                  </a:lnTo>
                  <a:lnTo>
                    <a:pt x="295751" y="459581"/>
                  </a:lnTo>
                  <a:lnTo>
                    <a:pt x="299561" y="461010"/>
                  </a:lnTo>
                  <a:lnTo>
                    <a:pt x="303847" y="461963"/>
                  </a:lnTo>
                  <a:lnTo>
                    <a:pt x="309563" y="461486"/>
                  </a:lnTo>
                  <a:lnTo>
                    <a:pt x="316706" y="459581"/>
                  </a:lnTo>
                  <a:lnTo>
                    <a:pt x="322421" y="460057"/>
                  </a:lnTo>
                  <a:lnTo>
                    <a:pt x="325278" y="461486"/>
                  </a:lnTo>
                  <a:lnTo>
                    <a:pt x="326707" y="461486"/>
                  </a:lnTo>
                  <a:lnTo>
                    <a:pt x="337185" y="459581"/>
                  </a:lnTo>
                  <a:lnTo>
                    <a:pt x="345281" y="458152"/>
                  </a:lnTo>
                  <a:lnTo>
                    <a:pt x="357664" y="455771"/>
                  </a:lnTo>
                  <a:lnTo>
                    <a:pt x="367665" y="453866"/>
                  </a:lnTo>
                  <a:lnTo>
                    <a:pt x="382905" y="451009"/>
                  </a:lnTo>
                  <a:lnTo>
                    <a:pt x="393382" y="449104"/>
                  </a:lnTo>
                  <a:lnTo>
                    <a:pt x="386715" y="443389"/>
                  </a:lnTo>
                  <a:lnTo>
                    <a:pt x="379095" y="436721"/>
                  </a:lnTo>
                  <a:lnTo>
                    <a:pt x="370998" y="429577"/>
                  </a:lnTo>
                  <a:lnTo>
                    <a:pt x="364807" y="423863"/>
                  </a:lnTo>
                  <a:lnTo>
                    <a:pt x="361950" y="420529"/>
                  </a:lnTo>
                  <a:lnTo>
                    <a:pt x="356711" y="416242"/>
                  </a:lnTo>
                  <a:lnTo>
                    <a:pt x="352901" y="414338"/>
                  </a:lnTo>
                  <a:lnTo>
                    <a:pt x="351472" y="413385"/>
                  </a:lnTo>
                  <a:lnTo>
                    <a:pt x="347663" y="401955"/>
                  </a:lnTo>
                  <a:lnTo>
                    <a:pt x="345757" y="391477"/>
                  </a:lnTo>
                  <a:lnTo>
                    <a:pt x="345757" y="383381"/>
                  </a:lnTo>
                  <a:lnTo>
                    <a:pt x="345757" y="372427"/>
                  </a:lnTo>
                  <a:lnTo>
                    <a:pt x="345757" y="361474"/>
                  </a:lnTo>
                  <a:lnTo>
                    <a:pt x="345757" y="350520"/>
                  </a:lnTo>
                  <a:lnTo>
                    <a:pt x="345757" y="339566"/>
                  </a:lnTo>
                  <a:lnTo>
                    <a:pt x="345757" y="328613"/>
                  </a:lnTo>
                  <a:lnTo>
                    <a:pt x="345757" y="317659"/>
                  </a:lnTo>
                  <a:lnTo>
                    <a:pt x="345757" y="306705"/>
                  </a:lnTo>
                  <a:lnTo>
                    <a:pt x="345757" y="295751"/>
                  </a:lnTo>
                  <a:lnTo>
                    <a:pt x="345757" y="290513"/>
                  </a:lnTo>
                  <a:lnTo>
                    <a:pt x="353377" y="290513"/>
                  </a:lnTo>
                  <a:lnTo>
                    <a:pt x="362426" y="290513"/>
                  </a:lnTo>
                  <a:lnTo>
                    <a:pt x="371951" y="290513"/>
                  </a:lnTo>
                  <a:lnTo>
                    <a:pt x="381952" y="290513"/>
                  </a:lnTo>
                  <a:lnTo>
                    <a:pt x="391953" y="290513"/>
                  </a:lnTo>
                  <a:lnTo>
                    <a:pt x="401955" y="290513"/>
                  </a:lnTo>
                  <a:lnTo>
                    <a:pt x="409098" y="290513"/>
                  </a:lnTo>
                  <a:lnTo>
                    <a:pt x="411003" y="290513"/>
                  </a:lnTo>
                  <a:lnTo>
                    <a:pt x="413385" y="290036"/>
                  </a:lnTo>
                  <a:lnTo>
                    <a:pt x="413385" y="289084"/>
                  </a:lnTo>
                  <a:lnTo>
                    <a:pt x="410527" y="283845"/>
                  </a:lnTo>
                  <a:lnTo>
                    <a:pt x="410527" y="281940"/>
                  </a:lnTo>
                  <a:lnTo>
                    <a:pt x="411480" y="278130"/>
                  </a:lnTo>
                  <a:lnTo>
                    <a:pt x="412909" y="274796"/>
                  </a:lnTo>
                  <a:lnTo>
                    <a:pt x="414338" y="270510"/>
                  </a:lnTo>
                  <a:lnTo>
                    <a:pt x="414338" y="268129"/>
                  </a:lnTo>
                  <a:lnTo>
                    <a:pt x="412909" y="260032"/>
                  </a:lnTo>
                  <a:lnTo>
                    <a:pt x="412909" y="255746"/>
                  </a:lnTo>
                  <a:lnTo>
                    <a:pt x="413385" y="250984"/>
                  </a:lnTo>
                  <a:lnTo>
                    <a:pt x="413861" y="246697"/>
                  </a:lnTo>
                  <a:lnTo>
                    <a:pt x="413385" y="243840"/>
                  </a:lnTo>
                  <a:lnTo>
                    <a:pt x="413861" y="242411"/>
                  </a:lnTo>
                  <a:lnTo>
                    <a:pt x="414814" y="240030"/>
                  </a:lnTo>
                  <a:lnTo>
                    <a:pt x="415290" y="237172"/>
                  </a:lnTo>
                  <a:lnTo>
                    <a:pt x="415766" y="236220"/>
                  </a:lnTo>
                  <a:lnTo>
                    <a:pt x="421005" y="234315"/>
                  </a:lnTo>
                  <a:close/>
                </a:path>
              </a:pathLst>
            </a:custGeom>
            <a:grpFill/>
            <a:ln w="317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362D97E9-BEF2-415D-BAAD-DE3F4224FDD9}"/>
                </a:ext>
              </a:extLst>
            </p:cNvPr>
            <p:cNvSpPr/>
            <p:nvPr/>
          </p:nvSpPr>
          <p:spPr>
            <a:xfrm>
              <a:off x="7195661" y="2827019"/>
              <a:ext cx="108584" cy="95249"/>
            </a:xfrm>
            <a:custGeom>
              <a:avLst/>
              <a:gdLst>
                <a:gd name="connsiteX0" fmla="*/ 71438 w 108584"/>
                <a:gd name="connsiteY0" fmla="*/ 25717 h 95249"/>
                <a:gd name="connsiteX1" fmla="*/ 71438 w 108584"/>
                <a:gd name="connsiteY1" fmla="*/ 27146 h 95249"/>
                <a:gd name="connsiteX2" fmla="*/ 72866 w 108584"/>
                <a:gd name="connsiteY2" fmla="*/ 27622 h 95249"/>
                <a:gd name="connsiteX3" fmla="*/ 74295 w 108584"/>
                <a:gd name="connsiteY3" fmla="*/ 27146 h 95249"/>
                <a:gd name="connsiteX4" fmla="*/ 74771 w 108584"/>
                <a:gd name="connsiteY4" fmla="*/ 25717 h 95249"/>
                <a:gd name="connsiteX5" fmla="*/ 73819 w 108584"/>
                <a:gd name="connsiteY5" fmla="*/ 25241 h 95249"/>
                <a:gd name="connsiteX6" fmla="*/ 72866 w 108584"/>
                <a:gd name="connsiteY6" fmla="*/ 25241 h 95249"/>
                <a:gd name="connsiteX7" fmla="*/ 71438 w 108584"/>
                <a:gd name="connsiteY7" fmla="*/ 25717 h 95249"/>
                <a:gd name="connsiteX8" fmla="*/ 105251 w 108584"/>
                <a:gd name="connsiteY8" fmla="*/ 83344 h 95249"/>
                <a:gd name="connsiteX9" fmla="*/ 107632 w 108584"/>
                <a:gd name="connsiteY9" fmla="*/ 83344 h 95249"/>
                <a:gd name="connsiteX10" fmla="*/ 108585 w 108584"/>
                <a:gd name="connsiteY10" fmla="*/ 82391 h 95249"/>
                <a:gd name="connsiteX11" fmla="*/ 105727 w 108584"/>
                <a:gd name="connsiteY11" fmla="*/ 79534 h 95249"/>
                <a:gd name="connsiteX12" fmla="*/ 103346 w 108584"/>
                <a:gd name="connsiteY12" fmla="*/ 77629 h 95249"/>
                <a:gd name="connsiteX13" fmla="*/ 101441 w 108584"/>
                <a:gd name="connsiteY13" fmla="*/ 76200 h 95249"/>
                <a:gd name="connsiteX14" fmla="*/ 100965 w 108584"/>
                <a:gd name="connsiteY14" fmla="*/ 75248 h 95249"/>
                <a:gd name="connsiteX15" fmla="*/ 100965 w 108584"/>
                <a:gd name="connsiteY15" fmla="*/ 74771 h 95249"/>
                <a:gd name="connsiteX16" fmla="*/ 101441 w 108584"/>
                <a:gd name="connsiteY16" fmla="*/ 74295 h 95249"/>
                <a:gd name="connsiteX17" fmla="*/ 104775 w 108584"/>
                <a:gd name="connsiteY17" fmla="*/ 72866 h 95249"/>
                <a:gd name="connsiteX18" fmla="*/ 105251 w 108584"/>
                <a:gd name="connsiteY18" fmla="*/ 71438 h 95249"/>
                <a:gd name="connsiteX19" fmla="*/ 105251 w 108584"/>
                <a:gd name="connsiteY19" fmla="*/ 69533 h 95249"/>
                <a:gd name="connsiteX20" fmla="*/ 100013 w 108584"/>
                <a:gd name="connsiteY20" fmla="*/ 67151 h 95249"/>
                <a:gd name="connsiteX21" fmla="*/ 95726 w 108584"/>
                <a:gd name="connsiteY21" fmla="*/ 68104 h 95249"/>
                <a:gd name="connsiteX22" fmla="*/ 91916 w 108584"/>
                <a:gd name="connsiteY22" fmla="*/ 65246 h 95249"/>
                <a:gd name="connsiteX23" fmla="*/ 89535 w 108584"/>
                <a:gd name="connsiteY23" fmla="*/ 62865 h 95249"/>
                <a:gd name="connsiteX24" fmla="*/ 86677 w 108584"/>
                <a:gd name="connsiteY24" fmla="*/ 60484 h 95249"/>
                <a:gd name="connsiteX25" fmla="*/ 84296 w 108584"/>
                <a:gd name="connsiteY25" fmla="*/ 59055 h 95249"/>
                <a:gd name="connsiteX26" fmla="*/ 81915 w 108584"/>
                <a:gd name="connsiteY26" fmla="*/ 56197 h 95249"/>
                <a:gd name="connsiteX27" fmla="*/ 77628 w 108584"/>
                <a:gd name="connsiteY27" fmla="*/ 53340 h 95249"/>
                <a:gd name="connsiteX28" fmla="*/ 74771 w 108584"/>
                <a:gd name="connsiteY28" fmla="*/ 52388 h 95249"/>
                <a:gd name="connsiteX29" fmla="*/ 74771 w 108584"/>
                <a:gd name="connsiteY29" fmla="*/ 51911 h 95249"/>
                <a:gd name="connsiteX30" fmla="*/ 75247 w 108584"/>
                <a:gd name="connsiteY30" fmla="*/ 51435 h 95249"/>
                <a:gd name="connsiteX31" fmla="*/ 76200 w 108584"/>
                <a:gd name="connsiteY31" fmla="*/ 50959 h 95249"/>
                <a:gd name="connsiteX32" fmla="*/ 83820 w 108584"/>
                <a:gd name="connsiteY32" fmla="*/ 50959 h 95249"/>
                <a:gd name="connsiteX33" fmla="*/ 84772 w 108584"/>
                <a:gd name="connsiteY33" fmla="*/ 50483 h 95249"/>
                <a:gd name="connsiteX34" fmla="*/ 85249 w 108584"/>
                <a:gd name="connsiteY34" fmla="*/ 49054 h 95249"/>
                <a:gd name="connsiteX35" fmla="*/ 86201 w 108584"/>
                <a:gd name="connsiteY35" fmla="*/ 47149 h 95249"/>
                <a:gd name="connsiteX36" fmla="*/ 87630 w 108584"/>
                <a:gd name="connsiteY36" fmla="*/ 44291 h 95249"/>
                <a:gd name="connsiteX37" fmla="*/ 87630 w 108584"/>
                <a:gd name="connsiteY37" fmla="*/ 41910 h 95249"/>
                <a:gd name="connsiteX38" fmla="*/ 80010 w 108584"/>
                <a:gd name="connsiteY38" fmla="*/ 38100 h 95249"/>
                <a:gd name="connsiteX39" fmla="*/ 74295 w 108584"/>
                <a:gd name="connsiteY39" fmla="*/ 34766 h 95249"/>
                <a:gd name="connsiteX40" fmla="*/ 70485 w 108584"/>
                <a:gd name="connsiteY40" fmla="*/ 30004 h 95249"/>
                <a:gd name="connsiteX41" fmla="*/ 67627 w 108584"/>
                <a:gd name="connsiteY41" fmla="*/ 25717 h 95249"/>
                <a:gd name="connsiteX42" fmla="*/ 67627 w 108584"/>
                <a:gd name="connsiteY42" fmla="*/ 24289 h 95249"/>
                <a:gd name="connsiteX43" fmla="*/ 68580 w 108584"/>
                <a:gd name="connsiteY43" fmla="*/ 22860 h 95249"/>
                <a:gd name="connsiteX44" fmla="*/ 74771 w 108584"/>
                <a:gd name="connsiteY44" fmla="*/ 19050 h 95249"/>
                <a:gd name="connsiteX45" fmla="*/ 75247 w 108584"/>
                <a:gd name="connsiteY45" fmla="*/ 18097 h 95249"/>
                <a:gd name="connsiteX46" fmla="*/ 75247 w 108584"/>
                <a:gd name="connsiteY46" fmla="*/ 17621 h 95249"/>
                <a:gd name="connsiteX47" fmla="*/ 72866 w 108584"/>
                <a:gd name="connsiteY47" fmla="*/ 15716 h 95249"/>
                <a:gd name="connsiteX48" fmla="*/ 70009 w 108584"/>
                <a:gd name="connsiteY48" fmla="*/ 13811 h 95249"/>
                <a:gd name="connsiteX49" fmla="*/ 69056 w 108584"/>
                <a:gd name="connsiteY49" fmla="*/ 12383 h 95249"/>
                <a:gd name="connsiteX50" fmla="*/ 67151 w 108584"/>
                <a:gd name="connsiteY50" fmla="*/ 11430 h 95249"/>
                <a:gd name="connsiteX51" fmla="*/ 63818 w 108584"/>
                <a:gd name="connsiteY51" fmla="*/ 11430 h 95249"/>
                <a:gd name="connsiteX52" fmla="*/ 58102 w 108584"/>
                <a:gd name="connsiteY52" fmla="*/ 9049 h 95249"/>
                <a:gd name="connsiteX53" fmla="*/ 56674 w 108584"/>
                <a:gd name="connsiteY53" fmla="*/ 8572 h 95249"/>
                <a:gd name="connsiteX54" fmla="*/ 56197 w 108584"/>
                <a:gd name="connsiteY54" fmla="*/ 8096 h 95249"/>
                <a:gd name="connsiteX55" fmla="*/ 56674 w 108584"/>
                <a:gd name="connsiteY55" fmla="*/ 7620 h 95249"/>
                <a:gd name="connsiteX56" fmla="*/ 60960 w 108584"/>
                <a:gd name="connsiteY56" fmla="*/ 6667 h 95249"/>
                <a:gd name="connsiteX57" fmla="*/ 60960 w 108584"/>
                <a:gd name="connsiteY57" fmla="*/ 5715 h 95249"/>
                <a:gd name="connsiteX58" fmla="*/ 59531 w 108584"/>
                <a:gd name="connsiteY58" fmla="*/ 4763 h 95249"/>
                <a:gd name="connsiteX59" fmla="*/ 57150 w 108584"/>
                <a:gd name="connsiteY59" fmla="*/ 3810 h 95249"/>
                <a:gd name="connsiteX60" fmla="*/ 55245 w 108584"/>
                <a:gd name="connsiteY60" fmla="*/ 1905 h 95249"/>
                <a:gd name="connsiteX61" fmla="*/ 54293 w 108584"/>
                <a:gd name="connsiteY61" fmla="*/ 0 h 95249"/>
                <a:gd name="connsiteX62" fmla="*/ 53340 w 108584"/>
                <a:gd name="connsiteY62" fmla="*/ 476 h 95249"/>
                <a:gd name="connsiteX63" fmla="*/ 47625 w 108584"/>
                <a:gd name="connsiteY63" fmla="*/ 1429 h 95249"/>
                <a:gd name="connsiteX64" fmla="*/ 47625 w 108584"/>
                <a:gd name="connsiteY64" fmla="*/ 1905 h 95249"/>
                <a:gd name="connsiteX65" fmla="*/ 49053 w 108584"/>
                <a:gd name="connsiteY65" fmla="*/ 2858 h 95249"/>
                <a:gd name="connsiteX66" fmla="*/ 48577 w 108584"/>
                <a:gd name="connsiteY66" fmla="*/ 3334 h 95249"/>
                <a:gd name="connsiteX67" fmla="*/ 39052 w 108584"/>
                <a:gd name="connsiteY67" fmla="*/ 3334 h 95249"/>
                <a:gd name="connsiteX68" fmla="*/ 35719 w 108584"/>
                <a:gd name="connsiteY68" fmla="*/ 3810 h 95249"/>
                <a:gd name="connsiteX69" fmla="*/ 27146 w 108584"/>
                <a:gd name="connsiteY69" fmla="*/ 2858 h 95249"/>
                <a:gd name="connsiteX70" fmla="*/ 24289 w 108584"/>
                <a:gd name="connsiteY70" fmla="*/ 3334 h 95249"/>
                <a:gd name="connsiteX71" fmla="*/ 21907 w 108584"/>
                <a:gd name="connsiteY71" fmla="*/ 4286 h 95249"/>
                <a:gd name="connsiteX72" fmla="*/ 16193 w 108584"/>
                <a:gd name="connsiteY72" fmla="*/ 5239 h 95249"/>
                <a:gd name="connsiteX73" fmla="*/ 12382 w 108584"/>
                <a:gd name="connsiteY73" fmla="*/ 6191 h 95249"/>
                <a:gd name="connsiteX74" fmla="*/ 7144 w 108584"/>
                <a:gd name="connsiteY74" fmla="*/ 6667 h 95249"/>
                <a:gd name="connsiteX75" fmla="*/ 1905 w 108584"/>
                <a:gd name="connsiteY75" fmla="*/ 6667 h 95249"/>
                <a:gd name="connsiteX76" fmla="*/ 0 w 108584"/>
                <a:gd name="connsiteY76" fmla="*/ 7144 h 95249"/>
                <a:gd name="connsiteX77" fmla="*/ 476 w 108584"/>
                <a:gd name="connsiteY77" fmla="*/ 9049 h 95249"/>
                <a:gd name="connsiteX78" fmla="*/ 2381 w 108584"/>
                <a:gd name="connsiteY78" fmla="*/ 11430 h 95249"/>
                <a:gd name="connsiteX79" fmla="*/ 4763 w 108584"/>
                <a:gd name="connsiteY79" fmla="*/ 12859 h 95249"/>
                <a:gd name="connsiteX80" fmla="*/ 6191 w 108584"/>
                <a:gd name="connsiteY80" fmla="*/ 14288 h 95249"/>
                <a:gd name="connsiteX81" fmla="*/ 8572 w 108584"/>
                <a:gd name="connsiteY81" fmla="*/ 19526 h 95249"/>
                <a:gd name="connsiteX82" fmla="*/ 9525 w 108584"/>
                <a:gd name="connsiteY82" fmla="*/ 22384 h 95249"/>
                <a:gd name="connsiteX83" fmla="*/ 9049 w 108584"/>
                <a:gd name="connsiteY83" fmla="*/ 25241 h 95249"/>
                <a:gd name="connsiteX84" fmla="*/ 7620 w 108584"/>
                <a:gd name="connsiteY84" fmla="*/ 28099 h 95249"/>
                <a:gd name="connsiteX85" fmla="*/ 4286 w 108584"/>
                <a:gd name="connsiteY85" fmla="*/ 31909 h 95249"/>
                <a:gd name="connsiteX86" fmla="*/ 5239 w 108584"/>
                <a:gd name="connsiteY86" fmla="*/ 33338 h 95249"/>
                <a:gd name="connsiteX87" fmla="*/ 6191 w 108584"/>
                <a:gd name="connsiteY87" fmla="*/ 35242 h 95249"/>
                <a:gd name="connsiteX88" fmla="*/ 5715 w 108584"/>
                <a:gd name="connsiteY88" fmla="*/ 36671 h 95249"/>
                <a:gd name="connsiteX89" fmla="*/ 8096 w 108584"/>
                <a:gd name="connsiteY89" fmla="*/ 41434 h 95249"/>
                <a:gd name="connsiteX90" fmla="*/ 9049 w 108584"/>
                <a:gd name="connsiteY90" fmla="*/ 44291 h 95249"/>
                <a:gd name="connsiteX91" fmla="*/ 8096 w 108584"/>
                <a:gd name="connsiteY91" fmla="*/ 44767 h 95249"/>
                <a:gd name="connsiteX92" fmla="*/ 7620 w 108584"/>
                <a:gd name="connsiteY92" fmla="*/ 45720 h 95249"/>
                <a:gd name="connsiteX93" fmla="*/ 11906 w 108584"/>
                <a:gd name="connsiteY93" fmla="*/ 48101 h 95249"/>
                <a:gd name="connsiteX94" fmla="*/ 17145 w 108584"/>
                <a:gd name="connsiteY94" fmla="*/ 50006 h 95249"/>
                <a:gd name="connsiteX95" fmla="*/ 19526 w 108584"/>
                <a:gd name="connsiteY95" fmla="*/ 50483 h 95249"/>
                <a:gd name="connsiteX96" fmla="*/ 25241 w 108584"/>
                <a:gd name="connsiteY96" fmla="*/ 49530 h 95249"/>
                <a:gd name="connsiteX97" fmla="*/ 29051 w 108584"/>
                <a:gd name="connsiteY97" fmla="*/ 49530 h 95249"/>
                <a:gd name="connsiteX98" fmla="*/ 32861 w 108584"/>
                <a:gd name="connsiteY98" fmla="*/ 51435 h 95249"/>
                <a:gd name="connsiteX99" fmla="*/ 38100 w 108584"/>
                <a:gd name="connsiteY99" fmla="*/ 55721 h 95249"/>
                <a:gd name="connsiteX100" fmla="*/ 43815 w 108584"/>
                <a:gd name="connsiteY100" fmla="*/ 61436 h 95249"/>
                <a:gd name="connsiteX101" fmla="*/ 44768 w 108584"/>
                <a:gd name="connsiteY101" fmla="*/ 63341 h 95249"/>
                <a:gd name="connsiteX102" fmla="*/ 48101 w 108584"/>
                <a:gd name="connsiteY102" fmla="*/ 62865 h 95249"/>
                <a:gd name="connsiteX103" fmla="*/ 53816 w 108584"/>
                <a:gd name="connsiteY103" fmla="*/ 60960 h 95249"/>
                <a:gd name="connsiteX104" fmla="*/ 55245 w 108584"/>
                <a:gd name="connsiteY104" fmla="*/ 61913 h 95249"/>
                <a:gd name="connsiteX105" fmla="*/ 56674 w 108584"/>
                <a:gd name="connsiteY105" fmla="*/ 63817 h 95249"/>
                <a:gd name="connsiteX106" fmla="*/ 57626 w 108584"/>
                <a:gd name="connsiteY106" fmla="*/ 65246 h 95249"/>
                <a:gd name="connsiteX107" fmla="*/ 57626 w 108584"/>
                <a:gd name="connsiteY107" fmla="*/ 68104 h 95249"/>
                <a:gd name="connsiteX108" fmla="*/ 58102 w 108584"/>
                <a:gd name="connsiteY108" fmla="*/ 68580 h 95249"/>
                <a:gd name="connsiteX109" fmla="*/ 60960 w 108584"/>
                <a:gd name="connsiteY109" fmla="*/ 67627 h 95249"/>
                <a:gd name="connsiteX110" fmla="*/ 62389 w 108584"/>
                <a:gd name="connsiteY110" fmla="*/ 68580 h 95249"/>
                <a:gd name="connsiteX111" fmla="*/ 64294 w 108584"/>
                <a:gd name="connsiteY111" fmla="*/ 70009 h 95249"/>
                <a:gd name="connsiteX112" fmla="*/ 68103 w 108584"/>
                <a:gd name="connsiteY112" fmla="*/ 71438 h 95249"/>
                <a:gd name="connsiteX113" fmla="*/ 73343 w 108584"/>
                <a:gd name="connsiteY113" fmla="*/ 69056 h 95249"/>
                <a:gd name="connsiteX114" fmla="*/ 75724 w 108584"/>
                <a:gd name="connsiteY114" fmla="*/ 68580 h 95249"/>
                <a:gd name="connsiteX115" fmla="*/ 78105 w 108584"/>
                <a:gd name="connsiteY115" fmla="*/ 68580 h 95249"/>
                <a:gd name="connsiteX116" fmla="*/ 79057 w 108584"/>
                <a:gd name="connsiteY116" fmla="*/ 69056 h 95249"/>
                <a:gd name="connsiteX117" fmla="*/ 79534 w 108584"/>
                <a:gd name="connsiteY117" fmla="*/ 71438 h 95249"/>
                <a:gd name="connsiteX118" fmla="*/ 79057 w 108584"/>
                <a:gd name="connsiteY118" fmla="*/ 74295 h 95249"/>
                <a:gd name="connsiteX119" fmla="*/ 78581 w 108584"/>
                <a:gd name="connsiteY119" fmla="*/ 75724 h 95249"/>
                <a:gd name="connsiteX120" fmla="*/ 79534 w 108584"/>
                <a:gd name="connsiteY120" fmla="*/ 76676 h 95249"/>
                <a:gd name="connsiteX121" fmla="*/ 83820 w 108584"/>
                <a:gd name="connsiteY121" fmla="*/ 79534 h 95249"/>
                <a:gd name="connsiteX122" fmla="*/ 85725 w 108584"/>
                <a:gd name="connsiteY122" fmla="*/ 80962 h 95249"/>
                <a:gd name="connsiteX123" fmla="*/ 84772 w 108584"/>
                <a:gd name="connsiteY123" fmla="*/ 83344 h 95249"/>
                <a:gd name="connsiteX124" fmla="*/ 88106 w 108584"/>
                <a:gd name="connsiteY124" fmla="*/ 89535 h 95249"/>
                <a:gd name="connsiteX125" fmla="*/ 89059 w 108584"/>
                <a:gd name="connsiteY125" fmla="*/ 91916 h 95249"/>
                <a:gd name="connsiteX126" fmla="*/ 90488 w 108584"/>
                <a:gd name="connsiteY126" fmla="*/ 94774 h 95249"/>
                <a:gd name="connsiteX127" fmla="*/ 92393 w 108584"/>
                <a:gd name="connsiteY127" fmla="*/ 95250 h 95249"/>
                <a:gd name="connsiteX128" fmla="*/ 97631 w 108584"/>
                <a:gd name="connsiteY128" fmla="*/ 93345 h 95249"/>
                <a:gd name="connsiteX129" fmla="*/ 103346 w 108584"/>
                <a:gd name="connsiteY129" fmla="*/ 93345 h 95249"/>
                <a:gd name="connsiteX130" fmla="*/ 103346 w 108584"/>
                <a:gd name="connsiteY130" fmla="*/ 89535 h 95249"/>
                <a:gd name="connsiteX131" fmla="*/ 103346 w 108584"/>
                <a:gd name="connsiteY131" fmla="*/ 86677 h 95249"/>
                <a:gd name="connsiteX132" fmla="*/ 102870 w 108584"/>
                <a:gd name="connsiteY132" fmla="*/ 85249 h 95249"/>
                <a:gd name="connsiteX133" fmla="*/ 100489 w 108584"/>
                <a:gd name="connsiteY133" fmla="*/ 82867 h 95249"/>
                <a:gd name="connsiteX134" fmla="*/ 100489 w 108584"/>
                <a:gd name="connsiteY134" fmla="*/ 81915 h 95249"/>
                <a:gd name="connsiteX135" fmla="*/ 100965 w 108584"/>
                <a:gd name="connsiteY135" fmla="*/ 81439 h 95249"/>
                <a:gd name="connsiteX136" fmla="*/ 105251 w 108584"/>
                <a:gd name="connsiteY136" fmla="*/ 83344 h 95249"/>
                <a:gd name="connsiteX137" fmla="*/ 55721 w 108584"/>
                <a:gd name="connsiteY137" fmla="*/ 10954 h 95249"/>
                <a:gd name="connsiteX138" fmla="*/ 54769 w 108584"/>
                <a:gd name="connsiteY138" fmla="*/ 11430 h 95249"/>
                <a:gd name="connsiteX139" fmla="*/ 53816 w 108584"/>
                <a:gd name="connsiteY139" fmla="*/ 10954 h 95249"/>
                <a:gd name="connsiteX140" fmla="*/ 53340 w 108584"/>
                <a:gd name="connsiteY140" fmla="*/ 10001 h 95249"/>
                <a:gd name="connsiteX141" fmla="*/ 53340 w 108584"/>
                <a:gd name="connsiteY141" fmla="*/ 9049 h 95249"/>
                <a:gd name="connsiteX142" fmla="*/ 54293 w 108584"/>
                <a:gd name="connsiteY142" fmla="*/ 8572 h 95249"/>
                <a:gd name="connsiteX143" fmla="*/ 55245 w 108584"/>
                <a:gd name="connsiteY143" fmla="*/ 9049 h 95249"/>
                <a:gd name="connsiteX144" fmla="*/ 55721 w 108584"/>
                <a:gd name="connsiteY144" fmla="*/ 10001 h 95249"/>
                <a:gd name="connsiteX145" fmla="*/ 55721 w 108584"/>
                <a:gd name="connsiteY145" fmla="*/ 10954 h 9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8584" h="95249">
                  <a:moveTo>
                    <a:pt x="71438" y="25717"/>
                  </a:moveTo>
                  <a:lnTo>
                    <a:pt x="71438" y="27146"/>
                  </a:lnTo>
                  <a:lnTo>
                    <a:pt x="72866" y="27622"/>
                  </a:lnTo>
                  <a:lnTo>
                    <a:pt x="74295" y="27146"/>
                  </a:lnTo>
                  <a:lnTo>
                    <a:pt x="74771" y="25717"/>
                  </a:lnTo>
                  <a:lnTo>
                    <a:pt x="73819" y="25241"/>
                  </a:lnTo>
                  <a:lnTo>
                    <a:pt x="72866" y="25241"/>
                  </a:lnTo>
                  <a:lnTo>
                    <a:pt x="71438" y="25717"/>
                  </a:lnTo>
                  <a:close/>
                  <a:moveTo>
                    <a:pt x="105251" y="83344"/>
                  </a:moveTo>
                  <a:lnTo>
                    <a:pt x="107632" y="83344"/>
                  </a:lnTo>
                  <a:lnTo>
                    <a:pt x="108585" y="82391"/>
                  </a:lnTo>
                  <a:lnTo>
                    <a:pt x="105727" y="79534"/>
                  </a:lnTo>
                  <a:lnTo>
                    <a:pt x="103346" y="77629"/>
                  </a:lnTo>
                  <a:lnTo>
                    <a:pt x="101441" y="76200"/>
                  </a:lnTo>
                  <a:lnTo>
                    <a:pt x="100965" y="75248"/>
                  </a:lnTo>
                  <a:lnTo>
                    <a:pt x="100965" y="74771"/>
                  </a:lnTo>
                  <a:lnTo>
                    <a:pt x="101441" y="74295"/>
                  </a:lnTo>
                  <a:lnTo>
                    <a:pt x="104775" y="72866"/>
                  </a:lnTo>
                  <a:lnTo>
                    <a:pt x="105251" y="71438"/>
                  </a:lnTo>
                  <a:lnTo>
                    <a:pt x="105251" y="69533"/>
                  </a:lnTo>
                  <a:lnTo>
                    <a:pt x="100013" y="67151"/>
                  </a:lnTo>
                  <a:lnTo>
                    <a:pt x="95726" y="68104"/>
                  </a:lnTo>
                  <a:lnTo>
                    <a:pt x="91916" y="65246"/>
                  </a:lnTo>
                  <a:lnTo>
                    <a:pt x="89535" y="62865"/>
                  </a:lnTo>
                  <a:lnTo>
                    <a:pt x="86677" y="60484"/>
                  </a:lnTo>
                  <a:lnTo>
                    <a:pt x="84296" y="59055"/>
                  </a:lnTo>
                  <a:lnTo>
                    <a:pt x="81915" y="56197"/>
                  </a:lnTo>
                  <a:lnTo>
                    <a:pt x="77628" y="53340"/>
                  </a:lnTo>
                  <a:lnTo>
                    <a:pt x="74771" y="52388"/>
                  </a:lnTo>
                  <a:lnTo>
                    <a:pt x="74771" y="51911"/>
                  </a:lnTo>
                  <a:lnTo>
                    <a:pt x="75247" y="51435"/>
                  </a:lnTo>
                  <a:lnTo>
                    <a:pt x="76200" y="50959"/>
                  </a:lnTo>
                  <a:lnTo>
                    <a:pt x="83820" y="50959"/>
                  </a:lnTo>
                  <a:lnTo>
                    <a:pt x="84772" y="50483"/>
                  </a:lnTo>
                  <a:lnTo>
                    <a:pt x="85249" y="49054"/>
                  </a:lnTo>
                  <a:lnTo>
                    <a:pt x="86201" y="47149"/>
                  </a:lnTo>
                  <a:lnTo>
                    <a:pt x="87630" y="44291"/>
                  </a:lnTo>
                  <a:lnTo>
                    <a:pt x="87630" y="41910"/>
                  </a:lnTo>
                  <a:lnTo>
                    <a:pt x="80010" y="38100"/>
                  </a:lnTo>
                  <a:lnTo>
                    <a:pt x="74295" y="34766"/>
                  </a:lnTo>
                  <a:lnTo>
                    <a:pt x="70485" y="30004"/>
                  </a:lnTo>
                  <a:lnTo>
                    <a:pt x="67627" y="25717"/>
                  </a:lnTo>
                  <a:lnTo>
                    <a:pt x="67627" y="24289"/>
                  </a:lnTo>
                  <a:lnTo>
                    <a:pt x="68580" y="22860"/>
                  </a:lnTo>
                  <a:lnTo>
                    <a:pt x="74771" y="19050"/>
                  </a:lnTo>
                  <a:lnTo>
                    <a:pt x="75247" y="18097"/>
                  </a:lnTo>
                  <a:lnTo>
                    <a:pt x="75247" y="17621"/>
                  </a:lnTo>
                  <a:lnTo>
                    <a:pt x="72866" y="15716"/>
                  </a:lnTo>
                  <a:lnTo>
                    <a:pt x="70009" y="13811"/>
                  </a:lnTo>
                  <a:lnTo>
                    <a:pt x="69056" y="12383"/>
                  </a:lnTo>
                  <a:lnTo>
                    <a:pt x="67151" y="11430"/>
                  </a:lnTo>
                  <a:lnTo>
                    <a:pt x="63818" y="11430"/>
                  </a:lnTo>
                  <a:lnTo>
                    <a:pt x="58102" y="9049"/>
                  </a:lnTo>
                  <a:lnTo>
                    <a:pt x="56674" y="8572"/>
                  </a:lnTo>
                  <a:lnTo>
                    <a:pt x="56197" y="8096"/>
                  </a:lnTo>
                  <a:lnTo>
                    <a:pt x="56674" y="7620"/>
                  </a:lnTo>
                  <a:lnTo>
                    <a:pt x="60960" y="6667"/>
                  </a:lnTo>
                  <a:lnTo>
                    <a:pt x="60960" y="5715"/>
                  </a:lnTo>
                  <a:lnTo>
                    <a:pt x="59531" y="4763"/>
                  </a:lnTo>
                  <a:lnTo>
                    <a:pt x="57150" y="3810"/>
                  </a:lnTo>
                  <a:lnTo>
                    <a:pt x="55245" y="1905"/>
                  </a:lnTo>
                  <a:lnTo>
                    <a:pt x="54293" y="0"/>
                  </a:lnTo>
                  <a:lnTo>
                    <a:pt x="53340" y="476"/>
                  </a:lnTo>
                  <a:lnTo>
                    <a:pt x="47625" y="1429"/>
                  </a:lnTo>
                  <a:lnTo>
                    <a:pt x="47625" y="1905"/>
                  </a:lnTo>
                  <a:lnTo>
                    <a:pt x="49053" y="2858"/>
                  </a:lnTo>
                  <a:lnTo>
                    <a:pt x="48577" y="3334"/>
                  </a:lnTo>
                  <a:lnTo>
                    <a:pt x="39052" y="3334"/>
                  </a:lnTo>
                  <a:lnTo>
                    <a:pt x="35719" y="3810"/>
                  </a:lnTo>
                  <a:lnTo>
                    <a:pt x="27146" y="2858"/>
                  </a:lnTo>
                  <a:lnTo>
                    <a:pt x="24289" y="3334"/>
                  </a:lnTo>
                  <a:lnTo>
                    <a:pt x="21907" y="4286"/>
                  </a:lnTo>
                  <a:lnTo>
                    <a:pt x="16193" y="5239"/>
                  </a:lnTo>
                  <a:lnTo>
                    <a:pt x="12382" y="6191"/>
                  </a:lnTo>
                  <a:lnTo>
                    <a:pt x="7144" y="6667"/>
                  </a:lnTo>
                  <a:lnTo>
                    <a:pt x="1905" y="6667"/>
                  </a:lnTo>
                  <a:lnTo>
                    <a:pt x="0" y="7144"/>
                  </a:lnTo>
                  <a:lnTo>
                    <a:pt x="476" y="9049"/>
                  </a:lnTo>
                  <a:lnTo>
                    <a:pt x="2381" y="11430"/>
                  </a:lnTo>
                  <a:lnTo>
                    <a:pt x="4763" y="12859"/>
                  </a:lnTo>
                  <a:lnTo>
                    <a:pt x="6191" y="14288"/>
                  </a:lnTo>
                  <a:lnTo>
                    <a:pt x="8572" y="19526"/>
                  </a:lnTo>
                  <a:lnTo>
                    <a:pt x="9525" y="22384"/>
                  </a:lnTo>
                  <a:lnTo>
                    <a:pt x="9049" y="25241"/>
                  </a:lnTo>
                  <a:lnTo>
                    <a:pt x="7620" y="28099"/>
                  </a:lnTo>
                  <a:lnTo>
                    <a:pt x="4286" y="31909"/>
                  </a:lnTo>
                  <a:lnTo>
                    <a:pt x="5239" y="33338"/>
                  </a:lnTo>
                  <a:lnTo>
                    <a:pt x="6191" y="35242"/>
                  </a:lnTo>
                  <a:lnTo>
                    <a:pt x="5715" y="36671"/>
                  </a:lnTo>
                  <a:lnTo>
                    <a:pt x="8096" y="41434"/>
                  </a:lnTo>
                  <a:lnTo>
                    <a:pt x="9049" y="44291"/>
                  </a:lnTo>
                  <a:lnTo>
                    <a:pt x="8096" y="44767"/>
                  </a:lnTo>
                  <a:lnTo>
                    <a:pt x="7620" y="45720"/>
                  </a:lnTo>
                  <a:lnTo>
                    <a:pt x="11906" y="48101"/>
                  </a:lnTo>
                  <a:lnTo>
                    <a:pt x="17145" y="50006"/>
                  </a:lnTo>
                  <a:lnTo>
                    <a:pt x="19526" y="50483"/>
                  </a:lnTo>
                  <a:lnTo>
                    <a:pt x="25241" y="49530"/>
                  </a:lnTo>
                  <a:lnTo>
                    <a:pt x="29051" y="49530"/>
                  </a:lnTo>
                  <a:lnTo>
                    <a:pt x="32861" y="51435"/>
                  </a:lnTo>
                  <a:lnTo>
                    <a:pt x="38100" y="55721"/>
                  </a:lnTo>
                  <a:lnTo>
                    <a:pt x="43815" y="61436"/>
                  </a:lnTo>
                  <a:lnTo>
                    <a:pt x="44768" y="63341"/>
                  </a:lnTo>
                  <a:lnTo>
                    <a:pt x="48101" y="62865"/>
                  </a:lnTo>
                  <a:lnTo>
                    <a:pt x="53816" y="60960"/>
                  </a:lnTo>
                  <a:lnTo>
                    <a:pt x="55245" y="61913"/>
                  </a:lnTo>
                  <a:lnTo>
                    <a:pt x="56674" y="63817"/>
                  </a:lnTo>
                  <a:lnTo>
                    <a:pt x="57626" y="65246"/>
                  </a:lnTo>
                  <a:lnTo>
                    <a:pt x="57626" y="68104"/>
                  </a:lnTo>
                  <a:lnTo>
                    <a:pt x="58102" y="68580"/>
                  </a:lnTo>
                  <a:lnTo>
                    <a:pt x="60960" y="67627"/>
                  </a:lnTo>
                  <a:lnTo>
                    <a:pt x="62389" y="68580"/>
                  </a:lnTo>
                  <a:lnTo>
                    <a:pt x="64294" y="70009"/>
                  </a:lnTo>
                  <a:lnTo>
                    <a:pt x="68103" y="71438"/>
                  </a:lnTo>
                  <a:lnTo>
                    <a:pt x="73343" y="69056"/>
                  </a:lnTo>
                  <a:lnTo>
                    <a:pt x="75724" y="68580"/>
                  </a:lnTo>
                  <a:lnTo>
                    <a:pt x="78105" y="68580"/>
                  </a:lnTo>
                  <a:lnTo>
                    <a:pt x="79057" y="69056"/>
                  </a:lnTo>
                  <a:lnTo>
                    <a:pt x="79534" y="71438"/>
                  </a:lnTo>
                  <a:lnTo>
                    <a:pt x="79057" y="74295"/>
                  </a:lnTo>
                  <a:lnTo>
                    <a:pt x="78581" y="75724"/>
                  </a:lnTo>
                  <a:lnTo>
                    <a:pt x="79534" y="76676"/>
                  </a:lnTo>
                  <a:lnTo>
                    <a:pt x="83820" y="79534"/>
                  </a:lnTo>
                  <a:lnTo>
                    <a:pt x="85725" y="80962"/>
                  </a:lnTo>
                  <a:lnTo>
                    <a:pt x="84772" y="83344"/>
                  </a:lnTo>
                  <a:lnTo>
                    <a:pt x="88106" y="89535"/>
                  </a:lnTo>
                  <a:lnTo>
                    <a:pt x="89059" y="91916"/>
                  </a:lnTo>
                  <a:lnTo>
                    <a:pt x="90488" y="94774"/>
                  </a:lnTo>
                  <a:lnTo>
                    <a:pt x="92393" y="95250"/>
                  </a:lnTo>
                  <a:lnTo>
                    <a:pt x="97631" y="93345"/>
                  </a:lnTo>
                  <a:lnTo>
                    <a:pt x="103346" y="93345"/>
                  </a:lnTo>
                  <a:lnTo>
                    <a:pt x="103346" y="89535"/>
                  </a:lnTo>
                  <a:lnTo>
                    <a:pt x="103346" y="86677"/>
                  </a:lnTo>
                  <a:lnTo>
                    <a:pt x="102870" y="85249"/>
                  </a:lnTo>
                  <a:lnTo>
                    <a:pt x="100489" y="82867"/>
                  </a:lnTo>
                  <a:lnTo>
                    <a:pt x="100489" y="81915"/>
                  </a:lnTo>
                  <a:lnTo>
                    <a:pt x="100965" y="81439"/>
                  </a:lnTo>
                  <a:lnTo>
                    <a:pt x="105251" y="83344"/>
                  </a:lnTo>
                  <a:close/>
                  <a:moveTo>
                    <a:pt x="55721" y="10954"/>
                  </a:moveTo>
                  <a:lnTo>
                    <a:pt x="54769" y="11430"/>
                  </a:lnTo>
                  <a:lnTo>
                    <a:pt x="53816" y="10954"/>
                  </a:lnTo>
                  <a:lnTo>
                    <a:pt x="53340" y="10001"/>
                  </a:lnTo>
                  <a:lnTo>
                    <a:pt x="53340" y="9049"/>
                  </a:lnTo>
                  <a:lnTo>
                    <a:pt x="54293" y="8572"/>
                  </a:lnTo>
                  <a:lnTo>
                    <a:pt x="55245" y="9049"/>
                  </a:lnTo>
                  <a:lnTo>
                    <a:pt x="55721" y="10001"/>
                  </a:lnTo>
                  <a:lnTo>
                    <a:pt x="55721" y="10954"/>
                  </a:lnTo>
                  <a:close/>
                </a:path>
              </a:pathLst>
            </a:custGeom>
            <a:grpFill/>
            <a:ln w="317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1BB3DBA6-FCCC-404B-898E-39690BE0E853}"/>
                </a:ext>
              </a:extLst>
            </p:cNvPr>
            <p:cNvSpPr/>
            <p:nvPr/>
          </p:nvSpPr>
          <p:spPr>
            <a:xfrm>
              <a:off x="6376987" y="2772250"/>
              <a:ext cx="58102" cy="120491"/>
            </a:xfrm>
            <a:custGeom>
              <a:avLst/>
              <a:gdLst>
                <a:gd name="connsiteX0" fmla="*/ 56674 w 58102"/>
                <a:gd name="connsiteY0" fmla="*/ 78105 h 120491"/>
                <a:gd name="connsiteX1" fmla="*/ 55721 w 58102"/>
                <a:gd name="connsiteY1" fmla="*/ 75724 h 120491"/>
                <a:gd name="connsiteX2" fmla="*/ 55721 w 58102"/>
                <a:gd name="connsiteY2" fmla="*/ 72866 h 120491"/>
                <a:gd name="connsiteX3" fmla="*/ 55721 w 58102"/>
                <a:gd name="connsiteY3" fmla="*/ 71914 h 120491"/>
                <a:gd name="connsiteX4" fmla="*/ 54769 w 58102"/>
                <a:gd name="connsiteY4" fmla="*/ 70485 h 120491"/>
                <a:gd name="connsiteX5" fmla="*/ 52864 w 58102"/>
                <a:gd name="connsiteY5" fmla="*/ 70009 h 120491"/>
                <a:gd name="connsiteX6" fmla="*/ 48101 w 58102"/>
                <a:gd name="connsiteY6" fmla="*/ 70485 h 120491"/>
                <a:gd name="connsiteX7" fmla="*/ 47149 w 58102"/>
                <a:gd name="connsiteY7" fmla="*/ 69533 h 120491"/>
                <a:gd name="connsiteX8" fmla="*/ 45244 w 58102"/>
                <a:gd name="connsiteY8" fmla="*/ 64294 h 120491"/>
                <a:gd name="connsiteX9" fmla="*/ 43815 w 58102"/>
                <a:gd name="connsiteY9" fmla="*/ 63341 h 120491"/>
                <a:gd name="connsiteX10" fmla="*/ 42386 w 58102"/>
                <a:gd name="connsiteY10" fmla="*/ 61436 h 120491"/>
                <a:gd name="connsiteX11" fmla="*/ 39529 w 58102"/>
                <a:gd name="connsiteY11" fmla="*/ 55721 h 120491"/>
                <a:gd name="connsiteX12" fmla="*/ 39529 w 58102"/>
                <a:gd name="connsiteY12" fmla="*/ 53340 h 120491"/>
                <a:gd name="connsiteX13" fmla="*/ 40005 w 58102"/>
                <a:gd name="connsiteY13" fmla="*/ 50959 h 120491"/>
                <a:gd name="connsiteX14" fmla="*/ 38100 w 58102"/>
                <a:gd name="connsiteY14" fmla="*/ 45720 h 120491"/>
                <a:gd name="connsiteX15" fmla="*/ 39052 w 58102"/>
                <a:gd name="connsiteY15" fmla="*/ 44291 h 120491"/>
                <a:gd name="connsiteX16" fmla="*/ 40481 w 58102"/>
                <a:gd name="connsiteY16" fmla="*/ 43339 h 120491"/>
                <a:gd name="connsiteX17" fmla="*/ 40481 w 58102"/>
                <a:gd name="connsiteY17" fmla="*/ 41434 h 120491"/>
                <a:gd name="connsiteX18" fmla="*/ 40005 w 58102"/>
                <a:gd name="connsiteY18" fmla="*/ 38100 h 120491"/>
                <a:gd name="connsiteX19" fmla="*/ 41910 w 58102"/>
                <a:gd name="connsiteY19" fmla="*/ 31909 h 120491"/>
                <a:gd name="connsiteX20" fmla="*/ 42386 w 58102"/>
                <a:gd name="connsiteY20" fmla="*/ 31433 h 120491"/>
                <a:gd name="connsiteX21" fmla="*/ 42863 w 58102"/>
                <a:gd name="connsiteY21" fmla="*/ 29527 h 120491"/>
                <a:gd name="connsiteX22" fmla="*/ 42386 w 58102"/>
                <a:gd name="connsiteY22" fmla="*/ 25717 h 120491"/>
                <a:gd name="connsiteX23" fmla="*/ 40957 w 58102"/>
                <a:gd name="connsiteY23" fmla="*/ 19526 h 120491"/>
                <a:gd name="connsiteX24" fmla="*/ 39529 w 58102"/>
                <a:gd name="connsiteY24" fmla="*/ 17145 h 120491"/>
                <a:gd name="connsiteX25" fmla="*/ 37148 w 58102"/>
                <a:gd name="connsiteY25" fmla="*/ 15240 h 120491"/>
                <a:gd name="connsiteX26" fmla="*/ 34766 w 58102"/>
                <a:gd name="connsiteY26" fmla="*/ 13811 h 120491"/>
                <a:gd name="connsiteX27" fmla="*/ 31432 w 58102"/>
                <a:gd name="connsiteY27" fmla="*/ 12383 h 120491"/>
                <a:gd name="connsiteX28" fmla="*/ 29527 w 58102"/>
                <a:gd name="connsiteY28" fmla="*/ 9049 h 120491"/>
                <a:gd name="connsiteX29" fmla="*/ 26670 w 58102"/>
                <a:gd name="connsiteY29" fmla="*/ 5239 h 120491"/>
                <a:gd name="connsiteX30" fmla="*/ 25241 w 58102"/>
                <a:gd name="connsiteY30" fmla="*/ 4286 h 120491"/>
                <a:gd name="connsiteX31" fmla="*/ 24765 w 58102"/>
                <a:gd name="connsiteY31" fmla="*/ 3810 h 120491"/>
                <a:gd name="connsiteX32" fmla="*/ 20955 w 58102"/>
                <a:gd name="connsiteY32" fmla="*/ 5715 h 120491"/>
                <a:gd name="connsiteX33" fmla="*/ 18098 w 58102"/>
                <a:gd name="connsiteY33" fmla="*/ 6667 h 120491"/>
                <a:gd name="connsiteX34" fmla="*/ 15716 w 58102"/>
                <a:gd name="connsiteY34" fmla="*/ 7144 h 120491"/>
                <a:gd name="connsiteX35" fmla="*/ 14764 w 58102"/>
                <a:gd name="connsiteY35" fmla="*/ 6191 h 120491"/>
                <a:gd name="connsiteX36" fmla="*/ 14288 w 58102"/>
                <a:gd name="connsiteY36" fmla="*/ 5239 h 120491"/>
                <a:gd name="connsiteX37" fmla="*/ 14288 w 58102"/>
                <a:gd name="connsiteY37" fmla="*/ 1905 h 120491"/>
                <a:gd name="connsiteX38" fmla="*/ 13811 w 58102"/>
                <a:gd name="connsiteY38" fmla="*/ 476 h 120491"/>
                <a:gd name="connsiteX39" fmla="*/ 12859 w 58102"/>
                <a:gd name="connsiteY39" fmla="*/ 0 h 120491"/>
                <a:gd name="connsiteX40" fmla="*/ 11430 w 58102"/>
                <a:gd name="connsiteY40" fmla="*/ 952 h 120491"/>
                <a:gd name="connsiteX41" fmla="*/ 9525 w 58102"/>
                <a:gd name="connsiteY41" fmla="*/ 3334 h 120491"/>
                <a:gd name="connsiteX42" fmla="*/ 7620 w 58102"/>
                <a:gd name="connsiteY42" fmla="*/ 6191 h 120491"/>
                <a:gd name="connsiteX43" fmla="*/ 4763 w 58102"/>
                <a:gd name="connsiteY43" fmla="*/ 9525 h 120491"/>
                <a:gd name="connsiteX44" fmla="*/ 2381 w 58102"/>
                <a:gd name="connsiteY44" fmla="*/ 12383 h 120491"/>
                <a:gd name="connsiteX45" fmla="*/ 1429 w 58102"/>
                <a:gd name="connsiteY45" fmla="*/ 14764 h 120491"/>
                <a:gd name="connsiteX46" fmla="*/ 1429 w 58102"/>
                <a:gd name="connsiteY46" fmla="*/ 14764 h 120491"/>
                <a:gd name="connsiteX47" fmla="*/ 2381 w 58102"/>
                <a:gd name="connsiteY47" fmla="*/ 17145 h 120491"/>
                <a:gd name="connsiteX48" fmla="*/ 4286 w 58102"/>
                <a:gd name="connsiteY48" fmla="*/ 20002 h 120491"/>
                <a:gd name="connsiteX49" fmla="*/ 5239 w 58102"/>
                <a:gd name="connsiteY49" fmla="*/ 21908 h 120491"/>
                <a:gd name="connsiteX50" fmla="*/ 4763 w 58102"/>
                <a:gd name="connsiteY50" fmla="*/ 23336 h 120491"/>
                <a:gd name="connsiteX51" fmla="*/ 2381 w 58102"/>
                <a:gd name="connsiteY51" fmla="*/ 22860 h 120491"/>
                <a:gd name="connsiteX52" fmla="*/ 476 w 58102"/>
                <a:gd name="connsiteY52" fmla="*/ 21908 h 120491"/>
                <a:gd name="connsiteX53" fmla="*/ 1429 w 58102"/>
                <a:gd name="connsiteY53" fmla="*/ 23336 h 120491"/>
                <a:gd name="connsiteX54" fmla="*/ 952 w 58102"/>
                <a:gd name="connsiteY54" fmla="*/ 25241 h 120491"/>
                <a:gd name="connsiteX55" fmla="*/ 1429 w 58102"/>
                <a:gd name="connsiteY55" fmla="*/ 26670 h 120491"/>
                <a:gd name="connsiteX56" fmla="*/ 952 w 58102"/>
                <a:gd name="connsiteY56" fmla="*/ 29527 h 120491"/>
                <a:gd name="connsiteX57" fmla="*/ 476 w 58102"/>
                <a:gd name="connsiteY57" fmla="*/ 31433 h 120491"/>
                <a:gd name="connsiteX58" fmla="*/ 4763 w 58102"/>
                <a:gd name="connsiteY58" fmla="*/ 32385 h 120491"/>
                <a:gd name="connsiteX59" fmla="*/ 8573 w 58102"/>
                <a:gd name="connsiteY59" fmla="*/ 34766 h 120491"/>
                <a:gd name="connsiteX60" fmla="*/ 8573 w 58102"/>
                <a:gd name="connsiteY60" fmla="*/ 40958 h 120491"/>
                <a:gd name="connsiteX61" fmla="*/ 7620 w 58102"/>
                <a:gd name="connsiteY61" fmla="*/ 42863 h 120491"/>
                <a:gd name="connsiteX62" fmla="*/ 5715 w 58102"/>
                <a:gd name="connsiteY62" fmla="*/ 43815 h 120491"/>
                <a:gd name="connsiteX63" fmla="*/ 3810 w 58102"/>
                <a:gd name="connsiteY63" fmla="*/ 49530 h 120491"/>
                <a:gd name="connsiteX64" fmla="*/ 4286 w 58102"/>
                <a:gd name="connsiteY64" fmla="*/ 53816 h 120491"/>
                <a:gd name="connsiteX65" fmla="*/ 5239 w 58102"/>
                <a:gd name="connsiteY65" fmla="*/ 57150 h 120491"/>
                <a:gd name="connsiteX66" fmla="*/ 4763 w 58102"/>
                <a:gd name="connsiteY66" fmla="*/ 62389 h 120491"/>
                <a:gd name="connsiteX67" fmla="*/ 4763 w 58102"/>
                <a:gd name="connsiteY67" fmla="*/ 69056 h 120491"/>
                <a:gd name="connsiteX68" fmla="*/ 1905 w 58102"/>
                <a:gd name="connsiteY68" fmla="*/ 74771 h 120491"/>
                <a:gd name="connsiteX69" fmla="*/ 476 w 58102"/>
                <a:gd name="connsiteY69" fmla="*/ 80010 h 120491"/>
                <a:gd name="connsiteX70" fmla="*/ 952 w 58102"/>
                <a:gd name="connsiteY70" fmla="*/ 81915 h 120491"/>
                <a:gd name="connsiteX71" fmla="*/ 3810 w 58102"/>
                <a:gd name="connsiteY71" fmla="*/ 87630 h 120491"/>
                <a:gd name="connsiteX72" fmla="*/ 4763 w 58102"/>
                <a:gd name="connsiteY72" fmla="*/ 90488 h 120491"/>
                <a:gd name="connsiteX73" fmla="*/ 3810 w 58102"/>
                <a:gd name="connsiteY73" fmla="*/ 91440 h 120491"/>
                <a:gd name="connsiteX74" fmla="*/ 2381 w 58102"/>
                <a:gd name="connsiteY74" fmla="*/ 90964 h 120491"/>
                <a:gd name="connsiteX75" fmla="*/ 1429 w 58102"/>
                <a:gd name="connsiteY75" fmla="*/ 90488 h 120491"/>
                <a:gd name="connsiteX76" fmla="*/ 0 w 58102"/>
                <a:gd name="connsiteY76" fmla="*/ 90488 h 120491"/>
                <a:gd name="connsiteX77" fmla="*/ 1429 w 58102"/>
                <a:gd name="connsiteY77" fmla="*/ 92869 h 120491"/>
                <a:gd name="connsiteX78" fmla="*/ 2381 w 58102"/>
                <a:gd name="connsiteY78" fmla="*/ 95250 h 120491"/>
                <a:gd name="connsiteX79" fmla="*/ 5715 w 58102"/>
                <a:gd name="connsiteY79" fmla="*/ 98108 h 120491"/>
                <a:gd name="connsiteX80" fmla="*/ 18098 w 58102"/>
                <a:gd name="connsiteY80" fmla="*/ 104775 h 120491"/>
                <a:gd name="connsiteX81" fmla="*/ 21907 w 58102"/>
                <a:gd name="connsiteY81" fmla="*/ 111442 h 120491"/>
                <a:gd name="connsiteX82" fmla="*/ 22860 w 58102"/>
                <a:gd name="connsiteY82" fmla="*/ 114300 h 120491"/>
                <a:gd name="connsiteX83" fmla="*/ 22860 w 58102"/>
                <a:gd name="connsiteY83" fmla="*/ 118110 h 120491"/>
                <a:gd name="connsiteX84" fmla="*/ 23813 w 58102"/>
                <a:gd name="connsiteY84" fmla="*/ 118110 h 120491"/>
                <a:gd name="connsiteX85" fmla="*/ 25241 w 58102"/>
                <a:gd name="connsiteY85" fmla="*/ 118586 h 120491"/>
                <a:gd name="connsiteX86" fmla="*/ 27623 w 58102"/>
                <a:gd name="connsiteY86" fmla="*/ 120015 h 120491"/>
                <a:gd name="connsiteX87" fmla="*/ 30004 w 58102"/>
                <a:gd name="connsiteY87" fmla="*/ 120491 h 120491"/>
                <a:gd name="connsiteX88" fmla="*/ 31432 w 58102"/>
                <a:gd name="connsiteY88" fmla="*/ 119063 h 120491"/>
                <a:gd name="connsiteX89" fmla="*/ 32385 w 58102"/>
                <a:gd name="connsiteY89" fmla="*/ 118586 h 120491"/>
                <a:gd name="connsiteX90" fmla="*/ 32861 w 58102"/>
                <a:gd name="connsiteY90" fmla="*/ 116681 h 120491"/>
                <a:gd name="connsiteX91" fmla="*/ 32861 w 58102"/>
                <a:gd name="connsiteY91" fmla="*/ 115252 h 120491"/>
                <a:gd name="connsiteX92" fmla="*/ 33338 w 58102"/>
                <a:gd name="connsiteY92" fmla="*/ 114776 h 120491"/>
                <a:gd name="connsiteX93" fmla="*/ 35243 w 58102"/>
                <a:gd name="connsiteY93" fmla="*/ 114776 h 120491"/>
                <a:gd name="connsiteX94" fmla="*/ 36195 w 58102"/>
                <a:gd name="connsiteY94" fmla="*/ 114300 h 120491"/>
                <a:gd name="connsiteX95" fmla="*/ 36195 w 58102"/>
                <a:gd name="connsiteY95" fmla="*/ 112871 h 120491"/>
                <a:gd name="connsiteX96" fmla="*/ 34766 w 58102"/>
                <a:gd name="connsiteY96" fmla="*/ 110966 h 120491"/>
                <a:gd name="connsiteX97" fmla="*/ 33814 w 58102"/>
                <a:gd name="connsiteY97" fmla="*/ 108585 h 120491"/>
                <a:gd name="connsiteX98" fmla="*/ 33814 w 58102"/>
                <a:gd name="connsiteY98" fmla="*/ 107156 h 120491"/>
                <a:gd name="connsiteX99" fmla="*/ 34766 w 58102"/>
                <a:gd name="connsiteY99" fmla="*/ 106680 h 120491"/>
                <a:gd name="connsiteX100" fmla="*/ 36195 w 58102"/>
                <a:gd name="connsiteY100" fmla="*/ 105727 h 120491"/>
                <a:gd name="connsiteX101" fmla="*/ 37148 w 58102"/>
                <a:gd name="connsiteY101" fmla="*/ 104775 h 120491"/>
                <a:gd name="connsiteX102" fmla="*/ 38576 w 58102"/>
                <a:gd name="connsiteY102" fmla="*/ 103822 h 120491"/>
                <a:gd name="connsiteX103" fmla="*/ 40957 w 58102"/>
                <a:gd name="connsiteY103" fmla="*/ 103822 h 120491"/>
                <a:gd name="connsiteX104" fmla="*/ 43815 w 58102"/>
                <a:gd name="connsiteY104" fmla="*/ 103346 h 120491"/>
                <a:gd name="connsiteX105" fmla="*/ 45244 w 58102"/>
                <a:gd name="connsiteY105" fmla="*/ 101917 h 120491"/>
                <a:gd name="connsiteX106" fmla="*/ 45720 w 58102"/>
                <a:gd name="connsiteY106" fmla="*/ 100489 h 120491"/>
                <a:gd name="connsiteX107" fmla="*/ 46673 w 58102"/>
                <a:gd name="connsiteY107" fmla="*/ 96679 h 120491"/>
                <a:gd name="connsiteX108" fmla="*/ 47625 w 58102"/>
                <a:gd name="connsiteY108" fmla="*/ 94774 h 120491"/>
                <a:gd name="connsiteX109" fmla="*/ 48577 w 58102"/>
                <a:gd name="connsiteY109" fmla="*/ 93345 h 120491"/>
                <a:gd name="connsiteX110" fmla="*/ 49054 w 58102"/>
                <a:gd name="connsiteY110" fmla="*/ 90964 h 120491"/>
                <a:gd name="connsiteX111" fmla="*/ 50482 w 58102"/>
                <a:gd name="connsiteY111" fmla="*/ 88583 h 120491"/>
                <a:gd name="connsiteX112" fmla="*/ 52864 w 58102"/>
                <a:gd name="connsiteY112" fmla="*/ 88106 h 120491"/>
                <a:gd name="connsiteX113" fmla="*/ 55245 w 58102"/>
                <a:gd name="connsiteY113" fmla="*/ 86677 h 120491"/>
                <a:gd name="connsiteX114" fmla="*/ 57150 w 58102"/>
                <a:gd name="connsiteY114" fmla="*/ 84296 h 120491"/>
                <a:gd name="connsiteX115" fmla="*/ 58102 w 58102"/>
                <a:gd name="connsiteY115" fmla="*/ 81915 h 120491"/>
                <a:gd name="connsiteX116" fmla="*/ 58102 w 58102"/>
                <a:gd name="connsiteY116" fmla="*/ 80486 h 12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58102" h="120491">
                  <a:moveTo>
                    <a:pt x="56674" y="78105"/>
                  </a:moveTo>
                  <a:lnTo>
                    <a:pt x="55721" y="75724"/>
                  </a:lnTo>
                  <a:lnTo>
                    <a:pt x="55721" y="72866"/>
                  </a:lnTo>
                  <a:lnTo>
                    <a:pt x="55721" y="71914"/>
                  </a:lnTo>
                  <a:lnTo>
                    <a:pt x="54769" y="70485"/>
                  </a:lnTo>
                  <a:lnTo>
                    <a:pt x="52864" y="70009"/>
                  </a:lnTo>
                  <a:lnTo>
                    <a:pt x="48101" y="70485"/>
                  </a:lnTo>
                  <a:lnTo>
                    <a:pt x="47149" y="69533"/>
                  </a:lnTo>
                  <a:lnTo>
                    <a:pt x="45244" y="64294"/>
                  </a:lnTo>
                  <a:lnTo>
                    <a:pt x="43815" y="63341"/>
                  </a:lnTo>
                  <a:lnTo>
                    <a:pt x="42386" y="61436"/>
                  </a:lnTo>
                  <a:lnTo>
                    <a:pt x="39529" y="55721"/>
                  </a:lnTo>
                  <a:lnTo>
                    <a:pt x="39529" y="53340"/>
                  </a:lnTo>
                  <a:lnTo>
                    <a:pt x="40005" y="50959"/>
                  </a:lnTo>
                  <a:lnTo>
                    <a:pt x="38100" y="45720"/>
                  </a:lnTo>
                  <a:lnTo>
                    <a:pt x="39052" y="44291"/>
                  </a:lnTo>
                  <a:lnTo>
                    <a:pt x="40481" y="43339"/>
                  </a:lnTo>
                  <a:lnTo>
                    <a:pt x="40481" y="41434"/>
                  </a:lnTo>
                  <a:lnTo>
                    <a:pt x="40005" y="38100"/>
                  </a:lnTo>
                  <a:lnTo>
                    <a:pt x="41910" y="31909"/>
                  </a:lnTo>
                  <a:lnTo>
                    <a:pt x="42386" y="31433"/>
                  </a:lnTo>
                  <a:lnTo>
                    <a:pt x="42863" y="29527"/>
                  </a:lnTo>
                  <a:lnTo>
                    <a:pt x="42386" y="25717"/>
                  </a:lnTo>
                  <a:lnTo>
                    <a:pt x="40957" y="19526"/>
                  </a:lnTo>
                  <a:lnTo>
                    <a:pt x="39529" y="17145"/>
                  </a:lnTo>
                  <a:lnTo>
                    <a:pt x="37148" y="15240"/>
                  </a:lnTo>
                  <a:lnTo>
                    <a:pt x="34766" y="13811"/>
                  </a:lnTo>
                  <a:lnTo>
                    <a:pt x="31432" y="12383"/>
                  </a:lnTo>
                  <a:lnTo>
                    <a:pt x="29527" y="9049"/>
                  </a:lnTo>
                  <a:lnTo>
                    <a:pt x="26670" y="5239"/>
                  </a:lnTo>
                  <a:lnTo>
                    <a:pt x="25241" y="4286"/>
                  </a:lnTo>
                  <a:lnTo>
                    <a:pt x="24765" y="3810"/>
                  </a:lnTo>
                  <a:lnTo>
                    <a:pt x="20955" y="5715"/>
                  </a:lnTo>
                  <a:lnTo>
                    <a:pt x="18098" y="6667"/>
                  </a:lnTo>
                  <a:lnTo>
                    <a:pt x="15716" y="7144"/>
                  </a:lnTo>
                  <a:lnTo>
                    <a:pt x="14764" y="6191"/>
                  </a:lnTo>
                  <a:lnTo>
                    <a:pt x="14288" y="5239"/>
                  </a:lnTo>
                  <a:lnTo>
                    <a:pt x="14288" y="1905"/>
                  </a:lnTo>
                  <a:lnTo>
                    <a:pt x="13811" y="476"/>
                  </a:lnTo>
                  <a:lnTo>
                    <a:pt x="12859" y="0"/>
                  </a:lnTo>
                  <a:lnTo>
                    <a:pt x="11430" y="952"/>
                  </a:lnTo>
                  <a:lnTo>
                    <a:pt x="9525" y="3334"/>
                  </a:lnTo>
                  <a:lnTo>
                    <a:pt x="7620" y="6191"/>
                  </a:lnTo>
                  <a:lnTo>
                    <a:pt x="4763" y="9525"/>
                  </a:lnTo>
                  <a:lnTo>
                    <a:pt x="2381" y="12383"/>
                  </a:lnTo>
                  <a:lnTo>
                    <a:pt x="1429" y="14764"/>
                  </a:lnTo>
                  <a:lnTo>
                    <a:pt x="1429" y="14764"/>
                  </a:lnTo>
                  <a:lnTo>
                    <a:pt x="2381" y="17145"/>
                  </a:lnTo>
                  <a:lnTo>
                    <a:pt x="4286" y="20002"/>
                  </a:lnTo>
                  <a:lnTo>
                    <a:pt x="5239" y="21908"/>
                  </a:lnTo>
                  <a:lnTo>
                    <a:pt x="4763" y="23336"/>
                  </a:lnTo>
                  <a:lnTo>
                    <a:pt x="2381" y="22860"/>
                  </a:lnTo>
                  <a:lnTo>
                    <a:pt x="476" y="21908"/>
                  </a:lnTo>
                  <a:lnTo>
                    <a:pt x="1429" y="23336"/>
                  </a:lnTo>
                  <a:lnTo>
                    <a:pt x="952" y="25241"/>
                  </a:lnTo>
                  <a:lnTo>
                    <a:pt x="1429" y="26670"/>
                  </a:lnTo>
                  <a:lnTo>
                    <a:pt x="952" y="29527"/>
                  </a:lnTo>
                  <a:lnTo>
                    <a:pt x="476" y="31433"/>
                  </a:lnTo>
                  <a:lnTo>
                    <a:pt x="4763" y="32385"/>
                  </a:lnTo>
                  <a:lnTo>
                    <a:pt x="8573" y="34766"/>
                  </a:lnTo>
                  <a:lnTo>
                    <a:pt x="8573" y="40958"/>
                  </a:lnTo>
                  <a:lnTo>
                    <a:pt x="7620" y="42863"/>
                  </a:lnTo>
                  <a:lnTo>
                    <a:pt x="5715" y="43815"/>
                  </a:lnTo>
                  <a:lnTo>
                    <a:pt x="3810" y="49530"/>
                  </a:lnTo>
                  <a:lnTo>
                    <a:pt x="4286" y="53816"/>
                  </a:lnTo>
                  <a:lnTo>
                    <a:pt x="5239" y="57150"/>
                  </a:lnTo>
                  <a:lnTo>
                    <a:pt x="4763" y="62389"/>
                  </a:lnTo>
                  <a:lnTo>
                    <a:pt x="4763" y="69056"/>
                  </a:lnTo>
                  <a:lnTo>
                    <a:pt x="1905" y="74771"/>
                  </a:lnTo>
                  <a:lnTo>
                    <a:pt x="476" y="80010"/>
                  </a:lnTo>
                  <a:lnTo>
                    <a:pt x="952" y="81915"/>
                  </a:lnTo>
                  <a:lnTo>
                    <a:pt x="3810" y="87630"/>
                  </a:lnTo>
                  <a:lnTo>
                    <a:pt x="4763" y="90488"/>
                  </a:lnTo>
                  <a:lnTo>
                    <a:pt x="3810" y="91440"/>
                  </a:lnTo>
                  <a:lnTo>
                    <a:pt x="2381" y="90964"/>
                  </a:lnTo>
                  <a:lnTo>
                    <a:pt x="1429" y="90488"/>
                  </a:lnTo>
                  <a:lnTo>
                    <a:pt x="0" y="90488"/>
                  </a:lnTo>
                  <a:lnTo>
                    <a:pt x="1429" y="92869"/>
                  </a:lnTo>
                  <a:lnTo>
                    <a:pt x="2381" y="95250"/>
                  </a:lnTo>
                  <a:lnTo>
                    <a:pt x="5715" y="98108"/>
                  </a:lnTo>
                  <a:lnTo>
                    <a:pt x="18098" y="104775"/>
                  </a:lnTo>
                  <a:lnTo>
                    <a:pt x="21907" y="111442"/>
                  </a:lnTo>
                  <a:lnTo>
                    <a:pt x="22860" y="114300"/>
                  </a:lnTo>
                  <a:lnTo>
                    <a:pt x="22860" y="118110"/>
                  </a:lnTo>
                  <a:lnTo>
                    <a:pt x="23813" y="118110"/>
                  </a:lnTo>
                  <a:lnTo>
                    <a:pt x="25241" y="118586"/>
                  </a:lnTo>
                  <a:lnTo>
                    <a:pt x="27623" y="120015"/>
                  </a:lnTo>
                  <a:lnTo>
                    <a:pt x="30004" y="120491"/>
                  </a:lnTo>
                  <a:lnTo>
                    <a:pt x="31432" y="119063"/>
                  </a:lnTo>
                  <a:lnTo>
                    <a:pt x="32385" y="118586"/>
                  </a:lnTo>
                  <a:lnTo>
                    <a:pt x="32861" y="116681"/>
                  </a:lnTo>
                  <a:lnTo>
                    <a:pt x="32861" y="115252"/>
                  </a:lnTo>
                  <a:lnTo>
                    <a:pt x="33338" y="114776"/>
                  </a:lnTo>
                  <a:lnTo>
                    <a:pt x="35243" y="114776"/>
                  </a:lnTo>
                  <a:lnTo>
                    <a:pt x="36195" y="114300"/>
                  </a:lnTo>
                  <a:lnTo>
                    <a:pt x="36195" y="112871"/>
                  </a:lnTo>
                  <a:lnTo>
                    <a:pt x="34766" y="110966"/>
                  </a:lnTo>
                  <a:lnTo>
                    <a:pt x="33814" y="108585"/>
                  </a:lnTo>
                  <a:lnTo>
                    <a:pt x="33814" y="107156"/>
                  </a:lnTo>
                  <a:lnTo>
                    <a:pt x="34766" y="106680"/>
                  </a:lnTo>
                  <a:lnTo>
                    <a:pt x="36195" y="105727"/>
                  </a:lnTo>
                  <a:lnTo>
                    <a:pt x="37148" y="104775"/>
                  </a:lnTo>
                  <a:lnTo>
                    <a:pt x="38576" y="103822"/>
                  </a:lnTo>
                  <a:lnTo>
                    <a:pt x="40957" y="103822"/>
                  </a:lnTo>
                  <a:lnTo>
                    <a:pt x="43815" y="103346"/>
                  </a:lnTo>
                  <a:lnTo>
                    <a:pt x="45244" y="101917"/>
                  </a:lnTo>
                  <a:lnTo>
                    <a:pt x="45720" y="100489"/>
                  </a:lnTo>
                  <a:lnTo>
                    <a:pt x="46673" y="96679"/>
                  </a:lnTo>
                  <a:lnTo>
                    <a:pt x="47625" y="94774"/>
                  </a:lnTo>
                  <a:lnTo>
                    <a:pt x="48577" y="93345"/>
                  </a:lnTo>
                  <a:lnTo>
                    <a:pt x="49054" y="90964"/>
                  </a:lnTo>
                  <a:lnTo>
                    <a:pt x="50482" y="88583"/>
                  </a:lnTo>
                  <a:lnTo>
                    <a:pt x="52864" y="88106"/>
                  </a:lnTo>
                  <a:lnTo>
                    <a:pt x="55245" y="86677"/>
                  </a:lnTo>
                  <a:lnTo>
                    <a:pt x="57150" y="84296"/>
                  </a:lnTo>
                  <a:lnTo>
                    <a:pt x="58102" y="81915"/>
                  </a:lnTo>
                  <a:lnTo>
                    <a:pt x="58102" y="80486"/>
                  </a:lnTo>
                  <a:close/>
                </a:path>
              </a:pathLst>
            </a:custGeom>
            <a:grpFill/>
            <a:ln w="317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AB2EC715-8838-45FF-8940-0CCB41F00A48}"/>
                </a:ext>
              </a:extLst>
            </p:cNvPr>
            <p:cNvSpPr/>
            <p:nvPr/>
          </p:nvSpPr>
          <p:spPr>
            <a:xfrm>
              <a:off x="7777638" y="2939890"/>
              <a:ext cx="490061" cy="342900"/>
            </a:xfrm>
            <a:custGeom>
              <a:avLst/>
              <a:gdLst>
                <a:gd name="connsiteX0" fmla="*/ 489585 w 490061"/>
                <a:gd name="connsiteY0" fmla="*/ 47149 h 342900"/>
                <a:gd name="connsiteX1" fmla="*/ 487680 w 490061"/>
                <a:gd name="connsiteY1" fmla="*/ 45244 h 342900"/>
                <a:gd name="connsiteX2" fmla="*/ 484347 w 490061"/>
                <a:gd name="connsiteY2" fmla="*/ 42863 h 342900"/>
                <a:gd name="connsiteX3" fmla="*/ 481965 w 490061"/>
                <a:gd name="connsiteY3" fmla="*/ 41434 h 342900"/>
                <a:gd name="connsiteX4" fmla="*/ 477203 w 490061"/>
                <a:gd name="connsiteY4" fmla="*/ 41910 h 342900"/>
                <a:gd name="connsiteX5" fmla="*/ 474822 w 490061"/>
                <a:gd name="connsiteY5" fmla="*/ 40958 h 342900"/>
                <a:gd name="connsiteX6" fmla="*/ 471488 w 490061"/>
                <a:gd name="connsiteY6" fmla="*/ 40481 h 342900"/>
                <a:gd name="connsiteX7" fmla="*/ 468630 w 490061"/>
                <a:gd name="connsiteY7" fmla="*/ 40481 h 342900"/>
                <a:gd name="connsiteX8" fmla="*/ 466725 w 490061"/>
                <a:gd name="connsiteY8" fmla="*/ 41910 h 342900"/>
                <a:gd name="connsiteX9" fmla="*/ 465297 w 490061"/>
                <a:gd name="connsiteY9" fmla="*/ 43815 h 342900"/>
                <a:gd name="connsiteX10" fmla="*/ 462439 w 490061"/>
                <a:gd name="connsiteY10" fmla="*/ 44291 h 342900"/>
                <a:gd name="connsiteX11" fmla="*/ 457676 w 490061"/>
                <a:gd name="connsiteY11" fmla="*/ 45720 h 342900"/>
                <a:gd name="connsiteX12" fmla="*/ 451009 w 490061"/>
                <a:gd name="connsiteY12" fmla="*/ 47625 h 342900"/>
                <a:gd name="connsiteX13" fmla="*/ 447675 w 490061"/>
                <a:gd name="connsiteY13" fmla="*/ 47149 h 342900"/>
                <a:gd name="connsiteX14" fmla="*/ 446723 w 490061"/>
                <a:gd name="connsiteY14" fmla="*/ 46196 h 342900"/>
                <a:gd name="connsiteX15" fmla="*/ 447675 w 490061"/>
                <a:gd name="connsiteY15" fmla="*/ 45244 h 342900"/>
                <a:gd name="connsiteX16" fmla="*/ 450056 w 490061"/>
                <a:gd name="connsiteY16" fmla="*/ 43815 h 342900"/>
                <a:gd name="connsiteX17" fmla="*/ 450532 w 490061"/>
                <a:gd name="connsiteY17" fmla="*/ 41910 h 342900"/>
                <a:gd name="connsiteX18" fmla="*/ 450056 w 490061"/>
                <a:gd name="connsiteY18" fmla="*/ 40481 h 342900"/>
                <a:gd name="connsiteX19" fmla="*/ 447675 w 490061"/>
                <a:gd name="connsiteY19" fmla="*/ 40005 h 342900"/>
                <a:gd name="connsiteX20" fmla="*/ 447199 w 490061"/>
                <a:gd name="connsiteY20" fmla="*/ 39529 h 342900"/>
                <a:gd name="connsiteX21" fmla="*/ 446247 w 490061"/>
                <a:gd name="connsiteY21" fmla="*/ 39053 h 342900"/>
                <a:gd name="connsiteX22" fmla="*/ 441960 w 490061"/>
                <a:gd name="connsiteY22" fmla="*/ 38100 h 342900"/>
                <a:gd name="connsiteX23" fmla="*/ 438626 w 490061"/>
                <a:gd name="connsiteY23" fmla="*/ 38576 h 342900"/>
                <a:gd name="connsiteX24" fmla="*/ 432911 w 490061"/>
                <a:gd name="connsiteY24" fmla="*/ 40481 h 342900"/>
                <a:gd name="connsiteX25" fmla="*/ 421957 w 490061"/>
                <a:gd name="connsiteY25" fmla="*/ 46196 h 342900"/>
                <a:gd name="connsiteX26" fmla="*/ 417195 w 490061"/>
                <a:gd name="connsiteY26" fmla="*/ 50006 h 342900"/>
                <a:gd name="connsiteX27" fmla="*/ 413861 w 490061"/>
                <a:gd name="connsiteY27" fmla="*/ 55245 h 342900"/>
                <a:gd name="connsiteX28" fmla="*/ 403860 w 490061"/>
                <a:gd name="connsiteY28" fmla="*/ 57150 h 342900"/>
                <a:gd name="connsiteX29" fmla="*/ 396716 w 490061"/>
                <a:gd name="connsiteY29" fmla="*/ 60484 h 342900"/>
                <a:gd name="connsiteX30" fmla="*/ 389573 w 490061"/>
                <a:gd name="connsiteY30" fmla="*/ 65722 h 342900"/>
                <a:gd name="connsiteX31" fmla="*/ 384810 w 490061"/>
                <a:gd name="connsiteY31" fmla="*/ 68580 h 342900"/>
                <a:gd name="connsiteX32" fmla="*/ 382429 w 490061"/>
                <a:gd name="connsiteY32" fmla="*/ 68580 h 342900"/>
                <a:gd name="connsiteX33" fmla="*/ 380048 w 490061"/>
                <a:gd name="connsiteY33" fmla="*/ 68104 h 342900"/>
                <a:gd name="connsiteX34" fmla="*/ 377666 w 490061"/>
                <a:gd name="connsiteY34" fmla="*/ 66675 h 342900"/>
                <a:gd name="connsiteX35" fmla="*/ 375761 w 490061"/>
                <a:gd name="connsiteY35" fmla="*/ 62389 h 342900"/>
                <a:gd name="connsiteX36" fmla="*/ 373380 w 490061"/>
                <a:gd name="connsiteY36" fmla="*/ 55721 h 342900"/>
                <a:gd name="connsiteX37" fmla="*/ 372428 w 490061"/>
                <a:gd name="connsiteY37" fmla="*/ 51435 h 342900"/>
                <a:gd name="connsiteX38" fmla="*/ 372904 w 490061"/>
                <a:gd name="connsiteY38" fmla="*/ 46196 h 342900"/>
                <a:gd name="connsiteX39" fmla="*/ 373856 w 490061"/>
                <a:gd name="connsiteY39" fmla="*/ 39529 h 342900"/>
                <a:gd name="connsiteX40" fmla="*/ 374809 w 490061"/>
                <a:gd name="connsiteY40" fmla="*/ 33338 h 342900"/>
                <a:gd name="connsiteX41" fmla="*/ 376238 w 490061"/>
                <a:gd name="connsiteY41" fmla="*/ 25718 h 342900"/>
                <a:gd name="connsiteX42" fmla="*/ 377190 w 490061"/>
                <a:gd name="connsiteY42" fmla="*/ 22860 h 342900"/>
                <a:gd name="connsiteX43" fmla="*/ 377190 w 490061"/>
                <a:gd name="connsiteY43" fmla="*/ 20955 h 342900"/>
                <a:gd name="connsiteX44" fmla="*/ 376238 w 490061"/>
                <a:gd name="connsiteY44" fmla="*/ 20479 h 342900"/>
                <a:gd name="connsiteX45" fmla="*/ 374332 w 490061"/>
                <a:gd name="connsiteY45" fmla="*/ 20479 h 342900"/>
                <a:gd name="connsiteX46" fmla="*/ 370523 w 490061"/>
                <a:gd name="connsiteY46" fmla="*/ 21431 h 342900"/>
                <a:gd name="connsiteX47" fmla="*/ 368618 w 490061"/>
                <a:gd name="connsiteY47" fmla="*/ 21431 h 342900"/>
                <a:gd name="connsiteX48" fmla="*/ 367189 w 490061"/>
                <a:gd name="connsiteY48" fmla="*/ 20955 h 342900"/>
                <a:gd name="connsiteX49" fmla="*/ 367189 w 490061"/>
                <a:gd name="connsiteY49" fmla="*/ 17145 h 342900"/>
                <a:gd name="connsiteX50" fmla="*/ 368618 w 490061"/>
                <a:gd name="connsiteY50" fmla="*/ 10954 h 342900"/>
                <a:gd name="connsiteX51" fmla="*/ 366236 w 490061"/>
                <a:gd name="connsiteY51" fmla="*/ 5715 h 342900"/>
                <a:gd name="connsiteX52" fmla="*/ 359093 w 490061"/>
                <a:gd name="connsiteY52" fmla="*/ 1429 h 342900"/>
                <a:gd name="connsiteX53" fmla="*/ 353378 w 490061"/>
                <a:gd name="connsiteY53" fmla="*/ 0 h 342900"/>
                <a:gd name="connsiteX54" fmla="*/ 348615 w 490061"/>
                <a:gd name="connsiteY54" fmla="*/ 953 h 342900"/>
                <a:gd name="connsiteX55" fmla="*/ 344329 w 490061"/>
                <a:gd name="connsiteY55" fmla="*/ 4763 h 342900"/>
                <a:gd name="connsiteX56" fmla="*/ 340995 w 490061"/>
                <a:gd name="connsiteY56" fmla="*/ 10001 h 342900"/>
                <a:gd name="connsiteX57" fmla="*/ 337661 w 490061"/>
                <a:gd name="connsiteY57" fmla="*/ 14764 h 342900"/>
                <a:gd name="connsiteX58" fmla="*/ 334328 w 490061"/>
                <a:gd name="connsiteY58" fmla="*/ 18097 h 342900"/>
                <a:gd name="connsiteX59" fmla="*/ 331470 w 490061"/>
                <a:gd name="connsiteY59" fmla="*/ 20003 h 342900"/>
                <a:gd name="connsiteX60" fmla="*/ 330994 w 490061"/>
                <a:gd name="connsiteY60" fmla="*/ 20479 h 342900"/>
                <a:gd name="connsiteX61" fmla="*/ 330041 w 490061"/>
                <a:gd name="connsiteY61" fmla="*/ 21908 h 342900"/>
                <a:gd name="connsiteX62" fmla="*/ 331947 w 490061"/>
                <a:gd name="connsiteY62" fmla="*/ 26670 h 342900"/>
                <a:gd name="connsiteX63" fmla="*/ 331947 w 490061"/>
                <a:gd name="connsiteY63" fmla="*/ 30956 h 342900"/>
                <a:gd name="connsiteX64" fmla="*/ 330041 w 490061"/>
                <a:gd name="connsiteY64" fmla="*/ 33814 h 342900"/>
                <a:gd name="connsiteX65" fmla="*/ 327660 w 490061"/>
                <a:gd name="connsiteY65" fmla="*/ 35243 h 342900"/>
                <a:gd name="connsiteX66" fmla="*/ 324803 w 490061"/>
                <a:gd name="connsiteY66" fmla="*/ 35243 h 342900"/>
                <a:gd name="connsiteX67" fmla="*/ 322898 w 490061"/>
                <a:gd name="connsiteY67" fmla="*/ 34766 h 342900"/>
                <a:gd name="connsiteX68" fmla="*/ 321469 w 490061"/>
                <a:gd name="connsiteY68" fmla="*/ 33338 h 342900"/>
                <a:gd name="connsiteX69" fmla="*/ 317182 w 490061"/>
                <a:gd name="connsiteY69" fmla="*/ 32861 h 342900"/>
                <a:gd name="connsiteX70" fmla="*/ 310515 w 490061"/>
                <a:gd name="connsiteY70" fmla="*/ 33338 h 342900"/>
                <a:gd name="connsiteX71" fmla="*/ 306229 w 490061"/>
                <a:gd name="connsiteY71" fmla="*/ 35243 h 342900"/>
                <a:gd name="connsiteX72" fmla="*/ 303848 w 490061"/>
                <a:gd name="connsiteY72" fmla="*/ 37624 h 342900"/>
                <a:gd name="connsiteX73" fmla="*/ 302895 w 490061"/>
                <a:gd name="connsiteY73" fmla="*/ 40958 h 342900"/>
                <a:gd name="connsiteX74" fmla="*/ 303848 w 490061"/>
                <a:gd name="connsiteY74" fmla="*/ 45244 h 342900"/>
                <a:gd name="connsiteX75" fmla="*/ 303372 w 490061"/>
                <a:gd name="connsiteY75" fmla="*/ 48578 h 342900"/>
                <a:gd name="connsiteX76" fmla="*/ 301466 w 490061"/>
                <a:gd name="connsiteY76" fmla="*/ 50483 h 342900"/>
                <a:gd name="connsiteX77" fmla="*/ 299561 w 490061"/>
                <a:gd name="connsiteY77" fmla="*/ 51911 h 342900"/>
                <a:gd name="connsiteX78" fmla="*/ 298609 w 490061"/>
                <a:gd name="connsiteY78" fmla="*/ 52388 h 342900"/>
                <a:gd name="connsiteX79" fmla="*/ 295751 w 490061"/>
                <a:gd name="connsiteY79" fmla="*/ 50483 h 342900"/>
                <a:gd name="connsiteX80" fmla="*/ 290989 w 490061"/>
                <a:gd name="connsiteY80" fmla="*/ 46196 h 342900"/>
                <a:gd name="connsiteX81" fmla="*/ 288131 w 490061"/>
                <a:gd name="connsiteY81" fmla="*/ 43815 h 342900"/>
                <a:gd name="connsiteX82" fmla="*/ 286226 w 490061"/>
                <a:gd name="connsiteY82" fmla="*/ 43815 h 342900"/>
                <a:gd name="connsiteX83" fmla="*/ 285750 w 490061"/>
                <a:gd name="connsiteY83" fmla="*/ 43815 h 342900"/>
                <a:gd name="connsiteX84" fmla="*/ 284322 w 490061"/>
                <a:gd name="connsiteY84" fmla="*/ 44291 h 342900"/>
                <a:gd name="connsiteX85" fmla="*/ 283845 w 490061"/>
                <a:gd name="connsiteY85" fmla="*/ 44768 h 342900"/>
                <a:gd name="connsiteX86" fmla="*/ 283369 w 490061"/>
                <a:gd name="connsiteY86" fmla="*/ 46196 h 342900"/>
                <a:gd name="connsiteX87" fmla="*/ 281940 w 490061"/>
                <a:gd name="connsiteY87" fmla="*/ 46672 h 342900"/>
                <a:gd name="connsiteX88" fmla="*/ 280035 w 490061"/>
                <a:gd name="connsiteY88" fmla="*/ 46196 h 342900"/>
                <a:gd name="connsiteX89" fmla="*/ 278130 w 490061"/>
                <a:gd name="connsiteY89" fmla="*/ 46672 h 342900"/>
                <a:gd name="connsiteX90" fmla="*/ 277178 w 490061"/>
                <a:gd name="connsiteY90" fmla="*/ 47625 h 342900"/>
                <a:gd name="connsiteX91" fmla="*/ 273844 w 490061"/>
                <a:gd name="connsiteY91" fmla="*/ 49530 h 342900"/>
                <a:gd name="connsiteX92" fmla="*/ 268605 w 490061"/>
                <a:gd name="connsiteY92" fmla="*/ 51435 h 342900"/>
                <a:gd name="connsiteX93" fmla="*/ 265748 w 490061"/>
                <a:gd name="connsiteY93" fmla="*/ 52864 h 342900"/>
                <a:gd name="connsiteX94" fmla="*/ 265272 w 490061"/>
                <a:gd name="connsiteY94" fmla="*/ 55245 h 342900"/>
                <a:gd name="connsiteX95" fmla="*/ 264319 w 490061"/>
                <a:gd name="connsiteY95" fmla="*/ 56197 h 342900"/>
                <a:gd name="connsiteX96" fmla="*/ 262890 w 490061"/>
                <a:gd name="connsiteY96" fmla="*/ 55721 h 342900"/>
                <a:gd name="connsiteX97" fmla="*/ 257651 w 490061"/>
                <a:gd name="connsiteY97" fmla="*/ 58579 h 342900"/>
                <a:gd name="connsiteX98" fmla="*/ 253841 w 490061"/>
                <a:gd name="connsiteY98" fmla="*/ 57626 h 342900"/>
                <a:gd name="connsiteX99" fmla="*/ 250031 w 490061"/>
                <a:gd name="connsiteY99" fmla="*/ 53816 h 342900"/>
                <a:gd name="connsiteX100" fmla="*/ 247650 w 490061"/>
                <a:gd name="connsiteY100" fmla="*/ 50959 h 342900"/>
                <a:gd name="connsiteX101" fmla="*/ 247174 w 490061"/>
                <a:gd name="connsiteY101" fmla="*/ 50006 h 342900"/>
                <a:gd name="connsiteX102" fmla="*/ 247174 w 490061"/>
                <a:gd name="connsiteY102" fmla="*/ 48578 h 342900"/>
                <a:gd name="connsiteX103" fmla="*/ 245269 w 490061"/>
                <a:gd name="connsiteY103" fmla="*/ 47625 h 342900"/>
                <a:gd name="connsiteX104" fmla="*/ 241935 w 490061"/>
                <a:gd name="connsiteY104" fmla="*/ 48101 h 342900"/>
                <a:gd name="connsiteX105" fmla="*/ 240030 w 490061"/>
                <a:gd name="connsiteY105" fmla="*/ 47625 h 342900"/>
                <a:gd name="connsiteX106" fmla="*/ 239078 w 490061"/>
                <a:gd name="connsiteY106" fmla="*/ 46196 h 342900"/>
                <a:gd name="connsiteX107" fmla="*/ 236220 w 490061"/>
                <a:gd name="connsiteY107" fmla="*/ 46672 h 342900"/>
                <a:gd name="connsiteX108" fmla="*/ 232410 w 490061"/>
                <a:gd name="connsiteY108" fmla="*/ 48578 h 342900"/>
                <a:gd name="connsiteX109" fmla="*/ 228124 w 490061"/>
                <a:gd name="connsiteY109" fmla="*/ 47625 h 342900"/>
                <a:gd name="connsiteX110" fmla="*/ 223838 w 490061"/>
                <a:gd name="connsiteY110" fmla="*/ 43339 h 342900"/>
                <a:gd name="connsiteX111" fmla="*/ 215741 w 490061"/>
                <a:gd name="connsiteY111" fmla="*/ 41910 h 342900"/>
                <a:gd name="connsiteX112" fmla="*/ 205264 w 490061"/>
                <a:gd name="connsiteY112" fmla="*/ 42863 h 342900"/>
                <a:gd name="connsiteX113" fmla="*/ 203359 w 490061"/>
                <a:gd name="connsiteY113" fmla="*/ 43339 h 342900"/>
                <a:gd name="connsiteX114" fmla="*/ 199549 w 490061"/>
                <a:gd name="connsiteY114" fmla="*/ 42386 h 342900"/>
                <a:gd name="connsiteX115" fmla="*/ 190976 w 490061"/>
                <a:gd name="connsiteY115" fmla="*/ 40481 h 342900"/>
                <a:gd name="connsiteX116" fmla="*/ 183832 w 490061"/>
                <a:gd name="connsiteY116" fmla="*/ 36671 h 342900"/>
                <a:gd name="connsiteX117" fmla="*/ 179547 w 490061"/>
                <a:gd name="connsiteY117" fmla="*/ 34290 h 342900"/>
                <a:gd name="connsiteX118" fmla="*/ 178594 w 490061"/>
                <a:gd name="connsiteY118" fmla="*/ 34766 h 342900"/>
                <a:gd name="connsiteX119" fmla="*/ 176689 w 490061"/>
                <a:gd name="connsiteY119" fmla="*/ 36195 h 342900"/>
                <a:gd name="connsiteX120" fmla="*/ 175260 w 490061"/>
                <a:gd name="connsiteY120" fmla="*/ 38576 h 342900"/>
                <a:gd name="connsiteX121" fmla="*/ 173831 w 490061"/>
                <a:gd name="connsiteY121" fmla="*/ 42386 h 342900"/>
                <a:gd name="connsiteX122" fmla="*/ 172403 w 490061"/>
                <a:gd name="connsiteY122" fmla="*/ 46672 h 342900"/>
                <a:gd name="connsiteX123" fmla="*/ 163830 w 490061"/>
                <a:gd name="connsiteY123" fmla="*/ 47149 h 342900"/>
                <a:gd name="connsiteX124" fmla="*/ 156210 w 490061"/>
                <a:gd name="connsiteY124" fmla="*/ 47149 h 342900"/>
                <a:gd name="connsiteX125" fmla="*/ 151924 w 490061"/>
                <a:gd name="connsiteY125" fmla="*/ 49054 h 342900"/>
                <a:gd name="connsiteX126" fmla="*/ 147161 w 490061"/>
                <a:gd name="connsiteY126" fmla="*/ 51435 h 342900"/>
                <a:gd name="connsiteX127" fmla="*/ 145732 w 490061"/>
                <a:gd name="connsiteY127" fmla="*/ 54293 h 342900"/>
                <a:gd name="connsiteX128" fmla="*/ 144780 w 490061"/>
                <a:gd name="connsiteY128" fmla="*/ 58103 h 342900"/>
                <a:gd name="connsiteX129" fmla="*/ 142399 w 490061"/>
                <a:gd name="connsiteY129" fmla="*/ 66199 h 342900"/>
                <a:gd name="connsiteX130" fmla="*/ 140018 w 490061"/>
                <a:gd name="connsiteY130" fmla="*/ 73819 h 342900"/>
                <a:gd name="connsiteX131" fmla="*/ 138589 w 490061"/>
                <a:gd name="connsiteY131" fmla="*/ 78581 h 342900"/>
                <a:gd name="connsiteX132" fmla="*/ 136684 w 490061"/>
                <a:gd name="connsiteY132" fmla="*/ 81915 h 342900"/>
                <a:gd name="connsiteX133" fmla="*/ 131445 w 490061"/>
                <a:gd name="connsiteY133" fmla="*/ 86201 h 342900"/>
                <a:gd name="connsiteX134" fmla="*/ 125730 w 490061"/>
                <a:gd name="connsiteY134" fmla="*/ 89535 h 342900"/>
                <a:gd name="connsiteX135" fmla="*/ 122397 w 490061"/>
                <a:gd name="connsiteY135" fmla="*/ 90964 h 342900"/>
                <a:gd name="connsiteX136" fmla="*/ 120968 w 490061"/>
                <a:gd name="connsiteY136" fmla="*/ 92393 h 342900"/>
                <a:gd name="connsiteX137" fmla="*/ 120968 w 490061"/>
                <a:gd name="connsiteY137" fmla="*/ 94297 h 342900"/>
                <a:gd name="connsiteX138" fmla="*/ 119539 w 490061"/>
                <a:gd name="connsiteY138" fmla="*/ 94774 h 342900"/>
                <a:gd name="connsiteX139" fmla="*/ 117157 w 490061"/>
                <a:gd name="connsiteY139" fmla="*/ 94297 h 342900"/>
                <a:gd name="connsiteX140" fmla="*/ 114776 w 490061"/>
                <a:gd name="connsiteY140" fmla="*/ 94774 h 342900"/>
                <a:gd name="connsiteX141" fmla="*/ 109061 w 490061"/>
                <a:gd name="connsiteY141" fmla="*/ 96203 h 342900"/>
                <a:gd name="connsiteX142" fmla="*/ 102870 w 490061"/>
                <a:gd name="connsiteY142" fmla="*/ 98584 h 342900"/>
                <a:gd name="connsiteX143" fmla="*/ 95726 w 490061"/>
                <a:gd name="connsiteY143" fmla="*/ 100489 h 342900"/>
                <a:gd name="connsiteX144" fmla="*/ 91440 w 490061"/>
                <a:gd name="connsiteY144" fmla="*/ 100489 h 342900"/>
                <a:gd name="connsiteX145" fmla="*/ 89535 w 490061"/>
                <a:gd name="connsiteY145" fmla="*/ 100965 h 342900"/>
                <a:gd name="connsiteX146" fmla="*/ 89059 w 490061"/>
                <a:gd name="connsiteY146" fmla="*/ 101918 h 342900"/>
                <a:gd name="connsiteX147" fmla="*/ 89535 w 490061"/>
                <a:gd name="connsiteY147" fmla="*/ 103822 h 342900"/>
                <a:gd name="connsiteX148" fmla="*/ 90488 w 490061"/>
                <a:gd name="connsiteY148" fmla="*/ 105728 h 342900"/>
                <a:gd name="connsiteX149" fmla="*/ 90964 w 490061"/>
                <a:gd name="connsiteY149" fmla="*/ 107633 h 342900"/>
                <a:gd name="connsiteX150" fmla="*/ 89535 w 490061"/>
                <a:gd name="connsiteY150" fmla="*/ 109061 h 342900"/>
                <a:gd name="connsiteX151" fmla="*/ 88106 w 490061"/>
                <a:gd name="connsiteY151" fmla="*/ 111443 h 342900"/>
                <a:gd name="connsiteX152" fmla="*/ 87154 w 490061"/>
                <a:gd name="connsiteY152" fmla="*/ 116205 h 342900"/>
                <a:gd name="connsiteX153" fmla="*/ 84773 w 490061"/>
                <a:gd name="connsiteY153" fmla="*/ 117634 h 342900"/>
                <a:gd name="connsiteX154" fmla="*/ 80486 w 490061"/>
                <a:gd name="connsiteY154" fmla="*/ 120015 h 342900"/>
                <a:gd name="connsiteX155" fmla="*/ 75724 w 490061"/>
                <a:gd name="connsiteY155" fmla="*/ 122872 h 342900"/>
                <a:gd name="connsiteX156" fmla="*/ 74772 w 490061"/>
                <a:gd name="connsiteY156" fmla="*/ 123825 h 342900"/>
                <a:gd name="connsiteX157" fmla="*/ 71914 w 490061"/>
                <a:gd name="connsiteY157" fmla="*/ 124301 h 342900"/>
                <a:gd name="connsiteX158" fmla="*/ 69532 w 490061"/>
                <a:gd name="connsiteY158" fmla="*/ 124301 h 342900"/>
                <a:gd name="connsiteX159" fmla="*/ 67151 w 490061"/>
                <a:gd name="connsiteY159" fmla="*/ 123825 h 342900"/>
                <a:gd name="connsiteX160" fmla="*/ 64294 w 490061"/>
                <a:gd name="connsiteY160" fmla="*/ 124778 h 342900"/>
                <a:gd name="connsiteX161" fmla="*/ 61913 w 490061"/>
                <a:gd name="connsiteY161" fmla="*/ 126683 h 342900"/>
                <a:gd name="connsiteX162" fmla="*/ 60484 w 490061"/>
                <a:gd name="connsiteY162" fmla="*/ 126206 h 342900"/>
                <a:gd name="connsiteX163" fmla="*/ 60007 w 490061"/>
                <a:gd name="connsiteY163" fmla="*/ 123825 h 342900"/>
                <a:gd name="connsiteX164" fmla="*/ 58579 w 490061"/>
                <a:gd name="connsiteY164" fmla="*/ 122396 h 342900"/>
                <a:gd name="connsiteX165" fmla="*/ 54293 w 490061"/>
                <a:gd name="connsiteY165" fmla="*/ 119063 h 342900"/>
                <a:gd name="connsiteX166" fmla="*/ 50959 w 490061"/>
                <a:gd name="connsiteY166" fmla="*/ 116205 h 342900"/>
                <a:gd name="connsiteX167" fmla="*/ 49054 w 490061"/>
                <a:gd name="connsiteY167" fmla="*/ 116205 h 342900"/>
                <a:gd name="connsiteX168" fmla="*/ 45720 w 490061"/>
                <a:gd name="connsiteY168" fmla="*/ 116681 h 342900"/>
                <a:gd name="connsiteX169" fmla="*/ 41910 w 490061"/>
                <a:gd name="connsiteY169" fmla="*/ 117158 h 342900"/>
                <a:gd name="connsiteX170" fmla="*/ 38576 w 490061"/>
                <a:gd name="connsiteY170" fmla="*/ 116681 h 342900"/>
                <a:gd name="connsiteX171" fmla="*/ 35719 w 490061"/>
                <a:gd name="connsiteY171" fmla="*/ 115729 h 342900"/>
                <a:gd name="connsiteX172" fmla="*/ 31432 w 490061"/>
                <a:gd name="connsiteY172" fmla="*/ 112395 h 342900"/>
                <a:gd name="connsiteX173" fmla="*/ 30004 w 490061"/>
                <a:gd name="connsiteY173" fmla="*/ 110490 h 342900"/>
                <a:gd name="connsiteX174" fmla="*/ 29051 w 490061"/>
                <a:gd name="connsiteY174" fmla="*/ 109538 h 342900"/>
                <a:gd name="connsiteX175" fmla="*/ 26194 w 490061"/>
                <a:gd name="connsiteY175" fmla="*/ 109538 h 342900"/>
                <a:gd name="connsiteX176" fmla="*/ 26670 w 490061"/>
                <a:gd name="connsiteY176" fmla="*/ 112395 h 342900"/>
                <a:gd name="connsiteX177" fmla="*/ 26670 w 490061"/>
                <a:gd name="connsiteY177" fmla="*/ 113824 h 342900"/>
                <a:gd name="connsiteX178" fmla="*/ 25718 w 490061"/>
                <a:gd name="connsiteY178" fmla="*/ 115253 h 342900"/>
                <a:gd name="connsiteX179" fmla="*/ 24765 w 490061"/>
                <a:gd name="connsiteY179" fmla="*/ 117158 h 342900"/>
                <a:gd name="connsiteX180" fmla="*/ 24289 w 490061"/>
                <a:gd name="connsiteY180" fmla="*/ 119539 h 342900"/>
                <a:gd name="connsiteX181" fmla="*/ 23813 w 490061"/>
                <a:gd name="connsiteY181" fmla="*/ 121444 h 342900"/>
                <a:gd name="connsiteX182" fmla="*/ 21907 w 490061"/>
                <a:gd name="connsiteY182" fmla="*/ 122396 h 342900"/>
                <a:gd name="connsiteX183" fmla="*/ 20479 w 490061"/>
                <a:gd name="connsiteY183" fmla="*/ 122872 h 342900"/>
                <a:gd name="connsiteX184" fmla="*/ 20955 w 490061"/>
                <a:gd name="connsiteY184" fmla="*/ 125254 h 342900"/>
                <a:gd name="connsiteX185" fmla="*/ 21431 w 490061"/>
                <a:gd name="connsiteY185" fmla="*/ 127635 h 342900"/>
                <a:gd name="connsiteX186" fmla="*/ 22384 w 490061"/>
                <a:gd name="connsiteY186" fmla="*/ 130016 h 342900"/>
                <a:gd name="connsiteX187" fmla="*/ 21431 w 490061"/>
                <a:gd name="connsiteY187" fmla="*/ 131445 h 342900"/>
                <a:gd name="connsiteX188" fmla="*/ 20955 w 490061"/>
                <a:gd name="connsiteY188" fmla="*/ 133350 h 342900"/>
                <a:gd name="connsiteX189" fmla="*/ 19526 w 490061"/>
                <a:gd name="connsiteY189" fmla="*/ 136208 h 342900"/>
                <a:gd name="connsiteX190" fmla="*/ 20003 w 490061"/>
                <a:gd name="connsiteY190" fmla="*/ 139065 h 342900"/>
                <a:gd name="connsiteX191" fmla="*/ 18574 w 490061"/>
                <a:gd name="connsiteY191" fmla="*/ 140970 h 342900"/>
                <a:gd name="connsiteX192" fmla="*/ 17145 w 490061"/>
                <a:gd name="connsiteY192" fmla="*/ 142875 h 342900"/>
                <a:gd name="connsiteX193" fmla="*/ 15716 w 490061"/>
                <a:gd name="connsiteY193" fmla="*/ 144304 h 342900"/>
                <a:gd name="connsiteX194" fmla="*/ 15716 w 490061"/>
                <a:gd name="connsiteY194" fmla="*/ 146685 h 342900"/>
                <a:gd name="connsiteX195" fmla="*/ 14288 w 490061"/>
                <a:gd name="connsiteY195" fmla="*/ 147161 h 342900"/>
                <a:gd name="connsiteX196" fmla="*/ 11906 w 490061"/>
                <a:gd name="connsiteY196" fmla="*/ 149066 h 342900"/>
                <a:gd name="connsiteX197" fmla="*/ 10478 w 490061"/>
                <a:gd name="connsiteY197" fmla="*/ 150495 h 342900"/>
                <a:gd name="connsiteX198" fmla="*/ 8573 w 490061"/>
                <a:gd name="connsiteY198" fmla="*/ 150495 h 342900"/>
                <a:gd name="connsiteX199" fmla="*/ 8097 w 490061"/>
                <a:gd name="connsiteY199" fmla="*/ 151924 h 342900"/>
                <a:gd name="connsiteX200" fmla="*/ 8097 w 490061"/>
                <a:gd name="connsiteY200" fmla="*/ 152876 h 342900"/>
                <a:gd name="connsiteX201" fmla="*/ 9049 w 490061"/>
                <a:gd name="connsiteY201" fmla="*/ 153353 h 342900"/>
                <a:gd name="connsiteX202" fmla="*/ 10478 w 490061"/>
                <a:gd name="connsiteY202" fmla="*/ 155734 h 342900"/>
                <a:gd name="connsiteX203" fmla="*/ 13335 w 490061"/>
                <a:gd name="connsiteY203" fmla="*/ 159068 h 342900"/>
                <a:gd name="connsiteX204" fmla="*/ 5239 w 490061"/>
                <a:gd name="connsiteY204" fmla="*/ 159544 h 342900"/>
                <a:gd name="connsiteX205" fmla="*/ 2857 w 490061"/>
                <a:gd name="connsiteY205" fmla="*/ 162878 h 342900"/>
                <a:gd name="connsiteX206" fmla="*/ 0 w 490061"/>
                <a:gd name="connsiteY206" fmla="*/ 167640 h 342900"/>
                <a:gd name="connsiteX207" fmla="*/ 1429 w 490061"/>
                <a:gd name="connsiteY207" fmla="*/ 177165 h 342900"/>
                <a:gd name="connsiteX208" fmla="*/ 0 w 490061"/>
                <a:gd name="connsiteY208" fmla="*/ 182404 h 342900"/>
                <a:gd name="connsiteX209" fmla="*/ 476 w 490061"/>
                <a:gd name="connsiteY209" fmla="*/ 184785 h 342900"/>
                <a:gd name="connsiteX210" fmla="*/ 2857 w 490061"/>
                <a:gd name="connsiteY210" fmla="*/ 186690 h 342900"/>
                <a:gd name="connsiteX211" fmla="*/ 5715 w 490061"/>
                <a:gd name="connsiteY211" fmla="*/ 188119 h 342900"/>
                <a:gd name="connsiteX212" fmla="*/ 10478 w 490061"/>
                <a:gd name="connsiteY212" fmla="*/ 188119 h 342900"/>
                <a:gd name="connsiteX213" fmla="*/ 14288 w 490061"/>
                <a:gd name="connsiteY213" fmla="*/ 188595 h 342900"/>
                <a:gd name="connsiteX214" fmla="*/ 14288 w 490061"/>
                <a:gd name="connsiteY214" fmla="*/ 190024 h 342900"/>
                <a:gd name="connsiteX215" fmla="*/ 12382 w 490061"/>
                <a:gd name="connsiteY215" fmla="*/ 191929 h 342900"/>
                <a:gd name="connsiteX216" fmla="*/ 9525 w 490061"/>
                <a:gd name="connsiteY216" fmla="*/ 195263 h 342900"/>
                <a:gd name="connsiteX217" fmla="*/ 7620 w 490061"/>
                <a:gd name="connsiteY217" fmla="*/ 196691 h 342900"/>
                <a:gd name="connsiteX218" fmla="*/ 2381 w 490061"/>
                <a:gd name="connsiteY218" fmla="*/ 203835 h 342900"/>
                <a:gd name="connsiteX219" fmla="*/ 2381 w 490061"/>
                <a:gd name="connsiteY219" fmla="*/ 206693 h 342900"/>
                <a:gd name="connsiteX220" fmla="*/ 2857 w 490061"/>
                <a:gd name="connsiteY220" fmla="*/ 209074 h 342900"/>
                <a:gd name="connsiteX221" fmla="*/ 5239 w 490061"/>
                <a:gd name="connsiteY221" fmla="*/ 216694 h 342900"/>
                <a:gd name="connsiteX222" fmla="*/ 7620 w 490061"/>
                <a:gd name="connsiteY222" fmla="*/ 223838 h 342900"/>
                <a:gd name="connsiteX223" fmla="*/ 11430 w 490061"/>
                <a:gd name="connsiteY223" fmla="*/ 237172 h 342900"/>
                <a:gd name="connsiteX224" fmla="*/ 11430 w 490061"/>
                <a:gd name="connsiteY224" fmla="*/ 240030 h 342900"/>
                <a:gd name="connsiteX225" fmla="*/ 10001 w 490061"/>
                <a:gd name="connsiteY225" fmla="*/ 247174 h 342900"/>
                <a:gd name="connsiteX226" fmla="*/ 10001 w 490061"/>
                <a:gd name="connsiteY226" fmla="*/ 250984 h 342900"/>
                <a:gd name="connsiteX227" fmla="*/ 10478 w 490061"/>
                <a:gd name="connsiteY227" fmla="*/ 256222 h 342900"/>
                <a:gd name="connsiteX228" fmla="*/ 10001 w 490061"/>
                <a:gd name="connsiteY228" fmla="*/ 259080 h 342900"/>
                <a:gd name="connsiteX229" fmla="*/ 10954 w 490061"/>
                <a:gd name="connsiteY229" fmla="*/ 265271 h 342900"/>
                <a:gd name="connsiteX230" fmla="*/ 12382 w 490061"/>
                <a:gd name="connsiteY230" fmla="*/ 265747 h 342900"/>
                <a:gd name="connsiteX231" fmla="*/ 20955 w 490061"/>
                <a:gd name="connsiteY231" fmla="*/ 266700 h 342900"/>
                <a:gd name="connsiteX232" fmla="*/ 29051 w 490061"/>
                <a:gd name="connsiteY232" fmla="*/ 268129 h 342900"/>
                <a:gd name="connsiteX233" fmla="*/ 39529 w 490061"/>
                <a:gd name="connsiteY233" fmla="*/ 269558 h 342900"/>
                <a:gd name="connsiteX234" fmla="*/ 42863 w 490061"/>
                <a:gd name="connsiteY234" fmla="*/ 272891 h 342900"/>
                <a:gd name="connsiteX235" fmla="*/ 44768 w 490061"/>
                <a:gd name="connsiteY235" fmla="*/ 280988 h 342900"/>
                <a:gd name="connsiteX236" fmla="*/ 44768 w 490061"/>
                <a:gd name="connsiteY236" fmla="*/ 286703 h 342900"/>
                <a:gd name="connsiteX237" fmla="*/ 43815 w 490061"/>
                <a:gd name="connsiteY237" fmla="*/ 290036 h 342900"/>
                <a:gd name="connsiteX238" fmla="*/ 36195 w 490061"/>
                <a:gd name="connsiteY238" fmla="*/ 298609 h 342900"/>
                <a:gd name="connsiteX239" fmla="*/ 28575 w 490061"/>
                <a:gd name="connsiteY239" fmla="*/ 307181 h 342900"/>
                <a:gd name="connsiteX240" fmla="*/ 20955 w 490061"/>
                <a:gd name="connsiteY240" fmla="*/ 315754 h 342900"/>
                <a:gd name="connsiteX241" fmla="*/ 11906 w 490061"/>
                <a:gd name="connsiteY241" fmla="*/ 325755 h 342900"/>
                <a:gd name="connsiteX242" fmla="*/ 24765 w 490061"/>
                <a:gd name="connsiteY242" fmla="*/ 330041 h 342900"/>
                <a:gd name="connsiteX243" fmla="*/ 35243 w 490061"/>
                <a:gd name="connsiteY243" fmla="*/ 332899 h 342900"/>
                <a:gd name="connsiteX244" fmla="*/ 51435 w 490061"/>
                <a:gd name="connsiteY244" fmla="*/ 337661 h 342900"/>
                <a:gd name="connsiteX245" fmla="*/ 63818 w 490061"/>
                <a:gd name="connsiteY245" fmla="*/ 341947 h 342900"/>
                <a:gd name="connsiteX246" fmla="*/ 67628 w 490061"/>
                <a:gd name="connsiteY246" fmla="*/ 342424 h 342900"/>
                <a:gd name="connsiteX247" fmla="*/ 104775 w 490061"/>
                <a:gd name="connsiteY247" fmla="*/ 339090 h 342900"/>
                <a:gd name="connsiteX248" fmla="*/ 118586 w 490061"/>
                <a:gd name="connsiteY248" fmla="*/ 341471 h 342900"/>
                <a:gd name="connsiteX249" fmla="*/ 122873 w 490061"/>
                <a:gd name="connsiteY249" fmla="*/ 342900 h 342900"/>
                <a:gd name="connsiteX250" fmla="*/ 123349 w 490061"/>
                <a:gd name="connsiteY250" fmla="*/ 341947 h 342900"/>
                <a:gd name="connsiteX251" fmla="*/ 125254 w 490061"/>
                <a:gd name="connsiteY251" fmla="*/ 340519 h 342900"/>
                <a:gd name="connsiteX252" fmla="*/ 128588 w 490061"/>
                <a:gd name="connsiteY252" fmla="*/ 338614 h 342900"/>
                <a:gd name="connsiteX253" fmla="*/ 132874 w 490061"/>
                <a:gd name="connsiteY253" fmla="*/ 337185 h 342900"/>
                <a:gd name="connsiteX254" fmla="*/ 137160 w 490061"/>
                <a:gd name="connsiteY254" fmla="*/ 336709 h 342900"/>
                <a:gd name="connsiteX255" fmla="*/ 143351 w 490061"/>
                <a:gd name="connsiteY255" fmla="*/ 336709 h 342900"/>
                <a:gd name="connsiteX256" fmla="*/ 147638 w 490061"/>
                <a:gd name="connsiteY256" fmla="*/ 336709 h 342900"/>
                <a:gd name="connsiteX257" fmla="*/ 150495 w 490061"/>
                <a:gd name="connsiteY257" fmla="*/ 337185 h 342900"/>
                <a:gd name="connsiteX258" fmla="*/ 156686 w 490061"/>
                <a:gd name="connsiteY258" fmla="*/ 336709 h 342900"/>
                <a:gd name="connsiteX259" fmla="*/ 159544 w 490061"/>
                <a:gd name="connsiteY259" fmla="*/ 336233 h 342900"/>
                <a:gd name="connsiteX260" fmla="*/ 169545 w 490061"/>
                <a:gd name="connsiteY260" fmla="*/ 333375 h 342900"/>
                <a:gd name="connsiteX261" fmla="*/ 176213 w 490061"/>
                <a:gd name="connsiteY261" fmla="*/ 331470 h 342900"/>
                <a:gd name="connsiteX262" fmla="*/ 186214 w 490061"/>
                <a:gd name="connsiteY262" fmla="*/ 328613 h 342900"/>
                <a:gd name="connsiteX263" fmla="*/ 193357 w 490061"/>
                <a:gd name="connsiteY263" fmla="*/ 326708 h 342900"/>
                <a:gd name="connsiteX264" fmla="*/ 195263 w 490061"/>
                <a:gd name="connsiteY264" fmla="*/ 325755 h 342900"/>
                <a:gd name="connsiteX265" fmla="*/ 197168 w 490061"/>
                <a:gd name="connsiteY265" fmla="*/ 323374 h 342900"/>
                <a:gd name="connsiteX266" fmla="*/ 198120 w 490061"/>
                <a:gd name="connsiteY266" fmla="*/ 321945 h 342900"/>
                <a:gd name="connsiteX267" fmla="*/ 195739 w 490061"/>
                <a:gd name="connsiteY267" fmla="*/ 319088 h 342900"/>
                <a:gd name="connsiteX268" fmla="*/ 195739 w 490061"/>
                <a:gd name="connsiteY268" fmla="*/ 316706 h 342900"/>
                <a:gd name="connsiteX269" fmla="*/ 197168 w 490061"/>
                <a:gd name="connsiteY269" fmla="*/ 313372 h 342900"/>
                <a:gd name="connsiteX270" fmla="*/ 197644 w 490061"/>
                <a:gd name="connsiteY270" fmla="*/ 308610 h 342900"/>
                <a:gd name="connsiteX271" fmla="*/ 197644 w 490061"/>
                <a:gd name="connsiteY271" fmla="*/ 301943 h 342900"/>
                <a:gd name="connsiteX272" fmla="*/ 197168 w 490061"/>
                <a:gd name="connsiteY272" fmla="*/ 298133 h 342900"/>
                <a:gd name="connsiteX273" fmla="*/ 199073 w 490061"/>
                <a:gd name="connsiteY273" fmla="*/ 290989 h 342900"/>
                <a:gd name="connsiteX274" fmla="*/ 200978 w 490061"/>
                <a:gd name="connsiteY274" fmla="*/ 286703 h 342900"/>
                <a:gd name="connsiteX275" fmla="*/ 204311 w 490061"/>
                <a:gd name="connsiteY275" fmla="*/ 284797 h 342900"/>
                <a:gd name="connsiteX276" fmla="*/ 206693 w 490061"/>
                <a:gd name="connsiteY276" fmla="*/ 283845 h 342900"/>
                <a:gd name="connsiteX277" fmla="*/ 207645 w 490061"/>
                <a:gd name="connsiteY277" fmla="*/ 282893 h 342900"/>
                <a:gd name="connsiteX278" fmla="*/ 208598 w 490061"/>
                <a:gd name="connsiteY278" fmla="*/ 281940 h 342900"/>
                <a:gd name="connsiteX279" fmla="*/ 212407 w 490061"/>
                <a:gd name="connsiteY279" fmla="*/ 276225 h 342900"/>
                <a:gd name="connsiteX280" fmla="*/ 215741 w 490061"/>
                <a:gd name="connsiteY280" fmla="*/ 273844 h 342900"/>
                <a:gd name="connsiteX281" fmla="*/ 219075 w 490061"/>
                <a:gd name="connsiteY281" fmla="*/ 272415 h 342900"/>
                <a:gd name="connsiteX282" fmla="*/ 222409 w 490061"/>
                <a:gd name="connsiteY282" fmla="*/ 272415 h 342900"/>
                <a:gd name="connsiteX283" fmla="*/ 225266 w 490061"/>
                <a:gd name="connsiteY283" fmla="*/ 274796 h 342900"/>
                <a:gd name="connsiteX284" fmla="*/ 230981 w 490061"/>
                <a:gd name="connsiteY284" fmla="*/ 275749 h 342900"/>
                <a:gd name="connsiteX285" fmla="*/ 236697 w 490061"/>
                <a:gd name="connsiteY285" fmla="*/ 274796 h 342900"/>
                <a:gd name="connsiteX286" fmla="*/ 241935 w 490061"/>
                <a:gd name="connsiteY286" fmla="*/ 273368 h 342900"/>
                <a:gd name="connsiteX287" fmla="*/ 243840 w 490061"/>
                <a:gd name="connsiteY287" fmla="*/ 271939 h 342900"/>
                <a:gd name="connsiteX288" fmla="*/ 246698 w 490061"/>
                <a:gd name="connsiteY288" fmla="*/ 270986 h 342900"/>
                <a:gd name="connsiteX289" fmla="*/ 246222 w 490061"/>
                <a:gd name="connsiteY289" fmla="*/ 269558 h 342900"/>
                <a:gd name="connsiteX290" fmla="*/ 243364 w 490061"/>
                <a:gd name="connsiteY290" fmla="*/ 268605 h 342900"/>
                <a:gd name="connsiteX291" fmla="*/ 241935 w 490061"/>
                <a:gd name="connsiteY291" fmla="*/ 266700 h 342900"/>
                <a:gd name="connsiteX292" fmla="*/ 240982 w 490061"/>
                <a:gd name="connsiteY292" fmla="*/ 264795 h 342900"/>
                <a:gd name="connsiteX293" fmla="*/ 242888 w 490061"/>
                <a:gd name="connsiteY293" fmla="*/ 263843 h 342900"/>
                <a:gd name="connsiteX294" fmla="*/ 246698 w 490061"/>
                <a:gd name="connsiteY294" fmla="*/ 263366 h 342900"/>
                <a:gd name="connsiteX295" fmla="*/ 256223 w 490061"/>
                <a:gd name="connsiteY295" fmla="*/ 258604 h 342900"/>
                <a:gd name="connsiteX296" fmla="*/ 260032 w 490061"/>
                <a:gd name="connsiteY296" fmla="*/ 255270 h 342900"/>
                <a:gd name="connsiteX297" fmla="*/ 260985 w 490061"/>
                <a:gd name="connsiteY297" fmla="*/ 253841 h 342900"/>
                <a:gd name="connsiteX298" fmla="*/ 262890 w 490061"/>
                <a:gd name="connsiteY298" fmla="*/ 253841 h 342900"/>
                <a:gd name="connsiteX299" fmla="*/ 266224 w 490061"/>
                <a:gd name="connsiteY299" fmla="*/ 255270 h 342900"/>
                <a:gd name="connsiteX300" fmla="*/ 270510 w 490061"/>
                <a:gd name="connsiteY300" fmla="*/ 255746 h 342900"/>
                <a:gd name="connsiteX301" fmla="*/ 273368 w 490061"/>
                <a:gd name="connsiteY301" fmla="*/ 254318 h 342900"/>
                <a:gd name="connsiteX302" fmla="*/ 275749 w 490061"/>
                <a:gd name="connsiteY302" fmla="*/ 253841 h 342900"/>
                <a:gd name="connsiteX303" fmla="*/ 278130 w 490061"/>
                <a:gd name="connsiteY303" fmla="*/ 255270 h 342900"/>
                <a:gd name="connsiteX304" fmla="*/ 279559 w 490061"/>
                <a:gd name="connsiteY304" fmla="*/ 257175 h 342900"/>
                <a:gd name="connsiteX305" fmla="*/ 281940 w 490061"/>
                <a:gd name="connsiteY305" fmla="*/ 259556 h 342900"/>
                <a:gd name="connsiteX306" fmla="*/ 284798 w 490061"/>
                <a:gd name="connsiteY306" fmla="*/ 260033 h 342900"/>
                <a:gd name="connsiteX307" fmla="*/ 288607 w 490061"/>
                <a:gd name="connsiteY307" fmla="*/ 259080 h 342900"/>
                <a:gd name="connsiteX308" fmla="*/ 292418 w 490061"/>
                <a:gd name="connsiteY308" fmla="*/ 256222 h 342900"/>
                <a:gd name="connsiteX309" fmla="*/ 295751 w 490061"/>
                <a:gd name="connsiteY309" fmla="*/ 252413 h 342900"/>
                <a:gd name="connsiteX310" fmla="*/ 299085 w 490061"/>
                <a:gd name="connsiteY310" fmla="*/ 249079 h 342900"/>
                <a:gd name="connsiteX311" fmla="*/ 298132 w 490061"/>
                <a:gd name="connsiteY311" fmla="*/ 237172 h 342900"/>
                <a:gd name="connsiteX312" fmla="*/ 297656 w 490061"/>
                <a:gd name="connsiteY312" fmla="*/ 230505 h 342900"/>
                <a:gd name="connsiteX313" fmla="*/ 299085 w 490061"/>
                <a:gd name="connsiteY313" fmla="*/ 226695 h 342900"/>
                <a:gd name="connsiteX314" fmla="*/ 301466 w 490061"/>
                <a:gd name="connsiteY314" fmla="*/ 224314 h 342900"/>
                <a:gd name="connsiteX315" fmla="*/ 303372 w 490061"/>
                <a:gd name="connsiteY315" fmla="*/ 220980 h 342900"/>
                <a:gd name="connsiteX316" fmla="*/ 303372 w 490061"/>
                <a:gd name="connsiteY316" fmla="*/ 218122 h 342900"/>
                <a:gd name="connsiteX317" fmla="*/ 304800 w 490061"/>
                <a:gd name="connsiteY317" fmla="*/ 215265 h 342900"/>
                <a:gd name="connsiteX318" fmla="*/ 306705 w 490061"/>
                <a:gd name="connsiteY318" fmla="*/ 208121 h 342900"/>
                <a:gd name="connsiteX319" fmla="*/ 308610 w 490061"/>
                <a:gd name="connsiteY319" fmla="*/ 206693 h 342900"/>
                <a:gd name="connsiteX320" fmla="*/ 313373 w 490061"/>
                <a:gd name="connsiteY320" fmla="*/ 205264 h 342900"/>
                <a:gd name="connsiteX321" fmla="*/ 320993 w 490061"/>
                <a:gd name="connsiteY321" fmla="*/ 204788 h 342900"/>
                <a:gd name="connsiteX322" fmla="*/ 326707 w 490061"/>
                <a:gd name="connsiteY322" fmla="*/ 201454 h 342900"/>
                <a:gd name="connsiteX323" fmla="*/ 332423 w 490061"/>
                <a:gd name="connsiteY323" fmla="*/ 198120 h 342900"/>
                <a:gd name="connsiteX324" fmla="*/ 333375 w 490061"/>
                <a:gd name="connsiteY324" fmla="*/ 195263 h 342900"/>
                <a:gd name="connsiteX325" fmla="*/ 330994 w 490061"/>
                <a:gd name="connsiteY325" fmla="*/ 191929 h 342900"/>
                <a:gd name="connsiteX326" fmla="*/ 328136 w 490061"/>
                <a:gd name="connsiteY326" fmla="*/ 185738 h 342900"/>
                <a:gd name="connsiteX327" fmla="*/ 325279 w 490061"/>
                <a:gd name="connsiteY327" fmla="*/ 181928 h 342900"/>
                <a:gd name="connsiteX328" fmla="*/ 319088 w 490061"/>
                <a:gd name="connsiteY328" fmla="*/ 175260 h 342900"/>
                <a:gd name="connsiteX329" fmla="*/ 319564 w 490061"/>
                <a:gd name="connsiteY329" fmla="*/ 170974 h 342900"/>
                <a:gd name="connsiteX330" fmla="*/ 323374 w 490061"/>
                <a:gd name="connsiteY330" fmla="*/ 169545 h 342900"/>
                <a:gd name="connsiteX331" fmla="*/ 331947 w 490061"/>
                <a:gd name="connsiteY331" fmla="*/ 172403 h 342900"/>
                <a:gd name="connsiteX332" fmla="*/ 334328 w 490061"/>
                <a:gd name="connsiteY332" fmla="*/ 172879 h 342900"/>
                <a:gd name="connsiteX333" fmla="*/ 337661 w 490061"/>
                <a:gd name="connsiteY333" fmla="*/ 173355 h 342900"/>
                <a:gd name="connsiteX334" fmla="*/ 345757 w 490061"/>
                <a:gd name="connsiteY334" fmla="*/ 173355 h 342900"/>
                <a:gd name="connsiteX335" fmla="*/ 352425 w 490061"/>
                <a:gd name="connsiteY335" fmla="*/ 171926 h 342900"/>
                <a:gd name="connsiteX336" fmla="*/ 359093 w 490061"/>
                <a:gd name="connsiteY336" fmla="*/ 169545 h 342900"/>
                <a:gd name="connsiteX337" fmla="*/ 360522 w 490061"/>
                <a:gd name="connsiteY337" fmla="*/ 166688 h 342900"/>
                <a:gd name="connsiteX338" fmla="*/ 360522 w 490061"/>
                <a:gd name="connsiteY338" fmla="*/ 163830 h 342900"/>
                <a:gd name="connsiteX339" fmla="*/ 360522 w 490061"/>
                <a:gd name="connsiteY339" fmla="*/ 160972 h 342900"/>
                <a:gd name="connsiteX340" fmla="*/ 360522 w 490061"/>
                <a:gd name="connsiteY340" fmla="*/ 157163 h 342900"/>
                <a:gd name="connsiteX341" fmla="*/ 358140 w 490061"/>
                <a:gd name="connsiteY341" fmla="*/ 154781 h 342900"/>
                <a:gd name="connsiteX342" fmla="*/ 356711 w 490061"/>
                <a:gd name="connsiteY342" fmla="*/ 152876 h 342900"/>
                <a:gd name="connsiteX343" fmla="*/ 356235 w 490061"/>
                <a:gd name="connsiteY343" fmla="*/ 151447 h 342900"/>
                <a:gd name="connsiteX344" fmla="*/ 358140 w 490061"/>
                <a:gd name="connsiteY344" fmla="*/ 150495 h 342900"/>
                <a:gd name="connsiteX345" fmla="*/ 359569 w 490061"/>
                <a:gd name="connsiteY345" fmla="*/ 148590 h 342900"/>
                <a:gd name="connsiteX346" fmla="*/ 361474 w 490061"/>
                <a:gd name="connsiteY346" fmla="*/ 145256 h 342900"/>
                <a:gd name="connsiteX347" fmla="*/ 365284 w 490061"/>
                <a:gd name="connsiteY347" fmla="*/ 141922 h 342900"/>
                <a:gd name="connsiteX348" fmla="*/ 367665 w 490061"/>
                <a:gd name="connsiteY348" fmla="*/ 138589 h 342900"/>
                <a:gd name="connsiteX349" fmla="*/ 369570 w 490061"/>
                <a:gd name="connsiteY349" fmla="*/ 136684 h 342900"/>
                <a:gd name="connsiteX350" fmla="*/ 372904 w 490061"/>
                <a:gd name="connsiteY350" fmla="*/ 134779 h 342900"/>
                <a:gd name="connsiteX351" fmla="*/ 375285 w 490061"/>
                <a:gd name="connsiteY351" fmla="*/ 131445 h 342900"/>
                <a:gd name="connsiteX352" fmla="*/ 376238 w 490061"/>
                <a:gd name="connsiteY352" fmla="*/ 129540 h 342900"/>
                <a:gd name="connsiteX353" fmla="*/ 378143 w 490061"/>
                <a:gd name="connsiteY353" fmla="*/ 127635 h 342900"/>
                <a:gd name="connsiteX354" fmla="*/ 378619 w 490061"/>
                <a:gd name="connsiteY354" fmla="*/ 126206 h 342900"/>
                <a:gd name="connsiteX355" fmla="*/ 378143 w 490061"/>
                <a:gd name="connsiteY355" fmla="*/ 125254 h 342900"/>
                <a:gd name="connsiteX356" fmla="*/ 377190 w 490061"/>
                <a:gd name="connsiteY356" fmla="*/ 123825 h 342900"/>
                <a:gd name="connsiteX357" fmla="*/ 376238 w 490061"/>
                <a:gd name="connsiteY357" fmla="*/ 122396 h 342900"/>
                <a:gd name="connsiteX358" fmla="*/ 376238 w 490061"/>
                <a:gd name="connsiteY358" fmla="*/ 120968 h 342900"/>
                <a:gd name="connsiteX359" fmla="*/ 377190 w 490061"/>
                <a:gd name="connsiteY359" fmla="*/ 119063 h 342900"/>
                <a:gd name="connsiteX360" fmla="*/ 378143 w 490061"/>
                <a:gd name="connsiteY360" fmla="*/ 117634 h 342900"/>
                <a:gd name="connsiteX361" fmla="*/ 377666 w 490061"/>
                <a:gd name="connsiteY361" fmla="*/ 115729 h 342900"/>
                <a:gd name="connsiteX362" fmla="*/ 377190 w 490061"/>
                <a:gd name="connsiteY362" fmla="*/ 112395 h 342900"/>
                <a:gd name="connsiteX363" fmla="*/ 375285 w 490061"/>
                <a:gd name="connsiteY363" fmla="*/ 110490 h 342900"/>
                <a:gd name="connsiteX364" fmla="*/ 373856 w 490061"/>
                <a:gd name="connsiteY364" fmla="*/ 106204 h 342900"/>
                <a:gd name="connsiteX365" fmla="*/ 371951 w 490061"/>
                <a:gd name="connsiteY365" fmla="*/ 101441 h 342900"/>
                <a:gd name="connsiteX366" fmla="*/ 370999 w 490061"/>
                <a:gd name="connsiteY366" fmla="*/ 99536 h 342900"/>
                <a:gd name="connsiteX367" fmla="*/ 369094 w 490061"/>
                <a:gd name="connsiteY367" fmla="*/ 97631 h 342900"/>
                <a:gd name="connsiteX368" fmla="*/ 364807 w 490061"/>
                <a:gd name="connsiteY368" fmla="*/ 95250 h 342900"/>
                <a:gd name="connsiteX369" fmla="*/ 363855 w 490061"/>
                <a:gd name="connsiteY369" fmla="*/ 93345 h 342900"/>
                <a:gd name="connsiteX370" fmla="*/ 365284 w 490061"/>
                <a:gd name="connsiteY370" fmla="*/ 90488 h 342900"/>
                <a:gd name="connsiteX371" fmla="*/ 368141 w 490061"/>
                <a:gd name="connsiteY371" fmla="*/ 88583 h 342900"/>
                <a:gd name="connsiteX372" fmla="*/ 373380 w 490061"/>
                <a:gd name="connsiteY372" fmla="*/ 83820 h 342900"/>
                <a:gd name="connsiteX373" fmla="*/ 376238 w 490061"/>
                <a:gd name="connsiteY373" fmla="*/ 80486 h 342900"/>
                <a:gd name="connsiteX374" fmla="*/ 378619 w 490061"/>
                <a:gd name="connsiteY374" fmla="*/ 78105 h 342900"/>
                <a:gd name="connsiteX375" fmla="*/ 381953 w 490061"/>
                <a:gd name="connsiteY375" fmla="*/ 78581 h 342900"/>
                <a:gd name="connsiteX376" fmla="*/ 383857 w 490061"/>
                <a:gd name="connsiteY376" fmla="*/ 78581 h 342900"/>
                <a:gd name="connsiteX377" fmla="*/ 385286 w 490061"/>
                <a:gd name="connsiteY377" fmla="*/ 76200 h 342900"/>
                <a:gd name="connsiteX378" fmla="*/ 388620 w 490061"/>
                <a:gd name="connsiteY378" fmla="*/ 74771 h 342900"/>
                <a:gd name="connsiteX379" fmla="*/ 394811 w 490061"/>
                <a:gd name="connsiteY379" fmla="*/ 70485 h 342900"/>
                <a:gd name="connsiteX380" fmla="*/ 396716 w 490061"/>
                <a:gd name="connsiteY380" fmla="*/ 68104 h 342900"/>
                <a:gd name="connsiteX381" fmla="*/ 400050 w 490061"/>
                <a:gd name="connsiteY381" fmla="*/ 66675 h 342900"/>
                <a:gd name="connsiteX382" fmla="*/ 402431 w 490061"/>
                <a:gd name="connsiteY382" fmla="*/ 66675 h 342900"/>
                <a:gd name="connsiteX383" fmla="*/ 406241 w 490061"/>
                <a:gd name="connsiteY383" fmla="*/ 65722 h 342900"/>
                <a:gd name="connsiteX384" fmla="*/ 409575 w 490061"/>
                <a:gd name="connsiteY384" fmla="*/ 64294 h 342900"/>
                <a:gd name="connsiteX385" fmla="*/ 412909 w 490061"/>
                <a:gd name="connsiteY385" fmla="*/ 63341 h 342900"/>
                <a:gd name="connsiteX386" fmla="*/ 417672 w 490061"/>
                <a:gd name="connsiteY386" fmla="*/ 62865 h 342900"/>
                <a:gd name="connsiteX387" fmla="*/ 425291 w 490061"/>
                <a:gd name="connsiteY387" fmla="*/ 62389 h 342900"/>
                <a:gd name="connsiteX388" fmla="*/ 429578 w 490061"/>
                <a:gd name="connsiteY388" fmla="*/ 61436 h 342900"/>
                <a:gd name="connsiteX389" fmla="*/ 439579 w 490061"/>
                <a:gd name="connsiteY389" fmla="*/ 60960 h 342900"/>
                <a:gd name="connsiteX390" fmla="*/ 450532 w 490061"/>
                <a:gd name="connsiteY390" fmla="*/ 60960 h 342900"/>
                <a:gd name="connsiteX391" fmla="*/ 451485 w 490061"/>
                <a:gd name="connsiteY391" fmla="*/ 60960 h 342900"/>
                <a:gd name="connsiteX392" fmla="*/ 456248 w 490061"/>
                <a:gd name="connsiteY392" fmla="*/ 62389 h 342900"/>
                <a:gd name="connsiteX393" fmla="*/ 459581 w 490061"/>
                <a:gd name="connsiteY393" fmla="*/ 63341 h 342900"/>
                <a:gd name="connsiteX394" fmla="*/ 461010 w 490061"/>
                <a:gd name="connsiteY394" fmla="*/ 63341 h 342900"/>
                <a:gd name="connsiteX395" fmla="*/ 466249 w 490061"/>
                <a:gd name="connsiteY395" fmla="*/ 60484 h 342900"/>
                <a:gd name="connsiteX396" fmla="*/ 474345 w 490061"/>
                <a:gd name="connsiteY396" fmla="*/ 57150 h 342900"/>
                <a:gd name="connsiteX397" fmla="*/ 478155 w 490061"/>
                <a:gd name="connsiteY397" fmla="*/ 55721 h 342900"/>
                <a:gd name="connsiteX398" fmla="*/ 477679 w 490061"/>
                <a:gd name="connsiteY398" fmla="*/ 55245 h 342900"/>
                <a:gd name="connsiteX399" fmla="*/ 476726 w 490061"/>
                <a:gd name="connsiteY399" fmla="*/ 54293 h 342900"/>
                <a:gd name="connsiteX400" fmla="*/ 472440 w 490061"/>
                <a:gd name="connsiteY400" fmla="*/ 51435 h 342900"/>
                <a:gd name="connsiteX401" fmla="*/ 472440 w 490061"/>
                <a:gd name="connsiteY401" fmla="*/ 50483 h 342900"/>
                <a:gd name="connsiteX402" fmla="*/ 478631 w 490061"/>
                <a:gd name="connsiteY402" fmla="*/ 47149 h 342900"/>
                <a:gd name="connsiteX403" fmla="*/ 482441 w 490061"/>
                <a:gd name="connsiteY403" fmla="*/ 46196 h 342900"/>
                <a:gd name="connsiteX404" fmla="*/ 484347 w 490061"/>
                <a:gd name="connsiteY404" fmla="*/ 45244 h 342900"/>
                <a:gd name="connsiteX405" fmla="*/ 484823 w 490061"/>
                <a:gd name="connsiteY405" fmla="*/ 45244 h 342900"/>
                <a:gd name="connsiteX406" fmla="*/ 485775 w 490061"/>
                <a:gd name="connsiteY406" fmla="*/ 46672 h 342900"/>
                <a:gd name="connsiteX407" fmla="*/ 488156 w 490061"/>
                <a:gd name="connsiteY407" fmla="*/ 47625 h 342900"/>
                <a:gd name="connsiteX408" fmla="*/ 490061 w 490061"/>
                <a:gd name="connsiteY408" fmla="*/ 47625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490061" h="342900">
                  <a:moveTo>
                    <a:pt x="489585" y="47149"/>
                  </a:moveTo>
                  <a:lnTo>
                    <a:pt x="487680" y="45244"/>
                  </a:lnTo>
                  <a:lnTo>
                    <a:pt x="484347" y="42863"/>
                  </a:lnTo>
                  <a:lnTo>
                    <a:pt x="481965" y="41434"/>
                  </a:lnTo>
                  <a:lnTo>
                    <a:pt x="477203" y="41910"/>
                  </a:lnTo>
                  <a:lnTo>
                    <a:pt x="474822" y="40958"/>
                  </a:lnTo>
                  <a:lnTo>
                    <a:pt x="471488" y="40481"/>
                  </a:lnTo>
                  <a:lnTo>
                    <a:pt x="468630" y="40481"/>
                  </a:lnTo>
                  <a:lnTo>
                    <a:pt x="466725" y="41910"/>
                  </a:lnTo>
                  <a:lnTo>
                    <a:pt x="465297" y="43815"/>
                  </a:lnTo>
                  <a:lnTo>
                    <a:pt x="462439" y="44291"/>
                  </a:lnTo>
                  <a:lnTo>
                    <a:pt x="457676" y="45720"/>
                  </a:lnTo>
                  <a:lnTo>
                    <a:pt x="451009" y="47625"/>
                  </a:lnTo>
                  <a:lnTo>
                    <a:pt x="447675" y="47149"/>
                  </a:lnTo>
                  <a:lnTo>
                    <a:pt x="446723" y="46196"/>
                  </a:lnTo>
                  <a:lnTo>
                    <a:pt x="447675" y="45244"/>
                  </a:lnTo>
                  <a:lnTo>
                    <a:pt x="450056" y="43815"/>
                  </a:lnTo>
                  <a:lnTo>
                    <a:pt x="450532" y="41910"/>
                  </a:lnTo>
                  <a:lnTo>
                    <a:pt x="450056" y="40481"/>
                  </a:lnTo>
                  <a:lnTo>
                    <a:pt x="447675" y="40005"/>
                  </a:lnTo>
                  <a:lnTo>
                    <a:pt x="447199" y="39529"/>
                  </a:lnTo>
                  <a:lnTo>
                    <a:pt x="446247" y="39053"/>
                  </a:lnTo>
                  <a:lnTo>
                    <a:pt x="441960" y="38100"/>
                  </a:lnTo>
                  <a:lnTo>
                    <a:pt x="438626" y="38576"/>
                  </a:lnTo>
                  <a:lnTo>
                    <a:pt x="432911" y="40481"/>
                  </a:lnTo>
                  <a:lnTo>
                    <a:pt x="421957" y="46196"/>
                  </a:lnTo>
                  <a:lnTo>
                    <a:pt x="417195" y="50006"/>
                  </a:lnTo>
                  <a:lnTo>
                    <a:pt x="413861" y="55245"/>
                  </a:lnTo>
                  <a:lnTo>
                    <a:pt x="403860" y="57150"/>
                  </a:lnTo>
                  <a:lnTo>
                    <a:pt x="396716" y="60484"/>
                  </a:lnTo>
                  <a:lnTo>
                    <a:pt x="389573" y="65722"/>
                  </a:lnTo>
                  <a:lnTo>
                    <a:pt x="384810" y="68580"/>
                  </a:lnTo>
                  <a:lnTo>
                    <a:pt x="382429" y="68580"/>
                  </a:lnTo>
                  <a:lnTo>
                    <a:pt x="380048" y="68104"/>
                  </a:lnTo>
                  <a:lnTo>
                    <a:pt x="377666" y="66675"/>
                  </a:lnTo>
                  <a:lnTo>
                    <a:pt x="375761" y="62389"/>
                  </a:lnTo>
                  <a:lnTo>
                    <a:pt x="373380" y="55721"/>
                  </a:lnTo>
                  <a:lnTo>
                    <a:pt x="372428" y="51435"/>
                  </a:lnTo>
                  <a:lnTo>
                    <a:pt x="372904" y="46196"/>
                  </a:lnTo>
                  <a:lnTo>
                    <a:pt x="373856" y="39529"/>
                  </a:lnTo>
                  <a:lnTo>
                    <a:pt x="374809" y="33338"/>
                  </a:lnTo>
                  <a:lnTo>
                    <a:pt x="376238" y="25718"/>
                  </a:lnTo>
                  <a:lnTo>
                    <a:pt x="377190" y="22860"/>
                  </a:lnTo>
                  <a:lnTo>
                    <a:pt x="377190" y="20955"/>
                  </a:lnTo>
                  <a:lnTo>
                    <a:pt x="376238" y="20479"/>
                  </a:lnTo>
                  <a:lnTo>
                    <a:pt x="374332" y="20479"/>
                  </a:lnTo>
                  <a:lnTo>
                    <a:pt x="370523" y="21431"/>
                  </a:lnTo>
                  <a:lnTo>
                    <a:pt x="368618" y="21431"/>
                  </a:lnTo>
                  <a:lnTo>
                    <a:pt x="367189" y="20955"/>
                  </a:lnTo>
                  <a:lnTo>
                    <a:pt x="367189" y="17145"/>
                  </a:lnTo>
                  <a:lnTo>
                    <a:pt x="368618" y="10954"/>
                  </a:lnTo>
                  <a:lnTo>
                    <a:pt x="366236" y="5715"/>
                  </a:lnTo>
                  <a:lnTo>
                    <a:pt x="359093" y="1429"/>
                  </a:lnTo>
                  <a:lnTo>
                    <a:pt x="353378" y="0"/>
                  </a:lnTo>
                  <a:lnTo>
                    <a:pt x="348615" y="953"/>
                  </a:lnTo>
                  <a:lnTo>
                    <a:pt x="344329" y="4763"/>
                  </a:lnTo>
                  <a:lnTo>
                    <a:pt x="340995" y="10001"/>
                  </a:lnTo>
                  <a:lnTo>
                    <a:pt x="337661" y="14764"/>
                  </a:lnTo>
                  <a:lnTo>
                    <a:pt x="334328" y="18097"/>
                  </a:lnTo>
                  <a:lnTo>
                    <a:pt x="331470" y="20003"/>
                  </a:lnTo>
                  <a:lnTo>
                    <a:pt x="330994" y="20479"/>
                  </a:lnTo>
                  <a:lnTo>
                    <a:pt x="330041" y="21908"/>
                  </a:lnTo>
                  <a:lnTo>
                    <a:pt x="331947" y="26670"/>
                  </a:lnTo>
                  <a:lnTo>
                    <a:pt x="331947" y="30956"/>
                  </a:lnTo>
                  <a:lnTo>
                    <a:pt x="330041" y="33814"/>
                  </a:lnTo>
                  <a:lnTo>
                    <a:pt x="327660" y="35243"/>
                  </a:lnTo>
                  <a:lnTo>
                    <a:pt x="324803" y="35243"/>
                  </a:lnTo>
                  <a:lnTo>
                    <a:pt x="322898" y="34766"/>
                  </a:lnTo>
                  <a:lnTo>
                    <a:pt x="321469" y="33338"/>
                  </a:lnTo>
                  <a:lnTo>
                    <a:pt x="317182" y="32861"/>
                  </a:lnTo>
                  <a:lnTo>
                    <a:pt x="310515" y="33338"/>
                  </a:lnTo>
                  <a:lnTo>
                    <a:pt x="306229" y="35243"/>
                  </a:lnTo>
                  <a:lnTo>
                    <a:pt x="303848" y="37624"/>
                  </a:lnTo>
                  <a:lnTo>
                    <a:pt x="302895" y="40958"/>
                  </a:lnTo>
                  <a:lnTo>
                    <a:pt x="303848" y="45244"/>
                  </a:lnTo>
                  <a:lnTo>
                    <a:pt x="303372" y="48578"/>
                  </a:lnTo>
                  <a:lnTo>
                    <a:pt x="301466" y="50483"/>
                  </a:lnTo>
                  <a:lnTo>
                    <a:pt x="299561" y="51911"/>
                  </a:lnTo>
                  <a:lnTo>
                    <a:pt x="298609" y="52388"/>
                  </a:lnTo>
                  <a:lnTo>
                    <a:pt x="295751" y="50483"/>
                  </a:lnTo>
                  <a:lnTo>
                    <a:pt x="290989" y="46196"/>
                  </a:lnTo>
                  <a:lnTo>
                    <a:pt x="288131" y="43815"/>
                  </a:lnTo>
                  <a:lnTo>
                    <a:pt x="286226" y="43815"/>
                  </a:lnTo>
                  <a:lnTo>
                    <a:pt x="285750" y="43815"/>
                  </a:lnTo>
                  <a:lnTo>
                    <a:pt x="284322" y="44291"/>
                  </a:lnTo>
                  <a:lnTo>
                    <a:pt x="283845" y="44768"/>
                  </a:lnTo>
                  <a:lnTo>
                    <a:pt x="283369" y="46196"/>
                  </a:lnTo>
                  <a:lnTo>
                    <a:pt x="281940" y="46672"/>
                  </a:lnTo>
                  <a:lnTo>
                    <a:pt x="280035" y="46196"/>
                  </a:lnTo>
                  <a:lnTo>
                    <a:pt x="278130" y="46672"/>
                  </a:lnTo>
                  <a:lnTo>
                    <a:pt x="277178" y="47625"/>
                  </a:lnTo>
                  <a:lnTo>
                    <a:pt x="273844" y="49530"/>
                  </a:lnTo>
                  <a:lnTo>
                    <a:pt x="268605" y="51435"/>
                  </a:lnTo>
                  <a:lnTo>
                    <a:pt x="265748" y="52864"/>
                  </a:lnTo>
                  <a:lnTo>
                    <a:pt x="265272" y="55245"/>
                  </a:lnTo>
                  <a:lnTo>
                    <a:pt x="264319" y="56197"/>
                  </a:lnTo>
                  <a:lnTo>
                    <a:pt x="262890" y="55721"/>
                  </a:lnTo>
                  <a:lnTo>
                    <a:pt x="257651" y="58579"/>
                  </a:lnTo>
                  <a:lnTo>
                    <a:pt x="253841" y="57626"/>
                  </a:lnTo>
                  <a:lnTo>
                    <a:pt x="250031" y="53816"/>
                  </a:lnTo>
                  <a:lnTo>
                    <a:pt x="247650" y="50959"/>
                  </a:lnTo>
                  <a:lnTo>
                    <a:pt x="247174" y="50006"/>
                  </a:lnTo>
                  <a:lnTo>
                    <a:pt x="247174" y="48578"/>
                  </a:lnTo>
                  <a:lnTo>
                    <a:pt x="245269" y="47625"/>
                  </a:lnTo>
                  <a:lnTo>
                    <a:pt x="241935" y="48101"/>
                  </a:lnTo>
                  <a:lnTo>
                    <a:pt x="240030" y="47625"/>
                  </a:lnTo>
                  <a:lnTo>
                    <a:pt x="239078" y="46196"/>
                  </a:lnTo>
                  <a:lnTo>
                    <a:pt x="236220" y="46672"/>
                  </a:lnTo>
                  <a:lnTo>
                    <a:pt x="232410" y="48578"/>
                  </a:lnTo>
                  <a:lnTo>
                    <a:pt x="228124" y="47625"/>
                  </a:lnTo>
                  <a:lnTo>
                    <a:pt x="223838" y="43339"/>
                  </a:lnTo>
                  <a:lnTo>
                    <a:pt x="215741" y="41910"/>
                  </a:lnTo>
                  <a:lnTo>
                    <a:pt x="205264" y="42863"/>
                  </a:lnTo>
                  <a:lnTo>
                    <a:pt x="203359" y="43339"/>
                  </a:lnTo>
                  <a:lnTo>
                    <a:pt x="199549" y="42386"/>
                  </a:lnTo>
                  <a:lnTo>
                    <a:pt x="190976" y="40481"/>
                  </a:lnTo>
                  <a:lnTo>
                    <a:pt x="183832" y="36671"/>
                  </a:lnTo>
                  <a:lnTo>
                    <a:pt x="179547" y="34290"/>
                  </a:lnTo>
                  <a:lnTo>
                    <a:pt x="178594" y="34766"/>
                  </a:lnTo>
                  <a:lnTo>
                    <a:pt x="176689" y="36195"/>
                  </a:lnTo>
                  <a:lnTo>
                    <a:pt x="175260" y="38576"/>
                  </a:lnTo>
                  <a:lnTo>
                    <a:pt x="173831" y="42386"/>
                  </a:lnTo>
                  <a:lnTo>
                    <a:pt x="172403" y="46672"/>
                  </a:lnTo>
                  <a:lnTo>
                    <a:pt x="163830" y="47149"/>
                  </a:lnTo>
                  <a:lnTo>
                    <a:pt x="156210" y="47149"/>
                  </a:lnTo>
                  <a:lnTo>
                    <a:pt x="151924" y="49054"/>
                  </a:lnTo>
                  <a:lnTo>
                    <a:pt x="147161" y="51435"/>
                  </a:lnTo>
                  <a:lnTo>
                    <a:pt x="145732" y="54293"/>
                  </a:lnTo>
                  <a:lnTo>
                    <a:pt x="144780" y="58103"/>
                  </a:lnTo>
                  <a:lnTo>
                    <a:pt x="142399" y="66199"/>
                  </a:lnTo>
                  <a:lnTo>
                    <a:pt x="140018" y="73819"/>
                  </a:lnTo>
                  <a:lnTo>
                    <a:pt x="138589" y="78581"/>
                  </a:lnTo>
                  <a:lnTo>
                    <a:pt x="136684" y="81915"/>
                  </a:lnTo>
                  <a:lnTo>
                    <a:pt x="131445" y="86201"/>
                  </a:lnTo>
                  <a:lnTo>
                    <a:pt x="125730" y="89535"/>
                  </a:lnTo>
                  <a:lnTo>
                    <a:pt x="122397" y="90964"/>
                  </a:lnTo>
                  <a:lnTo>
                    <a:pt x="120968" y="92393"/>
                  </a:lnTo>
                  <a:lnTo>
                    <a:pt x="120968" y="94297"/>
                  </a:lnTo>
                  <a:lnTo>
                    <a:pt x="119539" y="94774"/>
                  </a:lnTo>
                  <a:lnTo>
                    <a:pt x="117157" y="94297"/>
                  </a:lnTo>
                  <a:lnTo>
                    <a:pt x="114776" y="94774"/>
                  </a:lnTo>
                  <a:lnTo>
                    <a:pt x="109061" y="96203"/>
                  </a:lnTo>
                  <a:lnTo>
                    <a:pt x="102870" y="98584"/>
                  </a:lnTo>
                  <a:lnTo>
                    <a:pt x="95726" y="100489"/>
                  </a:lnTo>
                  <a:lnTo>
                    <a:pt x="91440" y="100489"/>
                  </a:lnTo>
                  <a:lnTo>
                    <a:pt x="89535" y="100965"/>
                  </a:lnTo>
                  <a:lnTo>
                    <a:pt x="89059" y="101918"/>
                  </a:lnTo>
                  <a:lnTo>
                    <a:pt x="89535" y="103822"/>
                  </a:lnTo>
                  <a:lnTo>
                    <a:pt x="90488" y="105728"/>
                  </a:lnTo>
                  <a:lnTo>
                    <a:pt x="90964" y="107633"/>
                  </a:lnTo>
                  <a:lnTo>
                    <a:pt x="89535" y="109061"/>
                  </a:lnTo>
                  <a:lnTo>
                    <a:pt x="88106" y="111443"/>
                  </a:lnTo>
                  <a:lnTo>
                    <a:pt x="87154" y="116205"/>
                  </a:lnTo>
                  <a:lnTo>
                    <a:pt x="84773" y="117634"/>
                  </a:lnTo>
                  <a:lnTo>
                    <a:pt x="80486" y="120015"/>
                  </a:lnTo>
                  <a:lnTo>
                    <a:pt x="75724" y="122872"/>
                  </a:lnTo>
                  <a:lnTo>
                    <a:pt x="74772" y="123825"/>
                  </a:lnTo>
                  <a:lnTo>
                    <a:pt x="71914" y="124301"/>
                  </a:lnTo>
                  <a:lnTo>
                    <a:pt x="69532" y="124301"/>
                  </a:lnTo>
                  <a:lnTo>
                    <a:pt x="67151" y="123825"/>
                  </a:lnTo>
                  <a:lnTo>
                    <a:pt x="64294" y="124778"/>
                  </a:lnTo>
                  <a:lnTo>
                    <a:pt x="61913" y="126683"/>
                  </a:lnTo>
                  <a:lnTo>
                    <a:pt x="60484" y="126206"/>
                  </a:lnTo>
                  <a:lnTo>
                    <a:pt x="60007" y="123825"/>
                  </a:lnTo>
                  <a:lnTo>
                    <a:pt x="58579" y="122396"/>
                  </a:lnTo>
                  <a:lnTo>
                    <a:pt x="54293" y="119063"/>
                  </a:lnTo>
                  <a:lnTo>
                    <a:pt x="50959" y="116205"/>
                  </a:lnTo>
                  <a:lnTo>
                    <a:pt x="49054" y="116205"/>
                  </a:lnTo>
                  <a:lnTo>
                    <a:pt x="45720" y="116681"/>
                  </a:lnTo>
                  <a:lnTo>
                    <a:pt x="41910" y="117158"/>
                  </a:lnTo>
                  <a:lnTo>
                    <a:pt x="38576" y="116681"/>
                  </a:lnTo>
                  <a:lnTo>
                    <a:pt x="35719" y="115729"/>
                  </a:lnTo>
                  <a:lnTo>
                    <a:pt x="31432" y="112395"/>
                  </a:lnTo>
                  <a:lnTo>
                    <a:pt x="30004" y="110490"/>
                  </a:lnTo>
                  <a:lnTo>
                    <a:pt x="29051" y="109538"/>
                  </a:lnTo>
                  <a:lnTo>
                    <a:pt x="26194" y="109538"/>
                  </a:lnTo>
                  <a:lnTo>
                    <a:pt x="26670" y="112395"/>
                  </a:lnTo>
                  <a:lnTo>
                    <a:pt x="26670" y="113824"/>
                  </a:lnTo>
                  <a:lnTo>
                    <a:pt x="25718" y="115253"/>
                  </a:lnTo>
                  <a:lnTo>
                    <a:pt x="24765" y="117158"/>
                  </a:lnTo>
                  <a:lnTo>
                    <a:pt x="24289" y="119539"/>
                  </a:lnTo>
                  <a:lnTo>
                    <a:pt x="23813" y="121444"/>
                  </a:lnTo>
                  <a:lnTo>
                    <a:pt x="21907" y="122396"/>
                  </a:lnTo>
                  <a:lnTo>
                    <a:pt x="20479" y="122872"/>
                  </a:lnTo>
                  <a:lnTo>
                    <a:pt x="20955" y="125254"/>
                  </a:lnTo>
                  <a:lnTo>
                    <a:pt x="21431" y="127635"/>
                  </a:lnTo>
                  <a:lnTo>
                    <a:pt x="22384" y="130016"/>
                  </a:lnTo>
                  <a:lnTo>
                    <a:pt x="21431" y="131445"/>
                  </a:lnTo>
                  <a:lnTo>
                    <a:pt x="20955" y="133350"/>
                  </a:lnTo>
                  <a:lnTo>
                    <a:pt x="19526" y="136208"/>
                  </a:lnTo>
                  <a:lnTo>
                    <a:pt x="20003" y="139065"/>
                  </a:lnTo>
                  <a:lnTo>
                    <a:pt x="18574" y="140970"/>
                  </a:lnTo>
                  <a:lnTo>
                    <a:pt x="17145" y="142875"/>
                  </a:lnTo>
                  <a:lnTo>
                    <a:pt x="15716" y="144304"/>
                  </a:lnTo>
                  <a:lnTo>
                    <a:pt x="15716" y="146685"/>
                  </a:lnTo>
                  <a:lnTo>
                    <a:pt x="14288" y="147161"/>
                  </a:lnTo>
                  <a:lnTo>
                    <a:pt x="11906" y="149066"/>
                  </a:lnTo>
                  <a:lnTo>
                    <a:pt x="10478" y="150495"/>
                  </a:lnTo>
                  <a:lnTo>
                    <a:pt x="8573" y="150495"/>
                  </a:lnTo>
                  <a:lnTo>
                    <a:pt x="8097" y="151924"/>
                  </a:lnTo>
                  <a:lnTo>
                    <a:pt x="8097" y="152876"/>
                  </a:lnTo>
                  <a:lnTo>
                    <a:pt x="9049" y="153353"/>
                  </a:lnTo>
                  <a:lnTo>
                    <a:pt x="10478" y="155734"/>
                  </a:lnTo>
                  <a:lnTo>
                    <a:pt x="13335" y="159068"/>
                  </a:lnTo>
                  <a:lnTo>
                    <a:pt x="5239" y="159544"/>
                  </a:lnTo>
                  <a:lnTo>
                    <a:pt x="2857" y="162878"/>
                  </a:lnTo>
                  <a:lnTo>
                    <a:pt x="0" y="167640"/>
                  </a:lnTo>
                  <a:lnTo>
                    <a:pt x="1429" y="177165"/>
                  </a:lnTo>
                  <a:lnTo>
                    <a:pt x="0" y="182404"/>
                  </a:lnTo>
                  <a:lnTo>
                    <a:pt x="476" y="184785"/>
                  </a:lnTo>
                  <a:lnTo>
                    <a:pt x="2857" y="186690"/>
                  </a:lnTo>
                  <a:lnTo>
                    <a:pt x="5715" y="188119"/>
                  </a:lnTo>
                  <a:lnTo>
                    <a:pt x="10478" y="188119"/>
                  </a:lnTo>
                  <a:lnTo>
                    <a:pt x="14288" y="188595"/>
                  </a:lnTo>
                  <a:lnTo>
                    <a:pt x="14288" y="190024"/>
                  </a:lnTo>
                  <a:lnTo>
                    <a:pt x="12382" y="191929"/>
                  </a:lnTo>
                  <a:lnTo>
                    <a:pt x="9525" y="195263"/>
                  </a:lnTo>
                  <a:lnTo>
                    <a:pt x="7620" y="196691"/>
                  </a:lnTo>
                  <a:lnTo>
                    <a:pt x="2381" y="203835"/>
                  </a:lnTo>
                  <a:lnTo>
                    <a:pt x="2381" y="206693"/>
                  </a:lnTo>
                  <a:lnTo>
                    <a:pt x="2857" y="209074"/>
                  </a:lnTo>
                  <a:lnTo>
                    <a:pt x="5239" y="216694"/>
                  </a:lnTo>
                  <a:lnTo>
                    <a:pt x="7620" y="223838"/>
                  </a:lnTo>
                  <a:lnTo>
                    <a:pt x="11430" y="237172"/>
                  </a:lnTo>
                  <a:lnTo>
                    <a:pt x="11430" y="240030"/>
                  </a:lnTo>
                  <a:lnTo>
                    <a:pt x="10001" y="247174"/>
                  </a:lnTo>
                  <a:lnTo>
                    <a:pt x="10001" y="250984"/>
                  </a:lnTo>
                  <a:lnTo>
                    <a:pt x="10478" y="256222"/>
                  </a:lnTo>
                  <a:lnTo>
                    <a:pt x="10001" y="259080"/>
                  </a:lnTo>
                  <a:lnTo>
                    <a:pt x="10954" y="265271"/>
                  </a:lnTo>
                  <a:lnTo>
                    <a:pt x="12382" y="265747"/>
                  </a:lnTo>
                  <a:lnTo>
                    <a:pt x="20955" y="266700"/>
                  </a:lnTo>
                  <a:lnTo>
                    <a:pt x="29051" y="268129"/>
                  </a:lnTo>
                  <a:lnTo>
                    <a:pt x="39529" y="269558"/>
                  </a:lnTo>
                  <a:lnTo>
                    <a:pt x="42863" y="272891"/>
                  </a:lnTo>
                  <a:lnTo>
                    <a:pt x="44768" y="280988"/>
                  </a:lnTo>
                  <a:lnTo>
                    <a:pt x="44768" y="286703"/>
                  </a:lnTo>
                  <a:lnTo>
                    <a:pt x="43815" y="290036"/>
                  </a:lnTo>
                  <a:lnTo>
                    <a:pt x="36195" y="298609"/>
                  </a:lnTo>
                  <a:lnTo>
                    <a:pt x="28575" y="307181"/>
                  </a:lnTo>
                  <a:lnTo>
                    <a:pt x="20955" y="315754"/>
                  </a:lnTo>
                  <a:lnTo>
                    <a:pt x="11906" y="325755"/>
                  </a:lnTo>
                  <a:lnTo>
                    <a:pt x="24765" y="330041"/>
                  </a:lnTo>
                  <a:lnTo>
                    <a:pt x="35243" y="332899"/>
                  </a:lnTo>
                  <a:lnTo>
                    <a:pt x="51435" y="337661"/>
                  </a:lnTo>
                  <a:lnTo>
                    <a:pt x="63818" y="341947"/>
                  </a:lnTo>
                  <a:lnTo>
                    <a:pt x="67628" y="342424"/>
                  </a:lnTo>
                  <a:lnTo>
                    <a:pt x="104775" y="339090"/>
                  </a:lnTo>
                  <a:lnTo>
                    <a:pt x="118586" y="341471"/>
                  </a:lnTo>
                  <a:lnTo>
                    <a:pt x="122873" y="342900"/>
                  </a:lnTo>
                  <a:lnTo>
                    <a:pt x="123349" y="341947"/>
                  </a:lnTo>
                  <a:lnTo>
                    <a:pt x="125254" y="340519"/>
                  </a:lnTo>
                  <a:lnTo>
                    <a:pt x="128588" y="338614"/>
                  </a:lnTo>
                  <a:lnTo>
                    <a:pt x="132874" y="337185"/>
                  </a:lnTo>
                  <a:lnTo>
                    <a:pt x="137160" y="336709"/>
                  </a:lnTo>
                  <a:lnTo>
                    <a:pt x="143351" y="336709"/>
                  </a:lnTo>
                  <a:lnTo>
                    <a:pt x="147638" y="336709"/>
                  </a:lnTo>
                  <a:lnTo>
                    <a:pt x="150495" y="337185"/>
                  </a:lnTo>
                  <a:lnTo>
                    <a:pt x="156686" y="336709"/>
                  </a:lnTo>
                  <a:lnTo>
                    <a:pt x="159544" y="336233"/>
                  </a:lnTo>
                  <a:lnTo>
                    <a:pt x="169545" y="333375"/>
                  </a:lnTo>
                  <a:lnTo>
                    <a:pt x="176213" y="331470"/>
                  </a:lnTo>
                  <a:lnTo>
                    <a:pt x="186214" y="328613"/>
                  </a:lnTo>
                  <a:lnTo>
                    <a:pt x="193357" y="326708"/>
                  </a:lnTo>
                  <a:lnTo>
                    <a:pt x="195263" y="325755"/>
                  </a:lnTo>
                  <a:lnTo>
                    <a:pt x="197168" y="323374"/>
                  </a:lnTo>
                  <a:lnTo>
                    <a:pt x="198120" y="321945"/>
                  </a:lnTo>
                  <a:lnTo>
                    <a:pt x="195739" y="319088"/>
                  </a:lnTo>
                  <a:lnTo>
                    <a:pt x="195739" y="316706"/>
                  </a:lnTo>
                  <a:lnTo>
                    <a:pt x="197168" y="313372"/>
                  </a:lnTo>
                  <a:lnTo>
                    <a:pt x="197644" y="308610"/>
                  </a:lnTo>
                  <a:lnTo>
                    <a:pt x="197644" y="301943"/>
                  </a:lnTo>
                  <a:lnTo>
                    <a:pt x="197168" y="298133"/>
                  </a:lnTo>
                  <a:lnTo>
                    <a:pt x="199073" y="290989"/>
                  </a:lnTo>
                  <a:lnTo>
                    <a:pt x="200978" y="286703"/>
                  </a:lnTo>
                  <a:lnTo>
                    <a:pt x="204311" y="284797"/>
                  </a:lnTo>
                  <a:lnTo>
                    <a:pt x="206693" y="283845"/>
                  </a:lnTo>
                  <a:lnTo>
                    <a:pt x="207645" y="282893"/>
                  </a:lnTo>
                  <a:lnTo>
                    <a:pt x="208598" y="281940"/>
                  </a:lnTo>
                  <a:lnTo>
                    <a:pt x="212407" y="276225"/>
                  </a:lnTo>
                  <a:lnTo>
                    <a:pt x="215741" y="273844"/>
                  </a:lnTo>
                  <a:lnTo>
                    <a:pt x="219075" y="272415"/>
                  </a:lnTo>
                  <a:lnTo>
                    <a:pt x="222409" y="272415"/>
                  </a:lnTo>
                  <a:lnTo>
                    <a:pt x="225266" y="274796"/>
                  </a:lnTo>
                  <a:lnTo>
                    <a:pt x="230981" y="275749"/>
                  </a:lnTo>
                  <a:lnTo>
                    <a:pt x="236697" y="274796"/>
                  </a:lnTo>
                  <a:lnTo>
                    <a:pt x="241935" y="273368"/>
                  </a:lnTo>
                  <a:lnTo>
                    <a:pt x="243840" y="271939"/>
                  </a:lnTo>
                  <a:lnTo>
                    <a:pt x="246698" y="270986"/>
                  </a:lnTo>
                  <a:lnTo>
                    <a:pt x="246222" y="269558"/>
                  </a:lnTo>
                  <a:lnTo>
                    <a:pt x="243364" y="268605"/>
                  </a:lnTo>
                  <a:lnTo>
                    <a:pt x="241935" y="266700"/>
                  </a:lnTo>
                  <a:lnTo>
                    <a:pt x="240982" y="264795"/>
                  </a:lnTo>
                  <a:lnTo>
                    <a:pt x="242888" y="263843"/>
                  </a:lnTo>
                  <a:lnTo>
                    <a:pt x="246698" y="263366"/>
                  </a:lnTo>
                  <a:lnTo>
                    <a:pt x="256223" y="258604"/>
                  </a:lnTo>
                  <a:lnTo>
                    <a:pt x="260032" y="255270"/>
                  </a:lnTo>
                  <a:lnTo>
                    <a:pt x="260985" y="253841"/>
                  </a:lnTo>
                  <a:lnTo>
                    <a:pt x="262890" y="253841"/>
                  </a:lnTo>
                  <a:lnTo>
                    <a:pt x="266224" y="255270"/>
                  </a:lnTo>
                  <a:lnTo>
                    <a:pt x="270510" y="255746"/>
                  </a:lnTo>
                  <a:lnTo>
                    <a:pt x="273368" y="254318"/>
                  </a:lnTo>
                  <a:lnTo>
                    <a:pt x="275749" y="253841"/>
                  </a:lnTo>
                  <a:lnTo>
                    <a:pt x="278130" y="255270"/>
                  </a:lnTo>
                  <a:lnTo>
                    <a:pt x="279559" y="257175"/>
                  </a:lnTo>
                  <a:lnTo>
                    <a:pt x="281940" y="259556"/>
                  </a:lnTo>
                  <a:lnTo>
                    <a:pt x="284798" y="260033"/>
                  </a:lnTo>
                  <a:lnTo>
                    <a:pt x="288607" y="259080"/>
                  </a:lnTo>
                  <a:lnTo>
                    <a:pt x="292418" y="256222"/>
                  </a:lnTo>
                  <a:lnTo>
                    <a:pt x="295751" y="252413"/>
                  </a:lnTo>
                  <a:lnTo>
                    <a:pt x="299085" y="249079"/>
                  </a:lnTo>
                  <a:lnTo>
                    <a:pt x="298132" y="237172"/>
                  </a:lnTo>
                  <a:lnTo>
                    <a:pt x="297656" y="230505"/>
                  </a:lnTo>
                  <a:lnTo>
                    <a:pt x="299085" y="226695"/>
                  </a:lnTo>
                  <a:lnTo>
                    <a:pt x="301466" y="224314"/>
                  </a:lnTo>
                  <a:lnTo>
                    <a:pt x="303372" y="220980"/>
                  </a:lnTo>
                  <a:lnTo>
                    <a:pt x="303372" y="218122"/>
                  </a:lnTo>
                  <a:lnTo>
                    <a:pt x="304800" y="215265"/>
                  </a:lnTo>
                  <a:lnTo>
                    <a:pt x="306705" y="208121"/>
                  </a:lnTo>
                  <a:lnTo>
                    <a:pt x="308610" y="206693"/>
                  </a:lnTo>
                  <a:lnTo>
                    <a:pt x="313373" y="205264"/>
                  </a:lnTo>
                  <a:lnTo>
                    <a:pt x="320993" y="204788"/>
                  </a:lnTo>
                  <a:lnTo>
                    <a:pt x="326707" y="201454"/>
                  </a:lnTo>
                  <a:lnTo>
                    <a:pt x="332423" y="198120"/>
                  </a:lnTo>
                  <a:lnTo>
                    <a:pt x="333375" y="195263"/>
                  </a:lnTo>
                  <a:lnTo>
                    <a:pt x="330994" y="191929"/>
                  </a:lnTo>
                  <a:lnTo>
                    <a:pt x="328136" y="185738"/>
                  </a:lnTo>
                  <a:lnTo>
                    <a:pt x="325279" y="181928"/>
                  </a:lnTo>
                  <a:lnTo>
                    <a:pt x="319088" y="175260"/>
                  </a:lnTo>
                  <a:lnTo>
                    <a:pt x="319564" y="170974"/>
                  </a:lnTo>
                  <a:lnTo>
                    <a:pt x="323374" y="169545"/>
                  </a:lnTo>
                  <a:lnTo>
                    <a:pt x="331947" y="172403"/>
                  </a:lnTo>
                  <a:lnTo>
                    <a:pt x="334328" y="172879"/>
                  </a:lnTo>
                  <a:lnTo>
                    <a:pt x="337661" y="173355"/>
                  </a:lnTo>
                  <a:lnTo>
                    <a:pt x="345757" y="173355"/>
                  </a:lnTo>
                  <a:lnTo>
                    <a:pt x="352425" y="171926"/>
                  </a:lnTo>
                  <a:lnTo>
                    <a:pt x="359093" y="169545"/>
                  </a:lnTo>
                  <a:lnTo>
                    <a:pt x="360522" y="166688"/>
                  </a:lnTo>
                  <a:lnTo>
                    <a:pt x="360522" y="163830"/>
                  </a:lnTo>
                  <a:lnTo>
                    <a:pt x="360522" y="160972"/>
                  </a:lnTo>
                  <a:lnTo>
                    <a:pt x="360522" y="157163"/>
                  </a:lnTo>
                  <a:lnTo>
                    <a:pt x="358140" y="154781"/>
                  </a:lnTo>
                  <a:lnTo>
                    <a:pt x="356711" y="152876"/>
                  </a:lnTo>
                  <a:lnTo>
                    <a:pt x="356235" y="151447"/>
                  </a:lnTo>
                  <a:lnTo>
                    <a:pt x="358140" y="150495"/>
                  </a:lnTo>
                  <a:lnTo>
                    <a:pt x="359569" y="148590"/>
                  </a:lnTo>
                  <a:lnTo>
                    <a:pt x="361474" y="145256"/>
                  </a:lnTo>
                  <a:lnTo>
                    <a:pt x="365284" y="141922"/>
                  </a:lnTo>
                  <a:lnTo>
                    <a:pt x="367665" y="138589"/>
                  </a:lnTo>
                  <a:lnTo>
                    <a:pt x="369570" y="136684"/>
                  </a:lnTo>
                  <a:lnTo>
                    <a:pt x="372904" y="134779"/>
                  </a:lnTo>
                  <a:lnTo>
                    <a:pt x="375285" y="131445"/>
                  </a:lnTo>
                  <a:lnTo>
                    <a:pt x="376238" y="129540"/>
                  </a:lnTo>
                  <a:lnTo>
                    <a:pt x="378143" y="127635"/>
                  </a:lnTo>
                  <a:lnTo>
                    <a:pt x="378619" y="126206"/>
                  </a:lnTo>
                  <a:lnTo>
                    <a:pt x="378143" y="125254"/>
                  </a:lnTo>
                  <a:lnTo>
                    <a:pt x="377190" y="123825"/>
                  </a:lnTo>
                  <a:lnTo>
                    <a:pt x="376238" y="122396"/>
                  </a:lnTo>
                  <a:lnTo>
                    <a:pt x="376238" y="120968"/>
                  </a:lnTo>
                  <a:lnTo>
                    <a:pt x="377190" y="119063"/>
                  </a:lnTo>
                  <a:lnTo>
                    <a:pt x="378143" y="117634"/>
                  </a:lnTo>
                  <a:lnTo>
                    <a:pt x="377666" y="115729"/>
                  </a:lnTo>
                  <a:lnTo>
                    <a:pt x="377190" y="112395"/>
                  </a:lnTo>
                  <a:lnTo>
                    <a:pt x="375285" y="110490"/>
                  </a:lnTo>
                  <a:lnTo>
                    <a:pt x="373856" y="106204"/>
                  </a:lnTo>
                  <a:lnTo>
                    <a:pt x="371951" y="101441"/>
                  </a:lnTo>
                  <a:lnTo>
                    <a:pt x="370999" y="99536"/>
                  </a:lnTo>
                  <a:lnTo>
                    <a:pt x="369094" y="97631"/>
                  </a:lnTo>
                  <a:lnTo>
                    <a:pt x="364807" y="95250"/>
                  </a:lnTo>
                  <a:lnTo>
                    <a:pt x="363855" y="93345"/>
                  </a:lnTo>
                  <a:lnTo>
                    <a:pt x="365284" y="90488"/>
                  </a:lnTo>
                  <a:lnTo>
                    <a:pt x="368141" y="88583"/>
                  </a:lnTo>
                  <a:lnTo>
                    <a:pt x="373380" y="83820"/>
                  </a:lnTo>
                  <a:lnTo>
                    <a:pt x="376238" y="80486"/>
                  </a:lnTo>
                  <a:lnTo>
                    <a:pt x="378619" y="78105"/>
                  </a:lnTo>
                  <a:lnTo>
                    <a:pt x="381953" y="78581"/>
                  </a:lnTo>
                  <a:lnTo>
                    <a:pt x="383857" y="78581"/>
                  </a:lnTo>
                  <a:lnTo>
                    <a:pt x="385286" y="76200"/>
                  </a:lnTo>
                  <a:lnTo>
                    <a:pt x="388620" y="74771"/>
                  </a:lnTo>
                  <a:lnTo>
                    <a:pt x="394811" y="70485"/>
                  </a:lnTo>
                  <a:lnTo>
                    <a:pt x="396716" y="68104"/>
                  </a:lnTo>
                  <a:lnTo>
                    <a:pt x="400050" y="66675"/>
                  </a:lnTo>
                  <a:lnTo>
                    <a:pt x="402431" y="66675"/>
                  </a:lnTo>
                  <a:lnTo>
                    <a:pt x="406241" y="65722"/>
                  </a:lnTo>
                  <a:lnTo>
                    <a:pt x="409575" y="64294"/>
                  </a:lnTo>
                  <a:lnTo>
                    <a:pt x="412909" y="63341"/>
                  </a:lnTo>
                  <a:lnTo>
                    <a:pt x="417672" y="62865"/>
                  </a:lnTo>
                  <a:lnTo>
                    <a:pt x="425291" y="62389"/>
                  </a:lnTo>
                  <a:lnTo>
                    <a:pt x="429578" y="61436"/>
                  </a:lnTo>
                  <a:lnTo>
                    <a:pt x="439579" y="60960"/>
                  </a:lnTo>
                  <a:lnTo>
                    <a:pt x="450532" y="60960"/>
                  </a:lnTo>
                  <a:lnTo>
                    <a:pt x="451485" y="60960"/>
                  </a:lnTo>
                  <a:lnTo>
                    <a:pt x="456248" y="62389"/>
                  </a:lnTo>
                  <a:lnTo>
                    <a:pt x="459581" y="63341"/>
                  </a:lnTo>
                  <a:lnTo>
                    <a:pt x="461010" y="63341"/>
                  </a:lnTo>
                  <a:lnTo>
                    <a:pt x="466249" y="60484"/>
                  </a:lnTo>
                  <a:lnTo>
                    <a:pt x="474345" y="57150"/>
                  </a:lnTo>
                  <a:lnTo>
                    <a:pt x="478155" y="55721"/>
                  </a:lnTo>
                  <a:lnTo>
                    <a:pt x="477679" y="55245"/>
                  </a:lnTo>
                  <a:lnTo>
                    <a:pt x="476726" y="54293"/>
                  </a:lnTo>
                  <a:lnTo>
                    <a:pt x="472440" y="51435"/>
                  </a:lnTo>
                  <a:lnTo>
                    <a:pt x="472440" y="50483"/>
                  </a:lnTo>
                  <a:lnTo>
                    <a:pt x="478631" y="47149"/>
                  </a:lnTo>
                  <a:lnTo>
                    <a:pt x="482441" y="46196"/>
                  </a:lnTo>
                  <a:lnTo>
                    <a:pt x="484347" y="45244"/>
                  </a:lnTo>
                  <a:lnTo>
                    <a:pt x="484823" y="45244"/>
                  </a:lnTo>
                  <a:lnTo>
                    <a:pt x="485775" y="46672"/>
                  </a:lnTo>
                  <a:lnTo>
                    <a:pt x="488156" y="47625"/>
                  </a:lnTo>
                  <a:lnTo>
                    <a:pt x="490061" y="47625"/>
                  </a:lnTo>
                  <a:close/>
                </a:path>
              </a:pathLst>
            </a:custGeom>
            <a:grpFill/>
            <a:ln w="317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6145FD7C-3025-45A9-82F8-91BCCED5E314}"/>
                </a:ext>
              </a:extLst>
            </p:cNvPr>
            <p:cNvSpPr/>
            <p:nvPr/>
          </p:nvSpPr>
          <p:spPr>
            <a:xfrm>
              <a:off x="7473791" y="3404234"/>
              <a:ext cx="164306" cy="123348"/>
            </a:xfrm>
            <a:custGeom>
              <a:avLst/>
              <a:gdLst>
                <a:gd name="connsiteX0" fmla="*/ 163830 w 164306"/>
                <a:gd name="connsiteY0" fmla="*/ 37147 h 123348"/>
                <a:gd name="connsiteX1" fmla="*/ 163353 w 164306"/>
                <a:gd name="connsiteY1" fmla="*/ 17621 h 123348"/>
                <a:gd name="connsiteX2" fmla="*/ 160972 w 164306"/>
                <a:gd name="connsiteY2" fmla="*/ 14764 h 123348"/>
                <a:gd name="connsiteX3" fmla="*/ 160496 w 164306"/>
                <a:gd name="connsiteY3" fmla="*/ 15716 h 123348"/>
                <a:gd name="connsiteX4" fmla="*/ 159544 w 164306"/>
                <a:gd name="connsiteY4" fmla="*/ 15716 h 123348"/>
                <a:gd name="connsiteX5" fmla="*/ 157163 w 164306"/>
                <a:gd name="connsiteY5" fmla="*/ 15240 h 123348"/>
                <a:gd name="connsiteX6" fmla="*/ 155734 w 164306"/>
                <a:gd name="connsiteY6" fmla="*/ 13811 h 123348"/>
                <a:gd name="connsiteX7" fmla="*/ 156210 w 164306"/>
                <a:gd name="connsiteY7" fmla="*/ 11906 h 123348"/>
                <a:gd name="connsiteX8" fmla="*/ 156210 w 164306"/>
                <a:gd name="connsiteY8" fmla="*/ 8096 h 123348"/>
                <a:gd name="connsiteX9" fmla="*/ 156686 w 164306"/>
                <a:gd name="connsiteY9" fmla="*/ 4763 h 123348"/>
                <a:gd name="connsiteX10" fmla="*/ 156686 w 164306"/>
                <a:gd name="connsiteY10" fmla="*/ 953 h 123348"/>
                <a:gd name="connsiteX11" fmla="*/ 154781 w 164306"/>
                <a:gd name="connsiteY11" fmla="*/ 0 h 123348"/>
                <a:gd name="connsiteX12" fmla="*/ 153352 w 164306"/>
                <a:gd name="connsiteY12" fmla="*/ 0 h 123348"/>
                <a:gd name="connsiteX13" fmla="*/ 153352 w 164306"/>
                <a:gd name="connsiteY13" fmla="*/ 476 h 123348"/>
                <a:gd name="connsiteX14" fmla="*/ 151447 w 164306"/>
                <a:gd name="connsiteY14" fmla="*/ 5239 h 123348"/>
                <a:gd name="connsiteX15" fmla="*/ 148590 w 164306"/>
                <a:gd name="connsiteY15" fmla="*/ 9525 h 123348"/>
                <a:gd name="connsiteX16" fmla="*/ 134302 w 164306"/>
                <a:gd name="connsiteY16" fmla="*/ 20003 h 123348"/>
                <a:gd name="connsiteX17" fmla="*/ 131445 w 164306"/>
                <a:gd name="connsiteY17" fmla="*/ 23813 h 123348"/>
                <a:gd name="connsiteX18" fmla="*/ 127635 w 164306"/>
                <a:gd name="connsiteY18" fmla="*/ 27146 h 123348"/>
                <a:gd name="connsiteX19" fmla="*/ 127159 w 164306"/>
                <a:gd name="connsiteY19" fmla="*/ 29528 h 123348"/>
                <a:gd name="connsiteX20" fmla="*/ 120015 w 164306"/>
                <a:gd name="connsiteY20" fmla="*/ 36671 h 123348"/>
                <a:gd name="connsiteX21" fmla="*/ 108109 w 164306"/>
                <a:gd name="connsiteY21" fmla="*/ 44768 h 123348"/>
                <a:gd name="connsiteX22" fmla="*/ 105251 w 164306"/>
                <a:gd name="connsiteY22" fmla="*/ 48101 h 123348"/>
                <a:gd name="connsiteX23" fmla="*/ 104298 w 164306"/>
                <a:gd name="connsiteY23" fmla="*/ 51435 h 123348"/>
                <a:gd name="connsiteX24" fmla="*/ 102870 w 164306"/>
                <a:gd name="connsiteY24" fmla="*/ 53340 h 123348"/>
                <a:gd name="connsiteX25" fmla="*/ 101441 w 164306"/>
                <a:gd name="connsiteY25" fmla="*/ 54293 h 123348"/>
                <a:gd name="connsiteX26" fmla="*/ 100013 w 164306"/>
                <a:gd name="connsiteY26" fmla="*/ 56674 h 123348"/>
                <a:gd name="connsiteX27" fmla="*/ 98584 w 164306"/>
                <a:gd name="connsiteY27" fmla="*/ 60484 h 123348"/>
                <a:gd name="connsiteX28" fmla="*/ 96678 w 164306"/>
                <a:gd name="connsiteY28" fmla="*/ 63341 h 123348"/>
                <a:gd name="connsiteX29" fmla="*/ 93345 w 164306"/>
                <a:gd name="connsiteY29" fmla="*/ 64294 h 123348"/>
                <a:gd name="connsiteX30" fmla="*/ 88106 w 164306"/>
                <a:gd name="connsiteY30" fmla="*/ 67151 h 123348"/>
                <a:gd name="connsiteX31" fmla="*/ 79534 w 164306"/>
                <a:gd name="connsiteY31" fmla="*/ 70485 h 123348"/>
                <a:gd name="connsiteX32" fmla="*/ 76200 w 164306"/>
                <a:gd name="connsiteY32" fmla="*/ 70961 h 123348"/>
                <a:gd name="connsiteX33" fmla="*/ 60007 w 164306"/>
                <a:gd name="connsiteY33" fmla="*/ 70009 h 123348"/>
                <a:gd name="connsiteX34" fmla="*/ 49530 w 164306"/>
                <a:gd name="connsiteY34" fmla="*/ 68104 h 123348"/>
                <a:gd name="connsiteX35" fmla="*/ 36671 w 164306"/>
                <a:gd name="connsiteY35" fmla="*/ 67628 h 123348"/>
                <a:gd name="connsiteX36" fmla="*/ 31909 w 164306"/>
                <a:gd name="connsiteY36" fmla="*/ 69056 h 123348"/>
                <a:gd name="connsiteX37" fmla="*/ 22860 w 164306"/>
                <a:gd name="connsiteY37" fmla="*/ 73343 h 123348"/>
                <a:gd name="connsiteX38" fmla="*/ 18573 w 164306"/>
                <a:gd name="connsiteY38" fmla="*/ 74295 h 123348"/>
                <a:gd name="connsiteX39" fmla="*/ 11430 w 164306"/>
                <a:gd name="connsiteY39" fmla="*/ 73819 h 123348"/>
                <a:gd name="connsiteX40" fmla="*/ 9525 w 164306"/>
                <a:gd name="connsiteY40" fmla="*/ 72866 h 123348"/>
                <a:gd name="connsiteX41" fmla="*/ 7620 w 164306"/>
                <a:gd name="connsiteY41" fmla="*/ 70485 h 123348"/>
                <a:gd name="connsiteX42" fmla="*/ 6667 w 164306"/>
                <a:gd name="connsiteY42" fmla="*/ 64294 h 123348"/>
                <a:gd name="connsiteX43" fmla="*/ 5715 w 164306"/>
                <a:gd name="connsiteY43" fmla="*/ 63818 h 123348"/>
                <a:gd name="connsiteX44" fmla="*/ 3334 w 164306"/>
                <a:gd name="connsiteY44" fmla="*/ 64294 h 123348"/>
                <a:gd name="connsiteX45" fmla="*/ 1905 w 164306"/>
                <a:gd name="connsiteY45" fmla="*/ 62389 h 123348"/>
                <a:gd name="connsiteX46" fmla="*/ 1428 w 164306"/>
                <a:gd name="connsiteY46" fmla="*/ 60960 h 123348"/>
                <a:gd name="connsiteX47" fmla="*/ 0 w 164306"/>
                <a:gd name="connsiteY47" fmla="*/ 62865 h 123348"/>
                <a:gd name="connsiteX48" fmla="*/ 0 w 164306"/>
                <a:gd name="connsiteY48" fmla="*/ 63818 h 123348"/>
                <a:gd name="connsiteX49" fmla="*/ 0 w 164306"/>
                <a:gd name="connsiteY49" fmla="*/ 68580 h 123348"/>
                <a:gd name="connsiteX50" fmla="*/ 476 w 164306"/>
                <a:gd name="connsiteY50" fmla="*/ 70485 h 123348"/>
                <a:gd name="connsiteX51" fmla="*/ 1905 w 164306"/>
                <a:gd name="connsiteY51" fmla="*/ 71914 h 123348"/>
                <a:gd name="connsiteX52" fmla="*/ 3810 w 164306"/>
                <a:gd name="connsiteY52" fmla="*/ 74295 h 123348"/>
                <a:gd name="connsiteX53" fmla="*/ 5715 w 164306"/>
                <a:gd name="connsiteY53" fmla="*/ 76676 h 123348"/>
                <a:gd name="connsiteX54" fmla="*/ 7620 w 164306"/>
                <a:gd name="connsiteY54" fmla="*/ 79058 h 123348"/>
                <a:gd name="connsiteX55" fmla="*/ 9525 w 164306"/>
                <a:gd name="connsiteY55" fmla="*/ 81439 h 123348"/>
                <a:gd name="connsiteX56" fmla="*/ 11430 w 164306"/>
                <a:gd name="connsiteY56" fmla="*/ 83820 h 123348"/>
                <a:gd name="connsiteX57" fmla="*/ 13335 w 164306"/>
                <a:gd name="connsiteY57" fmla="*/ 86201 h 123348"/>
                <a:gd name="connsiteX58" fmla="*/ 15240 w 164306"/>
                <a:gd name="connsiteY58" fmla="*/ 88583 h 123348"/>
                <a:gd name="connsiteX59" fmla="*/ 17145 w 164306"/>
                <a:gd name="connsiteY59" fmla="*/ 90964 h 123348"/>
                <a:gd name="connsiteX60" fmla="*/ 19050 w 164306"/>
                <a:gd name="connsiteY60" fmla="*/ 93345 h 123348"/>
                <a:gd name="connsiteX61" fmla="*/ 20955 w 164306"/>
                <a:gd name="connsiteY61" fmla="*/ 95726 h 123348"/>
                <a:gd name="connsiteX62" fmla="*/ 22860 w 164306"/>
                <a:gd name="connsiteY62" fmla="*/ 98108 h 123348"/>
                <a:gd name="connsiteX63" fmla="*/ 24765 w 164306"/>
                <a:gd name="connsiteY63" fmla="*/ 100489 h 123348"/>
                <a:gd name="connsiteX64" fmla="*/ 26670 w 164306"/>
                <a:gd name="connsiteY64" fmla="*/ 102870 h 123348"/>
                <a:gd name="connsiteX65" fmla="*/ 28575 w 164306"/>
                <a:gd name="connsiteY65" fmla="*/ 105251 h 123348"/>
                <a:gd name="connsiteX66" fmla="*/ 30480 w 164306"/>
                <a:gd name="connsiteY66" fmla="*/ 107633 h 123348"/>
                <a:gd name="connsiteX67" fmla="*/ 32385 w 164306"/>
                <a:gd name="connsiteY67" fmla="*/ 110014 h 123348"/>
                <a:gd name="connsiteX68" fmla="*/ 33814 w 164306"/>
                <a:gd name="connsiteY68" fmla="*/ 111919 h 123348"/>
                <a:gd name="connsiteX69" fmla="*/ 36671 w 164306"/>
                <a:gd name="connsiteY69" fmla="*/ 112395 h 123348"/>
                <a:gd name="connsiteX70" fmla="*/ 37623 w 164306"/>
                <a:gd name="connsiteY70" fmla="*/ 112395 h 123348"/>
                <a:gd name="connsiteX71" fmla="*/ 40005 w 164306"/>
                <a:gd name="connsiteY71" fmla="*/ 112871 h 123348"/>
                <a:gd name="connsiteX72" fmla="*/ 43815 w 164306"/>
                <a:gd name="connsiteY72" fmla="*/ 113347 h 123348"/>
                <a:gd name="connsiteX73" fmla="*/ 49053 w 164306"/>
                <a:gd name="connsiteY73" fmla="*/ 113824 h 123348"/>
                <a:gd name="connsiteX74" fmla="*/ 55245 w 164306"/>
                <a:gd name="connsiteY74" fmla="*/ 114776 h 123348"/>
                <a:gd name="connsiteX75" fmla="*/ 61913 w 164306"/>
                <a:gd name="connsiteY75" fmla="*/ 115729 h 123348"/>
                <a:gd name="connsiteX76" fmla="*/ 69056 w 164306"/>
                <a:gd name="connsiteY76" fmla="*/ 116681 h 123348"/>
                <a:gd name="connsiteX77" fmla="*/ 76676 w 164306"/>
                <a:gd name="connsiteY77" fmla="*/ 117634 h 123348"/>
                <a:gd name="connsiteX78" fmla="*/ 84296 w 164306"/>
                <a:gd name="connsiteY78" fmla="*/ 118586 h 123348"/>
                <a:gd name="connsiteX79" fmla="*/ 91440 w 164306"/>
                <a:gd name="connsiteY79" fmla="*/ 119539 h 123348"/>
                <a:gd name="connsiteX80" fmla="*/ 98107 w 164306"/>
                <a:gd name="connsiteY80" fmla="*/ 120491 h 123348"/>
                <a:gd name="connsiteX81" fmla="*/ 104298 w 164306"/>
                <a:gd name="connsiteY81" fmla="*/ 121444 h 123348"/>
                <a:gd name="connsiteX82" fmla="*/ 109538 w 164306"/>
                <a:gd name="connsiteY82" fmla="*/ 121920 h 123348"/>
                <a:gd name="connsiteX83" fmla="*/ 113347 w 164306"/>
                <a:gd name="connsiteY83" fmla="*/ 122396 h 123348"/>
                <a:gd name="connsiteX84" fmla="*/ 115728 w 164306"/>
                <a:gd name="connsiteY84" fmla="*/ 122872 h 123348"/>
                <a:gd name="connsiteX85" fmla="*/ 116681 w 164306"/>
                <a:gd name="connsiteY85" fmla="*/ 122872 h 123348"/>
                <a:gd name="connsiteX86" fmla="*/ 119539 w 164306"/>
                <a:gd name="connsiteY86" fmla="*/ 123349 h 123348"/>
                <a:gd name="connsiteX87" fmla="*/ 120015 w 164306"/>
                <a:gd name="connsiteY87" fmla="*/ 123349 h 123348"/>
                <a:gd name="connsiteX88" fmla="*/ 122396 w 164306"/>
                <a:gd name="connsiteY88" fmla="*/ 120491 h 123348"/>
                <a:gd name="connsiteX89" fmla="*/ 122872 w 164306"/>
                <a:gd name="connsiteY89" fmla="*/ 115253 h 123348"/>
                <a:gd name="connsiteX90" fmla="*/ 122872 w 164306"/>
                <a:gd name="connsiteY90" fmla="*/ 112871 h 123348"/>
                <a:gd name="connsiteX91" fmla="*/ 123348 w 164306"/>
                <a:gd name="connsiteY91" fmla="*/ 109061 h 123348"/>
                <a:gd name="connsiteX92" fmla="*/ 125730 w 164306"/>
                <a:gd name="connsiteY92" fmla="*/ 103346 h 123348"/>
                <a:gd name="connsiteX93" fmla="*/ 128588 w 164306"/>
                <a:gd name="connsiteY93" fmla="*/ 96203 h 123348"/>
                <a:gd name="connsiteX94" fmla="*/ 130492 w 164306"/>
                <a:gd name="connsiteY94" fmla="*/ 91440 h 123348"/>
                <a:gd name="connsiteX95" fmla="*/ 132397 w 164306"/>
                <a:gd name="connsiteY95" fmla="*/ 87154 h 123348"/>
                <a:gd name="connsiteX96" fmla="*/ 133826 w 164306"/>
                <a:gd name="connsiteY96" fmla="*/ 83820 h 123348"/>
                <a:gd name="connsiteX97" fmla="*/ 134778 w 164306"/>
                <a:gd name="connsiteY97" fmla="*/ 80486 h 123348"/>
                <a:gd name="connsiteX98" fmla="*/ 134302 w 164306"/>
                <a:gd name="connsiteY98" fmla="*/ 78105 h 123348"/>
                <a:gd name="connsiteX99" fmla="*/ 133350 w 164306"/>
                <a:gd name="connsiteY99" fmla="*/ 77153 h 123348"/>
                <a:gd name="connsiteX100" fmla="*/ 132397 w 164306"/>
                <a:gd name="connsiteY100" fmla="*/ 76200 h 123348"/>
                <a:gd name="connsiteX101" fmla="*/ 135255 w 164306"/>
                <a:gd name="connsiteY101" fmla="*/ 74295 h 123348"/>
                <a:gd name="connsiteX102" fmla="*/ 140494 w 164306"/>
                <a:gd name="connsiteY102" fmla="*/ 73343 h 123348"/>
                <a:gd name="connsiteX103" fmla="*/ 143351 w 164306"/>
                <a:gd name="connsiteY103" fmla="*/ 73819 h 123348"/>
                <a:gd name="connsiteX104" fmla="*/ 147161 w 164306"/>
                <a:gd name="connsiteY104" fmla="*/ 72866 h 123348"/>
                <a:gd name="connsiteX105" fmla="*/ 150495 w 164306"/>
                <a:gd name="connsiteY105" fmla="*/ 71914 h 123348"/>
                <a:gd name="connsiteX106" fmla="*/ 150971 w 164306"/>
                <a:gd name="connsiteY106" fmla="*/ 70961 h 123348"/>
                <a:gd name="connsiteX107" fmla="*/ 150019 w 164306"/>
                <a:gd name="connsiteY107" fmla="*/ 69056 h 123348"/>
                <a:gd name="connsiteX108" fmla="*/ 148590 w 164306"/>
                <a:gd name="connsiteY108" fmla="*/ 66675 h 123348"/>
                <a:gd name="connsiteX109" fmla="*/ 144303 w 164306"/>
                <a:gd name="connsiteY109" fmla="*/ 66199 h 123348"/>
                <a:gd name="connsiteX110" fmla="*/ 142875 w 164306"/>
                <a:gd name="connsiteY110" fmla="*/ 65722 h 123348"/>
                <a:gd name="connsiteX111" fmla="*/ 144303 w 164306"/>
                <a:gd name="connsiteY111" fmla="*/ 61913 h 123348"/>
                <a:gd name="connsiteX112" fmla="*/ 144303 w 164306"/>
                <a:gd name="connsiteY112" fmla="*/ 60484 h 123348"/>
                <a:gd name="connsiteX113" fmla="*/ 143827 w 164306"/>
                <a:gd name="connsiteY113" fmla="*/ 59055 h 123348"/>
                <a:gd name="connsiteX114" fmla="*/ 143351 w 164306"/>
                <a:gd name="connsiteY114" fmla="*/ 56674 h 123348"/>
                <a:gd name="connsiteX115" fmla="*/ 143827 w 164306"/>
                <a:gd name="connsiteY115" fmla="*/ 53816 h 123348"/>
                <a:gd name="connsiteX116" fmla="*/ 144780 w 164306"/>
                <a:gd name="connsiteY116" fmla="*/ 51911 h 123348"/>
                <a:gd name="connsiteX117" fmla="*/ 144780 w 164306"/>
                <a:gd name="connsiteY117" fmla="*/ 50006 h 123348"/>
                <a:gd name="connsiteX118" fmla="*/ 144303 w 164306"/>
                <a:gd name="connsiteY118" fmla="*/ 46672 h 123348"/>
                <a:gd name="connsiteX119" fmla="*/ 144303 w 164306"/>
                <a:gd name="connsiteY119" fmla="*/ 43339 h 123348"/>
                <a:gd name="connsiteX120" fmla="*/ 145256 w 164306"/>
                <a:gd name="connsiteY120" fmla="*/ 41910 h 123348"/>
                <a:gd name="connsiteX121" fmla="*/ 146685 w 164306"/>
                <a:gd name="connsiteY121" fmla="*/ 40481 h 123348"/>
                <a:gd name="connsiteX122" fmla="*/ 148114 w 164306"/>
                <a:gd name="connsiteY122" fmla="*/ 39529 h 123348"/>
                <a:gd name="connsiteX123" fmla="*/ 149542 w 164306"/>
                <a:gd name="connsiteY123" fmla="*/ 39529 h 123348"/>
                <a:gd name="connsiteX124" fmla="*/ 150971 w 164306"/>
                <a:gd name="connsiteY124" fmla="*/ 40005 h 123348"/>
                <a:gd name="connsiteX125" fmla="*/ 151447 w 164306"/>
                <a:gd name="connsiteY125" fmla="*/ 41434 h 123348"/>
                <a:gd name="connsiteX126" fmla="*/ 150971 w 164306"/>
                <a:gd name="connsiteY126" fmla="*/ 42386 h 123348"/>
                <a:gd name="connsiteX127" fmla="*/ 150019 w 164306"/>
                <a:gd name="connsiteY127" fmla="*/ 42386 h 123348"/>
                <a:gd name="connsiteX128" fmla="*/ 149542 w 164306"/>
                <a:gd name="connsiteY128" fmla="*/ 42863 h 123348"/>
                <a:gd name="connsiteX129" fmla="*/ 150971 w 164306"/>
                <a:gd name="connsiteY129" fmla="*/ 45244 h 123348"/>
                <a:gd name="connsiteX130" fmla="*/ 152876 w 164306"/>
                <a:gd name="connsiteY130" fmla="*/ 47149 h 123348"/>
                <a:gd name="connsiteX131" fmla="*/ 154305 w 164306"/>
                <a:gd name="connsiteY131" fmla="*/ 46672 h 123348"/>
                <a:gd name="connsiteX132" fmla="*/ 155734 w 164306"/>
                <a:gd name="connsiteY132" fmla="*/ 44768 h 123348"/>
                <a:gd name="connsiteX133" fmla="*/ 157639 w 164306"/>
                <a:gd name="connsiteY133" fmla="*/ 43339 h 123348"/>
                <a:gd name="connsiteX134" fmla="*/ 160020 w 164306"/>
                <a:gd name="connsiteY134" fmla="*/ 41910 h 123348"/>
                <a:gd name="connsiteX135" fmla="*/ 161448 w 164306"/>
                <a:gd name="connsiteY135" fmla="*/ 39529 h 123348"/>
                <a:gd name="connsiteX136" fmla="*/ 162877 w 164306"/>
                <a:gd name="connsiteY136" fmla="*/ 38100 h 123348"/>
                <a:gd name="connsiteX137" fmla="*/ 164306 w 164306"/>
                <a:gd name="connsiteY137" fmla="*/ 38100 h 123348"/>
                <a:gd name="connsiteX138" fmla="*/ 163830 w 164306"/>
                <a:gd name="connsiteY138" fmla="*/ 37147 h 12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64306" h="123348">
                  <a:moveTo>
                    <a:pt x="163830" y="37147"/>
                  </a:moveTo>
                  <a:lnTo>
                    <a:pt x="163353" y="17621"/>
                  </a:lnTo>
                  <a:lnTo>
                    <a:pt x="160972" y="14764"/>
                  </a:lnTo>
                  <a:lnTo>
                    <a:pt x="160496" y="15716"/>
                  </a:lnTo>
                  <a:lnTo>
                    <a:pt x="159544" y="15716"/>
                  </a:lnTo>
                  <a:lnTo>
                    <a:pt x="157163" y="15240"/>
                  </a:lnTo>
                  <a:lnTo>
                    <a:pt x="155734" y="13811"/>
                  </a:lnTo>
                  <a:lnTo>
                    <a:pt x="156210" y="11906"/>
                  </a:lnTo>
                  <a:lnTo>
                    <a:pt x="156210" y="8096"/>
                  </a:lnTo>
                  <a:lnTo>
                    <a:pt x="156686" y="4763"/>
                  </a:lnTo>
                  <a:lnTo>
                    <a:pt x="156686" y="953"/>
                  </a:lnTo>
                  <a:lnTo>
                    <a:pt x="154781" y="0"/>
                  </a:lnTo>
                  <a:lnTo>
                    <a:pt x="153352" y="0"/>
                  </a:lnTo>
                  <a:lnTo>
                    <a:pt x="153352" y="476"/>
                  </a:lnTo>
                  <a:lnTo>
                    <a:pt x="151447" y="5239"/>
                  </a:lnTo>
                  <a:lnTo>
                    <a:pt x="148590" y="9525"/>
                  </a:lnTo>
                  <a:lnTo>
                    <a:pt x="134302" y="20003"/>
                  </a:lnTo>
                  <a:lnTo>
                    <a:pt x="131445" y="23813"/>
                  </a:lnTo>
                  <a:lnTo>
                    <a:pt x="127635" y="27146"/>
                  </a:lnTo>
                  <a:lnTo>
                    <a:pt x="127159" y="29528"/>
                  </a:lnTo>
                  <a:lnTo>
                    <a:pt x="120015" y="36671"/>
                  </a:lnTo>
                  <a:lnTo>
                    <a:pt x="108109" y="44768"/>
                  </a:lnTo>
                  <a:lnTo>
                    <a:pt x="105251" y="48101"/>
                  </a:lnTo>
                  <a:lnTo>
                    <a:pt x="104298" y="51435"/>
                  </a:lnTo>
                  <a:lnTo>
                    <a:pt x="102870" y="53340"/>
                  </a:lnTo>
                  <a:lnTo>
                    <a:pt x="101441" y="54293"/>
                  </a:lnTo>
                  <a:lnTo>
                    <a:pt x="100013" y="56674"/>
                  </a:lnTo>
                  <a:lnTo>
                    <a:pt x="98584" y="60484"/>
                  </a:lnTo>
                  <a:lnTo>
                    <a:pt x="96678" y="63341"/>
                  </a:lnTo>
                  <a:lnTo>
                    <a:pt x="93345" y="64294"/>
                  </a:lnTo>
                  <a:lnTo>
                    <a:pt x="88106" y="67151"/>
                  </a:lnTo>
                  <a:lnTo>
                    <a:pt x="79534" y="70485"/>
                  </a:lnTo>
                  <a:lnTo>
                    <a:pt x="76200" y="70961"/>
                  </a:lnTo>
                  <a:lnTo>
                    <a:pt x="60007" y="70009"/>
                  </a:lnTo>
                  <a:lnTo>
                    <a:pt x="49530" y="68104"/>
                  </a:lnTo>
                  <a:lnTo>
                    <a:pt x="36671" y="67628"/>
                  </a:lnTo>
                  <a:lnTo>
                    <a:pt x="31909" y="69056"/>
                  </a:lnTo>
                  <a:lnTo>
                    <a:pt x="22860" y="73343"/>
                  </a:lnTo>
                  <a:lnTo>
                    <a:pt x="18573" y="74295"/>
                  </a:lnTo>
                  <a:lnTo>
                    <a:pt x="11430" y="73819"/>
                  </a:lnTo>
                  <a:lnTo>
                    <a:pt x="9525" y="72866"/>
                  </a:lnTo>
                  <a:lnTo>
                    <a:pt x="7620" y="70485"/>
                  </a:lnTo>
                  <a:lnTo>
                    <a:pt x="6667" y="64294"/>
                  </a:lnTo>
                  <a:lnTo>
                    <a:pt x="5715" y="63818"/>
                  </a:lnTo>
                  <a:lnTo>
                    <a:pt x="3334" y="64294"/>
                  </a:lnTo>
                  <a:lnTo>
                    <a:pt x="1905" y="62389"/>
                  </a:lnTo>
                  <a:lnTo>
                    <a:pt x="1428" y="60960"/>
                  </a:lnTo>
                  <a:lnTo>
                    <a:pt x="0" y="62865"/>
                  </a:lnTo>
                  <a:lnTo>
                    <a:pt x="0" y="63818"/>
                  </a:lnTo>
                  <a:lnTo>
                    <a:pt x="0" y="68580"/>
                  </a:lnTo>
                  <a:lnTo>
                    <a:pt x="476" y="70485"/>
                  </a:lnTo>
                  <a:lnTo>
                    <a:pt x="1905" y="71914"/>
                  </a:lnTo>
                  <a:lnTo>
                    <a:pt x="3810" y="74295"/>
                  </a:lnTo>
                  <a:lnTo>
                    <a:pt x="5715" y="76676"/>
                  </a:lnTo>
                  <a:lnTo>
                    <a:pt x="7620" y="79058"/>
                  </a:lnTo>
                  <a:lnTo>
                    <a:pt x="9525" y="81439"/>
                  </a:lnTo>
                  <a:lnTo>
                    <a:pt x="11430" y="83820"/>
                  </a:lnTo>
                  <a:lnTo>
                    <a:pt x="13335" y="86201"/>
                  </a:lnTo>
                  <a:lnTo>
                    <a:pt x="15240" y="88583"/>
                  </a:lnTo>
                  <a:lnTo>
                    <a:pt x="17145" y="90964"/>
                  </a:lnTo>
                  <a:lnTo>
                    <a:pt x="19050" y="93345"/>
                  </a:lnTo>
                  <a:lnTo>
                    <a:pt x="20955" y="95726"/>
                  </a:lnTo>
                  <a:lnTo>
                    <a:pt x="22860" y="98108"/>
                  </a:lnTo>
                  <a:lnTo>
                    <a:pt x="24765" y="100489"/>
                  </a:lnTo>
                  <a:lnTo>
                    <a:pt x="26670" y="102870"/>
                  </a:lnTo>
                  <a:lnTo>
                    <a:pt x="28575" y="105251"/>
                  </a:lnTo>
                  <a:lnTo>
                    <a:pt x="30480" y="107633"/>
                  </a:lnTo>
                  <a:lnTo>
                    <a:pt x="32385" y="110014"/>
                  </a:lnTo>
                  <a:lnTo>
                    <a:pt x="33814" y="111919"/>
                  </a:lnTo>
                  <a:lnTo>
                    <a:pt x="36671" y="112395"/>
                  </a:lnTo>
                  <a:lnTo>
                    <a:pt x="37623" y="112395"/>
                  </a:lnTo>
                  <a:lnTo>
                    <a:pt x="40005" y="112871"/>
                  </a:lnTo>
                  <a:lnTo>
                    <a:pt x="43815" y="113347"/>
                  </a:lnTo>
                  <a:lnTo>
                    <a:pt x="49053" y="113824"/>
                  </a:lnTo>
                  <a:lnTo>
                    <a:pt x="55245" y="114776"/>
                  </a:lnTo>
                  <a:lnTo>
                    <a:pt x="61913" y="115729"/>
                  </a:lnTo>
                  <a:lnTo>
                    <a:pt x="69056" y="116681"/>
                  </a:lnTo>
                  <a:lnTo>
                    <a:pt x="76676" y="117634"/>
                  </a:lnTo>
                  <a:lnTo>
                    <a:pt x="84296" y="118586"/>
                  </a:lnTo>
                  <a:lnTo>
                    <a:pt x="91440" y="119539"/>
                  </a:lnTo>
                  <a:lnTo>
                    <a:pt x="98107" y="120491"/>
                  </a:lnTo>
                  <a:lnTo>
                    <a:pt x="104298" y="121444"/>
                  </a:lnTo>
                  <a:lnTo>
                    <a:pt x="109538" y="121920"/>
                  </a:lnTo>
                  <a:lnTo>
                    <a:pt x="113347" y="122396"/>
                  </a:lnTo>
                  <a:lnTo>
                    <a:pt x="115728" y="122872"/>
                  </a:lnTo>
                  <a:lnTo>
                    <a:pt x="116681" y="122872"/>
                  </a:lnTo>
                  <a:lnTo>
                    <a:pt x="119539" y="123349"/>
                  </a:lnTo>
                  <a:lnTo>
                    <a:pt x="120015" y="123349"/>
                  </a:lnTo>
                  <a:lnTo>
                    <a:pt x="122396" y="120491"/>
                  </a:lnTo>
                  <a:lnTo>
                    <a:pt x="122872" y="115253"/>
                  </a:lnTo>
                  <a:lnTo>
                    <a:pt x="122872" y="112871"/>
                  </a:lnTo>
                  <a:lnTo>
                    <a:pt x="123348" y="109061"/>
                  </a:lnTo>
                  <a:lnTo>
                    <a:pt x="125730" y="103346"/>
                  </a:lnTo>
                  <a:lnTo>
                    <a:pt x="128588" y="96203"/>
                  </a:lnTo>
                  <a:lnTo>
                    <a:pt x="130492" y="91440"/>
                  </a:lnTo>
                  <a:lnTo>
                    <a:pt x="132397" y="87154"/>
                  </a:lnTo>
                  <a:lnTo>
                    <a:pt x="133826" y="83820"/>
                  </a:lnTo>
                  <a:lnTo>
                    <a:pt x="134778" y="80486"/>
                  </a:lnTo>
                  <a:lnTo>
                    <a:pt x="134302" y="78105"/>
                  </a:lnTo>
                  <a:lnTo>
                    <a:pt x="133350" y="77153"/>
                  </a:lnTo>
                  <a:lnTo>
                    <a:pt x="132397" y="76200"/>
                  </a:lnTo>
                  <a:lnTo>
                    <a:pt x="135255" y="74295"/>
                  </a:lnTo>
                  <a:lnTo>
                    <a:pt x="140494" y="73343"/>
                  </a:lnTo>
                  <a:lnTo>
                    <a:pt x="143351" y="73819"/>
                  </a:lnTo>
                  <a:lnTo>
                    <a:pt x="147161" y="72866"/>
                  </a:lnTo>
                  <a:lnTo>
                    <a:pt x="150495" y="71914"/>
                  </a:lnTo>
                  <a:lnTo>
                    <a:pt x="150971" y="70961"/>
                  </a:lnTo>
                  <a:lnTo>
                    <a:pt x="150019" y="69056"/>
                  </a:lnTo>
                  <a:lnTo>
                    <a:pt x="148590" y="66675"/>
                  </a:lnTo>
                  <a:lnTo>
                    <a:pt x="144303" y="66199"/>
                  </a:lnTo>
                  <a:lnTo>
                    <a:pt x="142875" y="65722"/>
                  </a:lnTo>
                  <a:lnTo>
                    <a:pt x="144303" y="61913"/>
                  </a:lnTo>
                  <a:lnTo>
                    <a:pt x="144303" y="60484"/>
                  </a:lnTo>
                  <a:lnTo>
                    <a:pt x="143827" y="59055"/>
                  </a:lnTo>
                  <a:lnTo>
                    <a:pt x="143351" y="56674"/>
                  </a:lnTo>
                  <a:lnTo>
                    <a:pt x="143827" y="53816"/>
                  </a:lnTo>
                  <a:lnTo>
                    <a:pt x="144780" y="51911"/>
                  </a:lnTo>
                  <a:lnTo>
                    <a:pt x="144780" y="50006"/>
                  </a:lnTo>
                  <a:lnTo>
                    <a:pt x="144303" y="46672"/>
                  </a:lnTo>
                  <a:lnTo>
                    <a:pt x="144303" y="43339"/>
                  </a:lnTo>
                  <a:lnTo>
                    <a:pt x="145256" y="41910"/>
                  </a:lnTo>
                  <a:lnTo>
                    <a:pt x="146685" y="40481"/>
                  </a:lnTo>
                  <a:lnTo>
                    <a:pt x="148114" y="39529"/>
                  </a:lnTo>
                  <a:lnTo>
                    <a:pt x="149542" y="39529"/>
                  </a:lnTo>
                  <a:lnTo>
                    <a:pt x="150971" y="40005"/>
                  </a:lnTo>
                  <a:lnTo>
                    <a:pt x="151447" y="41434"/>
                  </a:lnTo>
                  <a:lnTo>
                    <a:pt x="150971" y="42386"/>
                  </a:lnTo>
                  <a:lnTo>
                    <a:pt x="150019" y="42386"/>
                  </a:lnTo>
                  <a:lnTo>
                    <a:pt x="149542" y="42863"/>
                  </a:lnTo>
                  <a:lnTo>
                    <a:pt x="150971" y="45244"/>
                  </a:lnTo>
                  <a:lnTo>
                    <a:pt x="152876" y="47149"/>
                  </a:lnTo>
                  <a:lnTo>
                    <a:pt x="154305" y="46672"/>
                  </a:lnTo>
                  <a:lnTo>
                    <a:pt x="155734" y="44768"/>
                  </a:lnTo>
                  <a:lnTo>
                    <a:pt x="157639" y="43339"/>
                  </a:lnTo>
                  <a:lnTo>
                    <a:pt x="160020" y="41910"/>
                  </a:lnTo>
                  <a:lnTo>
                    <a:pt x="161448" y="39529"/>
                  </a:lnTo>
                  <a:lnTo>
                    <a:pt x="162877" y="38100"/>
                  </a:lnTo>
                  <a:lnTo>
                    <a:pt x="164306" y="38100"/>
                  </a:lnTo>
                  <a:lnTo>
                    <a:pt x="163830" y="37147"/>
                  </a:lnTo>
                  <a:close/>
                </a:path>
              </a:pathLst>
            </a:custGeom>
            <a:grpFill/>
            <a:ln w="317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F8D2E565-1950-4661-9FD4-29B7C99D7D4A}"/>
                </a:ext>
              </a:extLst>
            </p:cNvPr>
            <p:cNvSpPr/>
            <p:nvPr/>
          </p:nvSpPr>
          <p:spPr>
            <a:xfrm>
              <a:off x="5767863" y="2772727"/>
              <a:ext cx="10953" cy="8096"/>
            </a:xfrm>
            <a:custGeom>
              <a:avLst/>
              <a:gdLst>
                <a:gd name="connsiteX0" fmla="*/ 10954 w 10953"/>
                <a:gd name="connsiteY0" fmla="*/ 2381 h 8096"/>
                <a:gd name="connsiteX1" fmla="*/ 10001 w 10953"/>
                <a:gd name="connsiteY1" fmla="*/ 1429 h 8096"/>
                <a:gd name="connsiteX2" fmla="*/ 5239 w 10953"/>
                <a:gd name="connsiteY2" fmla="*/ 0 h 8096"/>
                <a:gd name="connsiteX3" fmla="*/ 2857 w 10953"/>
                <a:gd name="connsiteY3" fmla="*/ 0 h 8096"/>
                <a:gd name="connsiteX4" fmla="*/ 1429 w 10953"/>
                <a:gd name="connsiteY4" fmla="*/ 476 h 8096"/>
                <a:gd name="connsiteX5" fmla="*/ 476 w 10953"/>
                <a:gd name="connsiteY5" fmla="*/ 1905 h 8096"/>
                <a:gd name="connsiteX6" fmla="*/ 0 w 10953"/>
                <a:gd name="connsiteY6" fmla="*/ 3810 h 8096"/>
                <a:gd name="connsiteX7" fmla="*/ 0 w 10953"/>
                <a:gd name="connsiteY7" fmla="*/ 4286 h 8096"/>
                <a:gd name="connsiteX8" fmla="*/ 476 w 10953"/>
                <a:gd name="connsiteY8" fmla="*/ 5715 h 8096"/>
                <a:gd name="connsiteX9" fmla="*/ 476 w 10953"/>
                <a:gd name="connsiteY9" fmla="*/ 7144 h 8096"/>
                <a:gd name="connsiteX10" fmla="*/ 953 w 10953"/>
                <a:gd name="connsiteY10" fmla="*/ 8096 h 8096"/>
                <a:gd name="connsiteX11" fmla="*/ 2381 w 10953"/>
                <a:gd name="connsiteY11" fmla="*/ 8096 h 8096"/>
                <a:gd name="connsiteX12" fmla="*/ 3810 w 10953"/>
                <a:gd name="connsiteY12" fmla="*/ 8096 h 8096"/>
                <a:gd name="connsiteX13" fmla="*/ 5715 w 10953"/>
                <a:gd name="connsiteY13" fmla="*/ 7620 h 8096"/>
                <a:gd name="connsiteX14" fmla="*/ 9049 w 10953"/>
                <a:gd name="connsiteY14" fmla="*/ 5715 h 8096"/>
                <a:gd name="connsiteX15" fmla="*/ 10001 w 10953"/>
                <a:gd name="connsiteY15" fmla="*/ 5239 h 8096"/>
                <a:gd name="connsiteX16" fmla="*/ 10001 w 10953"/>
                <a:gd name="connsiteY16" fmla="*/ 4763 h 8096"/>
                <a:gd name="connsiteX17" fmla="*/ 10954 w 10953"/>
                <a:gd name="connsiteY17" fmla="*/ 3334 h 8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53" h="8096">
                  <a:moveTo>
                    <a:pt x="10954" y="2381"/>
                  </a:moveTo>
                  <a:lnTo>
                    <a:pt x="10001" y="1429"/>
                  </a:lnTo>
                  <a:lnTo>
                    <a:pt x="5239" y="0"/>
                  </a:lnTo>
                  <a:lnTo>
                    <a:pt x="2857" y="0"/>
                  </a:lnTo>
                  <a:lnTo>
                    <a:pt x="1429" y="476"/>
                  </a:lnTo>
                  <a:lnTo>
                    <a:pt x="476" y="1905"/>
                  </a:lnTo>
                  <a:lnTo>
                    <a:pt x="0" y="3810"/>
                  </a:lnTo>
                  <a:lnTo>
                    <a:pt x="0" y="4286"/>
                  </a:lnTo>
                  <a:lnTo>
                    <a:pt x="476" y="5715"/>
                  </a:lnTo>
                  <a:lnTo>
                    <a:pt x="476" y="7144"/>
                  </a:lnTo>
                  <a:lnTo>
                    <a:pt x="953" y="8096"/>
                  </a:lnTo>
                  <a:lnTo>
                    <a:pt x="2381" y="8096"/>
                  </a:lnTo>
                  <a:lnTo>
                    <a:pt x="3810" y="8096"/>
                  </a:lnTo>
                  <a:lnTo>
                    <a:pt x="5715" y="7620"/>
                  </a:lnTo>
                  <a:lnTo>
                    <a:pt x="9049" y="5715"/>
                  </a:lnTo>
                  <a:lnTo>
                    <a:pt x="10001" y="5239"/>
                  </a:lnTo>
                  <a:lnTo>
                    <a:pt x="10001" y="4763"/>
                  </a:lnTo>
                  <a:lnTo>
                    <a:pt x="10954" y="3334"/>
                  </a:lnTo>
                  <a:close/>
                </a:path>
              </a:pathLst>
            </a:custGeom>
            <a:grpFill/>
            <a:ln w="3175" cap="flat">
              <a:noFill/>
              <a:prstDash val="solid"/>
              <a:miter/>
            </a:ln>
          </p:spPr>
          <p:txBody>
            <a:bodyPr rtlCol="0" anchor="ctr"/>
            <a:lstStyle/>
            <a:p>
              <a:endParaRPr lang="en-US"/>
            </a:p>
          </p:txBody>
        </p:sp>
      </p:grpSp>
      <p:sp>
        <p:nvSpPr>
          <p:cNvPr id="206" name="Rectangle 205">
            <a:extLst>
              <a:ext uri="{FF2B5EF4-FFF2-40B4-BE49-F238E27FC236}">
                <a16:creationId xmlns:a16="http://schemas.microsoft.com/office/drawing/2014/main" id="{F4E9D96C-EBD1-4FA7-BB2C-622F5A5C91A7}"/>
              </a:ext>
            </a:extLst>
          </p:cNvPr>
          <p:cNvSpPr/>
          <p:nvPr/>
        </p:nvSpPr>
        <p:spPr>
          <a:xfrm>
            <a:off x="4520424" y="2636167"/>
            <a:ext cx="2688053" cy="16412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tIns="182880" rIns="91440" bIns="182880" rtlCol="0" anchor="ctr"/>
          <a:lstStyle/>
          <a:p>
            <a:pPr marL="0"/>
            <a:r>
              <a:rPr lang="en-US" sz="1100">
                <a:solidFill>
                  <a:schemeClr val="bg1"/>
                </a:solidFill>
                <a:latin typeface="+mj-lt"/>
                <a:ea typeface="Montserrat" panose="00000500000000000000" pitchFamily="2" charset="0"/>
              </a:rPr>
              <a:t>United States</a:t>
            </a:r>
            <a:endParaRPr lang="en-US" sz="1000">
              <a:solidFill>
                <a:schemeClr val="bg1"/>
              </a:solidFill>
              <a:latin typeface="+mj-lt"/>
              <a:ea typeface="Montserrat" panose="00000500000000000000" pitchFamily="2" charset="0"/>
            </a:endParaRPr>
          </a:p>
          <a:p>
            <a:pPr marL="0"/>
            <a:r>
              <a:rPr lang="en-US" sz="4800">
                <a:solidFill>
                  <a:schemeClr val="bg1"/>
                </a:solidFill>
                <a:latin typeface="Montserrat ExtraBold" panose="00000900000000000000" pitchFamily="2" charset="0"/>
              </a:rPr>
              <a:t>78</a:t>
            </a:r>
            <a:r>
              <a:rPr lang="en-US" sz="4000">
                <a:solidFill>
                  <a:schemeClr val="bg1"/>
                </a:solidFill>
                <a:latin typeface="Montserrat ExtraBold" panose="00000900000000000000" pitchFamily="2" charset="0"/>
              </a:rPr>
              <a:t>M</a:t>
            </a:r>
          </a:p>
          <a:p>
            <a:pPr>
              <a:spcAft>
                <a:spcPts val="600"/>
              </a:spcAft>
            </a:pPr>
            <a:r>
              <a:rPr lang="en-US" sz="1200" err="1">
                <a:solidFill>
                  <a:schemeClr val="bg1"/>
                </a:solidFill>
              </a:rPr>
              <a:t>Delames</a:t>
            </a:r>
            <a:r>
              <a:rPr lang="en-US" sz="1200">
                <a:solidFill>
                  <a:schemeClr val="bg1"/>
                </a:solidFill>
              </a:rPr>
              <a:t> ac ante ipsum </a:t>
            </a:r>
            <a:br>
              <a:rPr lang="en-US" sz="1200">
                <a:solidFill>
                  <a:schemeClr val="bg1"/>
                </a:solidFill>
              </a:rPr>
            </a:br>
            <a:r>
              <a:rPr lang="en-US" sz="1200" err="1">
                <a:solidFill>
                  <a:schemeClr val="bg1"/>
                </a:solidFill>
              </a:rPr>
              <a:t>primis</a:t>
            </a:r>
            <a:r>
              <a:rPr lang="en-US" sz="1200">
                <a:solidFill>
                  <a:schemeClr val="bg1"/>
                </a:solidFill>
              </a:rPr>
              <a:t> in </a:t>
            </a:r>
            <a:r>
              <a:rPr lang="en-US" sz="1200" err="1">
                <a:solidFill>
                  <a:schemeClr val="bg1"/>
                </a:solidFill>
              </a:rPr>
              <a:t>faucibus</a:t>
            </a:r>
            <a:endParaRPr lang="en-US" sz="1600">
              <a:solidFill>
                <a:schemeClr val="bg1"/>
              </a:solidFill>
            </a:endParaRPr>
          </a:p>
        </p:txBody>
      </p:sp>
      <p:sp>
        <p:nvSpPr>
          <p:cNvPr id="207" name="Right Triangle 206">
            <a:extLst>
              <a:ext uri="{FF2B5EF4-FFF2-40B4-BE49-F238E27FC236}">
                <a16:creationId xmlns:a16="http://schemas.microsoft.com/office/drawing/2014/main" id="{34ACD89A-C13F-48BE-89F3-2C23FFAA1052}"/>
              </a:ext>
              <a:ext uri="{C183D7F6-B498-43B3-948B-1728B52AA6E4}">
                <adec:decorative xmlns:adec="http://schemas.microsoft.com/office/drawing/2017/decorative" val="1"/>
              </a:ext>
            </a:extLst>
          </p:cNvPr>
          <p:cNvSpPr/>
          <p:nvPr/>
        </p:nvSpPr>
        <p:spPr>
          <a:xfrm rot="8100000" flipH="1">
            <a:off x="4376700" y="3306671"/>
            <a:ext cx="300225" cy="300225"/>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Tree>
    <p:extLst>
      <p:ext uri="{BB962C8B-B14F-4D97-AF65-F5344CB8AC3E}">
        <p14:creationId xmlns:p14="http://schemas.microsoft.com/office/powerpoint/2010/main" val="52372894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4" name="Straight Connector 33">
            <a:extLst>
              <a:ext uri="{FF2B5EF4-FFF2-40B4-BE49-F238E27FC236}">
                <a16:creationId xmlns:a16="http://schemas.microsoft.com/office/drawing/2014/main" id="{78E70AA7-07C9-4242-9F8D-98F16CDD408F}"/>
              </a:ext>
              <a:ext uri="{C183D7F6-B498-43B3-948B-1728B52AA6E4}">
                <adec:decorative xmlns:adec="http://schemas.microsoft.com/office/drawing/2017/decorative" val="1"/>
              </a:ext>
            </a:extLst>
          </p:cNvPr>
          <p:cNvCxnSpPr>
            <a:cxnSpLocks/>
          </p:cNvCxnSpPr>
          <p:nvPr/>
        </p:nvCxnSpPr>
        <p:spPr>
          <a:xfrm flipV="1">
            <a:off x="6567292" y="3860578"/>
            <a:ext cx="0" cy="1639306"/>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0A2EA26-638C-4DE2-934B-4B980AB756E0}"/>
              </a:ext>
              <a:ext uri="{C183D7F6-B498-43B3-948B-1728B52AA6E4}">
                <adec:decorative xmlns:adec="http://schemas.microsoft.com/office/drawing/2017/decorative" val="1"/>
              </a:ext>
            </a:extLst>
          </p:cNvPr>
          <p:cNvCxnSpPr>
            <a:cxnSpLocks/>
          </p:cNvCxnSpPr>
          <p:nvPr/>
        </p:nvCxnSpPr>
        <p:spPr>
          <a:xfrm flipV="1">
            <a:off x="2914784" y="3860578"/>
            <a:ext cx="0" cy="2325106"/>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59409F2E-427B-4F70-9FBB-4F72BDF6BF00}"/>
              </a:ext>
              <a:ext uri="{C183D7F6-B498-43B3-948B-1728B52AA6E4}">
                <adec:decorative xmlns:adec="http://schemas.microsoft.com/office/drawing/2017/decorative" val="1"/>
              </a:ext>
            </a:extLst>
          </p:cNvPr>
          <p:cNvCxnSpPr>
            <a:cxnSpLocks/>
          </p:cNvCxnSpPr>
          <p:nvPr/>
        </p:nvCxnSpPr>
        <p:spPr>
          <a:xfrm flipV="1">
            <a:off x="4745212" y="2665970"/>
            <a:ext cx="0" cy="120959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EFE9CCB-D39B-459A-8220-9E38376C867E}"/>
              </a:ext>
              <a:ext uri="{C183D7F6-B498-43B3-948B-1728B52AA6E4}">
                <adec:decorative xmlns:adec="http://schemas.microsoft.com/office/drawing/2017/decorative" val="1"/>
              </a:ext>
            </a:extLst>
          </p:cNvPr>
          <p:cNvCxnSpPr>
            <a:cxnSpLocks/>
          </p:cNvCxnSpPr>
          <p:nvPr/>
        </p:nvCxnSpPr>
        <p:spPr>
          <a:xfrm>
            <a:off x="0" y="3866213"/>
            <a:ext cx="8382000" cy="0"/>
          </a:xfrm>
          <a:prstGeom prst="line">
            <a:avLst/>
          </a:prstGeom>
          <a:ln w="31750">
            <a:solidFill>
              <a:schemeClr val="tx1"/>
            </a:solidFill>
            <a:prstDash val="solid"/>
            <a:tailEnd type="none" w="med" len="sm"/>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196BE0A-6BD5-46F0-B7CE-70D14D9AD73F}"/>
              </a:ext>
              <a:ext uri="{C183D7F6-B498-43B3-948B-1728B52AA6E4}">
                <adec:decorative xmlns:adec="http://schemas.microsoft.com/office/drawing/2017/decorative" val="1"/>
              </a:ext>
            </a:extLst>
          </p:cNvPr>
          <p:cNvCxnSpPr>
            <a:cxnSpLocks/>
          </p:cNvCxnSpPr>
          <p:nvPr/>
        </p:nvCxnSpPr>
        <p:spPr>
          <a:xfrm>
            <a:off x="8382000" y="3866213"/>
            <a:ext cx="3194538" cy="0"/>
          </a:xfrm>
          <a:prstGeom prst="line">
            <a:avLst/>
          </a:prstGeom>
          <a:ln w="31750">
            <a:solidFill>
              <a:schemeClr val="bg1">
                <a:lumMod val="75000"/>
              </a:schemeClr>
            </a:solidFill>
            <a:prstDash val="sysDot"/>
            <a:tailEnd type="triangle" w="med" len="sm"/>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543CB66-8AE2-489A-9B05-021A28E2F12B}"/>
              </a:ext>
              <a:ext uri="{C183D7F6-B498-43B3-948B-1728B52AA6E4}">
                <adec:decorative xmlns:adec="http://schemas.microsoft.com/office/drawing/2017/decorative" val="1"/>
              </a:ext>
            </a:extLst>
          </p:cNvPr>
          <p:cNvCxnSpPr>
            <a:cxnSpLocks/>
          </p:cNvCxnSpPr>
          <p:nvPr/>
        </p:nvCxnSpPr>
        <p:spPr>
          <a:xfrm flipV="1">
            <a:off x="8397666" y="2207393"/>
            <a:ext cx="0" cy="1657351"/>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2" name="Subtitle 11">
            <a:extLst>
              <a:ext uri="{FF2B5EF4-FFF2-40B4-BE49-F238E27FC236}">
                <a16:creationId xmlns:a16="http://schemas.microsoft.com/office/drawing/2014/main" id="{6B6B78D5-4FF9-4965-B508-913EFFB68CC7}"/>
              </a:ext>
            </a:extLst>
          </p:cNvPr>
          <p:cNvSpPr>
            <a:spLocks noGrp="1"/>
          </p:cNvSpPr>
          <p:nvPr>
            <p:ph type="subTitle" idx="15"/>
          </p:nvPr>
        </p:nvSpPr>
        <p:spPr/>
        <p:txBody>
          <a:bodyPr/>
          <a:lstStyle/>
          <a:p>
            <a:r>
              <a:rPr lang="en-US"/>
              <a:t>Diagrams</a:t>
            </a:r>
          </a:p>
        </p:txBody>
      </p:sp>
      <p:sp>
        <p:nvSpPr>
          <p:cNvPr id="2" name="Title 1">
            <a:extLst>
              <a:ext uri="{FF2B5EF4-FFF2-40B4-BE49-F238E27FC236}">
                <a16:creationId xmlns:a16="http://schemas.microsoft.com/office/drawing/2014/main" id="{71495639-DDE6-4008-8331-BA1CA61FA60E}"/>
              </a:ext>
            </a:extLst>
          </p:cNvPr>
          <p:cNvSpPr>
            <a:spLocks noGrp="1"/>
          </p:cNvSpPr>
          <p:nvPr>
            <p:ph type="title"/>
          </p:nvPr>
        </p:nvSpPr>
        <p:spPr/>
        <p:txBody>
          <a:bodyPr/>
          <a:lstStyle/>
          <a:p>
            <a:r>
              <a:rPr lang="en-US" dirty="0"/>
              <a:t>Timeline</a:t>
            </a:r>
          </a:p>
        </p:txBody>
      </p:sp>
      <p:sp>
        <p:nvSpPr>
          <p:cNvPr id="6" name="Pentagon 5">
            <a:extLst>
              <a:ext uri="{FF2B5EF4-FFF2-40B4-BE49-F238E27FC236}">
                <a16:creationId xmlns:a16="http://schemas.microsoft.com/office/drawing/2014/main" id="{F4B535CD-B2FD-6E4F-86FB-2E31B8E0C417}"/>
              </a:ext>
            </a:extLst>
          </p:cNvPr>
          <p:cNvSpPr/>
          <p:nvPr/>
        </p:nvSpPr>
        <p:spPr>
          <a:xfrm>
            <a:off x="939073" y="2204305"/>
            <a:ext cx="746074" cy="414568"/>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pPr>
            <a:r>
              <a:rPr lang="en-US" sz="1000">
                <a:solidFill>
                  <a:schemeClr val="bg1"/>
                </a:solidFill>
                <a:latin typeface="+mj-lt"/>
                <a:ea typeface="Montserrat" panose="00000500000000000000" pitchFamily="2" charset="0"/>
              </a:rPr>
              <a:t>Q1</a:t>
            </a:r>
            <a:br>
              <a:rPr lang="en-US" sz="1000" b="1">
                <a:solidFill>
                  <a:schemeClr val="bg1"/>
                </a:solidFill>
              </a:rPr>
            </a:br>
            <a:r>
              <a:rPr lang="en-US" sz="1000" b="1">
                <a:solidFill>
                  <a:schemeClr val="bg1"/>
                </a:solidFill>
              </a:rPr>
              <a:t>2019</a:t>
            </a:r>
          </a:p>
        </p:txBody>
      </p:sp>
      <p:sp>
        <p:nvSpPr>
          <p:cNvPr id="13" name="TextBox 12">
            <a:extLst>
              <a:ext uri="{FF2B5EF4-FFF2-40B4-BE49-F238E27FC236}">
                <a16:creationId xmlns:a16="http://schemas.microsoft.com/office/drawing/2014/main" id="{8DDFCF91-3743-402F-9AEB-1F875E866B77}"/>
              </a:ext>
            </a:extLst>
          </p:cNvPr>
          <p:cNvSpPr txBox="1"/>
          <p:nvPr/>
        </p:nvSpPr>
        <p:spPr>
          <a:xfrm>
            <a:off x="1264418" y="2618873"/>
            <a:ext cx="2400294" cy="1046440"/>
          </a:xfrm>
          <a:prstGeom prst="rect">
            <a:avLst/>
          </a:prstGeom>
          <a:noFill/>
        </p:spPr>
        <p:txBody>
          <a:bodyPr wrap="square" lIns="0" tIns="274320" rIns="0" bIns="0" rtlCol="0" anchor="b">
            <a:spAutoFit/>
          </a:bodyPr>
          <a:lstStyle/>
          <a:p>
            <a:pPr marL="0" lvl="6"/>
            <a:r>
              <a:rPr lang="en-US" sz="1000" err="1"/>
              <a:t>Donec</a:t>
            </a:r>
            <a:r>
              <a:rPr lang="en-US" sz="1000"/>
              <a:t> </a:t>
            </a:r>
            <a:r>
              <a:rPr lang="en-US" sz="1000" err="1"/>
              <a:t>blandit</a:t>
            </a:r>
            <a:r>
              <a:rPr lang="en-US" sz="1000"/>
              <a:t> </a:t>
            </a:r>
            <a:r>
              <a:rPr lang="en-US" sz="1000" err="1"/>
              <a:t>feugiat</a:t>
            </a:r>
            <a:r>
              <a:rPr lang="en-US" sz="1000"/>
              <a:t> ligula. </a:t>
            </a:r>
            <a:r>
              <a:rPr lang="en-US" sz="1000" err="1"/>
              <a:t>Donec</a:t>
            </a:r>
            <a:r>
              <a:rPr lang="en-US" sz="1000"/>
              <a:t> </a:t>
            </a:r>
            <a:r>
              <a:rPr lang="en-US" sz="1000" err="1"/>
              <a:t>hendrerit</a:t>
            </a:r>
            <a:r>
              <a:rPr lang="en-US" sz="1000"/>
              <a:t>, </a:t>
            </a:r>
            <a:r>
              <a:rPr lang="en-US" sz="1000" err="1"/>
              <a:t>felis</a:t>
            </a:r>
            <a:r>
              <a:rPr lang="en-US" sz="1000"/>
              <a:t> et </a:t>
            </a:r>
            <a:r>
              <a:rPr lang="en-US" sz="1000" err="1"/>
              <a:t>imperdiet</a:t>
            </a:r>
            <a:r>
              <a:rPr lang="en-US" sz="1000"/>
              <a:t> </a:t>
            </a:r>
            <a:r>
              <a:rPr lang="en-US" sz="1000" err="1"/>
              <a:t>euismod</a:t>
            </a:r>
            <a:r>
              <a:rPr lang="en-US" sz="1000"/>
              <a:t>, </a:t>
            </a:r>
            <a:r>
              <a:rPr lang="en-US" sz="1000" err="1"/>
              <a:t>purus</a:t>
            </a:r>
            <a:r>
              <a:rPr lang="en-US" sz="1000"/>
              <a:t> ipsum </a:t>
            </a:r>
            <a:r>
              <a:rPr lang="en-US" sz="1000" err="1"/>
              <a:t>pretium</a:t>
            </a:r>
            <a:r>
              <a:rPr lang="en-US" sz="1000"/>
              <a:t> </a:t>
            </a:r>
            <a:r>
              <a:rPr lang="en-US" sz="1000" err="1"/>
              <a:t>metus</a:t>
            </a:r>
            <a:r>
              <a:rPr lang="en-US" sz="1000"/>
              <a:t>, in lacinia </a:t>
            </a:r>
            <a:r>
              <a:rPr lang="en-US" sz="1000" err="1"/>
              <a:t>nulla</a:t>
            </a:r>
            <a:r>
              <a:rPr lang="en-US" sz="1000"/>
              <a:t>  </a:t>
            </a:r>
            <a:r>
              <a:rPr lang="en-US" sz="1000" err="1"/>
              <a:t>eget</a:t>
            </a:r>
            <a:r>
              <a:rPr lang="en-US" sz="1000"/>
              <a:t> </a:t>
            </a:r>
            <a:r>
              <a:rPr lang="en-US" sz="1000" err="1"/>
              <a:t>sapien</a:t>
            </a:r>
            <a:r>
              <a:rPr lang="en-US" sz="1000"/>
              <a:t>. </a:t>
            </a:r>
            <a:r>
              <a:rPr lang="en-US" sz="1000" err="1"/>
              <a:t>Donec</a:t>
            </a:r>
            <a:r>
              <a:rPr lang="en-US" sz="1000"/>
              <a:t> </a:t>
            </a:r>
            <a:r>
              <a:rPr lang="en-US" sz="1000" err="1"/>
              <a:t>ut</a:t>
            </a:r>
            <a:r>
              <a:rPr lang="en-US" sz="1000"/>
              <a:t> </a:t>
            </a:r>
            <a:r>
              <a:rPr lang="en-US" sz="1000" err="1"/>
              <a:t>est</a:t>
            </a:r>
            <a:r>
              <a:rPr lang="en-US" sz="1000"/>
              <a:t> in </a:t>
            </a:r>
            <a:r>
              <a:rPr lang="en-US" sz="1000" err="1"/>
              <a:t>lectus</a:t>
            </a:r>
            <a:r>
              <a:rPr lang="en-US" sz="1000"/>
              <a:t> </a:t>
            </a:r>
            <a:r>
              <a:rPr lang="en-US" sz="1000" err="1"/>
              <a:t>consequat</a:t>
            </a:r>
            <a:r>
              <a:rPr lang="en-US" sz="1000"/>
              <a:t> </a:t>
            </a:r>
            <a:r>
              <a:rPr lang="en-US" sz="1000" err="1"/>
              <a:t>consequat</a:t>
            </a:r>
            <a:r>
              <a:rPr lang="en-US" sz="1000"/>
              <a:t>.</a:t>
            </a:r>
          </a:p>
        </p:txBody>
      </p:sp>
      <p:sp>
        <p:nvSpPr>
          <p:cNvPr id="47" name="Pentagon 5">
            <a:extLst>
              <a:ext uri="{FF2B5EF4-FFF2-40B4-BE49-F238E27FC236}">
                <a16:creationId xmlns:a16="http://schemas.microsoft.com/office/drawing/2014/main" id="{2375F807-6F51-4251-909C-D063FB864216}"/>
              </a:ext>
            </a:extLst>
          </p:cNvPr>
          <p:cNvSpPr/>
          <p:nvPr/>
        </p:nvSpPr>
        <p:spPr>
          <a:xfrm>
            <a:off x="2914784" y="5771115"/>
            <a:ext cx="746074" cy="414568"/>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pPr>
            <a:r>
              <a:rPr lang="en-US" sz="1000">
                <a:solidFill>
                  <a:schemeClr val="bg1"/>
                </a:solidFill>
                <a:latin typeface="+mj-lt"/>
                <a:ea typeface="Montserrat" panose="00000500000000000000" pitchFamily="2" charset="0"/>
              </a:rPr>
              <a:t>Q2</a:t>
            </a:r>
            <a:br>
              <a:rPr lang="en-US" sz="1000" b="1">
                <a:solidFill>
                  <a:schemeClr val="bg1"/>
                </a:solidFill>
              </a:rPr>
            </a:br>
            <a:r>
              <a:rPr lang="en-US" sz="1000" b="1">
                <a:solidFill>
                  <a:schemeClr val="bg1"/>
                </a:solidFill>
              </a:rPr>
              <a:t>2019</a:t>
            </a:r>
          </a:p>
        </p:txBody>
      </p:sp>
      <p:sp>
        <p:nvSpPr>
          <p:cNvPr id="39" name="TextBox 38">
            <a:extLst>
              <a:ext uri="{FF2B5EF4-FFF2-40B4-BE49-F238E27FC236}">
                <a16:creationId xmlns:a16="http://schemas.microsoft.com/office/drawing/2014/main" id="{C055A78B-AE56-44C3-9822-F6F8694B8140}"/>
              </a:ext>
            </a:extLst>
          </p:cNvPr>
          <p:cNvSpPr txBox="1"/>
          <p:nvPr/>
        </p:nvSpPr>
        <p:spPr>
          <a:xfrm>
            <a:off x="3251699" y="4263010"/>
            <a:ext cx="2387101" cy="1508105"/>
          </a:xfrm>
          <a:prstGeom prst="rect">
            <a:avLst/>
          </a:prstGeom>
          <a:noFill/>
        </p:spPr>
        <p:txBody>
          <a:bodyPr wrap="square" lIns="0" tIns="0" rIns="0" bIns="274320" rtlCol="0" anchor="t">
            <a:spAutoFit/>
          </a:bodyPr>
          <a:lstStyle/>
          <a:p>
            <a:r>
              <a:rPr lang="en-US" sz="1000"/>
              <a:t>Lorem ipsum dolor sit </a:t>
            </a:r>
            <a:r>
              <a:rPr lang="en-US" sz="1000" err="1"/>
              <a:t>amet</a:t>
            </a:r>
            <a:r>
              <a:rPr lang="en-US" sz="1000"/>
              <a:t>, </a:t>
            </a:r>
            <a:r>
              <a:rPr lang="en-US" sz="1000" err="1"/>
              <a:t>consectetur</a:t>
            </a:r>
            <a:r>
              <a:rPr lang="en-US" sz="1000"/>
              <a:t> </a:t>
            </a:r>
            <a:r>
              <a:rPr lang="en-US" sz="1000" err="1"/>
              <a:t>adipiscing</a:t>
            </a:r>
            <a:r>
              <a:rPr lang="en-US" sz="1000"/>
              <a:t> </a:t>
            </a:r>
            <a:r>
              <a:rPr lang="en-US" sz="1000" err="1"/>
              <a:t>elit</a:t>
            </a:r>
            <a:r>
              <a:rPr lang="en-US" sz="1000"/>
              <a:t>. Vestibulum </a:t>
            </a:r>
            <a:r>
              <a:rPr lang="en-US" sz="1000" err="1"/>
              <a:t>ullamcorper</a:t>
            </a:r>
            <a:r>
              <a:rPr lang="en-US" sz="1000"/>
              <a:t> </a:t>
            </a:r>
            <a:r>
              <a:rPr lang="en-US" sz="1000" err="1"/>
              <a:t>tellus</a:t>
            </a:r>
            <a:r>
              <a:rPr lang="en-US" sz="1000"/>
              <a:t> vitae </a:t>
            </a:r>
            <a:r>
              <a:rPr lang="en-US" sz="1000" err="1"/>
              <a:t>velit</a:t>
            </a:r>
            <a:r>
              <a:rPr lang="en-US" sz="1000"/>
              <a:t> </a:t>
            </a:r>
            <a:r>
              <a:rPr lang="en-US" sz="1000" err="1"/>
              <a:t>malesuada</a:t>
            </a:r>
            <a:r>
              <a:rPr lang="en-US" sz="1000"/>
              <a:t>, et </a:t>
            </a:r>
            <a:r>
              <a:rPr lang="en-US" sz="1000" err="1"/>
              <a:t>dignissim</a:t>
            </a:r>
            <a:r>
              <a:rPr lang="en-US" sz="1000"/>
              <a:t> ligula </a:t>
            </a:r>
            <a:r>
              <a:rPr lang="en-US" sz="1000" err="1"/>
              <a:t>elementum</a:t>
            </a:r>
            <a:r>
              <a:rPr lang="en-US" sz="1000"/>
              <a:t>. Duis </a:t>
            </a:r>
            <a:r>
              <a:rPr lang="en-US" sz="1000" err="1"/>
              <a:t>congue</a:t>
            </a:r>
            <a:r>
              <a:rPr lang="en-US" sz="1000"/>
              <a:t> </a:t>
            </a:r>
            <a:r>
              <a:rPr lang="en-US" sz="1000" err="1"/>
              <a:t>nec</a:t>
            </a:r>
            <a:r>
              <a:rPr lang="en-US" sz="1000"/>
              <a:t> </a:t>
            </a:r>
            <a:r>
              <a:rPr lang="en-US" sz="1000" err="1"/>
              <a:t>enim</a:t>
            </a:r>
            <a:r>
              <a:rPr lang="en-US" sz="1000"/>
              <a:t> </a:t>
            </a:r>
            <a:r>
              <a:rPr lang="en-US" sz="1000" err="1"/>
              <a:t>nec</a:t>
            </a:r>
            <a:r>
              <a:rPr lang="en-US" sz="1000"/>
              <a:t> </a:t>
            </a:r>
            <a:r>
              <a:rPr lang="en-US" sz="1000" err="1"/>
              <a:t>volutpat</a:t>
            </a:r>
            <a:r>
              <a:rPr lang="en-US" sz="1000"/>
              <a:t>. </a:t>
            </a:r>
            <a:r>
              <a:rPr lang="en-US" sz="1000" err="1"/>
              <a:t>Suspendisse</a:t>
            </a:r>
            <a:r>
              <a:rPr lang="en-US" sz="1000"/>
              <a:t> ac </a:t>
            </a:r>
            <a:r>
              <a:rPr lang="en-US" sz="1000" err="1"/>
              <a:t>interdum</a:t>
            </a:r>
            <a:r>
              <a:rPr lang="en-US" sz="1000"/>
              <a:t> </a:t>
            </a:r>
            <a:r>
              <a:rPr lang="en-US" sz="1000" err="1"/>
              <a:t>justo</a:t>
            </a:r>
            <a:r>
              <a:rPr lang="en-US" sz="1000"/>
              <a:t>. In in </a:t>
            </a:r>
            <a:r>
              <a:rPr lang="en-US" sz="1000" err="1"/>
              <a:t>neque</a:t>
            </a:r>
            <a:r>
              <a:rPr lang="en-US" sz="1000"/>
              <a:t> et </a:t>
            </a:r>
            <a:r>
              <a:rPr lang="en-US" sz="1000" err="1"/>
              <a:t>arcu</a:t>
            </a:r>
            <a:r>
              <a:rPr lang="en-US" sz="1000"/>
              <a:t> </a:t>
            </a:r>
            <a:r>
              <a:rPr lang="en-US" sz="1000" err="1"/>
              <a:t>elementum</a:t>
            </a:r>
            <a:r>
              <a:rPr lang="en-US" sz="1000"/>
              <a:t> </a:t>
            </a:r>
            <a:r>
              <a:rPr lang="en-US" sz="1000" err="1"/>
              <a:t>finibus</a:t>
            </a:r>
            <a:r>
              <a:rPr lang="en-US" sz="1000"/>
              <a:t> non at </a:t>
            </a:r>
            <a:r>
              <a:rPr lang="en-US" sz="1000" err="1"/>
              <a:t>urna</a:t>
            </a:r>
            <a:r>
              <a:rPr lang="en-US" sz="1000"/>
              <a:t>.</a:t>
            </a:r>
          </a:p>
        </p:txBody>
      </p:sp>
      <p:sp>
        <p:nvSpPr>
          <p:cNvPr id="48" name="Pentagon 5">
            <a:extLst>
              <a:ext uri="{FF2B5EF4-FFF2-40B4-BE49-F238E27FC236}">
                <a16:creationId xmlns:a16="http://schemas.microsoft.com/office/drawing/2014/main" id="{0C809D08-2547-4965-A4BB-F89FD604E557}"/>
              </a:ext>
            </a:extLst>
          </p:cNvPr>
          <p:cNvSpPr/>
          <p:nvPr/>
        </p:nvSpPr>
        <p:spPr>
          <a:xfrm>
            <a:off x="4745212" y="2665970"/>
            <a:ext cx="746074" cy="414568"/>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buFont typeface="Montserrat" panose="00000500000000000000" pitchFamily="2" charset="0"/>
              <a:buChar char="​"/>
            </a:pPr>
            <a:r>
              <a:rPr lang="en-US" sz="1000">
                <a:solidFill>
                  <a:schemeClr val="bg1"/>
                </a:solidFill>
                <a:latin typeface="+mj-lt"/>
                <a:ea typeface="Montserrat" panose="00000500000000000000" pitchFamily="2" charset="0"/>
              </a:rPr>
              <a:t>Q3</a:t>
            </a:r>
            <a:br>
              <a:rPr lang="en-US" sz="1000" b="1">
                <a:solidFill>
                  <a:schemeClr val="bg1"/>
                </a:solidFill>
              </a:rPr>
            </a:br>
            <a:r>
              <a:rPr lang="en-US" sz="1000" b="1">
                <a:solidFill>
                  <a:schemeClr val="bg1"/>
                </a:solidFill>
              </a:rPr>
              <a:t>2019</a:t>
            </a:r>
          </a:p>
        </p:txBody>
      </p:sp>
      <p:sp>
        <p:nvSpPr>
          <p:cNvPr id="37" name="TextBox 36">
            <a:extLst>
              <a:ext uri="{FF2B5EF4-FFF2-40B4-BE49-F238E27FC236}">
                <a16:creationId xmlns:a16="http://schemas.microsoft.com/office/drawing/2014/main" id="{54258BBE-164C-4726-8B39-C0727BBB2254}"/>
              </a:ext>
            </a:extLst>
          </p:cNvPr>
          <p:cNvSpPr txBox="1"/>
          <p:nvPr/>
        </p:nvSpPr>
        <p:spPr>
          <a:xfrm>
            <a:off x="5067300" y="3080538"/>
            <a:ext cx="2400300" cy="584775"/>
          </a:xfrm>
          <a:prstGeom prst="rect">
            <a:avLst/>
          </a:prstGeom>
          <a:noFill/>
        </p:spPr>
        <p:txBody>
          <a:bodyPr wrap="square" lIns="0" tIns="274320" rIns="0" bIns="0" rtlCol="0" anchor="b">
            <a:spAutoFit/>
          </a:bodyPr>
          <a:lstStyle/>
          <a:p>
            <a:r>
              <a:rPr lang="en-US" sz="1000"/>
              <a:t>Lorem ipsum dolor sit </a:t>
            </a:r>
            <a:r>
              <a:rPr lang="en-US" sz="1000" err="1"/>
              <a:t>amet</a:t>
            </a:r>
            <a:r>
              <a:rPr lang="en-US" sz="1000"/>
              <a:t>, </a:t>
            </a:r>
            <a:r>
              <a:rPr lang="en-US" sz="1000" err="1"/>
              <a:t>consectetur</a:t>
            </a:r>
            <a:r>
              <a:rPr lang="en-US" sz="1000"/>
              <a:t> </a:t>
            </a:r>
            <a:r>
              <a:rPr lang="en-US" sz="1000" err="1"/>
              <a:t>adipiscing</a:t>
            </a:r>
            <a:r>
              <a:rPr lang="en-US" sz="1000"/>
              <a:t> </a:t>
            </a:r>
            <a:r>
              <a:rPr lang="en-US" sz="1000" err="1"/>
              <a:t>elit</a:t>
            </a:r>
            <a:r>
              <a:rPr lang="en-US" sz="1000"/>
              <a:t>.</a:t>
            </a:r>
          </a:p>
        </p:txBody>
      </p:sp>
      <p:sp>
        <p:nvSpPr>
          <p:cNvPr id="49" name="Pentagon 5">
            <a:extLst>
              <a:ext uri="{FF2B5EF4-FFF2-40B4-BE49-F238E27FC236}">
                <a16:creationId xmlns:a16="http://schemas.microsoft.com/office/drawing/2014/main" id="{AD3569DF-A1B6-42EB-A256-2B2789CEBAAD}"/>
              </a:ext>
            </a:extLst>
          </p:cNvPr>
          <p:cNvSpPr/>
          <p:nvPr/>
        </p:nvSpPr>
        <p:spPr>
          <a:xfrm>
            <a:off x="6567292" y="5085315"/>
            <a:ext cx="746074" cy="414568"/>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pPr>
            <a:r>
              <a:rPr lang="en-US" sz="1000">
                <a:solidFill>
                  <a:schemeClr val="bg1"/>
                </a:solidFill>
                <a:latin typeface="+mj-lt"/>
                <a:ea typeface="Montserrat" panose="00000500000000000000" pitchFamily="2" charset="0"/>
              </a:rPr>
              <a:t>Q4</a:t>
            </a:r>
            <a:br>
              <a:rPr lang="en-US" sz="1000" b="1">
                <a:solidFill>
                  <a:schemeClr val="bg1"/>
                </a:solidFill>
              </a:rPr>
            </a:br>
            <a:r>
              <a:rPr lang="en-US" sz="1000" b="1">
                <a:solidFill>
                  <a:schemeClr val="bg1"/>
                </a:solidFill>
              </a:rPr>
              <a:t>2019</a:t>
            </a:r>
          </a:p>
        </p:txBody>
      </p:sp>
      <p:sp>
        <p:nvSpPr>
          <p:cNvPr id="40" name="TextBox 39">
            <a:extLst>
              <a:ext uri="{FF2B5EF4-FFF2-40B4-BE49-F238E27FC236}">
                <a16:creationId xmlns:a16="http://schemas.microsoft.com/office/drawing/2014/main" id="{716A92D7-F4C5-499D-B3E6-A2E623EEF2EC}"/>
              </a:ext>
            </a:extLst>
          </p:cNvPr>
          <p:cNvSpPr txBox="1"/>
          <p:nvPr/>
        </p:nvSpPr>
        <p:spPr>
          <a:xfrm>
            <a:off x="6896100" y="4192763"/>
            <a:ext cx="2057398" cy="892552"/>
          </a:xfrm>
          <a:prstGeom prst="rect">
            <a:avLst/>
          </a:prstGeom>
          <a:noFill/>
        </p:spPr>
        <p:txBody>
          <a:bodyPr wrap="square" lIns="0" tIns="0" rIns="0" bIns="274320" rtlCol="0" anchor="t">
            <a:spAutoFit/>
          </a:bodyPr>
          <a:lstStyle/>
          <a:p>
            <a:r>
              <a:rPr lang="en-US" sz="1000"/>
              <a:t>Lorem ipsum dolor sit </a:t>
            </a:r>
            <a:r>
              <a:rPr lang="en-US" sz="1000" err="1"/>
              <a:t>amet</a:t>
            </a:r>
            <a:r>
              <a:rPr lang="en-US" sz="1000"/>
              <a:t>, </a:t>
            </a:r>
            <a:r>
              <a:rPr lang="en-US" sz="1000" err="1"/>
              <a:t>consectetur</a:t>
            </a:r>
            <a:r>
              <a:rPr lang="en-US" sz="1000"/>
              <a:t> </a:t>
            </a:r>
            <a:r>
              <a:rPr lang="en-US" sz="1000" err="1"/>
              <a:t>adipiscing</a:t>
            </a:r>
            <a:r>
              <a:rPr lang="en-US" sz="1000"/>
              <a:t> </a:t>
            </a:r>
            <a:r>
              <a:rPr lang="en-US" sz="1000" err="1"/>
              <a:t>elit</a:t>
            </a:r>
            <a:r>
              <a:rPr lang="en-US" sz="1000"/>
              <a:t>. Vestibulum </a:t>
            </a:r>
            <a:r>
              <a:rPr lang="en-US" sz="1000" err="1"/>
              <a:t>ullamcorper</a:t>
            </a:r>
            <a:r>
              <a:rPr lang="en-US" sz="1000"/>
              <a:t> </a:t>
            </a:r>
            <a:r>
              <a:rPr lang="en-US" sz="1000" err="1"/>
              <a:t>tellus</a:t>
            </a:r>
            <a:r>
              <a:rPr lang="en-US" sz="1000"/>
              <a:t> vitae </a:t>
            </a:r>
            <a:r>
              <a:rPr lang="en-US" sz="1000" err="1"/>
              <a:t>velit</a:t>
            </a:r>
            <a:r>
              <a:rPr lang="en-US" sz="1000"/>
              <a:t> </a:t>
            </a:r>
            <a:r>
              <a:rPr lang="en-US" sz="1000" err="1"/>
              <a:t>malesuada</a:t>
            </a:r>
            <a:r>
              <a:rPr lang="en-US" sz="1000"/>
              <a:t>.</a:t>
            </a:r>
          </a:p>
        </p:txBody>
      </p:sp>
      <p:sp>
        <p:nvSpPr>
          <p:cNvPr id="41" name="Pentagon 40">
            <a:extLst>
              <a:ext uri="{FF2B5EF4-FFF2-40B4-BE49-F238E27FC236}">
                <a16:creationId xmlns:a16="http://schemas.microsoft.com/office/drawing/2014/main" id="{2E838B95-CE35-5E47-99DF-27E0BDA84CB4}"/>
              </a:ext>
            </a:extLst>
          </p:cNvPr>
          <p:cNvSpPr/>
          <p:nvPr/>
        </p:nvSpPr>
        <p:spPr>
          <a:xfrm>
            <a:off x="8397665" y="2207393"/>
            <a:ext cx="749808" cy="411480"/>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buFont typeface="Montserrat" panose="00000500000000000000" pitchFamily="2" charset="0"/>
              <a:buChar char="​"/>
            </a:pPr>
            <a:r>
              <a:rPr lang="en-US" sz="1000" b="1">
                <a:solidFill>
                  <a:schemeClr val="bg1"/>
                </a:solidFill>
              </a:rPr>
              <a:t>2020</a:t>
            </a:r>
          </a:p>
        </p:txBody>
      </p:sp>
      <p:sp>
        <p:nvSpPr>
          <p:cNvPr id="38" name="TextBox 37">
            <a:extLst>
              <a:ext uri="{FF2B5EF4-FFF2-40B4-BE49-F238E27FC236}">
                <a16:creationId xmlns:a16="http://schemas.microsoft.com/office/drawing/2014/main" id="{B6D5CAC6-6141-44D6-AB84-03EB30E1A43C}"/>
              </a:ext>
            </a:extLst>
          </p:cNvPr>
          <p:cNvSpPr txBox="1"/>
          <p:nvPr/>
        </p:nvSpPr>
        <p:spPr>
          <a:xfrm>
            <a:off x="8724900" y="2618873"/>
            <a:ext cx="2400300" cy="1046440"/>
          </a:xfrm>
          <a:prstGeom prst="rect">
            <a:avLst/>
          </a:prstGeom>
          <a:noFill/>
        </p:spPr>
        <p:txBody>
          <a:bodyPr wrap="square" lIns="0" tIns="274320" rIns="0" bIns="0" rtlCol="0" anchor="b">
            <a:spAutoFit/>
          </a:bodyPr>
          <a:lstStyle/>
          <a:p>
            <a:pPr marL="0" lvl="6"/>
            <a:r>
              <a:rPr lang="en-US" sz="1000" err="1"/>
              <a:t>Donec</a:t>
            </a:r>
            <a:r>
              <a:rPr lang="en-US" sz="1000"/>
              <a:t> </a:t>
            </a:r>
            <a:r>
              <a:rPr lang="en-US" sz="1000" err="1"/>
              <a:t>blandit</a:t>
            </a:r>
            <a:r>
              <a:rPr lang="en-US" sz="1000"/>
              <a:t> </a:t>
            </a:r>
            <a:r>
              <a:rPr lang="en-US" sz="1000" err="1"/>
              <a:t>feugiat</a:t>
            </a:r>
            <a:r>
              <a:rPr lang="en-US" sz="1000"/>
              <a:t> ligula. </a:t>
            </a:r>
            <a:r>
              <a:rPr lang="en-US" sz="1000" err="1"/>
              <a:t>Donec</a:t>
            </a:r>
            <a:r>
              <a:rPr lang="en-US" sz="1000"/>
              <a:t> </a:t>
            </a:r>
            <a:r>
              <a:rPr lang="en-US" sz="1000" err="1"/>
              <a:t>hendrerit</a:t>
            </a:r>
            <a:r>
              <a:rPr lang="en-US" sz="1000"/>
              <a:t>, </a:t>
            </a:r>
            <a:r>
              <a:rPr lang="en-US" sz="1000" err="1"/>
              <a:t>felis</a:t>
            </a:r>
            <a:r>
              <a:rPr lang="en-US" sz="1000"/>
              <a:t> et </a:t>
            </a:r>
            <a:r>
              <a:rPr lang="en-US" sz="1000" err="1"/>
              <a:t>imperdiet</a:t>
            </a:r>
            <a:r>
              <a:rPr lang="en-US" sz="1000"/>
              <a:t> </a:t>
            </a:r>
            <a:r>
              <a:rPr lang="en-US" sz="1000" err="1"/>
              <a:t>euismod</a:t>
            </a:r>
            <a:r>
              <a:rPr lang="en-US" sz="1000"/>
              <a:t>, </a:t>
            </a:r>
            <a:r>
              <a:rPr lang="en-US" sz="1000" err="1"/>
              <a:t>purus</a:t>
            </a:r>
            <a:r>
              <a:rPr lang="en-US" sz="1000"/>
              <a:t> ipsum </a:t>
            </a:r>
            <a:r>
              <a:rPr lang="en-US" sz="1000" err="1"/>
              <a:t>pretium</a:t>
            </a:r>
            <a:r>
              <a:rPr lang="en-US" sz="1000"/>
              <a:t> </a:t>
            </a:r>
            <a:r>
              <a:rPr lang="en-US" sz="1000" err="1"/>
              <a:t>metus</a:t>
            </a:r>
            <a:r>
              <a:rPr lang="en-US" sz="1000"/>
              <a:t>, in lacinia </a:t>
            </a:r>
            <a:r>
              <a:rPr lang="en-US" sz="1000" err="1"/>
              <a:t>nulla</a:t>
            </a:r>
            <a:r>
              <a:rPr lang="en-US" sz="1000"/>
              <a:t>  </a:t>
            </a:r>
            <a:r>
              <a:rPr lang="en-US" sz="1000" err="1"/>
              <a:t>eget</a:t>
            </a:r>
            <a:r>
              <a:rPr lang="en-US" sz="1000"/>
              <a:t> </a:t>
            </a:r>
            <a:r>
              <a:rPr lang="en-US" sz="1000" err="1"/>
              <a:t>sapien</a:t>
            </a:r>
            <a:r>
              <a:rPr lang="en-US" sz="1000"/>
              <a:t>. </a:t>
            </a:r>
            <a:r>
              <a:rPr lang="en-US" sz="1000" err="1"/>
              <a:t>Donec</a:t>
            </a:r>
            <a:r>
              <a:rPr lang="en-US" sz="1000"/>
              <a:t> </a:t>
            </a:r>
            <a:r>
              <a:rPr lang="en-US" sz="1000" err="1"/>
              <a:t>ut</a:t>
            </a:r>
            <a:r>
              <a:rPr lang="en-US" sz="1000"/>
              <a:t> </a:t>
            </a:r>
            <a:r>
              <a:rPr lang="en-US" sz="1000" err="1"/>
              <a:t>est</a:t>
            </a:r>
            <a:r>
              <a:rPr lang="en-US" sz="1000"/>
              <a:t> in </a:t>
            </a:r>
            <a:r>
              <a:rPr lang="en-US" sz="1000" err="1"/>
              <a:t>lectus</a:t>
            </a:r>
            <a:r>
              <a:rPr lang="en-US" sz="1000"/>
              <a:t> </a:t>
            </a:r>
            <a:r>
              <a:rPr lang="en-US" sz="1000" err="1"/>
              <a:t>consequat</a:t>
            </a:r>
            <a:r>
              <a:rPr lang="en-US" sz="1000"/>
              <a:t> </a:t>
            </a:r>
            <a:r>
              <a:rPr lang="en-US" sz="1000" err="1"/>
              <a:t>consequat</a:t>
            </a:r>
            <a:r>
              <a:rPr lang="en-US" sz="1000"/>
              <a:t>.</a:t>
            </a:r>
          </a:p>
        </p:txBody>
      </p:sp>
      <p:cxnSp>
        <p:nvCxnSpPr>
          <p:cNvPr id="11" name="Straight Connector 10">
            <a:extLst>
              <a:ext uri="{FF2B5EF4-FFF2-40B4-BE49-F238E27FC236}">
                <a16:creationId xmlns:a16="http://schemas.microsoft.com/office/drawing/2014/main" id="{2D36B10D-2008-4968-BC83-C5FF0F8BEADA}"/>
              </a:ext>
              <a:ext uri="{C183D7F6-B498-43B3-948B-1728B52AA6E4}">
                <adec:decorative xmlns:adec="http://schemas.microsoft.com/office/drawing/2017/decorative" val="1"/>
              </a:ext>
            </a:extLst>
          </p:cNvPr>
          <p:cNvCxnSpPr>
            <a:cxnSpLocks/>
          </p:cNvCxnSpPr>
          <p:nvPr/>
        </p:nvCxnSpPr>
        <p:spPr>
          <a:xfrm flipV="1">
            <a:off x="939074" y="2204306"/>
            <a:ext cx="0" cy="1643143"/>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B4744244-7C4E-46C9-87E7-92019A55D9ED}"/>
              </a:ext>
              <a:ext uri="{C183D7F6-B498-43B3-948B-1728B52AA6E4}">
                <adec:decorative xmlns:adec="http://schemas.microsoft.com/office/drawing/2017/decorative" val="1"/>
              </a:ext>
            </a:extLst>
          </p:cNvPr>
          <p:cNvGrpSpPr/>
          <p:nvPr/>
        </p:nvGrpSpPr>
        <p:grpSpPr>
          <a:xfrm>
            <a:off x="843734" y="3774773"/>
            <a:ext cx="182880" cy="182880"/>
            <a:chOff x="955539" y="3534559"/>
            <a:chExt cx="190678" cy="190678"/>
          </a:xfrm>
        </p:grpSpPr>
        <p:sp>
          <p:nvSpPr>
            <p:cNvPr id="9" name="Rectangle 8">
              <a:extLst>
                <a:ext uri="{FF2B5EF4-FFF2-40B4-BE49-F238E27FC236}">
                  <a16:creationId xmlns:a16="http://schemas.microsoft.com/office/drawing/2014/main" id="{7EC9AA14-30B1-44A5-B8D1-8D61A76306E1}"/>
                </a:ext>
              </a:extLst>
            </p:cNvPr>
            <p:cNvSpPr/>
            <p:nvPr/>
          </p:nvSpPr>
          <p:spPr>
            <a:xfrm>
              <a:off x="955539" y="3534559"/>
              <a:ext cx="190678" cy="190678"/>
            </a:xfrm>
            <a:prstGeom prst="rect">
              <a:avLst/>
            </a:prstGeom>
            <a:solidFill>
              <a:schemeClr val="bg1"/>
            </a:solidFill>
            <a:ln w="1905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10" name="Rectangle 9">
              <a:extLst>
                <a:ext uri="{FF2B5EF4-FFF2-40B4-BE49-F238E27FC236}">
                  <a16:creationId xmlns:a16="http://schemas.microsoft.com/office/drawing/2014/main" id="{BBA071B7-05C9-46DB-91D9-98D408B4F893}"/>
                </a:ext>
              </a:extLst>
            </p:cNvPr>
            <p:cNvSpPr/>
            <p:nvPr/>
          </p:nvSpPr>
          <p:spPr>
            <a:xfrm>
              <a:off x="1013953" y="3592973"/>
              <a:ext cx="73850" cy="73850"/>
            </a:xfrm>
            <a:prstGeom prst="rect">
              <a:avLst/>
            </a:prstGeom>
            <a:solidFill>
              <a:schemeClr val="accent2"/>
            </a:solidFill>
            <a:ln w="3810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grpSp>
        <p:nvGrpSpPr>
          <p:cNvPr id="53" name="Group 52">
            <a:extLst>
              <a:ext uri="{FF2B5EF4-FFF2-40B4-BE49-F238E27FC236}">
                <a16:creationId xmlns:a16="http://schemas.microsoft.com/office/drawing/2014/main" id="{15B5807E-A94A-48E0-B353-A44DCA4B7724}"/>
              </a:ext>
              <a:ext uri="{C183D7F6-B498-43B3-948B-1728B52AA6E4}">
                <adec:decorative xmlns:adec="http://schemas.microsoft.com/office/drawing/2017/decorative" val="1"/>
              </a:ext>
            </a:extLst>
          </p:cNvPr>
          <p:cNvGrpSpPr/>
          <p:nvPr/>
        </p:nvGrpSpPr>
        <p:grpSpPr>
          <a:xfrm>
            <a:off x="2820198" y="3774773"/>
            <a:ext cx="182880" cy="182880"/>
            <a:chOff x="955539" y="3534559"/>
            <a:chExt cx="190678" cy="190678"/>
          </a:xfrm>
        </p:grpSpPr>
        <p:sp>
          <p:nvSpPr>
            <p:cNvPr id="54" name="Rectangle 53">
              <a:extLst>
                <a:ext uri="{FF2B5EF4-FFF2-40B4-BE49-F238E27FC236}">
                  <a16:creationId xmlns:a16="http://schemas.microsoft.com/office/drawing/2014/main" id="{00D2E211-812B-4B55-A90D-30B481F29D35}"/>
                </a:ext>
              </a:extLst>
            </p:cNvPr>
            <p:cNvSpPr/>
            <p:nvPr/>
          </p:nvSpPr>
          <p:spPr>
            <a:xfrm>
              <a:off x="955539" y="3534559"/>
              <a:ext cx="190678" cy="190678"/>
            </a:xfrm>
            <a:prstGeom prst="rect">
              <a:avLst/>
            </a:prstGeom>
            <a:solidFill>
              <a:schemeClr val="bg1"/>
            </a:solidFill>
            <a:ln w="1905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55" name="Rectangle 54">
              <a:extLst>
                <a:ext uri="{FF2B5EF4-FFF2-40B4-BE49-F238E27FC236}">
                  <a16:creationId xmlns:a16="http://schemas.microsoft.com/office/drawing/2014/main" id="{67397B64-7967-40E1-B3A4-94D2FDF2D413}"/>
                </a:ext>
              </a:extLst>
            </p:cNvPr>
            <p:cNvSpPr/>
            <p:nvPr/>
          </p:nvSpPr>
          <p:spPr>
            <a:xfrm>
              <a:off x="1013953" y="3592973"/>
              <a:ext cx="73850" cy="73850"/>
            </a:xfrm>
            <a:prstGeom prst="rect">
              <a:avLst/>
            </a:prstGeom>
            <a:solidFill>
              <a:schemeClr val="accent2"/>
            </a:solidFill>
            <a:ln w="3810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grpSp>
        <p:nvGrpSpPr>
          <p:cNvPr id="56" name="Group 55">
            <a:extLst>
              <a:ext uri="{FF2B5EF4-FFF2-40B4-BE49-F238E27FC236}">
                <a16:creationId xmlns:a16="http://schemas.microsoft.com/office/drawing/2014/main" id="{67EE4AD0-87FE-4A03-B60B-2FC6303F8597}"/>
              </a:ext>
              <a:ext uri="{C183D7F6-B498-43B3-948B-1728B52AA6E4}">
                <adec:decorative xmlns:adec="http://schemas.microsoft.com/office/drawing/2017/decorative" val="1"/>
              </a:ext>
            </a:extLst>
          </p:cNvPr>
          <p:cNvGrpSpPr/>
          <p:nvPr/>
        </p:nvGrpSpPr>
        <p:grpSpPr>
          <a:xfrm>
            <a:off x="4656142" y="3774773"/>
            <a:ext cx="182880" cy="182880"/>
            <a:chOff x="955539" y="3534559"/>
            <a:chExt cx="190678" cy="190678"/>
          </a:xfrm>
        </p:grpSpPr>
        <p:sp>
          <p:nvSpPr>
            <p:cNvPr id="57" name="Rectangle 56">
              <a:extLst>
                <a:ext uri="{FF2B5EF4-FFF2-40B4-BE49-F238E27FC236}">
                  <a16:creationId xmlns:a16="http://schemas.microsoft.com/office/drawing/2014/main" id="{E8C381D9-728E-491F-AACB-84A522B2C487}"/>
                </a:ext>
              </a:extLst>
            </p:cNvPr>
            <p:cNvSpPr/>
            <p:nvPr/>
          </p:nvSpPr>
          <p:spPr>
            <a:xfrm>
              <a:off x="955539" y="3534559"/>
              <a:ext cx="190678" cy="190678"/>
            </a:xfrm>
            <a:prstGeom prst="rect">
              <a:avLst/>
            </a:prstGeom>
            <a:solidFill>
              <a:schemeClr val="bg1"/>
            </a:solidFill>
            <a:ln w="1905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58" name="Rectangle 57">
              <a:extLst>
                <a:ext uri="{FF2B5EF4-FFF2-40B4-BE49-F238E27FC236}">
                  <a16:creationId xmlns:a16="http://schemas.microsoft.com/office/drawing/2014/main" id="{992D7232-FF82-414E-BC3C-D95B13F31A37}"/>
                </a:ext>
              </a:extLst>
            </p:cNvPr>
            <p:cNvSpPr/>
            <p:nvPr/>
          </p:nvSpPr>
          <p:spPr>
            <a:xfrm>
              <a:off x="1013953" y="3592973"/>
              <a:ext cx="73850" cy="73850"/>
            </a:xfrm>
            <a:prstGeom prst="rect">
              <a:avLst/>
            </a:prstGeom>
            <a:solidFill>
              <a:schemeClr val="accent2"/>
            </a:solidFill>
            <a:ln w="3810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grpSp>
        <p:nvGrpSpPr>
          <p:cNvPr id="59" name="Group 58">
            <a:extLst>
              <a:ext uri="{FF2B5EF4-FFF2-40B4-BE49-F238E27FC236}">
                <a16:creationId xmlns:a16="http://schemas.microsoft.com/office/drawing/2014/main" id="{7602C2D5-8402-4563-AC2B-6273C645DFEE}"/>
              </a:ext>
              <a:ext uri="{C183D7F6-B498-43B3-948B-1728B52AA6E4}">
                <adec:decorative xmlns:adec="http://schemas.microsoft.com/office/drawing/2017/decorative" val="1"/>
              </a:ext>
            </a:extLst>
          </p:cNvPr>
          <p:cNvGrpSpPr/>
          <p:nvPr/>
        </p:nvGrpSpPr>
        <p:grpSpPr>
          <a:xfrm>
            <a:off x="6475418" y="3774773"/>
            <a:ext cx="182880" cy="182880"/>
            <a:chOff x="955539" y="3534559"/>
            <a:chExt cx="190678" cy="190678"/>
          </a:xfrm>
        </p:grpSpPr>
        <p:sp>
          <p:nvSpPr>
            <p:cNvPr id="60" name="Rectangle 59">
              <a:extLst>
                <a:ext uri="{FF2B5EF4-FFF2-40B4-BE49-F238E27FC236}">
                  <a16:creationId xmlns:a16="http://schemas.microsoft.com/office/drawing/2014/main" id="{1F5C6130-B13C-453E-83A3-55165E3EA78B}"/>
                </a:ext>
              </a:extLst>
            </p:cNvPr>
            <p:cNvSpPr/>
            <p:nvPr/>
          </p:nvSpPr>
          <p:spPr>
            <a:xfrm>
              <a:off x="955539" y="3534559"/>
              <a:ext cx="190678" cy="190678"/>
            </a:xfrm>
            <a:prstGeom prst="rect">
              <a:avLst/>
            </a:prstGeom>
            <a:solidFill>
              <a:schemeClr val="bg1"/>
            </a:solidFill>
            <a:ln w="1905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61" name="Rectangle 60">
              <a:extLst>
                <a:ext uri="{FF2B5EF4-FFF2-40B4-BE49-F238E27FC236}">
                  <a16:creationId xmlns:a16="http://schemas.microsoft.com/office/drawing/2014/main" id="{59C8CC10-674F-4AB9-9813-3A8A1C6F8B47}"/>
                </a:ext>
              </a:extLst>
            </p:cNvPr>
            <p:cNvSpPr/>
            <p:nvPr/>
          </p:nvSpPr>
          <p:spPr>
            <a:xfrm>
              <a:off x="1013953" y="3592973"/>
              <a:ext cx="73850" cy="73850"/>
            </a:xfrm>
            <a:prstGeom prst="rect">
              <a:avLst/>
            </a:prstGeom>
            <a:solidFill>
              <a:schemeClr val="accent2"/>
            </a:solidFill>
            <a:ln w="3810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grpSp>
        <p:nvGrpSpPr>
          <p:cNvPr id="62" name="Group 61">
            <a:extLst>
              <a:ext uri="{FF2B5EF4-FFF2-40B4-BE49-F238E27FC236}">
                <a16:creationId xmlns:a16="http://schemas.microsoft.com/office/drawing/2014/main" id="{06DB4F73-DDFA-4EE5-85E9-B71F6BC49DC3}"/>
              </a:ext>
              <a:ext uri="{C183D7F6-B498-43B3-948B-1728B52AA6E4}">
                <adec:decorative xmlns:adec="http://schemas.microsoft.com/office/drawing/2017/decorative" val="1"/>
              </a:ext>
            </a:extLst>
          </p:cNvPr>
          <p:cNvGrpSpPr/>
          <p:nvPr/>
        </p:nvGrpSpPr>
        <p:grpSpPr>
          <a:xfrm>
            <a:off x="8306599" y="3774773"/>
            <a:ext cx="182880" cy="182880"/>
            <a:chOff x="955539" y="3534559"/>
            <a:chExt cx="190678" cy="190678"/>
          </a:xfrm>
        </p:grpSpPr>
        <p:sp>
          <p:nvSpPr>
            <p:cNvPr id="63" name="Rectangle 62">
              <a:extLst>
                <a:ext uri="{FF2B5EF4-FFF2-40B4-BE49-F238E27FC236}">
                  <a16:creationId xmlns:a16="http://schemas.microsoft.com/office/drawing/2014/main" id="{8960BB1C-CEBA-4CFC-824E-378AC7DA9CE9}"/>
                </a:ext>
              </a:extLst>
            </p:cNvPr>
            <p:cNvSpPr/>
            <p:nvPr/>
          </p:nvSpPr>
          <p:spPr>
            <a:xfrm>
              <a:off x="955539" y="3534559"/>
              <a:ext cx="190678" cy="190678"/>
            </a:xfrm>
            <a:prstGeom prst="rect">
              <a:avLst/>
            </a:prstGeom>
            <a:solidFill>
              <a:schemeClr val="bg1"/>
            </a:solidFill>
            <a:ln w="1905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64" name="Rectangle 63">
              <a:extLst>
                <a:ext uri="{FF2B5EF4-FFF2-40B4-BE49-F238E27FC236}">
                  <a16:creationId xmlns:a16="http://schemas.microsoft.com/office/drawing/2014/main" id="{E64C991A-84FB-4AAB-9CC5-E88EE618FA7E}"/>
                </a:ext>
              </a:extLst>
            </p:cNvPr>
            <p:cNvSpPr/>
            <p:nvPr/>
          </p:nvSpPr>
          <p:spPr>
            <a:xfrm>
              <a:off x="1013953" y="3592973"/>
              <a:ext cx="73850" cy="73850"/>
            </a:xfrm>
            <a:prstGeom prst="rect">
              <a:avLst/>
            </a:prstGeom>
            <a:solidFill>
              <a:schemeClr val="accent2"/>
            </a:solidFill>
            <a:ln w="38100">
              <a:noFill/>
              <a:prstDash val="solid"/>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spTree>
    <p:extLst>
      <p:ext uri="{BB962C8B-B14F-4D97-AF65-F5344CB8AC3E}">
        <p14:creationId xmlns:p14="http://schemas.microsoft.com/office/powerpoint/2010/main" val="26425850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204A3841-39A7-54AB-DAD5-9BF2E5D735A0}"/>
              </a:ext>
            </a:extLst>
          </p:cNvPr>
          <p:cNvSpPr>
            <a:spLocks noGrp="1"/>
          </p:cNvSpPr>
          <p:nvPr>
            <p:ph type="body" sz="quarter" idx="18"/>
          </p:nvPr>
        </p:nvSpPr>
        <p:spPr/>
        <p:txBody>
          <a:bodyPr/>
          <a:lstStyle/>
          <a:p>
            <a:r>
              <a:rPr lang="en-US" dirty="0"/>
              <a:t>5</a:t>
            </a:r>
          </a:p>
        </p:txBody>
      </p:sp>
      <p:sp>
        <p:nvSpPr>
          <p:cNvPr id="3" name="Title 2">
            <a:extLst>
              <a:ext uri="{FF2B5EF4-FFF2-40B4-BE49-F238E27FC236}">
                <a16:creationId xmlns:a16="http://schemas.microsoft.com/office/drawing/2014/main" id="{9579F0CD-6E24-4A07-B3D5-00B4A29F4E85}"/>
              </a:ext>
              <a:ext uri="{C183D7F6-B498-43B3-948B-1728B52AA6E4}">
                <adec:decorative xmlns:adec="http://schemas.microsoft.com/office/drawing/2017/decorative" val="1"/>
              </a:ext>
            </a:extLst>
          </p:cNvPr>
          <p:cNvSpPr>
            <a:spLocks noGrp="1"/>
          </p:cNvSpPr>
          <p:nvPr>
            <p:ph type="ctrTitle"/>
          </p:nvPr>
        </p:nvSpPr>
        <p:spPr/>
        <p:txBody>
          <a:bodyPr/>
          <a:lstStyle/>
          <a:p>
            <a:r>
              <a:rPr lang="en-US" dirty="0"/>
              <a:t>Design Toolkit</a:t>
            </a:r>
          </a:p>
        </p:txBody>
      </p:sp>
    </p:spTree>
    <p:extLst>
      <p:ext uri="{BB962C8B-B14F-4D97-AF65-F5344CB8AC3E}">
        <p14:creationId xmlns:p14="http://schemas.microsoft.com/office/powerpoint/2010/main" val="146186026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9FB479AE-6FE4-4434-A012-C03308B6B5CC}"/>
              </a:ext>
              <a:ext uri="{C183D7F6-B498-43B3-948B-1728B52AA6E4}">
                <adec:decorative xmlns:adec="http://schemas.microsoft.com/office/drawing/2017/decorative" val="1"/>
              </a:ext>
            </a:extLst>
          </p:cNvPr>
          <p:cNvSpPr/>
          <p:nvPr/>
        </p:nvSpPr>
        <p:spPr>
          <a:xfrm>
            <a:off x="923544" y="2971800"/>
            <a:ext cx="414596" cy="41459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34" name="Rectangle 33">
            <a:extLst>
              <a:ext uri="{FF2B5EF4-FFF2-40B4-BE49-F238E27FC236}">
                <a16:creationId xmlns:a16="http://schemas.microsoft.com/office/drawing/2014/main" id="{2BD05489-D89E-4927-8D85-7E6C3451EC41}"/>
              </a:ext>
              <a:ext uri="{C183D7F6-B498-43B3-948B-1728B52AA6E4}">
                <adec:decorative xmlns:adec="http://schemas.microsoft.com/office/drawing/2017/decorative" val="1"/>
              </a:ext>
            </a:extLst>
          </p:cNvPr>
          <p:cNvSpPr/>
          <p:nvPr/>
        </p:nvSpPr>
        <p:spPr>
          <a:xfrm>
            <a:off x="923544" y="3657170"/>
            <a:ext cx="414596" cy="4145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37" name="Rectangle 36">
            <a:extLst>
              <a:ext uri="{FF2B5EF4-FFF2-40B4-BE49-F238E27FC236}">
                <a16:creationId xmlns:a16="http://schemas.microsoft.com/office/drawing/2014/main" id="{1CCA11BB-BA1A-4E7C-8156-B751E8686FDD}"/>
              </a:ext>
              <a:ext uri="{C183D7F6-B498-43B3-948B-1728B52AA6E4}">
                <adec:decorative xmlns:adec="http://schemas.microsoft.com/office/drawing/2017/decorative" val="1"/>
              </a:ext>
            </a:extLst>
          </p:cNvPr>
          <p:cNvSpPr/>
          <p:nvPr/>
        </p:nvSpPr>
        <p:spPr>
          <a:xfrm>
            <a:off x="923544" y="4342540"/>
            <a:ext cx="414596" cy="41459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41" name="Rectangle 40">
            <a:extLst>
              <a:ext uri="{FF2B5EF4-FFF2-40B4-BE49-F238E27FC236}">
                <a16:creationId xmlns:a16="http://schemas.microsoft.com/office/drawing/2014/main" id="{B915CC73-1517-48BC-94DF-B2F0D8D50A38}"/>
              </a:ext>
              <a:ext uri="{C183D7F6-B498-43B3-948B-1728B52AA6E4}">
                <adec:decorative xmlns:adec="http://schemas.microsoft.com/office/drawing/2017/decorative" val="1"/>
              </a:ext>
            </a:extLst>
          </p:cNvPr>
          <p:cNvSpPr/>
          <p:nvPr/>
        </p:nvSpPr>
        <p:spPr>
          <a:xfrm>
            <a:off x="923544" y="5027910"/>
            <a:ext cx="414596" cy="41459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49" name="Rectangle 48">
            <a:extLst>
              <a:ext uri="{FF2B5EF4-FFF2-40B4-BE49-F238E27FC236}">
                <a16:creationId xmlns:a16="http://schemas.microsoft.com/office/drawing/2014/main" id="{48A9B9FC-C33C-4EA9-AE39-D924AAA8015B}"/>
              </a:ext>
              <a:ext uri="{C183D7F6-B498-43B3-948B-1728B52AA6E4}">
                <adec:decorative xmlns:adec="http://schemas.microsoft.com/office/drawing/2017/decorative" val="1"/>
              </a:ext>
            </a:extLst>
          </p:cNvPr>
          <p:cNvSpPr/>
          <p:nvPr/>
        </p:nvSpPr>
        <p:spPr>
          <a:xfrm>
            <a:off x="923544" y="5715000"/>
            <a:ext cx="413501" cy="4145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50" name="Rectangle 49">
            <a:extLst>
              <a:ext uri="{FF2B5EF4-FFF2-40B4-BE49-F238E27FC236}">
                <a16:creationId xmlns:a16="http://schemas.microsoft.com/office/drawing/2014/main" id="{88C359E6-F837-483A-985C-CDF7A79D3048}"/>
              </a:ext>
              <a:ext uri="{C183D7F6-B498-43B3-948B-1728B52AA6E4}">
                <adec:decorative xmlns:adec="http://schemas.microsoft.com/office/drawing/2017/decorative" val="1"/>
              </a:ext>
            </a:extLst>
          </p:cNvPr>
          <p:cNvSpPr/>
          <p:nvPr/>
        </p:nvSpPr>
        <p:spPr>
          <a:xfrm>
            <a:off x="3617701" y="3657600"/>
            <a:ext cx="414596" cy="41459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51" name="Rectangle 50">
            <a:extLst>
              <a:ext uri="{FF2B5EF4-FFF2-40B4-BE49-F238E27FC236}">
                <a16:creationId xmlns:a16="http://schemas.microsoft.com/office/drawing/2014/main" id="{B0F3ABE4-A65A-4EAB-962E-271BC4EC9D0F}"/>
              </a:ext>
              <a:ext uri="{C183D7F6-B498-43B3-948B-1728B52AA6E4}">
                <adec:decorative xmlns:adec="http://schemas.microsoft.com/office/drawing/2017/decorative" val="1"/>
              </a:ext>
            </a:extLst>
          </p:cNvPr>
          <p:cNvSpPr/>
          <p:nvPr/>
        </p:nvSpPr>
        <p:spPr>
          <a:xfrm>
            <a:off x="3617701" y="4343400"/>
            <a:ext cx="414596" cy="41459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52" name="Rectangle 51">
            <a:extLst>
              <a:ext uri="{FF2B5EF4-FFF2-40B4-BE49-F238E27FC236}">
                <a16:creationId xmlns:a16="http://schemas.microsoft.com/office/drawing/2014/main" id="{102D9212-1EE0-416D-B15D-9FB14CCE2C90}"/>
              </a:ext>
              <a:ext uri="{C183D7F6-B498-43B3-948B-1728B52AA6E4}">
                <adec:decorative xmlns:adec="http://schemas.microsoft.com/office/drawing/2017/decorative" val="1"/>
              </a:ext>
            </a:extLst>
          </p:cNvPr>
          <p:cNvSpPr/>
          <p:nvPr/>
        </p:nvSpPr>
        <p:spPr>
          <a:xfrm>
            <a:off x="3617701" y="5029200"/>
            <a:ext cx="414596" cy="41459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53" name="Rectangle 52">
            <a:extLst>
              <a:ext uri="{FF2B5EF4-FFF2-40B4-BE49-F238E27FC236}">
                <a16:creationId xmlns:a16="http://schemas.microsoft.com/office/drawing/2014/main" id="{B6500C6D-64F6-4771-BEC6-02D7556DAFD2}"/>
              </a:ext>
              <a:ext uri="{C183D7F6-B498-43B3-948B-1728B52AA6E4}">
                <adec:decorative xmlns:adec="http://schemas.microsoft.com/office/drawing/2017/decorative" val="1"/>
              </a:ext>
            </a:extLst>
          </p:cNvPr>
          <p:cNvSpPr/>
          <p:nvPr/>
        </p:nvSpPr>
        <p:spPr>
          <a:xfrm>
            <a:off x="3617701" y="5715000"/>
            <a:ext cx="414596" cy="41459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63" name="Rectangle 62">
            <a:extLst>
              <a:ext uri="{FF2B5EF4-FFF2-40B4-BE49-F238E27FC236}">
                <a16:creationId xmlns:a16="http://schemas.microsoft.com/office/drawing/2014/main" id="{5E1071E4-D827-4587-BCCD-E605F3CBB77F}"/>
              </a:ext>
              <a:ext uri="{C183D7F6-B498-43B3-948B-1728B52AA6E4}">
                <adec:decorative xmlns:adec="http://schemas.microsoft.com/office/drawing/2017/decorative" val="1"/>
              </a:ext>
            </a:extLst>
          </p:cNvPr>
          <p:cNvSpPr/>
          <p:nvPr/>
        </p:nvSpPr>
        <p:spPr>
          <a:xfrm>
            <a:off x="3617701" y="2971800"/>
            <a:ext cx="414596" cy="41459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
        <p:nvSpPr>
          <p:cNvPr id="9" name="Subtitle 8">
            <a:extLst>
              <a:ext uri="{FF2B5EF4-FFF2-40B4-BE49-F238E27FC236}">
                <a16:creationId xmlns:a16="http://schemas.microsoft.com/office/drawing/2014/main" id="{373B7A23-AFB6-4E03-834F-EBEFF839F299}"/>
              </a:ext>
            </a:extLst>
          </p:cNvPr>
          <p:cNvSpPr>
            <a:spLocks noGrp="1"/>
          </p:cNvSpPr>
          <p:nvPr>
            <p:ph type="subTitle" idx="15"/>
          </p:nvPr>
        </p:nvSpPr>
        <p:spPr/>
        <p:txBody>
          <a:bodyPr/>
          <a:lstStyle/>
          <a:p>
            <a:r>
              <a:rPr lang="en-US" dirty="0"/>
              <a:t>Design Toolkit</a:t>
            </a:r>
          </a:p>
        </p:txBody>
      </p:sp>
      <p:sp>
        <p:nvSpPr>
          <p:cNvPr id="2" name="Title 1">
            <a:extLst>
              <a:ext uri="{FF2B5EF4-FFF2-40B4-BE49-F238E27FC236}">
                <a16:creationId xmlns:a16="http://schemas.microsoft.com/office/drawing/2014/main" id="{71495639-DDE6-4008-8331-BA1CA61FA60E}"/>
              </a:ext>
            </a:extLst>
          </p:cNvPr>
          <p:cNvSpPr>
            <a:spLocks noGrp="1"/>
          </p:cNvSpPr>
          <p:nvPr>
            <p:ph type="title"/>
          </p:nvPr>
        </p:nvSpPr>
        <p:spPr/>
        <p:txBody>
          <a:bodyPr/>
          <a:lstStyle/>
          <a:p>
            <a:r>
              <a:rPr lang="en-US"/>
              <a:t>Color Overview</a:t>
            </a:r>
          </a:p>
        </p:txBody>
      </p:sp>
      <p:sp>
        <p:nvSpPr>
          <p:cNvPr id="104" name="TextBox 103">
            <a:extLst>
              <a:ext uri="{FF2B5EF4-FFF2-40B4-BE49-F238E27FC236}">
                <a16:creationId xmlns:a16="http://schemas.microsoft.com/office/drawing/2014/main" id="{194B28E5-4B02-4C64-AD26-3609B28AE9F7}"/>
              </a:ext>
            </a:extLst>
          </p:cNvPr>
          <p:cNvSpPr txBox="1"/>
          <p:nvPr/>
        </p:nvSpPr>
        <p:spPr>
          <a:xfrm>
            <a:off x="923544" y="2514600"/>
            <a:ext cx="1845056" cy="222112"/>
          </a:xfrm>
          <a:prstGeom prst="rect">
            <a:avLst/>
          </a:prstGeom>
        </p:spPr>
        <p:txBody>
          <a:bodyPr vert="horz" wrap="square" lIns="0" tIns="0" rIns="0" bIns="0" rtlCol="0">
            <a:spAutoFit/>
          </a:bodyPr>
          <a:lstStyle/>
          <a:p>
            <a:pPr algn="l">
              <a:lnSpc>
                <a:spcPct val="110000"/>
              </a:lnSpc>
              <a:spcBef>
                <a:spcPts val="600"/>
              </a:spcBef>
              <a:spcAft>
                <a:spcPts val="600"/>
              </a:spcAft>
            </a:pPr>
            <a:r>
              <a:rPr lang="en-US" sz="1400" b="1"/>
              <a:t>Main colors</a:t>
            </a:r>
          </a:p>
        </p:txBody>
      </p:sp>
      <p:sp>
        <p:nvSpPr>
          <p:cNvPr id="54" name="TextBox 53">
            <a:extLst>
              <a:ext uri="{FF2B5EF4-FFF2-40B4-BE49-F238E27FC236}">
                <a16:creationId xmlns:a16="http://schemas.microsoft.com/office/drawing/2014/main" id="{BC6C5021-36EF-4E1F-9D18-354755E9DB0C}"/>
              </a:ext>
            </a:extLst>
          </p:cNvPr>
          <p:cNvSpPr txBox="1"/>
          <p:nvPr/>
        </p:nvSpPr>
        <p:spPr>
          <a:xfrm>
            <a:off x="1531620" y="297180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0, 0, 0</a:t>
            </a:r>
          </a:p>
        </p:txBody>
      </p:sp>
      <p:sp>
        <p:nvSpPr>
          <p:cNvPr id="55" name="TextBox 54">
            <a:extLst>
              <a:ext uri="{FF2B5EF4-FFF2-40B4-BE49-F238E27FC236}">
                <a16:creationId xmlns:a16="http://schemas.microsoft.com/office/drawing/2014/main" id="{3431EF31-3569-4569-A92F-C34FFC45A335}"/>
              </a:ext>
            </a:extLst>
          </p:cNvPr>
          <p:cNvSpPr txBox="1"/>
          <p:nvPr/>
        </p:nvSpPr>
        <p:spPr>
          <a:xfrm>
            <a:off x="1531620" y="365717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18, 118, 206</a:t>
            </a:r>
          </a:p>
        </p:txBody>
      </p:sp>
      <p:sp>
        <p:nvSpPr>
          <p:cNvPr id="56" name="TextBox 55">
            <a:extLst>
              <a:ext uri="{FF2B5EF4-FFF2-40B4-BE49-F238E27FC236}">
                <a16:creationId xmlns:a16="http://schemas.microsoft.com/office/drawing/2014/main" id="{285FD171-3EAA-4A58-9829-EF80DFA66C1D}"/>
              </a:ext>
            </a:extLst>
          </p:cNvPr>
          <p:cNvSpPr txBox="1"/>
          <p:nvPr/>
        </p:nvSpPr>
        <p:spPr>
          <a:xfrm>
            <a:off x="1531620" y="4344259"/>
            <a:ext cx="1645920" cy="158633"/>
          </a:xfrm>
          <a:prstGeom prst="rect">
            <a:avLst/>
          </a:prstGeom>
        </p:spPr>
        <p:txBody>
          <a:bodyPr vert="horz" wrap="square" lIns="0" tIns="0" rIns="0" bIns="0" rtlCol="0">
            <a:spAutoFit/>
          </a:bodyPr>
          <a:lstStyle/>
          <a:p>
            <a:pPr>
              <a:lnSpc>
                <a:spcPct val="110000"/>
              </a:lnSpc>
              <a:spcBef>
                <a:spcPts val="600"/>
              </a:spcBef>
              <a:spcAft>
                <a:spcPts val="600"/>
              </a:spcAft>
            </a:pPr>
            <a:r>
              <a:rPr lang="en-US" sz="1000"/>
              <a:t>RGB: 36, 50, 136</a:t>
            </a:r>
          </a:p>
        </p:txBody>
      </p:sp>
      <p:sp>
        <p:nvSpPr>
          <p:cNvPr id="57" name="TextBox 56">
            <a:extLst>
              <a:ext uri="{FF2B5EF4-FFF2-40B4-BE49-F238E27FC236}">
                <a16:creationId xmlns:a16="http://schemas.microsoft.com/office/drawing/2014/main" id="{336CD423-8FFE-4E7F-B4F6-0AF05F89C674}"/>
              </a:ext>
            </a:extLst>
          </p:cNvPr>
          <p:cNvSpPr txBox="1"/>
          <p:nvPr/>
        </p:nvSpPr>
        <p:spPr>
          <a:xfrm>
            <a:off x="1531620" y="502791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90, 189, 221</a:t>
            </a:r>
          </a:p>
        </p:txBody>
      </p:sp>
      <p:sp>
        <p:nvSpPr>
          <p:cNvPr id="58" name="TextBox 57">
            <a:extLst>
              <a:ext uri="{FF2B5EF4-FFF2-40B4-BE49-F238E27FC236}">
                <a16:creationId xmlns:a16="http://schemas.microsoft.com/office/drawing/2014/main" id="{D1DD6574-746D-49BD-8AFA-24D7C06EC5F3}"/>
              </a:ext>
            </a:extLst>
          </p:cNvPr>
          <p:cNvSpPr txBox="1"/>
          <p:nvPr/>
        </p:nvSpPr>
        <p:spPr>
          <a:xfrm>
            <a:off x="1535966" y="5713281"/>
            <a:ext cx="1641574"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155, 221, 227</a:t>
            </a:r>
          </a:p>
        </p:txBody>
      </p:sp>
      <p:sp>
        <p:nvSpPr>
          <p:cNvPr id="105" name="TextBox 104">
            <a:extLst>
              <a:ext uri="{FF2B5EF4-FFF2-40B4-BE49-F238E27FC236}">
                <a16:creationId xmlns:a16="http://schemas.microsoft.com/office/drawing/2014/main" id="{F4D0D63B-69C5-4687-9EEC-34EE03977F3A}"/>
              </a:ext>
            </a:extLst>
          </p:cNvPr>
          <p:cNvSpPr txBox="1"/>
          <p:nvPr/>
        </p:nvSpPr>
        <p:spPr>
          <a:xfrm>
            <a:off x="3617701" y="2514600"/>
            <a:ext cx="1845056" cy="222112"/>
          </a:xfrm>
          <a:prstGeom prst="rect">
            <a:avLst/>
          </a:prstGeom>
        </p:spPr>
        <p:txBody>
          <a:bodyPr vert="horz" wrap="square" lIns="0" tIns="0" rIns="0" bIns="0" rtlCol="0">
            <a:spAutoFit/>
          </a:bodyPr>
          <a:lstStyle/>
          <a:p>
            <a:pPr algn="l">
              <a:lnSpc>
                <a:spcPct val="110000"/>
              </a:lnSpc>
              <a:spcBef>
                <a:spcPts val="600"/>
              </a:spcBef>
              <a:spcAft>
                <a:spcPts val="600"/>
              </a:spcAft>
            </a:pPr>
            <a:r>
              <a:rPr lang="en-US" sz="1400" b="1"/>
              <a:t>Secondary colors</a:t>
            </a:r>
          </a:p>
        </p:txBody>
      </p:sp>
      <p:sp>
        <p:nvSpPr>
          <p:cNvPr id="64" name="TextBox 63">
            <a:extLst>
              <a:ext uri="{FF2B5EF4-FFF2-40B4-BE49-F238E27FC236}">
                <a16:creationId xmlns:a16="http://schemas.microsoft.com/office/drawing/2014/main" id="{D0B5EA0B-61A3-4666-AA4F-FD165B0F952F}"/>
              </a:ext>
            </a:extLst>
          </p:cNvPr>
          <p:cNvSpPr txBox="1"/>
          <p:nvPr/>
        </p:nvSpPr>
        <p:spPr>
          <a:xfrm>
            <a:off x="4231745" y="2970081"/>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217, 217, 217</a:t>
            </a:r>
          </a:p>
        </p:txBody>
      </p:sp>
      <p:sp>
        <p:nvSpPr>
          <p:cNvPr id="59" name="TextBox 58">
            <a:extLst>
              <a:ext uri="{FF2B5EF4-FFF2-40B4-BE49-F238E27FC236}">
                <a16:creationId xmlns:a16="http://schemas.microsoft.com/office/drawing/2014/main" id="{07480A80-D6D8-49F8-95CA-67EACE5FFCB1}"/>
              </a:ext>
            </a:extLst>
          </p:cNvPr>
          <p:cNvSpPr txBox="1"/>
          <p:nvPr/>
        </p:nvSpPr>
        <p:spPr>
          <a:xfrm>
            <a:off x="4231745" y="365760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240, 100, 0</a:t>
            </a:r>
          </a:p>
        </p:txBody>
      </p:sp>
      <p:sp>
        <p:nvSpPr>
          <p:cNvPr id="60" name="TextBox 59">
            <a:extLst>
              <a:ext uri="{FF2B5EF4-FFF2-40B4-BE49-F238E27FC236}">
                <a16:creationId xmlns:a16="http://schemas.microsoft.com/office/drawing/2014/main" id="{F9954430-6514-43B0-B917-88C5196BDB49}"/>
              </a:ext>
            </a:extLst>
          </p:cNvPr>
          <p:cNvSpPr txBox="1"/>
          <p:nvPr/>
        </p:nvSpPr>
        <p:spPr>
          <a:xfrm>
            <a:off x="4231745" y="434340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84, 94, 101</a:t>
            </a:r>
          </a:p>
        </p:txBody>
      </p:sp>
      <p:sp>
        <p:nvSpPr>
          <p:cNvPr id="61" name="TextBox 60">
            <a:extLst>
              <a:ext uri="{FF2B5EF4-FFF2-40B4-BE49-F238E27FC236}">
                <a16:creationId xmlns:a16="http://schemas.microsoft.com/office/drawing/2014/main" id="{1E8F726C-BFFE-4E52-B2D4-10E4C6B8B255}"/>
              </a:ext>
            </a:extLst>
          </p:cNvPr>
          <p:cNvSpPr txBox="1"/>
          <p:nvPr/>
        </p:nvSpPr>
        <p:spPr>
          <a:xfrm>
            <a:off x="4231745" y="5030919"/>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127, 187, 37</a:t>
            </a:r>
          </a:p>
        </p:txBody>
      </p:sp>
      <p:sp>
        <p:nvSpPr>
          <p:cNvPr id="62" name="TextBox 61">
            <a:extLst>
              <a:ext uri="{FF2B5EF4-FFF2-40B4-BE49-F238E27FC236}">
                <a16:creationId xmlns:a16="http://schemas.microsoft.com/office/drawing/2014/main" id="{A59B9C53-6519-4BC5-A646-9AB5211B40A5}"/>
              </a:ext>
            </a:extLst>
          </p:cNvPr>
          <p:cNvSpPr txBox="1"/>
          <p:nvPr/>
        </p:nvSpPr>
        <p:spPr>
          <a:xfrm>
            <a:off x="4231745" y="5715000"/>
            <a:ext cx="1645920"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RGB: 240, 173, 52</a:t>
            </a:r>
          </a:p>
        </p:txBody>
      </p:sp>
    </p:spTree>
    <p:extLst>
      <p:ext uri="{BB962C8B-B14F-4D97-AF65-F5344CB8AC3E}">
        <p14:creationId xmlns:p14="http://schemas.microsoft.com/office/powerpoint/2010/main" val="4921610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3">
            <a:extLst>
              <a:ext uri="{FF2B5EF4-FFF2-40B4-BE49-F238E27FC236}">
                <a16:creationId xmlns:a16="http://schemas.microsoft.com/office/drawing/2014/main" id="{C387CAF2-1519-408A-A954-6C1DD46BCB04}"/>
              </a:ext>
            </a:extLst>
          </p:cNvPr>
          <p:cNvSpPr>
            <a:spLocks noGrp="1"/>
          </p:cNvSpPr>
          <p:nvPr>
            <p:ph type="subTitle" idx="15"/>
          </p:nvPr>
        </p:nvSpPr>
        <p:spPr/>
        <p:txBody>
          <a:bodyPr/>
          <a:lstStyle/>
          <a:p>
            <a:r>
              <a:rPr lang="en-US" dirty="0"/>
              <a:t>Design Toolkit</a:t>
            </a:r>
          </a:p>
        </p:txBody>
      </p:sp>
      <p:sp>
        <p:nvSpPr>
          <p:cNvPr id="2" name="Title 1">
            <a:extLst>
              <a:ext uri="{FF2B5EF4-FFF2-40B4-BE49-F238E27FC236}">
                <a16:creationId xmlns:a16="http://schemas.microsoft.com/office/drawing/2014/main" id="{71495639-DDE6-4008-8331-BA1CA61FA60E}"/>
              </a:ext>
            </a:extLst>
          </p:cNvPr>
          <p:cNvSpPr>
            <a:spLocks noGrp="1"/>
          </p:cNvSpPr>
          <p:nvPr>
            <p:ph type="title"/>
          </p:nvPr>
        </p:nvSpPr>
        <p:spPr>
          <a:xfrm>
            <a:off x="922338" y="1182433"/>
            <a:ext cx="5861304" cy="786335"/>
          </a:xfrm>
        </p:spPr>
        <p:txBody>
          <a:bodyPr/>
          <a:lstStyle/>
          <a:p>
            <a:r>
              <a:rPr lang="en-US"/>
              <a:t>Shapes</a:t>
            </a:r>
          </a:p>
        </p:txBody>
      </p:sp>
      <p:cxnSp>
        <p:nvCxnSpPr>
          <p:cNvPr id="82" name="Straight Connector 81">
            <a:extLst>
              <a:ext uri="{FF2B5EF4-FFF2-40B4-BE49-F238E27FC236}">
                <a16:creationId xmlns:a16="http://schemas.microsoft.com/office/drawing/2014/main" id="{E7EB4393-3BC9-44B0-9040-FE6755D565E6}"/>
              </a:ext>
              <a:ext uri="{C183D7F6-B498-43B3-948B-1728B52AA6E4}">
                <adec:decorative xmlns:adec="http://schemas.microsoft.com/office/drawing/2017/decorative" val="1"/>
              </a:ext>
            </a:extLst>
          </p:cNvPr>
          <p:cNvCxnSpPr/>
          <p:nvPr/>
        </p:nvCxnSpPr>
        <p:spPr>
          <a:xfrm>
            <a:off x="922338" y="2514799"/>
            <a:ext cx="244347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993D34B-8089-4FFC-B5C6-FAB6B14CBBBD}"/>
              </a:ext>
              <a:ext uri="{C183D7F6-B498-43B3-948B-1728B52AA6E4}">
                <adec:decorative xmlns:adec="http://schemas.microsoft.com/office/drawing/2017/decorative" val="1"/>
              </a:ext>
            </a:extLst>
          </p:cNvPr>
          <p:cNvCxnSpPr/>
          <p:nvPr/>
        </p:nvCxnSpPr>
        <p:spPr>
          <a:xfrm>
            <a:off x="922338" y="3312850"/>
            <a:ext cx="2443479" cy="0"/>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C2BDAEE3-8098-4B69-8681-B13A518E795B}"/>
              </a:ext>
              <a:ext uri="{C183D7F6-B498-43B3-948B-1728B52AA6E4}">
                <adec:decorative xmlns:adec="http://schemas.microsoft.com/office/drawing/2017/decorative" val="1"/>
              </a:ext>
            </a:extLst>
          </p:cNvPr>
          <p:cNvCxnSpPr/>
          <p:nvPr/>
        </p:nvCxnSpPr>
        <p:spPr>
          <a:xfrm>
            <a:off x="922338" y="4110901"/>
            <a:ext cx="2443479" cy="0"/>
          </a:xfrm>
          <a:prstGeom prst="line">
            <a:avLst/>
          </a:prstGeom>
          <a:ln w="19050">
            <a:solidFill>
              <a:schemeClr val="tx1"/>
            </a:solidFill>
            <a:prstDash val="solid"/>
            <a:tailEnd type="triangle" w="med" len="sm"/>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78275D5E-2E88-4A46-B2BF-5BA5B8490E3A}"/>
              </a:ext>
              <a:ext uri="{C183D7F6-B498-43B3-948B-1728B52AA6E4}">
                <adec:decorative xmlns:adec="http://schemas.microsoft.com/office/drawing/2017/decorative" val="1"/>
              </a:ext>
            </a:extLst>
          </p:cNvPr>
          <p:cNvCxnSpPr/>
          <p:nvPr/>
        </p:nvCxnSpPr>
        <p:spPr>
          <a:xfrm>
            <a:off x="922338" y="4908951"/>
            <a:ext cx="2443479" cy="0"/>
          </a:xfrm>
          <a:prstGeom prst="line">
            <a:avLst/>
          </a:prstGeom>
          <a:ln w="19050">
            <a:solidFill>
              <a:schemeClr val="tx1"/>
            </a:solidFill>
            <a:prstDash val="solid"/>
            <a:tailEnd type="oval" w="med" len="med"/>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E338A8-D69D-4131-81D2-09A0CC45EA9D}"/>
              </a:ext>
              <a:ext uri="{C183D7F6-B498-43B3-948B-1728B52AA6E4}">
                <adec:decorative xmlns:adec="http://schemas.microsoft.com/office/drawing/2017/decorative" val="1"/>
              </a:ext>
            </a:extLst>
          </p:cNvPr>
          <p:cNvGrpSpPr/>
          <p:nvPr/>
        </p:nvGrpSpPr>
        <p:grpSpPr>
          <a:xfrm>
            <a:off x="8118776" y="4206079"/>
            <a:ext cx="907765" cy="599921"/>
            <a:chOff x="6096000" y="2779540"/>
            <a:chExt cx="3058150" cy="2021060"/>
          </a:xfrm>
        </p:grpSpPr>
        <p:sp>
          <p:nvSpPr>
            <p:cNvPr id="53" name="Rectangle 52">
              <a:extLst>
                <a:ext uri="{FF2B5EF4-FFF2-40B4-BE49-F238E27FC236}">
                  <a16:creationId xmlns:a16="http://schemas.microsoft.com/office/drawing/2014/main" id="{BDF14B0A-F891-4B0C-ADC9-1AD0F3374DB8}"/>
                </a:ext>
              </a:extLst>
            </p:cNvPr>
            <p:cNvSpPr/>
            <p:nvPr userDrawn="1"/>
          </p:nvSpPr>
          <p:spPr>
            <a:xfrm>
              <a:off x="7547447" y="2779540"/>
              <a:ext cx="1606703" cy="16067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nvGrpSpPr>
            <p:cNvPr id="5" name="Group 4">
              <a:extLst>
                <a:ext uri="{FF2B5EF4-FFF2-40B4-BE49-F238E27FC236}">
                  <a16:creationId xmlns:a16="http://schemas.microsoft.com/office/drawing/2014/main" id="{537A88ED-D0F9-428F-B30E-FB988E34B50F}"/>
                </a:ext>
              </a:extLst>
            </p:cNvPr>
            <p:cNvGrpSpPr/>
            <p:nvPr/>
          </p:nvGrpSpPr>
          <p:grpSpPr>
            <a:xfrm>
              <a:off x="6096000" y="2780807"/>
              <a:ext cx="3058150" cy="2019793"/>
              <a:chOff x="6096000" y="2780807"/>
              <a:chExt cx="3058150" cy="2019793"/>
            </a:xfrm>
          </p:grpSpPr>
          <p:sp>
            <p:nvSpPr>
              <p:cNvPr id="57" name="Freeform: Shape 56">
                <a:extLst>
                  <a:ext uri="{FF2B5EF4-FFF2-40B4-BE49-F238E27FC236}">
                    <a16:creationId xmlns:a16="http://schemas.microsoft.com/office/drawing/2014/main" id="{8D163FFD-CBFE-4620-B43E-0FA67A128AFD}"/>
                  </a:ext>
                </a:extLst>
              </p:cNvPr>
              <p:cNvSpPr/>
              <p:nvPr/>
            </p:nvSpPr>
            <p:spPr>
              <a:xfrm>
                <a:off x="6096000" y="2780807"/>
                <a:ext cx="1451447" cy="2019792"/>
              </a:xfrm>
              <a:custGeom>
                <a:avLst/>
                <a:gdLst>
                  <a:gd name="connsiteX0" fmla="*/ 1576530 w 1576529"/>
                  <a:gd name="connsiteY0" fmla="*/ 2193852 h 2193852"/>
                  <a:gd name="connsiteX1" fmla="*/ 0 w 1576529"/>
                  <a:gd name="connsiteY1" fmla="*/ 2193852 h 2193852"/>
                  <a:gd name="connsiteX2" fmla="*/ 1576530 w 1576529"/>
                  <a:gd name="connsiteY2" fmla="*/ 0 h 2193852"/>
                  <a:gd name="connsiteX3" fmla="*/ 1576530 w 1576529"/>
                  <a:gd name="connsiteY3" fmla="*/ 2193852 h 2193852"/>
                </a:gdLst>
                <a:ahLst/>
                <a:cxnLst>
                  <a:cxn ang="0">
                    <a:pos x="connsiteX0" y="connsiteY0"/>
                  </a:cxn>
                  <a:cxn ang="0">
                    <a:pos x="connsiteX1" y="connsiteY1"/>
                  </a:cxn>
                  <a:cxn ang="0">
                    <a:pos x="connsiteX2" y="connsiteY2"/>
                  </a:cxn>
                  <a:cxn ang="0">
                    <a:pos x="connsiteX3" y="connsiteY3"/>
                  </a:cxn>
                </a:cxnLst>
                <a:rect l="l" t="t" r="r" b="b"/>
                <a:pathLst>
                  <a:path w="1576529" h="2193852">
                    <a:moveTo>
                      <a:pt x="1576530" y="2193852"/>
                    </a:moveTo>
                    <a:lnTo>
                      <a:pt x="0" y="2193852"/>
                    </a:lnTo>
                    <a:lnTo>
                      <a:pt x="1576530" y="0"/>
                    </a:lnTo>
                    <a:lnTo>
                      <a:pt x="1576530" y="219385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58" name="Freeform: Shape 57">
                <a:extLst>
                  <a:ext uri="{FF2B5EF4-FFF2-40B4-BE49-F238E27FC236}">
                    <a16:creationId xmlns:a16="http://schemas.microsoft.com/office/drawing/2014/main" id="{562F8705-EFD7-418D-AC12-D26BDDC142C1}"/>
                  </a:ext>
                </a:extLst>
              </p:cNvPr>
              <p:cNvSpPr/>
              <p:nvPr/>
            </p:nvSpPr>
            <p:spPr>
              <a:xfrm>
                <a:off x="7422150" y="4386244"/>
                <a:ext cx="1732000" cy="414356"/>
              </a:xfrm>
              <a:custGeom>
                <a:avLst/>
                <a:gdLst>
                  <a:gd name="connsiteX0" fmla="*/ 0 w 1894729"/>
                  <a:gd name="connsiteY0" fmla="*/ 453288 h 453287"/>
                  <a:gd name="connsiteX1" fmla="*/ 0 w 1894729"/>
                  <a:gd name="connsiteY1" fmla="*/ 0 h 453287"/>
                  <a:gd name="connsiteX2" fmla="*/ 0 w 1894729"/>
                  <a:gd name="connsiteY2" fmla="*/ 0 h 453287"/>
                  <a:gd name="connsiteX3" fmla="*/ 1894730 w 1894729"/>
                  <a:gd name="connsiteY3" fmla="*/ 0 h 453287"/>
                  <a:gd name="connsiteX4" fmla="*/ 1576530 w 1894729"/>
                  <a:gd name="connsiteY4" fmla="*/ 453288 h 453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729" h="453287">
                    <a:moveTo>
                      <a:pt x="0" y="453288"/>
                    </a:moveTo>
                    <a:lnTo>
                      <a:pt x="0" y="0"/>
                    </a:lnTo>
                    <a:lnTo>
                      <a:pt x="0" y="0"/>
                    </a:lnTo>
                    <a:lnTo>
                      <a:pt x="1894730" y="0"/>
                    </a:lnTo>
                    <a:lnTo>
                      <a:pt x="1576530" y="4532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grpSp>
      <p:grpSp>
        <p:nvGrpSpPr>
          <p:cNvPr id="7" name="Group 6">
            <a:extLst>
              <a:ext uri="{FF2B5EF4-FFF2-40B4-BE49-F238E27FC236}">
                <a16:creationId xmlns:a16="http://schemas.microsoft.com/office/drawing/2014/main" id="{47098EB6-2F91-4C16-9112-8C98CB52331D}"/>
              </a:ext>
              <a:ext uri="{C183D7F6-B498-43B3-948B-1728B52AA6E4}">
                <adec:decorative xmlns:adec="http://schemas.microsoft.com/office/drawing/2017/decorative" val="1"/>
              </a:ext>
            </a:extLst>
          </p:cNvPr>
          <p:cNvGrpSpPr/>
          <p:nvPr/>
        </p:nvGrpSpPr>
        <p:grpSpPr>
          <a:xfrm>
            <a:off x="8118774" y="2506769"/>
            <a:ext cx="1806780" cy="1128637"/>
            <a:chOff x="5045866" y="2514600"/>
            <a:chExt cx="2649979" cy="1655358"/>
          </a:xfrm>
        </p:grpSpPr>
        <p:sp>
          <p:nvSpPr>
            <p:cNvPr id="63" name="Rectangle 62">
              <a:extLst>
                <a:ext uri="{FF2B5EF4-FFF2-40B4-BE49-F238E27FC236}">
                  <a16:creationId xmlns:a16="http://schemas.microsoft.com/office/drawing/2014/main" id="{4C02FE77-55D4-4FC7-8F44-9549D79B98A3}"/>
                </a:ext>
              </a:extLst>
            </p:cNvPr>
            <p:cNvSpPr/>
            <p:nvPr userDrawn="1"/>
          </p:nvSpPr>
          <p:spPr>
            <a:xfrm>
              <a:off x="6533382" y="2514600"/>
              <a:ext cx="1162463" cy="116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65" name="Freeform: Shape 64">
              <a:extLst>
                <a:ext uri="{FF2B5EF4-FFF2-40B4-BE49-F238E27FC236}">
                  <a16:creationId xmlns:a16="http://schemas.microsoft.com/office/drawing/2014/main" id="{A5AB6C84-7593-41A3-8734-A82018806143}"/>
                </a:ext>
              </a:extLst>
            </p:cNvPr>
            <p:cNvSpPr/>
            <p:nvPr/>
          </p:nvSpPr>
          <p:spPr>
            <a:xfrm>
              <a:off x="5045866" y="2663561"/>
              <a:ext cx="1050134" cy="1461336"/>
            </a:xfrm>
            <a:custGeom>
              <a:avLst/>
              <a:gdLst>
                <a:gd name="connsiteX0" fmla="*/ 1576530 w 1576529"/>
                <a:gd name="connsiteY0" fmla="*/ 2193852 h 2193852"/>
                <a:gd name="connsiteX1" fmla="*/ 0 w 1576529"/>
                <a:gd name="connsiteY1" fmla="*/ 2193852 h 2193852"/>
                <a:gd name="connsiteX2" fmla="*/ 1576530 w 1576529"/>
                <a:gd name="connsiteY2" fmla="*/ 0 h 2193852"/>
                <a:gd name="connsiteX3" fmla="*/ 1576530 w 1576529"/>
                <a:gd name="connsiteY3" fmla="*/ 2193852 h 2193852"/>
              </a:gdLst>
              <a:ahLst/>
              <a:cxnLst>
                <a:cxn ang="0">
                  <a:pos x="connsiteX0" y="connsiteY0"/>
                </a:cxn>
                <a:cxn ang="0">
                  <a:pos x="connsiteX1" y="connsiteY1"/>
                </a:cxn>
                <a:cxn ang="0">
                  <a:pos x="connsiteX2" y="connsiteY2"/>
                </a:cxn>
                <a:cxn ang="0">
                  <a:pos x="connsiteX3" y="connsiteY3"/>
                </a:cxn>
              </a:cxnLst>
              <a:rect l="l" t="t" r="r" b="b"/>
              <a:pathLst>
                <a:path w="1576529" h="2193852">
                  <a:moveTo>
                    <a:pt x="1576530" y="2193852"/>
                  </a:moveTo>
                  <a:lnTo>
                    <a:pt x="0" y="2193852"/>
                  </a:lnTo>
                  <a:lnTo>
                    <a:pt x="1576530" y="0"/>
                  </a:lnTo>
                  <a:lnTo>
                    <a:pt x="1576530" y="219385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66" name="Freeform: Shape 65">
              <a:extLst>
                <a:ext uri="{FF2B5EF4-FFF2-40B4-BE49-F238E27FC236}">
                  <a16:creationId xmlns:a16="http://schemas.microsoft.com/office/drawing/2014/main" id="{3B029B66-4FD1-4E93-A1D0-4C92DC3E0E47}"/>
                </a:ext>
              </a:extLst>
            </p:cNvPr>
            <p:cNvSpPr/>
            <p:nvPr/>
          </p:nvSpPr>
          <p:spPr>
            <a:xfrm>
              <a:off x="6533380" y="3878378"/>
              <a:ext cx="1162464" cy="291580"/>
            </a:xfrm>
            <a:custGeom>
              <a:avLst/>
              <a:gdLst>
                <a:gd name="connsiteX0" fmla="*/ 0 w 1894729"/>
                <a:gd name="connsiteY0" fmla="*/ 453288 h 453287"/>
                <a:gd name="connsiteX1" fmla="*/ 0 w 1894729"/>
                <a:gd name="connsiteY1" fmla="*/ 0 h 453287"/>
                <a:gd name="connsiteX2" fmla="*/ 0 w 1894729"/>
                <a:gd name="connsiteY2" fmla="*/ 0 h 453287"/>
                <a:gd name="connsiteX3" fmla="*/ 1894730 w 1894729"/>
                <a:gd name="connsiteY3" fmla="*/ 0 h 453287"/>
                <a:gd name="connsiteX4" fmla="*/ 1576530 w 1894729"/>
                <a:gd name="connsiteY4" fmla="*/ 453288 h 453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729" h="453287">
                  <a:moveTo>
                    <a:pt x="0" y="453288"/>
                  </a:moveTo>
                  <a:lnTo>
                    <a:pt x="0" y="0"/>
                  </a:lnTo>
                  <a:lnTo>
                    <a:pt x="0" y="0"/>
                  </a:lnTo>
                  <a:lnTo>
                    <a:pt x="1894730" y="0"/>
                  </a:lnTo>
                  <a:lnTo>
                    <a:pt x="1576530" y="4532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sp>
        <p:nvSpPr>
          <p:cNvPr id="9" name="Freeform: Shape 8">
            <a:extLst>
              <a:ext uri="{FF2B5EF4-FFF2-40B4-BE49-F238E27FC236}">
                <a16:creationId xmlns:a16="http://schemas.microsoft.com/office/drawing/2014/main" id="{CD01EBFD-0682-4677-8588-B26E65F88963}"/>
              </a:ext>
              <a:ext uri="{C183D7F6-B498-43B3-948B-1728B52AA6E4}">
                <adec:decorative xmlns:adec="http://schemas.microsoft.com/office/drawing/2017/decorative" val="1"/>
              </a:ext>
            </a:extLst>
          </p:cNvPr>
          <p:cNvSpPr/>
          <p:nvPr/>
        </p:nvSpPr>
        <p:spPr>
          <a:xfrm>
            <a:off x="922338" y="5707001"/>
            <a:ext cx="2443478" cy="188119"/>
          </a:xfrm>
          <a:custGeom>
            <a:avLst/>
            <a:gdLst>
              <a:gd name="connsiteX0" fmla="*/ 0 w 792956"/>
              <a:gd name="connsiteY0" fmla="*/ 188119 h 188119"/>
              <a:gd name="connsiteX1" fmla="*/ 0 w 792956"/>
              <a:gd name="connsiteY1" fmla="*/ 0 h 188119"/>
              <a:gd name="connsiteX2" fmla="*/ 792956 w 792956"/>
              <a:gd name="connsiteY2" fmla="*/ 0 h 188119"/>
              <a:gd name="connsiteX3" fmla="*/ 792956 w 792956"/>
              <a:gd name="connsiteY3" fmla="*/ 188119 h 188119"/>
            </a:gdLst>
            <a:ahLst/>
            <a:cxnLst>
              <a:cxn ang="0">
                <a:pos x="connsiteX0" y="connsiteY0"/>
              </a:cxn>
              <a:cxn ang="0">
                <a:pos x="connsiteX1" y="connsiteY1"/>
              </a:cxn>
              <a:cxn ang="0">
                <a:pos x="connsiteX2" y="connsiteY2"/>
              </a:cxn>
              <a:cxn ang="0">
                <a:pos x="connsiteX3" y="connsiteY3"/>
              </a:cxn>
            </a:cxnLst>
            <a:rect l="l" t="t" r="r" b="b"/>
            <a:pathLst>
              <a:path w="792956" h="188119">
                <a:moveTo>
                  <a:pt x="0" y="188119"/>
                </a:moveTo>
                <a:lnTo>
                  <a:pt x="0" y="0"/>
                </a:lnTo>
                <a:lnTo>
                  <a:pt x="792956" y="0"/>
                </a:lnTo>
                <a:lnTo>
                  <a:pt x="792956" y="188119"/>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8" name="Pentagon 5">
            <a:extLst>
              <a:ext uri="{FF2B5EF4-FFF2-40B4-BE49-F238E27FC236}">
                <a16:creationId xmlns:a16="http://schemas.microsoft.com/office/drawing/2014/main" id="{1112306A-9D49-4F43-B5B7-F08D289D5E6D}"/>
              </a:ext>
              <a:ext uri="{C183D7F6-B498-43B3-948B-1728B52AA6E4}">
                <adec:decorative xmlns:adec="http://schemas.microsoft.com/office/drawing/2017/decorative" val="1"/>
              </a:ext>
            </a:extLst>
          </p:cNvPr>
          <p:cNvSpPr/>
          <p:nvPr/>
        </p:nvSpPr>
        <p:spPr>
          <a:xfrm>
            <a:off x="4513263" y="2514600"/>
            <a:ext cx="746074" cy="414568"/>
          </a:xfrm>
          <a:prstGeom prst="homePlate">
            <a:avLst>
              <a:gd name="adj" fmla="val 2837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rtlCol="0" anchor="ctr"/>
          <a:lstStyle/>
          <a:p>
            <a:pPr marL="0">
              <a:spcAft>
                <a:spcPts val="900"/>
              </a:spcAft>
            </a:pPr>
            <a:r>
              <a:rPr lang="en-US" sz="1000">
                <a:solidFill>
                  <a:schemeClr val="bg1"/>
                </a:solidFill>
                <a:latin typeface="+mj-lt"/>
                <a:ea typeface="Montserrat" panose="00000500000000000000" pitchFamily="2" charset="0"/>
              </a:rPr>
              <a:t>Q1</a:t>
            </a:r>
            <a:br>
              <a:rPr lang="en-US" sz="1000" b="1">
                <a:solidFill>
                  <a:schemeClr val="bg1"/>
                </a:solidFill>
              </a:rPr>
            </a:br>
            <a:r>
              <a:rPr lang="en-US" sz="1000" b="1">
                <a:solidFill>
                  <a:schemeClr val="bg1"/>
                </a:solidFill>
              </a:rPr>
              <a:t>2019</a:t>
            </a:r>
          </a:p>
        </p:txBody>
      </p:sp>
      <p:grpSp>
        <p:nvGrpSpPr>
          <p:cNvPr id="10" name="Group 9">
            <a:extLst>
              <a:ext uri="{FF2B5EF4-FFF2-40B4-BE49-F238E27FC236}">
                <a16:creationId xmlns:a16="http://schemas.microsoft.com/office/drawing/2014/main" id="{2DCA35E0-7675-4DF0-A77B-26E1B0A92C37}"/>
              </a:ext>
              <a:ext uri="{C183D7F6-B498-43B3-948B-1728B52AA6E4}">
                <adec:decorative xmlns:adec="http://schemas.microsoft.com/office/drawing/2017/decorative" val="1"/>
              </a:ext>
            </a:extLst>
          </p:cNvPr>
          <p:cNvGrpSpPr/>
          <p:nvPr/>
        </p:nvGrpSpPr>
        <p:grpSpPr>
          <a:xfrm>
            <a:off x="4513263" y="3436604"/>
            <a:ext cx="1129029" cy="693647"/>
            <a:chOff x="8609829" y="4819908"/>
            <a:chExt cx="1129029" cy="693647"/>
          </a:xfrm>
        </p:grpSpPr>
        <p:sp>
          <p:nvSpPr>
            <p:cNvPr id="70" name="Rectangle 69">
              <a:extLst>
                <a:ext uri="{FF2B5EF4-FFF2-40B4-BE49-F238E27FC236}">
                  <a16:creationId xmlns:a16="http://schemas.microsoft.com/office/drawing/2014/main" id="{E922A805-73DA-44D5-B65D-61357315A8AB}"/>
                </a:ext>
              </a:extLst>
            </p:cNvPr>
            <p:cNvSpPr/>
            <p:nvPr/>
          </p:nvSpPr>
          <p:spPr>
            <a:xfrm>
              <a:off x="8609829" y="4819908"/>
              <a:ext cx="1050135" cy="693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tIns="182880" rIns="91440" bIns="182880" rtlCol="0" anchor="ctr"/>
            <a:lstStyle/>
            <a:p>
              <a:pPr marL="0"/>
              <a:r>
                <a:rPr lang="en-US" sz="2000" b="1">
                  <a:solidFill>
                    <a:schemeClr val="bg1"/>
                  </a:solidFill>
                </a:rPr>
                <a:t>78%</a:t>
              </a:r>
              <a:endParaRPr lang="en-US" sz="1600" b="1">
                <a:solidFill>
                  <a:schemeClr val="bg1"/>
                </a:solidFill>
              </a:endParaRPr>
            </a:p>
          </p:txBody>
        </p:sp>
        <p:sp>
          <p:nvSpPr>
            <p:cNvPr id="71" name="Right Triangle 70">
              <a:extLst>
                <a:ext uri="{FF2B5EF4-FFF2-40B4-BE49-F238E27FC236}">
                  <a16:creationId xmlns:a16="http://schemas.microsoft.com/office/drawing/2014/main" id="{8184BBAD-C95A-46EB-AD9F-DB794C331FB1}"/>
                </a:ext>
              </a:extLst>
            </p:cNvPr>
            <p:cNvSpPr/>
            <p:nvPr/>
          </p:nvSpPr>
          <p:spPr>
            <a:xfrm rot="13500000">
              <a:off x="9559297" y="5072630"/>
              <a:ext cx="179561" cy="179561"/>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grpSp>
      <p:sp>
        <p:nvSpPr>
          <p:cNvPr id="72" name="Arrow: Chevron 71">
            <a:extLst>
              <a:ext uri="{FF2B5EF4-FFF2-40B4-BE49-F238E27FC236}">
                <a16:creationId xmlns:a16="http://schemas.microsoft.com/office/drawing/2014/main" id="{572044FD-3FAE-4F0A-9FF7-EC759B2FD136}"/>
              </a:ext>
              <a:ext uri="{C183D7F6-B498-43B3-948B-1728B52AA6E4}">
                <adec:decorative xmlns:adec="http://schemas.microsoft.com/office/drawing/2017/decorative" val="1"/>
              </a:ext>
            </a:extLst>
          </p:cNvPr>
          <p:cNvSpPr/>
          <p:nvPr/>
        </p:nvSpPr>
        <p:spPr>
          <a:xfrm>
            <a:off x="4489510" y="4637687"/>
            <a:ext cx="1248408" cy="168313"/>
          </a:xfrm>
          <a:prstGeom prst="chevron">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tx1"/>
              </a:solidFill>
            </a:endParaRPr>
          </a:p>
        </p:txBody>
      </p:sp>
      <p:grpSp>
        <p:nvGrpSpPr>
          <p:cNvPr id="74" name="Group 73">
            <a:extLst>
              <a:ext uri="{FF2B5EF4-FFF2-40B4-BE49-F238E27FC236}">
                <a16:creationId xmlns:a16="http://schemas.microsoft.com/office/drawing/2014/main" id="{BEE52E96-9214-4CD8-B8D2-A9DC56DF515D}"/>
              </a:ext>
              <a:ext uri="{C183D7F6-B498-43B3-948B-1728B52AA6E4}">
                <adec:decorative xmlns:adec="http://schemas.microsoft.com/office/drawing/2017/decorative" val="1"/>
              </a:ext>
            </a:extLst>
          </p:cNvPr>
          <p:cNvGrpSpPr/>
          <p:nvPr/>
        </p:nvGrpSpPr>
        <p:grpSpPr>
          <a:xfrm>
            <a:off x="8118776" y="4982589"/>
            <a:ext cx="907765" cy="599921"/>
            <a:chOff x="6096000" y="2779540"/>
            <a:chExt cx="3058150" cy="2021060"/>
          </a:xfrm>
        </p:grpSpPr>
        <p:sp>
          <p:nvSpPr>
            <p:cNvPr id="75" name="Rectangle 74">
              <a:extLst>
                <a:ext uri="{FF2B5EF4-FFF2-40B4-BE49-F238E27FC236}">
                  <a16:creationId xmlns:a16="http://schemas.microsoft.com/office/drawing/2014/main" id="{E9E76848-A906-4953-801B-0C77806AE8CF}"/>
                </a:ext>
              </a:extLst>
            </p:cNvPr>
            <p:cNvSpPr/>
            <p:nvPr userDrawn="1"/>
          </p:nvSpPr>
          <p:spPr>
            <a:xfrm>
              <a:off x="7547447" y="2779540"/>
              <a:ext cx="1606703" cy="16067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nvGrpSpPr>
            <p:cNvPr id="76" name="Group 75">
              <a:extLst>
                <a:ext uri="{FF2B5EF4-FFF2-40B4-BE49-F238E27FC236}">
                  <a16:creationId xmlns:a16="http://schemas.microsoft.com/office/drawing/2014/main" id="{B8CC4158-687C-4BCB-803B-47EE6E9311ED}"/>
                </a:ext>
              </a:extLst>
            </p:cNvPr>
            <p:cNvGrpSpPr/>
            <p:nvPr/>
          </p:nvGrpSpPr>
          <p:grpSpPr>
            <a:xfrm>
              <a:off x="6096000" y="2780807"/>
              <a:ext cx="3058150" cy="2019793"/>
              <a:chOff x="6096000" y="2780807"/>
              <a:chExt cx="3058150" cy="2019793"/>
            </a:xfrm>
          </p:grpSpPr>
          <p:sp>
            <p:nvSpPr>
              <p:cNvPr id="77" name="Freeform: Shape 76">
                <a:extLst>
                  <a:ext uri="{FF2B5EF4-FFF2-40B4-BE49-F238E27FC236}">
                    <a16:creationId xmlns:a16="http://schemas.microsoft.com/office/drawing/2014/main" id="{9C510A40-5C83-47F0-8CA4-978DD0C1259C}"/>
                  </a:ext>
                </a:extLst>
              </p:cNvPr>
              <p:cNvSpPr/>
              <p:nvPr/>
            </p:nvSpPr>
            <p:spPr>
              <a:xfrm>
                <a:off x="6096000" y="2780807"/>
                <a:ext cx="1451447" cy="2019792"/>
              </a:xfrm>
              <a:custGeom>
                <a:avLst/>
                <a:gdLst>
                  <a:gd name="connsiteX0" fmla="*/ 1576530 w 1576529"/>
                  <a:gd name="connsiteY0" fmla="*/ 2193852 h 2193852"/>
                  <a:gd name="connsiteX1" fmla="*/ 0 w 1576529"/>
                  <a:gd name="connsiteY1" fmla="*/ 2193852 h 2193852"/>
                  <a:gd name="connsiteX2" fmla="*/ 1576530 w 1576529"/>
                  <a:gd name="connsiteY2" fmla="*/ 0 h 2193852"/>
                  <a:gd name="connsiteX3" fmla="*/ 1576530 w 1576529"/>
                  <a:gd name="connsiteY3" fmla="*/ 2193852 h 2193852"/>
                </a:gdLst>
                <a:ahLst/>
                <a:cxnLst>
                  <a:cxn ang="0">
                    <a:pos x="connsiteX0" y="connsiteY0"/>
                  </a:cxn>
                  <a:cxn ang="0">
                    <a:pos x="connsiteX1" y="connsiteY1"/>
                  </a:cxn>
                  <a:cxn ang="0">
                    <a:pos x="connsiteX2" y="connsiteY2"/>
                  </a:cxn>
                  <a:cxn ang="0">
                    <a:pos x="connsiteX3" y="connsiteY3"/>
                  </a:cxn>
                </a:cxnLst>
                <a:rect l="l" t="t" r="r" b="b"/>
                <a:pathLst>
                  <a:path w="1576529" h="2193852">
                    <a:moveTo>
                      <a:pt x="1576530" y="2193852"/>
                    </a:moveTo>
                    <a:lnTo>
                      <a:pt x="0" y="2193852"/>
                    </a:lnTo>
                    <a:lnTo>
                      <a:pt x="1576530" y="0"/>
                    </a:lnTo>
                    <a:lnTo>
                      <a:pt x="1576530" y="2193852"/>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78" name="Freeform: Shape 77">
                <a:extLst>
                  <a:ext uri="{FF2B5EF4-FFF2-40B4-BE49-F238E27FC236}">
                    <a16:creationId xmlns:a16="http://schemas.microsoft.com/office/drawing/2014/main" id="{3994CB90-2483-48BF-9283-15BDDF1F8409}"/>
                  </a:ext>
                </a:extLst>
              </p:cNvPr>
              <p:cNvSpPr/>
              <p:nvPr/>
            </p:nvSpPr>
            <p:spPr>
              <a:xfrm>
                <a:off x="7422150" y="4386244"/>
                <a:ext cx="1732000" cy="414356"/>
              </a:xfrm>
              <a:custGeom>
                <a:avLst/>
                <a:gdLst>
                  <a:gd name="connsiteX0" fmla="*/ 0 w 1894729"/>
                  <a:gd name="connsiteY0" fmla="*/ 453288 h 453287"/>
                  <a:gd name="connsiteX1" fmla="*/ 0 w 1894729"/>
                  <a:gd name="connsiteY1" fmla="*/ 0 h 453287"/>
                  <a:gd name="connsiteX2" fmla="*/ 0 w 1894729"/>
                  <a:gd name="connsiteY2" fmla="*/ 0 h 453287"/>
                  <a:gd name="connsiteX3" fmla="*/ 1894730 w 1894729"/>
                  <a:gd name="connsiteY3" fmla="*/ 0 h 453287"/>
                  <a:gd name="connsiteX4" fmla="*/ 1576530 w 1894729"/>
                  <a:gd name="connsiteY4" fmla="*/ 453288 h 453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729" h="453287">
                    <a:moveTo>
                      <a:pt x="0" y="453288"/>
                    </a:moveTo>
                    <a:lnTo>
                      <a:pt x="0" y="0"/>
                    </a:lnTo>
                    <a:lnTo>
                      <a:pt x="0" y="0"/>
                    </a:lnTo>
                    <a:lnTo>
                      <a:pt x="1894730" y="0"/>
                    </a:lnTo>
                    <a:lnTo>
                      <a:pt x="1576530" y="45328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grpSp>
      <p:grpSp>
        <p:nvGrpSpPr>
          <p:cNvPr id="79" name="Group 78">
            <a:extLst>
              <a:ext uri="{FF2B5EF4-FFF2-40B4-BE49-F238E27FC236}">
                <a16:creationId xmlns:a16="http://schemas.microsoft.com/office/drawing/2014/main" id="{A4449207-9FA4-4D1F-B7F3-22163B3C0C3A}"/>
              </a:ext>
              <a:ext uri="{C183D7F6-B498-43B3-948B-1728B52AA6E4}">
                <adec:decorative xmlns:adec="http://schemas.microsoft.com/office/drawing/2017/decorative" val="1"/>
              </a:ext>
            </a:extLst>
          </p:cNvPr>
          <p:cNvGrpSpPr/>
          <p:nvPr/>
        </p:nvGrpSpPr>
        <p:grpSpPr>
          <a:xfrm>
            <a:off x="9586860" y="4206079"/>
            <a:ext cx="907765" cy="599921"/>
            <a:chOff x="6096000" y="2779540"/>
            <a:chExt cx="3058150" cy="2021060"/>
          </a:xfrm>
        </p:grpSpPr>
        <p:sp>
          <p:nvSpPr>
            <p:cNvPr id="80" name="Rectangle 79">
              <a:extLst>
                <a:ext uri="{FF2B5EF4-FFF2-40B4-BE49-F238E27FC236}">
                  <a16:creationId xmlns:a16="http://schemas.microsoft.com/office/drawing/2014/main" id="{0F3F79AD-D8E5-4B5E-AF7F-3EAE15A6578F}"/>
                </a:ext>
              </a:extLst>
            </p:cNvPr>
            <p:cNvSpPr/>
            <p:nvPr userDrawn="1"/>
          </p:nvSpPr>
          <p:spPr>
            <a:xfrm>
              <a:off x="7547447" y="2779540"/>
              <a:ext cx="1606703" cy="160670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nvGrpSpPr>
            <p:cNvPr id="81" name="Group 80">
              <a:extLst>
                <a:ext uri="{FF2B5EF4-FFF2-40B4-BE49-F238E27FC236}">
                  <a16:creationId xmlns:a16="http://schemas.microsoft.com/office/drawing/2014/main" id="{99B3D582-01C7-4CDB-B863-BBB4C0792ACD}"/>
                </a:ext>
              </a:extLst>
            </p:cNvPr>
            <p:cNvGrpSpPr/>
            <p:nvPr/>
          </p:nvGrpSpPr>
          <p:grpSpPr>
            <a:xfrm>
              <a:off x="6096000" y="2780807"/>
              <a:ext cx="3058150" cy="2019793"/>
              <a:chOff x="6096000" y="2780807"/>
              <a:chExt cx="3058150" cy="2019793"/>
            </a:xfrm>
          </p:grpSpPr>
          <p:sp>
            <p:nvSpPr>
              <p:cNvPr id="94" name="Freeform: Shape 93">
                <a:extLst>
                  <a:ext uri="{FF2B5EF4-FFF2-40B4-BE49-F238E27FC236}">
                    <a16:creationId xmlns:a16="http://schemas.microsoft.com/office/drawing/2014/main" id="{8CF29599-5434-42DF-95A1-94ADFCB64840}"/>
                  </a:ext>
                </a:extLst>
              </p:cNvPr>
              <p:cNvSpPr/>
              <p:nvPr/>
            </p:nvSpPr>
            <p:spPr>
              <a:xfrm>
                <a:off x="6096000" y="2780807"/>
                <a:ext cx="1451447" cy="2019792"/>
              </a:xfrm>
              <a:custGeom>
                <a:avLst/>
                <a:gdLst>
                  <a:gd name="connsiteX0" fmla="*/ 1576530 w 1576529"/>
                  <a:gd name="connsiteY0" fmla="*/ 2193852 h 2193852"/>
                  <a:gd name="connsiteX1" fmla="*/ 0 w 1576529"/>
                  <a:gd name="connsiteY1" fmla="*/ 2193852 h 2193852"/>
                  <a:gd name="connsiteX2" fmla="*/ 1576530 w 1576529"/>
                  <a:gd name="connsiteY2" fmla="*/ 0 h 2193852"/>
                  <a:gd name="connsiteX3" fmla="*/ 1576530 w 1576529"/>
                  <a:gd name="connsiteY3" fmla="*/ 2193852 h 2193852"/>
                </a:gdLst>
                <a:ahLst/>
                <a:cxnLst>
                  <a:cxn ang="0">
                    <a:pos x="connsiteX0" y="connsiteY0"/>
                  </a:cxn>
                  <a:cxn ang="0">
                    <a:pos x="connsiteX1" y="connsiteY1"/>
                  </a:cxn>
                  <a:cxn ang="0">
                    <a:pos x="connsiteX2" y="connsiteY2"/>
                  </a:cxn>
                  <a:cxn ang="0">
                    <a:pos x="connsiteX3" y="connsiteY3"/>
                  </a:cxn>
                </a:cxnLst>
                <a:rect l="l" t="t" r="r" b="b"/>
                <a:pathLst>
                  <a:path w="1576529" h="2193852">
                    <a:moveTo>
                      <a:pt x="1576530" y="2193852"/>
                    </a:moveTo>
                    <a:lnTo>
                      <a:pt x="0" y="2193852"/>
                    </a:lnTo>
                    <a:lnTo>
                      <a:pt x="1576530" y="0"/>
                    </a:lnTo>
                    <a:lnTo>
                      <a:pt x="1576530" y="219385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95" name="Freeform: Shape 94">
                <a:extLst>
                  <a:ext uri="{FF2B5EF4-FFF2-40B4-BE49-F238E27FC236}">
                    <a16:creationId xmlns:a16="http://schemas.microsoft.com/office/drawing/2014/main" id="{22793903-5E78-4458-ABE4-2CF113403270}"/>
                  </a:ext>
                </a:extLst>
              </p:cNvPr>
              <p:cNvSpPr/>
              <p:nvPr/>
            </p:nvSpPr>
            <p:spPr>
              <a:xfrm>
                <a:off x="7422150" y="4386244"/>
                <a:ext cx="1732000" cy="414356"/>
              </a:xfrm>
              <a:custGeom>
                <a:avLst/>
                <a:gdLst>
                  <a:gd name="connsiteX0" fmla="*/ 0 w 1894729"/>
                  <a:gd name="connsiteY0" fmla="*/ 453288 h 453287"/>
                  <a:gd name="connsiteX1" fmla="*/ 0 w 1894729"/>
                  <a:gd name="connsiteY1" fmla="*/ 0 h 453287"/>
                  <a:gd name="connsiteX2" fmla="*/ 0 w 1894729"/>
                  <a:gd name="connsiteY2" fmla="*/ 0 h 453287"/>
                  <a:gd name="connsiteX3" fmla="*/ 1894730 w 1894729"/>
                  <a:gd name="connsiteY3" fmla="*/ 0 h 453287"/>
                  <a:gd name="connsiteX4" fmla="*/ 1576530 w 1894729"/>
                  <a:gd name="connsiteY4" fmla="*/ 453288 h 453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729" h="453287">
                    <a:moveTo>
                      <a:pt x="0" y="453288"/>
                    </a:moveTo>
                    <a:lnTo>
                      <a:pt x="0" y="0"/>
                    </a:lnTo>
                    <a:lnTo>
                      <a:pt x="0" y="0"/>
                    </a:lnTo>
                    <a:lnTo>
                      <a:pt x="1894730" y="0"/>
                    </a:lnTo>
                    <a:lnTo>
                      <a:pt x="1576530" y="4532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grpSp>
      <p:sp>
        <p:nvSpPr>
          <p:cNvPr id="11" name="TextBox 10">
            <a:extLst>
              <a:ext uri="{FF2B5EF4-FFF2-40B4-BE49-F238E27FC236}">
                <a16:creationId xmlns:a16="http://schemas.microsoft.com/office/drawing/2014/main" id="{F6651489-C842-4497-8875-5F78E8A4ED0B}"/>
              </a:ext>
              <a:ext uri="{C183D7F6-B498-43B3-948B-1728B52AA6E4}">
                <adec:decorative xmlns:adec="http://schemas.microsoft.com/office/drawing/2017/decorative" val="1"/>
              </a:ext>
            </a:extLst>
          </p:cNvPr>
          <p:cNvSpPr txBox="1"/>
          <p:nvPr/>
        </p:nvSpPr>
        <p:spPr>
          <a:xfrm>
            <a:off x="10011692" y="3476773"/>
            <a:ext cx="1481946"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Banner = 3 shapes</a:t>
            </a:r>
          </a:p>
        </p:txBody>
      </p:sp>
      <p:grpSp>
        <p:nvGrpSpPr>
          <p:cNvPr id="104" name="Group 103">
            <a:extLst>
              <a:ext uri="{FF2B5EF4-FFF2-40B4-BE49-F238E27FC236}">
                <a16:creationId xmlns:a16="http://schemas.microsoft.com/office/drawing/2014/main" id="{91A70D3A-F5BA-46E0-BF15-5FB157D58642}"/>
              </a:ext>
              <a:ext uri="{C183D7F6-B498-43B3-948B-1728B52AA6E4}">
                <adec:decorative xmlns:adec="http://schemas.microsoft.com/office/drawing/2017/decorative" val="1"/>
              </a:ext>
            </a:extLst>
          </p:cNvPr>
          <p:cNvGrpSpPr/>
          <p:nvPr/>
        </p:nvGrpSpPr>
        <p:grpSpPr>
          <a:xfrm>
            <a:off x="9586860" y="4982589"/>
            <a:ext cx="907765" cy="599921"/>
            <a:chOff x="6096000" y="2779540"/>
            <a:chExt cx="3058150" cy="2021060"/>
          </a:xfrm>
        </p:grpSpPr>
        <p:sp>
          <p:nvSpPr>
            <p:cNvPr id="105" name="Rectangle 104">
              <a:extLst>
                <a:ext uri="{FF2B5EF4-FFF2-40B4-BE49-F238E27FC236}">
                  <a16:creationId xmlns:a16="http://schemas.microsoft.com/office/drawing/2014/main" id="{A24751DC-A405-457C-A5EA-A5695CC71989}"/>
                </a:ext>
              </a:extLst>
            </p:cNvPr>
            <p:cNvSpPr/>
            <p:nvPr userDrawn="1"/>
          </p:nvSpPr>
          <p:spPr>
            <a:xfrm>
              <a:off x="7547447" y="2779540"/>
              <a:ext cx="1606703" cy="16067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nvGrpSpPr>
            <p:cNvPr id="106" name="Group 105">
              <a:extLst>
                <a:ext uri="{FF2B5EF4-FFF2-40B4-BE49-F238E27FC236}">
                  <a16:creationId xmlns:a16="http://schemas.microsoft.com/office/drawing/2014/main" id="{240744F4-A977-4855-8FBF-3D893052B841}"/>
                </a:ext>
              </a:extLst>
            </p:cNvPr>
            <p:cNvGrpSpPr/>
            <p:nvPr/>
          </p:nvGrpSpPr>
          <p:grpSpPr>
            <a:xfrm>
              <a:off x="6096000" y="2780807"/>
              <a:ext cx="3058150" cy="2019793"/>
              <a:chOff x="6096000" y="2780807"/>
              <a:chExt cx="3058150" cy="2019793"/>
            </a:xfrm>
          </p:grpSpPr>
          <p:sp>
            <p:nvSpPr>
              <p:cNvPr id="107" name="Freeform: Shape 106">
                <a:extLst>
                  <a:ext uri="{FF2B5EF4-FFF2-40B4-BE49-F238E27FC236}">
                    <a16:creationId xmlns:a16="http://schemas.microsoft.com/office/drawing/2014/main" id="{000D96FF-4F04-4EDF-82A3-039B9A7CA202}"/>
                  </a:ext>
                </a:extLst>
              </p:cNvPr>
              <p:cNvSpPr/>
              <p:nvPr/>
            </p:nvSpPr>
            <p:spPr>
              <a:xfrm>
                <a:off x="6096000" y="2780807"/>
                <a:ext cx="1451447" cy="2019792"/>
              </a:xfrm>
              <a:custGeom>
                <a:avLst/>
                <a:gdLst>
                  <a:gd name="connsiteX0" fmla="*/ 1576530 w 1576529"/>
                  <a:gd name="connsiteY0" fmla="*/ 2193852 h 2193852"/>
                  <a:gd name="connsiteX1" fmla="*/ 0 w 1576529"/>
                  <a:gd name="connsiteY1" fmla="*/ 2193852 h 2193852"/>
                  <a:gd name="connsiteX2" fmla="*/ 1576530 w 1576529"/>
                  <a:gd name="connsiteY2" fmla="*/ 0 h 2193852"/>
                  <a:gd name="connsiteX3" fmla="*/ 1576530 w 1576529"/>
                  <a:gd name="connsiteY3" fmla="*/ 2193852 h 2193852"/>
                </a:gdLst>
                <a:ahLst/>
                <a:cxnLst>
                  <a:cxn ang="0">
                    <a:pos x="connsiteX0" y="connsiteY0"/>
                  </a:cxn>
                  <a:cxn ang="0">
                    <a:pos x="connsiteX1" y="connsiteY1"/>
                  </a:cxn>
                  <a:cxn ang="0">
                    <a:pos x="connsiteX2" y="connsiteY2"/>
                  </a:cxn>
                  <a:cxn ang="0">
                    <a:pos x="connsiteX3" y="connsiteY3"/>
                  </a:cxn>
                </a:cxnLst>
                <a:rect l="l" t="t" r="r" b="b"/>
                <a:pathLst>
                  <a:path w="1576529" h="2193852">
                    <a:moveTo>
                      <a:pt x="1576530" y="2193852"/>
                    </a:moveTo>
                    <a:lnTo>
                      <a:pt x="0" y="2193852"/>
                    </a:lnTo>
                    <a:lnTo>
                      <a:pt x="1576530" y="0"/>
                    </a:lnTo>
                    <a:lnTo>
                      <a:pt x="1576530" y="2193852"/>
                    </a:lnTo>
                    <a:close/>
                  </a:path>
                </a:pathLst>
              </a:custGeom>
              <a:solidFill>
                <a:srgbClr val="BA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sp>
            <p:nvSpPr>
              <p:cNvPr id="108" name="Freeform: Shape 107">
                <a:extLst>
                  <a:ext uri="{FF2B5EF4-FFF2-40B4-BE49-F238E27FC236}">
                    <a16:creationId xmlns:a16="http://schemas.microsoft.com/office/drawing/2014/main" id="{50C8EDE0-61C1-4EC9-9B5F-61E1C76DBAE9}"/>
                  </a:ext>
                </a:extLst>
              </p:cNvPr>
              <p:cNvSpPr/>
              <p:nvPr/>
            </p:nvSpPr>
            <p:spPr>
              <a:xfrm>
                <a:off x="7422150" y="4386244"/>
                <a:ext cx="1732000" cy="414356"/>
              </a:xfrm>
              <a:custGeom>
                <a:avLst/>
                <a:gdLst>
                  <a:gd name="connsiteX0" fmla="*/ 0 w 1894729"/>
                  <a:gd name="connsiteY0" fmla="*/ 453288 h 453287"/>
                  <a:gd name="connsiteX1" fmla="*/ 0 w 1894729"/>
                  <a:gd name="connsiteY1" fmla="*/ 0 h 453287"/>
                  <a:gd name="connsiteX2" fmla="*/ 0 w 1894729"/>
                  <a:gd name="connsiteY2" fmla="*/ 0 h 453287"/>
                  <a:gd name="connsiteX3" fmla="*/ 1894730 w 1894729"/>
                  <a:gd name="connsiteY3" fmla="*/ 0 h 453287"/>
                  <a:gd name="connsiteX4" fmla="*/ 1576530 w 1894729"/>
                  <a:gd name="connsiteY4" fmla="*/ 453288 h 453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729" h="453287">
                    <a:moveTo>
                      <a:pt x="0" y="453288"/>
                    </a:moveTo>
                    <a:lnTo>
                      <a:pt x="0" y="0"/>
                    </a:lnTo>
                    <a:lnTo>
                      <a:pt x="0" y="0"/>
                    </a:lnTo>
                    <a:lnTo>
                      <a:pt x="1894730" y="0"/>
                    </a:lnTo>
                    <a:lnTo>
                      <a:pt x="1576530" y="453288"/>
                    </a:lnTo>
                    <a:close/>
                  </a:path>
                </a:pathLst>
              </a:custGeom>
              <a:solidFill>
                <a:srgbClr val="BA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900"/>
                  </a:spcAft>
                  <a:buFont typeface="Montserrat" panose="00000500000000000000" pitchFamily="2" charset="0"/>
                  <a:buChar char="​"/>
                </a:pPr>
                <a:endParaRPr lang="en-US" sz="1200">
                  <a:solidFill>
                    <a:schemeClr val="accent2"/>
                  </a:solidFill>
                </a:endParaRPr>
              </a:p>
            </p:txBody>
          </p:sp>
        </p:grpSp>
      </p:grpSp>
      <p:cxnSp>
        <p:nvCxnSpPr>
          <p:cNvPr id="127" name="Straight Connector 126">
            <a:extLst>
              <a:ext uri="{FF2B5EF4-FFF2-40B4-BE49-F238E27FC236}">
                <a16:creationId xmlns:a16="http://schemas.microsoft.com/office/drawing/2014/main" id="{9C16053D-61BA-48E6-AB3F-83E261E78859}"/>
              </a:ext>
              <a:ext uri="{C183D7F6-B498-43B3-948B-1728B52AA6E4}">
                <adec:decorative xmlns:adec="http://schemas.microsoft.com/office/drawing/2017/decorative" val="1"/>
              </a:ext>
            </a:extLst>
          </p:cNvPr>
          <p:cNvCxnSpPr>
            <a:cxnSpLocks/>
          </p:cNvCxnSpPr>
          <p:nvPr/>
        </p:nvCxnSpPr>
        <p:spPr>
          <a:xfrm>
            <a:off x="8118776" y="3906076"/>
            <a:ext cx="3149299" cy="0"/>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795369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23D41FCE-7002-4D43-AF21-134A60809761}"/>
              </a:ext>
              <a:ext uri="{C183D7F6-B498-43B3-948B-1728B52AA6E4}">
                <adec:decorative xmlns:adec="http://schemas.microsoft.com/office/drawing/2017/decorative" val="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4287" y="0"/>
            <a:ext cx="12163425" cy="6858000"/>
          </a:xfrm>
          <a:prstGeom prst="rect">
            <a:avLst/>
          </a:prstGeom>
        </p:spPr>
      </p:pic>
      <p:sp>
        <p:nvSpPr>
          <p:cNvPr id="3" name="Title 2">
            <a:extLst>
              <a:ext uri="{FF2B5EF4-FFF2-40B4-BE49-F238E27FC236}">
                <a16:creationId xmlns:a16="http://schemas.microsoft.com/office/drawing/2014/main" id="{A1A832D1-0C9B-4FEB-B325-5B8FDC844646}"/>
              </a:ext>
            </a:extLst>
          </p:cNvPr>
          <p:cNvSpPr>
            <a:spLocks noGrp="1"/>
          </p:cNvSpPr>
          <p:nvPr>
            <p:ph type="title"/>
          </p:nvPr>
        </p:nvSpPr>
        <p:spPr>
          <a:xfrm>
            <a:off x="922338" y="1182433"/>
            <a:ext cx="5861304" cy="786335"/>
          </a:xfrm>
        </p:spPr>
        <p:txBody>
          <a:bodyPr/>
          <a:lstStyle/>
          <a:p>
            <a:r>
              <a:rPr lang="en-US"/>
              <a:t>Dot Pattern SVG</a:t>
            </a:r>
          </a:p>
        </p:txBody>
      </p:sp>
      <p:sp>
        <p:nvSpPr>
          <p:cNvPr id="2" name="TextBox 1">
            <a:extLst>
              <a:ext uri="{FF2B5EF4-FFF2-40B4-BE49-F238E27FC236}">
                <a16:creationId xmlns:a16="http://schemas.microsoft.com/office/drawing/2014/main" id="{DF881819-78A7-4FFD-89A7-9951C008D637}"/>
              </a:ext>
            </a:extLst>
          </p:cNvPr>
          <p:cNvSpPr txBox="1"/>
          <p:nvPr/>
        </p:nvSpPr>
        <p:spPr>
          <a:xfrm>
            <a:off x="922338" y="2514600"/>
            <a:ext cx="3660548" cy="1539332"/>
          </a:xfrm>
          <a:prstGeom prst="rect">
            <a:avLst/>
          </a:prstGeom>
          <a:solidFill>
            <a:schemeClr val="tx1"/>
          </a:solidFill>
        </p:spPr>
        <p:txBody>
          <a:bodyPr vert="horz" wrap="square" lIns="182880" tIns="182880" rIns="182880" bIns="182880" rtlCol="0">
            <a:spAutoFit/>
          </a:bodyPr>
          <a:lstStyle/>
          <a:p>
            <a:pPr algn="l">
              <a:lnSpc>
                <a:spcPct val="110000"/>
              </a:lnSpc>
              <a:spcBef>
                <a:spcPts val="600"/>
              </a:spcBef>
              <a:spcAft>
                <a:spcPts val="600"/>
              </a:spcAft>
            </a:pPr>
            <a:r>
              <a:rPr lang="en-US" sz="1400">
                <a:solidFill>
                  <a:schemeClr val="bg1"/>
                </a:solidFill>
              </a:rPr>
              <a:t>This dot pattern can be re-colored using the Shape Fill tool. If pasting this pattern onto a new slide, simply right-click on the object and select “Send to Back.”</a:t>
            </a:r>
          </a:p>
        </p:txBody>
      </p:sp>
    </p:spTree>
    <p:extLst>
      <p:ext uri="{BB962C8B-B14F-4D97-AF65-F5344CB8AC3E}">
        <p14:creationId xmlns:p14="http://schemas.microsoft.com/office/powerpoint/2010/main" val="299613920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6292528D-0F88-4A27-AB46-7B0A1BBF46AC}"/>
              </a:ext>
            </a:extLst>
          </p:cNvPr>
          <p:cNvSpPr>
            <a:spLocks noGrp="1"/>
          </p:cNvSpPr>
          <p:nvPr>
            <p:ph type="subTitle" idx="15"/>
          </p:nvPr>
        </p:nvSpPr>
        <p:spPr/>
        <p:txBody>
          <a:bodyPr/>
          <a:lstStyle/>
          <a:p>
            <a:r>
              <a:rPr lang="en-US" dirty="0"/>
              <a:t>Design Toolkit</a:t>
            </a:r>
          </a:p>
        </p:txBody>
      </p:sp>
      <p:sp>
        <p:nvSpPr>
          <p:cNvPr id="7" name="Title 6">
            <a:extLst>
              <a:ext uri="{FF2B5EF4-FFF2-40B4-BE49-F238E27FC236}">
                <a16:creationId xmlns:a16="http://schemas.microsoft.com/office/drawing/2014/main" id="{2DDE5F88-C24A-4B23-870A-BA399AA5E1E5}"/>
              </a:ext>
            </a:extLst>
          </p:cNvPr>
          <p:cNvSpPr>
            <a:spLocks noGrp="1"/>
          </p:cNvSpPr>
          <p:nvPr>
            <p:ph type="title"/>
          </p:nvPr>
        </p:nvSpPr>
        <p:spPr>
          <a:xfrm>
            <a:off x="922338" y="1182433"/>
            <a:ext cx="5861304" cy="786335"/>
          </a:xfrm>
        </p:spPr>
        <p:txBody>
          <a:bodyPr/>
          <a:lstStyle/>
          <a:p>
            <a:r>
              <a:rPr lang="en-US"/>
              <a:t>Navigation Graphic</a:t>
            </a:r>
          </a:p>
        </p:txBody>
      </p:sp>
      <p:grpSp>
        <p:nvGrpSpPr>
          <p:cNvPr id="4" name="Group 3">
            <a:extLst>
              <a:ext uri="{FF2B5EF4-FFF2-40B4-BE49-F238E27FC236}">
                <a16:creationId xmlns:a16="http://schemas.microsoft.com/office/drawing/2014/main" id="{A6145F02-63FC-4123-9701-03C36E46D873}"/>
              </a:ext>
              <a:ext uri="{C183D7F6-B498-43B3-948B-1728B52AA6E4}">
                <adec:decorative xmlns:adec="http://schemas.microsoft.com/office/drawing/2017/decorative" val="1"/>
              </a:ext>
            </a:extLst>
          </p:cNvPr>
          <p:cNvGrpSpPr/>
          <p:nvPr/>
        </p:nvGrpSpPr>
        <p:grpSpPr>
          <a:xfrm>
            <a:off x="924619" y="2521721"/>
            <a:ext cx="1591631" cy="2176839"/>
            <a:chOff x="924619" y="2521721"/>
            <a:chExt cx="1591631" cy="2176839"/>
          </a:xfrm>
        </p:grpSpPr>
        <p:grpSp>
          <p:nvGrpSpPr>
            <p:cNvPr id="79" name="Group 78">
              <a:extLst>
                <a:ext uri="{FF2B5EF4-FFF2-40B4-BE49-F238E27FC236}">
                  <a16:creationId xmlns:a16="http://schemas.microsoft.com/office/drawing/2014/main" id="{4417B52C-8780-4F2B-AC34-4E9B0984949C}"/>
                </a:ext>
              </a:extLst>
            </p:cNvPr>
            <p:cNvGrpSpPr/>
            <p:nvPr/>
          </p:nvGrpSpPr>
          <p:grpSpPr>
            <a:xfrm>
              <a:off x="924619" y="2968776"/>
              <a:ext cx="1289712" cy="348385"/>
              <a:chOff x="699060" y="3080615"/>
              <a:chExt cx="1289712" cy="348385"/>
            </a:xfrm>
          </p:grpSpPr>
          <p:cxnSp>
            <p:nvCxnSpPr>
              <p:cNvPr id="69" name="Straight Connector 68">
                <a:extLst>
                  <a:ext uri="{FF2B5EF4-FFF2-40B4-BE49-F238E27FC236}">
                    <a16:creationId xmlns:a16="http://schemas.microsoft.com/office/drawing/2014/main" id="{4AD47A28-9CC1-4B22-8C71-386EE0FF3EA0}"/>
                  </a:ext>
                </a:extLst>
              </p:cNvPr>
              <p:cNvCxnSpPr/>
              <p:nvPr/>
            </p:nvCxnSpPr>
            <p:spPr>
              <a:xfrm>
                <a:off x="887104" y="3254807"/>
                <a:ext cx="923499" cy="0"/>
              </a:xfrm>
              <a:prstGeom prst="line">
                <a:avLst/>
              </a:prstGeom>
              <a:ln w="6350" cap="flat" cmpd="sng" algn="ctr">
                <a:solidFill>
                  <a:schemeClr val="tx1">
                    <a:lumMod val="100000"/>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56408281-B87B-45B5-86EA-F11F67FEC0E1}"/>
                  </a:ext>
                </a:extLst>
              </p:cNvPr>
              <p:cNvSpPr/>
              <p:nvPr/>
            </p:nvSpPr>
            <p:spPr>
              <a:xfrm>
                <a:off x="699060" y="3080615"/>
                <a:ext cx="348385" cy="348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bg1"/>
                    </a:solidFill>
                  </a:rPr>
                  <a:t>1</a:t>
                </a:r>
              </a:p>
            </p:txBody>
          </p:sp>
          <p:sp>
            <p:nvSpPr>
              <p:cNvPr id="16" name="Rectangle 15">
                <a:extLst>
                  <a:ext uri="{FF2B5EF4-FFF2-40B4-BE49-F238E27FC236}">
                    <a16:creationId xmlns:a16="http://schemas.microsoft.com/office/drawing/2014/main" id="{2FE182F4-3392-4676-9DC8-0ACF4330E712}"/>
                  </a:ext>
                </a:extLst>
              </p:cNvPr>
              <p:cNvSpPr/>
              <p:nvPr/>
            </p:nvSpPr>
            <p:spPr>
              <a:xfrm>
                <a:off x="1169040" y="3080615"/>
                <a:ext cx="348385" cy="348385"/>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bg1"/>
                    </a:solidFill>
                  </a:rPr>
                  <a:t>2</a:t>
                </a:r>
              </a:p>
            </p:txBody>
          </p:sp>
          <p:sp>
            <p:nvSpPr>
              <p:cNvPr id="17" name="Rectangle 16">
                <a:extLst>
                  <a:ext uri="{FF2B5EF4-FFF2-40B4-BE49-F238E27FC236}">
                    <a16:creationId xmlns:a16="http://schemas.microsoft.com/office/drawing/2014/main" id="{EBCD8B79-5B3F-4DBD-99F6-93FAC09083D6}"/>
                  </a:ext>
                </a:extLst>
              </p:cNvPr>
              <p:cNvSpPr/>
              <p:nvPr/>
            </p:nvSpPr>
            <p:spPr>
              <a:xfrm>
                <a:off x="1640387" y="3080615"/>
                <a:ext cx="348385" cy="348385"/>
              </a:xfrm>
              <a:prstGeom prst="rect">
                <a:avLst/>
              </a:prstGeom>
              <a:solidFill>
                <a:schemeClr val="accent3"/>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accent1">
                        <a:lumMod val="50000"/>
                      </a:schemeClr>
                    </a:solidFill>
                  </a:rPr>
                  <a:t>3</a:t>
                </a:r>
              </a:p>
            </p:txBody>
          </p:sp>
        </p:grpSp>
        <p:sp>
          <p:nvSpPr>
            <p:cNvPr id="29" name="TextBox 28">
              <a:extLst>
                <a:ext uri="{FF2B5EF4-FFF2-40B4-BE49-F238E27FC236}">
                  <a16:creationId xmlns:a16="http://schemas.microsoft.com/office/drawing/2014/main" id="{627644E3-E0D3-4720-A74E-C725BD13F3FC}"/>
                </a:ext>
              </a:extLst>
            </p:cNvPr>
            <p:cNvSpPr txBox="1"/>
            <p:nvPr/>
          </p:nvSpPr>
          <p:spPr>
            <a:xfrm>
              <a:off x="924619" y="2521721"/>
              <a:ext cx="1591631" cy="297046"/>
            </a:xfrm>
            <a:prstGeom prst="rect">
              <a:avLst/>
            </a:prstGeom>
          </p:spPr>
          <p:txBody>
            <a:bodyPr vert="horz" wrap="square" lIns="0" tIns="0" rIns="0" bIns="0" rtlCol="0" anchor="t">
              <a:noAutofit/>
            </a:bodyPr>
            <a:lstStyle/>
            <a:p>
              <a:r>
                <a:rPr lang="en-US" sz="1400" b="1"/>
                <a:t>Original state</a:t>
              </a:r>
            </a:p>
          </p:txBody>
        </p:sp>
        <p:grpSp>
          <p:nvGrpSpPr>
            <p:cNvPr id="80" name="Group 79">
              <a:extLst>
                <a:ext uri="{FF2B5EF4-FFF2-40B4-BE49-F238E27FC236}">
                  <a16:creationId xmlns:a16="http://schemas.microsoft.com/office/drawing/2014/main" id="{BCC17C18-8153-4017-9E07-1C28EE27EA15}"/>
                </a:ext>
              </a:extLst>
            </p:cNvPr>
            <p:cNvGrpSpPr/>
            <p:nvPr/>
          </p:nvGrpSpPr>
          <p:grpSpPr>
            <a:xfrm>
              <a:off x="924619" y="4350175"/>
              <a:ext cx="1289712" cy="348385"/>
              <a:chOff x="700766" y="4207507"/>
              <a:chExt cx="1289712" cy="348385"/>
            </a:xfrm>
          </p:grpSpPr>
          <p:cxnSp>
            <p:nvCxnSpPr>
              <p:cNvPr id="70" name="Straight Connector 69">
                <a:extLst>
                  <a:ext uri="{FF2B5EF4-FFF2-40B4-BE49-F238E27FC236}">
                    <a16:creationId xmlns:a16="http://schemas.microsoft.com/office/drawing/2014/main" id="{55E8E9E4-5398-487E-91BD-86FBF233F4FC}"/>
                  </a:ext>
                </a:extLst>
              </p:cNvPr>
              <p:cNvCxnSpPr/>
              <p:nvPr/>
            </p:nvCxnSpPr>
            <p:spPr>
              <a:xfrm>
                <a:off x="887104" y="4381699"/>
                <a:ext cx="923499" cy="0"/>
              </a:xfrm>
              <a:prstGeom prst="line">
                <a:avLst/>
              </a:prstGeom>
              <a:ln w="6350" cap="flat" cmpd="sng" algn="ctr">
                <a:solidFill>
                  <a:schemeClr val="tx1">
                    <a:lumMod val="100000"/>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E0F0C668-65B6-4A12-912B-18A21A7FD913}"/>
                  </a:ext>
                </a:extLst>
              </p:cNvPr>
              <p:cNvSpPr/>
              <p:nvPr/>
            </p:nvSpPr>
            <p:spPr>
              <a:xfrm>
                <a:off x="700766" y="4207507"/>
                <a:ext cx="348385" cy="348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bg1"/>
                    </a:solidFill>
                  </a:rPr>
                  <a:t>1</a:t>
                </a:r>
              </a:p>
            </p:txBody>
          </p:sp>
          <p:sp>
            <p:nvSpPr>
              <p:cNvPr id="13" name="Rectangle 12">
                <a:extLst>
                  <a:ext uri="{FF2B5EF4-FFF2-40B4-BE49-F238E27FC236}">
                    <a16:creationId xmlns:a16="http://schemas.microsoft.com/office/drawing/2014/main" id="{0E3BEB0C-A9C5-4ED2-8FE0-98BD781DCBC1}"/>
                  </a:ext>
                </a:extLst>
              </p:cNvPr>
              <p:cNvSpPr/>
              <p:nvPr/>
            </p:nvSpPr>
            <p:spPr>
              <a:xfrm>
                <a:off x="1170746" y="4207507"/>
                <a:ext cx="348385" cy="348385"/>
              </a:xfrm>
              <a:prstGeom prst="rect">
                <a:avLst/>
              </a:prstGeom>
              <a:solidFill>
                <a:schemeClr val="bg1"/>
              </a:solidFill>
              <a:ln w="6350" cap="flat" cmpd="sng" algn="ctr">
                <a:solidFill>
                  <a:schemeClr val="bg1">
                    <a:lumMod val="7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tx2"/>
                    </a:solidFill>
                  </a:rPr>
                  <a:t>2</a:t>
                </a:r>
              </a:p>
            </p:txBody>
          </p:sp>
          <p:sp>
            <p:nvSpPr>
              <p:cNvPr id="14" name="Rectangle 13">
                <a:extLst>
                  <a:ext uri="{FF2B5EF4-FFF2-40B4-BE49-F238E27FC236}">
                    <a16:creationId xmlns:a16="http://schemas.microsoft.com/office/drawing/2014/main" id="{9819EB8F-BD50-4F30-93AE-B58A12C4558D}"/>
                  </a:ext>
                </a:extLst>
              </p:cNvPr>
              <p:cNvSpPr/>
              <p:nvPr/>
            </p:nvSpPr>
            <p:spPr>
              <a:xfrm>
                <a:off x="1642093" y="4207507"/>
                <a:ext cx="348385" cy="348385"/>
              </a:xfrm>
              <a:prstGeom prst="rect">
                <a:avLst/>
              </a:prstGeom>
              <a:solidFill>
                <a:schemeClr val="bg1"/>
              </a:solidFill>
              <a:ln w="6350" cap="flat" cmpd="sng" algn="ctr">
                <a:solidFill>
                  <a:schemeClr val="bg1">
                    <a:lumMod val="7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200" b="1">
                    <a:solidFill>
                      <a:schemeClr val="tx2"/>
                    </a:solidFill>
                  </a:rPr>
                  <a:t>3</a:t>
                </a:r>
              </a:p>
            </p:txBody>
          </p:sp>
        </p:grpSp>
        <p:sp>
          <p:nvSpPr>
            <p:cNvPr id="30" name="TextBox 29">
              <a:extLst>
                <a:ext uri="{FF2B5EF4-FFF2-40B4-BE49-F238E27FC236}">
                  <a16:creationId xmlns:a16="http://schemas.microsoft.com/office/drawing/2014/main" id="{F63141F3-233F-4096-AF3B-6807F97E4B0E}"/>
                </a:ext>
              </a:extLst>
            </p:cNvPr>
            <p:cNvSpPr txBox="1"/>
            <p:nvPr/>
          </p:nvSpPr>
          <p:spPr>
            <a:xfrm>
              <a:off x="924619" y="3889224"/>
              <a:ext cx="1591631" cy="297046"/>
            </a:xfrm>
            <a:prstGeom prst="rect">
              <a:avLst/>
            </a:prstGeom>
          </p:spPr>
          <p:txBody>
            <a:bodyPr vert="horz" wrap="square" lIns="0" tIns="0" rIns="0" bIns="0" rtlCol="0" anchor="t">
              <a:noAutofit/>
            </a:bodyPr>
            <a:lstStyle/>
            <a:p>
              <a:r>
                <a:rPr lang="en-US" sz="1400" b="1"/>
                <a:t>Subdued state</a:t>
              </a:r>
            </a:p>
          </p:txBody>
        </p:sp>
      </p:grpSp>
      <p:grpSp>
        <p:nvGrpSpPr>
          <p:cNvPr id="2" name="Group 1">
            <a:extLst>
              <a:ext uri="{FF2B5EF4-FFF2-40B4-BE49-F238E27FC236}">
                <a16:creationId xmlns:a16="http://schemas.microsoft.com/office/drawing/2014/main" id="{DB9B2CF9-4A21-4AD1-B659-A308AF70F26E}"/>
              </a:ext>
              <a:ext uri="{C183D7F6-B498-43B3-948B-1728B52AA6E4}">
                <adec:decorative xmlns:adec="http://schemas.microsoft.com/office/drawing/2017/decorative" val="1"/>
              </a:ext>
            </a:extLst>
          </p:cNvPr>
          <p:cNvGrpSpPr/>
          <p:nvPr/>
        </p:nvGrpSpPr>
        <p:grpSpPr>
          <a:xfrm>
            <a:off x="4991099" y="2253797"/>
            <a:ext cx="6063429" cy="4007404"/>
            <a:chOff x="4991099" y="2253797"/>
            <a:chExt cx="6063429" cy="4007404"/>
          </a:xfrm>
        </p:grpSpPr>
        <p:sp>
          <p:nvSpPr>
            <p:cNvPr id="31" name="Content Placeholder 18">
              <a:extLst>
                <a:ext uri="{FF2B5EF4-FFF2-40B4-BE49-F238E27FC236}">
                  <a16:creationId xmlns:a16="http://schemas.microsoft.com/office/drawing/2014/main" id="{04C58284-4EDD-4B6D-8227-906219A7573F}"/>
                </a:ext>
              </a:extLst>
            </p:cNvPr>
            <p:cNvSpPr txBox="1">
              <a:spLocks/>
            </p:cNvSpPr>
            <p:nvPr/>
          </p:nvSpPr>
          <p:spPr>
            <a:xfrm>
              <a:off x="4991100" y="2253797"/>
              <a:ext cx="4664869" cy="285756"/>
            </a:xfrm>
            <a:prstGeom prst="rect">
              <a:avLst/>
            </a:prstGeom>
          </p:spPr>
          <p:txBody>
            <a:bodyPr vert="horz" lIns="0" tIns="0" rIns="0" bIns="0" rtlCol="0">
              <a:noAutofit/>
            </a:bodyPr>
            <a:lstStyle>
              <a:lvl1pPr marL="0" indent="0" algn="l" defTabSz="914400" rtl="0" eaLnBrk="1" latinLnBrk="0" hangingPunct="1">
                <a:lnSpc>
                  <a:spcPct val="120000"/>
                </a:lnSpc>
                <a:spcBef>
                  <a:spcPts val="0"/>
                </a:spcBef>
                <a:spcAft>
                  <a:spcPts val="900"/>
                </a:spcAft>
                <a:buFont typeface="Montserrat" panose="00000500000000000000" pitchFamily="2" charset="0"/>
                <a:buChar char="​"/>
                <a:defRPr lang="en-US" sz="1000" kern="1200">
                  <a:solidFill>
                    <a:schemeClr val="tx1"/>
                  </a:solidFill>
                  <a:latin typeface="+mn-lt"/>
                  <a:ea typeface="+mn-ea"/>
                  <a:cs typeface="+mn-cs"/>
                </a:defRPr>
              </a:lvl1pPr>
              <a:lvl2pPr marL="117475" indent="-117475" algn="l" defTabSz="914400" rtl="0" eaLnBrk="1" latinLnBrk="0" hangingPunct="1">
                <a:lnSpc>
                  <a:spcPct val="100000"/>
                </a:lnSpc>
                <a:spcBef>
                  <a:spcPts val="0"/>
                </a:spcBef>
                <a:spcAft>
                  <a:spcPts val="600"/>
                </a:spcAft>
                <a:buFont typeface="Montserrat" panose="00000500000000000000" pitchFamily="2" charset="0"/>
                <a:buChar char="•"/>
                <a:defRPr sz="1000" kern="1200">
                  <a:solidFill>
                    <a:schemeClr val="tx1">
                      <a:lumMod val="50000"/>
                      <a:lumOff val="50000"/>
                    </a:schemeClr>
                  </a:solidFill>
                  <a:latin typeface="+mn-lt"/>
                  <a:ea typeface="+mn-ea"/>
                  <a:cs typeface="+mn-cs"/>
                </a:defRPr>
              </a:lvl2pPr>
              <a:lvl3pPr marL="284163" indent="-111125" algn="l" defTabSz="914400" rtl="0" eaLnBrk="1" latinLnBrk="0" hangingPunct="1">
                <a:lnSpc>
                  <a:spcPct val="90000"/>
                </a:lnSpc>
                <a:spcBef>
                  <a:spcPts val="0"/>
                </a:spcBef>
                <a:spcAft>
                  <a:spcPts val="600"/>
                </a:spcAft>
                <a:buFont typeface="Montserrat" panose="00000500000000000000" pitchFamily="2" charset="0"/>
                <a:buChar char="◦"/>
                <a:defRPr sz="900" b="0" kern="1200">
                  <a:solidFill>
                    <a:schemeClr val="tx2"/>
                  </a:solidFill>
                  <a:latin typeface="+mn-lt"/>
                  <a:ea typeface="+mn-ea"/>
                  <a:cs typeface="+mn-cs"/>
                </a:defRPr>
              </a:lvl3pPr>
              <a:lvl4pPr marL="0" indent="0" algn="l" defTabSz="914400" rtl="0" eaLnBrk="1" latinLnBrk="0" hangingPunct="1">
                <a:lnSpc>
                  <a:spcPct val="110000"/>
                </a:lnSpc>
                <a:spcBef>
                  <a:spcPts val="0"/>
                </a:spcBef>
                <a:spcAft>
                  <a:spcPts val="900"/>
                </a:spcAft>
                <a:buFont typeface="Montserrat" panose="00000500000000000000" pitchFamily="2" charset="0"/>
                <a:buChar char="​"/>
                <a:defRPr sz="1200" b="1" kern="1200" cap="none" baseline="0">
                  <a:solidFill>
                    <a:schemeClr val="accent3"/>
                  </a:solidFill>
                  <a:latin typeface="+mn-lt"/>
                  <a:ea typeface="+mn-ea"/>
                  <a:cs typeface="+mn-cs"/>
                </a:defRPr>
              </a:lvl4pPr>
              <a:lvl5pPr marL="0" indent="0" algn="l" defTabSz="914400" rtl="0" eaLnBrk="1" latinLnBrk="0" hangingPunct="1">
                <a:lnSpc>
                  <a:spcPct val="110000"/>
                </a:lnSpc>
                <a:spcBef>
                  <a:spcPts val="0"/>
                </a:spcBef>
                <a:spcAft>
                  <a:spcPts val="900"/>
                </a:spcAft>
                <a:buFont typeface="Montserrat" panose="00000500000000000000" pitchFamily="2" charset="0"/>
                <a:buChar char="​"/>
                <a:defRPr sz="900" b="0" kern="1200" cap="all" baseline="0">
                  <a:solidFill>
                    <a:schemeClr val="tx1"/>
                  </a:solidFill>
                  <a:latin typeface="Montserrat ExtraBold" panose="00000900000000000000" pitchFamily="2" charset="0"/>
                  <a:ea typeface="+mn-ea"/>
                  <a:cs typeface="+mn-cs"/>
                </a:defRPr>
              </a:lvl5pPr>
              <a:lvl6pPr marL="0" indent="0" algn="l" defTabSz="914400" rtl="0" eaLnBrk="1" latinLnBrk="0" hangingPunct="1">
                <a:lnSpc>
                  <a:spcPct val="110000"/>
                </a:lnSpc>
                <a:spcBef>
                  <a:spcPts val="0"/>
                </a:spcBef>
                <a:spcAft>
                  <a:spcPts val="900"/>
                </a:spcAft>
                <a:buFont typeface="Montserrat" panose="00000500000000000000" pitchFamily="2" charset="0"/>
                <a:buChar char="​"/>
                <a:defRPr sz="1600" kern="1200">
                  <a:solidFill>
                    <a:schemeClr val="tx1"/>
                  </a:solidFill>
                  <a:latin typeface="+mn-lt"/>
                  <a:ea typeface="+mn-ea"/>
                  <a:cs typeface="+mn-cs"/>
                </a:defRPr>
              </a:lvl6pPr>
              <a:lvl7pPr marL="0" indent="0" algn="l" defTabSz="914400" rtl="0" eaLnBrk="1" latinLnBrk="0" hangingPunct="1">
                <a:lnSpc>
                  <a:spcPct val="100000"/>
                </a:lnSpc>
                <a:spcBef>
                  <a:spcPts val="0"/>
                </a:spcBef>
                <a:spcAft>
                  <a:spcPts val="900"/>
                </a:spcAft>
                <a:buFont typeface="Montserrat" panose="00000500000000000000" pitchFamily="2" charset="0"/>
                <a:buChar char="​"/>
                <a:defRPr sz="2000" b="0" kern="1200">
                  <a:solidFill>
                    <a:schemeClr val="accent2"/>
                  </a:solidFill>
                  <a:latin typeface="+mn-lt"/>
                  <a:ea typeface="+mn-ea"/>
                  <a:cs typeface="+mn-cs"/>
                </a:defRPr>
              </a:lvl7pPr>
              <a:lvl8pPr marL="0" indent="0" algn="l" defTabSz="914400" rtl="0" eaLnBrk="1" latinLnBrk="0" hangingPunct="1">
                <a:lnSpc>
                  <a:spcPct val="90000"/>
                </a:lnSpc>
                <a:spcBef>
                  <a:spcPts val="0"/>
                </a:spcBef>
                <a:spcAft>
                  <a:spcPts val="600"/>
                </a:spcAft>
                <a:buFont typeface="Montserrat" panose="00000500000000000000" pitchFamily="2" charset="0"/>
                <a:buChar char="​"/>
                <a:defRPr sz="1400" b="1" kern="1200">
                  <a:solidFill>
                    <a:schemeClr val="tx2"/>
                  </a:solidFill>
                  <a:latin typeface="+mn-lt"/>
                  <a:ea typeface="+mn-ea"/>
                  <a:cs typeface="+mn-cs"/>
                </a:defRPr>
              </a:lvl8pPr>
              <a:lvl9pPr marL="0" indent="0" algn="l" defTabSz="914400" rtl="0" eaLnBrk="1" latinLnBrk="0" hangingPunct="1">
                <a:lnSpc>
                  <a:spcPct val="90000"/>
                </a:lnSpc>
                <a:spcBef>
                  <a:spcPts val="0"/>
                </a:spcBef>
                <a:spcAft>
                  <a:spcPts val="600"/>
                </a:spcAft>
                <a:buFont typeface="Montserrat" panose="00000500000000000000" pitchFamily="2" charset="0"/>
                <a:buChar char="​"/>
                <a:defRPr sz="1100" b="1" kern="1200">
                  <a:solidFill>
                    <a:schemeClr val="tx1"/>
                  </a:solidFill>
                  <a:latin typeface="+mn-lt"/>
                  <a:ea typeface="+mn-ea"/>
                  <a:cs typeface="+mn-cs"/>
                </a:defRPr>
              </a:lvl9pPr>
            </a:lstStyle>
            <a:p>
              <a:r>
                <a:rPr lang="en-US" sz="1200" b="1"/>
                <a:t>Example of use</a:t>
              </a:r>
            </a:p>
          </p:txBody>
        </p:sp>
        <p:grpSp>
          <p:nvGrpSpPr>
            <p:cNvPr id="46" name="Group 45">
              <a:extLst>
                <a:ext uri="{FF2B5EF4-FFF2-40B4-BE49-F238E27FC236}">
                  <a16:creationId xmlns:a16="http://schemas.microsoft.com/office/drawing/2014/main" id="{7A8A2A4B-BA1F-460E-868A-B460A70FB134}"/>
                </a:ext>
              </a:extLst>
            </p:cNvPr>
            <p:cNvGrpSpPr>
              <a:grpSpLocks/>
            </p:cNvGrpSpPr>
            <p:nvPr/>
          </p:nvGrpSpPr>
          <p:grpSpPr>
            <a:xfrm>
              <a:off x="8403498" y="2537881"/>
              <a:ext cx="2651030" cy="1491205"/>
              <a:chOff x="8369378" y="2079547"/>
              <a:chExt cx="3087737" cy="1736853"/>
            </a:xfrm>
          </p:grpSpPr>
          <p:sp>
            <p:nvSpPr>
              <p:cNvPr id="40" name="Rectangle 39">
                <a:extLst>
                  <a:ext uri="{FF2B5EF4-FFF2-40B4-BE49-F238E27FC236}">
                    <a16:creationId xmlns:a16="http://schemas.microsoft.com/office/drawing/2014/main" id="{6EAF5326-0997-4A7C-8965-7C3879589251}"/>
                  </a:ext>
                </a:extLst>
              </p:cNvPr>
              <p:cNvSpPr/>
              <p:nvPr/>
            </p:nvSpPr>
            <p:spPr>
              <a:xfrm>
                <a:off x="8369378" y="2079547"/>
                <a:ext cx="3087737" cy="173685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600">
                  <a:solidFill>
                    <a:schemeClr val="accent2"/>
                  </a:solidFill>
                </a:endParaRPr>
              </a:p>
            </p:txBody>
          </p:sp>
          <p:cxnSp>
            <p:nvCxnSpPr>
              <p:cNvPr id="75" name="Straight Connector 74">
                <a:extLst>
                  <a:ext uri="{FF2B5EF4-FFF2-40B4-BE49-F238E27FC236}">
                    <a16:creationId xmlns:a16="http://schemas.microsoft.com/office/drawing/2014/main" id="{8781A879-943B-444C-A082-A79D35DE6AA0}"/>
                  </a:ext>
                </a:extLst>
              </p:cNvPr>
              <p:cNvCxnSpPr>
                <a:cxnSpLocks/>
              </p:cNvCxnSpPr>
              <p:nvPr/>
            </p:nvCxnSpPr>
            <p:spPr>
              <a:xfrm>
                <a:off x="10908624" y="2291900"/>
                <a:ext cx="32925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EE492887-35F7-46D4-AD0A-EBCCE3E547AE}"/>
                  </a:ext>
                </a:extLst>
              </p:cNvPr>
              <p:cNvSpPr/>
              <p:nvPr/>
            </p:nvSpPr>
            <p:spPr>
              <a:xfrm>
                <a:off x="10848361" y="2231076"/>
                <a:ext cx="121649" cy="121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600" b="1">
                    <a:solidFill>
                      <a:schemeClr val="bg1"/>
                    </a:solidFill>
                  </a:rPr>
                  <a:t>1</a:t>
                </a:r>
              </a:p>
            </p:txBody>
          </p:sp>
          <p:sp>
            <p:nvSpPr>
              <p:cNvPr id="43" name="Rectangle 42">
                <a:extLst>
                  <a:ext uri="{FF2B5EF4-FFF2-40B4-BE49-F238E27FC236}">
                    <a16:creationId xmlns:a16="http://schemas.microsoft.com/office/drawing/2014/main" id="{AD2AB923-F41F-4215-8B32-C2FEBB2E952F}"/>
                  </a:ext>
                </a:extLst>
              </p:cNvPr>
              <p:cNvSpPr/>
              <p:nvPr/>
            </p:nvSpPr>
            <p:spPr>
              <a:xfrm>
                <a:off x="11012468" y="2231076"/>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2</a:t>
                </a:r>
              </a:p>
            </p:txBody>
          </p:sp>
          <p:sp>
            <p:nvSpPr>
              <p:cNvPr id="44" name="Rectangle 43">
                <a:extLst>
                  <a:ext uri="{FF2B5EF4-FFF2-40B4-BE49-F238E27FC236}">
                    <a16:creationId xmlns:a16="http://schemas.microsoft.com/office/drawing/2014/main" id="{40765B04-120C-4A1A-A11D-0244DC0E476B}"/>
                  </a:ext>
                </a:extLst>
              </p:cNvPr>
              <p:cNvSpPr/>
              <p:nvPr/>
            </p:nvSpPr>
            <p:spPr>
              <a:xfrm>
                <a:off x="11177052" y="2231076"/>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3</a:t>
                </a:r>
              </a:p>
            </p:txBody>
          </p:sp>
          <p:sp>
            <p:nvSpPr>
              <p:cNvPr id="95" name="Rectangle 7">
                <a:extLst>
                  <a:ext uri="{FF2B5EF4-FFF2-40B4-BE49-F238E27FC236}">
                    <a16:creationId xmlns:a16="http://schemas.microsoft.com/office/drawing/2014/main" id="{4647E4DF-F9BF-475F-9130-7A49C2A884F4}"/>
                  </a:ext>
                </a:extLst>
              </p:cNvPr>
              <p:cNvSpPr>
                <a:spLocks noChangeArrowheads="1"/>
              </p:cNvSpPr>
              <p:nvPr/>
            </p:nvSpPr>
            <p:spPr bwMode="auto">
              <a:xfrm>
                <a:off x="8636673" y="2233205"/>
                <a:ext cx="2019155" cy="12975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7" name="Group 86">
                <a:extLst>
                  <a:ext uri="{FF2B5EF4-FFF2-40B4-BE49-F238E27FC236}">
                    <a16:creationId xmlns:a16="http://schemas.microsoft.com/office/drawing/2014/main" id="{E7FD684F-AA5E-4B1D-BAE1-E9252E3640DE}"/>
                  </a:ext>
                </a:extLst>
              </p:cNvPr>
              <p:cNvGrpSpPr/>
              <p:nvPr/>
            </p:nvGrpSpPr>
            <p:grpSpPr>
              <a:xfrm>
                <a:off x="8636673" y="2978251"/>
                <a:ext cx="1233854" cy="730317"/>
                <a:chOff x="5105053" y="2919470"/>
                <a:chExt cx="613882" cy="672698"/>
              </a:xfrm>
              <a:solidFill>
                <a:schemeClr val="bg1">
                  <a:lumMod val="75000"/>
                </a:schemeClr>
              </a:solidFill>
            </p:grpSpPr>
            <p:sp>
              <p:nvSpPr>
                <p:cNvPr id="88" name="Rectangle 7">
                  <a:extLst>
                    <a:ext uri="{FF2B5EF4-FFF2-40B4-BE49-F238E27FC236}">
                      <a16:creationId xmlns:a16="http://schemas.microsoft.com/office/drawing/2014/main" id="{13D939BF-BD24-4EE9-88F3-B28F6B6A0C6A}"/>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8">
                  <a:extLst>
                    <a:ext uri="{FF2B5EF4-FFF2-40B4-BE49-F238E27FC236}">
                      <a16:creationId xmlns:a16="http://schemas.microsoft.com/office/drawing/2014/main" id="{B31F4831-3EF2-4C8C-A6A7-B8EDC3707713}"/>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9">
                  <a:extLst>
                    <a:ext uri="{FF2B5EF4-FFF2-40B4-BE49-F238E27FC236}">
                      <a16:creationId xmlns:a16="http://schemas.microsoft.com/office/drawing/2014/main" id="{57E998F0-AC18-4B22-A457-B27DE5D5FE3A}"/>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10">
                  <a:extLst>
                    <a:ext uri="{FF2B5EF4-FFF2-40B4-BE49-F238E27FC236}">
                      <a16:creationId xmlns:a16="http://schemas.microsoft.com/office/drawing/2014/main" id="{191FDE38-CA93-4FEC-804B-D9E922BA0E03}"/>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11">
                  <a:extLst>
                    <a:ext uri="{FF2B5EF4-FFF2-40B4-BE49-F238E27FC236}">
                      <a16:creationId xmlns:a16="http://schemas.microsoft.com/office/drawing/2014/main" id="{370FF31C-ACD0-4588-9BE4-662FAC5A0C97}"/>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2">
                  <a:extLst>
                    <a:ext uri="{FF2B5EF4-FFF2-40B4-BE49-F238E27FC236}">
                      <a16:creationId xmlns:a16="http://schemas.microsoft.com/office/drawing/2014/main" id="{4505ADE7-4350-4473-8A60-CF8C01D5AFCC}"/>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3">
                  <a:extLst>
                    <a:ext uri="{FF2B5EF4-FFF2-40B4-BE49-F238E27FC236}">
                      <a16:creationId xmlns:a16="http://schemas.microsoft.com/office/drawing/2014/main" id="{473997DE-752B-4869-967A-1A89F1D6E706}"/>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1" name="Group 100">
                <a:extLst>
                  <a:ext uri="{FF2B5EF4-FFF2-40B4-BE49-F238E27FC236}">
                    <a16:creationId xmlns:a16="http://schemas.microsoft.com/office/drawing/2014/main" id="{CD626F24-EA9C-4A89-AD2D-A10A1854C659}"/>
                  </a:ext>
                </a:extLst>
              </p:cNvPr>
              <p:cNvGrpSpPr/>
              <p:nvPr/>
            </p:nvGrpSpPr>
            <p:grpSpPr>
              <a:xfrm>
                <a:off x="10064847" y="2978251"/>
                <a:ext cx="1233854" cy="730317"/>
                <a:chOff x="5105053" y="2919470"/>
                <a:chExt cx="613882" cy="672698"/>
              </a:xfrm>
              <a:solidFill>
                <a:schemeClr val="bg1">
                  <a:lumMod val="75000"/>
                </a:schemeClr>
              </a:solidFill>
            </p:grpSpPr>
            <p:sp>
              <p:nvSpPr>
                <p:cNvPr id="102" name="Rectangle 7">
                  <a:extLst>
                    <a:ext uri="{FF2B5EF4-FFF2-40B4-BE49-F238E27FC236}">
                      <a16:creationId xmlns:a16="http://schemas.microsoft.com/office/drawing/2014/main" id="{BA56F6D5-FAC3-447B-A8E0-19C0FC2BA4FD}"/>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8">
                  <a:extLst>
                    <a:ext uri="{FF2B5EF4-FFF2-40B4-BE49-F238E27FC236}">
                      <a16:creationId xmlns:a16="http://schemas.microsoft.com/office/drawing/2014/main" id="{7A9650E0-44CE-4476-939B-E04696AD1245}"/>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9">
                  <a:extLst>
                    <a:ext uri="{FF2B5EF4-FFF2-40B4-BE49-F238E27FC236}">
                      <a16:creationId xmlns:a16="http://schemas.microsoft.com/office/drawing/2014/main" id="{888C6882-3C2A-4267-8BB4-6038D18110AD}"/>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0">
                  <a:extLst>
                    <a:ext uri="{FF2B5EF4-FFF2-40B4-BE49-F238E27FC236}">
                      <a16:creationId xmlns:a16="http://schemas.microsoft.com/office/drawing/2014/main" id="{A9B224F6-86E1-4D51-9F5D-C4839137AB2C}"/>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11">
                  <a:extLst>
                    <a:ext uri="{FF2B5EF4-FFF2-40B4-BE49-F238E27FC236}">
                      <a16:creationId xmlns:a16="http://schemas.microsoft.com/office/drawing/2014/main" id="{0CD1D087-7444-4FF9-BCDC-168E59E71545}"/>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2">
                  <a:extLst>
                    <a:ext uri="{FF2B5EF4-FFF2-40B4-BE49-F238E27FC236}">
                      <a16:creationId xmlns:a16="http://schemas.microsoft.com/office/drawing/2014/main" id="{D801042D-AFD8-4F3F-8327-AF079E3D6BFF}"/>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3">
                  <a:extLst>
                    <a:ext uri="{FF2B5EF4-FFF2-40B4-BE49-F238E27FC236}">
                      <a16:creationId xmlns:a16="http://schemas.microsoft.com/office/drawing/2014/main" id="{2B1A7280-EB53-446A-B1D8-A4084351019B}"/>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5" name="Group 44">
              <a:extLst>
                <a:ext uri="{FF2B5EF4-FFF2-40B4-BE49-F238E27FC236}">
                  <a16:creationId xmlns:a16="http://schemas.microsoft.com/office/drawing/2014/main" id="{F605E3FE-9571-41C3-BF63-54906EFDCFF5}"/>
                </a:ext>
              </a:extLst>
            </p:cNvPr>
            <p:cNvGrpSpPr/>
            <p:nvPr/>
          </p:nvGrpSpPr>
          <p:grpSpPr>
            <a:xfrm>
              <a:off x="8403498" y="4582957"/>
              <a:ext cx="2651030" cy="1491205"/>
              <a:chOff x="8403497" y="4124623"/>
              <a:chExt cx="3087737" cy="1736853"/>
            </a:xfrm>
          </p:grpSpPr>
          <p:sp>
            <p:nvSpPr>
              <p:cNvPr id="54" name="Rectangle 53">
                <a:extLst>
                  <a:ext uri="{FF2B5EF4-FFF2-40B4-BE49-F238E27FC236}">
                    <a16:creationId xmlns:a16="http://schemas.microsoft.com/office/drawing/2014/main" id="{69ED5C04-B52E-470E-AC5B-A5263F498248}"/>
                  </a:ext>
                </a:extLst>
              </p:cNvPr>
              <p:cNvSpPr/>
              <p:nvPr/>
            </p:nvSpPr>
            <p:spPr>
              <a:xfrm>
                <a:off x="8403497" y="4124623"/>
                <a:ext cx="3087737" cy="173685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cxnSp>
            <p:nvCxnSpPr>
              <p:cNvPr id="77" name="Straight Connector 76">
                <a:extLst>
                  <a:ext uri="{FF2B5EF4-FFF2-40B4-BE49-F238E27FC236}">
                    <a16:creationId xmlns:a16="http://schemas.microsoft.com/office/drawing/2014/main" id="{A29DD403-052F-4813-81C1-59EEA5C64A03}"/>
                  </a:ext>
                </a:extLst>
              </p:cNvPr>
              <p:cNvCxnSpPr>
                <a:cxnSpLocks/>
              </p:cNvCxnSpPr>
              <p:nvPr/>
            </p:nvCxnSpPr>
            <p:spPr>
              <a:xfrm>
                <a:off x="10908624" y="4336976"/>
                <a:ext cx="32925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5A29D7E4-4C1C-438C-94B9-58CB410C88BA}"/>
                  </a:ext>
                </a:extLst>
              </p:cNvPr>
              <p:cNvSpPr/>
              <p:nvPr/>
            </p:nvSpPr>
            <p:spPr>
              <a:xfrm>
                <a:off x="10848361" y="4276152"/>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1</a:t>
                </a:r>
              </a:p>
            </p:txBody>
          </p:sp>
          <p:sp>
            <p:nvSpPr>
              <p:cNvPr id="57" name="Rectangle 56">
                <a:extLst>
                  <a:ext uri="{FF2B5EF4-FFF2-40B4-BE49-F238E27FC236}">
                    <a16:creationId xmlns:a16="http://schemas.microsoft.com/office/drawing/2014/main" id="{D88AE7BC-B9EA-4291-BCD2-EA48605C664D}"/>
                  </a:ext>
                </a:extLst>
              </p:cNvPr>
              <p:cNvSpPr/>
              <p:nvPr/>
            </p:nvSpPr>
            <p:spPr>
              <a:xfrm>
                <a:off x="11012468" y="4276152"/>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2</a:t>
                </a:r>
              </a:p>
            </p:txBody>
          </p:sp>
          <p:sp>
            <p:nvSpPr>
              <p:cNvPr id="58" name="Rectangle 57">
                <a:extLst>
                  <a:ext uri="{FF2B5EF4-FFF2-40B4-BE49-F238E27FC236}">
                    <a16:creationId xmlns:a16="http://schemas.microsoft.com/office/drawing/2014/main" id="{543034AF-1251-4801-87F2-76AC66449874}"/>
                  </a:ext>
                </a:extLst>
              </p:cNvPr>
              <p:cNvSpPr/>
              <p:nvPr/>
            </p:nvSpPr>
            <p:spPr>
              <a:xfrm>
                <a:off x="11177052" y="4276152"/>
                <a:ext cx="121649" cy="121648"/>
              </a:xfrm>
              <a:prstGeom prst="rect">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accent1">
                        <a:lumMod val="50000"/>
                      </a:schemeClr>
                    </a:solidFill>
                  </a:rPr>
                  <a:t>3</a:t>
                </a:r>
              </a:p>
            </p:txBody>
          </p:sp>
          <p:sp>
            <p:nvSpPr>
              <p:cNvPr id="86" name="Rectangle 7">
                <a:extLst>
                  <a:ext uri="{FF2B5EF4-FFF2-40B4-BE49-F238E27FC236}">
                    <a16:creationId xmlns:a16="http://schemas.microsoft.com/office/drawing/2014/main" id="{E96CDBFC-CE74-4812-94C3-E9006B9A810D}"/>
                  </a:ext>
                </a:extLst>
              </p:cNvPr>
              <p:cNvSpPr>
                <a:spLocks noChangeArrowheads="1"/>
              </p:cNvSpPr>
              <p:nvPr/>
            </p:nvSpPr>
            <p:spPr bwMode="auto">
              <a:xfrm>
                <a:off x="8636673" y="4276152"/>
                <a:ext cx="2019155" cy="12975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9" name="Group 108">
                <a:extLst>
                  <a:ext uri="{FF2B5EF4-FFF2-40B4-BE49-F238E27FC236}">
                    <a16:creationId xmlns:a16="http://schemas.microsoft.com/office/drawing/2014/main" id="{8A9BAE65-4CB2-46B5-BB0C-306B609E722C}"/>
                  </a:ext>
                </a:extLst>
              </p:cNvPr>
              <p:cNvGrpSpPr/>
              <p:nvPr/>
            </p:nvGrpSpPr>
            <p:grpSpPr>
              <a:xfrm>
                <a:off x="8636673" y="5021198"/>
                <a:ext cx="1233854" cy="730317"/>
                <a:chOff x="5105053" y="2919470"/>
                <a:chExt cx="613882" cy="672698"/>
              </a:xfrm>
              <a:solidFill>
                <a:schemeClr val="bg1">
                  <a:lumMod val="75000"/>
                </a:schemeClr>
              </a:solidFill>
            </p:grpSpPr>
            <p:sp>
              <p:nvSpPr>
                <p:cNvPr id="110" name="Rectangle 7">
                  <a:extLst>
                    <a:ext uri="{FF2B5EF4-FFF2-40B4-BE49-F238E27FC236}">
                      <a16:creationId xmlns:a16="http://schemas.microsoft.com/office/drawing/2014/main" id="{FF47B0A2-BEA4-4C47-9A98-B68E1B72B214}"/>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8">
                  <a:extLst>
                    <a:ext uri="{FF2B5EF4-FFF2-40B4-BE49-F238E27FC236}">
                      <a16:creationId xmlns:a16="http://schemas.microsoft.com/office/drawing/2014/main" id="{8872F94F-4241-42F0-81E5-F49CD4094332}"/>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Rectangle 9">
                  <a:extLst>
                    <a:ext uri="{FF2B5EF4-FFF2-40B4-BE49-F238E27FC236}">
                      <a16:creationId xmlns:a16="http://schemas.microsoft.com/office/drawing/2014/main" id="{857A8D42-4628-4646-95AE-54A93FDE717E}"/>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0">
                  <a:extLst>
                    <a:ext uri="{FF2B5EF4-FFF2-40B4-BE49-F238E27FC236}">
                      <a16:creationId xmlns:a16="http://schemas.microsoft.com/office/drawing/2014/main" id="{3C90BD45-10F0-40DB-8989-5F4A6ECE0238}"/>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Rectangle 11">
                  <a:extLst>
                    <a:ext uri="{FF2B5EF4-FFF2-40B4-BE49-F238E27FC236}">
                      <a16:creationId xmlns:a16="http://schemas.microsoft.com/office/drawing/2014/main" id="{0CC1342E-0B6E-4086-9956-988AEB06FCA6}"/>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Rectangle 12">
                  <a:extLst>
                    <a:ext uri="{FF2B5EF4-FFF2-40B4-BE49-F238E27FC236}">
                      <a16:creationId xmlns:a16="http://schemas.microsoft.com/office/drawing/2014/main" id="{4754369B-89EE-4ECC-BE10-5065A40AD3D9}"/>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3">
                  <a:extLst>
                    <a:ext uri="{FF2B5EF4-FFF2-40B4-BE49-F238E27FC236}">
                      <a16:creationId xmlns:a16="http://schemas.microsoft.com/office/drawing/2014/main" id="{D143701B-6FF7-42D6-8BC6-519CCE05F3BB}"/>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7" name="Group 116">
                <a:extLst>
                  <a:ext uri="{FF2B5EF4-FFF2-40B4-BE49-F238E27FC236}">
                    <a16:creationId xmlns:a16="http://schemas.microsoft.com/office/drawing/2014/main" id="{16C7BBBF-EDB0-4BC1-BAC8-8CDB84313BF6}"/>
                  </a:ext>
                </a:extLst>
              </p:cNvPr>
              <p:cNvGrpSpPr/>
              <p:nvPr/>
            </p:nvGrpSpPr>
            <p:grpSpPr>
              <a:xfrm>
                <a:off x="10064847" y="5021198"/>
                <a:ext cx="1233854" cy="730317"/>
                <a:chOff x="5105053" y="2919470"/>
                <a:chExt cx="613882" cy="672698"/>
              </a:xfrm>
              <a:solidFill>
                <a:schemeClr val="bg1">
                  <a:lumMod val="75000"/>
                </a:schemeClr>
              </a:solidFill>
            </p:grpSpPr>
            <p:sp>
              <p:nvSpPr>
                <p:cNvPr id="118" name="Rectangle 7">
                  <a:extLst>
                    <a:ext uri="{FF2B5EF4-FFF2-40B4-BE49-F238E27FC236}">
                      <a16:creationId xmlns:a16="http://schemas.microsoft.com/office/drawing/2014/main" id="{826EE55B-EC7F-4CBB-8E4E-6859F4265531}"/>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8">
                  <a:extLst>
                    <a:ext uri="{FF2B5EF4-FFF2-40B4-BE49-F238E27FC236}">
                      <a16:creationId xmlns:a16="http://schemas.microsoft.com/office/drawing/2014/main" id="{76ADDBF8-399B-4C90-B201-1E33B0F50C20}"/>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9">
                  <a:extLst>
                    <a:ext uri="{FF2B5EF4-FFF2-40B4-BE49-F238E27FC236}">
                      <a16:creationId xmlns:a16="http://schemas.microsoft.com/office/drawing/2014/main" id="{F473C2DC-FFAE-470B-A21C-513A2F4DD17E}"/>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0">
                  <a:extLst>
                    <a:ext uri="{FF2B5EF4-FFF2-40B4-BE49-F238E27FC236}">
                      <a16:creationId xmlns:a16="http://schemas.microsoft.com/office/drawing/2014/main" id="{34E51291-455D-496F-A1C3-3FC3BD603C68}"/>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1">
                  <a:extLst>
                    <a:ext uri="{FF2B5EF4-FFF2-40B4-BE49-F238E27FC236}">
                      <a16:creationId xmlns:a16="http://schemas.microsoft.com/office/drawing/2014/main" id="{B1D897AB-6629-4215-B6F8-0A04FD8A2598}"/>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Rectangle 12">
                  <a:extLst>
                    <a:ext uri="{FF2B5EF4-FFF2-40B4-BE49-F238E27FC236}">
                      <a16:creationId xmlns:a16="http://schemas.microsoft.com/office/drawing/2014/main" id="{A44228E4-1912-4AD9-8010-007B5FAF8BD5}"/>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3">
                  <a:extLst>
                    <a:ext uri="{FF2B5EF4-FFF2-40B4-BE49-F238E27FC236}">
                      <a16:creationId xmlns:a16="http://schemas.microsoft.com/office/drawing/2014/main" id="{03610C6C-1E54-4659-9102-AB63ED9C33D8}"/>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7" name="Group 46">
              <a:extLst>
                <a:ext uri="{FF2B5EF4-FFF2-40B4-BE49-F238E27FC236}">
                  <a16:creationId xmlns:a16="http://schemas.microsoft.com/office/drawing/2014/main" id="{5BBD1681-FB31-4B6E-A9C2-ED77AE0B40DC}"/>
                </a:ext>
              </a:extLst>
            </p:cNvPr>
            <p:cNvGrpSpPr/>
            <p:nvPr/>
          </p:nvGrpSpPr>
          <p:grpSpPr>
            <a:xfrm>
              <a:off x="4991099" y="2537881"/>
              <a:ext cx="2651031" cy="1491205"/>
              <a:chOff x="4991099" y="2079547"/>
              <a:chExt cx="3087738" cy="1736853"/>
            </a:xfrm>
          </p:grpSpPr>
          <p:sp>
            <p:nvSpPr>
              <p:cNvPr id="32" name="Rectangle 31">
                <a:extLst>
                  <a:ext uri="{FF2B5EF4-FFF2-40B4-BE49-F238E27FC236}">
                    <a16:creationId xmlns:a16="http://schemas.microsoft.com/office/drawing/2014/main" id="{378533D9-BDFC-4AED-9DC3-A8160741C075}"/>
                  </a:ext>
                </a:extLst>
              </p:cNvPr>
              <p:cNvSpPr/>
              <p:nvPr/>
            </p:nvSpPr>
            <p:spPr>
              <a:xfrm>
                <a:off x="4991100" y="2079547"/>
                <a:ext cx="3087737" cy="173685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sp>
            <p:nvSpPr>
              <p:cNvPr id="11" name="Rectangle 6">
                <a:extLst>
                  <a:ext uri="{FF2B5EF4-FFF2-40B4-BE49-F238E27FC236}">
                    <a16:creationId xmlns:a16="http://schemas.microsoft.com/office/drawing/2014/main" id="{C575F4C4-ADB5-4AB2-82D5-87F97F33E944}"/>
                  </a:ext>
                </a:extLst>
              </p:cNvPr>
              <p:cNvSpPr>
                <a:spLocks noChangeArrowheads="1"/>
              </p:cNvSpPr>
              <p:nvPr/>
            </p:nvSpPr>
            <p:spPr bwMode="auto">
              <a:xfrm>
                <a:off x="4991099" y="2081356"/>
                <a:ext cx="2308491" cy="1735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Rectangle 7">
                <a:extLst>
                  <a:ext uri="{FF2B5EF4-FFF2-40B4-BE49-F238E27FC236}">
                    <a16:creationId xmlns:a16="http://schemas.microsoft.com/office/drawing/2014/main" id="{C52611B6-0EBA-4B14-832D-3732CA432168}"/>
                  </a:ext>
                </a:extLst>
              </p:cNvPr>
              <p:cNvSpPr>
                <a:spLocks noChangeArrowheads="1"/>
              </p:cNvSpPr>
              <p:nvPr/>
            </p:nvSpPr>
            <p:spPr bwMode="auto">
              <a:xfrm>
                <a:off x="5183558" y="2233205"/>
                <a:ext cx="2019155" cy="12975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96" name="Group 95">
                <a:extLst>
                  <a:ext uri="{FF2B5EF4-FFF2-40B4-BE49-F238E27FC236}">
                    <a16:creationId xmlns:a16="http://schemas.microsoft.com/office/drawing/2014/main" id="{1AD1785A-1706-4F3F-8D53-743FF562A58B}"/>
                  </a:ext>
                </a:extLst>
              </p:cNvPr>
              <p:cNvGrpSpPr/>
              <p:nvPr/>
            </p:nvGrpSpPr>
            <p:grpSpPr>
              <a:xfrm>
                <a:off x="6609870" y="2978106"/>
                <a:ext cx="1276434" cy="344797"/>
                <a:chOff x="7435964" y="2231076"/>
                <a:chExt cx="450340" cy="121648"/>
              </a:xfrm>
            </p:grpSpPr>
            <p:cxnSp>
              <p:nvCxnSpPr>
                <p:cNvPr id="97" name="Straight Connector 96">
                  <a:extLst>
                    <a:ext uri="{FF2B5EF4-FFF2-40B4-BE49-F238E27FC236}">
                      <a16:creationId xmlns:a16="http://schemas.microsoft.com/office/drawing/2014/main" id="{4B91BF1C-778F-4D08-8F67-3BD4AFFBF624}"/>
                    </a:ext>
                  </a:extLst>
                </p:cNvPr>
                <p:cNvCxnSpPr>
                  <a:cxnSpLocks/>
                </p:cNvCxnSpPr>
                <p:nvPr/>
              </p:nvCxnSpPr>
              <p:spPr>
                <a:xfrm>
                  <a:off x="7504562" y="2291900"/>
                  <a:ext cx="3292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14C6AF8F-E292-4C52-82C2-C5924A40AE17}"/>
                    </a:ext>
                  </a:extLst>
                </p:cNvPr>
                <p:cNvSpPr/>
                <p:nvPr/>
              </p:nvSpPr>
              <p:spPr>
                <a:xfrm>
                  <a:off x="7435964" y="2231076"/>
                  <a:ext cx="121649" cy="121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100" b="1">
                      <a:solidFill>
                        <a:schemeClr val="bg1"/>
                      </a:solidFill>
                    </a:rPr>
                    <a:t>1</a:t>
                  </a:r>
                </a:p>
              </p:txBody>
            </p:sp>
            <p:sp>
              <p:nvSpPr>
                <p:cNvPr id="99" name="Rectangle 98">
                  <a:extLst>
                    <a:ext uri="{FF2B5EF4-FFF2-40B4-BE49-F238E27FC236}">
                      <a16:creationId xmlns:a16="http://schemas.microsoft.com/office/drawing/2014/main" id="{26B00EF3-E6CB-491D-9013-A557D4DEDA8D}"/>
                    </a:ext>
                  </a:extLst>
                </p:cNvPr>
                <p:cNvSpPr/>
                <p:nvPr/>
              </p:nvSpPr>
              <p:spPr>
                <a:xfrm>
                  <a:off x="7600071" y="2231076"/>
                  <a:ext cx="121649" cy="121648"/>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100" b="1">
                      <a:solidFill>
                        <a:schemeClr val="bg1"/>
                      </a:solidFill>
                    </a:rPr>
                    <a:t>2</a:t>
                  </a:r>
                </a:p>
              </p:txBody>
            </p:sp>
            <p:sp>
              <p:nvSpPr>
                <p:cNvPr id="100" name="Rectangle 99">
                  <a:extLst>
                    <a:ext uri="{FF2B5EF4-FFF2-40B4-BE49-F238E27FC236}">
                      <a16:creationId xmlns:a16="http://schemas.microsoft.com/office/drawing/2014/main" id="{6A5BEF54-392D-460A-8E6E-982417B95A64}"/>
                    </a:ext>
                  </a:extLst>
                </p:cNvPr>
                <p:cNvSpPr/>
                <p:nvPr/>
              </p:nvSpPr>
              <p:spPr>
                <a:xfrm>
                  <a:off x="7764655" y="2231076"/>
                  <a:ext cx="121649" cy="121648"/>
                </a:xfrm>
                <a:prstGeom prst="rect">
                  <a:avLst/>
                </a:prstGeom>
                <a:solidFill>
                  <a:schemeClr val="accent3"/>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a:spcAft>
                      <a:spcPts val="900"/>
                    </a:spcAft>
                    <a:buFont typeface="Montserrat" panose="00000500000000000000" pitchFamily="2" charset="0"/>
                    <a:buChar char="​"/>
                  </a:pPr>
                  <a:r>
                    <a:rPr lang="en-US" sz="1100" b="1">
                      <a:solidFill>
                        <a:schemeClr val="accent1">
                          <a:lumMod val="50000"/>
                        </a:schemeClr>
                      </a:solidFill>
                    </a:rPr>
                    <a:t>3</a:t>
                  </a:r>
                </a:p>
              </p:txBody>
            </p:sp>
          </p:grpSp>
          <p:grpSp>
            <p:nvGrpSpPr>
              <p:cNvPr id="125" name="Group 124">
                <a:extLst>
                  <a:ext uri="{FF2B5EF4-FFF2-40B4-BE49-F238E27FC236}">
                    <a16:creationId xmlns:a16="http://schemas.microsoft.com/office/drawing/2014/main" id="{7BE514FC-CADE-46FE-87A9-CC0193978A04}"/>
                  </a:ext>
                </a:extLst>
              </p:cNvPr>
              <p:cNvGrpSpPr/>
              <p:nvPr/>
            </p:nvGrpSpPr>
            <p:grpSpPr>
              <a:xfrm>
                <a:off x="5183558" y="2978251"/>
                <a:ext cx="1233854" cy="730317"/>
                <a:chOff x="5105053" y="2919470"/>
                <a:chExt cx="613882" cy="672698"/>
              </a:xfrm>
              <a:solidFill>
                <a:schemeClr val="bg1">
                  <a:lumMod val="75000"/>
                </a:schemeClr>
              </a:solidFill>
            </p:grpSpPr>
            <p:sp>
              <p:nvSpPr>
                <p:cNvPr id="126" name="Rectangle 7">
                  <a:extLst>
                    <a:ext uri="{FF2B5EF4-FFF2-40B4-BE49-F238E27FC236}">
                      <a16:creationId xmlns:a16="http://schemas.microsoft.com/office/drawing/2014/main" id="{0E61C2C4-1E90-4A60-9CD6-9E0A2F01E2B4}"/>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Rectangle 8">
                  <a:extLst>
                    <a:ext uri="{FF2B5EF4-FFF2-40B4-BE49-F238E27FC236}">
                      <a16:creationId xmlns:a16="http://schemas.microsoft.com/office/drawing/2014/main" id="{67BA4ECF-0AFD-46EA-8F1D-E92CF633472C}"/>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Rectangle 9">
                  <a:extLst>
                    <a:ext uri="{FF2B5EF4-FFF2-40B4-BE49-F238E27FC236}">
                      <a16:creationId xmlns:a16="http://schemas.microsoft.com/office/drawing/2014/main" id="{7E11CE0C-DB7B-4856-8A27-B3FCCDB8A01B}"/>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Rectangle 10">
                  <a:extLst>
                    <a:ext uri="{FF2B5EF4-FFF2-40B4-BE49-F238E27FC236}">
                      <a16:creationId xmlns:a16="http://schemas.microsoft.com/office/drawing/2014/main" id="{ACD43FFE-08D2-4521-91AD-5B0C675FE468}"/>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Rectangle 11">
                  <a:extLst>
                    <a:ext uri="{FF2B5EF4-FFF2-40B4-BE49-F238E27FC236}">
                      <a16:creationId xmlns:a16="http://schemas.microsoft.com/office/drawing/2014/main" id="{49763D8F-1844-43FE-BD9D-A6034216E04E}"/>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12">
                  <a:extLst>
                    <a:ext uri="{FF2B5EF4-FFF2-40B4-BE49-F238E27FC236}">
                      <a16:creationId xmlns:a16="http://schemas.microsoft.com/office/drawing/2014/main" id="{68B625E5-DF0E-46C9-A70E-FC772566A230}"/>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Rectangle 13">
                  <a:extLst>
                    <a:ext uri="{FF2B5EF4-FFF2-40B4-BE49-F238E27FC236}">
                      <a16:creationId xmlns:a16="http://schemas.microsoft.com/office/drawing/2014/main" id="{7276EC1E-D395-4037-848B-C2EC8ACBB3C8}"/>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8" name="Group 47">
              <a:extLst>
                <a:ext uri="{FF2B5EF4-FFF2-40B4-BE49-F238E27FC236}">
                  <a16:creationId xmlns:a16="http://schemas.microsoft.com/office/drawing/2014/main" id="{931D330F-6C93-4C38-A624-10F6534E2AD5}"/>
                </a:ext>
              </a:extLst>
            </p:cNvPr>
            <p:cNvGrpSpPr/>
            <p:nvPr/>
          </p:nvGrpSpPr>
          <p:grpSpPr>
            <a:xfrm>
              <a:off x="4991101" y="4582958"/>
              <a:ext cx="2651030" cy="1491205"/>
              <a:chOff x="4991100" y="4124624"/>
              <a:chExt cx="3087737" cy="1736853"/>
            </a:xfrm>
          </p:grpSpPr>
          <p:sp>
            <p:nvSpPr>
              <p:cNvPr id="49" name="Rectangle 48">
                <a:extLst>
                  <a:ext uri="{FF2B5EF4-FFF2-40B4-BE49-F238E27FC236}">
                    <a16:creationId xmlns:a16="http://schemas.microsoft.com/office/drawing/2014/main" id="{5819B6C6-BC31-4365-A060-DB3223327E00}"/>
                  </a:ext>
                </a:extLst>
              </p:cNvPr>
              <p:cNvSpPr/>
              <p:nvPr/>
            </p:nvSpPr>
            <p:spPr>
              <a:xfrm>
                <a:off x="4991100" y="4124624"/>
                <a:ext cx="3087737" cy="173685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spcAft>
                    <a:spcPts val="900"/>
                  </a:spcAft>
                  <a:buFont typeface="Montserrat" panose="00000500000000000000" pitchFamily="2" charset="0"/>
                  <a:buChar char="​"/>
                </a:pPr>
                <a:endParaRPr lang="en-US" sz="1200">
                  <a:solidFill>
                    <a:schemeClr val="accent2"/>
                  </a:solidFill>
                </a:endParaRPr>
              </a:p>
            </p:txBody>
          </p:sp>
          <p:cxnSp>
            <p:nvCxnSpPr>
              <p:cNvPr id="78" name="Straight Connector 77">
                <a:extLst>
                  <a:ext uri="{FF2B5EF4-FFF2-40B4-BE49-F238E27FC236}">
                    <a16:creationId xmlns:a16="http://schemas.microsoft.com/office/drawing/2014/main" id="{4DEFB9D8-156A-4FBB-A9FE-6B6F822C18B9}"/>
                  </a:ext>
                </a:extLst>
              </p:cNvPr>
              <p:cNvCxnSpPr>
                <a:cxnSpLocks/>
              </p:cNvCxnSpPr>
              <p:nvPr/>
            </p:nvCxnSpPr>
            <p:spPr>
              <a:xfrm>
                <a:off x="7504562" y="4336976"/>
                <a:ext cx="32925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2DD81F8E-5D89-4041-8A22-558DD482F425}"/>
                  </a:ext>
                </a:extLst>
              </p:cNvPr>
              <p:cNvSpPr/>
              <p:nvPr/>
            </p:nvSpPr>
            <p:spPr>
              <a:xfrm>
                <a:off x="7435964" y="4276153"/>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1</a:t>
                </a:r>
              </a:p>
            </p:txBody>
          </p:sp>
          <p:sp>
            <p:nvSpPr>
              <p:cNvPr id="52" name="Rectangle 51">
                <a:extLst>
                  <a:ext uri="{FF2B5EF4-FFF2-40B4-BE49-F238E27FC236}">
                    <a16:creationId xmlns:a16="http://schemas.microsoft.com/office/drawing/2014/main" id="{5253F093-68BD-4D54-A766-64A09928C816}"/>
                  </a:ext>
                </a:extLst>
              </p:cNvPr>
              <p:cNvSpPr/>
              <p:nvPr/>
            </p:nvSpPr>
            <p:spPr>
              <a:xfrm>
                <a:off x="7600071" y="4276153"/>
                <a:ext cx="121649" cy="121648"/>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bg1"/>
                    </a:solidFill>
                  </a:rPr>
                  <a:t>2</a:t>
                </a:r>
              </a:p>
            </p:txBody>
          </p:sp>
          <p:sp>
            <p:nvSpPr>
              <p:cNvPr id="53" name="Rectangle 52">
                <a:extLst>
                  <a:ext uri="{FF2B5EF4-FFF2-40B4-BE49-F238E27FC236}">
                    <a16:creationId xmlns:a16="http://schemas.microsoft.com/office/drawing/2014/main" id="{3B943B0B-ED9B-4112-B8F5-6B53A344DF75}"/>
                  </a:ext>
                </a:extLst>
              </p:cNvPr>
              <p:cNvSpPr/>
              <p:nvPr/>
            </p:nvSpPr>
            <p:spPr>
              <a:xfrm>
                <a:off x="7764655" y="4276153"/>
                <a:ext cx="121649" cy="12164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900"/>
                  </a:spcAft>
                  <a:buFont typeface="Montserrat" panose="00000500000000000000" pitchFamily="2" charset="0"/>
                  <a:buChar char="​"/>
                </a:pPr>
                <a:r>
                  <a:rPr lang="en-US" sz="600" b="1">
                    <a:solidFill>
                      <a:schemeClr val="tx2"/>
                    </a:solidFill>
                  </a:rPr>
                  <a:t>3</a:t>
                </a:r>
              </a:p>
            </p:txBody>
          </p:sp>
          <p:sp>
            <p:nvSpPr>
              <p:cNvPr id="72" name="Rectangle 7">
                <a:extLst>
                  <a:ext uri="{FF2B5EF4-FFF2-40B4-BE49-F238E27FC236}">
                    <a16:creationId xmlns:a16="http://schemas.microsoft.com/office/drawing/2014/main" id="{252E62A2-1209-40DD-B1FB-ACAC7920B0EE}"/>
                  </a:ext>
                </a:extLst>
              </p:cNvPr>
              <p:cNvSpPr>
                <a:spLocks noChangeArrowheads="1"/>
              </p:cNvSpPr>
              <p:nvPr/>
            </p:nvSpPr>
            <p:spPr bwMode="auto">
              <a:xfrm>
                <a:off x="5183558" y="4276152"/>
                <a:ext cx="2019155" cy="12975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41" name="Group 140">
                <a:extLst>
                  <a:ext uri="{FF2B5EF4-FFF2-40B4-BE49-F238E27FC236}">
                    <a16:creationId xmlns:a16="http://schemas.microsoft.com/office/drawing/2014/main" id="{983C1819-D97D-46F5-A9A2-F725465BA50E}"/>
                  </a:ext>
                </a:extLst>
              </p:cNvPr>
              <p:cNvGrpSpPr/>
              <p:nvPr/>
            </p:nvGrpSpPr>
            <p:grpSpPr>
              <a:xfrm>
                <a:off x="5183558" y="5021198"/>
                <a:ext cx="1233854" cy="730317"/>
                <a:chOff x="5105053" y="2919470"/>
                <a:chExt cx="613882" cy="672698"/>
              </a:xfrm>
              <a:solidFill>
                <a:schemeClr val="bg1">
                  <a:lumMod val="75000"/>
                </a:schemeClr>
              </a:solidFill>
            </p:grpSpPr>
            <p:sp>
              <p:nvSpPr>
                <p:cNvPr id="142" name="Rectangle 7">
                  <a:extLst>
                    <a:ext uri="{FF2B5EF4-FFF2-40B4-BE49-F238E27FC236}">
                      <a16:creationId xmlns:a16="http://schemas.microsoft.com/office/drawing/2014/main" id="{B0242663-C81F-4DCA-A877-6E70E1B1025C}"/>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8">
                  <a:extLst>
                    <a:ext uri="{FF2B5EF4-FFF2-40B4-BE49-F238E27FC236}">
                      <a16:creationId xmlns:a16="http://schemas.microsoft.com/office/drawing/2014/main" id="{D1B1E143-8971-4B67-A69A-C1AFF46D57A7}"/>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9">
                  <a:extLst>
                    <a:ext uri="{FF2B5EF4-FFF2-40B4-BE49-F238E27FC236}">
                      <a16:creationId xmlns:a16="http://schemas.microsoft.com/office/drawing/2014/main" id="{43F89715-9BDE-419A-AC3F-69FBCFA3CC07}"/>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0">
                  <a:extLst>
                    <a:ext uri="{FF2B5EF4-FFF2-40B4-BE49-F238E27FC236}">
                      <a16:creationId xmlns:a16="http://schemas.microsoft.com/office/drawing/2014/main" id="{3D497A86-0082-4F50-AE43-802A2C97FC24}"/>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1">
                  <a:extLst>
                    <a:ext uri="{FF2B5EF4-FFF2-40B4-BE49-F238E27FC236}">
                      <a16:creationId xmlns:a16="http://schemas.microsoft.com/office/drawing/2014/main" id="{2AC6CA22-F597-4FEA-9EFA-0D50315C0CF9}"/>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2">
                  <a:extLst>
                    <a:ext uri="{FF2B5EF4-FFF2-40B4-BE49-F238E27FC236}">
                      <a16:creationId xmlns:a16="http://schemas.microsoft.com/office/drawing/2014/main" id="{E7F60814-2F19-47BE-83B9-297955280CE3}"/>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3">
                  <a:extLst>
                    <a:ext uri="{FF2B5EF4-FFF2-40B4-BE49-F238E27FC236}">
                      <a16:creationId xmlns:a16="http://schemas.microsoft.com/office/drawing/2014/main" id="{A2B338D9-B5D8-4843-9FC0-F51766D8F6C4}"/>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9" name="Group 148">
                <a:extLst>
                  <a:ext uri="{FF2B5EF4-FFF2-40B4-BE49-F238E27FC236}">
                    <a16:creationId xmlns:a16="http://schemas.microsoft.com/office/drawing/2014/main" id="{AC7F4439-F931-4A8F-991C-4E7B0721A643}"/>
                  </a:ext>
                </a:extLst>
              </p:cNvPr>
              <p:cNvGrpSpPr/>
              <p:nvPr/>
            </p:nvGrpSpPr>
            <p:grpSpPr>
              <a:xfrm>
                <a:off x="6611732" y="5021198"/>
                <a:ext cx="1233854" cy="730317"/>
                <a:chOff x="5105053" y="2919470"/>
                <a:chExt cx="613882" cy="672698"/>
              </a:xfrm>
              <a:solidFill>
                <a:schemeClr val="bg1">
                  <a:lumMod val="75000"/>
                </a:schemeClr>
              </a:solidFill>
            </p:grpSpPr>
            <p:sp>
              <p:nvSpPr>
                <p:cNvPr id="150" name="Rectangle 7">
                  <a:extLst>
                    <a:ext uri="{FF2B5EF4-FFF2-40B4-BE49-F238E27FC236}">
                      <a16:creationId xmlns:a16="http://schemas.microsoft.com/office/drawing/2014/main" id="{5AE6268B-E801-4C99-9826-32B11DDED3E8}"/>
                    </a:ext>
                  </a:extLst>
                </p:cNvPr>
                <p:cNvSpPr>
                  <a:spLocks noChangeArrowheads="1"/>
                </p:cNvSpPr>
                <p:nvPr/>
              </p:nvSpPr>
              <p:spPr bwMode="auto">
                <a:xfrm>
                  <a:off x="5105053" y="2919470"/>
                  <a:ext cx="613882" cy="51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8">
                  <a:extLst>
                    <a:ext uri="{FF2B5EF4-FFF2-40B4-BE49-F238E27FC236}">
                      <a16:creationId xmlns:a16="http://schemas.microsoft.com/office/drawing/2014/main" id="{6B0681BA-58C1-43BB-84B9-1F7421BB5047}"/>
                    </a:ext>
                  </a:extLst>
                </p:cNvPr>
                <p:cNvSpPr>
                  <a:spLocks noChangeArrowheads="1"/>
                </p:cNvSpPr>
                <p:nvPr/>
              </p:nvSpPr>
              <p:spPr bwMode="auto">
                <a:xfrm>
                  <a:off x="5105053" y="30738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Rectangle 9">
                  <a:extLst>
                    <a:ext uri="{FF2B5EF4-FFF2-40B4-BE49-F238E27FC236}">
                      <a16:creationId xmlns:a16="http://schemas.microsoft.com/office/drawing/2014/main" id="{68DA90C8-8B41-435F-98A0-0763E3E0C2C1}"/>
                    </a:ext>
                  </a:extLst>
                </p:cNvPr>
                <p:cNvSpPr>
                  <a:spLocks noChangeArrowheads="1"/>
                </p:cNvSpPr>
                <p:nvPr/>
              </p:nvSpPr>
              <p:spPr bwMode="auto">
                <a:xfrm>
                  <a:off x="5105053" y="3173110"/>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0">
                  <a:extLst>
                    <a:ext uri="{FF2B5EF4-FFF2-40B4-BE49-F238E27FC236}">
                      <a16:creationId xmlns:a16="http://schemas.microsoft.com/office/drawing/2014/main" id="{E4137B20-DC2D-4A7C-92B8-3F780B1CA02B}"/>
                    </a:ext>
                  </a:extLst>
                </p:cNvPr>
                <p:cNvSpPr>
                  <a:spLocks noChangeArrowheads="1"/>
                </p:cNvSpPr>
                <p:nvPr/>
              </p:nvSpPr>
              <p:spPr bwMode="auto">
                <a:xfrm>
                  <a:off x="5105053" y="327236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1">
                  <a:extLst>
                    <a:ext uri="{FF2B5EF4-FFF2-40B4-BE49-F238E27FC236}">
                      <a16:creationId xmlns:a16="http://schemas.microsoft.com/office/drawing/2014/main" id="{869DCD48-AFFD-4872-97FE-8522EE56BD0B}"/>
                    </a:ext>
                  </a:extLst>
                </p:cNvPr>
                <p:cNvSpPr>
                  <a:spLocks noChangeArrowheads="1"/>
                </p:cNvSpPr>
                <p:nvPr/>
              </p:nvSpPr>
              <p:spPr bwMode="auto">
                <a:xfrm>
                  <a:off x="5105053" y="3371611"/>
                  <a:ext cx="613882" cy="257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12">
                  <a:extLst>
                    <a:ext uri="{FF2B5EF4-FFF2-40B4-BE49-F238E27FC236}">
                      <a16:creationId xmlns:a16="http://schemas.microsoft.com/office/drawing/2014/main" id="{DBF11439-371A-4E8C-876C-7C295AB3E2E5}"/>
                    </a:ext>
                  </a:extLst>
                </p:cNvPr>
                <p:cNvSpPr>
                  <a:spLocks noChangeArrowheads="1"/>
                </p:cNvSpPr>
                <p:nvPr/>
              </p:nvSpPr>
              <p:spPr bwMode="auto">
                <a:xfrm>
                  <a:off x="5105053" y="3467186"/>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3">
                  <a:extLst>
                    <a:ext uri="{FF2B5EF4-FFF2-40B4-BE49-F238E27FC236}">
                      <a16:creationId xmlns:a16="http://schemas.microsoft.com/office/drawing/2014/main" id="{627587CF-CA74-4722-AD15-54A12A5F474B}"/>
                    </a:ext>
                  </a:extLst>
                </p:cNvPr>
                <p:cNvSpPr>
                  <a:spLocks noChangeArrowheads="1"/>
                </p:cNvSpPr>
                <p:nvPr/>
              </p:nvSpPr>
              <p:spPr bwMode="auto">
                <a:xfrm>
                  <a:off x="5105053" y="3562760"/>
                  <a:ext cx="613882" cy="2940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9" name="TextBox 18">
              <a:extLst>
                <a:ext uri="{FF2B5EF4-FFF2-40B4-BE49-F238E27FC236}">
                  <a16:creationId xmlns:a16="http://schemas.microsoft.com/office/drawing/2014/main" id="{93F25DB9-AC9D-4DB1-8BE1-11F72A08E73B}"/>
                </a:ext>
              </a:extLst>
            </p:cNvPr>
            <p:cNvSpPr txBox="1"/>
            <p:nvPr/>
          </p:nvSpPr>
          <p:spPr>
            <a:xfrm>
              <a:off x="4991099" y="4060022"/>
              <a:ext cx="761427"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Introduction</a:t>
              </a:r>
            </a:p>
          </p:txBody>
        </p:sp>
        <p:sp>
          <p:nvSpPr>
            <p:cNvPr id="133" name="TextBox 132">
              <a:extLst>
                <a:ext uri="{FF2B5EF4-FFF2-40B4-BE49-F238E27FC236}">
                  <a16:creationId xmlns:a16="http://schemas.microsoft.com/office/drawing/2014/main" id="{49CCB4BE-F9A0-4013-88D2-C3A86F697DE8}"/>
                </a:ext>
              </a:extLst>
            </p:cNvPr>
            <p:cNvSpPr txBox="1"/>
            <p:nvPr/>
          </p:nvSpPr>
          <p:spPr>
            <a:xfrm>
              <a:off x="8403497" y="4060022"/>
              <a:ext cx="769441"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Chapter One</a:t>
              </a:r>
            </a:p>
          </p:txBody>
        </p:sp>
        <p:sp>
          <p:nvSpPr>
            <p:cNvPr id="134" name="TextBox 133">
              <a:extLst>
                <a:ext uri="{FF2B5EF4-FFF2-40B4-BE49-F238E27FC236}">
                  <a16:creationId xmlns:a16="http://schemas.microsoft.com/office/drawing/2014/main" id="{12546453-7047-4630-9EDC-9FC519A1F8E9}"/>
                </a:ext>
              </a:extLst>
            </p:cNvPr>
            <p:cNvSpPr txBox="1"/>
            <p:nvPr/>
          </p:nvSpPr>
          <p:spPr>
            <a:xfrm>
              <a:off x="4991099" y="6118405"/>
              <a:ext cx="758221" cy="142731"/>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Chapter two</a:t>
              </a:r>
            </a:p>
          </p:txBody>
        </p:sp>
        <p:sp>
          <p:nvSpPr>
            <p:cNvPr id="135" name="TextBox 134">
              <a:extLst>
                <a:ext uri="{FF2B5EF4-FFF2-40B4-BE49-F238E27FC236}">
                  <a16:creationId xmlns:a16="http://schemas.microsoft.com/office/drawing/2014/main" id="{ED88395C-A1EE-4BCD-834B-EFC0AD97E5E4}"/>
                </a:ext>
              </a:extLst>
            </p:cNvPr>
            <p:cNvSpPr txBox="1"/>
            <p:nvPr/>
          </p:nvSpPr>
          <p:spPr>
            <a:xfrm>
              <a:off x="8403497" y="6118405"/>
              <a:ext cx="843180" cy="142796"/>
            </a:xfrm>
            <a:prstGeom prst="rect">
              <a:avLst/>
            </a:prstGeom>
          </p:spPr>
          <p:txBody>
            <a:bodyPr vert="horz" wrap="none" lIns="0" tIns="0" rIns="0" bIns="0" rtlCol="0">
              <a:spAutoFit/>
            </a:bodyPr>
            <a:lstStyle/>
            <a:p>
              <a:pPr algn="l">
                <a:lnSpc>
                  <a:spcPct val="110000"/>
                </a:lnSpc>
                <a:spcBef>
                  <a:spcPts val="600"/>
                </a:spcBef>
                <a:spcAft>
                  <a:spcPts val="600"/>
                </a:spcAft>
              </a:pPr>
              <a:r>
                <a:rPr lang="en-US" sz="900" b="1">
                  <a:latin typeface="+mj-lt"/>
                  <a:ea typeface="Montserrat" panose="00000500000000000000" pitchFamily="2" charset="0"/>
                </a:rPr>
                <a:t>Chapter three</a:t>
              </a:r>
            </a:p>
          </p:txBody>
        </p:sp>
      </p:grpSp>
    </p:spTree>
    <p:extLst>
      <p:ext uri="{BB962C8B-B14F-4D97-AF65-F5344CB8AC3E}">
        <p14:creationId xmlns:p14="http://schemas.microsoft.com/office/powerpoint/2010/main" val="94130835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52A5E8B8-53A8-44AE-B5A9-446FBA24E9A1}"/>
              </a:ext>
              <a:ext uri="{C183D7F6-B498-43B3-948B-1728B52AA6E4}">
                <adec:decorative xmlns:adec="http://schemas.microsoft.com/office/drawing/2017/decorative" val="1"/>
              </a:ext>
            </a:extLst>
          </p:cNvPr>
          <p:cNvGrpSpPr/>
          <p:nvPr/>
        </p:nvGrpSpPr>
        <p:grpSpPr>
          <a:xfrm>
            <a:off x="0" y="0"/>
            <a:ext cx="12192000" cy="6858000"/>
            <a:chOff x="0" y="0"/>
            <a:chExt cx="12192000" cy="6858000"/>
          </a:xfrm>
        </p:grpSpPr>
        <p:cxnSp>
          <p:nvCxnSpPr>
            <p:cNvPr id="38" name="Straight Connector 37">
              <a:extLst>
                <a:ext uri="{FF2B5EF4-FFF2-40B4-BE49-F238E27FC236}">
                  <a16:creationId xmlns:a16="http://schemas.microsoft.com/office/drawing/2014/main" id="{D716FFBC-8713-4AA4-8EAE-EB5BE559B583}"/>
                </a:ext>
              </a:extLst>
            </p:cNvPr>
            <p:cNvCxnSpPr/>
            <p:nvPr/>
          </p:nvCxnSpPr>
          <p:spPr>
            <a:xfrm>
              <a:off x="0" y="6172200"/>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AA9DDFFA-3BDD-43B9-BFF3-58B9524AC39C}"/>
                </a:ext>
              </a:extLst>
            </p:cNvPr>
            <p:cNvCxnSpPr/>
            <p:nvPr/>
          </p:nvCxnSpPr>
          <p:spPr>
            <a:xfrm>
              <a:off x="0" y="2514600"/>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73A5CB4C-97F8-4272-90C8-265E5089A555}"/>
                </a:ext>
              </a:extLst>
            </p:cNvPr>
            <p:cNvGrpSpPr/>
            <p:nvPr userDrawn="1"/>
          </p:nvGrpSpPr>
          <p:grpSpPr>
            <a:xfrm>
              <a:off x="923544" y="2514600"/>
              <a:ext cx="10347960" cy="3657600"/>
              <a:chOff x="923544" y="2514600"/>
              <a:chExt cx="10347960" cy="3657600"/>
            </a:xfrm>
          </p:grpSpPr>
          <p:sp>
            <p:nvSpPr>
              <p:cNvPr id="56" name="Rectangle 55">
                <a:extLst>
                  <a:ext uri="{FF2B5EF4-FFF2-40B4-BE49-F238E27FC236}">
                    <a16:creationId xmlns:a16="http://schemas.microsoft.com/office/drawing/2014/main" id="{682178F0-026F-4218-9F61-35766FA373D7}"/>
                  </a:ext>
                </a:extLst>
              </p:cNvPr>
              <p:cNvSpPr/>
              <p:nvPr/>
            </p:nvSpPr>
            <p:spPr>
              <a:xfrm>
                <a:off x="92354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Rectangle 56">
                <a:extLst>
                  <a:ext uri="{FF2B5EF4-FFF2-40B4-BE49-F238E27FC236}">
                    <a16:creationId xmlns:a16="http://schemas.microsoft.com/office/drawing/2014/main" id="{0604261F-C3CB-4CBC-8E54-6CB2849B31EC}"/>
                  </a:ext>
                </a:extLst>
              </p:cNvPr>
              <p:cNvSpPr/>
              <p:nvPr/>
            </p:nvSpPr>
            <p:spPr>
              <a:xfrm>
                <a:off x="1818548"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Rectangle 57">
                <a:extLst>
                  <a:ext uri="{FF2B5EF4-FFF2-40B4-BE49-F238E27FC236}">
                    <a16:creationId xmlns:a16="http://schemas.microsoft.com/office/drawing/2014/main" id="{D399233E-108E-47B5-B4E7-706F4A8E3A8E}"/>
                  </a:ext>
                </a:extLst>
              </p:cNvPr>
              <p:cNvSpPr/>
              <p:nvPr/>
            </p:nvSpPr>
            <p:spPr>
              <a:xfrm>
                <a:off x="2716600"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Rectangle 58">
                <a:extLst>
                  <a:ext uri="{FF2B5EF4-FFF2-40B4-BE49-F238E27FC236}">
                    <a16:creationId xmlns:a16="http://schemas.microsoft.com/office/drawing/2014/main" id="{EDE89708-077F-4BD1-8363-95BD80685D0A}"/>
                  </a:ext>
                </a:extLst>
              </p:cNvPr>
              <p:cNvSpPr/>
              <p:nvPr/>
            </p:nvSpPr>
            <p:spPr>
              <a:xfrm>
                <a:off x="3614652"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0" name="Rectangle 59">
                <a:extLst>
                  <a:ext uri="{FF2B5EF4-FFF2-40B4-BE49-F238E27FC236}">
                    <a16:creationId xmlns:a16="http://schemas.microsoft.com/office/drawing/2014/main" id="{9B825C4E-2ECC-48A8-AC20-AF0D9187E2C4}"/>
                  </a:ext>
                </a:extLst>
              </p:cNvPr>
              <p:cNvSpPr/>
              <p:nvPr/>
            </p:nvSpPr>
            <p:spPr>
              <a:xfrm>
                <a:off x="451270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1" name="Rectangle 60">
                <a:extLst>
                  <a:ext uri="{FF2B5EF4-FFF2-40B4-BE49-F238E27FC236}">
                    <a16:creationId xmlns:a16="http://schemas.microsoft.com/office/drawing/2014/main" id="{C5DE1A78-1091-4233-8CE6-8A9CFC046A79}"/>
                  </a:ext>
                </a:extLst>
              </p:cNvPr>
              <p:cNvSpPr/>
              <p:nvPr/>
            </p:nvSpPr>
            <p:spPr>
              <a:xfrm>
                <a:off x="5410756"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2" name="Rectangle 61">
                <a:extLst>
                  <a:ext uri="{FF2B5EF4-FFF2-40B4-BE49-F238E27FC236}">
                    <a16:creationId xmlns:a16="http://schemas.microsoft.com/office/drawing/2014/main" id="{ABA783BC-C5B4-4F20-9FFC-07919929587F}"/>
                  </a:ext>
                </a:extLst>
              </p:cNvPr>
              <p:cNvSpPr/>
              <p:nvPr/>
            </p:nvSpPr>
            <p:spPr>
              <a:xfrm>
                <a:off x="6308808"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3" name="Rectangle 62">
                <a:extLst>
                  <a:ext uri="{FF2B5EF4-FFF2-40B4-BE49-F238E27FC236}">
                    <a16:creationId xmlns:a16="http://schemas.microsoft.com/office/drawing/2014/main" id="{EC7300F4-8DD8-4F7F-9D6B-C4ACA4EB8137}"/>
                  </a:ext>
                </a:extLst>
              </p:cNvPr>
              <p:cNvSpPr/>
              <p:nvPr/>
            </p:nvSpPr>
            <p:spPr>
              <a:xfrm>
                <a:off x="7206861"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4" name="Rectangle 63">
                <a:extLst>
                  <a:ext uri="{FF2B5EF4-FFF2-40B4-BE49-F238E27FC236}">
                    <a16:creationId xmlns:a16="http://schemas.microsoft.com/office/drawing/2014/main" id="{1D8C4583-9AB6-4963-A2B7-1269ABED0B76}"/>
                  </a:ext>
                </a:extLst>
              </p:cNvPr>
              <p:cNvSpPr/>
              <p:nvPr/>
            </p:nvSpPr>
            <p:spPr>
              <a:xfrm>
                <a:off x="8104912"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5" name="Rectangle 64">
                <a:extLst>
                  <a:ext uri="{FF2B5EF4-FFF2-40B4-BE49-F238E27FC236}">
                    <a16:creationId xmlns:a16="http://schemas.microsoft.com/office/drawing/2014/main" id="{F5DC8E5B-5F14-4A17-B738-C6A4D97AF16F}"/>
                  </a:ext>
                </a:extLst>
              </p:cNvPr>
              <p:cNvSpPr/>
              <p:nvPr/>
            </p:nvSpPr>
            <p:spPr>
              <a:xfrm>
                <a:off x="9002964"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6" name="Rectangle 65">
                <a:extLst>
                  <a:ext uri="{FF2B5EF4-FFF2-40B4-BE49-F238E27FC236}">
                    <a16:creationId xmlns:a16="http://schemas.microsoft.com/office/drawing/2014/main" id="{62DD77CA-7F5C-4186-ACA8-42B19EC4752D}"/>
                  </a:ext>
                </a:extLst>
              </p:cNvPr>
              <p:cNvSpPr/>
              <p:nvPr/>
            </p:nvSpPr>
            <p:spPr>
              <a:xfrm>
                <a:off x="9901016"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7" name="Rectangle 66">
                <a:extLst>
                  <a:ext uri="{FF2B5EF4-FFF2-40B4-BE49-F238E27FC236}">
                    <a16:creationId xmlns:a16="http://schemas.microsoft.com/office/drawing/2014/main" id="{486860FB-CB62-445A-ACD9-DD8076019B0B}"/>
                  </a:ext>
                </a:extLst>
              </p:cNvPr>
              <p:cNvSpPr/>
              <p:nvPr/>
            </p:nvSpPr>
            <p:spPr>
              <a:xfrm>
                <a:off x="10799069" y="2514600"/>
                <a:ext cx="472435" cy="3657600"/>
              </a:xfrm>
              <a:prstGeom prst="rect">
                <a:avLst/>
              </a:prstGeom>
              <a:solidFill>
                <a:srgbClr val="00B0F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grpSp>
          <p:nvGrpSpPr>
            <p:cNvPr id="41" name="Group 40">
              <a:extLst>
                <a:ext uri="{FF2B5EF4-FFF2-40B4-BE49-F238E27FC236}">
                  <a16:creationId xmlns:a16="http://schemas.microsoft.com/office/drawing/2014/main" id="{9D579878-37B0-4204-85EC-3823E8FC01B8}"/>
                </a:ext>
              </a:extLst>
            </p:cNvPr>
            <p:cNvGrpSpPr/>
            <p:nvPr userDrawn="1"/>
          </p:nvGrpSpPr>
          <p:grpSpPr>
            <a:xfrm>
              <a:off x="0" y="0"/>
              <a:ext cx="12192000" cy="6858000"/>
              <a:chOff x="0" y="0"/>
              <a:chExt cx="12192000" cy="6858000"/>
            </a:xfrm>
          </p:grpSpPr>
          <p:cxnSp>
            <p:nvCxnSpPr>
              <p:cNvPr id="53" name="Straight Connector 52">
                <a:extLst>
                  <a:ext uri="{FF2B5EF4-FFF2-40B4-BE49-F238E27FC236}">
                    <a16:creationId xmlns:a16="http://schemas.microsoft.com/office/drawing/2014/main" id="{4ED5B3AB-66B6-447D-90FA-C582C39A3180}"/>
                  </a:ext>
                </a:extLst>
              </p:cNvPr>
              <p:cNvCxnSpPr/>
              <p:nvPr/>
            </p:nvCxnSpPr>
            <p:spPr>
              <a:xfrm>
                <a:off x="0" y="466344"/>
                <a:ext cx="12192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EEE0104-3F96-4F59-B89F-47612A16AED3}"/>
                  </a:ext>
                </a:extLst>
              </p:cNvPr>
              <p:cNvCxnSpPr/>
              <p:nvPr/>
            </p:nvCxnSpPr>
            <p:spPr>
              <a:xfrm>
                <a:off x="923544" y="0"/>
                <a:ext cx="0" cy="685800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AB91ADED-5766-419E-844E-7822F44DF55D}"/>
                  </a:ext>
                </a:extLst>
              </p:cNvPr>
              <p:cNvCxnSpPr/>
              <p:nvPr/>
            </p:nvCxnSpPr>
            <p:spPr>
              <a:xfrm>
                <a:off x="11271504" y="0"/>
                <a:ext cx="0" cy="685800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45404363-7911-468A-9E79-5B76182EF0F7}"/>
                </a:ext>
              </a:extLst>
            </p:cNvPr>
            <p:cNvGrpSpPr/>
            <p:nvPr userDrawn="1"/>
          </p:nvGrpSpPr>
          <p:grpSpPr>
            <a:xfrm>
              <a:off x="0" y="1031651"/>
              <a:ext cx="12192000" cy="4683349"/>
              <a:chOff x="0" y="1031651"/>
              <a:chExt cx="12192000" cy="4683349"/>
            </a:xfrm>
          </p:grpSpPr>
          <p:cxnSp>
            <p:nvCxnSpPr>
              <p:cNvPr id="43" name="Straight Connector 42">
                <a:extLst>
                  <a:ext uri="{FF2B5EF4-FFF2-40B4-BE49-F238E27FC236}">
                    <a16:creationId xmlns:a16="http://schemas.microsoft.com/office/drawing/2014/main" id="{7BE6DEC6-1EBC-4747-8464-96A553331780}"/>
                  </a:ext>
                </a:extLst>
              </p:cNvPr>
              <p:cNvCxnSpPr/>
              <p:nvPr/>
            </p:nvCxnSpPr>
            <p:spPr>
              <a:xfrm>
                <a:off x="0" y="34290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28907B7-1802-42AE-AF6F-5E2A44B03189}"/>
                  </a:ext>
                </a:extLst>
              </p:cNvPr>
              <p:cNvCxnSpPr/>
              <p:nvPr/>
            </p:nvCxnSpPr>
            <p:spPr>
              <a:xfrm>
                <a:off x="0" y="48006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CC4344D-0515-4ABA-8FAA-A940A92757D5}"/>
                  </a:ext>
                </a:extLst>
              </p:cNvPr>
              <p:cNvCxnSpPr/>
              <p:nvPr/>
            </p:nvCxnSpPr>
            <p:spPr>
              <a:xfrm>
                <a:off x="0" y="38862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49F386-ED71-4C03-925C-6938A35CA3B0}"/>
                  </a:ext>
                </a:extLst>
              </p:cNvPr>
              <p:cNvCxnSpPr/>
              <p:nvPr/>
            </p:nvCxnSpPr>
            <p:spPr>
              <a:xfrm>
                <a:off x="0" y="52578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8BDD5DA-E834-4624-A387-F5F0160782CF}"/>
                  </a:ext>
                </a:extLst>
              </p:cNvPr>
              <p:cNvCxnSpPr/>
              <p:nvPr/>
            </p:nvCxnSpPr>
            <p:spPr>
              <a:xfrm>
                <a:off x="0" y="1499172"/>
                <a:ext cx="12192000" cy="0"/>
              </a:xfrm>
              <a:prstGeom prst="line">
                <a:avLst/>
              </a:prstGeom>
              <a:ln>
                <a:solidFill>
                  <a:srgbClr val="92D050">
                    <a:alpha val="50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C0E6B0E-1369-4FAD-9130-FDA88395BF62}"/>
                  </a:ext>
                </a:extLst>
              </p:cNvPr>
              <p:cNvCxnSpPr/>
              <p:nvPr/>
            </p:nvCxnSpPr>
            <p:spPr>
              <a:xfrm>
                <a:off x="0" y="43434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433A1DC-269F-40FF-88DD-A303B1E91FD6}"/>
                  </a:ext>
                </a:extLst>
              </p:cNvPr>
              <p:cNvCxnSpPr/>
              <p:nvPr/>
            </p:nvCxnSpPr>
            <p:spPr>
              <a:xfrm>
                <a:off x="0" y="57150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892CA0CE-1B8F-4359-B084-E0F4163B6899}"/>
                  </a:ext>
                </a:extLst>
              </p:cNvPr>
              <p:cNvCxnSpPr/>
              <p:nvPr/>
            </p:nvCxnSpPr>
            <p:spPr>
              <a:xfrm>
                <a:off x="0" y="2971800"/>
                <a:ext cx="12192000" cy="0"/>
              </a:xfrm>
              <a:prstGeom prst="line">
                <a:avLst/>
              </a:prstGeom>
              <a:ln>
                <a:solidFill>
                  <a:schemeClr val="accent4">
                    <a:lumMod val="40000"/>
                    <a:lumOff val="6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48CE648-4B02-4F41-B622-DD504B9E92C6}"/>
                  </a:ext>
                </a:extLst>
              </p:cNvPr>
              <p:cNvCxnSpPr/>
              <p:nvPr/>
            </p:nvCxnSpPr>
            <p:spPr>
              <a:xfrm>
                <a:off x="0" y="1031651"/>
                <a:ext cx="12192000" cy="0"/>
              </a:xfrm>
              <a:prstGeom prst="line">
                <a:avLst/>
              </a:prstGeom>
              <a:ln>
                <a:solidFill>
                  <a:srgbClr val="92D050">
                    <a:alpha val="50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C1DC5AE-3B9C-43F7-810C-7A9F61729114}"/>
                  </a:ext>
                </a:extLst>
              </p:cNvPr>
              <p:cNvCxnSpPr/>
              <p:nvPr userDrawn="1"/>
            </p:nvCxnSpPr>
            <p:spPr>
              <a:xfrm>
                <a:off x="0" y="1179956"/>
                <a:ext cx="12192000" cy="0"/>
              </a:xfrm>
              <a:prstGeom prst="line">
                <a:avLst/>
              </a:prstGeom>
              <a:ln>
                <a:solidFill>
                  <a:schemeClr val="bg1">
                    <a:lumMod val="65000"/>
                    <a:alpha val="50000"/>
                  </a:schemeClr>
                </a:solidFill>
                <a:prstDash val="dash"/>
              </a:ln>
            </p:spPr>
            <p:style>
              <a:lnRef idx="1">
                <a:schemeClr val="accent1"/>
              </a:lnRef>
              <a:fillRef idx="0">
                <a:schemeClr val="accent1"/>
              </a:fillRef>
              <a:effectRef idx="0">
                <a:schemeClr val="accent1"/>
              </a:effectRef>
              <a:fontRef idx="minor">
                <a:schemeClr val="tx1"/>
              </a:fontRef>
            </p:style>
          </p:cxnSp>
        </p:grpSp>
      </p:grpSp>
      <p:sp>
        <p:nvSpPr>
          <p:cNvPr id="6" name="Subtitle 5">
            <a:extLst>
              <a:ext uri="{FF2B5EF4-FFF2-40B4-BE49-F238E27FC236}">
                <a16:creationId xmlns:a16="http://schemas.microsoft.com/office/drawing/2014/main" id="{60D53A2E-848F-492B-A927-AFCBC2C9AB50}"/>
              </a:ext>
            </a:extLst>
          </p:cNvPr>
          <p:cNvSpPr>
            <a:spLocks noGrp="1"/>
          </p:cNvSpPr>
          <p:nvPr>
            <p:ph type="subTitle" idx="15"/>
          </p:nvPr>
        </p:nvSpPr>
        <p:spPr/>
        <p:txBody>
          <a:bodyPr/>
          <a:lstStyle/>
          <a:p>
            <a:r>
              <a:rPr lang="en-US" dirty="0"/>
              <a:t>Design Toolkit</a:t>
            </a:r>
          </a:p>
        </p:txBody>
      </p:sp>
      <p:sp>
        <p:nvSpPr>
          <p:cNvPr id="5" name="Title 4">
            <a:extLst>
              <a:ext uri="{FF2B5EF4-FFF2-40B4-BE49-F238E27FC236}">
                <a16:creationId xmlns:a16="http://schemas.microsoft.com/office/drawing/2014/main" id="{BE0472A6-0972-430C-B24F-84DD551337F1}"/>
              </a:ext>
            </a:extLst>
          </p:cNvPr>
          <p:cNvSpPr>
            <a:spLocks noGrp="1"/>
          </p:cNvSpPr>
          <p:nvPr>
            <p:ph type="title"/>
          </p:nvPr>
        </p:nvSpPr>
        <p:spPr/>
        <p:txBody>
          <a:bodyPr/>
          <a:lstStyle/>
          <a:p>
            <a:r>
              <a:rPr lang="en-US"/>
              <a:t>Grid</a:t>
            </a:r>
          </a:p>
        </p:txBody>
      </p:sp>
      <p:sp>
        <p:nvSpPr>
          <p:cNvPr id="2" name="TextBox 1">
            <a:extLst>
              <a:ext uri="{FF2B5EF4-FFF2-40B4-BE49-F238E27FC236}">
                <a16:creationId xmlns:a16="http://schemas.microsoft.com/office/drawing/2014/main" id="{22ECFED1-6F68-4251-B6F5-804824286997}"/>
              </a:ext>
            </a:extLst>
          </p:cNvPr>
          <p:cNvSpPr txBox="1"/>
          <p:nvPr/>
        </p:nvSpPr>
        <p:spPr>
          <a:xfrm>
            <a:off x="1052186" y="2628314"/>
            <a:ext cx="2562466" cy="158633"/>
          </a:xfrm>
          <a:prstGeom prst="rect">
            <a:avLst/>
          </a:prstGeom>
        </p:spPr>
        <p:txBody>
          <a:bodyPr vert="horz" wrap="square" lIns="0" tIns="0" rIns="0" bIns="0" rtlCol="0">
            <a:spAutoFit/>
          </a:bodyPr>
          <a:lstStyle/>
          <a:p>
            <a:pPr algn="l">
              <a:lnSpc>
                <a:spcPct val="110000"/>
              </a:lnSpc>
              <a:spcBef>
                <a:spcPts val="600"/>
              </a:spcBef>
              <a:spcAft>
                <a:spcPts val="600"/>
              </a:spcAft>
            </a:pPr>
            <a:r>
              <a:rPr lang="en-US" sz="1000"/>
              <a:t>Keep most content within this space.</a:t>
            </a:r>
          </a:p>
        </p:txBody>
      </p:sp>
      <p:cxnSp>
        <p:nvCxnSpPr>
          <p:cNvPr id="4" name="Straight Arrow Connector 3">
            <a:extLst>
              <a:ext uri="{FF2B5EF4-FFF2-40B4-BE49-F238E27FC236}">
                <a16:creationId xmlns:a16="http://schemas.microsoft.com/office/drawing/2014/main" id="{A8F8A272-7659-4BD8-A3A1-9C40DFF91D14}"/>
              </a:ext>
              <a:ext uri="{C183D7F6-B498-43B3-948B-1728B52AA6E4}">
                <adec:decorative xmlns:adec="http://schemas.microsoft.com/office/drawing/2017/decorative" val="1"/>
              </a:ext>
            </a:extLst>
          </p:cNvPr>
          <p:cNvCxnSpPr/>
          <p:nvPr/>
        </p:nvCxnSpPr>
        <p:spPr>
          <a:xfrm flipV="1">
            <a:off x="923544" y="2608454"/>
            <a:ext cx="0" cy="457200"/>
          </a:xfrm>
          <a:prstGeom prst="straightConnector1">
            <a:avLst/>
          </a:prstGeom>
          <a:ln w="38100">
            <a:solidFill>
              <a:schemeClr val="accent2"/>
            </a:solidFill>
            <a:prstDash val="solid"/>
            <a:headEnd type="triangle" w="med" len="sm"/>
            <a:tailEnd type="triangle" w="med" len="sm"/>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01D56C4D-7EE4-4CA6-B72D-BD5391C4FEF8}"/>
              </a:ext>
              <a:ext uri="{C183D7F6-B498-43B3-948B-1728B52AA6E4}">
                <adec:decorative xmlns:adec="http://schemas.microsoft.com/office/drawing/2017/decorative" val="1"/>
              </a:ext>
            </a:extLst>
          </p:cNvPr>
          <p:cNvCxnSpPr>
            <a:cxnSpLocks/>
          </p:cNvCxnSpPr>
          <p:nvPr/>
        </p:nvCxnSpPr>
        <p:spPr>
          <a:xfrm rot="16200000" flipV="1">
            <a:off x="1280786" y="2286835"/>
            <a:ext cx="0" cy="457200"/>
          </a:xfrm>
          <a:prstGeom prst="straightConnector1">
            <a:avLst/>
          </a:prstGeom>
          <a:ln w="38100">
            <a:solidFill>
              <a:schemeClr val="accent2"/>
            </a:solidFill>
            <a:prstDash val="solid"/>
            <a:headEnd type="triangle" w="med" len="sm"/>
            <a:tailEnd type="triangle" w="med" len="sm"/>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EEF56F45-1962-4CDC-A5F9-D103FA1C546C}"/>
              </a:ext>
              <a:ext uri="{C183D7F6-B498-43B3-948B-1728B52AA6E4}">
                <adec:decorative xmlns:adec="http://schemas.microsoft.com/office/drawing/2017/decorative" val="1"/>
              </a:ext>
            </a:extLst>
          </p:cNvPr>
          <p:cNvSpPr/>
          <p:nvPr/>
        </p:nvSpPr>
        <p:spPr>
          <a:xfrm>
            <a:off x="920495" y="2514600"/>
            <a:ext cx="10351009" cy="3657598"/>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a:lnSpc>
                <a:spcPct val="105000"/>
              </a:lnSpc>
              <a:spcBef>
                <a:spcPts val="800"/>
              </a:spcBef>
              <a:spcAft>
                <a:spcPts val="0"/>
              </a:spcAft>
              <a:buFont typeface="Montserrat" panose="00000500000000000000" pitchFamily="2" charset="0"/>
              <a:buChar char="​"/>
            </a:pPr>
            <a:endParaRPr lang="en-US" sz="1200" err="1">
              <a:solidFill>
                <a:schemeClr val="bg1"/>
              </a:solidFill>
            </a:endParaRPr>
          </a:p>
        </p:txBody>
      </p:sp>
    </p:spTree>
    <p:extLst>
      <p:ext uri="{BB962C8B-B14F-4D97-AF65-F5344CB8AC3E}">
        <p14:creationId xmlns:p14="http://schemas.microsoft.com/office/powerpoint/2010/main" val="18249898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4C05D37C-AEF9-48A7-A892-D5C4BE3AA700}"/>
              </a:ext>
            </a:extLst>
          </p:cNvPr>
          <p:cNvSpPr>
            <a:spLocks noGrp="1"/>
          </p:cNvSpPr>
          <p:nvPr>
            <p:ph type="body" sz="quarter" idx="11"/>
          </p:nvPr>
        </p:nvSpPr>
        <p:spPr>
          <a:xfrm>
            <a:off x="2123717" y="2669010"/>
            <a:ext cx="2838248" cy="2081794"/>
          </a:xfrm>
        </p:spPr>
        <p:txBody>
          <a:bodyPr/>
          <a:lstStyle/>
          <a:p>
            <a:pPr marL="9525" lvl="4"/>
            <a:r>
              <a:rPr lang="en-US" dirty="0"/>
              <a:t>WEBSITE</a:t>
            </a:r>
          </a:p>
          <a:p>
            <a:pPr marL="9525" lvl="4"/>
            <a:r>
              <a:rPr lang="en-US" dirty="0"/>
              <a:t>EMAIL</a:t>
            </a:r>
          </a:p>
          <a:p>
            <a:pPr marL="228600" lvl="4"/>
            <a:r>
              <a:rPr lang="en-US" dirty="0"/>
              <a:t>CLICK TO EDIT</a:t>
            </a:r>
          </a:p>
          <a:p>
            <a:pPr marL="228600" lvl="4"/>
            <a:r>
              <a:rPr lang="en-US" dirty="0"/>
              <a:t>CLICK TO EDIT</a:t>
            </a:r>
          </a:p>
          <a:p>
            <a:pPr marL="228600" lvl="4"/>
            <a:r>
              <a:rPr lang="en-US" dirty="0"/>
              <a:t>CLICK TO EDIT</a:t>
            </a:r>
          </a:p>
        </p:txBody>
      </p:sp>
      <p:pic>
        <p:nvPicPr>
          <p:cNvPr id="6" name="Graphic 5" descr="LinkedIn website icon">
            <a:extLst>
              <a:ext uri="{FF2B5EF4-FFF2-40B4-BE49-F238E27FC236}">
                <a16:creationId xmlns:a16="http://schemas.microsoft.com/office/drawing/2014/main" id="{E9DD18AD-40C9-96F4-BB0D-8B1D32D9862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23717" y="3774311"/>
            <a:ext cx="158848" cy="158848"/>
          </a:xfrm>
          <a:prstGeom prst="rect">
            <a:avLst/>
          </a:prstGeom>
        </p:spPr>
      </p:pic>
      <p:pic>
        <p:nvPicPr>
          <p:cNvPr id="8" name="Graphic 7" descr="Facebook website icon">
            <a:extLst>
              <a:ext uri="{FF2B5EF4-FFF2-40B4-BE49-F238E27FC236}">
                <a16:creationId xmlns:a16="http://schemas.microsoft.com/office/drawing/2014/main" id="{345CEE25-74A6-82A4-2899-DB5DE46BAB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23717" y="4095547"/>
            <a:ext cx="158848" cy="158848"/>
          </a:xfrm>
          <a:prstGeom prst="rect">
            <a:avLst/>
          </a:prstGeom>
        </p:spPr>
      </p:pic>
      <p:pic>
        <p:nvPicPr>
          <p:cNvPr id="10" name="Graphic 9" descr="Twitter website icon">
            <a:extLst>
              <a:ext uri="{FF2B5EF4-FFF2-40B4-BE49-F238E27FC236}">
                <a16:creationId xmlns:a16="http://schemas.microsoft.com/office/drawing/2014/main" id="{96357229-9A5B-C1EB-97B4-821037860EA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23717" y="4415523"/>
            <a:ext cx="158848" cy="158848"/>
          </a:xfrm>
          <a:prstGeom prst="rect">
            <a:avLst/>
          </a:prstGeom>
        </p:spPr>
      </p:pic>
      <p:sp>
        <p:nvSpPr>
          <p:cNvPr id="7" name="Title 1">
            <a:extLst>
              <a:ext uri="{FF2B5EF4-FFF2-40B4-BE49-F238E27FC236}">
                <a16:creationId xmlns:a16="http://schemas.microsoft.com/office/drawing/2014/main" id="{784911BF-8C7F-AE52-5917-265BFEDD3419}"/>
              </a:ext>
            </a:extLst>
          </p:cNvPr>
          <p:cNvSpPr>
            <a:spLocks noGrp="1"/>
          </p:cNvSpPr>
          <p:nvPr>
            <p:ph type="title" hasCustomPrompt="1"/>
          </p:nvPr>
        </p:nvSpPr>
        <p:spPr>
          <a:xfrm>
            <a:off x="922338" y="-960506"/>
            <a:ext cx="5861304" cy="786335"/>
          </a:xfrm>
        </p:spPr>
        <p:txBody>
          <a:bodyPr/>
          <a:lstStyle>
            <a:lvl1pPr>
              <a:defRPr/>
            </a:lvl1pPr>
          </a:lstStyle>
          <a:p>
            <a:r>
              <a:rPr lang="en-US" dirty="0"/>
              <a:t>Thank You Layout</a:t>
            </a:r>
          </a:p>
        </p:txBody>
      </p:sp>
    </p:spTree>
    <p:extLst>
      <p:ext uri="{BB962C8B-B14F-4D97-AF65-F5344CB8AC3E}">
        <p14:creationId xmlns:p14="http://schemas.microsoft.com/office/powerpoint/2010/main" val="455371923"/>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EE4P_STYLE_ID" val="6cd991bf-f022-4378-96e7-2c338aeb3f5a"/>
</p:tagLst>
</file>

<file path=ppt/theme/theme1.xml><?xml version="1.0" encoding="utf-8"?>
<a:theme xmlns:a="http://schemas.openxmlformats.org/drawingml/2006/main" name="Slidedoc Theme 2">
  <a:themeElements>
    <a:clrScheme name="Custom 6">
      <a:dk1>
        <a:srgbClr val="000000"/>
      </a:dk1>
      <a:lt1>
        <a:srgbClr val="FFFFFF"/>
      </a:lt1>
      <a:dk2>
        <a:srgbClr val="545E65"/>
      </a:dk2>
      <a:lt2>
        <a:srgbClr val="F06400"/>
      </a:lt2>
      <a:accent1>
        <a:srgbClr val="243288"/>
      </a:accent1>
      <a:accent2>
        <a:srgbClr val="1276CE"/>
      </a:accent2>
      <a:accent3>
        <a:srgbClr val="5ABDDD"/>
      </a:accent3>
      <a:accent4>
        <a:srgbClr val="9BDDE3"/>
      </a:accent4>
      <a:accent5>
        <a:srgbClr val="7FBB25"/>
      </a:accent5>
      <a:accent6>
        <a:srgbClr val="F0AD34"/>
      </a:accent6>
      <a:hlink>
        <a:srgbClr val="F06300"/>
      </a:hlink>
      <a:folHlink>
        <a:srgbClr val="A74500"/>
      </a:folHlink>
    </a:clrScheme>
    <a:fontScheme name="Duarte Vivid">
      <a:majorFont>
        <a:latin typeface="Montserrat"/>
        <a:ea typeface=""/>
        <a:cs typeface=""/>
      </a:majorFont>
      <a:minorFont>
        <a:latin typeface="Montserrat"/>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rtlCol="0" anchor="ctr"/>
      <a:lstStyle>
        <a:defPPr marL="0" algn="l">
          <a:lnSpc>
            <a:spcPct val="105000"/>
          </a:lnSpc>
          <a:spcBef>
            <a:spcPts val="800"/>
          </a:spcBef>
          <a:spcAft>
            <a:spcPts val="0"/>
          </a:spcAft>
          <a:buFont typeface="Arial" panose="020B0604020202020204" pitchFamily="34" charset="0"/>
          <a:buChar char="​"/>
          <a:defRPr sz="12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spAutoFit/>
      </a:bodyPr>
      <a:lstStyle>
        <a:defPPr algn="l">
          <a:lnSpc>
            <a:spcPct val="110000"/>
          </a:lnSpc>
          <a:spcBef>
            <a:spcPts val="600"/>
          </a:spcBef>
          <a:spcAft>
            <a:spcPts val="600"/>
          </a:spcAft>
          <a:defRPr sz="1000" dirty="0" err="1"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Slidedoc Vivid">
      <a:dk1>
        <a:sysClr val="windowText" lastClr="000000"/>
      </a:dk1>
      <a:lt1>
        <a:sysClr val="window" lastClr="FFFFFF"/>
      </a:lt1>
      <a:dk2>
        <a:srgbClr val="59BF2E"/>
      </a:dk2>
      <a:lt2>
        <a:srgbClr val="FFC304"/>
      </a:lt2>
      <a:accent1>
        <a:srgbClr val="06007F"/>
      </a:accent1>
      <a:accent2>
        <a:srgbClr val="0029DF"/>
      </a:accent2>
      <a:accent3>
        <a:srgbClr val="039EFD"/>
      </a:accent3>
      <a:accent4>
        <a:srgbClr val="00D3F6"/>
      </a:accent4>
      <a:accent5>
        <a:srgbClr val="FF731D"/>
      </a:accent5>
      <a:accent6>
        <a:srgbClr val="864BFD"/>
      </a:accent6>
      <a:hlink>
        <a:srgbClr val="59BF2E"/>
      </a:hlink>
      <a:folHlink>
        <a:srgbClr val="898A8D"/>
      </a:folHlink>
    </a:clrScheme>
    <a:fontScheme name="Slidedoc Vivid 1">
      <a:majorFont>
        <a:latin typeface="Montserrat"/>
        <a:ea typeface=""/>
        <a:cs typeface=""/>
      </a:majorFont>
      <a:minorFont>
        <a:latin typeface="Montserra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Slidedoc Vivid">
      <a:dk1>
        <a:sysClr val="windowText" lastClr="000000"/>
      </a:dk1>
      <a:lt1>
        <a:sysClr val="window" lastClr="FFFFFF"/>
      </a:lt1>
      <a:dk2>
        <a:srgbClr val="59BF2E"/>
      </a:dk2>
      <a:lt2>
        <a:srgbClr val="FFC304"/>
      </a:lt2>
      <a:accent1>
        <a:srgbClr val="06007F"/>
      </a:accent1>
      <a:accent2>
        <a:srgbClr val="0029DF"/>
      </a:accent2>
      <a:accent3>
        <a:srgbClr val="039EFD"/>
      </a:accent3>
      <a:accent4>
        <a:srgbClr val="00D3F6"/>
      </a:accent4>
      <a:accent5>
        <a:srgbClr val="FF731D"/>
      </a:accent5>
      <a:accent6>
        <a:srgbClr val="864BFD"/>
      </a:accent6>
      <a:hlink>
        <a:srgbClr val="59BF2E"/>
      </a:hlink>
      <a:folHlink>
        <a:srgbClr val="898A8D"/>
      </a:folHlink>
    </a:clrScheme>
    <a:fontScheme name="Slidedoc Vivid 1">
      <a:majorFont>
        <a:latin typeface="Montserrat"/>
        <a:ea typeface=""/>
        <a:cs typeface=""/>
      </a:majorFont>
      <a:minorFont>
        <a:latin typeface="Montserrat"/>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23027</TotalTime>
  <Words>5587</Words>
  <Application>Microsoft Office PowerPoint</Application>
  <PresentationFormat>Widescreen</PresentationFormat>
  <Paragraphs>549</Paragraphs>
  <Slides>57</Slides>
  <Notes>13</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57</vt:i4>
      </vt:variant>
    </vt:vector>
  </HeadingPairs>
  <TitlesOfParts>
    <vt:vector size="61" baseType="lpstr">
      <vt:lpstr>Montserrat</vt:lpstr>
      <vt:lpstr>Montserrat ExtraBold</vt:lpstr>
      <vt:lpstr>Montserrat SemiBold</vt:lpstr>
      <vt:lpstr>Slidedoc Theme 2</vt:lpstr>
      <vt:lpstr>Slidedoc™ Template</vt:lpstr>
      <vt:lpstr>Font Check + Free Download</vt:lpstr>
      <vt:lpstr>Accessibility Statement</vt:lpstr>
      <vt:lpstr>Introduction</vt:lpstr>
      <vt:lpstr>What Is a Slidedoc?</vt:lpstr>
      <vt:lpstr>Using Bullet Levels  in PowerPoint</vt:lpstr>
      <vt:lpstr>Master Layouts </vt:lpstr>
      <vt:lpstr>Table of Contents</vt:lpstr>
      <vt:lpstr>Standard Layouts</vt:lpstr>
      <vt:lpstr>Cover Layout</vt:lpstr>
      <vt:lpstr>Basic White Layout</vt:lpstr>
      <vt:lpstr>Basic Blue Layout</vt:lpstr>
      <vt:lpstr>Two-Column Layout</vt:lpstr>
      <vt:lpstr>Three-Column Layout</vt:lpstr>
      <vt:lpstr>Four-Column Layout</vt:lpstr>
      <vt:lpstr>1/3 Layout</vt:lpstr>
      <vt:lpstr>2/3 Layout</vt:lpstr>
      <vt:lpstr>Impact Layouts</vt:lpstr>
      <vt:lpstr>Short Text Layout</vt:lpstr>
      <vt:lpstr>Middle Layout</vt:lpstr>
      <vt:lpstr>Panel Left Layout</vt:lpstr>
      <vt:lpstr>Panel Right Layout</vt:lpstr>
      <vt:lpstr>Key Takeaway Box Layout</vt:lpstr>
      <vt:lpstr>Image Left Layout</vt:lpstr>
      <vt:lpstr>Image Right Layout</vt:lpstr>
      <vt:lpstr>Section Layouts</vt:lpstr>
      <vt:lpstr>Statement Gray Layout</vt:lpstr>
      <vt:lpstr>Statement Blue Layout</vt:lpstr>
      <vt:lpstr>Statement  Blue-2 Layout</vt:lpstr>
      <vt:lpstr>Stat Gray Layout</vt:lpstr>
      <vt:lpstr>Stat Blue Layout</vt:lpstr>
      <vt:lpstr>Quote Layout</vt:lpstr>
      <vt:lpstr>Quote+ Layout</vt:lpstr>
      <vt:lpstr>Table of Contents Layout</vt:lpstr>
      <vt:lpstr>End Layout</vt:lpstr>
      <vt:lpstr>Organizing Data</vt:lpstr>
      <vt:lpstr>Text Table</vt:lpstr>
      <vt:lpstr>Numerical Table</vt:lpstr>
      <vt:lpstr>Line Chart</vt:lpstr>
      <vt:lpstr>Bar, Column, Stack Chart</vt:lpstr>
      <vt:lpstr>Full Page Chart Example</vt:lpstr>
      <vt:lpstr>Diagrams</vt:lpstr>
      <vt:lpstr>Linear Process Diagram</vt:lpstr>
      <vt:lpstr>Parts of a Whole Diagram</vt:lpstr>
      <vt:lpstr>Cycle Diagram</vt:lpstr>
      <vt:lpstr>Funnel Diagram</vt:lpstr>
      <vt:lpstr>Join Diagram</vt:lpstr>
      <vt:lpstr>Org Chart</vt:lpstr>
      <vt:lpstr>Map</vt:lpstr>
      <vt:lpstr>Timeline</vt:lpstr>
      <vt:lpstr>Design Toolkit</vt:lpstr>
      <vt:lpstr>Color Overview</vt:lpstr>
      <vt:lpstr>Shapes</vt:lpstr>
      <vt:lpstr>Dot Pattern SVG</vt:lpstr>
      <vt:lpstr>Navigation Graphic</vt:lpstr>
      <vt:lpstr>Grid</vt:lpstr>
      <vt:lpstr>Thank You Layout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Slidedoc® Template</dc:title>
  <dc:subject>Slidedoc, DataStory</dc:subject>
  <dc:creator>Duarte, Inc.</dc:creator>
  <cp:keywords>Slidedoc, Duarte, PowerPoint</cp:keywords>
  <cp:lastModifiedBy>Chariti Canny</cp:lastModifiedBy>
  <cp:revision>621</cp:revision>
  <cp:lastPrinted>2019-10-29T23:42:11Z</cp:lastPrinted>
  <dcterms:created xsi:type="dcterms:W3CDTF">2019-09-03T21:24:03Z</dcterms:created>
  <dcterms:modified xsi:type="dcterms:W3CDTF">2024-05-16T18:12:15Z</dcterms:modified>
  <cp:category>Duarte, Inc.</cp:category>
</cp:coreProperties>
</file>